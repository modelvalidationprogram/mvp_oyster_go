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5"/>
  </p:notesMasterIdLst>
  <p:sldIdLst>
    <p:sldId id="256" r:id="rId2"/>
    <p:sldId id="257" r:id="rId3"/>
    <p:sldId id="273" r:id="rId4"/>
    <p:sldId id="258" r:id="rId5"/>
    <p:sldId id="259" r:id="rId6"/>
    <p:sldId id="274" r:id="rId7"/>
    <p:sldId id="260" r:id="rId8"/>
    <p:sldId id="261" r:id="rId9"/>
    <p:sldId id="275" r:id="rId10"/>
    <p:sldId id="262" r:id="rId11"/>
    <p:sldId id="263" r:id="rId12"/>
    <p:sldId id="276" r:id="rId13"/>
    <p:sldId id="264" r:id="rId14"/>
    <p:sldId id="265" r:id="rId15"/>
    <p:sldId id="277" r:id="rId16"/>
    <p:sldId id="266" r:id="rId17"/>
    <p:sldId id="267" r:id="rId18"/>
    <p:sldId id="278" r:id="rId19"/>
    <p:sldId id="268" r:id="rId20"/>
    <p:sldId id="269" r:id="rId21"/>
    <p:sldId id="270" r:id="rId22"/>
    <p:sldId id="271" r:id="rId23"/>
    <p:sldId id="272" r:id="rId24"/>
  </p:sldIdLst>
  <p:sldSz cx="9144000" cy="6858000" type="screen4x3"/>
  <p:notesSz cx="6858000" cy="9144000"/>
  <p:custDataLst>
    <p:tags r:id="rId26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0F9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3134"/>
    <p:restoredTop sz="94728"/>
  </p:normalViewPr>
  <p:slideViewPr>
    <p:cSldViewPr>
      <p:cViewPr varScale="1">
        <p:scale>
          <a:sx n="68" d="100"/>
          <a:sy n="68" d="100"/>
        </p:scale>
        <p:origin x="208" y="760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gs" Target="tags/tag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00C20CC-8823-0040-AC90-B1B9D805D504}" type="datetimeFigureOut">
              <a:rPr lang="en-US" smtClean="0"/>
              <a:t>12/18/25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450A13B-F04D-4146-90E3-5887700E6A7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034285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450A13B-F04D-4146-90E3-5887700E6A72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198301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18/12/2025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18/12/2025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18/12/2025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18/12/2025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18/12/2025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18/12/2025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18/12/2025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18/12/2025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2332" y="3448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654055" y="1600200"/>
              <a:ext cx="5835888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610961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401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6693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1984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72766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52568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57860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63151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201917" y="540785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201917" y="475757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201917" y="410729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201917" y="345701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201917" y="280673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5671824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5683461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569509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5718373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573001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74164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6276965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6288602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630024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648549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566018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5671824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5683461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569509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570673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5718373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573001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574164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626532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6276965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6288602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630024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6311877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563691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5648549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566018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5671824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5683461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569509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570673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5718373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573001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574164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575328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626532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627696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628860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630024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6311877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57872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59036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560200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561363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562527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563691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5648549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566018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5671824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5683461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569509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570673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571837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573001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574164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627696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628860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630024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54381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55545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56708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557872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559036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560200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561363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562527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563691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5648549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566018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5671824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568346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569509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570673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571837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573001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628860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53217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54381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55545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556708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557872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559036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5602000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5613637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562527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5636912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5648549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566018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5671824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568346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569509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550890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552053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553217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554381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555545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5567088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557872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559036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5602000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613637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62527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636912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564854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566018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547398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548562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5497264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550890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552053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5532176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554381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555545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5567088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557872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559036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5602000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561363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562527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545071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5462352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547398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5485627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5497264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550890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52053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532176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5543813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555545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5567088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557872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543907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5450715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5462352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547398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548562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5497264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550890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552053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5532176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5543813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555545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5427440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543907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5450715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5462352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547398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548562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5497264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508901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552053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5532176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5415803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5427440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543907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5450715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5462352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5473989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548562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5497264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5508901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5380891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5392528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540416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5415803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5427440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543907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545071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5462352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5473989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548562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536925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5380891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5392528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540416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541580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5427440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54390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545071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5462352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63118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531106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532270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533434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534597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5357616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536925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538089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5392528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54041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541580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54274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54390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545071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62769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6288602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63002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63118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632351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529942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531106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53227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53343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534597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535761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536925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538089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53925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54041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541580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54274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54390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618386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61955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62071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621877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625369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62653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62769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628860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63002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63118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632351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633515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52994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531106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53227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53343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534597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53576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53692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538089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53925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54041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541580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54274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61722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618386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61955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62071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621877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62304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62420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625369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62653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62769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6288602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63002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631187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632351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52994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531106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53227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53343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534597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53576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53692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538089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53925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54041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541580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54274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607913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609076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610240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611404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614895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616059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61722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618386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61955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62071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621877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62304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62420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625369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62653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62769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628860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63002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631187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632351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52877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52994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531106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53227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53343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534597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53576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53692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538089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53925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54041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541580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606749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607913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609076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610240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611404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612568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613731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614895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61605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61722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618386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61955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62071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621877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62304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62420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625369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62653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62769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628860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630024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631187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632351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52645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527615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52877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52994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531106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53227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53343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534597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53576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53692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538089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606749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607913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609076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610240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611404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612568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61373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614895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61605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61722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618386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61955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62071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621877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62304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62420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625369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626532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627696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628860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630024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631187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632351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52645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527615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52877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52994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531106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53227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53343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534597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53576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606749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607913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609076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610240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611404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612568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61373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614895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61605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61722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618386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61955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62071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621877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62304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624205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625369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626532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627696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628860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630024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631187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632351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633515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52645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527615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52877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52994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531106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532270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605585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606749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607913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609076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610240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611404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612568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61373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614895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61605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61722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623041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624205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625369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626532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627696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628860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630024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631187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632351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526451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527615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528779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5299429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600930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6020944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603258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604421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605585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606749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607913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609076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610240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611404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620714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621877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623041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624205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625369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626532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627696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628860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630024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631187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589293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590457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591620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592784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593948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595112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596275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597439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598603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5997669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600930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602094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603258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604421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605585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606749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607913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609076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610240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611404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618386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619550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620714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621877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623041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624205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625369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626532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627696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628860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588129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589293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590457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591620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592784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593948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595112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5962757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597439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598603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599766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600930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602094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603258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604421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605585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606749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607913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609076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610240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617222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618386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619550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620714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621877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623041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624205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625369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626532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627696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586965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588129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589293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590457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591620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592784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593948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595112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5962757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597439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598603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599766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600930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602094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603258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604421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605585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606749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607913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609076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617222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618386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619550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620714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621877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623041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624205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625369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586965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588129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589293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590457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591620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5927845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593948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595112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5962757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597439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598603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599766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600930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602094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603258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604421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617222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618386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619550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620714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621877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623041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585802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586965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588129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589293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590457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591620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5927845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593948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595112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596275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597439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598603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599766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600930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616059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617222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618386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619550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620714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621877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579983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581147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582310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74E">
                <a:alpha val="100000"/>
              </a:srgbClr>
            </a:solidFill>
            <a:ln w="5420" cap="flat">
              <a:solidFill>
                <a:srgbClr val="3527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583474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3264B">
                <a:alpha val="100000"/>
              </a:srgbClr>
            </a:solidFill>
            <a:ln w="5420" cap="flat">
              <a:solidFill>
                <a:srgbClr val="332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584638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585802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586965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588129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5892933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590457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591620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5927845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593948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595112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597439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598603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599766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616059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617222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618386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619550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620714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576492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577656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578819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579983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581147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C">
                <a:alpha val="100000"/>
              </a:srgbClr>
            </a:solidFill>
            <a:ln w="5420" cap="flat">
              <a:solidFill>
                <a:srgbClr val="3427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582310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D213F">
                <a:alpha val="100000"/>
              </a:srgbClr>
            </a:solidFill>
            <a:ln w="5420" cap="flat">
              <a:solidFill>
                <a:srgbClr val="2D21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583474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C213F">
                <a:alpha val="100000"/>
              </a:srgbClr>
            </a:solidFill>
            <a:ln w="5420" cap="flat">
              <a:solidFill>
                <a:srgbClr val="2C21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584638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585802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5869658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588129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5892933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590457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5927845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593948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616059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617222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618386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619550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620714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575328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576492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577656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578819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579983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581147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582310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583474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E">
                <a:alpha val="100000"/>
              </a:srgbClr>
            </a:solidFill>
            <a:ln w="5420" cap="flat">
              <a:solidFill>
                <a:srgbClr val="3528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584638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585802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586965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588129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5892933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616059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617222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618386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619550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620714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621877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623041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627696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628860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630024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631187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632351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574164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575328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576492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577656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578819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579983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581147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582310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583474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584638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585802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86965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588129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617222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618386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619550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g665"/>
            <p:cNvSpPr/>
            <p:nvPr/>
          </p:nvSpPr>
          <p:spPr>
            <a:xfrm>
              <a:off x="620714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g666"/>
            <p:cNvSpPr/>
            <p:nvPr/>
          </p:nvSpPr>
          <p:spPr>
            <a:xfrm>
              <a:off x="621877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g667"/>
            <p:cNvSpPr/>
            <p:nvPr/>
          </p:nvSpPr>
          <p:spPr>
            <a:xfrm>
              <a:off x="623041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g668"/>
            <p:cNvSpPr/>
            <p:nvPr/>
          </p:nvSpPr>
          <p:spPr>
            <a:xfrm>
              <a:off x="624205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g669"/>
            <p:cNvSpPr/>
            <p:nvPr/>
          </p:nvSpPr>
          <p:spPr>
            <a:xfrm>
              <a:off x="626532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g670"/>
            <p:cNvSpPr/>
            <p:nvPr/>
          </p:nvSpPr>
          <p:spPr>
            <a:xfrm>
              <a:off x="627696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g671"/>
            <p:cNvSpPr/>
            <p:nvPr/>
          </p:nvSpPr>
          <p:spPr>
            <a:xfrm>
              <a:off x="628860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g672"/>
            <p:cNvSpPr/>
            <p:nvPr/>
          </p:nvSpPr>
          <p:spPr>
            <a:xfrm>
              <a:off x="630024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631187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g674"/>
            <p:cNvSpPr/>
            <p:nvPr/>
          </p:nvSpPr>
          <p:spPr>
            <a:xfrm>
              <a:off x="632351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g675"/>
            <p:cNvSpPr/>
            <p:nvPr/>
          </p:nvSpPr>
          <p:spPr>
            <a:xfrm>
              <a:off x="633515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g676"/>
            <p:cNvSpPr/>
            <p:nvPr/>
          </p:nvSpPr>
          <p:spPr>
            <a:xfrm>
              <a:off x="573001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574164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g678"/>
            <p:cNvSpPr/>
            <p:nvPr/>
          </p:nvSpPr>
          <p:spPr>
            <a:xfrm>
              <a:off x="575328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g679"/>
            <p:cNvSpPr/>
            <p:nvPr/>
          </p:nvSpPr>
          <p:spPr>
            <a:xfrm>
              <a:off x="576492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g680"/>
            <p:cNvSpPr/>
            <p:nvPr/>
          </p:nvSpPr>
          <p:spPr>
            <a:xfrm>
              <a:off x="577656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g681"/>
            <p:cNvSpPr/>
            <p:nvPr/>
          </p:nvSpPr>
          <p:spPr>
            <a:xfrm>
              <a:off x="578819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g682"/>
            <p:cNvSpPr/>
            <p:nvPr/>
          </p:nvSpPr>
          <p:spPr>
            <a:xfrm>
              <a:off x="579983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g683"/>
            <p:cNvSpPr/>
            <p:nvPr/>
          </p:nvSpPr>
          <p:spPr>
            <a:xfrm>
              <a:off x="581147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g684"/>
            <p:cNvSpPr/>
            <p:nvPr/>
          </p:nvSpPr>
          <p:spPr>
            <a:xfrm>
              <a:off x="582310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g685"/>
            <p:cNvSpPr/>
            <p:nvPr/>
          </p:nvSpPr>
          <p:spPr>
            <a:xfrm>
              <a:off x="583474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g686"/>
            <p:cNvSpPr/>
            <p:nvPr/>
          </p:nvSpPr>
          <p:spPr>
            <a:xfrm>
              <a:off x="584638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g687"/>
            <p:cNvSpPr/>
            <p:nvPr/>
          </p:nvSpPr>
          <p:spPr>
            <a:xfrm>
              <a:off x="617222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g688"/>
            <p:cNvSpPr/>
            <p:nvPr/>
          </p:nvSpPr>
          <p:spPr>
            <a:xfrm>
              <a:off x="618386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g689"/>
            <p:cNvSpPr/>
            <p:nvPr/>
          </p:nvSpPr>
          <p:spPr>
            <a:xfrm>
              <a:off x="619550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g690"/>
            <p:cNvSpPr/>
            <p:nvPr/>
          </p:nvSpPr>
          <p:spPr>
            <a:xfrm>
              <a:off x="6207141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g691"/>
            <p:cNvSpPr/>
            <p:nvPr/>
          </p:nvSpPr>
          <p:spPr>
            <a:xfrm>
              <a:off x="621877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g692"/>
            <p:cNvSpPr/>
            <p:nvPr/>
          </p:nvSpPr>
          <p:spPr>
            <a:xfrm>
              <a:off x="623041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g693"/>
            <p:cNvSpPr/>
            <p:nvPr/>
          </p:nvSpPr>
          <p:spPr>
            <a:xfrm>
              <a:off x="6242053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g694"/>
            <p:cNvSpPr/>
            <p:nvPr/>
          </p:nvSpPr>
          <p:spPr>
            <a:xfrm>
              <a:off x="625369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g695"/>
            <p:cNvSpPr/>
            <p:nvPr/>
          </p:nvSpPr>
          <p:spPr>
            <a:xfrm>
              <a:off x="626532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g696"/>
            <p:cNvSpPr/>
            <p:nvPr/>
          </p:nvSpPr>
          <p:spPr>
            <a:xfrm>
              <a:off x="627696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g697"/>
            <p:cNvSpPr/>
            <p:nvPr/>
          </p:nvSpPr>
          <p:spPr>
            <a:xfrm>
              <a:off x="628860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g698"/>
            <p:cNvSpPr/>
            <p:nvPr/>
          </p:nvSpPr>
          <p:spPr>
            <a:xfrm>
              <a:off x="630024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g699"/>
            <p:cNvSpPr/>
            <p:nvPr/>
          </p:nvSpPr>
          <p:spPr>
            <a:xfrm>
              <a:off x="631187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g700"/>
            <p:cNvSpPr/>
            <p:nvPr/>
          </p:nvSpPr>
          <p:spPr>
            <a:xfrm>
              <a:off x="632351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g701"/>
            <p:cNvSpPr/>
            <p:nvPr/>
          </p:nvSpPr>
          <p:spPr>
            <a:xfrm>
              <a:off x="633515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g702"/>
            <p:cNvSpPr/>
            <p:nvPr/>
          </p:nvSpPr>
          <p:spPr>
            <a:xfrm>
              <a:off x="571837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g703"/>
            <p:cNvSpPr/>
            <p:nvPr/>
          </p:nvSpPr>
          <p:spPr>
            <a:xfrm>
              <a:off x="573001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g704"/>
            <p:cNvSpPr/>
            <p:nvPr/>
          </p:nvSpPr>
          <p:spPr>
            <a:xfrm>
              <a:off x="574164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g705"/>
            <p:cNvSpPr/>
            <p:nvPr/>
          </p:nvSpPr>
          <p:spPr>
            <a:xfrm>
              <a:off x="575328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g706"/>
            <p:cNvSpPr/>
            <p:nvPr/>
          </p:nvSpPr>
          <p:spPr>
            <a:xfrm>
              <a:off x="576492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g707"/>
            <p:cNvSpPr/>
            <p:nvPr/>
          </p:nvSpPr>
          <p:spPr>
            <a:xfrm>
              <a:off x="577656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g708"/>
            <p:cNvSpPr/>
            <p:nvPr/>
          </p:nvSpPr>
          <p:spPr>
            <a:xfrm>
              <a:off x="578819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g709"/>
            <p:cNvSpPr/>
            <p:nvPr/>
          </p:nvSpPr>
          <p:spPr>
            <a:xfrm>
              <a:off x="579983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g710"/>
            <p:cNvSpPr/>
            <p:nvPr/>
          </p:nvSpPr>
          <p:spPr>
            <a:xfrm>
              <a:off x="581147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g711"/>
            <p:cNvSpPr/>
            <p:nvPr/>
          </p:nvSpPr>
          <p:spPr>
            <a:xfrm>
              <a:off x="618386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g712"/>
            <p:cNvSpPr/>
            <p:nvPr/>
          </p:nvSpPr>
          <p:spPr>
            <a:xfrm>
              <a:off x="619550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g713"/>
            <p:cNvSpPr/>
            <p:nvPr/>
          </p:nvSpPr>
          <p:spPr>
            <a:xfrm>
              <a:off x="6207141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g714"/>
            <p:cNvSpPr/>
            <p:nvPr/>
          </p:nvSpPr>
          <p:spPr>
            <a:xfrm>
              <a:off x="621877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g715"/>
            <p:cNvSpPr/>
            <p:nvPr/>
          </p:nvSpPr>
          <p:spPr>
            <a:xfrm>
              <a:off x="623041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g716"/>
            <p:cNvSpPr/>
            <p:nvPr/>
          </p:nvSpPr>
          <p:spPr>
            <a:xfrm>
              <a:off x="624205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g717"/>
            <p:cNvSpPr/>
            <p:nvPr/>
          </p:nvSpPr>
          <p:spPr>
            <a:xfrm>
              <a:off x="625369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g718"/>
            <p:cNvSpPr/>
            <p:nvPr/>
          </p:nvSpPr>
          <p:spPr>
            <a:xfrm>
              <a:off x="626532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g719"/>
            <p:cNvSpPr/>
            <p:nvPr/>
          </p:nvSpPr>
          <p:spPr>
            <a:xfrm>
              <a:off x="627696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g720"/>
            <p:cNvSpPr/>
            <p:nvPr/>
          </p:nvSpPr>
          <p:spPr>
            <a:xfrm>
              <a:off x="628860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g721"/>
            <p:cNvSpPr/>
            <p:nvPr/>
          </p:nvSpPr>
          <p:spPr>
            <a:xfrm>
              <a:off x="630024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g722"/>
            <p:cNvSpPr/>
            <p:nvPr/>
          </p:nvSpPr>
          <p:spPr>
            <a:xfrm>
              <a:off x="631187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g723"/>
            <p:cNvSpPr/>
            <p:nvPr/>
          </p:nvSpPr>
          <p:spPr>
            <a:xfrm>
              <a:off x="632351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g724"/>
            <p:cNvSpPr/>
            <p:nvPr/>
          </p:nvSpPr>
          <p:spPr>
            <a:xfrm>
              <a:off x="570673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g725"/>
            <p:cNvSpPr/>
            <p:nvPr/>
          </p:nvSpPr>
          <p:spPr>
            <a:xfrm>
              <a:off x="571837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g726"/>
            <p:cNvSpPr/>
            <p:nvPr/>
          </p:nvSpPr>
          <p:spPr>
            <a:xfrm>
              <a:off x="573001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g727"/>
            <p:cNvSpPr/>
            <p:nvPr/>
          </p:nvSpPr>
          <p:spPr>
            <a:xfrm>
              <a:off x="574164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g728"/>
            <p:cNvSpPr/>
            <p:nvPr/>
          </p:nvSpPr>
          <p:spPr>
            <a:xfrm>
              <a:off x="575328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g729"/>
            <p:cNvSpPr/>
            <p:nvPr/>
          </p:nvSpPr>
          <p:spPr>
            <a:xfrm>
              <a:off x="576492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g730"/>
            <p:cNvSpPr/>
            <p:nvPr/>
          </p:nvSpPr>
          <p:spPr>
            <a:xfrm>
              <a:off x="577656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g731"/>
            <p:cNvSpPr/>
            <p:nvPr/>
          </p:nvSpPr>
          <p:spPr>
            <a:xfrm>
              <a:off x="6195504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g732"/>
            <p:cNvSpPr/>
            <p:nvPr/>
          </p:nvSpPr>
          <p:spPr>
            <a:xfrm>
              <a:off x="6207141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g733"/>
            <p:cNvSpPr/>
            <p:nvPr/>
          </p:nvSpPr>
          <p:spPr>
            <a:xfrm>
              <a:off x="621877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g734"/>
            <p:cNvSpPr/>
            <p:nvPr/>
          </p:nvSpPr>
          <p:spPr>
            <a:xfrm>
              <a:off x="623041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g735"/>
            <p:cNvSpPr/>
            <p:nvPr/>
          </p:nvSpPr>
          <p:spPr>
            <a:xfrm>
              <a:off x="624205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g736"/>
            <p:cNvSpPr/>
            <p:nvPr/>
          </p:nvSpPr>
          <p:spPr>
            <a:xfrm>
              <a:off x="625369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g737"/>
            <p:cNvSpPr/>
            <p:nvPr/>
          </p:nvSpPr>
          <p:spPr>
            <a:xfrm>
              <a:off x="626532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g738"/>
            <p:cNvSpPr/>
            <p:nvPr/>
          </p:nvSpPr>
          <p:spPr>
            <a:xfrm>
              <a:off x="627696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g739"/>
            <p:cNvSpPr/>
            <p:nvPr/>
          </p:nvSpPr>
          <p:spPr>
            <a:xfrm>
              <a:off x="628860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g740"/>
            <p:cNvSpPr/>
            <p:nvPr/>
          </p:nvSpPr>
          <p:spPr>
            <a:xfrm>
              <a:off x="630024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g741"/>
            <p:cNvSpPr/>
            <p:nvPr/>
          </p:nvSpPr>
          <p:spPr>
            <a:xfrm>
              <a:off x="6311877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g742"/>
            <p:cNvSpPr/>
            <p:nvPr/>
          </p:nvSpPr>
          <p:spPr>
            <a:xfrm>
              <a:off x="570673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g743"/>
            <p:cNvSpPr/>
            <p:nvPr/>
          </p:nvSpPr>
          <p:spPr>
            <a:xfrm>
              <a:off x="571837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g744"/>
            <p:cNvSpPr/>
            <p:nvPr/>
          </p:nvSpPr>
          <p:spPr>
            <a:xfrm>
              <a:off x="573001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g745"/>
            <p:cNvSpPr/>
            <p:nvPr/>
          </p:nvSpPr>
          <p:spPr>
            <a:xfrm>
              <a:off x="574164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g746"/>
            <p:cNvSpPr/>
            <p:nvPr/>
          </p:nvSpPr>
          <p:spPr>
            <a:xfrm>
              <a:off x="575328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g747"/>
            <p:cNvSpPr/>
            <p:nvPr/>
          </p:nvSpPr>
          <p:spPr>
            <a:xfrm>
              <a:off x="576492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g748"/>
            <p:cNvSpPr/>
            <p:nvPr/>
          </p:nvSpPr>
          <p:spPr>
            <a:xfrm>
              <a:off x="621877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g749"/>
            <p:cNvSpPr/>
            <p:nvPr/>
          </p:nvSpPr>
          <p:spPr>
            <a:xfrm>
              <a:off x="623041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g750"/>
            <p:cNvSpPr/>
            <p:nvPr/>
          </p:nvSpPr>
          <p:spPr>
            <a:xfrm>
              <a:off x="624205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g751"/>
            <p:cNvSpPr/>
            <p:nvPr/>
          </p:nvSpPr>
          <p:spPr>
            <a:xfrm>
              <a:off x="625369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g752"/>
            <p:cNvSpPr/>
            <p:nvPr/>
          </p:nvSpPr>
          <p:spPr>
            <a:xfrm>
              <a:off x="626532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g753"/>
            <p:cNvSpPr/>
            <p:nvPr/>
          </p:nvSpPr>
          <p:spPr>
            <a:xfrm>
              <a:off x="627696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g754"/>
            <p:cNvSpPr/>
            <p:nvPr/>
          </p:nvSpPr>
          <p:spPr>
            <a:xfrm>
              <a:off x="628860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g755"/>
            <p:cNvSpPr/>
            <p:nvPr/>
          </p:nvSpPr>
          <p:spPr>
            <a:xfrm>
              <a:off x="569509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g756"/>
            <p:cNvSpPr/>
            <p:nvPr/>
          </p:nvSpPr>
          <p:spPr>
            <a:xfrm>
              <a:off x="5706736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g757"/>
            <p:cNvSpPr/>
            <p:nvPr/>
          </p:nvSpPr>
          <p:spPr>
            <a:xfrm>
              <a:off x="571837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g758"/>
            <p:cNvSpPr/>
            <p:nvPr/>
          </p:nvSpPr>
          <p:spPr>
            <a:xfrm>
              <a:off x="573001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g759"/>
            <p:cNvSpPr/>
            <p:nvPr/>
          </p:nvSpPr>
          <p:spPr>
            <a:xfrm>
              <a:off x="574164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g760"/>
            <p:cNvSpPr/>
            <p:nvPr/>
          </p:nvSpPr>
          <p:spPr>
            <a:xfrm>
              <a:off x="5753285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g761"/>
            <p:cNvSpPr/>
            <p:nvPr/>
          </p:nvSpPr>
          <p:spPr>
            <a:xfrm>
              <a:off x="624205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g762"/>
            <p:cNvSpPr/>
            <p:nvPr/>
          </p:nvSpPr>
          <p:spPr>
            <a:xfrm>
              <a:off x="625369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g763"/>
            <p:cNvSpPr/>
            <p:nvPr/>
          </p:nvSpPr>
          <p:spPr>
            <a:xfrm>
              <a:off x="626532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g764"/>
            <p:cNvSpPr/>
            <p:nvPr/>
          </p:nvSpPr>
          <p:spPr>
            <a:xfrm>
              <a:off x="5683461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g765"/>
            <p:cNvSpPr/>
            <p:nvPr/>
          </p:nvSpPr>
          <p:spPr>
            <a:xfrm>
              <a:off x="569509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g766"/>
            <p:cNvSpPr/>
            <p:nvPr/>
          </p:nvSpPr>
          <p:spPr>
            <a:xfrm>
              <a:off x="5706736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g767"/>
            <p:cNvSpPr/>
            <p:nvPr/>
          </p:nvSpPr>
          <p:spPr>
            <a:xfrm>
              <a:off x="5718373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g768"/>
            <p:cNvSpPr/>
            <p:nvPr/>
          </p:nvSpPr>
          <p:spPr>
            <a:xfrm>
              <a:off x="5730010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g769"/>
            <p:cNvSpPr/>
            <p:nvPr/>
          </p:nvSpPr>
          <p:spPr>
            <a:xfrm>
              <a:off x="574164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g770"/>
            <p:cNvSpPr/>
            <p:nvPr/>
          </p:nvSpPr>
          <p:spPr>
            <a:xfrm>
              <a:off x="5683461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g771"/>
            <p:cNvSpPr/>
            <p:nvPr/>
          </p:nvSpPr>
          <p:spPr>
            <a:xfrm>
              <a:off x="5695098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g772"/>
            <p:cNvSpPr/>
            <p:nvPr/>
          </p:nvSpPr>
          <p:spPr>
            <a:xfrm>
              <a:off x="5706736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g773"/>
            <p:cNvSpPr/>
            <p:nvPr/>
          </p:nvSpPr>
          <p:spPr>
            <a:xfrm>
              <a:off x="5718373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g774"/>
            <p:cNvSpPr/>
            <p:nvPr/>
          </p:nvSpPr>
          <p:spPr>
            <a:xfrm>
              <a:off x="5730010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g775"/>
            <p:cNvSpPr/>
            <p:nvPr/>
          </p:nvSpPr>
          <p:spPr>
            <a:xfrm>
              <a:off x="5671824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g776"/>
            <p:cNvSpPr/>
            <p:nvPr/>
          </p:nvSpPr>
          <p:spPr>
            <a:xfrm>
              <a:off x="5683461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g777"/>
            <p:cNvSpPr/>
            <p:nvPr/>
          </p:nvSpPr>
          <p:spPr>
            <a:xfrm>
              <a:off x="5695098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g778"/>
            <p:cNvSpPr/>
            <p:nvPr/>
          </p:nvSpPr>
          <p:spPr>
            <a:xfrm>
              <a:off x="5706736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g779"/>
            <p:cNvSpPr/>
            <p:nvPr/>
          </p:nvSpPr>
          <p:spPr>
            <a:xfrm>
              <a:off x="5718373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g780"/>
            <p:cNvSpPr/>
            <p:nvPr/>
          </p:nvSpPr>
          <p:spPr>
            <a:xfrm>
              <a:off x="5730010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g781"/>
            <p:cNvSpPr/>
            <p:nvPr/>
          </p:nvSpPr>
          <p:spPr>
            <a:xfrm>
              <a:off x="5671824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g782"/>
            <p:cNvSpPr/>
            <p:nvPr/>
          </p:nvSpPr>
          <p:spPr>
            <a:xfrm>
              <a:off x="5683461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g783"/>
            <p:cNvSpPr/>
            <p:nvPr/>
          </p:nvSpPr>
          <p:spPr>
            <a:xfrm>
              <a:off x="5695098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g784"/>
            <p:cNvSpPr/>
            <p:nvPr/>
          </p:nvSpPr>
          <p:spPr>
            <a:xfrm>
              <a:off x="5706736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g785"/>
            <p:cNvSpPr/>
            <p:nvPr/>
          </p:nvSpPr>
          <p:spPr>
            <a:xfrm>
              <a:off x="5718373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g786"/>
            <p:cNvSpPr/>
            <p:nvPr/>
          </p:nvSpPr>
          <p:spPr>
            <a:xfrm>
              <a:off x="5730010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g787"/>
            <p:cNvSpPr/>
            <p:nvPr/>
          </p:nvSpPr>
          <p:spPr>
            <a:xfrm>
              <a:off x="5671824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g788"/>
            <p:cNvSpPr/>
            <p:nvPr/>
          </p:nvSpPr>
          <p:spPr>
            <a:xfrm>
              <a:off x="5683461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g789"/>
            <p:cNvSpPr/>
            <p:nvPr/>
          </p:nvSpPr>
          <p:spPr>
            <a:xfrm>
              <a:off x="5695098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g790"/>
            <p:cNvSpPr/>
            <p:nvPr/>
          </p:nvSpPr>
          <p:spPr>
            <a:xfrm>
              <a:off x="5706736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g791"/>
            <p:cNvSpPr/>
            <p:nvPr/>
          </p:nvSpPr>
          <p:spPr>
            <a:xfrm>
              <a:off x="5718373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g792"/>
            <p:cNvSpPr/>
            <p:nvPr/>
          </p:nvSpPr>
          <p:spPr>
            <a:xfrm>
              <a:off x="5730010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g793"/>
            <p:cNvSpPr/>
            <p:nvPr/>
          </p:nvSpPr>
          <p:spPr>
            <a:xfrm>
              <a:off x="5671824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g794"/>
            <p:cNvSpPr/>
            <p:nvPr/>
          </p:nvSpPr>
          <p:spPr>
            <a:xfrm>
              <a:off x="5683461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g795"/>
            <p:cNvSpPr/>
            <p:nvPr/>
          </p:nvSpPr>
          <p:spPr>
            <a:xfrm>
              <a:off x="569509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g796"/>
            <p:cNvSpPr/>
            <p:nvPr/>
          </p:nvSpPr>
          <p:spPr>
            <a:xfrm>
              <a:off x="5706736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g797"/>
            <p:cNvSpPr/>
            <p:nvPr/>
          </p:nvSpPr>
          <p:spPr>
            <a:xfrm>
              <a:off x="5718373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g798"/>
            <p:cNvSpPr/>
            <p:nvPr/>
          </p:nvSpPr>
          <p:spPr>
            <a:xfrm>
              <a:off x="5730010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g799"/>
            <p:cNvSpPr/>
            <p:nvPr/>
          </p:nvSpPr>
          <p:spPr>
            <a:xfrm>
              <a:off x="574164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g800"/>
            <p:cNvSpPr/>
            <p:nvPr/>
          </p:nvSpPr>
          <p:spPr>
            <a:xfrm>
              <a:off x="566018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g801"/>
            <p:cNvSpPr/>
            <p:nvPr/>
          </p:nvSpPr>
          <p:spPr>
            <a:xfrm>
              <a:off x="5671824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g802"/>
            <p:cNvSpPr/>
            <p:nvPr/>
          </p:nvSpPr>
          <p:spPr>
            <a:xfrm>
              <a:off x="5683461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g803"/>
            <p:cNvSpPr/>
            <p:nvPr/>
          </p:nvSpPr>
          <p:spPr>
            <a:xfrm>
              <a:off x="5695098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g804"/>
            <p:cNvSpPr/>
            <p:nvPr/>
          </p:nvSpPr>
          <p:spPr>
            <a:xfrm>
              <a:off x="570673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g805"/>
            <p:cNvSpPr/>
            <p:nvPr/>
          </p:nvSpPr>
          <p:spPr>
            <a:xfrm>
              <a:off x="5718373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g806"/>
            <p:cNvSpPr/>
            <p:nvPr/>
          </p:nvSpPr>
          <p:spPr>
            <a:xfrm>
              <a:off x="5730010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g807"/>
            <p:cNvSpPr/>
            <p:nvPr/>
          </p:nvSpPr>
          <p:spPr>
            <a:xfrm>
              <a:off x="5648549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g808"/>
            <p:cNvSpPr/>
            <p:nvPr/>
          </p:nvSpPr>
          <p:spPr>
            <a:xfrm>
              <a:off x="566018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g809"/>
            <p:cNvSpPr/>
            <p:nvPr/>
          </p:nvSpPr>
          <p:spPr>
            <a:xfrm>
              <a:off x="5671824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g810"/>
            <p:cNvSpPr/>
            <p:nvPr/>
          </p:nvSpPr>
          <p:spPr>
            <a:xfrm>
              <a:off x="5683461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g811"/>
            <p:cNvSpPr/>
            <p:nvPr/>
          </p:nvSpPr>
          <p:spPr>
            <a:xfrm>
              <a:off x="5695098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g812"/>
            <p:cNvSpPr/>
            <p:nvPr/>
          </p:nvSpPr>
          <p:spPr>
            <a:xfrm>
              <a:off x="570673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g813"/>
            <p:cNvSpPr/>
            <p:nvPr/>
          </p:nvSpPr>
          <p:spPr>
            <a:xfrm>
              <a:off x="5718373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g814"/>
            <p:cNvSpPr/>
            <p:nvPr/>
          </p:nvSpPr>
          <p:spPr>
            <a:xfrm>
              <a:off x="5648549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g815"/>
            <p:cNvSpPr/>
            <p:nvPr/>
          </p:nvSpPr>
          <p:spPr>
            <a:xfrm>
              <a:off x="566018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g816"/>
            <p:cNvSpPr/>
            <p:nvPr/>
          </p:nvSpPr>
          <p:spPr>
            <a:xfrm>
              <a:off x="5671824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g817"/>
            <p:cNvSpPr/>
            <p:nvPr/>
          </p:nvSpPr>
          <p:spPr>
            <a:xfrm>
              <a:off x="5683461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g818"/>
            <p:cNvSpPr/>
            <p:nvPr/>
          </p:nvSpPr>
          <p:spPr>
            <a:xfrm>
              <a:off x="569509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g819"/>
            <p:cNvSpPr/>
            <p:nvPr/>
          </p:nvSpPr>
          <p:spPr>
            <a:xfrm>
              <a:off x="570673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g820"/>
            <p:cNvSpPr/>
            <p:nvPr/>
          </p:nvSpPr>
          <p:spPr>
            <a:xfrm>
              <a:off x="5718373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g821"/>
            <p:cNvSpPr/>
            <p:nvPr/>
          </p:nvSpPr>
          <p:spPr>
            <a:xfrm>
              <a:off x="574164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g822"/>
            <p:cNvSpPr/>
            <p:nvPr/>
          </p:nvSpPr>
          <p:spPr>
            <a:xfrm>
              <a:off x="5753285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g823"/>
            <p:cNvSpPr/>
            <p:nvPr/>
          </p:nvSpPr>
          <p:spPr>
            <a:xfrm>
              <a:off x="5764922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g824"/>
            <p:cNvSpPr/>
            <p:nvPr/>
          </p:nvSpPr>
          <p:spPr>
            <a:xfrm>
              <a:off x="5776560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g825"/>
            <p:cNvSpPr/>
            <p:nvPr/>
          </p:nvSpPr>
          <p:spPr>
            <a:xfrm>
              <a:off x="5648549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g826"/>
            <p:cNvSpPr/>
            <p:nvPr/>
          </p:nvSpPr>
          <p:spPr>
            <a:xfrm>
              <a:off x="566018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g827"/>
            <p:cNvSpPr/>
            <p:nvPr/>
          </p:nvSpPr>
          <p:spPr>
            <a:xfrm>
              <a:off x="5671824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g828"/>
            <p:cNvSpPr/>
            <p:nvPr/>
          </p:nvSpPr>
          <p:spPr>
            <a:xfrm>
              <a:off x="5683461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g829"/>
            <p:cNvSpPr/>
            <p:nvPr/>
          </p:nvSpPr>
          <p:spPr>
            <a:xfrm>
              <a:off x="569509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g830"/>
            <p:cNvSpPr/>
            <p:nvPr/>
          </p:nvSpPr>
          <p:spPr>
            <a:xfrm>
              <a:off x="570673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g831"/>
            <p:cNvSpPr/>
            <p:nvPr/>
          </p:nvSpPr>
          <p:spPr>
            <a:xfrm>
              <a:off x="5718373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g832"/>
            <p:cNvSpPr/>
            <p:nvPr/>
          </p:nvSpPr>
          <p:spPr>
            <a:xfrm>
              <a:off x="573001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g833"/>
            <p:cNvSpPr/>
            <p:nvPr/>
          </p:nvSpPr>
          <p:spPr>
            <a:xfrm>
              <a:off x="574164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g834"/>
            <p:cNvSpPr/>
            <p:nvPr/>
          </p:nvSpPr>
          <p:spPr>
            <a:xfrm>
              <a:off x="5753285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g835"/>
            <p:cNvSpPr/>
            <p:nvPr/>
          </p:nvSpPr>
          <p:spPr>
            <a:xfrm>
              <a:off x="5764922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g836"/>
            <p:cNvSpPr/>
            <p:nvPr/>
          </p:nvSpPr>
          <p:spPr>
            <a:xfrm>
              <a:off x="577656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g837"/>
            <p:cNvSpPr/>
            <p:nvPr/>
          </p:nvSpPr>
          <p:spPr>
            <a:xfrm>
              <a:off x="5788197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g838"/>
            <p:cNvSpPr/>
            <p:nvPr/>
          </p:nvSpPr>
          <p:spPr>
            <a:xfrm>
              <a:off x="567182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g839"/>
            <p:cNvSpPr/>
            <p:nvPr/>
          </p:nvSpPr>
          <p:spPr>
            <a:xfrm>
              <a:off x="5683461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g840"/>
            <p:cNvSpPr/>
            <p:nvPr/>
          </p:nvSpPr>
          <p:spPr>
            <a:xfrm>
              <a:off x="569509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g841"/>
            <p:cNvSpPr/>
            <p:nvPr/>
          </p:nvSpPr>
          <p:spPr>
            <a:xfrm>
              <a:off x="5706736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g842"/>
            <p:cNvSpPr/>
            <p:nvPr/>
          </p:nvSpPr>
          <p:spPr>
            <a:xfrm>
              <a:off x="5718373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g843"/>
            <p:cNvSpPr/>
            <p:nvPr/>
          </p:nvSpPr>
          <p:spPr>
            <a:xfrm>
              <a:off x="573001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g844"/>
            <p:cNvSpPr/>
            <p:nvPr/>
          </p:nvSpPr>
          <p:spPr>
            <a:xfrm>
              <a:off x="574164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g845"/>
            <p:cNvSpPr/>
            <p:nvPr/>
          </p:nvSpPr>
          <p:spPr>
            <a:xfrm>
              <a:off x="5753285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g846"/>
            <p:cNvSpPr/>
            <p:nvPr/>
          </p:nvSpPr>
          <p:spPr>
            <a:xfrm>
              <a:off x="5764922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g847"/>
            <p:cNvSpPr/>
            <p:nvPr/>
          </p:nvSpPr>
          <p:spPr>
            <a:xfrm>
              <a:off x="577656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g848"/>
            <p:cNvSpPr/>
            <p:nvPr/>
          </p:nvSpPr>
          <p:spPr>
            <a:xfrm>
              <a:off x="5788197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g849"/>
            <p:cNvSpPr/>
            <p:nvPr/>
          </p:nvSpPr>
          <p:spPr>
            <a:xfrm>
              <a:off x="579983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g850"/>
            <p:cNvSpPr/>
            <p:nvPr/>
          </p:nvSpPr>
          <p:spPr>
            <a:xfrm>
              <a:off x="562527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g851"/>
            <p:cNvSpPr/>
            <p:nvPr/>
          </p:nvSpPr>
          <p:spPr>
            <a:xfrm>
              <a:off x="563691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g852"/>
            <p:cNvSpPr/>
            <p:nvPr/>
          </p:nvSpPr>
          <p:spPr>
            <a:xfrm>
              <a:off x="5648549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g853"/>
            <p:cNvSpPr/>
            <p:nvPr/>
          </p:nvSpPr>
          <p:spPr>
            <a:xfrm>
              <a:off x="566018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g854"/>
            <p:cNvSpPr/>
            <p:nvPr/>
          </p:nvSpPr>
          <p:spPr>
            <a:xfrm>
              <a:off x="569509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g855"/>
            <p:cNvSpPr/>
            <p:nvPr/>
          </p:nvSpPr>
          <p:spPr>
            <a:xfrm>
              <a:off x="570673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g856"/>
            <p:cNvSpPr/>
            <p:nvPr/>
          </p:nvSpPr>
          <p:spPr>
            <a:xfrm>
              <a:off x="5718373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g857"/>
            <p:cNvSpPr/>
            <p:nvPr/>
          </p:nvSpPr>
          <p:spPr>
            <a:xfrm>
              <a:off x="573001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g858"/>
            <p:cNvSpPr/>
            <p:nvPr/>
          </p:nvSpPr>
          <p:spPr>
            <a:xfrm>
              <a:off x="574164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g859"/>
            <p:cNvSpPr/>
            <p:nvPr/>
          </p:nvSpPr>
          <p:spPr>
            <a:xfrm>
              <a:off x="575328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g860"/>
            <p:cNvSpPr/>
            <p:nvPr/>
          </p:nvSpPr>
          <p:spPr>
            <a:xfrm>
              <a:off x="576492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g861"/>
            <p:cNvSpPr/>
            <p:nvPr/>
          </p:nvSpPr>
          <p:spPr>
            <a:xfrm>
              <a:off x="577656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g862"/>
            <p:cNvSpPr/>
            <p:nvPr/>
          </p:nvSpPr>
          <p:spPr>
            <a:xfrm>
              <a:off x="5788197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g863"/>
            <p:cNvSpPr/>
            <p:nvPr/>
          </p:nvSpPr>
          <p:spPr>
            <a:xfrm>
              <a:off x="5799834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g864"/>
            <p:cNvSpPr/>
            <p:nvPr/>
          </p:nvSpPr>
          <p:spPr>
            <a:xfrm>
              <a:off x="561363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g865"/>
            <p:cNvSpPr/>
            <p:nvPr/>
          </p:nvSpPr>
          <p:spPr>
            <a:xfrm>
              <a:off x="562527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g866"/>
            <p:cNvSpPr/>
            <p:nvPr/>
          </p:nvSpPr>
          <p:spPr>
            <a:xfrm>
              <a:off x="563691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g867"/>
            <p:cNvSpPr/>
            <p:nvPr/>
          </p:nvSpPr>
          <p:spPr>
            <a:xfrm>
              <a:off x="564854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g868"/>
            <p:cNvSpPr/>
            <p:nvPr/>
          </p:nvSpPr>
          <p:spPr>
            <a:xfrm>
              <a:off x="566018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g869"/>
            <p:cNvSpPr/>
            <p:nvPr/>
          </p:nvSpPr>
          <p:spPr>
            <a:xfrm>
              <a:off x="567182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g870"/>
            <p:cNvSpPr/>
            <p:nvPr/>
          </p:nvSpPr>
          <p:spPr>
            <a:xfrm>
              <a:off x="5683461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g871"/>
            <p:cNvSpPr/>
            <p:nvPr/>
          </p:nvSpPr>
          <p:spPr>
            <a:xfrm>
              <a:off x="569509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g872"/>
            <p:cNvSpPr/>
            <p:nvPr/>
          </p:nvSpPr>
          <p:spPr>
            <a:xfrm>
              <a:off x="570673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g873"/>
            <p:cNvSpPr/>
            <p:nvPr/>
          </p:nvSpPr>
          <p:spPr>
            <a:xfrm>
              <a:off x="5718373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g874"/>
            <p:cNvSpPr/>
            <p:nvPr/>
          </p:nvSpPr>
          <p:spPr>
            <a:xfrm>
              <a:off x="573001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g875"/>
            <p:cNvSpPr/>
            <p:nvPr/>
          </p:nvSpPr>
          <p:spPr>
            <a:xfrm>
              <a:off x="574164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g876"/>
            <p:cNvSpPr/>
            <p:nvPr/>
          </p:nvSpPr>
          <p:spPr>
            <a:xfrm>
              <a:off x="575328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g877"/>
            <p:cNvSpPr/>
            <p:nvPr/>
          </p:nvSpPr>
          <p:spPr>
            <a:xfrm>
              <a:off x="576492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g878"/>
            <p:cNvSpPr/>
            <p:nvPr/>
          </p:nvSpPr>
          <p:spPr>
            <a:xfrm>
              <a:off x="577656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g879"/>
            <p:cNvSpPr/>
            <p:nvPr/>
          </p:nvSpPr>
          <p:spPr>
            <a:xfrm>
              <a:off x="578819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g880"/>
            <p:cNvSpPr/>
            <p:nvPr/>
          </p:nvSpPr>
          <p:spPr>
            <a:xfrm>
              <a:off x="579983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g881"/>
            <p:cNvSpPr/>
            <p:nvPr/>
          </p:nvSpPr>
          <p:spPr>
            <a:xfrm>
              <a:off x="581147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g882"/>
            <p:cNvSpPr/>
            <p:nvPr/>
          </p:nvSpPr>
          <p:spPr>
            <a:xfrm>
              <a:off x="561363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g883"/>
            <p:cNvSpPr/>
            <p:nvPr/>
          </p:nvSpPr>
          <p:spPr>
            <a:xfrm>
              <a:off x="562527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g884"/>
            <p:cNvSpPr/>
            <p:nvPr/>
          </p:nvSpPr>
          <p:spPr>
            <a:xfrm>
              <a:off x="563691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g885"/>
            <p:cNvSpPr/>
            <p:nvPr/>
          </p:nvSpPr>
          <p:spPr>
            <a:xfrm>
              <a:off x="564854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g886"/>
            <p:cNvSpPr/>
            <p:nvPr/>
          </p:nvSpPr>
          <p:spPr>
            <a:xfrm>
              <a:off x="566018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g887"/>
            <p:cNvSpPr/>
            <p:nvPr/>
          </p:nvSpPr>
          <p:spPr>
            <a:xfrm>
              <a:off x="567182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g888"/>
            <p:cNvSpPr/>
            <p:nvPr/>
          </p:nvSpPr>
          <p:spPr>
            <a:xfrm>
              <a:off x="5683461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g889"/>
            <p:cNvSpPr/>
            <p:nvPr/>
          </p:nvSpPr>
          <p:spPr>
            <a:xfrm>
              <a:off x="569509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g890"/>
            <p:cNvSpPr/>
            <p:nvPr/>
          </p:nvSpPr>
          <p:spPr>
            <a:xfrm>
              <a:off x="570673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g891"/>
            <p:cNvSpPr/>
            <p:nvPr/>
          </p:nvSpPr>
          <p:spPr>
            <a:xfrm>
              <a:off x="5718373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g892"/>
            <p:cNvSpPr/>
            <p:nvPr/>
          </p:nvSpPr>
          <p:spPr>
            <a:xfrm>
              <a:off x="573001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g893"/>
            <p:cNvSpPr/>
            <p:nvPr/>
          </p:nvSpPr>
          <p:spPr>
            <a:xfrm>
              <a:off x="574164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g894"/>
            <p:cNvSpPr/>
            <p:nvPr/>
          </p:nvSpPr>
          <p:spPr>
            <a:xfrm>
              <a:off x="575328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g895"/>
            <p:cNvSpPr/>
            <p:nvPr/>
          </p:nvSpPr>
          <p:spPr>
            <a:xfrm>
              <a:off x="576492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g896"/>
            <p:cNvSpPr/>
            <p:nvPr/>
          </p:nvSpPr>
          <p:spPr>
            <a:xfrm>
              <a:off x="577656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g897"/>
            <p:cNvSpPr/>
            <p:nvPr/>
          </p:nvSpPr>
          <p:spPr>
            <a:xfrm>
              <a:off x="578819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g898"/>
            <p:cNvSpPr/>
            <p:nvPr/>
          </p:nvSpPr>
          <p:spPr>
            <a:xfrm>
              <a:off x="579983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g899"/>
            <p:cNvSpPr/>
            <p:nvPr/>
          </p:nvSpPr>
          <p:spPr>
            <a:xfrm>
              <a:off x="581147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g900"/>
            <p:cNvSpPr/>
            <p:nvPr/>
          </p:nvSpPr>
          <p:spPr>
            <a:xfrm>
              <a:off x="561363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g901"/>
            <p:cNvSpPr/>
            <p:nvPr/>
          </p:nvSpPr>
          <p:spPr>
            <a:xfrm>
              <a:off x="562527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g902"/>
            <p:cNvSpPr/>
            <p:nvPr/>
          </p:nvSpPr>
          <p:spPr>
            <a:xfrm>
              <a:off x="563691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g903"/>
            <p:cNvSpPr/>
            <p:nvPr/>
          </p:nvSpPr>
          <p:spPr>
            <a:xfrm>
              <a:off x="564854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g904"/>
            <p:cNvSpPr/>
            <p:nvPr/>
          </p:nvSpPr>
          <p:spPr>
            <a:xfrm>
              <a:off x="566018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g905"/>
            <p:cNvSpPr/>
            <p:nvPr/>
          </p:nvSpPr>
          <p:spPr>
            <a:xfrm>
              <a:off x="567182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g906"/>
            <p:cNvSpPr/>
            <p:nvPr/>
          </p:nvSpPr>
          <p:spPr>
            <a:xfrm>
              <a:off x="5683461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g907"/>
            <p:cNvSpPr/>
            <p:nvPr/>
          </p:nvSpPr>
          <p:spPr>
            <a:xfrm>
              <a:off x="569509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g908"/>
            <p:cNvSpPr/>
            <p:nvPr/>
          </p:nvSpPr>
          <p:spPr>
            <a:xfrm>
              <a:off x="570673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g909"/>
            <p:cNvSpPr/>
            <p:nvPr/>
          </p:nvSpPr>
          <p:spPr>
            <a:xfrm>
              <a:off x="5718373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g910"/>
            <p:cNvSpPr/>
            <p:nvPr/>
          </p:nvSpPr>
          <p:spPr>
            <a:xfrm>
              <a:off x="573001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g911"/>
            <p:cNvSpPr/>
            <p:nvPr/>
          </p:nvSpPr>
          <p:spPr>
            <a:xfrm>
              <a:off x="574164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g912"/>
            <p:cNvSpPr/>
            <p:nvPr/>
          </p:nvSpPr>
          <p:spPr>
            <a:xfrm>
              <a:off x="575328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g913"/>
            <p:cNvSpPr/>
            <p:nvPr/>
          </p:nvSpPr>
          <p:spPr>
            <a:xfrm>
              <a:off x="576492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g914"/>
            <p:cNvSpPr/>
            <p:nvPr/>
          </p:nvSpPr>
          <p:spPr>
            <a:xfrm>
              <a:off x="577656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g915"/>
            <p:cNvSpPr/>
            <p:nvPr/>
          </p:nvSpPr>
          <p:spPr>
            <a:xfrm>
              <a:off x="578819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g916"/>
            <p:cNvSpPr/>
            <p:nvPr/>
          </p:nvSpPr>
          <p:spPr>
            <a:xfrm>
              <a:off x="579983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g917"/>
            <p:cNvSpPr/>
            <p:nvPr/>
          </p:nvSpPr>
          <p:spPr>
            <a:xfrm>
              <a:off x="581147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g918"/>
            <p:cNvSpPr/>
            <p:nvPr/>
          </p:nvSpPr>
          <p:spPr>
            <a:xfrm>
              <a:off x="547398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g919"/>
            <p:cNvSpPr/>
            <p:nvPr/>
          </p:nvSpPr>
          <p:spPr>
            <a:xfrm>
              <a:off x="552053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g920"/>
            <p:cNvSpPr/>
            <p:nvPr/>
          </p:nvSpPr>
          <p:spPr>
            <a:xfrm>
              <a:off x="553217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g921"/>
            <p:cNvSpPr/>
            <p:nvPr/>
          </p:nvSpPr>
          <p:spPr>
            <a:xfrm>
              <a:off x="554381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g922"/>
            <p:cNvSpPr/>
            <p:nvPr/>
          </p:nvSpPr>
          <p:spPr>
            <a:xfrm>
              <a:off x="555545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g923"/>
            <p:cNvSpPr/>
            <p:nvPr/>
          </p:nvSpPr>
          <p:spPr>
            <a:xfrm>
              <a:off x="556708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g924"/>
            <p:cNvSpPr/>
            <p:nvPr/>
          </p:nvSpPr>
          <p:spPr>
            <a:xfrm>
              <a:off x="557872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g925"/>
            <p:cNvSpPr/>
            <p:nvPr/>
          </p:nvSpPr>
          <p:spPr>
            <a:xfrm>
              <a:off x="559036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g926"/>
            <p:cNvSpPr/>
            <p:nvPr/>
          </p:nvSpPr>
          <p:spPr>
            <a:xfrm>
              <a:off x="560200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g927"/>
            <p:cNvSpPr/>
            <p:nvPr/>
          </p:nvSpPr>
          <p:spPr>
            <a:xfrm>
              <a:off x="561363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g928"/>
            <p:cNvSpPr/>
            <p:nvPr/>
          </p:nvSpPr>
          <p:spPr>
            <a:xfrm>
              <a:off x="562527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g929"/>
            <p:cNvSpPr/>
            <p:nvPr/>
          </p:nvSpPr>
          <p:spPr>
            <a:xfrm>
              <a:off x="563691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g930"/>
            <p:cNvSpPr/>
            <p:nvPr/>
          </p:nvSpPr>
          <p:spPr>
            <a:xfrm>
              <a:off x="564854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g931"/>
            <p:cNvSpPr/>
            <p:nvPr/>
          </p:nvSpPr>
          <p:spPr>
            <a:xfrm>
              <a:off x="566018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g932"/>
            <p:cNvSpPr/>
            <p:nvPr/>
          </p:nvSpPr>
          <p:spPr>
            <a:xfrm>
              <a:off x="567182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g933"/>
            <p:cNvSpPr/>
            <p:nvPr/>
          </p:nvSpPr>
          <p:spPr>
            <a:xfrm>
              <a:off x="568346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g934"/>
            <p:cNvSpPr/>
            <p:nvPr/>
          </p:nvSpPr>
          <p:spPr>
            <a:xfrm>
              <a:off x="569509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g935"/>
            <p:cNvSpPr/>
            <p:nvPr/>
          </p:nvSpPr>
          <p:spPr>
            <a:xfrm>
              <a:off x="570673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g936"/>
            <p:cNvSpPr/>
            <p:nvPr/>
          </p:nvSpPr>
          <p:spPr>
            <a:xfrm>
              <a:off x="571837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g937"/>
            <p:cNvSpPr/>
            <p:nvPr/>
          </p:nvSpPr>
          <p:spPr>
            <a:xfrm>
              <a:off x="573001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g938"/>
            <p:cNvSpPr/>
            <p:nvPr/>
          </p:nvSpPr>
          <p:spPr>
            <a:xfrm>
              <a:off x="574164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g939"/>
            <p:cNvSpPr/>
            <p:nvPr/>
          </p:nvSpPr>
          <p:spPr>
            <a:xfrm>
              <a:off x="575328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g940"/>
            <p:cNvSpPr/>
            <p:nvPr/>
          </p:nvSpPr>
          <p:spPr>
            <a:xfrm>
              <a:off x="576492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g941"/>
            <p:cNvSpPr/>
            <p:nvPr/>
          </p:nvSpPr>
          <p:spPr>
            <a:xfrm>
              <a:off x="577656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g942"/>
            <p:cNvSpPr/>
            <p:nvPr/>
          </p:nvSpPr>
          <p:spPr>
            <a:xfrm>
              <a:off x="578819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g943"/>
            <p:cNvSpPr/>
            <p:nvPr/>
          </p:nvSpPr>
          <p:spPr>
            <a:xfrm>
              <a:off x="579983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g944"/>
            <p:cNvSpPr/>
            <p:nvPr/>
          </p:nvSpPr>
          <p:spPr>
            <a:xfrm>
              <a:off x="534597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g945"/>
            <p:cNvSpPr/>
            <p:nvPr/>
          </p:nvSpPr>
          <p:spPr>
            <a:xfrm>
              <a:off x="535761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g946"/>
            <p:cNvSpPr/>
            <p:nvPr/>
          </p:nvSpPr>
          <p:spPr>
            <a:xfrm>
              <a:off x="536925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g947"/>
            <p:cNvSpPr/>
            <p:nvPr/>
          </p:nvSpPr>
          <p:spPr>
            <a:xfrm>
              <a:off x="543907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g948"/>
            <p:cNvSpPr/>
            <p:nvPr/>
          </p:nvSpPr>
          <p:spPr>
            <a:xfrm>
              <a:off x="545071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g949"/>
            <p:cNvSpPr/>
            <p:nvPr/>
          </p:nvSpPr>
          <p:spPr>
            <a:xfrm>
              <a:off x="546235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g950"/>
            <p:cNvSpPr/>
            <p:nvPr/>
          </p:nvSpPr>
          <p:spPr>
            <a:xfrm>
              <a:off x="547398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g951"/>
            <p:cNvSpPr/>
            <p:nvPr/>
          </p:nvSpPr>
          <p:spPr>
            <a:xfrm>
              <a:off x="548562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g952"/>
            <p:cNvSpPr/>
            <p:nvPr/>
          </p:nvSpPr>
          <p:spPr>
            <a:xfrm>
              <a:off x="549726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g953"/>
            <p:cNvSpPr/>
            <p:nvPr/>
          </p:nvSpPr>
          <p:spPr>
            <a:xfrm>
              <a:off x="550890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g954"/>
            <p:cNvSpPr/>
            <p:nvPr/>
          </p:nvSpPr>
          <p:spPr>
            <a:xfrm>
              <a:off x="552053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g955"/>
            <p:cNvSpPr/>
            <p:nvPr/>
          </p:nvSpPr>
          <p:spPr>
            <a:xfrm>
              <a:off x="553217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g956"/>
            <p:cNvSpPr/>
            <p:nvPr/>
          </p:nvSpPr>
          <p:spPr>
            <a:xfrm>
              <a:off x="554381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g957"/>
            <p:cNvSpPr/>
            <p:nvPr/>
          </p:nvSpPr>
          <p:spPr>
            <a:xfrm>
              <a:off x="555545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g958"/>
            <p:cNvSpPr/>
            <p:nvPr/>
          </p:nvSpPr>
          <p:spPr>
            <a:xfrm>
              <a:off x="556708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g959"/>
            <p:cNvSpPr/>
            <p:nvPr/>
          </p:nvSpPr>
          <p:spPr>
            <a:xfrm>
              <a:off x="557872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g960"/>
            <p:cNvSpPr/>
            <p:nvPr/>
          </p:nvSpPr>
          <p:spPr>
            <a:xfrm>
              <a:off x="559036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g961"/>
            <p:cNvSpPr/>
            <p:nvPr/>
          </p:nvSpPr>
          <p:spPr>
            <a:xfrm>
              <a:off x="560200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g962"/>
            <p:cNvSpPr/>
            <p:nvPr/>
          </p:nvSpPr>
          <p:spPr>
            <a:xfrm>
              <a:off x="561363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g963"/>
            <p:cNvSpPr/>
            <p:nvPr/>
          </p:nvSpPr>
          <p:spPr>
            <a:xfrm>
              <a:off x="562527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g964"/>
            <p:cNvSpPr/>
            <p:nvPr/>
          </p:nvSpPr>
          <p:spPr>
            <a:xfrm>
              <a:off x="563691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g965"/>
            <p:cNvSpPr/>
            <p:nvPr/>
          </p:nvSpPr>
          <p:spPr>
            <a:xfrm>
              <a:off x="564854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g966"/>
            <p:cNvSpPr/>
            <p:nvPr/>
          </p:nvSpPr>
          <p:spPr>
            <a:xfrm>
              <a:off x="566018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g967"/>
            <p:cNvSpPr/>
            <p:nvPr/>
          </p:nvSpPr>
          <p:spPr>
            <a:xfrm>
              <a:off x="567182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g968"/>
            <p:cNvSpPr/>
            <p:nvPr/>
          </p:nvSpPr>
          <p:spPr>
            <a:xfrm>
              <a:off x="568346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g969"/>
            <p:cNvSpPr/>
            <p:nvPr/>
          </p:nvSpPr>
          <p:spPr>
            <a:xfrm>
              <a:off x="569509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g970"/>
            <p:cNvSpPr/>
            <p:nvPr/>
          </p:nvSpPr>
          <p:spPr>
            <a:xfrm>
              <a:off x="570673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g971"/>
            <p:cNvSpPr/>
            <p:nvPr/>
          </p:nvSpPr>
          <p:spPr>
            <a:xfrm>
              <a:off x="571837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g972"/>
            <p:cNvSpPr/>
            <p:nvPr/>
          </p:nvSpPr>
          <p:spPr>
            <a:xfrm>
              <a:off x="573001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g973"/>
            <p:cNvSpPr/>
            <p:nvPr/>
          </p:nvSpPr>
          <p:spPr>
            <a:xfrm>
              <a:off x="574164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g974"/>
            <p:cNvSpPr/>
            <p:nvPr/>
          </p:nvSpPr>
          <p:spPr>
            <a:xfrm>
              <a:off x="575328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g975"/>
            <p:cNvSpPr/>
            <p:nvPr/>
          </p:nvSpPr>
          <p:spPr>
            <a:xfrm>
              <a:off x="576492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g976"/>
            <p:cNvSpPr/>
            <p:nvPr/>
          </p:nvSpPr>
          <p:spPr>
            <a:xfrm>
              <a:off x="533434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g977"/>
            <p:cNvSpPr/>
            <p:nvPr/>
          </p:nvSpPr>
          <p:spPr>
            <a:xfrm>
              <a:off x="534597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g978"/>
            <p:cNvSpPr/>
            <p:nvPr/>
          </p:nvSpPr>
          <p:spPr>
            <a:xfrm>
              <a:off x="535761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g979"/>
            <p:cNvSpPr/>
            <p:nvPr/>
          </p:nvSpPr>
          <p:spPr>
            <a:xfrm>
              <a:off x="536925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g980"/>
            <p:cNvSpPr/>
            <p:nvPr/>
          </p:nvSpPr>
          <p:spPr>
            <a:xfrm>
              <a:off x="538089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g981"/>
            <p:cNvSpPr/>
            <p:nvPr/>
          </p:nvSpPr>
          <p:spPr>
            <a:xfrm>
              <a:off x="541580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g982"/>
            <p:cNvSpPr/>
            <p:nvPr/>
          </p:nvSpPr>
          <p:spPr>
            <a:xfrm>
              <a:off x="542744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g983"/>
            <p:cNvSpPr/>
            <p:nvPr/>
          </p:nvSpPr>
          <p:spPr>
            <a:xfrm>
              <a:off x="543907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g984"/>
            <p:cNvSpPr/>
            <p:nvPr/>
          </p:nvSpPr>
          <p:spPr>
            <a:xfrm>
              <a:off x="545071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g985"/>
            <p:cNvSpPr/>
            <p:nvPr/>
          </p:nvSpPr>
          <p:spPr>
            <a:xfrm>
              <a:off x="546235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g986"/>
            <p:cNvSpPr/>
            <p:nvPr/>
          </p:nvSpPr>
          <p:spPr>
            <a:xfrm>
              <a:off x="547398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g987"/>
            <p:cNvSpPr/>
            <p:nvPr/>
          </p:nvSpPr>
          <p:spPr>
            <a:xfrm>
              <a:off x="548562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g988"/>
            <p:cNvSpPr/>
            <p:nvPr/>
          </p:nvSpPr>
          <p:spPr>
            <a:xfrm>
              <a:off x="549726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g989"/>
            <p:cNvSpPr/>
            <p:nvPr/>
          </p:nvSpPr>
          <p:spPr>
            <a:xfrm>
              <a:off x="550890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g990"/>
            <p:cNvSpPr/>
            <p:nvPr/>
          </p:nvSpPr>
          <p:spPr>
            <a:xfrm>
              <a:off x="552053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g991"/>
            <p:cNvSpPr/>
            <p:nvPr/>
          </p:nvSpPr>
          <p:spPr>
            <a:xfrm>
              <a:off x="553217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g992"/>
            <p:cNvSpPr/>
            <p:nvPr/>
          </p:nvSpPr>
          <p:spPr>
            <a:xfrm>
              <a:off x="554381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g993"/>
            <p:cNvSpPr/>
            <p:nvPr/>
          </p:nvSpPr>
          <p:spPr>
            <a:xfrm>
              <a:off x="555545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g994"/>
            <p:cNvSpPr/>
            <p:nvPr/>
          </p:nvSpPr>
          <p:spPr>
            <a:xfrm>
              <a:off x="556708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g995"/>
            <p:cNvSpPr/>
            <p:nvPr/>
          </p:nvSpPr>
          <p:spPr>
            <a:xfrm>
              <a:off x="557872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g996"/>
            <p:cNvSpPr/>
            <p:nvPr/>
          </p:nvSpPr>
          <p:spPr>
            <a:xfrm>
              <a:off x="559036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g997"/>
            <p:cNvSpPr/>
            <p:nvPr/>
          </p:nvSpPr>
          <p:spPr>
            <a:xfrm>
              <a:off x="560200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g998"/>
            <p:cNvSpPr/>
            <p:nvPr/>
          </p:nvSpPr>
          <p:spPr>
            <a:xfrm>
              <a:off x="561363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g999"/>
            <p:cNvSpPr/>
            <p:nvPr/>
          </p:nvSpPr>
          <p:spPr>
            <a:xfrm>
              <a:off x="562527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g1000"/>
            <p:cNvSpPr/>
            <p:nvPr/>
          </p:nvSpPr>
          <p:spPr>
            <a:xfrm>
              <a:off x="563691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g1001"/>
            <p:cNvSpPr/>
            <p:nvPr/>
          </p:nvSpPr>
          <p:spPr>
            <a:xfrm>
              <a:off x="564854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g1002"/>
            <p:cNvSpPr/>
            <p:nvPr/>
          </p:nvSpPr>
          <p:spPr>
            <a:xfrm>
              <a:off x="566018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g1003"/>
            <p:cNvSpPr/>
            <p:nvPr/>
          </p:nvSpPr>
          <p:spPr>
            <a:xfrm>
              <a:off x="567182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g1004"/>
            <p:cNvSpPr/>
            <p:nvPr/>
          </p:nvSpPr>
          <p:spPr>
            <a:xfrm>
              <a:off x="568346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g1005"/>
            <p:cNvSpPr/>
            <p:nvPr/>
          </p:nvSpPr>
          <p:spPr>
            <a:xfrm>
              <a:off x="570673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g1006"/>
            <p:cNvSpPr/>
            <p:nvPr/>
          </p:nvSpPr>
          <p:spPr>
            <a:xfrm>
              <a:off x="571837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g1007"/>
            <p:cNvSpPr/>
            <p:nvPr/>
          </p:nvSpPr>
          <p:spPr>
            <a:xfrm>
              <a:off x="533434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g1008"/>
            <p:cNvSpPr/>
            <p:nvPr/>
          </p:nvSpPr>
          <p:spPr>
            <a:xfrm>
              <a:off x="534597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g1009"/>
            <p:cNvSpPr/>
            <p:nvPr/>
          </p:nvSpPr>
          <p:spPr>
            <a:xfrm>
              <a:off x="535761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g1010"/>
            <p:cNvSpPr/>
            <p:nvPr/>
          </p:nvSpPr>
          <p:spPr>
            <a:xfrm>
              <a:off x="536925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g1011"/>
            <p:cNvSpPr/>
            <p:nvPr/>
          </p:nvSpPr>
          <p:spPr>
            <a:xfrm>
              <a:off x="538089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g1012"/>
            <p:cNvSpPr/>
            <p:nvPr/>
          </p:nvSpPr>
          <p:spPr>
            <a:xfrm>
              <a:off x="539252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g1013"/>
            <p:cNvSpPr/>
            <p:nvPr/>
          </p:nvSpPr>
          <p:spPr>
            <a:xfrm>
              <a:off x="540416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g1014"/>
            <p:cNvSpPr/>
            <p:nvPr/>
          </p:nvSpPr>
          <p:spPr>
            <a:xfrm>
              <a:off x="541580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g1015"/>
            <p:cNvSpPr/>
            <p:nvPr/>
          </p:nvSpPr>
          <p:spPr>
            <a:xfrm>
              <a:off x="542744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g1016"/>
            <p:cNvSpPr/>
            <p:nvPr/>
          </p:nvSpPr>
          <p:spPr>
            <a:xfrm>
              <a:off x="543907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g1017"/>
            <p:cNvSpPr/>
            <p:nvPr/>
          </p:nvSpPr>
          <p:spPr>
            <a:xfrm>
              <a:off x="545071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g1018"/>
            <p:cNvSpPr/>
            <p:nvPr/>
          </p:nvSpPr>
          <p:spPr>
            <a:xfrm>
              <a:off x="546235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g1019"/>
            <p:cNvSpPr/>
            <p:nvPr/>
          </p:nvSpPr>
          <p:spPr>
            <a:xfrm>
              <a:off x="547398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g1020"/>
            <p:cNvSpPr/>
            <p:nvPr/>
          </p:nvSpPr>
          <p:spPr>
            <a:xfrm>
              <a:off x="548562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g1021"/>
            <p:cNvSpPr/>
            <p:nvPr/>
          </p:nvSpPr>
          <p:spPr>
            <a:xfrm>
              <a:off x="5497264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g1022"/>
            <p:cNvSpPr/>
            <p:nvPr/>
          </p:nvSpPr>
          <p:spPr>
            <a:xfrm>
              <a:off x="550890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g1023"/>
            <p:cNvSpPr/>
            <p:nvPr/>
          </p:nvSpPr>
          <p:spPr>
            <a:xfrm>
              <a:off x="552053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g1024"/>
            <p:cNvSpPr/>
            <p:nvPr/>
          </p:nvSpPr>
          <p:spPr>
            <a:xfrm>
              <a:off x="553217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g1025"/>
            <p:cNvSpPr/>
            <p:nvPr/>
          </p:nvSpPr>
          <p:spPr>
            <a:xfrm>
              <a:off x="554381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g1026"/>
            <p:cNvSpPr/>
            <p:nvPr/>
          </p:nvSpPr>
          <p:spPr>
            <a:xfrm>
              <a:off x="555545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g1027"/>
            <p:cNvSpPr/>
            <p:nvPr/>
          </p:nvSpPr>
          <p:spPr>
            <a:xfrm>
              <a:off x="556708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g1028"/>
            <p:cNvSpPr/>
            <p:nvPr/>
          </p:nvSpPr>
          <p:spPr>
            <a:xfrm>
              <a:off x="557872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g1029"/>
            <p:cNvSpPr/>
            <p:nvPr/>
          </p:nvSpPr>
          <p:spPr>
            <a:xfrm>
              <a:off x="559036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g1030"/>
            <p:cNvSpPr/>
            <p:nvPr/>
          </p:nvSpPr>
          <p:spPr>
            <a:xfrm>
              <a:off x="560200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g1031"/>
            <p:cNvSpPr/>
            <p:nvPr/>
          </p:nvSpPr>
          <p:spPr>
            <a:xfrm>
              <a:off x="561363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g1032"/>
            <p:cNvSpPr/>
            <p:nvPr/>
          </p:nvSpPr>
          <p:spPr>
            <a:xfrm>
              <a:off x="562527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g1033"/>
            <p:cNvSpPr/>
            <p:nvPr/>
          </p:nvSpPr>
          <p:spPr>
            <a:xfrm>
              <a:off x="563691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g1034"/>
            <p:cNvSpPr/>
            <p:nvPr/>
          </p:nvSpPr>
          <p:spPr>
            <a:xfrm>
              <a:off x="534597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g1035"/>
            <p:cNvSpPr/>
            <p:nvPr/>
          </p:nvSpPr>
          <p:spPr>
            <a:xfrm>
              <a:off x="535761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g1036"/>
            <p:cNvSpPr/>
            <p:nvPr/>
          </p:nvSpPr>
          <p:spPr>
            <a:xfrm>
              <a:off x="536925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g1037"/>
            <p:cNvSpPr/>
            <p:nvPr/>
          </p:nvSpPr>
          <p:spPr>
            <a:xfrm>
              <a:off x="538089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g1038"/>
            <p:cNvSpPr/>
            <p:nvPr/>
          </p:nvSpPr>
          <p:spPr>
            <a:xfrm>
              <a:off x="539252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g1039"/>
            <p:cNvSpPr/>
            <p:nvPr/>
          </p:nvSpPr>
          <p:spPr>
            <a:xfrm>
              <a:off x="540416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g1040"/>
            <p:cNvSpPr/>
            <p:nvPr/>
          </p:nvSpPr>
          <p:spPr>
            <a:xfrm>
              <a:off x="541580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g1041"/>
            <p:cNvSpPr/>
            <p:nvPr/>
          </p:nvSpPr>
          <p:spPr>
            <a:xfrm>
              <a:off x="5427440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g1042"/>
            <p:cNvSpPr/>
            <p:nvPr/>
          </p:nvSpPr>
          <p:spPr>
            <a:xfrm>
              <a:off x="543907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g1043"/>
            <p:cNvSpPr/>
            <p:nvPr/>
          </p:nvSpPr>
          <p:spPr>
            <a:xfrm>
              <a:off x="545071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g1044"/>
            <p:cNvSpPr/>
            <p:nvPr/>
          </p:nvSpPr>
          <p:spPr>
            <a:xfrm>
              <a:off x="5462352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g1045"/>
            <p:cNvSpPr/>
            <p:nvPr/>
          </p:nvSpPr>
          <p:spPr>
            <a:xfrm>
              <a:off x="547398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g1046"/>
            <p:cNvSpPr/>
            <p:nvPr/>
          </p:nvSpPr>
          <p:spPr>
            <a:xfrm>
              <a:off x="548562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g1047"/>
            <p:cNvSpPr/>
            <p:nvPr/>
          </p:nvSpPr>
          <p:spPr>
            <a:xfrm>
              <a:off x="5497264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g1048"/>
            <p:cNvSpPr/>
            <p:nvPr/>
          </p:nvSpPr>
          <p:spPr>
            <a:xfrm>
              <a:off x="550890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g1049"/>
            <p:cNvSpPr/>
            <p:nvPr/>
          </p:nvSpPr>
          <p:spPr>
            <a:xfrm>
              <a:off x="552053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g1050"/>
            <p:cNvSpPr/>
            <p:nvPr/>
          </p:nvSpPr>
          <p:spPr>
            <a:xfrm>
              <a:off x="553217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g1051"/>
            <p:cNvSpPr/>
            <p:nvPr/>
          </p:nvSpPr>
          <p:spPr>
            <a:xfrm>
              <a:off x="554381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g1052"/>
            <p:cNvSpPr/>
            <p:nvPr/>
          </p:nvSpPr>
          <p:spPr>
            <a:xfrm>
              <a:off x="555545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g1053"/>
            <p:cNvSpPr/>
            <p:nvPr/>
          </p:nvSpPr>
          <p:spPr>
            <a:xfrm>
              <a:off x="556708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g1054"/>
            <p:cNvSpPr/>
            <p:nvPr/>
          </p:nvSpPr>
          <p:spPr>
            <a:xfrm>
              <a:off x="559036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g1055"/>
            <p:cNvSpPr/>
            <p:nvPr/>
          </p:nvSpPr>
          <p:spPr>
            <a:xfrm>
              <a:off x="5345979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g1056"/>
            <p:cNvSpPr/>
            <p:nvPr/>
          </p:nvSpPr>
          <p:spPr>
            <a:xfrm>
              <a:off x="5357616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g1057"/>
            <p:cNvSpPr/>
            <p:nvPr/>
          </p:nvSpPr>
          <p:spPr>
            <a:xfrm>
              <a:off x="536925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g1058"/>
            <p:cNvSpPr/>
            <p:nvPr/>
          </p:nvSpPr>
          <p:spPr>
            <a:xfrm>
              <a:off x="5380891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g1059"/>
            <p:cNvSpPr/>
            <p:nvPr/>
          </p:nvSpPr>
          <p:spPr>
            <a:xfrm>
              <a:off x="5392528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g1060"/>
            <p:cNvSpPr/>
            <p:nvPr/>
          </p:nvSpPr>
          <p:spPr>
            <a:xfrm>
              <a:off x="540416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g1061"/>
            <p:cNvSpPr/>
            <p:nvPr/>
          </p:nvSpPr>
          <p:spPr>
            <a:xfrm>
              <a:off x="541580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g1062"/>
            <p:cNvSpPr/>
            <p:nvPr/>
          </p:nvSpPr>
          <p:spPr>
            <a:xfrm>
              <a:off x="5427440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g1063"/>
            <p:cNvSpPr/>
            <p:nvPr/>
          </p:nvSpPr>
          <p:spPr>
            <a:xfrm>
              <a:off x="5439077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g1064"/>
            <p:cNvSpPr/>
            <p:nvPr/>
          </p:nvSpPr>
          <p:spPr>
            <a:xfrm>
              <a:off x="545071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g1065"/>
            <p:cNvSpPr/>
            <p:nvPr/>
          </p:nvSpPr>
          <p:spPr>
            <a:xfrm>
              <a:off x="5462352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g1066"/>
            <p:cNvSpPr/>
            <p:nvPr/>
          </p:nvSpPr>
          <p:spPr>
            <a:xfrm>
              <a:off x="533434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g1067"/>
            <p:cNvSpPr/>
            <p:nvPr/>
          </p:nvSpPr>
          <p:spPr>
            <a:xfrm>
              <a:off x="5345979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g1068"/>
            <p:cNvSpPr/>
            <p:nvPr/>
          </p:nvSpPr>
          <p:spPr>
            <a:xfrm>
              <a:off x="5357616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g1069"/>
            <p:cNvSpPr/>
            <p:nvPr/>
          </p:nvSpPr>
          <p:spPr>
            <a:xfrm>
              <a:off x="536925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g1070"/>
            <p:cNvSpPr/>
            <p:nvPr/>
          </p:nvSpPr>
          <p:spPr>
            <a:xfrm>
              <a:off x="538089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g1071"/>
            <p:cNvSpPr/>
            <p:nvPr/>
          </p:nvSpPr>
          <p:spPr>
            <a:xfrm>
              <a:off x="5392528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g1072"/>
            <p:cNvSpPr/>
            <p:nvPr/>
          </p:nvSpPr>
          <p:spPr>
            <a:xfrm>
              <a:off x="5404165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g1073"/>
            <p:cNvSpPr/>
            <p:nvPr/>
          </p:nvSpPr>
          <p:spPr>
            <a:xfrm>
              <a:off x="541580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g1074"/>
            <p:cNvSpPr/>
            <p:nvPr/>
          </p:nvSpPr>
          <p:spPr>
            <a:xfrm>
              <a:off x="5427440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g1075"/>
            <p:cNvSpPr/>
            <p:nvPr/>
          </p:nvSpPr>
          <p:spPr>
            <a:xfrm>
              <a:off x="5322704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g1076"/>
            <p:cNvSpPr/>
            <p:nvPr/>
          </p:nvSpPr>
          <p:spPr>
            <a:xfrm>
              <a:off x="533434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g1077"/>
            <p:cNvSpPr/>
            <p:nvPr/>
          </p:nvSpPr>
          <p:spPr>
            <a:xfrm>
              <a:off x="5345979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g1078"/>
            <p:cNvSpPr/>
            <p:nvPr/>
          </p:nvSpPr>
          <p:spPr>
            <a:xfrm>
              <a:off x="5357616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g1079"/>
            <p:cNvSpPr/>
            <p:nvPr/>
          </p:nvSpPr>
          <p:spPr>
            <a:xfrm>
              <a:off x="5369253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g1080"/>
            <p:cNvSpPr/>
            <p:nvPr/>
          </p:nvSpPr>
          <p:spPr>
            <a:xfrm>
              <a:off x="538089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g1081"/>
            <p:cNvSpPr/>
            <p:nvPr/>
          </p:nvSpPr>
          <p:spPr>
            <a:xfrm>
              <a:off x="5392528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g1082"/>
            <p:cNvSpPr/>
            <p:nvPr/>
          </p:nvSpPr>
          <p:spPr>
            <a:xfrm>
              <a:off x="5404165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g1083"/>
            <p:cNvSpPr/>
            <p:nvPr/>
          </p:nvSpPr>
          <p:spPr>
            <a:xfrm>
              <a:off x="5311067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g1084"/>
            <p:cNvSpPr/>
            <p:nvPr/>
          </p:nvSpPr>
          <p:spPr>
            <a:xfrm>
              <a:off x="5322704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g1085"/>
            <p:cNvSpPr/>
            <p:nvPr/>
          </p:nvSpPr>
          <p:spPr>
            <a:xfrm>
              <a:off x="533434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g1086"/>
            <p:cNvSpPr/>
            <p:nvPr/>
          </p:nvSpPr>
          <p:spPr>
            <a:xfrm>
              <a:off x="5345979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g1087"/>
            <p:cNvSpPr/>
            <p:nvPr/>
          </p:nvSpPr>
          <p:spPr>
            <a:xfrm>
              <a:off x="5357616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g1088"/>
            <p:cNvSpPr/>
            <p:nvPr/>
          </p:nvSpPr>
          <p:spPr>
            <a:xfrm>
              <a:off x="5369253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g1089"/>
            <p:cNvSpPr/>
            <p:nvPr/>
          </p:nvSpPr>
          <p:spPr>
            <a:xfrm>
              <a:off x="538089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g1090"/>
            <p:cNvSpPr/>
            <p:nvPr/>
          </p:nvSpPr>
          <p:spPr>
            <a:xfrm>
              <a:off x="5311067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g1091"/>
            <p:cNvSpPr/>
            <p:nvPr/>
          </p:nvSpPr>
          <p:spPr>
            <a:xfrm>
              <a:off x="5322704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g1092"/>
            <p:cNvSpPr/>
            <p:nvPr/>
          </p:nvSpPr>
          <p:spPr>
            <a:xfrm>
              <a:off x="533434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g1093"/>
            <p:cNvSpPr/>
            <p:nvPr/>
          </p:nvSpPr>
          <p:spPr>
            <a:xfrm>
              <a:off x="5345979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g1094"/>
            <p:cNvSpPr/>
            <p:nvPr/>
          </p:nvSpPr>
          <p:spPr>
            <a:xfrm>
              <a:off x="5357616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g1095"/>
            <p:cNvSpPr/>
            <p:nvPr/>
          </p:nvSpPr>
          <p:spPr>
            <a:xfrm>
              <a:off x="5369253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g1096"/>
            <p:cNvSpPr/>
            <p:nvPr/>
          </p:nvSpPr>
          <p:spPr>
            <a:xfrm>
              <a:off x="538089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g1097"/>
            <p:cNvSpPr/>
            <p:nvPr/>
          </p:nvSpPr>
          <p:spPr>
            <a:xfrm>
              <a:off x="5311067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g1098"/>
            <p:cNvSpPr/>
            <p:nvPr/>
          </p:nvSpPr>
          <p:spPr>
            <a:xfrm>
              <a:off x="5322704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g1099"/>
            <p:cNvSpPr/>
            <p:nvPr/>
          </p:nvSpPr>
          <p:spPr>
            <a:xfrm>
              <a:off x="533434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g1100"/>
            <p:cNvSpPr/>
            <p:nvPr/>
          </p:nvSpPr>
          <p:spPr>
            <a:xfrm>
              <a:off x="5345979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g1101"/>
            <p:cNvSpPr/>
            <p:nvPr/>
          </p:nvSpPr>
          <p:spPr>
            <a:xfrm>
              <a:off x="5357616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g1102"/>
            <p:cNvSpPr/>
            <p:nvPr/>
          </p:nvSpPr>
          <p:spPr>
            <a:xfrm>
              <a:off x="5369253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g1103"/>
            <p:cNvSpPr/>
            <p:nvPr/>
          </p:nvSpPr>
          <p:spPr>
            <a:xfrm>
              <a:off x="538089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g1104"/>
            <p:cNvSpPr/>
            <p:nvPr/>
          </p:nvSpPr>
          <p:spPr>
            <a:xfrm>
              <a:off x="5311067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g1105"/>
            <p:cNvSpPr/>
            <p:nvPr/>
          </p:nvSpPr>
          <p:spPr>
            <a:xfrm>
              <a:off x="5322704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g1106"/>
            <p:cNvSpPr/>
            <p:nvPr/>
          </p:nvSpPr>
          <p:spPr>
            <a:xfrm>
              <a:off x="533434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g1107"/>
            <p:cNvSpPr/>
            <p:nvPr/>
          </p:nvSpPr>
          <p:spPr>
            <a:xfrm>
              <a:off x="5345979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g1108"/>
            <p:cNvSpPr/>
            <p:nvPr/>
          </p:nvSpPr>
          <p:spPr>
            <a:xfrm>
              <a:off x="5357616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g1109"/>
            <p:cNvSpPr/>
            <p:nvPr/>
          </p:nvSpPr>
          <p:spPr>
            <a:xfrm>
              <a:off x="5369253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g1110"/>
            <p:cNvSpPr/>
            <p:nvPr/>
          </p:nvSpPr>
          <p:spPr>
            <a:xfrm>
              <a:off x="538089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g1111"/>
            <p:cNvSpPr/>
            <p:nvPr/>
          </p:nvSpPr>
          <p:spPr>
            <a:xfrm>
              <a:off x="524124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g1112"/>
            <p:cNvSpPr/>
            <p:nvPr/>
          </p:nvSpPr>
          <p:spPr>
            <a:xfrm>
              <a:off x="5252880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g1113"/>
            <p:cNvSpPr/>
            <p:nvPr/>
          </p:nvSpPr>
          <p:spPr>
            <a:xfrm>
              <a:off x="533434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g1114"/>
            <p:cNvSpPr/>
            <p:nvPr/>
          </p:nvSpPr>
          <p:spPr>
            <a:xfrm>
              <a:off x="5345979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g1115"/>
            <p:cNvSpPr/>
            <p:nvPr/>
          </p:nvSpPr>
          <p:spPr>
            <a:xfrm>
              <a:off x="5357616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g1116"/>
            <p:cNvSpPr/>
            <p:nvPr/>
          </p:nvSpPr>
          <p:spPr>
            <a:xfrm>
              <a:off x="536925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g1117"/>
            <p:cNvSpPr/>
            <p:nvPr/>
          </p:nvSpPr>
          <p:spPr>
            <a:xfrm>
              <a:off x="538089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g1118"/>
            <p:cNvSpPr/>
            <p:nvPr/>
          </p:nvSpPr>
          <p:spPr>
            <a:xfrm>
              <a:off x="5217968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g1119"/>
            <p:cNvSpPr/>
            <p:nvPr/>
          </p:nvSpPr>
          <p:spPr>
            <a:xfrm>
              <a:off x="5229605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g1120"/>
            <p:cNvSpPr/>
            <p:nvPr/>
          </p:nvSpPr>
          <p:spPr>
            <a:xfrm>
              <a:off x="524124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g1121"/>
            <p:cNvSpPr/>
            <p:nvPr/>
          </p:nvSpPr>
          <p:spPr>
            <a:xfrm>
              <a:off x="5252880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g1122"/>
            <p:cNvSpPr/>
            <p:nvPr/>
          </p:nvSpPr>
          <p:spPr>
            <a:xfrm>
              <a:off x="5264517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g1123"/>
            <p:cNvSpPr/>
            <p:nvPr/>
          </p:nvSpPr>
          <p:spPr>
            <a:xfrm>
              <a:off x="533434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g1124"/>
            <p:cNvSpPr/>
            <p:nvPr/>
          </p:nvSpPr>
          <p:spPr>
            <a:xfrm>
              <a:off x="5345979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g1125"/>
            <p:cNvSpPr/>
            <p:nvPr/>
          </p:nvSpPr>
          <p:spPr>
            <a:xfrm>
              <a:off x="5357616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g1126"/>
            <p:cNvSpPr/>
            <p:nvPr/>
          </p:nvSpPr>
          <p:spPr>
            <a:xfrm>
              <a:off x="536925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g1127"/>
            <p:cNvSpPr/>
            <p:nvPr/>
          </p:nvSpPr>
          <p:spPr>
            <a:xfrm>
              <a:off x="538089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g1128"/>
            <p:cNvSpPr/>
            <p:nvPr/>
          </p:nvSpPr>
          <p:spPr>
            <a:xfrm>
              <a:off x="519469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g1129"/>
            <p:cNvSpPr/>
            <p:nvPr/>
          </p:nvSpPr>
          <p:spPr>
            <a:xfrm>
              <a:off x="520633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g1130"/>
            <p:cNvSpPr/>
            <p:nvPr/>
          </p:nvSpPr>
          <p:spPr>
            <a:xfrm>
              <a:off x="5217968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g1131"/>
            <p:cNvSpPr/>
            <p:nvPr/>
          </p:nvSpPr>
          <p:spPr>
            <a:xfrm>
              <a:off x="5229605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g1132"/>
            <p:cNvSpPr/>
            <p:nvPr/>
          </p:nvSpPr>
          <p:spPr>
            <a:xfrm>
              <a:off x="524124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g1133"/>
            <p:cNvSpPr/>
            <p:nvPr/>
          </p:nvSpPr>
          <p:spPr>
            <a:xfrm>
              <a:off x="5252880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g1134"/>
            <p:cNvSpPr/>
            <p:nvPr/>
          </p:nvSpPr>
          <p:spPr>
            <a:xfrm>
              <a:off x="5264517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g1135"/>
            <p:cNvSpPr/>
            <p:nvPr/>
          </p:nvSpPr>
          <p:spPr>
            <a:xfrm>
              <a:off x="5322704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g1136"/>
            <p:cNvSpPr/>
            <p:nvPr/>
          </p:nvSpPr>
          <p:spPr>
            <a:xfrm>
              <a:off x="533434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g1137"/>
            <p:cNvSpPr/>
            <p:nvPr/>
          </p:nvSpPr>
          <p:spPr>
            <a:xfrm>
              <a:off x="5345979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g1138"/>
            <p:cNvSpPr/>
            <p:nvPr/>
          </p:nvSpPr>
          <p:spPr>
            <a:xfrm>
              <a:off x="5357616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g1139"/>
            <p:cNvSpPr/>
            <p:nvPr/>
          </p:nvSpPr>
          <p:spPr>
            <a:xfrm>
              <a:off x="536925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g1140"/>
            <p:cNvSpPr/>
            <p:nvPr/>
          </p:nvSpPr>
          <p:spPr>
            <a:xfrm>
              <a:off x="518305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g1141"/>
            <p:cNvSpPr/>
            <p:nvPr/>
          </p:nvSpPr>
          <p:spPr>
            <a:xfrm>
              <a:off x="519469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g1142"/>
            <p:cNvSpPr/>
            <p:nvPr/>
          </p:nvSpPr>
          <p:spPr>
            <a:xfrm>
              <a:off x="520633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g1143"/>
            <p:cNvSpPr/>
            <p:nvPr/>
          </p:nvSpPr>
          <p:spPr>
            <a:xfrm>
              <a:off x="5217968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g1144"/>
            <p:cNvSpPr/>
            <p:nvPr/>
          </p:nvSpPr>
          <p:spPr>
            <a:xfrm>
              <a:off x="5229605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g1145"/>
            <p:cNvSpPr/>
            <p:nvPr/>
          </p:nvSpPr>
          <p:spPr>
            <a:xfrm>
              <a:off x="524124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g1146"/>
            <p:cNvSpPr/>
            <p:nvPr/>
          </p:nvSpPr>
          <p:spPr>
            <a:xfrm>
              <a:off x="5252880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g1147"/>
            <p:cNvSpPr/>
            <p:nvPr/>
          </p:nvSpPr>
          <p:spPr>
            <a:xfrm>
              <a:off x="5264517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g1148"/>
            <p:cNvSpPr/>
            <p:nvPr/>
          </p:nvSpPr>
          <p:spPr>
            <a:xfrm>
              <a:off x="5322704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g1149"/>
            <p:cNvSpPr/>
            <p:nvPr/>
          </p:nvSpPr>
          <p:spPr>
            <a:xfrm>
              <a:off x="533434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g1150"/>
            <p:cNvSpPr/>
            <p:nvPr/>
          </p:nvSpPr>
          <p:spPr>
            <a:xfrm>
              <a:off x="5345979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g1151"/>
            <p:cNvSpPr/>
            <p:nvPr/>
          </p:nvSpPr>
          <p:spPr>
            <a:xfrm>
              <a:off x="535761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g1152"/>
            <p:cNvSpPr/>
            <p:nvPr/>
          </p:nvSpPr>
          <p:spPr>
            <a:xfrm>
              <a:off x="536925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g1153"/>
            <p:cNvSpPr/>
            <p:nvPr/>
          </p:nvSpPr>
          <p:spPr>
            <a:xfrm>
              <a:off x="512486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g1154"/>
            <p:cNvSpPr/>
            <p:nvPr/>
          </p:nvSpPr>
          <p:spPr>
            <a:xfrm>
              <a:off x="513650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g1155"/>
            <p:cNvSpPr/>
            <p:nvPr/>
          </p:nvSpPr>
          <p:spPr>
            <a:xfrm>
              <a:off x="514814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g1156"/>
            <p:cNvSpPr/>
            <p:nvPr/>
          </p:nvSpPr>
          <p:spPr>
            <a:xfrm>
              <a:off x="515978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g1157"/>
            <p:cNvSpPr/>
            <p:nvPr/>
          </p:nvSpPr>
          <p:spPr>
            <a:xfrm>
              <a:off x="517141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g1158"/>
            <p:cNvSpPr/>
            <p:nvPr/>
          </p:nvSpPr>
          <p:spPr>
            <a:xfrm>
              <a:off x="518305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g1159"/>
            <p:cNvSpPr/>
            <p:nvPr/>
          </p:nvSpPr>
          <p:spPr>
            <a:xfrm>
              <a:off x="519469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g1160"/>
            <p:cNvSpPr/>
            <p:nvPr/>
          </p:nvSpPr>
          <p:spPr>
            <a:xfrm>
              <a:off x="520633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g1161"/>
            <p:cNvSpPr/>
            <p:nvPr/>
          </p:nvSpPr>
          <p:spPr>
            <a:xfrm>
              <a:off x="5217968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g1162"/>
            <p:cNvSpPr/>
            <p:nvPr/>
          </p:nvSpPr>
          <p:spPr>
            <a:xfrm>
              <a:off x="5229605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g1163"/>
            <p:cNvSpPr/>
            <p:nvPr/>
          </p:nvSpPr>
          <p:spPr>
            <a:xfrm>
              <a:off x="524124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g1164"/>
            <p:cNvSpPr/>
            <p:nvPr/>
          </p:nvSpPr>
          <p:spPr>
            <a:xfrm>
              <a:off x="5252880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g1165"/>
            <p:cNvSpPr/>
            <p:nvPr/>
          </p:nvSpPr>
          <p:spPr>
            <a:xfrm>
              <a:off x="531106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g1166"/>
            <p:cNvSpPr/>
            <p:nvPr/>
          </p:nvSpPr>
          <p:spPr>
            <a:xfrm>
              <a:off x="532270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g1167"/>
            <p:cNvSpPr/>
            <p:nvPr/>
          </p:nvSpPr>
          <p:spPr>
            <a:xfrm>
              <a:off x="533434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g1168"/>
            <p:cNvSpPr/>
            <p:nvPr/>
          </p:nvSpPr>
          <p:spPr>
            <a:xfrm>
              <a:off x="534597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g1169"/>
            <p:cNvSpPr/>
            <p:nvPr/>
          </p:nvSpPr>
          <p:spPr>
            <a:xfrm>
              <a:off x="535761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g1170"/>
            <p:cNvSpPr/>
            <p:nvPr/>
          </p:nvSpPr>
          <p:spPr>
            <a:xfrm>
              <a:off x="536925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g1171"/>
            <p:cNvSpPr/>
            <p:nvPr/>
          </p:nvSpPr>
          <p:spPr>
            <a:xfrm>
              <a:off x="5113232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g1172"/>
            <p:cNvSpPr/>
            <p:nvPr/>
          </p:nvSpPr>
          <p:spPr>
            <a:xfrm>
              <a:off x="512486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g1173"/>
            <p:cNvSpPr/>
            <p:nvPr/>
          </p:nvSpPr>
          <p:spPr>
            <a:xfrm>
              <a:off x="513650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g1174"/>
            <p:cNvSpPr/>
            <p:nvPr/>
          </p:nvSpPr>
          <p:spPr>
            <a:xfrm>
              <a:off x="514814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g1175"/>
            <p:cNvSpPr/>
            <p:nvPr/>
          </p:nvSpPr>
          <p:spPr>
            <a:xfrm>
              <a:off x="515978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g1176"/>
            <p:cNvSpPr/>
            <p:nvPr/>
          </p:nvSpPr>
          <p:spPr>
            <a:xfrm>
              <a:off x="517141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g1177"/>
            <p:cNvSpPr/>
            <p:nvPr/>
          </p:nvSpPr>
          <p:spPr>
            <a:xfrm>
              <a:off x="518305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g1178"/>
            <p:cNvSpPr/>
            <p:nvPr/>
          </p:nvSpPr>
          <p:spPr>
            <a:xfrm>
              <a:off x="519469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g1179"/>
            <p:cNvSpPr/>
            <p:nvPr/>
          </p:nvSpPr>
          <p:spPr>
            <a:xfrm>
              <a:off x="520633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g1180"/>
            <p:cNvSpPr/>
            <p:nvPr/>
          </p:nvSpPr>
          <p:spPr>
            <a:xfrm>
              <a:off x="5217968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g1181"/>
            <p:cNvSpPr/>
            <p:nvPr/>
          </p:nvSpPr>
          <p:spPr>
            <a:xfrm>
              <a:off x="5229605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g1182"/>
            <p:cNvSpPr/>
            <p:nvPr/>
          </p:nvSpPr>
          <p:spPr>
            <a:xfrm>
              <a:off x="524124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g1183"/>
            <p:cNvSpPr/>
            <p:nvPr/>
          </p:nvSpPr>
          <p:spPr>
            <a:xfrm>
              <a:off x="529942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g1184"/>
            <p:cNvSpPr/>
            <p:nvPr/>
          </p:nvSpPr>
          <p:spPr>
            <a:xfrm>
              <a:off x="531106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g1185"/>
            <p:cNvSpPr/>
            <p:nvPr/>
          </p:nvSpPr>
          <p:spPr>
            <a:xfrm>
              <a:off x="532270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g1186"/>
            <p:cNvSpPr/>
            <p:nvPr/>
          </p:nvSpPr>
          <p:spPr>
            <a:xfrm>
              <a:off x="533434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g1187"/>
            <p:cNvSpPr/>
            <p:nvPr/>
          </p:nvSpPr>
          <p:spPr>
            <a:xfrm>
              <a:off x="534597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g1188"/>
            <p:cNvSpPr/>
            <p:nvPr/>
          </p:nvSpPr>
          <p:spPr>
            <a:xfrm>
              <a:off x="535761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g1189"/>
            <p:cNvSpPr/>
            <p:nvPr/>
          </p:nvSpPr>
          <p:spPr>
            <a:xfrm>
              <a:off x="536925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g1190"/>
            <p:cNvSpPr/>
            <p:nvPr/>
          </p:nvSpPr>
          <p:spPr>
            <a:xfrm>
              <a:off x="508995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g1191"/>
            <p:cNvSpPr/>
            <p:nvPr/>
          </p:nvSpPr>
          <p:spPr>
            <a:xfrm>
              <a:off x="5101595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g1192"/>
            <p:cNvSpPr/>
            <p:nvPr/>
          </p:nvSpPr>
          <p:spPr>
            <a:xfrm>
              <a:off x="511323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g1193"/>
            <p:cNvSpPr/>
            <p:nvPr/>
          </p:nvSpPr>
          <p:spPr>
            <a:xfrm>
              <a:off x="512486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g1194"/>
            <p:cNvSpPr/>
            <p:nvPr/>
          </p:nvSpPr>
          <p:spPr>
            <a:xfrm>
              <a:off x="513650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g1195"/>
            <p:cNvSpPr/>
            <p:nvPr/>
          </p:nvSpPr>
          <p:spPr>
            <a:xfrm>
              <a:off x="514814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g1196"/>
            <p:cNvSpPr/>
            <p:nvPr/>
          </p:nvSpPr>
          <p:spPr>
            <a:xfrm>
              <a:off x="515978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g1197"/>
            <p:cNvSpPr/>
            <p:nvPr/>
          </p:nvSpPr>
          <p:spPr>
            <a:xfrm>
              <a:off x="517141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g1198"/>
            <p:cNvSpPr/>
            <p:nvPr/>
          </p:nvSpPr>
          <p:spPr>
            <a:xfrm>
              <a:off x="5183056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g1199"/>
            <p:cNvSpPr/>
            <p:nvPr/>
          </p:nvSpPr>
          <p:spPr>
            <a:xfrm>
              <a:off x="519469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g1200"/>
            <p:cNvSpPr/>
            <p:nvPr/>
          </p:nvSpPr>
          <p:spPr>
            <a:xfrm>
              <a:off x="520633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g1201"/>
            <p:cNvSpPr/>
            <p:nvPr/>
          </p:nvSpPr>
          <p:spPr>
            <a:xfrm>
              <a:off x="5217968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g1202"/>
            <p:cNvSpPr/>
            <p:nvPr/>
          </p:nvSpPr>
          <p:spPr>
            <a:xfrm>
              <a:off x="528779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g1203"/>
            <p:cNvSpPr/>
            <p:nvPr/>
          </p:nvSpPr>
          <p:spPr>
            <a:xfrm>
              <a:off x="529942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g1204"/>
            <p:cNvSpPr/>
            <p:nvPr/>
          </p:nvSpPr>
          <p:spPr>
            <a:xfrm>
              <a:off x="531106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g1205"/>
            <p:cNvSpPr/>
            <p:nvPr/>
          </p:nvSpPr>
          <p:spPr>
            <a:xfrm>
              <a:off x="532270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g1206"/>
            <p:cNvSpPr/>
            <p:nvPr/>
          </p:nvSpPr>
          <p:spPr>
            <a:xfrm>
              <a:off x="533434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g1207"/>
            <p:cNvSpPr/>
            <p:nvPr/>
          </p:nvSpPr>
          <p:spPr>
            <a:xfrm>
              <a:off x="534597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g1208"/>
            <p:cNvSpPr/>
            <p:nvPr/>
          </p:nvSpPr>
          <p:spPr>
            <a:xfrm>
              <a:off x="506668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g1209"/>
            <p:cNvSpPr/>
            <p:nvPr/>
          </p:nvSpPr>
          <p:spPr>
            <a:xfrm>
              <a:off x="507832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g1210"/>
            <p:cNvSpPr/>
            <p:nvPr/>
          </p:nvSpPr>
          <p:spPr>
            <a:xfrm>
              <a:off x="508995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g1211"/>
            <p:cNvSpPr/>
            <p:nvPr/>
          </p:nvSpPr>
          <p:spPr>
            <a:xfrm>
              <a:off x="510159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g1212"/>
            <p:cNvSpPr/>
            <p:nvPr/>
          </p:nvSpPr>
          <p:spPr>
            <a:xfrm>
              <a:off x="511323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g1213"/>
            <p:cNvSpPr/>
            <p:nvPr/>
          </p:nvSpPr>
          <p:spPr>
            <a:xfrm>
              <a:off x="512486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g1214"/>
            <p:cNvSpPr/>
            <p:nvPr/>
          </p:nvSpPr>
          <p:spPr>
            <a:xfrm>
              <a:off x="513650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g1215"/>
            <p:cNvSpPr/>
            <p:nvPr/>
          </p:nvSpPr>
          <p:spPr>
            <a:xfrm>
              <a:off x="514814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g1216"/>
            <p:cNvSpPr/>
            <p:nvPr/>
          </p:nvSpPr>
          <p:spPr>
            <a:xfrm>
              <a:off x="515978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g1217"/>
            <p:cNvSpPr/>
            <p:nvPr/>
          </p:nvSpPr>
          <p:spPr>
            <a:xfrm>
              <a:off x="517141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g1218"/>
            <p:cNvSpPr/>
            <p:nvPr/>
          </p:nvSpPr>
          <p:spPr>
            <a:xfrm>
              <a:off x="5183056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g1219"/>
            <p:cNvSpPr/>
            <p:nvPr/>
          </p:nvSpPr>
          <p:spPr>
            <a:xfrm>
              <a:off x="519469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g1220"/>
            <p:cNvSpPr/>
            <p:nvPr/>
          </p:nvSpPr>
          <p:spPr>
            <a:xfrm>
              <a:off x="520633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g1221"/>
            <p:cNvSpPr/>
            <p:nvPr/>
          </p:nvSpPr>
          <p:spPr>
            <a:xfrm>
              <a:off x="5217968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g1222"/>
            <p:cNvSpPr/>
            <p:nvPr/>
          </p:nvSpPr>
          <p:spPr>
            <a:xfrm>
              <a:off x="522960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g1223"/>
            <p:cNvSpPr/>
            <p:nvPr/>
          </p:nvSpPr>
          <p:spPr>
            <a:xfrm>
              <a:off x="524124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g1224"/>
            <p:cNvSpPr/>
            <p:nvPr/>
          </p:nvSpPr>
          <p:spPr>
            <a:xfrm>
              <a:off x="525288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g1225"/>
            <p:cNvSpPr/>
            <p:nvPr/>
          </p:nvSpPr>
          <p:spPr>
            <a:xfrm>
              <a:off x="527615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g1226"/>
            <p:cNvSpPr/>
            <p:nvPr/>
          </p:nvSpPr>
          <p:spPr>
            <a:xfrm>
              <a:off x="528779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g1227"/>
            <p:cNvSpPr/>
            <p:nvPr/>
          </p:nvSpPr>
          <p:spPr>
            <a:xfrm>
              <a:off x="529942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g1228"/>
            <p:cNvSpPr/>
            <p:nvPr/>
          </p:nvSpPr>
          <p:spPr>
            <a:xfrm>
              <a:off x="531106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g1229"/>
            <p:cNvSpPr/>
            <p:nvPr/>
          </p:nvSpPr>
          <p:spPr>
            <a:xfrm>
              <a:off x="532270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g1230"/>
            <p:cNvSpPr/>
            <p:nvPr/>
          </p:nvSpPr>
          <p:spPr>
            <a:xfrm>
              <a:off x="533434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g1231"/>
            <p:cNvSpPr/>
            <p:nvPr/>
          </p:nvSpPr>
          <p:spPr>
            <a:xfrm>
              <a:off x="534597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g1232"/>
            <p:cNvSpPr/>
            <p:nvPr/>
          </p:nvSpPr>
          <p:spPr>
            <a:xfrm>
              <a:off x="506668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g1233"/>
            <p:cNvSpPr/>
            <p:nvPr/>
          </p:nvSpPr>
          <p:spPr>
            <a:xfrm>
              <a:off x="507832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g1234"/>
            <p:cNvSpPr/>
            <p:nvPr/>
          </p:nvSpPr>
          <p:spPr>
            <a:xfrm>
              <a:off x="508995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g1235"/>
            <p:cNvSpPr/>
            <p:nvPr/>
          </p:nvSpPr>
          <p:spPr>
            <a:xfrm>
              <a:off x="510159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g1236"/>
            <p:cNvSpPr/>
            <p:nvPr/>
          </p:nvSpPr>
          <p:spPr>
            <a:xfrm>
              <a:off x="511323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g1237"/>
            <p:cNvSpPr/>
            <p:nvPr/>
          </p:nvSpPr>
          <p:spPr>
            <a:xfrm>
              <a:off x="512486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g1238"/>
            <p:cNvSpPr/>
            <p:nvPr/>
          </p:nvSpPr>
          <p:spPr>
            <a:xfrm>
              <a:off x="513650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g1239"/>
            <p:cNvSpPr/>
            <p:nvPr/>
          </p:nvSpPr>
          <p:spPr>
            <a:xfrm>
              <a:off x="514814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g1240"/>
            <p:cNvSpPr/>
            <p:nvPr/>
          </p:nvSpPr>
          <p:spPr>
            <a:xfrm>
              <a:off x="515978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g1241"/>
            <p:cNvSpPr/>
            <p:nvPr/>
          </p:nvSpPr>
          <p:spPr>
            <a:xfrm>
              <a:off x="517141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g1242"/>
            <p:cNvSpPr/>
            <p:nvPr/>
          </p:nvSpPr>
          <p:spPr>
            <a:xfrm>
              <a:off x="5183056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g1243"/>
            <p:cNvSpPr/>
            <p:nvPr/>
          </p:nvSpPr>
          <p:spPr>
            <a:xfrm>
              <a:off x="519469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g1244"/>
            <p:cNvSpPr/>
            <p:nvPr/>
          </p:nvSpPr>
          <p:spPr>
            <a:xfrm>
              <a:off x="520633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g1245"/>
            <p:cNvSpPr/>
            <p:nvPr/>
          </p:nvSpPr>
          <p:spPr>
            <a:xfrm>
              <a:off x="5217968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g1246"/>
            <p:cNvSpPr/>
            <p:nvPr/>
          </p:nvSpPr>
          <p:spPr>
            <a:xfrm>
              <a:off x="522960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g1247"/>
            <p:cNvSpPr/>
            <p:nvPr/>
          </p:nvSpPr>
          <p:spPr>
            <a:xfrm>
              <a:off x="524124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g1248"/>
            <p:cNvSpPr/>
            <p:nvPr/>
          </p:nvSpPr>
          <p:spPr>
            <a:xfrm>
              <a:off x="525288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g1249"/>
            <p:cNvSpPr/>
            <p:nvPr/>
          </p:nvSpPr>
          <p:spPr>
            <a:xfrm>
              <a:off x="526451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g1250"/>
            <p:cNvSpPr/>
            <p:nvPr/>
          </p:nvSpPr>
          <p:spPr>
            <a:xfrm>
              <a:off x="527615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g1251"/>
            <p:cNvSpPr/>
            <p:nvPr/>
          </p:nvSpPr>
          <p:spPr>
            <a:xfrm>
              <a:off x="528779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g1252"/>
            <p:cNvSpPr/>
            <p:nvPr/>
          </p:nvSpPr>
          <p:spPr>
            <a:xfrm>
              <a:off x="529942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g1253"/>
            <p:cNvSpPr/>
            <p:nvPr/>
          </p:nvSpPr>
          <p:spPr>
            <a:xfrm>
              <a:off x="531106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g1254"/>
            <p:cNvSpPr/>
            <p:nvPr/>
          </p:nvSpPr>
          <p:spPr>
            <a:xfrm>
              <a:off x="532270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g1255"/>
            <p:cNvSpPr/>
            <p:nvPr/>
          </p:nvSpPr>
          <p:spPr>
            <a:xfrm>
              <a:off x="533434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g1256"/>
            <p:cNvSpPr/>
            <p:nvPr/>
          </p:nvSpPr>
          <p:spPr>
            <a:xfrm>
              <a:off x="506668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g1257"/>
            <p:cNvSpPr/>
            <p:nvPr/>
          </p:nvSpPr>
          <p:spPr>
            <a:xfrm>
              <a:off x="507832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g1258"/>
            <p:cNvSpPr/>
            <p:nvPr/>
          </p:nvSpPr>
          <p:spPr>
            <a:xfrm>
              <a:off x="508995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g1259"/>
            <p:cNvSpPr/>
            <p:nvPr/>
          </p:nvSpPr>
          <p:spPr>
            <a:xfrm>
              <a:off x="510159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g1260"/>
            <p:cNvSpPr/>
            <p:nvPr/>
          </p:nvSpPr>
          <p:spPr>
            <a:xfrm>
              <a:off x="511323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g1261"/>
            <p:cNvSpPr/>
            <p:nvPr/>
          </p:nvSpPr>
          <p:spPr>
            <a:xfrm>
              <a:off x="512486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g1262"/>
            <p:cNvSpPr/>
            <p:nvPr/>
          </p:nvSpPr>
          <p:spPr>
            <a:xfrm>
              <a:off x="513650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g1263"/>
            <p:cNvSpPr/>
            <p:nvPr/>
          </p:nvSpPr>
          <p:spPr>
            <a:xfrm>
              <a:off x="514814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g1264"/>
            <p:cNvSpPr/>
            <p:nvPr/>
          </p:nvSpPr>
          <p:spPr>
            <a:xfrm>
              <a:off x="515978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g1265"/>
            <p:cNvSpPr/>
            <p:nvPr/>
          </p:nvSpPr>
          <p:spPr>
            <a:xfrm>
              <a:off x="517141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g1266"/>
            <p:cNvSpPr/>
            <p:nvPr/>
          </p:nvSpPr>
          <p:spPr>
            <a:xfrm>
              <a:off x="5183056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g1267"/>
            <p:cNvSpPr/>
            <p:nvPr/>
          </p:nvSpPr>
          <p:spPr>
            <a:xfrm>
              <a:off x="519469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g1268"/>
            <p:cNvSpPr/>
            <p:nvPr/>
          </p:nvSpPr>
          <p:spPr>
            <a:xfrm>
              <a:off x="520633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g1269"/>
            <p:cNvSpPr/>
            <p:nvPr/>
          </p:nvSpPr>
          <p:spPr>
            <a:xfrm>
              <a:off x="5217968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g1270"/>
            <p:cNvSpPr/>
            <p:nvPr/>
          </p:nvSpPr>
          <p:spPr>
            <a:xfrm>
              <a:off x="522960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g1271"/>
            <p:cNvSpPr/>
            <p:nvPr/>
          </p:nvSpPr>
          <p:spPr>
            <a:xfrm>
              <a:off x="524124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g1272"/>
            <p:cNvSpPr/>
            <p:nvPr/>
          </p:nvSpPr>
          <p:spPr>
            <a:xfrm>
              <a:off x="525288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g1273"/>
            <p:cNvSpPr/>
            <p:nvPr/>
          </p:nvSpPr>
          <p:spPr>
            <a:xfrm>
              <a:off x="526451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g1274"/>
            <p:cNvSpPr/>
            <p:nvPr/>
          </p:nvSpPr>
          <p:spPr>
            <a:xfrm>
              <a:off x="527615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g1275"/>
            <p:cNvSpPr/>
            <p:nvPr/>
          </p:nvSpPr>
          <p:spPr>
            <a:xfrm>
              <a:off x="528779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g1276"/>
            <p:cNvSpPr/>
            <p:nvPr/>
          </p:nvSpPr>
          <p:spPr>
            <a:xfrm>
              <a:off x="529942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g1277"/>
            <p:cNvSpPr/>
            <p:nvPr/>
          </p:nvSpPr>
          <p:spPr>
            <a:xfrm>
              <a:off x="531106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g1278"/>
            <p:cNvSpPr/>
            <p:nvPr/>
          </p:nvSpPr>
          <p:spPr>
            <a:xfrm>
              <a:off x="532270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g1279"/>
            <p:cNvSpPr/>
            <p:nvPr/>
          </p:nvSpPr>
          <p:spPr>
            <a:xfrm>
              <a:off x="503177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g1280"/>
            <p:cNvSpPr/>
            <p:nvPr/>
          </p:nvSpPr>
          <p:spPr>
            <a:xfrm>
              <a:off x="504340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g1281"/>
            <p:cNvSpPr/>
            <p:nvPr/>
          </p:nvSpPr>
          <p:spPr>
            <a:xfrm>
              <a:off x="506668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g1282"/>
            <p:cNvSpPr/>
            <p:nvPr/>
          </p:nvSpPr>
          <p:spPr>
            <a:xfrm>
              <a:off x="507832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g1283"/>
            <p:cNvSpPr/>
            <p:nvPr/>
          </p:nvSpPr>
          <p:spPr>
            <a:xfrm>
              <a:off x="508995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g1284"/>
            <p:cNvSpPr/>
            <p:nvPr/>
          </p:nvSpPr>
          <p:spPr>
            <a:xfrm>
              <a:off x="510159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g1285"/>
            <p:cNvSpPr/>
            <p:nvPr/>
          </p:nvSpPr>
          <p:spPr>
            <a:xfrm>
              <a:off x="511323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g1286"/>
            <p:cNvSpPr/>
            <p:nvPr/>
          </p:nvSpPr>
          <p:spPr>
            <a:xfrm>
              <a:off x="512486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g1287"/>
            <p:cNvSpPr/>
            <p:nvPr/>
          </p:nvSpPr>
          <p:spPr>
            <a:xfrm>
              <a:off x="513650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g1288"/>
            <p:cNvSpPr/>
            <p:nvPr/>
          </p:nvSpPr>
          <p:spPr>
            <a:xfrm>
              <a:off x="5148144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g1289"/>
            <p:cNvSpPr/>
            <p:nvPr/>
          </p:nvSpPr>
          <p:spPr>
            <a:xfrm>
              <a:off x="5183056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g1290"/>
            <p:cNvSpPr/>
            <p:nvPr/>
          </p:nvSpPr>
          <p:spPr>
            <a:xfrm>
              <a:off x="519469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g1291"/>
            <p:cNvSpPr/>
            <p:nvPr/>
          </p:nvSpPr>
          <p:spPr>
            <a:xfrm>
              <a:off x="520633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g1292"/>
            <p:cNvSpPr/>
            <p:nvPr/>
          </p:nvSpPr>
          <p:spPr>
            <a:xfrm>
              <a:off x="521796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g1293"/>
            <p:cNvSpPr/>
            <p:nvPr/>
          </p:nvSpPr>
          <p:spPr>
            <a:xfrm>
              <a:off x="522960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g1294"/>
            <p:cNvSpPr/>
            <p:nvPr/>
          </p:nvSpPr>
          <p:spPr>
            <a:xfrm>
              <a:off x="524124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g1295"/>
            <p:cNvSpPr/>
            <p:nvPr/>
          </p:nvSpPr>
          <p:spPr>
            <a:xfrm>
              <a:off x="525288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g1296"/>
            <p:cNvSpPr/>
            <p:nvPr/>
          </p:nvSpPr>
          <p:spPr>
            <a:xfrm>
              <a:off x="526451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g1297"/>
            <p:cNvSpPr/>
            <p:nvPr/>
          </p:nvSpPr>
          <p:spPr>
            <a:xfrm>
              <a:off x="527615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g1298"/>
            <p:cNvSpPr/>
            <p:nvPr/>
          </p:nvSpPr>
          <p:spPr>
            <a:xfrm>
              <a:off x="528779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g1299"/>
            <p:cNvSpPr/>
            <p:nvPr/>
          </p:nvSpPr>
          <p:spPr>
            <a:xfrm>
              <a:off x="529942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g1300"/>
            <p:cNvSpPr/>
            <p:nvPr/>
          </p:nvSpPr>
          <p:spPr>
            <a:xfrm>
              <a:off x="531106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g1301"/>
            <p:cNvSpPr/>
            <p:nvPr/>
          </p:nvSpPr>
          <p:spPr>
            <a:xfrm>
              <a:off x="502013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g1302"/>
            <p:cNvSpPr/>
            <p:nvPr/>
          </p:nvSpPr>
          <p:spPr>
            <a:xfrm>
              <a:off x="503177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g1303"/>
            <p:cNvSpPr/>
            <p:nvPr/>
          </p:nvSpPr>
          <p:spPr>
            <a:xfrm>
              <a:off x="504340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g1304"/>
            <p:cNvSpPr/>
            <p:nvPr/>
          </p:nvSpPr>
          <p:spPr>
            <a:xfrm>
              <a:off x="505504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g1305"/>
            <p:cNvSpPr/>
            <p:nvPr/>
          </p:nvSpPr>
          <p:spPr>
            <a:xfrm>
              <a:off x="506668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g1306"/>
            <p:cNvSpPr/>
            <p:nvPr/>
          </p:nvSpPr>
          <p:spPr>
            <a:xfrm>
              <a:off x="507832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g1307"/>
            <p:cNvSpPr/>
            <p:nvPr/>
          </p:nvSpPr>
          <p:spPr>
            <a:xfrm>
              <a:off x="508995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g1308"/>
            <p:cNvSpPr/>
            <p:nvPr/>
          </p:nvSpPr>
          <p:spPr>
            <a:xfrm>
              <a:off x="510159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g1309"/>
            <p:cNvSpPr/>
            <p:nvPr/>
          </p:nvSpPr>
          <p:spPr>
            <a:xfrm>
              <a:off x="511323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g1310"/>
            <p:cNvSpPr/>
            <p:nvPr/>
          </p:nvSpPr>
          <p:spPr>
            <a:xfrm>
              <a:off x="512486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g1311"/>
            <p:cNvSpPr/>
            <p:nvPr/>
          </p:nvSpPr>
          <p:spPr>
            <a:xfrm>
              <a:off x="513650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g1312"/>
            <p:cNvSpPr/>
            <p:nvPr/>
          </p:nvSpPr>
          <p:spPr>
            <a:xfrm>
              <a:off x="5148144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g1313"/>
            <p:cNvSpPr/>
            <p:nvPr/>
          </p:nvSpPr>
          <p:spPr>
            <a:xfrm>
              <a:off x="519469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g1314"/>
            <p:cNvSpPr/>
            <p:nvPr/>
          </p:nvSpPr>
          <p:spPr>
            <a:xfrm>
              <a:off x="520633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g1315"/>
            <p:cNvSpPr/>
            <p:nvPr/>
          </p:nvSpPr>
          <p:spPr>
            <a:xfrm>
              <a:off x="521796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g1316"/>
            <p:cNvSpPr/>
            <p:nvPr/>
          </p:nvSpPr>
          <p:spPr>
            <a:xfrm>
              <a:off x="522960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g1317"/>
            <p:cNvSpPr/>
            <p:nvPr/>
          </p:nvSpPr>
          <p:spPr>
            <a:xfrm>
              <a:off x="524124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g1318"/>
            <p:cNvSpPr/>
            <p:nvPr/>
          </p:nvSpPr>
          <p:spPr>
            <a:xfrm>
              <a:off x="525288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g1319"/>
            <p:cNvSpPr/>
            <p:nvPr/>
          </p:nvSpPr>
          <p:spPr>
            <a:xfrm>
              <a:off x="526451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g1320"/>
            <p:cNvSpPr/>
            <p:nvPr/>
          </p:nvSpPr>
          <p:spPr>
            <a:xfrm>
              <a:off x="527615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g1321"/>
            <p:cNvSpPr/>
            <p:nvPr/>
          </p:nvSpPr>
          <p:spPr>
            <a:xfrm>
              <a:off x="528779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g1322"/>
            <p:cNvSpPr/>
            <p:nvPr/>
          </p:nvSpPr>
          <p:spPr>
            <a:xfrm>
              <a:off x="529942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g1323"/>
            <p:cNvSpPr/>
            <p:nvPr/>
          </p:nvSpPr>
          <p:spPr>
            <a:xfrm>
              <a:off x="5008496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g1324"/>
            <p:cNvSpPr/>
            <p:nvPr/>
          </p:nvSpPr>
          <p:spPr>
            <a:xfrm>
              <a:off x="502013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g1325"/>
            <p:cNvSpPr/>
            <p:nvPr/>
          </p:nvSpPr>
          <p:spPr>
            <a:xfrm>
              <a:off x="503177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g1326"/>
            <p:cNvSpPr/>
            <p:nvPr/>
          </p:nvSpPr>
          <p:spPr>
            <a:xfrm>
              <a:off x="504340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g1327"/>
            <p:cNvSpPr/>
            <p:nvPr/>
          </p:nvSpPr>
          <p:spPr>
            <a:xfrm>
              <a:off x="505504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g1328"/>
            <p:cNvSpPr/>
            <p:nvPr/>
          </p:nvSpPr>
          <p:spPr>
            <a:xfrm>
              <a:off x="506668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g1329"/>
            <p:cNvSpPr/>
            <p:nvPr/>
          </p:nvSpPr>
          <p:spPr>
            <a:xfrm>
              <a:off x="507832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g1330"/>
            <p:cNvSpPr/>
            <p:nvPr/>
          </p:nvSpPr>
          <p:spPr>
            <a:xfrm>
              <a:off x="508995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g1331"/>
            <p:cNvSpPr/>
            <p:nvPr/>
          </p:nvSpPr>
          <p:spPr>
            <a:xfrm>
              <a:off x="510159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g1332"/>
            <p:cNvSpPr/>
            <p:nvPr/>
          </p:nvSpPr>
          <p:spPr>
            <a:xfrm>
              <a:off x="511323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g1333"/>
            <p:cNvSpPr/>
            <p:nvPr/>
          </p:nvSpPr>
          <p:spPr>
            <a:xfrm>
              <a:off x="5124869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g1334"/>
            <p:cNvSpPr/>
            <p:nvPr/>
          </p:nvSpPr>
          <p:spPr>
            <a:xfrm>
              <a:off x="513650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g1335"/>
            <p:cNvSpPr/>
            <p:nvPr/>
          </p:nvSpPr>
          <p:spPr>
            <a:xfrm>
              <a:off x="5148144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g1336"/>
            <p:cNvSpPr/>
            <p:nvPr/>
          </p:nvSpPr>
          <p:spPr>
            <a:xfrm>
              <a:off x="519469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g1337"/>
            <p:cNvSpPr/>
            <p:nvPr/>
          </p:nvSpPr>
          <p:spPr>
            <a:xfrm>
              <a:off x="520633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g1338"/>
            <p:cNvSpPr/>
            <p:nvPr/>
          </p:nvSpPr>
          <p:spPr>
            <a:xfrm>
              <a:off x="521796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g1339"/>
            <p:cNvSpPr/>
            <p:nvPr/>
          </p:nvSpPr>
          <p:spPr>
            <a:xfrm>
              <a:off x="522960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g1340"/>
            <p:cNvSpPr/>
            <p:nvPr/>
          </p:nvSpPr>
          <p:spPr>
            <a:xfrm>
              <a:off x="524124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g1341"/>
            <p:cNvSpPr/>
            <p:nvPr/>
          </p:nvSpPr>
          <p:spPr>
            <a:xfrm>
              <a:off x="525288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g1342"/>
            <p:cNvSpPr/>
            <p:nvPr/>
          </p:nvSpPr>
          <p:spPr>
            <a:xfrm>
              <a:off x="526451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g1343"/>
            <p:cNvSpPr/>
            <p:nvPr/>
          </p:nvSpPr>
          <p:spPr>
            <a:xfrm>
              <a:off x="527615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g1344"/>
            <p:cNvSpPr/>
            <p:nvPr/>
          </p:nvSpPr>
          <p:spPr>
            <a:xfrm>
              <a:off x="528779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g1345"/>
            <p:cNvSpPr/>
            <p:nvPr/>
          </p:nvSpPr>
          <p:spPr>
            <a:xfrm>
              <a:off x="499685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g1346"/>
            <p:cNvSpPr/>
            <p:nvPr/>
          </p:nvSpPr>
          <p:spPr>
            <a:xfrm>
              <a:off x="5008496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g1347"/>
            <p:cNvSpPr/>
            <p:nvPr/>
          </p:nvSpPr>
          <p:spPr>
            <a:xfrm>
              <a:off x="502013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g1348"/>
            <p:cNvSpPr/>
            <p:nvPr/>
          </p:nvSpPr>
          <p:spPr>
            <a:xfrm>
              <a:off x="503177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g1349"/>
            <p:cNvSpPr/>
            <p:nvPr/>
          </p:nvSpPr>
          <p:spPr>
            <a:xfrm>
              <a:off x="504340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g1350"/>
            <p:cNvSpPr/>
            <p:nvPr/>
          </p:nvSpPr>
          <p:spPr>
            <a:xfrm>
              <a:off x="505504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g1351"/>
            <p:cNvSpPr/>
            <p:nvPr/>
          </p:nvSpPr>
          <p:spPr>
            <a:xfrm>
              <a:off x="506668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g1352"/>
            <p:cNvSpPr/>
            <p:nvPr/>
          </p:nvSpPr>
          <p:spPr>
            <a:xfrm>
              <a:off x="507832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g1353"/>
            <p:cNvSpPr/>
            <p:nvPr/>
          </p:nvSpPr>
          <p:spPr>
            <a:xfrm>
              <a:off x="508995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g1354"/>
            <p:cNvSpPr/>
            <p:nvPr/>
          </p:nvSpPr>
          <p:spPr>
            <a:xfrm>
              <a:off x="510159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g1355"/>
            <p:cNvSpPr/>
            <p:nvPr/>
          </p:nvSpPr>
          <p:spPr>
            <a:xfrm>
              <a:off x="511323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g1356"/>
            <p:cNvSpPr/>
            <p:nvPr/>
          </p:nvSpPr>
          <p:spPr>
            <a:xfrm>
              <a:off x="512486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g1357"/>
            <p:cNvSpPr/>
            <p:nvPr/>
          </p:nvSpPr>
          <p:spPr>
            <a:xfrm>
              <a:off x="513650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g1358"/>
            <p:cNvSpPr/>
            <p:nvPr/>
          </p:nvSpPr>
          <p:spPr>
            <a:xfrm>
              <a:off x="5148144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g1359"/>
            <p:cNvSpPr/>
            <p:nvPr/>
          </p:nvSpPr>
          <p:spPr>
            <a:xfrm>
              <a:off x="515978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g1360"/>
            <p:cNvSpPr/>
            <p:nvPr/>
          </p:nvSpPr>
          <p:spPr>
            <a:xfrm>
              <a:off x="520633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g1361"/>
            <p:cNvSpPr/>
            <p:nvPr/>
          </p:nvSpPr>
          <p:spPr>
            <a:xfrm>
              <a:off x="521796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g1362"/>
            <p:cNvSpPr/>
            <p:nvPr/>
          </p:nvSpPr>
          <p:spPr>
            <a:xfrm>
              <a:off x="522960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g1363"/>
            <p:cNvSpPr/>
            <p:nvPr/>
          </p:nvSpPr>
          <p:spPr>
            <a:xfrm>
              <a:off x="524124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g1364"/>
            <p:cNvSpPr/>
            <p:nvPr/>
          </p:nvSpPr>
          <p:spPr>
            <a:xfrm>
              <a:off x="525288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g1365"/>
            <p:cNvSpPr/>
            <p:nvPr/>
          </p:nvSpPr>
          <p:spPr>
            <a:xfrm>
              <a:off x="526451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g1366"/>
            <p:cNvSpPr/>
            <p:nvPr/>
          </p:nvSpPr>
          <p:spPr>
            <a:xfrm>
              <a:off x="527615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g1367"/>
            <p:cNvSpPr/>
            <p:nvPr/>
          </p:nvSpPr>
          <p:spPr>
            <a:xfrm>
              <a:off x="499685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g1368"/>
            <p:cNvSpPr/>
            <p:nvPr/>
          </p:nvSpPr>
          <p:spPr>
            <a:xfrm>
              <a:off x="5008496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g1369"/>
            <p:cNvSpPr/>
            <p:nvPr/>
          </p:nvSpPr>
          <p:spPr>
            <a:xfrm>
              <a:off x="502013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g1370"/>
            <p:cNvSpPr/>
            <p:nvPr/>
          </p:nvSpPr>
          <p:spPr>
            <a:xfrm>
              <a:off x="503177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g1371"/>
            <p:cNvSpPr/>
            <p:nvPr/>
          </p:nvSpPr>
          <p:spPr>
            <a:xfrm>
              <a:off x="504340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g1372"/>
            <p:cNvSpPr/>
            <p:nvPr/>
          </p:nvSpPr>
          <p:spPr>
            <a:xfrm>
              <a:off x="505504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g1373"/>
            <p:cNvSpPr/>
            <p:nvPr/>
          </p:nvSpPr>
          <p:spPr>
            <a:xfrm>
              <a:off x="506668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g1374"/>
            <p:cNvSpPr/>
            <p:nvPr/>
          </p:nvSpPr>
          <p:spPr>
            <a:xfrm>
              <a:off x="507832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g1375"/>
            <p:cNvSpPr/>
            <p:nvPr/>
          </p:nvSpPr>
          <p:spPr>
            <a:xfrm>
              <a:off x="508995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g1376"/>
            <p:cNvSpPr/>
            <p:nvPr/>
          </p:nvSpPr>
          <p:spPr>
            <a:xfrm>
              <a:off x="510159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g1377"/>
            <p:cNvSpPr/>
            <p:nvPr/>
          </p:nvSpPr>
          <p:spPr>
            <a:xfrm>
              <a:off x="511323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g1378"/>
            <p:cNvSpPr/>
            <p:nvPr/>
          </p:nvSpPr>
          <p:spPr>
            <a:xfrm>
              <a:off x="512486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g1379"/>
            <p:cNvSpPr/>
            <p:nvPr/>
          </p:nvSpPr>
          <p:spPr>
            <a:xfrm>
              <a:off x="513650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g1380"/>
            <p:cNvSpPr/>
            <p:nvPr/>
          </p:nvSpPr>
          <p:spPr>
            <a:xfrm>
              <a:off x="5148144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g1381"/>
            <p:cNvSpPr/>
            <p:nvPr/>
          </p:nvSpPr>
          <p:spPr>
            <a:xfrm>
              <a:off x="515978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g1382"/>
            <p:cNvSpPr/>
            <p:nvPr/>
          </p:nvSpPr>
          <p:spPr>
            <a:xfrm>
              <a:off x="520633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g1383"/>
            <p:cNvSpPr/>
            <p:nvPr/>
          </p:nvSpPr>
          <p:spPr>
            <a:xfrm>
              <a:off x="521796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g1384"/>
            <p:cNvSpPr/>
            <p:nvPr/>
          </p:nvSpPr>
          <p:spPr>
            <a:xfrm>
              <a:off x="522960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g1385"/>
            <p:cNvSpPr/>
            <p:nvPr/>
          </p:nvSpPr>
          <p:spPr>
            <a:xfrm>
              <a:off x="524124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g1386"/>
            <p:cNvSpPr/>
            <p:nvPr/>
          </p:nvSpPr>
          <p:spPr>
            <a:xfrm>
              <a:off x="525288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g1387"/>
            <p:cNvSpPr/>
            <p:nvPr/>
          </p:nvSpPr>
          <p:spPr>
            <a:xfrm>
              <a:off x="526451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g1388"/>
            <p:cNvSpPr/>
            <p:nvPr/>
          </p:nvSpPr>
          <p:spPr>
            <a:xfrm>
              <a:off x="498522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g1389"/>
            <p:cNvSpPr/>
            <p:nvPr/>
          </p:nvSpPr>
          <p:spPr>
            <a:xfrm>
              <a:off x="499685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g1390"/>
            <p:cNvSpPr/>
            <p:nvPr/>
          </p:nvSpPr>
          <p:spPr>
            <a:xfrm>
              <a:off x="500849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g1391"/>
            <p:cNvSpPr/>
            <p:nvPr/>
          </p:nvSpPr>
          <p:spPr>
            <a:xfrm>
              <a:off x="502013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g1392"/>
            <p:cNvSpPr/>
            <p:nvPr/>
          </p:nvSpPr>
          <p:spPr>
            <a:xfrm>
              <a:off x="503177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g1393"/>
            <p:cNvSpPr/>
            <p:nvPr/>
          </p:nvSpPr>
          <p:spPr>
            <a:xfrm>
              <a:off x="504340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g1394"/>
            <p:cNvSpPr/>
            <p:nvPr/>
          </p:nvSpPr>
          <p:spPr>
            <a:xfrm>
              <a:off x="505504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g1395"/>
            <p:cNvSpPr/>
            <p:nvPr/>
          </p:nvSpPr>
          <p:spPr>
            <a:xfrm>
              <a:off x="506668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g1396"/>
            <p:cNvSpPr/>
            <p:nvPr/>
          </p:nvSpPr>
          <p:spPr>
            <a:xfrm>
              <a:off x="507832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g1397"/>
            <p:cNvSpPr/>
            <p:nvPr/>
          </p:nvSpPr>
          <p:spPr>
            <a:xfrm>
              <a:off x="508995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g1398"/>
            <p:cNvSpPr/>
            <p:nvPr/>
          </p:nvSpPr>
          <p:spPr>
            <a:xfrm>
              <a:off x="510159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g1399"/>
            <p:cNvSpPr/>
            <p:nvPr/>
          </p:nvSpPr>
          <p:spPr>
            <a:xfrm>
              <a:off x="511323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g1400"/>
            <p:cNvSpPr/>
            <p:nvPr/>
          </p:nvSpPr>
          <p:spPr>
            <a:xfrm>
              <a:off x="512486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g1401"/>
            <p:cNvSpPr/>
            <p:nvPr/>
          </p:nvSpPr>
          <p:spPr>
            <a:xfrm>
              <a:off x="513650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g1402"/>
            <p:cNvSpPr/>
            <p:nvPr/>
          </p:nvSpPr>
          <p:spPr>
            <a:xfrm>
              <a:off x="5148144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g1403"/>
            <p:cNvSpPr/>
            <p:nvPr/>
          </p:nvSpPr>
          <p:spPr>
            <a:xfrm>
              <a:off x="515978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g1404"/>
            <p:cNvSpPr/>
            <p:nvPr/>
          </p:nvSpPr>
          <p:spPr>
            <a:xfrm>
              <a:off x="517141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g1405"/>
            <p:cNvSpPr/>
            <p:nvPr/>
          </p:nvSpPr>
          <p:spPr>
            <a:xfrm>
              <a:off x="520633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g1406"/>
            <p:cNvSpPr/>
            <p:nvPr/>
          </p:nvSpPr>
          <p:spPr>
            <a:xfrm>
              <a:off x="521796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g1407"/>
            <p:cNvSpPr/>
            <p:nvPr/>
          </p:nvSpPr>
          <p:spPr>
            <a:xfrm>
              <a:off x="522960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g1408"/>
            <p:cNvSpPr/>
            <p:nvPr/>
          </p:nvSpPr>
          <p:spPr>
            <a:xfrm>
              <a:off x="524124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g1409"/>
            <p:cNvSpPr/>
            <p:nvPr/>
          </p:nvSpPr>
          <p:spPr>
            <a:xfrm>
              <a:off x="525288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g1410"/>
            <p:cNvSpPr/>
            <p:nvPr/>
          </p:nvSpPr>
          <p:spPr>
            <a:xfrm>
              <a:off x="526451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g1411"/>
            <p:cNvSpPr/>
            <p:nvPr/>
          </p:nvSpPr>
          <p:spPr>
            <a:xfrm>
              <a:off x="498522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g1412"/>
            <p:cNvSpPr/>
            <p:nvPr/>
          </p:nvSpPr>
          <p:spPr>
            <a:xfrm>
              <a:off x="499685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g1413"/>
            <p:cNvSpPr/>
            <p:nvPr/>
          </p:nvSpPr>
          <p:spPr>
            <a:xfrm>
              <a:off x="500849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g1414"/>
            <p:cNvSpPr/>
            <p:nvPr/>
          </p:nvSpPr>
          <p:spPr>
            <a:xfrm>
              <a:off x="502013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g1415"/>
            <p:cNvSpPr/>
            <p:nvPr/>
          </p:nvSpPr>
          <p:spPr>
            <a:xfrm>
              <a:off x="503177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g1416"/>
            <p:cNvSpPr/>
            <p:nvPr/>
          </p:nvSpPr>
          <p:spPr>
            <a:xfrm>
              <a:off x="504340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g1417"/>
            <p:cNvSpPr/>
            <p:nvPr/>
          </p:nvSpPr>
          <p:spPr>
            <a:xfrm>
              <a:off x="505504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8">
                <a:alpha val="100000"/>
              </a:srgbClr>
            </a:solidFill>
            <a:ln w="5420" cap="flat">
              <a:solidFill>
                <a:srgbClr val="A2E1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g1418"/>
            <p:cNvSpPr/>
            <p:nvPr/>
          </p:nvSpPr>
          <p:spPr>
            <a:xfrm>
              <a:off x="506668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g1419"/>
            <p:cNvSpPr/>
            <p:nvPr/>
          </p:nvSpPr>
          <p:spPr>
            <a:xfrm>
              <a:off x="507832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g1420"/>
            <p:cNvSpPr/>
            <p:nvPr/>
          </p:nvSpPr>
          <p:spPr>
            <a:xfrm>
              <a:off x="508995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g1421"/>
            <p:cNvSpPr/>
            <p:nvPr/>
          </p:nvSpPr>
          <p:spPr>
            <a:xfrm>
              <a:off x="510159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g1422"/>
            <p:cNvSpPr/>
            <p:nvPr/>
          </p:nvSpPr>
          <p:spPr>
            <a:xfrm>
              <a:off x="511323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g1423"/>
            <p:cNvSpPr/>
            <p:nvPr/>
          </p:nvSpPr>
          <p:spPr>
            <a:xfrm>
              <a:off x="512486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g1424"/>
            <p:cNvSpPr/>
            <p:nvPr/>
          </p:nvSpPr>
          <p:spPr>
            <a:xfrm>
              <a:off x="513650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g1425"/>
            <p:cNvSpPr/>
            <p:nvPr/>
          </p:nvSpPr>
          <p:spPr>
            <a:xfrm>
              <a:off x="5148144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g1426"/>
            <p:cNvSpPr/>
            <p:nvPr/>
          </p:nvSpPr>
          <p:spPr>
            <a:xfrm>
              <a:off x="515978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g1427"/>
            <p:cNvSpPr/>
            <p:nvPr/>
          </p:nvSpPr>
          <p:spPr>
            <a:xfrm>
              <a:off x="517141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g1428"/>
            <p:cNvSpPr/>
            <p:nvPr/>
          </p:nvSpPr>
          <p:spPr>
            <a:xfrm>
              <a:off x="518305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g1429"/>
            <p:cNvSpPr/>
            <p:nvPr/>
          </p:nvSpPr>
          <p:spPr>
            <a:xfrm>
              <a:off x="521796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g1430"/>
            <p:cNvSpPr/>
            <p:nvPr/>
          </p:nvSpPr>
          <p:spPr>
            <a:xfrm>
              <a:off x="522960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g1431"/>
            <p:cNvSpPr/>
            <p:nvPr/>
          </p:nvSpPr>
          <p:spPr>
            <a:xfrm>
              <a:off x="524124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g1432"/>
            <p:cNvSpPr/>
            <p:nvPr/>
          </p:nvSpPr>
          <p:spPr>
            <a:xfrm>
              <a:off x="525288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g1433"/>
            <p:cNvSpPr/>
            <p:nvPr/>
          </p:nvSpPr>
          <p:spPr>
            <a:xfrm>
              <a:off x="526451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g1434"/>
            <p:cNvSpPr/>
            <p:nvPr/>
          </p:nvSpPr>
          <p:spPr>
            <a:xfrm>
              <a:off x="498522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g1435"/>
            <p:cNvSpPr/>
            <p:nvPr/>
          </p:nvSpPr>
          <p:spPr>
            <a:xfrm>
              <a:off x="499685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g1436"/>
            <p:cNvSpPr/>
            <p:nvPr/>
          </p:nvSpPr>
          <p:spPr>
            <a:xfrm>
              <a:off x="500849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g1437"/>
            <p:cNvSpPr/>
            <p:nvPr/>
          </p:nvSpPr>
          <p:spPr>
            <a:xfrm>
              <a:off x="502013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g1438"/>
            <p:cNvSpPr/>
            <p:nvPr/>
          </p:nvSpPr>
          <p:spPr>
            <a:xfrm>
              <a:off x="503177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8">
                <a:alpha val="100000"/>
              </a:srgbClr>
            </a:solidFill>
            <a:ln w="5420" cap="flat">
              <a:solidFill>
                <a:srgbClr val="A2E1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g1439"/>
            <p:cNvSpPr/>
            <p:nvPr/>
          </p:nvSpPr>
          <p:spPr>
            <a:xfrm>
              <a:off x="504340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g1440"/>
            <p:cNvSpPr/>
            <p:nvPr/>
          </p:nvSpPr>
          <p:spPr>
            <a:xfrm>
              <a:off x="505504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g1441"/>
            <p:cNvSpPr/>
            <p:nvPr/>
          </p:nvSpPr>
          <p:spPr>
            <a:xfrm>
              <a:off x="506668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g1442"/>
            <p:cNvSpPr/>
            <p:nvPr/>
          </p:nvSpPr>
          <p:spPr>
            <a:xfrm>
              <a:off x="507832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g1443"/>
            <p:cNvSpPr/>
            <p:nvPr/>
          </p:nvSpPr>
          <p:spPr>
            <a:xfrm>
              <a:off x="508995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g1444"/>
            <p:cNvSpPr/>
            <p:nvPr/>
          </p:nvSpPr>
          <p:spPr>
            <a:xfrm>
              <a:off x="510159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g1445"/>
            <p:cNvSpPr/>
            <p:nvPr/>
          </p:nvSpPr>
          <p:spPr>
            <a:xfrm>
              <a:off x="511323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g1446"/>
            <p:cNvSpPr/>
            <p:nvPr/>
          </p:nvSpPr>
          <p:spPr>
            <a:xfrm>
              <a:off x="512486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g1447"/>
            <p:cNvSpPr/>
            <p:nvPr/>
          </p:nvSpPr>
          <p:spPr>
            <a:xfrm>
              <a:off x="513650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g1448"/>
            <p:cNvSpPr/>
            <p:nvPr/>
          </p:nvSpPr>
          <p:spPr>
            <a:xfrm>
              <a:off x="5148144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g1449"/>
            <p:cNvSpPr/>
            <p:nvPr/>
          </p:nvSpPr>
          <p:spPr>
            <a:xfrm>
              <a:off x="515978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g1450"/>
            <p:cNvSpPr/>
            <p:nvPr/>
          </p:nvSpPr>
          <p:spPr>
            <a:xfrm>
              <a:off x="517141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g1451"/>
            <p:cNvSpPr/>
            <p:nvPr/>
          </p:nvSpPr>
          <p:spPr>
            <a:xfrm>
              <a:off x="518305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g1452"/>
            <p:cNvSpPr/>
            <p:nvPr/>
          </p:nvSpPr>
          <p:spPr>
            <a:xfrm>
              <a:off x="520633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g1453"/>
            <p:cNvSpPr/>
            <p:nvPr/>
          </p:nvSpPr>
          <p:spPr>
            <a:xfrm>
              <a:off x="521796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g1454"/>
            <p:cNvSpPr/>
            <p:nvPr/>
          </p:nvSpPr>
          <p:spPr>
            <a:xfrm>
              <a:off x="522960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g1455"/>
            <p:cNvSpPr/>
            <p:nvPr/>
          </p:nvSpPr>
          <p:spPr>
            <a:xfrm>
              <a:off x="524124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g1456"/>
            <p:cNvSpPr/>
            <p:nvPr/>
          </p:nvSpPr>
          <p:spPr>
            <a:xfrm>
              <a:off x="525288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g1457"/>
            <p:cNvSpPr/>
            <p:nvPr/>
          </p:nvSpPr>
          <p:spPr>
            <a:xfrm>
              <a:off x="526451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g1458"/>
            <p:cNvSpPr/>
            <p:nvPr/>
          </p:nvSpPr>
          <p:spPr>
            <a:xfrm>
              <a:off x="499685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g1459"/>
            <p:cNvSpPr/>
            <p:nvPr/>
          </p:nvSpPr>
          <p:spPr>
            <a:xfrm>
              <a:off x="500849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g1460"/>
            <p:cNvSpPr/>
            <p:nvPr/>
          </p:nvSpPr>
          <p:spPr>
            <a:xfrm>
              <a:off x="502013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g1461"/>
            <p:cNvSpPr/>
            <p:nvPr/>
          </p:nvSpPr>
          <p:spPr>
            <a:xfrm>
              <a:off x="503177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g1462"/>
            <p:cNvSpPr/>
            <p:nvPr/>
          </p:nvSpPr>
          <p:spPr>
            <a:xfrm>
              <a:off x="504340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g1463"/>
            <p:cNvSpPr/>
            <p:nvPr/>
          </p:nvSpPr>
          <p:spPr>
            <a:xfrm>
              <a:off x="505504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g1464"/>
            <p:cNvSpPr/>
            <p:nvPr/>
          </p:nvSpPr>
          <p:spPr>
            <a:xfrm>
              <a:off x="506668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g1465"/>
            <p:cNvSpPr/>
            <p:nvPr/>
          </p:nvSpPr>
          <p:spPr>
            <a:xfrm>
              <a:off x="507832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g1466"/>
            <p:cNvSpPr/>
            <p:nvPr/>
          </p:nvSpPr>
          <p:spPr>
            <a:xfrm>
              <a:off x="508995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g1467"/>
            <p:cNvSpPr/>
            <p:nvPr/>
          </p:nvSpPr>
          <p:spPr>
            <a:xfrm>
              <a:off x="510159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g1468"/>
            <p:cNvSpPr/>
            <p:nvPr/>
          </p:nvSpPr>
          <p:spPr>
            <a:xfrm>
              <a:off x="511323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g1469"/>
            <p:cNvSpPr/>
            <p:nvPr/>
          </p:nvSpPr>
          <p:spPr>
            <a:xfrm>
              <a:off x="512486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g1470"/>
            <p:cNvSpPr/>
            <p:nvPr/>
          </p:nvSpPr>
          <p:spPr>
            <a:xfrm>
              <a:off x="513650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g1471"/>
            <p:cNvSpPr/>
            <p:nvPr/>
          </p:nvSpPr>
          <p:spPr>
            <a:xfrm>
              <a:off x="5148144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4">
                <a:alpha val="100000"/>
              </a:srgbClr>
            </a:solidFill>
            <a:ln w="5420" cap="flat">
              <a:solidFill>
                <a:srgbClr val="99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g1472"/>
            <p:cNvSpPr/>
            <p:nvPr/>
          </p:nvSpPr>
          <p:spPr>
            <a:xfrm>
              <a:off x="515978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g1473"/>
            <p:cNvSpPr/>
            <p:nvPr/>
          </p:nvSpPr>
          <p:spPr>
            <a:xfrm>
              <a:off x="517141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g1474"/>
            <p:cNvSpPr/>
            <p:nvPr/>
          </p:nvSpPr>
          <p:spPr>
            <a:xfrm>
              <a:off x="518305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g1475"/>
            <p:cNvSpPr/>
            <p:nvPr/>
          </p:nvSpPr>
          <p:spPr>
            <a:xfrm>
              <a:off x="519469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g1476"/>
            <p:cNvSpPr/>
            <p:nvPr/>
          </p:nvSpPr>
          <p:spPr>
            <a:xfrm>
              <a:off x="520633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g1477"/>
            <p:cNvSpPr/>
            <p:nvPr/>
          </p:nvSpPr>
          <p:spPr>
            <a:xfrm>
              <a:off x="521796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g1478"/>
            <p:cNvSpPr/>
            <p:nvPr/>
          </p:nvSpPr>
          <p:spPr>
            <a:xfrm>
              <a:off x="522960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g1479"/>
            <p:cNvSpPr/>
            <p:nvPr/>
          </p:nvSpPr>
          <p:spPr>
            <a:xfrm>
              <a:off x="524124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g1480"/>
            <p:cNvSpPr/>
            <p:nvPr/>
          </p:nvSpPr>
          <p:spPr>
            <a:xfrm>
              <a:off x="525288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g1481"/>
            <p:cNvSpPr/>
            <p:nvPr/>
          </p:nvSpPr>
          <p:spPr>
            <a:xfrm>
              <a:off x="526451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g1482"/>
            <p:cNvSpPr/>
            <p:nvPr/>
          </p:nvSpPr>
          <p:spPr>
            <a:xfrm>
              <a:off x="500849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g1483"/>
            <p:cNvSpPr/>
            <p:nvPr/>
          </p:nvSpPr>
          <p:spPr>
            <a:xfrm>
              <a:off x="502013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g1484"/>
            <p:cNvSpPr/>
            <p:nvPr/>
          </p:nvSpPr>
          <p:spPr>
            <a:xfrm>
              <a:off x="503177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g1485"/>
            <p:cNvSpPr/>
            <p:nvPr/>
          </p:nvSpPr>
          <p:spPr>
            <a:xfrm>
              <a:off x="504340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g1486"/>
            <p:cNvSpPr/>
            <p:nvPr/>
          </p:nvSpPr>
          <p:spPr>
            <a:xfrm>
              <a:off x="505504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g1487"/>
            <p:cNvSpPr/>
            <p:nvPr/>
          </p:nvSpPr>
          <p:spPr>
            <a:xfrm>
              <a:off x="506668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g1488"/>
            <p:cNvSpPr/>
            <p:nvPr/>
          </p:nvSpPr>
          <p:spPr>
            <a:xfrm>
              <a:off x="507832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g1489"/>
            <p:cNvSpPr/>
            <p:nvPr/>
          </p:nvSpPr>
          <p:spPr>
            <a:xfrm>
              <a:off x="508995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g1490"/>
            <p:cNvSpPr/>
            <p:nvPr/>
          </p:nvSpPr>
          <p:spPr>
            <a:xfrm>
              <a:off x="510159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g1491"/>
            <p:cNvSpPr/>
            <p:nvPr/>
          </p:nvSpPr>
          <p:spPr>
            <a:xfrm>
              <a:off x="5113232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g1492"/>
            <p:cNvSpPr/>
            <p:nvPr/>
          </p:nvSpPr>
          <p:spPr>
            <a:xfrm>
              <a:off x="512486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g1493"/>
            <p:cNvSpPr/>
            <p:nvPr/>
          </p:nvSpPr>
          <p:spPr>
            <a:xfrm>
              <a:off x="513650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g1494"/>
            <p:cNvSpPr/>
            <p:nvPr/>
          </p:nvSpPr>
          <p:spPr>
            <a:xfrm>
              <a:off x="5148144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g1495"/>
            <p:cNvSpPr/>
            <p:nvPr/>
          </p:nvSpPr>
          <p:spPr>
            <a:xfrm>
              <a:off x="515978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g1496"/>
            <p:cNvSpPr/>
            <p:nvPr/>
          </p:nvSpPr>
          <p:spPr>
            <a:xfrm>
              <a:off x="517141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g1497"/>
            <p:cNvSpPr/>
            <p:nvPr/>
          </p:nvSpPr>
          <p:spPr>
            <a:xfrm>
              <a:off x="518305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g1498"/>
            <p:cNvSpPr/>
            <p:nvPr/>
          </p:nvSpPr>
          <p:spPr>
            <a:xfrm>
              <a:off x="519469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g1499"/>
            <p:cNvSpPr/>
            <p:nvPr/>
          </p:nvSpPr>
          <p:spPr>
            <a:xfrm>
              <a:off x="520633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g1500"/>
            <p:cNvSpPr/>
            <p:nvPr/>
          </p:nvSpPr>
          <p:spPr>
            <a:xfrm>
              <a:off x="521796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g1501"/>
            <p:cNvSpPr/>
            <p:nvPr/>
          </p:nvSpPr>
          <p:spPr>
            <a:xfrm>
              <a:off x="522960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g1502"/>
            <p:cNvSpPr/>
            <p:nvPr/>
          </p:nvSpPr>
          <p:spPr>
            <a:xfrm>
              <a:off x="524124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g1503"/>
            <p:cNvSpPr/>
            <p:nvPr/>
          </p:nvSpPr>
          <p:spPr>
            <a:xfrm>
              <a:off x="525288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g1504"/>
            <p:cNvSpPr/>
            <p:nvPr/>
          </p:nvSpPr>
          <p:spPr>
            <a:xfrm>
              <a:off x="500849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g1505"/>
            <p:cNvSpPr/>
            <p:nvPr/>
          </p:nvSpPr>
          <p:spPr>
            <a:xfrm>
              <a:off x="502013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g1506"/>
            <p:cNvSpPr/>
            <p:nvPr/>
          </p:nvSpPr>
          <p:spPr>
            <a:xfrm>
              <a:off x="503177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g1507"/>
            <p:cNvSpPr/>
            <p:nvPr/>
          </p:nvSpPr>
          <p:spPr>
            <a:xfrm>
              <a:off x="504340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g1508"/>
            <p:cNvSpPr/>
            <p:nvPr/>
          </p:nvSpPr>
          <p:spPr>
            <a:xfrm>
              <a:off x="505504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g1509"/>
            <p:cNvSpPr/>
            <p:nvPr/>
          </p:nvSpPr>
          <p:spPr>
            <a:xfrm>
              <a:off x="506668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g1510"/>
            <p:cNvSpPr/>
            <p:nvPr/>
          </p:nvSpPr>
          <p:spPr>
            <a:xfrm>
              <a:off x="507832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g1511"/>
            <p:cNvSpPr/>
            <p:nvPr/>
          </p:nvSpPr>
          <p:spPr>
            <a:xfrm>
              <a:off x="508995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g1512"/>
            <p:cNvSpPr/>
            <p:nvPr/>
          </p:nvSpPr>
          <p:spPr>
            <a:xfrm>
              <a:off x="510159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g1513"/>
            <p:cNvSpPr/>
            <p:nvPr/>
          </p:nvSpPr>
          <p:spPr>
            <a:xfrm>
              <a:off x="5113232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g1514"/>
            <p:cNvSpPr/>
            <p:nvPr/>
          </p:nvSpPr>
          <p:spPr>
            <a:xfrm>
              <a:off x="512486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g1515"/>
            <p:cNvSpPr/>
            <p:nvPr/>
          </p:nvSpPr>
          <p:spPr>
            <a:xfrm>
              <a:off x="513650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6E3CA">
                <a:alpha val="100000"/>
              </a:srgbClr>
            </a:solidFill>
            <a:ln w="5420" cap="flat">
              <a:solidFill>
                <a:srgbClr val="A6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g1516"/>
            <p:cNvSpPr/>
            <p:nvPr/>
          </p:nvSpPr>
          <p:spPr>
            <a:xfrm>
              <a:off x="5148144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g1517"/>
            <p:cNvSpPr/>
            <p:nvPr/>
          </p:nvSpPr>
          <p:spPr>
            <a:xfrm>
              <a:off x="515978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g1518"/>
            <p:cNvSpPr/>
            <p:nvPr/>
          </p:nvSpPr>
          <p:spPr>
            <a:xfrm>
              <a:off x="517141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g1519"/>
            <p:cNvSpPr/>
            <p:nvPr/>
          </p:nvSpPr>
          <p:spPr>
            <a:xfrm>
              <a:off x="518305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g1520"/>
            <p:cNvSpPr/>
            <p:nvPr/>
          </p:nvSpPr>
          <p:spPr>
            <a:xfrm>
              <a:off x="519469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g1521"/>
            <p:cNvSpPr/>
            <p:nvPr/>
          </p:nvSpPr>
          <p:spPr>
            <a:xfrm>
              <a:off x="520633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g1522"/>
            <p:cNvSpPr/>
            <p:nvPr/>
          </p:nvSpPr>
          <p:spPr>
            <a:xfrm>
              <a:off x="521796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g1523"/>
            <p:cNvSpPr/>
            <p:nvPr/>
          </p:nvSpPr>
          <p:spPr>
            <a:xfrm>
              <a:off x="522960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g1524"/>
            <p:cNvSpPr/>
            <p:nvPr/>
          </p:nvSpPr>
          <p:spPr>
            <a:xfrm>
              <a:off x="524124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g1525"/>
            <p:cNvSpPr/>
            <p:nvPr/>
          </p:nvSpPr>
          <p:spPr>
            <a:xfrm>
              <a:off x="503177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g1526"/>
            <p:cNvSpPr/>
            <p:nvPr/>
          </p:nvSpPr>
          <p:spPr>
            <a:xfrm>
              <a:off x="504340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g1527"/>
            <p:cNvSpPr/>
            <p:nvPr/>
          </p:nvSpPr>
          <p:spPr>
            <a:xfrm>
              <a:off x="505504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g1528"/>
            <p:cNvSpPr/>
            <p:nvPr/>
          </p:nvSpPr>
          <p:spPr>
            <a:xfrm>
              <a:off x="506668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g1529"/>
            <p:cNvSpPr/>
            <p:nvPr/>
          </p:nvSpPr>
          <p:spPr>
            <a:xfrm>
              <a:off x="507832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g1530"/>
            <p:cNvSpPr/>
            <p:nvPr/>
          </p:nvSpPr>
          <p:spPr>
            <a:xfrm>
              <a:off x="508995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g1531"/>
            <p:cNvSpPr/>
            <p:nvPr/>
          </p:nvSpPr>
          <p:spPr>
            <a:xfrm>
              <a:off x="510159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g1532"/>
            <p:cNvSpPr/>
            <p:nvPr/>
          </p:nvSpPr>
          <p:spPr>
            <a:xfrm>
              <a:off x="5113232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g1533"/>
            <p:cNvSpPr/>
            <p:nvPr/>
          </p:nvSpPr>
          <p:spPr>
            <a:xfrm>
              <a:off x="512486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g1534"/>
            <p:cNvSpPr/>
            <p:nvPr/>
          </p:nvSpPr>
          <p:spPr>
            <a:xfrm>
              <a:off x="513650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g1535"/>
            <p:cNvSpPr/>
            <p:nvPr/>
          </p:nvSpPr>
          <p:spPr>
            <a:xfrm>
              <a:off x="5148144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g1536"/>
            <p:cNvSpPr/>
            <p:nvPr/>
          </p:nvSpPr>
          <p:spPr>
            <a:xfrm>
              <a:off x="515978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g1537"/>
            <p:cNvSpPr/>
            <p:nvPr/>
          </p:nvSpPr>
          <p:spPr>
            <a:xfrm>
              <a:off x="517141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g1538"/>
            <p:cNvSpPr/>
            <p:nvPr/>
          </p:nvSpPr>
          <p:spPr>
            <a:xfrm>
              <a:off x="5183056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g1539"/>
            <p:cNvSpPr/>
            <p:nvPr/>
          </p:nvSpPr>
          <p:spPr>
            <a:xfrm>
              <a:off x="519469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g1540"/>
            <p:cNvSpPr/>
            <p:nvPr/>
          </p:nvSpPr>
          <p:spPr>
            <a:xfrm>
              <a:off x="520633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g1541"/>
            <p:cNvSpPr/>
            <p:nvPr/>
          </p:nvSpPr>
          <p:spPr>
            <a:xfrm>
              <a:off x="521796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g1542"/>
            <p:cNvSpPr/>
            <p:nvPr/>
          </p:nvSpPr>
          <p:spPr>
            <a:xfrm>
              <a:off x="522960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g1543"/>
            <p:cNvSpPr/>
            <p:nvPr/>
          </p:nvSpPr>
          <p:spPr>
            <a:xfrm>
              <a:off x="504340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g1544"/>
            <p:cNvSpPr/>
            <p:nvPr/>
          </p:nvSpPr>
          <p:spPr>
            <a:xfrm>
              <a:off x="505504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g1545"/>
            <p:cNvSpPr/>
            <p:nvPr/>
          </p:nvSpPr>
          <p:spPr>
            <a:xfrm>
              <a:off x="506668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g1546"/>
            <p:cNvSpPr/>
            <p:nvPr/>
          </p:nvSpPr>
          <p:spPr>
            <a:xfrm>
              <a:off x="5078320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g1547"/>
            <p:cNvSpPr/>
            <p:nvPr/>
          </p:nvSpPr>
          <p:spPr>
            <a:xfrm>
              <a:off x="508995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g1548"/>
            <p:cNvSpPr/>
            <p:nvPr/>
          </p:nvSpPr>
          <p:spPr>
            <a:xfrm>
              <a:off x="510159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g1549"/>
            <p:cNvSpPr/>
            <p:nvPr/>
          </p:nvSpPr>
          <p:spPr>
            <a:xfrm>
              <a:off x="5113232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g1550"/>
            <p:cNvSpPr/>
            <p:nvPr/>
          </p:nvSpPr>
          <p:spPr>
            <a:xfrm>
              <a:off x="512486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g1551"/>
            <p:cNvSpPr/>
            <p:nvPr/>
          </p:nvSpPr>
          <p:spPr>
            <a:xfrm>
              <a:off x="513650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g1552"/>
            <p:cNvSpPr/>
            <p:nvPr/>
          </p:nvSpPr>
          <p:spPr>
            <a:xfrm>
              <a:off x="5148144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g1553"/>
            <p:cNvSpPr/>
            <p:nvPr/>
          </p:nvSpPr>
          <p:spPr>
            <a:xfrm>
              <a:off x="515978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g1554"/>
            <p:cNvSpPr/>
            <p:nvPr/>
          </p:nvSpPr>
          <p:spPr>
            <a:xfrm>
              <a:off x="517141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g1555"/>
            <p:cNvSpPr/>
            <p:nvPr/>
          </p:nvSpPr>
          <p:spPr>
            <a:xfrm>
              <a:off x="5183056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g1556"/>
            <p:cNvSpPr/>
            <p:nvPr/>
          </p:nvSpPr>
          <p:spPr>
            <a:xfrm>
              <a:off x="519469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g1557"/>
            <p:cNvSpPr/>
            <p:nvPr/>
          </p:nvSpPr>
          <p:spPr>
            <a:xfrm>
              <a:off x="520633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g1558"/>
            <p:cNvSpPr/>
            <p:nvPr/>
          </p:nvSpPr>
          <p:spPr>
            <a:xfrm>
              <a:off x="521796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g1559"/>
            <p:cNvSpPr/>
            <p:nvPr/>
          </p:nvSpPr>
          <p:spPr>
            <a:xfrm>
              <a:off x="505504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g1560"/>
            <p:cNvSpPr/>
            <p:nvPr/>
          </p:nvSpPr>
          <p:spPr>
            <a:xfrm>
              <a:off x="506668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g1561"/>
            <p:cNvSpPr/>
            <p:nvPr/>
          </p:nvSpPr>
          <p:spPr>
            <a:xfrm>
              <a:off x="5078320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g1562"/>
            <p:cNvSpPr/>
            <p:nvPr/>
          </p:nvSpPr>
          <p:spPr>
            <a:xfrm>
              <a:off x="508995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g1563"/>
            <p:cNvSpPr/>
            <p:nvPr/>
          </p:nvSpPr>
          <p:spPr>
            <a:xfrm>
              <a:off x="510159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g1564"/>
            <p:cNvSpPr/>
            <p:nvPr/>
          </p:nvSpPr>
          <p:spPr>
            <a:xfrm>
              <a:off x="5113232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g1565"/>
            <p:cNvSpPr/>
            <p:nvPr/>
          </p:nvSpPr>
          <p:spPr>
            <a:xfrm>
              <a:off x="512486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g1566"/>
            <p:cNvSpPr/>
            <p:nvPr/>
          </p:nvSpPr>
          <p:spPr>
            <a:xfrm>
              <a:off x="513650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g1567"/>
            <p:cNvSpPr/>
            <p:nvPr/>
          </p:nvSpPr>
          <p:spPr>
            <a:xfrm>
              <a:off x="5148144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g1568"/>
            <p:cNvSpPr/>
            <p:nvPr/>
          </p:nvSpPr>
          <p:spPr>
            <a:xfrm>
              <a:off x="515978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g1569"/>
            <p:cNvSpPr/>
            <p:nvPr/>
          </p:nvSpPr>
          <p:spPr>
            <a:xfrm>
              <a:off x="517141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g1570"/>
            <p:cNvSpPr/>
            <p:nvPr/>
          </p:nvSpPr>
          <p:spPr>
            <a:xfrm>
              <a:off x="5183056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g1571"/>
            <p:cNvSpPr/>
            <p:nvPr/>
          </p:nvSpPr>
          <p:spPr>
            <a:xfrm>
              <a:off x="519469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g1572"/>
            <p:cNvSpPr/>
            <p:nvPr/>
          </p:nvSpPr>
          <p:spPr>
            <a:xfrm>
              <a:off x="520633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g1573"/>
            <p:cNvSpPr/>
            <p:nvPr/>
          </p:nvSpPr>
          <p:spPr>
            <a:xfrm>
              <a:off x="5217968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g1574"/>
            <p:cNvSpPr/>
            <p:nvPr/>
          </p:nvSpPr>
          <p:spPr>
            <a:xfrm>
              <a:off x="500849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g1575"/>
            <p:cNvSpPr/>
            <p:nvPr/>
          </p:nvSpPr>
          <p:spPr>
            <a:xfrm>
              <a:off x="502013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g1576"/>
            <p:cNvSpPr/>
            <p:nvPr/>
          </p:nvSpPr>
          <p:spPr>
            <a:xfrm>
              <a:off x="503177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g1577"/>
            <p:cNvSpPr/>
            <p:nvPr/>
          </p:nvSpPr>
          <p:spPr>
            <a:xfrm>
              <a:off x="504340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g1578"/>
            <p:cNvSpPr/>
            <p:nvPr/>
          </p:nvSpPr>
          <p:spPr>
            <a:xfrm>
              <a:off x="505504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g1579"/>
            <p:cNvSpPr/>
            <p:nvPr/>
          </p:nvSpPr>
          <p:spPr>
            <a:xfrm>
              <a:off x="506668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g1580"/>
            <p:cNvSpPr/>
            <p:nvPr/>
          </p:nvSpPr>
          <p:spPr>
            <a:xfrm>
              <a:off x="5078320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g1581"/>
            <p:cNvSpPr/>
            <p:nvPr/>
          </p:nvSpPr>
          <p:spPr>
            <a:xfrm>
              <a:off x="508995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g1582"/>
            <p:cNvSpPr/>
            <p:nvPr/>
          </p:nvSpPr>
          <p:spPr>
            <a:xfrm>
              <a:off x="510159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g1583"/>
            <p:cNvSpPr/>
            <p:nvPr/>
          </p:nvSpPr>
          <p:spPr>
            <a:xfrm>
              <a:off x="5113232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g1584"/>
            <p:cNvSpPr/>
            <p:nvPr/>
          </p:nvSpPr>
          <p:spPr>
            <a:xfrm>
              <a:off x="512486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g1585"/>
            <p:cNvSpPr/>
            <p:nvPr/>
          </p:nvSpPr>
          <p:spPr>
            <a:xfrm>
              <a:off x="513650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g1586"/>
            <p:cNvSpPr/>
            <p:nvPr/>
          </p:nvSpPr>
          <p:spPr>
            <a:xfrm>
              <a:off x="5148144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g1587"/>
            <p:cNvSpPr/>
            <p:nvPr/>
          </p:nvSpPr>
          <p:spPr>
            <a:xfrm>
              <a:off x="515978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g1588"/>
            <p:cNvSpPr/>
            <p:nvPr/>
          </p:nvSpPr>
          <p:spPr>
            <a:xfrm>
              <a:off x="517141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g1589"/>
            <p:cNvSpPr/>
            <p:nvPr/>
          </p:nvSpPr>
          <p:spPr>
            <a:xfrm>
              <a:off x="518305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g1590"/>
            <p:cNvSpPr/>
            <p:nvPr/>
          </p:nvSpPr>
          <p:spPr>
            <a:xfrm>
              <a:off x="519469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g1591"/>
            <p:cNvSpPr/>
            <p:nvPr/>
          </p:nvSpPr>
          <p:spPr>
            <a:xfrm>
              <a:off x="520633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g1592"/>
            <p:cNvSpPr/>
            <p:nvPr/>
          </p:nvSpPr>
          <p:spPr>
            <a:xfrm>
              <a:off x="499685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g1593"/>
            <p:cNvSpPr/>
            <p:nvPr/>
          </p:nvSpPr>
          <p:spPr>
            <a:xfrm>
              <a:off x="500849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g1594"/>
            <p:cNvSpPr/>
            <p:nvPr/>
          </p:nvSpPr>
          <p:spPr>
            <a:xfrm>
              <a:off x="502013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g1595"/>
            <p:cNvSpPr/>
            <p:nvPr/>
          </p:nvSpPr>
          <p:spPr>
            <a:xfrm>
              <a:off x="503177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g1596"/>
            <p:cNvSpPr/>
            <p:nvPr/>
          </p:nvSpPr>
          <p:spPr>
            <a:xfrm>
              <a:off x="504340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g1597"/>
            <p:cNvSpPr/>
            <p:nvPr/>
          </p:nvSpPr>
          <p:spPr>
            <a:xfrm>
              <a:off x="505504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g1598"/>
            <p:cNvSpPr/>
            <p:nvPr/>
          </p:nvSpPr>
          <p:spPr>
            <a:xfrm>
              <a:off x="506668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g1599"/>
            <p:cNvSpPr/>
            <p:nvPr/>
          </p:nvSpPr>
          <p:spPr>
            <a:xfrm>
              <a:off x="5078320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g1600"/>
            <p:cNvSpPr/>
            <p:nvPr/>
          </p:nvSpPr>
          <p:spPr>
            <a:xfrm>
              <a:off x="508995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g1601"/>
            <p:cNvSpPr/>
            <p:nvPr/>
          </p:nvSpPr>
          <p:spPr>
            <a:xfrm>
              <a:off x="510159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g1602"/>
            <p:cNvSpPr/>
            <p:nvPr/>
          </p:nvSpPr>
          <p:spPr>
            <a:xfrm>
              <a:off x="5113232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g1603"/>
            <p:cNvSpPr/>
            <p:nvPr/>
          </p:nvSpPr>
          <p:spPr>
            <a:xfrm>
              <a:off x="512486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g1604"/>
            <p:cNvSpPr/>
            <p:nvPr/>
          </p:nvSpPr>
          <p:spPr>
            <a:xfrm>
              <a:off x="513650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g1605"/>
            <p:cNvSpPr/>
            <p:nvPr/>
          </p:nvSpPr>
          <p:spPr>
            <a:xfrm>
              <a:off x="5148144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g1606"/>
            <p:cNvSpPr/>
            <p:nvPr/>
          </p:nvSpPr>
          <p:spPr>
            <a:xfrm>
              <a:off x="515978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g1607"/>
            <p:cNvSpPr/>
            <p:nvPr/>
          </p:nvSpPr>
          <p:spPr>
            <a:xfrm>
              <a:off x="517141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g1608"/>
            <p:cNvSpPr/>
            <p:nvPr/>
          </p:nvSpPr>
          <p:spPr>
            <a:xfrm>
              <a:off x="518305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g1609"/>
            <p:cNvSpPr/>
            <p:nvPr/>
          </p:nvSpPr>
          <p:spPr>
            <a:xfrm>
              <a:off x="519469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g1610"/>
            <p:cNvSpPr/>
            <p:nvPr/>
          </p:nvSpPr>
          <p:spPr>
            <a:xfrm>
              <a:off x="520633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g1611"/>
            <p:cNvSpPr/>
            <p:nvPr/>
          </p:nvSpPr>
          <p:spPr>
            <a:xfrm>
              <a:off x="499685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g1612"/>
            <p:cNvSpPr/>
            <p:nvPr/>
          </p:nvSpPr>
          <p:spPr>
            <a:xfrm>
              <a:off x="500849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g1613"/>
            <p:cNvSpPr/>
            <p:nvPr/>
          </p:nvSpPr>
          <p:spPr>
            <a:xfrm>
              <a:off x="502013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g1614"/>
            <p:cNvSpPr/>
            <p:nvPr/>
          </p:nvSpPr>
          <p:spPr>
            <a:xfrm>
              <a:off x="503177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g1615"/>
            <p:cNvSpPr/>
            <p:nvPr/>
          </p:nvSpPr>
          <p:spPr>
            <a:xfrm>
              <a:off x="504340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g1616"/>
            <p:cNvSpPr/>
            <p:nvPr/>
          </p:nvSpPr>
          <p:spPr>
            <a:xfrm>
              <a:off x="505504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g1617"/>
            <p:cNvSpPr/>
            <p:nvPr/>
          </p:nvSpPr>
          <p:spPr>
            <a:xfrm>
              <a:off x="506668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g1618"/>
            <p:cNvSpPr/>
            <p:nvPr/>
          </p:nvSpPr>
          <p:spPr>
            <a:xfrm>
              <a:off x="5078320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g1619"/>
            <p:cNvSpPr/>
            <p:nvPr/>
          </p:nvSpPr>
          <p:spPr>
            <a:xfrm>
              <a:off x="508995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g1620"/>
            <p:cNvSpPr/>
            <p:nvPr/>
          </p:nvSpPr>
          <p:spPr>
            <a:xfrm>
              <a:off x="510159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g1621"/>
            <p:cNvSpPr/>
            <p:nvPr/>
          </p:nvSpPr>
          <p:spPr>
            <a:xfrm>
              <a:off x="5113232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g1622"/>
            <p:cNvSpPr/>
            <p:nvPr/>
          </p:nvSpPr>
          <p:spPr>
            <a:xfrm>
              <a:off x="512486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g1623"/>
            <p:cNvSpPr/>
            <p:nvPr/>
          </p:nvSpPr>
          <p:spPr>
            <a:xfrm>
              <a:off x="513650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g1624"/>
            <p:cNvSpPr/>
            <p:nvPr/>
          </p:nvSpPr>
          <p:spPr>
            <a:xfrm>
              <a:off x="5148144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g1625"/>
            <p:cNvSpPr/>
            <p:nvPr/>
          </p:nvSpPr>
          <p:spPr>
            <a:xfrm>
              <a:off x="515978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g1626"/>
            <p:cNvSpPr/>
            <p:nvPr/>
          </p:nvSpPr>
          <p:spPr>
            <a:xfrm>
              <a:off x="517141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g1627"/>
            <p:cNvSpPr/>
            <p:nvPr/>
          </p:nvSpPr>
          <p:spPr>
            <a:xfrm>
              <a:off x="518305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g1628"/>
            <p:cNvSpPr/>
            <p:nvPr/>
          </p:nvSpPr>
          <p:spPr>
            <a:xfrm>
              <a:off x="519469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g1629"/>
            <p:cNvSpPr/>
            <p:nvPr/>
          </p:nvSpPr>
          <p:spPr>
            <a:xfrm>
              <a:off x="499685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g1630"/>
            <p:cNvSpPr/>
            <p:nvPr/>
          </p:nvSpPr>
          <p:spPr>
            <a:xfrm>
              <a:off x="500849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g1631"/>
            <p:cNvSpPr/>
            <p:nvPr/>
          </p:nvSpPr>
          <p:spPr>
            <a:xfrm>
              <a:off x="502013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g1632"/>
            <p:cNvSpPr/>
            <p:nvPr/>
          </p:nvSpPr>
          <p:spPr>
            <a:xfrm>
              <a:off x="503177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g1633"/>
            <p:cNvSpPr/>
            <p:nvPr/>
          </p:nvSpPr>
          <p:spPr>
            <a:xfrm>
              <a:off x="5043408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g1634"/>
            <p:cNvSpPr/>
            <p:nvPr/>
          </p:nvSpPr>
          <p:spPr>
            <a:xfrm>
              <a:off x="505504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g1635"/>
            <p:cNvSpPr/>
            <p:nvPr/>
          </p:nvSpPr>
          <p:spPr>
            <a:xfrm>
              <a:off x="506668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g1636"/>
            <p:cNvSpPr/>
            <p:nvPr/>
          </p:nvSpPr>
          <p:spPr>
            <a:xfrm>
              <a:off x="5078320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g1637"/>
            <p:cNvSpPr/>
            <p:nvPr/>
          </p:nvSpPr>
          <p:spPr>
            <a:xfrm>
              <a:off x="508995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g1638"/>
            <p:cNvSpPr/>
            <p:nvPr/>
          </p:nvSpPr>
          <p:spPr>
            <a:xfrm>
              <a:off x="510159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g1639"/>
            <p:cNvSpPr/>
            <p:nvPr/>
          </p:nvSpPr>
          <p:spPr>
            <a:xfrm>
              <a:off x="5113232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g1640"/>
            <p:cNvSpPr/>
            <p:nvPr/>
          </p:nvSpPr>
          <p:spPr>
            <a:xfrm>
              <a:off x="512486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g1641"/>
            <p:cNvSpPr/>
            <p:nvPr/>
          </p:nvSpPr>
          <p:spPr>
            <a:xfrm>
              <a:off x="513650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g1642"/>
            <p:cNvSpPr/>
            <p:nvPr/>
          </p:nvSpPr>
          <p:spPr>
            <a:xfrm>
              <a:off x="5148144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g1643"/>
            <p:cNvSpPr/>
            <p:nvPr/>
          </p:nvSpPr>
          <p:spPr>
            <a:xfrm>
              <a:off x="515978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g1644"/>
            <p:cNvSpPr/>
            <p:nvPr/>
          </p:nvSpPr>
          <p:spPr>
            <a:xfrm>
              <a:off x="517141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g1645"/>
            <p:cNvSpPr/>
            <p:nvPr/>
          </p:nvSpPr>
          <p:spPr>
            <a:xfrm>
              <a:off x="518305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g1646"/>
            <p:cNvSpPr/>
            <p:nvPr/>
          </p:nvSpPr>
          <p:spPr>
            <a:xfrm>
              <a:off x="5008496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g1647"/>
            <p:cNvSpPr/>
            <p:nvPr/>
          </p:nvSpPr>
          <p:spPr>
            <a:xfrm>
              <a:off x="502013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g1648"/>
            <p:cNvSpPr/>
            <p:nvPr/>
          </p:nvSpPr>
          <p:spPr>
            <a:xfrm>
              <a:off x="503177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g1649"/>
            <p:cNvSpPr/>
            <p:nvPr/>
          </p:nvSpPr>
          <p:spPr>
            <a:xfrm>
              <a:off x="5043408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g1650"/>
            <p:cNvSpPr/>
            <p:nvPr/>
          </p:nvSpPr>
          <p:spPr>
            <a:xfrm>
              <a:off x="505504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g1651"/>
            <p:cNvSpPr/>
            <p:nvPr/>
          </p:nvSpPr>
          <p:spPr>
            <a:xfrm>
              <a:off x="506668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g1652"/>
            <p:cNvSpPr/>
            <p:nvPr/>
          </p:nvSpPr>
          <p:spPr>
            <a:xfrm>
              <a:off x="5078320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g1653"/>
            <p:cNvSpPr/>
            <p:nvPr/>
          </p:nvSpPr>
          <p:spPr>
            <a:xfrm>
              <a:off x="508995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g1654"/>
            <p:cNvSpPr/>
            <p:nvPr/>
          </p:nvSpPr>
          <p:spPr>
            <a:xfrm>
              <a:off x="510159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g1655"/>
            <p:cNvSpPr/>
            <p:nvPr/>
          </p:nvSpPr>
          <p:spPr>
            <a:xfrm>
              <a:off x="5113232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g1656"/>
            <p:cNvSpPr/>
            <p:nvPr/>
          </p:nvSpPr>
          <p:spPr>
            <a:xfrm>
              <a:off x="512486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g1657"/>
            <p:cNvSpPr/>
            <p:nvPr/>
          </p:nvSpPr>
          <p:spPr>
            <a:xfrm>
              <a:off x="513650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g1658"/>
            <p:cNvSpPr/>
            <p:nvPr/>
          </p:nvSpPr>
          <p:spPr>
            <a:xfrm>
              <a:off x="5148144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g1659"/>
            <p:cNvSpPr/>
            <p:nvPr/>
          </p:nvSpPr>
          <p:spPr>
            <a:xfrm>
              <a:off x="515978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g1660"/>
            <p:cNvSpPr/>
            <p:nvPr/>
          </p:nvSpPr>
          <p:spPr>
            <a:xfrm>
              <a:off x="517141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g1661"/>
            <p:cNvSpPr/>
            <p:nvPr/>
          </p:nvSpPr>
          <p:spPr>
            <a:xfrm>
              <a:off x="5043408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g1662"/>
            <p:cNvSpPr/>
            <p:nvPr/>
          </p:nvSpPr>
          <p:spPr>
            <a:xfrm>
              <a:off x="505504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g1663"/>
            <p:cNvSpPr/>
            <p:nvPr/>
          </p:nvSpPr>
          <p:spPr>
            <a:xfrm>
              <a:off x="5066683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g1664"/>
            <p:cNvSpPr/>
            <p:nvPr/>
          </p:nvSpPr>
          <p:spPr>
            <a:xfrm>
              <a:off x="5078320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g1665"/>
            <p:cNvSpPr/>
            <p:nvPr/>
          </p:nvSpPr>
          <p:spPr>
            <a:xfrm>
              <a:off x="508995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g1666"/>
            <p:cNvSpPr/>
            <p:nvPr/>
          </p:nvSpPr>
          <p:spPr>
            <a:xfrm>
              <a:off x="510159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g1667"/>
            <p:cNvSpPr/>
            <p:nvPr/>
          </p:nvSpPr>
          <p:spPr>
            <a:xfrm>
              <a:off x="5113232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g1668"/>
            <p:cNvSpPr/>
            <p:nvPr/>
          </p:nvSpPr>
          <p:spPr>
            <a:xfrm>
              <a:off x="512486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g1669"/>
            <p:cNvSpPr/>
            <p:nvPr/>
          </p:nvSpPr>
          <p:spPr>
            <a:xfrm>
              <a:off x="513650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g1670"/>
            <p:cNvSpPr/>
            <p:nvPr/>
          </p:nvSpPr>
          <p:spPr>
            <a:xfrm>
              <a:off x="5148144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g1671"/>
            <p:cNvSpPr/>
            <p:nvPr/>
          </p:nvSpPr>
          <p:spPr>
            <a:xfrm>
              <a:off x="5159781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g1672"/>
            <p:cNvSpPr/>
            <p:nvPr/>
          </p:nvSpPr>
          <p:spPr>
            <a:xfrm>
              <a:off x="517141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g1673"/>
            <p:cNvSpPr/>
            <p:nvPr/>
          </p:nvSpPr>
          <p:spPr>
            <a:xfrm>
              <a:off x="5066683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g1674"/>
            <p:cNvSpPr/>
            <p:nvPr/>
          </p:nvSpPr>
          <p:spPr>
            <a:xfrm>
              <a:off x="5078320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g1675"/>
            <p:cNvSpPr/>
            <p:nvPr/>
          </p:nvSpPr>
          <p:spPr>
            <a:xfrm>
              <a:off x="508995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g1676"/>
            <p:cNvSpPr/>
            <p:nvPr/>
          </p:nvSpPr>
          <p:spPr>
            <a:xfrm>
              <a:off x="5101595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g1677"/>
            <p:cNvSpPr/>
            <p:nvPr/>
          </p:nvSpPr>
          <p:spPr>
            <a:xfrm>
              <a:off x="5113232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g1678"/>
            <p:cNvSpPr/>
            <p:nvPr/>
          </p:nvSpPr>
          <p:spPr>
            <a:xfrm>
              <a:off x="512486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g1679"/>
            <p:cNvSpPr/>
            <p:nvPr/>
          </p:nvSpPr>
          <p:spPr>
            <a:xfrm>
              <a:off x="513650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g1680"/>
            <p:cNvSpPr/>
            <p:nvPr/>
          </p:nvSpPr>
          <p:spPr>
            <a:xfrm>
              <a:off x="5148144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g1681"/>
            <p:cNvSpPr/>
            <p:nvPr/>
          </p:nvSpPr>
          <p:spPr>
            <a:xfrm>
              <a:off x="5159781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g1682"/>
            <p:cNvSpPr/>
            <p:nvPr/>
          </p:nvSpPr>
          <p:spPr>
            <a:xfrm>
              <a:off x="517141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g1683"/>
            <p:cNvSpPr/>
            <p:nvPr/>
          </p:nvSpPr>
          <p:spPr>
            <a:xfrm>
              <a:off x="5078320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g1684"/>
            <p:cNvSpPr/>
            <p:nvPr/>
          </p:nvSpPr>
          <p:spPr>
            <a:xfrm>
              <a:off x="508995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g1685"/>
            <p:cNvSpPr/>
            <p:nvPr/>
          </p:nvSpPr>
          <p:spPr>
            <a:xfrm>
              <a:off x="5101595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g1686"/>
            <p:cNvSpPr/>
            <p:nvPr/>
          </p:nvSpPr>
          <p:spPr>
            <a:xfrm>
              <a:off x="5113232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g1687"/>
            <p:cNvSpPr/>
            <p:nvPr/>
          </p:nvSpPr>
          <p:spPr>
            <a:xfrm>
              <a:off x="512486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g1688"/>
            <p:cNvSpPr/>
            <p:nvPr/>
          </p:nvSpPr>
          <p:spPr>
            <a:xfrm>
              <a:off x="513650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g1689"/>
            <p:cNvSpPr/>
            <p:nvPr/>
          </p:nvSpPr>
          <p:spPr>
            <a:xfrm>
              <a:off x="5148144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g1690"/>
            <p:cNvSpPr/>
            <p:nvPr/>
          </p:nvSpPr>
          <p:spPr>
            <a:xfrm>
              <a:off x="5159781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g1691"/>
            <p:cNvSpPr/>
            <p:nvPr/>
          </p:nvSpPr>
          <p:spPr>
            <a:xfrm>
              <a:off x="517141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g1692"/>
            <p:cNvSpPr/>
            <p:nvPr/>
          </p:nvSpPr>
          <p:spPr>
            <a:xfrm>
              <a:off x="508995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g1693"/>
            <p:cNvSpPr/>
            <p:nvPr/>
          </p:nvSpPr>
          <p:spPr>
            <a:xfrm>
              <a:off x="5101595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g1694"/>
            <p:cNvSpPr/>
            <p:nvPr/>
          </p:nvSpPr>
          <p:spPr>
            <a:xfrm>
              <a:off x="5113232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g1695"/>
            <p:cNvSpPr/>
            <p:nvPr/>
          </p:nvSpPr>
          <p:spPr>
            <a:xfrm>
              <a:off x="512486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g1696"/>
            <p:cNvSpPr/>
            <p:nvPr/>
          </p:nvSpPr>
          <p:spPr>
            <a:xfrm>
              <a:off x="513650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g1697"/>
            <p:cNvSpPr/>
            <p:nvPr/>
          </p:nvSpPr>
          <p:spPr>
            <a:xfrm>
              <a:off x="5148144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g1698"/>
            <p:cNvSpPr/>
            <p:nvPr/>
          </p:nvSpPr>
          <p:spPr>
            <a:xfrm>
              <a:off x="5159781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g1699"/>
            <p:cNvSpPr/>
            <p:nvPr/>
          </p:nvSpPr>
          <p:spPr>
            <a:xfrm>
              <a:off x="517141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g1700"/>
            <p:cNvSpPr/>
            <p:nvPr/>
          </p:nvSpPr>
          <p:spPr>
            <a:xfrm>
              <a:off x="5183056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g1701"/>
            <p:cNvSpPr/>
            <p:nvPr/>
          </p:nvSpPr>
          <p:spPr>
            <a:xfrm>
              <a:off x="512486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g1702"/>
            <p:cNvSpPr/>
            <p:nvPr/>
          </p:nvSpPr>
          <p:spPr>
            <a:xfrm>
              <a:off x="5136507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g1703"/>
            <p:cNvSpPr/>
            <p:nvPr/>
          </p:nvSpPr>
          <p:spPr>
            <a:xfrm>
              <a:off x="5148144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g1704"/>
            <p:cNvSpPr/>
            <p:nvPr/>
          </p:nvSpPr>
          <p:spPr>
            <a:xfrm>
              <a:off x="5159781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g1705"/>
            <p:cNvSpPr/>
            <p:nvPr/>
          </p:nvSpPr>
          <p:spPr>
            <a:xfrm>
              <a:off x="517141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g1706"/>
            <p:cNvSpPr/>
            <p:nvPr/>
          </p:nvSpPr>
          <p:spPr>
            <a:xfrm>
              <a:off x="5183056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g1707"/>
            <p:cNvSpPr/>
            <p:nvPr/>
          </p:nvSpPr>
          <p:spPr>
            <a:xfrm>
              <a:off x="5066683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g1708"/>
            <p:cNvSpPr/>
            <p:nvPr/>
          </p:nvSpPr>
          <p:spPr>
            <a:xfrm>
              <a:off x="5113232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g1709"/>
            <p:cNvSpPr/>
            <p:nvPr/>
          </p:nvSpPr>
          <p:spPr>
            <a:xfrm>
              <a:off x="512486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g1710"/>
            <p:cNvSpPr/>
            <p:nvPr/>
          </p:nvSpPr>
          <p:spPr>
            <a:xfrm>
              <a:off x="5136507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g1711"/>
            <p:cNvSpPr/>
            <p:nvPr/>
          </p:nvSpPr>
          <p:spPr>
            <a:xfrm>
              <a:off x="5148144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g1712"/>
            <p:cNvSpPr/>
            <p:nvPr/>
          </p:nvSpPr>
          <p:spPr>
            <a:xfrm>
              <a:off x="5159781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g1713"/>
            <p:cNvSpPr/>
            <p:nvPr/>
          </p:nvSpPr>
          <p:spPr>
            <a:xfrm>
              <a:off x="517141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g1714"/>
            <p:cNvSpPr/>
            <p:nvPr/>
          </p:nvSpPr>
          <p:spPr>
            <a:xfrm>
              <a:off x="5183056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g1715"/>
            <p:cNvSpPr/>
            <p:nvPr/>
          </p:nvSpPr>
          <p:spPr>
            <a:xfrm>
              <a:off x="505504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g1716"/>
            <p:cNvSpPr/>
            <p:nvPr/>
          </p:nvSpPr>
          <p:spPr>
            <a:xfrm>
              <a:off x="5066683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g1717"/>
            <p:cNvSpPr/>
            <p:nvPr/>
          </p:nvSpPr>
          <p:spPr>
            <a:xfrm>
              <a:off x="5078320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g1718"/>
            <p:cNvSpPr/>
            <p:nvPr/>
          </p:nvSpPr>
          <p:spPr>
            <a:xfrm>
              <a:off x="508995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g1719"/>
            <p:cNvSpPr/>
            <p:nvPr/>
          </p:nvSpPr>
          <p:spPr>
            <a:xfrm>
              <a:off x="510159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g1720"/>
            <p:cNvSpPr/>
            <p:nvPr/>
          </p:nvSpPr>
          <p:spPr>
            <a:xfrm>
              <a:off x="5113232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g1721"/>
            <p:cNvSpPr/>
            <p:nvPr/>
          </p:nvSpPr>
          <p:spPr>
            <a:xfrm>
              <a:off x="512486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g1722"/>
            <p:cNvSpPr/>
            <p:nvPr/>
          </p:nvSpPr>
          <p:spPr>
            <a:xfrm>
              <a:off x="513650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g1723"/>
            <p:cNvSpPr/>
            <p:nvPr/>
          </p:nvSpPr>
          <p:spPr>
            <a:xfrm>
              <a:off x="5148144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g1724"/>
            <p:cNvSpPr/>
            <p:nvPr/>
          </p:nvSpPr>
          <p:spPr>
            <a:xfrm>
              <a:off x="5159781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g1725"/>
            <p:cNvSpPr/>
            <p:nvPr/>
          </p:nvSpPr>
          <p:spPr>
            <a:xfrm>
              <a:off x="517141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g1726"/>
            <p:cNvSpPr/>
            <p:nvPr/>
          </p:nvSpPr>
          <p:spPr>
            <a:xfrm>
              <a:off x="5183056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g1727"/>
            <p:cNvSpPr/>
            <p:nvPr/>
          </p:nvSpPr>
          <p:spPr>
            <a:xfrm>
              <a:off x="5043408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g1728"/>
            <p:cNvSpPr/>
            <p:nvPr/>
          </p:nvSpPr>
          <p:spPr>
            <a:xfrm>
              <a:off x="505504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g1729"/>
            <p:cNvSpPr/>
            <p:nvPr/>
          </p:nvSpPr>
          <p:spPr>
            <a:xfrm>
              <a:off x="506668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g1730"/>
            <p:cNvSpPr/>
            <p:nvPr/>
          </p:nvSpPr>
          <p:spPr>
            <a:xfrm>
              <a:off x="5078320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g1731"/>
            <p:cNvSpPr/>
            <p:nvPr/>
          </p:nvSpPr>
          <p:spPr>
            <a:xfrm>
              <a:off x="508995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g1732"/>
            <p:cNvSpPr/>
            <p:nvPr/>
          </p:nvSpPr>
          <p:spPr>
            <a:xfrm>
              <a:off x="510159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g1733"/>
            <p:cNvSpPr/>
            <p:nvPr/>
          </p:nvSpPr>
          <p:spPr>
            <a:xfrm>
              <a:off x="5113232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g1734"/>
            <p:cNvSpPr/>
            <p:nvPr/>
          </p:nvSpPr>
          <p:spPr>
            <a:xfrm>
              <a:off x="512486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g1735"/>
            <p:cNvSpPr/>
            <p:nvPr/>
          </p:nvSpPr>
          <p:spPr>
            <a:xfrm>
              <a:off x="513650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g1736"/>
            <p:cNvSpPr/>
            <p:nvPr/>
          </p:nvSpPr>
          <p:spPr>
            <a:xfrm>
              <a:off x="5148144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g1737"/>
            <p:cNvSpPr/>
            <p:nvPr/>
          </p:nvSpPr>
          <p:spPr>
            <a:xfrm>
              <a:off x="5159781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g1738"/>
            <p:cNvSpPr/>
            <p:nvPr/>
          </p:nvSpPr>
          <p:spPr>
            <a:xfrm>
              <a:off x="517141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g1739"/>
            <p:cNvSpPr/>
            <p:nvPr/>
          </p:nvSpPr>
          <p:spPr>
            <a:xfrm>
              <a:off x="5183056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g1740"/>
            <p:cNvSpPr/>
            <p:nvPr/>
          </p:nvSpPr>
          <p:spPr>
            <a:xfrm>
              <a:off x="519469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g1741"/>
            <p:cNvSpPr/>
            <p:nvPr/>
          </p:nvSpPr>
          <p:spPr>
            <a:xfrm>
              <a:off x="5043408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g1742"/>
            <p:cNvSpPr/>
            <p:nvPr/>
          </p:nvSpPr>
          <p:spPr>
            <a:xfrm>
              <a:off x="505504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g1743"/>
            <p:cNvSpPr/>
            <p:nvPr/>
          </p:nvSpPr>
          <p:spPr>
            <a:xfrm>
              <a:off x="506668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g1744"/>
            <p:cNvSpPr/>
            <p:nvPr/>
          </p:nvSpPr>
          <p:spPr>
            <a:xfrm>
              <a:off x="5078320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g1745"/>
            <p:cNvSpPr/>
            <p:nvPr/>
          </p:nvSpPr>
          <p:spPr>
            <a:xfrm>
              <a:off x="508995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g1746"/>
            <p:cNvSpPr/>
            <p:nvPr/>
          </p:nvSpPr>
          <p:spPr>
            <a:xfrm>
              <a:off x="510159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g1747"/>
            <p:cNvSpPr/>
            <p:nvPr/>
          </p:nvSpPr>
          <p:spPr>
            <a:xfrm>
              <a:off x="5113232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g1748"/>
            <p:cNvSpPr/>
            <p:nvPr/>
          </p:nvSpPr>
          <p:spPr>
            <a:xfrm>
              <a:off x="512486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g1749"/>
            <p:cNvSpPr/>
            <p:nvPr/>
          </p:nvSpPr>
          <p:spPr>
            <a:xfrm>
              <a:off x="513650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g1750"/>
            <p:cNvSpPr/>
            <p:nvPr/>
          </p:nvSpPr>
          <p:spPr>
            <a:xfrm>
              <a:off x="5148144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g1751"/>
            <p:cNvSpPr/>
            <p:nvPr/>
          </p:nvSpPr>
          <p:spPr>
            <a:xfrm>
              <a:off x="515978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g1752"/>
            <p:cNvSpPr/>
            <p:nvPr/>
          </p:nvSpPr>
          <p:spPr>
            <a:xfrm>
              <a:off x="517141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g1753"/>
            <p:cNvSpPr/>
            <p:nvPr/>
          </p:nvSpPr>
          <p:spPr>
            <a:xfrm>
              <a:off x="5183056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g1754"/>
            <p:cNvSpPr/>
            <p:nvPr/>
          </p:nvSpPr>
          <p:spPr>
            <a:xfrm>
              <a:off x="519469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g1755"/>
            <p:cNvSpPr/>
            <p:nvPr/>
          </p:nvSpPr>
          <p:spPr>
            <a:xfrm>
              <a:off x="520633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g1756"/>
            <p:cNvSpPr/>
            <p:nvPr/>
          </p:nvSpPr>
          <p:spPr>
            <a:xfrm>
              <a:off x="5043408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g1757"/>
            <p:cNvSpPr/>
            <p:nvPr/>
          </p:nvSpPr>
          <p:spPr>
            <a:xfrm>
              <a:off x="505504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g1758"/>
            <p:cNvSpPr/>
            <p:nvPr/>
          </p:nvSpPr>
          <p:spPr>
            <a:xfrm>
              <a:off x="506668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g1759"/>
            <p:cNvSpPr/>
            <p:nvPr/>
          </p:nvSpPr>
          <p:spPr>
            <a:xfrm>
              <a:off x="5078320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g1760"/>
            <p:cNvSpPr/>
            <p:nvPr/>
          </p:nvSpPr>
          <p:spPr>
            <a:xfrm>
              <a:off x="508995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g1761"/>
            <p:cNvSpPr/>
            <p:nvPr/>
          </p:nvSpPr>
          <p:spPr>
            <a:xfrm>
              <a:off x="510159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g1762"/>
            <p:cNvSpPr/>
            <p:nvPr/>
          </p:nvSpPr>
          <p:spPr>
            <a:xfrm>
              <a:off x="5113232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g1763"/>
            <p:cNvSpPr/>
            <p:nvPr/>
          </p:nvSpPr>
          <p:spPr>
            <a:xfrm>
              <a:off x="512486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g1764"/>
            <p:cNvSpPr/>
            <p:nvPr/>
          </p:nvSpPr>
          <p:spPr>
            <a:xfrm>
              <a:off x="513650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g1765"/>
            <p:cNvSpPr/>
            <p:nvPr/>
          </p:nvSpPr>
          <p:spPr>
            <a:xfrm>
              <a:off x="5148144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g1766"/>
            <p:cNvSpPr/>
            <p:nvPr/>
          </p:nvSpPr>
          <p:spPr>
            <a:xfrm>
              <a:off x="515978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g1767"/>
            <p:cNvSpPr/>
            <p:nvPr/>
          </p:nvSpPr>
          <p:spPr>
            <a:xfrm>
              <a:off x="517141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g1768"/>
            <p:cNvSpPr/>
            <p:nvPr/>
          </p:nvSpPr>
          <p:spPr>
            <a:xfrm>
              <a:off x="5183056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g1769"/>
            <p:cNvSpPr/>
            <p:nvPr/>
          </p:nvSpPr>
          <p:spPr>
            <a:xfrm>
              <a:off x="519469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g1770"/>
            <p:cNvSpPr/>
            <p:nvPr/>
          </p:nvSpPr>
          <p:spPr>
            <a:xfrm>
              <a:off x="520633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g1771"/>
            <p:cNvSpPr/>
            <p:nvPr/>
          </p:nvSpPr>
          <p:spPr>
            <a:xfrm>
              <a:off x="504340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g1772"/>
            <p:cNvSpPr/>
            <p:nvPr/>
          </p:nvSpPr>
          <p:spPr>
            <a:xfrm>
              <a:off x="505504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g1773"/>
            <p:cNvSpPr/>
            <p:nvPr/>
          </p:nvSpPr>
          <p:spPr>
            <a:xfrm>
              <a:off x="506668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g1774"/>
            <p:cNvSpPr/>
            <p:nvPr/>
          </p:nvSpPr>
          <p:spPr>
            <a:xfrm>
              <a:off x="5078320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g1775"/>
            <p:cNvSpPr/>
            <p:nvPr/>
          </p:nvSpPr>
          <p:spPr>
            <a:xfrm>
              <a:off x="508995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g1776"/>
            <p:cNvSpPr/>
            <p:nvPr/>
          </p:nvSpPr>
          <p:spPr>
            <a:xfrm>
              <a:off x="510159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g1777"/>
            <p:cNvSpPr/>
            <p:nvPr/>
          </p:nvSpPr>
          <p:spPr>
            <a:xfrm>
              <a:off x="5113232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g1778"/>
            <p:cNvSpPr/>
            <p:nvPr/>
          </p:nvSpPr>
          <p:spPr>
            <a:xfrm>
              <a:off x="512486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g1779"/>
            <p:cNvSpPr/>
            <p:nvPr/>
          </p:nvSpPr>
          <p:spPr>
            <a:xfrm>
              <a:off x="513650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g1780"/>
            <p:cNvSpPr/>
            <p:nvPr/>
          </p:nvSpPr>
          <p:spPr>
            <a:xfrm>
              <a:off x="5148144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g1781"/>
            <p:cNvSpPr/>
            <p:nvPr/>
          </p:nvSpPr>
          <p:spPr>
            <a:xfrm>
              <a:off x="515978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g1782"/>
            <p:cNvSpPr/>
            <p:nvPr/>
          </p:nvSpPr>
          <p:spPr>
            <a:xfrm>
              <a:off x="517141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g1783"/>
            <p:cNvSpPr/>
            <p:nvPr/>
          </p:nvSpPr>
          <p:spPr>
            <a:xfrm>
              <a:off x="5183056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g1784"/>
            <p:cNvSpPr/>
            <p:nvPr/>
          </p:nvSpPr>
          <p:spPr>
            <a:xfrm>
              <a:off x="519469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g1785"/>
            <p:cNvSpPr/>
            <p:nvPr/>
          </p:nvSpPr>
          <p:spPr>
            <a:xfrm>
              <a:off x="520633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g1786"/>
            <p:cNvSpPr/>
            <p:nvPr/>
          </p:nvSpPr>
          <p:spPr>
            <a:xfrm>
              <a:off x="521796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g1787"/>
            <p:cNvSpPr/>
            <p:nvPr/>
          </p:nvSpPr>
          <p:spPr>
            <a:xfrm>
              <a:off x="505504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g1788"/>
            <p:cNvSpPr/>
            <p:nvPr/>
          </p:nvSpPr>
          <p:spPr>
            <a:xfrm>
              <a:off x="506668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g1789"/>
            <p:cNvSpPr/>
            <p:nvPr/>
          </p:nvSpPr>
          <p:spPr>
            <a:xfrm>
              <a:off x="5078320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g1790"/>
            <p:cNvSpPr/>
            <p:nvPr/>
          </p:nvSpPr>
          <p:spPr>
            <a:xfrm>
              <a:off x="508995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g1791"/>
            <p:cNvSpPr/>
            <p:nvPr/>
          </p:nvSpPr>
          <p:spPr>
            <a:xfrm>
              <a:off x="510159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g1792"/>
            <p:cNvSpPr/>
            <p:nvPr/>
          </p:nvSpPr>
          <p:spPr>
            <a:xfrm>
              <a:off x="5113232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g1793"/>
            <p:cNvSpPr/>
            <p:nvPr/>
          </p:nvSpPr>
          <p:spPr>
            <a:xfrm>
              <a:off x="512486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g1794"/>
            <p:cNvSpPr/>
            <p:nvPr/>
          </p:nvSpPr>
          <p:spPr>
            <a:xfrm>
              <a:off x="513650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g1795"/>
            <p:cNvSpPr/>
            <p:nvPr/>
          </p:nvSpPr>
          <p:spPr>
            <a:xfrm>
              <a:off x="5148144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g1796"/>
            <p:cNvSpPr/>
            <p:nvPr/>
          </p:nvSpPr>
          <p:spPr>
            <a:xfrm>
              <a:off x="515978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g1797"/>
            <p:cNvSpPr/>
            <p:nvPr/>
          </p:nvSpPr>
          <p:spPr>
            <a:xfrm>
              <a:off x="517141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g1798"/>
            <p:cNvSpPr/>
            <p:nvPr/>
          </p:nvSpPr>
          <p:spPr>
            <a:xfrm>
              <a:off x="5183056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g1799"/>
            <p:cNvSpPr/>
            <p:nvPr/>
          </p:nvSpPr>
          <p:spPr>
            <a:xfrm>
              <a:off x="519469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g1800"/>
            <p:cNvSpPr/>
            <p:nvPr/>
          </p:nvSpPr>
          <p:spPr>
            <a:xfrm>
              <a:off x="520633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g1801"/>
            <p:cNvSpPr/>
            <p:nvPr/>
          </p:nvSpPr>
          <p:spPr>
            <a:xfrm>
              <a:off x="5217968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g1802"/>
            <p:cNvSpPr/>
            <p:nvPr/>
          </p:nvSpPr>
          <p:spPr>
            <a:xfrm>
              <a:off x="502013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g1803"/>
            <p:cNvSpPr/>
            <p:nvPr/>
          </p:nvSpPr>
          <p:spPr>
            <a:xfrm>
              <a:off x="503177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g1804"/>
            <p:cNvSpPr/>
            <p:nvPr/>
          </p:nvSpPr>
          <p:spPr>
            <a:xfrm>
              <a:off x="504340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g1805"/>
            <p:cNvSpPr/>
            <p:nvPr/>
          </p:nvSpPr>
          <p:spPr>
            <a:xfrm>
              <a:off x="505504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g1806"/>
            <p:cNvSpPr/>
            <p:nvPr/>
          </p:nvSpPr>
          <p:spPr>
            <a:xfrm>
              <a:off x="506668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g1807"/>
            <p:cNvSpPr/>
            <p:nvPr/>
          </p:nvSpPr>
          <p:spPr>
            <a:xfrm>
              <a:off x="5078320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g1808"/>
            <p:cNvSpPr/>
            <p:nvPr/>
          </p:nvSpPr>
          <p:spPr>
            <a:xfrm>
              <a:off x="508995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g1809"/>
            <p:cNvSpPr/>
            <p:nvPr/>
          </p:nvSpPr>
          <p:spPr>
            <a:xfrm>
              <a:off x="510159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g1810"/>
            <p:cNvSpPr/>
            <p:nvPr/>
          </p:nvSpPr>
          <p:spPr>
            <a:xfrm>
              <a:off x="5113232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g1811"/>
            <p:cNvSpPr/>
            <p:nvPr/>
          </p:nvSpPr>
          <p:spPr>
            <a:xfrm>
              <a:off x="512486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g1812"/>
            <p:cNvSpPr/>
            <p:nvPr/>
          </p:nvSpPr>
          <p:spPr>
            <a:xfrm>
              <a:off x="513650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g1813"/>
            <p:cNvSpPr/>
            <p:nvPr/>
          </p:nvSpPr>
          <p:spPr>
            <a:xfrm>
              <a:off x="5148144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g1814"/>
            <p:cNvSpPr/>
            <p:nvPr/>
          </p:nvSpPr>
          <p:spPr>
            <a:xfrm>
              <a:off x="515978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g1815"/>
            <p:cNvSpPr/>
            <p:nvPr/>
          </p:nvSpPr>
          <p:spPr>
            <a:xfrm>
              <a:off x="517141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g1816"/>
            <p:cNvSpPr/>
            <p:nvPr/>
          </p:nvSpPr>
          <p:spPr>
            <a:xfrm>
              <a:off x="5183056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g1817"/>
            <p:cNvSpPr/>
            <p:nvPr/>
          </p:nvSpPr>
          <p:spPr>
            <a:xfrm>
              <a:off x="519469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g1818"/>
            <p:cNvSpPr/>
            <p:nvPr/>
          </p:nvSpPr>
          <p:spPr>
            <a:xfrm>
              <a:off x="520633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g1819"/>
            <p:cNvSpPr/>
            <p:nvPr/>
          </p:nvSpPr>
          <p:spPr>
            <a:xfrm>
              <a:off x="502013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g1820"/>
            <p:cNvSpPr/>
            <p:nvPr/>
          </p:nvSpPr>
          <p:spPr>
            <a:xfrm>
              <a:off x="503177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g1821"/>
            <p:cNvSpPr/>
            <p:nvPr/>
          </p:nvSpPr>
          <p:spPr>
            <a:xfrm>
              <a:off x="504340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g1822"/>
            <p:cNvSpPr/>
            <p:nvPr/>
          </p:nvSpPr>
          <p:spPr>
            <a:xfrm>
              <a:off x="505504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g1823"/>
            <p:cNvSpPr/>
            <p:nvPr/>
          </p:nvSpPr>
          <p:spPr>
            <a:xfrm>
              <a:off x="506668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g1824"/>
            <p:cNvSpPr/>
            <p:nvPr/>
          </p:nvSpPr>
          <p:spPr>
            <a:xfrm>
              <a:off x="5078320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g1825"/>
            <p:cNvSpPr/>
            <p:nvPr/>
          </p:nvSpPr>
          <p:spPr>
            <a:xfrm>
              <a:off x="508995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g1826"/>
            <p:cNvSpPr/>
            <p:nvPr/>
          </p:nvSpPr>
          <p:spPr>
            <a:xfrm>
              <a:off x="510159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g1827"/>
            <p:cNvSpPr/>
            <p:nvPr/>
          </p:nvSpPr>
          <p:spPr>
            <a:xfrm>
              <a:off x="5113232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g1828"/>
            <p:cNvSpPr/>
            <p:nvPr/>
          </p:nvSpPr>
          <p:spPr>
            <a:xfrm>
              <a:off x="512486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g1829"/>
            <p:cNvSpPr/>
            <p:nvPr/>
          </p:nvSpPr>
          <p:spPr>
            <a:xfrm>
              <a:off x="513650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g1830"/>
            <p:cNvSpPr/>
            <p:nvPr/>
          </p:nvSpPr>
          <p:spPr>
            <a:xfrm>
              <a:off x="5148144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g1831"/>
            <p:cNvSpPr/>
            <p:nvPr/>
          </p:nvSpPr>
          <p:spPr>
            <a:xfrm>
              <a:off x="515978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g1832"/>
            <p:cNvSpPr/>
            <p:nvPr/>
          </p:nvSpPr>
          <p:spPr>
            <a:xfrm>
              <a:off x="517141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g1833"/>
            <p:cNvSpPr/>
            <p:nvPr/>
          </p:nvSpPr>
          <p:spPr>
            <a:xfrm>
              <a:off x="5183056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g1834"/>
            <p:cNvSpPr/>
            <p:nvPr/>
          </p:nvSpPr>
          <p:spPr>
            <a:xfrm>
              <a:off x="519469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g1835"/>
            <p:cNvSpPr/>
            <p:nvPr/>
          </p:nvSpPr>
          <p:spPr>
            <a:xfrm>
              <a:off x="502013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g1836"/>
            <p:cNvSpPr/>
            <p:nvPr/>
          </p:nvSpPr>
          <p:spPr>
            <a:xfrm>
              <a:off x="503177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g1837"/>
            <p:cNvSpPr/>
            <p:nvPr/>
          </p:nvSpPr>
          <p:spPr>
            <a:xfrm>
              <a:off x="5043408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g1838"/>
            <p:cNvSpPr/>
            <p:nvPr/>
          </p:nvSpPr>
          <p:spPr>
            <a:xfrm>
              <a:off x="505504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g1839"/>
            <p:cNvSpPr/>
            <p:nvPr/>
          </p:nvSpPr>
          <p:spPr>
            <a:xfrm>
              <a:off x="506668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g1840"/>
            <p:cNvSpPr/>
            <p:nvPr/>
          </p:nvSpPr>
          <p:spPr>
            <a:xfrm>
              <a:off x="5078320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g1841"/>
            <p:cNvSpPr/>
            <p:nvPr/>
          </p:nvSpPr>
          <p:spPr>
            <a:xfrm>
              <a:off x="508995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g1842"/>
            <p:cNvSpPr/>
            <p:nvPr/>
          </p:nvSpPr>
          <p:spPr>
            <a:xfrm>
              <a:off x="510159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g1843"/>
            <p:cNvSpPr/>
            <p:nvPr/>
          </p:nvSpPr>
          <p:spPr>
            <a:xfrm>
              <a:off x="5113232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g1844"/>
            <p:cNvSpPr/>
            <p:nvPr/>
          </p:nvSpPr>
          <p:spPr>
            <a:xfrm>
              <a:off x="512486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g1845"/>
            <p:cNvSpPr/>
            <p:nvPr/>
          </p:nvSpPr>
          <p:spPr>
            <a:xfrm>
              <a:off x="513650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g1846"/>
            <p:cNvSpPr/>
            <p:nvPr/>
          </p:nvSpPr>
          <p:spPr>
            <a:xfrm>
              <a:off x="5148144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g1847"/>
            <p:cNvSpPr/>
            <p:nvPr/>
          </p:nvSpPr>
          <p:spPr>
            <a:xfrm>
              <a:off x="515978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g1848"/>
            <p:cNvSpPr/>
            <p:nvPr/>
          </p:nvSpPr>
          <p:spPr>
            <a:xfrm>
              <a:off x="517141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g1849"/>
            <p:cNvSpPr/>
            <p:nvPr/>
          </p:nvSpPr>
          <p:spPr>
            <a:xfrm>
              <a:off x="5183056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g1850"/>
            <p:cNvSpPr/>
            <p:nvPr/>
          </p:nvSpPr>
          <p:spPr>
            <a:xfrm>
              <a:off x="502013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g1851"/>
            <p:cNvSpPr/>
            <p:nvPr/>
          </p:nvSpPr>
          <p:spPr>
            <a:xfrm>
              <a:off x="503177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g1852"/>
            <p:cNvSpPr/>
            <p:nvPr/>
          </p:nvSpPr>
          <p:spPr>
            <a:xfrm>
              <a:off x="5043408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g1853"/>
            <p:cNvSpPr/>
            <p:nvPr/>
          </p:nvSpPr>
          <p:spPr>
            <a:xfrm>
              <a:off x="505504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g1854"/>
            <p:cNvSpPr/>
            <p:nvPr/>
          </p:nvSpPr>
          <p:spPr>
            <a:xfrm>
              <a:off x="506668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g1855"/>
            <p:cNvSpPr/>
            <p:nvPr/>
          </p:nvSpPr>
          <p:spPr>
            <a:xfrm>
              <a:off x="5078320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g1856"/>
            <p:cNvSpPr/>
            <p:nvPr/>
          </p:nvSpPr>
          <p:spPr>
            <a:xfrm>
              <a:off x="508995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g1857"/>
            <p:cNvSpPr/>
            <p:nvPr/>
          </p:nvSpPr>
          <p:spPr>
            <a:xfrm>
              <a:off x="510159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g1858"/>
            <p:cNvSpPr/>
            <p:nvPr/>
          </p:nvSpPr>
          <p:spPr>
            <a:xfrm>
              <a:off x="5113232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g1859"/>
            <p:cNvSpPr/>
            <p:nvPr/>
          </p:nvSpPr>
          <p:spPr>
            <a:xfrm>
              <a:off x="512486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g1860"/>
            <p:cNvSpPr/>
            <p:nvPr/>
          </p:nvSpPr>
          <p:spPr>
            <a:xfrm>
              <a:off x="513650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g1861"/>
            <p:cNvSpPr/>
            <p:nvPr/>
          </p:nvSpPr>
          <p:spPr>
            <a:xfrm>
              <a:off x="5148144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g1862"/>
            <p:cNvSpPr/>
            <p:nvPr/>
          </p:nvSpPr>
          <p:spPr>
            <a:xfrm>
              <a:off x="515978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g1863"/>
            <p:cNvSpPr/>
            <p:nvPr/>
          </p:nvSpPr>
          <p:spPr>
            <a:xfrm>
              <a:off x="517141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g1864"/>
            <p:cNvSpPr/>
            <p:nvPr/>
          </p:nvSpPr>
          <p:spPr>
            <a:xfrm>
              <a:off x="5008496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g1865"/>
            <p:cNvSpPr/>
            <p:nvPr/>
          </p:nvSpPr>
          <p:spPr>
            <a:xfrm>
              <a:off x="502013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g1866"/>
            <p:cNvSpPr/>
            <p:nvPr/>
          </p:nvSpPr>
          <p:spPr>
            <a:xfrm>
              <a:off x="5031771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g1867"/>
            <p:cNvSpPr/>
            <p:nvPr/>
          </p:nvSpPr>
          <p:spPr>
            <a:xfrm>
              <a:off x="5043408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g1868"/>
            <p:cNvSpPr/>
            <p:nvPr/>
          </p:nvSpPr>
          <p:spPr>
            <a:xfrm>
              <a:off x="505504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g1869"/>
            <p:cNvSpPr/>
            <p:nvPr/>
          </p:nvSpPr>
          <p:spPr>
            <a:xfrm>
              <a:off x="506668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g1870"/>
            <p:cNvSpPr/>
            <p:nvPr/>
          </p:nvSpPr>
          <p:spPr>
            <a:xfrm>
              <a:off x="5078320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g1871"/>
            <p:cNvSpPr/>
            <p:nvPr/>
          </p:nvSpPr>
          <p:spPr>
            <a:xfrm>
              <a:off x="508995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g1872"/>
            <p:cNvSpPr/>
            <p:nvPr/>
          </p:nvSpPr>
          <p:spPr>
            <a:xfrm>
              <a:off x="510159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g1873"/>
            <p:cNvSpPr/>
            <p:nvPr/>
          </p:nvSpPr>
          <p:spPr>
            <a:xfrm>
              <a:off x="5113232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g1874"/>
            <p:cNvSpPr/>
            <p:nvPr/>
          </p:nvSpPr>
          <p:spPr>
            <a:xfrm>
              <a:off x="5124869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g1875"/>
            <p:cNvSpPr/>
            <p:nvPr/>
          </p:nvSpPr>
          <p:spPr>
            <a:xfrm>
              <a:off x="513650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g1876"/>
            <p:cNvSpPr/>
            <p:nvPr/>
          </p:nvSpPr>
          <p:spPr>
            <a:xfrm>
              <a:off x="5148144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g1877"/>
            <p:cNvSpPr/>
            <p:nvPr/>
          </p:nvSpPr>
          <p:spPr>
            <a:xfrm>
              <a:off x="5008496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g1878"/>
            <p:cNvSpPr/>
            <p:nvPr/>
          </p:nvSpPr>
          <p:spPr>
            <a:xfrm>
              <a:off x="502013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g1879"/>
            <p:cNvSpPr/>
            <p:nvPr/>
          </p:nvSpPr>
          <p:spPr>
            <a:xfrm>
              <a:off x="5031771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g1880"/>
            <p:cNvSpPr/>
            <p:nvPr/>
          </p:nvSpPr>
          <p:spPr>
            <a:xfrm>
              <a:off x="5043408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g1881"/>
            <p:cNvSpPr/>
            <p:nvPr/>
          </p:nvSpPr>
          <p:spPr>
            <a:xfrm>
              <a:off x="505504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g1882"/>
            <p:cNvSpPr/>
            <p:nvPr/>
          </p:nvSpPr>
          <p:spPr>
            <a:xfrm>
              <a:off x="506668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g1883"/>
            <p:cNvSpPr/>
            <p:nvPr/>
          </p:nvSpPr>
          <p:spPr>
            <a:xfrm>
              <a:off x="5078320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g1884"/>
            <p:cNvSpPr/>
            <p:nvPr/>
          </p:nvSpPr>
          <p:spPr>
            <a:xfrm>
              <a:off x="508995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g1885"/>
            <p:cNvSpPr/>
            <p:nvPr/>
          </p:nvSpPr>
          <p:spPr>
            <a:xfrm>
              <a:off x="510159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g1886"/>
            <p:cNvSpPr/>
            <p:nvPr/>
          </p:nvSpPr>
          <p:spPr>
            <a:xfrm>
              <a:off x="5113232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g1887"/>
            <p:cNvSpPr/>
            <p:nvPr/>
          </p:nvSpPr>
          <p:spPr>
            <a:xfrm>
              <a:off x="5124869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g1888"/>
            <p:cNvSpPr/>
            <p:nvPr/>
          </p:nvSpPr>
          <p:spPr>
            <a:xfrm>
              <a:off x="513650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g1889"/>
            <p:cNvSpPr/>
            <p:nvPr/>
          </p:nvSpPr>
          <p:spPr>
            <a:xfrm>
              <a:off x="5008496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g1890"/>
            <p:cNvSpPr/>
            <p:nvPr/>
          </p:nvSpPr>
          <p:spPr>
            <a:xfrm>
              <a:off x="502013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g1891"/>
            <p:cNvSpPr/>
            <p:nvPr/>
          </p:nvSpPr>
          <p:spPr>
            <a:xfrm>
              <a:off x="5031771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g1892"/>
            <p:cNvSpPr/>
            <p:nvPr/>
          </p:nvSpPr>
          <p:spPr>
            <a:xfrm>
              <a:off x="5043408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g1893"/>
            <p:cNvSpPr/>
            <p:nvPr/>
          </p:nvSpPr>
          <p:spPr>
            <a:xfrm>
              <a:off x="505504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g1894"/>
            <p:cNvSpPr/>
            <p:nvPr/>
          </p:nvSpPr>
          <p:spPr>
            <a:xfrm>
              <a:off x="506668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g1895"/>
            <p:cNvSpPr/>
            <p:nvPr/>
          </p:nvSpPr>
          <p:spPr>
            <a:xfrm>
              <a:off x="5078320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g1896"/>
            <p:cNvSpPr/>
            <p:nvPr/>
          </p:nvSpPr>
          <p:spPr>
            <a:xfrm>
              <a:off x="5089957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g1897"/>
            <p:cNvSpPr/>
            <p:nvPr/>
          </p:nvSpPr>
          <p:spPr>
            <a:xfrm>
              <a:off x="510159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g1898"/>
            <p:cNvSpPr/>
            <p:nvPr/>
          </p:nvSpPr>
          <p:spPr>
            <a:xfrm>
              <a:off x="5113232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g1899"/>
            <p:cNvSpPr/>
            <p:nvPr/>
          </p:nvSpPr>
          <p:spPr>
            <a:xfrm>
              <a:off x="5124869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g1900"/>
            <p:cNvSpPr/>
            <p:nvPr/>
          </p:nvSpPr>
          <p:spPr>
            <a:xfrm>
              <a:off x="498522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g1901"/>
            <p:cNvSpPr/>
            <p:nvPr/>
          </p:nvSpPr>
          <p:spPr>
            <a:xfrm>
              <a:off x="499685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g1902"/>
            <p:cNvSpPr/>
            <p:nvPr/>
          </p:nvSpPr>
          <p:spPr>
            <a:xfrm>
              <a:off x="5008496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g1903"/>
            <p:cNvSpPr/>
            <p:nvPr/>
          </p:nvSpPr>
          <p:spPr>
            <a:xfrm>
              <a:off x="502013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g1904"/>
            <p:cNvSpPr/>
            <p:nvPr/>
          </p:nvSpPr>
          <p:spPr>
            <a:xfrm>
              <a:off x="503177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g1905"/>
            <p:cNvSpPr/>
            <p:nvPr/>
          </p:nvSpPr>
          <p:spPr>
            <a:xfrm>
              <a:off x="5043408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g1906"/>
            <p:cNvSpPr/>
            <p:nvPr/>
          </p:nvSpPr>
          <p:spPr>
            <a:xfrm>
              <a:off x="505504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g1907"/>
            <p:cNvSpPr/>
            <p:nvPr/>
          </p:nvSpPr>
          <p:spPr>
            <a:xfrm>
              <a:off x="506668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g1908"/>
            <p:cNvSpPr/>
            <p:nvPr/>
          </p:nvSpPr>
          <p:spPr>
            <a:xfrm>
              <a:off x="5078320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g1909"/>
            <p:cNvSpPr/>
            <p:nvPr/>
          </p:nvSpPr>
          <p:spPr>
            <a:xfrm>
              <a:off x="5089957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g1910"/>
            <p:cNvSpPr/>
            <p:nvPr/>
          </p:nvSpPr>
          <p:spPr>
            <a:xfrm>
              <a:off x="510159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g1911"/>
            <p:cNvSpPr/>
            <p:nvPr/>
          </p:nvSpPr>
          <p:spPr>
            <a:xfrm>
              <a:off x="5113232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g1912"/>
            <p:cNvSpPr/>
            <p:nvPr/>
          </p:nvSpPr>
          <p:spPr>
            <a:xfrm>
              <a:off x="512486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g1913"/>
            <p:cNvSpPr/>
            <p:nvPr/>
          </p:nvSpPr>
          <p:spPr>
            <a:xfrm>
              <a:off x="4973584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g1914"/>
            <p:cNvSpPr/>
            <p:nvPr/>
          </p:nvSpPr>
          <p:spPr>
            <a:xfrm>
              <a:off x="498522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g1915"/>
            <p:cNvSpPr/>
            <p:nvPr/>
          </p:nvSpPr>
          <p:spPr>
            <a:xfrm>
              <a:off x="499685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g1916"/>
            <p:cNvSpPr/>
            <p:nvPr/>
          </p:nvSpPr>
          <p:spPr>
            <a:xfrm>
              <a:off x="5008496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g1917"/>
            <p:cNvSpPr/>
            <p:nvPr/>
          </p:nvSpPr>
          <p:spPr>
            <a:xfrm>
              <a:off x="502013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g1918"/>
            <p:cNvSpPr/>
            <p:nvPr/>
          </p:nvSpPr>
          <p:spPr>
            <a:xfrm>
              <a:off x="503177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g1919"/>
            <p:cNvSpPr/>
            <p:nvPr/>
          </p:nvSpPr>
          <p:spPr>
            <a:xfrm>
              <a:off x="5043408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g1920"/>
            <p:cNvSpPr/>
            <p:nvPr/>
          </p:nvSpPr>
          <p:spPr>
            <a:xfrm>
              <a:off x="505504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g1921"/>
            <p:cNvSpPr/>
            <p:nvPr/>
          </p:nvSpPr>
          <p:spPr>
            <a:xfrm>
              <a:off x="506668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g1922"/>
            <p:cNvSpPr/>
            <p:nvPr/>
          </p:nvSpPr>
          <p:spPr>
            <a:xfrm>
              <a:off x="5078320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g1923"/>
            <p:cNvSpPr/>
            <p:nvPr/>
          </p:nvSpPr>
          <p:spPr>
            <a:xfrm>
              <a:off x="5089957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g1924"/>
            <p:cNvSpPr/>
            <p:nvPr/>
          </p:nvSpPr>
          <p:spPr>
            <a:xfrm>
              <a:off x="510159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g1925"/>
            <p:cNvSpPr/>
            <p:nvPr/>
          </p:nvSpPr>
          <p:spPr>
            <a:xfrm>
              <a:off x="5113232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g1926"/>
            <p:cNvSpPr/>
            <p:nvPr/>
          </p:nvSpPr>
          <p:spPr>
            <a:xfrm>
              <a:off x="512486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g1927"/>
            <p:cNvSpPr/>
            <p:nvPr/>
          </p:nvSpPr>
          <p:spPr>
            <a:xfrm>
              <a:off x="4973584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g1928"/>
            <p:cNvSpPr/>
            <p:nvPr/>
          </p:nvSpPr>
          <p:spPr>
            <a:xfrm>
              <a:off x="498522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g1929"/>
            <p:cNvSpPr/>
            <p:nvPr/>
          </p:nvSpPr>
          <p:spPr>
            <a:xfrm>
              <a:off x="4996859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g1930"/>
            <p:cNvSpPr/>
            <p:nvPr/>
          </p:nvSpPr>
          <p:spPr>
            <a:xfrm>
              <a:off x="5008496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g1931"/>
            <p:cNvSpPr/>
            <p:nvPr/>
          </p:nvSpPr>
          <p:spPr>
            <a:xfrm>
              <a:off x="502013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g1932"/>
            <p:cNvSpPr/>
            <p:nvPr/>
          </p:nvSpPr>
          <p:spPr>
            <a:xfrm>
              <a:off x="503177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g1933"/>
            <p:cNvSpPr/>
            <p:nvPr/>
          </p:nvSpPr>
          <p:spPr>
            <a:xfrm>
              <a:off x="5043408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g1934"/>
            <p:cNvSpPr/>
            <p:nvPr/>
          </p:nvSpPr>
          <p:spPr>
            <a:xfrm>
              <a:off x="505504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g1935"/>
            <p:cNvSpPr/>
            <p:nvPr/>
          </p:nvSpPr>
          <p:spPr>
            <a:xfrm>
              <a:off x="506668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g1936"/>
            <p:cNvSpPr/>
            <p:nvPr/>
          </p:nvSpPr>
          <p:spPr>
            <a:xfrm>
              <a:off x="5078320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g1937"/>
            <p:cNvSpPr/>
            <p:nvPr/>
          </p:nvSpPr>
          <p:spPr>
            <a:xfrm>
              <a:off x="5089957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g1938"/>
            <p:cNvSpPr/>
            <p:nvPr/>
          </p:nvSpPr>
          <p:spPr>
            <a:xfrm>
              <a:off x="510159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g1939"/>
            <p:cNvSpPr/>
            <p:nvPr/>
          </p:nvSpPr>
          <p:spPr>
            <a:xfrm>
              <a:off x="5113232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g1940"/>
            <p:cNvSpPr/>
            <p:nvPr/>
          </p:nvSpPr>
          <p:spPr>
            <a:xfrm>
              <a:off x="496194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g1941"/>
            <p:cNvSpPr/>
            <p:nvPr/>
          </p:nvSpPr>
          <p:spPr>
            <a:xfrm>
              <a:off x="4973584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g1942"/>
            <p:cNvSpPr/>
            <p:nvPr/>
          </p:nvSpPr>
          <p:spPr>
            <a:xfrm>
              <a:off x="498522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g1943"/>
            <p:cNvSpPr/>
            <p:nvPr/>
          </p:nvSpPr>
          <p:spPr>
            <a:xfrm>
              <a:off x="4996859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g1944"/>
            <p:cNvSpPr/>
            <p:nvPr/>
          </p:nvSpPr>
          <p:spPr>
            <a:xfrm>
              <a:off x="5008496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g1945"/>
            <p:cNvSpPr/>
            <p:nvPr/>
          </p:nvSpPr>
          <p:spPr>
            <a:xfrm>
              <a:off x="502013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g1946"/>
            <p:cNvSpPr/>
            <p:nvPr/>
          </p:nvSpPr>
          <p:spPr>
            <a:xfrm>
              <a:off x="503177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g1947"/>
            <p:cNvSpPr/>
            <p:nvPr/>
          </p:nvSpPr>
          <p:spPr>
            <a:xfrm>
              <a:off x="5043408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g1948"/>
            <p:cNvSpPr/>
            <p:nvPr/>
          </p:nvSpPr>
          <p:spPr>
            <a:xfrm>
              <a:off x="505504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g1949"/>
            <p:cNvSpPr/>
            <p:nvPr/>
          </p:nvSpPr>
          <p:spPr>
            <a:xfrm>
              <a:off x="506668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g1950"/>
            <p:cNvSpPr/>
            <p:nvPr/>
          </p:nvSpPr>
          <p:spPr>
            <a:xfrm>
              <a:off x="5078320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g1951"/>
            <p:cNvSpPr/>
            <p:nvPr/>
          </p:nvSpPr>
          <p:spPr>
            <a:xfrm>
              <a:off x="508995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g1952"/>
            <p:cNvSpPr/>
            <p:nvPr/>
          </p:nvSpPr>
          <p:spPr>
            <a:xfrm>
              <a:off x="510159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g1953"/>
            <p:cNvSpPr/>
            <p:nvPr/>
          </p:nvSpPr>
          <p:spPr>
            <a:xfrm>
              <a:off x="495030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g1954"/>
            <p:cNvSpPr/>
            <p:nvPr/>
          </p:nvSpPr>
          <p:spPr>
            <a:xfrm>
              <a:off x="4961947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g1955"/>
            <p:cNvSpPr/>
            <p:nvPr/>
          </p:nvSpPr>
          <p:spPr>
            <a:xfrm>
              <a:off x="4973584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g1956"/>
            <p:cNvSpPr/>
            <p:nvPr/>
          </p:nvSpPr>
          <p:spPr>
            <a:xfrm>
              <a:off x="498522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g1957"/>
            <p:cNvSpPr/>
            <p:nvPr/>
          </p:nvSpPr>
          <p:spPr>
            <a:xfrm>
              <a:off x="499685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g1958"/>
            <p:cNvSpPr/>
            <p:nvPr/>
          </p:nvSpPr>
          <p:spPr>
            <a:xfrm>
              <a:off x="5008496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g1959"/>
            <p:cNvSpPr/>
            <p:nvPr/>
          </p:nvSpPr>
          <p:spPr>
            <a:xfrm>
              <a:off x="502013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g1960"/>
            <p:cNvSpPr/>
            <p:nvPr/>
          </p:nvSpPr>
          <p:spPr>
            <a:xfrm>
              <a:off x="503177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g1961"/>
            <p:cNvSpPr/>
            <p:nvPr/>
          </p:nvSpPr>
          <p:spPr>
            <a:xfrm>
              <a:off x="5043408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g1962"/>
            <p:cNvSpPr/>
            <p:nvPr/>
          </p:nvSpPr>
          <p:spPr>
            <a:xfrm>
              <a:off x="5055045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g1963"/>
            <p:cNvSpPr/>
            <p:nvPr/>
          </p:nvSpPr>
          <p:spPr>
            <a:xfrm>
              <a:off x="506668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g1964"/>
            <p:cNvSpPr/>
            <p:nvPr/>
          </p:nvSpPr>
          <p:spPr>
            <a:xfrm>
              <a:off x="5078320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g1965"/>
            <p:cNvSpPr/>
            <p:nvPr/>
          </p:nvSpPr>
          <p:spPr>
            <a:xfrm>
              <a:off x="4927035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g1966"/>
            <p:cNvSpPr/>
            <p:nvPr/>
          </p:nvSpPr>
          <p:spPr>
            <a:xfrm>
              <a:off x="4938672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g1967"/>
            <p:cNvSpPr/>
            <p:nvPr/>
          </p:nvSpPr>
          <p:spPr>
            <a:xfrm>
              <a:off x="495030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g1968"/>
            <p:cNvSpPr/>
            <p:nvPr/>
          </p:nvSpPr>
          <p:spPr>
            <a:xfrm>
              <a:off x="4961947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g1969"/>
            <p:cNvSpPr/>
            <p:nvPr/>
          </p:nvSpPr>
          <p:spPr>
            <a:xfrm>
              <a:off x="4973584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g1970"/>
            <p:cNvSpPr/>
            <p:nvPr/>
          </p:nvSpPr>
          <p:spPr>
            <a:xfrm>
              <a:off x="4985221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g1971"/>
            <p:cNvSpPr/>
            <p:nvPr/>
          </p:nvSpPr>
          <p:spPr>
            <a:xfrm>
              <a:off x="499685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g1972"/>
            <p:cNvSpPr/>
            <p:nvPr/>
          </p:nvSpPr>
          <p:spPr>
            <a:xfrm>
              <a:off x="5008496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g1973"/>
            <p:cNvSpPr/>
            <p:nvPr/>
          </p:nvSpPr>
          <p:spPr>
            <a:xfrm>
              <a:off x="5020133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g1974"/>
            <p:cNvSpPr/>
            <p:nvPr/>
          </p:nvSpPr>
          <p:spPr>
            <a:xfrm>
              <a:off x="491539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g1975"/>
            <p:cNvSpPr/>
            <p:nvPr/>
          </p:nvSpPr>
          <p:spPr>
            <a:xfrm>
              <a:off x="4927035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g1976"/>
            <p:cNvSpPr/>
            <p:nvPr/>
          </p:nvSpPr>
          <p:spPr>
            <a:xfrm>
              <a:off x="4938672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g1977"/>
            <p:cNvSpPr/>
            <p:nvPr/>
          </p:nvSpPr>
          <p:spPr>
            <a:xfrm>
              <a:off x="495030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g1978"/>
            <p:cNvSpPr/>
            <p:nvPr/>
          </p:nvSpPr>
          <p:spPr>
            <a:xfrm>
              <a:off x="496194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g1979"/>
            <p:cNvSpPr/>
            <p:nvPr/>
          </p:nvSpPr>
          <p:spPr>
            <a:xfrm>
              <a:off x="4973584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g1980"/>
            <p:cNvSpPr/>
            <p:nvPr/>
          </p:nvSpPr>
          <p:spPr>
            <a:xfrm>
              <a:off x="4985221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g1981"/>
            <p:cNvSpPr/>
            <p:nvPr/>
          </p:nvSpPr>
          <p:spPr>
            <a:xfrm>
              <a:off x="499685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g1982"/>
            <p:cNvSpPr/>
            <p:nvPr/>
          </p:nvSpPr>
          <p:spPr>
            <a:xfrm>
              <a:off x="4892123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g1983"/>
            <p:cNvSpPr/>
            <p:nvPr/>
          </p:nvSpPr>
          <p:spPr>
            <a:xfrm>
              <a:off x="4903760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g1984"/>
            <p:cNvSpPr/>
            <p:nvPr/>
          </p:nvSpPr>
          <p:spPr>
            <a:xfrm>
              <a:off x="491539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g1985"/>
            <p:cNvSpPr/>
            <p:nvPr/>
          </p:nvSpPr>
          <p:spPr>
            <a:xfrm>
              <a:off x="4927035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g1986"/>
            <p:cNvSpPr/>
            <p:nvPr/>
          </p:nvSpPr>
          <p:spPr>
            <a:xfrm>
              <a:off x="4938672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g1987"/>
            <p:cNvSpPr/>
            <p:nvPr/>
          </p:nvSpPr>
          <p:spPr>
            <a:xfrm>
              <a:off x="4950309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g1988"/>
            <p:cNvSpPr/>
            <p:nvPr/>
          </p:nvSpPr>
          <p:spPr>
            <a:xfrm>
              <a:off x="496194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g1989"/>
            <p:cNvSpPr/>
            <p:nvPr/>
          </p:nvSpPr>
          <p:spPr>
            <a:xfrm>
              <a:off x="4973584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g1990"/>
            <p:cNvSpPr/>
            <p:nvPr/>
          </p:nvSpPr>
          <p:spPr>
            <a:xfrm>
              <a:off x="4985221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g1991"/>
            <p:cNvSpPr/>
            <p:nvPr/>
          </p:nvSpPr>
          <p:spPr>
            <a:xfrm>
              <a:off x="4857211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g1992"/>
            <p:cNvSpPr/>
            <p:nvPr/>
          </p:nvSpPr>
          <p:spPr>
            <a:xfrm>
              <a:off x="4868848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g1993"/>
            <p:cNvSpPr/>
            <p:nvPr/>
          </p:nvSpPr>
          <p:spPr>
            <a:xfrm>
              <a:off x="488048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g1994"/>
            <p:cNvSpPr/>
            <p:nvPr/>
          </p:nvSpPr>
          <p:spPr>
            <a:xfrm>
              <a:off x="4892123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g1995"/>
            <p:cNvSpPr/>
            <p:nvPr/>
          </p:nvSpPr>
          <p:spPr>
            <a:xfrm>
              <a:off x="4903760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g1996"/>
            <p:cNvSpPr/>
            <p:nvPr/>
          </p:nvSpPr>
          <p:spPr>
            <a:xfrm>
              <a:off x="491539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g1997"/>
            <p:cNvSpPr/>
            <p:nvPr/>
          </p:nvSpPr>
          <p:spPr>
            <a:xfrm>
              <a:off x="492703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g1998"/>
            <p:cNvSpPr/>
            <p:nvPr/>
          </p:nvSpPr>
          <p:spPr>
            <a:xfrm>
              <a:off x="4938672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g1999"/>
            <p:cNvSpPr/>
            <p:nvPr/>
          </p:nvSpPr>
          <p:spPr>
            <a:xfrm>
              <a:off x="4950309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g2000"/>
            <p:cNvSpPr/>
            <p:nvPr/>
          </p:nvSpPr>
          <p:spPr>
            <a:xfrm>
              <a:off x="496194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g2001"/>
            <p:cNvSpPr/>
            <p:nvPr/>
          </p:nvSpPr>
          <p:spPr>
            <a:xfrm>
              <a:off x="4973584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g2002"/>
            <p:cNvSpPr/>
            <p:nvPr/>
          </p:nvSpPr>
          <p:spPr>
            <a:xfrm>
              <a:off x="4833936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g2003"/>
            <p:cNvSpPr/>
            <p:nvPr/>
          </p:nvSpPr>
          <p:spPr>
            <a:xfrm>
              <a:off x="484557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g2004"/>
            <p:cNvSpPr/>
            <p:nvPr/>
          </p:nvSpPr>
          <p:spPr>
            <a:xfrm>
              <a:off x="4857211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g2005"/>
            <p:cNvSpPr/>
            <p:nvPr/>
          </p:nvSpPr>
          <p:spPr>
            <a:xfrm>
              <a:off x="4868848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g2006"/>
            <p:cNvSpPr/>
            <p:nvPr/>
          </p:nvSpPr>
          <p:spPr>
            <a:xfrm>
              <a:off x="488048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g2007"/>
            <p:cNvSpPr/>
            <p:nvPr/>
          </p:nvSpPr>
          <p:spPr>
            <a:xfrm>
              <a:off x="489212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g2008"/>
            <p:cNvSpPr/>
            <p:nvPr/>
          </p:nvSpPr>
          <p:spPr>
            <a:xfrm>
              <a:off x="4903760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g2009"/>
            <p:cNvSpPr/>
            <p:nvPr/>
          </p:nvSpPr>
          <p:spPr>
            <a:xfrm>
              <a:off x="491539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g2010"/>
            <p:cNvSpPr/>
            <p:nvPr/>
          </p:nvSpPr>
          <p:spPr>
            <a:xfrm>
              <a:off x="492703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g2011"/>
            <p:cNvSpPr/>
            <p:nvPr/>
          </p:nvSpPr>
          <p:spPr>
            <a:xfrm>
              <a:off x="4938672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g2012"/>
            <p:cNvSpPr/>
            <p:nvPr/>
          </p:nvSpPr>
          <p:spPr>
            <a:xfrm>
              <a:off x="4950309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g2013"/>
            <p:cNvSpPr/>
            <p:nvPr/>
          </p:nvSpPr>
          <p:spPr>
            <a:xfrm>
              <a:off x="496194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g2014"/>
            <p:cNvSpPr/>
            <p:nvPr/>
          </p:nvSpPr>
          <p:spPr>
            <a:xfrm>
              <a:off x="482229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g2015"/>
            <p:cNvSpPr/>
            <p:nvPr/>
          </p:nvSpPr>
          <p:spPr>
            <a:xfrm>
              <a:off x="4833936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g2016"/>
            <p:cNvSpPr/>
            <p:nvPr/>
          </p:nvSpPr>
          <p:spPr>
            <a:xfrm>
              <a:off x="484557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g2017"/>
            <p:cNvSpPr/>
            <p:nvPr/>
          </p:nvSpPr>
          <p:spPr>
            <a:xfrm>
              <a:off x="4857211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g2018"/>
            <p:cNvSpPr/>
            <p:nvPr/>
          </p:nvSpPr>
          <p:spPr>
            <a:xfrm>
              <a:off x="4868848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g2019"/>
            <p:cNvSpPr/>
            <p:nvPr/>
          </p:nvSpPr>
          <p:spPr>
            <a:xfrm>
              <a:off x="488048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g2020"/>
            <p:cNvSpPr/>
            <p:nvPr/>
          </p:nvSpPr>
          <p:spPr>
            <a:xfrm>
              <a:off x="489212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g2021"/>
            <p:cNvSpPr/>
            <p:nvPr/>
          </p:nvSpPr>
          <p:spPr>
            <a:xfrm>
              <a:off x="4903760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g2022"/>
            <p:cNvSpPr/>
            <p:nvPr/>
          </p:nvSpPr>
          <p:spPr>
            <a:xfrm>
              <a:off x="491539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g2023"/>
            <p:cNvSpPr/>
            <p:nvPr/>
          </p:nvSpPr>
          <p:spPr>
            <a:xfrm>
              <a:off x="492703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g2024"/>
            <p:cNvSpPr/>
            <p:nvPr/>
          </p:nvSpPr>
          <p:spPr>
            <a:xfrm>
              <a:off x="4938672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g2025"/>
            <p:cNvSpPr/>
            <p:nvPr/>
          </p:nvSpPr>
          <p:spPr>
            <a:xfrm>
              <a:off x="495030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g2026"/>
            <p:cNvSpPr/>
            <p:nvPr/>
          </p:nvSpPr>
          <p:spPr>
            <a:xfrm>
              <a:off x="496194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g2027"/>
            <p:cNvSpPr/>
            <p:nvPr/>
          </p:nvSpPr>
          <p:spPr>
            <a:xfrm>
              <a:off x="481066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g2028"/>
            <p:cNvSpPr/>
            <p:nvPr/>
          </p:nvSpPr>
          <p:spPr>
            <a:xfrm>
              <a:off x="482229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g2029"/>
            <p:cNvSpPr/>
            <p:nvPr/>
          </p:nvSpPr>
          <p:spPr>
            <a:xfrm>
              <a:off x="4833936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g2030"/>
            <p:cNvSpPr/>
            <p:nvPr/>
          </p:nvSpPr>
          <p:spPr>
            <a:xfrm>
              <a:off x="484557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g2031"/>
            <p:cNvSpPr/>
            <p:nvPr/>
          </p:nvSpPr>
          <p:spPr>
            <a:xfrm>
              <a:off x="485721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g2032"/>
            <p:cNvSpPr/>
            <p:nvPr/>
          </p:nvSpPr>
          <p:spPr>
            <a:xfrm>
              <a:off x="4868848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g2033"/>
            <p:cNvSpPr/>
            <p:nvPr/>
          </p:nvSpPr>
          <p:spPr>
            <a:xfrm>
              <a:off x="488048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g2034"/>
            <p:cNvSpPr/>
            <p:nvPr/>
          </p:nvSpPr>
          <p:spPr>
            <a:xfrm>
              <a:off x="489212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g2035"/>
            <p:cNvSpPr/>
            <p:nvPr/>
          </p:nvSpPr>
          <p:spPr>
            <a:xfrm>
              <a:off x="4903760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g2036"/>
            <p:cNvSpPr/>
            <p:nvPr/>
          </p:nvSpPr>
          <p:spPr>
            <a:xfrm>
              <a:off x="4915397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g2037"/>
            <p:cNvSpPr/>
            <p:nvPr/>
          </p:nvSpPr>
          <p:spPr>
            <a:xfrm>
              <a:off x="492703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g2038"/>
            <p:cNvSpPr/>
            <p:nvPr/>
          </p:nvSpPr>
          <p:spPr>
            <a:xfrm>
              <a:off x="4938672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g2039"/>
            <p:cNvSpPr/>
            <p:nvPr/>
          </p:nvSpPr>
          <p:spPr>
            <a:xfrm>
              <a:off x="495030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g2040"/>
            <p:cNvSpPr/>
            <p:nvPr/>
          </p:nvSpPr>
          <p:spPr>
            <a:xfrm>
              <a:off x="4799024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g2041"/>
            <p:cNvSpPr/>
            <p:nvPr/>
          </p:nvSpPr>
          <p:spPr>
            <a:xfrm>
              <a:off x="481066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g2042"/>
            <p:cNvSpPr/>
            <p:nvPr/>
          </p:nvSpPr>
          <p:spPr>
            <a:xfrm>
              <a:off x="4822299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g2043"/>
            <p:cNvSpPr/>
            <p:nvPr/>
          </p:nvSpPr>
          <p:spPr>
            <a:xfrm>
              <a:off x="4833936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g2044"/>
            <p:cNvSpPr/>
            <p:nvPr/>
          </p:nvSpPr>
          <p:spPr>
            <a:xfrm>
              <a:off x="4845573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g2045"/>
            <p:cNvSpPr/>
            <p:nvPr/>
          </p:nvSpPr>
          <p:spPr>
            <a:xfrm>
              <a:off x="485721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g2046"/>
            <p:cNvSpPr/>
            <p:nvPr/>
          </p:nvSpPr>
          <p:spPr>
            <a:xfrm>
              <a:off x="4868848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g2047"/>
            <p:cNvSpPr/>
            <p:nvPr/>
          </p:nvSpPr>
          <p:spPr>
            <a:xfrm>
              <a:off x="4787387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g2048"/>
            <p:cNvSpPr/>
            <p:nvPr/>
          </p:nvSpPr>
          <p:spPr>
            <a:xfrm>
              <a:off x="4799024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g2049"/>
            <p:cNvSpPr/>
            <p:nvPr/>
          </p:nvSpPr>
          <p:spPr>
            <a:xfrm>
              <a:off x="481066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g2050"/>
            <p:cNvSpPr/>
            <p:nvPr/>
          </p:nvSpPr>
          <p:spPr>
            <a:xfrm>
              <a:off x="4822299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g2051"/>
            <p:cNvSpPr/>
            <p:nvPr/>
          </p:nvSpPr>
          <p:spPr>
            <a:xfrm>
              <a:off x="4833936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g2052"/>
            <p:cNvSpPr/>
            <p:nvPr/>
          </p:nvSpPr>
          <p:spPr>
            <a:xfrm>
              <a:off x="4845573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g2053"/>
            <p:cNvSpPr/>
            <p:nvPr/>
          </p:nvSpPr>
          <p:spPr>
            <a:xfrm>
              <a:off x="485721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g2054"/>
            <p:cNvSpPr/>
            <p:nvPr/>
          </p:nvSpPr>
          <p:spPr>
            <a:xfrm>
              <a:off x="477574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g2055"/>
            <p:cNvSpPr/>
            <p:nvPr/>
          </p:nvSpPr>
          <p:spPr>
            <a:xfrm>
              <a:off x="4787387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g2056"/>
            <p:cNvSpPr/>
            <p:nvPr/>
          </p:nvSpPr>
          <p:spPr>
            <a:xfrm>
              <a:off x="4799024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g2057"/>
            <p:cNvSpPr/>
            <p:nvPr/>
          </p:nvSpPr>
          <p:spPr>
            <a:xfrm>
              <a:off x="4810661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g2058"/>
            <p:cNvSpPr/>
            <p:nvPr/>
          </p:nvSpPr>
          <p:spPr>
            <a:xfrm>
              <a:off x="482229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g2059"/>
            <p:cNvSpPr/>
            <p:nvPr/>
          </p:nvSpPr>
          <p:spPr>
            <a:xfrm>
              <a:off x="4833936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g2060"/>
            <p:cNvSpPr/>
            <p:nvPr/>
          </p:nvSpPr>
          <p:spPr>
            <a:xfrm>
              <a:off x="4845573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g2061"/>
            <p:cNvSpPr/>
            <p:nvPr/>
          </p:nvSpPr>
          <p:spPr>
            <a:xfrm>
              <a:off x="477574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g2062"/>
            <p:cNvSpPr/>
            <p:nvPr/>
          </p:nvSpPr>
          <p:spPr>
            <a:xfrm>
              <a:off x="4787387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g2063"/>
            <p:cNvSpPr/>
            <p:nvPr/>
          </p:nvSpPr>
          <p:spPr>
            <a:xfrm>
              <a:off x="4799024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g2064"/>
            <p:cNvSpPr/>
            <p:nvPr/>
          </p:nvSpPr>
          <p:spPr>
            <a:xfrm>
              <a:off x="4810661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g2065"/>
            <p:cNvSpPr/>
            <p:nvPr/>
          </p:nvSpPr>
          <p:spPr>
            <a:xfrm>
              <a:off x="482229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g2066"/>
            <p:cNvSpPr/>
            <p:nvPr/>
          </p:nvSpPr>
          <p:spPr>
            <a:xfrm>
              <a:off x="4833936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g2067"/>
            <p:cNvSpPr/>
            <p:nvPr/>
          </p:nvSpPr>
          <p:spPr>
            <a:xfrm>
              <a:off x="4752475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g2068"/>
            <p:cNvSpPr/>
            <p:nvPr/>
          </p:nvSpPr>
          <p:spPr>
            <a:xfrm>
              <a:off x="4764112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g2069"/>
            <p:cNvSpPr/>
            <p:nvPr/>
          </p:nvSpPr>
          <p:spPr>
            <a:xfrm>
              <a:off x="477574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g2070"/>
            <p:cNvSpPr/>
            <p:nvPr/>
          </p:nvSpPr>
          <p:spPr>
            <a:xfrm>
              <a:off x="4787387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g2071"/>
            <p:cNvSpPr/>
            <p:nvPr/>
          </p:nvSpPr>
          <p:spPr>
            <a:xfrm>
              <a:off x="4799024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g2072"/>
            <p:cNvSpPr/>
            <p:nvPr/>
          </p:nvSpPr>
          <p:spPr>
            <a:xfrm>
              <a:off x="4810661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g2073"/>
            <p:cNvSpPr/>
            <p:nvPr/>
          </p:nvSpPr>
          <p:spPr>
            <a:xfrm>
              <a:off x="482229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g2074"/>
            <p:cNvSpPr/>
            <p:nvPr/>
          </p:nvSpPr>
          <p:spPr>
            <a:xfrm>
              <a:off x="474083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g2075"/>
            <p:cNvSpPr/>
            <p:nvPr/>
          </p:nvSpPr>
          <p:spPr>
            <a:xfrm>
              <a:off x="4752475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g2076"/>
            <p:cNvSpPr/>
            <p:nvPr/>
          </p:nvSpPr>
          <p:spPr>
            <a:xfrm>
              <a:off x="4764112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g2077"/>
            <p:cNvSpPr/>
            <p:nvPr/>
          </p:nvSpPr>
          <p:spPr>
            <a:xfrm>
              <a:off x="477574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g2078"/>
            <p:cNvSpPr/>
            <p:nvPr/>
          </p:nvSpPr>
          <p:spPr>
            <a:xfrm>
              <a:off x="478738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g2079"/>
            <p:cNvSpPr/>
            <p:nvPr/>
          </p:nvSpPr>
          <p:spPr>
            <a:xfrm>
              <a:off x="4799024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g2080"/>
            <p:cNvSpPr/>
            <p:nvPr/>
          </p:nvSpPr>
          <p:spPr>
            <a:xfrm>
              <a:off x="4810661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g2081"/>
            <p:cNvSpPr/>
            <p:nvPr/>
          </p:nvSpPr>
          <p:spPr>
            <a:xfrm>
              <a:off x="482229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g2082"/>
            <p:cNvSpPr/>
            <p:nvPr/>
          </p:nvSpPr>
          <p:spPr>
            <a:xfrm>
              <a:off x="4717563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g2083"/>
            <p:cNvSpPr/>
            <p:nvPr/>
          </p:nvSpPr>
          <p:spPr>
            <a:xfrm>
              <a:off x="4729200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g2084"/>
            <p:cNvSpPr/>
            <p:nvPr/>
          </p:nvSpPr>
          <p:spPr>
            <a:xfrm>
              <a:off x="474083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g2085"/>
            <p:cNvSpPr/>
            <p:nvPr/>
          </p:nvSpPr>
          <p:spPr>
            <a:xfrm>
              <a:off x="4752475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g2086"/>
            <p:cNvSpPr/>
            <p:nvPr/>
          </p:nvSpPr>
          <p:spPr>
            <a:xfrm>
              <a:off x="4764112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g2087"/>
            <p:cNvSpPr/>
            <p:nvPr/>
          </p:nvSpPr>
          <p:spPr>
            <a:xfrm>
              <a:off x="4775749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g2088"/>
            <p:cNvSpPr/>
            <p:nvPr/>
          </p:nvSpPr>
          <p:spPr>
            <a:xfrm>
              <a:off x="478738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g2089"/>
            <p:cNvSpPr/>
            <p:nvPr/>
          </p:nvSpPr>
          <p:spPr>
            <a:xfrm>
              <a:off x="4799024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g2090"/>
            <p:cNvSpPr/>
            <p:nvPr/>
          </p:nvSpPr>
          <p:spPr>
            <a:xfrm>
              <a:off x="4810661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g2091"/>
            <p:cNvSpPr/>
            <p:nvPr/>
          </p:nvSpPr>
          <p:spPr>
            <a:xfrm>
              <a:off x="470592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g2092"/>
            <p:cNvSpPr/>
            <p:nvPr/>
          </p:nvSpPr>
          <p:spPr>
            <a:xfrm>
              <a:off x="4717563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g2093"/>
            <p:cNvSpPr/>
            <p:nvPr/>
          </p:nvSpPr>
          <p:spPr>
            <a:xfrm>
              <a:off x="4729200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g2094"/>
            <p:cNvSpPr/>
            <p:nvPr/>
          </p:nvSpPr>
          <p:spPr>
            <a:xfrm>
              <a:off x="474083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g2095"/>
            <p:cNvSpPr/>
            <p:nvPr/>
          </p:nvSpPr>
          <p:spPr>
            <a:xfrm>
              <a:off x="475247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g2096"/>
            <p:cNvSpPr/>
            <p:nvPr/>
          </p:nvSpPr>
          <p:spPr>
            <a:xfrm>
              <a:off x="4764112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g2097"/>
            <p:cNvSpPr/>
            <p:nvPr/>
          </p:nvSpPr>
          <p:spPr>
            <a:xfrm>
              <a:off x="4775749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g2098"/>
            <p:cNvSpPr/>
            <p:nvPr/>
          </p:nvSpPr>
          <p:spPr>
            <a:xfrm>
              <a:off x="478738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g2099"/>
            <p:cNvSpPr/>
            <p:nvPr/>
          </p:nvSpPr>
          <p:spPr>
            <a:xfrm>
              <a:off x="464773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g2100"/>
            <p:cNvSpPr/>
            <p:nvPr/>
          </p:nvSpPr>
          <p:spPr>
            <a:xfrm>
              <a:off x="4659376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g2101"/>
            <p:cNvSpPr/>
            <p:nvPr/>
          </p:nvSpPr>
          <p:spPr>
            <a:xfrm>
              <a:off x="467101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g2102"/>
            <p:cNvSpPr/>
            <p:nvPr/>
          </p:nvSpPr>
          <p:spPr>
            <a:xfrm>
              <a:off x="4682651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g2103"/>
            <p:cNvSpPr/>
            <p:nvPr/>
          </p:nvSpPr>
          <p:spPr>
            <a:xfrm>
              <a:off x="4694288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g2104"/>
            <p:cNvSpPr/>
            <p:nvPr/>
          </p:nvSpPr>
          <p:spPr>
            <a:xfrm>
              <a:off x="470592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g2105"/>
            <p:cNvSpPr/>
            <p:nvPr/>
          </p:nvSpPr>
          <p:spPr>
            <a:xfrm>
              <a:off x="471756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g2106"/>
            <p:cNvSpPr/>
            <p:nvPr/>
          </p:nvSpPr>
          <p:spPr>
            <a:xfrm>
              <a:off x="4729200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g2107"/>
            <p:cNvSpPr/>
            <p:nvPr/>
          </p:nvSpPr>
          <p:spPr>
            <a:xfrm>
              <a:off x="4740837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g2108"/>
            <p:cNvSpPr/>
            <p:nvPr/>
          </p:nvSpPr>
          <p:spPr>
            <a:xfrm>
              <a:off x="475247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g2109"/>
            <p:cNvSpPr/>
            <p:nvPr/>
          </p:nvSpPr>
          <p:spPr>
            <a:xfrm>
              <a:off x="4764112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g2110"/>
            <p:cNvSpPr/>
            <p:nvPr/>
          </p:nvSpPr>
          <p:spPr>
            <a:xfrm>
              <a:off x="477574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g2111"/>
            <p:cNvSpPr/>
            <p:nvPr/>
          </p:nvSpPr>
          <p:spPr>
            <a:xfrm>
              <a:off x="4624464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g2112"/>
            <p:cNvSpPr/>
            <p:nvPr/>
          </p:nvSpPr>
          <p:spPr>
            <a:xfrm>
              <a:off x="463610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g2113"/>
            <p:cNvSpPr/>
            <p:nvPr/>
          </p:nvSpPr>
          <p:spPr>
            <a:xfrm>
              <a:off x="4647739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g2114"/>
            <p:cNvSpPr/>
            <p:nvPr/>
          </p:nvSpPr>
          <p:spPr>
            <a:xfrm>
              <a:off x="4659376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g2115"/>
            <p:cNvSpPr/>
            <p:nvPr/>
          </p:nvSpPr>
          <p:spPr>
            <a:xfrm>
              <a:off x="467101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g2116"/>
            <p:cNvSpPr/>
            <p:nvPr/>
          </p:nvSpPr>
          <p:spPr>
            <a:xfrm>
              <a:off x="468265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g2117"/>
            <p:cNvSpPr/>
            <p:nvPr/>
          </p:nvSpPr>
          <p:spPr>
            <a:xfrm>
              <a:off x="4694288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g2118"/>
            <p:cNvSpPr/>
            <p:nvPr/>
          </p:nvSpPr>
          <p:spPr>
            <a:xfrm>
              <a:off x="470592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g2119"/>
            <p:cNvSpPr/>
            <p:nvPr/>
          </p:nvSpPr>
          <p:spPr>
            <a:xfrm>
              <a:off x="471756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g2120"/>
            <p:cNvSpPr/>
            <p:nvPr/>
          </p:nvSpPr>
          <p:spPr>
            <a:xfrm>
              <a:off x="4729200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g2121"/>
            <p:cNvSpPr/>
            <p:nvPr/>
          </p:nvSpPr>
          <p:spPr>
            <a:xfrm>
              <a:off x="4740837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g2122"/>
            <p:cNvSpPr/>
            <p:nvPr/>
          </p:nvSpPr>
          <p:spPr>
            <a:xfrm>
              <a:off x="475247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g2123"/>
            <p:cNvSpPr/>
            <p:nvPr/>
          </p:nvSpPr>
          <p:spPr>
            <a:xfrm>
              <a:off x="4764112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g2124"/>
            <p:cNvSpPr/>
            <p:nvPr/>
          </p:nvSpPr>
          <p:spPr>
            <a:xfrm>
              <a:off x="461282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g2125"/>
            <p:cNvSpPr/>
            <p:nvPr/>
          </p:nvSpPr>
          <p:spPr>
            <a:xfrm>
              <a:off x="4624464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g2126"/>
            <p:cNvSpPr/>
            <p:nvPr/>
          </p:nvSpPr>
          <p:spPr>
            <a:xfrm>
              <a:off x="463610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g2127"/>
            <p:cNvSpPr/>
            <p:nvPr/>
          </p:nvSpPr>
          <p:spPr>
            <a:xfrm>
              <a:off x="4647739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g2128"/>
            <p:cNvSpPr/>
            <p:nvPr/>
          </p:nvSpPr>
          <p:spPr>
            <a:xfrm>
              <a:off x="4659376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g2129"/>
            <p:cNvSpPr/>
            <p:nvPr/>
          </p:nvSpPr>
          <p:spPr>
            <a:xfrm>
              <a:off x="467101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g2130"/>
            <p:cNvSpPr/>
            <p:nvPr/>
          </p:nvSpPr>
          <p:spPr>
            <a:xfrm>
              <a:off x="468265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g2131"/>
            <p:cNvSpPr/>
            <p:nvPr/>
          </p:nvSpPr>
          <p:spPr>
            <a:xfrm>
              <a:off x="4694288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g2132"/>
            <p:cNvSpPr/>
            <p:nvPr/>
          </p:nvSpPr>
          <p:spPr>
            <a:xfrm>
              <a:off x="4705925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g2133"/>
            <p:cNvSpPr/>
            <p:nvPr/>
          </p:nvSpPr>
          <p:spPr>
            <a:xfrm>
              <a:off x="471756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g2134"/>
            <p:cNvSpPr/>
            <p:nvPr/>
          </p:nvSpPr>
          <p:spPr>
            <a:xfrm>
              <a:off x="4729200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g2135"/>
            <p:cNvSpPr/>
            <p:nvPr/>
          </p:nvSpPr>
          <p:spPr>
            <a:xfrm>
              <a:off x="474083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g2136"/>
            <p:cNvSpPr/>
            <p:nvPr/>
          </p:nvSpPr>
          <p:spPr>
            <a:xfrm>
              <a:off x="4612827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g2137"/>
            <p:cNvSpPr/>
            <p:nvPr/>
          </p:nvSpPr>
          <p:spPr>
            <a:xfrm>
              <a:off x="4624464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g2138"/>
            <p:cNvSpPr/>
            <p:nvPr/>
          </p:nvSpPr>
          <p:spPr>
            <a:xfrm>
              <a:off x="463610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g2139"/>
            <p:cNvSpPr/>
            <p:nvPr/>
          </p:nvSpPr>
          <p:spPr>
            <a:xfrm>
              <a:off x="4647739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g2140"/>
            <p:cNvSpPr/>
            <p:nvPr/>
          </p:nvSpPr>
          <p:spPr>
            <a:xfrm>
              <a:off x="4659376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g2141"/>
            <p:cNvSpPr/>
            <p:nvPr/>
          </p:nvSpPr>
          <p:spPr>
            <a:xfrm>
              <a:off x="467101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g2142"/>
            <p:cNvSpPr/>
            <p:nvPr/>
          </p:nvSpPr>
          <p:spPr>
            <a:xfrm>
              <a:off x="468265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g2143"/>
            <p:cNvSpPr/>
            <p:nvPr/>
          </p:nvSpPr>
          <p:spPr>
            <a:xfrm>
              <a:off x="4694288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g2144"/>
            <p:cNvSpPr/>
            <p:nvPr/>
          </p:nvSpPr>
          <p:spPr>
            <a:xfrm>
              <a:off x="4705925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g2145"/>
            <p:cNvSpPr/>
            <p:nvPr/>
          </p:nvSpPr>
          <p:spPr>
            <a:xfrm>
              <a:off x="471756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g2146"/>
            <p:cNvSpPr/>
            <p:nvPr/>
          </p:nvSpPr>
          <p:spPr>
            <a:xfrm>
              <a:off x="4729200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g2147"/>
            <p:cNvSpPr/>
            <p:nvPr/>
          </p:nvSpPr>
          <p:spPr>
            <a:xfrm>
              <a:off x="4612827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g2148"/>
            <p:cNvSpPr/>
            <p:nvPr/>
          </p:nvSpPr>
          <p:spPr>
            <a:xfrm>
              <a:off x="4624464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g2149"/>
            <p:cNvSpPr/>
            <p:nvPr/>
          </p:nvSpPr>
          <p:spPr>
            <a:xfrm>
              <a:off x="463610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g2150"/>
            <p:cNvSpPr/>
            <p:nvPr/>
          </p:nvSpPr>
          <p:spPr>
            <a:xfrm>
              <a:off x="4647739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g2151"/>
            <p:cNvSpPr/>
            <p:nvPr/>
          </p:nvSpPr>
          <p:spPr>
            <a:xfrm>
              <a:off x="4659376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g2152"/>
            <p:cNvSpPr/>
            <p:nvPr/>
          </p:nvSpPr>
          <p:spPr>
            <a:xfrm>
              <a:off x="4671013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g2153"/>
            <p:cNvSpPr/>
            <p:nvPr/>
          </p:nvSpPr>
          <p:spPr>
            <a:xfrm>
              <a:off x="468265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g2154"/>
            <p:cNvSpPr/>
            <p:nvPr/>
          </p:nvSpPr>
          <p:spPr>
            <a:xfrm>
              <a:off x="4694288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g2155"/>
            <p:cNvSpPr/>
            <p:nvPr/>
          </p:nvSpPr>
          <p:spPr>
            <a:xfrm>
              <a:off x="4612827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g2156"/>
            <p:cNvSpPr/>
            <p:nvPr/>
          </p:nvSpPr>
          <p:spPr>
            <a:xfrm>
              <a:off x="4624464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g2157"/>
            <p:cNvSpPr/>
            <p:nvPr/>
          </p:nvSpPr>
          <p:spPr>
            <a:xfrm>
              <a:off x="463610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g2158"/>
            <p:cNvSpPr/>
            <p:nvPr/>
          </p:nvSpPr>
          <p:spPr>
            <a:xfrm>
              <a:off x="4647739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g2159"/>
            <p:cNvSpPr/>
            <p:nvPr/>
          </p:nvSpPr>
          <p:spPr>
            <a:xfrm>
              <a:off x="4659376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g2160"/>
            <p:cNvSpPr/>
            <p:nvPr/>
          </p:nvSpPr>
          <p:spPr>
            <a:xfrm>
              <a:off x="4671013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g2161"/>
            <p:cNvSpPr/>
            <p:nvPr/>
          </p:nvSpPr>
          <p:spPr>
            <a:xfrm>
              <a:off x="468265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g2162"/>
            <p:cNvSpPr/>
            <p:nvPr/>
          </p:nvSpPr>
          <p:spPr>
            <a:xfrm>
              <a:off x="4589552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g2163"/>
            <p:cNvSpPr/>
            <p:nvPr/>
          </p:nvSpPr>
          <p:spPr>
            <a:xfrm>
              <a:off x="4601190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g2164"/>
            <p:cNvSpPr/>
            <p:nvPr/>
          </p:nvSpPr>
          <p:spPr>
            <a:xfrm>
              <a:off x="4612827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g2165"/>
            <p:cNvSpPr/>
            <p:nvPr/>
          </p:nvSpPr>
          <p:spPr>
            <a:xfrm>
              <a:off x="4624464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g2166"/>
            <p:cNvSpPr/>
            <p:nvPr/>
          </p:nvSpPr>
          <p:spPr>
            <a:xfrm>
              <a:off x="4636101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g2167"/>
            <p:cNvSpPr/>
            <p:nvPr/>
          </p:nvSpPr>
          <p:spPr>
            <a:xfrm>
              <a:off x="4647739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g2168"/>
            <p:cNvSpPr/>
            <p:nvPr/>
          </p:nvSpPr>
          <p:spPr>
            <a:xfrm>
              <a:off x="4659376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g2169"/>
            <p:cNvSpPr/>
            <p:nvPr/>
          </p:nvSpPr>
          <p:spPr>
            <a:xfrm>
              <a:off x="4671013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g2170"/>
            <p:cNvSpPr/>
            <p:nvPr/>
          </p:nvSpPr>
          <p:spPr>
            <a:xfrm>
              <a:off x="4589552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g2171"/>
            <p:cNvSpPr/>
            <p:nvPr/>
          </p:nvSpPr>
          <p:spPr>
            <a:xfrm>
              <a:off x="4601190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g2172"/>
            <p:cNvSpPr/>
            <p:nvPr/>
          </p:nvSpPr>
          <p:spPr>
            <a:xfrm>
              <a:off x="4612827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g2173"/>
            <p:cNvSpPr/>
            <p:nvPr/>
          </p:nvSpPr>
          <p:spPr>
            <a:xfrm>
              <a:off x="4624464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g2174"/>
            <p:cNvSpPr/>
            <p:nvPr/>
          </p:nvSpPr>
          <p:spPr>
            <a:xfrm>
              <a:off x="4636101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g2175"/>
            <p:cNvSpPr/>
            <p:nvPr/>
          </p:nvSpPr>
          <p:spPr>
            <a:xfrm>
              <a:off x="4647739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g2176"/>
            <p:cNvSpPr/>
            <p:nvPr/>
          </p:nvSpPr>
          <p:spPr>
            <a:xfrm>
              <a:off x="4659376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g2177"/>
            <p:cNvSpPr/>
            <p:nvPr/>
          </p:nvSpPr>
          <p:spPr>
            <a:xfrm>
              <a:off x="4577915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g2178"/>
            <p:cNvSpPr/>
            <p:nvPr/>
          </p:nvSpPr>
          <p:spPr>
            <a:xfrm>
              <a:off x="4589552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g2179"/>
            <p:cNvSpPr/>
            <p:nvPr/>
          </p:nvSpPr>
          <p:spPr>
            <a:xfrm>
              <a:off x="4601190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g2180"/>
            <p:cNvSpPr/>
            <p:nvPr/>
          </p:nvSpPr>
          <p:spPr>
            <a:xfrm>
              <a:off x="4612827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g2181"/>
            <p:cNvSpPr/>
            <p:nvPr/>
          </p:nvSpPr>
          <p:spPr>
            <a:xfrm>
              <a:off x="4624464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g2182"/>
            <p:cNvSpPr/>
            <p:nvPr/>
          </p:nvSpPr>
          <p:spPr>
            <a:xfrm>
              <a:off x="4636101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g2183"/>
            <p:cNvSpPr/>
            <p:nvPr/>
          </p:nvSpPr>
          <p:spPr>
            <a:xfrm>
              <a:off x="4647739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g2184"/>
            <p:cNvSpPr/>
            <p:nvPr/>
          </p:nvSpPr>
          <p:spPr>
            <a:xfrm>
              <a:off x="4577915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g2185"/>
            <p:cNvSpPr/>
            <p:nvPr/>
          </p:nvSpPr>
          <p:spPr>
            <a:xfrm>
              <a:off x="4589552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g2186"/>
            <p:cNvSpPr/>
            <p:nvPr/>
          </p:nvSpPr>
          <p:spPr>
            <a:xfrm>
              <a:off x="4601190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g2187"/>
            <p:cNvSpPr/>
            <p:nvPr/>
          </p:nvSpPr>
          <p:spPr>
            <a:xfrm>
              <a:off x="4612827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g2188"/>
            <p:cNvSpPr/>
            <p:nvPr/>
          </p:nvSpPr>
          <p:spPr>
            <a:xfrm>
              <a:off x="4624464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g2189"/>
            <p:cNvSpPr/>
            <p:nvPr/>
          </p:nvSpPr>
          <p:spPr>
            <a:xfrm>
              <a:off x="4636101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g2190"/>
            <p:cNvSpPr/>
            <p:nvPr/>
          </p:nvSpPr>
          <p:spPr>
            <a:xfrm>
              <a:off x="4566278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g2191"/>
            <p:cNvSpPr/>
            <p:nvPr/>
          </p:nvSpPr>
          <p:spPr>
            <a:xfrm>
              <a:off x="4577915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g2192"/>
            <p:cNvSpPr/>
            <p:nvPr/>
          </p:nvSpPr>
          <p:spPr>
            <a:xfrm>
              <a:off x="4589552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g2193"/>
            <p:cNvSpPr/>
            <p:nvPr/>
          </p:nvSpPr>
          <p:spPr>
            <a:xfrm>
              <a:off x="4601190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g2194"/>
            <p:cNvSpPr/>
            <p:nvPr/>
          </p:nvSpPr>
          <p:spPr>
            <a:xfrm>
              <a:off x="4612827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g2195"/>
            <p:cNvSpPr/>
            <p:nvPr/>
          </p:nvSpPr>
          <p:spPr>
            <a:xfrm>
              <a:off x="4624464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g2196"/>
            <p:cNvSpPr/>
            <p:nvPr/>
          </p:nvSpPr>
          <p:spPr>
            <a:xfrm>
              <a:off x="4566278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g2197"/>
            <p:cNvSpPr/>
            <p:nvPr/>
          </p:nvSpPr>
          <p:spPr>
            <a:xfrm>
              <a:off x="4577915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g2198"/>
            <p:cNvSpPr/>
            <p:nvPr/>
          </p:nvSpPr>
          <p:spPr>
            <a:xfrm>
              <a:off x="4589552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g2199"/>
            <p:cNvSpPr/>
            <p:nvPr/>
          </p:nvSpPr>
          <p:spPr>
            <a:xfrm>
              <a:off x="4601190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g2200"/>
            <p:cNvSpPr/>
            <p:nvPr/>
          </p:nvSpPr>
          <p:spPr>
            <a:xfrm>
              <a:off x="4612827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g2201"/>
            <p:cNvSpPr/>
            <p:nvPr/>
          </p:nvSpPr>
          <p:spPr>
            <a:xfrm>
              <a:off x="455464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g2202"/>
            <p:cNvSpPr/>
            <p:nvPr/>
          </p:nvSpPr>
          <p:spPr>
            <a:xfrm>
              <a:off x="4566278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g2203"/>
            <p:cNvSpPr/>
            <p:nvPr/>
          </p:nvSpPr>
          <p:spPr>
            <a:xfrm>
              <a:off x="4577915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g2204"/>
            <p:cNvSpPr/>
            <p:nvPr/>
          </p:nvSpPr>
          <p:spPr>
            <a:xfrm>
              <a:off x="4589552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g2205"/>
            <p:cNvSpPr/>
            <p:nvPr/>
          </p:nvSpPr>
          <p:spPr>
            <a:xfrm>
              <a:off x="460119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g2206"/>
            <p:cNvSpPr/>
            <p:nvPr/>
          </p:nvSpPr>
          <p:spPr>
            <a:xfrm>
              <a:off x="4612827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g2207"/>
            <p:cNvSpPr/>
            <p:nvPr/>
          </p:nvSpPr>
          <p:spPr>
            <a:xfrm>
              <a:off x="455464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g2208"/>
            <p:cNvSpPr/>
            <p:nvPr/>
          </p:nvSpPr>
          <p:spPr>
            <a:xfrm>
              <a:off x="4566278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g2209"/>
            <p:cNvSpPr/>
            <p:nvPr/>
          </p:nvSpPr>
          <p:spPr>
            <a:xfrm>
              <a:off x="4577915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g2210"/>
            <p:cNvSpPr/>
            <p:nvPr/>
          </p:nvSpPr>
          <p:spPr>
            <a:xfrm>
              <a:off x="4589552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g2211"/>
            <p:cNvSpPr/>
            <p:nvPr/>
          </p:nvSpPr>
          <p:spPr>
            <a:xfrm>
              <a:off x="460119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g2212"/>
            <p:cNvSpPr/>
            <p:nvPr/>
          </p:nvSpPr>
          <p:spPr>
            <a:xfrm>
              <a:off x="4543003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g2213"/>
            <p:cNvSpPr/>
            <p:nvPr/>
          </p:nvSpPr>
          <p:spPr>
            <a:xfrm>
              <a:off x="455464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g2214"/>
            <p:cNvSpPr/>
            <p:nvPr/>
          </p:nvSpPr>
          <p:spPr>
            <a:xfrm>
              <a:off x="4566278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g2215"/>
            <p:cNvSpPr/>
            <p:nvPr/>
          </p:nvSpPr>
          <p:spPr>
            <a:xfrm>
              <a:off x="4577915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g2216"/>
            <p:cNvSpPr/>
            <p:nvPr/>
          </p:nvSpPr>
          <p:spPr>
            <a:xfrm>
              <a:off x="4589552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g2217"/>
            <p:cNvSpPr/>
            <p:nvPr/>
          </p:nvSpPr>
          <p:spPr>
            <a:xfrm>
              <a:off x="460119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g2218"/>
            <p:cNvSpPr/>
            <p:nvPr/>
          </p:nvSpPr>
          <p:spPr>
            <a:xfrm>
              <a:off x="4543003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g2219"/>
            <p:cNvSpPr/>
            <p:nvPr/>
          </p:nvSpPr>
          <p:spPr>
            <a:xfrm>
              <a:off x="455464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g2220"/>
            <p:cNvSpPr/>
            <p:nvPr/>
          </p:nvSpPr>
          <p:spPr>
            <a:xfrm>
              <a:off x="4566278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g2221"/>
            <p:cNvSpPr/>
            <p:nvPr/>
          </p:nvSpPr>
          <p:spPr>
            <a:xfrm>
              <a:off x="4577915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g2222"/>
            <p:cNvSpPr/>
            <p:nvPr/>
          </p:nvSpPr>
          <p:spPr>
            <a:xfrm>
              <a:off x="4589552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g2223"/>
            <p:cNvSpPr/>
            <p:nvPr/>
          </p:nvSpPr>
          <p:spPr>
            <a:xfrm>
              <a:off x="460119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g2224"/>
            <p:cNvSpPr/>
            <p:nvPr/>
          </p:nvSpPr>
          <p:spPr>
            <a:xfrm>
              <a:off x="4543003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g2225"/>
            <p:cNvSpPr/>
            <p:nvPr/>
          </p:nvSpPr>
          <p:spPr>
            <a:xfrm>
              <a:off x="4554640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g2226"/>
            <p:cNvSpPr/>
            <p:nvPr/>
          </p:nvSpPr>
          <p:spPr>
            <a:xfrm>
              <a:off x="4566278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g2227"/>
            <p:cNvSpPr/>
            <p:nvPr/>
          </p:nvSpPr>
          <p:spPr>
            <a:xfrm>
              <a:off x="4577915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g2228"/>
            <p:cNvSpPr/>
            <p:nvPr/>
          </p:nvSpPr>
          <p:spPr>
            <a:xfrm>
              <a:off x="4589552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g2229"/>
            <p:cNvSpPr/>
            <p:nvPr/>
          </p:nvSpPr>
          <p:spPr>
            <a:xfrm>
              <a:off x="385640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g2230"/>
            <p:cNvSpPr/>
            <p:nvPr/>
          </p:nvSpPr>
          <p:spPr>
            <a:xfrm>
              <a:off x="386803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g2231"/>
            <p:cNvSpPr/>
            <p:nvPr/>
          </p:nvSpPr>
          <p:spPr>
            <a:xfrm>
              <a:off x="387967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g2232"/>
            <p:cNvSpPr/>
            <p:nvPr/>
          </p:nvSpPr>
          <p:spPr>
            <a:xfrm>
              <a:off x="3891312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g2233"/>
            <p:cNvSpPr/>
            <p:nvPr/>
          </p:nvSpPr>
          <p:spPr>
            <a:xfrm>
              <a:off x="4543003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g2234"/>
            <p:cNvSpPr/>
            <p:nvPr/>
          </p:nvSpPr>
          <p:spPr>
            <a:xfrm>
              <a:off x="455464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g2235"/>
            <p:cNvSpPr/>
            <p:nvPr/>
          </p:nvSpPr>
          <p:spPr>
            <a:xfrm>
              <a:off x="456627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g2236"/>
            <p:cNvSpPr/>
            <p:nvPr/>
          </p:nvSpPr>
          <p:spPr>
            <a:xfrm>
              <a:off x="457791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g2237"/>
            <p:cNvSpPr/>
            <p:nvPr/>
          </p:nvSpPr>
          <p:spPr>
            <a:xfrm>
              <a:off x="385640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g2238"/>
            <p:cNvSpPr/>
            <p:nvPr/>
          </p:nvSpPr>
          <p:spPr>
            <a:xfrm>
              <a:off x="386803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g2239"/>
            <p:cNvSpPr/>
            <p:nvPr/>
          </p:nvSpPr>
          <p:spPr>
            <a:xfrm>
              <a:off x="387967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g2240"/>
            <p:cNvSpPr/>
            <p:nvPr/>
          </p:nvSpPr>
          <p:spPr>
            <a:xfrm>
              <a:off x="389131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g2241"/>
            <p:cNvSpPr/>
            <p:nvPr/>
          </p:nvSpPr>
          <p:spPr>
            <a:xfrm>
              <a:off x="390295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g2242"/>
            <p:cNvSpPr/>
            <p:nvPr/>
          </p:nvSpPr>
          <p:spPr>
            <a:xfrm>
              <a:off x="3949499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g2243"/>
            <p:cNvSpPr/>
            <p:nvPr/>
          </p:nvSpPr>
          <p:spPr>
            <a:xfrm>
              <a:off x="3961136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g2244"/>
            <p:cNvSpPr/>
            <p:nvPr/>
          </p:nvSpPr>
          <p:spPr>
            <a:xfrm>
              <a:off x="3972774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g2245"/>
            <p:cNvSpPr/>
            <p:nvPr/>
          </p:nvSpPr>
          <p:spPr>
            <a:xfrm>
              <a:off x="3984411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g2246"/>
            <p:cNvSpPr/>
            <p:nvPr/>
          </p:nvSpPr>
          <p:spPr>
            <a:xfrm>
              <a:off x="399604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g2247"/>
            <p:cNvSpPr/>
            <p:nvPr/>
          </p:nvSpPr>
          <p:spPr>
            <a:xfrm>
              <a:off x="4543003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g2248"/>
            <p:cNvSpPr/>
            <p:nvPr/>
          </p:nvSpPr>
          <p:spPr>
            <a:xfrm>
              <a:off x="455464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g2249"/>
            <p:cNvSpPr/>
            <p:nvPr/>
          </p:nvSpPr>
          <p:spPr>
            <a:xfrm>
              <a:off x="456627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g2250"/>
            <p:cNvSpPr/>
            <p:nvPr/>
          </p:nvSpPr>
          <p:spPr>
            <a:xfrm>
              <a:off x="457791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g2251"/>
            <p:cNvSpPr/>
            <p:nvPr/>
          </p:nvSpPr>
          <p:spPr>
            <a:xfrm>
              <a:off x="458955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g2252"/>
            <p:cNvSpPr/>
            <p:nvPr/>
          </p:nvSpPr>
          <p:spPr>
            <a:xfrm>
              <a:off x="377493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g2253"/>
            <p:cNvSpPr/>
            <p:nvPr/>
          </p:nvSpPr>
          <p:spPr>
            <a:xfrm>
              <a:off x="378657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g2254"/>
            <p:cNvSpPr/>
            <p:nvPr/>
          </p:nvSpPr>
          <p:spPr>
            <a:xfrm>
              <a:off x="384476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g2255"/>
            <p:cNvSpPr/>
            <p:nvPr/>
          </p:nvSpPr>
          <p:spPr>
            <a:xfrm>
              <a:off x="385640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g2256"/>
            <p:cNvSpPr/>
            <p:nvPr/>
          </p:nvSpPr>
          <p:spPr>
            <a:xfrm>
              <a:off x="386803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g2257"/>
            <p:cNvSpPr/>
            <p:nvPr/>
          </p:nvSpPr>
          <p:spPr>
            <a:xfrm>
              <a:off x="387967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g2258"/>
            <p:cNvSpPr/>
            <p:nvPr/>
          </p:nvSpPr>
          <p:spPr>
            <a:xfrm>
              <a:off x="389131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g2259"/>
            <p:cNvSpPr/>
            <p:nvPr/>
          </p:nvSpPr>
          <p:spPr>
            <a:xfrm>
              <a:off x="390295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g2260"/>
            <p:cNvSpPr/>
            <p:nvPr/>
          </p:nvSpPr>
          <p:spPr>
            <a:xfrm>
              <a:off x="394949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g2261"/>
            <p:cNvSpPr/>
            <p:nvPr/>
          </p:nvSpPr>
          <p:spPr>
            <a:xfrm>
              <a:off x="396113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g2262"/>
            <p:cNvSpPr/>
            <p:nvPr/>
          </p:nvSpPr>
          <p:spPr>
            <a:xfrm>
              <a:off x="3972774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g2263"/>
            <p:cNvSpPr/>
            <p:nvPr/>
          </p:nvSpPr>
          <p:spPr>
            <a:xfrm>
              <a:off x="398441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g2264"/>
            <p:cNvSpPr/>
            <p:nvPr/>
          </p:nvSpPr>
          <p:spPr>
            <a:xfrm>
              <a:off x="399604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g2265"/>
            <p:cNvSpPr/>
            <p:nvPr/>
          </p:nvSpPr>
          <p:spPr>
            <a:xfrm>
              <a:off x="400768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g2266"/>
            <p:cNvSpPr/>
            <p:nvPr/>
          </p:nvSpPr>
          <p:spPr>
            <a:xfrm>
              <a:off x="401932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g2267"/>
            <p:cNvSpPr/>
            <p:nvPr/>
          </p:nvSpPr>
          <p:spPr>
            <a:xfrm>
              <a:off x="403096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g2268"/>
            <p:cNvSpPr/>
            <p:nvPr/>
          </p:nvSpPr>
          <p:spPr>
            <a:xfrm>
              <a:off x="404259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g2269"/>
            <p:cNvSpPr/>
            <p:nvPr/>
          </p:nvSpPr>
          <p:spPr>
            <a:xfrm>
              <a:off x="405423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g2270"/>
            <p:cNvSpPr/>
            <p:nvPr/>
          </p:nvSpPr>
          <p:spPr>
            <a:xfrm>
              <a:off x="406587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g2271"/>
            <p:cNvSpPr/>
            <p:nvPr/>
          </p:nvSpPr>
          <p:spPr>
            <a:xfrm>
              <a:off x="407751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g2272"/>
            <p:cNvSpPr/>
            <p:nvPr/>
          </p:nvSpPr>
          <p:spPr>
            <a:xfrm>
              <a:off x="454300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g2273"/>
            <p:cNvSpPr/>
            <p:nvPr/>
          </p:nvSpPr>
          <p:spPr>
            <a:xfrm>
              <a:off x="455464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g2274"/>
            <p:cNvSpPr/>
            <p:nvPr/>
          </p:nvSpPr>
          <p:spPr>
            <a:xfrm>
              <a:off x="456627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g2275"/>
            <p:cNvSpPr/>
            <p:nvPr/>
          </p:nvSpPr>
          <p:spPr>
            <a:xfrm>
              <a:off x="457791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g2276"/>
            <p:cNvSpPr/>
            <p:nvPr/>
          </p:nvSpPr>
          <p:spPr>
            <a:xfrm>
              <a:off x="458955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g2277"/>
            <p:cNvSpPr/>
            <p:nvPr/>
          </p:nvSpPr>
          <p:spPr>
            <a:xfrm>
              <a:off x="362365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g2278"/>
            <p:cNvSpPr/>
            <p:nvPr/>
          </p:nvSpPr>
          <p:spPr>
            <a:xfrm>
              <a:off x="363529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g2279"/>
            <p:cNvSpPr/>
            <p:nvPr/>
          </p:nvSpPr>
          <p:spPr>
            <a:xfrm>
              <a:off x="364692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g2280"/>
            <p:cNvSpPr/>
            <p:nvPr/>
          </p:nvSpPr>
          <p:spPr>
            <a:xfrm>
              <a:off x="365856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g2281"/>
            <p:cNvSpPr/>
            <p:nvPr/>
          </p:nvSpPr>
          <p:spPr>
            <a:xfrm>
              <a:off x="36702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2">
                <a:alpha val="100000"/>
              </a:srgbClr>
            </a:solidFill>
            <a:ln w="5420" cap="flat">
              <a:solidFill>
                <a:srgbClr val="72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g2282"/>
            <p:cNvSpPr/>
            <p:nvPr/>
          </p:nvSpPr>
          <p:spPr>
            <a:xfrm>
              <a:off x="372839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g2283"/>
            <p:cNvSpPr/>
            <p:nvPr/>
          </p:nvSpPr>
          <p:spPr>
            <a:xfrm>
              <a:off x="374002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g2284"/>
            <p:cNvSpPr/>
            <p:nvPr/>
          </p:nvSpPr>
          <p:spPr>
            <a:xfrm>
              <a:off x="375166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g2285"/>
            <p:cNvSpPr/>
            <p:nvPr/>
          </p:nvSpPr>
          <p:spPr>
            <a:xfrm>
              <a:off x="376330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g2286"/>
            <p:cNvSpPr/>
            <p:nvPr/>
          </p:nvSpPr>
          <p:spPr>
            <a:xfrm>
              <a:off x="377493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g2287"/>
            <p:cNvSpPr/>
            <p:nvPr/>
          </p:nvSpPr>
          <p:spPr>
            <a:xfrm>
              <a:off x="378657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g2288"/>
            <p:cNvSpPr/>
            <p:nvPr/>
          </p:nvSpPr>
          <p:spPr>
            <a:xfrm>
              <a:off x="379821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g2289"/>
            <p:cNvSpPr/>
            <p:nvPr/>
          </p:nvSpPr>
          <p:spPr>
            <a:xfrm>
              <a:off x="380985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g2290"/>
            <p:cNvSpPr/>
            <p:nvPr/>
          </p:nvSpPr>
          <p:spPr>
            <a:xfrm>
              <a:off x="382148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g2291"/>
            <p:cNvSpPr/>
            <p:nvPr/>
          </p:nvSpPr>
          <p:spPr>
            <a:xfrm>
              <a:off x="383312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g2292"/>
            <p:cNvSpPr/>
            <p:nvPr/>
          </p:nvSpPr>
          <p:spPr>
            <a:xfrm>
              <a:off x="384476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g2293"/>
            <p:cNvSpPr/>
            <p:nvPr/>
          </p:nvSpPr>
          <p:spPr>
            <a:xfrm>
              <a:off x="385640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g2294"/>
            <p:cNvSpPr/>
            <p:nvPr/>
          </p:nvSpPr>
          <p:spPr>
            <a:xfrm>
              <a:off x="386803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g2295"/>
            <p:cNvSpPr/>
            <p:nvPr/>
          </p:nvSpPr>
          <p:spPr>
            <a:xfrm>
              <a:off x="387967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g2296"/>
            <p:cNvSpPr/>
            <p:nvPr/>
          </p:nvSpPr>
          <p:spPr>
            <a:xfrm>
              <a:off x="389131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g2297"/>
            <p:cNvSpPr/>
            <p:nvPr/>
          </p:nvSpPr>
          <p:spPr>
            <a:xfrm>
              <a:off x="390295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g2298"/>
            <p:cNvSpPr/>
            <p:nvPr/>
          </p:nvSpPr>
          <p:spPr>
            <a:xfrm>
              <a:off x="391458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g2299"/>
            <p:cNvSpPr/>
            <p:nvPr/>
          </p:nvSpPr>
          <p:spPr>
            <a:xfrm>
              <a:off x="392622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g2300"/>
            <p:cNvSpPr/>
            <p:nvPr/>
          </p:nvSpPr>
          <p:spPr>
            <a:xfrm>
              <a:off x="393786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g2301"/>
            <p:cNvSpPr/>
            <p:nvPr/>
          </p:nvSpPr>
          <p:spPr>
            <a:xfrm>
              <a:off x="394949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g2302"/>
            <p:cNvSpPr/>
            <p:nvPr/>
          </p:nvSpPr>
          <p:spPr>
            <a:xfrm>
              <a:off x="396113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g2303"/>
            <p:cNvSpPr/>
            <p:nvPr/>
          </p:nvSpPr>
          <p:spPr>
            <a:xfrm>
              <a:off x="397277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g2304"/>
            <p:cNvSpPr/>
            <p:nvPr/>
          </p:nvSpPr>
          <p:spPr>
            <a:xfrm>
              <a:off x="398441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g2305"/>
            <p:cNvSpPr/>
            <p:nvPr/>
          </p:nvSpPr>
          <p:spPr>
            <a:xfrm>
              <a:off x="399604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g2306"/>
            <p:cNvSpPr/>
            <p:nvPr/>
          </p:nvSpPr>
          <p:spPr>
            <a:xfrm>
              <a:off x="400768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g2307"/>
            <p:cNvSpPr/>
            <p:nvPr/>
          </p:nvSpPr>
          <p:spPr>
            <a:xfrm>
              <a:off x="401932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g2308"/>
            <p:cNvSpPr/>
            <p:nvPr/>
          </p:nvSpPr>
          <p:spPr>
            <a:xfrm>
              <a:off x="403096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g2309"/>
            <p:cNvSpPr/>
            <p:nvPr/>
          </p:nvSpPr>
          <p:spPr>
            <a:xfrm>
              <a:off x="404259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g2310"/>
            <p:cNvSpPr/>
            <p:nvPr/>
          </p:nvSpPr>
          <p:spPr>
            <a:xfrm>
              <a:off x="405423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g2311"/>
            <p:cNvSpPr/>
            <p:nvPr/>
          </p:nvSpPr>
          <p:spPr>
            <a:xfrm>
              <a:off x="406587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g2312"/>
            <p:cNvSpPr/>
            <p:nvPr/>
          </p:nvSpPr>
          <p:spPr>
            <a:xfrm>
              <a:off x="407751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g2313"/>
            <p:cNvSpPr/>
            <p:nvPr/>
          </p:nvSpPr>
          <p:spPr>
            <a:xfrm>
              <a:off x="408914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g2314"/>
            <p:cNvSpPr/>
            <p:nvPr/>
          </p:nvSpPr>
          <p:spPr>
            <a:xfrm>
              <a:off x="412405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g2315"/>
            <p:cNvSpPr/>
            <p:nvPr/>
          </p:nvSpPr>
          <p:spPr>
            <a:xfrm>
              <a:off x="45430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g2316"/>
            <p:cNvSpPr/>
            <p:nvPr/>
          </p:nvSpPr>
          <p:spPr>
            <a:xfrm>
              <a:off x="455464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g2317"/>
            <p:cNvSpPr/>
            <p:nvPr/>
          </p:nvSpPr>
          <p:spPr>
            <a:xfrm>
              <a:off x="456627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g2318"/>
            <p:cNvSpPr/>
            <p:nvPr/>
          </p:nvSpPr>
          <p:spPr>
            <a:xfrm>
              <a:off x="457791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g2319"/>
            <p:cNvSpPr/>
            <p:nvPr/>
          </p:nvSpPr>
          <p:spPr>
            <a:xfrm>
              <a:off x="458955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g2320"/>
            <p:cNvSpPr/>
            <p:nvPr/>
          </p:nvSpPr>
          <p:spPr>
            <a:xfrm>
              <a:off x="361201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g2321"/>
            <p:cNvSpPr/>
            <p:nvPr/>
          </p:nvSpPr>
          <p:spPr>
            <a:xfrm>
              <a:off x="362365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g2322"/>
            <p:cNvSpPr/>
            <p:nvPr/>
          </p:nvSpPr>
          <p:spPr>
            <a:xfrm>
              <a:off x="363529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g2323"/>
            <p:cNvSpPr/>
            <p:nvPr/>
          </p:nvSpPr>
          <p:spPr>
            <a:xfrm>
              <a:off x="364692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g2324"/>
            <p:cNvSpPr/>
            <p:nvPr/>
          </p:nvSpPr>
          <p:spPr>
            <a:xfrm>
              <a:off x="365856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g2325"/>
            <p:cNvSpPr/>
            <p:nvPr/>
          </p:nvSpPr>
          <p:spPr>
            <a:xfrm>
              <a:off x="367020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g2326"/>
            <p:cNvSpPr/>
            <p:nvPr/>
          </p:nvSpPr>
          <p:spPr>
            <a:xfrm>
              <a:off x="36818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g2327"/>
            <p:cNvSpPr/>
            <p:nvPr/>
          </p:nvSpPr>
          <p:spPr>
            <a:xfrm>
              <a:off x="36934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g2328"/>
            <p:cNvSpPr/>
            <p:nvPr/>
          </p:nvSpPr>
          <p:spPr>
            <a:xfrm>
              <a:off x="37051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g2329"/>
            <p:cNvSpPr/>
            <p:nvPr/>
          </p:nvSpPr>
          <p:spPr>
            <a:xfrm>
              <a:off x="37167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g2330"/>
            <p:cNvSpPr/>
            <p:nvPr/>
          </p:nvSpPr>
          <p:spPr>
            <a:xfrm>
              <a:off x="372839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g2331"/>
            <p:cNvSpPr/>
            <p:nvPr/>
          </p:nvSpPr>
          <p:spPr>
            <a:xfrm>
              <a:off x="374002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g2332"/>
            <p:cNvSpPr/>
            <p:nvPr/>
          </p:nvSpPr>
          <p:spPr>
            <a:xfrm>
              <a:off x="375166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g2333"/>
            <p:cNvSpPr/>
            <p:nvPr/>
          </p:nvSpPr>
          <p:spPr>
            <a:xfrm>
              <a:off x="376330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g2334"/>
            <p:cNvSpPr/>
            <p:nvPr/>
          </p:nvSpPr>
          <p:spPr>
            <a:xfrm>
              <a:off x="377493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g2335"/>
            <p:cNvSpPr/>
            <p:nvPr/>
          </p:nvSpPr>
          <p:spPr>
            <a:xfrm>
              <a:off x="378657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g2336"/>
            <p:cNvSpPr/>
            <p:nvPr/>
          </p:nvSpPr>
          <p:spPr>
            <a:xfrm>
              <a:off x="379821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g2337"/>
            <p:cNvSpPr/>
            <p:nvPr/>
          </p:nvSpPr>
          <p:spPr>
            <a:xfrm>
              <a:off x="380985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g2338"/>
            <p:cNvSpPr/>
            <p:nvPr/>
          </p:nvSpPr>
          <p:spPr>
            <a:xfrm>
              <a:off x="382148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g2339"/>
            <p:cNvSpPr/>
            <p:nvPr/>
          </p:nvSpPr>
          <p:spPr>
            <a:xfrm>
              <a:off x="383312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g2340"/>
            <p:cNvSpPr/>
            <p:nvPr/>
          </p:nvSpPr>
          <p:spPr>
            <a:xfrm>
              <a:off x="384476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g2341"/>
            <p:cNvSpPr/>
            <p:nvPr/>
          </p:nvSpPr>
          <p:spPr>
            <a:xfrm>
              <a:off x="385640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g2342"/>
            <p:cNvSpPr/>
            <p:nvPr/>
          </p:nvSpPr>
          <p:spPr>
            <a:xfrm>
              <a:off x="386803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g2343"/>
            <p:cNvSpPr/>
            <p:nvPr/>
          </p:nvSpPr>
          <p:spPr>
            <a:xfrm>
              <a:off x="387967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g2344"/>
            <p:cNvSpPr/>
            <p:nvPr/>
          </p:nvSpPr>
          <p:spPr>
            <a:xfrm>
              <a:off x="389131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g2345"/>
            <p:cNvSpPr/>
            <p:nvPr/>
          </p:nvSpPr>
          <p:spPr>
            <a:xfrm>
              <a:off x="390295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g2346"/>
            <p:cNvSpPr/>
            <p:nvPr/>
          </p:nvSpPr>
          <p:spPr>
            <a:xfrm>
              <a:off x="391458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g2347"/>
            <p:cNvSpPr/>
            <p:nvPr/>
          </p:nvSpPr>
          <p:spPr>
            <a:xfrm>
              <a:off x="392622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g2348"/>
            <p:cNvSpPr/>
            <p:nvPr/>
          </p:nvSpPr>
          <p:spPr>
            <a:xfrm>
              <a:off x="393786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g2349"/>
            <p:cNvSpPr/>
            <p:nvPr/>
          </p:nvSpPr>
          <p:spPr>
            <a:xfrm>
              <a:off x="394949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g2350"/>
            <p:cNvSpPr/>
            <p:nvPr/>
          </p:nvSpPr>
          <p:spPr>
            <a:xfrm>
              <a:off x="396113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g2351"/>
            <p:cNvSpPr/>
            <p:nvPr/>
          </p:nvSpPr>
          <p:spPr>
            <a:xfrm>
              <a:off x="397277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g2352"/>
            <p:cNvSpPr/>
            <p:nvPr/>
          </p:nvSpPr>
          <p:spPr>
            <a:xfrm>
              <a:off x="398441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g2353"/>
            <p:cNvSpPr/>
            <p:nvPr/>
          </p:nvSpPr>
          <p:spPr>
            <a:xfrm>
              <a:off x="399604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g2354"/>
            <p:cNvSpPr/>
            <p:nvPr/>
          </p:nvSpPr>
          <p:spPr>
            <a:xfrm>
              <a:off x="400768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g2355"/>
            <p:cNvSpPr/>
            <p:nvPr/>
          </p:nvSpPr>
          <p:spPr>
            <a:xfrm>
              <a:off x="401932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g2356"/>
            <p:cNvSpPr/>
            <p:nvPr/>
          </p:nvSpPr>
          <p:spPr>
            <a:xfrm>
              <a:off x="403096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g2357"/>
            <p:cNvSpPr/>
            <p:nvPr/>
          </p:nvSpPr>
          <p:spPr>
            <a:xfrm>
              <a:off x="404259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g2358"/>
            <p:cNvSpPr/>
            <p:nvPr/>
          </p:nvSpPr>
          <p:spPr>
            <a:xfrm>
              <a:off x="405423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g2359"/>
            <p:cNvSpPr/>
            <p:nvPr/>
          </p:nvSpPr>
          <p:spPr>
            <a:xfrm>
              <a:off x="406587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g2360"/>
            <p:cNvSpPr/>
            <p:nvPr/>
          </p:nvSpPr>
          <p:spPr>
            <a:xfrm>
              <a:off x="407751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g2361"/>
            <p:cNvSpPr/>
            <p:nvPr/>
          </p:nvSpPr>
          <p:spPr>
            <a:xfrm>
              <a:off x="408914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g2362"/>
            <p:cNvSpPr/>
            <p:nvPr/>
          </p:nvSpPr>
          <p:spPr>
            <a:xfrm>
              <a:off x="410078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g2363"/>
            <p:cNvSpPr/>
            <p:nvPr/>
          </p:nvSpPr>
          <p:spPr>
            <a:xfrm>
              <a:off x="411242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g2364"/>
            <p:cNvSpPr/>
            <p:nvPr/>
          </p:nvSpPr>
          <p:spPr>
            <a:xfrm>
              <a:off x="412405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g2365"/>
            <p:cNvSpPr/>
            <p:nvPr/>
          </p:nvSpPr>
          <p:spPr>
            <a:xfrm>
              <a:off x="413569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g2366"/>
            <p:cNvSpPr/>
            <p:nvPr/>
          </p:nvSpPr>
          <p:spPr>
            <a:xfrm>
              <a:off x="414733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g2367"/>
            <p:cNvSpPr/>
            <p:nvPr/>
          </p:nvSpPr>
          <p:spPr>
            <a:xfrm>
              <a:off x="45546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g2368"/>
            <p:cNvSpPr/>
            <p:nvPr/>
          </p:nvSpPr>
          <p:spPr>
            <a:xfrm>
              <a:off x="45662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g2369"/>
            <p:cNvSpPr/>
            <p:nvPr/>
          </p:nvSpPr>
          <p:spPr>
            <a:xfrm>
              <a:off x="45779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g2370"/>
            <p:cNvSpPr/>
            <p:nvPr/>
          </p:nvSpPr>
          <p:spPr>
            <a:xfrm>
              <a:off x="45895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g2371"/>
            <p:cNvSpPr/>
            <p:nvPr/>
          </p:nvSpPr>
          <p:spPr>
            <a:xfrm>
              <a:off x="360037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g2372"/>
            <p:cNvSpPr/>
            <p:nvPr/>
          </p:nvSpPr>
          <p:spPr>
            <a:xfrm>
              <a:off x="361201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g2373"/>
            <p:cNvSpPr/>
            <p:nvPr/>
          </p:nvSpPr>
          <p:spPr>
            <a:xfrm>
              <a:off x="362365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g2374"/>
            <p:cNvSpPr/>
            <p:nvPr/>
          </p:nvSpPr>
          <p:spPr>
            <a:xfrm>
              <a:off x="363529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g2375"/>
            <p:cNvSpPr/>
            <p:nvPr/>
          </p:nvSpPr>
          <p:spPr>
            <a:xfrm>
              <a:off x="364692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g2376"/>
            <p:cNvSpPr/>
            <p:nvPr/>
          </p:nvSpPr>
          <p:spPr>
            <a:xfrm>
              <a:off x="365856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g2377"/>
            <p:cNvSpPr/>
            <p:nvPr/>
          </p:nvSpPr>
          <p:spPr>
            <a:xfrm>
              <a:off x="367020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g2378"/>
            <p:cNvSpPr/>
            <p:nvPr/>
          </p:nvSpPr>
          <p:spPr>
            <a:xfrm>
              <a:off x="36818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g2379"/>
            <p:cNvSpPr/>
            <p:nvPr/>
          </p:nvSpPr>
          <p:spPr>
            <a:xfrm>
              <a:off x="36934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g2380"/>
            <p:cNvSpPr/>
            <p:nvPr/>
          </p:nvSpPr>
          <p:spPr>
            <a:xfrm>
              <a:off x="37051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g2381"/>
            <p:cNvSpPr/>
            <p:nvPr/>
          </p:nvSpPr>
          <p:spPr>
            <a:xfrm>
              <a:off x="37167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g2382"/>
            <p:cNvSpPr/>
            <p:nvPr/>
          </p:nvSpPr>
          <p:spPr>
            <a:xfrm>
              <a:off x="37283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g2383"/>
            <p:cNvSpPr/>
            <p:nvPr/>
          </p:nvSpPr>
          <p:spPr>
            <a:xfrm>
              <a:off x="374002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g2384"/>
            <p:cNvSpPr/>
            <p:nvPr/>
          </p:nvSpPr>
          <p:spPr>
            <a:xfrm>
              <a:off x="375166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g2385"/>
            <p:cNvSpPr/>
            <p:nvPr/>
          </p:nvSpPr>
          <p:spPr>
            <a:xfrm>
              <a:off x="376330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g2386"/>
            <p:cNvSpPr/>
            <p:nvPr/>
          </p:nvSpPr>
          <p:spPr>
            <a:xfrm>
              <a:off x="377493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g2387"/>
            <p:cNvSpPr/>
            <p:nvPr/>
          </p:nvSpPr>
          <p:spPr>
            <a:xfrm>
              <a:off x="378657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g2388"/>
            <p:cNvSpPr/>
            <p:nvPr/>
          </p:nvSpPr>
          <p:spPr>
            <a:xfrm>
              <a:off x="379821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g2389"/>
            <p:cNvSpPr/>
            <p:nvPr/>
          </p:nvSpPr>
          <p:spPr>
            <a:xfrm>
              <a:off x="380985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g2390"/>
            <p:cNvSpPr/>
            <p:nvPr/>
          </p:nvSpPr>
          <p:spPr>
            <a:xfrm>
              <a:off x="382148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g2391"/>
            <p:cNvSpPr/>
            <p:nvPr/>
          </p:nvSpPr>
          <p:spPr>
            <a:xfrm>
              <a:off x="383312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g2392"/>
            <p:cNvSpPr/>
            <p:nvPr/>
          </p:nvSpPr>
          <p:spPr>
            <a:xfrm>
              <a:off x="384476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g2393"/>
            <p:cNvSpPr/>
            <p:nvPr/>
          </p:nvSpPr>
          <p:spPr>
            <a:xfrm>
              <a:off x="385640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g2394"/>
            <p:cNvSpPr/>
            <p:nvPr/>
          </p:nvSpPr>
          <p:spPr>
            <a:xfrm>
              <a:off x="386803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g2395"/>
            <p:cNvSpPr/>
            <p:nvPr/>
          </p:nvSpPr>
          <p:spPr>
            <a:xfrm>
              <a:off x="387967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g2396"/>
            <p:cNvSpPr/>
            <p:nvPr/>
          </p:nvSpPr>
          <p:spPr>
            <a:xfrm>
              <a:off x="389131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g2397"/>
            <p:cNvSpPr/>
            <p:nvPr/>
          </p:nvSpPr>
          <p:spPr>
            <a:xfrm>
              <a:off x="390295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g2398"/>
            <p:cNvSpPr/>
            <p:nvPr/>
          </p:nvSpPr>
          <p:spPr>
            <a:xfrm>
              <a:off x="391458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g2399"/>
            <p:cNvSpPr/>
            <p:nvPr/>
          </p:nvSpPr>
          <p:spPr>
            <a:xfrm>
              <a:off x="392622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g2400"/>
            <p:cNvSpPr/>
            <p:nvPr/>
          </p:nvSpPr>
          <p:spPr>
            <a:xfrm>
              <a:off x="393786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g2401"/>
            <p:cNvSpPr/>
            <p:nvPr/>
          </p:nvSpPr>
          <p:spPr>
            <a:xfrm>
              <a:off x="394949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g2402"/>
            <p:cNvSpPr/>
            <p:nvPr/>
          </p:nvSpPr>
          <p:spPr>
            <a:xfrm>
              <a:off x="396113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g2403"/>
            <p:cNvSpPr/>
            <p:nvPr/>
          </p:nvSpPr>
          <p:spPr>
            <a:xfrm>
              <a:off x="397277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g2404"/>
            <p:cNvSpPr/>
            <p:nvPr/>
          </p:nvSpPr>
          <p:spPr>
            <a:xfrm>
              <a:off x="398441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g2405"/>
            <p:cNvSpPr/>
            <p:nvPr/>
          </p:nvSpPr>
          <p:spPr>
            <a:xfrm>
              <a:off x="399604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g2406"/>
            <p:cNvSpPr/>
            <p:nvPr/>
          </p:nvSpPr>
          <p:spPr>
            <a:xfrm>
              <a:off x="400768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g2407"/>
            <p:cNvSpPr/>
            <p:nvPr/>
          </p:nvSpPr>
          <p:spPr>
            <a:xfrm>
              <a:off x="401932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g2408"/>
            <p:cNvSpPr/>
            <p:nvPr/>
          </p:nvSpPr>
          <p:spPr>
            <a:xfrm>
              <a:off x="403096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g2409"/>
            <p:cNvSpPr/>
            <p:nvPr/>
          </p:nvSpPr>
          <p:spPr>
            <a:xfrm>
              <a:off x="404259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g2410"/>
            <p:cNvSpPr/>
            <p:nvPr/>
          </p:nvSpPr>
          <p:spPr>
            <a:xfrm>
              <a:off x="405423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g2411"/>
            <p:cNvSpPr/>
            <p:nvPr/>
          </p:nvSpPr>
          <p:spPr>
            <a:xfrm>
              <a:off x="406587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g2412"/>
            <p:cNvSpPr/>
            <p:nvPr/>
          </p:nvSpPr>
          <p:spPr>
            <a:xfrm>
              <a:off x="407751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g2413"/>
            <p:cNvSpPr/>
            <p:nvPr/>
          </p:nvSpPr>
          <p:spPr>
            <a:xfrm>
              <a:off x="408914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g2414"/>
            <p:cNvSpPr/>
            <p:nvPr/>
          </p:nvSpPr>
          <p:spPr>
            <a:xfrm>
              <a:off x="410078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g2415"/>
            <p:cNvSpPr/>
            <p:nvPr/>
          </p:nvSpPr>
          <p:spPr>
            <a:xfrm>
              <a:off x="411242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g2416"/>
            <p:cNvSpPr/>
            <p:nvPr/>
          </p:nvSpPr>
          <p:spPr>
            <a:xfrm>
              <a:off x="412405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g2417"/>
            <p:cNvSpPr/>
            <p:nvPr/>
          </p:nvSpPr>
          <p:spPr>
            <a:xfrm>
              <a:off x="413569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g2418"/>
            <p:cNvSpPr/>
            <p:nvPr/>
          </p:nvSpPr>
          <p:spPr>
            <a:xfrm>
              <a:off x="414733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g2419"/>
            <p:cNvSpPr/>
            <p:nvPr/>
          </p:nvSpPr>
          <p:spPr>
            <a:xfrm>
              <a:off x="426370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g2420"/>
            <p:cNvSpPr/>
            <p:nvPr/>
          </p:nvSpPr>
          <p:spPr>
            <a:xfrm>
              <a:off x="427534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g2421"/>
            <p:cNvSpPr/>
            <p:nvPr/>
          </p:nvSpPr>
          <p:spPr>
            <a:xfrm>
              <a:off x="428698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g2422"/>
            <p:cNvSpPr/>
            <p:nvPr/>
          </p:nvSpPr>
          <p:spPr>
            <a:xfrm>
              <a:off x="429861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g2423"/>
            <p:cNvSpPr/>
            <p:nvPr/>
          </p:nvSpPr>
          <p:spPr>
            <a:xfrm>
              <a:off x="45546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g2424"/>
            <p:cNvSpPr/>
            <p:nvPr/>
          </p:nvSpPr>
          <p:spPr>
            <a:xfrm>
              <a:off x="45662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g2425"/>
            <p:cNvSpPr/>
            <p:nvPr/>
          </p:nvSpPr>
          <p:spPr>
            <a:xfrm>
              <a:off x="45779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g2426"/>
            <p:cNvSpPr/>
            <p:nvPr/>
          </p:nvSpPr>
          <p:spPr>
            <a:xfrm>
              <a:off x="45895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g2427"/>
            <p:cNvSpPr/>
            <p:nvPr/>
          </p:nvSpPr>
          <p:spPr>
            <a:xfrm>
              <a:off x="46011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g2428"/>
            <p:cNvSpPr/>
            <p:nvPr/>
          </p:nvSpPr>
          <p:spPr>
            <a:xfrm>
              <a:off x="32512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g2429"/>
            <p:cNvSpPr/>
            <p:nvPr/>
          </p:nvSpPr>
          <p:spPr>
            <a:xfrm>
              <a:off x="326289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g2430"/>
            <p:cNvSpPr/>
            <p:nvPr/>
          </p:nvSpPr>
          <p:spPr>
            <a:xfrm>
              <a:off x="360037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g2431"/>
            <p:cNvSpPr/>
            <p:nvPr/>
          </p:nvSpPr>
          <p:spPr>
            <a:xfrm>
              <a:off x="361201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g2432"/>
            <p:cNvSpPr/>
            <p:nvPr/>
          </p:nvSpPr>
          <p:spPr>
            <a:xfrm>
              <a:off x="362365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g2433"/>
            <p:cNvSpPr/>
            <p:nvPr/>
          </p:nvSpPr>
          <p:spPr>
            <a:xfrm>
              <a:off x="363529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g2434"/>
            <p:cNvSpPr/>
            <p:nvPr/>
          </p:nvSpPr>
          <p:spPr>
            <a:xfrm>
              <a:off x="364692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g2435"/>
            <p:cNvSpPr/>
            <p:nvPr/>
          </p:nvSpPr>
          <p:spPr>
            <a:xfrm>
              <a:off x="365856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g2436"/>
            <p:cNvSpPr/>
            <p:nvPr/>
          </p:nvSpPr>
          <p:spPr>
            <a:xfrm>
              <a:off x="367020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g2437"/>
            <p:cNvSpPr/>
            <p:nvPr/>
          </p:nvSpPr>
          <p:spPr>
            <a:xfrm>
              <a:off x="36818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g2438"/>
            <p:cNvSpPr/>
            <p:nvPr/>
          </p:nvSpPr>
          <p:spPr>
            <a:xfrm>
              <a:off x="36934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g2439"/>
            <p:cNvSpPr/>
            <p:nvPr/>
          </p:nvSpPr>
          <p:spPr>
            <a:xfrm>
              <a:off x="37051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g2440"/>
            <p:cNvSpPr/>
            <p:nvPr/>
          </p:nvSpPr>
          <p:spPr>
            <a:xfrm>
              <a:off x="37167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g2441"/>
            <p:cNvSpPr/>
            <p:nvPr/>
          </p:nvSpPr>
          <p:spPr>
            <a:xfrm>
              <a:off x="37283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g2442"/>
            <p:cNvSpPr/>
            <p:nvPr/>
          </p:nvSpPr>
          <p:spPr>
            <a:xfrm>
              <a:off x="374002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g2443"/>
            <p:cNvSpPr/>
            <p:nvPr/>
          </p:nvSpPr>
          <p:spPr>
            <a:xfrm>
              <a:off x="375166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g2444"/>
            <p:cNvSpPr/>
            <p:nvPr/>
          </p:nvSpPr>
          <p:spPr>
            <a:xfrm>
              <a:off x="376330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g2445"/>
            <p:cNvSpPr/>
            <p:nvPr/>
          </p:nvSpPr>
          <p:spPr>
            <a:xfrm>
              <a:off x="377493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g2446"/>
            <p:cNvSpPr/>
            <p:nvPr/>
          </p:nvSpPr>
          <p:spPr>
            <a:xfrm>
              <a:off x="378657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g2447"/>
            <p:cNvSpPr/>
            <p:nvPr/>
          </p:nvSpPr>
          <p:spPr>
            <a:xfrm>
              <a:off x="379821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g2448"/>
            <p:cNvSpPr/>
            <p:nvPr/>
          </p:nvSpPr>
          <p:spPr>
            <a:xfrm>
              <a:off x="380985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g2449"/>
            <p:cNvSpPr/>
            <p:nvPr/>
          </p:nvSpPr>
          <p:spPr>
            <a:xfrm>
              <a:off x="382148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g2450"/>
            <p:cNvSpPr/>
            <p:nvPr/>
          </p:nvSpPr>
          <p:spPr>
            <a:xfrm>
              <a:off x="383312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g2451"/>
            <p:cNvSpPr/>
            <p:nvPr/>
          </p:nvSpPr>
          <p:spPr>
            <a:xfrm>
              <a:off x="384476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g2452"/>
            <p:cNvSpPr/>
            <p:nvPr/>
          </p:nvSpPr>
          <p:spPr>
            <a:xfrm>
              <a:off x="385640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g2453"/>
            <p:cNvSpPr/>
            <p:nvPr/>
          </p:nvSpPr>
          <p:spPr>
            <a:xfrm>
              <a:off x="386803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g2454"/>
            <p:cNvSpPr/>
            <p:nvPr/>
          </p:nvSpPr>
          <p:spPr>
            <a:xfrm>
              <a:off x="387967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g2455"/>
            <p:cNvSpPr/>
            <p:nvPr/>
          </p:nvSpPr>
          <p:spPr>
            <a:xfrm>
              <a:off x="389131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g2456"/>
            <p:cNvSpPr/>
            <p:nvPr/>
          </p:nvSpPr>
          <p:spPr>
            <a:xfrm>
              <a:off x="390295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g2457"/>
            <p:cNvSpPr/>
            <p:nvPr/>
          </p:nvSpPr>
          <p:spPr>
            <a:xfrm>
              <a:off x="391458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g2458"/>
            <p:cNvSpPr/>
            <p:nvPr/>
          </p:nvSpPr>
          <p:spPr>
            <a:xfrm>
              <a:off x="392622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g2459"/>
            <p:cNvSpPr/>
            <p:nvPr/>
          </p:nvSpPr>
          <p:spPr>
            <a:xfrm>
              <a:off x="393786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g2460"/>
            <p:cNvSpPr/>
            <p:nvPr/>
          </p:nvSpPr>
          <p:spPr>
            <a:xfrm>
              <a:off x="394949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g2461"/>
            <p:cNvSpPr/>
            <p:nvPr/>
          </p:nvSpPr>
          <p:spPr>
            <a:xfrm>
              <a:off x="396113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g2462"/>
            <p:cNvSpPr/>
            <p:nvPr/>
          </p:nvSpPr>
          <p:spPr>
            <a:xfrm>
              <a:off x="397277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g2463"/>
            <p:cNvSpPr/>
            <p:nvPr/>
          </p:nvSpPr>
          <p:spPr>
            <a:xfrm>
              <a:off x="398441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g2464"/>
            <p:cNvSpPr/>
            <p:nvPr/>
          </p:nvSpPr>
          <p:spPr>
            <a:xfrm>
              <a:off x="399604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g2465"/>
            <p:cNvSpPr/>
            <p:nvPr/>
          </p:nvSpPr>
          <p:spPr>
            <a:xfrm>
              <a:off x="400768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g2466"/>
            <p:cNvSpPr/>
            <p:nvPr/>
          </p:nvSpPr>
          <p:spPr>
            <a:xfrm>
              <a:off x="401932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g2467"/>
            <p:cNvSpPr/>
            <p:nvPr/>
          </p:nvSpPr>
          <p:spPr>
            <a:xfrm>
              <a:off x="403096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g2468"/>
            <p:cNvSpPr/>
            <p:nvPr/>
          </p:nvSpPr>
          <p:spPr>
            <a:xfrm>
              <a:off x="404259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g2469"/>
            <p:cNvSpPr/>
            <p:nvPr/>
          </p:nvSpPr>
          <p:spPr>
            <a:xfrm>
              <a:off x="405423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g2470"/>
            <p:cNvSpPr/>
            <p:nvPr/>
          </p:nvSpPr>
          <p:spPr>
            <a:xfrm>
              <a:off x="406587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g2471"/>
            <p:cNvSpPr/>
            <p:nvPr/>
          </p:nvSpPr>
          <p:spPr>
            <a:xfrm>
              <a:off x="407751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g2472"/>
            <p:cNvSpPr/>
            <p:nvPr/>
          </p:nvSpPr>
          <p:spPr>
            <a:xfrm>
              <a:off x="408914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g2473"/>
            <p:cNvSpPr/>
            <p:nvPr/>
          </p:nvSpPr>
          <p:spPr>
            <a:xfrm>
              <a:off x="410078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g2474"/>
            <p:cNvSpPr/>
            <p:nvPr/>
          </p:nvSpPr>
          <p:spPr>
            <a:xfrm>
              <a:off x="411242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g2475"/>
            <p:cNvSpPr/>
            <p:nvPr/>
          </p:nvSpPr>
          <p:spPr>
            <a:xfrm>
              <a:off x="41240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g2476"/>
            <p:cNvSpPr/>
            <p:nvPr/>
          </p:nvSpPr>
          <p:spPr>
            <a:xfrm>
              <a:off x="413569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g2477"/>
            <p:cNvSpPr/>
            <p:nvPr/>
          </p:nvSpPr>
          <p:spPr>
            <a:xfrm>
              <a:off x="414733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g2478"/>
            <p:cNvSpPr/>
            <p:nvPr/>
          </p:nvSpPr>
          <p:spPr>
            <a:xfrm>
              <a:off x="425207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g2479"/>
            <p:cNvSpPr/>
            <p:nvPr/>
          </p:nvSpPr>
          <p:spPr>
            <a:xfrm>
              <a:off x="426370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g2480"/>
            <p:cNvSpPr/>
            <p:nvPr/>
          </p:nvSpPr>
          <p:spPr>
            <a:xfrm>
              <a:off x="427534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g2481"/>
            <p:cNvSpPr/>
            <p:nvPr/>
          </p:nvSpPr>
          <p:spPr>
            <a:xfrm>
              <a:off x="428698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g2482"/>
            <p:cNvSpPr/>
            <p:nvPr/>
          </p:nvSpPr>
          <p:spPr>
            <a:xfrm>
              <a:off x="429861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g2483"/>
            <p:cNvSpPr/>
            <p:nvPr/>
          </p:nvSpPr>
          <p:spPr>
            <a:xfrm>
              <a:off x="431025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g2484"/>
            <p:cNvSpPr/>
            <p:nvPr/>
          </p:nvSpPr>
          <p:spPr>
            <a:xfrm>
              <a:off x="432189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g2485"/>
            <p:cNvSpPr/>
            <p:nvPr/>
          </p:nvSpPr>
          <p:spPr>
            <a:xfrm>
              <a:off x="45546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g2486"/>
            <p:cNvSpPr/>
            <p:nvPr/>
          </p:nvSpPr>
          <p:spPr>
            <a:xfrm>
              <a:off x="45662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g2487"/>
            <p:cNvSpPr/>
            <p:nvPr/>
          </p:nvSpPr>
          <p:spPr>
            <a:xfrm>
              <a:off x="45779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g2488"/>
            <p:cNvSpPr/>
            <p:nvPr/>
          </p:nvSpPr>
          <p:spPr>
            <a:xfrm>
              <a:off x="45895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g2489"/>
            <p:cNvSpPr/>
            <p:nvPr/>
          </p:nvSpPr>
          <p:spPr>
            <a:xfrm>
              <a:off x="46011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g2490"/>
            <p:cNvSpPr/>
            <p:nvPr/>
          </p:nvSpPr>
          <p:spPr>
            <a:xfrm>
              <a:off x="32396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g2491"/>
            <p:cNvSpPr/>
            <p:nvPr/>
          </p:nvSpPr>
          <p:spPr>
            <a:xfrm>
              <a:off x="32512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g2492"/>
            <p:cNvSpPr/>
            <p:nvPr/>
          </p:nvSpPr>
          <p:spPr>
            <a:xfrm>
              <a:off x="326289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g2493"/>
            <p:cNvSpPr/>
            <p:nvPr/>
          </p:nvSpPr>
          <p:spPr>
            <a:xfrm>
              <a:off x="32745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g2494"/>
            <p:cNvSpPr/>
            <p:nvPr/>
          </p:nvSpPr>
          <p:spPr>
            <a:xfrm>
              <a:off x="32861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g2495"/>
            <p:cNvSpPr/>
            <p:nvPr/>
          </p:nvSpPr>
          <p:spPr>
            <a:xfrm>
              <a:off x="360037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g2496"/>
            <p:cNvSpPr/>
            <p:nvPr/>
          </p:nvSpPr>
          <p:spPr>
            <a:xfrm>
              <a:off x="361201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g2497"/>
            <p:cNvSpPr/>
            <p:nvPr/>
          </p:nvSpPr>
          <p:spPr>
            <a:xfrm>
              <a:off x="362365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g2498"/>
            <p:cNvSpPr/>
            <p:nvPr/>
          </p:nvSpPr>
          <p:spPr>
            <a:xfrm>
              <a:off x="363529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g2499"/>
            <p:cNvSpPr/>
            <p:nvPr/>
          </p:nvSpPr>
          <p:spPr>
            <a:xfrm>
              <a:off x="364692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g2500"/>
            <p:cNvSpPr/>
            <p:nvPr/>
          </p:nvSpPr>
          <p:spPr>
            <a:xfrm>
              <a:off x="365856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g2501"/>
            <p:cNvSpPr/>
            <p:nvPr/>
          </p:nvSpPr>
          <p:spPr>
            <a:xfrm>
              <a:off x="367020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g2502"/>
            <p:cNvSpPr/>
            <p:nvPr/>
          </p:nvSpPr>
          <p:spPr>
            <a:xfrm>
              <a:off x="36818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g2503"/>
            <p:cNvSpPr/>
            <p:nvPr/>
          </p:nvSpPr>
          <p:spPr>
            <a:xfrm>
              <a:off x="36934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g2504"/>
            <p:cNvSpPr/>
            <p:nvPr/>
          </p:nvSpPr>
          <p:spPr>
            <a:xfrm>
              <a:off x="37051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g2505"/>
            <p:cNvSpPr/>
            <p:nvPr/>
          </p:nvSpPr>
          <p:spPr>
            <a:xfrm>
              <a:off x="37167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g2506"/>
            <p:cNvSpPr/>
            <p:nvPr/>
          </p:nvSpPr>
          <p:spPr>
            <a:xfrm>
              <a:off x="37283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g2507"/>
            <p:cNvSpPr/>
            <p:nvPr/>
          </p:nvSpPr>
          <p:spPr>
            <a:xfrm>
              <a:off x="374002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g2508"/>
            <p:cNvSpPr/>
            <p:nvPr/>
          </p:nvSpPr>
          <p:spPr>
            <a:xfrm>
              <a:off x="375166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g2509"/>
            <p:cNvSpPr/>
            <p:nvPr/>
          </p:nvSpPr>
          <p:spPr>
            <a:xfrm>
              <a:off x="385640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g2510"/>
            <p:cNvSpPr/>
            <p:nvPr/>
          </p:nvSpPr>
          <p:spPr>
            <a:xfrm>
              <a:off x="386803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g2511"/>
            <p:cNvSpPr/>
            <p:nvPr/>
          </p:nvSpPr>
          <p:spPr>
            <a:xfrm>
              <a:off x="387967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g2512"/>
            <p:cNvSpPr/>
            <p:nvPr/>
          </p:nvSpPr>
          <p:spPr>
            <a:xfrm>
              <a:off x="389131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g2513"/>
            <p:cNvSpPr/>
            <p:nvPr/>
          </p:nvSpPr>
          <p:spPr>
            <a:xfrm>
              <a:off x="390295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g2514"/>
            <p:cNvSpPr/>
            <p:nvPr/>
          </p:nvSpPr>
          <p:spPr>
            <a:xfrm>
              <a:off x="391458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g2515"/>
            <p:cNvSpPr/>
            <p:nvPr/>
          </p:nvSpPr>
          <p:spPr>
            <a:xfrm>
              <a:off x="392622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g2516"/>
            <p:cNvSpPr/>
            <p:nvPr/>
          </p:nvSpPr>
          <p:spPr>
            <a:xfrm>
              <a:off x="393786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g2517"/>
            <p:cNvSpPr/>
            <p:nvPr/>
          </p:nvSpPr>
          <p:spPr>
            <a:xfrm>
              <a:off x="394949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g2518"/>
            <p:cNvSpPr/>
            <p:nvPr/>
          </p:nvSpPr>
          <p:spPr>
            <a:xfrm>
              <a:off x="396113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g2519"/>
            <p:cNvSpPr/>
            <p:nvPr/>
          </p:nvSpPr>
          <p:spPr>
            <a:xfrm>
              <a:off x="406587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g2520"/>
            <p:cNvSpPr/>
            <p:nvPr/>
          </p:nvSpPr>
          <p:spPr>
            <a:xfrm>
              <a:off x="407751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g2521"/>
            <p:cNvSpPr/>
            <p:nvPr/>
          </p:nvSpPr>
          <p:spPr>
            <a:xfrm>
              <a:off x="408914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g2522"/>
            <p:cNvSpPr/>
            <p:nvPr/>
          </p:nvSpPr>
          <p:spPr>
            <a:xfrm>
              <a:off x="410078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g2523"/>
            <p:cNvSpPr/>
            <p:nvPr/>
          </p:nvSpPr>
          <p:spPr>
            <a:xfrm>
              <a:off x="41124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g2524"/>
            <p:cNvSpPr/>
            <p:nvPr/>
          </p:nvSpPr>
          <p:spPr>
            <a:xfrm>
              <a:off x="41240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g2525"/>
            <p:cNvSpPr/>
            <p:nvPr/>
          </p:nvSpPr>
          <p:spPr>
            <a:xfrm>
              <a:off x="413569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g2526"/>
            <p:cNvSpPr/>
            <p:nvPr/>
          </p:nvSpPr>
          <p:spPr>
            <a:xfrm>
              <a:off x="41473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g2527"/>
            <p:cNvSpPr/>
            <p:nvPr/>
          </p:nvSpPr>
          <p:spPr>
            <a:xfrm>
              <a:off x="41589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g2528"/>
            <p:cNvSpPr/>
            <p:nvPr/>
          </p:nvSpPr>
          <p:spPr>
            <a:xfrm>
              <a:off x="422879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g2529"/>
            <p:cNvSpPr/>
            <p:nvPr/>
          </p:nvSpPr>
          <p:spPr>
            <a:xfrm>
              <a:off x="424043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g2530"/>
            <p:cNvSpPr/>
            <p:nvPr/>
          </p:nvSpPr>
          <p:spPr>
            <a:xfrm>
              <a:off x="425207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g2531"/>
            <p:cNvSpPr/>
            <p:nvPr/>
          </p:nvSpPr>
          <p:spPr>
            <a:xfrm>
              <a:off x="426370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g2532"/>
            <p:cNvSpPr/>
            <p:nvPr/>
          </p:nvSpPr>
          <p:spPr>
            <a:xfrm>
              <a:off x="427534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g2533"/>
            <p:cNvSpPr/>
            <p:nvPr/>
          </p:nvSpPr>
          <p:spPr>
            <a:xfrm>
              <a:off x="428698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g2534"/>
            <p:cNvSpPr/>
            <p:nvPr/>
          </p:nvSpPr>
          <p:spPr>
            <a:xfrm>
              <a:off x="429861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g2535"/>
            <p:cNvSpPr/>
            <p:nvPr/>
          </p:nvSpPr>
          <p:spPr>
            <a:xfrm>
              <a:off x="431025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g2536"/>
            <p:cNvSpPr/>
            <p:nvPr/>
          </p:nvSpPr>
          <p:spPr>
            <a:xfrm>
              <a:off x="432189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g2537"/>
            <p:cNvSpPr/>
            <p:nvPr/>
          </p:nvSpPr>
          <p:spPr>
            <a:xfrm>
              <a:off x="433353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g2538"/>
            <p:cNvSpPr/>
            <p:nvPr/>
          </p:nvSpPr>
          <p:spPr>
            <a:xfrm>
              <a:off x="434516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g2539"/>
            <p:cNvSpPr/>
            <p:nvPr/>
          </p:nvSpPr>
          <p:spPr>
            <a:xfrm>
              <a:off x="45546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g2540"/>
            <p:cNvSpPr/>
            <p:nvPr/>
          </p:nvSpPr>
          <p:spPr>
            <a:xfrm>
              <a:off x="45662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g2541"/>
            <p:cNvSpPr/>
            <p:nvPr/>
          </p:nvSpPr>
          <p:spPr>
            <a:xfrm>
              <a:off x="45779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g2542"/>
            <p:cNvSpPr/>
            <p:nvPr/>
          </p:nvSpPr>
          <p:spPr>
            <a:xfrm>
              <a:off x="45895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g2543"/>
            <p:cNvSpPr/>
            <p:nvPr/>
          </p:nvSpPr>
          <p:spPr>
            <a:xfrm>
              <a:off x="46011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g2544"/>
            <p:cNvSpPr/>
            <p:nvPr/>
          </p:nvSpPr>
          <p:spPr>
            <a:xfrm>
              <a:off x="314652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g2545"/>
            <p:cNvSpPr/>
            <p:nvPr/>
          </p:nvSpPr>
          <p:spPr>
            <a:xfrm>
              <a:off x="315816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g2546"/>
            <p:cNvSpPr/>
            <p:nvPr/>
          </p:nvSpPr>
          <p:spPr>
            <a:xfrm>
              <a:off x="316979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g2547"/>
            <p:cNvSpPr/>
            <p:nvPr/>
          </p:nvSpPr>
          <p:spPr>
            <a:xfrm>
              <a:off x="322798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g2548"/>
            <p:cNvSpPr/>
            <p:nvPr/>
          </p:nvSpPr>
          <p:spPr>
            <a:xfrm>
              <a:off x="32396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g2549"/>
            <p:cNvSpPr/>
            <p:nvPr/>
          </p:nvSpPr>
          <p:spPr>
            <a:xfrm>
              <a:off x="32512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g2550"/>
            <p:cNvSpPr/>
            <p:nvPr/>
          </p:nvSpPr>
          <p:spPr>
            <a:xfrm>
              <a:off x="326289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g2551"/>
            <p:cNvSpPr/>
            <p:nvPr/>
          </p:nvSpPr>
          <p:spPr>
            <a:xfrm>
              <a:off x="32745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g2552"/>
            <p:cNvSpPr/>
            <p:nvPr/>
          </p:nvSpPr>
          <p:spPr>
            <a:xfrm>
              <a:off x="32861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g2553"/>
            <p:cNvSpPr/>
            <p:nvPr/>
          </p:nvSpPr>
          <p:spPr>
            <a:xfrm>
              <a:off x="329780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g2554"/>
            <p:cNvSpPr/>
            <p:nvPr/>
          </p:nvSpPr>
          <p:spPr>
            <a:xfrm>
              <a:off x="330944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g2555"/>
            <p:cNvSpPr/>
            <p:nvPr/>
          </p:nvSpPr>
          <p:spPr>
            <a:xfrm>
              <a:off x="33210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g2556"/>
            <p:cNvSpPr/>
            <p:nvPr/>
          </p:nvSpPr>
          <p:spPr>
            <a:xfrm>
              <a:off x="333272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g2557"/>
            <p:cNvSpPr/>
            <p:nvPr/>
          </p:nvSpPr>
          <p:spPr>
            <a:xfrm>
              <a:off x="33443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g2558"/>
            <p:cNvSpPr/>
            <p:nvPr/>
          </p:nvSpPr>
          <p:spPr>
            <a:xfrm>
              <a:off x="343745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g2559"/>
            <p:cNvSpPr/>
            <p:nvPr/>
          </p:nvSpPr>
          <p:spPr>
            <a:xfrm>
              <a:off x="34490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g2560"/>
            <p:cNvSpPr/>
            <p:nvPr/>
          </p:nvSpPr>
          <p:spPr>
            <a:xfrm>
              <a:off x="34607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g2561"/>
            <p:cNvSpPr/>
            <p:nvPr/>
          </p:nvSpPr>
          <p:spPr>
            <a:xfrm>
              <a:off x="347236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g2562"/>
            <p:cNvSpPr/>
            <p:nvPr/>
          </p:nvSpPr>
          <p:spPr>
            <a:xfrm>
              <a:off x="34840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g2563"/>
            <p:cNvSpPr/>
            <p:nvPr/>
          </p:nvSpPr>
          <p:spPr>
            <a:xfrm>
              <a:off x="360037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g2564"/>
            <p:cNvSpPr/>
            <p:nvPr/>
          </p:nvSpPr>
          <p:spPr>
            <a:xfrm>
              <a:off x="361201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g2565"/>
            <p:cNvSpPr/>
            <p:nvPr/>
          </p:nvSpPr>
          <p:spPr>
            <a:xfrm>
              <a:off x="362365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g2566"/>
            <p:cNvSpPr/>
            <p:nvPr/>
          </p:nvSpPr>
          <p:spPr>
            <a:xfrm>
              <a:off x="363529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g2567"/>
            <p:cNvSpPr/>
            <p:nvPr/>
          </p:nvSpPr>
          <p:spPr>
            <a:xfrm>
              <a:off x="364692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g2568"/>
            <p:cNvSpPr/>
            <p:nvPr/>
          </p:nvSpPr>
          <p:spPr>
            <a:xfrm>
              <a:off x="365856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g2569"/>
            <p:cNvSpPr/>
            <p:nvPr/>
          </p:nvSpPr>
          <p:spPr>
            <a:xfrm>
              <a:off x="367020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g2570"/>
            <p:cNvSpPr/>
            <p:nvPr/>
          </p:nvSpPr>
          <p:spPr>
            <a:xfrm>
              <a:off x="368184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g2571"/>
            <p:cNvSpPr/>
            <p:nvPr/>
          </p:nvSpPr>
          <p:spPr>
            <a:xfrm>
              <a:off x="36934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g2572"/>
            <p:cNvSpPr/>
            <p:nvPr/>
          </p:nvSpPr>
          <p:spPr>
            <a:xfrm>
              <a:off x="37051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g2573"/>
            <p:cNvSpPr/>
            <p:nvPr/>
          </p:nvSpPr>
          <p:spPr>
            <a:xfrm>
              <a:off x="37167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g2574"/>
            <p:cNvSpPr/>
            <p:nvPr/>
          </p:nvSpPr>
          <p:spPr>
            <a:xfrm>
              <a:off x="37283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g2575"/>
            <p:cNvSpPr/>
            <p:nvPr/>
          </p:nvSpPr>
          <p:spPr>
            <a:xfrm>
              <a:off x="374002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g2576"/>
            <p:cNvSpPr/>
            <p:nvPr/>
          </p:nvSpPr>
          <p:spPr>
            <a:xfrm>
              <a:off x="375166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g2577"/>
            <p:cNvSpPr/>
            <p:nvPr/>
          </p:nvSpPr>
          <p:spPr>
            <a:xfrm>
              <a:off x="410078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g2578"/>
            <p:cNvSpPr/>
            <p:nvPr/>
          </p:nvSpPr>
          <p:spPr>
            <a:xfrm>
              <a:off x="41124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g2579"/>
            <p:cNvSpPr/>
            <p:nvPr/>
          </p:nvSpPr>
          <p:spPr>
            <a:xfrm>
              <a:off x="41240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g2580"/>
            <p:cNvSpPr/>
            <p:nvPr/>
          </p:nvSpPr>
          <p:spPr>
            <a:xfrm>
              <a:off x="413569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g2581"/>
            <p:cNvSpPr/>
            <p:nvPr/>
          </p:nvSpPr>
          <p:spPr>
            <a:xfrm>
              <a:off x="41473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g2582"/>
            <p:cNvSpPr/>
            <p:nvPr/>
          </p:nvSpPr>
          <p:spPr>
            <a:xfrm>
              <a:off x="41589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g2583"/>
            <p:cNvSpPr/>
            <p:nvPr/>
          </p:nvSpPr>
          <p:spPr>
            <a:xfrm>
              <a:off x="417060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g2584"/>
            <p:cNvSpPr/>
            <p:nvPr/>
          </p:nvSpPr>
          <p:spPr>
            <a:xfrm>
              <a:off x="41938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g2585"/>
            <p:cNvSpPr/>
            <p:nvPr/>
          </p:nvSpPr>
          <p:spPr>
            <a:xfrm>
              <a:off x="420552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g2586"/>
            <p:cNvSpPr/>
            <p:nvPr/>
          </p:nvSpPr>
          <p:spPr>
            <a:xfrm>
              <a:off x="42171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g2587"/>
            <p:cNvSpPr/>
            <p:nvPr/>
          </p:nvSpPr>
          <p:spPr>
            <a:xfrm>
              <a:off x="422879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g2588"/>
            <p:cNvSpPr/>
            <p:nvPr/>
          </p:nvSpPr>
          <p:spPr>
            <a:xfrm>
              <a:off x="424043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g2589"/>
            <p:cNvSpPr/>
            <p:nvPr/>
          </p:nvSpPr>
          <p:spPr>
            <a:xfrm>
              <a:off x="425207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g2590"/>
            <p:cNvSpPr/>
            <p:nvPr/>
          </p:nvSpPr>
          <p:spPr>
            <a:xfrm>
              <a:off x="426370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g2591"/>
            <p:cNvSpPr/>
            <p:nvPr/>
          </p:nvSpPr>
          <p:spPr>
            <a:xfrm>
              <a:off x="427534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g2592"/>
            <p:cNvSpPr/>
            <p:nvPr/>
          </p:nvSpPr>
          <p:spPr>
            <a:xfrm>
              <a:off x="428698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g2593"/>
            <p:cNvSpPr/>
            <p:nvPr/>
          </p:nvSpPr>
          <p:spPr>
            <a:xfrm>
              <a:off x="429861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g2594"/>
            <p:cNvSpPr/>
            <p:nvPr/>
          </p:nvSpPr>
          <p:spPr>
            <a:xfrm>
              <a:off x="431025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g2595"/>
            <p:cNvSpPr/>
            <p:nvPr/>
          </p:nvSpPr>
          <p:spPr>
            <a:xfrm>
              <a:off x="43218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g2596"/>
            <p:cNvSpPr/>
            <p:nvPr/>
          </p:nvSpPr>
          <p:spPr>
            <a:xfrm>
              <a:off x="43335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g2597"/>
            <p:cNvSpPr/>
            <p:nvPr/>
          </p:nvSpPr>
          <p:spPr>
            <a:xfrm>
              <a:off x="434516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g2598"/>
            <p:cNvSpPr/>
            <p:nvPr/>
          </p:nvSpPr>
          <p:spPr>
            <a:xfrm>
              <a:off x="43568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g2599"/>
            <p:cNvSpPr/>
            <p:nvPr/>
          </p:nvSpPr>
          <p:spPr>
            <a:xfrm>
              <a:off x="45662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g2600"/>
            <p:cNvSpPr/>
            <p:nvPr/>
          </p:nvSpPr>
          <p:spPr>
            <a:xfrm>
              <a:off x="45779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g2601"/>
            <p:cNvSpPr/>
            <p:nvPr/>
          </p:nvSpPr>
          <p:spPr>
            <a:xfrm>
              <a:off x="45895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g2602"/>
            <p:cNvSpPr/>
            <p:nvPr/>
          </p:nvSpPr>
          <p:spPr>
            <a:xfrm>
              <a:off x="46011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g2603"/>
            <p:cNvSpPr/>
            <p:nvPr/>
          </p:nvSpPr>
          <p:spPr>
            <a:xfrm>
              <a:off x="312324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g2604"/>
            <p:cNvSpPr/>
            <p:nvPr/>
          </p:nvSpPr>
          <p:spPr>
            <a:xfrm>
              <a:off x="313488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g2605"/>
            <p:cNvSpPr/>
            <p:nvPr/>
          </p:nvSpPr>
          <p:spPr>
            <a:xfrm>
              <a:off x="314652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g2606"/>
            <p:cNvSpPr/>
            <p:nvPr/>
          </p:nvSpPr>
          <p:spPr>
            <a:xfrm>
              <a:off x="315816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g2607"/>
            <p:cNvSpPr/>
            <p:nvPr/>
          </p:nvSpPr>
          <p:spPr>
            <a:xfrm>
              <a:off x="316979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g2608"/>
            <p:cNvSpPr/>
            <p:nvPr/>
          </p:nvSpPr>
          <p:spPr>
            <a:xfrm>
              <a:off x="318143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g2609"/>
            <p:cNvSpPr/>
            <p:nvPr/>
          </p:nvSpPr>
          <p:spPr>
            <a:xfrm>
              <a:off x="321634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g2610"/>
            <p:cNvSpPr/>
            <p:nvPr/>
          </p:nvSpPr>
          <p:spPr>
            <a:xfrm>
              <a:off x="322798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g2611"/>
            <p:cNvSpPr/>
            <p:nvPr/>
          </p:nvSpPr>
          <p:spPr>
            <a:xfrm>
              <a:off x="32396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g2612"/>
            <p:cNvSpPr/>
            <p:nvPr/>
          </p:nvSpPr>
          <p:spPr>
            <a:xfrm>
              <a:off x="32512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g2613"/>
            <p:cNvSpPr/>
            <p:nvPr/>
          </p:nvSpPr>
          <p:spPr>
            <a:xfrm>
              <a:off x="326289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g2614"/>
            <p:cNvSpPr/>
            <p:nvPr/>
          </p:nvSpPr>
          <p:spPr>
            <a:xfrm>
              <a:off x="32745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g2615"/>
            <p:cNvSpPr/>
            <p:nvPr/>
          </p:nvSpPr>
          <p:spPr>
            <a:xfrm>
              <a:off x="32861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g2616"/>
            <p:cNvSpPr/>
            <p:nvPr/>
          </p:nvSpPr>
          <p:spPr>
            <a:xfrm>
              <a:off x="329780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g2617"/>
            <p:cNvSpPr/>
            <p:nvPr/>
          </p:nvSpPr>
          <p:spPr>
            <a:xfrm>
              <a:off x="33094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g2618"/>
            <p:cNvSpPr/>
            <p:nvPr/>
          </p:nvSpPr>
          <p:spPr>
            <a:xfrm>
              <a:off x="33210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g2619"/>
            <p:cNvSpPr/>
            <p:nvPr/>
          </p:nvSpPr>
          <p:spPr>
            <a:xfrm>
              <a:off x="333272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g2620"/>
            <p:cNvSpPr/>
            <p:nvPr/>
          </p:nvSpPr>
          <p:spPr>
            <a:xfrm>
              <a:off x="33443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g2621"/>
            <p:cNvSpPr/>
            <p:nvPr/>
          </p:nvSpPr>
          <p:spPr>
            <a:xfrm>
              <a:off x="33559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g2622"/>
            <p:cNvSpPr/>
            <p:nvPr/>
          </p:nvSpPr>
          <p:spPr>
            <a:xfrm>
              <a:off x="336763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g2623"/>
            <p:cNvSpPr/>
            <p:nvPr/>
          </p:nvSpPr>
          <p:spPr>
            <a:xfrm>
              <a:off x="34258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g2624"/>
            <p:cNvSpPr/>
            <p:nvPr/>
          </p:nvSpPr>
          <p:spPr>
            <a:xfrm>
              <a:off x="343745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g2625"/>
            <p:cNvSpPr/>
            <p:nvPr/>
          </p:nvSpPr>
          <p:spPr>
            <a:xfrm>
              <a:off x="34490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g2626"/>
            <p:cNvSpPr/>
            <p:nvPr/>
          </p:nvSpPr>
          <p:spPr>
            <a:xfrm>
              <a:off x="34607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g2627"/>
            <p:cNvSpPr/>
            <p:nvPr/>
          </p:nvSpPr>
          <p:spPr>
            <a:xfrm>
              <a:off x="347236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g2628"/>
            <p:cNvSpPr/>
            <p:nvPr/>
          </p:nvSpPr>
          <p:spPr>
            <a:xfrm>
              <a:off x="34840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g2629"/>
            <p:cNvSpPr/>
            <p:nvPr/>
          </p:nvSpPr>
          <p:spPr>
            <a:xfrm>
              <a:off x="34956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g2630"/>
            <p:cNvSpPr/>
            <p:nvPr/>
          </p:nvSpPr>
          <p:spPr>
            <a:xfrm>
              <a:off x="350728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g2631"/>
            <p:cNvSpPr/>
            <p:nvPr/>
          </p:nvSpPr>
          <p:spPr>
            <a:xfrm>
              <a:off x="362365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g2632"/>
            <p:cNvSpPr/>
            <p:nvPr/>
          </p:nvSpPr>
          <p:spPr>
            <a:xfrm>
              <a:off x="363529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g2633"/>
            <p:cNvSpPr/>
            <p:nvPr/>
          </p:nvSpPr>
          <p:spPr>
            <a:xfrm>
              <a:off x="364692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g2634"/>
            <p:cNvSpPr/>
            <p:nvPr/>
          </p:nvSpPr>
          <p:spPr>
            <a:xfrm>
              <a:off x="365856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g2635"/>
            <p:cNvSpPr/>
            <p:nvPr/>
          </p:nvSpPr>
          <p:spPr>
            <a:xfrm>
              <a:off x="367020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g2636"/>
            <p:cNvSpPr/>
            <p:nvPr/>
          </p:nvSpPr>
          <p:spPr>
            <a:xfrm>
              <a:off x="368184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g2637"/>
            <p:cNvSpPr/>
            <p:nvPr/>
          </p:nvSpPr>
          <p:spPr>
            <a:xfrm>
              <a:off x="36934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g2638"/>
            <p:cNvSpPr/>
            <p:nvPr/>
          </p:nvSpPr>
          <p:spPr>
            <a:xfrm>
              <a:off x="37051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g2639"/>
            <p:cNvSpPr/>
            <p:nvPr/>
          </p:nvSpPr>
          <p:spPr>
            <a:xfrm>
              <a:off x="37167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g2640"/>
            <p:cNvSpPr/>
            <p:nvPr/>
          </p:nvSpPr>
          <p:spPr>
            <a:xfrm>
              <a:off x="37283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g2641"/>
            <p:cNvSpPr/>
            <p:nvPr/>
          </p:nvSpPr>
          <p:spPr>
            <a:xfrm>
              <a:off x="37400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g2642"/>
            <p:cNvSpPr/>
            <p:nvPr/>
          </p:nvSpPr>
          <p:spPr>
            <a:xfrm>
              <a:off x="375166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g2643"/>
            <p:cNvSpPr/>
            <p:nvPr/>
          </p:nvSpPr>
          <p:spPr>
            <a:xfrm>
              <a:off x="41124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g2644"/>
            <p:cNvSpPr/>
            <p:nvPr/>
          </p:nvSpPr>
          <p:spPr>
            <a:xfrm>
              <a:off x="41240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g2645"/>
            <p:cNvSpPr/>
            <p:nvPr/>
          </p:nvSpPr>
          <p:spPr>
            <a:xfrm>
              <a:off x="413569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g2646"/>
            <p:cNvSpPr/>
            <p:nvPr/>
          </p:nvSpPr>
          <p:spPr>
            <a:xfrm>
              <a:off x="41473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g2647"/>
            <p:cNvSpPr/>
            <p:nvPr/>
          </p:nvSpPr>
          <p:spPr>
            <a:xfrm>
              <a:off x="41589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g2648"/>
            <p:cNvSpPr/>
            <p:nvPr/>
          </p:nvSpPr>
          <p:spPr>
            <a:xfrm>
              <a:off x="417060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g2649"/>
            <p:cNvSpPr/>
            <p:nvPr/>
          </p:nvSpPr>
          <p:spPr>
            <a:xfrm>
              <a:off x="41822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g2650"/>
            <p:cNvSpPr/>
            <p:nvPr/>
          </p:nvSpPr>
          <p:spPr>
            <a:xfrm>
              <a:off x="41938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g2651"/>
            <p:cNvSpPr/>
            <p:nvPr/>
          </p:nvSpPr>
          <p:spPr>
            <a:xfrm>
              <a:off x="420552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g2652"/>
            <p:cNvSpPr/>
            <p:nvPr/>
          </p:nvSpPr>
          <p:spPr>
            <a:xfrm>
              <a:off x="42171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g2653"/>
            <p:cNvSpPr/>
            <p:nvPr/>
          </p:nvSpPr>
          <p:spPr>
            <a:xfrm>
              <a:off x="42287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g2654"/>
            <p:cNvSpPr/>
            <p:nvPr/>
          </p:nvSpPr>
          <p:spPr>
            <a:xfrm>
              <a:off x="424043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g2655"/>
            <p:cNvSpPr/>
            <p:nvPr/>
          </p:nvSpPr>
          <p:spPr>
            <a:xfrm>
              <a:off x="425207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g2656"/>
            <p:cNvSpPr/>
            <p:nvPr/>
          </p:nvSpPr>
          <p:spPr>
            <a:xfrm>
              <a:off x="426370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g2657"/>
            <p:cNvSpPr/>
            <p:nvPr/>
          </p:nvSpPr>
          <p:spPr>
            <a:xfrm>
              <a:off x="427534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g2658"/>
            <p:cNvSpPr/>
            <p:nvPr/>
          </p:nvSpPr>
          <p:spPr>
            <a:xfrm>
              <a:off x="428698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g2659"/>
            <p:cNvSpPr/>
            <p:nvPr/>
          </p:nvSpPr>
          <p:spPr>
            <a:xfrm>
              <a:off x="42986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g2660"/>
            <p:cNvSpPr/>
            <p:nvPr/>
          </p:nvSpPr>
          <p:spPr>
            <a:xfrm>
              <a:off x="431025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g2661"/>
            <p:cNvSpPr/>
            <p:nvPr/>
          </p:nvSpPr>
          <p:spPr>
            <a:xfrm>
              <a:off x="43218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g2662"/>
            <p:cNvSpPr/>
            <p:nvPr/>
          </p:nvSpPr>
          <p:spPr>
            <a:xfrm>
              <a:off x="43335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g2663"/>
            <p:cNvSpPr/>
            <p:nvPr/>
          </p:nvSpPr>
          <p:spPr>
            <a:xfrm>
              <a:off x="434516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g2664"/>
            <p:cNvSpPr/>
            <p:nvPr/>
          </p:nvSpPr>
          <p:spPr>
            <a:xfrm>
              <a:off x="43568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g2665"/>
            <p:cNvSpPr/>
            <p:nvPr/>
          </p:nvSpPr>
          <p:spPr>
            <a:xfrm>
              <a:off x="43684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g2666"/>
            <p:cNvSpPr/>
            <p:nvPr/>
          </p:nvSpPr>
          <p:spPr>
            <a:xfrm>
              <a:off x="45662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g2667"/>
            <p:cNvSpPr/>
            <p:nvPr/>
          </p:nvSpPr>
          <p:spPr>
            <a:xfrm>
              <a:off x="45779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g2668"/>
            <p:cNvSpPr/>
            <p:nvPr/>
          </p:nvSpPr>
          <p:spPr>
            <a:xfrm>
              <a:off x="45895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g2669"/>
            <p:cNvSpPr/>
            <p:nvPr/>
          </p:nvSpPr>
          <p:spPr>
            <a:xfrm>
              <a:off x="46011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g2670"/>
            <p:cNvSpPr/>
            <p:nvPr/>
          </p:nvSpPr>
          <p:spPr>
            <a:xfrm>
              <a:off x="46128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g2671"/>
            <p:cNvSpPr/>
            <p:nvPr/>
          </p:nvSpPr>
          <p:spPr>
            <a:xfrm>
              <a:off x="311161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g2672"/>
            <p:cNvSpPr/>
            <p:nvPr/>
          </p:nvSpPr>
          <p:spPr>
            <a:xfrm>
              <a:off x="312324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g2673"/>
            <p:cNvSpPr/>
            <p:nvPr/>
          </p:nvSpPr>
          <p:spPr>
            <a:xfrm>
              <a:off x="313488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g2674"/>
            <p:cNvSpPr/>
            <p:nvPr/>
          </p:nvSpPr>
          <p:spPr>
            <a:xfrm>
              <a:off x="314652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g2675"/>
            <p:cNvSpPr/>
            <p:nvPr/>
          </p:nvSpPr>
          <p:spPr>
            <a:xfrm>
              <a:off x="315816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g2676"/>
            <p:cNvSpPr/>
            <p:nvPr/>
          </p:nvSpPr>
          <p:spPr>
            <a:xfrm>
              <a:off x="316979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g2677"/>
            <p:cNvSpPr/>
            <p:nvPr/>
          </p:nvSpPr>
          <p:spPr>
            <a:xfrm>
              <a:off x="318143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g2678"/>
            <p:cNvSpPr/>
            <p:nvPr/>
          </p:nvSpPr>
          <p:spPr>
            <a:xfrm>
              <a:off x="319307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g2679"/>
            <p:cNvSpPr/>
            <p:nvPr/>
          </p:nvSpPr>
          <p:spPr>
            <a:xfrm>
              <a:off x="320471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g2680"/>
            <p:cNvSpPr/>
            <p:nvPr/>
          </p:nvSpPr>
          <p:spPr>
            <a:xfrm>
              <a:off x="321634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g2681"/>
            <p:cNvSpPr/>
            <p:nvPr/>
          </p:nvSpPr>
          <p:spPr>
            <a:xfrm>
              <a:off x="322798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g2682"/>
            <p:cNvSpPr/>
            <p:nvPr/>
          </p:nvSpPr>
          <p:spPr>
            <a:xfrm>
              <a:off x="323962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g2683"/>
            <p:cNvSpPr/>
            <p:nvPr/>
          </p:nvSpPr>
          <p:spPr>
            <a:xfrm>
              <a:off x="32512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g2684"/>
            <p:cNvSpPr/>
            <p:nvPr/>
          </p:nvSpPr>
          <p:spPr>
            <a:xfrm>
              <a:off x="326289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g2685"/>
            <p:cNvSpPr/>
            <p:nvPr/>
          </p:nvSpPr>
          <p:spPr>
            <a:xfrm>
              <a:off x="32745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g2686"/>
            <p:cNvSpPr/>
            <p:nvPr/>
          </p:nvSpPr>
          <p:spPr>
            <a:xfrm>
              <a:off x="32861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g2687"/>
            <p:cNvSpPr/>
            <p:nvPr/>
          </p:nvSpPr>
          <p:spPr>
            <a:xfrm>
              <a:off x="329780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g2688"/>
            <p:cNvSpPr/>
            <p:nvPr/>
          </p:nvSpPr>
          <p:spPr>
            <a:xfrm>
              <a:off x="33094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g2689"/>
            <p:cNvSpPr/>
            <p:nvPr/>
          </p:nvSpPr>
          <p:spPr>
            <a:xfrm>
              <a:off x="33210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g2690"/>
            <p:cNvSpPr/>
            <p:nvPr/>
          </p:nvSpPr>
          <p:spPr>
            <a:xfrm>
              <a:off x="333272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g2691"/>
            <p:cNvSpPr/>
            <p:nvPr/>
          </p:nvSpPr>
          <p:spPr>
            <a:xfrm>
              <a:off x="33443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g2692"/>
            <p:cNvSpPr/>
            <p:nvPr/>
          </p:nvSpPr>
          <p:spPr>
            <a:xfrm>
              <a:off x="33559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g2693"/>
            <p:cNvSpPr/>
            <p:nvPr/>
          </p:nvSpPr>
          <p:spPr>
            <a:xfrm>
              <a:off x="336763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g2694"/>
            <p:cNvSpPr/>
            <p:nvPr/>
          </p:nvSpPr>
          <p:spPr>
            <a:xfrm>
              <a:off x="33792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g2695"/>
            <p:cNvSpPr/>
            <p:nvPr/>
          </p:nvSpPr>
          <p:spPr>
            <a:xfrm>
              <a:off x="33909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g2696"/>
            <p:cNvSpPr/>
            <p:nvPr/>
          </p:nvSpPr>
          <p:spPr>
            <a:xfrm>
              <a:off x="340254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g2697"/>
            <p:cNvSpPr/>
            <p:nvPr/>
          </p:nvSpPr>
          <p:spPr>
            <a:xfrm>
              <a:off x="341418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g2698"/>
            <p:cNvSpPr/>
            <p:nvPr/>
          </p:nvSpPr>
          <p:spPr>
            <a:xfrm>
              <a:off x="342581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g2699"/>
            <p:cNvSpPr/>
            <p:nvPr/>
          </p:nvSpPr>
          <p:spPr>
            <a:xfrm>
              <a:off x="343745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g2700"/>
            <p:cNvSpPr/>
            <p:nvPr/>
          </p:nvSpPr>
          <p:spPr>
            <a:xfrm>
              <a:off x="34490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g2701"/>
            <p:cNvSpPr/>
            <p:nvPr/>
          </p:nvSpPr>
          <p:spPr>
            <a:xfrm>
              <a:off x="34607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g2702"/>
            <p:cNvSpPr/>
            <p:nvPr/>
          </p:nvSpPr>
          <p:spPr>
            <a:xfrm>
              <a:off x="347236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g2703"/>
            <p:cNvSpPr/>
            <p:nvPr/>
          </p:nvSpPr>
          <p:spPr>
            <a:xfrm>
              <a:off x="34840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g2704"/>
            <p:cNvSpPr/>
            <p:nvPr/>
          </p:nvSpPr>
          <p:spPr>
            <a:xfrm>
              <a:off x="34956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g2705"/>
            <p:cNvSpPr/>
            <p:nvPr/>
          </p:nvSpPr>
          <p:spPr>
            <a:xfrm>
              <a:off x="350728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g2706"/>
            <p:cNvSpPr/>
            <p:nvPr/>
          </p:nvSpPr>
          <p:spPr>
            <a:xfrm>
              <a:off x="351891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g2707"/>
            <p:cNvSpPr/>
            <p:nvPr/>
          </p:nvSpPr>
          <p:spPr>
            <a:xfrm>
              <a:off x="353055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g2708"/>
            <p:cNvSpPr/>
            <p:nvPr/>
          </p:nvSpPr>
          <p:spPr>
            <a:xfrm>
              <a:off x="354219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6B8">
                <a:alpha val="100000"/>
              </a:srgbClr>
            </a:solidFill>
            <a:ln w="5420" cap="flat">
              <a:solidFill>
                <a:srgbClr val="7F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g2709"/>
            <p:cNvSpPr/>
            <p:nvPr/>
          </p:nvSpPr>
          <p:spPr>
            <a:xfrm>
              <a:off x="363529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g2710"/>
            <p:cNvSpPr/>
            <p:nvPr/>
          </p:nvSpPr>
          <p:spPr>
            <a:xfrm>
              <a:off x="364692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g2711"/>
            <p:cNvSpPr/>
            <p:nvPr/>
          </p:nvSpPr>
          <p:spPr>
            <a:xfrm>
              <a:off x="365856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g2712"/>
            <p:cNvSpPr/>
            <p:nvPr/>
          </p:nvSpPr>
          <p:spPr>
            <a:xfrm>
              <a:off x="368184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g2713"/>
            <p:cNvSpPr/>
            <p:nvPr/>
          </p:nvSpPr>
          <p:spPr>
            <a:xfrm>
              <a:off x="36934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g2714"/>
            <p:cNvSpPr/>
            <p:nvPr/>
          </p:nvSpPr>
          <p:spPr>
            <a:xfrm>
              <a:off x="37051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g2715"/>
            <p:cNvSpPr/>
            <p:nvPr/>
          </p:nvSpPr>
          <p:spPr>
            <a:xfrm>
              <a:off x="37167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g2716"/>
            <p:cNvSpPr/>
            <p:nvPr/>
          </p:nvSpPr>
          <p:spPr>
            <a:xfrm>
              <a:off x="37283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g2717"/>
            <p:cNvSpPr/>
            <p:nvPr/>
          </p:nvSpPr>
          <p:spPr>
            <a:xfrm>
              <a:off x="37400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g2718"/>
            <p:cNvSpPr/>
            <p:nvPr/>
          </p:nvSpPr>
          <p:spPr>
            <a:xfrm>
              <a:off x="375166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g2719"/>
            <p:cNvSpPr/>
            <p:nvPr/>
          </p:nvSpPr>
          <p:spPr>
            <a:xfrm>
              <a:off x="41240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g2720"/>
            <p:cNvSpPr/>
            <p:nvPr/>
          </p:nvSpPr>
          <p:spPr>
            <a:xfrm>
              <a:off x="413569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g2721"/>
            <p:cNvSpPr/>
            <p:nvPr/>
          </p:nvSpPr>
          <p:spPr>
            <a:xfrm>
              <a:off x="41473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g2722"/>
            <p:cNvSpPr/>
            <p:nvPr/>
          </p:nvSpPr>
          <p:spPr>
            <a:xfrm>
              <a:off x="41589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g2723"/>
            <p:cNvSpPr/>
            <p:nvPr/>
          </p:nvSpPr>
          <p:spPr>
            <a:xfrm>
              <a:off x="417060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g2724"/>
            <p:cNvSpPr/>
            <p:nvPr/>
          </p:nvSpPr>
          <p:spPr>
            <a:xfrm>
              <a:off x="41822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g2725"/>
            <p:cNvSpPr/>
            <p:nvPr/>
          </p:nvSpPr>
          <p:spPr>
            <a:xfrm>
              <a:off x="41938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g2726"/>
            <p:cNvSpPr/>
            <p:nvPr/>
          </p:nvSpPr>
          <p:spPr>
            <a:xfrm>
              <a:off x="420552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g2727"/>
            <p:cNvSpPr/>
            <p:nvPr/>
          </p:nvSpPr>
          <p:spPr>
            <a:xfrm>
              <a:off x="42171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g2728"/>
            <p:cNvSpPr/>
            <p:nvPr/>
          </p:nvSpPr>
          <p:spPr>
            <a:xfrm>
              <a:off x="42287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g2729"/>
            <p:cNvSpPr/>
            <p:nvPr/>
          </p:nvSpPr>
          <p:spPr>
            <a:xfrm>
              <a:off x="424043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g2730"/>
            <p:cNvSpPr/>
            <p:nvPr/>
          </p:nvSpPr>
          <p:spPr>
            <a:xfrm>
              <a:off x="42520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g2731"/>
            <p:cNvSpPr/>
            <p:nvPr/>
          </p:nvSpPr>
          <p:spPr>
            <a:xfrm>
              <a:off x="42637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g2732"/>
            <p:cNvSpPr/>
            <p:nvPr/>
          </p:nvSpPr>
          <p:spPr>
            <a:xfrm>
              <a:off x="427534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g2733"/>
            <p:cNvSpPr/>
            <p:nvPr/>
          </p:nvSpPr>
          <p:spPr>
            <a:xfrm>
              <a:off x="431025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g2734"/>
            <p:cNvSpPr/>
            <p:nvPr/>
          </p:nvSpPr>
          <p:spPr>
            <a:xfrm>
              <a:off x="43218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g2735"/>
            <p:cNvSpPr/>
            <p:nvPr/>
          </p:nvSpPr>
          <p:spPr>
            <a:xfrm>
              <a:off x="43335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g2736"/>
            <p:cNvSpPr/>
            <p:nvPr/>
          </p:nvSpPr>
          <p:spPr>
            <a:xfrm>
              <a:off x="434516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g2737"/>
            <p:cNvSpPr/>
            <p:nvPr/>
          </p:nvSpPr>
          <p:spPr>
            <a:xfrm>
              <a:off x="43568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g2738"/>
            <p:cNvSpPr/>
            <p:nvPr/>
          </p:nvSpPr>
          <p:spPr>
            <a:xfrm>
              <a:off x="43684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g2739"/>
            <p:cNvSpPr/>
            <p:nvPr/>
          </p:nvSpPr>
          <p:spPr>
            <a:xfrm>
              <a:off x="438008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g2740"/>
            <p:cNvSpPr/>
            <p:nvPr/>
          </p:nvSpPr>
          <p:spPr>
            <a:xfrm>
              <a:off x="45662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g2741"/>
            <p:cNvSpPr/>
            <p:nvPr/>
          </p:nvSpPr>
          <p:spPr>
            <a:xfrm>
              <a:off x="45779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g2742"/>
            <p:cNvSpPr/>
            <p:nvPr/>
          </p:nvSpPr>
          <p:spPr>
            <a:xfrm>
              <a:off x="45895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g2743"/>
            <p:cNvSpPr/>
            <p:nvPr/>
          </p:nvSpPr>
          <p:spPr>
            <a:xfrm>
              <a:off x="46011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g2744"/>
            <p:cNvSpPr/>
            <p:nvPr/>
          </p:nvSpPr>
          <p:spPr>
            <a:xfrm>
              <a:off x="46128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g2745"/>
            <p:cNvSpPr/>
            <p:nvPr/>
          </p:nvSpPr>
          <p:spPr>
            <a:xfrm>
              <a:off x="311161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g2746"/>
            <p:cNvSpPr/>
            <p:nvPr/>
          </p:nvSpPr>
          <p:spPr>
            <a:xfrm>
              <a:off x="312324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g2747"/>
            <p:cNvSpPr/>
            <p:nvPr/>
          </p:nvSpPr>
          <p:spPr>
            <a:xfrm>
              <a:off x="313488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g2748"/>
            <p:cNvSpPr/>
            <p:nvPr/>
          </p:nvSpPr>
          <p:spPr>
            <a:xfrm>
              <a:off x="314652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g2749"/>
            <p:cNvSpPr/>
            <p:nvPr/>
          </p:nvSpPr>
          <p:spPr>
            <a:xfrm>
              <a:off x="315816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g2750"/>
            <p:cNvSpPr/>
            <p:nvPr/>
          </p:nvSpPr>
          <p:spPr>
            <a:xfrm>
              <a:off x="316979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g2751"/>
            <p:cNvSpPr/>
            <p:nvPr/>
          </p:nvSpPr>
          <p:spPr>
            <a:xfrm>
              <a:off x="318143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g2752"/>
            <p:cNvSpPr/>
            <p:nvPr/>
          </p:nvSpPr>
          <p:spPr>
            <a:xfrm>
              <a:off x="319307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g2753"/>
            <p:cNvSpPr/>
            <p:nvPr/>
          </p:nvSpPr>
          <p:spPr>
            <a:xfrm>
              <a:off x="320471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g2754"/>
            <p:cNvSpPr/>
            <p:nvPr/>
          </p:nvSpPr>
          <p:spPr>
            <a:xfrm>
              <a:off x="321634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g2755"/>
            <p:cNvSpPr/>
            <p:nvPr/>
          </p:nvSpPr>
          <p:spPr>
            <a:xfrm>
              <a:off x="322798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g2756"/>
            <p:cNvSpPr/>
            <p:nvPr/>
          </p:nvSpPr>
          <p:spPr>
            <a:xfrm>
              <a:off x="323962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g2757"/>
            <p:cNvSpPr/>
            <p:nvPr/>
          </p:nvSpPr>
          <p:spPr>
            <a:xfrm>
              <a:off x="325125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g2758"/>
            <p:cNvSpPr/>
            <p:nvPr/>
          </p:nvSpPr>
          <p:spPr>
            <a:xfrm>
              <a:off x="326289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g2759"/>
            <p:cNvSpPr/>
            <p:nvPr/>
          </p:nvSpPr>
          <p:spPr>
            <a:xfrm>
              <a:off x="32745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g2760"/>
            <p:cNvSpPr/>
            <p:nvPr/>
          </p:nvSpPr>
          <p:spPr>
            <a:xfrm>
              <a:off x="32861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g2761"/>
            <p:cNvSpPr/>
            <p:nvPr/>
          </p:nvSpPr>
          <p:spPr>
            <a:xfrm>
              <a:off x="329780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g2762"/>
            <p:cNvSpPr/>
            <p:nvPr/>
          </p:nvSpPr>
          <p:spPr>
            <a:xfrm>
              <a:off x="33094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g2763"/>
            <p:cNvSpPr/>
            <p:nvPr/>
          </p:nvSpPr>
          <p:spPr>
            <a:xfrm>
              <a:off x="33210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g2764"/>
            <p:cNvSpPr/>
            <p:nvPr/>
          </p:nvSpPr>
          <p:spPr>
            <a:xfrm>
              <a:off x="333272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g2765"/>
            <p:cNvSpPr/>
            <p:nvPr/>
          </p:nvSpPr>
          <p:spPr>
            <a:xfrm>
              <a:off x="33443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g2766"/>
            <p:cNvSpPr/>
            <p:nvPr/>
          </p:nvSpPr>
          <p:spPr>
            <a:xfrm>
              <a:off x="33559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g2767"/>
            <p:cNvSpPr/>
            <p:nvPr/>
          </p:nvSpPr>
          <p:spPr>
            <a:xfrm>
              <a:off x="336763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g2768"/>
            <p:cNvSpPr/>
            <p:nvPr/>
          </p:nvSpPr>
          <p:spPr>
            <a:xfrm>
              <a:off x="337927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g2769"/>
            <p:cNvSpPr/>
            <p:nvPr/>
          </p:nvSpPr>
          <p:spPr>
            <a:xfrm>
              <a:off x="339090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g2770"/>
            <p:cNvSpPr/>
            <p:nvPr/>
          </p:nvSpPr>
          <p:spPr>
            <a:xfrm>
              <a:off x="340254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g2771"/>
            <p:cNvSpPr/>
            <p:nvPr/>
          </p:nvSpPr>
          <p:spPr>
            <a:xfrm>
              <a:off x="341418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g2772"/>
            <p:cNvSpPr/>
            <p:nvPr/>
          </p:nvSpPr>
          <p:spPr>
            <a:xfrm>
              <a:off x="342581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g2773"/>
            <p:cNvSpPr/>
            <p:nvPr/>
          </p:nvSpPr>
          <p:spPr>
            <a:xfrm>
              <a:off x="343745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g2774"/>
            <p:cNvSpPr/>
            <p:nvPr/>
          </p:nvSpPr>
          <p:spPr>
            <a:xfrm>
              <a:off x="34490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g2775"/>
            <p:cNvSpPr/>
            <p:nvPr/>
          </p:nvSpPr>
          <p:spPr>
            <a:xfrm>
              <a:off x="34607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g2776"/>
            <p:cNvSpPr/>
            <p:nvPr/>
          </p:nvSpPr>
          <p:spPr>
            <a:xfrm>
              <a:off x="347236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g2777"/>
            <p:cNvSpPr/>
            <p:nvPr/>
          </p:nvSpPr>
          <p:spPr>
            <a:xfrm>
              <a:off x="34840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g2778"/>
            <p:cNvSpPr/>
            <p:nvPr/>
          </p:nvSpPr>
          <p:spPr>
            <a:xfrm>
              <a:off x="34956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g2779"/>
            <p:cNvSpPr/>
            <p:nvPr/>
          </p:nvSpPr>
          <p:spPr>
            <a:xfrm>
              <a:off x="350728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g2780"/>
            <p:cNvSpPr/>
            <p:nvPr/>
          </p:nvSpPr>
          <p:spPr>
            <a:xfrm>
              <a:off x="351891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g2781"/>
            <p:cNvSpPr/>
            <p:nvPr/>
          </p:nvSpPr>
          <p:spPr>
            <a:xfrm>
              <a:off x="353055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g2782"/>
            <p:cNvSpPr/>
            <p:nvPr/>
          </p:nvSpPr>
          <p:spPr>
            <a:xfrm>
              <a:off x="354219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g2783"/>
            <p:cNvSpPr/>
            <p:nvPr/>
          </p:nvSpPr>
          <p:spPr>
            <a:xfrm>
              <a:off x="355383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g2784"/>
            <p:cNvSpPr/>
            <p:nvPr/>
          </p:nvSpPr>
          <p:spPr>
            <a:xfrm>
              <a:off x="362365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g2785"/>
            <p:cNvSpPr/>
            <p:nvPr/>
          </p:nvSpPr>
          <p:spPr>
            <a:xfrm>
              <a:off x="363529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g2786"/>
            <p:cNvSpPr/>
            <p:nvPr/>
          </p:nvSpPr>
          <p:spPr>
            <a:xfrm>
              <a:off x="364692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g2787"/>
            <p:cNvSpPr/>
            <p:nvPr/>
          </p:nvSpPr>
          <p:spPr>
            <a:xfrm>
              <a:off x="365856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g2788"/>
            <p:cNvSpPr/>
            <p:nvPr/>
          </p:nvSpPr>
          <p:spPr>
            <a:xfrm>
              <a:off x="367020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g2789"/>
            <p:cNvSpPr/>
            <p:nvPr/>
          </p:nvSpPr>
          <p:spPr>
            <a:xfrm>
              <a:off x="368184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g2790"/>
            <p:cNvSpPr/>
            <p:nvPr/>
          </p:nvSpPr>
          <p:spPr>
            <a:xfrm>
              <a:off x="369347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g2791"/>
            <p:cNvSpPr/>
            <p:nvPr/>
          </p:nvSpPr>
          <p:spPr>
            <a:xfrm>
              <a:off x="37051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g2792"/>
            <p:cNvSpPr/>
            <p:nvPr/>
          </p:nvSpPr>
          <p:spPr>
            <a:xfrm>
              <a:off x="37167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g2793"/>
            <p:cNvSpPr/>
            <p:nvPr/>
          </p:nvSpPr>
          <p:spPr>
            <a:xfrm>
              <a:off x="37283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g2794"/>
            <p:cNvSpPr/>
            <p:nvPr/>
          </p:nvSpPr>
          <p:spPr>
            <a:xfrm>
              <a:off x="37400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g2795"/>
            <p:cNvSpPr/>
            <p:nvPr/>
          </p:nvSpPr>
          <p:spPr>
            <a:xfrm>
              <a:off x="413569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g2796"/>
            <p:cNvSpPr/>
            <p:nvPr/>
          </p:nvSpPr>
          <p:spPr>
            <a:xfrm>
              <a:off x="41473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g2797"/>
            <p:cNvSpPr/>
            <p:nvPr/>
          </p:nvSpPr>
          <p:spPr>
            <a:xfrm>
              <a:off x="41589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g2798"/>
            <p:cNvSpPr/>
            <p:nvPr/>
          </p:nvSpPr>
          <p:spPr>
            <a:xfrm>
              <a:off x="417060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g2799"/>
            <p:cNvSpPr/>
            <p:nvPr/>
          </p:nvSpPr>
          <p:spPr>
            <a:xfrm>
              <a:off x="41822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g2800"/>
            <p:cNvSpPr/>
            <p:nvPr/>
          </p:nvSpPr>
          <p:spPr>
            <a:xfrm>
              <a:off x="41938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g2801"/>
            <p:cNvSpPr/>
            <p:nvPr/>
          </p:nvSpPr>
          <p:spPr>
            <a:xfrm>
              <a:off x="420552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g2802"/>
            <p:cNvSpPr/>
            <p:nvPr/>
          </p:nvSpPr>
          <p:spPr>
            <a:xfrm>
              <a:off x="42171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g2803"/>
            <p:cNvSpPr/>
            <p:nvPr/>
          </p:nvSpPr>
          <p:spPr>
            <a:xfrm>
              <a:off x="42287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g2804"/>
            <p:cNvSpPr/>
            <p:nvPr/>
          </p:nvSpPr>
          <p:spPr>
            <a:xfrm>
              <a:off x="424043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g2805"/>
            <p:cNvSpPr/>
            <p:nvPr/>
          </p:nvSpPr>
          <p:spPr>
            <a:xfrm>
              <a:off x="43218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g2806"/>
            <p:cNvSpPr/>
            <p:nvPr/>
          </p:nvSpPr>
          <p:spPr>
            <a:xfrm>
              <a:off x="43335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g2807"/>
            <p:cNvSpPr/>
            <p:nvPr/>
          </p:nvSpPr>
          <p:spPr>
            <a:xfrm>
              <a:off x="434516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g2808"/>
            <p:cNvSpPr/>
            <p:nvPr/>
          </p:nvSpPr>
          <p:spPr>
            <a:xfrm>
              <a:off x="43568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g2809"/>
            <p:cNvSpPr/>
            <p:nvPr/>
          </p:nvSpPr>
          <p:spPr>
            <a:xfrm>
              <a:off x="43684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g2810"/>
            <p:cNvSpPr/>
            <p:nvPr/>
          </p:nvSpPr>
          <p:spPr>
            <a:xfrm>
              <a:off x="438008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g2811"/>
            <p:cNvSpPr/>
            <p:nvPr/>
          </p:nvSpPr>
          <p:spPr>
            <a:xfrm>
              <a:off x="45779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g2812"/>
            <p:cNvSpPr/>
            <p:nvPr/>
          </p:nvSpPr>
          <p:spPr>
            <a:xfrm>
              <a:off x="45895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g2813"/>
            <p:cNvSpPr/>
            <p:nvPr/>
          </p:nvSpPr>
          <p:spPr>
            <a:xfrm>
              <a:off x="46011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g2814"/>
            <p:cNvSpPr/>
            <p:nvPr/>
          </p:nvSpPr>
          <p:spPr>
            <a:xfrm>
              <a:off x="46128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g2815"/>
            <p:cNvSpPr/>
            <p:nvPr/>
          </p:nvSpPr>
          <p:spPr>
            <a:xfrm>
              <a:off x="462446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g2816"/>
            <p:cNvSpPr/>
            <p:nvPr/>
          </p:nvSpPr>
          <p:spPr>
            <a:xfrm>
              <a:off x="311161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g2817"/>
            <p:cNvSpPr/>
            <p:nvPr/>
          </p:nvSpPr>
          <p:spPr>
            <a:xfrm>
              <a:off x="312324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g2818"/>
            <p:cNvSpPr/>
            <p:nvPr/>
          </p:nvSpPr>
          <p:spPr>
            <a:xfrm>
              <a:off x="313488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g2819"/>
            <p:cNvSpPr/>
            <p:nvPr/>
          </p:nvSpPr>
          <p:spPr>
            <a:xfrm>
              <a:off x="314652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g2820"/>
            <p:cNvSpPr/>
            <p:nvPr/>
          </p:nvSpPr>
          <p:spPr>
            <a:xfrm>
              <a:off x="315816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g2821"/>
            <p:cNvSpPr/>
            <p:nvPr/>
          </p:nvSpPr>
          <p:spPr>
            <a:xfrm>
              <a:off x="316979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g2822"/>
            <p:cNvSpPr/>
            <p:nvPr/>
          </p:nvSpPr>
          <p:spPr>
            <a:xfrm>
              <a:off x="318143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g2823"/>
            <p:cNvSpPr/>
            <p:nvPr/>
          </p:nvSpPr>
          <p:spPr>
            <a:xfrm>
              <a:off x="319307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g2824"/>
            <p:cNvSpPr/>
            <p:nvPr/>
          </p:nvSpPr>
          <p:spPr>
            <a:xfrm>
              <a:off x="320471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g2825"/>
            <p:cNvSpPr/>
            <p:nvPr/>
          </p:nvSpPr>
          <p:spPr>
            <a:xfrm>
              <a:off x="321634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g2826"/>
            <p:cNvSpPr/>
            <p:nvPr/>
          </p:nvSpPr>
          <p:spPr>
            <a:xfrm>
              <a:off x="322798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g2827"/>
            <p:cNvSpPr/>
            <p:nvPr/>
          </p:nvSpPr>
          <p:spPr>
            <a:xfrm>
              <a:off x="323962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g2828"/>
            <p:cNvSpPr/>
            <p:nvPr/>
          </p:nvSpPr>
          <p:spPr>
            <a:xfrm>
              <a:off x="325125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g2829"/>
            <p:cNvSpPr/>
            <p:nvPr/>
          </p:nvSpPr>
          <p:spPr>
            <a:xfrm>
              <a:off x="326289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g2830"/>
            <p:cNvSpPr/>
            <p:nvPr/>
          </p:nvSpPr>
          <p:spPr>
            <a:xfrm>
              <a:off x="32745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g2831"/>
            <p:cNvSpPr/>
            <p:nvPr/>
          </p:nvSpPr>
          <p:spPr>
            <a:xfrm>
              <a:off x="32861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g2832"/>
            <p:cNvSpPr/>
            <p:nvPr/>
          </p:nvSpPr>
          <p:spPr>
            <a:xfrm>
              <a:off x="329780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g2833"/>
            <p:cNvSpPr/>
            <p:nvPr/>
          </p:nvSpPr>
          <p:spPr>
            <a:xfrm>
              <a:off x="33094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g2834"/>
            <p:cNvSpPr/>
            <p:nvPr/>
          </p:nvSpPr>
          <p:spPr>
            <a:xfrm>
              <a:off x="33210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g2835"/>
            <p:cNvSpPr/>
            <p:nvPr/>
          </p:nvSpPr>
          <p:spPr>
            <a:xfrm>
              <a:off x="333272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g2836"/>
            <p:cNvSpPr/>
            <p:nvPr/>
          </p:nvSpPr>
          <p:spPr>
            <a:xfrm>
              <a:off x="33443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g2837"/>
            <p:cNvSpPr/>
            <p:nvPr/>
          </p:nvSpPr>
          <p:spPr>
            <a:xfrm>
              <a:off x="335599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g2838"/>
            <p:cNvSpPr/>
            <p:nvPr/>
          </p:nvSpPr>
          <p:spPr>
            <a:xfrm>
              <a:off x="336763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g2839"/>
            <p:cNvSpPr/>
            <p:nvPr/>
          </p:nvSpPr>
          <p:spPr>
            <a:xfrm>
              <a:off x="337927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g2840"/>
            <p:cNvSpPr/>
            <p:nvPr/>
          </p:nvSpPr>
          <p:spPr>
            <a:xfrm>
              <a:off x="339090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g2841"/>
            <p:cNvSpPr/>
            <p:nvPr/>
          </p:nvSpPr>
          <p:spPr>
            <a:xfrm>
              <a:off x="340254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g2842"/>
            <p:cNvSpPr/>
            <p:nvPr/>
          </p:nvSpPr>
          <p:spPr>
            <a:xfrm>
              <a:off x="341418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g2843"/>
            <p:cNvSpPr/>
            <p:nvPr/>
          </p:nvSpPr>
          <p:spPr>
            <a:xfrm>
              <a:off x="342581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g2844"/>
            <p:cNvSpPr/>
            <p:nvPr/>
          </p:nvSpPr>
          <p:spPr>
            <a:xfrm>
              <a:off x="343745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g2845"/>
            <p:cNvSpPr/>
            <p:nvPr/>
          </p:nvSpPr>
          <p:spPr>
            <a:xfrm>
              <a:off x="344909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g2846"/>
            <p:cNvSpPr/>
            <p:nvPr/>
          </p:nvSpPr>
          <p:spPr>
            <a:xfrm>
              <a:off x="34607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g2847"/>
            <p:cNvSpPr/>
            <p:nvPr/>
          </p:nvSpPr>
          <p:spPr>
            <a:xfrm>
              <a:off x="347236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g2848"/>
            <p:cNvSpPr/>
            <p:nvPr/>
          </p:nvSpPr>
          <p:spPr>
            <a:xfrm>
              <a:off x="34840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g2849"/>
            <p:cNvSpPr/>
            <p:nvPr/>
          </p:nvSpPr>
          <p:spPr>
            <a:xfrm>
              <a:off x="34956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g2850"/>
            <p:cNvSpPr/>
            <p:nvPr/>
          </p:nvSpPr>
          <p:spPr>
            <a:xfrm>
              <a:off x="350728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g2851"/>
            <p:cNvSpPr/>
            <p:nvPr/>
          </p:nvSpPr>
          <p:spPr>
            <a:xfrm>
              <a:off x="35189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g2852"/>
            <p:cNvSpPr/>
            <p:nvPr/>
          </p:nvSpPr>
          <p:spPr>
            <a:xfrm>
              <a:off x="35305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g2853"/>
            <p:cNvSpPr/>
            <p:nvPr/>
          </p:nvSpPr>
          <p:spPr>
            <a:xfrm>
              <a:off x="354219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g2854"/>
            <p:cNvSpPr/>
            <p:nvPr/>
          </p:nvSpPr>
          <p:spPr>
            <a:xfrm>
              <a:off x="355383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g2855"/>
            <p:cNvSpPr/>
            <p:nvPr/>
          </p:nvSpPr>
          <p:spPr>
            <a:xfrm>
              <a:off x="361201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g2856"/>
            <p:cNvSpPr/>
            <p:nvPr/>
          </p:nvSpPr>
          <p:spPr>
            <a:xfrm>
              <a:off x="362365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g2857"/>
            <p:cNvSpPr/>
            <p:nvPr/>
          </p:nvSpPr>
          <p:spPr>
            <a:xfrm>
              <a:off x="363529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g2858"/>
            <p:cNvSpPr/>
            <p:nvPr/>
          </p:nvSpPr>
          <p:spPr>
            <a:xfrm>
              <a:off x="364692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g2859"/>
            <p:cNvSpPr/>
            <p:nvPr/>
          </p:nvSpPr>
          <p:spPr>
            <a:xfrm>
              <a:off x="365856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g2860"/>
            <p:cNvSpPr/>
            <p:nvPr/>
          </p:nvSpPr>
          <p:spPr>
            <a:xfrm>
              <a:off x="367020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g2861"/>
            <p:cNvSpPr/>
            <p:nvPr/>
          </p:nvSpPr>
          <p:spPr>
            <a:xfrm>
              <a:off x="368184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g2862"/>
            <p:cNvSpPr/>
            <p:nvPr/>
          </p:nvSpPr>
          <p:spPr>
            <a:xfrm>
              <a:off x="369347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g2863"/>
            <p:cNvSpPr/>
            <p:nvPr/>
          </p:nvSpPr>
          <p:spPr>
            <a:xfrm>
              <a:off x="37051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g2864"/>
            <p:cNvSpPr/>
            <p:nvPr/>
          </p:nvSpPr>
          <p:spPr>
            <a:xfrm>
              <a:off x="37167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g2865"/>
            <p:cNvSpPr/>
            <p:nvPr/>
          </p:nvSpPr>
          <p:spPr>
            <a:xfrm>
              <a:off x="37283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g2866"/>
            <p:cNvSpPr/>
            <p:nvPr/>
          </p:nvSpPr>
          <p:spPr>
            <a:xfrm>
              <a:off x="37400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g2867"/>
            <p:cNvSpPr/>
            <p:nvPr/>
          </p:nvSpPr>
          <p:spPr>
            <a:xfrm>
              <a:off x="37516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g2868"/>
            <p:cNvSpPr/>
            <p:nvPr/>
          </p:nvSpPr>
          <p:spPr>
            <a:xfrm>
              <a:off x="376330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g2869"/>
            <p:cNvSpPr/>
            <p:nvPr/>
          </p:nvSpPr>
          <p:spPr>
            <a:xfrm>
              <a:off x="413569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g2870"/>
            <p:cNvSpPr/>
            <p:nvPr/>
          </p:nvSpPr>
          <p:spPr>
            <a:xfrm>
              <a:off x="41473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g2871"/>
            <p:cNvSpPr/>
            <p:nvPr/>
          </p:nvSpPr>
          <p:spPr>
            <a:xfrm>
              <a:off x="41589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g2872"/>
            <p:cNvSpPr/>
            <p:nvPr/>
          </p:nvSpPr>
          <p:spPr>
            <a:xfrm>
              <a:off x="417060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g2873"/>
            <p:cNvSpPr/>
            <p:nvPr/>
          </p:nvSpPr>
          <p:spPr>
            <a:xfrm>
              <a:off x="41822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g2874"/>
            <p:cNvSpPr/>
            <p:nvPr/>
          </p:nvSpPr>
          <p:spPr>
            <a:xfrm>
              <a:off x="41938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g2875"/>
            <p:cNvSpPr/>
            <p:nvPr/>
          </p:nvSpPr>
          <p:spPr>
            <a:xfrm>
              <a:off x="420552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g2876"/>
            <p:cNvSpPr/>
            <p:nvPr/>
          </p:nvSpPr>
          <p:spPr>
            <a:xfrm>
              <a:off x="42171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g2877"/>
            <p:cNvSpPr/>
            <p:nvPr/>
          </p:nvSpPr>
          <p:spPr>
            <a:xfrm>
              <a:off x="43335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g2878"/>
            <p:cNvSpPr/>
            <p:nvPr/>
          </p:nvSpPr>
          <p:spPr>
            <a:xfrm>
              <a:off x="434516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g2879"/>
            <p:cNvSpPr/>
            <p:nvPr/>
          </p:nvSpPr>
          <p:spPr>
            <a:xfrm>
              <a:off x="43568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g2880"/>
            <p:cNvSpPr/>
            <p:nvPr/>
          </p:nvSpPr>
          <p:spPr>
            <a:xfrm>
              <a:off x="43684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g2881"/>
            <p:cNvSpPr/>
            <p:nvPr/>
          </p:nvSpPr>
          <p:spPr>
            <a:xfrm>
              <a:off x="438008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g2882"/>
            <p:cNvSpPr/>
            <p:nvPr/>
          </p:nvSpPr>
          <p:spPr>
            <a:xfrm>
              <a:off x="43917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g2883"/>
            <p:cNvSpPr/>
            <p:nvPr/>
          </p:nvSpPr>
          <p:spPr>
            <a:xfrm>
              <a:off x="44033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g2884"/>
            <p:cNvSpPr/>
            <p:nvPr/>
          </p:nvSpPr>
          <p:spPr>
            <a:xfrm>
              <a:off x="45779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g2885"/>
            <p:cNvSpPr/>
            <p:nvPr/>
          </p:nvSpPr>
          <p:spPr>
            <a:xfrm>
              <a:off x="45895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g2886"/>
            <p:cNvSpPr/>
            <p:nvPr/>
          </p:nvSpPr>
          <p:spPr>
            <a:xfrm>
              <a:off x="46011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g2887"/>
            <p:cNvSpPr/>
            <p:nvPr/>
          </p:nvSpPr>
          <p:spPr>
            <a:xfrm>
              <a:off x="46128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g2888"/>
            <p:cNvSpPr/>
            <p:nvPr/>
          </p:nvSpPr>
          <p:spPr>
            <a:xfrm>
              <a:off x="46244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g2889"/>
            <p:cNvSpPr/>
            <p:nvPr/>
          </p:nvSpPr>
          <p:spPr>
            <a:xfrm>
              <a:off x="311161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g2890"/>
            <p:cNvSpPr/>
            <p:nvPr/>
          </p:nvSpPr>
          <p:spPr>
            <a:xfrm>
              <a:off x="312324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g2891"/>
            <p:cNvSpPr/>
            <p:nvPr/>
          </p:nvSpPr>
          <p:spPr>
            <a:xfrm>
              <a:off x="313488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g2892"/>
            <p:cNvSpPr/>
            <p:nvPr/>
          </p:nvSpPr>
          <p:spPr>
            <a:xfrm>
              <a:off x="314652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g2893"/>
            <p:cNvSpPr/>
            <p:nvPr/>
          </p:nvSpPr>
          <p:spPr>
            <a:xfrm>
              <a:off x="315816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g2894"/>
            <p:cNvSpPr/>
            <p:nvPr/>
          </p:nvSpPr>
          <p:spPr>
            <a:xfrm>
              <a:off x="316979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g2895"/>
            <p:cNvSpPr/>
            <p:nvPr/>
          </p:nvSpPr>
          <p:spPr>
            <a:xfrm>
              <a:off x="318143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g2896"/>
            <p:cNvSpPr/>
            <p:nvPr/>
          </p:nvSpPr>
          <p:spPr>
            <a:xfrm>
              <a:off x="319307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g2897"/>
            <p:cNvSpPr/>
            <p:nvPr/>
          </p:nvSpPr>
          <p:spPr>
            <a:xfrm>
              <a:off x="320471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g2898"/>
            <p:cNvSpPr/>
            <p:nvPr/>
          </p:nvSpPr>
          <p:spPr>
            <a:xfrm>
              <a:off x="321634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g2899"/>
            <p:cNvSpPr/>
            <p:nvPr/>
          </p:nvSpPr>
          <p:spPr>
            <a:xfrm>
              <a:off x="322798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g2900"/>
            <p:cNvSpPr/>
            <p:nvPr/>
          </p:nvSpPr>
          <p:spPr>
            <a:xfrm>
              <a:off x="323962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g2901"/>
            <p:cNvSpPr/>
            <p:nvPr/>
          </p:nvSpPr>
          <p:spPr>
            <a:xfrm>
              <a:off x="335599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g2902"/>
            <p:cNvSpPr/>
            <p:nvPr/>
          </p:nvSpPr>
          <p:spPr>
            <a:xfrm>
              <a:off x="336763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g2903"/>
            <p:cNvSpPr/>
            <p:nvPr/>
          </p:nvSpPr>
          <p:spPr>
            <a:xfrm>
              <a:off x="337927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g2904"/>
            <p:cNvSpPr/>
            <p:nvPr/>
          </p:nvSpPr>
          <p:spPr>
            <a:xfrm>
              <a:off x="339090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g2905"/>
            <p:cNvSpPr/>
            <p:nvPr/>
          </p:nvSpPr>
          <p:spPr>
            <a:xfrm>
              <a:off x="340254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g2906"/>
            <p:cNvSpPr/>
            <p:nvPr/>
          </p:nvSpPr>
          <p:spPr>
            <a:xfrm>
              <a:off x="341418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g2907"/>
            <p:cNvSpPr/>
            <p:nvPr/>
          </p:nvSpPr>
          <p:spPr>
            <a:xfrm>
              <a:off x="342581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g2908"/>
            <p:cNvSpPr/>
            <p:nvPr/>
          </p:nvSpPr>
          <p:spPr>
            <a:xfrm>
              <a:off x="343745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g2909"/>
            <p:cNvSpPr/>
            <p:nvPr/>
          </p:nvSpPr>
          <p:spPr>
            <a:xfrm>
              <a:off x="344909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g2910"/>
            <p:cNvSpPr/>
            <p:nvPr/>
          </p:nvSpPr>
          <p:spPr>
            <a:xfrm>
              <a:off x="346073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g2911"/>
            <p:cNvSpPr/>
            <p:nvPr/>
          </p:nvSpPr>
          <p:spPr>
            <a:xfrm>
              <a:off x="34840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g2912"/>
            <p:cNvSpPr/>
            <p:nvPr/>
          </p:nvSpPr>
          <p:spPr>
            <a:xfrm>
              <a:off x="34956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g2913"/>
            <p:cNvSpPr/>
            <p:nvPr/>
          </p:nvSpPr>
          <p:spPr>
            <a:xfrm>
              <a:off x="350728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g2914"/>
            <p:cNvSpPr/>
            <p:nvPr/>
          </p:nvSpPr>
          <p:spPr>
            <a:xfrm>
              <a:off x="35189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g2915"/>
            <p:cNvSpPr/>
            <p:nvPr/>
          </p:nvSpPr>
          <p:spPr>
            <a:xfrm>
              <a:off x="35305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g2916"/>
            <p:cNvSpPr/>
            <p:nvPr/>
          </p:nvSpPr>
          <p:spPr>
            <a:xfrm>
              <a:off x="354219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g2917"/>
            <p:cNvSpPr/>
            <p:nvPr/>
          </p:nvSpPr>
          <p:spPr>
            <a:xfrm>
              <a:off x="355383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g2918"/>
            <p:cNvSpPr/>
            <p:nvPr/>
          </p:nvSpPr>
          <p:spPr>
            <a:xfrm>
              <a:off x="356546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g2919"/>
            <p:cNvSpPr/>
            <p:nvPr/>
          </p:nvSpPr>
          <p:spPr>
            <a:xfrm>
              <a:off x="358874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g2920"/>
            <p:cNvSpPr/>
            <p:nvPr/>
          </p:nvSpPr>
          <p:spPr>
            <a:xfrm>
              <a:off x="360037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g2921"/>
            <p:cNvSpPr/>
            <p:nvPr/>
          </p:nvSpPr>
          <p:spPr>
            <a:xfrm>
              <a:off x="361201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g2922"/>
            <p:cNvSpPr/>
            <p:nvPr/>
          </p:nvSpPr>
          <p:spPr>
            <a:xfrm>
              <a:off x="362365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g2923"/>
            <p:cNvSpPr/>
            <p:nvPr/>
          </p:nvSpPr>
          <p:spPr>
            <a:xfrm>
              <a:off x="363529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g2924"/>
            <p:cNvSpPr/>
            <p:nvPr/>
          </p:nvSpPr>
          <p:spPr>
            <a:xfrm>
              <a:off x="364692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g2925"/>
            <p:cNvSpPr/>
            <p:nvPr/>
          </p:nvSpPr>
          <p:spPr>
            <a:xfrm>
              <a:off x="365856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g2926"/>
            <p:cNvSpPr/>
            <p:nvPr/>
          </p:nvSpPr>
          <p:spPr>
            <a:xfrm>
              <a:off x="367020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g2927"/>
            <p:cNvSpPr/>
            <p:nvPr/>
          </p:nvSpPr>
          <p:spPr>
            <a:xfrm>
              <a:off x="368184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g2928"/>
            <p:cNvSpPr/>
            <p:nvPr/>
          </p:nvSpPr>
          <p:spPr>
            <a:xfrm>
              <a:off x="369347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g2929"/>
            <p:cNvSpPr/>
            <p:nvPr/>
          </p:nvSpPr>
          <p:spPr>
            <a:xfrm>
              <a:off x="37051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g2930"/>
            <p:cNvSpPr/>
            <p:nvPr/>
          </p:nvSpPr>
          <p:spPr>
            <a:xfrm>
              <a:off x="37167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g2931"/>
            <p:cNvSpPr/>
            <p:nvPr/>
          </p:nvSpPr>
          <p:spPr>
            <a:xfrm>
              <a:off x="37283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g2932"/>
            <p:cNvSpPr/>
            <p:nvPr/>
          </p:nvSpPr>
          <p:spPr>
            <a:xfrm>
              <a:off x="37400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g2933"/>
            <p:cNvSpPr/>
            <p:nvPr/>
          </p:nvSpPr>
          <p:spPr>
            <a:xfrm>
              <a:off x="37516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g2934"/>
            <p:cNvSpPr/>
            <p:nvPr/>
          </p:nvSpPr>
          <p:spPr>
            <a:xfrm>
              <a:off x="376330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g2935"/>
            <p:cNvSpPr/>
            <p:nvPr/>
          </p:nvSpPr>
          <p:spPr>
            <a:xfrm>
              <a:off x="377493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g2936"/>
            <p:cNvSpPr/>
            <p:nvPr/>
          </p:nvSpPr>
          <p:spPr>
            <a:xfrm>
              <a:off x="415897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g2937"/>
            <p:cNvSpPr/>
            <p:nvPr/>
          </p:nvSpPr>
          <p:spPr>
            <a:xfrm>
              <a:off x="434516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g2938"/>
            <p:cNvSpPr/>
            <p:nvPr/>
          </p:nvSpPr>
          <p:spPr>
            <a:xfrm>
              <a:off x="43568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g2939"/>
            <p:cNvSpPr/>
            <p:nvPr/>
          </p:nvSpPr>
          <p:spPr>
            <a:xfrm>
              <a:off x="43684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g2940"/>
            <p:cNvSpPr/>
            <p:nvPr/>
          </p:nvSpPr>
          <p:spPr>
            <a:xfrm>
              <a:off x="438008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g2941"/>
            <p:cNvSpPr/>
            <p:nvPr/>
          </p:nvSpPr>
          <p:spPr>
            <a:xfrm>
              <a:off x="43917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g2942"/>
            <p:cNvSpPr/>
            <p:nvPr/>
          </p:nvSpPr>
          <p:spPr>
            <a:xfrm>
              <a:off x="44033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g2943"/>
            <p:cNvSpPr/>
            <p:nvPr/>
          </p:nvSpPr>
          <p:spPr>
            <a:xfrm>
              <a:off x="441499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g2944"/>
            <p:cNvSpPr/>
            <p:nvPr/>
          </p:nvSpPr>
          <p:spPr>
            <a:xfrm>
              <a:off x="45779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g2945"/>
            <p:cNvSpPr/>
            <p:nvPr/>
          </p:nvSpPr>
          <p:spPr>
            <a:xfrm>
              <a:off x="45895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g2946"/>
            <p:cNvSpPr/>
            <p:nvPr/>
          </p:nvSpPr>
          <p:spPr>
            <a:xfrm>
              <a:off x="46011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g2947"/>
            <p:cNvSpPr/>
            <p:nvPr/>
          </p:nvSpPr>
          <p:spPr>
            <a:xfrm>
              <a:off x="46128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g2948"/>
            <p:cNvSpPr/>
            <p:nvPr/>
          </p:nvSpPr>
          <p:spPr>
            <a:xfrm>
              <a:off x="46244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g2949"/>
            <p:cNvSpPr/>
            <p:nvPr/>
          </p:nvSpPr>
          <p:spPr>
            <a:xfrm>
              <a:off x="309997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g2950"/>
            <p:cNvSpPr/>
            <p:nvPr/>
          </p:nvSpPr>
          <p:spPr>
            <a:xfrm>
              <a:off x="311161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g2951"/>
            <p:cNvSpPr/>
            <p:nvPr/>
          </p:nvSpPr>
          <p:spPr>
            <a:xfrm>
              <a:off x="312324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g2952"/>
            <p:cNvSpPr/>
            <p:nvPr/>
          </p:nvSpPr>
          <p:spPr>
            <a:xfrm>
              <a:off x="313488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g2953"/>
            <p:cNvSpPr/>
            <p:nvPr/>
          </p:nvSpPr>
          <p:spPr>
            <a:xfrm>
              <a:off x="314652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g2954"/>
            <p:cNvSpPr/>
            <p:nvPr/>
          </p:nvSpPr>
          <p:spPr>
            <a:xfrm>
              <a:off x="315816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g2955"/>
            <p:cNvSpPr/>
            <p:nvPr/>
          </p:nvSpPr>
          <p:spPr>
            <a:xfrm>
              <a:off x="316979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g2956"/>
            <p:cNvSpPr/>
            <p:nvPr/>
          </p:nvSpPr>
          <p:spPr>
            <a:xfrm>
              <a:off x="318143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g2957"/>
            <p:cNvSpPr/>
            <p:nvPr/>
          </p:nvSpPr>
          <p:spPr>
            <a:xfrm>
              <a:off x="319307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g2958"/>
            <p:cNvSpPr/>
            <p:nvPr/>
          </p:nvSpPr>
          <p:spPr>
            <a:xfrm>
              <a:off x="320471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g2959"/>
            <p:cNvSpPr/>
            <p:nvPr/>
          </p:nvSpPr>
          <p:spPr>
            <a:xfrm>
              <a:off x="341418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g2960"/>
            <p:cNvSpPr/>
            <p:nvPr/>
          </p:nvSpPr>
          <p:spPr>
            <a:xfrm>
              <a:off x="342581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g2961"/>
            <p:cNvSpPr/>
            <p:nvPr/>
          </p:nvSpPr>
          <p:spPr>
            <a:xfrm>
              <a:off x="34956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g2962"/>
            <p:cNvSpPr/>
            <p:nvPr/>
          </p:nvSpPr>
          <p:spPr>
            <a:xfrm>
              <a:off x="350728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g2963"/>
            <p:cNvSpPr/>
            <p:nvPr/>
          </p:nvSpPr>
          <p:spPr>
            <a:xfrm>
              <a:off x="35189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g2964"/>
            <p:cNvSpPr/>
            <p:nvPr/>
          </p:nvSpPr>
          <p:spPr>
            <a:xfrm>
              <a:off x="35305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g2965"/>
            <p:cNvSpPr/>
            <p:nvPr/>
          </p:nvSpPr>
          <p:spPr>
            <a:xfrm>
              <a:off x="354219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g2966"/>
            <p:cNvSpPr/>
            <p:nvPr/>
          </p:nvSpPr>
          <p:spPr>
            <a:xfrm>
              <a:off x="35538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g2967"/>
            <p:cNvSpPr/>
            <p:nvPr/>
          </p:nvSpPr>
          <p:spPr>
            <a:xfrm>
              <a:off x="356546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g2968"/>
            <p:cNvSpPr/>
            <p:nvPr/>
          </p:nvSpPr>
          <p:spPr>
            <a:xfrm>
              <a:off x="357710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g2969"/>
            <p:cNvSpPr/>
            <p:nvPr/>
          </p:nvSpPr>
          <p:spPr>
            <a:xfrm>
              <a:off x="358874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g2970"/>
            <p:cNvSpPr/>
            <p:nvPr/>
          </p:nvSpPr>
          <p:spPr>
            <a:xfrm>
              <a:off x="360037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g2971"/>
            <p:cNvSpPr/>
            <p:nvPr/>
          </p:nvSpPr>
          <p:spPr>
            <a:xfrm>
              <a:off x="361201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g2972"/>
            <p:cNvSpPr/>
            <p:nvPr/>
          </p:nvSpPr>
          <p:spPr>
            <a:xfrm>
              <a:off x="362365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g2973"/>
            <p:cNvSpPr/>
            <p:nvPr/>
          </p:nvSpPr>
          <p:spPr>
            <a:xfrm>
              <a:off x="363529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g2974"/>
            <p:cNvSpPr/>
            <p:nvPr/>
          </p:nvSpPr>
          <p:spPr>
            <a:xfrm>
              <a:off x="364692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g2975"/>
            <p:cNvSpPr/>
            <p:nvPr/>
          </p:nvSpPr>
          <p:spPr>
            <a:xfrm>
              <a:off x="365856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g2976"/>
            <p:cNvSpPr/>
            <p:nvPr/>
          </p:nvSpPr>
          <p:spPr>
            <a:xfrm>
              <a:off x="367020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g2977"/>
            <p:cNvSpPr/>
            <p:nvPr/>
          </p:nvSpPr>
          <p:spPr>
            <a:xfrm>
              <a:off x="368184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g2978"/>
            <p:cNvSpPr/>
            <p:nvPr/>
          </p:nvSpPr>
          <p:spPr>
            <a:xfrm>
              <a:off x="369347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g2979"/>
            <p:cNvSpPr/>
            <p:nvPr/>
          </p:nvSpPr>
          <p:spPr>
            <a:xfrm>
              <a:off x="370511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g2980"/>
            <p:cNvSpPr/>
            <p:nvPr/>
          </p:nvSpPr>
          <p:spPr>
            <a:xfrm>
              <a:off x="37167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g2981"/>
            <p:cNvSpPr/>
            <p:nvPr/>
          </p:nvSpPr>
          <p:spPr>
            <a:xfrm>
              <a:off x="37283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g2982"/>
            <p:cNvSpPr/>
            <p:nvPr/>
          </p:nvSpPr>
          <p:spPr>
            <a:xfrm>
              <a:off x="37400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g2983"/>
            <p:cNvSpPr/>
            <p:nvPr/>
          </p:nvSpPr>
          <p:spPr>
            <a:xfrm>
              <a:off x="37516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g2984"/>
            <p:cNvSpPr/>
            <p:nvPr/>
          </p:nvSpPr>
          <p:spPr>
            <a:xfrm>
              <a:off x="376330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g2985"/>
            <p:cNvSpPr/>
            <p:nvPr/>
          </p:nvSpPr>
          <p:spPr>
            <a:xfrm>
              <a:off x="377493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g2986"/>
            <p:cNvSpPr/>
            <p:nvPr/>
          </p:nvSpPr>
          <p:spPr>
            <a:xfrm>
              <a:off x="378657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g2987"/>
            <p:cNvSpPr/>
            <p:nvPr/>
          </p:nvSpPr>
          <p:spPr>
            <a:xfrm>
              <a:off x="435680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g2988"/>
            <p:cNvSpPr/>
            <p:nvPr/>
          </p:nvSpPr>
          <p:spPr>
            <a:xfrm>
              <a:off x="43684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g2989"/>
            <p:cNvSpPr/>
            <p:nvPr/>
          </p:nvSpPr>
          <p:spPr>
            <a:xfrm>
              <a:off x="438008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g2990"/>
            <p:cNvSpPr/>
            <p:nvPr/>
          </p:nvSpPr>
          <p:spPr>
            <a:xfrm>
              <a:off x="43917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g2991"/>
            <p:cNvSpPr/>
            <p:nvPr/>
          </p:nvSpPr>
          <p:spPr>
            <a:xfrm>
              <a:off x="44033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g2992"/>
            <p:cNvSpPr/>
            <p:nvPr/>
          </p:nvSpPr>
          <p:spPr>
            <a:xfrm>
              <a:off x="441499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g2993"/>
            <p:cNvSpPr/>
            <p:nvPr/>
          </p:nvSpPr>
          <p:spPr>
            <a:xfrm>
              <a:off x="44266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g2994"/>
            <p:cNvSpPr/>
            <p:nvPr/>
          </p:nvSpPr>
          <p:spPr>
            <a:xfrm>
              <a:off x="45895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g2995"/>
            <p:cNvSpPr/>
            <p:nvPr/>
          </p:nvSpPr>
          <p:spPr>
            <a:xfrm>
              <a:off x="46011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g2996"/>
            <p:cNvSpPr/>
            <p:nvPr/>
          </p:nvSpPr>
          <p:spPr>
            <a:xfrm>
              <a:off x="46128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g2997"/>
            <p:cNvSpPr/>
            <p:nvPr/>
          </p:nvSpPr>
          <p:spPr>
            <a:xfrm>
              <a:off x="46244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g2998"/>
            <p:cNvSpPr/>
            <p:nvPr/>
          </p:nvSpPr>
          <p:spPr>
            <a:xfrm>
              <a:off x="463610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g2999"/>
            <p:cNvSpPr/>
            <p:nvPr/>
          </p:nvSpPr>
          <p:spPr>
            <a:xfrm>
              <a:off x="309997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g3000"/>
            <p:cNvSpPr/>
            <p:nvPr/>
          </p:nvSpPr>
          <p:spPr>
            <a:xfrm>
              <a:off x="311161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g3001"/>
            <p:cNvSpPr/>
            <p:nvPr/>
          </p:nvSpPr>
          <p:spPr>
            <a:xfrm>
              <a:off x="312324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g3002"/>
            <p:cNvSpPr/>
            <p:nvPr/>
          </p:nvSpPr>
          <p:spPr>
            <a:xfrm>
              <a:off x="313488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g3003"/>
            <p:cNvSpPr/>
            <p:nvPr/>
          </p:nvSpPr>
          <p:spPr>
            <a:xfrm>
              <a:off x="314652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g3004"/>
            <p:cNvSpPr/>
            <p:nvPr/>
          </p:nvSpPr>
          <p:spPr>
            <a:xfrm>
              <a:off x="315816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g3005"/>
            <p:cNvSpPr/>
            <p:nvPr/>
          </p:nvSpPr>
          <p:spPr>
            <a:xfrm>
              <a:off x="316979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g3006"/>
            <p:cNvSpPr/>
            <p:nvPr/>
          </p:nvSpPr>
          <p:spPr>
            <a:xfrm>
              <a:off x="318143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g3007"/>
            <p:cNvSpPr/>
            <p:nvPr/>
          </p:nvSpPr>
          <p:spPr>
            <a:xfrm>
              <a:off x="350728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g3008"/>
            <p:cNvSpPr/>
            <p:nvPr/>
          </p:nvSpPr>
          <p:spPr>
            <a:xfrm>
              <a:off x="35189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g3009"/>
            <p:cNvSpPr/>
            <p:nvPr/>
          </p:nvSpPr>
          <p:spPr>
            <a:xfrm>
              <a:off x="35305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g3010"/>
            <p:cNvSpPr/>
            <p:nvPr/>
          </p:nvSpPr>
          <p:spPr>
            <a:xfrm>
              <a:off x="354219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g3011"/>
            <p:cNvSpPr/>
            <p:nvPr/>
          </p:nvSpPr>
          <p:spPr>
            <a:xfrm>
              <a:off x="35538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g3012"/>
            <p:cNvSpPr/>
            <p:nvPr/>
          </p:nvSpPr>
          <p:spPr>
            <a:xfrm>
              <a:off x="35654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g3013"/>
            <p:cNvSpPr/>
            <p:nvPr/>
          </p:nvSpPr>
          <p:spPr>
            <a:xfrm>
              <a:off x="357710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g3014"/>
            <p:cNvSpPr/>
            <p:nvPr/>
          </p:nvSpPr>
          <p:spPr>
            <a:xfrm>
              <a:off x="358874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g3015"/>
            <p:cNvSpPr/>
            <p:nvPr/>
          </p:nvSpPr>
          <p:spPr>
            <a:xfrm>
              <a:off x="360037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g3016"/>
            <p:cNvSpPr/>
            <p:nvPr/>
          </p:nvSpPr>
          <p:spPr>
            <a:xfrm>
              <a:off x="361201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g3017"/>
            <p:cNvSpPr/>
            <p:nvPr/>
          </p:nvSpPr>
          <p:spPr>
            <a:xfrm>
              <a:off x="362365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g3018"/>
            <p:cNvSpPr/>
            <p:nvPr/>
          </p:nvSpPr>
          <p:spPr>
            <a:xfrm>
              <a:off x="363529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g3019"/>
            <p:cNvSpPr/>
            <p:nvPr/>
          </p:nvSpPr>
          <p:spPr>
            <a:xfrm>
              <a:off x="364692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g3020"/>
            <p:cNvSpPr/>
            <p:nvPr/>
          </p:nvSpPr>
          <p:spPr>
            <a:xfrm>
              <a:off x="365856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g3021"/>
            <p:cNvSpPr/>
            <p:nvPr/>
          </p:nvSpPr>
          <p:spPr>
            <a:xfrm>
              <a:off x="367020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g3022"/>
            <p:cNvSpPr/>
            <p:nvPr/>
          </p:nvSpPr>
          <p:spPr>
            <a:xfrm>
              <a:off x="368184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g3023"/>
            <p:cNvSpPr/>
            <p:nvPr/>
          </p:nvSpPr>
          <p:spPr>
            <a:xfrm>
              <a:off x="369347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g3024"/>
            <p:cNvSpPr/>
            <p:nvPr/>
          </p:nvSpPr>
          <p:spPr>
            <a:xfrm>
              <a:off x="370511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g3025"/>
            <p:cNvSpPr/>
            <p:nvPr/>
          </p:nvSpPr>
          <p:spPr>
            <a:xfrm>
              <a:off x="37167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g3026"/>
            <p:cNvSpPr/>
            <p:nvPr/>
          </p:nvSpPr>
          <p:spPr>
            <a:xfrm>
              <a:off x="37283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g3027"/>
            <p:cNvSpPr/>
            <p:nvPr/>
          </p:nvSpPr>
          <p:spPr>
            <a:xfrm>
              <a:off x="37400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g3028"/>
            <p:cNvSpPr/>
            <p:nvPr/>
          </p:nvSpPr>
          <p:spPr>
            <a:xfrm>
              <a:off x="37516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g3029"/>
            <p:cNvSpPr/>
            <p:nvPr/>
          </p:nvSpPr>
          <p:spPr>
            <a:xfrm>
              <a:off x="376330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g3030"/>
            <p:cNvSpPr/>
            <p:nvPr/>
          </p:nvSpPr>
          <p:spPr>
            <a:xfrm>
              <a:off x="377493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g3031"/>
            <p:cNvSpPr/>
            <p:nvPr/>
          </p:nvSpPr>
          <p:spPr>
            <a:xfrm>
              <a:off x="378657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g3032"/>
            <p:cNvSpPr/>
            <p:nvPr/>
          </p:nvSpPr>
          <p:spPr>
            <a:xfrm>
              <a:off x="436844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g3033"/>
            <p:cNvSpPr/>
            <p:nvPr/>
          </p:nvSpPr>
          <p:spPr>
            <a:xfrm>
              <a:off x="438008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g3034"/>
            <p:cNvSpPr/>
            <p:nvPr/>
          </p:nvSpPr>
          <p:spPr>
            <a:xfrm>
              <a:off x="43917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g3035"/>
            <p:cNvSpPr/>
            <p:nvPr/>
          </p:nvSpPr>
          <p:spPr>
            <a:xfrm>
              <a:off x="44033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g3036"/>
            <p:cNvSpPr/>
            <p:nvPr/>
          </p:nvSpPr>
          <p:spPr>
            <a:xfrm>
              <a:off x="441499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g3037"/>
            <p:cNvSpPr/>
            <p:nvPr/>
          </p:nvSpPr>
          <p:spPr>
            <a:xfrm>
              <a:off x="44266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g3038"/>
            <p:cNvSpPr/>
            <p:nvPr/>
          </p:nvSpPr>
          <p:spPr>
            <a:xfrm>
              <a:off x="44382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g3039"/>
            <p:cNvSpPr/>
            <p:nvPr/>
          </p:nvSpPr>
          <p:spPr>
            <a:xfrm>
              <a:off x="45895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g3040"/>
            <p:cNvSpPr/>
            <p:nvPr/>
          </p:nvSpPr>
          <p:spPr>
            <a:xfrm>
              <a:off x="46011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g3041"/>
            <p:cNvSpPr/>
            <p:nvPr/>
          </p:nvSpPr>
          <p:spPr>
            <a:xfrm>
              <a:off x="46128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g3042"/>
            <p:cNvSpPr/>
            <p:nvPr/>
          </p:nvSpPr>
          <p:spPr>
            <a:xfrm>
              <a:off x="46244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g3043"/>
            <p:cNvSpPr/>
            <p:nvPr/>
          </p:nvSpPr>
          <p:spPr>
            <a:xfrm>
              <a:off x="463610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g3044"/>
            <p:cNvSpPr/>
            <p:nvPr/>
          </p:nvSpPr>
          <p:spPr>
            <a:xfrm>
              <a:off x="308833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g3045"/>
            <p:cNvSpPr/>
            <p:nvPr/>
          </p:nvSpPr>
          <p:spPr>
            <a:xfrm>
              <a:off x="309997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g3046"/>
            <p:cNvSpPr/>
            <p:nvPr/>
          </p:nvSpPr>
          <p:spPr>
            <a:xfrm>
              <a:off x="311161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g3047"/>
            <p:cNvSpPr/>
            <p:nvPr/>
          </p:nvSpPr>
          <p:spPr>
            <a:xfrm>
              <a:off x="312324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g3048"/>
            <p:cNvSpPr/>
            <p:nvPr/>
          </p:nvSpPr>
          <p:spPr>
            <a:xfrm>
              <a:off x="313488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g3049"/>
            <p:cNvSpPr/>
            <p:nvPr/>
          </p:nvSpPr>
          <p:spPr>
            <a:xfrm>
              <a:off x="314652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g3050"/>
            <p:cNvSpPr/>
            <p:nvPr/>
          </p:nvSpPr>
          <p:spPr>
            <a:xfrm>
              <a:off x="35189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g3051"/>
            <p:cNvSpPr/>
            <p:nvPr/>
          </p:nvSpPr>
          <p:spPr>
            <a:xfrm>
              <a:off x="35305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g3052"/>
            <p:cNvSpPr/>
            <p:nvPr/>
          </p:nvSpPr>
          <p:spPr>
            <a:xfrm>
              <a:off x="354219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g3053"/>
            <p:cNvSpPr/>
            <p:nvPr/>
          </p:nvSpPr>
          <p:spPr>
            <a:xfrm>
              <a:off x="35538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g3054"/>
            <p:cNvSpPr/>
            <p:nvPr/>
          </p:nvSpPr>
          <p:spPr>
            <a:xfrm>
              <a:off x="35654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g3055"/>
            <p:cNvSpPr/>
            <p:nvPr/>
          </p:nvSpPr>
          <p:spPr>
            <a:xfrm>
              <a:off x="357710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g3056"/>
            <p:cNvSpPr/>
            <p:nvPr/>
          </p:nvSpPr>
          <p:spPr>
            <a:xfrm>
              <a:off x="358874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g3057"/>
            <p:cNvSpPr/>
            <p:nvPr/>
          </p:nvSpPr>
          <p:spPr>
            <a:xfrm>
              <a:off x="360037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g3058"/>
            <p:cNvSpPr/>
            <p:nvPr/>
          </p:nvSpPr>
          <p:spPr>
            <a:xfrm>
              <a:off x="361201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g3059"/>
            <p:cNvSpPr/>
            <p:nvPr/>
          </p:nvSpPr>
          <p:spPr>
            <a:xfrm>
              <a:off x="362365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g3060"/>
            <p:cNvSpPr/>
            <p:nvPr/>
          </p:nvSpPr>
          <p:spPr>
            <a:xfrm>
              <a:off x="363529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g3061"/>
            <p:cNvSpPr/>
            <p:nvPr/>
          </p:nvSpPr>
          <p:spPr>
            <a:xfrm>
              <a:off x="364692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g3062"/>
            <p:cNvSpPr/>
            <p:nvPr/>
          </p:nvSpPr>
          <p:spPr>
            <a:xfrm>
              <a:off x="365856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g3063"/>
            <p:cNvSpPr/>
            <p:nvPr/>
          </p:nvSpPr>
          <p:spPr>
            <a:xfrm>
              <a:off x="367020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g3064"/>
            <p:cNvSpPr/>
            <p:nvPr/>
          </p:nvSpPr>
          <p:spPr>
            <a:xfrm>
              <a:off x="368184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g3065"/>
            <p:cNvSpPr/>
            <p:nvPr/>
          </p:nvSpPr>
          <p:spPr>
            <a:xfrm>
              <a:off x="369347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g3066"/>
            <p:cNvSpPr/>
            <p:nvPr/>
          </p:nvSpPr>
          <p:spPr>
            <a:xfrm>
              <a:off x="370511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g3067"/>
            <p:cNvSpPr/>
            <p:nvPr/>
          </p:nvSpPr>
          <p:spPr>
            <a:xfrm>
              <a:off x="371675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g3068"/>
            <p:cNvSpPr/>
            <p:nvPr/>
          </p:nvSpPr>
          <p:spPr>
            <a:xfrm>
              <a:off x="37283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g3069"/>
            <p:cNvSpPr/>
            <p:nvPr/>
          </p:nvSpPr>
          <p:spPr>
            <a:xfrm>
              <a:off x="37400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g3070"/>
            <p:cNvSpPr/>
            <p:nvPr/>
          </p:nvSpPr>
          <p:spPr>
            <a:xfrm>
              <a:off x="37516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g3071"/>
            <p:cNvSpPr/>
            <p:nvPr/>
          </p:nvSpPr>
          <p:spPr>
            <a:xfrm>
              <a:off x="376330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g3072"/>
            <p:cNvSpPr/>
            <p:nvPr/>
          </p:nvSpPr>
          <p:spPr>
            <a:xfrm>
              <a:off x="37749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g3073"/>
            <p:cNvSpPr/>
            <p:nvPr/>
          </p:nvSpPr>
          <p:spPr>
            <a:xfrm>
              <a:off x="378657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g3074"/>
            <p:cNvSpPr/>
            <p:nvPr/>
          </p:nvSpPr>
          <p:spPr>
            <a:xfrm>
              <a:off x="438008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g3075"/>
            <p:cNvSpPr/>
            <p:nvPr/>
          </p:nvSpPr>
          <p:spPr>
            <a:xfrm>
              <a:off x="43917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g3076"/>
            <p:cNvSpPr/>
            <p:nvPr/>
          </p:nvSpPr>
          <p:spPr>
            <a:xfrm>
              <a:off x="44033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g3077"/>
            <p:cNvSpPr/>
            <p:nvPr/>
          </p:nvSpPr>
          <p:spPr>
            <a:xfrm>
              <a:off x="441499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g3078"/>
            <p:cNvSpPr/>
            <p:nvPr/>
          </p:nvSpPr>
          <p:spPr>
            <a:xfrm>
              <a:off x="44266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g3079"/>
            <p:cNvSpPr/>
            <p:nvPr/>
          </p:nvSpPr>
          <p:spPr>
            <a:xfrm>
              <a:off x="44382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g3080"/>
            <p:cNvSpPr/>
            <p:nvPr/>
          </p:nvSpPr>
          <p:spPr>
            <a:xfrm>
              <a:off x="444990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g3081"/>
            <p:cNvSpPr/>
            <p:nvPr/>
          </p:nvSpPr>
          <p:spPr>
            <a:xfrm>
              <a:off x="46011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g3082"/>
            <p:cNvSpPr/>
            <p:nvPr/>
          </p:nvSpPr>
          <p:spPr>
            <a:xfrm>
              <a:off x="46128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g3083"/>
            <p:cNvSpPr/>
            <p:nvPr/>
          </p:nvSpPr>
          <p:spPr>
            <a:xfrm>
              <a:off x="46244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g3084"/>
            <p:cNvSpPr/>
            <p:nvPr/>
          </p:nvSpPr>
          <p:spPr>
            <a:xfrm>
              <a:off x="463610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g3085"/>
            <p:cNvSpPr/>
            <p:nvPr/>
          </p:nvSpPr>
          <p:spPr>
            <a:xfrm>
              <a:off x="46477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g3086"/>
            <p:cNvSpPr/>
            <p:nvPr/>
          </p:nvSpPr>
          <p:spPr>
            <a:xfrm>
              <a:off x="306506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g3087"/>
            <p:cNvSpPr/>
            <p:nvPr/>
          </p:nvSpPr>
          <p:spPr>
            <a:xfrm>
              <a:off x="307669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g3088"/>
            <p:cNvSpPr/>
            <p:nvPr/>
          </p:nvSpPr>
          <p:spPr>
            <a:xfrm>
              <a:off x="308833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g3089"/>
            <p:cNvSpPr/>
            <p:nvPr/>
          </p:nvSpPr>
          <p:spPr>
            <a:xfrm>
              <a:off x="309997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g3090"/>
            <p:cNvSpPr/>
            <p:nvPr/>
          </p:nvSpPr>
          <p:spPr>
            <a:xfrm>
              <a:off x="311161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g3091"/>
            <p:cNvSpPr/>
            <p:nvPr/>
          </p:nvSpPr>
          <p:spPr>
            <a:xfrm>
              <a:off x="312324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g3092"/>
            <p:cNvSpPr/>
            <p:nvPr/>
          </p:nvSpPr>
          <p:spPr>
            <a:xfrm>
              <a:off x="313488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g3093"/>
            <p:cNvSpPr/>
            <p:nvPr/>
          </p:nvSpPr>
          <p:spPr>
            <a:xfrm>
              <a:off x="354219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g3094"/>
            <p:cNvSpPr/>
            <p:nvPr/>
          </p:nvSpPr>
          <p:spPr>
            <a:xfrm>
              <a:off x="35538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g3095"/>
            <p:cNvSpPr/>
            <p:nvPr/>
          </p:nvSpPr>
          <p:spPr>
            <a:xfrm>
              <a:off x="35654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g3096"/>
            <p:cNvSpPr/>
            <p:nvPr/>
          </p:nvSpPr>
          <p:spPr>
            <a:xfrm>
              <a:off x="357710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g3097"/>
            <p:cNvSpPr/>
            <p:nvPr/>
          </p:nvSpPr>
          <p:spPr>
            <a:xfrm>
              <a:off x="35887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g3098"/>
            <p:cNvSpPr/>
            <p:nvPr/>
          </p:nvSpPr>
          <p:spPr>
            <a:xfrm>
              <a:off x="360037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g3099"/>
            <p:cNvSpPr/>
            <p:nvPr/>
          </p:nvSpPr>
          <p:spPr>
            <a:xfrm>
              <a:off x="361201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g3100"/>
            <p:cNvSpPr/>
            <p:nvPr/>
          </p:nvSpPr>
          <p:spPr>
            <a:xfrm>
              <a:off x="362365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g3101"/>
            <p:cNvSpPr/>
            <p:nvPr/>
          </p:nvSpPr>
          <p:spPr>
            <a:xfrm>
              <a:off x="363529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g3102"/>
            <p:cNvSpPr/>
            <p:nvPr/>
          </p:nvSpPr>
          <p:spPr>
            <a:xfrm>
              <a:off x="3646928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g3103"/>
            <p:cNvSpPr/>
            <p:nvPr/>
          </p:nvSpPr>
          <p:spPr>
            <a:xfrm>
              <a:off x="365856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g3104"/>
            <p:cNvSpPr/>
            <p:nvPr/>
          </p:nvSpPr>
          <p:spPr>
            <a:xfrm>
              <a:off x="367020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g3105"/>
            <p:cNvSpPr/>
            <p:nvPr/>
          </p:nvSpPr>
          <p:spPr>
            <a:xfrm>
              <a:off x="370511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g3106"/>
            <p:cNvSpPr/>
            <p:nvPr/>
          </p:nvSpPr>
          <p:spPr>
            <a:xfrm>
              <a:off x="371675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g3107"/>
            <p:cNvSpPr/>
            <p:nvPr/>
          </p:nvSpPr>
          <p:spPr>
            <a:xfrm>
              <a:off x="37283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g3108"/>
            <p:cNvSpPr/>
            <p:nvPr/>
          </p:nvSpPr>
          <p:spPr>
            <a:xfrm>
              <a:off x="37400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g3109"/>
            <p:cNvSpPr/>
            <p:nvPr/>
          </p:nvSpPr>
          <p:spPr>
            <a:xfrm>
              <a:off x="37516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g3110"/>
            <p:cNvSpPr/>
            <p:nvPr/>
          </p:nvSpPr>
          <p:spPr>
            <a:xfrm>
              <a:off x="376330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g3111"/>
            <p:cNvSpPr/>
            <p:nvPr/>
          </p:nvSpPr>
          <p:spPr>
            <a:xfrm>
              <a:off x="37749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g3112"/>
            <p:cNvSpPr/>
            <p:nvPr/>
          </p:nvSpPr>
          <p:spPr>
            <a:xfrm>
              <a:off x="37865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g3113"/>
            <p:cNvSpPr/>
            <p:nvPr/>
          </p:nvSpPr>
          <p:spPr>
            <a:xfrm>
              <a:off x="440335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g3114"/>
            <p:cNvSpPr/>
            <p:nvPr/>
          </p:nvSpPr>
          <p:spPr>
            <a:xfrm>
              <a:off x="441499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g3115"/>
            <p:cNvSpPr/>
            <p:nvPr/>
          </p:nvSpPr>
          <p:spPr>
            <a:xfrm>
              <a:off x="44266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g3116"/>
            <p:cNvSpPr/>
            <p:nvPr/>
          </p:nvSpPr>
          <p:spPr>
            <a:xfrm>
              <a:off x="44382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g3117"/>
            <p:cNvSpPr/>
            <p:nvPr/>
          </p:nvSpPr>
          <p:spPr>
            <a:xfrm>
              <a:off x="444990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g3118"/>
            <p:cNvSpPr/>
            <p:nvPr/>
          </p:nvSpPr>
          <p:spPr>
            <a:xfrm>
              <a:off x="44615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g3119"/>
            <p:cNvSpPr/>
            <p:nvPr/>
          </p:nvSpPr>
          <p:spPr>
            <a:xfrm>
              <a:off x="46011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g3120"/>
            <p:cNvSpPr/>
            <p:nvPr/>
          </p:nvSpPr>
          <p:spPr>
            <a:xfrm>
              <a:off x="46128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g3121"/>
            <p:cNvSpPr/>
            <p:nvPr/>
          </p:nvSpPr>
          <p:spPr>
            <a:xfrm>
              <a:off x="46244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g3122"/>
            <p:cNvSpPr/>
            <p:nvPr/>
          </p:nvSpPr>
          <p:spPr>
            <a:xfrm>
              <a:off x="463610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g3123"/>
            <p:cNvSpPr/>
            <p:nvPr/>
          </p:nvSpPr>
          <p:spPr>
            <a:xfrm>
              <a:off x="46477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g3124"/>
            <p:cNvSpPr/>
            <p:nvPr/>
          </p:nvSpPr>
          <p:spPr>
            <a:xfrm>
              <a:off x="46593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g3125"/>
            <p:cNvSpPr/>
            <p:nvPr/>
          </p:nvSpPr>
          <p:spPr>
            <a:xfrm>
              <a:off x="294868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g3126"/>
            <p:cNvSpPr/>
            <p:nvPr/>
          </p:nvSpPr>
          <p:spPr>
            <a:xfrm>
              <a:off x="296032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g3127"/>
            <p:cNvSpPr/>
            <p:nvPr/>
          </p:nvSpPr>
          <p:spPr>
            <a:xfrm>
              <a:off x="297196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g3128"/>
            <p:cNvSpPr/>
            <p:nvPr/>
          </p:nvSpPr>
          <p:spPr>
            <a:xfrm>
              <a:off x="29836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g3129"/>
            <p:cNvSpPr/>
            <p:nvPr/>
          </p:nvSpPr>
          <p:spPr>
            <a:xfrm>
              <a:off x="299523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g3130"/>
            <p:cNvSpPr/>
            <p:nvPr/>
          </p:nvSpPr>
          <p:spPr>
            <a:xfrm>
              <a:off x="300687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g3131"/>
            <p:cNvSpPr/>
            <p:nvPr/>
          </p:nvSpPr>
          <p:spPr>
            <a:xfrm>
              <a:off x="304178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g3132"/>
            <p:cNvSpPr/>
            <p:nvPr/>
          </p:nvSpPr>
          <p:spPr>
            <a:xfrm>
              <a:off x="305342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g3133"/>
            <p:cNvSpPr/>
            <p:nvPr/>
          </p:nvSpPr>
          <p:spPr>
            <a:xfrm>
              <a:off x="306506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g3134"/>
            <p:cNvSpPr/>
            <p:nvPr/>
          </p:nvSpPr>
          <p:spPr>
            <a:xfrm>
              <a:off x="307669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g3135"/>
            <p:cNvSpPr/>
            <p:nvPr/>
          </p:nvSpPr>
          <p:spPr>
            <a:xfrm>
              <a:off x="308833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g3136"/>
            <p:cNvSpPr/>
            <p:nvPr/>
          </p:nvSpPr>
          <p:spPr>
            <a:xfrm>
              <a:off x="309997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g3137"/>
            <p:cNvSpPr/>
            <p:nvPr/>
          </p:nvSpPr>
          <p:spPr>
            <a:xfrm>
              <a:off x="311161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g3138"/>
            <p:cNvSpPr/>
            <p:nvPr/>
          </p:nvSpPr>
          <p:spPr>
            <a:xfrm>
              <a:off x="312324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1AF">
                <a:alpha val="100000"/>
              </a:srgbClr>
            </a:solidFill>
            <a:ln w="5420" cap="flat">
              <a:solidFill>
                <a:srgbClr val="69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g3139"/>
            <p:cNvSpPr/>
            <p:nvPr/>
          </p:nvSpPr>
          <p:spPr>
            <a:xfrm>
              <a:off x="363529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g3140"/>
            <p:cNvSpPr/>
            <p:nvPr/>
          </p:nvSpPr>
          <p:spPr>
            <a:xfrm>
              <a:off x="364692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g3141"/>
            <p:cNvSpPr/>
            <p:nvPr/>
          </p:nvSpPr>
          <p:spPr>
            <a:xfrm>
              <a:off x="371675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g3142"/>
            <p:cNvSpPr/>
            <p:nvPr/>
          </p:nvSpPr>
          <p:spPr>
            <a:xfrm>
              <a:off x="372839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g3143"/>
            <p:cNvSpPr/>
            <p:nvPr/>
          </p:nvSpPr>
          <p:spPr>
            <a:xfrm>
              <a:off x="37400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g3144"/>
            <p:cNvSpPr/>
            <p:nvPr/>
          </p:nvSpPr>
          <p:spPr>
            <a:xfrm>
              <a:off x="37516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g3145"/>
            <p:cNvSpPr/>
            <p:nvPr/>
          </p:nvSpPr>
          <p:spPr>
            <a:xfrm>
              <a:off x="376330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g3146"/>
            <p:cNvSpPr/>
            <p:nvPr/>
          </p:nvSpPr>
          <p:spPr>
            <a:xfrm>
              <a:off x="37749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g3147"/>
            <p:cNvSpPr/>
            <p:nvPr/>
          </p:nvSpPr>
          <p:spPr>
            <a:xfrm>
              <a:off x="441499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g3148"/>
            <p:cNvSpPr/>
            <p:nvPr/>
          </p:nvSpPr>
          <p:spPr>
            <a:xfrm>
              <a:off x="442663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g3149"/>
            <p:cNvSpPr/>
            <p:nvPr/>
          </p:nvSpPr>
          <p:spPr>
            <a:xfrm>
              <a:off x="443826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g3150"/>
            <p:cNvSpPr/>
            <p:nvPr/>
          </p:nvSpPr>
          <p:spPr>
            <a:xfrm>
              <a:off x="444990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g3151"/>
            <p:cNvSpPr/>
            <p:nvPr/>
          </p:nvSpPr>
          <p:spPr>
            <a:xfrm>
              <a:off x="446154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g3152"/>
            <p:cNvSpPr/>
            <p:nvPr/>
          </p:nvSpPr>
          <p:spPr>
            <a:xfrm>
              <a:off x="46128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g3153"/>
            <p:cNvSpPr/>
            <p:nvPr/>
          </p:nvSpPr>
          <p:spPr>
            <a:xfrm>
              <a:off x="46244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g3154"/>
            <p:cNvSpPr/>
            <p:nvPr/>
          </p:nvSpPr>
          <p:spPr>
            <a:xfrm>
              <a:off x="46361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g3155"/>
            <p:cNvSpPr/>
            <p:nvPr/>
          </p:nvSpPr>
          <p:spPr>
            <a:xfrm>
              <a:off x="46477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g3156"/>
            <p:cNvSpPr/>
            <p:nvPr/>
          </p:nvSpPr>
          <p:spPr>
            <a:xfrm>
              <a:off x="465937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g3157"/>
            <p:cNvSpPr/>
            <p:nvPr/>
          </p:nvSpPr>
          <p:spPr>
            <a:xfrm>
              <a:off x="293705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g3158"/>
            <p:cNvSpPr/>
            <p:nvPr/>
          </p:nvSpPr>
          <p:spPr>
            <a:xfrm>
              <a:off x="294868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g3159"/>
            <p:cNvSpPr/>
            <p:nvPr/>
          </p:nvSpPr>
          <p:spPr>
            <a:xfrm>
              <a:off x="296032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g3160"/>
            <p:cNvSpPr/>
            <p:nvPr/>
          </p:nvSpPr>
          <p:spPr>
            <a:xfrm>
              <a:off x="297196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g3161"/>
            <p:cNvSpPr/>
            <p:nvPr/>
          </p:nvSpPr>
          <p:spPr>
            <a:xfrm>
              <a:off x="29836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g3162"/>
            <p:cNvSpPr/>
            <p:nvPr/>
          </p:nvSpPr>
          <p:spPr>
            <a:xfrm>
              <a:off x="299523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g3163"/>
            <p:cNvSpPr/>
            <p:nvPr/>
          </p:nvSpPr>
          <p:spPr>
            <a:xfrm>
              <a:off x="300687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g3164"/>
            <p:cNvSpPr/>
            <p:nvPr/>
          </p:nvSpPr>
          <p:spPr>
            <a:xfrm>
              <a:off x="30185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g3165"/>
            <p:cNvSpPr/>
            <p:nvPr/>
          </p:nvSpPr>
          <p:spPr>
            <a:xfrm>
              <a:off x="303015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g3166"/>
            <p:cNvSpPr/>
            <p:nvPr/>
          </p:nvSpPr>
          <p:spPr>
            <a:xfrm>
              <a:off x="304178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g3167"/>
            <p:cNvSpPr/>
            <p:nvPr/>
          </p:nvSpPr>
          <p:spPr>
            <a:xfrm>
              <a:off x="305342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g3168"/>
            <p:cNvSpPr/>
            <p:nvPr/>
          </p:nvSpPr>
          <p:spPr>
            <a:xfrm>
              <a:off x="306506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g3169"/>
            <p:cNvSpPr/>
            <p:nvPr/>
          </p:nvSpPr>
          <p:spPr>
            <a:xfrm>
              <a:off x="307669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g3170"/>
            <p:cNvSpPr/>
            <p:nvPr/>
          </p:nvSpPr>
          <p:spPr>
            <a:xfrm>
              <a:off x="308833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g3171"/>
            <p:cNvSpPr/>
            <p:nvPr/>
          </p:nvSpPr>
          <p:spPr>
            <a:xfrm>
              <a:off x="309997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g3172"/>
            <p:cNvSpPr/>
            <p:nvPr/>
          </p:nvSpPr>
          <p:spPr>
            <a:xfrm>
              <a:off x="311161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g3173"/>
            <p:cNvSpPr/>
            <p:nvPr/>
          </p:nvSpPr>
          <p:spPr>
            <a:xfrm>
              <a:off x="371675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g3174"/>
            <p:cNvSpPr/>
            <p:nvPr/>
          </p:nvSpPr>
          <p:spPr>
            <a:xfrm>
              <a:off x="372839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g3175"/>
            <p:cNvSpPr/>
            <p:nvPr/>
          </p:nvSpPr>
          <p:spPr>
            <a:xfrm>
              <a:off x="37400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g3176"/>
            <p:cNvSpPr/>
            <p:nvPr/>
          </p:nvSpPr>
          <p:spPr>
            <a:xfrm>
              <a:off x="37516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g3177"/>
            <p:cNvSpPr/>
            <p:nvPr/>
          </p:nvSpPr>
          <p:spPr>
            <a:xfrm>
              <a:off x="441499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g3178"/>
            <p:cNvSpPr/>
            <p:nvPr/>
          </p:nvSpPr>
          <p:spPr>
            <a:xfrm>
              <a:off x="442663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g3179"/>
            <p:cNvSpPr/>
            <p:nvPr/>
          </p:nvSpPr>
          <p:spPr>
            <a:xfrm>
              <a:off x="443826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g3180"/>
            <p:cNvSpPr/>
            <p:nvPr/>
          </p:nvSpPr>
          <p:spPr>
            <a:xfrm>
              <a:off x="444990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g3181"/>
            <p:cNvSpPr/>
            <p:nvPr/>
          </p:nvSpPr>
          <p:spPr>
            <a:xfrm>
              <a:off x="446154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g3182"/>
            <p:cNvSpPr/>
            <p:nvPr/>
          </p:nvSpPr>
          <p:spPr>
            <a:xfrm>
              <a:off x="46128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g3183"/>
            <p:cNvSpPr/>
            <p:nvPr/>
          </p:nvSpPr>
          <p:spPr>
            <a:xfrm>
              <a:off x="46244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g3184"/>
            <p:cNvSpPr/>
            <p:nvPr/>
          </p:nvSpPr>
          <p:spPr>
            <a:xfrm>
              <a:off x="46361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g3185"/>
            <p:cNvSpPr/>
            <p:nvPr/>
          </p:nvSpPr>
          <p:spPr>
            <a:xfrm>
              <a:off x="464773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g3186"/>
            <p:cNvSpPr/>
            <p:nvPr/>
          </p:nvSpPr>
          <p:spPr>
            <a:xfrm>
              <a:off x="465937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g3187"/>
            <p:cNvSpPr/>
            <p:nvPr/>
          </p:nvSpPr>
          <p:spPr>
            <a:xfrm>
              <a:off x="46710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g3188"/>
            <p:cNvSpPr/>
            <p:nvPr/>
          </p:nvSpPr>
          <p:spPr>
            <a:xfrm>
              <a:off x="29370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g3189"/>
            <p:cNvSpPr/>
            <p:nvPr/>
          </p:nvSpPr>
          <p:spPr>
            <a:xfrm>
              <a:off x="294868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g3190"/>
            <p:cNvSpPr/>
            <p:nvPr/>
          </p:nvSpPr>
          <p:spPr>
            <a:xfrm>
              <a:off x="296032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g3191"/>
            <p:cNvSpPr/>
            <p:nvPr/>
          </p:nvSpPr>
          <p:spPr>
            <a:xfrm>
              <a:off x="297196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g3192"/>
            <p:cNvSpPr/>
            <p:nvPr/>
          </p:nvSpPr>
          <p:spPr>
            <a:xfrm>
              <a:off x="29836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g3193"/>
            <p:cNvSpPr/>
            <p:nvPr/>
          </p:nvSpPr>
          <p:spPr>
            <a:xfrm>
              <a:off x="299523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g3194"/>
            <p:cNvSpPr/>
            <p:nvPr/>
          </p:nvSpPr>
          <p:spPr>
            <a:xfrm>
              <a:off x="300687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g3195"/>
            <p:cNvSpPr/>
            <p:nvPr/>
          </p:nvSpPr>
          <p:spPr>
            <a:xfrm>
              <a:off x="30185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g3196"/>
            <p:cNvSpPr/>
            <p:nvPr/>
          </p:nvSpPr>
          <p:spPr>
            <a:xfrm>
              <a:off x="303015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g3197"/>
            <p:cNvSpPr/>
            <p:nvPr/>
          </p:nvSpPr>
          <p:spPr>
            <a:xfrm>
              <a:off x="304178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g3198"/>
            <p:cNvSpPr/>
            <p:nvPr/>
          </p:nvSpPr>
          <p:spPr>
            <a:xfrm>
              <a:off x="305342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g3199"/>
            <p:cNvSpPr/>
            <p:nvPr/>
          </p:nvSpPr>
          <p:spPr>
            <a:xfrm>
              <a:off x="306506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g3200"/>
            <p:cNvSpPr/>
            <p:nvPr/>
          </p:nvSpPr>
          <p:spPr>
            <a:xfrm>
              <a:off x="307669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g3201"/>
            <p:cNvSpPr/>
            <p:nvPr/>
          </p:nvSpPr>
          <p:spPr>
            <a:xfrm>
              <a:off x="308833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g3202"/>
            <p:cNvSpPr/>
            <p:nvPr/>
          </p:nvSpPr>
          <p:spPr>
            <a:xfrm>
              <a:off x="309997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g3203"/>
            <p:cNvSpPr/>
            <p:nvPr/>
          </p:nvSpPr>
          <p:spPr>
            <a:xfrm>
              <a:off x="441499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g3204"/>
            <p:cNvSpPr/>
            <p:nvPr/>
          </p:nvSpPr>
          <p:spPr>
            <a:xfrm>
              <a:off x="442663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g3205"/>
            <p:cNvSpPr/>
            <p:nvPr/>
          </p:nvSpPr>
          <p:spPr>
            <a:xfrm>
              <a:off x="443826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g3206"/>
            <p:cNvSpPr/>
            <p:nvPr/>
          </p:nvSpPr>
          <p:spPr>
            <a:xfrm>
              <a:off x="444990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g3207"/>
            <p:cNvSpPr/>
            <p:nvPr/>
          </p:nvSpPr>
          <p:spPr>
            <a:xfrm>
              <a:off x="446154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g3208"/>
            <p:cNvSpPr/>
            <p:nvPr/>
          </p:nvSpPr>
          <p:spPr>
            <a:xfrm>
              <a:off x="461282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g3209"/>
            <p:cNvSpPr/>
            <p:nvPr/>
          </p:nvSpPr>
          <p:spPr>
            <a:xfrm>
              <a:off x="462446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g3210"/>
            <p:cNvSpPr/>
            <p:nvPr/>
          </p:nvSpPr>
          <p:spPr>
            <a:xfrm>
              <a:off x="46361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g3211"/>
            <p:cNvSpPr/>
            <p:nvPr/>
          </p:nvSpPr>
          <p:spPr>
            <a:xfrm>
              <a:off x="464773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g3212"/>
            <p:cNvSpPr/>
            <p:nvPr/>
          </p:nvSpPr>
          <p:spPr>
            <a:xfrm>
              <a:off x="465937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g3213"/>
            <p:cNvSpPr/>
            <p:nvPr/>
          </p:nvSpPr>
          <p:spPr>
            <a:xfrm>
              <a:off x="46710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g3214"/>
            <p:cNvSpPr/>
            <p:nvPr/>
          </p:nvSpPr>
          <p:spPr>
            <a:xfrm>
              <a:off x="46826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g3215"/>
            <p:cNvSpPr/>
            <p:nvPr/>
          </p:nvSpPr>
          <p:spPr>
            <a:xfrm>
              <a:off x="292541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g3216"/>
            <p:cNvSpPr/>
            <p:nvPr/>
          </p:nvSpPr>
          <p:spPr>
            <a:xfrm>
              <a:off x="29370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g3217"/>
            <p:cNvSpPr/>
            <p:nvPr/>
          </p:nvSpPr>
          <p:spPr>
            <a:xfrm>
              <a:off x="294868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g3218"/>
            <p:cNvSpPr/>
            <p:nvPr/>
          </p:nvSpPr>
          <p:spPr>
            <a:xfrm>
              <a:off x="296032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g3219"/>
            <p:cNvSpPr/>
            <p:nvPr/>
          </p:nvSpPr>
          <p:spPr>
            <a:xfrm>
              <a:off x="297196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g3220"/>
            <p:cNvSpPr/>
            <p:nvPr/>
          </p:nvSpPr>
          <p:spPr>
            <a:xfrm>
              <a:off x="29836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g3221"/>
            <p:cNvSpPr/>
            <p:nvPr/>
          </p:nvSpPr>
          <p:spPr>
            <a:xfrm>
              <a:off x="299523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g3222"/>
            <p:cNvSpPr/>
            <p:nvPr/>
          </p:nvSpPr>
          <p:spPr>
            <a:xfrm>
              <a:off x="300687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g3223"/>
            <p:cNvSpPr/>
            <p:nvPr/>
          </p:nvSpPr>
          <p:spPr>
            <a:xfrm>
              <a:off x="30185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g3224"/>
            <p:cNvSpPr/>
            <p:nvPr/>
          </p:nvSpPr>
          <p:spPr>
            <a:xfrm>
              <a:off x="303015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g3225"/>
            <p:cNvSpPr/>
            <p:nvPr/>
          </p:nvSpPr>
          <p:spPr>
            <a:xfrm>
              <a:off x="304178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g3226"/>
            <p:cNvSpPr/>
            <p:nvPr/>
          </p:nvSpPr>
          <p:spPr>
            <a:xfrm>
              <a:off x="305342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g3227"/>
            <p:cNvSpPr/>
            <p:nvPr/>
          </p:nvSpPr>
          <p:spPr>
            <a:xfrm>
              <a:off x="306506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g3228"/>
            <p:cNvSpPr/>
            <p:nvPr/>
          </p:nvSpPr>
          <p:spPr>
            <a:xfrm>
              <a:off x="307669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g3229"/>
            <p:cNvSpPr/>
            <p:nvPr/>
          </p:nvSpPr>
          <p:spPr>
            <a:xfrm>
              <a:off x="441499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g3230"/>
            <p:cNvSpPr/>
            <p:nvPr/>
          </p:nvSpPr>
          <p:spPr>
            <a:xfrm>
              <a:off x="442663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g3231"/>
            <p:cNvSpPr/>
            <p:nvPr/>
          </p:nvSpPr>
          <p:spPr>
            <a:xfrm>
              <a:off x="443826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g3232"/>
            <p:cNvSpPr/>
            <p:nvPr/>
          </p:nvSpPr>
          <p:spPr>
            <a:xfrm>
              <a:off x="444990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g3233"/>
            <p:cNvSpPr/>
            <p:nvPr/>
          </p:nvSpPr>
          <p:spPr>
            <a:xfrm>
              <a:off x="446154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g3234"/>
            <p:cNvSpPr/>
            <p:nvPr/>
          </p:nvSpPr>
          <p:spPr>
            <a:xfrm>
              <a:off x="461282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g3235"/>
            <p:cNvSpPr/>
            <p:nvPr/>
          </p:nvSpPr>
          <p:spPr>
            <a:xfrm>
              <a:off x="462446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g3236"/>
            <p:cNvSpPr/>
            <p:nvPr/>
          </p:nvSpPr>
          <p:spPr>
            <a:xfrm>
              <a:off x="46361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g3237"/>
            <p:cNvSpPr/>
            <p:nvPr/>
          </p:nvSpPr>
          <p:spPr>
            <a:xfrm>
              <a:off x="464773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g3238"/>
            <p:cNvSpPr/>
            <p:nvPr/>
          </p:nvSpPr>
          <p:spPr>
            <a:xfrm>
              <a:off x="465937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g3239"/>
            <p:cNvSpPr/>
            <p:nvPr/>
          </p:nvSpPr>
          <p:spPr>
            <a:xfrm>
              <a:off x="46710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g3240"/>
            <p:cNvSpPr/>
            <p:nvPr/>
          </p:nvSpPr>
          <p:spPr>
            <a:xfrm>
              <a:off x="46826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g3241"/>
            <p:cNvSpPr/>
            <p:nvPr/>
          </p:nvSpPr>
          <p:spPr>
            <a:xfrm>
              <a:off x="292541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g3242"/>
            <p:cNvSpPr/>
            <p:nvPr/>
          </p:nvSpPr>
          <p:spPr>
            <a:xfrm>
              <a:off x="29370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g3243"/>
            <p:cNvSpPr/>
            <p:nvPr/>
          </p:nvSpPr>
          <p:spPr>
            <a:xfrm>
              <a:off x="294868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g3244"/>
            <p:cNvSpPr/>
            <p:nvPr/>
          </p:nvSpPr>
          <p:spPr>
            <a:xfrm>
              <a:off x="296032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g3245"/>
            <p:cNvSpPr/>
            <p:nvPr/>
          </p:nvSpPr>
          <p:spPr>
            <a:xfrm>
              <a:off x="297196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g3246"/>
            <p:cNvSpPr/>
            <p:nvPr/>
          </p:nvSpPr>
          <p:spPr>
            <a:xfrm>
              <a:off x="29836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g3247"/>
            <p:cNvSpPr/>
            <p:nvPr/>
          </p:nvSpPr>
          <p:spPr>
            <a:xfrm>
              <a:off x="299523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g3248"/>
            <p:cNvSpPr/>
            <p:nvPr/>
          </p:nvSpPr>
          <p:spPr>
            <a:xfrm>
              <a:off x="300687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g3249"/>
            <p:cNvSpPr/>
            <p:nvPr/>
          </p:nvSpPr>
          <p:spPr>
            <a:xfrm>
              <a:off x="30185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g3250"/>
            <p:cNvSpPr/>
            <p:nvPr/>
          </p:nvSpPr>
          <p:spPr>
            <a:xfrm>
              <a:off x="303015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g3251"/>
            <p:cNvSpPr/>
            <p:nvPr/>
          </p:nvSpPr>
          <p:spPr>
            <a:xfrm>
              <a:off x="304178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g3252"/>
            <p:cNvSpPr/>
            <p:nvPr/>
          </p:nvSpPr>
          <p:spPr>
            <a:xfrm>
              <a:off x="305342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g3253"/>
            <p:cNvSpPr/>
            <p:nvPr/>
          </p:nvSpPr>
          <p:spPr>
            <a:xfrm>
              <a:off x="441499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g3254"/>
            <p:cNvSpPr/>
            <p:nvPr/>
          </p:nvSpPr>
          <p:spPr>
            <a:xfrm>
              <a:off x="442663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g3255"/>
            <p:cNvSpPr/>
            <p:nvPr/>
          </p:nvSpPr>
          <p:spPr>
            <a:xfrm>
              <a:off x="443826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g3256"/>
            <p:cNvSpPr/>
            <p:nvPr/>
          </p:nvSpPr>
          <p:spPr>
            <a:xfrm>
              <a:off x="444990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g3257"/>
            <p:cNvSpPr/>
            <p:nvPr/>
          </p:nvSpPr>
          <p:spPr>
            <a:xfrm>
              <a:off x="446154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g3258"/>
            <p:cNvSpPr/>
            <p:nvPr/>
          </p:nvSpPr>
          <p:spPr>
            <a:xfrm>
              <a:off x="462446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g3259"/>
            <p:cNvSpPr/>
            <p:nvPr/>
          </p:nvSpPr>
          <p:spPr>
            <a:xfrm>
              <a:off x="46361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g3260"/>
            <p:cNvSpPr/>
            <p:nvPr/>
          </p:nvSpPr>
          <p:spPr>
            <a:xfrm>
              <a:off x="464773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g3261"/>
            <p:cNvSpPr/>
            <p:nvPr/>
          </p:nvSpPr>
          <p:spPr>
            <a:xfrm>
              <a:off x="465937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g3262"/>
            <p:cNvSpPr/>
            <p:nvPr/>
          </p:nvSpPr>
          <p:spPr>
            <a:xfrm>
              <a:off x="46710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g3263"/>
            <p:cNvSpPr/>
            <p:nvPr/>
          </p:nvSpPr>
          <p:spPr>
            <a:xfrm>
              <a:off x="46826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g3264"/>
            <p:cNvSpPr/>
            <p:nvPr/>
          </p:nvSpPr>
          <p:spPr>
            <a:xfrm>
              <a:off x="289050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g3265"/>
            <p:cNvSpPr/>
            <p:nvPr/>
          </p:nvSpPr>
          <p:spPr>
            <a:xfrm>
              <a:off x="29021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g3266"/>
            <p:cNvSpPr/>
            <p:nvPr/>
          </p:nvSpPr>
          <p:spPr>
            <a:xfrm>
              <a:off x="291377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g3267"/>
            <p:cNvSpPr/>
            <p:nvPr/>
          </p:nvSpPr>
          <p:spPr>
            <a:xfrm>
              <a:off x="292541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g3268"/>
            <p:cNvSpPr/>
            <p:nvPr/>
          </p:nvSpPr>
          <p:spPr>
            <a:xfrm>
              <a:off x="29370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g3269"/>
            <p:cNvSpPr/>
            <p:nvPr/>
          </p:nvSpPr>
          <p:spPr>
            <a:xfrm>
              <a:off x="294868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g3270"/>
            <p:cNvSpPr/>
            <p:nvPr/>
          </p:nvSpPr>
          <p:spPr>
            <a:xfrm>
              <a:off x="296032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g3271"/>
            <p:cNvSpPr/>
            <p:nvPr/>
          </p:nvSpPr>
          <p:spPr>
            <a:xfrm>
              <a:off x="297196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g3272"/>
            <p:cNvSpPr/>
            <p:nvPr/>
          </p:nvSpPr>
          <p:spPr>
            <a:xfrm>
              <a:off x="29836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g3273"/>
            <p:cNvSpPr/>
            <p:nvPr/>
          </p:nvSpPr>
          <p:spPr>
            <a:xfrm>
              <a:off x="299523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g3274"/>
            <p:cNvSpPr/>
            <p:nvPr/>
          </p:nvSpPr>
          <p:spPr>
            <a:xfrm>
              <a:off x="3006875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g3275"/>
            <p:cNvSpPr/>
            <p:nvPr/>
          </p:nvSpPr>
          <p:spPr>
            <a:xfrm>
              <a:off x="30185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g3276"/>
            <p:cNvSpPr/>
            <p:nvPr/>
          </p:nvSpPr>
          <p:spPr>
            <a:xfrm>
              <a:off x="303015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g3277"/>
            <p:cNvSpPr/>
            <p:nvPr/>
          </p:nvSpPr>
          <p:spPr>
            <a:xfrm>
              <a:off x="441499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g3278"/>
            <p:cNvSpPr/>
            <p:nvPr/>
          </p:nvSpPr>
          <p:spPr>
            <a:xfrm>
              <a:off x="442663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g3279"/>
            <p:cNvSpPr/>
            <p:nvPr/>
          </p:nvSpPr>
          <p:spPr>
            <a:xfrm>
              <a:off x="443826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g3280"/>
            <p:cNvSpPr/>
            <p:nvPr/>
          </p:nvSpPr>
          <p:spPr>
            <a:xfrm>
              <a:off x="444990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g3281"/>
            <p:cNvSpPr/>
            <p:nvPr/>
          </p:nvSpPr>
          <p:spPr>
            <a:xfrm>
              <a:off x="446154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g3282"/>
            <p:cNvSpPr/>
            <p:nvPr/>
          </p:nvSpPr>
          <p:spPr>
            <a:xfrm>
              <a:off x="462446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g3283"/>
            <p:cNvSpPr/>
            <p:nvPr/>
          </p:nvSpPr>
          <p:spPr>
            <a:xfrm>
              <a:off x="46361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g3284"/>
            <p:cNvSpPr/>
            <p:nvPr/>
          </p:nvSpPr>
          <p:spPr>
            <a:xfrm>
              <a:off x="46477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g3285"/>
            <p:cNvSpPr/>
            <p:nvPr/>
          </p:nvSpPr>
          <p:spPr>
            <a:xfrm>
              <a:off x="465937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g3286"/>
            <p:cNvSpPr/>
            <p:nvPr/>
          </p:nvSpPr>
          <p:spPr>
            <a:xfrm>
              <a:off x="46710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g3287"/>
            <p:cNvSpPr/>
            <p:nvPr/>
          </p:nvSpPr>
          <p:spPr>
            <a:xfrm>
              <a:off x="46826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g3288"/>
            <p:cNvSpPr/>
            <p:nvPr/>
          </p:nvSpPr>
          <p:spPr>
            <a:xfrm>
              <a:off x="289050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g3289"/>
            <p:cNvSpPr/>
            <p:nvPr/>
          </p:nvSpPr>
          <p:spPr>
            <a:xfrm>
              <a:off x="29021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g3290"/>
            <p:cNvSpPr/>
            <p:nvPr/>
          </p:nvSpPr>
          <p:spPr>
            <a:xfrm>
              <a:off x="291377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g3291"/>
            <p:cNvSpPr/>
            <p:nvPr/>
          </p:nvSpPr>
          <p:spPr>
            <a:xfrm>
              <a:off x="292541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g3292"/>
            <p:cNvSpPr/>
            <p:nvPr/>
          </p:nvSpPr>
          <p:spPr>
            <a:xfrm>
              <a:off x="29370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g3293"/>
            <p:cNvSpPr/>
            <p:nvPr/>
          </p:nvSpPr>
          <p:spPr>
            <a:xfrm>
              <a:off x="294868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g3294"/>
            <p:cNvSpPr/>
            <p:nvPr/>
          </p:nvSpPr>
          <p:spPr>
            <a:xfrm>
              <a:off x="296032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g3295"/>
            <p:cNvSpPr/>
            <p:nvPr/>
          </p:nvSpPr>
          <p:spPr>
            <a:xfrm>
              <a:off x="297196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g3296"/>
            <p:cNvSpPr/>
            <p:nvPr/>
          </p:nvSpPr>
          <p:spPr>
            <a:xfrm>
              <a:off x="29836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g3297"/>
            <p:cNvSpPr/>
            <p:nvPr/>
          </p:nvSpPr>
          <p:spPr>
            <a:xfrm>
              <a:off x="4403355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g3298"/>
            <p:cNvSpPr/>
            <p:nvPr/>
          </p:nvSpPr>
          <p:spPr>
            <a:xfrm>
              <a:off x="441499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g3299"/>
            <p:cNvSpPr/>
            <p:nvPr/>
          </p:nvSpPr>
          <p:spPr>
            <a:xfrm>
              <a:off x="4426630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g3300"/>
            <p:cNvSpPr/>
            <p:nvPr/>
          </p:nvSpPr>
          <p:spPr>
            <a:xfrm>
              <a:off x="443826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g3301"/>
            <p:cNvSpPr/>
            <p:nvPr/>
          </p:nvSpPr>
          <p:spPr>
            <a:xfrm>
              <a:off x="444990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g3302"/>
            <p:cNvSpPr/>
            <p:nvPr/>
          </p:nvSpPr>
          <p:spPr>
            <a:xfrm>
              <a:off x="462446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g3303"/>
            <p:cNvSpPr/>
            <p:nvPr/>
          </p:nvSpPr>
          <p:spPr>
            <a:xfrm>
              <a:off x="46361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g3304"/>
            <p:cNvSpPr/>
            <p:nvPr/>
          </p:nvSpPr>
          <p:spPr>
            <a:xfrm>
              <a:off x="46477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g3305"/>
            <p:cNvSpPr/>
            <p:nvPr/>
          </p:nvSpPr>
          <p:spPr>
            <a:xfrm>
              <a:off x="465937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g3306"/>
            <p:cNvSpPr/>
            <p:nvPr/>
          </p:nvSpPr>
          <p:spPr>
            <a:xfrm>
              <a:off x="467101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g3307"/>
            <p:cNvSpPr/>
            <p:nvPr/>
          </p:nvSpPr>
          <p:spPr>
            <a:xfrm>
              <a:off x="46826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g3308"/>
            <p:cNvSpPr/>
            <p:nvPr/>
          </p:nvSpPr>
          <p:spPr>
            <a:xfrm>
              <a:off x="287886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g3309"/>
            <p:cNvSpPr/>
            <p:nvPr/>
          </p:nvSpPr>
          <p:spPr>
            <a:xfrm>
              <a:off x="289050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g3310"/>
            <p:cNvSpPr/>
            <p:nvPr/>
          </p:nvSpPr>
          <p:spPr>
            <a:xfrm>
              <a:off x="29021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g3311"/>
            <p:cNvSpPr/>
            <p:nvPr/>
          </p:nvSpPr>
          <p:spPr>
            <a:xfrm>
              <a:off x="291377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g3312"/>
            <p:cNvSpPr/>
            <p:nvPr/>
          </p:nvSpPr>
          <p:spPr>
            <a:xfrm>
              <a:off x="292541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g3313"/>
            <p:cNvSpPr/>
            <p:nvPr/>
          </p:nvSpPr>
          <p:spPr>
            <a:xfrm>
              <a:off x="29370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g3314"/>
            <p:cNvSpPr/>
            <p:nvPr/>
          </p:nvSpPr>
          <p:spPr>
            <a:xfrm>
              <a:off x="294868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g3315"/>
            <p:cNvSpPr/>
            <p:nvPr/>
          </p:nvSpPr>
          <p:spPr>
            <a:xfrm>
              <a:off x="296032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g3316"/>
            <p:cNvSpPr/>
            <p:nvPr/>
          </p:nvSpPr>
          <p:spPr>
            <a:xfrm>
              <a:off x="440335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g3317"/>
            <p:cNvSpPr/>
            <p:nvPr/>
          </p:nvSpPr>
          <p:spPr>
            <a:xfrm>
              <a:off x="441499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g3318"/>
            <p:cNvSpPr/>
            <p:nvPr/>
          </p:nvSpPr>
          <p:spPr>
            <a:xfrm>
              <a:off x="4426630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g3319"/>
            <p:cNvSpPr/>
            <p:nvPr/>
          </p:nvSpPr>
          <p:spPr>
            <a:xfrm>
              <a:off x="443826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g3320"/>
            <p:cNvSpPr/>
            <p:nvPr/>
          </p:nvSpPr>
          <p:spPr>
            <a:xfrm>
              <a:off x="444990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g3321"/>
            <p:cNvSpPr/>
            <p:nvPr/>
          </p:nvSpPr>
          <p:spPr>
            <a:xfrm>
              <a:off x="446154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g3322"/>
            <p:cNvSpPr/>
            <p:nvPr/>
          </p:nvSpPr>
          <p:spPr>
            <a:xfrm>
              <a:off x="447317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g3323"/>
            <p:cNvSpPr/>
            <p:nvPr/>
          </p:nvSpPr>
          <p:spPr>
            <a:xfrm>
              <a:off x="463610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g3324"/>
            <p:cNvSpPr/>
            <p:nvPr/>
          </p:nvSpPr>
          <p:spPr>
            <a:xfrm>
              <a:off x="46477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g3325"/>
            <p:cNvSpPr/>
            <p:nvPr/>
          </p:nvSpPr>
          <p:spPr>
            <a:xfrm>
              <a:off x="465937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g3326"/>
            <p:cNvSpPr/>
            <p:nvPr/>
          </p:nvSpPr>
          <p:spPr>
            <a:xfrm>
              <a:off x="4671013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g3327"/>
            <p:cNvSpPr/>
            <p:nvPr/>
          </p:nvSpPr>
          <p:spPr>
            <a:xfrm>
              <a:off x="46826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g3328"/>
            <p:cNvSpPr/>
            <p:nvPr/>
          </p:nvSpPr>
          <p:spPr>
            <a:xfrm>
              <a:off x="286722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g3329"/>
            <p:cNvSpPr/>
            <p:nvPr/>
          </p:nvSpPr>
          <p:spPr>
            <a:xfrm>
              <a:off x="287886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g3330"/>
            <p:cNvSpPr/>
            <p:nvPr/>
          </p:nvSpPr>
          <p:spPr>
            <a:xfrm>
              <a:off x="289050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g3331"/>
            <p:cNvSpPr/>
            <p:nvPr/>
          </p:nvSpPr>
          <p:spPr>
            <a:xfrm>
              <a:off x="29021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g3332"/>
            <p:cNvSpPr/>
            <p:nvPr/>
          </p:nvSpPr>
          <p:spPr>
            <a:xfrm>
              <a:off x="291377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g3333"/>
            <p:cNvSpPr/>
            <p:nvPr/>
          </p:nvSpPr>
          <p:spPr>
            <a:xfrm>
              <a:off x="292541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g3334"/>
            <p:cNvSpPr/>
            <p:nvPr/>
          </p:nvSpPr>
          <p:spPr>
            <a:xfrm>
              <a:off x="29370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g3335"/>
            <p:cNvSpPr/>
            <p:nvPr/>
          </p:nvSpPr>
          <p:spPr>
            <a:xfrm>
              <a:off x="294868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g3336"/>
            <p:cNvSpPr/>
            <p:nvPr/>
          </p:nvSpPr>
          <p:spPr>
            <a:xfrm>
              <a:off x="440335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g3337"/>
            <p:cNvSpPr/>
            <p:nvPr/>
          </p:nvSpPr>
          <p:spPr>
            <a:xfrm>
              <a:off x="441499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g3338"/>
            <p:cNvSpPr/>
            <p:nvPr/>
          </p:nvSpPr>
          <p:spPr>
            <a:xfrm>
              <a:off x="4426630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g3339"/>
            <p:cNvSpPr/>
            <p:nvPr/>
          </p:nvSpPr>
          <p:spPr>
            <a:xfrm>
              <a:off x="443826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g3340"/>
            <p:cNvSpPr/>
            <p:nvPr/>
          </p:nvSpPr>
          <p:spPr>
            <a:xfrm>
              <a:off x="444990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g3341"/>
            <p:cNvSpPr/>
            <p:nvPr/>
          </p:nvSpPr>
          <p:spPr>
            <a:xfrm>
              <a:off x="446154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g3342"/>
            <p:cNvSpPr/>
            <p:nvPr/>
          </p:nvSpPr>
          <p:spPr>
            <a:xfrm>
              <a:off x="447317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g3343"/>
            <p:cNvSpPr/>
            <p:nvPr/>
          </p:nvSpPr>
          <p:spPr>
            <a:xfrm>
              <a:off x="448481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g3344"/>
            <p:cNvSpPr/>
            <p:nvPr/>
          </p:nvSpPr>
          <p:spPr>
            <a:xfrm>
              <a:off x="463610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g3345"/>
            <p:cNvSpPr/>
            <p:nvPr/>
          </p:nvSpPr>
          <p:spPr>
            <a:xfrm>
              <a:off x="46477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g3346"/>
            <p:cNvSpPr/>
            <p:nvPr/>
          </p:nvSpPr>
          <p:spPr>
            <a:xfrm>
              <a:off x="465937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g3347"/>
            <p:cNvSpPr/>
            <p:nvPr/>
          </p:nvSpPr>
          <p:spPr>
            <a:xfrm>
              <a:off x="4671013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g3348"/>
            <p:cNvSpPr/>
            <p:nvPr/>
          </p:nvSpPr>
          <p:spPr>
            <a:xfrm>
              <a:off x="46826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g3349"/>
            <p:cNvSpPr/>
            <p:nvPr/>
          </p:nvSpPr>
          <p:spPr>
            <a:xfrm>
              <a:off x="4694288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g3350"/>
            <p:cNvSpPr/>
            <p:nvPr/>
          </p:nvSpPr>
          <p:spPr>
            <a:xfrm>
              <a:off x="285559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g3351"/>
            <p:cNvSpPr/>
            <p:nvPr/>
          </p:nvSpPr>
          <p:spPr>
            <a:xfrm>
              <a:off x="286722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g3352"/>
            <p:cNvSpPr/>
            <p:nvPr/>
          </p:nvSpPr>
          <p:spPr>
            <a:xfrm>
              <a:off x="287886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g3353"/>
            <p:cNvSpPr/>
            <p:nvPr/>
          </p:nvSpPr>
          <p:spPr>
            <a:xfrm>
              <a:off x="289050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g3354"/>
            <p:cNvSpPr/>
            <p:nvPr/>
          </p:nvSpPr>
          <p:spPr>
            <a:xfrm>
              <a:off x="29021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g3355"/>
            <p:cNvSpPr/>
            <p:nvPr/>
          </p:nvSpPr>
          <p:spPr>
            <a:xfrm>
              <a:off x="291377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g3356"/>
            <p:cNvSpPr/>
            <p:nvPr/>
          </p:nvSpPr>
          <p:spPr>
            <a:xfrm>
              <a:off x="292541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g3357"/>
            <p:cNvSpPr/>
            <p:nvPr/>
          </p:nvSpPr>
          <p:spPr>
            <a:xfrm>
              <a:off x="29370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g3358"/>
            <p:cNvSpPr/>
            <p:nvPr/>
          </p:nvSpPr>
          <p:spPr>
            <a:xfrm>
              <a:off x="440335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g3359"/>
            <p:cNvSpPr/>
            <p:nvPr/>
          </p:nvSpPr>
          <p:spPr>
            <a:xfrm>
              <a:off x="441499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g3360"/>
            <p:cNvSpPr/>
            <p:nvPr/>
          </p:nvSpPr>
          <p:spPr>
            <a:xfrm>
              <a:off x="442663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g3361"/>
            <p:cNvSpPr/>
            <p:nvPr/>
          </p:nvSpPr>
          <p:spPr>
            <a:xfrm>
              <a:off x="443826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g3362"/>
            <p:cNvSpPr/>
            <p:nvPr/>
          </p:nvSpPr>
          <p:spPr>
            <a:xfrm>
              <a:off x="444990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g3363"/>
            <p:cNvSpPr/>
            <p:nvPr/>
          </p:nvSpPr>
          <p:spPr>
            <a:xfrm>
              <a:off x="446154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g3364"/>
            <p:cNvSpPr/>
            <p:nvPr/>
          </p:nvSpPr>
          <p:spPr>
            <a:xfrm>
              <a:off x="447317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g3365"/>
            <p:cNvSpPr/>
            <p:nvPr/>
          </p:nvSpPr>
          <p:spPr>
            <a:xfrm>
              <a:off x="448481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g3366"/>
            <p:cNvSpPr/>
            <p:nvPr/>
          </p:nvSpPr>
          <p:spPr>
            <a:xfrm>
              <a:off x="46477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g3367"/>
            <p:cNvSpPr/>
            <p:nvPr/>
          </p:nvSpPr>
          <p:spPr>
            <a:xfrm>
              <a:off x="465937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g3368"/>
            <p:cNvSpPr/>
            <p:nvPr/>
          </p:nvSpPr>
          <p:spPr>
            <a:xfrm>
              <a:off x="4671013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g3369"/>
            <p:cNvSpPr/>
            <p:nvPr/>
          </p:nvSpPr>
          <p:spPr>
            <a:xfrm>
              <a:off x="46826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g3370"/>
            <p:cNvSpPr/>
            <p:nvPr/>
          </p:nvSpPr>
          <p:spPr>
            <a:xfrm>
              <a:off x="4694288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g3371"/>
            <p:cNvSpPr/>
            <p:nvPr/>
          </p:nvSpPr>
          <p:spPr>
            <a:xfrm>
              <a:off x="285559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g3372"/>
            <p:cNvSpPr/>
            <p:nvPr/>
          </p:nvSpPr>
          <p:spPr>
            <a:xfrm>
              <a:off x="286722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g3373"/>
            <p:cNvSpPr/>
            <p:nvPr/>
          </p:nvSpPr>
          <p:spPr>
            <a:xfrm>
              <a:off x="287886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g3374"/>
            <p:cNvSpPr/>
            <p:nvPr/>
          </p:nvSpPr>
          <p:spPr>
            <a:xfrm>
              <a:off x="289050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g3375"/>
            <p:cNvSpPr/>
            <p:nvPr/>
          </p:nvSpPr>
          <p:spPr>
            <a:xfrm>
              <a:off x="29021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g3376"/>
            <p:cNvSpPr/>
            <p:nvPr/>
          </p:nvSpPr>
          <p:spPr>
            <a:xfrm>
              <a:off x="291377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g3377"/>
            <p:cNvSpPr/>
            <p:nvPr/>
          </p:nvSpPr>
          <p:spPr>
            <a:xfrm>
              <a:off x="292541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g3378"/>
            <p:cNvSpPr/>
            <p:nvPr/>
          </p:nvSpPr>
          <p:spPr>
            <a:xfrm>
              <a:off x="440335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g3379"/>
            <p:cNvSpPr/>
            <p:nvPr/>
          </p:nvSpPr>
          <p:spPr>
            <a:xfrm>
              <a:off x="441499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g3380"/>
            <p:cNvSpPr/>
            <p:nvPr/>
          </p:nvSpPr>
          <p:spPr>
            <a:xfrm>
              <a:off x="442663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g3381"/>
            <p:cNvSpPr/>
            <p:nvPr/>
          </p:nvSpPr>
          <p:spPr>
            <a:xfrm>
              <a:off x="443826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g3382"/>
            <p:cNvSpPr/>
            <p:nvPr/>
          </p:nvSpPr>
          <p:spPr>
            <a:xfrm>
              <a:off x="444990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g3383"/>
            <p:cNvSpPr/>
            <p:nvPr/>
          </p:nvSpPr>
          <p:spPr>
            <a:xfrm>
              <a:off x="446154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g3384"/>
            <p:cNvSpPr/>
            <p:nvPr/>
          </p:nvSpPr>
          <p:spPr>
            <a:xfrm>
              <a:off x="447317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g3385"/>
            <p:cNvSpPr/>
            <p:nvPr/>
          </p:nvSpPr>
          <p:spPr>
            <a:xfrm>
              <a:off x="448481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g3386"/>
            <p:cNvSpPr/>
            <p:nvPr/>
          </p:nvSpPr>
          <p:spPr>
            <a:xfrm>
              <a:off x="46477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g3387"/>
            <p:cNvSpPr/>
            <p:nvPr/>
          </p:nvSpPr>
          <p:spPr>
            <a:xfrm>
              <a:off x="465937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g3388"/>
            <p:cNvSpPr/>
            <p:nvPr/>
          </p:nvSpPr>
          <p:spPr>
            <a:xfrm>
              <a:off x="4671013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g3389"/>
            <p:cNvSpPr/>
            <p:nvPr/>
          </p:nvSpPr>
          <p:spPr>
            <a:xfrm>
              <a:off x="4682651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g3390"/>
            <p:cNvSpPr/>
            <p:nvPr/>
          </p:nvSpPr>
          <p:spPr>
            <a:xfrm>
              <a:off x="4694288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g3391"/>
            <p:cNvSpPr/>
            <p:nvPr/>
          </p:nvSpPr>
          <p:spPr>
            <a:xfrm>
              <a:off x="283231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g3392"/>
            <p:cNvSpPr/>
            <p:nvPr/>
          </p:nvSpPr>
          <p:spPr>
            <a:xfrm>
              <a:off x="284395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g3393"/>
            <p:cNvSpPr/>
            <p:nvPr/>
          </p:nvSpPr>
          <p:spPr>
            <a:xfrm>
              <a:off x="286722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g3394"/>
            <p:cNvSpPr/>
            <p:nvPr/>
          </p:nvSpPr>
          <p:spPr>
            <a:xfrm>
              <a:off x="287886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g3395"/>
            <p:cNvSpPr/>
            <p:nvPr/>
          </p:nvSpPr>
          <p:spPr>
            <a:xfrm>
              <a:off x="289050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g3396"/>
            <p:cNvSpPr/>
            <p:nvPr/>
          </p:nvSpPr>
          <p:spPr>
            <a:xfrm>
              <a:off x="29021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g3397"/>
            <p:cNvSpPr/>
            <p:nvPr/>
          </p:nvSpPr>
          <p:spPr>
            <a:xfrm>
              <a:off x="291377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g3398"/>
            <p:cNvSpPr/>
            <p:nvPr/>
          </p:nvSpPr>
          <p:spPr>
            <a:xfrm>
              <a:off x="440335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g3399"/>
            <p:cNvSpPr/>
            <p:nvPr/>
          </p:nvSpPr>
          <p:spPr>
            <a:xfrm>
              <a:off x="441499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g3400"/>
            <p:cNvSpPr/>
            <p:nvPr/>
          </p:nvSpPr>
          <p:spPr>
            <a:xfrm>
              <a:off x="442663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g3401"/>
            <p:cNvSpPr/>
            <p:nvPr/>
          </p:nvSpPr>
          <p:spPr>
            <a:xfrm>
              <a:off x="443826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g3402"/>
            <p:cNvSpPr/>
            <p:nvPr/>
          </p:nvSpPr>
          <p:spPr>
            <a:xfrm>
              <a:off x="444990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g3403"/>
            <p:cNvSpPr/>
            <p:nvPr/>
          </p:nvSpPr>
          <p:spPr>
            <a:xfrm>
              <a:off x="446154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g3404"/>
            <p:cNvSpPr/>
            <p:nvPr/>
          </p:nvSpPr>
          <p:spPr>
            <a:xfrm>
              <a:off x="447317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g3405"/>
            <p:cNvSpPr/>
            <p:nvPr/>
          </p:nvSpPr>
          <p:spPr>
            <a:xfrm>
              <a:off x="448481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g3406"/>
            <p:cNvSpPr/>
            <p:nvPr/>
          </p:nvSpPr>
          <p:spPr>
            <a:xfrm>
              <a:off x="46477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g3407"/>
            <p:cNvSpPr/>
            <p:nvPr/>
          </p:nvSpPr>
          <p:spPr>
            <a:xfrm>
              <a:off x="465937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g3408"/>
            <p:cNvSpPr/>
            <p:nvPr/>
          </p:nvSpPr>
          <p:spPr>
            <a:xfrm>
              <a:off x="467101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g3409"/>
            <p:cNvSpPr/>
            <p:nvPr/>
          </p:nvSpPr>
          <p:spPr>
            <a:xfrm>
              <a:off x="4682651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g3410"/>
            <p:cNvSpPr/>
            <p:nvPr/>
          </p:nvSpPr>
          <p:spPr>
            <a:xfrm>
              <a:off x="4694288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g3411"/>
            <p:cNvSpPr/>
            <p:nvPr/>
          </p:nvSpPr>
          <p:spPr>
            <a:xfrm>
              <a:off x="282067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g3412"/>
            <p:cNvSpPr/>
            <p:nvPr/>
          </p:nvSpPr>
          <p:spPr>
            <a:xfrm>
              <a:off x="283231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g3413"/>
            <p:cNvSpPr/>
            <p:nvPr/>
          </p:nvSpPr>
          <p:spPr>
            <a:xfrm>
              <a:off x="284395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g3414"/>
            <p:cNvSpPr/>
            <p:nvPr/>
          </p:nvSpPr>
          <p:spPr>
            <a:xfrm>
              <a:off x="285559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g3415"/>
            <p:cNvSpPr/>
            <p:nvPr/>
          </p:nvSpPr>
          <p:spPr>
            <a:xfrm>
              <a:off x="286722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g3416"/>
            <p:cNvSpPr/>
            <p:nvPr/>
          </p:nvSpPr>
          <p:spPr>
            <a:xfrm>
              <a:off x="287886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g3417"/>
            <p:cNvSpPr/>
            <p:nvPr/>
          </p:nvSpPr>
          <p:spPr>
            <a:xfrm>
              <a:off x="289050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g3418"/>
            <p:cNvSpPr/>
            <p:nvPr/>
          </p:nvSpPr>
          <p:spPr>
            <a:xfrm>
              <a:off x="290213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g3419"/>
            <p:cNvSpPr/>
            <p:nvPr/>
          </p:nvSpPr>
          <p:spPr>
            <a:xfrm>
              <a:off x="291377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g3420"/>
            <p:cNvSpPr/>
            <p:nvPr/>
          </p:nvSpPr>
          <p:spPr>
            <a:xfrm>
              <a:off x="441499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g3421"/>
            <p:cNvSpPr/>
            <p:nvPr/>
          </p:nvSpPr>
          <p:spPr>
            <a:xfrm>
              <a:off x="442663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g3422"/>
            <p:cNvSpPr/>
            <p:nvPr/>
          </p:nvSpPr>
          <p:spPr>
            <a:xfrm>
              <a:off x="443826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g3423"/>
            <p:cNvSpPr/>
            <p:nvPr/>
          </p:nvSpPr>
          <p:spPr>
            <a:xfrm>
              <a:off x="444990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g3424"/>
            <p:cNvSpPr/>
            <p:nvPr/>
          </p:nvSpPr>
          <p:spPr>
            <a:xfrm>
              <a:off x="446154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g3425"/>
            <p:cNvSpPr/>
            <p:nvPr/>
          </p:nvSpPr>
          <p:spPr>
            <a:xfrm>
              <a:off x="447317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g3426"/>
            <p:cNvSpPr/>
            <p:nvPr/>
          </p:nvSpPr>
          <p:spPr>
            <a:xfrm>
              <a:off x="4659376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g3427"/>
            <p:cNvSpPr/>
            <p:nvPr/>
          </p:nvSpPr>
          <p:spPr>
            <a:xfrm>
              <a:off x="467101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g3428"/>
            <p:cNvSpPr/>
            <p:nvPr/>
          </p:nvSpPr>
          <p:spPr>
            <a:xfrm>
              <a:off x="4682651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g3429"/>
            <p:cNvSpPr/>
            <p:nvPr/>
          </p:nvSpPr>
          <p:spPr>
            <a:xfrm>
              <a:off x="469428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g3430"/>
            <p:cNvSpPr/>
            <p:nvPr/>
          </p:nvSpPr>
          <p:spPr>
            <a:xfrm>
              <a:off x="470592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g3431"/>
            <p:cNvSpPr/>
            <p:nvPr/>
          </p:nvSpPr>
          <p:spPr>
            <a:xfrm>
              <a:off x="282067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g3432"/>
            <p:cNvSpPr/>
            <p:nvPr/>
          </p:nvSpPr>
          <p:spPr>
            <a:xfrm>
              <a:off x="283231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g3433"/>
            <p:cNvSpPr/>
            <p:nvPr/>
          </p:nvSpPr>
          <p:spPr>
            <a:xfrm>
              <a:off x="284395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g3434"/>
            <p:cNvSpPr/>
            <p:nvPr/>
          </p:nvSpPr>
          <p:spPr>
            <a:xfrm>
              <a:off x="285559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g3435"/>
            <p:cNvSpPr/>
            <p:nvPr/>
          </p:nvSpPr>
          <p:spPr>
            <a:xfrm>
              <a:off x="286722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g3436"/>
            <p:cNvSpPr/>
            <p:nvPr/>
          </p:nvSpPr>
          <p:spPr>
            <a:xfrm>
              <a:off x="287886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g3437"/>
            <p:cNvSpPr/>
            <p:nvPr/>
          </p:nvSpPr>
          <p:spPr>
            <a:xfrm>
              <a:off x="289050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g3438"/>
            <p:cNvSpPr/>
            <p:nvPr/>
          </p:nvSpPr>
          <p:spPr>
            <a:xfrm>
              <a:off x="2902139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g3439"/>
            <p:cNvSpPr/>
            <p:nvPr/>
          </p:nvSpPr>
          <p:spPr>
            <a:xfrm>
              <a:off x="441499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g3440"/>
            <p:cNvSpPr/>
            <p:nvPr/>
          </p:nvSpPr>
          <p:spPr>
            <a:xfrm>
              <a:off x="442663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g3441"/>
            <p:cNvSpPr/>
            <p:nvPr/>
          </p:nvSpPr>
          <p:spPr>
            <a:xfrm>
              <a:off x="443826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g3442"/>
            <p:cNvSpPr/>
            <p:nvPr/>
          </p:nvSpPr>
          <p:spPr>
            <a:xfrm>
              <a:off x="4449904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g3443"/>
            <p:cNvSpPr/>
            <p:nvPr/>
          </p:nvSpPr>
          <p:spPr>
            <a:xfrm>
              <a:off x="446154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g3444"/>
            <p:cNvSpPr/>
            <p:nvPr/>
          </p:nvSpPr>
          <p:spPr>
            <a:xfrm>
              <a:off x="4659376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g3445"/>
            <p:cNvSpPr/>
            <p:nvPr/>
          </p:nvSpPr>
          <p:spPr>
            <a:xfrm>
              <a:off x="467101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g3446"/>
            <p:cNvSpPr/>
            <p:nvPr/>
          </p:nvSpPr>
          <p:spPr>
            <a:xfrm>
              <a:off x="4682651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g3447"/>
            <p:cNvSpPr/>
            <p:nvPr/>
          </p:nvSpPr>
          <p:spPr>
            <a:xfrm>
              <a:off x="469428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g3448"/>
            <p:cNvSpPr/>
            <p:nvPr/>
          </p:nvSpPr>
          <p:spPr>
            <a:xfrm>
              <a:off x="470592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g3449"/>
            <p:cNvSpPr/>
            <p:nvPr/>
          </p:nvSpPr>
          <p:spPr>
            <a:xfrm>
              <a:off x="282067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g3450"/>
            <p:cNvSpPr/>
            <p:nvPr/>
          </p:nvSpPr>
          <p:spPr>
            <a:xfrm>
              <a:off x="283231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g3451"/>
            <p:cNvSpPr/>
            <p:nvPr/>
          </p:nvSpPr>
          <p:spPr>
            <a:xfrm>
              <a:off x="284395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g3452"/>
            <p:cNvSpPr/>
            <p:nvPr/>
          </p:nvSpPr>
          <p:spPr>
            <a:xfrm>
              <a:off x="285559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g3453"/>
            <p:cNvSpPr/>
            <p:nvPr/>
          </p:nvSpPr>
          <p:spPr>
            <a:xfrm>
              <a:off x="286722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g3454"/>
            <p:cNvSpPr/>
            <p:nvPr/>
          </p:nvSpPr>
          <p:spPr>
            <a:xfrm>
              <a:off x="287886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g3455"/>
            <p:cNvSpPr/>
            <p:nvPr/>
          </p:nvSpPr>
          <p:spPr>
            <a:xfrm>
              <a:off x="289050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g3456"/>
            <p:cNvSpPr/>
            <p:nvPr/>
          </p:nvSpPr>
          <p:spPr>
            <a:xfrm>
              <a:off x="290213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g3457"/>
            <p:cNvSpPr/>
            <p:nvPr/>
          </p:nvSpPr>
          <p:spPr>
            <a:xfrm>
              <a:off x="441499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g3458"/>
            <p:cNvSpPr/>
            <p:nvPr/>
          </p:nvSpPr>
          <p:spPr>
            <a:xfrm>
              <a:off x="442663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g3459"/>
            <p:cNvSpPr/>
            <p:nvPr/>
          </p:nvSpPr>
          <p:spPr>
            <a:xfrm>
              <a:off x="443826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g3460"/>
            <p:cNvSpPr/>
            <p:nvPr/>
          </p:nvSpPr>
          <p:spPr>
            <a:xfrm>
              <a:off x="444990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g3461"/>
            <p:cNvSpPr/>
            <p:nvPr/>
          </p:nvSpPr>
          <p:spPr>
            <a:xfrm>
              <a:off x="446154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g3462"/>
            <p:cNvSpPr/>
            <p:nvPr/>
          </p:nvSpPr>
          <p:spPr>
            <a:xfrm>
              <a:off x="447317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g3463"/>
            <p:cNvSpPr/>
            <p:nvPr/>
          </p:nvSpPr>
          <p:spPr>
            <a:xfrm>
              <a:off x="467101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g3464"/>
            <p:cNvSpPr/>
            <p:nvPr/>
          </p:nvSpPr>
          <p:spPr>
            <a:xfrm>
              <a:off x="4682651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g3465"/>
            <p:cNvSpPr/>
            <p:nvPr/>
          </p:nvSpPr>
          <p:spPr>
            <a:xfrm>
              <a:off x="469428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g3466"/>
            <p:cNvSpPr/>
            <p:nvPr/>
          </p:nvSpPr>
          <p:spPr>
            <a:xfrm>
              <a:off x="470592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g3467"/>
            <p:cNvSpPr/>
            <p:nvPr/>
          </p:nvSpPr>
          <p:spPr>
            <a:xfrm>
              <a:off x="471756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g3468"/>
            <p:cNvSpPr/>
            <p:nvPr/>
          </p:nvSpPr>
          <p:spPr>
            <a:xfrm>
              <a:off x="283231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g3469"/>
            <p:cNvSpPr/>
            <p:nvPr/>
          </p:nvSpPr>
          <p:spPr>
            <a:xfrm>
              <a:off x="284395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g3470"/>
            <p:cNvSpPr/>
            <p:nvPr/>
          </p:nvSpPr>
          <p:spPr>
            <a:xfrm>
              <a:off x="285559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g3471"/>
            <p:cNvSpPr/>
            <p:nvPr/>
          </p:nvSpPr>
          <p:spPr>
            <a:xfrm>
              <a:off x="286722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g3472"/>
            <p:cNvSpPr/>
            <p:nvPr/>
          </p:nvSpPr>
          <p:spPr>
            <a:xfrm>
              <a:off x="287886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g3473"/>
            <p:cNvSpPr/>
            <p:nvPr/>
          </p:nvSpPr>
          <p:spPr>
            <a:xfrm>
              <a:off x="289050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g3474"/>
            <p:cNvSpPr/>
            <p:nvPr/>
          </p:nvSpPr>
          <p:spPr>
            <a:xfrm>
              <a:off x="442663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g3475"/>
            <p:cNvSpPr/>
            <p:nvPr/>
          </p:nvSpPr>
          <p:spPr>
            <a:xfrm>
              <a:off x="443826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g3476"/>
            <p:cNvSpPr/>
            <p:nvPr/>
          </p:nvSpPr>
          <p:spPr>
            <a:xfrm>
              <a:off x="4449904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g3477"/>
            <p:cNvSpPr/>
            <p:nvPr/>
          </p:nvSpPr>
          <p:spPr>
            <a:xfrm>
              <a:off x="446154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g3478"/>
            <p:cNvSpPr/>
            <p:nvPr/>
          </p:nvSpPr>
          <p:spPr>
            <a:xfrm>
              <a:off x="4473179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g3479"/>
            <p:cNvSpPr/>
            <p:nvPr/>
          </p:nvSpPr>
          <p:spPr>
            <a:xfrm>
              <a:off x="467101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g3480"/>
            <p:cNvSpPr/>
            <p:nvPr/>
          </p:nvSpPr>
          <p:spPr>
            <a:xfrm>
              <a:off x="4682651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g3481"/>
            <p:cNvSpPr/>
            <p:nvPr/>
          </p:nvSpPr>
          <p:spPr>
            <a:xfrm>
              <a:off x="469428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g3482"/>
            <p:cNvSpPr/>
            <p:nvPr/>
          </p:nvSpPr>
          <p:spPr>
            <a:xfrm>
              <a:off x="470592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g3483"/>
            <p:cNvSpPr/>
            <p:nvPr/>
          </p:nvSpPr>
          <p:spPr>
            <a:xfrm>
              <a:off x="471756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g3484"/>
            <p:cNvSpPr/>
            <p:nvPr/>
          </p:nvSpPr>
          <p:spPr>
            <a:xfrm>
              <a:off x="472920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g3485"/>
            <p:cNvSpPr/>
            <p:nvPr/>
          </p:nvSpPr>
          <p:spPr>
            <a:xfrm>
              <a:off x="283231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g3486"/>
            <p:cNvSpPr/>
            <p:nvPr/>
          </p:nvSpPr>
          <p:spPr>
            <a:xfrm>
              <a:off x="284395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g3487"/>
            <p:cNvSpPr/>
            <p:nvPr/>
          </p:nvSpPr>
          <p:spPr>
            <a:xfrm>
              <a:off x="285559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g3488"/>
            <p:cNvSpPr/>
            <p:nvPr/>
          </p:nvSpPr>
          <p:spPr>
            <a:xfrm>
              <a:off x="286722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g3489"/>
            <p:cNvSpPr/>
            <p:nvPr/>
          </p:nvSpPr>
          <p:spPr>
            <a:xfrm>
              <a:off x="287886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g3490"/>
            <p:cNvSpPr/>
            <p:nvPr/>
          </p:nvSpPr>
          <p:spPr>
            <a:xfrm>
              <a:off x="289050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g3491"/>
            <p:cNvSpPr/>
            <p:nvPr/>
          </p:nvSpPr>
          <p:spPr>
            <a:xfrm>
              <a:off x="443826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g3492"/>
            <p:cNvSpPr/>
            <p:nvPr/>
          </p:nvSpPr>
          <p:spPr>
            <a:xfrm>
              <a:off x="444990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g3493"/>
            <p:cNvSpPr/>
            <p:nvPr/>
          </p:nvSpPr>
          <p:spPr>
            <a:xfrm>
              <a:off x="446154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g3494"/>
            <p:cNvSpPr/>
            <p:nvPr/>
          </p:nvSpPr>
          <p:spPr>
            <a:xfrm>
              <a:off x="4473179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g3495"/>
            <p:cNvSpPr/>
            <p:nvPr/>
          </p:nvSpPr>
          <p:spPr>
            <a:xfrm>
              <a:off x="448481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g3496"/>
            <p:cNvSpPr/>
            <p:nvPr/>
          </p:nvSpPr>
          <p:spPr>
            <a:xfrm>
              <a:off x="449645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g3497"/>
            <p:cNvSpPr/>
            <p:nvPr/>
          </p:nvSpPr>
          <p:spPr>
            <a:xfrm>
              <a:off x="450809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g3498"/>
            <p:cNvSpPr/>
            <p:nvPr/>
          </p:nvSpPr>
          <p:spPr>
            <a:xfrm>
              <a:off x="451972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g3499"/>
            <p:cNvSpPr/>
            <p:nvPr/>
          </p:nvSpPr>
          <p:spPr>
            <a:xfrm>
              <a:off x="468265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g3500"/>
            <p:cNvSpPr/>
            <p:nvPr/>
          </p:nvSpPr>
          <p:spPr>
            <a:xfrm>
              <a:off x="469428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g3501"/>
            <p:cNvSpPr/>
            <p:nvPr/>
          </p:nvSpPr>
          <p:spPr>
            <a:xfrm>
              <a:off x="470592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g3502"/>
            <p:cNvSpPr/>
            <p:nvPr/>
          </p:nvSpPr>
          <p:spPr>
            <a:xfrm>
              <a:off x="471756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g3503"/>
            <p:cNvSpPr/>
            <p:nvPr/>
          </p:nvSpPr>
          <p:spPr>
            <a:xfrm>
              <a:off x="472920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g3504"/>
            <p:cNvSpPr/>
            <p:nvPr/>
          </p:nvSpPr>
          <p:spPr>
            <a:xfrm>
              <a:off x="284395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g3505"/>
            <p:cNvSpPr/>
            <p:nvPr/>
          </p:nvSpPr>
          <p:spPr>
            <a:xfrm>
              <a:off x="285559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g3506"/>
            <p:cNvSpPr/>
            <p:nvPr/>
          </p:nvSpPr>
          <p:spPr>
            <a:xfrm>
              <a:off x="286722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g3507"/>
            <p:cNvSpPr/>
            <p:nvPr/>
          </p:nvSpPr>
          <p:spPr>
            <a:xfrm>
              <a:off x="287886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g3508"/>
            <p:cNvSpPr/>
            <p:nvPr/>
          </p:nvSpPr>
          <p:spPr>
            <a:xfrm>
              <a:off x="289050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g3509"/>
            <p:cNvSpPr/>
            <p:nvPr/>
          </p:nvSpPr>
          <p:spPr>
            <a:xfrm>
              <a:off x="443826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g3510"/>
            <p:cNvSpPr/>
            <p:nvPr/>
          </p:nvSpPr>
          <p:spPr>
            <a:xfrm>
              <a:off x="444990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g3511"/>
            <p:cNvSpPr/>
            <p:nvPr/>
          </p:nvSpPr>
          <p:spPr>
            <a:xfrm>
              <a:off x="446154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g3512"/>
            <p:cNvSpPr/>
            <p:nvPr/>
          </p:nvSpPr>
          <p:spPr>
            <a:xfrm>
              <a:off x="4473179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g3513"/>
            <p:cNvSpPr/>
            <p:nvPr/>
          </p:nvSpPr>
          <p:spPr>
            <a:xfrm>
              <a:off x="448481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g3514"/>
            <p:cNvSpPr/>
            <p:nvPr/>
          </p:nvSpPr>
          <p:spPr>
            <a:xfrm>
              <a:off x="449645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g3515"/>
            <p:cNvSpPr/>
            <p:nvPr/>
          </p:nvSpPr>
          <p:spPr>
            <a:xfrm>
              <a:off x="450809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g3516"/>
            <p:cNvSpPr/>
            <p:nvPr/>
          </p:nvSpPr>
          <p:spPr>
            <a:xfrm>
              <a:off x="451972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g3517"/>
            <p:cNvSpPr/>
            <p:nvPr/>
          </p:nvSpPr>
          <p:spPr>
            <a:xfrm>
              <a:off x="453136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g3518"/>
            <p:cNvSpPr/>
            <p:nvPr/>
          </p:nvSpPr>
          <p:spPr>
            <a:xfrm>
              <a:off x="468265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g3519"/>
            <p:cNvSpPr/>
            <p:nvPr/>
          </p:nvSpPr>
          <p:spPr>
            <a:xfrm>
              <a:off x="469428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g3520"/>
            <p:cNvSpPr/>
            <p:nvPr/>
          </p:nvSpPr>
          <p:spPr>
            <a:xfrm>
              <a:off x="470592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g3521"/>
            <p:cNvSpPr/>
            <p:nvPr/>
          </p:nvSpPr>
          <p:spPr>
            <a:xfrm>
              <a:off x="471756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g3522"/>
            <p:cNvSpPr/>
            <p:nvPr/>
          </p:nvSpPr>
          <p:spPr>
            <a:xfrm>
              <a:off x="472920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g3523"/>
            <p:cNvSpPr/>
            <p:nvPr/>
          </p:nvSpPr>
          <p:spPr>
            <a:xfrm>
              <a:off x="284395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g3524"/>
            <p:cNvSpPr/>
            <p:nvPr/>
          </p:nvSpPr>
          <p:spPr>
            <a:xfrm>
              <a:off x="285559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g3525"/>
            <p:cNvSpPr/>
            <p:nvPr/>
          </p:nvSpPr>
          <p:spPr>
            <a:xfrm>
              <a:off x="286722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g3526"/>
            <p:cNvSpPr/>
            <p:nvPr/>
          </p:nvSpPr>
          <p:spPr>
            <a:xfrm>
              <a:off x="287886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g3527"/>
            <p:cNvSpPr/>
            <p:nvPr/>
          </p:nvSpPr>
          <p:spPr>
            <a:xfrm>
              <a:off x="289050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g3528"/>
            <p:cNvSpPr/>
            <p:nvPr/>
          </p:nvSpPr>
          <p:spPr>
            <a:xfrm>
              <a:off x="444990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g3529"/>
            <p:cNvSpPr/>
            <p:nvPr/>
          </p:nvSpPr>
          <p:spPr>
            <a:xfrm>
              <a:off x="446154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g3530"/>
            <p:cNvSpPr/>
            <p:nvPr/>
          </p:nvSpPr>
          <p:spPr>
            <a:xfrm>
              <a:off x="4473179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g3531"/>
            <p:cNvSpPr/>
            <p:nvPr/>
          </p:nvSpPr>
          <p:spPr>
            <a:xfrm>
              <a:off x="448481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g3532"/>
            <p:cNvSpPr/>
            <p:nvPr/>
          </p:nvSpPr>
          <p:spPr>
            <a:xfrm>
              <a:off x="449645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g3533"/>
            <p:cNvSpPr/>
            <p:nvPr/>
          </p:nvSpPr>
          <p:spPr>
            <a:xfrm>
              <a:off x="4508091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g3534"/>
            <p:cNvSpPr/>
            <p:nvPr/>
          </p:nvSpPr>
          <p:spPr>
            <a:xfrm>
              <a:off x="451972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g3535"/>
            <p:cNvSpPr/>
            <p:nvPr/>
          </p:nvSpPr>
          <p:spPr>
            <a:xfrm>
              <a:off x="453136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g3536"/>
            <p:cNvSpPr/>
            <p:nvPr/>
          </p:nvSpPr>
          <p:spPr>
            <a:xfrm>
              <a:off x="469428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g3537"/>
            <p:cNvSpPr/>
            <p:nvPr/>
          </p:nvSpPr>
          <p:spPr>
            <a:xfrm>
              <a:off x="470592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g3538"/>
            <p:cNvSpPr/>
            <p:nvPr/>
          </p:nvSpPr>
          <p:spPr>
            <a:xfrm>
              <a:off x="471756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g3539"/>
            <p:cNvSpPr/>
            <p:nvPr/>
          </p:nvSpPr>
          <p:spPr>
            <a:xfrm>
              <a:off x="472920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g3540"/>
            <p:cNvSpPr/>
            <p:nvPr/>
          </p:nvSpPr>
          <p:spPr>
            <a:xfrm>
              <a:off x="474083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g3541"/>
            <p:cNvSpPr/>
            <p:nvPr/>
          </p:nvSpPr>
          <p:spPr>
            <a:xfrm>
              <a:off x="284395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g3542"/>
            <p:cNvSpPr/>
            <p:nvPr/>
          </p:nvSpPr>
          <p:spPr>
            <a:xfrm>
              <a:off x="285559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g3543"/>
            <p:cNvSpPr/>
            <p:nvPr/>
          </p:nvSpPr>
          <p:spPr>
            <a:xfrm>
              <a:off x="286722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g3544"/>
            <p:cNvSpPr/>
            <p:nvPr/>
          </p:nvSpPr>
          <p:spPr>
            <a:xfrm>
              <a:off x="287886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g3545"/>
            <p:cNvSpPr/>
            <p:nvPr/>
          </p:nvSpPr>
          <p:spPr>
            <a:xfrm>
              <a:off x="289050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g3546"/>
            <p:cNvSpPr/>
            <p:nvPr/>
          </p:nvSpPr>
          <p:spPr>
            <a:xfrm>
              <a:off x="446154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g3547"/>
            <p:cNvSpPr/>
            <p:nvPr/>
          </p:nvSpPr>
          <p:spPr>
            <a:xfrm>
              <a:off x="4473179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g3548"/>
            <p:cNvSpPr/>
            <p:nvPr/>
          </p:nvSpPr>
          <p:spPr>
            <a:xfrm>
              <a:off x="448481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g3549"/>
            <p:cNvSpPr/>
            <p:nvPr/>
          </p:nvSpPr>
          <p:spPr>
            <a:xfrm>
              <a:off x="4496454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g3550"/>
            <p:cNvSpPr/>
            <p:nvPr/>
          </p:nvSpPr>
          <p:spPr>
            <a:xfrm>
              <a:off x="4508091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g3551"/>
            <p:cNvSpPr/>
            <p:nvPr/>
          </p:nvSpPr>
          <p:spPr>
            <a:xfrm>
              <a:off x="451972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g3552"/>
            <p:cNvSpPr/>
            <p:nvPr/>
          </p:nvSpPr>
          <p:spPr>
            <a:xfrm>
              <a:off x="453136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g3553"/>
            <p:cNvSpPr/>
            <p:nvPr/>
          </p:nvSpPr>
          <p:spPr>
            <a:xfrm>
              <a:off x="454300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g3554"/>
            <p:cNvSpPr/>
            <p:nvPr/>
          </p:nvSpPr>
          <p:spPr>
            <a:xfrm>
              <a:off x="469428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g3555"/>
            <p:cNvSpPr/>
            <p:nvPr/>
          </p:nvSpPr>
          <p:spPr>
            <a:xfrm>
              <a:off x="470592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g3556"/>
            <p:cNvSpPr/>
            <p:nvPr/>
          </p:nvSpPr>
          <p:spPr>
            <a:xfrm>
              <a:off x="471756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g3557"/>
            <p:cNvSpPr/>
            <p:nvPr/>
          </p:nvSpPr>
          <p:spPr>
            <a:xfrm>
              <a:off x="472920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g3558"/>
            <p:cNvSpPr/>
            <p:nvPr/>
          </p:nvSpPr>
          <p:spPr>
            <a:xfrm>
              <a:off x="474083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g3559"/>
            <p:cNvSpPr/>
            <p:nvPr/>
          </p:nvSpPr>
          <p:spPr>
            <a:xfrm>
              <a:off x="285559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g3560"/>
            <p:cNvSpPr/>
            <p:nvPr/>
          </p:nvSpPr>
          <p:spPr>
            <a:xfrm>
              <a:off x="286722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g3561"/>
            <p:cNvSpPr/>
            <p:nvPr/>
          </p:nvSpPr>
          <p:spPr>
            <a:xfrm>
              <a:off x="287886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g3562"/>
            <p:cNvSpPr/>
            <p:nvPr/>
          </p:nvSpPr>
          <p:spPr>
            <a:xfrm>
              <a:off x="2890502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g3563"/>
            <p:cNvSpPr/>
            <p:nvPr/>
          </p:nvSpPr>
          <p:spPr>
            <a:xfrm>
              <a:off x="4473179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g3564"/>
            <p:cNvSpPr/>
            <p:nvPr/>
          </p:nvSpPr>
          <p:spPr>
            <a:xfrm>
              <a:off x="448481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g3565"/>
            <p:cNvSpPr/>
            <p:nvPr/>
          </p:nvSpPr>
          <p:spPr>
            <a:xfrm>
              <a:off x="4496454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g3566"/>
            <p:cNvSpPr/>
            <p:nvPr/>
          </p:nvSpPr>
          <p:spPr>
            <a:xfrm>
              <a:off x="4508091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g3567"/>
            <p:cNvSpPr/>
            <p:nvPr/>
          </p:nvSpPr>
          <p:spPr>
            <a:xfrm>
              <a:off x="451972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g3568"/>
            <p:cNvSpPr/>
            <p:nvPr/>
          </p:nvSpPr>
          <p:spPr>
            <a:xfrm>
              <a:off x="453136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g3569"/>
            <p:cNvSpPr/>
            <p:nvPr/>
          </p:nvSpPr>
          <p:spPr>
            <a:xfrm>
              <a:off x="454300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g3570"/>
            <p:cNvSpPr/>
            <p:nvPr/>
          </p:nvSpPr>
          <p:spPr>
            <a:xfrm>
              <a:off x="455464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g3571"/>
            <p:cNvSpPr/>
            <p:nvPr/>
          </p:nvSpPr>
          <p:spPr>
            <a:xfrm>
              <a:off x="469428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g3572"/>
            <p:cNvSpPr/>
            <p:nvPr/>
          </p:nvSpPr>
          <p:spPr>
            <a:xfrm>
              <a:off x="470592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g3573"/>
            <p:cNvSpPr/>
            <p:nvPr/>
          </p:nvSpPr>
          <p:spPr>
            <a:xfrm>
              <a:off x="471756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g3574"/>
            <p:cNvSpPr/>
            <p:nvPr/>
          </p:nvSpPr>
          <p:spPr>
            <a:xfrm>
              <a:off x="472920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g3575"/>
            <p:cNvSpPr/>
            <p:nvPr/>
          </p:nvSpPr>
          <p:spPr>
            <a:xfrm>
              <a:off x="474083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g3576"/>
            <p:cNvSpPr/>
            <p:nvPr/>
          </p:nvSpPr>
          <p:spPr>
            <a:xfrm>
              <a:off x="285559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g3577"/>
            <p:cNvSpPr/>
            <p:nvPr/>
          </p:nvSpPr>
          <p:spPr>
            <a:xfrm>
              <a:off x="286722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g3578"/>
            <p:cNvSpPr/>
            <p:nvPr/>
          </p:nvSpPr>
          <p:spPr>
            <a:xfrm>
              <a:off x="287886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g3579"/>
            <p:cNvSpPr/>
            <p:nvPr/>
          </p:nvSpPr>
          <p:spPr>
            <a:xfrm>
              <a:off x="2890502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g3580"/>
            <p:cNvSpPr/>
            <p:nvPr/>
          </p:nvSpPr>
          <p:spPr>
            <a:xfrm>
              <a:off x="448481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g3581"/>
            <p:cNvSpPr/>
            <p:nvPr/>
          </p:nvSpPr>
          <p:spPr>
            <a:xfrm>
              <a:off x="4496454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g3582"/>
            <p:cNvSpPr/>
            <p:nvPr/>
          </p:nvSpPr>
          <p:spPr>
            <a:xfrm>
              <a:off x="4508091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g3583"/>
            <p:cNvSpPr/>
            <p:nvPr/>
          </p:nvSpPr>
          <p:spPr>
            <a:xfrm>
              <a:off x="451972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g3584"/>
            <p:cNvSpPr/>
            <p:nvPr/>
          </p:nvSpPr>
          <p:spPr>
            <a:xfrm>
              <a:off x="453136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g3585"/>
            <p:cNvSpPr/>
            <p:nvPr/>
          </p:nvSpPr>
          <p:spPr>
            <a:xfrm>
              <a:off x="454300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g3586"/>
            <p:cNvSpPr/>
            <p:nvPr/>
          </p:nvSpPr>
          <p:spPr>
            <a:xfrm>
              <a:off x="469428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g3587"/>
            <p:cNvSpPr/>
            <p:nvPr/>
          </p:nvSpPr>
          <p:spPr>
            <a:xfrm>
              <a:off x="470592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g3588"/>
            <p:cNvSpPr/>
            <p:nvPr/>
          </p:nvSpPr>
          <p:spPr>
            <a:xfrm>
              <a:off x="471756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g3589"/>
            <p:cNvSpPr/>
            <p:nvPr/>
          </p:nvSpPr>
          <p:spPr>
            <a:xfrm>
              <a:off x="472920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g3590"/>
            <p:cNvSpPr/>
            <p:nvPr/>
          </p:nvSpPr>
          <p:spPr>
            <a:xfrm>
              <a:off x="474083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g3591"/>
            <p:cNvSpPr/>
            <p:nvPr/>
          </p:nvSpPr>
          <p:spPr>
            <a:xfrm>
              <a:off x="285559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g3592"/>
            <p:cNvSpPr/>
            <p:nvPr/>
          </p:nvSpPr>
          <p:spPr>
            <a:xfrm>
              <a:off x="286722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g3593"/>
            <p:cNvSpPr/>
            <p:nvPr/>
          </p:nvSpPr>
          <p:spPr>
            <a:xfrm>
              <a:off x="287886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g3594"/>
            <p:cNvSpPr/>
            <p:nvPr/>
          </p:nvSpPr>
          <p:spPr>
            <a:xfrm>
              <a:off x="2890502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g3595"/>
            <p:cNvSpPr/>
            <p:nvPr/>
          </p:nvSpPr>
          <p:spPr>
            <a:xfrm>
              <a:off x="2902139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g3596"/>
            <p:cNvSpPr/>
            <p:nvPr/>
          </p:nvSpPr>
          <p:spPr>
            <a:xfrm>
              <a:off x="448481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g3597"/>
            <p:cNvSpPr/>
            <p:nvPr/>
          </p:nvSpPr>
          <p:spPr>
            <a:xfrm>
              <a:off x="4496454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g3598"/>
            <p:cNvSpPr/>
            <p:nvPr/>
          </p:nvSpPr>
          <p:spPr>
            <a:xfrm>
              <a:off x="4508091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g3599"/>
            <p:cNvSpPr/>
            <p:nvPr/>
          </p:nvSpPr>
          <p:spPr>
            <a:xfrm>
              <a:off x="451972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g3600"/>
            <p:cNvSpPr/>
            <p:nvPr/>
          </p:nvSpPr>
          <p:spPr>
            <a:xfrm>
              <a:off x="453136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g3601"/>
            <p:cNvSpPr/>
            <p:nvPr/>
          </p:nvSpPr>
          <p:spPr>
            <a:xfrm>
              <a:off x="454300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g3602"/>
            <p:cNvSpPr/>
            <p:nvPr/>
          </p:nvSpPr>
          <p:spPr>
            <a:xfrm>
              <a:off x="469428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g3603"/>
            <p:cNvSpPr/>
            <p:nvPr/>
          </p:nvSpPr>
          <p:spPr>
            <a:xfrm>
              <a:off x="470592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g3604"/>
            <p:cNvSpPr/>
            <p:nvPr/>
          </p:nvSpPr>
          <p:spPr>
            <a:xfrm>
              <a:off x="471756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g3605"/>
            <p:cNvSpPr/>
            <p:nvPr/>
          </p:nvSpPr>
          <p:spPr>
            <a:xfrm>
              <a:off x="472920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g3606"/>
            <p:cNvSpPr/>
            <p:nvPr/>
          </p:nvSpPr>
          <p:spPr>
            <a:xfrm>
              <a:off x="474083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g3607"/>
            <p:cNvSpPr/>
            <p:nvPr/>
          </p:nvSpPr>
          <p:spPr>
            <a:xfrm>
              <a:off x="285559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g3608"/>
            <p:cNvSpPr/>
            <p:nvPr/>
          </p:nvSpPr>
          <p:spPr>
            <a:xfrm>
              <a:off x="2867227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g3609"/>
            <p:cNvSpPr/>
            <p:nvPr/>
          </p:nvSpPr>
          <p:spPr>
            <a:xfrm>
              <a:off x="287886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g3610"/>
            <p:cNvSpPr/>
            <p:nvPr/>
          </p:nvSpPr>
          <p:spPr>
            <a:xfrm>
              <a:off x="2890502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g3611"/>
            <p:cNvSpPr/>
            <p:nvPr/>
          </p:nvSpPr>
          <p:spPr>
            <a:xfrm>
              <a:off x="2902139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g3612"/>
            <p:cNvSpPr/>
            <p:nvPr/>
          </p:nvSpPr>
          <p:spPr>
            <a:xfrm>
              <a:off x="4496454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g3613"/>
            <p:cNvSpPr/>
            <p:nvPr/>
          </p:nvSpPr>
          <p:spPr>
            <a:xfrm>
              <a:off x="4508091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g3614"/>
            <p:cNvSpPr/>
            <p:nvPr/>
          </p:nvSpPr>
          <p:spPr>
            <a:xfrm>
              <a:off x="451972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g3615"/>
            <p:cNvSpPr/>
            <p:nvPr/>
          </p:nvSpPr>
          <p:spPr>
            <a:xfrm>
              <a:off x="4531366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g3616"/>
            <p:cNvSpPr/>
            <p:nvPr/>
          </p:nvSpPr>
          <p:spPr>
            <a:xfrm>
              <a:off x="454300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g3617"/>
            <p:cNvSpPr/>
            <p:nvPr/>
          </p:nvSpPr>
          <p:spPr>
            <a:xfrm>
              <a:off x="469428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g3618"/>
            <p:cNvSpPr/>
            <p:nvPr/>
          </p:nvSpPr>
          <p:spPr>
            <a:xfrm>
              <a:off x="470592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g3619"/>
            <p:cNvSpPr/>
            <p:nvPr/>
          </p:nvSpPr>
          <p:spPr>
            <a:xfrm>
              <a:off x="471756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g3620"/>
            <p:cNvSpPr/>
            <p:nvPr/>
          </p:nvSpPr>
          <p:spPr>
            <a:xfrm>
              <a:off x="472920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g3621"/>
            <p:cNvSpPr/>
            <p:nvPr/>
          </p:nvSpPr>
          <p:spPr>
            <a:xfrm>
              <a:off x="286722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g3622"/>
            <p:cNvSpPr/>
            <p:nvPr/>
          </p:nvSpPr>
          <p:spPr>
            <a:xfrm>
              <a:off x="287886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g3623"/>
            <p:cNvSpPr/>
            <p:nvPr/>
          </p:nvSpPr>
          <p:spPr>
            <a:xfrm>
              <a:off x="2890502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g3624"/>
            <p:cNvSpPr/>
            <p:nvPr/>
          </p:nvSpPr>
          <p:spPr>
            <a:xfrm>
              <a:off x="2902139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g3625"/>
            <p:cNvSpPr/>
            <p:nvPr/>
          </p:nvSpPr>
          <p:spPr>
            <a:xfrm>
              <a:off x="291377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g3626"/>
            <p:cNvSpPr/>
            <p:nvPr/>
          </p:nvSpPr>
          <p:spPr>
            <a:xfrm>
              <a:off x="4508091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g3627"/>
            <p:cNvSpPr/>
            <p:nvPr/>
          </p:nvSpPr>
          <p:spPr>
            <a:xfrm>
              <a:off x="451972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g3628"/>
            <p:cNvSpPr/>
            <p:nvPr/>
          </p:nvSpPr>
          <p:spPr>
            <a:xfrm>
              <a:off x="4531366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g3629"/>
            <p:cNvSpPr/>
            <p:nvPr/>
          </p:nvSpPr>
          <p:spPr>
            <a:xfrm>
              <a:off x="454300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g3630"/>
            <p:cNvSpPr/>
            <p:nvPr/>
          </p:nvSpPr>
          <p:spPr>
            <a:xfrm>
              <a:off x="455464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g3631"/>
            <p:cNvSpPr/>
            <p:nvPr/>
          </p:nvSpPr>
          <p:spPr>
            <a:xfrm>
              <a:off x="469428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g3632"/>
            <p:cNvSpPr/>
            <p:nvPr/>
          </p:nvSpPr>
          <p:spPr>
            <a:xfrm>
              <a:off x="470592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g3633"/>
            <p:cNvSpPr/>
            <p:nvPr/>
          </p:nvSpPr>
          <p:spPr>
            <a:xfrm>
              <a:off x="471756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g3634"/>
            <p:cNvSpPr/>
            <p:nvPr/>
          </p:nvSpPr>
          <p:spPr>
            <a:xfrm>
              <a:off x="472920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g3635"/>
            <p:cNvSpPr/>
            <p:nvPr/>
          </p:nvSpPr>
          <p:spPr>
            <a:xfrm>
              <a:off x="286722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g3636"/>
            <p:cNvSpPr/>
            <p:nvPr/>
          </p:nvSpPr>
          <p:spPr>
            <a:xfrm>
              <a:off x="287886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g3637"/>
            <p:cNvSpPr/>
            <p:nvPr/>
          </p:nvSpPr>
          <p:spPr>
            <a:xfrm>
              <a:off x="2890502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g3638"/>
            <p:cNvSpPr/>
            <p:nvPr/>
          </p:nvSpPr>
          <p:spPr>
            <a:xfrm>
              <a:off x="2902139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g3639"/>
            <p:cNvSpPr/>
            <p:nvPr/>
          </p:nvSpPr>
          <p:spPr>
            <a:xfrm>
              <a:off x="291377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g3640"/>
            <p:cNvSpPr/>
            <p:nvPr/>
          </p:nvSpPr>
          <p:spPr>
            <a:xfrm>
              <a:off x="2925414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g3641"/>
            <p:cNvSpPr/>
            <p:nvPr/>
          </p:nvSpPr>
          <p:spPr>
            <a:xfrm>
              <a:off x="4508091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g3642"/>
            <p:cNvSpPr/>
            <p:nvPr/>
          </p:nvSpPr>
          <p:spPr>
            <a:xfrm>
              <a:off x="451972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g3643"/>
            <p:cNvSpPr/>
            <p:nvPr/>
          </p:nvSpPr>
          <p:spPr>
            <a:xfrm>
              <a:off x="4531366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g3644"/>
            <p:cNvSpPr/>
            <p:nvPr/>
          </p:nvSpPr>
          <p:spPr>
            <a:xfrm>
              <a:off x="454300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g3645"/>
            <p:cNvSpPr/>
            <p:nvPr/>
          </p:nvSpPr>
          <p:spPr>
            <a:xfrm>
              <a:off x="455464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g3646"/>
            <p:cNvSpPr/>
            <p:nvPr/>
          </p:nvSpPr>
          <p:spPr>
            <a:xfrm>
              <a:off x="469428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g3647"/>
            <p:cNvSpPr/>
            <p:nvPr/>
          </p:nvSpPr>
          <p:spPr>
            <a:xfrm>
              <a:off x="470592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g3648"/>
            <p:cNvSpPr/>
            <p:nvPr/>
          </p:nvSpPr>
          <p:spPr>
            <a:xfrm>
              <a:off x="471756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g3649"/>
            <p:cNvSpPr/>
            <p:nvPr/>
          </p:nvSpPr>
          <p:spPr>
            <a:xfrm>
              <a:off x="472920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g3650"/>
            <p:cNvSpPr/>
            <p:nvPr/>
          </p:nvSpPr>
          <p:spPr>
            <a:xfrm>
              <a:off x="287886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g3651"/>
            <p:cNvSpPr/>
            <p:nvPr/>
          </p:nvSpPr>
          <p:spPr>
            <a:xfrm>
              <a:off x="289050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g3652"/>
            <p:cNvSpPr/>
            <p:nvPr/>
          </p:nvSpPr>
          <p:spPr>
            <a:xfrm>
              <a:off x="2902139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g3653"/>
            <p:cNvSpPr/>
            <p:nvPr/>
          </p:nvSpPr>
          <p:spPr>
            <a:xfrm>
              <a:off x="2913777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g3654"/>
            <p:cNvSpPr/>
            <p:nvPr/>
          </p:nvSpPr>
          <p:spPr>
            <a:xfrm>
              <a:off x="2925414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g3655"/>
            <p:cNvSpPr/>
            <p:nvPr/>
          </p:nvSpPr>
          <p:spPr>
            <a:xfrm>
              <a:off x="4508091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g3656"/>
            <p:cNvSpPr/>
            <p:nvPr/>
          </p:nvSpPr>
          <p:spPr>
            <a:xfrm>
              <a:off x="451972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g3657"/>
            <p:cNvSpPr/>
            <p:nvPr/>
          </p:nvSpPr>
          <p:spPr>
            <a:xfrm>
              <a:off x="4531366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g3658"/>
            <p:cNvSpPr/>
            <p:nvPr/>
          </p:nvSpPr>
          <p:spPr>
            <a:xfrm>
              <a:off x="454300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g3659"/>
            <p:cNvSpPr/>
            <p:nvPr/>
          </p:nvSpPr>
          <p:spPr>
            <a:xfrm>
              <a:off x="455464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g3660"/>
            <p:cNvSpPr/>
            <p:nvPr/>
          </p:nvSpPr>
          <p:spPr>
            <a:xfrm>
              <a:off x="456627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g3661"/>
            <p:cNvSpPr/>
            <p:nvPr/>
          </p:nvSpPr>
          <p:spPr>
            <a:xfrm>
              <a:off x="457791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g3662"/>
            <p:cNvSpPr/>
            <p:nvPr/>
          </p:nvSpPr>
          <p:spPr>
            <a:xfrm>
              <a:off x="458955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g3663"/>
            <p:cNvSpPr/>
            <p:nvPr/>
          </p:nvSpPr>
          <p:spPr>
            <a:xfrm>
              <a:off x="469428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g3664"/>
            <p:cNvSpPr/>
            <p:nvPr/>
          </p:nvSpPr>
          <p:spPr>
            <a:xfrm>
              <a:off x="470592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g3665"/>
            <p:cNvSpPr/>
            <p:nvPr/>
          </p:nvSpPr>
          <p:spPr>
            <a:xfrm>
              <a:off x="471756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g3666"/>
            <p:cNvSpPr/>
            <p:nvPr/>
          </p:nvSpPr>
          <p:spPr>
            <a:xfrm>
              <a:off x="472920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g3667"/>
            <p:cNvSpPr/>
            <p:nvPr/>
          </p:nvSpPr>
          <p:spPr>
            <a:xfrm>
              <a:off x="289050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g3668"/>
            <p:cNvSpPr/>
            <p:nvPr/>
          </p:nvSpPr>
          <p:spPr>
            <a:xfrm>
              <a:off x="2902139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g3669"/>
            <p:cNvSpPr/>
            <p:nvPr/>
          </p:nvSpPr>
          <p:spPr>
            <a:xfrm>
              <a:off x="2913777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g3670"/>
            <p:cNvSpPr/>
            <p:nvPr/>
          </p:nvSpPr>
          <p:spPr>
            <a:xfrm>
              <a:off x="2925414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g3671"/>
            <p:cNvSpPr/>
            <p:nvPr/>
          </p:nvSpPr>
          <p:spPr>
            <a:xfrm>
              <a:off x="451972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g3672"/>
            <p:cNvSpPr/>
            <p:nvPr/>
          </p:nvSpPr>
          <p:spPr>
            <a:xfrm>
              <a:off x="4531366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g3673"/>
            <p:cNvSpPr/>
            <p:nvPr/>
          </p:nvSpPr>
          <p:spPr>
            <a:xfrm>
              <a:off x="454300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g3674"/>
            <p:cNvSpPr/>
            <p:nvPr/>
          </p:nvSpPr>
          <p:spPr>
            <a:xfrm>
              <a:off x="455464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g3675"/>
            <p:cNvSpPr/>
            <p:nvPr/>
          </p:nvSpPr>
          <p:spPr>
            <a:xfrm>
              <a:off x="456627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g3676"/>
            <p:cNvSpPr/>
            <p:nvPr/>
          </p:nvSpPr>
          <p:spPr>
            <a:xfrm>
              <a:off x="457791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g3677"/>
            <p:cNvSpPr/>
            <p:nvPr/>
          </p:nvSpPr>
          <p:spPr>
            <a:xfrm>
              <a:off x="458955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g3678"/>
            <p:cNvSpPr/>
            <p:nvPr/>
          </p:nvSpPr>
          <p:spPr>
            <a:xfrm>
              <a:off x="460119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g3679"/>
            <p:cNvSpPr/>
            <p:nvPr/>
          </p:nvSpPr>
          <p:spPr>
            <a:xfrm>
              <a:off x="4682651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g3680"/>
            <p:cNvSpPr/>
            <p:nvPr/>
          </p:nvSpPr>
          <p:spPr>
            <a:xfrm>
              <a:off x="469428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g3681"/>
            <p:cNvSpPr/>
            <p:nvPr/>
          </p:nvSpPr>
          <p:spPr>
            <a:xfrm>
              <a:off x="470592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g3682"/>
            <p:cNvSpPr/>
            <p:nvPr/>
          </p:nvSpPr>
          <p:spPr>
            <a:xfrm>
              <a:off x="471756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g3683"/>
            <p:cNvSpPr/>
            <p:nvPr/>
          </p:nvSpPr>
          <p:spPr>
            <a:xfrm>
              <a:off x="472920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g3684"/>
            <p:cNvSpPr/>
            <p:nvPr/>
          </p:nvSpPr>
          <p:spPr>
            <a:xfrm>
              <a:off x="289050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g3685"/>
            <p:cNvSpPr/>
            <p:nvPr/>
          </p:nvSpPr>
          <p:spPr>
            <a:xfrm>
              <a:off x="2902139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g3686"/>
            <p:cNvSpPr/>
            <p:nvPr/>
          </p:nvSpPr>
          <p:spPr>
            <a:xfrm>
              <a:off x="2913777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g3687"/>
            <p:cNvSpPr/>
            <p:nvPr/>
          </p:nvSpPr>
          <p:spPr>
            <a:xfrm>
              <a:off x="2925414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g3688"/>
            <p:cNvSpPr/>
            <p:nvPr/>
          </p:nvSpPr>
          <p:spPr>
            <a:xfrm>
              <a:off x="4531366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g3689"/>
            <p:cNvSpPr/>
            <p:nvPr/>
          </p:nvSpPr>
          <p:spPr>
            <a:xfrm>
              <a:off x="454300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g3690"/>
            <p:cNvSpPr/>
            <p:nvPr/>
          </p:nvSpPr>
          <p:spPr>
            <a:xfrm>
              <a:off x="455464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g3691"/>
            <p:cNvSpPr/>
            <p:nvPr/>
          </p:nvSpPr>
          <p:spPr>
            <a:xfrm>
              <a:off x="456627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g3692"/>
            <p:cNvSpPr/>
            <p:nvPr/>
          </p:nvSpPr>
          <p:spPr>
            <a:xfrm>
              <a:off x="457791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g3693"/>
            <p:cNvSpPr/>
            <p:nvPr/>
          </p:nvSpPr>
          <p:spPr>
            <a:xfrm>
              <a:off x="458955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g3694"/>
            <p:cNvSpPr/>
            <p:nvPr/>
          </p:nvSpPr>
          <p:spPr>
            <a:xfrm>
              <a:off x="460119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g3695"/>
            <p:cNvSpPr/>
            <p:nvPr/>
          </p:nvSpPr>
          <p:spPr>
            <a:xfrm>
              <a:off x="4682651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g3696"/>
            <p:cNvSpPr/>
            <p:nvPr/>
          </p:nvSpPr>
          <p:spPr>
            <a:xfrm>
              <a:off x="469428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g3697"/>
            <p:cNvSpPr/>
            <p:nvPr/>
          </p:nvSpPr>
          <p:spPr>
            <a:xfrm>
              <a:off x="470592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g3698"/>
            <p:cNvSpPr/>
            <p:nvPr/>
          </p:nvSpPr>
          <p:spPr>
            <a:xfrm>
              <a:off x="471756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g3699"/>
            <p:cNvSpPr/>
            <p:nvPr/>
          </p:nvSpPr>
          <p:spPr>
            <a:xfrm>
              <a:off x="472920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g3700"/>
            <p:cNvSpPr/>
            <p:nvPr/>
          </p:nvSpPr>
          <p:spPr>
            <a:xfrm>
              <a:off x="287886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g3701"/>
            <p:cNvSpPr/>
            <p:nvPr/>
          </p:nvSpPr>
          <p:spPr>
            <a:xfrm>
              <a:off x="289050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g3702"/>
            <p:cNvSpPr/>
            <p:nvPr/>
          </p:nvSpPr>
          <p:spPr>
            <a:xfrm>
              <a:off x="2902139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g3703"/>
            <p:cNvSpPr/>
            <p:nvPr/>
          </p:nvSpPr>
          <p:spPr>
            <a:xfrm>
              <a:off x="291377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g3704"/>
            <p:cNvSpPr/>
            <p:nvPr/>
          </p:nvSpPr>
          <p:spPr>
            <a:xfrm>
              <a:off x="2925414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g3705"/>
            <p:cNvSpPr/>
            <p:nvPr/>
          </p:nvSpPr>
          <p:spPr>
            <a:xfrm>
              <a:off x="454300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g3706"/>
            <p:cNvSpPr/>
            <p:nvPr/>
          </p:nvSpPr>
          <p:spPr>
            <a:xfrm>
              <a:off x="455464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g3707"/>
            <p:cNvSpPr/>
            <p:nvPr/>
          </p:nvSpPr>
          <p:spPr>
            <a:xfrm>
              <a:off x="456627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g3708"/>
            <p:cNvSpPr/>
            <p:nvPr/>
          </p:nvSpPr>
          <p:spPr>
            <a:xfrm>
              <a:off x="457791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g3709"/>
            <p:cNvSpPr/>
            <p:nvPr/>
          </p:nvSpPr>
          <p:spPr>
            <a:xfrm>
              <a:off x="458955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g3710"/>
            <p:cNvSpPr/>
            <p:nvPr/>
          </p:nvSpPr>
          <p:spPr>
            <a:xfrm>
              <a:off x="460119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g3711"/>
            <p:cNvSpPr/>
            <p:nvPr/>
          </p:nvSpPr>
          <p:spPr>
            <a:xfrm>
              <a:off x="461282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g3712"/>
            <p:cNvSpPr/>
            <p:nvPr/>
          </p:nvSpPr>
          <p:spPr>
            <a:xfrm>
              <a:off x="467101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g3713"/>
            <p:cNvSpPr/>
            <p:nvPr/>
          </p:nvSpPr>
          <p:spPr>
            <a:xfrm>
              <a:off x="4682651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g3714"/>
            <p:cNvSpPr/>
            <p:nvPr/>
          </p:nvSpPr>
          <p:spPr>
            <a:xfrm>
              <a:off x="469428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g3715"/>
            <p:cNvSpPr/>
            <p:nvPr/>
          </p:nvSpPr>
          <p:spPr>
            <a:xfrm>
              <a:off x="470592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g3716"/>
            <p:cNvSpPr/>
            <p:nvPr/>
          </p:nvSpPr>
          <p:spPr>
            <a:xfrm>
              <a:off x="471756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g3717"/>
            <p:cNvSpPr/>
            <p:nvPr/>
          </p:nvSpPr>
          <p:spPr>
            <a:xfrm>
              <a:off x="472920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g3718"/>
            <p:cNvSpPr/>
            <p:nvPr/>
          </p:nvSpPr>
          <p:spPr>
            <a:xfrm>
              <a:off x="287886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g3719"/>
            <p:cNvSpPr/>
            <p:nvPr/>
          </p:nvSpPr>
          <p:spPr>
            <a:xfrm>
              <a:off x="289050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g3720"/>
            <p:cNvSpPr/>
            <p:nvPr/>
          </p:nvSpPr>
          <p:spPr>
            <a:xfrm>
              <a:off x="2902139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g3721"/>
            <p:cNvSpPr/>
            <p:nvPr/>
          </p:nvSpPr>
          <p:spPr>
            <a:xfrm>
              <a:off x="291377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g3722"/>
            <p:cNvSpPr/>
            <p:nvPr/>
          </p:nvSpPr>
          <p:spPr>
            <a:xfrm>
              <a:off x="2925414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g3723"/>
            <p:cNvSpPr/>
            <p:nvPr/>
          </p:nvSpPr>
          <p:spPr>
            <a:xfrm>
              <a:off x="456627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g3724"/>
            <p:cNvSpPr/>
            <p:nvPr/>
          </p:nvSpPr>
          <p:spPr>
            <a:xfrm>
              <a:off x="457791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g3725"/>
            <p:cNvSpPr/>
            <p:nvPr/>
          </p:nvSpPr>
          <p:spPr>
            <a:xfrm>
              <a:off x="458955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g3726"/>
            <p:cNvSpPr/>
            <p:nvPr/>
          </p:nvSpPr>
          <p:spPr>
            <a:xfrm>
              <a:off x="460119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g3727"/>
            <p:cNvSpPr/>
            <p:nvPr/>
          </p:nvSpPr>
          <p:spPr>
            <a:xfrm>
              <a:off x="461282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g3728"/>
            <p:cNvSpPr/>
            <p:nvPr/>
          </p:nvSpPr>
          <p:spPr>
            <a:xfrm>
              <a:off x="467101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g3729"/>
            <p:cNvSpPr/>
            <p:nvPr/>
          </p:nvSpPr>
          <p:spPr>
            <a:xfrm>
              <a:off x="4682651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g3730"/>
            <p:cNvSpPr/>
            <p:nvPr/>
          </p:nvSpPr>
          <p:spPr>
            <a:xfrm>
              <a:off x="469428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g3731"/>
            <p:cNvSpPr/>
            <p:nvPr/>
          </p:nvSpPr>
          <p:spPr>
            <a:xfrm>
              <a:off x="470592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g3732"/>
            <p:cNvSpPr/>
            <p:nvPr/>
          </p:nvSpPr>
          <p:spPr>
            <a:xfrm>
              <a:off x="471756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g3733"/>
            <p:cNvSpPr/>
            <p:nvPr/>
          </p:nvSpPr>
          <p:spPr>
            <a:xfrm>
              <a:off x="28672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g3734"/>
            <p:cNvSpPr/>
            <p:nvPr/>
          </p:nvSpPr>
          <p:spPr>
            <a:xfrm>
              <a:off x="287886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g3735"/>
            <p:cNvSpPr/>
            <p:nvPr/>
          </p:nvSpPr>
          <p:spPr>
            <a:xfrm>
              <a:off x="289050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g3736"/>
            <p:cNvSpPr/>
            <p:nvPr/>
          </p:nvSpPr>
          <p:spPr>
            <a:xfrm>
              <a:off x="2902139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g3737"/>
            <p:cNvSpPr/>
            <p:nvPr/>
          </p:nvSpPr>
          <p:spPr>
            <a:xfrm>
              <a:off x="291377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g3738"/>
            <p:cNvSpPr/>
            <p:nvPr/>
          </p:nvSpPr>
          <p:spPr>
            <a:xfrm>
              <a:off x="457791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g3739"/>
            <p:cNvSpPr/>
            <p:nvPr/>
          </p:nvSpPr>
          <p:spPr>
            <a:xfrm>
              <a:off x="458955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g3740"/>
            <p:cNvSpPr/>
            <p:nvPr/>
          </p:nvSpPr>
          <p:spPr>
            <a:xfrm>
              <a:off x="460119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g3741"/>
            <p:cNvSpPr/>
            <p:nvPr/>
          </p:nvSpPr>
          <p:spPr>
            <a:xfrm>
              <a:off x="46128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g3742"/>
            <p:cNvSpPr/>
            <p:nvPr/>
          </p:nvSpPr>
          <p:spPr>
            <a:xfrm>
              <a:off x="4624464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g3743"/>
            <p:cNvSpPr/>
            <p:nvPr/>
          </p:nvSpPr>
          <p:spPr>
            <a:xfrm>
              <a:off x="463610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g3744"/>
            <p:cNvSpPr/>
            <p:nvPr/>
          </p:nvSpPr>
          <p:spPr>
            <a:xfrm>
              <a:off x="4659376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g3745"/>
            <p:cNvSpPr/>
            <p:nvPr/>
          </p:nvSpPr>
          <p:spPr>
            <a:xfrm>
              <a:off x="4671013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g3746"/>
            <p:cNvSpPr/>
            <p:nvPr/>
          </p:nvSpPr>
          <p:spPr>
            <a:xfrm>
              <a:off x="468265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g3747"/>
            <p:cNvSpPr/>
            <p:nvPr/>
          </p:nvSpPr>
          <p:spPr>
            <a:xfrm>
              <a:off x="4694288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g3748"/>
            <p:cNvSpPr/>
            <p:nvPr/>
          </p:nvSpPr>
          <p:spPr>
            <a:xfrm>
              <a:off x="470592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g3749"/>
            <p:cNvSpPr/>
            <p:nvPr/>
          </p:nvSpPr>
          <p:spPr>
            <a:xfrm>
              <a:off x="28555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g3750"/>
            <p:cNvSpPr/>
            <p:nvPr/>
          </p:nvSpPr>
          <p:spPr>
            <a:xfrm>
              <a:off x="28672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g3751"/>
            <p:cNvSpPr/>
            <p:nvPr/>
          </p:nvSpPr>
          <p:spPr>
            <a:xfrm>
              <a:off x="287886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g3752"/>
            <p:cNvSpPr/>
            <p:nvPr/>
          </p:nvSpPr>
          <p:spPr>
            <a:xfrm>
              <a:off x="289050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g3753"/>
            <p:cNvSpPr/>
            <p:nvPr/>
          </p:nvSpPr>
          <p:spPr>
            <a:xfrm>
              <a:off x="29021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g3754"/>
            <p:cNvSpPr/>
            <p:nvPr/>
          </p:nvSpPr>
          <p:spPr>
            <a:xfrm>
              <a:off x="291377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g3755"/>
            <p:cNvSpPr/>
            <p:nvPr/>
          </p:nvSpPr>
          <p:spPr>
            <a:xfrm>
              <a:off x="457791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g3756"/>
            <p:cNvSpPr/>
            <p:nvPr/>
          </p:nvSpPr>
          <p:spPr>
            <a:xfrm>
              <a:off x="458955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g3757"/>
            <p:cNvSpPr/>
            <p:nvPr/>
          </p:nvSpPr>
          <p:spPr>
            <a:xfrm>
              <a:off x="46011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g3758"/>
            <p:cNvSpPr/>
            <p:nvPr/>
          </p:nvSpPr>
          <p:spPr>
            <a:xfrm>
              <a:off x="46128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g3759"/>
            <p:cNvSpPr/>
            <p:nvPr/>
          </p:nvSpPr>
          <p:spPr>
            <a:xfrm>
              <a:off x="462446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g3760"/>
            <p:cNvSpPr/>
            <p:nvPr/>
          </p:nvSpPr>
          <p:spPr>
            <a:xfrm>
              <a:off x="463610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g3761"/>
            <p:cNvSpPr/>
            <p:nvPr/>
          </p:nvSpPr>
          <p:spPr>
            <a:xfrm>
              <a:off x="46477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g3762"/>
            <p:cNvSpPr/>
            <p:nvPr/>
          </p:nvSpPr>
          <p:spPr>
            <a:xfrm>
              <a:off x="4659376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g3763"/>
            <p:cNvSpPr/>
            <p:nvPr/>
          </p:nvSpPr>
          <p:spPr>
            <a:xfrm>
              <a:off x="4671013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g3764"/>
            <p:cNvSpPr/>
            <p:nvPr/>
          </p:nvSpPr>
          <p:spPr>
            <a:xfrm>
              <a:off x="468265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g3765"/>
            <p:cNvSpPr/>
            <p:nvPr/>
          </p:nvSpPr>
          <p:spPr>
            <a:xfrm>
              <a:off x="4694288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g3766"/>
            <p:cNvSpPr/>
            <p:nvPr/>
          </p:nvSpPr>
          <p:spPr>
            <a:xfrm>
              <a:off x="470592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g3767"/>
            <p:cNvSpPr/>
            <p:nvPr/>
          </p:nvSpPr>
          <p:spPr>
            <a:xfrm>
              <a:off x="28555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g3768"/>
            <p:cNvSpPr/>
            <p:nvPr/>
          </p:nvSpPr>
          <p:spPr>
            <a:xfrm>
              <a:off x="28672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g3769"/>
            <p:cNvSpPr/>
            <p:nvPr/>
          </p:nvSpPr>
          <p:spPr>
            <a:xfrm>
              <a:off x="287886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g3770"/>
            <p:cNvSpPr/>
            <p:nvPr/>
          </p:nvSpPr>
          <p:spPr>
            <a:xfrm>
              <a:off x="289050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g3771"/>
            <p:cNvSpPr/>
            <p:nvPr/>
          </p:nvSpPr>
          <p:spPr>
            <a:xfrm>
              <a:off x="29021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g3772"/>
            <p:cNvSpPr/>
            <p:nvPr/>
          </p:nvSpPr>
          <p:spPr>
            <a:xfrm>
              <a:off x="457791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g3773"/>
            <p:cNvSpPr/>
            <p:nvPr/>
          </p:nvSpPr>
          <p:spPr>
            <a:xfrm>
              <a:off x="458955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g3774"/>
            <p:cNvSpPr/>
            <p:nvPr/>
          </p:nvSpPr>
          <p:spPr>
            <a:xfrm>
              <a:off x="46011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g3775"/>
            <p:cNvSpPr/>
            <p:nvPr/>
          </p:nvSpPr>
          <p:spPr>
            <a:xfrm>
              <a:off x="46128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g3776"/>
            <p:cNvSpPr/>
            <p:nvPr/>
          </p:nvSpPr>
          <p:spPr>
            <a:xfrm>
              <a:off x="462446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g3777"/>
            <p:cNvSpPr/>
            <p:nvPr/>
          </p:nvSpPr>
          <p:spPr>
            <a:xfrm>
              <a:off x="463610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g3778"/>
            <p:cNvSpPr/>
            <p:nvPr/>
          </p:nvSpPr>
          <p:spPr>
            <a:xfrm>
              <a:off x="46477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g3779"/>
            <p:cNvSpPr/>
            <p:nvPr/>
          </p:nvSpPr>
          <p:spPr>
            <a:xfrm>
              <a:off x="4659376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g3780"/>
            <p:cNvSpPr/>
            <p:nvPr/>
          </p:nvSpPr>
          <p:spPr>
            <a:xfrm>
              <a:off x="4671013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g3781"/>
            <p:cNvSpPr/>
            <p:nvPr/>
          </p:nvSpPr>
          <p:spPr>
            <a:xfrm>
              <a:off x="468265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g3782"/>
            <p:cNvSpPr/>
            <p:nvPr/>
          </p:nvSpPr>
          <p:spPr>
            <a:xfrm>
              <a:off x="4694288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g3783"/>
            <p:cNvSpPr/>
            <p:nvPr/>
          </p:nvSpPr>
          <p:spPr>
            <a:xfrm>
              <a:off x="470592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g3784"/>
            <p:cNvSpPr/>
            <p:nvPr/>
          </p:nvSpPr>
          <p:spPr>
            <a:xfrm>
              <a:off x="28555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g3785"/>
            <p:cNvSpPr/>
            <p:nvPr/>
          </p:nvSpPr>
          <p:spPr>
            <a:xfrm>
              <a:off x="28672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g3786"/>
            <p:cNvSpPr/>
            <p:nvPr/>
          </p:nvSpPr>
          <p:spPr>
            <a:xfrm>
              <a:off x="287886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g3787"/>
            <p:cNvSpPr/>
            <p:nvPr/>
          </p:nvSpPr>
          <p:spPr>
            <a:xfrm>
              <a:off x="289050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g3788"/>
            <p:cNvSpPr/>
            <p:nvPr/>
          </p:nvSpPr>
          <p:spPr>
            <a:xfrm>
              <a:off x="29021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g3789"/>
            <p:cNvSpPr/>
            <p:nvPr/>
          </p:nvSpPr>
          <p:spPr>
            <a:xfrm>
              <a:off x="457791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g3790"/>
            <p:cNvSpPr/>
            <p:nvPr/>
          </p:nvSpPr>
          <p:spPr>
            <a:xfrm>
              <a:off x="458955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g3791"/>
            <p:cNvSpPr/>
            <p:nvPr/>
          </p:nvSpPr>
          <p:spPr>
            <a:xfrm>
              <a:off x="46011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g3792"/>
            <p:cNvSpPr/>
            <p:nvPr/>
          </p:nvSpPr>
          <p:spPr>
            <a:xfrm>
              <a:off x="46128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g3793"/>
            <p:cNvSpPr/>
            <p:nvPr/>
          </p:nvSpPr>
          <p:spPr>
            <a:xfrm>
              <a:off x="462446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g3794"/>
            <p:cNvSpPr/>
            <p:nvPr/>
          </p:nvSpPr>
          <p:spPr>
            <a:xfrm>
              <a:off x="463610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g3795"/>
            <p:cNvSpPr/>
            <p:nvPr/>
          </p:nvSpPr>
          <p:spPr>
            <a:xfrm>
              <a:off x="46477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g3796"/>
            <p:cNvSpPr/>
            <p:nvPr/>
          </p:nvSpPr>
          <p:spPr>
            <a:xfrm>
              <a:off x="4659376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g3797"/>
            <p:cNvSpPr/>
            <p:nvPr/>
          </p:nvSpPr>
          <p:spPr>
            <a:xfrm>
              <a:off x="4671013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g3798"/>
            <p:cNvSpPr/>
            <p:nvPr/>
          </p:nvSpPr>
          <p:spPr>
            <a:xfrm>
              <a:off x="468265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g3799"/>
            <p:cNvSpPr/>
            <p:nvPr/>
          </p:nvSpPr>
          <p:spPr>
            <a:xfrm>
              <a:off x="4694288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g3800"/>
            <p:cNvSpPr/>
            <p:nvPr/>
          </p:nvSpPr>
          <p:spPr>
            <a:xfrm>
              <a:off x="284395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g3801"/>
            <p:cNvSpPr/>
            <p:nvPr/>
          </p:nvSpPr>
          <p:spPr>
            <a:xfrm>
              <a:off x="28555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g3802"/>
            <p:cNvSpPr/>
            <p:nvPr/>
          </p:nvSpPr>
          <p:spPr>
            <a:xfrm>
              <a:off x="28672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g3803"/>
            <p:cNvSpPr/>
            <p:nvPr/>
          </p:nvSpPr>
          <p:spPr>
            <a:xfrm>
              <a:off x="2878865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g3804"/>
            <p:cNvSpPr/>
            <p:nvPr/>
          </p:nvSpPr>
          <p:spPr>
            <a:xfrm>
              <a:off x="289050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g3805"/>
            <p:cNvSpPr/>
            <p:nvPr/>
          </p:nvSpPr>
          <p:spPr>
            <a:xfrm>
              <a:off x="458955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g3806"/>
            <p:cNvSpPr/>
            <p:nvPr/>
          </p:nvSpPr>
          <p:spPr>
            <a:xfrm>
              <a:off x="46011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g3807"/>
            <p:cNvSpPr/>
            <p:nvPr/>
          </p:nvSpPr>
          <p:spPr>
            <a:xfrm>
              <a:off x="46128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g3808"/>
            <p:cNvSpPr/>
            <p:nvPr/>
          </p:nvSpPr>
          <p:spPr>
            <a:xfrm>
              <a:off x="4624464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g3809"/>
            <p:cNvSpPr/>
            <p:nvPr/>
          </p:nvSpPr>
          <p:spPr>
            <a:xfrm>
              <a:off x="463610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g3810"/>
            <p:cNvSpPr/>
            <p:nvPr/>
          </p:nvSpPr>
          <p:spPr>
            <a:xfrm>
              <a:off x="4647739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g3811"/>
            <p:cNvSpPr/>
            <p:nvPr/>
          </p:nvSpPr>
          <p:spPr>
            <a:xfrm>
              <a:off x="4659376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g3812"/>
            <p:cNvSpPr/>
            <p:nvPr/>
          </p:nvSpPr>
          <p:spPr>
            <a:xfrm>
              <a:off x="467101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g3813"/>
            <p:cNvSpPr/>
            <p:nvPr/>
          </p:nvSpPr>
          <p:spPr>
            <a:xfrm>
              <a:off x="468265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g3814"/>
            <p:cNvSpPr/>
            <p:nvPr/>
          </p:nvSpPr>
          <p:spPr>
            <a:xfrm>
              <a:off x="2843953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g3815"/>
            <p:cNvSpPr/>
            <p:nvPr/>
          </p:nvSpPr>
          <p:spPr>
            <a:xfrm>
              <a:off x="28555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g3816"/>
            <p:cNvSpPr/>
            <p:nvPr/>
          </p:nvSpPr>
          <p:spPr>
            <a:xfrm>
              <a:off x="28672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g3817"/>
            <p:cNvSpPr/>
            <p:nvPr/>
          </p:nvSpPr>
          <p:spPr>
            <a:xfrm>
              <a:off x="2878865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g3818"/>
            <p:cNvSpPr/>
            <p:nvPr/>
          </p:nvSpPr>
          <p:spPr>
            <a:xfrm>
              <a:off x="2890502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g3819"/>
            <p:cNvSpPr/>
            <p:nvPr/>
          </p:nvSpPr>
          <p:spPr>
            <a:xfrm>
              <a:off x="46011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g3820"/>
            <p:cNvSpPr/>
            <p:nvPr/>
          </p:nvSpPr>
          <p:spPr>
            <a:xfrm>
              <a:off x="46128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g3821"/>
            <p:cNvSpPr/>
            <p:nvPr/>
          </p:nvSpPr>
          <p:spPr>
            <a:xfrm>
              <a:off x="4624464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g3822"/>
            <p:cNvSpPr/>
            <p:nvPr/>
          </p:nvSpPr>
          <p:spPr>
            <a:xfrm>
              <a:off x="4636101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g3823"/>
            <p:cNvSpPr/>
            <p:nvPr/>
          </p:nvSpPr>
          <p:spPr>
            <a:xfrm>
              <a:off x="4647739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g3824"/>
            <p:cNvSpPr/>
            <p:nvPr/>
          </p:nvSpPr>
          <p:spPr>
            <a:xfrm>
              <a:off x="2843953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g3825"/>
            <p:cNvSpPr/>
            <p:nvPr/>
          </p:nvSpPr>
          <p:spPr>
            <a:xfrm>
              <a:off x="2855590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g3826"/>
            <p:cNvSpPr/>
            <p:nvPr/>
          </p:nvSpPr>
          <p:spPr>
            <a:xfrm>
              <a:off x="2867227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g3827"/>
            <p:cNvSpPr/>
            <p:nvPr/>
          </p:nvSpPr>
          <p:spPr>
            <a:xfrm>
              <a:off x="2878865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g3828"/>
            <p:cNvSpPr/>
            <p:nvPr/>
          </p:nvSpPr>
          <p:spPr>
            <a:xfrm>
              <a:off x="2890502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g3829"/>
            <p:cNvSpPr/>
            <p:nvPr/>
          </p:nvSpPr>
          <p:spPr>
            <a:xfrm>
              <a:off x="2843953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g3830"/>
            <p:cNvSpPr/>
            <p:nvPr/>
          </p:nvSpPr>
          <p:spPr>
            <a:xfrm>
              <a:off x="2855590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g3831"/>
            <p:cNvSpPr/>
            <p:nvPr/>
          </p:nvSpPr>
          <p:spPr>
            <a:xfrm>
              <a:off x="2867227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g3832"/>
            <p:cNvSpPr/>
            <p:nvPr/>
          </p:nvSpPr>
          <p:spPr>
            <a:xfrm>
              <a:off x="2878865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g3833"/>
            <p:cNvSpPr/>
            <p:nvPr/>
          </p:nvSpPr>
          <p:spPr>
            <a:xfrm>
              <a:off x="283231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g3834"/>
            <p:cNvSpPr/>
            <p:nvPr/>
          </p:nvSpPr>
          <p:spPr>
            <a:xfrm>
              <a:off x="2843953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g3835"/>
            <p:cNvSpPr/>
            <p:nvPr/>
          </p:nvSpPr>
          <p:spPr>
            <a:xfrm>
              <a:off x="2855590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g3836"/>
            <p:cNvSpPr/>
            <p:nvPr/>
          </p:nvSpPr>
          <p:spPr>
            <a:xfrm>
              <a:off x="2867227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g3837"/>
            <p:cNvSpPr/>
            <p:nvPr/>
          </p:nvSpPr>
          <p:spPr>
            <a:xfrm>
              <a:off x="287886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g3838"/>
            <p:cNvSpPr/>
            <p:nvPr/>
          </p:nvSpPr>
          <p:spPr>
            <a:xfrm>
              <a:off x="283231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g3839"/>
            <p:cNvSpPr/>
            <p:nvPr/>
          </p:nvSpPr>
          <p:spPr>
            <a:xfrm>
              <a:off x="2843953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g3840"/>
            <p:cNvSpPr/>
            <p:nvPr/>
          </p:nvSpPr>
          <p:spPr>
            <a:xfrm>
              <a:off x="2855590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g3841"/>
            <p:cNvSpPr/>
            <p:nvPr/>
          </p:nvSpPr>
          <p:spPr>
            <a:xfrm>
              <a:off x="2867227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g3842"/>
            <p:cNvSpPr/>
            <p:nvPr/>
          </p:nvSpPr>
          <p:spPr>
            <a:xfrm>
              <a:off x="287886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g3843"/>
            <p:cNvSpPr/>
            <p:nvPr/>
          </p:nvSpPr>
          <p:spPr>
            <a:xfrm>
              <a:off x="283231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g3844"/>
            <p:cNvSpPr/>
            <p:nvPr/>
          </p:nvSpPr>
          <p:spPr>
            <a:xfrm>
              <a:off x="2843953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g3845"/>
            <p:cNvSpPr/>
            <p:nvPr/>
          </p:nvSpPr>
          <p:spPr>
            <a:xfrm>
              <a:off x="2855590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g3846"/>
            <p:cNvSpPr/>
            <p:nvPr/>
          </p:nvSpPr>
          <p:spPr>
            <a:xfrm>
              <a:off x="2867227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g3847"/>
            <p:cNvSpPr/>
            <p:nvPr/>
          </p:nvSpPr>
          <p:spPr>
            <a:xfrm>
              <a:off x="287886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g3848"/>
            <p:cNvSpPr/>
            <p:nvPr/>
          </p:nvSpPr>
          <p:spPr>
            <a:xfrm>
              <a:off x="2832315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g3849"/>
            <p:cNvSpPr/>
            <p:nvPr/>
          </p:nvSpPr>
          <p:spPr>
            <a:xfrm>
              <a:off x="2843953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g3850"/>
            <p:cNvSpPr/>
            <p:nvPr/>
          </p:nvSpPr>
          <p:spPr>
            <a:xfrm>
              <a:off x="2855590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g3851"/>
            <p:cNvSpPr/>
            <p:nvPr/>
          </p:nvSpPr>
          <p:spPr>
            <a:xfrm>
              <a:off x="2867227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g3852"/>
            <p:cNvSpPr/>
            <p:nvPr/>
          </p:nvSpPr>
          <p:spPr>
            <a:xfrm>
              <a:off x="2832315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g3853"/>
            <p:cNvSpPr/>
            <p:nvPr/>
          </p:nvSpPr>
          <p:spPr>
            <a:xfrm>
              <a:off x="2843953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g3854"/>
            <p:cNvSpPr/>
            <p:nvPr/>
          </p:nvSpPr>
          <p:spPr>
            <a:xfrm>
              <a:off x="2855590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g3855"/>
            <p:cNvSpPr/>
            <p:nvPr/>
          </p:nvSpPr>
          <p:spPr>
            <a:xfrm>
              <a:off x="2867227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g3856"/>
            <p:cNvSpPr/>
            <p:nvPr/>
          </p:nvSpPr>
          <p:spPr>
            <a:xfrm>
              <a:off x="2832315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g3857"/>
            <p:cNvSpPr/>
            <p:nvPr/>
          </p:nvSpPr>
          <p:spPr>
            <a:xfrm>
              <a:off x="2843953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g3858"/>
            <p:cNvSpPr/>
            <p:nvPr/>
          </p:nvSpPr>
          <p:spPr>
            <a:xfrm>
              <a:off x="2855590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g3859"/>
            <p:cNvSpPr/>
            <p:nvPr/>
          </p:nvSpPr>
          <p:spPr>
            <a:xfrm>
              <a:off x="2867227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g3860"/>
            <p:cNvSpPr/>
            <p:nvPr/>
          </p:nvSpPr>
          <p:spPr>
            <a:xfrm>
              <a:off x="2832315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g3861"/>
            <p:cNvSpPr/>
            <p:nvPr/>
          </p:nvSpPr>
          <p:spPr>
            <a:xfrm>
              <a:off x="2843953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g3862"/>
            <p:cNvSpPr/>
            <p:nvPr/>
          </p:nvSpPr>
          <p:spPr>
            <a:xfrm>
              <a:off x="2855590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g3863"/>
            <p:cNvSpPr/>
            <p:nvPr/>
          </p:nvSpPr>
          <p:spPr>
            <a:xfrm>
              <a:off x="2867227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g3864"/>
            <p:cNvSpPr/>
            <p:nvPr/>
          </p:nvSpPr>
          <p:spPr>
            <a:xfrm>
              <a:off x="2832315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g3865"/>
            <p:cNvSpPr/>
            <p:nvPr/>
          </p:nvSpPr>
          <p:spPr>
            <a:xfrm>
              <a:off x="2843953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g3866"/>
            <p:cNvSpPr/>
            <p:nvPr/>
          </p:nvSpPr>
          <p:spPr>
            <a:xfrm>
              <a:off x="2855590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g3867"/>
            <p:cNvSpPr/>
            <p:nvPr/>
          </p:nvSpPr>
          <p:spPr>
            <a:xfrm>
              <a:off x="2399291" y="2540116"/>
              <a:ext cx="3705599" cy="2850404"/>
            </a:xfrm>
            <a:custGeom>
              <a:avLst/>
              <a:gdLst/>
              <a:ahLst/>
              <a:cxnLst/>
              <a:rect l="0" t="0" r="0" b="0"/>
              <a:pathLst>
                <a:path w="3705599" h="2850404">
                  <a:moveTo>
                    <a:pt x="2893187" y="266106"/>
                  </a:moveTo>
                  <a:lnTo>
                    <a:pt x="2917831" y="266068"/>
                  </a:lnTo>
                  <a:lnTo>
                    <a:pt x="2961871" y="266005"/>
                  </a:lnTo>
                  <a:lnTo>
                    <a:pt x="3005910" y="265941"/>
                  </a:lnTo>
                  <a:lnTo>
                    <a:pt x="3049950" y="265884"/>
                  </a:lnTo>
                  <a:lnTo>
                    <a:pt x="3093989" y="265820"/>
                  </a:lnTo>
                  <a:lnTo>
                    <a:pt x="3138033" y="265757"/>
                  </a:lnTo>
                  <a:lnTo>
                    <a:pt x="3182073" y="265693"/>
                  </a:lnTo>
                  <a:lnTo>
                    <a:pt x="3226112" y="265630"/>
                  </a:lnTo>
                  <a:lnTo>
                    <a:pt x="3236535" y="240559"/>
                  </a:lnTo>
                  <a:lnTo>
                    <a:pt x="3246246" y="228887"/>
                  </a:lnTo>
                  <a:lnTo>
                    <a:pt x="3259547" y="232754"/>
                  </a:lnTo>
                  <a:lnTo>
                    <a:pt x="3266632" y="232430"/>
                  </a:lnTo>
                  <a:lnTo>
                    <a:pt x="3274508" y="226410"/>
                  </a:lnTo>
                  <a:lnTo>
                    <a:pt x="3280895" y="222752"/>
                  </a:lnTo>
                  <a:lnTo>
                    <a:pt x="3285102" y="223292"/>
                  </a:lnTo>
                  <a:lnTo>
                    <a:pt x="3288693" y="228804"/>
                  </a:lnTo>
                  <a:lnTo>
                    <a:pt x="3291680" y="232481"/>
                  </a:lnTo>
                  <a:lnTo>
                    <a:pt x="3295168" y="231408"/>
                  </a:lnTo>
                  <a:lnTo>
                    <a:pt x="3298155" y="226207"/>
                  </a:lnTo>
                  <a:lnTo>
                    <a:pt x="3298052" y="218993"/>
                  </a:lnTo>
                  <a:lnTo>
                    <a:pt x="3302140" y="213970"/>
                  </a:lnTo>
                  <a:lnTo>
                    <a:pt x="3306992" y="213201"/>
                  </a:lnTo>
                  <a:lnTo>
                    <a:pt x="3311478" y="213360"/>
                  </a:lnTo>
                  <a:lnTo>
                    <a:pt x="3313715" y="210909"/>
                  </a:lnTo>
                  <a:lnTo>
                    <a:pt x="3313467" y="207391"/>
                  </a:lnTo>
                  <a:lnTo>
                    <a:pt x="3311850" y="201726"/>
                  </a:lnTo>
                  <a:lnTo>
                    <a:pt x="3312398" y="194906"/>
                  </a:lnTo>
                  <a:lnTo>
                    <a:pt x="3323601" y="182859"/>
                  </a:lnTo>
                  <a:lnTo>
                    <a:pt x="3337337" y="174686"/>
                  </a:lnTo>
                  <a:lnTo>
                    <a:pt x="3342153" y="170603"/>
                  </a:lnTo>
                  <a:lnTo>
                    <a:pt x="3343554" y="162322"/>
                  </a:lnTo>
                  <a:lnTo>
                    <a:pt x="3351429" y="153717"/>
                  </a:lnTo>
                  <a:lnTo>
                    <a:pt x="3355367" y="148770"/>
                  </a:lnTo>
                  <a:lnTo>
                    <a:pt x="3356328" y="144471"/>
                  </a:lnTo>
                  <a:lnTo>
                    <a:pt x="3354287" y="139181"/>
                  </a:lnTo>
                  <a:lnTo>
                    <a:pt x="3354494" y="129097"/>
                  </a:lnTo>
                  <a:lnTo>
                    <a:pt x="3357202" y="117050"/>
                  </a:lnTo>
                  <a:lnTo>
                    <a:pt x="3360442" y="103930"/>
                  </a:lnTo>
                  <a:lnTo>
                    <a:pt x="3367703" y="92099"/>
                  </a:lnTo>
                  <a:lnTo>
                    <a:pt x="3379609" y="79195"/>
                  </a:lnTo>
                  <a:lnTo>
                    <a:pt x="3382673" y="62240"/>
                  </a:lnTo>
                  <a:lnTo>
                    <a:pt x="3385903" y="44357"/>
                  </a:lnTo>
                  <a:lnTo>
                    <a:pt x="3400295" y="26932"/>
                  </a:lnTo>
                  <a:lnTo>
                    <a:pt x="3416615" y="7169"/>
                  </a:lnTo>
                  <a:lnTo>
                    <a:pt x="3422535" y="0"/>
                  </a:lnTo>
                  <a:lnTo>
                    <a:pt x="3618932" y="0"/>
                  </a:lnTo>
                  <a:lnTo>
                    <a:pt x="3619257" y="14859"/>
                  </a:lnTo>
                  <a:lnTo>
                    <a:pt x="3619521" y="35130"/>
                  </a:lnTo>
                  <a:lnTo>
                    <a:pt x="3619800" y="56493"/>
                  </a:lnTo>
                  <a:lnTo>
                    <a:pt x="3620001" y="71740"/>
                  </a:lnTo>
                  <a:lnTo>
                    <a:pt x="3620347" y="92677"/>
                  </a:lnTo>
                  <a:lnTo>
                    <a:pt x="3620621" y="109334"/>
                  </a:lnTo>
                  <a:lnTo>
                    <a:pt x="3620988" y="131078"/>
                  </a:lnTo>
                  <a:lnTo>
                    <a:pt x="3621179" y="142699"/>
                  </a:lnTo>
                  <a:lnTo>
                    <a:pt x="3623045" y="146052"/>
                  </a:lnTo>
                  <a:lnTo>
                    <a:pt x="3621924" y="150631"/>
                  </a:lnTo>
                  <a:lnTo>
                    <a:pt x="3621433" y="152923"/>
                  </a:lnTo>
                  <a:lnTo>
                    <a:pt x="3621552" y="154746"/>
                  </a:lnTo>
                  <a:lnTo>
                    <a:pt x="3622296" y="157038"/>
                  </a:lnTo>
                  <a:lnTo>
                    <a:pt x="3622172" y="160245"/>
                  </a:lnTo>
                  <a:lnTo>
                    <a:pt x="3620435" y="163147"/>
                  </a:lnTo>
                  <a:lnTo>
                    <a:pt x="3619567" y="166500"/>
                  </a:lnTo>
                  <a:lnTo>
                    <a:pt x="3619319" y="171993"/>
                  </a:lnTo>
                  <a:lnTo>
                    <a:pt x="3621179" y="175353"/>
                  </a:lnTo>
                  <a:lnTo>
                    <a:pt x="3624285" y="177334"/>
                  </a:lnTo>
                  <a:lnTo>
                    <a:pt x="3626895" y="177334"/>
                  </a:lnTo>
                  <a:lnTo>
                    <a:pt x="3630249" y="179322"/>
                  </a:lnTo>
                  <a:lnTo>
                    <a:pt x="3634595" y="182834"/>
                  </a:lnTo>
                  <a:lnTo>
                    <a:pt x="3641173" y="185882"/>
                  </a:lnTo>
                  <a:lnTo>
                    <a:pt x="3648005" y="186949"/>
                  </a:lnTo>
                  <a:lnTo>
                    <a:pt x="3652723" y="186187"/>
                  </a:lnTo>
                  <a:lnTo>
                    <a:pt x="3658434" y="188174"/>
                  </a:lnTo>
                  <a:lnTo>
                    <a:pt x="3660423" y="193058"/>
                  </a:lnTo>
                  <a:lnTo>
                    <a:pt x="3659307" y="197630"/>
                  </a:lnTo>
                  <a:lnTo>
                    <a:pt x="3656077" y="199770"/>
                  </a:lnTo>
                  <a:lnTo>
                    <a:pt x="3652599" y="201453"/>
                  </a:lnTo>
                  <a:lnTo>
                    <a:pt x="3651979" y="204958"/>
                  </a:lnTo>
                  <a:lnTo>
                    <a:pt x="3653715" y="208623"/>
                  </a:lnTo>
                  <a:lnTo>
                    <a:pt x="3656201" y="211829"/>
                  </a:lnTo>
                  <a:lnTo>
                    <a:pt x="3658935" y="217462"/>
                  </a:lnTo>
                  <a:lnTo>
                    <a:pt x="3657813" y="222346"/>
                  </a:lnTo>
                  <a:lnTo>
                    <a:pt x="3655333" y="226467"/>
                  </a:lnTo>
                  <a:lnTo>
                    <a:pt x="3654212" y="230735"/>
                  </a:lnTo>
                  <a:lnTo>
                    <a:pt x="3656325" y="234405"/>
                  </a:lnTo>
                  <a:lnTo>
                    <a:pt x="3661912" y="239282"/>
                  </a:lnTo>
                  <a:lnTo>
                    <a:pt x="3665389" y="244013"/>
                  </a:lnTo>
                  <a:lnTo>
                    <a:pt x="3670857" y="246611"/>
                  </a:lnTo>
                  <a:lnTo>
                    <a:pt x="3673461" y="244775"/>
                  </a:lnTo>
                  <a:lnTo>
                    <a:pt x="3675575" y="242330"/>
                  </a:lnTo>
                  <a:lnTo>
                    <a:pt x="3677807" y="240501"/>
                  </a:lnTo>
                  <a:lnTo>
                    <a:pt x="3681657" y="241575"/>
                  </a:lnTo>
                  <a:lnTo>
                    <a:pt x="3686127" y="242946"/>
                  </a:lnTo>
                  <a:lnTo>
                    <a:pt x="3691011" y="244578"/>
                  </a:lnTo>
                  <a:lnTo>
                    <a:pt x="3690427" y="248535"/>
                  </a:lnTo>
                  <a:lnTo>
                    <a:pt x="3693404" y="255203"/>
                  </a:lnTo>
                  <a:lnTo>
                    <a:pt x="3695708" y="268024"/>
                  </a:lnTo>
                  <a:lnTo>
                    <a:pt x="3692169" y="273847"/>
                  </a:lnTo>
                  <a:lnTo>
                    <a:pt x="3692928" y="281563"/>
                  </a:lnTo>
                  <a:lnTo>
                    <a:pt x="3702742" y="283811"/>
                  </a:lnTo>
                  <a:lnTo>
                    <a:pt x="3705129" y="286173"/>
                  </a:lnTo>
                  <a:lnTo>
                    <a:pt x="3705599" y="289025"/>
                  </a:lnTo>
                  <a:lnTo>
                    <a:pt x="3683983" y="308806"/>
                  </a:lnTo>
                  <a:lnTo>
                    <a:pt x="3665694" y="306037"/>
                  </a:lnTo>
                  <a:lnTo>
                    <a:pt x="3655772" y="311283"/>
                  </a:lnTo>
                  <a:lnTo>
                    <a:pt x="3645380" y="312813"/>
                  </a:lnTo>
                  <a:lnTo>
                    <a:pt x="3640822" y="321653"/>
                  </a:lnTo>
                  <a:lnTo>
                    <a:pt x="3635117" y="323526"/>
                  </a:lnTo>
                  <a:lnTo>
                    <a:pt x="3627303" y="322993"/>
                  </a:lnTo>
                  <a:lnTo>
                    <a:pt x="3620565" y="320497"/>
                  </a:lnTo>
                  <a:lnTo>
                    <a:pt x="3615423" y="321723"/>
                  </a:lnTo>
                  <a:lnTo>
                    <a:pt x="3608229" y="337675"/>
                  </a:lnTo>
                  <a:lnTo>
                    <a:pt x="3602338" y="336284"/>
                  </a:lnTo>
                  <a:lnTo>
                    <a:pt x="3599992" y="342025"/>
                  </a:lnTo>
                  <a:lnTo>
                    <a:pt x="3596912" y="344534"/>
                  </a:lnTo>
                  <a:lnTo>
                    <a:pt x="3592395" y="346686"/>
                  </a:lnTo>
                  <a:lnTo>
                    <a:pt x="3588473" y="339599"/>
                  </a:lnTo>
                  <a:lnTo>
                    <a:pt x="3585977" y="332862"/>
                  </a:lnTo>
                  <a:lnTo>
                    <a:pt x="3582298" y="331382"/>
                  </a:lnTo>
                  <a:lnTo>
                    <a:pt x="3577409" y="329661"/>
                  </a:lnTo>
                  <a:lnTo>
                    <a:pt x="3572381" y="329718"/>
                  </a:lnTo>
                  <a:lnTo>
                    <a:pt x="3569027" y="330683"/>
                  </a:lnTo>
                  <a:lnTo>
                    <a:pt x="3564867" y="335040"/>
                  </a:lnTo>
                  <a:lnTo>
                    <a:pt x="3558836" y="338780"/>
                  </a:lnTo>
                  <a:lnTo>
                    <a:pt x="3554273" y="335662"/>
                  </a:lnTo>
                  <a:lnTo>
                    <a:pt x="3550702" y="330652"/>
                  </a:lnTo>
                  <a:lnTo>
                    <a:pt x="3547648" y="338710"/>
                  </a:lnTo>
                  <a:lnTo>
                    <a:pt x="3543204" y="347220"/>
                  </a:lnTo>
                  <a:lnTo>
                    <a:pt x="3543943" y="357145"/>
                  </a:lnTo>
                  <a:lnTo>
                    <a:pt x="3542031" y="363032"/>
                  </a:lnTo>
                  <a:lnTo>
                    <a:pt x="3537814" y="361445"/>
                  </a:lnTo>
                  <a:lnTo>
                    <a:pt x="3533618" y="356282"/>
                  </a:lnTo>
                  <a:lnTo>
                    <a:pt x="3521840" y="352154"/>
                  </a:lnTo>
                  <a:lnTo>
                    <a:pt x="3512461" y="352535"/>
                  </a:lnTo>
                  <a:lnTo>
                    <a:pt x="3514368" y="347023"/>
                  </a:lnTo>
                  <a:lnTo>
                    <a:pt x="3523236" y="339110"/>
                  </a:lnTo>
                  <a:lnTo>
                    <a:pt x="3520507" y="337561"/>
                  </a:lnTo>
                  <a:lnTo>
                    <a:pt x="3516156" y="338659"/>
                  </a:lnTo>
                  <a:lnTo>
                    <a:pt x="3514259" y="337561"/>
                  </a:lnTo>
                  <a:lnTo>
                    <a:pt x="3517370" y="330372"/>
                  </a:lnTo>
                  <a:lnTo>
                    <a:pt x="3517670" y="322441"/>
                  </a:lnTo>
                  <a:lnTo>
                    <a:pt x="3513701" y="325216"/>
                  </a:lnTo>
                  <a:lnTo>
                    <a:pt x="3508709" y="333585"/>
                  </a:lnTo>
                  <a:lnTo>
                    <a:pt x="3496632" y="340247"/>
                  </a:lnTo>
                  <a:lnTo>
                    <a:pt x="3497195" y="351398"/>
                  </a:lnTo>
                  <a:lnTo>
                    <a:pt x="3485826" y="374253"/>
                  </a:lnTo>
                  <a:lnTo>
                    <a:pt x="3485320" y="383982"/>
                  </a:lnTo>
                  <a:lnTo>
                    <a:pt x="3478028" y="391749"/>
                  </a:lnTo>
                  <a:lnTo>
                    <a:pt x="3468628" y="398429"/>
                  </a:lnTo>
                  <a:lnTo>
                    <a:pt x="3456091" y="396550"/>
                  </a:lnTo>
                  <a:lnTo>
                    <a:pt x="3446521" y="402354"/>
                  </a:lnTo>
                  <a:lnTo>
                    <a:pt x="3441663" y="409015"/>
                  </a:lnTo>
                  <a:lnTo>
                    <a:pt x="3437441" y="410019"/>
                  </a:lnTo>
                  <a:lnTo>
                    <a:pt x="3435240" y="401535"/>
                  </a:lnTo>
                  <a:lnTo>
                    <a:pt x="3433638" y="398912"/>
                  </a:lnTo>
                  <a:lnTo>
                    <a:pt x="3430113" y="411422"/>
                  </a:lnTo>
                  <a:lnTo>
                    <a:pt x="3426522" y="412197"/>
                  </a:lnTo>
                  <a:lnTo>
                    <a:pt x="3425163" y="403325"/>
                  </a:lnTo>
                  <a:lnTo>
                    <a:pt x="3423457" y="397464"/>
                  </a:lnTo>
                  <a:lnTo>
                    <a:pt x="3418563" y="402519"/>
                  </a:lnTo>
                  <a:lnTo>
                    <a:pt x="3415313" y="415918"/>
                  </a:lnTo>
                  <a:lnTo>
                    <a:pt x="3411907" y="414788"/>
                  </a:lnTo>
                  <a:lnTo>
                    <a:pt x="3410822" y="409803"/>
                  </a:lnTo>
                  <a:lnTo>
                    <a:pt x="3408383" y="408291"/>
                  </a:lnTo>
                  <a:lnTo>
                    <a:pt x="3407546" y="413988"/>
                  </a:lnTo>
                  <a:lnTo>
                    <a:pt x="3408776" y="422002"/>
                  </a:lnTo>
                  <a:lnTo>
                    <a:pt x="3407003" y="426282"/>
                  </a:lnTo>
                  <a:lnTo>
                    <a:pt x="3403618" y="423996"/>
                  </a:lnTo>
                  <a:lnTo>
                    <a:pt x="3400213" y="420141"/>
                  </a:lnTo>
                  <a:lnTo>
                    <a:pt x="3394595" y="423069"/>
                  </a:lnTo>
                  <a:lnTo>
                    <a:pt x="3389438" y="424256"/>
                  </a:lnTo>
                  <a:lnTo>
                    <a:pt x="3389417" y="420332"/>
                  </a:lnTo>
                  <a:lnTo>
                    <a:pt x="3390399" y="415518"/>
                  </a:lnTo>
                  <a:lnTo>
                    <a:pt x="3380121" y="418179"/>
                  </a:lnTo>
                  <a:lnTo>
                    <a:pt x="3367796" y="427057"/>
                  </a:lnTo>
                  <a:lnTo>
                    <a:pt x="3358225" y="439339"/>
                  </a:lnTo>
                  <a:lnTo>
                    <a:pt x="3361543" y="441383"/>
                  </a:lnTo>
                  <a:lnTo>
                    <a:pt x="3365279" y="445295"/>
                  </a:lnTo>
                  <a:lnTo>
                    <a:pt x="3348654" y="464270"/>
                  </a:lnTo>
                  <a:lnTo>
                    <a:pt x="3331611" y="481359"/>
                  </a:lnTo>
                  <a:lnTo>
                    <a:pt x="3318738" y="509244"/>
                  </a:lnTo>
                  <a:lnTo>
                    <a:pt x="3313571" y="512508"/>
                  </a:lnTo>
                  <a:lnTo>
                    <a:pt x="3309132" y="517620"/>
                  </a:lnTo>
                  <a:lnTo>
                    <a:pt x="3304419" y="534455"/>
                  </a:lnTo>
                  <a:lnTo>
                    <a:pt x="3298977" y="549442"/>
                  </a:lnTo>
                  <a:lnTo>
                    <a:pt x="3302021" y="556116"/>
                  </a:lnTo>
                  <a:lnTo>
                    <a:pt x="3304026" y="562981"/>
                  </a:lnTo>
                  <a:lnTo>
                    <a:pt x="3308858" y="569737"/>
                  </a:lnTo>
                  <a:lnTo>
                    <a:pt x="3312966" y="570347"/>
                  </a:lnTo>
                  <a:lnTo>
                    <a:pt x="3317415" y="569128"/>
                  </a:lnTo>
                  <a:lnTo>
                    <a:pt x="3320681" y="569414"/>
                  </a:lnTo>
                  <a:lnTo>
                    <a:pt x="3322780" y="572284"/>
                  </a:lnTo>
                  <a:lnTo>
                    <a:pt x="3321849" y="575726"/>
                  </a:lnTo>
                  <a:lnTo>
                    <a:pt x="3316718" y="576583"/>
                  </a:lnTo>
                  <a:lnTo>
                    <a:pt x="3307147" y="582603"/>
                  </a:lnTo>
                  <a:lnTo>
                    <a:pt x="3298755" y="584915"/>
                  </a:lnTo>
                  <a:lnTo>
                    <a:pt x="3294548" y="592192"/>
                  </a:lnTo>
                  <a:lnTo>
                    <a:pt x="3288244" y="600600"/>
                  </a:lnTo>
                  <a:lnTo>
                    <a:pt x="3275996" y="613720"/>
                  </a:lnTo>
                  <a:lnTo>
                    <a:pt x="3281231" y="617765"/>
                  </a:lnTo>
                  <a:lnTo>
                    <a:pt x="3300150" y="622325"/>
                  </a:lnTo>
                  <a:lnTo>
                    <a:pt x="3308584" y="627018"/>
                  </a:lnTo>
                  <a:lnTo>
                    <a:pt x="3321348" y="651524"/>
                  </a:lnTo>
                  <a:lnTo>
                    <a:pt x="3318433" y="653975"/>
                  </a:lnTo>
                  <a:lnTo>
                    <a:pt x="3317276" y="658465"/>
                  </a:lnTo>
                  <a:lnTo>
                    <a:pt x="3328624" y="664765"/>
                  </a:lnTo>
                  <a:lnTo>
                    <a:pt x="3332247" y="682362"/>
                  </a:lnTo>
                  <a:lnTo>
                    <a:pt x="3341564" y="688350"/>
                  </a:lnTo>
                  <a:lnTo>
                    <a:pt x="3355450" y="692033"/>
                  </a:lnTo>
                  <a:lnTo>
                    <a:pt x="3372431" y="686712"/>
                  </a:lnTo>
                  <a:lnTo>
                    <a:pt x="3386570" y="679390"/>
                  </a:lnTo>
                  <a:lnTo>
                    <a:pt x="3386074" y="673388"/>
                  </a:lnTo>
                  <a:lnTo>
                    <a:pt x="3377191" y="659424"/>
                  </a:lnTo>
                  <a:lnTo>
                    <a:pt x="3375051" y="652864"/>
                  </a:lnTo>
                  <a:lnTo>
                    <a:pt x="3368457" y="648616"/>
                  </a:lnTo>
                  <a:lnTo>
                    <a:pt x="3365951" y="652216"/>
                  </a:lnTo>
                  <a:lnTo>
                    <a:pt x="3361687" y="647542"/>
                  </a:lnTo>
                  <a:lnTo>
                    <a:pt x="3361207" y="644920"/>
                  </a:lnTo>
                  <a:lnTo>
                    <a:pt x="3365181" y="643643"/>
                  </a:lnTo>
                  <a:lnTo>
                    <a:pt x="3369801" y="644151"/>
                  </a:lnTo>
                  <a:lnTo>
                    <a:pt x="3375191" y="646596"/>
                  </a:lnTo>
                  <a:lnTo>
                    <a:pt x="3389061" y="661818"/>
                  </a:lnTo>
                  <a:lnTo>
                    <a:pt x="3392900" y="681771"/>
                  </a:lnTo>
                  <a:lnTo>
                    <a:pt x="3393722" y="694440"/>
                  </a:lnTo>
                  <a:lnTo>
                    <a:pt x="3392156" y="698771"/>
                  </a:lnTo>
                  <a:lnTo>
                    <a:pt x="3388120" y="697882"/>
                  </a:lnTo>
                  <a:lnTo>
                    <a:pt x="3380420" y="698746"/>
                  </a:lnTo>
                  <a:lnTo>
                    <a:pt x="3343890" y="705306"/>
                  </a:lnTo>
                  <a:lnTo>
                    <a:pt x="3335776" y="711084"/>
                  </a:lnTo>
                  <a:lnTo>
                    <a:pt x="3317173" y="717359"/>
                  </a:lnTo>
                  <a:lnTo>
                    <a:pt x="3316015" y="714228"/>
                  </a:lnTo>
                  <a:lnTo>
                    <a:pt x="3317359" y="707750"/>
                  </a:lnTo>
                  <a:lnTo>
                    <a:pt x="3316186" y="694484"/>
                  </a:lnTo>
                  <a:lnTo>
                    <a:pt x="3312516" y="693868"/>
                  </a:lnTo>
                  <a:lnTo>
                    <a:pt x="3283613" y="715498"/>
                  </a:lnTo>
                  <a:lnTo>
                    <a:pt x="3272441" y="716857"/>
                  </a:lnTo>
                  <a:lnTo>
                    <a:pt x="3263046" y="723188"/>
                  </a:lnTo>
                  <a:lnTo>
                    <a:pt x="3260943" y="719676"/>
                  </a:lnTo>
                  <a:lnTo>
                    <a:pt x="3259263" y="703458"/>
                  </a:lnTo>
                  <a:lnTo>
                    <a:pt x="3265144" y="689855"/>
                  </a:lnTo>
                  <a:lnTo>
                    <a:pt x="3262012" y="690071"/>
                  </a:lnTo>
                  <a:lnTo>
                    <a:pt x="3252194" y="698238"/>
                  </a:lnTo>
                  <a:lnTo>
                    <a:pt x="3247997" y="693214"/>
                  </a:lnTo>
                  <a:lnTo>
                    <a:pt x="3245894" y="687702"/>
                  </a:lnTo>
                  <a:lnTo>
                    <a:pt x="3242871" y="684584"/>
                  </a:lnTo>
                  <a:lnTo>
                    <a:pt x="3239595" y="683403"/>
                  </a:lnTo>
                  <a:lnTo>
                    <a:pt x="3242396" y="695443"/>
                  </a:lnTo>
                  <a:lnTo>
                    <a:pt x="3235740" y="704474"/>
                  </a:lnTo>
                  <a:lnTo>
                    <a:pt x="3233915" y="727830"/>
                  </a:lnTo>
                  <a:lnTo>
                    <a:pt x="3225549" y="737553"/>
                  </a:lnTo>
                  <a:lnTo>
                    <a:pt x="3199467" y="743802"/>
                  </a:lnTo>
                  <a:lnTo>
                    <a:pt x="3182465" y="742481"/>
                  </a:lnTo>
                  <a:lnTo>
                    <a:pt x="3167231" y="744424"/>
                  </a:lnTo>
                  <a:lnTo>
                    <a:pt x="3146974" y="748907"/>
                  </a:lnTo>
                  <a:lnTo>
                    <a:pt x="3135780" y="746240"/>
                  </a:lnTo>
                  <a:lnTo>
                    <a:pt x="3124313" y="750971"/>
                  </a:lnTo>
                  <a:lnTo>
                    <a:pt x="3085390" y="752260"/>
                  </a:lnTo>
                  <a:lnTo>
                    <a:pt x="3077183" y="749752"/>
                  </a:lnTo>
                  <a:lnTo>
                    <a:pt x="3066703" y="758687"/>
                  </a:lnTo>
                  <a:lnTo>
                    <a:pt x="3049924" y="763970"/>
                  </a:lnTo>
                  <a:lnTo>
                    <a:pt x="3007512" y="783993"/>
                  </a:lnTo>
                  <a:lnTo>
                    <a:pt x="2998159" y="791277"/>
                  </a:lnTo>
                  <a:lnTo>
                    <a:pt x="2986769" y="802651"/>
                  </a:lnTo>
                  <a:lnTo>
                    <a:pt x="2979121" y="808766"/>
                  </a:lnTo>
                  <a:lnTo>
                    <a:pt x="2972832" y="810754"/>
                  </a:lnTo>
                  <a:lnTo>
                    <a:pt x="2968966" y="815847"/>
                  </a:lnTo>
                  <a:lnTo>
                    <a:pt x="2964744" y="819174"/>
                  </a:lnTo>
                  <a:lnTo>
                    <a:pt x="2968821" y="807807"/>
                  </a:lnTo>
                  <a:lnTo>
                    <a:pt x="2973250" y="798224"/>
                  </a:lnTo>
                  <a:lnTo>
                    <a:pt x="2976930" y="779662"/>
                  </a:lnTo>
                  <a:lnTo>
                    <a:pt x="2975844" y="764650"/>
                  </a:lnTo>
                  <a:lnTo>
                    <a:pt x="2971281" y="758477"/>
                  </a:lnTo>
                  <a:lnTo>
                    <a:pt x="2966563" y="754362"/>
                  </a:lnTo>
                  <a:lnTo>
                    <a:pt x="2972093" y="769178"/>
                  </a:lnTo>
                  <a:lnTo>
                    <a:pt x="2972987" y="787346"/>
                  </a:lnTo>
                  <a:lnTo>
                    <a:pt x="2971085" y="797989"/>
                  </a:lnTo>
                  <a:lnTo>
                    <a:pt x="2960682" y="818520"/>
                  </a:lnTo>
                  <a:lnTo>
                    <a:pt x="2956253" y="823302"/>
                  </a:lnTo>
                  <a:lnTo>
                    <a:pt x="2951075" y="827506"/>
                  </a:lnTo>
                  <a:lnTo>
                    <a:pt x="2947174" y="829335"/>
                  </a:lnTo>
                  <a:lnTo>
                    <a:pt x="2943572" y="832618"/>
                  </a:lnTo>
                  <a:lnTo>
                    <a:pt x="2939386" y="837819"/>
                  </a:lnTo>
                  <a:lnTo>
                    <a:pt x="2935417" y="848145"/>
                  </a:lnTo>
                  <a:lnTo>
                    <a:pt x="2937820" y="857556"/>
                  </a:lnTo>
                  <a:lnTo>
                    <a:pt x="2958104" y="860992"/>
                  </a:lnTo>
                  <a:lnTo>
                    <a:pt x="2963545" y="858090"/>
                  </a:lnTo>
                  <a:lnTo>
                    <a:pt x="2966315" y="864827"/>
                  </a:lnTo>
                  <a:lnTo>
                    <a:pt x="2967865" y="874188"/>
                  </a:lnTo>
                  <a:lnTo>
                    <a:pt x="2966346" y="884310"/>
                  </a:lnTo>
                  <a:lnTo>
                    <a:pt x="2962956" y="894611"/>
                  </a:lnTo>
                  <a:lnTo>
                    <a:pt x="2960382" y="907400"/>
                  </a:lnTo>
                  <a:lnTo>
                    <a:pt x="2958202" y="926902"/>
                  </a:lnTo>
                  <a:lnTo>
                    <a:pt x="2954920" y="944449"/>
                  </a:lnTo>
                  <a:lnTo>
                    <a:pt x="2954491" y="939121"/>
                  </a:lnTo>
                  <a:lnTo>
                    <a:pt x="2956543" y="917790"/>
                  </a:lnTo>
                  <a:lnTo>
                    <a:pt x="2953220" y="920019"/>
                  </a:lnTo>
                  <a:lnTo>
                    <a:pt x="2950931" y="924940"/>
                  </a:lnTo>
                  <a:lnTo>
                    <a:pt x="2944740" y="952450"/>
                  </a:lnTo>
                  <a:lnTo>
                    <a:pt x="2936229" y="967113"/>
                  </a:lnTo>
                  <a:lnTo>
                    <a:pt x="2928389" y="977255"/>
                  </a:lnTo>
                  <a:lnTo>
                    <a:pt x="2920302" y="975578"/>
                  </a:lnTo>
                  <a:lnTo>
                    <a:pt x="2922121" y="983637"/>
                  </a:lnTo>
                  <a:lnTo>
                    <a:pt x="2919899" y="987834"/>
                  </a:lnTo>
                  <a:lnTo>
                    <a:pt x="2917997" y="996592"/>
                  </a:lnTo>
                  <a:lnTo>
                    <a:pt x="2913175" y="1002396"/>
                  </a:lnTo>
                  <a:lnTo>
                    <a:pt x="2908643" y="1001837"/>
                  </a:lnTo>
                  <a:lnTo>
                    <a:pt x="2902132" y="1005838"/>
                  </a:lnTo>
                  <a:lnTo>
                    <a:pt x="2899564" y="1008899"/>
                  </a:lnTo>
                  <a:lnTo>
                    <a:pt x="2899372" y="1014760"/>
                  </a:lnTo>
                  <a:lnTo>
                    <a:pt x="2895016" y="1019917"/>
                  </a:lnTo>
                  <a:lnTo>
                    <a:pt x="2879296" y="1046703"/>
                  </a:lnTo>
                  <a:lnTo>
                    <a:pt x="2865648" y="1054609"/>
                  </a:lnTo>
                  <a:lnTo>
                    <a:pt x="2862382" y="1053459"/>
                  </a:lnTo>
                  <a:lnTo>
                    <a:pt x="2865978" y="1040816"/>
                  </a:lnTo>
                  <a:lnTo>
                    <a:pt x="2868443" y="1028032"/>
                  </a:lnTo>
                  <a:lnTo>
                    <a:pt x="2860160" y="1022469"/>
                  </a:lnTo>
                  <a:lnTo>
                    <a:pt x="2852232" y="1019529"/>
                  </a:lnTo>
                  <a:lnTo>
                    <a:pt x="2843137" y="1019917"/>
                  </a:lnTo>
                  <a:lnTo>
                    <a:pt x="2833091" y="1009978"/>
                  </a:lnTo>
                  <a:lnTo>
                    <a:pt x="2820141" y="1002751"/>
                  </a:lnTo>
                  <a:lnTo>
                    <a:pt x="2802064" y="983199"/>
                  </a:lnTo>
                  <a:lnTo>
                    <a:pt x="2802591" y="977775"/>
                  </a:lnTo>
                  <a:lnTo>
                    <a:pt x="2802136" y="968675"/>
                  </a:lnTo>
                  <a:lnTo>
                    <a:pt x="2807630" y="954298"/>
                  </a:lnTo>
                  <a:lnTo>
                    <a:pt x="2812896" y="944245"/>
                  </a:lnTo>
                  <a:lnTo>
                    <a:pt x="2820167" y="939038"/>
                  </a:lnTo>
                  <a:lnTo>
                    <a:pt x="2841266" y="933735"/>
                  </a:lnTo>
                  <a:lnTo>
                    <a:pt x="2846558" y="925759"/>
                  </a:lnTo>
                  <a:lnTo>
                    <a:pt x="2849695" y="919041"/>
                  </a:lnTo>
                  <a:lnTo>
                    <a:pt x="2839241" y="930579"/>
                  </a:lnTo>
                  <a:lnTo>
                    <a:pt x="2823582" y="934491"/>
                  </a:lnTo>
                  <a:lnTo>
                    <a:pt x="2815144" y="938797"/>
                  </a:lnTo>
                  <a:lnTo>
                    <a:pt x="2808395" y="945382"/>
                  </a:lnTo>
                  <a:lnTo>
                    <a:pt x="2804400" y="953650"/>
                  </a:lnTo>
                  <a:lnTo>
                    <a:pt x="2795356" y="963614"/>
                  </a:lnTo>
                  <a:lnTo>
                    <a:pt x="2795992" y="970288"/>
                  </a:lnTo>
                  <a:lnTo>
                    <a:pt x="2797506" y="975032"/>
                  </a:lnTo>
                  <a:lnTo>
                    <a:pt x="2796808" y="984920"/>
                  </a:lnTo>
                  <a:lnTo>
                    <a:pt x="2802529" y="994559"/>
                  </a:lnTo>
                  <a:lnTo>
                    <a:pt x="2813872" y="1010353"/>
                  </a:lnTo>
                  <a:lnTo>
                    <a:pt x="2816038" y="1034884"/>
                  </a:lnTo>
                  <a:lnTo>
                    <a:pt x="2824694" y="1051300"/>
                  </a:lnTo>
                  <a:lnTo>
                    <a:pt x="2837959" y="1070440"/>
                  </a:lnTo>
                  <a:lnTo>
                    <a:pt x="2848160" y="1075883"/>
                  </a:lnTo>
                  <a:lnTo>
                    <a:pt x="2848656" y="1083001"/>
                  </a:lnTo>
                  <a:lnTo>
                    <a:pt x="2843948" y="1094756"/>
                  </a:lnTo>
                  <a:lnTo>
                    <a:pt x="2837742" y="1100128"/>
                  </a:lnTo>
                  <a:lnTo>
                    <a:pt x="2845814" y="1099055"/>
                  </a:lnTo>
                  <a:lnTo>
                    <a:pt x="2849835" y="1101741"/>
                  </a:lnTo>
                  <a:lnTo>
                    <a:pt x="2853746" y="1111546"/>
                  </a:lnTo>
                  <a:lnTo>
                    <a:pt x="2853442" y="1121555"/>
                  </a:lnTo>
                  <a:lnTo>
                    <a:pt x="2852119" y="1127194"/>
                  </a:lnTo>
                  <a:lnTo>
                    <a:pt x="2849674" y="1129442"/>
                  </a:lnTo>
                  <a:lnTo>
                    <a:pt x="2849778" y="1123682"/>
                  </a:lnTo>
                  <a:lnTo>
                    <a:pt x="2848046" y="1121682"/>
                  </a:lnTo>
                  <a:lnTo>
                    <a:pt x="2845189" y="1124177"/>
                  </a:lnTo>
                  <a:lnTo>
                    <a:pt x="2843339" y="1127022"/>
                  </a:lnTo>
                  <a:lnTo>
                    <a:pt x="2842569" y="1138231"/>
                  </a:lnTo>
                  <a:lnTo>
                    <a:pt x="2840610" y="1143832"/>
                  </a:lnTo>
                  <a:lnTo>
                    <a:pt x="2833685" y="1145496"/>
                  </a:lnTo>
                  <a:lnTo>
                    <a:pt x="2826662" y="1160203"/>
                  </a:lnTo>
                  <a:lnTo>
                    <a:pt x="2820130" y="1168547"/>
                  </a:lnTo>
                  <a:lnTo>
                    <a:pt x="2794426" y="1224971"/>
                  </a:lnTo>
                  <a:lnTo>
                    <a:pt x="2795408" y="1234401"/>
                  </a:lnTo>
                  <a:lnTo>
                    <a:pt x="2790705" y="1237436"/>
                  </a:lnTo>
                  <a:lnTo>
                    <a:pt x="2783584" y="1239907"/>
                  </a:lnTo>
                  <a:lnTo>
                    <a:pt x="2776380" y="1245546"/>
                  </a:lnTo>
                  <a:lnTo>
                    <a:pt x="2771600" y="1251763"/>
                  </a:lnTo>
                  <a:lnTo>
                    <a:pt x="2767161" y="1268484"/>
                  </a:lnTo>
                  <a:lnTo>
                    <a:pt x="2758655" y="1287306"/>
                  </a:lnTo>
                  <a:lnTo>
                    <a:pt x="2753348" y="1279463"/>
                  </a:lnTo>
                  <a:lnTo>
                    <a:pt x="2751989" y="1272751"/>
                  </a:lnTo>
                  <a:lnTo>
                    <a:pt x="2754350" y="1255243"/>
                  </a:lnTo>
                  <a:lnTo>
                    <a:pt x="2763549" y="1226539"/>
                  </a:lnTo>
                  <a:lnTo>
                    <a:pt x="2773683" y="1208695"/>
                  </a:lnTo>
                  <a:lnTo>
                    <a:pt x="2781414" y="1200236"/>
                  </a:lnTo>
                  <a:lnTo>
                    <a:pt x="2787770" y="1182995"/>
                  </a:lnTo>
                  <a:lnTo>
                    <a:pt x="2779739" y="1180423"/>
                  </a:lnTo>
                  <a:lnTo>
                    <a:pt x="2767497" y="1180702"/>
                  </a:lnTo>
                  <a:lnTo>
                    <a:pt x="2769802" y="1172745"/>
                  </a:lnTo>
                  <a:lnTo>
                    <a:pt x="2773373" y="1165734"/>
                  </a:lnTo>
                  <a:lnTo>
                    <a:pt x="2766991" y="1158749"/>
                  </a:lnTo>
                  <a:lnTo>
                    <a:pt x="2763213" y="1157860"/>
                  </a:lnTo>
                  <a:lnTo>
                    <a:pt x="2759322" y="1154996"/>
                  </a:lnTo>
                  <a:lnTo>
                    <a:pt x="2763885" y="1149179"/>
                  </a:lnTo>
                  <a:lnTo>
                    <a:pt x="2766112" y="1143032"/>
                  </a:lnTo>
                  <a:lnTo>
                    <a:pt x="2764753" y="1135551"/>
                  </a:lnTo>
                  <a:lnTo>
                    <a:pt x="2766665" y="1129918"/>
                  </a:lnTo>
                  <a:lnTo>
                    <a:pt x="2763477" y="1130769"/>
                  </a:lnTo>
                  <a:lnTo>
                    <a:pt x="2758350" y="1136732"/>
                  </a:lnTo>
                  <a:lnTo>
                    <a:pt x="2755162" y="1139113"/>
                  </a:lnTo>
                  <a:lnTo>
                    <a:pt x="2753219" y="1133836"/>
                  </a:lnTo>
                  <a:lnTo>
                    <a:pt x="2751002" y="1135030"/>
                  </a:lnTo>
                  <a:lnTo>
                    <a:pt x="2749560" y="1138656"/>
                  </a:lnTo>
                  <a:lnTo>
                    <a:pt x="2746289" y="1140650"/>
                  </a:lnTo>
                  <a:lnTo>
                    <a:pt x="2739380" y="1135691"/>
                  </a:lnTo>
                  <a:lnTo>
                    <a:pt x="2729308" y="1130013"/>
                  </a:lnTo>
                  <a:lnTo>
                    <a:pt x="2723701" y="1120246"/>
                  </a:lnTo>
                  <a:lnTo>
                    <a:pt x="2720502" y="1112677"/>
                  </a:lnTo>
                  <a:lnTo>
                    <a:pt x="2723752" y="1098979"/>
                  </a:lnTo>
                  <a:lnTo>
                    <a:pt x="2730713" y="1096547"/>
                  </a:lnTo>
                  <a:lnTo>
                    <a:pt x="2739757" y="1098769"/>
                  </a:lnTo>
                  <a:lnTo>
                    <a:pt x="2751612" y="1098750"/>
                  </a:lnTo>
                  <a:lnTo>
                    <a:pt x="2749917" y="1095708"/>
                  </a:lnTo>
                  <a:lnTo>
                    <a:pt x="2745684" y="1096210"/>
                  </a:lnTo>
                  <a:lnTo>
                    <a:pt x="2733189" y="1085097"/>
                  </a:lnTo>
                  <a:lnTo>
                    <a:pt x="2729168" y="1078385"/>
                  </a:lnTo>
                  <a:lnTo>
                    <a:pt x="2722254" y="1076543"/>
                  </a:lnTo>
                  <a:lnTo>
                    <a:pt x="2719101" y="1082995"/>
                  </a:lnTo>
                  <a:lnTo>
                    <a:pt x="2715603" y="1084710"/>
                  </a:lnTo>
                  <a:lnTo>
                    <a:pt x="2719923" y="1070593"/>
                  </a:lnTo>
                  <a:lnTo>
                    <a:pt x="2725571" y="1070015"/>
                  </a:lnTo>
                  <a:lnTo>
                    <a:pt x="2733912" y="1066103"/>
                  </a:lnTo>
                  <a:lnTo>
                    <a:pt x="2731488" y="1057930"/>
                  </a:lnTo>
                  <a:lnTo>
                    <a:pt x="2726223" y="1054355"/>
                  </a:lnTo>
                  <a:lnTo>
                    <a:pt x="2716714" y="1058838"/>
                  </a:lnTo>
                  <a:lnTo>
                    <a:pt x="2716828" y="1053091"/>
                  </a:lnTo>
                  <a:lnTo>
                    <a:pt x="2718610" y="1045731"/>
                  </a:lnTo>
                  <a:lnTo>
                    <a:pt x="2725778" y="1045756"/>
                  </a:lnTo>
                  <a:lnTo>
                    <a:pt x="2732057" y="1048157"/>
                  </a:lnTo>
                  <a:lnTo>
                    <a:pt x="2737400" y="1036269"/>
                  </a:lnTo>
                  <a:lnTo>
                    <a:pt x="2737638" y="1030960"/>
                  </a:lnTo>
                  <a:lnTo>
                    <a:pt x="2728760" y="1038676"/>
                  </a:lnTo>
                  <a:lnTo>
                    <a:pt x="2726765" y="1022031"/>
                  </a:lnTo>
                  <a:lnTo>
                    <a:pt x="2735504" y="1005977"/>
                  </a:lnTo>
                  <a:lnTo>
                    <a:pt x="2743839" y="998979"/>
                  </a:lnTo>
                  <a:lnTo>
                    <a:pt x="2754252" y="999183"/>
                  </a:lnTo>
                  <a:lnTo>
                    <a:pt x="2764836" y="998052"/>
                  </a:lnTo>
                  <a:lnTo>
                    <a:pt x="2758195" y="995112"/>
                  </a:lnTo>
                  <a:lnTo>
                    <a:pt x="2751379" y="993518"/>
                  </a:lnTo>
                  <a:lnTo>
                    <a:pt x="2756500" y="987174"/>
                  </a:lnTo>
                  <a:lnTo>
                    <a:pt x="2760867" y="986037"/>
                  </a:lnTo>
                  <a:lnTo>
                    <a:pt x="2765156" y="980506"/>
                  </a:lnTo>
                  <a:lnTo>
                    <a:pt x="2754841" y="981325"/>
                  </a:lnTo>
                  <a:lnTo>
                    <a:pt x="2756056" y="970860"/>
                  </a:lnTo>
                  <a:lnTo>
                    <a:pt x="2751043" y="972987"/>
                  </a:lnTo>
                  <a:lnTo>
                    <a:pt x="2745043" y="973971"/>
                  </a:lnTo>
                  <a:lnTo>
                    <a:pt x="2742708" y="978410"/>
                  </a:lnTo>
                  <a:lnTo>
                    <a:pt x="2743168" y="985783"/>
                  </a:lnTo>
                  <a:lnTo>
                    <a:pt x="2741416" y="990622"/>
                  </a:lnTo>
                  <a:lnTo>
                    <a:pt x="2736749" y="994509"/>
                  </a:lnTo>
                  <a:lnTo>
                    <a:pt x="2728868" y="997538"/>
                  </a:lnTo>
                  <a:lnTo>
                    <a:pt x="2728104" y="992286"/>
                  </a:lnTo>
                  <a:lnTo>
                    <a:pt x="2725499" y="989905"/>
                  </a:lnTo>
                  <a:lnTo>
                    <a:pt x="2724528" y="1001151"/>
                  </a:lnTo>
                  <a:lnTo>
                    <a:pt x="2722460" y="1004974"/>
                  </a:lnTo>
                  <a:lnTo>
                    <a:pt x="2716698" y="994420"/>
                  </a:lnTo>
                  <a:lnTo>
                    <a:pt x="2714967" y="996547"/>
                  </a:lnTo>
                  <a:lnTo>
                    <a:pt x="2715189" y="999545"/>
                  </a:lnTo>
                  <a:lnTo>
                    <a:pt x="2713717" y="1004726"/>
                  </a:lnTo>
                  <a:lnTo>
                    <a:pt x="2708776" y="1007425"/>
                  </a:lnTo>
                  <a:lnTo>
                    <a:pt x="2709081" y="1014068"/>
                  </a:lnTo>
                  <a:lnTo>
                    <a:pt x="2707164" y="1017688"/>
                  </a:lnTo>
                  <a:lnTo>
                    <a:pt x="2691340" y="1011921"/>
                  </a:lnTo>
                  <a:lnTo>
                    <a:pt x="2690968" y="1013877"/>
                  </a:lnTo>
                  <a:lnTo>
                    <a:pt x="2699919" y="1026311"/>
                  </a:lnTo>
                  <a:lnTo>
                    <a:pt x="2706456" y="1030560"/>
                  </a:lnTo>
                  <a:lnTo>
                    <a:pt x="2707252" y="1037342"/>
                  </a:lnTo>
                  <a:lnTo>
                    <a:pt x="2701640" y="1042968"/>
                  </a:lnTo>
                  <a:lnTo>
                    <a:pt x="2693898" y="1038110"/>
                  </a:lnTo>
                  <a:lnTo>
                    <a:pt x="2692596" y="1038466"/>
                  </a:lnTo>
                  <a:lnTo>
                    <a:pt x="2696803" y="1046798"/>
                  </a:lnTo>
                  <a:lnTo>
                    <a:pt x="2699454" y="1054075"/>
                  </a:lnTo>
                  <a:lnTo>
                    <a:pt x="2696725" y="1060172"/>
                  </a:lnTo>
                  <a:lnTo>
                    <a:pt x="2697149" y="1067678"/>
                  </a:lnTo>
                  <a:lnTo>
                    <a:pt x="2696560" y="1074485"/>
                  </a:lnTo>
                  <a:lnTo>
                    <a:pt x="2694891" y="1080423"/>
                  </a:lnTo>
                  <a:lnTo>
                    <a:pt x="2698653" y="1107793"/>
                  </a:lnTo>
                  <a:lnTo>
                    <a:pt x="2703185" y="1115236"/>
                  </a:lnTo>
                  <a:lnTo>
                    <a:pt x="2707639" y="1122355"/>
                  </a:lnTo>
                  <a:lnTo>
                    <a:pt x="2710001" y="1129016"/>
                  </a:lnTo>
                  <a:lnTo>
                    <a:pt x="2705273" y="1129988"/>
                  </a:lnTo>
                  <a:lnTo>
                    <a:pt x="2697743" y="1124507"/>
                  </a:lnTo>
                  <a:lnTo>
                    <a:pt x="2691129" y="1120329"/>
                  </a:lnTo>
                  <a:lnTo>
                    <a:pt x="2683248" y="1106968"/>
                  </a:lnTo>
                  <a:lnTo>
                    <a:pt x="2681945" y="1101633"/>
                  </a:lnTo>
                  <a:lnTo>
                    <a:pt x="2680023" y="1097417"/>
                  </a:lnTo>
                  <a:lnTo>
                    <a:pt x="2680953" y="1107101"/>
                  </a:lnTo>
                  <a:lnTo>
                    <a:pt x="2683765" y="1117916"/>
                  </a:lnTo>
                  <a:lnTo>
                    <a:pt x="2708446" y="1142117"/>
                  </a:lnTo>
                  <a:lnTo>
                    <a:pt x="2713003" y="1151401"/>
                  </a:lnTo>
                  <a:lnTo>
                    <a:pt x="2716476" y="1158698"/>
                  </a:lnTo>
                  <a:lnTo>
                    <a:pt x="2715603" y="1165690"/>
                  </a:lnTo>
                  <a:lnTo>
                    <a:pt x="2709169" y="1160743"/>
                  </a:lnTo>
                  <a:lnTo>
                    <a:pt x="2703619" y="1154437"/>
                  </a:lnTo>
                  <a:lnTo>
                    <a:pt x="2688886" y="1147312"/>
                  </a:lnTo>
                  <a:lnTo>
                    <a:pt x="2670308" y="1142809"/>
                  </a:lnTo>
                  <a:lnTo>
                    <a:pt x="2659833" y="1126247"/>
                  </a:lnTo>
                  <a:lnTo>
                    <a:pt x="2659869" y="1133157"/>
                  </a:lnTo>
                  <a:lnTo>
                    <a:pt x="2657543" y="1139018"/>
                  </a:lnTo>
                  <a:lnTo>
                    <a:pt x="2651141" y="1131874"/>
                  </a:lnTo>
                  <a:lnTo>
                    <a:pt x="2647105" y="1125778"/>
                  </a:lnTo>
                  <a:lnTo>
                    <a:pt x="2645751" y="1119097"/>
                  </a:lnTo>
                  <a:lnTo>
                    <a:pt x="2637756" y="1119554"/>
                  </a:lnTo>
                  <a:lnTo>
                    <a:pt x="2629374" y="1125358"/>
                  </a:lnTo>
                  <a:lnTo>
                    <a:pt x="2621266" y="1123980"/>
                  </a:lnTo>
                  <a:lnTo>
                    <a:pt x="2620305" y="1112651"/>
                  </a:lnTo>
                  <a:lnTo>
                    <a:pt x="2622496" y="1106650"/>
                  </a:lnTo>
                  <a:lnTo>
                    <a:pt x="2631596" y="1092457"/>
                  </a:lnTo>
                  <a:lnTo>
                    <a:pt x="2640170" y="1085211"/>
                  </a:lnTo>
                  <a:lnTo>
                    <a:pt x="2643952" y="1075857"/>
                  </a:lnTo>
                  <a:lnTo>
                    <a:pt x="2642660" y="1061353"/>
                  </a:lnTo>
                  <a:lnTo>
                    <a:pt x="2641048" y="1076111"/>
                  </a:lnTo>
                  <a:lnTo>
                    <a:pt x="2636149" y="1083427"/>
                  </a:lnTo>
                  <a:lnTo>
                    <a:pt x="2628449" y="1089015"/>
                  </a:lnTo>
                  <a:lnTo>
                    <a:pt x="2618315" y="1098973"/>
                  </a:lnTo>
                  <a:lnTo>
                    <a:pt x="2615840" y="1108181"/>
                  </a:lnTo>
                  <a:lnTo>
                    <a:pt x="2612677" y="1125422"/>
                  </a:lnTo>
                  <a:lnTo>
                    <a:pt x="2616956" y="1131258"/>
                  </a:lnTo>
                  <a:lnTo>
                    <a:pt x="2621328" y="1132782"/>
                  </a:lnTo>
                  <a:lnTo>
                    <a:pt x="2634242" y="1128870"/>
                  </a:lnTo>
                  <a:lnTo>
                    <a:pt x="2640924" y="1130617"/>
                  </a:lnTo>
                  <a:lnTo>
                    <a:pt x="2655786" y="1151376"/>
                  </a:lnTo>
                  <a:lnTo>
                    <a:pt x="2683460" y="1159587"/>
                  </a:lnTo>
                  <a:lnTo>
                    <a:pt x="2693552" y="1164718"/>
                  </a:lnTo>
                  <a:lnTo>
                    <a:pt x="2701779" y="1175552"/>
                  </a:lnTo>
                  <a:lnTo>
                    <a:pt x="2714146" y="1181788"/>
                  </a:lnTo>
                  <a:lnTo>
                    <a:pt x="2723742" y="1190850"/>
                  </a:lnTo>
                  <a:lnTo>
                    <a:pt x="2724000" y="1196762"/>
                  </a:lnTo>
                  <a:lnTo>
                    <a:pt x="2720678" y="1203754"/>
                  </a:lnTo>
                  <a:lnTo>
                    <a:pt x="2719365" y="1213216"/>
                  </a:lnTo>
                  <a:lnTo>
                    <a:pt x="2715288" y="1219185"/>
                  </a:lnTo>
                  <a:lnTo>
                    <a:pt x="2705500" y="1219871"/>
                  </a:lnTo>
                  <a:lnTo>
                    <a:pt x="2699588" y="1218334"/>
                  </a:lnTo>
                  <a:lnTo>
                    <a:pt x="2667807" y="1185071"/>
                  </a:lnTo>
                  <a:lnTo>
                    <a:pt x="2664013" y="1182010"/>
                  </a:lnTo>
                  <a:lnTo>
                    <a:pt x="2652226" y="1164591"/>
                  </a:lnTo>
                  <a:lnTo>
                    <a:pt x="2638397" y="1155262"/>
                  </a:lnTo>
                  <a:lnTo>
                    <a:pt x="2634118" y="1155459"/>
                  </a:lnTo>
                  <a:lnTo>
                    <a:pt x="2653802" y="1172713"/>
                  </a:lnTo>
                  <a:lnTo>
                    <a:pt x="2661838" y="1184779"/>
                  </a:lnTo>
                  <a:lnTo>
                    <a:pt x="2675992" y="1201696"/>
                  </a:lnTo>
                  <a:lnTo>
                    <a:pt x="2686111" y="1208860"/>
                  </a:lnTo>
                  <a:lnTo>
                    <a:pt x="2693557" y="1220036"/>
                  </a:lnTo>
                  <a:lnTo>
                    <a:pt x="2700477" y="1225275"/>
                  </a:lnTo>
                  <a:lnTo>
                    <a:pt x="2719370" y="1232737"/>
                  </a:lnTo>
                  <a:lnTo>
                    <a:pt x="2712802" y="1238097"/>
                  </a:lnTo>
                  <a:lnTo>
                    <a:pt x="2723287" y="1242663"/>
                  </a:lnTo>
                  <a:lnTo>
                    <a:pt x="2724786" y="1251058"/>
                  </a:lnTo>
                  <a:lnTo>
                    <a:pt x="2723825" y="1260628"/>
                  </a:lnTo>
                  <a:lnTo>
                    <a:pt x="2709272" y="1256843"/>
                  </a:lnTo>
                  <a:lnTo>
                    <a:pt x="2708797" y="1263892"/>
                  </a:lnTo>
                  <a:lnTo>
                    <a:pt x="2710099" y="1268052"/>
                  </a:lnTo>
                  <a:lnTo>
                    <a:pt x="2703671" y="1271487"/>
                  </a:lnTo>
                  <a:lnTo>
                    <a:pt x="2694730" y="1266826"/>
                  </a:lnTo>
                  <a:lnTo>
                    <a:pt x="2671517" y="1241329"/>
                  </a:lnTo>
                  <a:lnTo>
                    <a:pt x="2671713" y="1244739"/>
                  </a:lnTo>
                  <a:lnTo>
                    <a:pt x="2673594" y="1248696"/>
                  </a:lnTo>
                  <a:lnTo>
                    <a:pt x="2687056" y="1265111"/>
                  </a:lnTo>
                  <a:lnTo>
                    <a:pt x="2699071" y="1274955"/>
                  </a:lnTo>
                  <a:lnTo>
                    <a:pt x="2709257" y="1279400"/>
                  </a:lnTo>
                  <a:lnTo>
                    <a:pt x="2717107" y="1287649"/>
                  </a:lnTo>
                  <a:lnTo>
                    <a:pt x="2719877" y="1292640"/>
                  </a:lnTo>
                  <a:lnTo>
                    <a:pt x="2721727" y="1300210"/>
                  </a:lnTo>
                  <a:lnTo>
                    <a:pt x="2715908" y="1305354"/>
                  </a:lnTo>
                  <a:lnTo>
                    <a:pt x="2709283" y="1308193"/>
                  </a:lnTo>
                  <a:lnTo>
                    <a:pt x="2702813" y="1303061"/>
                  </a:lnTo>
                  <a:lnTo>
                    <a:pt x="2698069" y="1297657"/>
                  </a:lnTo>
                  <a:lnTo>
                    <a:pt x="2687966" y="1288481"/>
                  </a:lnTo>
                  <a:lnTo>
                    <a:pt x="2684938" y="1278225"/>
                  </a:lnTo>
                  <a:lnTo>
                    <a:pt x="2677253" y="1278752"/>
                  </a:lnTo>
                  <a:lnTo>
                    <a:pt x="2645136" y="1265747"/>
                  </a:lnTo>
                  <a:lnTo>
                    <a:pt x="2619323" y="1264248"/>
                  </a:lnTo>
                  <a:lnTo>
                    <a:pt x="2621845" y="1266864"/>
                  </a:lnTo>
                  <a:lnTo>
                    <a:pt x="2625111" y="1268604"/>
                  </a:lnTo>
                  <a:lnTo>
                    <a:pt x="2645668" y="1271811"/>
                  </a:lnTo>
                  <a:lnTo>
                    <a:pt x="2653792" y="1277800"/>
                  </a:lnTo>
                  <a:lnTo>
                    <a:pt x="2670700" y="1283115"/>
                  </a:lnTo>
                  <a:lnTo>
                    <a:pt x="2680602" y="1284569"/>
                  </a:lnTo>
                  <a:lnTo>
                    <a:pt x="2684617" y="1300896"/>
                  </a:lnTo>
                  <a:lnTo>
                    <a:pt x="2698301" y="1312130"/>
                  </a:lnTo>
                  <a:lnTo>
                    <a:pt x="2700079" y="1320455"/>
                  </a:lnTo>
                  <a:lnTo>
                    <a:pt x="2709422" y="1321389"/>
                  </a:lnTo>
                  <a:lnTo>
                    <a:pt x="2725861" y="1313222"/>
                  </a:lnTo>
                  <a:lnTo>
                    <a:pt x="2736470" y="1316086"/>
                  </a:lnTo>
                  <a:lnTo>
                    <a:pt x="2751772" y="1318423"/>
                  </a:lnTo>
                  <a:lnTo>
                    <a:pt x="2755270" y="1325015"/>
                  </a:lnTo>
                  <a:lnTo>
                    <a:pt x="2757896" y="1337557"/>
                  </a:lnTo>
                  <a:lnTo>
                    <a:pt x="2763306" y="1351667"/>
                  </a:lnTo>
                  <a:lnTo>
                    <a:pt x="2777337" y="1407303"/>
                  </a:lnTo>
                  <a:lnTo>
                    <a:pt x="2798416" y="1452810"/>
                  </a:lnTo>
                  <a:lnTo>
                    <a:pt x="2801010" y="1460646"/>
                  </a:lnTo>
                  <a:lnTo>
                    <a:pt x="2796111" y="1453769"/>
                  </a:lnTo>
                  <a:lnTo>
                    <a:pt x="2780473" y="1423630"/>
                  </a:lnTo>
                  <a:lnTo>
                    <a:pt x="2771843" y="1401867"/>
                  </a:lnTo>
                  <a:lnTo>
                    <a:pt x="2762975" y="1363441"/>
                  </a:lnTo>
                  <a:lnTo>
                    <a:pt x="2760402" y="1354836"/>
                  </a:lnTo>
                  <a:lnTo>
                    <a:pt x="2757374" y="1351401"/>
                  </a:lnTo>
                  <a:lnTo>
                    <a:pt x="2755379" y="1354195"/>
                  </a:lnTo>
                  <a:lnTo>
                    <a:pt x="2754521" y="1359091"/>
                  </a:lnTo>
                  <a:lnTo>
                    <a:pt x="2755968" y="1362850"/>
                  </a:lnTo>
                  <a:lnTo>
                    <a:pt x="2752475" y="1375500"/>
                  </a:lnTo>
                  <a:lnTo>
                    <a:pt x="2753989" y="1381305"/>
                  </a:lnTo>
                  <a:lnTo>
                    <a:pt x="2759663" y="1387306"/>
                  </a:lnTo>
                  <a:lnTo>
                    <a:pt x="2765828" y="1402280"/>
                  </a:lnTo>
                  <a:lnTo>
                    <a:pt x="2770753" y="1422442"/>
                  </a:lnTo>
                  <a:lnTo>
                    <a:pt x="2764092" y="1414269"/>
                  </a:lnTo>
                  <a:lnTo>
                    <a:pt x="2756981" y="1409938"/>
                  </a:lnTo>
                  <a:lnTo>
                    <a:pt x="2745917" y="1406617"/>
                  </a:lnTo>
                  <a:lnTo>
                    <a:pt x="2736062" y="1400794"/>
                  </a:lnTo>
                  <a:lnTo>
                    <a:pt x="2736780" y="1409145"/>
                  </a:lnTo>
                  <a:lnTo>
                    <a:pt x="2735835" y="1418162"/>
                  </a:lnTo>
                  <a:lnTo>
                    <a:pt x="2728238" y="1415412"/>
                  </a:lnTo>
                  <a:lnTo>
                    <a:pt x="2723070" y="1412421"/>
                  </a:lnTo>
                  <a:lnTo>
                    <a:pt x="2727644" y="1422030"/>
                  </a:lnTo>
                  <a:lnTo>
                    <a:pt x="2717716" y="1419147"/>
                  </a:lnTo>
                  <a:lnTo>
                    <a:pt x="2711102" y="1419750"/>
                  </a:lnTo>
                  <a:lnTo>
                    <a:pt x="2706802" y="1428278"/>
                  </a:lnTo>
                  <a:lnTo>
                    <a:pt x="2701035" y="1433454"/>
                  </a:lnTo>
                  <a:lnTo>
                    <a:pt x="2692508" y="1435124"/>
                  </a:lnTo>
                  <a:lnTo>
                    <a:pt x="2679858" y="1427326"/>
                  </a:lnTo>
                  <a:lnTo>
                    <a:pt x="2675760" y="1417857"/>
                  </a:lnTo>
                  <a:lnTo>
                    <a:pt x="2674065" y="1407316"/>
                  </a:lnTo>
                  <a:lnTo>
                    <a:pt x="2673388" y="1419782"/>
                  </a:lnTo>
                  <a:lnTo>
                    <a:pt x="2675641" y="1432762"/>
                  </a:lnTo>
                  <a:lnTo>
                    <a:pt x="2674850" y="1442630"/>
                  </a:lnTo>
                  <a:lnTo>
                    <a:pt x="2687031" y="1444446"/>
                  </a:lnTo>
                  <a:lnTo>
                    <a:pt x="2698420" y="1442833"/>
                  </a:lnTo>
                  <a:lnTo>
                    <a:pt x="2713789" y="1443246"/>
                  </a:lnTo>
                  <a:lnTo>
                    <a:pt x="2723814" y="1441398"/>
                  </a:lnTo>
                  <a:lnTo>
                    <a:pt x="2729850" y="1438261"/>
                  </a:lnTo>
                  <a:lnTo>
                    <a:pt x="2744325" y="1440979"/>
                  </a:lnTo>
                  <a:lnTo>
                    <a:pt x="2745353" y="1452899"/>
                  </a:lnTo>
                  <a:lnTo>
                    <a:pt x="2743700" y="1464749"/>
                  </a:lnTo>
                  <a:lnTo>
                    <a:pt x="2742863" y="1477367"/>
                  </a:lnTo>
                  <a:lnTo>
                    <a:pt x="2746873" y="1477284"/>
                  </a:lnTo>
                  <a:lnTo>
                    <a:pt x="2751586" y="1473252"/>
                  </a:lnTo>
                  <a:lnTo>
                    <a:pt x="2753942" y="1450651"/>
                  </a:lnTo>
                  <a:lnTo>
                    <a:pt x="2767172" y="1442300"/>
                  </a:lnTo>
                  <a:lnTo>
                    <a:pt x="2771605" y="1442872"/>
                  </a:lnTo>
                  <a:lnTo>
                    <a:pt x="2775817" y="1450136"/>
                  </a:lnTo>
                  <a:lnTo>
                    <a:pt x="2777233" y="1457503"/>
                  </a:lnTo>
                  <a:lnTo>
                    <a:pt x="2778727" y="1467619"/>
                  </a:lnTo>
                  <a:lnTo>
                    <a:pt x="2775636" y="1483031"/>
                  </a:lnTo>
                  <a:lnTo>
                    <a:pt x="2755312" y="1501054"/>
                  </a:lnTo>
                  <a:lnTo>
                    <a:pt x="2740754" y="1517717"/>
                  </a:lnTo>
                  <a:lnTo>
                    <a:pt x="2733313" y="1521115"/>
                  </a:lnTo>
                  <a:lnTo>
                    <a:pt x="2722579" y="1519178"/>
                  </a:lnTo>
                  <a:lnTo>
                    <a:pt x="2710409" y="1514987"/>
                  </a:lnTo>
                  <a:lnTo>
                    <a:pt x="2704441" y="1514142"/>
                  </a:lnTo>
                  <a:lnTo>
                    <a:pt x="2699903" y="1515539"/>
                  </a:lnTo>
                  <a:lnTo>
                    <a:pt x="2697139" y="1510408"/>
                  </a:lnTo>
                  <a:lnTo>
                    <a:pt x="2695356" y="1501047"/>
                  </a:lnTo>
                  <a:lnTo>
                    <a:pt x="2690622" y="1497942"/>
                  </a:lnTo>
                  <a:lnTo>
                    <a:pt x="2687041" y="1498285"/>
                  </a:lnTo>
                  <a:lnTo>
                    <a:pt x="2684597" y="1508230"/>
                  </a:lnTo>
                  <a:lnTo>
                    <a:pt x="2673243" y="1511056"/>
                  </a:lnTo>
                  <a:lnTo>
                    <a:pt x="2657807" y="1506947"/>
                  </a:lnTo>
                  <a:lnTo>
                    <a:pt x="2641642" y="1498584"/>
                  </a:lnTo>
                  <a:lnTo>
                    <a:pt x="2648577" y="1507557"/>
                  </a:lnTo>
                  <a:lnTo>
                    <a:pt x="2688689" y="1524296"/>
                  </a:lnTo>
                  <a:lnTo>
                    <a:pt x="2693206" y="1527427"/>
                  </a:lnTo>
                  <a:lnTo>
                    <a:pt x="2697423" y="1532006"/>
                  </a:lnTo>
                  <a:lnTo>
                    <a:pt x="2691811" y="1539188"/>
                  </a:lnTo>
                  <a:lnTo>
                    <a:pt x="2687413" y="1547278"/>
                  </a:lnTo>
                  <a:lnTo>
                    <a:pt x="2686793" y="1553629"/>
                  </a:lnTo>
                  <a:lnTo>
                    <a:pt x="2685242" y="1557636"/>
                  </a:lnTo>
                  <a:lnTo>
                    <a:pt x="2669248" y="1568431"/>
                  </a:lnTo>
                  <a:lnTo>
                    <a:pt x="2660582" y="1566526"/>
                  </a:lnTo>
                  <a:lnTo>
                    <a:pt x="2638438" y="1547062"/>
                  </a:lnTo>
                  <a:lnTo>
                    <a:pt x="2648526" y="1563897"/>
                  </a:lnTo>
                  <a:lnTo>
                    <a:pt x="2656603" y="1571041"/>
                  </a:lnTo>
                  <a:lnTo>
                    <a:pt x="2672866" y="1574852"/>
                  </a:lnTo>
                  <a:lnTo>
                    <a:pt x="2703371" y="1568558"/>
                  </a:lnTo>
                  <a:lnTo>
                    <a:pt x="2713376" y="1575430"/>
                  </a:lnTo>
                  <a:lnTo>
                    <a:pt x="2705164" y="1587603"/>
                  </a:lnTo>
                  <a:lnTo>
                    <a:pt x="2697004" y="1596145"/>
                  </a:lnTo>
                  <a:lnTo>
                    <a:pt x="2686302" y="1597097"/>
                  </a:lnTo>
                  <a:lnTo>
                    <a:pt x="2676876" y="1599409"/>
                  </a:lnTo>
                  <a:lnTo>
                    <a:pt x="2674111" y="1605283"/>
                  </a:lnTo>
                  <a:lnTo>
                    <a:pt x="2667393" y="1605651"/>
                  </a:lnTo>
                  <a:lnTo>
                    <a:pt x="2656892" y="1606000"/>
                  </a:lnTo>
                  <a:lnTo>
                    <a:pt x="2640635" y="1606534"/>
                  </a:lnTo>
                  <a:lnTo>
                    <a:pt x="2631705" y="1605162"/>
                  </a:lnTo>
                  <a:lnTo>
                    <a:pt x="2619230" y="1617164"/>
                  </a:lnTo>
                  <a:lnTo>
                    <a:pt x="2614522" y="1618815"/>
                  </a:lnTo>
                  <a:lnTo>
                    <a:pt x="2607944" y="1616561"/>
                  </a:lnTo>
                  <a:lnTo>
                    <a:pt x="2605184" y="1606921"/>
                  </a:lnTo>
                  <a:lnTo>
                    <a:pt x="2602244" y="1602184"/>
                  </a:lnTo>
                  <a:lnTo>
                    <a:pt x="2602171" y="1620219"/>
                  </a:lnTo>
                  <a:lnTo>
                    <a:pt x="2603324" y="1625077"/>
                  </a:lnTo>
                  <a:lnTo>
                    <a:pt x="2605680" y="1628741"/>
                  </a:lnTo>
                  <a:lnTo>
                    <a:pt x="2591087" y="1638527"/>
                  </a:lnTo>
                  <a:lnTo>
                    <a:pt x="2577118" y="1650733"/>
                  </a:lnTo>
                  <a:lnTo>
                    <a:pt x="2572111" y="1654054"/>
                  </a:lnTo>
                  <a:lnTo>
                    <a:pt x="2566421" y="1660169"/>
                  </a:lnTo>
                  <a:lnTo>
                    <a:pt x="2554768" y="1677830"/>
                  </a:lnTo>
                  <a:lnTo>
                    <a:pt x="2551889" y="1690708"/>
                  </a:lnTo>
                  <a:lnTo>
                    <a:pt x="2547678" y="1705066"/>
                  </a:lnTo>
                  <a:lnTo>
                    <a:pt x="2547145" y="1698602"/>
                  </a:lnTo>
                  <a:lnTo>
                    <a:pt x="2547869" y="1687717"/>
                  </a:lnTo>
                  <a:lnTo>
                    <a:pt x="2544985" y="1675251"/>
                  </a:lnTo>
                  <a:lnTo>
                    <a:pt x="2543156" y="1698087"/>
                  </a:lnTo>
                  <a:lnTo>
                    <a:pt x="2538629" y="1708699"/>
                  </a:lnTo>
                  <a:lnTo>
                    <a:pt x="2497086" y="1707950"/>
                  </a:lnTo>
                  <a:lnTo>
                    <a:pt x="2478900" y="1713716"/>
                  </a:lnTo>
                  <a:lnTo>
                    <a:pt x="2450984" y="1733116"/>
                  </a:lnTo>
                  <a:lnTo>
                    <a:pt x="2442638" y="1741619"/>
                  </a:lnTo>
                  <a:lnTo>
                    <a:pt x="2419580" y="1774495"/>
                  </a:lnTo>
                  <a:lnTo>
                    <a:pt x="2413694" y="1795534"/>
                  </a:lnTo>
                  <a:lnTo>
                    <a:pt x="2408976" y="1786688"/>
                  </a:lnTo>
                  <a:lnTo>
                    <a:pt x="2410144" y="1780052"/>
                  </a:lnTo>
                  <a:lnTo>
                    <a:pt x="2410237" y="1774629"/>
                  </a:lnTo>
                  <a:lnTo>
                    <a:pt x="2404428" y="1786263"/>
                  </a:lnTo>
                  <a:lnTo>
                    <a:pt x="2409942" y="1803205"/>
                  </a:lnTo>
                  <a:lnTo>
                    <a:pt x="2404992" y="1809676"/>
                  </a:lnTo>
                  <a:lnTo>
                    <a:pt x="2389762" y="1821755"/>
                  </a:lnTo>
                  <a:lnTo>
                    <a:pt x="2381427" y="1823736"/>
                  </a:lnTo>
                  <a:lnTo>
                    <a:pt x="2372068" y="1827172"/>
                  </a:lnTo>
                  <a:lnTo>
                    <a:pt x="2369122" y="1839085"/>
                  </a:lnTo>
                  <a:lnTo>
                    <a:pt x="2356415" y="1850071"/>
                  </a:lnTo>
                  <a:lnTo>
                    <a:pt x="2349010" y="1854936"/>
                  </a:lnTo>
                  <a:lnTo>
                    <a:pt x="2335449" y="1851989"/>
                  </a:lnTo>
                  <a:lnTo>
                    <a:pt x="2339625" y="1862569"/>
                  </a:lnTo>
                  <a:lnTo>
                    <a:pt x="2334643" y="1870577"/>
                  </a:lnTo>
                  <a:lnTo>
                    <a:pt x="2326065" y="1876718"/>
                  </a:lnTo>
                  <a:lnTo>
                    <a:pt x="2315399" y="1880725"/>
                  </a:lnTo>
                  <a:lnTo>
                    <a:pt x="2309285" y="1880236"/>
                  </a:lnTo>
                  <a:lnTo>
                    <a:pt x="2304061" y="1882363"/>
                  </a:lnTo>
                  <a:lnTo>
                    <a:pt x="2299968" y="1887456"/>
                  </a:lnTo>
                  <a:lnTo>
                    <a:pt x="2289968" y="1892219"/>
                  </a:lnTo>
                  <a:lnTo>
                    <a:pt x="2279581" y="1889539"/>
                  </a:lnTo>
                  <a:lnTo>
                    <a:pt x="2267809" y="1887932"/>
                  </a:lnTo>
                  <a:lnTo>
                    <a:pt x="2261251" y="1890790"/>
                  </a:lnTo>
                  <a:lnTo>
                    <a:pt x="2272274" y="1895515"/>
                  </a:lnTo>
                  <a:lnTo>
                    <a:pt x="2278176" y="1902360"/>
                  </a:lnTo>
                  <a:lnTo>
                    <a:pt x="2276961" y="1911588"/>
                  </a:lnTo>
                  <a:lnTo>
                    <a:pt x="2274010" y="1915150"/>
                  </a:lnTo>
                  <a:lnTo>
                    <a:pt x="2267055" y="1919976"/>
                  </a:lnTo>
                  <a:lnTo>
                    <a:pt x="2264001" y="1919259"/>
                  </a:lnTo>
                  <a:lnTo>
                    <a:pt x="2262135" y="1914909"/>
                  </a:lnTo>
                  <a:lnTo>
                    <a:pt x="2259872" y="1905847"/>
                  </a:lnTo>
                  <a:lnTo>
                    <a:pt x="2256637" y="1907777"/>
                  </a:lnTo>
                  <a:lnTo>
                    <a:pt x="2256078" y="1912000"/>
                  </a:lnTo>
                  <a:lnTo>
                    <a:pt x="2253298" y="1913505"/>
                  </a:lnTo>
                  <a:lnTo>
                    <a:pt x="2243433" y="1899071"/>
                  </a:lnTo>
                  <a:lnTo>
                    <a:pt x="2243924" y="1910082"/>
                  </a:lnTo>
                  <a:lnTo>
                    <a:pt x="2247371" y="1918541"/>
                  </a:lnTo>
                  <a:lnTo>
                    <a:pt x="2250704" y="1922834"/>
                  </a:lnTo>
                  <a:lnTo>
                    <a:pt x="2254068" y="1925361"/>
                  </a:lnTo>
                  <a:lnTo>
                    <a:pt x="2254895" y="1929286"/>
                  </a:lnTo>
                  <a:lnTo>
                    <a:pt x="2248146" y="1938850"/>
                  </a:lnTo>
                  <a:lnTo>
                    <a:pt x="2244673" y="1940977"/>
                  </a:lnTo>
                  <a:lnTo>
                    <a:pt x="2238493" y="1942527"/>
                  </a:lnTo>
                  <a:lnTo>
                    <a:pt x="2235015" y="1948420"/>
                  </a:lnTo>
                  <a:lnTo>
                    <a:pt x="2236043" y="1953494"/>
                  </a:lnTo>
                  <a:lnTo>
                    <a:pt x="2230638" y="1964505"/>
                  </a:lnTo>
                  <a:lnTo>
                    <a:pt x="2217713" y="1971383"/>
                  </a:lnTo>
                  <a:lnTo>
                    <a:pt x="2213765" y="1971116"/>
                  </a:lnTo>
                  <a:lnTo>
                    <a:pt x="2210546" y="1973129"/>
                  </a:lnTo>
                  <a:lnTo>
                    <a:pt x="2212427" y="1978032"/>
                  </a:lnTo>
                  <a:lnTo>
                    <a:pt x="2215651" y="1981601"/>
                  </a:lnTo>
                  <a:lnTo>
                    <a:pt x="2215538" y="1984915"/>
                  </a:lnTo>
                  <a:lnTo>
                    <a:pt x="2212122" y="1989418"/>
                  </a:lnTo>
                  <a:lnTo>
                    <a:pt x="2205378" y="1990675"/>
                  </a:lnTo>
                  <a:lnTo>
                    <a:pt x="2201590" y="1995813"/>
                  </a:lnTo>
                  <a:lnTo>
                    <a:pt x="2202789" y="2000658"/>
                  </a:lnTo>
                  <a:lnTo>
                    <a:pt x="2205016" y="2003363"/>
                  </a:lnTo>
                  <a:lnTo>
                    <a:pt x="2204551" y="2008025"/>
                  </a:lnTo>
                  <a:lnTo>
                    <a:pt x="2196882" y="2012705"/>
                  </a:lnTo>
                  <a:lnTo>
                    <a:pt x="2195084" y="2017309"/>
                  </a:lnTo>
                  <a:lnTo>
                    <a:pt x="2198892" y="2018668"/>
                  </a:lnTo>
                  <a:lnTo>
                    <a:pt x="2201822" y="2017309"/>
                  </a:lnTo>
                  <a:lnTo>
                    <a:pt x="2203967" y="2018299"/>
                  </a:lnTo>
                  <a:lnTo>
                    <a:pt x="2199368" y="2025996"/>
                  </a:lnTo>
                  <a:lnTo>
                    <a:pt x="2195239" y="2030689"/>
                  </a:lnTo>
                  <a:lnTo>
                    <a:pt x="2191316" y="2039122"/>
                  </a:lnTo>
                  <a:lnTo>
                    <a:pt x="2182216" y="2041453"/>
                  </a:lnTo>
                  <a:lnTo>
                    <a:pt x="2182557" y="2044177"/>
                  </a:lnTo>
                  <a:lnTo>
                    <a:pt x="2187699" y="2046590"/>
                  </a:lnTo>
                  <a:lnTo>
                    <a:pt x="2192004" y="2053074"/>
                  </a:lnTo>
                  <a:lnTo>
                    <a:pt x="2183916" y="2065045"/>
                  </a:lnTo>
                  <a:lnTo>
                    <a:pt x="2178867" y="2064060"/>
                  </a:lnTo>
                  <a:lnTo>
                    <a:pt x="2175782" y="2061425"/>
                  </a:lnTo>
                  <a:lnTo>
                    <a:pt x="2173813" y="2070874"/>
                  </a:lnTo>
                  <a:lnTo>
                    <a:pt x="2174568" y="2075917"/>
                  </a:lnTo>
                  <a:lnTo>
                    <a:pt x="2172645" y="2086223"/>
                  </a:lnTo>
                  <a:lnTo>
                    <a:pt x="2169555" y="2098613"/>
                  </a:lnTo>
                  <a:lnTo>
                    <a:pt x="2167457" y="2103699"/>
                  </a:lnTo>
                  <a:lnTo>
                    <a:pt x="2167902" y="2113174"/>
                  </a:lnTo>
                  <a:lnTo>
                    <a:pt x="2169199" y="2122325"/>
                  </a:lnTo>
                  <a:lnTo>
                    <a:pt x="2174149" y="2134118"/>
                  </a:lnTo>
                  <a:lnTo>
                    <a:pt x="2181710" y="2182343"/>
                  </a:lnTo>
                  <a:lnTo>
                    <a:pt x="2186857" y="2199089"/>
                  </a:lnTo>
                  <a:lnTo>
                    <a:pt x="2196128" y="2244272"/>
                  </a:lnTo>
                  <a:lnTo>
                    <a:pt x="2211471" y="2288077"/>
                  </a:lnTo>
                  <a:lnTo>
                    <a:pt x="2233118" y="2341026"/>
                  </a:lnTo>
                  <a:lnTo>
                    <a:pt x="2268646" y="2405203"/>
                  </a:lnTo>
                  <a:lnTo>
                    <a:pt x="2272899" y="2414348"/>
                  </a:lnTo>
                  <a:lnTo>
                    <a:pt x="2268274" y="2422102"/>
                  </a:lnTo>
                  <a:lnTo>
                    <a:pt x="2266863" y="2430135"/>
                  </a:lnTo>
                  <a:lnTo>
                    <a:pt x="2266460" y="2442245"/>
                  </a:lnTo>
                  <a:lnTo>
                    <a:pt x="2267742" y="2454044"/>
                  </a:lnTo>
                  <a:lnTo>
                    <a:pt x="2271943" y="2468453"/>
                  </a:lnTo>
                  <a:lnTo>
                    <a:pt x="2280015" y="2490483"/>
                  </a:lnTo>
                  <a:lnTo>
                    <a:pt x="2275499" y="2486088"/>
                  </a:lnTo>
                  <a:lnTo>
                    <a:pt x="2263809" y="2454470"/>
                  </a:lnTo>
                  <a:lnTo>
                    <a:pt x="2262450" y="2435901"/>
                  </a:lnTo>
                  <a:lnTo>
                    <a:pt x="2264135" y="2409560"/>
                  </a:lnTo>
                  <a:lnTo>
                    <a:pt x="2261391" y="2410195"/>
                  </a:lnTo>
                  <a:lnTo>
                    <a:pt x="2259164" y="2418755"/>
                  </a:lnTo>
                  <a:lnTo>
                    <a:pt x="2257939" y="2428808"/>
                  </a:lnTo>
                  <a:lnTo>
                    <a:pt x="2254973" y="2432700"/>
                  </a:lnTo>
                  <a:lnTo>
                    <a:pt x="2250926" y="2417364"/>
                  </a:lnTo>
                  <a:lnTo>
                    <a:pt x="2251210" y="2410430"/>
                  </a:lnTo>
                  <a:lnTo>
                    <a:pt x="2255505" y="2402327"/>
                  </a:lnTo>
                  <a:lnTo>
                    <a:pt x="2254259" y="2399412"/>
                  </a:lnTo>
                  <a:lnTo>
                    <a:pt x="2247309" y="2395265"/>
                  </a:lnTo>
                  <a:lnTo>
                    <a:pt x="2245831" y="2388743"/>
                  </a:lnTo>
                  <a:lnTo>
                    <a:pt x="2246771" y="2382304"/>
                  </a:lnTo>
                  <a:lnTo>
                    <a:pt x="2242782" y="2378862"/>
                  </a:lnTo>
                  <a:lnTo>
                    <a:pt x="2239661" y="2379027"/>
                  </a:lnTo>
                  <a:lnTo>
                    <a:pt x="2241753" y="2394903"/>
                  </a:lnTo>
                  <a:lnTo>
                    <a:pt x="2245056" y="2404651"/>
                  </a:lnTo>
                  <a:lnTo>
                    <a:pt x="2249138" y="2428014"/>
                  </a:lnTo>
                  <a:lnTo>
                    <a:pt x="2255727" y="2442169"/>
                  </a:lnTo>
                  <a:lnTo>
                    <a:pt x="2259567" y="2454038"/>
                  </a:lnTo>
                  <a:lnTo>
                    <a:pt x="2304438" y="2580696"/>
                  </a:lnTo>
                  <a:lnTo>
                    <a:pt x="2315058" y="2596826"/>
                  </a:lnTo>
                  <a:lnTo>
                    <a:pt x="2318985" y="2608409"/>
                  </a:lnTo>
                  <a:lnTo>
                    <a:pt x="2323073" y="2632630"/>
                  </a:lnTo>
                  <a:lnTo>
                    <a:pt x="2323998" y="2663728"/>
                  </a:lnTo>
                  <a:lnTo>
                    <a:pt x="2316665" y="2720564"/>
                  </a:lnTo>
                  <a:lnTo>
                    <a:pt x="2314996" y="2759333"/>
                  </a:lnTo>
                  <a:lnTo>
                    <a:pt x="2313947" y="2758145"/>
                  </a:lnTo>
                  <a:lnTo>
                    <a:pt x="2313244" y="2754062"/>
                  </a:lnTo>
                  <a:lnTo>
                    <a:pt x="2311549" y="2753503"/>
                  </a:lnTo>
                  <a:lnTo>
                    <a:pt x="2305182" y="2771265"/>
                  </a:lnTo>
                  <a:lnTo>
                    <a:pt x="2296531" y="2787287"/>
                  </a:lnTo>
                  <a:lnTo>
                    <a:pt x="2293684" y="2812187"/>
                  </a:lnTo>
                  <a:lnTo>
                    <a:pt x="2289534" y="2824653"/>
                  </a:lnTo>
                  <a:lnTo>
                    <a:pt x="2277075" y="2837843"/>
                  </a:lnTo>
                  <a:lnTo>
                    <a:pt x="2269354" y="2837506"/>
                  </a:lnTo>
                  <a:lnTo>
                    <a:pt x="2250420" y="2847400"/>
                  </a:lnTo>
                  <a:lnTo>
                    <a:pt x="2237118" y="2844822"/>
                  </a:lnTo>
                  <a:lnTo>
                    <a:pt x="2221269" y="2850404"/>
                  </a:lnTo>
                  <a:lnTo>
                    <a:pt x="2210840" y="2849781"/>
                  </a:lnTo>
                  <a:lnTo>
                    <a:pt x="2204820" y="2838014"/>
                  </a:lnTo>
                  <a:lnTo>
                    <a:pt x="2205740" y="2832750"/>
                  </a:lnTo>
                  <a:lnTo>
                    <a:pt x="2208137" y="2827460"/>
                  </a:lnTo>
                  <a:lnTo>
                    <a:pt x="2212199" y="2826228"/>
                  </a:lnTo>
                  <a:lnTo>
                    <a:pt x="2226199" y="2838560"/>
                  </a:lnTo>
                  <a:lnTo>
                    <a:pt x="2228839" y="2833372"/>
                  </a:lnTo>
                  <a:lnTo>
                    <a:pt x="2224612" y="2827199"/>
                  </a:lnTo>
                  <a:lnTo>
                    <a:pt x="2216519" y="2823757"/>
                  </a:lnTo>
                  <a:lnTo>
                    <a:pt x="2210540" y="2819973"/>
                  </a:lnTo>
                  <a:lnTo>
                    <a:pt x="2198494" y="2791859"/>
                  </a:lnTo>
                  <a:lnTo>
                    <a:pt x="2186014" y="2772554"/>
                  </a:lnTo>
                  <a:lnTo>
                    <a:pt x="2183911" y="2759650"/>
                  </a:lnTo>
                  <a:lnTo>
                    <a:pt x="2162393" y="2751782"/>
                  </a:lnTo>
                  <a:lnTo>
                    <a:pt x="2146812" y="2739869"/>
                  </a:lnTo>
                  <a:lnTo>
                    <a:pt x="2136652" y="2718678"/>
                  </a:lnTo>
                  <a:lnTo>
                    <a:pt x="2130823" y="2681102"/>
                  </a:lnTo>
                  <a:lnTo>
                    <a:pt x="2123950" y="2676879"/>
                  </a:lnTo>
                  <a:lnTo>
                    <a:pt x="2121046" y="2673958"/>
                  </a:lnTo>
                  <a:lnTo>
                    <a:pt x="2127759" y="2660013"/>
                  </a:lnTo>
                  <a:lnTo>
                    <a:pt x="2134833" y="2648322"/>
                  </a:lnTo>
                  <a:lnTo>
                    <a:pt x="2129237" y="2651230"/>
                  </a:lnTo>
                  <a:lnTo>
                    <a:pt x="2125108" y="2655555"/>
                  </a:lnTo>
                  <a:lnTo>
                    <a:pt x="2119857" y="2665880"/>
                  </a:lnTo>
                  <a:lnTo>
                    <a:pt x="2116023" y="2667468"/>
                  </a:lnTo>
                  <a:lnTo>
                    <a:pt x="2112509" y="2665880"/>
                  </a:lnTo>
                  <a:lnTo>
                    <a:pt x="2108457" y="2646074"/>
                  </a:lnTo>
                  <a:lnTo>
                    <a:pt x="2109615" y="2621726"/>
                  </a:lnTo>
                  <a:lnTo>
                    <a:pt x="2115294" y="2612620"/>
                  </a:lnTo>
                  <a:lnTo>
                    <a:pt x="2106571" y="2612378"/>
                  </a:lnTo>
                  <a:lnTo>
                    <a:pt x="2097533" y="2615846"/>
                  </a:lnTo>
                  <a:lnTo>
                    <a:pt x="2098856" y="2623962"/>
                  </a:lnTo>
                  <a:lnTo>
                    <a:pt x="2097579" y="2628420"/>
                  </a:lnTo>
                  <a:lnTo>
                    <a:pt x="2090995" y="2627276"/>
                  </a:lnTo>
                  <a:lnTo>
                    <a:pt x="2086003" y="2624425"/>
                  </a:lnTo>
                  <a:lnTo>
                    <a:pt x="2079229" y="2615979"/>
                  </a:lnTo>
                  <a:lnTo>
                    <a:pt x="2069989" y="2599862"/>
                  </a:lnTo>
                  <a:lnTo>
                    <a:pt x="2051033" y="2555460"/>
                  </a:lnTo>
                  <a:lnTo>
                    <a:pt x="2047338" y="2549198"/>
                  </a:lnTo>
                  <a:lnTo>
                    <a:pt x="2041070" y="2542645"/>
                  </a:lnTo>
                  <a:lnTo>
                    <a:pt x="2044021" y="2540606"/>
                  </a:lnTo>
                  <a:lnTo>
                    <a:pt x="2049406" y="2539400"/>
                  </a:lnTo>
                  <a:lnTo>
                    <a:pt x="2061576" y="2519409"/>
                  </a:lnTo>
                  <a:lnTo>
                    <a:pt x="2071136" y="2507330"/>
                  </a:lnTo>
                  <a:lnTo>
                    <a:pt x="2074309" y="2498973"/>
                  </a:lnTo>
                  <a:lnTo>
                    <a:pt x="2073756" y="2495398"/>
                  </a:lnTo>
                  <a:lnTo>
                    <a:pt x="2069529" y="2490203"/>
                  </a:lnTo>
                  <a:lnTo>
                    <a:pt x="2063979" y="2494744"/>
                  </a:lnTo>
                  <a:lnTo>
                    <a:pt x="2061601" y="2493448"/>
                  </a:lnTo>
                  <a:lnTo>
                    <a:pt x="2055359" y="2482970"/>
                  </a:lnTo>
                  <a:lnTo>
                    <a:pt x="2049395" y="2480011"/>
                  </a:lnTo>
                  <a:lnTo>
                    <a:pt x="2045240" y="2482278"/>
                  </a:lnTo>
                  <a:lnTo>
                    <a:pt x="2049623" y="2490864"/>
                  </a:lnTo>
                  <a:lnTo>
                    <a:pt x="2053560" y="2494052"/>
                  </a:lnTo>
                  <a:lnTo>
                    <a:pt x="2052036" y="2506536"/>
                  </a:lnTo>
                  <a:lnTo>
                    <a:pt x="2050444" y="2510601"/>
                  </a:lnTo>
                  <a:lnTo>
                    <a:pt x="2046755" y="2514189"/>
                  </a:lnTo>
                  <a:lnTo>
                    <a:pt x="2040993" y="2512277"/>
                  </a:lnTo>
                  <a:lnTo>
                    <a:pt x="2038078" y="2515364"/>
                  </a:lnTo>
                  <a:lnTo>
                    <a:pt x="2034647" y="2512112"/>
                  </a:lnTo>
                  <a:lnTo>
                    <a:pt x="2031231" y="2506625"/>
                  </a:lnTo>
                  <a:lnTo>
                    <a:pt x="2027427" y="2497595"/>
                  </a:lnTo>
                  <a:lnTo>
                    <a:pt x="2037478" y="2446767"/>
                  </a:lnTo>
                  <a:lnTo>
                    <a:pt x="2046780" y="2414380"/>
                  </a:lnTo>
                  <a:lnTo>
                    <a:pt x="2047845" y="2377433"/>
                  </a:lnTo>
                  <a:lnTo>
                    <a:pt x="2048537" y="2371959"/>
                  </a:lnTo>
                  <a:lnTo>
                    <a:pt x="2047752" y="2362141"/>
                  </a:lnTo>
                  <a:lnTo>
                    <a:pt x="2035277" y="2340804"/>
                  </a:lnTo>
                  <a:lnTo>
                    <a:pt x="1980122" y="2288737"/>
                  </a:lnTo>
                  <a:lnTo>
                    <a:pt x="1937374" y="2227081"/>
                  </a:lnTo>
                  <a:lnTo>
                    <a:pt x="1900348" y="2203953"/>
                  </a:lnTo>
                  <a:lnTo>
                    <a:pt x="1872256" y="2209033"/>
                  </a:lnTo>
                  <a:lnTo>
                    <a:pt x="1867393" y="2213682"/>
                  </a:lnTo>
                  <a:lnTo>
                    <a:pt x="1865305" y="2219759"/>
                  </a:lnTo>
                  <a:lnTo>
                    <a:pt x="1867068" y="2226637"/>
                  </a:lnTo>
                  <a:lnTo>
                    <a:pt x="1864515" y="2229501"/>
                  </a:lnTo>
                  <a:lnTo>
                    <a:pt x="1856975" y="2229139"/>
                  </a:lnTo>
                  <a:lnTo>
                    <a:pt x="1846820" y="2230739"/>
                  </a:lnTo>
                  <a:lnTo>
                    <a:pt x="1820305" y="2246971"/>
                  </a:lnTo>
                  <a:lnTo>
                    <a:pt x="1810951" y="2246374"/>
                  </a:lnTo>
                  <a:lnTo>
                    <a:pt x="1802455" y="2250578"/>
                  </a:lnTo>
                  <a:lnTo>
                    <a:pt x="1796094" y="2253727"/>
                  </a:lnTo>
                  <a:lnTo>
                    <a:pt x="1779506" y="2255442"/>
                  </a:lnTo>
                  <a:lnTo>
                    <a:pt x="1765439" y="2259043"/>
                  </a:lnTo>
                  <a:lnTo>
                    <a:pt x="1759362" y="2257093"/>
                  </a:lnTo>
                  <a:lnTo>
                    <a:pt x="1755398" y="2247682"/>
                  </a:lnTo>
                  <a:lnTo>
                    <a:pt x="1755398" y="2237940"/>
                  </a:lnTo>
                  <a:lnTo>
                    <a:pt x="1758613" y="2245408"/>
                  </a:lnTo>
                  <a:lnTo>
                    <a:pt x="1763589" y="2251251"/>
                  </a:lnTo>
                  <a:lnTo>
                    <a:pt x="1765868" y="2248914"/>
                  </a:lnTo>
                  <a:lnTo>
                    <a:pt x="1766721" y="2243745"/>
                  </a:lnTo>
                  <a:lnTo>
                    <a:pt x="1761770" y="2233616"/>
                  </a:lnTo>
                  <a:lnTo>
                    <a:pt x="1745822" y="2220604"/>
                  </a:lnTo>
                  <a:lnTo>
                    <a:pt x="1727673" y="2201597"/>
                  </a:lnTo>
                  <a:lnTo>
                    <a:pt x="1733208" y="2202226"/>
                  </a:lnTo>
                  <a:lnTo>
                    <a:pt x="1734608" y="2198155"/>
                  </a:lnTo>
                  <a:lnTo>
                    <a:pt x="1728981" y="2192815"/>
                  </a:lnTo>
                  <a:lnTo>
                    <a:pt x="1731358" y="2186642"/>
                  </a:lnTo>
                  <a:lnTo>
                    <a:pt x="1735322" y="2180158"/>
                  </a:lnTo>
                  <a:lnTo>
                    <a:pt x="1727663" y="2181130"/>
                  </a:lnTo>
                  <a:lnTo>
                    <a:pt x="1720790" y="2185670"/>
                  </a:lnTo>
                  <a:lnTo>
                    <a:pt x="1720563" y="2191278"/>
                  </a:lnTo>
                  <a:lnTo>
                    <a:pt x="1719203" y="2195736"/>
                  </a:lnTo>
                  <a:lnTo>
                    <a:pt x="1715503" y="2195088"/>
                  </a:lnTo>
                  <a:lnTo>
                    <a:pt x="1708635" y="2189569"/>
                  </a:lnTo>
                  <a:lnTo>
                    <a:pt x="1674823" y="2174208"/>
                  </a:lnTo>
                  <a:lnTo>
                    <a:pt x="1645264" y="2165546"/>
                  </a:lnTo>
                  <a:lnTo>
                    <a:pt x="1667950" y="2161647"/>
                  </a:lnTo>
                  <a:lnTo>
                    <a:pt x="1680254" y="2164676"/>
                  </a:lnTo>
                  <a:lnTo>
                    <a:pt x="1678787" y="2160027"/>
                  </a:lnTo>
                  <a:lnTo>
                    <a:pt x="1675826" y="2157075"/>
                  </a:lnTo>
                  <a:lnTo>
                    <a:pt x="1666121" y="2153334"/>
                  </a:lnTo>
                  <a:lnTo>
                    <a:pt x="1653759" y="2154757"/>
                  </a:lnTo>
                  <a:lnTo>
                    <a:pt x="1645951" y="2152998"/>
                  </a:lnTo>
                  <a:lnTo>
                    <a:pt x="1637967" y="2156706"/>
                  </a:lnTo>
                  <a:lnTo>
                    <a:pt x="1629218" y="2162218"/>
                  </a:lnTo>
                  <a:lnTo>
                    <a:pt x="1621430" y="2165057"/>
                  </a:lnTo>
                  <a:lnTo>
                    <a:pt x="1590951" y="2169026"/>
                  </a:lnTo>
                  <a:lnTo>
                    <a:pt x="1566234" y="2173332"/>
                  </a:lnTo>
                  <a:lnTo>
                    <a:pt x="1570197" y="2168785"/>
                  </a:lnTo>
                  <a:lnTo>
                    <a:pt x="1574424" y="2165863"/>
                  </a:lnTo>
                  <a:lnTo>
                    <a:pt x="1589028" y="2161418"/>
                  </a:lnTo>
                  <a:lnTo>
                    <a:pt x="1591214" y="2152178"/>
                  </a:lnTo>
                  <a:lnTo>
                    <a:pt x="1587783" y="2143281"/>
                  </a:lnTo>
                  <a:lnTo>
                    <a:pt x="1583938" y="2145415"/>
                  </a:lnTo>
                  <a:lnTo>
                    <a:pt x="1579902" y="2152369"/>
                  </a:lnTo>
                  <a:lnTo>
                    <a:pt x="1574952" y="2147358"/>
                  </a:lnTo>
                  <a:lnTo>
                    <a:pt x="1569469" y="2147384"/>
                  </a:lnTo>
                  <a:lnTo>
                    <a:pt x="1567980" y="2158446"/>
                  </a:lnTo>
                  <a:lnTo>
                    <a:pt x="1560952" y="2165863"/>
                  </a:lnTo>
                  <a:lnTo>
                    <a:pt x="1557779" y="2173332"/>
                  </a:lnTo>
                  <a:lnTo>
                    <a:pt x="1537170" y="2179180"/>
                  </a:lnTo>
                  <a:lnTo>
                    <a:pt x="1534530" y="2177231"/>
                  </a:lnTo>
                  <a:lnTo>
                    <a:pt x="1540560" y="2170137"/>
                  </a:lnTo>
                  <a:lnTo>
                    <a:pt x="1540080" y="2166194"/>
                  </a:lnTo>
                  <a:lnTo>
                    <a:pt x="1533202" y="2169578"/>
                  </a:lnTo>
                  <a:lnTo>
                    <a:pt x="1521667" y="2183022"/>
                  </a:lnTo>
                  <a:lnTo>
                    <a:pt x="1481059" y="2187423"/>
                  </a:lnTo>
                  <a:lnTo>
                    <a:pt x="1483276" y="2184368"/>
                  </a:lnTo>
                  <a:lnTo>
                    <a:pt x="1491849" y="2183759"/>
                  </a:lnTo>
                  <a:lnTo>
                    <a:pt x="1503885" y="2179504"/>
                  </a:lnTo>
                  <a:lnTo>
                    <a:pt x="1501451" y="2172341"/>
                  </a:lnTo>
                  <a:lnTo>
                    <a:pt x="1496810" y="2164466"/>
                  </a:lnTo>
                  <a:lnTo>
                    <a:pt x="1492526" y="2163590"/>
                  </a:lnTo>
                  <a:lnTo>
                    <a:pt x="1489700" y="2158973"/>
                  </a:lnTo>
                  <a:lnTo>
                    <a:pt x="1489839" y="2144425"/>
                  </a:lnTo>
                  <a:lnTo>
                    <a:pt x="1487100" y="2135921"/>
                  </a:lnTo>
                  <a:lnTo>
                    <a:pt x="1480491" y="2127171"/>
                  </a:lnTo>
                  <a:lnTo>
                    <a:pt x="1478258" y="2128853"/>
                  </a:lnTo>
                  <a:lnTo>
                    <a:pt x="1473395" y="2143815"/>
                  </a:lnTo>
                  <a:lnTo>
                    <a:pt x="1469354" y="2163438"/>
                  </a:lnTo>
                  <a:lnTo>
                    <a:pt x="1467354" y="2169775"/>
                  </a:lnTo>
                  <a:lnTo>
                    <a:pt x="1455314" y="2170220"/>
                  </a:lnTo>
                  <a:lnTo>
                    <a:pt x="1444658" y="2168880"/>
                  </a:lnTo>
                  <a:lnTo>
                    <a:pt x="1408442" y="2171236"/>
                  </a:lnTo>
                  <a:lnTo>
                    <a:pt x="1394913" y="2164587"/>
                  </a:lnTo>
                  <a:lnTo>
                    <a:pt x="1389301" y="2163311"/>
                  </a:lnTo>
                  <a:lnTo>
                    <a:pt x="1385885" y="2163463"/>
                  </a:lnTo>
                  <a:lnTo>
                    <a:pt x="1370134" y="2169559"/>
                  </a:lnTo>
                  <a:lnTo>
                    <a:pt x="1352186" y="2174227"/>
                  </a:lnTo>
                  <a:lnTo>
                    <a:pt x="1347959" y="2172760"/>
                  </a:lnTo>
                  <a:lnTo>
                    <a:pt x="1341929" y="2172544"/>
                  </a:lnTo>
                  <a:lnTo>
                    <a:pt x="1328916" y="2188433"/>
                  </a:lnTo>
                  <a:lnTo>
                    <a:pt x="1313573" y="2195869"/>
                  </a:lnTo>
                  <a:lnTo>
                    <a:pt x="1274862" y="2182501"/>
                  </a:lnTo>
                  <a:lnTo>
                    <a:pt x="1265234" y="2171750"/>
                  </a:lnTo>
                  <a:lnTo>
                    <a:pt x="1256687" y="2169451"/>
                  </a:lnTo>
                  <a:lnTo>
                    <a:pt x="1246176" y="2168124"/>
                  </a:lnTo>
                  <a:lnTo>
                    <a:pt x="1234884" y="2181352"/>
                  </a:lnTo>
                  <a:lnTo>
                    <a:pt x="1226306" y="2199203"/>
                  </a:lnTo>
                  <a:lnTo>
                    <a:pt x="1239861" y="2208989"/>
                  </a:lnTo>
                  <a:lnTo>
                    <a:pt x="1251462" y="2213669"/>
                  </a:lnTo>
                  <a:lnTo>
                    <a:pt x="1270635" y="2209745"/>
                  </a:lnTo>
                  <a:lnTo>
                    <a:pt x="1281234" y="2201083"/>
                  </a:lnTo>
                  <a:lnTo>
                    <a:pt x="1289890" y="2201368"/>
                  </a:lnTo>
                  <a:lnTo>
                    <a:pt x="1294029" y="2199609"/>
                  </a:lnTo>
                  <a:lnTo>
                    <a:pt x="1297806" y="2195088"/>
                  </a:lnTo>
                  <a:lnTo>
                    <a:pt x="1305207" y="2198657"/>
                  </a:lnTo>
                  <a:lnTo>
                    <a:pt x="1305470" y="2202232"/>
                  </a:lnTo>
                  <a:lnTo>
                    <a:pt x="1300215" y="2207268"/>
                  </a:lnTo>
                  <a:lnTo>
                    <a:pt x="1293595" y="2211510"/>
                  </a:lnTo>
                  <a:lnTo>
                    <a:pt x="1289579" y="2216508"/>
                  </a:lnTo>
                  <a:lnTo>
                    <a:pt x="1297135" y="2226580"/>
                  </a:lnTo>
                  <a:lnTo>
                    <a:pt x="1309000" y="2229964"/>
                  </a:lnTo>
                  <a:lnTo>
                    <a:pt x="1313465" y="2228504"/>
                  </a:lnTo>
                  <a:lnTo>
                    <a:pt x="1316229" y="2217181"/>
                  </a:lnTo>
                  <a:lnTo>
                    <a:pt x="1323526" y="2209891"/>
                  </a:lnTo>
                  <a:lnTo>
                    <a:pt x="1333443" y="2211466"/>
                  </a:lnTo>
                  <a:lnTo>
                    <a:pt x="1332032" y="2216038"/>
                  </a:lnTo>
                  <a:lnTo>
                    <a:pt x="1333422" y="2220356"/>
                  </a:lnTo>
                  <a:lnTo>
                    <a:pt x="1337980" y="2227729"/>
                  </a:lnTo>
                  <a:lnTo>
                    <a:pt x="1337458" y="2238290"/>
                  </a:lnTo>
                  <a:lnTo>
                    <a:pt x="1338342" y="2240836"/>
                  </a:lnTo>
                  <a:lnTo>
                    <a:pt x="1327655" y="2245497"/>
                  </a:lnTo>
                  <a:lnTo>
                    <a:pt x="1319692" y="2247079"/>
                  </a:lnTo>
                  <a:lnTo>
                    <a:pt x="1313320" y="2253181"/>
                  </a:lnTo>
                  <a:lnTo>
                    <a:pt x="1316658" y="2256725"/>
                  </a:lnTo>
                  <a:lnTo>
                    <a:pt x="1310168" y="2259837"/>
                  </a:lnTo>
                  <a:lnTo>
                    <a:pt x="1305780" y="2258592"/>
                  </a:lnTo>
                  <a:lnTo>
                    <a:pt x="1303574" y="2259741"/>
                  </a:lnTo>
                  <a:lnTo>
                    <a:pt x="1302912" y="2263488"/>
                  </a:lnTo>
                  <a:lnTo>
                    <a:pt x="1299558" y="2266968"/>
                  </a:lnTo>
                  <a:lnTo>
                    <a:pt x="1304437" y="2277453"/>
                  </a:lnTo>
                  <a:lnTo>
                    <a:pt x="1314436" y="2284298"/>
                  </a:lnTo>
                  <a:lnTo>
                    <a:pt x="1321490" y="2292878"/>
                  </a:lnTo>
                  <a:lnTo>
                    <a:pt x="1349851" y="2304175"/>
                  </a:lnTo>
                  <a:lnTo>
                    <a:pt x="1356724" y="2303851"/>
                  </a:lnTo>
                  <a:lnTo>
                    <a:pt x="1363488" y="2315225"/>
                  </a:lnTo>
                  <a:lnTo>
                    <a:pt x="1368940" y="2319136"/>
                  </a:lnTo>
                  <a:lnTo>
                    <a:pt x="1374191" y="2321124"/>
                  </a:lnTo>
                  <a:lnTo>
                    <a:pt x="1373591" y="2328948"/>
                  </a:lnTo>
                  <a:lnTo>
                    <a:pt x="1364263" y="2334676"/>
                  </a:lnTo>
                  <a:lnTo>
                    <a:pt x="1361742" y="2341509"/>
                  </a:lnTo>
                  <a:lnTo>
                    <a:pt x="1359395" y="2345351"/>
                  </a:lnTo>
                  <a:lnTo>
                    <a:pt x="1355189" y="2340486"/>
                  </a:lnTo>
                  <a:lnTo>
                    <a:pt x="1350869" y="2336962"/>
                  </a:lnTo>
                  <a:lnTo>
                    <a:pt x="1340869" y="2347681"/>
                  </a:lnTo>
                  <a:lnTo>
                    <a:pt x="1336048" y="2349936"/>
                  </a:lnTo>
                  <a:lnTo>
                    <a:pt x="1338440" y="2338378"/>
                  </a:lnTo>
                  <a:lnTo>
                    <a:pt x="1334663" y="2333850"/>
                  </a:lnTo>
                  <a:lnTo>
                    <a:pt x="1328952" y="2322261"/>
                  </a:lnTo>
                  <a:lnTo>
                    <a:pt x="1320632" y="2315091"/>
                  </a:lnTo>
                  <a:lnTo>
                    <a:pt x="1314772" y="2312716"/>
                  </a:lnTo>
                  <a:lnTo>
                    <a:pt x="1310209" y="2308182"/>
                  </a:lnTo>
                  <a:lnTo>
                    <a:pt x="1304685" y="2306347"/>
                  </a:lnTo>
                  <a:lnTo>
                    <a:pt x="1299972" y="2306817"/>
                  </a:lnTo>
                  <a:lnTo>
                    <a:pt x="1291993" y="2304175"/>
                  </a:lnTo>
                  <a:lnTo>
                    <a:pt x="1291466" y="2298009"/>
                  </a:lnTo>
                  <a:lnTo>
                    <a:pt x="1289254" y="2293392"/>
                  </a:lnTo>
                  <a:lnTo>
                    <a:pt x="1283011" y="2287943"/>
                  </a:lnTo>
                  <a:lnTo>
                    <a:pt x="1253183" y="2277649"/>
                  </a:lnTo>
                  <a:lnTo>
                    <a:pt x="1253002" y="2281910"/>
                  </a:lnTo>
                  <a:lnTo>
                    <a:pt x="1255069" y="2285117"/>
                  </a:lnTo>
                  <a:lnTo>
                    <a:pt x="1259353" y="2287251"/>
                  </a:lnTo>
                  <a:lnTo>
                    <a:pt x="1264480" y="2291404"/>
                  </a:lnTo>
                  <a:lnTo>
                    <a:pt x="1264433" y="2303705"/>
                  </a:lnTo>
                  <a:lnTo>
                    <a:pt x="1262216" y="2308912"/>
                  </a:lnTo>
                  <a:lnTo>
                    <a:pt x="1261265" y="2316330"/>
                  </a:lnTo>
                  <a:lnTo>
                    <a:pt x="1259291" y="2323868"/>
                  </a:lnTo>
                  <a:lnTo>
                    <a:pt x="1255643" y="2329811"/>
                  </a:lnTo>
                  <a:lnTo>
                    <a:pt x="1247499" y="2333863"/>
                  </a:lnTo>
                  <a:lnTo>
                    <a:pt x="1243907" y="2330472"/>
                  </a:lnTo>
                  <a:lnTo>
                    <a:pt x="1238099" y="2314240"/>
                  </a:lnTo>
                  <a:lnTo>
                    <a:pt x="1229887" y="2309128"/>
                  </a:lnTo>
                  <a:lnTo>
                    <a:pt x="1216839" y="2308525"/>
                  </a:lnTo>
                  <a:lnTo>
                    <a:pt x="1207976" y="2312195"/>
                  </a:lnTo>
                  <a:lnTo>
                    <a:pt x="1198317" y="2327919"/>
                  </a:lnTo>
                  <a:lnTo>
                    <a:pt x="1190535" y="2330491"/>
                  </a:lnTo>
                  <a:lnTo>
                    <a:pt x="1163895" y="2322343"/>
                  </a:lnTo>
                  <a:lnTo>
                    <a:pt x="1133478" y="2309928"/>
                  </a:lnTo>
                  <a:lnTo>
                    <a:pt x="1134263" y="2305794"/>
                  </a:lnTo>
                  <a:lnTo>
                    <a:pt x="1139049" y="2304467"/>
                  </a:lnTo>
                  <a:lnTo>
                    <a:pt x="1148227" y="2306163"/>
                  </a:lnTo>
                  <a:lnTo>
                    <a:pt x="1147741" y="2301902"/>
                  </a:lnTo>
                  <a:lnTo>
                    <a:pt x="1138361" y="2288032"/>
                  </a:lnTo>
                  <a:lnTo>
                    <a:pt x="1136641" y="2281771"/>
                  </a:lnTo>
                  <a:lnTo>
                    <a:pt x="1137850" y="2274131"/>
                  </a:lnTo>
                  <a:lnTo>
                    <a:pt x="1134791" y="2274303"/>
                  </a:lnTo>
                  <a:lnTo>
                    <a:pt x="1129158" y="2280717"/>
                  </a:lnTo>
                  <a:lnTo>
                    <a:pt x="1109763" y="2275281"/>
                  </a:lnTo>
                  <a:lnTo>
                    <a:pt x="1104410" y="2268784"/>
                  </a:lnTo>
                  <a:lnTo>
                    <a:pt x="1093015" y="2250476"/>
                  </a:lnTo>
                  <a:lnTo>
                    <a:pt x="1076933" y="2249879"/>
                  </a:lnTo>
                  <a:lnTo>
                    <a:pt x="1069657" y="2238779"/>
                  </a:lnTo>
                  <a:lnTo>
                    <a:pt x="1056515" y="2243427"/>
                  </a:lnTo>
                  <a:lnTo>
                    <a:pt x="1049859" y="2248571"/>
                  </a:lnTo>
                  <a:lnTo>
                    <a:pt x="1044009" y="2256541"/>
                  </a:lnTo>
                  <a:lnTo>
                    <a:pt x="1046288" y="2260675"/>
                  </a:lnTo>
                  <a:lnTo>
                    <a:pt x="1052117" y="2267241"/>
                  </a:lnTo>
                  <a:lnTo>
                    <a:pt x="1049456" y="2270410"/>
                  </a:lnTo>
                  <a:lnTo>
                    <a:pt x="1030744" y="2275090"/>
                  </a:lnTo>
                  <a:lnTo>
                    <a:pt x="987304" y="2269857"/>
                  </a:lnTo>
                  <a:lnTo>
                    <a:pt x="974601" y="2264968"/>
                  </a:lnTo>
                  <a:lnTo>
                    <a:pt x="957553" y="2254629"/>
                  </a:lnTo>
                  <a:lnTo>
                    <a:pt x="933921" y="2246202"/>
                  </a:lnTo>
                  <a:lnTo>
                    <a:pt x="922542" y="2244843"/>
                  </a:lnTo>
                  <a:lnTo>
                    <a:pt x="911400" y="2246513"/>
                  </a:lnTo>
                  <a:lnTo>
                    <a:pt x="878978" y="2247377"/>
                  </a:lnTo>
                  <a:lnTo>
                    <a:pt x="871454" y="2249619"/>
                  </a:lnTo>
                  <a:lnTo>
                    <a:pt x="865046" y="2253200"/>
                  </a:lnTo>
                  <a:lnTo>
                    <a:pt x="860891" y="2249238"/>
                  </a:lnTo>
                  <a:lnTo>
                    <a:pt x="858968" y="2242163"/>
                  </a:lnTo>
                  <a:lnTo>
                    <a:pt x="862731" y="2241014"/>
                  </a:lnTo>
                  <a:lnTo>
                    <a:pt x="866916" y="2236854"/>
                  </a:lnTo>
                  <a:lnTo>
                    <a:pt x="870694" y="2228631"/>
                  </a:lnTo>
                  <a:lnTo>
                    <a:pt x="871123" y="2223658"/>
                  </a:lnTo>
                  <a:lnTo>
                    <a:pt x="868482" y="2220413"/>
                  </a:lnTo>
                  <a:lnTo>
                    <a:pt x="863459" y="2220089"/>
                  </a:lnTo>
                  <a:lnTo>
                    <a:pt x="852364" y="2241516"/>
                  </a:lnTo>
                  <a:lnTo>
                    <a:pt x="858705" y="2253524"/>
                  </a:lnTo>
                  <a:lnTo>
                    <a:pt x="858271" y="2257855"/>
                  </a:lnTo>
                  <a:lnTo>
                    <a:pt x="836132" y="2260319"/>
                  </a:lnTo>
                  <a:lnTo>
                    <a:pt x="785881" y="2284495"/>
                  </a:lnTo>
                  <a:lnTo>
                    <a:pt x="766285" y="2297532"/>
                  </a:lnTo>
                  <a:lnTo>
                    <a:pt x="767288" y="2293144"/>
                  </a:lnTo>
                  <a:lnTo>
                    <a:pt x="790982" y="2276246"/>
                  </a:lnTo>
                  <a:lnTo>
                    <a:pt x="782615" y="2273661"/>
                  </a:lnTo>
                  <a:lnTo>
                    <a:pt x="769143" y="2277884"/>
                  </a:lnTo>
                  <a:lnTo>
                    <a:pt x="764311" y="2276259"/>
                  </a:lnTo>
                  <a:lnTo>
                    <a:pt x="770016" y="2262288"/>
                  </a:lnTo>
                  <a:lnTo>
                    <a:pt x="768156" y="2249968"/>
                  </a:lnTo>
                  <a:lnTo>
                    <a:pt x="758591" y="2249631"/>
                  </a:lnTo>
                  <a:lnTo>
                    <a:pt x="752498" y="2259468"/>
                  </a:lnTo>
                  <a:lnTo>
                    <a:pt x="748265" y="2259049"/>
                  </a:lnTo>
                  <a:lnTo>
                    <a:pt x="742720" y="2254832"/>
                  </a:lnTo>
                  <a:lnTo>
                    <a:pt x="738426" y="2256166"/>
                  </a:lnTo>
                  <a:lnTo>
                    <a:pt x="741604" y="2278456"/>
                  </a:lnTo>
                  <a:lnTo>
                    <a:pt x="747630" y="2287626"/>
                  </a:lnTo>
                  <a:lnTo>
                    <a:pt x="752668" y="2299317"/>
                  </a:lnTo>
                  <a:lnTo>
                    <a:pt x="738907" y="2313764"/>
                  </a:lnTo>
                  <a:lnTo>
                    <a:pt x="726127" y="2325684"/>
                  </a:lnTo>
                  <a:lnTo>
                    <a:pt x="724742" y="2337203"/>
                  </a:lnTo>
                  <a:lnTo>
                    <a:pt x="711900" y="2352209"/>
                  </a:lnTo>
                  <a:lnTo>
                    <a:pt x="699818" y="2360719"/>
                  </a:lnTo>
                  <a:lnTo>
                    <a:pt x="671432" y="2380723"/>
                  </a:lnTo>
                  <a:lnTo>
                    <a:pt x="663334" y="2385003"/>
                  </a:lnTo>
                  <a:lnTo>
                    <a:pt x="650523" y="2394287"/>
                  </a:lnTo>
                  <a:lnTo>
                    <a:pt x="632849" y="2401247"/>
                  </a:lnTo>
                  <a:lnTo>
                    <a:pt x="615904" y="2412297"/>
                  </a:lnTo>
                  <a:lnTo>
                    <a:pt x="610189" y="2413973"/>
                  </a:lnTo>
                  <a:lnTo>
                    <a:pt x="621010" y="2404619"/>
                  </a:lnTo>
                  <a:lnTo>
                    <a:pt x="633842" y="2395379"/>
                  </a:lnTo>
                  <a:lnTo>
                    <a:pt x="622834" y="2396643"/>
                  </a:lnTo>
                  <a:lnTo>
                    <a:pt x="605869" y="2392363"/>
                  </a:lnTo>
                  <a:lnTo>
                    <a:pt x="595487" y="2392115"/>
                  </a:lnTo>
                  <a:lnTo>
                    <a:pt x="595414" y="2395487"/>
                  </a:lnTo>
                  <a:lnTo>
                    <a:pt x="587518" y="2400250"/>
                  </a:lnTo>
                  <a:lnTo>
                    <a:pt x="579338" y="2393252"/>
                  </a:lnTo>
                  <a:lnTo>
                    <a:pt x="575772" y="2388546"/>
                  </a:lnTo>
                  <a:lnTo>
                    <a:pt x="574082" y="2384482"/>
                  </a:lnTo>
                  <a:lnTo>
                    <a:pt x="570609" y="2383498"/>
                  </a:lnTo>
                  <a:lnTo>
                    <a:pt x="567271" y="2385384"/>
                  </a:lnTo>
                  <a:lnTo>
                    <a:pt x="579482" y="2414005"/>
                  </a:lnTo>
                  <a:lnTo>
                    <a:pt x="584686" y="2415243"/>
                  </a:lnTo>
                  <a:lnTo>
                    <a:pt x="590443" y="2418088"/>
                  </a:lnTo>
                  <a:lnTo>
                    <a:pt x="583275" y="2424756"/>
                  </a:lnTo>
                  <a:lnTo>
                    <a:pt x="575560" y="2429817"/>
                  </a:lnTo>
                  <a:lnTo>
                    <a:pt x="563426" y="2433177"/>
                  </a:lnTo>
                  <a:lnTo>
                    <a:pt x="553142" y="2422730"/>
                  </a:lnTo>
                  <a:lnTo>
                    <a:pt x="550915" y="2435838"/>
                  </a:lnTo>
                  <a:lnTo>
                    <a:pt x="549613" y="2448926"/>
                  </a:lnTo>
                  <a:lnTo>
                    <a:pt x="546161" y="2452285"/>
                  </a:lnTo>
                  <a:lnTo>
                    <a:pt x="540647" y="2457073"/>
                  </a:lnTo>
                  <a:lnTo>
                    <a:pt x="537655" y="2453460"/>
                  </a:lnTo>
                  <a:lnTo>
                    <a:pt x="536234" y="2448399"/>
                  </a:lnTo>
                  <a:lnTo>
                    <a:pt x="532704" y="2452914"/>
                  </a:lnTo>
                  <a:lnTo>
                    <a:pt x="527536" y="2456305"/>
                  </a:lnTo>
                  <a:lnTo>
                    <a:pt x="519010" y="2456984"/>
                  </a:lnTo>
                  <a:lnTo>
                    <a:pt x="512612" y="2458794"/>
                  </a:lnTo>
                  <a:lnTo>
                    <a:pt x="512762" y="2464217"/>
                  </a:lnTo>
                  <a:lnTo>
                    <a:pt x="514224" y="2469666"/>
                  </a:lnTo>
                  <a:lnTo>
                    <a:pt x="525542" y="2465361"/>
                  </a:lnTo>
                  <a:lnTo>
                    <a:pt x="521438" y="2479376"/>
                  </a:lnTo>
                  <a:lnTo>
                    <a:pt x="511031" y="2493226"/>
                  </a:lnTo>
                  <a:lnTo>
                    <a:pt x="502550" y="2496497"/>
                  </a:lnTo>
                  <a:lnTo>
                    <a:pt x="489579" y="2494471"/>
                  </a:lnTo>
                  <a:lnTo>
                    <a:pt x="486375" y="2495861"/>
                  </a:lnTo>
                  <a:lnTo>
                    <a:pt x="483507" y="2498738"/>
                  </a:lnTo>
                  <a:lnTo>
                    <a:pt x="498618" y="2520406"/>
                  </a:lnTo>
                  <a:lnTo>
                    <a:pt x="488908" y="2553085"/>
                  </a:lnTo>
                  <a:lnTo>
                    <a:pt x="482701" y="2564928"/>
                  </a:lnTo>
                  <a:lnTo>
                    <a:pt x="478396" y="2566446"/>
                  </a:lnTo>
                  <a:lnTo>
                    <a:pt x="473730" y="2566789"/>
                  </a:lnTo>
                  <a:lnTo>
                    <a:pt x="456981" y="2556260"/>
                  </a:lnTo>
                  <a:lnTo>
                    <a:pt x="447845" y="2548119"/>
                  </a:lnTo>
                  <a:lnTo>
                    <a:pt x="455896" y="2570275"/>
                  </a:lnTo>
                  <a:lnTo>
                    <a:pt x="477833" y="2576746"/>
                  </a:lnTo>
                  <a:lnTo>
                    <a:pt x="478955" y="2585129"/>
                  </a:lnTo>
                  <a:lnTo>
                    <a:pt x="478831" y="2592292"/>
                  </a:lnTo>
                  <a:lnTo>
                    <a:pt x="474510" y="2600700"/>
                  </a:lnTo>
                  <a:lnTo>
                    <a:pt x="470469" y="2611870"/>
                  </a:lnTo>
                  <a:lnTo>
                    <a:pt x="473451" y="2619650"/>
                  </a:lnTo>
                  <a:lnTo>
                    <a:pt x="476913" y="2638885"/>
                  </a:lnTo>
                  <a:lnTo>
                    <a:pt x="479874" y="2647712"/>
                  </a:lnTo>
                  <a:lnTo>
                    <a:pt x="483130" y="2674492"/>
                  </a:lnTo>
                  <a:lnTo>
                    <a:pt x="486592" y="2686106"/>
                  </a:lnTo>
                  <a:lnTo>
                    <a:pt x="506535" y="2728851"/>
                  </a:lnTo>
                  <a:lnTo>
                    <a:pt x="513258" y="2729181"/>
                  </a:lnTo>
                  <a:lnTo>
                    <a:pt x="514338" y="2733811"/>
                  </a:lnTo>
                  <a:lnTo>
                    <a:pt x="513697" y="2742688"/>
                  </a:lnTo>
                  <a:lnTo>
                    <a:pt x="499352" y="2745273"/>
                  </a:lnTo>
                  <a:lnTo>
                    <a:pt x="493331" y="2749229"/>
                  </a:lnTo>
                  <a:lnTo>
                    <a:pt x="492158" y="2752665"/>
                  </a:lnTo>
                  <a:lnTo>
                    <a:pt x="491269" y="2754519"/>
                  </a:lnTo>
                  <a:lnTo>
                    <a:pt x="489419" y="2754348"/>
                  </a:lnTo>
                  <a:lnTo>
                    <a:pt x="482577" y="2751877"/>
                  </a:lnTo>
                  <a:lnTo>
                    <a:pt x="467022" y="2739735"/>
                  </a:lnTo>
                  <a:lnTo>
                    <a:pt x="444357" y="2732210"/>
                  </a:lnTo>
                  <a:lnTo>
                    <a:pt x="414575" y="2729295"/>
                  </a:lnTo>
                  <a:lnTo>
                    <a:pt x="394230" y="2723218"/>
                  </a:lnTo>
                  <a:lnTo>
                    <a:pt x="383321" y="2713959"/>
                  </a:lnTo>
                  <a:lnTo>
                    <a:pt x="371916" y="2708473"/>
                  </a:lnTo>
                  <a:lnTo>
                    <a:pt x="360019" y="2706745"/>
                  </a:lnTo>
                  <a:lnTo>
                    <a:pt x="350165" y="2701722"/>
                  </a:lnTo>
                  <a:lnTo>
                    <a:pt x="342351" y="2693403"/>
                  </a:lnTo>
                  <a:lnTo>
                    <a:pt x="330925" y="2688094"/>
                  </a:lnTo>
                  <a:lnTo>
                    <a:pt x="315887" y="2685789"/>
                  </a:lnTo>
                  <a:lnTo>
                    <a:pt x="306099" y="2679553"/>
                  </a:lnTo>
                  <a:lnTo>
                    <a:pt x="299293" y="2664306"/>
                  </a:lnTo>
                  <a:lnTo>
                    <a:pt x="299262" y="2664077"/>
                  </a:lnTo>
                  <a:lnTo>
                    <a:pt x="293170" y="2638586"/>
                  </a:lnTo>
                  <a:lnTo>
                    <a:pt x="285496" y="2622615"/>
                  </a:lnTo>
                  <a:lnTo>
                    <a:pt x="270561" y="2602853"/>
                  </a:lnTo>
                  <a:lnTo>
                    <a:pt x="269186" y="2600249"/>
                  </a:lnTo>
                  <a:lnTo>
                    <a:pt x="269062" y="2596998"/>
                  </a:lnTo>
                  <a:lnTo>
                    <a:pt x="270912" y="2585497"/>
                  </a:lnTo>
                  <a:lnTo>
                    <a:pt x="269336" y="2577229"/>
                  </a:lnTo>
                  <a:lnTo>
                    <a:pt x="264608" y="2570491"/>
                  </a:lnTo>
                  <a:lnTo>
                    <a:pt x="263522" y="2563360"/>
                  </a:lnTo>
                  <a:lnTo>
                    <a:pt x="266086" y="2555854"/>
                  </a:lnTo>
                  <a:lnTo>
                    <a:pt x="266251" y="2546836"/>
                  </a:lnTo>
                  <a:lnTo>
                    <a:pt x="264024" y="2536307"/>
                  </a:lnTo>
                  <a:lnTo>
                    <a:pt x="254500" y="2524921"/>
                  </a:lnTo>
                  <a:lnTo>
                    <a:pt x="237679" y="2512690"/>
                  </a:lnTo>
                  <a:lnTo>
                    <a:pt x="223349" y="2494826"/>
                  </a:lnTo>
                  <a:lnTo>
                    <a:pt x="211520" y="2471343"/>
                  </a:lnTo>
                  <a:lnTo>
                    <a:pt x="199820" y="2455073"/>
                  </a:lnTo>
                  <a:lnTo>
                    <a:pt x="188249" y="2446011"/>
                  </a:lnTo>
                  <a:lnTo>
                    <a:pt x="180338" y="2434949"/>
                  </a:lnTo>
                  <a:lnTo>
                    <a:pt x="176079" y="2421886"/>
                  </a:lnTo>
                  <a:lnTo>
                    <a:pt x="174824" y="2414303"/>
                  </a:lnTo>
                  <a:lnTo>
                    <a:pt x="176560" y="2412208"/>
                  </a:lnTo>
                  <a:lnTo>
                    <a:pt x="169449" y="2397684"/>
                  </a:lnTo>
                  <a:lnTo>
                    <a:pt x="153491" y="2370746"/>
                  </a:lnTo>
                  <a:lnTo>
                    <a:pt x="144324" y="2351047"/>
                  </a:lnTo>
                  <a:lnTo>
                    <a:pt x="141962" y="2338594"/>
                  </a:lnTo>
                  <a:lnTo>
                    <a:pt x="131807" y="2323772"/>
                  </a:lnTo>
                  <a:lnTo>
                    <a:pt x="113865" y="2306582"/>
                  </a:lnTo>
                  <a:lnTo>
                    <a:pt x="104108" y="2295399"/>
                  </a:lnTo>
                  <a:lnTo>
                    <a:pt x="101711" y="2287632"/>
                  </a:lnTo>
                  <a:lnTo>
                    <a:pt x="73712" y="2265044"/>
                  </a:lnTo>
                  <a:lnTo>
                    <a:pt x="65578" y="2250933"/>
                  </a:lnTo>
                  <a:lnTo>
                    <a:pt x="59227" y="2246475"/>
                  </a:lnTo>
                  <a:lnTo>
                    <a:pt x="51935" y="2246958"/>
                  </a:lnTo>
                  <a:lnTo>
                    <a:pt x="48194" y="2245605"/>
                  </a:lnTo>
                  <a:lnTo>
                    <a:pt x="48008" y="2242417"/>
                  </a:lnTo>
                  <a:lnTo>
                    <a:pt x="45646" y="2242265"/>
                  </a:lnTo>
                  <a:lnTo>
                    <a:pt x="41104" y="2245161"/>
                  </a:lnTo>
                  <a:lnTo>
                    <a:pt x="26210" y="2245745"/>
                  </a:lnTo>
                  <a:lnTo>
                    <a:pt x="961" y="2244024"/>
                  </a:lnTo>
                  <a:lnTo>
                    <a:pt x="0" y="2243821"/>
                  </a:lnTo>
                  <a:lnTo>
                    <a:pt x="0" y="0"/>
                  </a:lnTo>
                  <a:lnTo>
                    <a:pt x="1773799" y="0"/>
                  </a:lnTo>
                  <a:lnTo>
                    <a:pt x="1791779" y="9112"/>
                  </a:lnTo>
                  <a:lnTo>
                    <a:pt x="1812321" y="19521"/>
                  </a:lnTo>
                  <a:lnTo>
                    <a:pt x="1817499" y="36825"/>
                  </a:lnTo>
                  <a:lnTo>
                    <a:pt x="1822542" y="53673"/>
                  </a:lnTo>
                  <a:lnTo>
                    <a:pt x="1834568" y="65904"/>
                  </a:lnTo>
                  <a:lnTo>
                    <a:pt x="1845575" y="77074"/>
                  </a:lnTo>
                  <a:lnTo>
                    <a:pt x="1851947" y="76490"/>
                  </a:lnTo>
                  <a:lnTo>
                    <a:pt x="1858412" y="71772"/>
                  </a:lnTo>
                  <a:lnTo>
                    <a:pt x="1862515" y="69498"/>
                  </a:lnTo>
                  <a:lnTo>
                    <a:pt x="1869393" y="69123"/>
                  </a:lnTo>
                  <a:lnTo>
                    <a:pt x="1884690" y="65085"/>
                  </a:lnTo>
                  <a:lnTo>
                    <a:pt x="1889211" y="65967"/>
                  </a:lnTo>
                  <a:lnTo>
                    <a:pt x="1891780" y="67987"/>
                  </a:lnTo>
                  <a:lnTo>
                    <a:pt x="1891992" y="71149"/>
                  </a:lnTo>
                  <a:lnTo>
                    <a:pt x="1891470" y="73664"/>
                  </a:lnTo>
                  <a:lnTo>
                    <a:pt x="1889103" y="78713"/>
                  </a:lnTo>
                  <a:lnTo>
                    <a:pt x="1892839" y="88333"/>
                  </a:lnTo>
                  <a:lnTo>
                    <a:pt x="1893625" y="99021"/>
                  </a:lnTo>
                  <a:lnTo>
                    <a:pt x="1895676" y="107099"/>
                  </a:lnTo>
                  <a:lnTo>
                    <a:pt x="1901939" y="117437"/>
                  </a:lnTo>
                  <a:lnTo>
                    <a:pt x="1907381" y="125515"/>
                  </a:lnTo>
                  <a:lnTo>
                    <a:pt x="1914233" y="127077"/>
                  </a:lnTo>
                  <a:lnTo>
                    <a:pt x="1930093" y="122372"/>
                  </a:lnTo>
                  <a:lnTo>
                    <a:pt x="1940031" y="120593"/>
                  </a:lnTo>
                  <a:lnTo>
                    <a:pt x="1945674" y="121362"/>
                  </a:lnTo>
                  <a:lnTo>
                    <a:pt x="1955327" y="128925"/>
                  </a:lnTo>
                  <a:lnTo>
                    <a:pt x="1960050" y="133472"/>
                  </a:lnTo>
                  <a:lnTo>
                    <a:pt x="1961177" y="137250"/>
                  </a:lnTo>
                  <a:lnTo>
                    <a:pt x="1948139" y="160340"/>
                  </a:lnTo>
                  <a:lnTo>
                    <a:pt x="1968815" y="171797"/>
                  </a:lnTo>
                  <a:lnTo>
                    <a:pt x="1991889" y="184320"/>
                  </a:lnTo>
                  <a:lnTo>
                    <a:pt x="2019402" y="199249"/>
                  </a:lnTo>
                  <a:lnTo>
                    <a:pt x="2036223" y="208388"/>
                  </a:lnTo>
                  <a:lnTo>
                    <a:pt x="2058377" y="221438"/>
                  </a:lnTo>
                  <a:lnTo>
                    <a:pt x="2062170" y="240032"/>
                  </a:lnTo>
                  <a:lnTo>
                    <a:pt x="2065364" y="255723"/>
                  </a:lnTo>
                  <a:lnTo>
                    <a:pt x="2069436" y="277600"/>
                  </a:lnTo>
                  <a:lnTo>
                    <a:pt x="2073585" y="299916"/>
                  </a:lnTo>
                  <a:lnTo>
                    <a:pt x="2077725" y="322148"/>
                  </a:lnTo>
                  <a:lnTo>
                    <a:pt x="2082112" y="345746"/>
                  </a:lnTo>
                  <a:lnTo>
                    <a:pt x="2086934" y="371669"/>
                  </a:lnTo>
                  <a:lnTo>
                    <a:pt x="2091218" y="394676"/>
                  </a:lnTo>
                  <a:lnTo>
                    <a:pt x="2095894" y="419792"/>
                  </a:lnTo>
                  <a:lnTo>
                    <a:pt x="2102111" y="452477"/>
                  </a:lnTo>
                  <a:lnTo>
                    <a:pt x="2096551" y="465070"/>
                  </a:lnTo>
                  <a:lnTo>
                    <a:pt x="2084443" y="492491"/>
                  </a:lnTo>
                  <a:lnTo>
                    <a:pt x="2073498" y="517277"/>
                  </a:lnTo>
                  <a:lnTo>
                    <a:pt x="2072541" y="524465"/>
                  </a:lnTo>
                  <a:lnTo>
                    <a:pt x="2065017" y="560606"/>
                  </a:lnTo>
                  <a:lnTo>
                    <a:pt x="2058987" y="575535"/>
                  </a:lnTo>
                  <a:lnTo>
                    <a:pt x="2048424" y="584204"/>
                  </a:lnTo>
                  <a:lnTo>
                    <a:pt x="2037938" y="592605"/>
                  </a:lnTo>
                  <a:lnTo>
                    <a:pt x="2024859" y="606684"/>
                  </a:lnTo>
                  <a:lnTo>
                    <a:pt x="2010472" y="613638"/>
                  </a:lnTo>
                  <a:lnTo>
                    <a:pt x="2003123" y="617727"/>
                  </a:lnTo>
                  <a:lnTo>
                    <a:pt x="1999273" y="624179"/>
                  </a:lnTo>
                  <a:lnTo>
                    <a:pt x="1995026" y="638322"/>
                  </a:lnTo>
                  <a:lnTo>
                    <a:pt x="1995842" y="659919"/>
                  </a:lnTo>
                  <a:lnTo>
                    <a:pt x="2007692" y="678507"/>
                  </a:lnTo>
                  <a:lnTo>
                    <a:pt x="2025024" y="688902"/>
                  </a:lnTo>
                  <a:lnTo>
                    <a:pt x="2043669" y="699025"/>
                  </a:lnTo>
                  <a:lnTo>
                    <a:pt x="2070232" y="699069"/>
                  </a:lnTo>
                  <a:lnTo>
                    <a:pt x="2094122" y="685562"/>
                  </a:lnTo>
                  <a:lnTo>
                    <a:pt x="2119433" y="671255"/>
                  </a:lnTo>
                  <a:lnTo>
                    <a:pt x="2142001" y="658497"/>
                  </a:lnTo>
                  <a:lnTo>
                    <a:pt x="2168842" y="643326"/>
                  </a:lnTo>
                  <a:lnTo>
                    <a:pt x="2193151" y="629577"/>
                  </a:lnTo>
                  <a:lnTo>
                    <a:pt x="2219548" y="624637"/>
                  </a:lnTo>
                  <a:lnTo>
                    <a:pt x="2256125" y="617797"/>
                  </a:lnTo>
                  <a:lnTo>
                    <a:pt x="2302169" y="609180"/>
                  </a:lnTo>
                  <a:lnTo>
                    <a:pt x="2324587" y="599368"/>
                  </a:lnTo>
                  <a:lnTo>
                    <a:pt x="2353557" y="586687"/>
                  </a:lnTo>
                  <a:lnTo>
                    <a:pt x="2386977" y="572055"/>
                  </a:lnTo>
                  <a:lnTo>
                    <a:pt x="2415818" y="559431"/>
                  </a:lnTo>
                  <a:lnTo>
                    <a:pt x="2430319" y="552433"/>
                  </a:lnTo>
                  <a:lnTo>
                    <a:pt x="2440633" y="544450"/>
                  </a:lnTo>
                  <a:lnTo>
                    <a:pt x="2443191" y="538544"/>
                  </a:lnTo>
                  <a:lnTo>
                    <a:pt x="2442582" y="535153"/>
                  </a:lnTo>
                  <a:lnTo>
                    <a:pt x="2439920" y="531756"/>
                  </a:lnTo>
                  <a:lnTo>
                    <a:pt x="2436241" y="529247"/>
                  </a:lnTo>
                  <a:lnTo>
                    <a:pt x="2432970" y="527114"/>
                  </a:lnTo>
                  <a:lnTo>
                    <a:pt x="2431435" y="524472"/>
                  </a:lnTo>
                  <a:lnTo>
                    <a:pt x="2431130" y="518693"/>
                  </a:lnTo>
                  <a:lnTo>
                    <a:pt x="2429125" y="515372"/>
                  </a:lnTo>
                  <a:lnTo>
                    <a:pt x="2427213" y="512927"/>
                  </a:lnTo>
                  <a:lnTo>
                    <a:pt x="2427936" y="490561"/>
                  </a:lnTo>
                  <a:lnTo>
                    <a:pt x="2425414" y="483626"/>
                  </a:lnTo>
                  <a:lnTo>
                    <a:pt x="2416014" y="466048"/>
                  </a:lnTo>
                  <a:lnTo>
                    <a:pt x="2433941" y="458167"/>
                  </a:lnTo>
                  <a:lnTo>
                    <a:pt x="2450550" y="450858"/>
                  </a:lnTo>
                  <a:lnTo>
                    <a:pt x="2463795" y="445448"/>
                  </a:lnTo>
                  <a:lnTo>
                    <a:pt x="2491541" y="444597"/>
                  </a:lnTo>
                  <a:lnTo>
                    <a:pt x="2517307" y="444705"/>
                  </a:lnTo>
                  <a:lnTo>
                    <a:pt x="2552820" y="444851"/>
                  </a:lnTo>
                  <a:lnTo>
                    <a:pt x="2582741" y="444971"/>
                  </a:lnTo>
                  <a:lnTo>
                    <a:pt x="2617649" y="445117"/>
                  </a:lnTo>
                  <a:lnTo>
                    <a:pt x="2638113" y="445200"/>
                  </a:lnTo>
                  <a:lnTo>
                    <a:pt x="2664928" y="444946"/>
                  </a:lnTo>
                  <a:lnTo>
                    <a:pt x="2677997" y="424656"/>
                  </a:lnTo>
                  <a:lnTo>
                    <a:pt x="2689676" y="406513"/>
                  </a:lnTo>
                  <a:lnTo>
                    <a:pt x="2702539" y="389177"/>
                  </a:lnTo>
                  <a:lnTo>
                    <a:pt x="2725406" y="368824"/>
                  </a:lnTo>
                  <a:lnTo>
                    <a:pt x="2732047" y="365166"/>
                  </a:lnTo>
                  <a:lnTo>
                    <a:pt x="2735710" y="357139"/>
                  </a:lnTo>
                  <a:lnTo>
                    <a:pt x="2749570" y="349512"/>
                  </a:lnTo>
                  <a:lnTo>
                    <a:pt x="2764841" y="342438"/>
                  </a:lnTo>
                  <a:lnTo>
                    <a:pt x="2770830" y="335802"/>
                  </a:lnTo>
                  <a:lnTo>
                    <a:pt x="2773729" y="332023"/>
                  </a:lnTo>
                  <a:lnTo>
                    <a:pt x="2815076" y="296232"/>
                  </a:lnTo>
                  <a:lnTo>
                    <a:pt x="2838559" y="279702"/>
                  </a:lnTo>
                  <a:lnTo>
                    <a:pt x="2857953" y="270501"/>
                  </a:lnTo>
                  <a:lnTo>
                    <a:pt x="2872717" y="266106"/>
                  </a:lnTo>
                  <a:lnTo>
                    <a:pt x="2882686" y="266735"/>
                  </a:lnTo>
                  <a:lnTo>
                    <a:pt x="2888355" y="2661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g3868"/>
            <p:cNvSpPr/>
            <p:nvPr/>
          </p:nvSpPr>
          <p:spPr>
            <a:xfrm>
              <a:off x="5359282" y="3307053"/>
              <a:ext cx="225302" cy="75760"/>
            </a:xfrm>
            <a:custGeom>
              <a:avLst/>
              <a:gdLst/>
              <a:ahLst/>
              <a:cxnLst/>
              <a:rect l="0" t="0" r="0" b="0"/>
              <a:pathLst>
                <a:path w="225302" h="75760">
                  <a:moveTo>
                    <a:pt x="153584" y="30132"/>
                  </a:moveTo>
                  <a:lnTo>
                    <a:pt x="160385" y="30983"/>
                  </a:lnTo>
                  <a:lnTo>
                    <a:pt x="166235" y="28513"/>
                  </a:lnTo>
                  <a:lnTo>
                    <a:pt x="171775" y="23521"/>
                  </a:lnTo>
                  <a:lnTo>
                    <a:pt x="184637" y="16771"/>
                  </a:lnTo>
                  <a:lnTo>
                    <a:pt x="195598" y="13818"/>
                  </a:lnTo>
                  <a:lnTo>
                    <a:pt x="199050" y="13208"/>
                  </a:lnTo>
                  <a:lnTo>
                    <a:pt x="204275" y="17946"/>
                  </a:lnTo>
                  <a:lnTo>
                    <a:pt x="214641" y="14142"/>
                  </a:lnTo>
                  <a:lnTo>
                    <a:pt x="225302" y="12008"/>
                  </a:lnTo>
                  <a:lnTo>
                    <a:pt x="179185" y="33669"/>
                  </a:lnTo>
                  <a:lnTo>
                    <a:pt x="169754" y="36108"/>
                  </a:lnTo>
                  <a:lnTo>
                    <a:pt x="156261" y="42560"/>
                  </a:lnTo>
                  <a:lnTo>
                    <a:pt x="143507" y="47132"/>
                  </a:lnTo>
                  <a:lnTo>
                    <a:pt x="134324" y="48796"/>
                  </a:lnTo>
                  <a:lnTo>
                    <a:pt x="88662" y="64875"/>
                  </a:lnTo>
                  <a:lnTo>
                    <a:pt x="85040" y="65224"/>
                  </a:lnTo>
                  <a:lnTo>
                    <a:pt x="81122" y="63656"/>
                  </a:lnTo>
                  <a:lnTo>
                    <a:pt x="43512" y="71937"/>
                  </a:lnTo>
                  <a:lnTo>
                    <a:pt x="28076" y="72870"/>
                  </a:lnTo>
                  <a:lnTo>
                    <a:pt x="14020" y="75760"/>
                  </a:lnTo>
                  <a:lnTo>
                    <a:pt x="24417" y="69092"/>
                  </a:lnTo>
                  <a:lnTo>
                    <a:pt x="24644" y="66596"/>
                  </a:lnTo>
                  <a:lnTo>
                    <a:pt x="22159" y="64646"/>
                  </a:lnTo>
                  <a:lnTo>
                    <a:pt x="16598" y="65212"/>
                  </a:lnTo>
                  <a:lnTo>
                    <a:pt x="10903" y="72076"/>
                  </a:lnTo>
                  <a:lnTo>
                    <a:pt x="1813" y="74369"/>
                  </a:lnTo>
                  <a:lnTo>
                    <a:pt x="0" y="66895"/>
                  </a:lnTo>
                  <a:lnTo>
                    <a:pt x="3033" y="61109"/>
                  </a:lnTo>
                  <a:lnTo>
                    <a:pt x="7141" y="55623"/>
                  </a:lnTo>
                  <a:lnTo>
                    <a:pt x="16169" y="46999"/>
                  </a:lnTo>
                  <a:lnTo>
                    <a:pt x="29083" y="41531"/>
                  </a:lnTo>
                  <a:lnTo>
                    <a:pt x="35646" y="36806"/>
                  </a:lnTo>
                  <a:lnTo>
                    <a:pt x="40194" y="40966"/>
                  </a:lnTo>
                  <a:lnTo>
                    <a:pt x="41191" y="35346"/>
                  </a:lnTo>
                  <a:lnTo>
                    <a:pt x="44690" y="32101"/>
                  </a:lnTo>
                  <a:lnTo>
                    <a:pt x="48493" y="30354"/>
                  </a:lnTo>
                  <a:lnTo>
                    <a:pt x="57640" y="30310"/>
                  </a:lnTo>
                  <a:lnTo>
                    <a:pt x="62565" y="29427"/>
                  </a:lnTo>
                  <a:lnTo>
                    <a:pt x="66126" y="27560"/>
                  </a:lnTo>
                  <a:lnTo>
                    <a:pt x="69779" y="27211"/>
                  </a:lnTo>
                  <a:lnTo>
                    <a:pt x="79784" y="29757"/>
                  </a:lnTo>
                  <a:lnTo>
                    <a:pt x="89556" y="29027"/>
                  </a:lnTo>
                  <a:lnTo>
                    <a:pt x="97447" y="25509"/>
                  </a:lnTo>
                  <a:lnTo>
                    <a:pt x="105648" y="24328"/>
                  </a:lnTo>
                  <a:lnTo>
                    <a:pt x="127343" y="23534"/>
                  </a:lnTo>
                  <a:lnTo>
                    <a:pt x="148902" y="20962"/>
                  </a:lnTo>
                  <a:lnTo>
                    <a:pt x="157522" y="16390"/>
                  </a:lnTo>
                  <a:lnTo>
                    <a:pt x="175630" y="3575"/>
                  </a:lnTo>
                  <a:lnTo>
                    <a:pt x="186048" y="0"/>
                  </a:lnTo>
                  <a:lnTo>
                    <a:pt x="169826" y="14891"/>
                  </a:lnTo>
                  <a:lnTo>
                    <a:pt x="161108" y="217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g3869"/>
            <p:cNvSpPr/>
            <p:nvPr/>
          </p:nvSpPr>
          <p:spPr>
            <a:xfrm>
              <a:off x="5954108" y="2877417"/>
              <a:ext cx="23756" cy="26893"/>
            </a:xfrm>
            <a:custGeom>
              <a:avLst/>
              <a:gdLst/>
              <a:ahLst/>
              <a:cxnLst/>
              <a:rect l="0" t="0" r="0" b="0"/>
              <a:pathLst>
                <a:path w="23756" h="26893">
                  <a:moveTo>
                    <a:pt x="17596" y="18663"/>
                  </a:moveTo>
                  <a:lnTo>
                    <a:pt x="10841" y="17558"/>
                  </a:lnTo>
                  <a:lnTo>
                    <a:pt x="10981" y="24423"/>
                  </a:lnTo>
                  <a:lnTo>
                    <a:pt x="10226" y="26893"/>
                  </a:lnTo>
                  <a:lnTo>
                    <a:pt x="2744" y="23363"/>
                  </a:lnTo>
                  <a:lnTo>
                    <a:pt x="0" y="21089"/>
                  </a:lnTo>
                  <a:lnTo>
                    <a:pt x="237" y="11995"/>
                  </a:lnTo>
                  <a:lnTo>
                    <a:pt x="6847" y="3397"/>
                  </a:lnTo>
                  <a:lnTo>
                    <a:pt x="11885" y="0"/>
                  </a:lnTo>
                  <a:lnTo>
                    <a:pt x="18381" y="2355"/>
                  </a:lnTo>
                  <a:lnTo>
                    <a:pt x="23368" y="11983"/>
                  </a:lnTo>
                  <a:lnTo>
                    <a:pt x="23756" y="1612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g3870"/>
            <p:cNvSpPr/>
            <p:nvPr/>
          </p:nvSpPr>
          <p:spPr>
            <a:xfrm>
              <a:off x="5337706" y="3371376"/>
              <a:ext cx="17833" cy="18174"/>
            </a:xfrm>
            <a:custGeom>
              <a:avLst/>
              <a:gdLst/>
              <a:ahLst/>
              <a:cxnLst/>
              <a:rect l="0" t="0" r="0" b="0"/>
              <a:pathLst>
                <a:path w="17833" h="18174">
                  <a:moveTo>
                    <a:pt x="0" y="18174"/>
                  </a:moveTo>
                  <a:lnTo>
                    <a:pt x="5048" y="5702"/>
                  </a:lnTo>
                  <a:lnTo>
                    <a:pt x="14330" y="0"/>
                  </a:lnTo>
                  <a:lnTo>
                    <a:pt x="17689" y="1187"/>
                  </a:lnTo>
                  <a:lnTo>
                    <a:pt x="17833" y="5594"/>
                  </a:lnTo>
                  <a:lnTo>
                    <a:pt x="16531" y="9360"/>
                  </a:lnTo>
                  <a:lnTo>
                    <a:pt x="10304" y="15164"/>
                  </a:lnTo>
                  <a:lnTo>
                    <a:pt x="5054" y="176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g3871"/>
            <p:cNvSpPr/>
            <p:nvPr/>
          </p:nvSpPr>
          <p:spPr>
            <a:xfrm>
              <a:off x="5698253" y="3267490"/>
              <a:ext cx="33791" cy="16879"/>
            </a:xfrm>
            <a:custGeom>
              <a:avLst/>
              <a:gdLst/>
              <a:ahLst/>
              <a:cxnLst/>
              <a:rect l="0" t="0" r="0" b="0"/>
              <a:pathLst>
                <a:path w="33791" h="16879">
                  <a:moveTo>
                    <a:pt x="4645" y="16879"/>
                  </a:moveTo>
                  <a:lnTo>
                    <a:pt x="0" y="12776"/>
                  </a:lnTo>
                  <a:lnTo>
                    <a:pt x="7270" y="10878"/>
                  </a:lnTo>
                  <a:lnTo>
                    <a:pt x="16454" y="1130"/>
                  </a:lnTo>
                  <a:lnTo>
                    <a:pt x="22562" y="0"/>
                  </a:lnTo>
                  <a:lnTo>
                    <a:pt x="32158" y="5518"/>
                  </a:lnTo>
                  <a:lnTo>
                    <a:pt x="33791" y="1052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g3872"/>
            <p:cNvSpPr/>
            <p:nvPr/>
          </p:nvSpPr>
          <p:spPr>
            <a:xfrm>
              <a:off x="5643532" y="3241859"/>
              <a:ext cx="12087" cy="24671"/>
            </a:xfrm>
            <a:custGeom>
              <a:avLst/>
              <a:gdLst/>
              <a:ahLst/>
              <a:cxnLst/>
              <a:rect l="0" t="0" r="0" b="0"/>
              <a:pathLst>
                <a:path w="12087" h="24671">
                  <a:moveTo>
                    <a:pt x="5855" y="24671"/>
                  </a:moveTo>
                  <a:lnTo>
                    <a:pt x="0" y="24048"/>
                  </a:lnTo>
                  <a:lnTo>
                    <a:pt x="2971" y="19248"/>
                  </a:lnTo>
                  <a:lnTo>
                    <a:pt x="4103" y="12199"/>
                  </a:lnTo>
                  <a:lnTo>
                    <a:pt x="6991" y="4457"/>
                  </a:lnTo>
                  <a:lnTo>
                    <a:pt x="8655" y="2089"/>
                  </a:lnTo>
                  <a:lnTo>
                    <a:pt x="12087" y="0"/>
                  </a:lnTo>
                  <a:lnTo>
                    <a:pt x="11095" y="211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g3873"/>
            <p:cNvSpPr/>
            <p:nvPr/>
          </p:nvSpPr>
          <p:spPr>
            <a:xfrm>
              <a:off x="5761346" y="3275262"/>
              <a:ext cx="27001" cy="19248"/>
            </a:xfrm>
            <a:custGeom>
              <a:avLst/>
              <a:gdLst/>
              <a:ahLst/>
              <a:cxnLst/>
              <a:rect l="0" t="0" r="0" b="0"/>
              <a:pathLst>
                <a:path w="27001" h="19248">
                  <a:moveTo>
                    <a:pt x="18836" y="19248"/>
                  </a:moveTo>
                  <a:lnTo>
                    <a:pt x="0" y="14453"/>
                  </a:lnTo>
                  <a:lnTo>
                    <a:pt x="15498" y="10389"/>
                  </a:lnTo>
                  <a:lnTo>
                    <a:pt x="18030" y="8973"/>
                  </a:lnTo>
                  <a:lnTo>
                    <a:pt x="20050" y="2997"/>
                  </a:lnTo>
                  <a:lnTo>
                    <a:pt x="20303" y="0"/>
                  </a:lnTo>
                  <a:lnTo>
                    <a:pt x="26190" y="12853"/>
                  </a:lnTo>
                  <a:lnTo>
                    <a:pt x="27001" y="1715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g3874"/>
            <p:cNvSpPr/>
            <p:nvPr/>
          </p:nvSpPr>
          <p:spPr>
            <a:xfrm>
              <a:off x="5180933" y="3984239"/>
              <a:ext cx="8624" cy="14377"/>
            </a:xfrm>
            <a:custGeom>
              <a:avLst/>
              <a:gdLst/>
              <a:ahLst/>
              <a:cxnLst/>
              <a:rect l="0" t="0" r="0" b="0"/>
              <a:pathLst>
                <a:path w="8624" h="14377">
                  <a:moveTo>
                    <a:pt x="7028" y="14377"/>
                  </a:moveTo>
                  <a:lnTo>
                    <a:pt x="0" y="0"/>
                  </a:lnTo>
                  <a:lnTo>
                    <a:pt x="7229" y="4648"/>
                  </a:lnTo>
                  <a:lnTo>
                    <a:pt x="8521" y="8515"/>
                  </a:lnTo>
                  <a:lnTo>
                    <a:pt x="8624" y="117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g3875"/>
            <p:cNvSpPr/>
            <p:nvPr/>
          </p:nvSpPr>
          <p:spPr>
            <a:xfrm>
              <a:off x="5183801" y="4007259"/>
              <a:ext cx="24727" cy="72349"/>
            </a:xfrm>
            <a:custGeom>
              <a:avLst/>
              <a:gdLst/>
              <a:ahLst/>
              <a:cxnLst/>
              <a:rect l="0" t="0" r="0" b="0"/>
              <a:pathLst>
                <a:path w="24727" h="72349">
                  <a:moveTo>
                    <a:pt x="1250" y="72349"/>
                  </a:moveTo>
                  <a:lnTo>
                    <a:pt x="0" y="71213"/>
                  </a:lnTo>
                  <a:lnTo>
                    <a:pt x="16267" y="63796"/>
                  </a:lnTo>
                  <a:lnTo>
                    <a:pt x="21399" y="37670"/>
                  </a:lnTo>
                  <a:lnTo>
                    <a:pt x="22102" y="25623"/>
                  </a:lnTo>
                  <a:lnTo>
                    <a:pt x="19663" y="4388"/>
                  </a:lnTo>
                  <a:lnTo>
                    <a:pt x="19745" y="0"/>
                  </a:lnTo>
                  <a:lnTo>
                    <a:pt x="22391" y="6845"/>
                  </a:lnTo>
                  <a:lnTo>
                    <a:pt x="24727" y="26658"/>
                  </a:lnTo>
                  <a:lnTo>
                    <a:pt x="23849" y="41683"/>
                  </a:lnTo>
                  <a:lnTo>
                    <a:pt x="19130" y="63573"/>
                  </a:lnTo>
                  <a:lnTo>
                    <a:pt x="15446" y="6880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g3876"/>
            <p:cNvSpPr/>
            <p:nvPr/>
          </p:nvSpPr>
          <p:spPr>
            <a:xfrm>
              <a:off x="5152676" y="4082556"/>
              <a:ext cx="21404" cy="9277"/>
            </a:xfrm>
            <a:custGeom>
              <a:avLst/>
              <a:gdLst/>
              <a:ahLst/>
              <a:cxnLst/>
              <a:rect l="0" t="0" r="0" b="0"/>
              <a:pathLst>
                <a:path w="21404" h="9277">
                  <a:moveTo>
                    <a:pt x="2170" y="9277"/>
                  </a:moveTo>
                  <a:lnTo>
                    <a:pt x="0" y="8725"/>
                  </a:lnTo>
                  <a:lnTo>
                    <a:pt x="12619" y="2089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g3877"/>
            <p:cNvSpPr/>
            <p:nvPr/>
          </p:nvSpPr>
          <p:spPr>
            <a:xfrm>
              <a:off x="5095061" y="4115235"/>
              <a:ext cx="33993" cy="39982"/>
            </a:xfrm>
            <a:custGeom>
              <a:avLst/>
              <a:gdLst/>
              <a:ahLst/>
              <a:cxnLst/>
              <a:rect l="0" t="0" r="0" b="0"/>
              <a:pathLst>
                <a:path w="33993" h="39982">
                  <a:moveTo>
                    <a:pt x="0" y="39982"/>
                  </a:moveTo>
                  <a:lnTo>
                    <a:pt x="9689" y="23744"/>
                  </a:lnTo>
                  <a:lnTo>
                    <a:pt x="28825" y="3149"/>
                  </a:lnTo>
                  <a:lnTo>
                    <a:pt x="33993" y="0"/>
                  </a:lnTo>
                  <a:lnTo>
                    <a:pt x="18081" y="17590"/>
                  </a:lnTo>
                  <a:lnTo>
                    <a:pt x="2635" y="3848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g3878"/>
            <p:cNvSpPr/>
            <p:nvPr/>
          </p:nvSpPr>
          <p:spPr>
            <a:xfrm>
              <a:off x="4494680" y="5206518"/>
              <a:ext cx="17373" cy="15672"/>
            </a:xfrm>
            <a:custGeom>
              <a:avLst/>
              <a:gdLst/>
              <a:ahLst/>
              <a:cxnLst/>
              <a:rect l="0" t="0" r="0" b="0"/>
              <a:pathLst>
                <a:path w="17373" h="15672">
                  <a:moveTo>
                    <a:pt x="13601" y="15672"/>
                  </a:moveTo>
                  <a:lnTo>
                    <a:pt x="5968" y="13183"/>
                  </a:lnTo>
                  <a:lnTo>
                    <a:pt x="1798" y="8725"/>
                  </a:lnTo>
                  <a:lnTo>
                    <a:pt x="0" y="0"/>
                  </a:lnTo>
                  <a:lnTo>
                    <a:pt x="6645" y="9239"/>
                  </a:lnTo>
                  <a:lnTo>
                    <a:pt x="9028" y="11329"/>
                  </a:lnTo>
                  <a:lnTo>
                    <a:pt x="17373" y="122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g3879"/>
            <p:cNvSpPr/>
            <p:nvPr/>
          </p:nvSpPr>
          <p:spPr>
            <a:xfrm>
              <a:off x="4498091" y="5186660"/>
              <a:ext cx="9033" cy="26938"/>
            </a:xfrm>
            <a:custGeom>
              <a:avLst/>
              <a:gdLst/>
              <a:ahLst/>
              <a:cxnLst/>
              <a:rect l="0" t="0" r="0" b="0"/>
              <a:pathLst>
                <a:path w="9033" h="26938">
                  <a:moveTo>
                    <a:pt x="8883" y="26938"/>
                  </a:moveTo>
                  <a:lnTo>
                    <a:pt x="3550" y="14142"/>
                  </a:lnTo>
                  <a:lnTo>
                    <a:pt x="0" y="0"/>
                  </a:lnTo>
                  <a:lnTo>
                    <a:pt x="5079" y="4578"/>
                  </a:lnTo>
                  <a:lnTo>
                    <a:pt x="9033" y="19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g3880"/>
            <p:cNvSpPr/>
            <p:nvPr/>
          </p:nvSpPr>
          <p:spPr>
            <a:xfrm>
              <a:off x="4666217" y="5362642"/>
              <a:ext cx="34236" cy="51158"/>
            </a:xfrm>
            <a:custGeom>
              <a:avLst/>
              <a:gdLst/>
              <a:ahLst/>
              <a:cxnLst/>
              <a:rect l="0" t="0" r="0" b="0"/>
              <a:pathLst>
                <a:path w="34236" h="51158">
                  <a:moveTo>
                    <a:pt x="0" y="51158"/>
                  </a:moveTo>
                  <a:lnTo>
                    <a:pt x="2330" y="45036"/>
                  </a:lnTo>
                  <a:lnTo>
                    <a:pt x="10531" y="31948"/>
                  </a:lnTo>
                  <a:lnTo>
                    <a:pt x="13182" y="25788"/>
                  </a:lnTo>
                  <a:lnTo>
                    <a:pt x="18722" y="21883"/>
                  </a:lnTo>
                  <a:lnTo>
                    <a:pt x="23880" y="14821"/>
                  </a:lnTo>
                  <a:lnTo>
                    <a:pt x="24267" y="6585"/>
                  </a:lnTo>
                  <a:lnTo>
                    <a:pt x="31760" y="825"/>
                  </a:lnTo>
                  <a:lnTo>
                    <a:pt x="34236" y="0"/>
                  </a:lnTo>
                  <a:lnTo>
                    <a:pt x="21032" y="267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g3881"/>
            <p:cNvSpPr/>
            <p:nvPr/>
          </p:nvSpPr>
          <p:spPr>
            <a:xfrm>
              <a:off x="3456939" y="4803878"/>
              <a:ext cx="26706" cy="20480"/>
            </a:xfrm>
            <a:custGeom>
              <a:avLst/>
              <a:gdLst/>
              <a:ahLst/>
              <a:cxnLst/>
              <a:rect l="0" t="0" r="0" b="0"/>
              <a:pathLst>
                <a:path w="26706" h="20480">
                  <a:moveTo>
                    <a:pt x="18603" y="20480"/>
                  </a:moveTo>
                  <a:lnTo>
                    <a:pt x="1100" y="9214"/>
                  </a:lnTo>
                  <a:lnTo>
                    <a:pt x="0" y="4375"/>
                  </a:lnTo>
                  <a:lnTo>
                    <a:pt x="8635" y="0"/>
                  </a:lnTo>
                  <a:lnTo>
                    <a:pt x="13906" y="387"/>
                  </a:lnTo>
                  <a:lnTo>
                    <a:pt x="22241" y="6109"/>
                  </a:lnTo>
                  <a:lnTo>
                    <a:pt x="25290" y="7703"/>
                  </a:lnTo>
                  <a:lnTo>
                    <a:pt x="26706" y="10020"/>
                  </a:lnTo>
                  <a:lnTo>
                    <a:pt x="25900" y="13646"/>
                  </a:lnTo>
                  <a:lnTo>
                    <a:pt x="22536" y="18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g3882"/>
            <p:cNvSpPr/>
            <p:nvPr/>
          </p:nvSpPr>
          <p:spPr>
            <a:xfrm>
              <a:off x="2924653" y="5000397"/>
              <a:ext cx="20774" cy="30399"/>
            </a:xfrm>
            <a:custGeom>
              <a:avLst/>
              <a:gdLst/>
              <a:ahLst/>
              <a:cxnLst/>
              <a:rect l="0" t="0" r="0" b="0"/>
              <a:pathLst>
                <a:path w="20774" h="30399">
                  <a:moveTo>
                    <a:pt x="0" y="30399"/>
                  </a:moveTo>
                  <a:lnTo>
                    <a:pt x="5121" y="19749"/>
                  </a:lnTo>
                  <a:lnTo>
                    <a:pt x="6072" y="15482"/>
                  </a:lnTo>
                  <a:lnTo>
                    <a:pt x="14469" y="2006"/>
                  </a:lnTo>
                  <a:lnTo>
                    <a:pt x="18903" y="0"/>
                  </a:lnTo>
                  <a:lnTo>
                    <a:pt x="20774" y="5734"/>
                  </a:lnTo>
                  <a:lnTo>
                    <a:pt x="12138" y="15202"/>
                  </a:lnTo>
                  <a:lnTo>
                    <a:pt x="2294" y="300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g3883"/>
            <p:cNvSpPr/>
            <p:nvPr/>
          </p:nvSpPr>
          <p:spPr>
            <a:xfrm>
              <a:off x="2949515" y="4968054"/>
              <a:ext cx="42075" cy="30323"/>
            </a:xfrm>
            <a:custGeom>
              <a:avLst/>
              <a:gdLst/>
              <a:ahLst/>
              <a:cxnLst/>
              <a:rect l="0" t="0" r="0" b="0"/>
              <a:pathLst>
                <a:path w="42075" h="30323">
                  <a:moveTo>
                    <a:pt x="0" y="30323"/>
                  </a:moveTo>
                  <a:lnTo>
                    <a:pt x="4816" y="23299"/>
                  </a:lnTo>
                  <a:lnTo>
                    <a:pt x="12645" y="19756"/>
                  </a:lnTo>
                  <a:lnTo>
                    <a:pt x="29822" y="6261"/>
                  </a:lnTo>
                  <a:lnTo>
                    <a:pt x="36830" y="5334"/>
                  </a:lnTo>
                  <a:lnTo>
                    <a:pt x="40478" y="685"/>
                  </a:lnTo>
                  <a:lnTo>
                    <a:pt x="42075" y="0"/>
                  </a:lnTo>
                  <a:lnTo>
                    <a:pt x="41042" y="5696"/>
                  </a:lnTo>
                  <a:lnTo>
                    <a:pt x="27223" y="13786"/>
                  </a:lnTo>
                  <a:lnTo>
                    <a:pt x="3886" y="297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g3884"/>
            <p:cNvSpPr/>
            <p:nvPr/>
          </p:nvSpPr>
          <p:spPr>
            <a:xfrm>
              <a:off x="2887740" y="5040830"/>
              <a:ext cx="34318" cy="75366"/>
            </a:xfrm>
            <a:custGeom>
              <a:avLst/>
              <a:gdLst/>
              <a:ahLst/>
              <a:cxnLst/>
              <a:rect l="0" t="0" r="0" b="0"/>
              <a:pathLst>
                <a:path w="34318" h="75366">
                  <a:moveTo>
                    <a:pt x="0" y="75366"/>
                  </a:moveTo>
                  <a:lnTo>
                    <a:pt x="909" y="64215"/>
                  </a:lnTo>
                  <a:lnTo>
                    <a:pt x="9503" y="38877"/>
                  </a:lnTo>
                  <a:lnTo>
                    <a:pt x="26965" y="5575"/>
                  </a:lnTo>
                  <a:lnTo>
                    <a:pt x="34318" y="0"/>
                  </a:lnTo>
                  <a:lnTo>
                    <a:pt x="14175" y="36521"/>
                  </a:lnTo>
                  <a:lnTo>
                    <a:pt x="3302" y="6788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g3885"/>
            <p:cNvSpPr/>
            <p:nvPr/>
          </p:nvSpPr>
          <p:spPr>
            <a:xfrm>
              <a:off x="3130649" y="4843237"/>
              <a:ext cx="34081" cy="26658"/>
            </a:xfrm>
            <a:custGeom>
              <a:avLst/>
              <a:gdLst/>
              <a:ahLst/>
              <a:cxnLst/>
              <a:rect l="0" t="0" r="0" b="0"/>
              <a:pathLst>
                <a:path w="34081" h="26658">
                  <a:moveTo>
                    <a:pt x="0" y="26658"/>
                  </a:moveTo>
                  <a:lnTo>
                    <a:pt x="23068" y="6655"/>
                  </a:lnTo>
                  <a:lnTo>
                    <a:pt x="27905" y="0"/>
                  </a:lnTo>
                  <a:lnTo>
                    <a:pt x="34081" y="292"/>
                  </a:lnTo>
                  <a:lnTo>
                    <a:pt x="23781" y="11500"/>
                  </a:lnTo>
                  <a:lnTo>
                    <a:pt x="5286" y="254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g3886"/>
            <p:cNvSpPr/>
            <p:nvPr/>
          </p:nvSpPr>
          <p:spPr>
            <a:xfrm>
              <a:off x="2885373" y="5122184"/>
              <a:ext cx="25027" cy="140921"/>
            </a:xfrm>
            <a:custGeom>
              <a:avLst/>
              <a:gdLst/>
              <a:ahLst/>
              <a:cxnLst/>
              <a:rect l="0" t="0" r="0" b="0"/>
              <a:pathLst>
                <a:path w="25027" h="140921">
                  <a:moveTo>
                    <a:pt x="23564" y="140921"/>
                  </a:moveTo>
                  <a:lnTo>
                    <a:pt x="14800" y="112719"/>
                  </a:lnTo>
                  <a:lnTo>
                    <a:pt x="537" y="48898"/>
                  </a:lnTo>
                  <a:lnTo>
                    <a:pt x="0" y="12522"/>
                  </a:lnTo>
                  <a:lnTo>
                    <a:pt x="2242" y="0"/>
                  </a:lnTo>
                  <a:lnTo>
                    <a:pt x="5922" y="51374"/>
                  </a:lnTo>
                  <a:lnTo>
                    <a:pt x="21688" y="116618"/>
                  </a:lnTo>
                  <a:lnTo>
                    <a:pt x="25027" y="13488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g3887"/>
            <p:cNvSpPr/>
            <p:nvPr/>
          </p:nvSpPr>
          <p:spPr>
            <a:xfrm>
              <a:off x="5637481" y="3252585"/>
              <a:ext cx="5178" cy="13666"/>
            </a:xfrm>
            <a:custGeom>
              <a:avLst/>
              <a:gdLst/>
              <a:ahLst/>
              <a:cxnLst/>
              <a:rect l="0" t="0" r="0" b="0"/>
              <a:pathLst>
                <a:path w="5178" h="13666">
                  <a:moveTo>
                    <a:pt x="1095" y="13666"/>
                  </a:moveTo>
                  <a:lnTo>
                    <a:pt x="0" y="7385"/>
                  </a:lnTo>
                  <a:lnTo>
                    <a:pt x="2056" y="165"/>
                  </a:lnTo>
                  <a:lnTo>
                    <a:pt x="4139" y="0"/>
                  </a:lnTo>
                  <a:lnTo>
                    <a:pt x="5178" y="3841"/>
                  </a:lnTo>
                  <a:lnTo>
                    <a:pt x="4030" y="112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g3888"/>
            <p:cNvSpPr/>
            <p:nvPr/>
          </p:nvSpPr>
          <p:spPr>
            <a:xfrm>
              <a:off x="5335877" y="3489988"/>
              <a:ext cx="15498" cy="28227"/>
            </a:xfrm>
            <a:custGeom>
              <a:avLst/>
              <a:gdLst/>
              <a:ahLst/>
              <a:cxnLst/>
              <a:rect l="0" t="0" r="0" b="0"/>
              <a:pathLst>
                <a:path w="15498" h="28227">
                  <a:moveTo>
                    <a:pt x="284" y="28227"/>
                  </a:moveTo>
                  <a:lnTo>
                    <a:pt x="0" y="24442"/>
                  </a:lnTo>
                  <a:lnTo>
                    <a:pt x="15498" y="0"/>
                  </a:lnTo>
                  <a:lnTo>
                    <a:pt x="12697" y="854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g3889"/>
            <p:cNvSpPr/>
            <p:nvPr/>
          </p:nvSpPr>
          <p:spPr>
            <a:xfrm>
              <a:off x="5216776" y="3678353"/>
              <a:ext cx="29698" cy="55407"/>
            </a:xfrm>
            <a:custGeom>
              <a:avLst/>
              <a:gdLst/>
              <a:ahLst/>
              <a:cxnLst/>
              <a:rect l="0" t="0" r="0" b="0"/>
              <a:pathLst>
                <a:path w="29698" h="55407">
                  <a:moveTo>
                    <a:pt x="0" y="55407"/>
                  </a:moveTo>
                  <a:lnTo>
                    <a:pt x="16143" y="29364"/>
                  </a:lnTo>
                  <a:lnTo>
                    <a:pt x="25518" y="7544"/>
                  </a:lnTo>
                  <a:lnTo>
                    <a:pt x="29698" y="0"/>
                  </a:lnTo>
                  <a:lnTo>
                    <a:pt x="25642" y="15291"/>
                  </a:lnTo>
                  <a:lnTo>
                    <a:pt x="18552" y="29351"/>
                  </a:lnTo>
                  <a:lnTo>
                    <a:pt x="4811" y="53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g3890"/>
            <p:cNvSpPr/>
            <p:nvPr/>
          </p:nvSpPr>
          <p:spPr>
            <a:xfrm>
              <a:off x="5079677" y="4146288"/>
              <a:ext cx="13513" cy="6191"/>
            </a:xfrm>
            <a:custGeom>
              <a:avLst/>
              <a:gdLst/>
              <a:ahLst/>
              <a:cxnLst/>
              <a:rect l="0" t="0" r="0" b="0"/>
              <a:pathLst>
                <a:path w="13513" h="6191">
                  <a:moveTo>
                    <a:pt x="11157" y="6191"/>
                  </a:moveTo>
                  <a:lnTo>
                    <a:pt x="6997" y="4756"/>
                  </a:lnTo>
                  <a:lnTo>
                    <a:pt x="1266" y="2013"/>
                  </a:lnTo>
                  <a:lnTo>
                    <a:pt x="0" y="0"/>
                  </a:lnTo>
                  <a:lnTo>
                    <a:pt x="5467" y="730"/>
                  </a:lnTo>
                  <a:lnTo>
                    <a:pt x="13513" y="58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g3891"/>
            <p:cNvSpPr/>
            <p:nvPr/>
          </p:nvSpPr>
          <p:spPr>
            <a:xfrm>
              <a:off x="4577198" y="5440364"/>
              <a:ext cx="10779" cy="15615"/>
            </a:xfrm>
            <a:custGeom>
              <a:avLst/>
              <a:gdLst/>
              <a:ahLst/>
              <a:cxnLst/>
              <a:rect l="0" t="0" r="0" b="0"/>
              <a:pathLst>
                <a:path w="10779" h="15615">
                  <a:moveTo>
                    <a:pt x="6020" y="15615"/>
                  </a:moveTo>
                  <a:lnTo>
                    <a:pt x="4511" y="14790"/>
                  </a:lnTo>
                  <a:lnTo>
                    <a:pt x="4511" y="10890"/>
                  </a:lnTo>
                  <a:lnTo>
                    <a:pt x="0" y="2260"/>
                  </a:lnTo>
                  <a:lnTo>
                    <a:pt x="170" y="0"/>
                  </a:lnTo>
                  <a:lnTo>
                    <a:pt x="10516" y="8446"/>
                  </a:lnTo>
                  <a:lnTo>
                    <a:pt x="10779" y="10713"/>
                  </a:lnTo>
                  <a:lnTo>
                    <a:pt x="9193" y="129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g3892"/>
            <p:cNvSpPr/>
            <p:nvPr/>
          </p:nvSpPr>
          <p:spPr>
            <a:xfrm>
              <a:off x="4637878" y="5427841"/>
              <a:ext cx="6681" cy="5543"/>
            </a:xfrm>
            <a:custGeom>
              <a:avLst/>
              <a:gdLst/>
              <a:ahLst/>
              <a:cxnLst/>
              <a:rect l="0" t="0" r="0" b="0"/>
              <a:pathLst>
                <a:path w="6681" h="5543">
                  <a:moveTo>
                    <a:pt x="0" y="5543"/>
                  </a:moveTo>
                  <a:lnTo>
                    <a:pt x="1002" y="3695"/>
                  </a:lnTo>
                  <a:lnTo>
                    <a:pt x="5178" y="0"/>
                  </a:lnTo>
                  <a:lnTo>
                    <a:pt x="6681" y="1435"/>
                  </a:lnTo>
                  <a:lnTo>
                    <a:pt x="6516" y="3283"/>
                  </a:lnTo>
                  <a:lnTo>
                    <a:pt x="2005" y="55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g3893"/>
            <p:cNvSpPr/>
            <p:nvPr/>
          </p:nvSpPr>
          <p:spPr>
            <a:xfrm>
              <a:off x="4657267" y="5415509"/>
              <a:ext cx="5348" cy="5550"/>
            </a:xfrm>
            <a:custGeom>
              <a:avLst/>
              <a:gdLst/>
              <a:ahLst/>
              <a:cxnLst/>
              <a:rect l="0" t="0" r="0" b="0"/>
              <a:pathLst>
                <a:path w="5348" h="5550">
                  <a:moveTo>
                    <a:pt x="0" y="5550"/>
                  </a:moveTo>
                  <a:lnTo>
                    <a:pt x="4175" y="0"/>
                  </a:lnTo>
                  <a:lnTo>
                    <a:pt x="5348" y="412"/>
                  </a:lnTo>
                  <a:lnTo>
                    <a:pt x="2842" y="493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g3894"/>
            <p:cNvSpPr/>
            <p:nvPr/>
          </p:nvSpPr>
          <p:spPr>
            <a:xfrm>
              <a:off x="4607290" y="5439132"/>
              <a:ext cx="21895" cy="8630"/>
            </a:xfrm>
            <a:custGeom>
              <a:avLst/>
              <a:gdLst/>
              <a:ahLst/>
              <a:cxnLst/>
              <a:rect l="0" t="0" r="0" b="0"/>
              <a:pathLst>
                <a:path w="21895" h="8630">
                  <a:moveTo>
                    <a:pt x="5012" y="8630"/>
                  </a:moveTo>
                  <a:lnTo>
                    <a:pt x="0" y="6369"/>
                  </a:lnTo>
                  <a:lnTo>
                    <a:pt x="5513" y="3289"/>
                  </a:lnTo>
                  <a:lnTo>
                    <a:pt x="21895" y="0"/>
                  </a:lnTo>
                  <a:lnTo>
                    <a:pt x="15709" y="4108"/>
                  </a:lnTo>
                  <a:lnTo>
                    <a:pt x="9860" y="555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g3895"/>
            <p:cNvSpPr/>
            <p:nvPr/>
          </p:nvSpPr>
          <p:spPr>
            <a:xfrm>
              <a:off x="4570537" y="4631229"/>
              <a:ext cx="6945" cy="31688"/>
            </a:xfrm>
            <a:custGeom>
              <a:avLst/>
              <a:gdLst/>
              <a:ahLst/>
              <a:cxnLst/>
              <a:rect l="0" t="0" r="0" b="0"/>
              <a:pathLst>
                <a:path w="6945" h="31688">
                  <a:moveTo>
                    <a:pt x="2237" y="31688"/>
                  </a:moveTo>
                  <a:lnTo>
                    <a:pt x="201" y="20467"/>
                  </a:lnTo>
                  <a:lnTo>
                    <a:pt x="0" y="9570"/>
                  </a:lnTo>
                  <a:lnTo>
                    <a:pt x="3565" y="3124"/>
                  </a:lnTo>
                  <a:lnTo>
                    <a:pt x="694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g3896"/>
            <p:cNvSpPr/>
            <p:nvPr/>
          </p:nvSpPr>
          <p:spPr>
            <a:xfrm>
              <a:off x="4554992" y="5448277"/>
              <a:ext cx="10567" cy="12891"/>
            </a:xfrm>
            <a:custGeom>
              <a:avLst/>
              <a:gdLst/>
              <a:ahLst/>
              <a:cxnLst/>
              <a:rect l="0" t="0" r="0" b="0"/>
              <a:pathLst>
                <a:path w="10567" h="12891">
                  <a:moveTo>
                    <a:pt x="0" y="12891"/>
                  </a:moveTo>
                  <a:lnTo>
                    <a:pt x="5529" y="7772"/>
                  </a:lnTo>
                  <a:lnTo>
                    <a:pt x="7322" y="0"/>
                  </a:lnTo>
                  <a:lnTo>
                    <a:pt x="10567" y="6070"/>
                  </a:lnTo>
                  <a:lnTo>
                    <a:pt x="10505" y="9754"/>
                  </a:lnTo>
                  <a:lnTo>
                    <a:pt x="6857" y="116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g3897"/>
            <p:cNvSpPr/>
            <p:nvPr/>
          </p:nvSpPr>
          <p:spPr>
            <a:xfrm>
              <a:off x="4681421" y="5037121"/>
              <a:ext cx="28195" cy="83983"/>
            </a:xfrm>
            <a:custGeom>
              <a:avLst/>
              <a:gdLst/>
              <a:ahLst/>
              <a:cxnLst/>
              <a:rect l="0" t="0" r="0" b="0"/>
              <a:pathLst>
                <a:path w="28195" h="83983">
                  <a:moveTo>
                    <a:pt x="28195" y="83983"/>
                  </a:moveTo>
                  <a:lnTo>
                    <a:pt x="18464" y="61770"/>
                  </a:lnTo>
                  <a:lnTo>
                    <a:pt x="6438" y="26938"/>
                  </a:lnTo>
                  <a:lnTo>
                    <a:pt x="0" y="0"/>
                  </a:lnTo>
                  <a:lnTo>
                    <a:pt x="4356" y="7283"/>
                  </a:lnTo>
                  <a:lnTo>
                    <a:pt x="8614" y="22359"/>
                  </a:lnTo>
                  <a:lnTo>
                    <a:pt x="26474" y="744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g3898"/>
            <p:cNvSpPr/>
            <p:nvPr/>
          </p:nvSpPr>
          <p:spPr>
            <a:xfrm>
              <a:off x="4535949" y="5462902"/>
              <a:ext cx="7699" cy="4470"/>
            </a:xfrm>
            <a:custGeom>
              <a:avLst/>
              <a:gdLst/>
              <a:ahLst/>
              <a:cxnLst/>
              <a:rect l="0" t="0" r="0" b="0"/>
              <a:pathLst>
                <a:path w="7699" h="4470">
                  <a:moveTo>
                    <a:pt x="232" y="4470"/>
                  </a:moveTo>
                  <a:lnTo>
                    <a:pt x="0" y="2457"/>
                  </a:lnTo>
                  <a:lnTo>
                    <a:pt x="4630" y="0"/>
                  </a:lnTo>
                  <a:lnTo>
                    <a:pt x="7699" y="165"/>
                  </a:lnTo>
                  <a:lnTo>
                    <a:pt x="7586" y="2889"/>
                  </a:lnTo>
                  <a:lnTo>
                    <a:pt x="2919" y="41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g3899"/>
            <p:cNvSpPr/>
            <p:nvPr/>
          </p:nvSpPr>
          <p:spPr>
            <a:xfrm>
              <a:off x="3781115" y="4789697"/>
              <a:ext cx="7508" cy="12059"/>
            </a:xfrm>
            <a:custGeom>
              <a:avLst/>
              <a:gdLst/>
              <a:ahLst/>
              <a:cxnLst/>
              <a:rect l="0" t="0" r="0" b="0"/>
              <a:pathLst>
                <a:path w="7508" h="12059">
                  <a:moveTo>
                    <a:pt x="0" y="12059"/>
                  </a:moveTo>
                  <a:lnTo>
                    <a:pt x="263" y="9462"/>
                  </a:lnTo>
                  <a:lnTo>
                    <a:pt x="4490" y="2648"/>
                  </a:lnTo>
                  <a:lnTo>
                    <a:pt x="7508" y="0"/>
                  </a:lnTo>
                  <a:lnTo>
                    <a:pt x="5746" y="52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g3900"/>
            <p:cNvSpPr/>
            <p:nvPr/>
          </p:nvSpPr>
          <p:spPr>
            <a:xfrm>
              <a:off x="3804479" y="4723202"/>
              <a:ext cx="17435" cy="7734"/>
            </a:xfrm>
            <a:custGeom>
              <a:avLst/>
              <a:gdLst/>
              <a:ahLst/>
              <a:cxnLst/>
              <a:rect l="0" t="0" r="0" b="0"/>
              <a:pathLst>
                <a:path w="17435" h="7734">
                  <a:moveTo>
                    <a:pt x="16107" y="7734"/>
                  </a:moveTo>
                  <a:lnTo>
                    <a:pt x="6733" y="5029"/>
                  </a:lnTo>
                  <a:lnTo>
                    <a:pt x="1033" y="2514"/>
                  </a:lnTo>
                  <a:lnTo>
                    <a:pt x="0" y="0"/>
                  </a:lnTo>
                  <a:lnTo>
                    <a:pt x="15756" y="4565"/>
                  </a:lnTo>
                  <a:lnTo>
                    <a:pt x="17435" y="62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g3901"/>
            <p:cNvSpPr/>
            <p:nvPr/>
          </p:nvSpPr>
          <p:spPr>
            <a:xfrm>
              <a:off x="3847510" y="4721970"/>
              <a:ext cx="25921" cy="5569"/>
            </a:xfrm>
            <a:custGeom>
              <a:avLst/>
              <a:gdLst/>
              <a:ahLst/>
              <a:cxnLst/>
              <a:rect l="0" t="0" r="0" b="0"/>
              <a:pathLst>
                <a:path w="25921" h="5569">
                  <a:moveTo>
                    <a:pt x="16609" y="5569"/>
                  </a:moveTo>
                  <a:lnTo>
                    <a:pt x="2806" y="5308"/>
                  </a:lnTo>
                  <a:lnTo>
                    <a:pt x="0" y="4330"/>
                  </a:lnTo>
                  <a:lnTo>
                    <a:pt x="5539" y="2470"/>
                  </a:lnTo>
                  <a:lnTo>
                    <a:pt x="21895" y="0"/>
                  </a:lnTo>
                  <a:lnTo>
                    <a:pt x="25921" y="27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g3902"/>
            <p:cNvSpPr/>
            <p:nvPr/>
          </p:nvSpPr>
          <p:spPr>
            <a:xfrm>
              <a:off x="3738952" y="4735636"/>
              <a:ext cx="16650" cy="17044"/>
            </a:xfrm>
            <a:custGeom>
              <a:avLst/>
              <a:gdLst/>
              <a:ahLst/>
              <a:cxnLst/>
              <a:rect l="0" t="0" r="0" b="0"/>
              <a:pathLst>
                <a:path w="16650" h="17044">
                  <a:moveTo>
                    <a:pt x="12862" y="17044"/>
                  </a:moveTo>
                  <a:lnTo>
                    <a:pt x="7679" y="14034"/>
                  </a:lnTo>
                  <a:lnTo>
                    <a:pt x="0" y="13761"/>
                  </a:lnTo>
                  <a:lnTo>
                    <a:pt x="3379" y="11697"/>
                  </a:lnTo>
                  <a:lnTo>
                    <a:pt x="5751" y="9684"/>
                  </a:lnTo>
                  <a:lnTo>
                    <a:pt x="6935" y="7518"/>
                  </a:lnTo>
                  <a:lnTo>
                    <a:pt x="16650" y="0"/>
                  </a:lnTo>
                  <a:lnTo>
                    <a:pt x="13896" y="5518"/>
                  </a:lnTo>
                  <a:lnTo>
                    <a:pt x="12490" y="10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g3903"/>
            <p:cNvSpPr/>
            <p:nvPr/>
          </p:nvSpPr>
          <p:spPr>
            <a:xfrm>
              <a:off x="3789234" y="4750191"/>
              <a:ext cx="5746" cy="36527"/>
            </a:xfrm>
            <a:custGeom>
              <a:avLst/>
              <a:gdLst/>
              <a:ahLst/>
              <a:cxnLst/>
              <a:rect l="0" t="0" r="0" b="0"/>
              <a:pathLst>
                <a:path w="5746" h="36527">
                  <a:moveTo>
                    <a:pt x="1188" y="36527"/>
                  </a:moveTo>
                  <a:lnTo>
                    <a:pt x="4118" y="16695"/>
                  </a:lnTo>
                  <a:lnTo>
                    <a:pt x="0" y="0"/>
                  </a:lnTo>
                  <a:lnTo>
                    <a:pt x="4340" y="7328"/>
                  </a:lnTo>
                  <a:lnTo>
                    <a:pt x="5746" y="16047"/>
                  </a:lnTo>
                  <a:lnTo>
                    <a:pt x="4175" y="323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g3904"/>
            <p:cNvSpPr/>
            <p:nvPr/>
          </p:nvSpPr>
          <p:spPr>
            <a:xfrm>
              <a:off x="4186131" y="4792371"/>
              <a:ext cx="40173" cy="16358"/>
            </a:xfrm>
            <a:custGeom>
              <a:avLst/>
              <a:gdLst/>
              <a:ahLst/>
              <a:cxnLst/>
              <a:rect l="0" t="0" r="0" b="0"/>
              <a:pathLst>
                <a:path w="40173" h="16358">
                  <a:moveTo>
                    <a:pt x="11482" y="16358"/>
                  </a:moveTo>
                  <a:lnTo>
                    <a:pt x="0" y="12954"/>
                  </a:lnTo>
                  <a:lnTo>
                    <a:pt x="7136" y="12307"/>
                  </a:lnTo>
                  <a:lnTo>
                    <a:pt x="12299" y="13685"/>
                  </a:lnTo>
                  <a:lnTo>
                    <a:pt x="25373" y="6991"/>
                  </a:lnTo>
                  <a:lnTo>
                    <a:pt x="32231" y="1924"/>
                  </a:lnTo>
                  <a:lnTo>
                    <a:pt x="40173" y="0"/>
                  </a:lnTo>
                  <a:lnTo>
                    <a:pt x="22102" y="116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g3905"/>
            <p:cNvSpPr/>
            <p:nvPr/>
          </p:nvSpPr>
          <p:spPr>
            <a:xfrm>
              <a:off x="5923277" y="2903466"/>
              <a:ext cx="8449" cy="10395"/>
            </a:xfrm>
            <a:custGeom>
              <a:avLst/>
              <a:gdLst/>
              <a:ahLst/>
              <a:cxnLst/>
              <a:rect l="0" t="0" r="0" b="0"/>
              <a:pathLst>
                <a:path w="8449" h="10395">
                  <a:moveTo>
                    <a:pt x="4428" y="10395"/>
                  </a:moveTo>
                  <a:lnTo>
                    <a:pt x="139" y="9563"/>
                  </a:lnTo>
                  <a:lnTo>
                    <a:pt x="0" y="3149"/>
                  </a:lnTo>
                  <a:lnTo>
                    <a:pt x="1297" y="971"/>
                  </a:lnTo>
                  <a:lnTo>
                    <a:pt x="2780" y="0"/>
                  </a:lnTo>
                  <a:lnTo>
                    <a:pt x="4981" y="1803"/>
                  </a:lnTo>
                  <a:lnTo>
                    <a:pt x="8449" y="7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g3906"/>
            <p:cNvSpPr/>
            <p:nvPr/>
          </p:nvSpPr>
          <p:spPr>
            <a:xfrm>
              <a:off x="2399291" y="4782381"/>
              <a:ext cx="513697" cy="755524"/>
            </a:xfrm>
            <a:custGeom>
              <a:avLst/>
              <a:gdLst/>
              <a:ahLst/>
              <a:cxnLst/>
              <a:rect l="0" t="0" r="0" b="0"/>
              <a:pathLst>
                <a:path w="513697" h="755524">
                  <a:moveTo>
                    <a:pt x="961" y="1759"/>
                  </a:moveTo>
                  <a:lnTo>
                    <a:pt x="26210" y="3480"/>
                  </a:lnTo>
                  <a:lnTo>
                    <a:pt x="41104" y="2895"/>
                  </a:lnTo>
                  <a:lnTo>
                    <a:pt x="45646" y="0"/>
                  </a:lnTo>
                  <a:lnTo>
                    <a:pt x="48008" y="152"/>
                  </a:lnTo>
                  <a:lnTo>
                    <a:pt x="48194" y="3340"/>
                  </a:lnTo>
                  <a:lnTo>
                    <a:pt x="51935" y="4692"/>
                  </a:lnTo>
                  <a:lnTo>
                    <a:pt x="59227" y="4210"/>
                  </a:lnTo>
                  <a:lnTo>
                    <a:pt x="65578" y="8668"/>
                  </a:lnTo>
                  <a:lnTo>
                    <a:pt x="73712" y="22778"/>
                  </a:lnTo>
                  <a:lnTo>
                    <a:pt x="101747" y="45379"/>
                  </a:lnTo>
                  <a:lnTo>
                    <a:pt x="104108" y="53133"/>
                  </a:lnTo>
                  <a:lnTo>
                    <a:pt x="113865" y="64316"/>
                  </a:lnTo>
                  <a:lnTo>
                    <a:pt x="131807" y="81507"/>
                  </a:lnTo>
                  <a:lnTo>
                    <a:pt x="141962" y="96329"/>
                  </a:lnTo>
                  <a:lnTo>
                    <a:pt x="144324" y="108782"/>
                  </a:lnTo>
                  <a:lnTo>
                    <a:pt x="153491" y="128481"/>
                  </a:lnTo>
                  <a:lnTo>
                    <a:pt x="169449" y="155419"/>
                  </a:lnTo>
                  <a:lnTo>
                    <a:pt x="176560" y="169942"/>
                  </a:lnTo>
                  <a:lnTo>
                    <a:pt x="174824" y="172038"/>
                  </a:lnTo>
                  <a:lnTo>
                    <a:pt x="176079" y="179620"/>
                  </a:lnTo>
                  <a:lnTo>
                    <a:pt x="180338" y="192683"/>
                  </a:lnTo>
                  <a:lnTo>
                    <a:pt x="188249" y="203745"/>
                  </a:lnTo>
                  <a:lnTo>
                    <a:pt x="199820" y="212807"/>
                  </a:lnTo>
                  <a:lnTo>
                    <a:pt x="211520" y="229077"/>
                  </a:lnTo>
                  <a:lnTo>
                    <a:pt x="223349" y="252561"/>
                  </a:lnTo>
                  <a:lnTo>
                    <a:pt x="237679" y="270425"/>
                  </a:lnTo>
                  <a:lnTo>
                    <a:pt x="254500" y="282655"/>
                  </a:lnTo>
                  <a:lnTo>
                    <a:pt x="264024" y="294042"/>
                  </a:lnTo>
                  <a:lnTo>
                    <a:pt x="266251" y="304571"/>
                  </a:lnTo>
                  <a:lnTo>
                    <a:pt x="266086" y="313588"/>
                  </a:lnTo>
                  <a:lnTo>
                    <a:pt x="263522" y="321094"/>
                  </a:lnTo>
                  <a:lnTo>
                    <a:pt x="264608" y="328226"/>
                  </a:lnTo>
                  <a:lnTo>
                    <a:pt x="269336" y="334964"/>
                  </a:lnTo>
                  <a:lnTo>
                    <a:pt x="270912" y="343232"/>
                  </a:lnTo>
                  <a:lnTo>
                    <a:pt x="269062" y="354732"/>
                  </a:lnTo>
                  <a:lnTo>
                    <a:pt x="269191" y="357990"/>
                  </a:lnTo>
                  <a:lnTo>
                    <a:pt x="270561" y="360587"/>
                  </a:lnTo>
                  <a:lnTo>
                    <a:pt x="285496" y="380350"/>
                  </a:lnTo>
                  <a:lnTo>
                    <a:pt x="293170" y="396321"/>
                  </a:lnTo>
                  <a:lnTo>
                    <a:pt x="299262" y="421811"/>
                  </a:lnTo>
                  <a:lnTo>
                    <a:pt x="299293" y="422040"/>
                  </a:lnTo>
                  <a:lnTo>
                    <a:pt x="306099" y="437287"/>
                  </a:lnTo>
                  <a:lnTo>
                    <a:pt x="315887" y="443523"/>
                  </a:lnTo>
                  <a:lnTo>
                    <a:pt x="330925" y="445829"/>
                  </a:lnTo>
                  <a:lnTo>
                    <a:pt x="342351" y="451138"/>
                  </a:lnTo>
                  <a:lnTo>
                    <a:pt x="350165" y="459457"/>
                  </a:lnTo>
                  <a:lnTo>
                    <a:pt x="360019" y="464480"/>
                  </a:lnTo>
                  <a:lnTo>
                    <a:pt x="371916" y="466207"/>
                  </a:lnTo>
                  <a:lnTo>
                    <a:pt x="383321" y="471694"/>
                  </a:lnTo>
                  <a:lnTo>
                    <a:pt x="394230" y="480953"/>
                  </a:lnTo>
                  <a:lnTo>
                    <a:pt x="414575" y="487030"/>
                  </a:lnTo>
                  <a:lnTo>
                    <a:pt x="444357" y="489945"/>
                  </a:lnTo>
                  <a:lnTo>
                    <a:pt x="467022" y="497470"/>
                  </a:lnTo>
                  <a:lnTo>
                    <a:pt x="482577" y="509612"/>
                  </a:lnTo>
                  <a:lnTo>
                    <a:pt x="489419" y="512082"/>
                  </a:lnTo>
                  <a:lnTo>
                    <a:pt x="491269" y="512254"/>
                  </a:lnTo>
                  <a:lnTo>
                    <a:pt x="492158" y="510399"/>
                  </a:lnTo>
                  <a:lnTo>
                    <a:pt x="493331" y="506964"/>
                  </a:lnTo>
                  <a:lnTo>
                    <a:pt x="499352" y="503008"/>
                  </a:lnTo>
                  <a:lnTo>
                    <a:pt x="513697" y="500423"/>
                  </a:lnTo>
                  <a:lnTo>
                    <a:pt x="511770" y="527285"/>
                  </a:lnTo>
                  <a:lnTo>
                    <a:pt x="505372" y="549327"/>
                  </a:lnTo>
                  <a:lnTo>
                    <a:pt x="484293" y="595152"/>
                  </a:lnTo>
                  <a:lnTo>
                    <a:pt x="475508" y="623576"/>
                  </a:lnTo>
                  <a:lnTo>
                    <a:pt x="458511" y="704804"/>
                  </a:lnTo>
                  <a:lnTo>
                    <a:pt x="453534" y="755524"/>
                  </a:lnTo>
                  <a:lnTo>
                    <a:pt x="0" y="755524"/>
                  </a:lnTo>
                  <a:lnTo>
                    <a:pt x="0" y="15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g3907"/>
            <p:cNvSpPr/>
            <p:nvPr/>
          </p:nvSpPr>
          <p:spPr>
            <a:xfrm>
              <a:off x="4173090" y="2540116"/>
              <a:ext cx="1519164" cy="699069"/>
            </a:xfrm>
            <a:custGeom>
              <a:avLst/>
              <a:gdLst/>
              <a:ahLst/>
              <a:cxnLst/>
              <a:rect l="0" t="0" r="0" b="0"/>
              <a:pathLst>
                <a:path w="1519164" h="699069">
                  <a:moveTo>
                    <a:pt x="1509975" y="5632"/>
                  </a:moveTo>
                  <a:lnTo>
                    <a:pt x="1494849" y="16263"/>
                  </a:lnTo>
                  <a:lnTo>
                    <a:pt x="1478746" y="33041"/>
                  </a:lnTo>
                  <a:lnTo>
                    <a:pt x="1440965" y="45729"/>
                  </a:lnTo>
                  <a:lnTo>
                    <a:pt x="1426940" y="48955"/>
                  </a:lnTo>
                  <a:lnTo>
                    <a:pt x="1413994" y="47234"/>
                  </a:lnTo>
                  <a:lnTo>
                    <a:pt x="1398238" y="57559"/>
                  </a:lnTo>
                  <a:lnTo>
                    <a:pt x="1379593" y="63872"/>
                  </a:lnTo>
                  <a:lnTo>
                    <a:pt x="1374089" y="73474"/>
                  </a:lnTo>
                  <a:lnTo>
                    <a:pt x="1329270" y="99193"/>
                  </a:lnTo>
                  <a:lnTo>
                    <a:pt x="1312066" y="102431"/>
                  </a:lnTo>
                  <a:lnTo>
                    <a:pt x="1297426" y="109283"/>
                  </a:lnTo>
                  <a:lnTo>
                    <a:pt x="1293095" y="120917"/>
                  </a:lnTo>
                  <a:lnTo>
                    <a:pt x="1280026" y="127934"/>
                  </a:lnTo>
                  <a:lnTo>
                    <a:pt x="1276399" y="133307"/>
                  </a:lnTo>
                  <a:lnTo>
                    <a:pt x="1265407" y="149583"/>
                  </a:lnTo>
                  <a:lnTo>
                    <a:pt x="1244974" y="170603"/>
                  </a:lnTo>
                  <a:lnTo>
                    <a:pt x="1220075" y="174121"/>
                  </a:lnTo>
                  <a:lnTo>
                    <a:pt x="1210975" y="181436"/>
                  </a:lnTo>
                  <a:lnTo>
                    <a:pt x="1200438" y="193242"/>
                  </a:lnTo>
                  <a:lnTo>
                    <a:pt x="1185576" y="201345"/>
                  </a:lnTo>
                  <a:lnTo>
                    <a:pt x="1156233" y="197547"/>
                  </a:lnTo>
                  <a:lnTo>
                    <a:pt x="1163370" y="202513"/>
                  </a:lnTo>
                  <a:lnTo>
                    <a:pt x="1189622" y="210255"/>
                  </a:lnTo>
                  <a:lnTo>
                    <a:pt x="1192351" y="221730"/>
                  </a:lnTo>
                  <a:lnTo>
                    <a:pt x="1179199" y="224473"/>
                  </a:lnTo>
                  <a:lnTo>
                    <a:pt x="1151660" y="239771"/>
                  </a:lnTo>
                  <a:lnTo>
                    <a:pt x="1114556" y="266113"/>
                  </a:lnTo>
                  <a:lnTo>
                    <a:pt x="1108887" y="266735"/>
                  </a:lnTo>
                  <a:lnTo>
                    <a:pt x="1098918" y="266106"/>
                  </a:lnTo>
                  <a:lnTo>
                    <a:pt x="1084154" y="270501"/>
                  </a:lnTo>
                  <a:lnTo>
                    <a:pt x="1064759" y="279702"/>
                  </a:lnTo>
                  <a:lnTo>
                    <a:pt x="1041277" y="296232"/>
                  </a:lnTo>
                  <a:lnTo>
                    <a:pt x="999930" y="332023"/>
                  </a:lnTo>
                  <a:lnTo>
                    <a:pt x="997031" y="335802"/>
                  </a:lnTo>
                  <a:lnTo>
                    <a:pt x="991042" y="342438"/>
                  </a:lnTo>
                  <a:lnTo>
                    <a:pt x="975771" y="349512"/>
                  </a:lnTo>
                  <a:lnTo>
                    <a:pt x="961911" y="357139"/>
                  </a:lnTo>
                  <a:lnTo>
                    <a:pt x="958248" y="365166"/>
                  </a:lnTo>
                  <a:lnTo>
                    <a:pt x="951607" y="368824"/>
                  </a:lnTo>
                  <a:lnTo>
                    <a:pt x="928740" y="389177"/>
                  </a:lnTo>
                  <a:lnTo>
                    <a:pt x="915877" y="406513"/>
                  </a:lnTo>
                  <a:lnTo>
                    <a:pt x="904198" y="424656"/>
                  </a:lnTo>
                  <a:lnTo>
                    <a:pt x="891129" y="444946"/>
                  </a:lnTo>
                  <a:lnTo>
                    <a:pt x="864314" y="445200"/>
                  </a:lnTo>
                  <a:lnTo>
                    <a:pt x="843850" y="445117"/>
                  </a:lnTo>
                  <a:lnTo>
                    <a:pt x="808942" y="444971"/>
                  </a:lnTo>
                  <a:lnTo>
                    <a:pt x="779020" y="444851"/>
                  </a:lnTo>
                  <a:lnTo>
                    <a:pt x="743508" y="444705"/>
                  </a:lnTo>
                  <a:lnTo>
                    <a:pt x="717742" y="444597"/>
                  </a:lnTo>
                  <a:lnTo>
                    <a:pt x="689996" y="445448"/>
                  </a:lnTo>
                  <a:lnTo>
                    <a:pt x="676751" y="450858"/>
                  </a:lnTo>
                  <a:lnTo>
                    <a:pt x="660142" y="458167"/>
                  </a:lnTo>
                  <a:lnTo>
                    <a:pt x="642215" y="466048"/>
                  </a:lnTo>
                  <a:lnTo>
                    <a:pt x="651615" y="483626"/>
                  </a:lnTo>
                  <a:lnTo>
                    <a:pt x="654137" y="490561"/>
                  </a:lnTo>
                  <a:lnTo>
                    <a:pt x="653414" y="512927"/>
                  </a:lnTo>
                  <a:lnTo>
                    <a:pt x="655326" y="515372"/>
                  </a:lnTo>
                  <a:lnTo>
                    <a:pt x="657331" y="518693"/>
                  </a:lnTo>
                  <a:lnTo>
                    <a:pt x="657636" y="524472"/>
                  </a:lnTo>
                  <a:lnTo>
                    <a:pt x="659171" y="527114"/>
                  </a:lnTo>
                  <a:lnTo>
                    <a:pt x="662442" y="529247"/>
                  </a:lnTo>
                  <a:lnTo>
                    <a:pt x="666121" y="531756"/>
                  </a:lnTo>
                  <a:lnTo>
                    <a:pt x="668783" y="535153"/>
                  </a:lnTo>
                  <a:lnTo>
                    <a:pt x="669392" y="538544"/>
                  </a:lnTo>
                  <a:lnTo>
                    <a:pt x="666834" y="544450"/>
                  </a:lnTo>
                  <a:lnTo>
                    <a:pt x="656520" y="552433"/>
                  </a:lnTo>
                  <a:lnTo>
                    <a:pt x="642019" y="559431"/>
                  </a:lnTo>
                  <a:lnTo>
                    <a:pt x="613178" y="572055"/>
                  </a:lnTo>
                  <a:lnTo>
                    <a:pt x="579758" y="586687"/>
                  </a:lnTo>
                  <a:lnTo>
                    <a:pt x="550788" y="599368"/>
                  </a:lnTo>
                  <a:lnTo>
                    <a:pt x="528370" y="609180"/>
                  </a:lnTo>
                  <a:lnTo>
                    <a:pt x="482326" y="617797"/>
                  </a:lnTo>
                  <a:lnTo>
                    <a:pt x="445749" y="624637"/>
                  </a:lnTo>
                  <a:lnTo>
                    <a:pt x="419352" y="629577"/>
                  </a:lnTo>
                  <a:lnTo>
                    <a:pt x="395043" y="643326"/>
                  </a:lnTo>
                  <a:lnTo>
                    <a:pt x="368202" y="658497"/>
                  </a:lnTo>
                  <a:lnTo>
                    <a:pt x="345634" y="671255"/>
                  </a:lnTo>
                  <a:lnTo>
                    <a:pt x="320323" y="685562"/>
                  </a:lnTo>
                  <a:lnTo>
                    <a:pt x="296432" y="699069"/>
                  </a:lnTo>
                  <a:lnTo>
                    <a:pt x="269870" y="699025"/>
                  </a:lnTo>
                  <a:lnTo>
                    <a:pt x="251225" y="688902"/>
                  </a:lnTo>
                  <a:lnTo>
                    <a:pt x="233893" y="678507"/>
                  </a:lnTo>
                  <a:lnTo>
                    <a:pt x="222043" y="659919"/>
                  </a:lnTo>
                  <a:lnTo>
                    <a:pt x="221227" y="638322"/>
                  </a:lnTo>
                  <a:lnTo>
                    <a:pt x="225474" y="624179"/>
                  </a:lnTo>
                  <a:lnTo>
                    <a:pt x="229324" y="617727"/>
                  </a:lnTo>
                  <a:lnTo>
                    <a:pt x="236673" y="613638"/>
                  </a:lnTo>
                  <a:lnTo>
                    <a:pt x="251060" y="606684"/>
                  </a:lnTo>
                  <a:lnTo>
                    <a:pt x="264139" y="592605"/>
                  </a:lnTo>
                  <a:lnTo>
                    <a:pt x="274625" y="584204"/>
                  </a:lnTo>
                  <a:lnTo>
                    <a:pt x="285187" y="575535"/>
                  </a:lnTo>
                  <a:lnTo>
                    <a:pt x="291218" y="560606"/>
                  </a:lnTo>
                  <a:lnTo>
                    <a:pt x="298742" y="524465"/>
                  </a:lnTo>
                  <a:lnTo>
                    <a:pt x="299698" y="517277"/>
                  </a:lnTo>
                  <a:lnTo>
                    <a:pt x="310644" y="492491"/>
                  </a:lnTo>
                  <a:lnTo>
                    <a:pt x="322752" y="465070"/>
                  </a:lnTo>
                  <a:lnTo>
                    <a:pt x="328312" y="452477"/>
                  </a:lnTo>
                  <a:lnTo>
                    <a:pt x="322095" y="419792"/>
                  </a:lnTo>
                  <a:lnTo>
                    <a:pt x="317419" y="394676"/>
                  </a:lnTo>
                  <a:lnTo>
                    <a:pt x="313135" y="371669"/>
                  </a:lnTo>
                  <a:lnTo>
                    <a:pt x="308313" y="345746"/>
                  </a:lnTo>
                  <a:lnTo>
                    <a:pt x="303926" y="322148"/>
                  </a:lnTo>
                  <a:lnTo>
                    <a:pt x="299786" y="299916"/>
                  </a:lnTo>
                  <a:lnTo>
                    <a:pt x="295637" y="277600"/>
                  </a:lnTo>
                  <a:lnTo>
                    <a:pt x="291564" y="255723"/>
                  </a:lnTo>
                  <a:lnTo>
                    <a:pt x="288371" y="240032"/>
                  </a:lnTo>
                  <a:lnTo>
                    <a:pt x="284578" y="221438"/>
                  </a:lnTo>
                  <a:lnTo>
                    <a:pt x="262424" y="208388"/>
                  </a:lnTo>
                  <a:lnTo>
                    <a:pt x="245603" y="199249"/>
                  </a:lnTo>
                  <a:lnTo>
                    <a:pt x="218090" y="184320"/>
                  </a:lnTo>
                  <a:lnTo>
                    <a:pt x="195016" y="171797"/>
                  </a:lnTo>
                  <a:lnTo>
                    <a:pt x="174340" y="160340"/>
                  </a:lnTo>
                  <a:lnTo>
                    <a:pt x="187378" y="137250"/>
                  </a:lnTo>
                  <a:lnTo>
                    <a:pt x="186251" y="133472"/>
                  </a:lnTo>
                  <a:lnTo>
                    <a:pt x="181528" y="128925"/>
                  </a:lnTo>
                  <a:lnTo>
                    <a:pt x="171875" y="121362"/>
                  </a:lnTo>
                  <a:lnTo>
                    <a:pt x="166232" y="120593"/>
                  </a:lnTo>
                  <a:lnTo>
                    <a:pt x="156294" y="122372"/>
                  </a:lnTo>
                  <a:lnTo>
                    <a:pt x="140434" y="127077"/>
                  </a:lnTo>
                  <a:lnTo>
                    <a:pt x="133582" y="125515"/>
                  </a:lnTo>
                  <a:lnTo>
                    <a:pt x="128140" y="117437"/>
                  </a:lnTo>
                  <a:lnTo>
                    <a:pt x="121877" y="107099"/>
                  </a:lnTo>
                  <a:lnTo>
                    <a:pt x="119825" y="99021"/>
                  </a:lnTo>
                  <a:lnTo>
                    <a:pt x="119040" y="88333"/>
                  </a:lnTo>
                  <a:lnTo>
                    <a:pt x="115304" y="78713"/>
                  </a:lnTo>
                  <a:lnTo>
                    <a:pt x="117671" y="73664"/>
                  </a:lnTo>
                  <a:lnTo>
                    <a:pt x="118192" y="71149"/>
                  </a:lnTo>
                  <a:lnTo>
                    <a:pt x="117981" y="67987"/>
                  </a:lnTo>
                  <a:lnTo>
                    <a:pt x="115412" y="65967"/>
                  </a:lnTo>
                  <a:lnTo>
                    <a:pt x="110890" y="65085"/>
                  </a:lnTo>
                  <a:lnTo>
                    <a:pt x="95594" y="69123"/>
                  </a:lnTo>
                  <a:lnTo>
                    <a:pt x="88716" y="69498"/>
                  </a:lnTo>
                  <a:lnTo>
                    <a:pt x="84613" y="71772"/>
                  </a:lnTo>
                  <a:lnTo>
                    <a:pt x="78148" y="76490"/>
                  </a:lnTo>
                  <a:lnTo>
                    <a:pt x="71776" y="77074"/>
                  </a:lnTo>
                  <a:lnTo>
                    <a:pt x="60769" y="65904"/>
                  </a:lnTo>
                  <a:lnTo>
                    <a:pt x="48743" y="53673"/>
                  </a:lnTo>
                  <a:lnTo>
                    <a:pt x="43700" y="36825"/>
                  </a:lnTo>
                  <a:lnTo>
                    <a:pt x="38522" y="19521"/>
                  </a:lnTo>
                  <a:lnTo>
                    <a:pt x="17980" y="9112"/>
                  </a:lnTo>
                  <a:lnTo>
                    <a:pt x="0" y="0"/>
                  </a:lnTo>
                  <a:lnTo>
                    <a:pt x="151916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g3908"/>
            <p:cNvSpPr/>
            <p:nvPr/>
          </p:nvSpPr>
          <p:spPr>
            <a:xfrm>
              <a:off x="6018224" y="2540116"/>
              <a:ext cx="296962" cy="257863"/>
            </a:xfrm>
            <a:custGeom>
              <a:avLst/>
              <a:gdLst/>
              <a:ahLst/>
              <a:cxnLst/>
              <a:rect l="0" t="0" r="0" b="0"/>
              <a:pathLst>
                <a:path w="296962" h="257863">
                  <a:moveTo>
                    <a:pt x="67195" y="242946"/>
                  </a:moveTo>
                  <a:lnTo>
                    <a:pt x="62725" y="241575"/>
                  </a:lnTo>
                  <a:lnTo>
                    <a:pt x="58875" y="240501"/>
                  </a:lnTo>
                  <a:lnTo>
                    <a:pt x="56643" y="242330"/>
                  </a:lnTo>
                  <a:lnTo>
                    <a:pt x="54529" y="244775"/>
                  </a:lnTo>
                  <a:lnTo>
                    <a:pt x="51924" y="246611"/>
                  </a:lnTo>
                  <a:lnTo>
                    <a:pt x="46457" y="244013"/>
                  </a:lnTo>
                  <a:lnTo>
                    <a:pt x="42979" y="239282"/>
                  </a:lnTo>
                  <a:lnTo>
                    <a:pt x="37393" y="234405"/>
                  </a:lnTo>
                  <a:lnTo>
                    <a:pt x="35279" y="230735"/>
                  </a:lnTo>
                  <a:lnTo>
                    <a:pt x="36401" y="226467"/>
                  </a:lnTo>
                  <a:lnTo>
                    <a:pt x="38881" y="222346"/>
                  </a:lnTo>
                  <a:lnTo>
                    <a:pt x="40002" y="217462"/>
                  </a:lnTo>
                  <a:lnTo>
                    <a:pt x="37269" y="211829"/>
                  </a:lnTo>
                  <a:lnTo>
                    <a:pt x="34783" y="208623"/>
                  </a:lnTo>
                  <a:lnTo>
                    <a:pt x="33047" y="204958"/>
                  </a:lnTo>
                  <a:lnTo>
                    <a:pt x="33667" y="201453"/>
                  </a:lnTo>
                  <a:lnTo>
                    <a:pt x="37145" y="199770"/>
                  </a:lnTo>
                  <a:lnTo>
                    <a:pt x="40375" y="197630"/>
                  </a:lnTo>
                  <a:lnTo>
                    <a:pt x="41491" y="193058"/>
                  </a:lnTo>
                  <a:lnTo>
                    <a:pt x="39501" y="188174"/>
                  </a:lnTo>
                  <a:lnTo>
                    <a:pt x="33791" y="186187"/>
                  </a:lnTo>
                  <a:lnTo>
                    <a:pt x="29073" y="186949"/>
                  </a:lnTo>
                  <a:lnTo>
                    <a:pt x="22241" y="185882"/>
                  </a:lnTo>
                  <a:lnTo>
                    <a:pt x="15663" y="182834"/>
                  </a:lnTo>
                  <a:lnTo>
                    <a:pt x="11316" y="179322"/>
                  </a:lnTo>
                  <a:lnTo>
                    <a:pt x="7963" y="177334"/>
                  </a:lnTo>
                  <a:lnTo>
                    <a:pt x="5353" y="177334"/>
                  </a:lnTo>
                  <a:lnTo>
                    <a:pt x="2247" y="175353"/>
                  </a:lnTo>
                  <a:lnTo>
                    <a:pt x="387" y="171993"/>
                  </a:lnTo>
                  <a:lnTo>
                    <a:pt x="635" y="166500"/>
                  </a:lnTo>
                  <a:lnTo>
                    <a:pt x="1503" y="163147"/>
                  </a:lnTo>
                  <a:lnTo>
                    <a:pt x="3239" y="160245"/>
                  </a:lnTo>
                  <a:lnTo>
                    <a:pt x="3363" y="157038"/>
                  </a:lnTo>
                  <a:lnTo>
                    <a:pt x="2619" y="154746"/>
                  </a:lnTo>
                  <a:lnTo>
                    <a:pt x="2500" y="152923"/>
                  </a:lnTo>
                  <a:lnTo>
                    <a:pt x="2991" y="150631"/>
                  </a:lnTo>
                  <a:lnTo>
                    <a:pt x="4113" y="146052"/>
                  </a:lnTo>
                  <a:lnTo>
                    <a:pt x="2247" y="142699"/>
                  </a:lnTo>
                  <a:lnTo>
                    <a:pt x="2056" y="131078"/>
                  </a:lnTo>
                  <a:lnTo>
                    <a:pt x="1689" y="109334"/>
                  </a:lnTo>
                  <a:lnTo>
                    <a:pt x="1415" y="92677"/>
                  </a:lnTo>
                  <a:lnTo>
                    <a:pt x="1069" y="71740"/>
                  </a:lnTo>
                  <a:lnTo>
                    <a:pt x="867" y="56493"/>
                  </a:lnTo>
                  <a:lnTo>
                    <a:pt x="588" y="35130"/>
                  </a:lnTo>
                  <a:lnTo>
                    <a:pt x="325" y="14859"/>
                  </a:lnTo>
                  <a:lnTo>
                    <a:pt x="0" y="0"/>
                  </a:lnTo>
                  <a:lnTo>
                    <a:pt x="276472" y="0"/>
                  </a:lnTo>
                  <a:lnTo>
                    <a:pt x="276633" y="57"/>
                  </a:lnTo>
                  <a:lnTo>
                    <a:pt x="276810" y="0"/>
                  </a:lnTo>
                  <a:lnTo>
                    <a:pt x="296962" y="0"/>
                  </a:lnTo>
                  <a:lnTo>
                    <a:pt x="296962" y="192012"/>
                  </a:lnTo>
                  <a:lnTo>
                    <a:pt x="290901" y="195833"/>
                  </a:lnTo>
                  <a:lnTo>
                    <a:pt x="267083" y="205085"/>
                  </a:lnTo>
                  <a:lnTo>
                    <a:pt x="239280" y="222746"/>
                  </a:lnTo>
                  <a:lnTo>
                    <a:pt x="203354" y="237625"/>
                  </a:lnTo>
                  <a:lnTo>
                    <a:pt x="195825" y="237682"/>
                  </a:lnTo>
                  <a:lnTo>
                    <a:pt x="179510" y="225438"/>
                  </a:lnTo>
                  <a:lnTo>
                    <a:pt x="184073" y="219863"/>
                  </a:lnTo>
                  <a:lnTo>
                    <a:pt x="188316" y="212306"/>
                  </a:lnTo>
                  <a:lnTo>
                    <a:pt x="184260" y="214484"/>
                  </a:lnTo>
                  <a:lnTo>
                    <a:pt x="181629" y="217761"/>
                  </a:lnTo>
                  <a:lnTo>
                    <a:pt x="171790" y="223019"/>
                  </a:lnTo>
                  <a:lnTo>
                    <a:pt x="179769" y="233199"/>
                  </a:lnTo>
                  <a:lnTo>
                    <a:pt x="175914" y="237015"/>
                  </a:lnTo>
                  <a:lnTo>
                    <a:pt x="164503" y="242032"/>
                  </a:lnTo>
                  <a:lnTo>
                    <a:pt x="153878" y="249290"/>
                  </a:lnTo>
                  <a:lnTo>
                    <a:pt x="144577" y="254142"/>
                  </a:lnTo>
                  <a:lnTo>
                    <a:pt x="137052" y="247970"/>
                  </a:lnTo>
                  <a:lnTo>
                    <a:pt x="116283" y="255768"/>
                  </a:lnTo>
                  <a:lnTo>
                    <a:pt x="98791" y="257863"/>
                  </a:lnTo>
                  <a:lnTo>
                    <a:pt x="95008" y="253913"/>
                  </a:lnTo>
                  <a:lnTo>
                    <a:pt x="93897" y="247677"/>
                  </a:lnTo>
                  <a:lnTo>
                    <a:pt x="87773" y="246172"/>
                  </a:lnTo>
                  <a:lnTo>
                    <a:pt x="76394" y="247893"/>
                  </a:lnTo>
                  <a:lnTo>
                    <a:pt x="72079" y="2445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g3909"/>
            <p:cNvSpPr/>
            <p:nvPr/>
          </p:nvSpPr>
          <p:spPr>
            <a:xfrm>
              <a:off x="5287647" y="2540116"/>
              <a:ext cx="534180" cy="266113"/>
            </a:xfrm>
            <a:custGeom>
              <a:avLst/>
              <a:gdLst/>
              <a:ahLst/>
              <a:cxnLst/>
              <a:rect l="0" t="0" r="0" b="0"/>
              <a:pathLst>
                <a:path w="534180" h="266113">
                  <a:moveTo>
                    <a:pt x="528260" y="7169"/>
                  </a:moveTo>
                  <a:lnTo>
                    <a:pt x="511940" y="26932"/>
                  </a:lnTo>
                  <a:lnTo>
                    <a:pt x="497548" y="44357"/>
                  </a:lnTo>
                  <a:lnTo>
                    <a:pt x="494318" y="62240"/>
                  </a:lnTo>
                  <a:lnTo>
                    <a:pt x="491254" y="79195"/>
                  </a:lnTo>
                  <a:lnTo>
                    <a:pt x="479347" y="92099"/>
                  </a:lnTo>
                  <a:lnTo>
                    <a:pt x="472087" y="103930"/>
                  </a:lnTo>
                  <a:lnTo>
                    <a:pt x="468847" y="117050"/>
                  </a:lnTo>
                  <a:lnTo>
                    <a:pt x="466139" y="129097"/>
                  </a:lnTo>
                  <a:lnTo>
                    <a:pt x="465932" y="139181"/>
                  </a:lnTo>
                  <a:lnTo>
                    <a:pt x="467973" y="144471"/>
                  </a:lnTo>
                  <a:lnTo>
                    <a:pt x="467012" y="148770"/>
                  </a:lnTo>
                  <a:lnTo>
                    <a:pt x="463074" y="153717"/>
                  </a:lnTo>
                  <a:lnTo>
                    <a:pt x="455199" y="162322"/>
                  </a:lnTo>
                  <a:lnTo>
                    <a:pt x="453798" y="170603"/>
                  </a:lnTo>
                  <a:lnTo>
                    <a:pt x="448982" y="174686"/>
                  </a:lnTo>
                  <a:lnTo>
                    <a:pt x="435246" y="182859"/>
                  </a:lnTo>
                  <a:lnTo>
                    <a:pt x="424042" y="194906"/>
                  </a:lnTo>
                  <a:lnTo>
                    <a:pt x="423495" y="201726"/>
                  </a:lnTo>
                  <a:lnTo>
                    <a:pt x="425112" y="207391"/>
                  </a:lnTo>
                  <a:lnTo>
                    <a:pt x="425360" y="210909"/>
                  </a:lnTo>
                  <a:lnTo>
                    <a:pt x="423122" y="213360"/>
                  </a:lnTo>
                  <a:lnTo>
                    <a:pt x="418637" y="213201"/>
                  </a:lnTo>
                  <a:lnTo>
                    <a:pt x="413784" y="213970"/>
                  </a:lnTo>
                  <a:lnTo>
                    <a:pt x="409697" y="218993"/>
                  </a:lnTo>
                  <a:lnTo>
                    <a:pt x="409800" y="226207"/>
                  </a:lnTo>
                  <a:lnTo>
                    <a:pt x="406813" y="231408"/>
                  </a:lnTo>
                  <a:lnTo>
                    <a:pt x="403325" y="232481"/>
                  </a:lnTo>
                  <a:lnTo>
                    <a:pt x="400338" y="228804"/>
                  </a:lnTo>
                  <a:lnTo>
                    <a:pt x="396746" y="223292"/>
                  </a:lnTo>
                  <a:lnTo>
                    <a:pt x="392540" y="222752"/>
                  </a:lnTo>
                  <a:lnTo>
                    <a:pt x="386153" y="226410"/>
                  </a:lnTo>
                  <a:lnTo>
                    <a:pt x="378277" y="232430"/>
                  </a:lnTo>
                  <a:lnTo>
                    <a:pt x="371192" y="232754"/>
                  </a:lnTo>
                  <a:lnTo>
                    <a:pt x="357890" y="228887"/>
                  </a:lnTo>
                  <a:lnTo>
                    <a:pt x="348180" y="240559"/>
                  </a:lnTo>
                  <a:lnTo>
                    <a:pt x="337757" y="265630"/>
                  </a:lnTo>
                  <a:lnTo>
                    <a:pt x="293717" y="265693"/>
                  </a:lnTo>
                  <a:lnTo>
                    <a:pt x="249678" y="265757"/>
                  </a:lnTo>
                  <a:lnTo>
                    <a:pt x="205634" y="265820"/>
                  </a:lnTo>
                  <a:lnTo>
                    <a:pt x="161594" y="265884"/>
                  </a:lnTo>
                  <a:lnTo>
                    <a:pt x="117555" y="265941"/>
                  </a:lnTo>
                  <a:lnTo>
                    <a:pt x="73516" y="266005"/>
                  </a:lnTo>
                  <a:lnTo>
                    <a:pt x="29476" y="266068"/>
                  </a:lnTo>
                  <a:lnTo>
                    <a:pt x="4831" y="266106"/>
                  </a:lnTo>
                  <a:lnTo>
                    <a:pt x="0" y="266113"/>
                  </a:lnTo>
                  <a:lnTo>
                    <a:pt x="15089" y="261204"/>
                  </a:lnTo>
                  <a:lnTo>
                    <a:pt x="46550" y="242127"/>
                  </a:lnTo>
                  <a:lnTo>
                    <a:pt x="69753" y="235218"/>
                  </a:lnTo>
                  <a:lnTo>
                    <a:pt x="99933" y="215182"/>
                  </a:lnTo>
                  <a:lnTo>
                    <a:pt x="121792" y="211328"/>
                  </a:lnTo>
                  <a:lnTo>
                    <a:pt x="125952" y="206921"/>
                  </a:lnTo>
                  <a:lnTo>
                    <a:pt x="129616" y="190302"/>
                  </a:lnTo>
                  <a:lnTo>
                    <a:pt x="131616" y="184377"/>
                  </a:lnTo>
                  <a:lnTo>
                    <a:pt x="141823" y="168056"/>
                  </a:lnTo>
                  <a:lnTo>
                    <a:pt x="154080" y="154289"/>
                  </a:lnTo>
                  <a:lnTo>
                    <a:pt x="163971" y="135250"/>
                  </a:lnTo>
                  <a:lnTo>
                    <a:pt x="181924" y="123083"/>
                  </a:lnTo>
                  <a:lnTo>
                    <a:pt x="209070" y="112909"/>
                  </a:lnTo>
                  <a:lnTo>
                    <a:pt x="234180" y="90689"/>
                  </a:lnTo>
                  <a:lnTo>
                    <a:pt x="247942" y="83914"/>
                  </a:lnTo>
                  <a:lnTo>
                    <a:pt x="261280" y="79062"/>
                  </a:lnTo>
                  <a:lnTo>
                    <a:pt x="266881" y="70032"/>
                  </a:lnTo>
                  <a:lnTo>
                    <a:pt x="275129" y="64869"/>
                  </a:lnTo>
                  <a:lnTo>
                    <a:pt x="297180" y="54372"/>
                  </a:lnTo>
                  <a:lnTo>
                    <a:pt x="321484" y="51533"/>
                  </a:lnTo>
                  <a:lnTo>
                    <a:pt x="346046" y="42820"/>
                  </a:lnTo>
                  <a:lnTo>
                    <a:pt x="364887" y="38203"/>
                  </a:lnTo>
                  <a:lnTo>
                    <a:pt x="376442" y="30030"/>
                  </a:lnTo>
                  <a:lnTo>
                    <a:pt x="393243" y="25725"/>
                  </a:lnTo>
                  <a:lnTo>
                    <a:pt x="443385" y="2273"/>
                  </a:lnTo>
                  <a:lnTo>
                    <a:pt x="446265" y="0"/>
                  </a:lnTo>
                  <a:lnTo>
                    <a:pt x="534180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g3910"/>
            <p:cNvSpPr/>
            <p:nvPr/>
          </p:nvSpPr>
          <p:spPr>
            <a:xfrm>
              <a:off x="6188919" y="2797057"/>
              <a:ext cx="126268" cy="202407"/>
            </a:xfrm>
            <a:custGeom>
              <a:avLst/>
              <a:gdLst/>
              <a:ahLst/>
              <a:cxnLst/>
              <a:rect l="0" t="0" r="0" b="0"/>
              <a:pathLst>
                <a:path w="126268" h="202407">
                  <a:moveTo>
                    <a:pt x="117079" y="175208"/>
                  </a:moveTo>
                  <a:lnTo>
                    <a:pt x="108057" y="174662"/>
                  </a:lnTo>
                  <a:lnTo>
                    <a:pt x="101406" y="175266"/>
                  </a:lnTo>
                  <a:lnTo>
                    <a:pt x="91386" y="182892"/>
                  </a:lnTo>
                  <a:lnTo>
                    <a:pt x="89830" y="198305"/>
                  </a:lnTo>
                  <a:lnTo>
                    <a:pt x="85406" y="196266"/>
                  </a:lnTo>
                  <a:lnTo>
                    <a:pt x="80916" y="196768"/>
                  </a:lnTo>
                  <a:lnTo>
                    <a:pt x="78595" y="201607"/>
                  </a:lnTo>
                  <a:lnTo>
                    <a:pt x="75288" y="202407"/>
                  </a:lnTo>
                  <a:lnTo>
                    <a:pt x="66529" y="197829"/>
                  </a:lnTo>
                  <a:lnTo>
                    <a:pt x="56214" y="200331"/>
                  </a:lnTo>
                  <a:lnTo>
                    <a:pt x="48147" y="196857"/>
                  </a:lnTo>
                  <a:lnTo>
                    <a:pt x="37863" y="174275"/>
                  </a:lnTo>
                  <a:lnTo>
                    <a:pt x="32401" y="166362"/>
                  </a:lnTo>
                  <a:lnTo>
                    <a:pt x="22717" y="163810"/>
                  </a:lnTo>
                  <a:lnTo>
                    <a:pt x="20205" y="168585"/>
                  </a:lnTo>
                  <a:lnTo>
                    <a:pt x="16448" y="173259"/>
                  </a:lnTo>
                  <a:lnTo>
                    <a:pt x="7126" y="163943"/>
                  </a:lnTo>
                  <a:lnTo>
                    <a:pt x="56" y="129365"/>
                  </a:lnTo>
                  <a:lnTo>
                    <a:pt x="0" y="121021"/>
                  </a:lnTo>
                  <a:lnTo>
                    <a:pt x="9896" y="91936"/>
                  </a:lnTo>
                  <a:lnTo>
                    <a:pt x="34401" y="65753"/>
                  </a:lnTo>
                  <a:lnTo>
                    <a:pt x="26577" y="64877"/>
                  </a:lnTo>
                  <a:lnTo>
                    <a:pt x="4940" y="83033"/>
                  </a:lnTo>
                  <a:lnTo>
                    <a:pt x="7172" y="78638"/>
                  </a:lnTo>
                  <a:lnTo>
                    <a:pt x="10841" y="74059"/>
                  </a:lnTo>
                  <a:lnTo>
                    <a:pt x="18138" y="66674"/>
                  </a:lnTo>
                  <a:lnTo>
                    <a:pt x="29213" y="59733"/>
                  </a:lnTo>
                  <a:lnTo>
                    <a:pt x="43961" y="55688"/>
                  </a:lnTo>
                  <a:lnTo>
                    <a:pt x="54106" y="55072"/>
                  </a:lnTo>
                  <a:lnTo>
                    <a:pt x="61098" y="51236"/>
                  </a:lnTo>
                  <a:lnTo>
                    <a:pt x="71231" y="44441"/>
                  </a:lnTo>
                  <a:lnTo>
                    <a:pt x="73112" y="40834"/>
                  </a:lnTo>
                  <a:lnTo>
                    <a:pt x="64126" y="44981"/>
                  </a:lnTo>
                  <a:lnTo>
                    <a:pt x="49196" y="49064"/>
                  </a:lnTo>
                  <a:lnTo>
                    <a:pt x="53026" y="43711"/>
                  </a:lnTo>
                  <a:lnTo>
                    <a:pt x="56762" y="40847"/>
                  </a:lnTo>
                  <a:lnTo>
                    <a:pt x="126268" y="0"/>
                  </a:lnTo>
                  <a:lnTo>
                    <a:pt x="126268" y="1681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g3911"/>
            <p:cNvSpPr/>
            <p:nvPr/>
          </p:nvSpPr>
          <p:spPr>
            <a:xfrm>
              <a:off x="6175048" y="2885799"/>
              <a:ext cx="12040" cy="17520"/>
            </a:xfrm>
            <a:custGeom>
              <a:avLst/>
              <a:gdLst/>
              <a:ahLst/>
              <a:cxnLst/>
              <a:rect l="0" t="0" r="0" b="0"/>
              <a:pathLst>
                <a:path w="12040" h="17520">
                  <a:moveTo>
                    <a:pt x="0" y="17520"/>
                  </a:moveTo>
                  <a:lnTo>
                    <a:pt x="1291" y="13062"/>
                  </a:lnTo>
                  <a:lnTo>
                    <a:pt x="7792" y="1695"/>
                  </a:lnTo>
                  <a:lnTo>
                    <a:pt x="12040" y="0"/>
                  </a:lnTo>
                  <a:lnTo>
                    <a:pt x="5327" y="129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g3912"/>
            <p:cNvSpPr/>
            <p:nvPr/>
          </p:nvSpPr>
          <p:spPr>
            <a:xfrm>
              <a:off x="6114410" y="2832043"/>
              <a:ext cx="16050" cy="22950"/>
            </a:xfrm>
            <a:custGeom>
              <a:avLst/>
              <a:gdLst/>
              <a:ahLst/>
              <a:cxnLst/>
              <a:rect l="0" t="0" r="0" b="0"/>
              <a:pathLst>
                <a:path w="16050" h="22950">
                  <a:moveTo>
                    <a:pt x="0" y="22950"/>
                  </a:moveTo>
                  <a:lnTo>
                    <a:pt x="5539" y="5391"/>
                  </a:lnTo>
                  <a:lnTo>
                    <a:pt x="10046" y="0"/>
                  </a:lnTo>
                  <a:lnTo>
                    <a:pt x="16050" y="1816"/>
                  </a:lnTo>
                  <a:lnTo>
                    <a:pt x="15208" y="12427"/>
                  </a:lnTo>
                  <a:lnTo>
                    <a:pt x="14242" y="1607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g3913"/>
            <p:cNvSpPr/>
            <p:nvPr/>
          </p:nvSpPr>
          <p:spPr>
            <a:xfrm>
              <a:off x="5366847" y="2715076"/>
              <a:ext cx="51274" cy="34247"/>
            </a:xfrm>
            <a:custGeom>
              <a:avLst/>
              <a:gdLst/>
              <a:ahLst/>
              <a:cxnLst/>
              <a:rect l="0" t="0" r="0" b="0"/>
              <a:pathLst>
                <a:path w="51274" h="34247">
                  <a:moveTo>
                    <a:pt x="33548" y="33244"/>
                  </a:moveTo>
                  <a:lnTo>
                    <a:pt x="19601" y="30837"/>
                  </a:lnTo>
                  <a:lnTo>
                    <a:pt x="4268" y="34177"/>
                  </a:lnTo>
                  <a:lnTo>
                    <a:pt x="0" y="34247"/>
                  </a:lnTo>
                  <a:lnTo>
                    <a:pt x="11389" y="24582"/>
                  </a:lnTo>
                  <a:lnTo>
                    <a:pt x="28903" y="18638"/>
                  </a:lnTo>
                  <a:lnTo>
                    <a:pt x="46364" y="463"/>
                  </a:lnTo>
                  <a:lnTo>
                    <a:pt x="51274" y="0"/>
                  </a:lnTo>
                  <a:lnTo>
                    <a:pt x="44628" y="20587"/>
                  </a:lnTo>
                  <a:lnTo>
                    <a:pt x="43274" y="27948"/>
                  </a:lnTo>
                  <a:lnTo>
                    <a:pt x="41703" y="306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g3914"/>
            <p:cNvSpPr/>
            <p:nvPr/>
          </p:nvSpPr>
          <p:spPr>
            <a:xfrm>
              <a:off x="5377730" y="2716409"/>
              <a:ext cx="30200" cy="16853"/>
            </a:xfrm>
            <a:custGeom>
              <a:avLst/>
              <a:gdLst/>
              <a:ahLst/>
              <a:cxnLst/>
              <a:rect l="0" t="0" r="0" b="0"/>
              <a:pathLst>
                <a:path w="30200" h="16853">
                  <a:moveTo>
                    <a:pt x="4423" y="16853"/>
                  </a:moveTo>
                  <a:lnTo>
                    <a:pt x="0" y="15723"/>
                  </a:lnTo>
                  <a:lnTo>
                    <a:pt x="14082" y="2946"/>
                  </a:lnTo>
                  <a:lnTo>
                    <a:pt x="30200" y="0"/>
                  </a:lnTo>
                  <a:lnTo>
                    <a:pt x="17187" y="1417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g3915"/>
            <p:cNvSpPr/>
            <p:nvPr/>
          </p:nvSpPr>
          <p:spPr>
            <a:xfrm>
              <a:off x="5667831" y="2547127"/>
              <a:ext cx="30784" cy="17069"/>
            </a:xfrm>
            <a:custGeom>
              <a:avLst/>
              <a:gdLst/>
              <a:ahLst/>
              <a:cxnLst/>
              <a:rect l="0" t="0" r="0" b="0"/>
              <a:pathLst>
                <a:path w="30784" h="17069">
                  <a:moveTo>
                    <a:pt x="0" y="17069"/>
                  </a:moveTo>
                  <a:lnTo>
                    <a:pt x="2294" y="12554"/>
                  </a:lnTo>
                  <a:lnTo>
                    <a:pt x="15430" y="4508"/>
                  </a:lnTo>
                  <a:lnTo>
                    <a:pt x="25084" y="0"/>
                  </a:lnTo>
                  <a:lnTo>
                    <a:pt x="30784" y="95"/>
                  </a:lnTo>
                  <a:lnTo>
                    <a:pt x="21502" y="9957"/>
                  </a:lnTo>
                  <a:lnTo>
                    <a:pt x="9622" y="160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g3916"/>
            <p:cNvSpPr/>
            <p:nvPr/>
          </p:nvSpPr>
          <p:spPr>
            <a:xfrm>
              <a:off x="4939342" y="5500509"/>
              <a:ext cx="49258" cy="37397"/>
            </a:xfrm>
            <a:custGeom>
              <a:avLst/>
              <a:gdLst/>
              <a:ahLst/>
              <a:cxnLst/>
              <a:rect l="0" t="0" r="0" b="0"/>
              <a:pathLst>
                <a:path w="49258" h="37397">
                  <a:moveTo>
                    <a:pt x="36380" y="7931"/>
                  </a:moveTo>
                  <a:lnTo>
                    <a:pt x="25890" y="16136"/>
                  </a:lnTo>
                  <a:lnTo>
                    <a:pt x="33512" y="21991"/>
                  </a:lnTo>
                  <a:lnTo>
                    <a:pt x="40695" y="9258"/>
                  </a:lnTo>
                  <a:lnTo>
                    <a:pt x="46395" y="19603"/>
                  </a:lnTo>
                  <a:lnTo>
                    <a:pt x="49258" y="37397"/>
                  </a:lnTo>
                  <a:lnTo>
                    <a:pt x="16879" y="37397"/>
                  </a:lnTo>
                  <a:lnTo>
                    <a:pt x="15627" y="32145"/>
                  </a:lnTo>
                  <a:lnTo>
                    <a:pt x="9084" y="25573"/>
                  </a:lnTo>
                  <a:lnTo>
                    <a:pt x="0" y="8807"/>
                  </a:lnTo>
                  <a:lnTo>
                    <a:pt x="5276" y="4483"/>
                  </a:lnTo>
                  <a:lnTo>
                    <a:pt x="12309" y="5924"/>
                  </a:lnTo>
                  <a:lnTo>
                    <a:pt x="15911" y="3905"/>
                  </a:lnTo>
                  <a:lnTo>
                    <a:pt x="25662" y="2292"/>
                  </a:lnTo>
                  <a:lnTo>
                    <a:pt x="31585" y="0"/>
                  </a:lnTo>
                  <a:lnTo>
                    <a:pt x="36215" y="495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g3917"/>
            <p:cNvSpPr/>
            <p:nvPr/>
          </p:nvSpPr>
          <p:spPr>
            <a:xfrm>
              <a:off x="4945285" y="5155530"/>
              <a:ext cx="95830" cy="135860"/>
            </a:xfrm>
            <a:custGeom>
              <a:avLst/>
              <a:gdLst/>
              <a:ahLst/>
              <a:cxnLst/>
              <a:rect l="0" t="0" r="0" b="0"/>
              <a:pathLst>
                <a:path w="95830" h="135860">
                  <a:moveTo>
                    <a:pt x="73800" y="135860"/>
                  </a:moveTo>
                  <a:lnTo>
                    <a:pt x="64612" y="122835"/>
                  </a:lnTo>
                  <a:lnTo>
                    <a:pt x="57211" y="119050"/>
                  </a:lnTo>
                  <a:lnTo>
                    <a:pt x="68772" y="109842"/>
                  </a:lnTo>
                  <a:lnTo>
                    <a:pt x="73764" y="101930"/>
                  </a:lnTo>
                  <a:lnTo>
                    <a:pt x="73660" y="84669"/>
                  </a:lnTo>
                  <a:lnTo>
                    <a:pt x="76482" y="75214"/>
                  </a:lnTo>
                  <a:lnTo>
                    <a:pt x="75526" y="67028"/>
                  </a:lnTo>
                  <a:lnTo>
                    <a:pt x="78073" y="58671"/>
                  </a:lnTo>
                  <a:lnTo>
                    <a:pt x="74627" y="49285"/>
                  </a:lnTo>
                  <a:lnTo>
                    <a:pt x="64963" y="41842"/>
                  </a:lnTo>
                  <a:lnTo>
                    <a:pt x="45842" y="12237"/>
                  </a:lnTo>
                  <a:lnTo>
                    <a:pt x="15637" y="5048"/>
                  </a:lnTo>
                  <a:lnTo>
                    <a:pt x="0" y="4750"/>
                  </a:lnTo>
                  <a:lnTo>
                    <a:pt x="8593" y="0"/>
                  </a:lnTo>
                  <a:lnTo>
                    <a:pt x="16531" y="577"/>
                  </a:lnTo>
                  <a:lnTo>
                    <a:pt x="28748" y="3403"/>
                  </a:lnTo>
                  <a:lnTo>
                    <a:pt x="43377" y="4769"/>
                  </a:lnTo>
                  <a:lnTo>
                    <a:pt x="52318" y="13481"/>
                  </a:lnTo>
                  <a:lnTo>
                    <a:pt x="60855" y="25033"/>
                  </a:lnTo>
                  <a:lnTo>
                    <a:pt x="68565" y="29707"/>
                  </a:lnTo>
                  <a:lnTo>
                    <a:pt x="71738" y="32679"/>
                  </a:lnTo>
                  <a:lnTo>
                    <a:pt x="71381" y="36032"/>
                  </a:lnTo>
                  <a:lnTo>
                    <a:pt x="72663" y="39181"/>
                  </a:lnTo>
                  <a:lnTo>
                    <a:pt x="82724" y="44586"/>
                  </a:lnTo>
                  <a:lnTo>
                    <a:pt x="92858" y="53311"/>
                  </a:lnTo>
                  <a:lnTo>
                    <a:pt x="95830" y="78897"/>
                  </a:lnTo>
                  <a:lnTo>
                    <a:pt x="82177" y="91007"/>
                  </a:lnTo>
                  <a:lnTo>
                    <a:pt x="79665" y="128055"/>
                  </a:lnTo>
                  <a:lnTo>
                    <a:pt x="76001" y="1347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g3918"/>
            <p:cNvSpPr/>
            <p:nvPr/>
          </p:nvSpPr>
          <p:spPr>
            <a:xfrm>
              <a:off x="4893261" y="5381534"/>
              <a:ext cx="74105" cy="118987"/>
            </a:xfrm>
            <a:custGeom>
              <a:avLst/>
              <a:gdLst/>
              <a:ahLst/>
              <a:cxnLst/>
              <a:rect l="0" t="0" r="0" b="0"/>
              <a:pathLst>
                <a:path w="74105" h="118987">
                  <a:moveTo>
                    <a:pt x="72947" y="80116"/>
                  </a:moveTo>
                  <a:lnTo>
                    <a:pt x="74105" y="91896"/>
                  </a:lnTo>
                  <a:lnTo>
                    <a:pt x="73035" y="96094"/>
                  </a:lnTo>
                  <a:lnTo>
                    <a:pt x="61583" y="103968"/>
                  </a:lnTo>
                  <a:lnTo>
                    <a:pt x="58643" y="108369"/>
                  </a:lnTo>
                  <a:lnTo>
                    <a:pt x="47847" y="112808"/>
                  </a:lnTo>
                  <a:lnTo>
                    <a:pt x="41315" y="118987"/>
                  </a:lnTo>
                  <a:lnTo>
                    <a:pt x="38044" y="108947"/>
                  </a:lnTo>
                  <a:lnTo>
                    <a:pt x="31703" y="102742"/>
                  </a:lnTo>
                  <a:lnTo>
                    <a:pt x="30639" y="92194"/>
                  </a:lnTo>
                  <a:lnTo>
                    <a:pt x="25792" y="95757"/>
                  </a:lnTo>
                  <a:lnTo>
                    <a:pt x="18805" y="93585"/>
                  </a:lnTo>
                  <a:lnTo>
                    <a:pt x="7281" y="85596"/>
                  </a:lnTo>
                  <a:lnTo>
                    <a:pt x="0" y="74750"/>
                  </a:lnTo>
                  <a:lnTo>
                    <a:pt x="10201" y="72870"/>
                  </a:lnTo>
                  <a:lnTo>
                    <a:pt x="12309" y="79608"/>
                  </a:lnTo>
                  <a:lnTo>
                    <a:pt x="20381" y="71340"/>
                  </a:lnTo>
                  <a:lnTo>
                    <a:pt x="18546" y="66983"/>
                  </a:lnTo>
                  <a:lnTo>
                    <a:pt x="17089" y="66425"/>
                  </a:lnTo>
                  <a:lnTo>
                    <a:pt x="14443" y="58321"/>
                  </a:lnTo>
                  <a:lnTo>
                    <a:pt x="26587" y="37098"/>
                  </a:lnTo>
                  <a:lnTo>
                    <a:pt x="29207" y="23407"/>
                  </a:lnTo>
                  <a:lnTo>
                    <a:pt x="23699" y="1441"/>
                  </a:lnTo>
                  <a:lnTo>
                    <a:pt x="28841" y="0"/>
                  </a:lnTo>
                  <a:lnTo>
                    <a:pt x="42545" y="7703"/>
                  </a:lnTo>
                  <a:lnTo>
                    <a:pt x="48685" y="15285"/>
                  </a:lnTo>
                  <a:lnTo>
                    <a:pt x="48886" y="25693"/>
                  </a:lnTo>
                  <a:lnTo>
                    <a:pt x="54648" y="33752"/>
                  </a:lnTo>
                  <a:lnTo>
                    <a:pt x="62989" y="53057"/>
                  </a:lnTo>
                  <a:lnTo>
                    <a:pt x="73180" y="64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g3919"/>
            <p:cNvSpPr/>
            <p:nvPr/>
          </p:nvSpPr>
          <p:spPr>
            <a:xfrm>
              <a:off x="4835016" y="5174016"/>
              <a:ext cx="112522" cy="38661"/>
            </a:xfrm>
            <a:custGeom>
              <a:avLst/>
              <a:gdLst/>
              <a:ahLst/>
              <a:cxnLst/>
              <a:rect l="0" t="0" r="0" b="0"/>
              <a:pathLst>
                <a:path w="112522" h="38661">
                  <a:moveTo>
                    <a:pt x="64973" y="13005"/>
                  </a:moveTo>
                  <a:lnTo>
                    <a:pt x="71841" y="12453"/>
                  </a:lnTo>
                  <a:lnTo>
                    <a:pt x="75960" y="9792"/>
                  </a:lnTo>
                  <a:lnTo>
                    <a:pt x="94931" y="10878"/>
                  </a:lnTo>
                  <a:lnTo>
                    <a:pt x="110248" y="6985"/>
                  </a:lnTo>
                  <a:lnTo>
                    <a:pt x="112522" y="13894"/>
                  </a:lnTo>
                  <a:lnTo>
                    <a:pt x="112134" y="17501"/>
                  </a:lnTo>
                  <a:lnTo>
                    <a:pt x="79562" y="20886"/>
                  </a:lnTo>
                  <a:lnTo>
                    <a:pt x="49682" y="31028"/>
                  </a:lnTo>
                  <a:lnTo>
                    <a:pt x="33305" y="37899"/>
                  </a:lnTo>
                  <a:lnTo>
                    <a:pt x="25611" y="38661"/>
                  </a:lnTo>
                  <a:lnTo>
                    <a:pt x="19730" y="35047"/>
                  </a:lnTo>
                  <a:lnTo>
                    <a:pt x="0" y="14104"/>
                  </a:lnTo>
                  <a:lnTo>
                    <a:pt x="5276" y="16193"/>
                  </a:lnTo>
                  <a:lnTo>
                    <a:pt x="19854" y="28030"/>
                  </a:lnTo>
                  <a:lnTo>
                    <a:pt x="28908" y="25871"/>
                  </a:lnTo>
                  <a:lnTo>
                    <a:pt x="37295" y="18047"/>
                  </a:lnTo>
                  <a:lnTo>
                    <a:pt x="38577" y="12135"/>
                  </a:lnTo>
                  <a:lnTo>
                    <a:pt x="37326" y="9335"/>
                  </a:lnTo>
                  <a:lnTo>
                    <a:pt x="41119" y="0"/>
                  </a:lnTo>
                  <a:lnTo>
                    <a:pt x="52152" y="896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g3920"/>
            <p:cNvSpPr/>
            <p:nvPr/>
          </p:nvSpPr>
          <p:spPr>
            <a:xfrm>
              <a:off x="4985696" y="5397055"/>
              <a:ext cx="30985" cy="11691"/>
            </a:xfrm>
            <a:custGeom>
              <a:avLst/>
              <a:gdLst/>
              <a:ahLst/>
              <a:cxnLst/>
              <a:rect l="0" t="0" r="0" b="0"/>
              <a:pathLst>
                <a:path w="30985" h="11691">
                  <a:moveTo>
                    <a:pt x="10733" y="11691"/>
                  </a:moveTo>
                  <a:lnTo>
                    <a:pt x="2191" y="9030"/>
                  </a:lnTo>
                  <a:lnTo>
                    <a:pt x="0" y="6890"/>
                  </a:lnTo>
                  <a:lnTo>
                    <a:pt x="3658" y="3295"/>
                  </a:lnTo>
                  <a:lnTo>
                    <a:pt x="11710" y="298"/>
                  </a:lnTo>
                  <a:lnTo>
                    <a:pt x="24639" y="0"/>
                  </a:lnTo>
                  <a:lnTo>
                    <a:pt x="30303" y="3543"/>
                  </a:lnTo>
                  <a:lnTo>
                    <a:pt x="30985" y="5093"/>
                  </a:lnTo>
                  <a:lnTo>
                    <a:pt x="22686" y="899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g3921"/>
            <p:cNvSpPr/>
            <p:nvPr/>
          </p:nvSpPr>
          <p:spPr>
            <a:xfrm>
              <a:off x="5304944" y="5521433"/>
              <a:ext cx="12277" cy="16472"/>
            </a:xfrm>
            <a:custGeom>
              <a:avLst/>
              <a:gdLst/>
              <a:ahLst/>
              <a:cxnLst/>
              <a:rect l="0" t="0" r="0" b="0"/>
              <a:pathLst>
                <a:path w="12277" h="16472">
                  <a:moveTo>
                    <a:pt x="7008" y="16472"/>
                  </a:moveTo>
                  <a:lnTo>
                    <a:pt x="0" y="16472"/>
                  </a:lnTo>
                  <a:lnTo>
                    <a:pt x="1962" y="2806"/>
                  </a:lnTo>
                  <a:lnTo>
                    <a:pt x="7771" y="0"/>
                  </a:lnTo>
                  <a:lnTo>
                    <a:pt x="10050" y="152"/>
                  </a:lnTo>
                  <a:lnTo>
                    <a:pt x="12277" y="762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g3922"/>
            <p:cNvSpPr/>
            <p:nvPr/>
          </p:nvSpPr>
          <p:spPr>
            <a:xfrm>
              <a:off x="5068380" y="5334383"/>
              <a:ext cx="70456" cy="119063"/>
            </a:xfrm>
            <a:custGeom>
              <a:avLst/>
              <a:gdLst/>
              <a:ahLst/>
              <a:cxnLst/>
              <a:rect l="0" t="0" r="0" b="0"/>
              <a:pathLst>
                <a:path w="70456" h="119063">
                  <a:moveTo>
                    <a:pt x="31373" y="24747"/>
                  </a:moveTo>
                  <a:lnTo>
                    <a:pt x="46235" y="30285"/>
                  </a:lnTo>
                  <a:lnTo>
                    <a:pt x="62302" y="48650"/>
                  </a:lnTo>
                  <a:lnTo>
                    <a:pt x="69221" y="55191"/>
                  </a:lnTo>
                  <a:lnTo>
                    <a:pt x="70456" y="61147"/>
                  </a:lnTo>
                  <a:lnTo>
                    <a:pt x="67748" y="88340"/>
                  </a:lnTo>
                  <a:lnTo>
                    <a:pt x="64136" y="104711"/>
                  </a:lnTo>
                  <a:lnTo>
                    <a:pt x="64679" y="119063"/>
                  </a:lnTo>
                  <a:lnTo>
                    <a:pt x="60906" y="114815"/>
                  </a:lnTo>
                  <a:lnTo>
                    <a:pt x="57093" y="105416"/>
                  </a:lnTo>
                  <a:lnTo>
                    <a:pt x="50840" y="100012"/>
                  </a:lnTo>
                  <a:lnTo>
                    <a:pt x="48757" y="97180"/>
                  </a:lnTo>
                  <a:lnTo>
                    <a:pt x="59997" y="96557"/>
                  </a:lnTo>
                  <a:lnTo>
                    <a:pt x="60994" y="81761"/>
                  </a:lnTo>
                  <a:lnTo>
                    <a:pt x="66477" y="70089"/>
                  </a:lnTo>
                  <a:lnTo>
                    <a:pt x="65645" y="57947"/>
                  </a:lnTo>
                  <a:lnTo>
                    <a:pt x="52529" y="44579"/>
                  </a:lnTo>
                  <a:lnTo>
                    <a:pt x="43538" y="32812"/>
                  </a:lnTo>
                  <a:lnTo>
                    <a:pt x="29714" y="29046"/>
                  </a:lnTo>
                  <a:lnTo>
                    <a:pt x="16929" y="17330"/>
                  </a:lnTo>
                  <a:lnTo>
                    <a:pt x="9301" y="15888"/>
                  </a:lnTo>
                  <a:lnTo>
                    <a:pt x="0" y="17952"/>
                  </a:lnTo>
                  <a:lnTo>
                    <a:pt x="3359" y="10967"/>
                  </a:lnTo>
                  <a:lnTo>
                    <a:pt x="5684" y="1727"/>
                  </a:lnTo>
                  <a:lnTo>
                    <a:pt x="7389" y="0"/>
                  </a:lnTo>
                  <a:lnTo>
                    <a:pt x="13952" y="100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g3923"/>
            <p:cNvSpPr/>
            <p:nvPr/>
          </p:nvSpPr>
          <p:spPr>
            <a:xfrm>
              <a:off x="5178096" y="5447191"/>
              <a:ext cx="46804" cy="72629"/>
            </a:xfrm>
            <a:custGeom>
              <a:avLst/>
              <a:gdLst/>
              <a:ahLst/>
              <a:cxnLst/>
              <a:rect l="0" t="0" r="0" b="0"/>
              <a:pathLst>
                <a:path w="46804" h="72629">
                  <a:moveTo>
                    <a:pt x="46804" y="71314"/>
                  </a:moveTo>
                  <a:lnTo>
                    <a:pt x="39713" y="69974"/>
                  </a:lnTo>
                  <a:lnTo>
                    <a:pt x="29249" y="72559"/>
                  </a:lnTo>
                  <a:lnTo>
                    <a:pt x="25482" y="72629"/>
                  </a:lnTo>
                  <a:lnTo>
                    <a:pt x="27828" y="68101"/>
                  </a:lnTo>
                  <a:lnTo>
                    <a:pt x="35094" y="61979"/>
                  </a:lnTo>
                  <a:lnTo>
                    <a:pt x="35460" y="56150"/>
                  </a:lnTo>
                  <a:lnTo>
                    <a:pt x="26469" y="47742"/>
                  </a:lnTo>
                  <a:lnTo>
                    <a:pt x="16004" y="26824"/>
                  </a:lnTo>
                  <a:lnTo>
                    <a:pt x="11105" y="21864"/>
                  </a:lnTo>
                  <a:lnTo>
                    <a:pt x="8779" y="14002"/>
                  </a:lnTo>
                  <a:lnTo>
                    <a:pt x="0" y="5569"/>
                  </a:lnTo>
                  <a:lnTo>
                    <a:pt x="1834" y="1060"/>
                  </a:lnTo>
                  <a:lnTo>
                    <a:pt x="3638" y="0"/>
                  </a:lnTo>
                  <a:lnTo>
                    <a:pt x="9575" y="2165"/>
                  </a:lnTo>
                  <a:lnTo>
                    <a:pt x="23022" y="32253"/>
                  </a:lnTo>
                  <a:lnTo>
                    <a:pt x="23900" y="35136"/>
                  </a:lnTo>
                  <a:lnTo>
                    <a:pt x="46101" y="647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t3924"/>
            <p:cNvSpPr/>
            <p:nvPr/>
          </p:nvSpPr>
          <p:spPr>
            <a:xfrm>
              <a:off x="5411954" y="3276309"/>
              <a:ext cx="63202" cy="63202"/>
            </a:xfrm>
            <a:prstGeom prst="ellipse">
              <a:avLst/>
            </a:prstGeom>
            <a:solidFill>
              <a:srgbClr val="3985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t3925"/>
            <p:cNvSpPr/>
            <p:nvPr/>
          </p:nvSpPr>
          <p:spPr>
            <a:xfrm>
              <a:off x="3286560" y="4746129"/>
              <a:ext cx="63202" cy="63202"/>
            </a:xfrm>
            <a:prstGeom prst="ellipse">
              <a:avLst/>
            </a:prstGeom>
            <a:solidFill>
              <a:srgbClr val="5DCA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t3926"/>
            <p:cNvSpPr/>
            <p:nvPr/>
          </p:nvSpPr>
          <p:spPr>
            <a:xfrm>
              <a:off x="5154968" y="3735383"/>
              <a:ext cx="63202" cy="63202"/>
            </a:xfrm>
            <a:prstGeom prst="ellipse">
              <a:avLst/>
            </a:prstGeom>
            <a:solidFill>
              <a:srgbClr val="7DD6B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t3927"/>
            <p:cNvSpPr/>
            <p:nvPr/>
          </p:nvSpPr>
          <p:spPr>
            <a:xfrm>
              <a:off x="3815690" y="4677487"/>
              <a:ext cx="63202" cy="63202"/>
            </a:xfrm>
            <a:prstGeom prst="ellipse">
              <a:avLst/>
            </a:prstGeom>
            <a:solidFill>
              <a:srgbClr val="7ED6B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t3928"/>
            <p:cNvSpPr/>
            <p:nvPr/>
          </p:nvSpPr>
          <p:spPr>
            <a:xfrm>
              <a:off x="5234441" y="3545894"/>
              <a:ext cx="63202" cy="63202"/>
            </a:xfrm>
            <a:prstGeom prst="ellipse">
              <a:avLst/>
            </a:prstGeom>
            <a:solidFill>
              <a:srgbClr val="7AD5B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t3929"/>
            <p:cNvSpPr/>
            <p:nvPr/>
          </p:nvSpPr>
          <p:spPr>
            <a:xfrm>
              <a:off x="3635685" y="4800931"/>
              <a:ext cx="63202" cy="63202"/>
            </a:xfrm>
            <a:prstGeom prst="ellipse">
              <a:avLst/>
            </a:prstGeom>
            <a:solidFill>
              <a:srgbClr val="67D0A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t3930"/>
            <p:cNvSpPr/>
            <p:nvPr/>
          </p:nvSpPr>
          <p:spPr>
            <a:xfrm>
              <a:off x="5602232" y="3222656"/>
              <a:ext cx="63202" cy="63202"/>
            </a:xfrm>
            <a:prstGeom prst="ellipse">
              <a:avLst/>
            </a:prstGeom>
            <a:solidFill>
              <a:srgbClr val="3A67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t3931"/>
            <p:cNvSpPr/>
            <p:nvPr/>
          </p:nvSpPr>
          <p:spPr>
            <a:xfrm>
              <a:off x="4189184" y="4765547"/>
              <a:ext cx="63202" cy="63202"/>
            </a:xfrm>
            <a:prstGeom prst="ellipse">
              <a:avLst/>
            </a:prstGeom>
            <a:solidFill>
              <a:srgbClr val="52B8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t3932"/>
            <p:cNvSpPr/>
            <p:nvPr/>
          </p:nvSpPr>
          <p:spPr>
            <a:xfrm>
              <a:off x="4913887" y="4211118"/>
              <a:ext cx="63202" cy="63202"/>
            </a:xfrm>
            <a:prstGeom prst="ellipse">
              <a:avLst/>
            </a:prstGeom>
            <a:solidFill>
              <a:srgbClr val="46AA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t3933"/>
            <p:cNvSpPr/>
            <p:nvPr/>
          </p:nvSpPr>
          <p:spPr>
            <a:xfrm>
              <a:off x="4598477" y="4463619"/>
              <a:ext cx="63202" cy="63202"/>
            </a:xfrm>
            <a:prstGeom prst="ellipse">
              <a:avLst/>
            </a:prstGeom>
            <a:solidFill>
              <a:srgbClr val="3690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t3934"/>
            <p:cNvSpPr/>
            <p:nvPr/>
          </p:nvSpPr>
          <p:spPr>
            <a:xfrm>
              <a:off x="3118737" y="4784820"/>
              <a:ext cx="63202" cy="63202"/>
            </a:xfrm>
            <a:prstGeom prst="ellipse">
              <a:avLst/>
            </a:prstGeom>
            <a:solidFill>
              <a:srgbClr val="84D8B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t3935"/>
            <p:cNvSpPr/>
            <p:nvPr/>
          </p:nvSpPr>
          <p:spPr>
            <a:xfrm>
              <a:off x="4706891" y="4368015"/>
              <a:ext cx="63202" cy="63202"/>
            </a:xfrm>
            <a:prstGeom prst="ellipse">
              <a:avLst/>
            </a:prstGeom>
            <a:solidFill>
              <a:srgbClr val="5AC5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t3936"/>
            <p:cNvSpPr/>
            <p:nvPr/>
          </p:nvSpPr>
          <p:spPr>
            <a:xfrm>
              <a:off x="5170525" y="3498927"/>
              <a:ext cx="63202" cy="63202"/>
            </a:xfrm>
            <a:prstGeom prst="ellipse">
              <a:avLst/>
            </a:prstGeom>
            <a:solidFill>
              <a:srgbClr val="7BD5B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t3937"/>
            <p:cNvSpPr/>
            <p:nvPr/>
          </p:nvSpPr>
          <p:spPr>
            <a:xfrm>
              <a:off x="4143523" y="4766403"/>
              <a:ext cx="63202" cy="63202"/>
            </a:xfrm>
            <a:prstGeom prst="ellipse">
              <a:avLst/>
            </a:prstGeom>
            <a:solidFill>
              <a:srgbClr val="52B9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t3938"/>
            <p:cNvSpPr/>
            <p:nvPr/>
          </p:nvSpPr>
          <p:spPr>
            <a:xfrm>
              <a:off x="3690881" y="4772296"/>
              <a:ext cx="63202" cy="63202"/>
            </a:xfrm>
            <a:prstGeom prst="ellipse">
              <a:avLst/>
            </a:prstGeom>
            <a:solidFill>
              <a:srgbClr val="87D9B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t3939"/>
            <p:cNvSpPr/>
            <p:nvPr/>
          </p:nvSpPr>
          <p:spPr>
            <a:xfrm>
              <a:off x="5016032" y="3641698"/>
              <a:ext cx="63202" cy="63202"/>
            </a:xfrm>
            <a:prstGeom prst="ellipse">
              <a:avLst/>
            </a:prstGeom>
            <a:solidFill>
              <a:srgbClr val="A3E2C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t3940"/>
            <p:cNvSpPr/>
            <p:nvPr/>
          </p:nvSpPr>
          <p:spPr>
            <a:xfrm>
              <a:off x="4551789" y="4536931"/>
              <a:ext cx="63202" cy="63202"/>
            </a:xfrm>
            <a:prstGeom prst="ellipse">
              <a:avLst/>
            </a:prstGeom>
            <a:solidFill>
              <a:srgbClr val="3691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t3941"/>
            <p:cNvSpPr/>
            <p:nvPr/>
          </p:nvSpPr>
          <p:spPr>
            <a:xfrm>
              <a:off x="3457033" y="4801454"/>
              <a:ext cx="63202" cy="63202"/>
            </a:xfrm>
            <a:prstGeom prst="ellipse">
              <a:avLst/>
            </a:prstGeom>
            <a:solidFill>
              <a:srgbClr val="90DC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t3942"/>
            <p:cNvSpPr/>
            <p:nvPr/>
          </p:nvSpPr>
          <p:spPr>
            <a:xfrm>
              <a:off x="4795350" y="4267713"/>
              <a:ext cx="63202" cy="63202"/>
            </a:xfrm>
            <a:prstGeom prst="ellipse">
              <a:avLst/>
            </a:prstGeom>
            <a:solidFill>
              <a:srgbClr val="4EB3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t3943"/>
            <p:cNvSpPr/>
            <p:nvPr/>
          </p:nvSpPr>
          <p:spPr>
            <a:xfrm>
              <a:off x="5763373" y="2927118"/>
              <a:ext cx="63202" cy="63202"/>
            </a:xfrm>
            <a:prstGeom prst="ellipse">
              <a:avLst/>
            </a:prstGeom>
            <a:solidFill>
              <a:srgbClr val="3A73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t3944"/>
            <p:cNvSpPr/>
            <p:nvPr/>
          </p:nvSpPr>
          <p:spPr>
            <a:xfrm>
              <a:off x="3223042" y="4753931"/>
              <a:ext cx="63202" cy="63202"/>
            </a:xfrm>
            <a:prstGeom prst="ellipse">
              <a:avLst/>
            </a:prstGeom>
            <a:solidFill>
              <a:srgbClr val="58C2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t3945"/>
            <p:cNvSpPr/>
            <p:nvPr/>
          </p:nvSpPr>
          <p:spPr>
            <a:xfrm>
              <a:off x="6187218" y="2929573"/>
              <a:ext cx="63202" cy="63202"/>
            </a:xfrm>
            <a:prstGeom prst="ellipse">
              <a:avLst/>
            </a:prstGeom>
            <a:solidFill>
              <a:srgbClr val="3497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t3946"/>
            <p:cNvSpPr/>
            <p:nvPr/>
          </p:nvSpPr>
          <p:spPr>
            <a:xfrm>
              <a:off x="4558922" y="4541579"/>
              <a:ext cx="63202" cy="63202"/>
            </a:xfrm>
            <a:prstGeom prst="ellipse">
              <a:avLst/>
            </a:prstGeom>
            <a:solidFill>
              <a:srgbClr val="40A3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t3947"/>
            <p:cNvSpPr/>
            <p:nvPr/>
          </p:nvSpPr>
          <p:spPr>
            <a:xfrm>
              <a:off x="5665872" y="3067530"/>
              <a:ext cx="63202" cy="63202"/>
            </a:xfrm>
            <a:prstGeom prst="ellipse">
              <a:avLst/>
            </a:prstGeom>
            <a:solidFill>
              <a:srgbClr val="3A6E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t3948"/>
            <p:cNvSpPr/>
            <p:nvPr/>
          </p:nvSpPr>
          <p:spPr>
            <a:xfrm>
              <a:off x="4587926" y="4467164"/>
              <a:ext cx="63202" cy="63202"/>
            </a:xfrm>
            <a:prstGeom prst="ellipse">
              <a:avLst/>
            </a:prstGeom>
            <a:solidFill>
              <a:srgbClr val="3A79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t3949"/>
            <p:cNvSpPr/>
            <p:nvPr/>
          </p:nvSpPr>
          <p:spPr>
            <a:xfrm>
              <a:off x="2979067" y="4895874"/>
              <a:ext cx="63202" cy="63202"/>
            </a:xfrm>
            <a:prstGeom prst="ellipse">
              <a:avLst/>
            </a:prstGeom>
            <a:solidFill>
              <a:srgbClr val="60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t3950"/>
            <p:cNvSpPr/>
            <p:nvPr/>
          </p:nvSpPr>
          <p:spPr>
            <a:xfrm>
              <a:off x="4922163" y="4187507"/>
              <a:ext cx="63202" cy="63202"/>
            </a:xfrm>
            <a:prstGeom prst="ellipse">
              <a:avLst/>
            </a:prstGeom>
            <a:solidFill>
              <a:srgbClr val="3496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t3951"/>
            <p:cNvSpPr/>
            <p:nvPr/>
          </p:nvSpPr>
          <p:spPr>
            <a:xfrm>
              <a:off x="2878450" y="4973596"/>
              <a:ext cx="63202" cy="63202"/>
            </a:xfrm>
            <a:prstGeom prst="ellipse">
              <a:avLst/>
            </a:prstGeom>
            <a:solidFill>
              <a:srgbClr val="48AD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t3952"/>
            <p:cNvSpPr/>
            <p:nvPr/>
          </p:nvSpPr>
          <p:spPr>
            <a:xfrm>
              <a:off x="5803938" y="2901996"/>
              <a:ext cx="63202" cy="63202"/>
            </a:xfrm>
            <a:prstGeom prst="ellipse">
              <a:avLst/>
            </a:prstGeom>
            <a:solidFill>
              <a:srgbClr val="281E3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t3953"/>
            <p:cNvSpPr/>
            <p:nvPr/>
          </p:nvSpPr>
          <p:spPr>
            <a:xfrm>
              <a:off x="4544041" y="4668741"/>
              <a:ext cx="63202" cy="63202"/>
            </a:xfrm>
            <a:prstGeom prst="ellipse">
              <a:avLst/>
            </a:prstGeom>
            <a:solidFill>
              <a:srgbClr val="3A7F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t3954"/>
            <p:cNvSpPr/>
            <p:nvPr/>
          </p:nvSpPr>
          <p:spPr>
            <a:xfrm>
              <a:off x="3541256" y="4824822"/>
              <a:ext cx="63202" cy="63202"/>
            </a:xfrm>
            <a:prstGeom prst="ellipse">
              <a:avLst/>
            </a:prstGeom>
            <a:solidFill>
              <a:srgbClr val="83D8B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t3955"/>
            <p:cNvSpPr/>
            <p:nvPr/>
          </p:nvSpPr>
          <p:spPr>
            <a:xfrm>
              <a:off x="5657937" y="3028251"/>
              <a:ext cx="63202" cy="63202"/>
            </a:xfrm>
            <a:prstGeom prst="ellipse">
              <a:avLst/>
            </a:prstGeom>
            <a:solidFill>
              <a:srgbClr val="378C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t3956"/>
            <p:cNvSpPr/>
            <p:nvPr/>
          </p:nvSpPr>
          <p:spPr>
            <a:xfrm>
              <a:off x="5059838" y="3807278"/>
              <a:ext cx="63202" cy="63202"/>
            </a:xfrm>
            <a:prstGeom prst="ellipse">
              <a:avLst/>
            </a:prstGeom>
            <a:solidFill>
              <a:srgbClr val="3799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t3957"/>
            <p:cNvSpPr/>
            <p:nvPr/>
          </p:nvSpPr>
          <p:spPr>
            <a:xfrm>
              <a:off x="5070515" y="3688083"/>
              <a:ext cx="63202" cy="63202"/>
            </a:xfrm>
            <a:prstGeom prst="ellipse">
              <a:avLst/>
            </a:prstGeom>
            <a:solidFill>
              <a:srgbClr val="DCF4E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t3958"/>
            <p:cNvSpPr/>
            <p:nvPr/>
          </p:nvSpPr>
          <p:spPr>
            <a:xfrm>
              <a:off x="5066550" y="3783417"/>
              <a:ext cx="63202" cy="63202"/>
            </a:xfrm>
            <a:prstGeom prst="ellipse">
              <a:avLst/>
            </a:prstGeom>
            <a:solidFill>
              <a:srgbClr val="60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t3959"/>
            <p:cNvSpPr/>
            <p:nvPr/>
          </p:nvSpPr>
          <p:spPr>
            <a:xfrm>
              <a:off x="2851349" y="4946495"/>
              <a:ext cx="117405" cy="117405"/>
            </a:xfrm>
            <a:prstGeom prst="ellipse">
              <a:avLst/>
            </a:prstGeom>
            <a:solidFill>
              <a:srgbClr val="48AD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t3960"/>
            <p:cNvSpPr/>
            <p:nvPr/>
          </p:nvSpPr>
          <p:spPr>
            <a:xfrm>
              <a:off x="5776837" y="2874895"/>
              <a:ext cx="117405" cy="117405"/>
            </a:xfrm>
            <a:prstGeom prst="ellipse">
              <a:avLst/>
            </a:prstGeom>
            <a:solidFill>
              <a:srgbClr val="281E3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t3961"/>
            <p:cNvSpPr/>
            <p:nvPr/>
          </p:nvSpPr>
          <p:spPr>
            <a:xfrm>
              <a:off x="4516940" y="4641639"/>
              <a:ext cx="117405" cy="117405"/>
            </a:xfrm>
            <a:prstGeom prst="ellipse">
              <a:avLst/>
            </a:prstGeom>
            <a:solidFill>
              <a:srgbClr val="3A7F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t3962"/>
            <p:cNvSpPr/>
            <p:nvPr/>
          </p:nvSpPr>
          <p:spPr>
            <a:xfrm>
              <a:off x="3514155" y="4797720"/>
              <a:ext cx="117405" cy="117405"/>
            </a:xfrm>
            <a:prstGeom prst="ellipse">
              <a:avLst/>
            </a:prstGeom>
            <a:solidFill>
              <a:srgbClr val="83D8B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t3963"/>
            <p:cNvSpPr/>
            <p:nvPr/>
          </p:nvSpPr>
          <p:spPr>
            <a:xfrm>
              <a:off x="5630836" y="3001150"/>
              <a:ext cx="117405" cy="117405"/>
            </a:xfrm>
            <a:prstGeom prst="ellipse">
              <a:avLst/>
            </a:prstGeom>
            <a:solidFill>
              <a:srgbClr val="378C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l3964"/>
            <p:cNvSpPr/>
            <p:nvPr/>
          </p:nvSpPr>
          <p:spPr>
            <a:xfrm>
              <a:off x="2850464" y="4909126"/>
              <a:ext cx="52349" cy="84401"/>
            </a:xfrm>
            <a:custGeom>
              <a:avLst/>
              <a:gdLst/>
              <a:ahLst/>
              <a:cxnLst/>
              <a:rect l="0" t="0" r="0" b="0"/>
              <a:pathLst>
                <a:path w="52349" h="84401">
                  <a:moveTo>
                    <a:pt x="0" y="0"/>
                  </a:moveTo>
                  <a:lnTo>
                    <a:pt x="52349" y="84401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l3965"/>
            <p:cNvSpPr/>
            <p:nvPr/>
          </p:nvSpPr>
          <p:spPr>
            <a:xfrm>
              <a:off x="5709506" y="2783174"/>
              <a:ext cx="116935" cy="139565"/>
            </a:xfrm>
            <a:custGeom>
              <a:avLst/>
              <a:gdLst/>
              <a:ahLst/>
              <a:cxnLst/>
              <a:rect l="0" t="0" r="0" b="0"/>
              <a:pathLst>
                <a:path w="116935" h="139565">
                  <a:moveTo>
                    <a:pt x="0" y="0"/>
                  </a:moveTo>
                  <a:lnTo>
                    <a:pt x="116935" y="139565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l3966"/>
            <p:cNvSpPr/>
            <p:nvPr/>
          </p:nvSpPr>
          <p:spPr>
            <a:xfrm>
              <a:off x="4513508" y="4609346"/>
              <a:ext cx="54320" cy="79552"/>
            </a:xfrm>
            <a:custGeom>
              <a:avLst/>
              <a:gdLst/>
              <a:ahLst/>
              <a:cxnLst/>
              <a:rect l="0" t="0" r="0" b="0"/>
              <a:pathLst>
                <a:path w="54320" h="79552">
                  <a:moveTo>
                    <a:pt x="0" y="0"/>
                  </a:moveTo>
                  <a:lnTo>
                    <a:pt x="54320" y="7955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l3967"/>
            <p:cNvSpPr/>
            <p:nvPr/>
          </p:nvSpPr>
          <p:spPr>
            <a:xfrm>
              <a:off x="3511676" y="4762463"/>
              <a:ext cx="53654" cy="82401"/>
            </a:xfrm>
            <a:custGeom>
              <a:avLst/>
              <a:gdLst/>
              <a:ahLst/>
              <a:cxnLst/>
              <a:rect l="0" t="0" r="0" b="0"/>
              <a:pathLst>
                <a:path w="53654" h="82401">
                  <a:moveTo>
                    <a:pt x="0" y="0"/>
                  </a:moveTo>
                  <a:lnTo>
                    <a:pt x="53654" y="82401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l3968"/>
            <p:cNvSpPr/>
            <p:nvPr/>
          </p:nvSpPr>
          <p:spPr>
            <a:xfrm>
              <a:off x="5595128" y="3003238"/>
              <a:ext cx="81199" cy="48692"/>
            </a:xfrm>
            <a:custGeom>
              <a:avLst/>
              <a:gdLst/>
              <a:ahLst/>
              <a:cxnLst/>
              <a:rect l="0" t="0" r="0" b="0"/>
              <a:pathLst>
                <a:path w="81199" h="48692">
                  <a:moveTo>
                    <a:pt x="0" y="0"/>
                  </a:moveTo>
                  <a:lnTo>
                    <a:pt x="81199" y="4869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g3969"/>
            <p:cNvSpPr/>
            <p:nvPr/>
          </p:nvSpPr>
          <p:spPr>
            <a:xfrm>
              <a:off x="2291948" y="4760423"/>
              <a:ext cx="558515" cy="191932"/>
            </a:xfrm>
            <a:custGeom>
              <a:avLst/>
              <a:gdLst/>
              <a:ahLst/>
              <a:cxnLst/>
              <a:rect l="0" t="0" r="0" b="0"/>
              <a:pathLst>
                <a:path w="558515" h="191932">
                  <a:moveTo>
                    <a:pt x="27431" y="191932"/>
                  </a:moveTo>
                  <a:lnTo>
                    <a:pt x="531083" y="191932"/>
                  </a:lnTo>
                  <a:lnTo>
                    <a:pt x="529978" y="191910"/>
                  </a:lnTo>
                  <a:lnTo>
                    <a:pt x="534390" y="191732"/>
                  </a:lnTo>
                  <a:lnTo>
                    <a:pt x="538715" y="190849"/>
                  </a:lnTo>
                  <a:lnTo>
                    <a:pt x="542843" y="189284"/>
                  </a:lnTo>
                  <a:lnTo>
                    <a:pt x="546666" y="187076"/>
                  </a:lnTo>
                  <a:lnTo>
                    <a:pt x="550086" y="184284"/>
                  </a:lnTo>
                  <a:lnTo>
                    <a:pt x="553013" y="180980"/>
                  </a:lnTo>
                  <a:lnTo>
                    <a:pt x="555373" y="177248"/>
                  </a:lnTo>
                  <a:lnTo>
                    <a:pt x="557103" y="173187"/>
                  </a:lnTo>
                  <a:lnTo>
                    <a:pt x="558160" y="168900"/>
                  </a:lnTo>
                  <a:lnTo>
                    <a:pt x="558515" y="164500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tx3970"/>
            <p:cNvSpPr/>
            <p:nvPr/>
          </p:nvSpPr>
          <p:spPr>
            <a:xfrm>
              <a:off x="2337668" y="4806143"/>
              <a:ext cx="46707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W1_TX</a:t>
              </a:r>
            </a:p>
          </p:txBody>
        </p:sp>
        <p:sp>
          <p:nvSpPr>
            <p:cNvPr id="3971" name="pg3971"/>
            <p:cNvSpPr/>
            <p:nvPr/>
          </p:nvSpPr>
          <p:spPr>
            <a:xfrm>
              <a:off x="5374972" y="2591241"/>
              <a:ext cx="589605" cy="191932"/>
            </a:xfrm>
            <a:custGeom>
              <a:avLst/>
              <a:gdLst/>
              <a:ahLst/>
              <a:cxnLst/>
              <a:rect l="0" t="0" r="0" b="0"/>
              <a:pathLst>
                <a:path w="589605" h="191932">
                  <a:moveTo>
                    <a:pt x="27432" y="191932"/>
                  </a:moveTo>
                  <a:lnTo>
                    <a:pt x="562173" y="191932"/>
                  </a:lnTo>
                  <a:lnTo>
                    <a:pt x="561068" y="191910"/>
                  </a:lnTo>
                  <a:lnTo>
                    <a:pt x="565479" y="191732"/>
                  </a:lnTo>
                  <a:lnTo>
                    <a:pt x="569805" y="190849"/>
                  </a:lnTo>
                  <a:lnTo>
                    <a:pt x="573933" y="189284"/>
                  </a:lnTo>
                  <a:lnTo>
                    <a:pt x="577756" y="187076"/>
                  </a:lnTo>
                  <a:lnTo>
                    <a:pt x="581175" y="184284"/>
                  </a:lnTo>
                  <a:lnTo>
                    <a:pt x="584103" y="180980"/>
                  </a:lnTo>
                  <a:lnTo>
                    <a:pt x="586462" y="177248"/>
                  </a:lnTo>
                  <a:lnTo>
                    <a:pt x="588193" y="173187"/>
                  </a:lnTo>
                  <a:lnTo>
                    <a:pt x="589249" y="168900"/>
                  </a:lnTo>
                  <a:lnTo>
                    <a:pt x="589605" y="164500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tx3972"/>
            <p:cNvSpPr/>
            <p:nvPr/>
          </p:nvSpPr>
          <p:spPr>
            <a:xfrm>
              <a:off x="5420692" y="2636961"/>
              <a:ext cx="49816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W6_ME</a:t>
              </a:r>
            </a:p>
          </p:txBody>
        </p:sp>
        <p:sp>
          <p:nvSpPr>
            <p:cNvPr id="3973" name="pg3973"/>
            <p:cNvSpPr/>
            <p:nvPr/>
          </p:nvSpPr>
          <p:spPr>
            <a:xfrm>
              <a:off x="3970538" y="4460402"/>
              <a:ext cx="542970" cy="191932"/>
            </a:xfrm>
            <a:custGeom>
              <a:avLst/>
              <a:gdLst/>
              <a:ahLst/>
              <a:cxnLst/>
              <a:rect l="0" t="0" r="0" b="0"/>
              <a:pathLst>
                <a:path w="542970" h="191932">
                  <a:moveTo>
                    <a:pt x="27431" y="191932"/>
                  </a:moveTo>
                  <a:lnTo>
                    <a:pt x="515538" y="191932"/>
                  </a:lnTo>
                  <a:lnTo>
                    <a:pt x="514434" y="191910"/>
                  </a:lnTo>
                  <a:lnTo>
                    <a:pt x="518845" y="191732"/>
                  </a:lnTo>
                  <a:lnTo>
                    <a:pt x="523170" y="190849"/>
                  </a:lnTo>
                  <a:lnTo>
                    <a:pt x="527298" y="189284"/>
                  </a:lnTo>
                  <a:lnTo>
                    <a:pt x="531121" y="187076"/>
                  </a:lnTo>
                  <a:lnTo>
                    <a:pt x="534541" y="184284"/>
                  </a:lnTo>
                  <a:lnTo>
                    <a:pt x="537469" y="180980"/>
                  </a:lnTo>
                  <a:lnTo>
                    <a:pt x="539828" y="177248"/>
                  </a:lnTo>
                  <a:lnTo>
                    <a:pt x="541558" y="173187"/>
                  </a:lnTo>
                  <a:lnTo>
                    <a:pt x="542615" y="168900"/>
                  </a:lnTo>
                  <a:lnTo>
                    <a:pt x="542970" y="164500"/>
                  </a:lnTo>
                  <a:lnTo>
                    <a:pt x="542970" y="27432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tx3974"/>
            <p:cNvSpPr/>
            <p:nvPr/>
          </p:nvSpPr>
          <p:spPr>
            <a:xfrm>
              <a:off x="4016258" y="4506122"/>
              <a:ext cx="451530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W3_FL</a:t>
              </a:r>
            </a:p>
          </p:txBody>
        </p:sp>
        <p:sp>
          <p:nvSpPr>
            <p:cNvPr id="3975" name="pg3975"/>
            <p:cNvSpPr/>
            <p:nvPr/>
          </p:nvSpPr>
          <p:spPr>
            <a:xfrm>
              <a:off x="2960842" y="4613760"/>
              <a:ext cx="550834" cy="191932"/>
            </a:xfrm>
            <a:custGeom>
              <a:avLst/>
              <a:gdLst/>
              <a:ahLst/>
              <a:cxnLst/>
              <a:rect l="0" t="0" r="0" b="0"/>
              <a:pathLst>
                <a:path w="550834" h="191932">
                  <a:moveTo>
                    <a:pt x="27432" y="191932"/>
                  </a:moveTo>
                  <a:lnTo>
                    <a:pt x="523402" y="191932"/>
                  </a:lnTo>
                  <a:lnTo>
                    <a:pt x="522297" y="191910"/>
                  </a:lnTo>
                  <a:lnTo>
                    <a:pt x="526709" y="191732"/>
                  </a:lnTo>
                  <a:lnTo>
                    <a:pt x="531034" y="190849"/>
                  </a:lnTo>
                  <a:lnTo>
                    <a:pt x="535162" y="189284"/>
                  </a:lnTo>
                  <a:lnTo>
                    <a:pt x="538985" y="187076"/>
                  </a:lnTo>
                  <a:lnTo>
                    <a:pt x="542405" y="184284"/>
                  </a:lnTo>
                  <a:lnTo>
                    <a:pt x="545332" y="180980"/>
                  </a:lnTo>
                  <a:lnTo>
                    <a:pt x="547692" y="177248"/>
                  </a:lnTo>
                  <a:lnTo>
                    <a:pt x="549422" y="173187"/>
                  </a:lnTo>
                  <a:lnTo>
                    <a:pt x="550479" y="168900"/>
                  </a:lnTo>
                  <a:lnTo>
                    <a:pt x="550834" y="164500"/>
                  </a:lnTo>
                  <a:lnTo>
                    <a:pt x="550834" y="27431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tx3976"/>
            <p:cNvSpPr/>
            <p:nvPr/>
          </p:nvSpPr>
          <p:spPr>
            <a:xfrm>
              <a:off x="3006562" y="4659480"/>
              <a:ext cx="459394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W2_LA</a:t>
              </a:r>
            </a:p>
          </p:txBody>
        </p:sp>
        <p:sp>
          <p:nvSpPr>
            <p:cNvPr id="3977" name="pg3977"/>
            <p:cNvSpPr/>
            <p:nvPr/>
          </p:nvSpPr>
          <p:spPr>
            <a:xfrm>
              <a:off x="5013387" y="2874559"/>
              <a:ext cx="581741" cy="191932"/>
            </a:xfrm>
            <a:custGeom>
              <a:avLst/>
              <a:gdLst/>
              <a:ahLst/>
              <a:cxnLst/>
              <a:rect l="0" t="0" r="0" b="0"/>
              <a:pathLst>
                <a:path w="581741" h="191932">
                  <a:moveTo>
                    <a:pt x="27431" y="191932"/>
                  </a:moveTo>
                  <a:lnTo>
                    <a:pt x="554309" y="191932"/>
                  </a:lnTo>
                  <a:lnTo>
                    <a:pt x="553204" y="191910"/>
                  </a:lnTo>
                  <a:lnTo>
                    <a:pt x="557615" y="191732"/>
                  </a:lnTo>
                  <a:lnTo>
                    <a:pt x="561941" y="190849"/>
                  </a:lnTo>
                  <a:lnTo>
                    <a:pt x="566069" y="189284"/>
                  </a:lnTo>
                  <a:lnTo>
                    <a:pt x="569892" y="187076"/>
                  </a:lnTo>
                  <a:lnTo>
                    <a:pt x="573312" y="184284"/>
                  </a:lnTo>
                  <a:lnTo>
                    <a:pt x="576239" y="180980"/>
                  </a:lnTo>
                  <a:lnTo>
                    <a:pt x="578599" y="177248"/>
                  </a:lnTo>
                  <a:lnTo>
                    <a:pt x="580329" y="173187"/>
                  </a:lnTo>
                  <a:lnTo>
                    <a:pt x="581386" y="168900"/>
                  </a:lnTo>
                  <a:lnTo>
                    <a:pt x="581741" y="164500"/>
                  </a:lnTo>
                  <a:lnTo>
                    <a:pt x="581741" y="27432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tx3978"/>
            <p:cNvSpPr/>
            <p:nvPr/>
          </p:nvSpPr>
          <p:spPr>
            <a:xfrm>
              <a:off x="5059107" y="2920279"/>
              <a:ext cx="490301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W5_NH</a:t>
              </a:r>
            </a:p>
          </p:txBody>
        </p:sp>
        <p:sp>
          <p:nvSpPr>
            <p:cNvPr id="3979" name="rc3979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tx3980"/>
            <p:cNvSpPr/>
            <p:nvPr/>
          </p:nvSpPr>
          <p:spPr>
            <a:xfrm>
              <a:off x="1889564" y="536684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2013922" y="534846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2058636" y="536684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889564" y="471646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2013922" y="469808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2058636" y="471646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889564" y="406618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2013922" y="40478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2058636" y="406618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1889564" y="341590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2013922" y="339752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2058636" y="341590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92" name="tx3992"/>
            <p:cNvSpPr/>
            <p:nvPr/>
          </p:nvSpPr>
          <p:spPr>
            <a:xfrm>
              <a:off x="1889564" y="276572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45</a:t>
              </a:r>
            </a:p>
          </p:txBody>
        </p:sp>
        <p:sp>
          <p:nvSpPr>
            <p:cNvPr id="3993" name="tx3993"/>
            <p:cNvSpPr/>
            <p:nvPr/>
          </p:nvSpPr>
          <p:spPr>
            <a:xfrm>
              <a:off x="2013922" y="27473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 dirty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4" name="tx3994"/>
            <p:cNvSpPr/>
            <p:nvPr/>
          </p:nvSpPr>
          <p:spPr>
            <a:xfrm>
              <a:off x="2058636" y="276572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95" name="pl3995"/>
            <p:cNvSpPr/>
            <p:nvPr/>
          </p:nvSpPr>
          <p:spPr>
            <a:xfrm>
              <a:off x="2167122" y="540785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l3996"/>
            <p:cNvSpPr/>
            <p:nvPr/>
          </p:nvSpPr>
          <p:spPr>
            <a:xfrm>
              <a:off x="2167122" y="47575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l3997"/>
            <p:cNvSpPr/>
            <p:nvPr/>
          </p:nvSpPr>
          <p:spPr>
            <a:xfrm>
              <a:off x="2167122" y="410729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l3998"/>
            <p:cNvSpPr/>
            <p:nvPr/>
          </p:nvSpPr>
          <p:spPr>
            <a:xfrm>
              <a:off x="2167122" y="345701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l3999"/>
            <p:cNvSpPr/>
            <p:nvPr/>
          </p:nvSpPr>
          <p:spPr>
            <a:xfrm>
              <a:off x="2167122" y="28067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l4000"/>
            <p:cNvSpPr/>
            <p:nvPr/>
          </p:nvSpPr>
          <p:spPr>
            <a:xfrm>
              <a:off x="26109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l4001"/>
            <p:cNvSpPr/>
            <p:nvPr/>
          </p:nvSpPr>
          <p:spPr>
            <a:xfrm>
              <a:off x="31401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l4002"/>
            <p:cNvSpPr/>
            <p:nvPr/>
          </p:nvSpPr>
          <p:spPr>
            <a:xfrm>
              <a:off x="36693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l4003"/>
            <p:cNvSpPr/>
            <p:nvPr/>
          </p:nvSpPr>
          <p:spPr>
            <a:xfrm>
              <a:off x="41984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l4004"/>
            <p:cNvSpPr/>
            <p:nvPr/>
          </p:nvSpPr>
          <p:spPr>
            <a:xfrm>
              <a:off x="472766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l4005"/>
            <p:cNvSpPr/>
            <p:nvPr/>
          </p:nvSpPr>
          <p:spPr>
            <a:xfrm>
              <a:off x="52568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l4006"/>
            <p:cNvSpPr/>
            <p:nvPr/>
          </p:nvSpPr>
          <p:spPr>
            <a:xfrm>
              <a:off x="57860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l4007"/>
            <p:cNvSpPr/>
            <p:nvPr/>
          </p:nvSpPr>
          <p:spPr>
            <a:xfrm>
              <a:off x="63151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tx4008"/>
            <p:cNvSpPr/>
            <p:nvPr/>
          </p:nvSpPr>
          <p:spPr>
            <a:xfrm>
              <a:off x="2442620" y="5783578"/>
              <a:ext cx="186537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262915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267387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29873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95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31427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31874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5165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90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36719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37166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40457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85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42010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42458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457491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80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47302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47749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51040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75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52594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53041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56332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70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57886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58333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61624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65</a:t>
              </a:r>
            </a:p>
          </p:txBody>
        </p:sp>
        <p:sp>
          <p:nvSpPr>
            <p:cNvPr id="4030" name="tx4030"/>
            <p:cNvSpPr/>
            <p:nvPr/>
          </p:nvSpPr>
          <p:spPr>
            <a:xfrm>
              <a:off x="63177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31" name="tx4031"/>
            <p:cNvSpPr/>
            <p:nvPr/>
          </p:nvSpPr>
          <p:spPr>
            <a:xfrm>
              <a:off x="63625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32" name="tx4032"/>
            <p:cNvSpPr/>
            <p:nvPr/>
          </p:nvSpPr>
          <p:spPr>
            <a:xfrm>
              <a:off x="4066122" y="5925448"/>
              <a:ext cx="6138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</a:t>
              </a:r>
            </a:p>
          </p:txBody>
        </p:sp>
        <p:sp>
          <p:nvSpPr>
            <p:cNvPr id="4033" name="tx4033"/>
            <p:cNvSpPr/>
            <p:nvPr/>
          </p:nvSpPr>
          <p:spPr>
            <a:xfrm rot="-5400000">
              <a:off x="1525174" y="3987658"/>
              <a:ext cx="497159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</a:t>
              </a:r>
            </a:p>
          </p:txBody>
        </p:sp>
        <p:sp>
          <p:nvSpPr>
            <p:cNvPr id="4034" name="rc4034"/>
            <p:cNvSpPr/>
            <p:nvPr/>
          </p:nvSpPr>
          <p:spPr>
            <a:xfrm>
              <a:off x="6683342" y="3243743"/>
              <a:ext cx="737012" cy="158804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5" name="tx4035"/>
            <p:cNvSpPr/>
            <p:nvPr/>
          </p:nvSpPr>
          <p:spPr>
            <a:xfrm>
              <a:off x="6752931" y="3328785"/>
              <a:ext cx="597834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</a:t>
              </a:r>
            </a:p>
          </p:txBody>
        </p:sp>
        <p:sp>
          <p:nvSpPr>
            <p:cNvPr id="4036" name="tx4036"/>
            <p:cNvSpPr/>
            <p:nvPr/>
          </p:nvSpPr>
          <p:spPr>
            <a:xfrm>
              <a:off x="6752931" y="3479661"/>
              <a:ext cx="37252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Offset</a:t>
              </a:r>
            </a:p>
          </p:txBody>
        </p:sp>
        <p:pic>
          <p:nvPicPr>
            <p:cNvPr id="4037" name="pic40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52931" y="3664922"/>
              <a:ext cx="219455" cy="1097280"/>
            </a:xfrm>
            <a:prstGeom prst="rect">
              <a:avLst/>
            </a:prstGeom>
          </p:spPr>
        </p:pic>
        <p:sp>
          <p:nvSpPr>
            <p:cNvPr id="4038" name="pl4038"/>
            <p:cNvSpPr/>
            <p:nvPr/>
          </p:nvSpPr>
          <p:spPr>
            <a:xfrm>
              <a:off x="6928496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l4039"/>
            <p:cNvSpPr/>
            <p:nvPr/>
          </p:nvSpPr>
          <p:spPr>
            <a:xfrm>
              <a:off x="6928496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l4040"/>
            <p:cNvSpPr/>
            <p:nvPr/>
          </p:nvSpPr>
          <p:spPr>
            <a:xfrm>
              <a:off x="6928496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l4041"/>
            <p:cNvSpPr/>
            <p:nvPr/>
          </p:nvSpPr>
          <p:spPr>
            <a:xfrm>
              <a:off x="6928496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l4042"/>
            <p:cNvSpPr/>
            <p:nvPr/>
          </p:nvSpPr>
          <p:spPr>
            <a:xfrm>
              <a:off x="6928496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l4043"/>
            <p:cNvSpPr/>
            <p:nvPr/>
          </p:nvSpPr>
          <p:spPr>
            <a:xfrm>
              <a:off x="6752931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l4044"/>
            <p:cNvSpPr/>
            <p:nvPr/>
          </p:nvSpPr>
          <p:spPr>
            <a:xfrm>
              <a:off x="6752931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l4045"/>
            <p:cNvSpPr/>
            <p:nvPr/>
          </p:nvSpPr>
          <p:spPr>
            <a:xfrm>
              <a:off x="6752931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l4046"/>
            <p:cNvSpPr/>
            <p:nvPr/>
          </p:nvSpPr>
          <p:spPr>
            <a:xfrm>
              <a:off x="6752931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l4047"/>
            <p:cNvSpPr/>
            <p:nvPr/>
          </p:nvSpPr>
          <p:spPr>
            <a:xfrm>
              <a:off x="6752931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tx4048"/>
            <p:cNvSpPr/>
            <p:nvPr/>
          </p:nvSpPr>
          <p:spPr>
            <a:xfrm>
              <a:off x="7041976" y="4720322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7041976" y="4446917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0.02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7041976" y="4173511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0.04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7041976" y="3900105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0.06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7041976" y="3626700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0.08</a:t>
              </a:r>
            </a:p>
          </p:txBody>
        </p:sp>
        <p:sp>
          <p:nvSpPr>
            <p:cNvPr id="4053" name="tx4053"/>
            <p:cNvSpPr/>
            <p:nvPr/>
          </p:nvSpPr>
          <p:spPr>
            <a:xfrm>
              <a:off x="2201917" y="1669789"/>
              <a:ext cx="2541117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Offset to </a:t>
              </a:r>
            </a:p>
          </p:txBody>
        </p:sp>
        <p:sp>
          <p:nvSpPr>
            <p:cNvPr id="4054" name="tx4054"/>
            <p:cNvSpPr/>
            <p:nvPr/>
          </p:nvSpPr>
          <p:spPr>
            <a:xfrm>
              <a:off x="2201917" y="1998973"/>
              <a:ext cx="2151491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Lewisetta (LEA)</a:t>
              </a: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754045" y="1600200"/>
              <a:ext cx="563590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384234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2486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86548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60611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534673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6087361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2301906" y="555518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301906" y="4615577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301906" y="3675975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301906" y="2736372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301906" y="179677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g17"/>
            <p:cNvSpPr/>
            <p:nvPr/>
          </p:nvSpPr>
          <p:spPr>
            <a:xfrm>
              <a:off x="4171236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g18"/>
            <p:cNvSpPr/>
            <p:nvPr/>
          </p:nvSpPr>
          <p:spPr>
            <a:xfrm>
              <a:off x="425267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4334110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4415547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449698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457842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465985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06704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514848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522991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5311355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39279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408979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4171236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425267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4334110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4415547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449698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457842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465985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506704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514848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522991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5311355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539279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368261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376405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384548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392692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400836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408979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4171236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425267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433411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441554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449698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457842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498560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506704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514848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522991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311355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39279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360117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368261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376405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384548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392692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400836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408979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417123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425267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433411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441554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449698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490417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498560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506704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514848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22991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311355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39279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343830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351973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360117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368261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376405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384548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392692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400836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408979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417123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425267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433411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482273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490417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498560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06704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14848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22991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327542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335686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343830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351973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360117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368261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376405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384548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392692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400836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408979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417123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425267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433411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441554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449698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457842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474129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482273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490417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498560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06704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14848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22991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327542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335686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343830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351973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360117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368261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376405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384548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392692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400836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408979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417123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425267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433411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441554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449698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457842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465985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474129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482273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490417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498560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06704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14848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327542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335686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343830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351973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360117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368261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376405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384548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392692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400836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408979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417123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425267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433411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441554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449698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457842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465985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474129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482273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490417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498560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06704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303111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311255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327542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335686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343830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351973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360117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368261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376405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384548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408979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417123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425267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433411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441554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449698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457842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465985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474129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482273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490417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498560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294967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303111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311255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319399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327542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335686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343830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351973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360117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368261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376405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384548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417123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425267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433411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441554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449698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457842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465985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474129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482273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490417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286824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294967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303111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311255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319399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327542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335686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343830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351973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360117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368261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376405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384548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417123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425267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433411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441554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449698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457842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465985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474129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482273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278680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286824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294967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303111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311255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319399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327542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335686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343830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351973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360117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368261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376405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384548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392692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425267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433411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441554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449698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457842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465985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474129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278680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286824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294967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303111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311255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319399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327542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335686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343830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351973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360117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368261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376405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384548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392692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425267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433411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441554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449698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457842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465985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270536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278680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286824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294967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303111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311255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319399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327542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335686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343830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351973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360117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368261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376405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384548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392692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400836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425267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433411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441554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449698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457842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465985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270536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278680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286824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294967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303111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311255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319399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1C8">
                <a:alpha val="100000"/>
              </a:srgbClr>
            </a:solidFill>
            <a:ln w="5420" cap="flat">
              <a:solidFill>
                <a:srgbClr val="A2E1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327542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335686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343830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351973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360117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368261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376405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384548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392692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400836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408979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433411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441554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449698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457842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465985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270536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278680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286824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294967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303111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1C8">
                <a:alpha val="100000"/>
              </a:srgbClr>
            </a:solidFill>
            <a:ln w="5420" cap="flat">
              <a:solidFill>
                <a:srgbClr val="A2E1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311255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319399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327542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335686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343830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351973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360117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368261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376405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384548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392692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400836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408979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425267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433411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441554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449698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457842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465985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278680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286824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294967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303111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311255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319399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327542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335686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343830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351973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360117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368261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376405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384548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9DFC4">
                <a:alpha val="100000"/>
              </a:srgbClr>
            </a:solidFill>
            <a:ln w="5420" cap="flat">
              <a:solidFill>
                <a:srgbClr val="99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392692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400836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408979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417123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425267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433411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441554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449698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457842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465985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286824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294967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303111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311255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319399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327542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335686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343830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351973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360117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368261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376405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384548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392692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400836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408979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417123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425267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433411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441554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449698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457842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286824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294967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303111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311255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319399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327542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335686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343830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351973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360117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368261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376405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6E3CA">
                <a:alpha val="100000"/>
              </a:srgbClr>
            </a:solidFill>
            <a:ln w="5420" cap="flat">
              <a:solidFill>
                <a:srgbClr val="A6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384548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392692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400836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408979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417123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425267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433411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441554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449698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303111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311255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319399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327542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335686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343830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351973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360117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368261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376405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384548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392692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400836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408979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417123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425267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433411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441554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311255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319399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327542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335686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343830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351973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360117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368261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376405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384548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392692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400836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408979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417123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425267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433411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319399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327542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335686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343830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351973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360117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368261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376405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384548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392692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400836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408979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417123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425267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433411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286824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294967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303111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311255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319399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327542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335686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343830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351973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360117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368261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376405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384548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392692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400836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408979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417123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425267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278680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286824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294967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303111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311255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319399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327542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335686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343830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351973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360117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368261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376405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384548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392692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400836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408979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417123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425267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278680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286824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294967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303111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311255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319399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327542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335686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343830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351973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360117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368261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376405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384548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392692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400836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408979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417123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278680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286824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294967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303111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311255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319399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327542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335686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343830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351973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360117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368261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376405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384548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392692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400836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408979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286824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294967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303111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311255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319399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327542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335686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343830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351973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360117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368261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376405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384548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392692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400836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311255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319399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327542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335686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343830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3519738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3601176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368261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376405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384548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392692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400836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327542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335686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343830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3519738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3601176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3682613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3764050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384548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392692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400836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335686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343830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3519738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3601176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3682613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3764050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3845487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392692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400836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343830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351973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3601176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3682613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3764050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3845487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3926924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400836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408979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3682613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3764050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3845487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3926924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4008361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4089798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327542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3601176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3682613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3764050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384548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3926924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4008361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4089798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319399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327542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335686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343830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351973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3601176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3682613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376405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384548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392692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400836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408979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311255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319399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327542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335686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343830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351973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360117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368261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376405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384548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392692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400836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408979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417123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311255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319399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327542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335686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343830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351973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360117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368261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376405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384548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392692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400836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408979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417123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425267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311255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319399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327542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335686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343830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351973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360117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368261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376405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384548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392692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400836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408979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417123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425267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284534" y="1853932"/>
              <a:ext cx="27605" cy="141906"/>
            </a:xfrm>
            <a:custGeom>
              <a:avLst/>
              <a:gdLst/>
              <a:ahLst/>
              <a:cxnLst/>
              <a:rect l="0" t="0" r="0" b="0"/>
              <a:pathLst>
                <a:path w="27605" h="141906">
                  <a:moveTo>
                    <a:pt x="25965" y="15142"/>
                  </a:moveTo>
                  <a:lnTo>
                    <a:pt x="3001" y="141906"/>
                  </a:lnTo>
                  <a:lnTo>
                    <a:pt x="0" y="103414"/>
                  </a:lnTo>
                  <a:lnTo>
                    <a:pt x="9634" y="0"/>
                  </a:lnTo>
                  <a:lnTo>
                    <a:pt x="2760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4217860" y="1853932"/>
              <a:ext cx="1042192" cy="937770"/>
            </a:xfrm>
            <a:custGeom>
              <a:avLst/>
              <a:gdLst/>
              <a:ahLst/>
              <a:cxnLst/>
              <a:rect l="0" t="0" r="0" b="0"/>
              <a:pathLst>
                <a:path w="1042192" h="937770">
                  <a:moveTo>
                    <a:pt x="1041757" y="966"/>
                  </a:moveTo>
                  <a:lnTo>
                    <a:pt x="998433" y="199714"/>
                  </a:lnTo>
                  <a:lnTo>
                    <a:pt x="938872" y="305648"/>
                  </a:lnTo>
                  <a:lnTo>
                    <a:pt x="884012" y="378917"/>
                  </a:lnTo>
                  <a:lnTo>
                    <a:pt x="827417" y="366805"/>
                  </a:lnTo>
                  <a:lnTo>
                    <a:pt x="840146" y="425026"/>
                  </a:lnTo>
                  <a:lnTo>
                    <a:pt x="824596" y="455352"/>
                  </a:lnTo>
                  <a:lnTo>
                    <a:pt x="811288" y="518619"/>
                  </a:lnTo>
                  <a:lnTo>
                    <a:pt x="777548" y="560552"/>
                  </a:lnTo>
                  <a:lnTo>
                    <a:pt x="745832" y="556515"/>
                  </a:lnTo>
                  <a:lnTo>
                    <a:pt x="700266" y="585419"/>
                  </a:lnTo>
                  <a:lnTo>
                    <a:pt x="682293" y="607532"/>
                  </a:lnTo>
                  <a:lnTo>
                    <a:pt x="680955" y="649879"/>
                  </a:lnTo>
                  <a:lnTo>
                    <a:pt x="650470" y="687132"/>
                  </a:lnTo>
                  <a:lnTo>
                    <a:pt x="540461" y="880650"/>
                  </a:lnTo>
                  <a:lnTo>
                    <a:pt x="444953" y="937770"/>
                  </a:lnTo>
                  <a:lnTo>
                    <a:pt x="422098" y="929465"/>
                  </a:lnTo>
                  <a:lnTo>
                    <a:pt x="447268" y="838120"/>
                  </a:lnTo>
                  <a:lnTo>
                    <a:pt x="464518" y="745766"/>
                  </a:lnTo>
                  <a:lnTo>
                    <a:pt x="406548" y="705576"/>
                  </a:lnTo>
                  <a:lnTo>
                    <a:pt x="351073" y="684334"/>
                  </a:lnTo>
                  <a:lnTo>
                    <a:pt x="287426" y="687132"/>
                  </a:lnTo>
                  <a:lnTo>
                    <a:pt x="217124" y="615332"/>
                  </a:lnTo>
                  <a:lnTo>
                    <a:pt x="126499" y="563121"/>
                  </a:lnTo>
                  <a:lnTo>
                    <a:pt x="0" y="421860"/>
                  </a:lnTo>
                  <a:lnTo>
                    <a:pt x="3688" y="382679"/>
                  </a:lnTo>
                  <a:lnTo>
                    <a:pt x="506" y="316935"/>
                  </a:lnTo>
                  <a:lnTo>
                    <a:pt x="38947" y="213064"/>
                  </a:lnTo>
                  <a:lnTo>
                    <a:pt x="75798" y="140438"/>
                  </a:lnTo>
                  <a:lnTo>
                    <a:pt x="126680" y="102817"/>
                  </a:lnTo>
                  <a:lnTo>
                    <a:pt x="274335" y="64508"/>
                  </a:lnTo>
                  <a:lnTo>
                    <a:pt x="311366" y="6884"/>
                  </a:lnTo>
                  <a:lnTo>
                    <a:pt x="314479" y="0"/>
                  </a:lnTo>
                  <a:lnTo>
                    <a:pt x="1042192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2490532" y="1853932"/>
              <a:ext cx="2088998" cy="3682871"/>
            </a:xfrm>
            <a:custGeom>
              <a:avLst/>
              <a:gdLst/>
              <a:ahLst/>
              <a:cxnLst/>
              <a:rect l="0" t="0" r="0" b="0"/>
              <a:pathLst>
                <a:path w="2088998" h="3682871">
                  <a:moveTo>
                    <a:pt x="1987487" y="41706"/>
                  </a:moveTo>
                  <a:lnTo>
                    <a:pt x="1877912" y="69968"/>
                  </a:lnTo>
                  <a:lnTo>
                    <a:pt x="1818858" y="101074"/>
                  </a:lnTo>
                  <a:lnTo>
                    <a:pt x="1771628" y="148650"/>
                  </a:lnTo>
                  <a:lnTo>
                    <a:pt x="1743674" y="208385"/>
                  </a:lnTo>
                  <a:lnTo>
                    <a:pt x="1680388" y="280369"/>
                  </a:lnTo>
                  <a:lnTo>
                    <a:pt x="1684836" y="328588"/>
                  </a:lnTo>
                  <a:lnTo>
                    <a:pt x="1695432" y="362859"/>
                  </a:lnTo>
                  <a:lnTo>
                    <a:pt x="1690550" y="434293"/>
                  </a:lnTo>
                  <a:lnTo>
                    <a:pt x="1730583" y="503937"/>
                  </a:lnTo>
                  <a:lnTo>
                    <a:pt x="1809961" y="618039"/>
                  </a:lnTo>
                  <a:lnTo>
                    <a:pt x="1825114" y="795269"/>
                  </a:lnTo>
                  <a:lnTo>
                    <a:pt x="1885687" y="913867"/>
                  </a:lnTo>
                  <a:lnTo>
                    <a:pt x="1978519" y="1052146"/>
                  </a:lnTo>
                  <a:lnTo>
                    <a:pt x="2049905" y="1091464"/>
                  </a:lnTo>
                  <a:lnTo>
                    <a:pt x="2053377" y="1142895"/>
                  </a:lnTo>
                  <a:lnTo>
                    <a:pt x="2020432" y="1227817"/>
                  </a:lnTo>
                  <a:lnTo>
                    <a:pt x="1977000" y="1266630"/>
                  </a:lnTo>
                  <a:lnTo>
                    <a:pt x="2033487" y="1258877"/>
                  </a:lnTo>
                  <a:lnTo>
                    <a:pt x="2061622" y="1278284"/>
                  </a:lnTo>
                  <a:lnTo>
                    <a:pt x="2088998" y="1349121"/>
                  </a:lnTo>
                  <a:lnTo>
                    <a:pt x="2086864" y="1421426"/>
                  </a:lnTo>
                  <a:lnTo>
                    <a:pt x="2077606" y="1462167"/>
                  </a:lnTo>
                  <a:lnTo>
                    <a:pt x="2060501" y="1478408"/>
                  </a:lnTo>
                  <a:lnTo>
                    <a:pt x="2061224" y="1436796"/>
                  </a:lnTo>
                  <a:lnTo>
                    <a:pt x="2049110" y="1422344"/>
                  </a:lnTo>
                  <a:lnTo>
                    <a:pt x="2029111" y="1440374"/>
                  </a:lnTo>
                  <a:lnTo>
                    <a:pt x="2016165" y="1460928"/>
                  </a:lnTo>
                  <a:lnTo>
                    <a:pt x="2010776" y="1541905"/>
                  </a:lnTo>
                  <a:lnTo>
                    <a:pt x="1997071" y="1582370"/>
                  </a:lnTo>
                  <a:lnTo>
                    <a:pt x="1948612" y="1594390"/>
                  </a:lnTo>
                  <a:lnTo>
                    <a:pt x="1899466" y="1700646"/>
                  </a:lnTo>
                  <a:lnTo>
                    <a:pt x="1853755" y="1760931"/>
                  </a:lnTo>
                  <a:lnTo>
                    <a:pt x="1673879" y="2168566"/>
                  </a:lnTo>
                  <a:lnTo>
                    <a:pt x="1680750" y="2236697"/>
                  </a:lnTo>
                  <a:lnTo>
                    <a:pt x="1647841" y="2258627"/>
                  </a:lnTo>
                  <a:lnTo>
                    <a:pt x="1598008" y="2276474"/>
                  </a:lnTo>
                  <a:lnTo>
                    <a:pt x="1547596" y="2317214"/>
                  </a:lnTo>
                  <a:lnTo>
                    <a:pt x="1514145" y="2362130"/>
                  </a:lnTo>
                  <a:lnTo>
                    <a:pt x="1483081" y="2482929"/>
                  </a:lnTo>
                  <a:lnTo>
                    <a:pt x="1423556" y="2618915"/>
                  </a:lnTo>
                  <a:lnTo>
                    <a:pt x="1386416" y="2562254"/>
                  </a:lnTo>
                  <a:lnTo>
                    <a:pt x="1376905" y="2513760"/>
                  </a:lnTo>
                  <a:lnTo>
                    <a:pt x="1393432" y="2387272"/>
                  </a:lnTo>
                  <a:lnTo>
                    <a:pt x="1457803" y="2179898"/>
                  </a:lnTo>
                  <a:lnTo>
                    <a:pt x="1528719" y="2050978"/>
                  </a:lnTo>
                  <a:lnTo>
                    <a:pt x="1582819" y="1989868"/>
                  </a:lnTo>
                  <a:lnTo>
                    <a:pt x="1627300" y="1865306"/>
                  </a:lnTo>
                  <a:lnTo>
                    <a:pt x="1571103" y="1846725"/>
                  </a:lnTo>
                  <a:lnTo>
                    <a:pt x="1485432" y="1848744"/>
                  </a:lnTo>
                  <a:lnTo>
                    <a:pt x="1501560" y="1791257"/>
                  </a:lnTo>
                  <a:lnTo>
                    <a:pt x="1526549" y="1740607"/>
                  </a:lnTo>
                  <a:lnTo>
                    <a:pt x="1481888" y="1690140"/>
                  </a:lnTo>
                  <a:lnTo>
                    <a:pt x="1455452" y="1683717"/>
                  </a:lnTo>
                  <a:lnTo>
                    <a:pt x="1428221" y="1663025"/>
                  </a:lnTo>
                  <a:lnTo>
                    <a:pt x="1460153" y="1621000"/>
                  </a:lnTo>
                  <a:lnTo>
                    <a:pt x="1475740" y="1576589"/>
                  </a:lnTo>
                  <a:lnTo>
                    <a:pt x="1466229" y="1522544"/>
                  </a:lnTo>
                  <a:lnTo>
                    <a:pt x="1479609" y="1481849"/>
                  </a:lnTo>
                  <a:lnTo>
                    <a:pt x="1457296" y="1487997"/>
                  </a:lnTo>
                  <a:lnTo>
                    <a:pt x="1421422" y="1531077"/>
                  </a:lnTo>
                  <a:lnTo>
                    <a:pt x="1399110" y="1548282"/>
                  </a:lnTo>
                  <a:lnTo>
                    <a:pt x="1385512" y="1510156"/>
                  </a:lnTo>
                  <a:lnTo>
                    <a:pt x="1369998" y="1518782"/>
                  </a:lnTo>
                  <a:lnTo>
                    <a:pt x="1359909" y="1544979"/>
                  </a:lnTo>
                  <a:lnTo>
                    <a:pt x="1337017" y="1559385"/>
                  </a:lnTo>
                  <a:lnTo>
                    <a:pt x="1288667" y="1523553"/>
                  </a:lnTo>
                  <a:lnTo>
                    <a:pt x="1218184" y="1482537"/>
                  </a:lnTo>
                  <a:lnTo>
                    <a:pt x="1178947" y="1411975"/>
                  </a:lnTo>
                  <a:lnTo>
                    <a:pt x="1156562" y="1357287"/>
                  </a:lnTo>
                  <a:lnTo>
                    <a:pt x="1179309" y="1258326"/>
                  </a:lnTo>
                  <a:lnTo>
                    <a:pt x="1228021" y="1240755"/>
                  </a:lnTo>
                  <a:lnTo>
                    <a:pt x="1291307" y="1256812"/>
                  </a:lnTo>
                  <a:lnTo>
                    <a:pt x="1374265" y="1256675"/>
                  </a:lnTo>
                  <a:lnTo>
                    <a:pt x="1362404" y="1234699"/>
                  </a:lnTo>
                  <a:lnTo>
                    <a:pt x="1332786" y="1238323"/>
                  </a:lnTo>
                  <a:lnTo>
                    <a:pt x="1245343" y="1158035"/>
                  </a:lnTo>
                  <a:lnTo>
                    <a:pt x="1217208" y="1109541"/>
                  </a:lnTo>
                  <a:lnTo>
                    <a:pt x="1168821" y="1096236"/>
                  </a:lnTo>
                  <a:lnTo>
                    <a:pt x="1146762" y="1142849"/>
                  </a:lnTo>
                  <a:lnTo>
                    <a:pt x="1122279" y="1155236"/>
                  </a:lnTo>
                  <a:lnTo>
                    <a:pt x="1152512" y="1053247"/>
                  </a:lnTo>
                  <a:lnTo>
                    <a:pt x="1192038" y="1049072"/>
                  </a:lnTo>
                  <a:lnTo>
                    <a:pt x="1250406" y="1020811"/>
                  </a:lnTo>
                  <a:lnTo>
                    <a:pt x="1233445" y="961764"/>
                  </a:lnTo>
                  <a:lnTo>
                    <a:pt x="1196595" y="935934"/>
                  </a:lnTo>
                  <a:lnTo>
                    <a:pt x="1130054" y="968325"/>
                  </a:lnTo>
                  <a:lnTo>
                    <a:pt x="1130850" y="926804"/>
                  </a:lnTo>
                  <a:lnTo>
                    <a:pt x="1143326" y="873631"/>
                  </a:lnTo>
                  <a:lnTo>
                    <a:pt x="1193485" y="873814"/>
                  </a:lnTo>
                  <a:lnTo>
                    <a:pt x="1237423" y="891156"/>
                  </a:lnTo>
                  <a:lnTo>
                    <a:pt x="1274816" y="805271"/>
                  </a:lnTo>
                  <a:lnTo>
                    <a:pt x="1276480" y="766916"/>
                  </a:lnTo>
                  <a:lnTo>
                    <a:pt x="1214351" y="822659"/>
                  </a:lnTo>
                  <a:lnTo>
                    <a:pt x="1200392" y="702410"/>
                  </a:lnTo>
                  <a:lnTo>
                    <a:pt x="1261544" y="586428"/>
                  </a:lnTo>
                  <a:lnTo>
                    <a:pt x="1319876" y="535869"/>
                  </a:lnTo>
                  <a:lnTo>
                    <a:pt x="1392745" y="537337"/>
                  </a:lnTo>
                  <a:lnTo>
                    <a:pt x="1466807" y="529171"/>
                  </a:lnTo>
                  <a:lnTo>
                    <a:pt x="1420338" y="507929"/>
                  </a:lnTo>
                  <a:lnTo>
                    <a:pt x="1372638" y="496413"/>
                  </a:lnTo>
                  <a:lnTo>
                    <a:pt x="1408476" y="450580"/>
                  </a:lnTo>
                  <a:lnTo>
                    <a:pt x="1439034" y="442368"/>
                  </a:lnTo>
                  <a:lnTo>
                    <a:pt x="1469050" y="402407"/>
                  </a:lnTo>
                  <a:lnTo>
                    <a:pt x="1396868" y="408326"/>
                  </a:lnTo>
                  <a:lnTo>
                    <a:pt x="1405366" y="332717"/>
                  </a:lnTo>
                  <a:lnTo>
                    <a:pt x="1370287" y="348086"/>
                  </a:lnTo>
                  <a:lnTo>
                    <a:pt x="1328302" y="355198"/>
                  </a:lnTo>
                  <a:lnTo>
                    <a:pt x="1311956" y="387267"/>
                  </a:lnTo>
                  <a:lnTo>
                    <a:pt x="1315175" y="440533"/>
                  </a:lnTo>
                  <a:lnTo>
                    <a:pt x="1302915" y="475492"/>
                  </a:lnTo>
                  <a:lnTo>
                    <a:pt x="1270260" y="503570"/>
                  </a:lnTo>
                  <a:lnTo>
                    <a:pt x="1215111" y="525455"/>
                  </a:lnTo>
                  <a:lnTo>
                    <a:pt x="1209758" y="487513"/>
                  </a:lnTo>
                  <a:lnTo>
                    <a:pt x="1191532" y="470308"/>
                  </a:lnTo>
                  <a:lnTo>
                    <a:pt x="1184733" y="551560"/>
                  </a:lnTo>
                  <a:lnTo>
                    <a:pt x="1170268" y="579179"/>
                  </a:lnTo>
                  <a:lnTo>
                    <a:pt x="1129946" y="502928"/>
                  </a:lnTo>
                  <a:lnTo>
                    <a:pt x="1117831" y="518298"/>
                  </a:lnTo>
                  <a:lnTo>
                    <a:pt x="1119386" y="539952"/>
                  </a:lnTo>
                  <a:lnTo>
                    <a:pt x="1109080" y="577390"/>
                  </a:lnTo>
                  <a:lnTo>
                    <a:pt x="1074507" y="596888"/>
                  </a:lnTo>
                  <a:lnTo>
                    <a:pt x="1076641" y="644878"/>
                  </a:lnTo>
                  <a:lnTo>
                    <a:pt x="1063225" y="671029"/>
                  </a:lnTo>
                  <a:lnTo>
                    <a:pt x="952492" y="629371"/>
                  </a:lnTo>
                  <a:lnTo>
                    <a:pt x="949889" y="643501"/>
                  </a:lnTo>
                  <a:lnTo>
                    <a:pt x="1012524" y="733333"/>
                  </a:lnTo>
                  <a:lnTo>
                    <a:pt x="1058270" y="764026"/>
                  </a:lnTo>
                  <a:lnTo>
                    <a:pt x="1063839" y="813024"/>
                  </a:lnTo>
                  <a:lnTo>
                    <a:pt x="1024566" y="853673"/>
                  </a:lnTo>
                  <a:lnTo>
                    <a:pt x="970393" y="818576"/>
                  </a:lnTo>
                  <a:lnTo>
                    <a:pt x="961280" y="821145"/>
                  </a:lnTo>
                  <a:lnTo>
                    <a:pt x="990717" y="881338"/>
                  </a:lnTo>
                  <a:lnTo>
                    <a:pt x="1009269" y="933916"/>
                  </a:lnTo>
                  <a:lnTo>
                    <a:pt x="990175" y="977960"/>
                  </a:lnTo>
                  <a:lnTo>
                    <a:pt x="993140" y="1032189"/>
                  </a:lnTo>
                  <a:lnTo>
                    <a:pt x="989017" y="1081371"/>
                  </a:lnTo>
                  <a:lnTo>
                    <a:pt x="977337" y="1124268"/>
                  </a:lnTo>
                  <a:lnTo>
                    <a:pt x="1003663" y="1322006"/>
                  </a:lnTo>
                  <a:lnTo>
                    <a:pt x="1035379" y="1375777"/>
                  </a:lnTo>
                  <a:lnTo>
                    <a:pt x="1066552" y="1427207"/>
                  </a:lnTo>
                  <a:lnTo>
                    <a:pt x="1083078" y="1475334"/>
                  </a:lnTo>
                  <a:lnTo>
                    <a:pt x="1049989" y="1482354"/>
                  </a:lnTo>
                  <a:lnTo>
                    <a:pt x="997299" y="1442760"/>
                  </a:lnTo>
                  <a:lnTo>
                    <a:pt x="951010" y="1412572"/>
                  </a:lnTo>
                  <a:lnTo>
                    <a:pt x="895861" y="1316042"/>
                  </a:lnTo>
                  <a:lnTo>
                    <a:pt x="886747" y="1277504"/>
                  </a:lnTo>
                  <a:lnTo>
                    <a:pt x="873295" y="1247040"/>
                  </a:lnTo>
                  <a:lnTo>
                    <a:pt x="879804" y="1317006"/>
                  </a:lnTo>
                  <a:lnTo>
                    <a:pt x="899477" y="1395138"/>
                  </a:lnTo>
                  <a:lnTo>
                    <a:pt x="1072193" y="1569983"/>
                  </a:lnTo>
                  <a:lnTo>
                    <a:pt x="1104089" y="1637058"/>
                  </a:lnTo>
                  <a:lnTo>
                    <a:pt x="1128391" y="1689773"/>
                  </a:lnTo>
                  <a:lnTo>
                    <a:pt x="1122279" y="1740286"/>
                  </a:lnTo>
                  <a:lnTo>
                    <a:pt x="1077256" y="1704546"/>
                  </a:lnTo>
                  <a:lnTo>
                    <a:pt x="1038416" y="1658988"/>
                  </a:lnTo>
                  <a:lnTo>
                    <a:pt x="935315" y="1607512"/>
                  </a:lnTo>
                  <a:lnTo>
                    <a:pt x="805308" y="1574983"/>
                  </a:lnTo>
                  <a:lnTo>
                    <a:pt x="732004" y="1455331"/>
                  </a:lnTo>
                  <a:lnTo>
                    <a:pt x="732258" y="1505247"/>
                  </a:lnTo>
                  <a:lnTo>
                    <a:pt x="715984" y="1547594"/>
                  </a:lnTo>
                  <a:lnTo>
                    <a:pt x="671178" y="1495980"/>
                  </a:lnTo>
                  <a:lnTo>
                    <a:pt x="642934" y="1451936"/>
                  </a:lnTo>
                  <a:lnTo>
                    <a:pt x="633459" y="1403671"/>
                  </a:lnTo>
                  <a:lnTo>
                    <a:pt x="577515" y="1406974"/>
                  </a:lnTo>
                  <a:lnTo>
                    <a:pt x="518858" y="1448908"/>
                  </a:lnTo>
                  <a:lnTo>
                    <a:pt x="462117" y="1438952"/>
                  </a:lnTo>
                  <a:lnTo>
                    <a:pt x="455391" y="1357104"/>
                  </a:lnTo>
                  <a:lnTo>
                    <a:pt x="470724" y="1313748"/>
                  </a:lnTo>
                  <a:lnTo>
                    <a:pt x="534408" y="1211209"/>
                  </a:lnTo>
                  <a:lnTo>
                    <a:pt x="594403" y="1158861"/>
                  </a:lnTo>
                  <a:lnTo>
                    <a:pt x="620875" y="1091281"/>
                  </a:lnTo>
                  <a:lnTo>
                    <a:pt x="611834" y="986493"/>
                  </a:lnTo>
                  <a:lnTo>
                    <a:pt x="600551" y="1093116"/>
                  </a:lnTo>
                  <a:lnTo>
                    <a:pt x="566268" y="1145969"/>
                  </a:lnTo>
                  <a:lnTo>
                    <a:pt x="512384" y="1186342"/>
                  </a:lnTo>
                  <a:lnTo>
                    <a:pt x="441468" y="1258280"/>
                  </a:lnTo>
                  <a:lnTo>
                    <a:pt x="424146" y="1324805"/>
                  </a:lnTo>
                  <a:lnTo>
                    <a:pt x="402014" y="1449367"/>
                  </a:lnTo>
                  <a:lnTo>
                    <a:pt x="431957" y="1491529"/>
                  </a:lnTo>
                  <a:lnTo>
                    <a:pt x="462551" y="1502540"/>
                  </a:lnTo>
                  <a:lnTo>
                    <a:pt x="552924" y="1474279"/>
                  </a:lnTo>
                  <a:lnTo>
                    <a:pt x="599683" y="1486896"/>
                  </a:lnTo>
                  <a:lnTo>
                    <a:pt x="703689" y="1636874"/>
                  </a:lnTo>
                  <a:lnTo>
                    <a:pt x="897343" y="1696196"/>
                  </a:lnTo>
                  <a:lnTo>
                    <a:pt x="967970" y="1733266"/>
                  </a:lnTo>
                  <a:lnTo>
                    <a:pt x="1025542" y="1811536"/>
                  </a:lnTo>
                  <a:lnTo>
                    <a:pt x="1112081" y="1856589"/>
                  </a:lnTo>
                  <a:lnTo>
                    <a:pt x="1179237" y="1922058"/>
                  </a:lnTo>
                  <a:lnTo>
                    <a:pt x="1181045" y="1964772"/>
                  </a:lnTo>
                  <a:lnTo>
                    <a:pt x="1157792" y="2015285"/>
                  </a:lnTo>
                  <a:lnTo>
                    <a:pt x="1148606" y="2083644"/>
                  </a:lnTo>
                  <a:lnTo>
                    <a:pt x="1120073" y="2126771"/>
                  </a:lnTo>
                  <a:lnTo>
                    <a:pt x="1051580" y="2131726"/>
                  </a:lnTo>
                  <a:lnTo>
                    <a:pt x="1010209" y="2120623"/>
                  </a:lnTo>
                  <a:lnTo>
                    <a:pt x="787804" y="1880308"/>
                  </a:lnTo>
                  <a:lnTo>
                    <a:pt x="761261" y="1858195"/>
                  </a:lnTo>
                  <a:lnTo>
                    <a:pt x="678772" y="1732349"/>
                  </a:lnTo>
                  <a:lnTo>
                    <a:pt x="581999" y="1664952"/>
                  </a:lnTo>
                  <a:lnTo>
                    <a:pt x="552056" y="1666374"/>
                  </a:lnTo>
                  <a:lnTo>
                    <a:pt x="689802" y="1791028"/>
                  </a:lnTo>
                  <a:lnTo>
                    <a:pt x="746036" y="1878198"/>
                  </a:lnTo>
                  <a:lnTo>
                    <a:pt x="845087" y="2000420"/>
                  </a:lnTo>
                  <a:lnTo>
                    <a:pt x="915895" y="2052171"/>
                  </a:lnTo>
                  <a:lnTo>
                    <a:pt x="968006" y="2132918"/>
                  </a:lnTo>
                  <a:lnTo>
                    <a:pt x="1016429" y="2170769"/>
                  </a:lnTo>
                  <a:lnTo>
                    <a:pt x="1148642" y="2224676"/>
                  </a:lnTo>
                  <a:lnTo>
                    <a:pt x="1102679" y="2263398"/>
                  </a:lnTo>
                  <a:lnTo>
                    <a:pt x="1176054" y="2296385"/>
                  </a:lnTo>
                  <a:lnTo>
                    <a:pt x="1186542" y="2357037"/>
                  </a:lnTo>
                  <a:lnTo>
                    <a:pt x="1179815" y="2426177"/>
                  </a:lnTo>
                  <a:lnTo>
                    <a:pt x="1077979" y="2398833"/>
                  </a:lnTo>
                  <a:lnTo>
                    <a:pt x="1074652" y="2449759"/>
                  </a:lnTo>
                  <a:lnTo>
                    <a:pt x="1083765" y="2479810"/>
                  </a:lnTo>
                  <a:lnTo>
                    <a:pt x="1038778" y="2504630"/>
                  </a:lnTo>
                  <a:lnTo>
                    <a:pt x="976216" y="2470955"/>
                  </a:lnTo>
                  <a:lnTo>
                    <a:pt x="813770" y="2286751"/>
                  </a:lnTo>
                  <a:lnTo>
                    <a:pt x="815144" y="2311388"/>
                  </a:lnTo>
                  <a:lnTo>
                    <a:pt x="828307" y="2339970"/>
                  </a:lnTo>
                  <a:lnTo>
                    <a:pt x="922513" y="2458568"/>
                  </a:lnTo>
                  <a:lnTo>
                    <a:pt x="1006593" y="2529680"/>
                  </a:lnTo>
                  <a:lnTo>
                    <a:pt x="1077871" y="2561796"/>
                  </a:lnTo>
                  <a:lnTo>
                    <a:pt x="1132803" y="2621392"/>
                  </a:lnTo>
                  <a:lnTo>
                    <a:pt x="1152186" y="2657453"/>
                  </a:lnTo>
                  <a:lnTo>
                    <a:pt x="1165133" y="2712141"/>
                  </a:lnTo>
                  <a:lnTo>
                    <a:pt x="1124413" y="2749303"/>
                  </a:lnTo>
                  <a:lnTo>
                    <a:pt x="1078051" y="2769811"/>
                  </a:lnTo>
                  <a:lnTo>
                    <a:pt x="1032775" y="2732741"/>
                  </a:lnTo>
                  <a:lnTo>
                    <a:pt x="999577" y="2693698"/>
                  </a:lnTo>
                  <a:lnTo>
                    <a:pt x="928878" y="2627403"/>
                  </a:lnTo>
                  <a:lnTo>
                    <a:pt x="907686" y="2553308"/>
                  </a:lnTo>
                  <a:lnTo>
                    <a:pt x="853911" y="2557116"/>
                  </a:lnTo>
                  <a:lnTo>
                    <a:pt x="629156" y="2463156"/>
                  </a:lnTo>
                  <a:lnTo>
                    <a:pt x="448520" y="2452328"/>
                  </a:lnTo>
                  <a:lnTo>
                    <a:pt x="466168" y="2471230"/>
                  </a:lnTo>
                  <a:lnTo>
                    <a:pt x="489023" y="2483801"/>
                  </a:lnTo>
                  <a:lnTo>
                    <a:pt x="632881" y="2506970"/>
                  </a:lnTo>
                  <a:lnTo>
                    <a:pt x="689730" y="2550234"/>
                  </a:lnTo>
                  <a:lnTo>
                    <a:pt x="808056" y="2588635"/>
                  </a:lnTo>
                  <a:lnTo>
                    <a:pt x="877345" y="2599141"/>
                  </a:lnTo>
                  <a:lnTo>
                    <a:pt x="905444" y="2717096"/>
                  </a:lnTo>
                  <a:lnTo>
                    <a:pt x="1001204" y="2798256"/>
                  </a:lnTo>
                  <a:lnTo>
                    <a:pt x="1013645" y="2858403"/>
                  </a:lnTo>
                  <a:lnTo>
                    <a:pt x="1079028" y="2865148"/>
                  </a:lnTo>
                  <a:lnTo>
                    <a:pt x="1194063" y="2806147"/>
                  </a:lnTo>
                  <a:lnTo>
                    <a:pt x="1268307" y="2826839"/>
                  </a:lnTo>
                  <a:lnTo>
                    <a:pt x="1375386" y="2843722"/>
                  </a:lnTo>
                  <a:lnTo>
                    <a:pt x="1399869" y="2891345"/>
                  </a:lnTo>
                  <a:lnTo>
                    <a:pt x="1418240" y="2981956"/>
                  </a:lnTo>
                  <a:lnTo>
                    <a:pt x="1456103" y="3083899"/>
                  </a:lnTo>
                  <a:lnTo>
                    <a:pt x="1554287" y="3485845"/>
                  </a:lnTo>
                  <a:lnTo>
                    <a:pt x="1642687" y="3682871"/>
                  </a:lnTo>
                  <a:lnTo>
                    <a:pt x="1615976" y="3682871"/>
                  </a:lnTo>
                  <a:lnTo>
                    <a:pt x="1576238" y="3603800"/>
                  </a:lnTo>
                  <a:lnTo>
                    <a:pt x="1515845" y="3446573"/>
                  </a:lnTo>
                  <a:lnTo>
                    <a:pt x="1453789" y="3168959"/>
                  </a:lnTo>
                  <a:lnTo>
                    <a:pt x="1435779" y="3106793"/>
                  </a:lnTo>
                  <a:lnTo>
                    <a:pt x="1414588" y="3081972"/>
                  </a:lnTo>
                  <a:lnTo>
                    <a:pt x="1400629" y="3102159"/>
                  </a:lnTo>
                  <a:lnTo>
                    <a:pt x="1394625" y="3137532"/>
                  </a:lnTo>
                  <a:lnTo>
                    <a:pt x="1404751" y="3164692"/>
                  </a:lnTo>
                  <a:lnTo>
                    <a:pt x="1380305" y="3256083"/>
                  </a:lnTo>
                  <a:lnTo>
                    <a:pt x="1390901" y="3298016"/>
                  </a:lnTo>
                  <a:lnTo>
                    <a:pt x="1430608" y="3341372"/>
                  </a:lnTo>
                  <a:lnTo>
                    <a:pt x="1473751" y="3449555"/>
                  </a:lnTo>
                  <a:lnTo>
                    <a:pt x="1508214" y="3595221"/>
                  </a:lnTo>
                  <a:lnTo>
                    <a:pt x="1461600" y="3536174"/>
                  </a:lnTo>
                  <a:lnTo>
                    <a:pt x="1411839" y="3504885"/>
                  </a:lnTo>
                  <a:lnTo>
                    <a:pt x="1334413" y="3480890"/>
                  </a:lnTo>
                  <a:lnTo>
                    <a:pt x="1265450" y="3438819"/>
                  </a:lnTo>
                  <a:lnTo>
                    <a:pt x="1270477" y="3499150"/>
                  </a:lnTo>
                  <a:lnTo>
                    <a:pt x="1263859" y="3564298"/>
                  </a:lnTo>
                  <a:lnTo>
                    <a:pt x="1210699" y="3544433"/>
                  </a:lnTo>
                  <a:lnTo>
                    <a:pt x="1174535" y="3522824"/>
                  </a:lnTo>
                  <a:lnTo>
                    <a:pt x="1206540" y="3592239"/>
                  </a:lnTo>
                  <a:lnTo>
                    <a:pt x="1137070" y="3571410"/>
                  </a:lnTo>
                  <a:lnTo>
                    <a:pt x="1090781" y="3575768"/>
                  </a:lnTo>
                  <a:lnTo>
                    <a:pt x="1060693" y="3637384"/>
                  </a:lnTo>
                  <a:lnTo>
                    <a:pt x="1020335" y="3674775"/>
                  </a:lnTo>
                  <a:lnTo>
                    <a:pt x="980297" y="3682871"/>
                  </a:lnTo>
                  <a:lnTo>
                    <a:pt x="954427" y="3682871"/>
                  </a:lnTo>
                  <a:lnTo>
                    <a:pt x="872137" y="3630502"/>
                  </a:lnTo>
                  <a:lnTo>
                    <a:pt x="843460" y="3562096"/>
                  </a:lnTo>
                  <a:lnTo>
                    <a:pt x="831598" y="3485937"/>
                  </a:lnTo>
                  <a:lnTo>
                    <a:pt x="826861" y="3575997"/>
                  </a:lnTo>
                  <a:lnTo>
                    <a:pt x="842628" y="3669774"/>
                  </a:lnTo>
                  <a:lnTo>
                    <a:pt x="841612" y="3682871"/>
                  </a:lnTo>
                  <a:lnTo>
                    <a:pt x="0" y="3682871"/>
                  </a:lnTo>
                  <a:lnTo>
                    <a:pt x="0" y="0"/>
                  </a:lnTo>
                  <a:lnTo>
                    <a:pt x="2024089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5159228" y="2035019"/>
              <a:ext cx="108453" cy="203932"/>
            </a:xfrm>
            <a:custGeom>
              <a:avLst/>
              <a:gdLst/>
              <a:ahLst/>
              <a:cxnLst/>
              <a:rect l="0" t="0" r="0" b="0"/>
              <a:pathLst>
                <a:path w="108453" h="203932">
                  <a:moveTo>
                    <a:pt x="1988" y="203932"/>
                  </a:moveTo>
                  <a:lnTo>
                    <a:pt x="0" y="176588"/>
                  </a:lnTo>
                  <a:lnTo>
                    <a:pt x="108453" y="0"/>
                  </a:lnTo>
                  <a:lnTo>
                    <a:pt x="88853" y="617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4325772" y="3395883"/>
              <a:ext cx="207830" cy="400294"/>
            </a:xfrm>
            <a:custGeom>
              <a:avLst/>
              <a:gdLst/>
              <a:ahLst/>
              <a:cxnLst/>
              <a:rect l="0" t="0" r="0" b="0"/>
              <a:pathLst>
                <a:path w="207830" h="400294">
                  <a:moveTo>
                    <a:pt x="0" y="400294"/>
                  </a:moveTo>
                  <a:lnTo>
                    <a:pt x="112974" y="212144"/>
                  </a:lnTo>
                  <a:lnTo>
                    <a:pt x="178574" y="54504"/>
                  </a:lnTo>
                  <a:lnTo>
                    <a:pt x="207830" y="0"/>
                  </a:lnTo>
                  <a:lnTo>
                    <a:pt x="179442" y="110476"/>
                  </a:lnTo>
                  <a:lnTo>
                    <a:pt x="129826" y="212052"/>
                  </a:lnTo>
                  <a:lnTo>
                    <a:pt x="33668" y="3850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t665"/>
            <p:cNvSpPr/>
            <p:nvPr/>
          </p:nvSpPr>
          <p:spPr>
            <a:xfrm>
              <a:off x="4042131" y="3963949"/>
              <a:ext cx="144506" cy="144506"/>
            </a:xfrm>
            <a:prstGeom prst="ellipse">
              <a:avLst/>
            </a:prstGeom>
            <a:solidFill>
              <a:srgbClr val="7DD6B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t666"/>
            <p:cNvSpPr/>
            <p:nvPr/>
          </p:nvSpPr>
          <p:spPr>
            <a:xfrm>
              <a:off x="4598279" y="2594972"/>
              <a:ext cx="144506" cy="144506"/>
            </a:xfrm>
            <a:prstGeom prst="ellipse">
              <a:avLst/>
            </a:prstGeom>
            <a:solidFill>
              <a:srgbClr val="7AD5B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t667"/>
            <p:cNvSpPr/>
            <p:nvPr/>
          </p:nvSpPr>
          <p:spPr>
            <a:xfrm>
              <a:off x="4150995" y="2255653"/>
              <a:ext cx="144506" cy="144506"/>
            </a:xfrm>
            <a:prstGeom prst="ellipse">
              <a:avLst/>
            </a:prstGeom>
            <a:solidFill>
              <a:srgbClr val="7BD5B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t668"/>
            <p:cNvSpPr/>
            <p:nvPr/>
          </p:nvSpPr>
          <p:spPr>
            <a:xfrm>
              <a:off x="3069870" y="3287113"/>
              <a:ext cx="144506" cy="144506"/>
            </a:xfrm>
            <a:prstGeom prst="ellipse">
              <a:avLst/>
            </a:prstGeom>
            <a:solidFill>
              <a:srgbClr val="A3E2C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t669"/>
            <p:cNvSpPr/>
            <p:nvPr/>
          </p:nvSpPr>
          <p:spPr>
            <a:xfrm>
              <a:off x="3376420" y="4483362"/>
              <a:ext cx="144506" cy="144506"/>
            </a:xfrm>
            <a:prstGeom prst="ellipse">
              <a:avLst/>
            </a:prstGeom>
            <a:solidFill>
              <a:srgbClr val="3799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t670"/>
            <p:cNvSpPr/>
            <p:nvPr/>
          </p:nvSpPr>
          <p:spPr>
            <a:xfrm>
              <a:off x="3451137" y="3622232"/>
              <a:ext cx="144506" cy="144506"/>
            </a:xfrm>
            <a:prstGeom prst="ellipse">
              <a:avLst/>
            </a:prstGeom>
            <a:solidFill>
              <a:srgbClr val="DCF4E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t671"/>
            <p:cNvSpPr/>
            <p:nvPr/>
          </p:nvSpPr>
          <p:spPr>
            <a:xfrm>
              <a:off x="3423386" y="4310975"/>
              <a:ext cx="144506" cy="144506"/>
            </a:xfrm>
            <a:prstGeom prst="ellipse">
              <a:avLst/>
            </a:prstGeom>
            <a:solidFill>
              <a:srgbClr val="60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t672"/>
            <p:cNvSpPr/>
            <p:nvPr/>
          </p:nvSpPr>
          <p:spPr>
            <a:xfrm>
              <a:off x="3349319" y="4456260"/>
              <a:ext cx="198708" cy="198708"/>
            </a:xfrm>
            <a:prstGeom prst="ellipse">
              <a:avLst/>
            </a:prstGeom>
            <a:solidFill>
              <a:srgbClr val="3799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t673"/>
            <p:cNvSpPr/>
            <p:nvPr/>
          </p:nvSpPr>
          <p:spPr>
            <a:xfrm>
              <a:off x="3424036" y="3595130"/>
              <a:ext cx="198708" cy="198708"/>
            </a:xfrm>
            <a:prstGeom prst="ellipse">
              <a:avLst/>
            </a:prstGeom>
            <a:solidFill>
              <a:srgbClr val="DCF4E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t674"/>
            <p:cNvSpPr/>
            <p:nvPr/>
          </p:nvSpPr>
          <p:spPr>
            <a:xfrm>
              <a:off x="3396285" y="4283874"/>
              <a:ext cx="198708" cy="198708"/>
            </a:xfrm>
            <a:prstGeom prst="ellipse">
              <a:avLst/>
            </a:prstGeom>
            <a:solidFill>
              <a:srgbClr val="60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g675"/>
            <p:cNvSpPr/>
            <p:nvPr/>
          </p:nvSpPr>
          <p:spPr>
            <a:xfrm>
              <a:off x="3241457" y="3539977"/>
              <a:ext cx="267615" cy="231762"/>
            </a:xfrm>
            <a:custGeom>
              <a:avLst/>
              <a:gdLst/>
              <a:ahLst/>
              <a:cxnLst/>
              <a:rect l="0" t="0" r="0" b="0"/>
              <a:pathLst>
                <a:path w="267615" h="231762">
                  <a:moveTo>
                    <a:pt x="133807" y="0"/>
                  </a:moveTo>
                  <a:lnTo>
                    <a:pt x="267615" y="231762"/>
                  </a:lnTo>
                  <a:lnTo>
                    <a:pt x="0" y="231762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l676"/>
            <p:cNvSpPr/>
            <p:nvPr/>
          </p:nvSpPr>
          <p:spPr>
            <a:xfrm>
              <a:off x="3462631" y="4297677"/>
              <a:ext cx="1080921" cy="254649"/>
            </a:xfrm>
            <a:custGeom>
              <a:avLst/>
              <a:gdLst/>
              <a:ahLst/>
              <a:cxnLst/>
              <a:rect l="0" t="0" r="0" b="0"/>
              <a:pathLst>
                <a:path w="1080921" h="254649">
                  <a:moveTo>
                    <a:pt x="1080921" y="0"/>
                  </a:moveTo>
                  <a:lnTo>
                    <a:pt x="0" y="254649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l677"/>
            <p:cNvSpPr/>
            <p:nvPr/>
          </p:nvSpPr>
          <p:spPr>
            <a:xfrm>
              <a:off x="3536967" y="3324741"/>
              <a:ext cx="1087496" cy="365184"/>
            </a:xfrm>
            <a:custGeom>
              <a:avLst/>
              <a:gdLst/>
              <a:ahLst/>
              <a:cxnLst/>
              <a:rect l="0" t="0" r="0" b="0"/>
              <a:pathLst>
                <a:path w="1087496" h="365184">
                  <a:moveTo>
                    <a:pt x="1087496" y="0"/>
                  </a:moveTo>
                  <a:lnTo>
                    <a:pt x="0" y="36518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l678"/>
            <p:cNvSpPr/>
            <p:nvPr/>
          </p:nvSpPr>
          <p:spPr>
            <a:xfrm>
              <a:off x="3508991" y="3884259"/>
              <a:ext cx="1279166" cy="493815"/>
            </a:xfrm>
            <a:custGeom>
              <a:avLst/>
              <a:gdLst/>
              <a:ahLst/>
              <a:cxnLst/>
              <a:rect l="0" t="0" r="0" b="0"/>
              <a:pathLst>
                <a:path w="1279166" h="493815">
                  <a:moveTo>
                    <a:pt x="1279166" y="0"/>
                  </a:moveTo>
                  <a:lnTo>
                    <a:pt x="0" y="493815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g679"/>
            <p:cNvSpPr/>
            <p:nvPr/>
          </p:nvSpPr>
          <p:spPr>
            <a:xfrm>
              <a:off x="4543552" y="4131391"/>
              <a:ext cx="1193383" cy="324612"/>
            </a:xfrm>
            <a:custGeom>
              <a:avLst/>
              <a:gdLst/>
              <a:ahLst/>
              <a:cxnLst/>
              <a:rect l="0" t="0" r="0" b="0"/>
              <a:pathLst>
                <a:path w="1193383" h="324612">
                  <a:moveTo>
                    <a:pt x="27432" y="324612"/>
                  </a:moveTo>
                  <a:lnTo>
                    <a:pt x="1165951" y="324612"/>
                  </a:lnTo>
                  <a:lnTo>
                    <a:pt x="1164846" y="324589"/>
                  </a:lnTo>
                  <a:lnTo>
                    <a:pt x="1169258" y="324411"/>
                  </a:lnTo>
                  <a:lnTo>
                    <a:pt x="1173583" y="323528"/>
                  </a:lnTo>
                  <a:lnTo>
                    <a:pt x="1177711" y="321963"/>
                  </a:lnTo>
                  <a:lnTo>
                    <a:pt x="1181534" y="319756"/>
                  </a:lnTo>
                  <a:lnTo>
                    <a:pt x="1184954" y="316964"/>
                  </a:lnTo>
                  <a:lnTo>
                    <a:pt x="1187881" y="313659"/>
                  </a:lnTo>
                  <a:lnTo>
                    <a:pt x="1190241" y="309928"/>
                  </a:lnTo>
                  <a:lnTo>
                    <a:pt x="1191971" y="305866"/>
                  </a:lnTo>
                  <a:lnTo>
                    <a:pt x="1193028" y="301580"/>
                  </a:lnTo>
                  <a:lnTo>
                    <a:pt x="1193383" y="297179"/>
                  </a:lnTo>
                  <a:lnTo>
                    <a:pt x="1193383" y="27431"/>
                  </a:lnTo>
                  <a:lnTo>
                    <a:pt x="1193028" y="23031"/>
                  </a:lnTo>
                  <a:lnTo>
                    <a:pt x="1191971" y="18745"/>
                  </a:lnTo>
                  <a:lnTo>
                    <a:pt x="1190241" y="14683"/>
                  </a:lnTo>
                  <a:lnTo>
                    <a:pt x="1187881" y="10952"/>
                  </a:lnTo>
                  <a:lnTo>
                    <a:pt x="1184954" y="7647"/>
                  </a:lnTo>
                  <a:lnTo>
                    <a:pt x="1181534" y="4855"/>
                  </a:lnTo>
                  <a:lnTo>
                    <a:pt x="1177711" y="2648"/>
                  </a:lnTo>
                  <a:lnTo>
                    <a:pt x="1173583" y="1083"/>
                  </a:lnTo>
                  <a:lnTo>
                    <a:pt x="1169258" y="200"/>
                  </a:lnTo>
                  <a:lnTo>
                    <a:pt x="1165951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tx680"/>
            <p:cNvSpPr/>
            <p:nvPr/>
          </p:nvSpPr>
          <p:spPr>
            <a:xfrm>
              <a:off x="4589272" y="4177111"/>
              <a:ext cx="1101943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W4_VA</a:t>
              </a:r>
            </a:p>
          </p:txBody>
        </p:sp>
        <p:sp>
          <p:nvSpPr>
            <p:cNvPr id="681" name="pg681"/>
            <p:cNvSpPr/>
            <p:nvPr/>
          </p:nvSpPr>
          <p:spPr>
            <a:xfrm>
              <a:off x="4624464" y="3156334"/>
              <a:ext cx="1500987" cy="324611"/>
            </a:xfrm>
            <a:custGeom>
              <a:avLst/>
              <a:gdLst/>
              <a:ahLst/>
              <a:cxnLst/>
              <a:rect l="0" t="0" r="0" b="0"/>
              <a:pathLst>
                <a:path w="1500987" h="324611">
                  <a:moveTo>
                    <a:pt x="27432" y="324611"/>
                  </a:moveTo>
                  <a:lnTo>
                    <a:pt x="1473555" y="324611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80"/>
                  </a:lnTo>
                  <a:lnTo>
                    <a:pt x="1500987" y="27431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6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tx682"/>
            <p:cNvSpPr/>
            <p:nvPr/>
          </p:nvSpPr>
          <p:spPr>
            <a:xfrm>
              <a:off x="4670184" y="3202054"/>
              <a:ext cx="140954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S1_LOLA</a:t>
              </a:r>
            </a:p>
          </p:txBody>
        </p:sp>
        <p:sp>
          <p:nvSpPr>
            <p:cNvPr id="683" name="pg683"/>
            <p:cNvSpPr/>
            <p:nvPr/>
          </p:nvSpPr>
          <p:spPr>
            <a:xfrm>
              <a:off x="4788158" y="3715790"/>
              <a:ext cx="1554937" cy="324611"/>
            </a:xfrm>
            <a:custGeom>
              <a:avLst/>
              <a:gdLst/>
              <a:ahLst/>
              <a:cxnLst/>
              <a:rect l="0" t="0" r="0" b="0"/>
              <a:pathLst>
                <a:path w="1554937" h="324611">
                  <a:moveTo>
                    <a:pt x="27432" y="324611"/>
                  </a:moveTo>
                  <a:lnTo>
                    <a:pt x="1527505" y="324611"/>
                  </a:lnTo>
                  <a:lnTo>
                    <a:pt x="1526400" y="324589"/>
                  </a:lnTo>
                  <a:lnTo>
                    <a:pt x="1530811" y="324411"/>
                  </a:lnTo>
                  <a:lnTo>
                    <a:pt x="1535137" y="323528"/>
                  </a:lnTo>
                  <a:lnTo>
                    <a:pt x="1539265" y="321963"/>
                  </a:lnTo>
                  <a:lnTo>
                    <a:pt x="1543088" y="319756"/>
                  </a:lnTo>
                  <a:lnTo>
                    <a:pt x="1546508" y="316964"/>
                  </a:lnTo>
                  <a:lnTo>
                    <a:pt x="1549435" y="313659"/>
                  </a:lnTo>
                  <a:lnTo>
                    <a:pt x="1551795" y="309928"/>
                  </a:lnTo>
                  <a:lnTo>
                    <a:pt x="1553525" y="305866"/>
                  </a:lnTo>
                  <a:lnTo>
                    <a:pt x="1554581" y="301580"/>
                  </a:lnTo>
                  <a:lnTo>
                    <a:pt x="1554937" y="297179"/>
                  </a:lnTo>
                  <a:lnTo>
                    <a:pt x="1554937" y="27431"/>
                  </a:lnTo>
                  <a:lnTo>
                    <a:pt x="1554581" y="23031"/>
                  </a:lnTo>
                  <a:lnTo>
                    <a:pt x="1553525" y="18745"/>
                  </a:lnTo>
                  <a:lnTo>
                    <a:pt x="1551795" y="14683"/>
                  </a:lnTo>
                  <a:lnTo>
                    <a:pt x="1549435" y="10952"/>
                  </a:lnTo>
                  <a:lnTo>
                    <a:pt x="1546508" y="7647"/>
                  </a:lnTo>
                  <a:lnTo>
                    <a:pt x="1543088" y="4855"/>
                  </a:lnTo>
                  <a:lnTo>
                    <a:pt x="1539265" y="2648"/>
                  </a:lnTo>
                  <a:lnTo>
                    <a:pt x="1535137" y="1083"/>
                  </a:lnTo>
                  <a:lnTo>
                    <a:pt x="1530811" y="200"/>
                  </a:lnTo>
                  <a:lnTo>
                    <a:pt x="152750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tx684"/>
            <p:cNvSpPr/>
            <p:nvPr/>
          </p:nvSpPr>
          <p:spPr>
            <a:xfrm>
              <a:off x="4833878" y="3761510"/>
              <a:ext cx="146349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S2_DEBY</a:t>
              </a:r>
            </a:p>
          </p:txBody>
        </p:sp>
        <p:sp>
          <p:nvSpPr>
            <p:cNvPr id="685" name="rc685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tx686"/>
            <p:cNvSpPr/>
            <p:nvPr/>
          </p:nvSpPr>
          <p:spPr>
            <a:xfrm>
              <a:off x="1989553" y="55140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36</a:t>
              </a:r>
            </a:p>
          </p:txBody>
        </p:sp>
        <p:sp>
          <p:nvSpPr>
            <p:cNvPr id="687" name="tx687"/>
            <p:cNvSpPr/>
            <p:nvPr/>
          </p:nvSpPr>
          <p:spPr>
            <a:xfrm>
              <a:off x="2113912" y="54956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8" name="tx688"/>
            <p:cNvSpPr/>
            <p:nvPr/>
          </p:nvSpPr>
          <p:spPr>
            <a:xfrm>
              <a:off x="2158626" y="551407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9" name="tx689"/>
            <p:cNvSpPr/>
            <p:nvPr/>
          </p:nvSpPr>
          <p:spPr>
            <a:xfrm>
              <a:off x="1989553" y="4574475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37</a:t>
              </a:r>
            </a:p>
          </p:txBody>
        </p:sp>
        <p:sp>
          <p:nvSpPr>
            <p:cNvPr id="690" name="tx690"/>
            <p:cNvSpPr/>
            <p:nvPr/>
          </p:nvSpPr>
          <p:spPr>
            <a:xfrm>
              <a:off x="2113912" y="455609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1" name="tx691"/>
            <p:cNvSpPr/>
            <p:nvPr/>
          </p:nvSpPr>
          <p:spPr>
            <a:xfrm>
              <a:off x="2158626" y="4574475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2" name="tx692"/>
            <p:cNvSpPr/>
            <p:nvPr/>
          </p:nvSpPr>
          <p:spPr>
            <a:xfrm>
              <a:off x="1989553" y="363482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38</a:t>
              </a:r>
            </a:p>
          </p:txBody>
        </p:sp>
        <p:sp>
          <p:nvSpPr>
            <p:cNvPr id="693" name="tx693"/>
            <p:cNvSpPr/>
            <p:nvPr/>
          </p:nvSpPr>
          <p:spPr>
            <a:xfrm>
              <a:off x="2113912" y="3616447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4" name="tx694"/>
            <p:cNvSpPr/>
            <p:nvPr/>
          </p:nvSpPr>
          <p:spPr>
            <a:xfrm>
              <a:off x="2158626" y="363482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5" name="tx695"/>
            <p:cNvSpPr/>
            <p:nvPr/>
          </p:nvSpPr>
          <p:spPr>
            <a:xfrm>
              <a:off x="1989553" y="269527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39</a:t>
              </a:r>
            </a:p>
          </p:txBody>
        </p:sp>
        <p:sp>
          <p:nvSpPr>
            <p:cNvPr id="696" name="tx696"/>
            <p:cNvSpPr/>
            <p:nvPr/>
          </p:nvSpPr>
          <p:spPr>
            <a:xfrm>
              <a:off x="2113912" y="267689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7" name="tx697"/>
            <p:cNvSpPr/>
            <p:nvPr/>
          </p:nvSpPr>
          <p:spPr>
            <a:xfrm>
              <a:off x="2158626" y="269527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8" name="tx698"/>
            <p:cNvSpPr/>
            <p:nvPr/>
          </p:nvSpPr>
          <p:spPr>
            <a:xfrm>
              <a:off x="1989553" y="175566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99" name="tx699"/>
            <p:cNvSpPr/>
            <p:nvPr/>
          </p:nvSpPr>
          <p:spPr>
            <a:xfrm>
              <a:off x="2113912" y="173728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00" name="tx700"/>
            <p:cNvSpPr/>
            <p:nvPr/>
          </p:nvSpPr>
          <p:spPr>
            <a:xfrm>
              <a:off x="2158626" y="175566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701" name="pl701"/>
            <p:cNvSpPr/>
            <p:nvPr/>
          </p:nvSpPr>
          <p:spPr>
            <a:xfrm>
              <a:off x="2267112" y="555518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l702"/>
            <p:cNvSpPr/>
            <p:nvPr/>
          </p:nvSpPr>
          <p:spPr>
            <a:xfrm>
              <a:off x="2267112" y="461557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l703"/>
            <p:cNvSpPr/>
            <p:nvPr/>
          </p:nvSpPr>
          <p:spPr>
            <a:xfrm>
              <a:off x="2267112" y="36759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l704"/>
            <p:cNvSpPr/>
            <p:nvPr/>
          </p:nvSpPr>
          <p:spPr>
            <a:xfrm>
              <a:off x="2267112" y="273637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l705"/>
            <p:cNvSpPr/>
            <p:nvPr/>
          </p:nvSpPr>
          <p:spPr>
            <a:xfrm>
              <a:off x="2267112" y="17967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l706"/>
            <p:cNvSpPr/>
            <p:nvPr/>
          </p:nvSpPr>
          <p:spPr>
            <a:xfrm>
              <a:off x="2384234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l707"/>
            <p:cNvSpPr/>
            <p:nvPr/>
          </p:nvSpPr>
          <p:spPr>
            <a:xfrm>
              <a:off x="312486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l708"/>
            <p:cNvSpPr/>
            <p:nvPr/>
          </p:nvSpPr>
          <p:spPr>
            <a:xfrm>
              <a:off x="386548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l709"/>
            <p:cNvSpPr/>
            <p:nvPr/>
          </p:nvSpPr>
          <p:spPr>
            <a:xfrm>
              <a:off x="460611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l710"/>
            <p:cNvSpPr/>
            <p:nvPr/>
          </p:nvSpPr>
          <p:spPr>
            <a:xfrm>
              <a:off x="534673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l711"/>
            <p:cNvSpPr/>
            <p:nvPr/>
          </p:nvSpPr>
          <p:spPr>
            <a:xfrm>
              <a:off x="60873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tx712"/>
            <p:cNvSpPr/>
            <p:nvPr/>
          </p:nvSpPr>
          <p:spPr>
            <a:xfrm>
              <a:off x="224698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78</a:t>
              </a:r>
            </a:p>
          </p:txBody>
        </p:sp>
        <p:sp>
          <p:nvSpPr>
            <p:cNvPr id="713" name="tx713"/>
            <p:cNvSpPr/>
            <p:nvPr/>
          </p:nvSpPr>
          <p:spPr>
            <a:xfrm>
              <a:off x="2371341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4" name="tx714"/>
            <p:cNvSpPr/>
            <p:nvPr/>
          </p:nvSpPr>
          <p:spPr>
            <a:xfrm>
              <a:off x="2416055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5" name="tx715"/>
            <p:cNvSpPr/>
            <p:nvPr/>
          </p:nvSpPr>
          <p:spPr>
            <a:xfrm>
              <a:off x="2987608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77</a:t>
              </a:r>
            </a:p>
          </p:txBody>
        </p:sp>
        <p:sp>
          <p:nvSpPr>
            <p:cNvPr id="716" name="tx716"/>
            <p:cNvSpPr/>
            <p:nvPr/>
          </p:nvSpPr>
          <p:spPr>
            <a:xfrm>
              <a:off x="311196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7" name="tx717"/>
            <p:cNvSpPr/>
            <p:nvPr/>
          </p:nvSpPr>
          <p:spPr>
            <a:xfrm>
              <a:off x="315668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8" name="tx718"/>
            <p:cNvSpPr/>
            <p:nvPr/>
          </p:nvSpPr>
          <p:spPr>
            <a:xfrm>
              <a:off x="372823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76</a:t>
              </a:r>
            </a:p>
          </p:txBody>
        </p:sp>
        <p:sp>
          <p:nvSpPr>
            <p:cNvPr id="719" name="tx719"/>
            <p:cNvSpPr/>
            <p:nvPr/>
          </p:nvSpPr>
          <p:spPr>
            <a:xfrm>
              <a:off x="385259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0" name="tx720"/>
            <p:cNvSpPr/>
            <p:nvPr/>
          </p:nvSpPr>
          <p:spPr>
            <a:xfrm>
              <a:off x="3897306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1" name="tx721"/>
            <p:cNvSpPr/>
            <p:nvPr/>
          </p:nvSpPr>
          <p:spPr>
            <a:xfrm>
              <a:off x="446885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75</a:t>
              </a:r>
            </a:p>
          </p:txBody>
        </p:sp>
        <p:sp>
          <p:nvSpPr>
            <p:cNvPr id="722" name="tx722"/>
            <p:cNvSpPr/>
            <p:nvPr/>
          </p:nvSpPr>
          <p:spPr>
            <a:xfrm>
              <a:off x="459321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3" name="tx723"/>
            <p:cNvSpPr/>
            <p:nvPr/>
          </p:nvSpPr>
          <p:spPr>
            <a:xfrm>
              <a:off x="463793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4" name="tx724"/>
            <p:cNvSpPr/>
            <p:nvPr/>
          </p:nvSpPr>
          <p:spPr>
            <a:xfrm>
              <a:off x="5209484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74</a:t>
              </a:r>
            </a:p>
          </p:txBody>
        </p:sp>
        <p:sp>
          <p:nvSpPr>
            <p:cNvPr id="725" name="tx725"/>
            <p:cNvSpPr/>
            <p:nvPr/>
          </p:nvSpPr>
          <p:spPr>
            <a:xfrm>
              <a:off x="533384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6" name="tx726"/>
            <p:cNvSpPr/>
            <p:nvPr/>
          </p:nvSpPr>
          <p:spPr>
            <a:xfrm>
              <a:off x="53785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7" name="tx727"/>
            <p:cNvSpPr/>
            <p:nvPr/>
          </p:nvSpPr>
          <p:spPr>
            <a:xfrm>
              <a:off x="595010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73</a:t>
              </a:r>
            </a:p>
          </p:txBody>
        </p:sp>
        <p:sp>
          <p:nvSpPr>
            <p:cNvPr id="728" name="tx728"/>
            <p:cNvSpPr/>
            <p:nvPr/>
          </p:nvSpPr>
          <p:spPr>
            <a:xfrm>
              <a:off x="60744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9" name="tx729"/>
            <p:cNvSpPr/>
            <p:nvPr/>
          </p:nvSpPr>
          <p:spPr>
            <a:xfrm>
              <a:off x="61191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30" name="tx730"/>
            <p:cNvSpPr/>
            <p:nvPr/>
          </p:nvSpPr>
          <p:spPr>
            <a:xfrm>
              <a:off x="3801860" y="5925448"/>
              <a:ext cx="1149858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Longitude_manual</a:t>
              </a:r>
            </a:p>
          </p:txBody>
        </p:sp>
        <p:sp>
          <p:nvSpPr>
            <p:cNvPr id="731" name="tx731"/>
            <p:cNvSpPr/>
            <p:nvPr/>
          </p:nvSpPr>
          <p:spPr>
            <a:xfrm rot="-5400000">
              <a:off x="1357153" y="3645259"/>
              <a:ext cx="1033180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dirty="0" err="1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Latitude_manual</a:t>
              </a:r>
              <a:endParaRPr sz="1100" dirty="0">
                <a:solidFill>
                  <a:srgbClr val="000000">
                    <a:alpha val="100000"/>
                  </a:srgbClr>
                </a:solidFill>
                <a:latin typeface="Helvetica"/>
                <a:cs typeface="Helvetica"/>
              </a:endParaRPr>
            </a:p>
          </p:txBody>
        </p:sp>
        <p:sp>
          <p:nvSpPr>
            <p:cNvPr id="732" name="rc732"/>
            <p:cNvSpPr/>
            <p:nvPr/>
          </p:nvSpPr>
          <p:spPr>
            <a:xfrm>
              <a:off x="6590850" y="2976782"/>
              <a:ext cx="729514" cy="14371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3" name="tx733"/>
            <p:cNvSpPr/>
            <p:nvPr/>
          </p:nvSpPr>
          <p:spPr>
            <a:xfrm>
              <a:off x="6660439" y="3061824"/>
              <a:ext cx="5903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var1.pred</a:t>
              </a:r>
            </a:p>
          </p:txBody>
        </p:sp>
        <p:pic>
          <p:nvPicPr>
            <p:cNvPr id="734" name="pic7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0439" y="3247085"/>
              <a:ext cx="219455" cy="1097280"/>
            </a:xfrm>
            <a:prstGeom prst="rect">
              <a:avLst/>
            </a:prstGeom>
          </p:spPr>
        </p:pic>
        <p:sp>
          <p:nvSpPr>
            <p:cNvPr id="735" name="pl735"/>
            <p:cNvSpPr/>
            <p:nvPr/>
          </p:nvSpPr>
          <p:spPr>
            <a:xfrm>
              <a:off x="6836004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l736"/>
            <p:cNvSpPr/>
            <p:nvPr/>
          </p:nvSpPr>
          <p:spPr>
            <a:xfrm>
              <a:off x="6836004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l737"/>
            <p:cNvSpPr/>
            <p:nvPr/>
          </p:nvSpPr>
          <p:spPr>
            <a:xfrm>
              <a:off x="6836004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l738"/>
            <p:cNvSpPr/>
            <p:nvPr/>
          </p:nvSpPr>
          <p:spPr>
            <a:xfrm>
              <a:off x="6836004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l739"/>
            <p:cNvSpPr/>
            <p:nvPr/>
          </p:nvSpPr>
          <p:spPr>
            <a:xfrm>
              <a:off x="6836004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l740"/>
            <p:cNvSpPr/>
            <p:nvPr/>
          </p:nvSpPr>
          <p:spPr>
            <a:xfrm>
              <a:off x="6660439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l741"/>
            <p:cNvSpPr/>
            <p:nvPr/>
          </p:nvSpPr>
          <p:spPr>
            <a:xfrm>
              <a:off x="6660439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l742"/>
            <p:cNvSpPr/>
            <p:nvPr/>
          </p:nvSpPr>
          <p:spPr>
            <a:xfrm>
              <a:off x="6660439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l743"/>
            <p:cNvSpPr/>
            <p:nvPr/>
          </p:nvSpPr>
          <p:spPr>
            <a:xfrm>
              <a:off x="6660439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l744"/>
            <p:cNvSpPr/>
            <p:nvPr/>
          </p:nvSpPr>
          <p:spPr>
            <a:xfrm>
              <a:off x="6660439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tx745"/>
            <p:cNvSpPr/>
            <p:nvPr/>
          </p:nvSpPr>
          <p:spPr>
            <a:xfrm>
              <a:off x="6949485" y="4302486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746" name="tx746"/>
            <p:cNvSpPr/>
            <p:nvPr/>
          </p:nvSpPr>
          <p:spPr>
            <a:xfrm>
              <a:off x="6949485" y="4029080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0.02</a:t>
              </a:r>
            </a:p>
          </p:txBody>
        </p:sp>
        <p:sp>
          <p:nvSpPr>
            <p:cNvPr id="747" name="tx747"/>
            <p:cNvSpPr/>
            <p:nvPr/>
          </p:nvSpPr>
          <p:spPr>
            <a:xfrm>
              <a:off x="6949485" y="3755674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0.04</a:t>
              </a:r>
            </a:p>
          </p:txBody>
        </p:sp>
        <p:sp>
          <p:nvSpPr>
            <p:cNvPr id="748" name="tx748"/>
            <p:cNvSpPr/>
            <p:nvPr/>
          </p:nvSpPr>
          <p:spPr>
            <a:xfrm>
              <a:off x="6949485" y="3482269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0.06</a:t>
              </a:r>
            </a:p>
          </p:txBody>
        </p:sp>
        <p:sp>
          <p:nvSpPr>
            <p:cNvPr id="749" name="tx749"/>
            <p:cNvSpPr/>
            <p:nvPr/>
          </p:nvSpPr>
          <p:spPr>
            <a:xfrm>
              <a:off x="6949485" y="3208863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0.08</a:t>
              </a: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1DDF00-1CFC-FD8D-306A-4BB64280E2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21" name="Group 4820">
            <a:extLst>
              <a:ext uri="{FF2B5EF4-FFF2-40B4-BE49-F238E27FC236}">
                <a16:creationId xmlns:a16="http://schemas.microsoft.com/office/drawing/2014/main" id="{0E81BE8C-B763-B441-E2EA-4BE7ED0604AB}"/>
              </a:ext>
            </a:extLst>
          </p:cNvPr>
          <p:cNvGrpSpPr/>
          <p:nvPr/>
        </p:nvGrpSpPr>
        <p:grpSpPr>
          <a:xfrm>
            <a:off x="1723645" y="1235608"/>
            <a:ext cx="5696709" cy="4355877"/>
            <a:chOff x="1723645" y="1698389"/>
            <a:chExt cx="5696709" cy="4355877"/>
          </a:xfrm>
        </p:grpSpPr>
        <p:grpSp>
          <p:nvGrpSpPr>
            <p:cNvPr id="4810" name="Group 4809">
              <a:extLst>
                <a:ext uri="{FF2B5EF4-FFF2-40B4-BE49-F238E27FC236}">
                  <a16:creationId xmlns:a16="http://schemas.microsoft.com/office/drawing/2014/main" id="{81B52138-9657-284A-7086-F2DDEF563137}"/>
                </a:ext>
              </a:extLst>
            </p:cNvPr>
            <p:cNvGrpSpPr/>
            <p:nvPr/>
          </p:nvGrpSpPr>
          <p:grpSpPr>
            <a:xfrm>
              <a:off x="1723645" y="1698389"/>
              <a:ext cx="5696709" cy="4355877"/>
              <a:chOff x="1445957" y="2202445"/>
              <a:chExt cx="5696709" cy="4355877"/>
            </a:xfrm>
          </p:grpSpPr>
          <p:grpSp>
            <p:nvGrpSpPr>
              <p:cNvPr id="2" name="Content Placeholder 2">
                <a:extLst>
                  <a:ext uri="{FF2B5EF4-FFF2-40B4-BE49-F238E27FC236}">
                    <a16:creationId xmlns:a16="http://schemas.microsoft.com/office/drawing/2014/main" id="{3871A157-DA75-9227-6AD1-CEE934B9644C}"/>
                  </a:ext>
                </a:extLst>
              </p:cNvPr>
              <p:cNvGrpSpPr/>
              <p:nvPr/>
            </p:nvGrpSpPr>
            <p:grpSpPr>
              <a:xfrm>
                <a:off x="1445957" y="2202445"/>
                <a:ext cx="5696709" cy="4355877"/>
                <a:chOff x="1723645" y="1669789"/>
                <a:chExt cx="5696709" cy="4355877"/>
              </a:xfrm>
            </p:grpSpPr>
            <p:sp>
              <p:nvSpPr>
                <p:cNvPr id="5" name="rc5">
                  <a:extLst>
                    <a:ext uri="{FF2B5EF4-FFF2-40B4-BE49-F238E27FC236}">
                      <a16:creationId xmlns:a16="http://schemas.microsoft.com/office/drawing/2014/main" id="{D0F72FA1-85A1-ACA0-A95E-29DD6C89A5E9}"/>
                    </a:ext>
                  </a:extLst>
                </p:cNvPr>
                <p:cNvSpPr/>
                <p:nvPr/>
              </p:nvSpPr>
              <p:spPr>
                <a:xfrm>
                  <a:off x="2201917" y="2354586"/>
                  <a:ext cx="4342247" cy="3366361"/>
                </a:xfrm>
                <a:prstGeom prst="rect">
                  <a:avLst/>
                </a:prstGeom>
                <a:solidFill>
                  <a:srgbClr val="F0F8FF">
                    <a:alpha val="100000"/>
                  </a:srgbClr>
                </a:solidFill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" name="pl6">
                  <a:extLst>
                    <a:ext uri="{FF2B5EF4-FFF2-40B4-BE49-F238E27FC236}">
                      <a16:creationId xmlns:a16="http://schemas.microsoft.com/office/drawing/2014/main" id="{4884D14E-9C3B-B030-B06E-46D92B52B1A4}"/>
                    </a:ext>
                  </a:extLst>
                </p:cNvPr>
                <p:cNvSpPr/>
                <p:nvPr/>
              </p:nvSpPr>
              <p:spPr>
                <a:xfrm>
                  <a:off x="2610961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" name="pl7">
                  <a:extLst>
                    <a:ext uri="{FF2B5EF4-FFF2-40B4-BE49-F238E27FC236}">
                      <a16:creationId xmlns:a16="http://schemas.microsoft.com/office/drawing/2014/main" id="{422BFC89-212F-BA4C-A1A4-E7FCDC5D3E4B}"/>
                    </a:ext>
                  </a:extLst>
                </p:cNvPr>
                <p:cNvSpPr/>
                <p:nvPr/>
              </p:nvSpPr>
              <p:spPr>
                <a:xfrm>
                  <a:off x="3140137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" name="pl8">
                  <a:extLst>
                    <a:ext uri="{FF2B5EF4-FFF2-40B4-BE49-F238E27FC236}">
                      <a16:creationId xmlns:a16="http://schemas.microsoft.com/office/drawing/2014/main" id="{348D34E7-F836-D65F-EE73-F51DC72D3E6E}"/>
                    </a:ext>
                  </a:extLst>
                </p:cNvPr>
                <p:cNvSpPr/>
                <p:nvPr/>
              </p:nvSpPr>
              <p:spPr>
                <a:xfrm>
                  <a:off x="3669312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" name="pl9">
                  <a:extLst>
                    <a:ext uri="{FF2B5EF4-FFF2-40B4-BE49-F238E27FC236}">
                      <a16:creationId xmlns:a16="http://schemas.microsoft.com/office/drawing/2014/main" id="{1599B439-A019-7D6A-1811-7EE068B419DA}"/>
                    </a:ext>
                  </a:extLst>
                </p:cNvPr>
                <p:cNvSpPr/>
                <p:nvPr/>
              </p:nvSpPr>
              <p:spPr>
                <a:xfrm>
                  <a:off x="4198487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" name="pl10">
                  <a:extLst>
                    <a:ext uri="{FF2B5EF4-FFF2-40B4-BE49-F238E27FC236}">
                      <a16:creationId xmlns:a16="http://schemas.microsoft.com/office/drawing/2014/main" id="{CD2D86C9-7184-1081-C3D9-046D787EA30C}"/>
                    </a:ext>
                  </a:extLst>
                </p:cNvPr>
                <p:cNvSpPr/>
                <p:nvPr/>
              </p:nvSpPr>
              <p:spPr>
                <a:xfrm>
                  <a:off x="4727662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" name="pl11">
                  <a:extLst>
                    <a:ext uri="{FF2B5EF4-FFF2-40B4-BE49-F238E27FC236}">
                      <a16:creationId xmlns:a16="http://schemas.microsoft.com/office/drawing/2014/main" id="{6A3E8790-EE3F-7358-3175-160E6FEA3CD3}"/>
                    </a:ext>
                  </a:extLst>
                </p:cNvPr>
                <p:cNvSpPr/>
                <p:nvPr/>
              </p:nvSpPr>
              <p:spPr>
                <a:xfrm>
                  <a:off x="5256837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" name="pl12">
                  <a:extLst>
                    <a:ext uri="{FF2B5EF4-FFF2-40B4-BE49-F238E27FC236}">
                      <a16:creationId xmlns:a16="http://schemas.microsoft.com/office/drawing/2014/main" id="{6A2B276B-F499-4E82-A585-A88F7A14635A}"/>
                    </a:ext>
                  </a:extLst>
                </p:cNvPr>
                <p:cNvSpPr/>
                <p:nvPr/>
              </p:nvSpPr>
              <p:spPr>
                <a:xfrm>
                  <a:off x="5786012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" name="pl13">
                  <a:extLst>
                    <a:ext uri="{FF2B5EF4-FFF2-40B4-BE49-F238E27FC236}">
                      <a16:creationId xmlns:a16="http://schemas.microsoft.com/office/drawing/2014/main" id="{4FFE74FD-55C1-C95C-5094-AFDE3018EF61}"/>
                    </a:ext>
                  </a:extLst>
                </p:cNvPr>
                <p:cNvSpPr/>
                <p:nvPr/>
              </p:nvSpPr>
              <p:spPr>
                <a:xfrm>
                  <a:off x="6315187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" name="pl14">
                  <a:extLst>
                    <a:ext uri="{FF2B5EF4-FFF2-40B4-BE49-F238E27FC236}">
                      <a16:creationId xmlns:a16="http://schemas.microsoft.com/office/drawing/2014/main" id="{136AD168-6521-1F78-A282-2E56148EC573}"/>
                    </a:ext>
                  </a:extLst>
                </p:cNvPr>
                <p:cNvSpPr/>
                <p:nvPr/>
              </p:nvSpPr>
              <p:spPr>
                <a:xfrm>
                  <a:off x="2201917" y="5407850"/>
                  <a:ext cx="4342247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42247">
                      <a:moveTo>
                        <a:pt x="0" y="0"/>
                      </a:moveTo>
                      <a:lnTo>
                        <a:pt x="24190" y="0"/>
                      </a:lnTo>
                      <a:lnTo>
                        <a:pt x="72297" y="0"/>
                      </a:lnTo>
                      <a:lnTo>
                        <a:pt x="120403" y="0"/>
                      </a:lnTo>
                      <a:lnTo>
                        <a:pt x="168510" y="0"/>
                      </a:lnTo>
                      <a:lnTo>
                        <a:pt x="216617" y="0"/>
                      </a:lnTo>
                      <a:lnTo>
                        <a:pt x="264724" y="0"/>
                      </a:lnTo>
                      <a:lnTo>
                        <a:pt x="312831" y="0"/>
                      </a:lnTo>
                      <a:lnTo>
                        <a:pt x="360938" y="0"/>
                      </a:lnTo>
                      <a:lnTo>
                        <a:pt x="409044" y="0"/>
                      </a:lnTo>
                      <a:lnTo>
                        <a:pt x="457151" y="0"/>
                      </a:lnTo>
                      <a:lnTo>
                        <a:pt x="505258" y="0"/>
                      </a:lnTo>
                      <a:lnTo>
                        <a:pt x="553365" y="0"/>
                      </a:lnTo>
                      <a:lnTo>
                        <a:pt x="601472" y="0"/>
                      </a:lnTo>
                      <a:lnTo>
                        <a:pt x="649579" y="0"/>
                      </a:lnTo>
                      <a:lnTo>
                        <a:pt x="697685" y="0"/>
                      </a:lnTo>
                      <a:lnTo>
                        <a:pt x="745792" y="0"/>
                      </a:lnTo>
                      <a:lnTo>
                        <a:pt x="793899" y="0"/>
                      </a:lnTo>
                      <a:lnTo>
                        <a:pt x="842006" y="0"/>
                      </a:lnTo>
                      <a:lnTo>
                        <a:pt x="890113" y="0"/>
                      </a:lnTo>
                      <a:lnTo>
                        <a:pt x="938219" y="0"/>
                      </a:lnTo>
                      <a:lnTo>
                        <a:pt x="986326" y="0"/>
                      </a:lnTo>
                      <a:lnTo>
                        <a:pt x="1034433" y="0"/>
                      </a:lnTo>
                      <a:lnTo>
                        <a:pt x="1082540" y="0"/>
                      </a:lnTo>
                      <a:lnTo>
                        <a:pt x="1130647" y="0"/>
                      </a:lnTo>
                      <a:lnTo>
                        <a:pt x="1178754" y="0"/>
                      </a:lnTo>
                      <a:lnTo>
                        <a:pt x="1226860" y="0"/>
                      </a:lnTo>
                      <a:lnTo>
                        <a:pt x="1274967" y="0"/>
                      </a:lnTo>
                      <a:lnTo>
                        <a:pt x="1323074" y="0"/>
                      </a:lnTo>
                      <a:lnTo>
                        <a:pt x="1371181" y="0"/>
                      </a:lnTo>
                      <a:lnTo>
                        <a:pt x="1419288" y="0"/>
                      </a:lnTo>
                      <a:lnTo>
                        <a:pt x="1467394" y="0"/>
                      </a:lnTo>
                      <a:lnTo>
                        <a:pt x="1515501" y="0"/>
                      </a:lnTo>
                      <a:lnTo>
                        <a:pt x="1563608" y="0"/>
                      </a:lnTo>
                      <a:lnTo>
                        <a:pt x="1611715" y="0"/>
                      </a:lnTo>
                      <a:lnTo>
                        <a:pt x="1659822" y="0"/>
                      </a:lnTo>
                      <a:lnTo>
                        <a:pt x="1707929" y="0"/>
                      </a:lnTo>
                      <a:lnTo>
                        <a:pt x="1756035" y="0"/>
                      </a:lnTo>
                      <a:lnTo>
                        <a:pt x="1804142" y="0"/>
                      </a:lnTo>
                      <a:lnTo>
                        <a:pt x="1852249" y="0"/>
                      </a:lnTo>
                      <a:lnTo>
                        <a:pt x="1900356" y="0"/>
                      </a:lnTo>
                      <a:lnTo>
                        <a:pt x="1948463" y="0"/>
                      </a:lnTo>
                      <a:lnTo>
                        <a:pt x="1996570" y="0"/>
                      </a:lnTo>
                      <a:lnTo>
                        <a:pt x="2044676" y="0"/>
                      </a:lnTo>
                      <a:lnTo>
                        <a:pt x="2092783" y="0"/>
                      </a:lnTo>
                      <a:lnTo>
                        <a:pt x="2140890" y="0"/>
                      </a:lnTo>
                      <a:lnTo>
                        <a:pt x="2188997" y="0"/>
                      </a:lnTo>
                      <a:lnTo>
                        <a:pt x="2237104" y="0"/>
                      </a:lnTo>
                      <a:lnTo>
                        <a:pt x="2285210" y="0"/>
                      </a:lnTo>
                      <a:lnTo>
                        <a:pt x="2333317" y="0"/>
                      </a:lnTo>
                      <a:lnTo>
                        <a:pt x="2381424" y="0"/>
                      </a:lnTo>
                      <a:lnTo>
                        <a:pt x="2429531" y="0"/>
                      </a:lnTo>
                      <a:lnTo>
                        <a:pt x="2477638" y="0"/>
                      </a:lnTo>
                      <a:lnTo>
                        <a:pt x="2525745" y="0"/>
                      </a:lnTo>
                      <a:lnTo>
                        <a:pt x="2573851" y="0"/>
                      </a:lnTo>
                      <a:lnTo>
                        <a:pt x="2621958" y="0"/>
                      </a:lnTo>
                      <a:lnTo>
                        <a:pt x="2670065" y="0"/>
                      </a:lnTo>
                      <a:lnTo>
                        <a:pt x="2718172" y="0"/>
                      </a:lnTo>
                      <a:lnTo>
                        <a:pt x="2766279" y="0"/>
                      </a:lnTo>
                      <a:lnTo>
                        <a:pt x="2814386" y="0"/>
                      </a:lnTo>
                      <a:lnTo>
                        <a:pt x="2862492" y="0"/>
                      </a:lnTo>
                      <a:lnTo>
                        <a:pt x="2910599" y="0"/>
                      </a:lnTo>
                      <a:lnTo>
                        <a:pt x="2958706" y="0"/>
                      </a:lnTo>
                      <a:lnTo>
                        <a:pt x="3006813" y="0"/>
                      </a:lnTo>
                      <a:lnTo>
                        <a:pt x="3054920" y="0"/>
                      </a:lnTo>
                      <a:lnTo>
                        <a:pt x="3103026" y="0"/>
                      </a:lnTo>
                      <a:lnTo>
                        <a:pt x="3151133" y="0"/>
                      </a:lnTo>
                      <a:lnTo>
                        <a:pt x="3199240" y="0"/>
                      </a:lnTo>
                      <a:lnTo>
                        <a:pt x="3247347" y="0"/>
                      </a:lnTo>
                      <a:lnTo>
                        <a:pt x="3295454" y="0"/>
                      </a:lnTo>
                      <a:lnTo>
                        <a:pt x="3343561" y="0"/>
                      </a:lnTo>
                      <a:lnTo>
                        <a:pt x="3391667" y="0"/>
                      </a:lnTo>
                      <a:lnTo>
                        <a:pt x="3439774" y="0"/>
                      </a:lnTo>
                      <a:lnTo>
                        <a:pt x="3487881" y="0"/>
                      </a:lnTo>
                      <a:lnTo>
                        <a:pt x="3535988" y="0"/>
                      </a:lnTo>
                      <a:lnTo>
                        <a:pt x="3584095" y="0"/>
                      </a:lnTo>
                      <a:lnTo>
                        <a:pt x="3632202" y="0"/>
                      </a:lnTo>
                      <a:lnTo>
                        <a:pt x="3680308" y="0"/>
                      </a:lnTo>
                      <a:lnTo>
                        <a:pt x="3728415" y="0"/>
                      </a:lnTo>
                      <a:lnTo>
                        <a:pt x="3776522" y="0"/>
                      </a:lnTo>
                      <a:lnTo>
                        <a:pt x="3824629" y="0"/>
                      </a:lnTo>
                      <a:lnTo>
                        <a:pt x="3872736" y="0"/>
                      </a:lnTo>
                      <a:lnTo>
                        <a:pt x="3920842" y="0"/>
                      </a:lnTo>
                      <a:lnTo>
                        <a:pt x="3968949" y="0"/>
                      </a:lnTo>
                      <a:lnTo>
                        <a:pt x="4017056" y="0"/>
                      </a:lnTo>
                      <a:lnTo>
                        <a:pt x="4065163" y="0"/>
                      </a:lnTo>
                      <a:lnTo>
                        <a:pt x="4113270" y="0"/>
                      </a:lnTo>
                      <a:lnTo>
                        <a:pt x="4161377" y="0"/>
                      </a:lnTo>
                      <a:lnTo>
                        <a:pt x="4209483" y="0"/>
                      </a:lnTo>
                      <a:lnTo>
                        <a:pt x="4257590" y="0"/>
                      </a:lnTo>
                      <a:lnTo>
                        <a:pt x="4305697" y="0"/>
                      </a:lnTo>
                      <a:lnTo>
                        <a:pt x="4342247" y="0"/>
                      </a:lnTo>
                      <a:lnTo>
                        <a:pt x="4342247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" name="pl15">
                  <a:extLst>
                    <a:ext uri="{FF2B5EF4-FFF2-40B4-BE49-F238E27FC236}">
                      <a16:creationId xmlns:a16="http://schemas.microsoft.com/office/drawing/2014/main" id="{64805E6B-2AFA-2E8A-A61A-15CA87279504}"/>
                    </a:ext>
                  </a:extLst>
                </p:cNvPr>
                <p:cNvSpPr/>
                <p:nvPr/>
              </p:nvSpPr>
              <p:spPr>
                <a:xfrm>
                  <a:off x="2201917" y="4757570"/>
                  <a:ext cx="4342247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42247">
                      <a:moveTo>
                        <a:pt x="0" y="0"/>
                      </a:moveTo>
                      <a:lnTo>
                        <a:pt x="24190" y="0"/>
                      </a:lnTo>
                      <a:lnTo>
                        <a:pt x="72297" y="0"/>
                      </a:lnTo>
                      <a:lnTo>
                        <a:pt x="120403" y="0"/>
                      </a:lnTo>
                      <a:lnTo>
                        <a:pt x="168510" y="0"/>
                      </a:lnTo>
                      <a:lnTo>
                        <a:pt x="216617" y="0"/>
                      </a:lnTo>
                      <a:lnTo>
                        <a:pt x="264724" y="0"/>
                      </a:lnTo>
                      <a:lnTo>
                        <a:pt x="312831" y="0"/>
                      </a:lnTo>
                      <a:lnTo>
                        <a:pt x="360938" y="0"/>
                      </a:lnTo>
                      <a:lnTo>
                        <a:pt x="409044" y="0"/>
                      </a:lnTo>
                      <a:lnTo>
                        <a:pt x="457151" y="0"/>
                      </a:lnTo>
                      <a:lnTo>
                        <a:pt x="505258" y="0"/>
                      </a:lnTo>
                      <a:lnTo>
                        <a:pt x="553365" y="0"/>
                      </a:lnTo>
                      <a:lnTo>
                        <a:pt x="601472" y="0"/>
                      </a:lnTo>
                      <a:lnTo>
                        <a:pt x="649579" y="0"/>
                      </a:lnTo>
                      <a:lnTo>
                        <a:pt x="697685" y="0"/>
                      </a:lnTo>
                      <a:lnTo>
                        <a:pt x="745792" y="0"/>
                      </a:lnTo>
                      <a:lnTo>
                        <a:pt x="793899" y="0"/>
                      </a:lnTo>
                      <a:lnTo>
                        <a:pt x="842006" y="0"/>
                      </a:lnTo>
                      <a:lnTo>
                        <a:pt x="890113" y="0"/>
                      </a:lnTo>
                      <a:lnTo>
                        <a:pt x="938219" y="0"/>
                      </a:lnTo>
                      <a:lnTo>
                        <a:pt x="986326" y="0"/>
                      </a:lnTo>
                      <a:lnTo>
                        <a:pt x="1034433" y="0"/>
                      </a:lnTo>
                      <a:lnTo>
                        <a:pt x="1082540" y="0"/>
                      </a:lnTo>
                      <a:lnTo>
                        <a:pt x="1130647" y="0"/>
                      </a:lnTo>
                      <a:lnTo>
                        <a:pt x="1178754" y="0"/>
                      </a:lnTo>
                      <a:lnTo>
                        <a:pt x="1226860" y="0"/>
                      </a:lnTo>
                      <a:lnTo>
                        <a:pt x="1274967" y="0"/>
                      </a:lnTo>
                      <a:lnTo>
                        <a:pt x="1323074" y="0"/>
                      </a:lnTo>
                      <a:lnTo>
                        <a:pt x="1371181" y="0"/>
                      </a:lnTo>
                      <a:lnTo>
                        <a:pt x="1419288" y="0"/>
                      </a:lnTo>
                      <a:lnTo>
                        <a:pt x="1467394" y="0"/>
                      </a:lnTo>
                      <a:lnTo>
                        <a:pt x="1515501" y="0"/>
                      </a:lnTo>
                      <a:lnTo>
                        <a:pt x="1563608" y="0"/>
                      </a:lnTo>
                      <a:lnTo>
                        <a:pt x="1611715" y="0"/>
                      </a:lnTo>
                      <a:lnTo>
                        <a:pt x="1659822" y="0"/>
                      </a:lnTo>
                      <a:lnTo>
                        <a:pt x="1707929" y="0"/>
                      </a:lnTo>
                      <a:lnTo>
                        <a:pt x="1756035" y="0"/>
                      </a:lnTo>
                      <a:lnTo>
                        <a:pt x="1804142" y="0"/>
                      </a:lnTo>
                      <a:lnTo>
                        <a:pt x="1852249" y="0"/>
                      </a:lnTo>
                      <a:lnTo>
                        <a:pt x="1900356" y="0"/>
                      </a:lnTo>
                      <a:lnTo>
                        <a:pt x="1948463" y="0"/>
                      </a:lnTo>
                      <a:lnTo>
                        <a:pt x="1996570" y="0"/>
                      </a:lnTo>
                      <a:lnTo>
                        <a:pt x="2044676" y="0"/>
                      </a:lnTo>
                      <a:lnTo>
                        <a:pt x="2092783" y="0"/>
                      </a:lnTo>
                      <a:lnTo>
                        <a:pt x="2140890" y="0"/>
                      </a:lnTo>
                      <a:lnTo>
                        <a:pt x="2188997" y="0"/>
                      </a:lnTo>
                      <a:lnTo>
                        <a:pt x="2237104" y="0"/>
                      </a:lnTo>
                      <a:lnTo>
                        <a:pt x="2285210" y="0"/>
                      </a:lnTo>
                      <a:lnTo>
                        <a:pt x="2333317" y="0"/>
                      </a:lnTo>
                      <a:lnTo>
                        <a:pt x="2381424" y="0"/>
                      </a:lnTo>
                      <a:lnTo>
                        <a:pt x="2429531" y="0"/>
                      </a:lnTo>
                      <a:lnTo>
                        <a:pt x="2477638" y="0"/>
                      </a:lnTo>
                      <a:lnTo>
                        <a:pt x="2525745" y="0"/>
                      </a:lnTo>
                      <a:lnTo>
                        <a:pt x="2573851" y="0"/>
                      </a:lnTo>
                      <a:lnTo>
                        <a:pt x="2621958" y="0"/>
                      </a:lnTo>
                      <a:lnTo>
                        <a:pt x="2670065" y="0"/>
                      </a:lnTo>
                      <a:lnTo>
                        <a:pt x="2718172" y="0"/>
                      </a:lnTo>
                      <a:lnTo>
                        <a:pt x="2766279" y="0"/>
                      </a:lnTo>
                      <a:lnTo>
                        <a:pt x="2814386" y="0"/>
                      </a:lnTo>
                      <a:lnTo>
                        <a:pt x="2862492" y="0"/>
                      </a:lnTo>
                      <a:lnTo>
                        <a:pt x="2910599" y="0"/>
                      </a:lnTo>
                      <a:lnTo>
                        <a:pt x="2958706" y="0"/>
                      </a:lnTo>
                      <a:lnTo>
                        <a:pt x="3006813" y="0"/>
                      </a:lnTo>
                      <a:lnTo>
                        <a:pt x="3054920" y="0"/>
                      </a:lnTo>
                      <a:lnTo>
                        <a:pt x="3103026" y="0"/>
                      </a:lnTo>
                      <a:lnTo>
                        <a:pt x="3151133" y="0"/>
                      </a:lnTo>
                      <a:lnTo>
                        <a:pt x="3199240" y="0"/>
                      </a:lnTo>
                      <a:lnTo>
                        <a:pt x="3247347" y="0"/>
                      </a:lnTo>
                      <a:lnTo>
                        <a:pt x="3295454" y="0"/>
                      </a:lnTo>
                      <a:lnTo>
                        <a:pt x="3343561" y="0"/>
                      </a:lnTo>
                      <a:lnTo>
                        <a:pt x="3391667" y="0"/>
                      </a:lnTo>
                      <a:lnTo>
                        <a:pt x="3439774" y="0"/>
                      </a:lnTo>
                      <a:lnTo>
                        <a:pt x="3487881" y="0"/>
                      </a:lnTo>
                      <a:lnTo>
                        <a:pt x="3535988" y="0"/>
                      </a:lnTo>
                      <a:lnTo>
                        <a:pt x="3584095" y="0"/>
                      </a:lnTo>
                      <a:lnTo>
                        <a:pt x="3632202" y="0"/>
                      </a:lnTo>
                      <a:lnTo>
                        <a:pt x="3680308" y="0"/>
                      </a:lnTo>
                      <a:lnTo>
                        <a:pt x="3728415" y="0"/>
                      </a:lnTo>
                      <a:lnTo>
                        <a:pt x="3776522" y="0"/>
                      </a:lnTo>
                      <a:lnTo>
                        <a:pt x="3824629" y="0"/>
                      </a:lnTo>
                      <a:lnTo>
                        <a:pt x="3872736" y="0"/>
                      </a:lnTo>
                      <a:lnTo>
                        <a:pt x="3920842" y="0"/>
                      </a:lnTo>
                      <a:lnTo>
                        <a:pt x="3968949" y="0"/>
                      </a:lnTo>
                      <a:lnTo>
                        <a:pt x="4017056" y="0"/>
                      </a:lnTo>
                      <a:lnTo>
                        <a:pt x="4065163" y="0"/>
                      </a:lnTo>
                      <a:lnTo>
                        <a:pt x="4113270" y="0"/>
                      </a:lnTo>
                      <a:lnTo>
                        <a:pt x="4161377" y="0"/>
                      </a:lnTo>
                      <a:lnTo>
                        <a:pt x="4209483" y="0"/>
                      </a:lnTo>
                      <a:lnTo>
                        <a:pt x="4257590" y="0"/>
                      </a:lnTo>
                      <a:lnTo>
                        <a:pt x="4305697" y="0"/>
                      </a:lnTo>
                      <a:lnTo>
                        <a:pt x="4342247" y="0"/>
                      </a:lnTo>
                      <a:lnTo>
                        <a:pt x="4342247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" name="pl16">
                  <a:extLst>
                    <a:ext uri="{FF2B5EF4-FFF2-40B4-BE49-F238E27FC236}">
                      <a16:creationId xmlns:a16="http://schemas.microsoft.com/office/drawing/2014/main" id="{638F1DF8-18BB-E566-DA44-8F5117DBFBE7}"/>
                    </a:ext>
                  </a:extLst>
                </p:cNvPr>
                <p:cNvSpPr/>
                <p:nvPr/>
              </p:nvSpPr>
              <p:spPr>
                <a:xfrm>
                  <a:off x="2201917" y="4107291"/>
                  <a:ext cx="4342247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42247">
                      <a:moveTo>
                        <a:pt x="0" y="0"/>
                      </a:moveTo>
                      <a:lnTo>
                        <a:pt x="24190" y="0"/>
                      </a:lnTo>
                      <a:lnTo>
                        <a:pt x="72297" y="0"/>
                      </a:lnTo>
                      <a:lnTo>
                        <a:pt x="120403" y="0"/>
                      </a:lnTo>
                      <a:lnTo>
                        <a:pt x="168510" y="0"/>
                      </a:lnTo>
                      <a:lnTo>
                        <a:pt x="216617" y="0"/>
                      </a:lnTo>
                      <a:lnTo>
                        <a:pt x="264724" y="0"/>
                      </a:lnTo>
                      <a:lnTo>
                        <a:pt x="312831" y="0"/>
                      </a:lnTo>
                      <a:lnTo>
                        <a:pt x="360938" y="0"/>
                      </a:lnTo>
                      <a:lnTo>
                        <a:pt x="409044" y="0"/>
                      </a:lnTo>
                      <a:lnTo>
                        <a:pt x="457151" y="0"/>
                      </a:lnTo>
                      <a:lnTo>
                        <a:pt x="505258" y="0"/>
                      </a:lnTo>
                      <a:lnTo>
                        <a:pt x="553365" y="0"/>
                      </a:lnTo>
                      <a:lnTo>
                        <a:pt x="601472" y="0"/>
                      </a:lnTo>
                      <a:lnTo>
                        <a:pt x="649579" y="0"/>
                      </a:lnTo>
                      <a:lnTo>
                        <a:pt x="697685" y="0"/>
                      </a:lnTo>
                      <a:lnTo>
                        <a:pt x="745792" y="0"/>
                      </a:lnTo>
                      <a:lnTo>
                        <a:pt x="793899" y="0"/>
                      </a:lnTo>
                      <a:lnTo>
                        <a:pt x="842006" y="0"/>
                      </a:lnTo>
                      <a:lnTo>
                        <a:pt x="890113" y="0"/>
                      </a:lnTo>
                      <a:lnTo>
                        <a:pt x="938219" y="0"/>
                      </a:lnTo>
                      <a:lnTo>
                        <a:pt x="986326" y="0"/>
                      </a:lnTo>
                      <a:lnTo>
                        <a:pt x="1034433" y="0"/>
                      </a:lnTo>
                      <a:lnTo>
                        <a:pt x="1082540" y="0"/>
                      </a:lnTo>
                      <a:lnTo>
                        <a:pt x="1130647" y="0"/>
                      </a:lnTo>
                      <a:lnTo>
                        <a:pt x="1178754" y="0"/>
                      </a:lnTo>
                      <a:lnTo>
                        <a:pt x="1226860" y="0"/>
                      </a:lnTo>
                      <a:lnTo>
                        <a:pt x="1274967" y="0"/>
                      </a:lnTo>
                      <a:lnTo>
                        <a:pt x="1323074" y="0"/>
                      </a:lnTo>
                      <a:lnTo>
                        <a:pt x="1371181" y="0"/>
                      </a:lnTo>
                      <a:lnTo>
                        <a:pt x="1419288" y="0"/>
                      </a:lnTo>
                      <a:lnTo>
                        <a:pt x="1467394" y="0"/>
                      </a:lnTo>
                      <a:lnTo>
                        <a:pt x="1515501" y="0"/>
                      </a:lnTo>
                      <a:lnTo>
                        <a:pt x="1563608" y="0"/>
                      </a:lnTo>
                      <a:lnTo>
                        <a:pt x="1611715" y="0"/>
                      </a:lnTo>
                      <a:lnTo>
                        <a:pt x="1659822" y="0"/>
                      </a:lnTo>
                      <a:lnTo>
                        <a:pt x="1707929" y="0"/>
                      </a:lnTo>
                      <a:lnTo>
                        <a:pt x="1756035" y="0"/>
                      </a:lnTo>
                      <a:lnTo>
                        <a:pt x="1804142" y="0"/>
                      </a:lnTo>
                      <a:lnTo>
                        <a:pt x="1852249" y="0"/>
                      </a:lnTo>
                      <a:lnTo>
                        <a:pt x="1900356" y="0"/>
                      </a:lnTo>
                      <a:lnTo>
                        <a:pt x="1948463" y="0"/>
                      </a:lnTo>
                      <a:lnTo>
                        <a:pt x="1996570" y="0"/>
                      </a:lnTo>
                      <a:lnTo>
                        <a:pt x="2044676" y="0"/>
                      </a:lnTo>
                      <a:lnTo>
                        <a:pt x="2092783" y="0"/>
                      </a:lnTo>
                      <a:lnTo>
                        <a:pt x="2140890" y="0"/>
                      </a:lnTo>
                      <a:lnTo>
                        <a:pt x="2188997" y="0"/>
                      </a:lnTo>
                      <a:lnTo>
                        <a:pt x="2237104" y="0"/>
                      </a:lnTo>
                      <a:lnTo>
                        <a:pt x="2285210" y="0"/>
                      </a:lnTo>
                      <a:lnTo>
                        <a:pt x="2333317" y="0"/>
                      </a:lnTo>
                      <a:lnTo>
                        <a:pt x="2381424" y="0"/>
                      </a:lnTo>
                      <a:lnTo>
                        <a:pt x="2429531" y="0"/>
                      </a:lnTo>
                      <a:lnTo>
                        <a:pt x="2477638" y="0"/>
                      </a:lnTo>
                      <a:lnTo>
                        <a:pt x="2525745" y="0"/>
                      </a:lnTo>
                      <a:lnTo>
                        <a:pt x="2573851" y="0"/>
                      </a:lnTo>
                      <a:lnTo>
                        <a:pt x="2621958" y="0"/>
                      </a:lnTo>
                      <a:lnTo>
                        <a:pt x="2670065" y="0"/>
                      </a:lnTo>
                      <a:lnTo>
                        <a:pt x="2718172" y="0"/>
                      </a:lnTo>
                      <a:lnTo>
                        <a:pt x="2766279" y="0"/>
                      </a:lnTo>
                      <a:lnTo>
                        <a:pt x="2814386" y="0"/>
                      </a:lnTo>
                      <a:lnTo>
                        <a:pt x="2862492" y="0"/>
                      </a:lnTo>
                      <a:lnTo>
                        <a:pt x="2910599" y="0"/>
                      </a:lnTo>
                      <a:lnTo>
                        <a:pt x="2958706" y="0"/>
                      </a:lnTo>
                      <a:lnTo>
                        <a:pt x="3006813" y="0"/>
                      </a:lnTo>
                      <a:lnTo>
                        <a:pt x="3054920" y="0"/>
                      </a:lnTo>
                      <a:lnTo>
                        <a:pt x="3103026" y="0"/>
                      </a:lnTo>
                      <a:lnTo>
                        <a:pt x="3151133" y="0"/>
                      </a:lnTo>
                      <a:lnTo>
                        <a:pt x="3199240" y="0"/>
                      </a:lnTo>
                      <a:lnTo>
                        <a:pt x="3247347" y="0"/>
                      </a:lnTo>
                      <a:lnTo>
                        <a:pt x="3295454" y="0"/>
                      </a:lnTo>
                      <a:lnTo>
                        <a:pt x="3343561" y="0"/>
                      </a:lnTo>
                      <a:lnTo>
                        <a:pt x="3391667" y="0"/>
                      </a:lnTo>
                      <a:lnTo>
                        <a:pt x="3439774" y="0"/>
                      </a:lnTo>
                      <a:lnTo>
                        <a:pt x="3487881" y="0"/>
                      </a:lnTo>
                      <a:lnTo>
                        <a:pt x="3535988" y="0"/>
                      </a:lnTo>
                      <a:lnTo>
                        <a:pt x="3584095" y="0"/>
                      </a:lnTo>
                      <a:lnTo>
                        <a:pt x="3632202" y="0"/>
                      </a:lnTo>
                      <a:lnTo>
                        <a:pt x="3680308" y="0"/>
                      </a:lnTo>
                      <a:lnTo>
                        <a:pt x="3728415" y="0"/>
                      </a:lnTo>
                      <a:lnTo>
                        <a:pt x="3776522" y="0"/>
                      </a:lnTo>
                      <a:lnTo>
                        <a:pt x="3824629" y="0"/>
                      </a:lnTo>
                      <a:lnTo>
                        <a:pt x="3872736" y="0"/>
                      </a:lnTo>
                      <a:lnTo>
                        <a:pt x="3920842" y="0"/>
                      </a:lnTo>
                      <a:lnTo>
                        <a:pt x="3968949" y="0"/>
                      </a:lnTo>
                      <a:lnTo>
                        <a:pt x="4017056" y="0"/>
                      </a:lnTo>
                      <a:lnTo>
                        <a:pt x="4065163" y="0"/>
                      </a:lnTo>
                      <a:lnTo>
                        <a:pt x="4113270" y="0"/>
                      </a:lnTo>
                      <a:lnTo>
                        <a:pt x="4161377" y="0"/>
                      </a:lnTo>
                      <a:lnTo>
                        <a:pt x="4209483" y="0"/>
                      </a:lnTo>
                      <a:lnTo>
                        <a:pt x="4257590" y="0"/>
                      </a:lnTo>
                      <a:lnTo>
                        <a:pt x="4305697" y="0"/>
                      </a:lnTo>
                      <a:lnTo>
                        <a:pt x="4342247" y="0"/>
                      </a:lnTo>
                      <a:lnTo>
                        <a:pt x="4342247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" name="pl17">
                  <a:extLst>
                    <a:ext uri="{FF2B5EF4-FFF2-40B4-BE49-F238E27FC236}">
                      <a16:creationId xmlns:a16="http://schemas.microsoft.com/office/drawing/2014/main" id="{6F3859DB-168D-D326-6EF4-3E4BC9B8AD96}"/>
                    </a:ext>
                  </a:extLst>
                </p:cNvPr>
                <p:cNvSpPr/>
                <p:nvPr/>
              </p:nvSpPr>
              <p:spPr>
                <a:xfrm>
                  <a:off x="2201917" y="3457011"/>
                  <a:ext cx="4342247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42247">
                      <a:moveTo>
                        <a:pt x="0" y="0"/>
                      </a:moveTo>
                      <a:lnTo>
                        <a:pt x="24190" y="0"/>
                      </a:lnTo>
                      <a:lnTo>
                        <a:pt x="72297" y="0"/>
                      </a:lnTo>
                      <a:lnTo>
                        <a:pt x="120403" y="0"/>
                      </a:lnTo>
                      <a:lnTo>
                        <a:pt x="168510" y="0"/>
                      </a:lnTo>
                      <a:lnTo>
                        <a:pt x="216617" y="0"/>
                      </a:lnTo>
                      <a:lnTo>
                        <a:pt x="264724" y="0"/>
                      </a:lnTo>
                      <a:lnTo>
                        <a:pt x="312831" y="0"/>
                      </a:lnTo>
                      <a:lnTo>
                        <a:pt x="360938" y="0"/>
                      </a:lnTo>
                      <a:lnTo>
                        <a:pt x="409044" y="0"/>
                      </a:lnTo>
                      <a:lnTo>
                        <a:pt x="457151" y="0"/>
                      </a:lnTo>
                      <a:lnTo>
                        <a:pt x="505258" y="0"/>
                      </a:lnTo>
                      <a:lnTo>
                        <a:pt x="553365" y="0"/>
                      </a:lnTo>
                      <a:lnTo>
                        <a:pt x="601472" y="0"/>
                      </a:lnTo>
                      <a:lnTo>
                        <a:pt x="649579" y="0"/>
                      </a:lnTo>
                      <a:lnTo>
                        <a:pt x="697685" y="0"/>
                      </a:lnTo>
                      <a:lnTo>
                        <a:pt x="745792" y="0"/>
                      </a:lnTo>
                      <a:lnTo>
                        <a:pt x="793899" y="0"/>
                      </a:lnTo>
                      <a:lnTo>
                        <a:pt x="842006" y="0"/>
                      </a:lnTo>
                      <a:lnTo>
                        <a:pt x="890113" y="0"/>
                      </a:lnTo>
                      <a:lnTo>
                        <a:pt x="938219" y="0"/>
                      </a:lnTo>
                      <a:lnTo>
                        <a:pt x="986326" y="0"/>
                      </a:lnTo>
                      <a:lnTo>
                        <a:pt x="1034433" y="0"/>
                      </a:lnTo>
                      <a:lnTo>
                        <a:pt x="1082540" y="0"/>
                      </a:lnTo>
                      <a:lnTo>
                        <a:pt x="1130647" y="0"/>
                      </a:lnTo>
                      <a:lnTo>
                        <a:pt x="1178754" y="0"/>
                      </a:lnTo>
                      <a:lnTo>
                        <a:pt x="1226860" y="0"/>
                      </a:lnTo>
                      <a:lnTo>
                        <a:pt x="1274967" y="0"/>
                      </a:lnTo>
                      <a:lnTo>
                        <a:pt x="1323074" y="0"/>
                      </a:lnTo>
                      <a:lnTo>
                        <a:pt x="1371181" y="0"/>
                      </a:lnTo>
                      <a:lnTo>
                        <a:pt x="1419288" y="0"/>
                      </a:lnTo>
                      <a:lnTo>
                        <a:pt x="1467394" y="0"/>
                      </a:lnTo>
                      <a:lnTo>
                        <a:pt x="1515501" y="0"/>
                      </a:lnTo>
                      <a:lnTo>
                        <a:pt x="1563608" y="0"/>
                      </a:lnTo>
                      <a:lnTo>
                        <a:pt x="1611715" y="0"/>
                      </a:lnTo>
                      <a:lnTo>
                        <a:pt x="1659822" y="0"/>
                      </a:lnTo>
                      <a:lnTo>
                        <a:pt x="1707929" y="0"/>
                      </a:lnTo>
                      <a:lnTo>
                        <a:pt x="1756035" y="0"/>
                      </a:lnTo>
                      <a:lnTo>
                        <a:pt x="1804142" y="0"/>
                      </a:lnTo>
                      <a:lnTo>
                        <a:pt x="1852249" y="0"/>
                      </a:lnTo>
                      <a:lnTo>
                        <a:pt x="1900356" y="0"/>
                      </a:lnTo>
                      <a:lnTo>
                        <a:pt x="1948463" y="0"/>
                      </a:lnTo>
                      <a:lnTo>
                        <a:pt x="1996570" y="0"/>
                      </a:lnTo>
                      <a:lnTo>
                        <a:pt x="2044676" y="0"/>
                      </a:lnTo>
                      <a:lnTo>
                        <a:pt x="2092783" y="0"/>
                      </a:lnTo>
                      <a:lnTo>
                        <a:pt x="2140890" y="0"/>
                      </a:lnTo>
                      <a:lnTo>
                        <a:pt x="2188997" y="0"/>
                      </a:lnTo>
                      <a:lnTo>
                        <a:pt x="2237104" y="0"/>
                      </a:lnTo>
                      <a:lnTo>
                        <a:pt x="2285210" y="0"/>
                      </a:lnTo>
                      <a:lnTo>
                        <a:pt x="2333317" y="0"/>
                      </a:lnTo>
                      <a:lnTo>
                        <a:pt x="2381424" y="0"/>
                      </a:lnTo>
                      <a:lnTo>
                        <a:pt x="2429531" y="0"/>
                      </a:lnTo>
                      <a:lnTo>
                        <a:pt x="2477638" y="0"/>
                      </a:lnTo>
                      <a:lnTo>
                        <a:pt x="2525745" y="0"/>
                      </a:lnTo>
                      <a:lnTo>
                        <a:pt x="2573851" y="0"/>
                      </a:lnTo>
                      <a:lnTo>
                        <a:pt x="2621958" y="0"/>
                      </a:lnTo>
                      <a:lnTo>
                        <a:pt x="2670065" y="0"/>
                      </a:lnTo>
                      <a:lnTo>
                        <a:pt x="2718172" y="0"/>
                      </a:lnTo>
                      <a:lnTo>
                        <a:pt x="2766279" y="0"/>
                      </a:lnTo>
                      <a:lnTo>
                        <a:pt x="2814386" y="0"/>
                      </a:lnTo>
                      <a:lnTo>
                        <a:pt x="2862492" y="0"/>
                      </a:lnTo>
                      <a:lnTo>
                        <a:pt x="2910599" y="0"/>
                      </a:lnTo>
                      <a:lnTo>
                        <a:pt x="2958706" y="0"/>
                      </a:lnTo>
                      <a:lnTo>
                        <a:pt x="3006813" y="0"/>
                      </a:lnTo>
                      <a:lnTo>
                        <a:pt x="3054920" y="0"/>
                      </a:lnTo>
                      <a:lnTo>
                        <a:pt x="3103026" y="0"/>
                      </a:lnTo>
                      <a:lnTo>
                        <a:pt x="3151133" y="0"/>
                      </a:lnTo>
                      <a:lnTo>
                        <a:pt x="3199240" y="0"/>
                      </a:lnTo>
                      <a:lnTo>
                        <a:pt x="3247347" y="0"/>
                      </a:lnTo>
                      <a:lnTo>
                        <a:pt x="3295454" y="0"/>
                      </a:lnTo>
                      <a:lnTo>
                        <a:pt x="3343561" y="0"/>
                      </a:lnTo>
                      <a:lnTo>
                        <a:pt x="3391667" y="0"/>
                      </a:lnTo>
                      <a:lnTo>
                        <a:pt x="3439774" y="0"/>
                      </a:lnTo>
                      <a:lnTo>
                        <a:pt x="3487881" y="0"/>
                      </a:lnTo>
                      <a:lnTo>
                        <a:pt x="3535988" y="0"/>
                      </a:lnTo>
                      <a:lnTo>
                        <a:pt x="3584095" y="0"/>
                      </a:lnTo>
                      <a:lnTo>
                        <a:pt x="3632202" y="0"/>
                      </a:lnTo>
                      <a:lnTo>
                        <a:pt x="3680308" y="0"/>
                      </a:lnTo>
                      <a:lnTo>
                        <a:pt x="3728415" y="0"/>
                      </a:lnTo>
                      <a:lnTo>
                        <a:pt x="3776522" y="0"/>
                      </a:lnTo>
                      <a:lnTo>
                        <a:pt x="3824629" y="0"/>
                      </a:lnTo>
                      <a:lnTo>
                        <a:pt x="3872736" y="0"/>
                      </a:lnTo>
                      <a:lnTo>
                        <a:pt x="3920842" y="0"/>
                      </a:lnTo>
                      <a:lnTo>
                        <a:pt x="3968949" y="0"/>
                      </a:lnTo>
                      <a:lnTo>
                        <a:pt x="4017056" y="0"/>
                      </a:lnTo>
                      <a:lnTo>
                        <a:pt x="4065163" y="0"/>
                      </a:lnTo>
                      <a:lnTo>
                        <a:pt x="4113270" y="0"/>
                      </a:lnTo>
                      <a:lnTo>
                        <a:pt x="4161377" y="0"/>
                      </a:lnTo>
                      <a:lnTo>
                        <a:pt x="4209483" y="0"/>
                      </a:lnTo>
                      <a:lnTo>
                        <a:pt x="4257590" y="0"/>
                      </a:lnTo>
                      <a:lnTo>
                        <a:pt x="4305697" y="0"/>
                      </a:lnTo>
                      <a:lnTo>
                        <a:pt x="4342247" y="0"/>
                      </a:lnTo>
                      <a:lnTo>
                        <a:pt x="4342247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" name="pl18">
                  <a:extLst>
                    <a:ext uri="{FF2B5EF4-FFF2-40B4-BE49-F238E27FC236}">
                      <a16:creationId xmlns:a16="http://schemas.microsoft.com/office/drawing/2014/main" id="{EA044E8E-4940-5A27-2800-7CBC4258EFDC}"/>
                    </a:ext>
                  </a:extLst>
                </p:cNvPr>
                <p:cNvSpPr/>
                <p:nvPr/>
              </p:nvSpPr>
              <p:spPr>
                <a:xfrm>
                  <a:off x="2201917" y="2806731"/>
                  <a:ext cx="4342247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42247">
                      <a:moveTo>
                        <a:pt x="0" y="0"/>
                      </a:moveTo>
                      <a:lnTo>
                        <a:pt x="24190" y="0"/>
                      </a:lnTo>
                      <a:lnTo>
                        <a:pt x="72297" y="0"/>
                      </a:lnTo>
                      <a:lnTo>
                        <a:pt x="120403" y="0"/>
                      </a:lnTo>
                      <a:lnTo>
                        <a:pt x="168510" y="0"/>
                      </a:lnTo>
                      <a:lnTo>
                        <a:pt x="216617" y="0"/>
                      </a:lnTo>
                      <a:lnTo>
                        <a:pt x="264724" y="0"/>
                      </a:lnTo>
                      <a:lnTo>
                        <a:pt x="312831" y="0"/>
                      </a:lnTo>
                      <a:lnTo>
                        <a:pt x="360938" y="0"/>
                      </a:lnTo>
                      <a:lnTo>
                        <a:pt x="409044" y="0"/>
                      </a:lnTo>
                      <a:lnTo>
                        <a:pt x="457151" y="0"/>
                      </a:lnTo>
                      <a:lnTo>
                        <a:pt x="505258" y="0"/>
                      </a:lnTo>
                      <a:lnTo>
                        <a:pt x="553365" y="0"/>
                      </a:lnTo>
                      <a:lnTo>
                        <a:pt x="601472" y="0"/>
                      </a:lnTo>
                      <a:lnTo>
                        <a:pt x="649579" y="0"/>
                      </a:lnTo>
                      <a:lnTo>
                        <a:pt x="697685" y="0"/>
                      </a:lnTo>
                      <a:lnTo>
                        <a:pt x="745792" y="0"/>
                      </a:lnTo>
                      <a:lnTo>
                        <a:pt x="793899" y="0"/>
                      </a:lnTo>
                      <a:lnTo>
                        <a:pt x="842006" y="0"/>
                      </a:lnTo>
                      <a:lnTo>
                        <a:pt x="890113" y="0"/>
                      </a:lnTo>
                      <a:lnTo>
                        <a:pt x="938219" y="0"/>
                      </a:lnTo>
                      <a:lnTo>
                        <a:pt x="986326" y="0"/>
                      </a:lnTo>
                      <a:lnTo>
                        <a:pt x="1034433" y="0"/>
                      </a:lnTo>
                      <a:lnTo>
                        <a:pt x="1082540" y="0"/>
                      </a:lnTo>
                      <a:lnTo>
                        <a:pt x="1130647" y="0"/>
                      </a:lnTo>
                      <a:lnTo>
                        <a:pt x="1178754" y="0"/>
                      </a:lnTo>
                      <a:lnTo>
                        <a:pt x="1226860" y="0"/>
                      </a:lnTo>
                      <a:lnTo>
                        <a:pt x="1274967" y="0"/>
                      </a:lnTo>
                      <a:lnTo>
                        <a:pt x="1323074" y="0"/>
                      </a:lnTo>
                      <a:lnTo>
                        <a:pt x="1371181" y="0"/>
                      </a:lnTo>
                      <a:lnTo>
                        <a:pt x="1419288" y="0"/>
                      </a:lnTo>
                      <a:lnTo>
                        <a:pt x="1467394" y="0"/>
                      </a:lnTo>
                      <a:lnTo>
                        <a:pt x="1515501" y="0"/>
                      </a:lnTo>
                      <a:lnTo>
                        <a:pt x="1563608" y="0"/>
                      </a:lnTo>
                      <a:lnTo>
                        <a:pt x="1611715" y="0"/>
                      </a:lnTo>
                      <a:lnTo>
                        <a:pt x="1659822" y="0"/>
                      </a:lnTo>
                      <a:lnTo>
                        <a:pt x="1707929" y="0"/>
                      </a:lnTo>
                      <a:lnTo>
                        <a:pt x="1756035" y="0"/>
                      </a:lnTo>
                      <a:lnTo>
                        <a:pt x="1804142" y="0"/>
                      </a:lnTo>
                      <a:lnTo>
                        <a:pt x="1852249" y="0"/>
                      </a:lnTo>
                      <a:lnTo>
                        <a:pt x="1900356" y="0"/>
                      </a:lnTo>
                      <a:lnTo>
                        <a:pt x="1948463" y="0"/>
                      </a:lnTo>
                      <a:lnTo>
                        <a:pt x="1996570" y="0"/>
                      </a:lnTo>
                      <a:lnTo>
                        <a:pt x="2044676" y="0"/>
                      </a:lnTo>
                      <a:lnTo>
                        <a:pt x="2092783" y="0"/>
                      </a:lnTo>
                      <a:lnTo>
                        <a:pt x="2140890" y="0"/>
                      </a:lnTo>
                      <a:lnTo>
                        <a:pt x="2188997" y="0"/>
                      </a:lnTo>
                      <a:lnTo>
                        <a:pt x="2237104" y="0"/>
                      </a:lnTo>
                      <a:lnTo>
                        <a:pt x="2285210" y="0"/>
                      </a:lnTo>
                      <a:lnTo>
                        <a:pt x="2333317" y="0"/>
                      </a:lnTo>
                      <a:lnTo>
                        <a:pt x="2381424" y="0"/>
                      </a:lnTo>
                      <a:lnTo>
                        <a:pt x="2429531" y="0"/>
                      </a:lnTo>
                      <a:lnTo>
                        <a:pt x="2477638" y="0"/>
                      </a:lnTo>
                      <a:lnTo>
                        <a:pt x="2525745" y="0"/>
                      </a:lnTo>
                      <a:lnTo>
                        <a:pt x="2573851" y="0"/>
                      </a:lnTo>
                      <a:lnTo>
                        <a:pt x="2621958" y="0"/>
                      </a:lnTo>
                      <a:lnTo>
                        <a:pt x="2670065" y="0"/>
                      </a:lnTo>
                      <a:lnTo>
                        <a:pt x="2718172" y="0"/>
                      </a:lnTo>
                      <a:lnTo>
                        <a:pt x="2766279" y="0"/>
                      </a:lnTo>
                      <a:lnTo>
                        <a:pt x="2814386" y="0"/>
                      </a:lnTo>
                      <a:lnTo>
                        <a:pt x="2862492" y="0"/>
                      </a:lnTo>
                      <a:lnTo>
                        <a:pt x="2910599" y="0"/>
                      </a:lnTo>
                      <a:lnTo>
                        <a:pt x="2958706" y="0"/>
                      </a:lnTo>
                      <a:lnTo>
                        <a:pt x="3006813" y="0"/>
                      </a:lnTo>
                      <a:lnTo>
                        <a:pt x="3054920" y="0"/>
                      </a:lnTo>
                      <a:lnTo>
                        <a:pt x="3103026" y="0"/>
                      </a:lnTo>
                      <a:lnTo>
                        <a:pt x="3151133" y="0"/>
                      </a:lnTo>
                      <a:lnTo>
                        <a:pt x="3199240" y="0"/>
                      </a:lnTo>
                      <a:lnTo>
                        <a:pt x="3247347" y="0"/>
                      </a:lnTo>
                      <a:lnTo>
                        <a:pt x="3295454" y="0"/>
                      </a:lnTo>
                      <a:lnTo>
                        <a:pt x="3343561" y="0"/>
                      </a:lnTo>
                      <a:lnTo>
                        <a:pt x="3391667" y="0"/>
                      </a:lnTo>
                      <a:lnTo>
                        <a:pt x="3439774" y="0"/>
                      </a:lnTo>
                      <a:lnTo>
                        <a:pt x="3487881" y="0"/>
                      </a:lnTo>
                      <a:lnTo>
                        <a:pt x="3535988" y="0"/>
                      </a:lnTo>
                      <a:lnTo>
                        <a:pt x="3584095" y="0"/>
                      </a:lnTo>
                      <a:lnTo>
                        <a:pt x="3632202" y="0"/>
                      </a:lnTo>
                      <a:lnTo>
                        <a:pt x="3680308" y="0"/>
                      </a:lnTo>
                      <a:lnTo>
                        <a:pt x="3728415" y="0"/>
                      </a:lnTo>
                      <a:lnTo>
                        <a:pt x="3776522" y="0"/>
                      </a:lnTo>
                      <a:lnTo>
                        <a:pt x="3824629" y="0"/>
                      </a:lnTo>
                      <a:lnTo>
                        <a:pt x="3872736" y="0"/>
                      </a:lnTo>
                      <a:lnTo>
                        <a:pt x="3920842" y="0"/>
                      </a:lnTo>
                      <a:lnTo>
                        <a:pt x="3968949" y="0"/>
                      </a:lnTo>
                      <a:lnTo>
                        <a:pt x="4017056" y="0"/>
                      </a:lnTo>
                      <a:lnTo>
                        <a:pt x="4065163" y="0"/>
                      </a:lnTo>
                      <a:lnTo>
                        <a:pt x="4113270" y="0"/>
                      </a:lnTo>
                      <a:lnTo>
                        <a:pt x="4161377" y="0"/>
                      </a:lnTo>
                      <a:lnTo>
                        <a:pt x="4209483" y="0"/>
                      </a:lnTo>
                      <a:lnTo>
                        <a:pt x="4257590" y="0"/>
                      </a:lnTo>
                      <a:lnTo>
                        <a:pt x="4305697" y="0"/>
                      </a:lnTo>
                      <a:lnTo>
                        <a:pt x="4342247" y="0"/>
                      </a:lnTo>
                      <a:lnTo>
                        <a:pt x="4342247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" name="pg19">
                  <a:extLst>
                    <a:ext uri="{FF2B5EF4-FFF2-40B4-BE49-F238E27FC236}">
                      <a16:creationId xmlns:a16="http://schemas.microsoft.com/office/drawing/2014/main" id="{1DB35D75-69DC-C634-6DBA-35F6712E7510}"/>
                    </a:ext>
                  </a:extLst>
                </p:cNvPr>
                <p:cNvSpPr/>
                <p:nvPr/>
              </p:nvSpPr>
              <p:spPr>
                <a:xfrm>
                  <a:off x="5671824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" name="pg20">
                  <a:extLst>
                    <a:ext uri="{FF2B5EF4-FFF2-40B4-BE49-F238E27FC236}">
                      <a16:creationId xmlns:a16="http://schemas.microsoft.com/office/drawing/2014/main" id="{0A43B2AB-9A37-36CB-6A82-ED046F7A0F68}"/>
                    </a:ext>
                  </a:extLst>
                </p:cNvPr>
                <p:cNvSpPr/>
                <p:nvPr/>
              </p:nvSpPr>
              <p:spPr>
                <a:xfrm>
                  <a:off x="5683461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" name="pg21">
                  <a:extLst>
                    <a:ext uri="{FF2B5EF4-FFF2-40B4-BE49-F238E27FC236}">
                      <a16:creationId xmlns:a16="http://schemas.microsoft.com/office/drawing/2014/main" id="{069700B5-F78F-1884-86E5-10192B6DF0A7}"/>
                    </a:ext>
                  </a:extLst>
                </p:cNvPr>
                <p:cNvSpPr/>
                <p:nvPr/>
              </p:nvSpPr>
              <p:spPr>
                <a:xfrm>
                  <a:off x="5695098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" name="pg22">
                  <a:extLst>
                    <a:ext uri="{FF2B5EF4-FFF2-40B4-BE49-F238E27FC236}">
                      <a16:creationId xmlns:a16="http://schemas.microsoft.com/office/drawing/2014/main" id="{63CD2921-A65F-8278-9D11-44ABEFAA227B}"/>
                    </a:ext>
                  </a:extLst>
                </p:cNvPr>
                <p:cNvSpPr/>
                <p:nvPr/>
              </p:nvSpPr>
              <p:spPr>
                <a:xfrm>
                  <a:off x="5718373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" name="pg23">
                  <a:extLst>
                    <a:ext uri="{FF2B5EF4-FFF2-40B4-BE49-F238E27FC236}">
                      <a16:creationId xmlns:a16="http://schemas.microsoft.com/office/drawing/2014/main" id="{1DB05648-7E84-8D6B-D7F3-AFA4C2FF2F4A}"/>
                    </a:ext>
                  </a:extLst>
                </p:cNvPr>
                <p:cNvSpPr/>
                <p:nvPr/>
              </p:nvSpPr>
              <p:spPr>
                <a:xfrm>
                  <a:off x="5730010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" name="pg24">
                  <a:extLst>
                    <a:ext uri="{FF2B5EF4-FFF2-40B4-BE49-F238E27FC236}">
                      <a16:creationId xmlns:a16="http://schemas.microsoft.com/office/drawing/2014/main" id="{8100B1B9-E6B4-4C32-7386-8E3A7B523675}"/>
                    </a:ext>
                  </a:extLst>
                </p:cNvPr>
                <p:cNvSpPr/>
                <p:nvPr/>
              </p:nvSpPr>
              <p:spPr>
                <a:xfrm>
                  <a:off x="5741648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" name="pg25">
                  <a:extLst>
                    <a:ext uri="{FF2B5EF4-FFF2-40B4-BE49-F238E27FC236}">
                      <a16:creationId xmlns:a16="http://schemas.microsoft.com/office/drawing/2014/main" id="{D891FF2C-4938-D5DC-D3E1-B35F9E331EB2}"/>
                    </a:ext>
                  </a:extLst>
                </p:cNvPr>
                <p:cNvSpPr/>
                <p:nvPr/>
              </p:nvSpPr>
              <p:spPr>
                <a:xfrm>
                  <a:off x="6276965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" name="pg26">
                  <a:extLst>
                    <a:ext uri="{FF2B5EF4-FFF2-40B4-BE49-F238E27FC236}">
                      <a16:creationId xmlns:a16="http://schemas.microsoft.com/office/drawing/2014/main" id="{D0C7339F-D456-6697-E2E5-1095B5D98576}"/>
                    </a:ext>
                  </a:extLst>
                </p:cNvPr>
                <p:cNvSpPr/>
                <p:nvPr/>
              </p:nvSpPr>
              <p:spPr>
                <a:xfrm>
                  <a:off x="6288602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" name="pg27">
                  <a:extLst>
                    <a:ext uri="{FF2B5EF4-FFF2-40B4-BE49-F238E27FC236}">
                      <a16:creationId xmlns:a16="http://schemas.microsoft.com/office/drawing/2014/main" id="{F45C2C0D-F7C1-C396-92F9-FAAEBB256CC0}"/>
                    </a:ext>
                  </a:extLst>
                </p:cNvPr>
                <p:cNvSpPr/>
                <p:nvPr/>
              </p:nvSpPr>
              <p:spPr>
                <a:xfrm>
                  <a:off x="6300240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" name="pg28">
                  <a:extLst>
                    <a:ext uri="{FF2B5EF4-FFF2-40B4-BE49-F238E27FC236}">
                      <a16:creationId xmlns:a16="http://schemas.microsoft.com/office/drawing/2014/main" id="{C7DF8C2C-B9E4-AF33-45EC-5F3E2DAA5CBA}"/>
                    </a:ext>
                  </a:extLst>
                </p:cNvPr>
                <p:cNvSpPr/>
                <p:nvPr/>
              </p:nvSpPr>
              <p:spPr>
                <a:xfrm>
                  <a:off x="5648549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" name="pg29">
                  <a:extLst>
                    <a:ext uri="{FF2B5EF4-FFF2-40B4-BE49-F238E27FC236}">
                      <a16:creationId xmlns:a16="http://schemas.microsoft.com/office/drawing/2014/main" id="{9AB9EA67-C068-5614-1DBF-0747DF057A66}"/>
                    </a:ext>
                  </a:extLst>
                </p:cNvPr>
                <p:cNvSpPr/>
                <p:nvPr/>
              </p:nvSpPr>
              <p:spPr>
                <a:xfrm>
                  <a:off x="5660186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" name="pg30">
                  <a:extLst>
                    <a:ext uri="{FF2B5EF4-FFF2-40B4-BE49-F238E27FC236}">
                      <a16:creationId xmlns:a16="http://schemas.microsoft.com/office/drawing/2014/main" id="{DB099183-B30B-623E-8EDA-766D2241B655}"/>
                    </a:ext>
                  </a:extLst>
                </p:cNvPr>
                <p:cNvSpPr/>
                <p:nvPr/>
              </p:nvSpPr>
              <p:spPr>
                <a:xfrm>
                  <a:off x="5671824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" name="pg31">
                  <a:extLst>
                    <a:ext uri="{FF2B5EF4-FFF2-40B4-BE49-F238E27FC236}">
                      <a16:creationId xmlns:a16="http://schemas.microsoft.com/office/drawing/2014/main" id="{87A0DD23-AD1F-8328-5CFB-D59513CCC2C7}"/>
                    </a:ext>
                  </a:extLst>
                </p:cNvPr>
                <p:cNvSpPr/>
                <p:nvPr/>
              </p:nvSpPr>
              <p:spPr>
                <a:xfrm>
                  <a:off x="5683461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" name="pg32">
                  <a:extLst>
                    <a:ext uri="{FF2B5EF4-FFF2-40B4-BE49-F238E27FC236}">
                      <a16:creationId xmlns:a16="http://schemas.microsoft.com/office/drawing/2014/main" id="{BE9FF2F2-A422-A54D-F731-87B1A8962AE1}"/>
                    </a:ext>
                  </a:extLst>
                </p:cNvPr>
                <p:cNvSpPr/>
                <p:nvPr/>
              </p:nvSpPr>
              <p:spPr>
                <a:xfrm>
                  <a:off x="5695098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" name="pg33">
                  <a:extLst>
                    <a:ext uri="{FF2B5EF4-FFF2-40B4-BE49-F238E27FC236}">
                      <a16:creationId xmlns:a16="http://schemas.microsoft.com/office/drawing/2014/main" id="{4895EF64-BC1A-73C1-92EE-24E16DFBF904}"/>
                    </a:ext>
                  </a:extLst>
                </p:cNvPr>
                <p:cNvSpPr/>
                <p:nvPr/>
              </p:nvSpPr>
              <p:spPr>
                <a:xfrm>
                  <a:off x="5706736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" name="pg34">
                  <a:extLst>
                    <a:ext uri="{FF2B5EF4-FFF2-40B4-BE49-F238E27FC236}">
                      <a16:creationId xmlns:a16="http://schemas.microsoft.com/office/drawing/2014/main" id="{A4B0D6C4-B19D-3957-225D-DF4AC10729D9}"/>
                    </a:ext>
                  </a:extLst>
                </p:cNvPr>
                <p:cNvSpPr/>
                <p:nvPr/>
              </p:nvSpPr>
              <p:spPr>
                <a:xfrm>
                  <a:off x="5718373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" name="pg35">
                  <a:extLst>
                    <a:ext uri="{FF2B5EF4-FFF2-40B4-BE49-F238E27FC236}">
                      <a16:creationId xmlns:a16="http://schemas.microsoft.com/office/drawing/2014/main" id="{3CA27E0E-6174-1009-1C61-CDEB4009751F}"/>
                    </a:ext>
                  </a:extLst>
                </p:cNvPr>
                <p:cNvSpPr/>
                <p:nvPr/>
              </p:nvSpPr>
              <p:spPr>
                <a:xfrm>
                  <a:off x="5730010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" name="pg36">
                  <a:extLst>
                    <a:ext uri="{FF2B5EF4-FFF2-40B4-BE49-F238E27FC236}">
                      <a16:creationId xmlns:a16="http://schemas.microsoft.com/office/drawing/2014/main" id="{240B9E3E-889D-14DE-A53D-09ADD610BCDA}"/>
                    </a:ext>
                  </a:extLst>
                </p:cNvPr>
                <p:cNvSpPr/>
                <p:nvPr/>
              </p:nvSpPr>
              <p:spPr>
                <a:xfrm>
                  <a:off x="5741648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" name="pg37">
                  <a:extLst>
                    <a:ext uri="{FF2B5EF4-FFF2-40B4-BE49-F238E27FC236}">
                      <a16:creationId xmlns:a16="http://schemas.microsoft.com/office/drawing/2014/main" id="{F9463A71-B868-08A8-5719-8653769730EC}"/>
                    </a:ext>
                  </a:extLst>
                </p:cNvPr>
                <p:cNvSpPr/>
                <p:nvPr/>
              </p:nvSpPr>
              <p:spPr>
                <a:xfrm>
                  <a:off x="6265328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" name="pg38">
                  <a:extLst>
                    <a:ext uri="{FF2B5EF4-FFF2-40B4-BE49-F238E27FC236}">
                      <a16:creationId xmlns:a16="http://schemas.microsoft.com/office/drawing/2014/main" id="{BABE6891-CC80-9F02-776F-EDF05D4DB55C}"/>
                    </a:ext>
                  </a:extLst>
                </p:cNvPr>
                <p:cNvSpPr/>
                <p:nvPr/>
              </p:nvSpPr>
              <p:spPr>
                <a:xfrm>
                  <a:off x="6276965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" name="pg39">
                  <a:extLst>
                    <a:ext uri="{FF2B5EF4-FFF2-40B4-BE49-F238E27FC236}">
                      <a16:creationId xmlns:a16="http://schemas.microsoft.com/office/drawing/2014/main" id="{A28AD924-D340-9E8D-A5E8-029902004B00}"/>
                    </a:ext>
                  </a:extLst>
                </p:cNvPr>
                <p:cNvSpPr/>
                <p:nvPr/>
              </p:nvSpPr>
              <p:spPr>
                <a:xfrm>
                  <a:off x="6288602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" name="pg40">
                  <a:extLst>
                    <a:ext uri="{FF2B5EF4-FFF2-40B4-BE49-F238E27FC236}">
                      <a16:creationId xmlns:a16="http://schemas.microsoft.com/office/drawing/2014/main" id="{2BCD99F9-D7FA-3D74-48FF-613E5596A98A}"/>
                    </a:ext>
                  </a:extLst>
                </p:cNvPr>
                <p:cNvSpPr/>
                <p:nvPr/>
              </p:nvSpPr>
              <p:spPr>
                <a:xfrm>
                  <a:off x="6300240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" name="pg41">
                  <a:extLst>
                    <a:ext uri="{FF2B5EF4-FFF2-40B4-BE49-F238E27FC236}">
                      <a16:creationId xmlns:a16="http://schemas.microsoft.com/office/drawing/2014/main" id="{44AD297E-6DDA-6A2A-484A-D3811420D43E}"/>
                    </a:ext>
                  </a:extLst>
                </p:cNvPr>
                <p:cNvSpPr/>
                <p:nvPr/>
              </p:nvSpPr>
              <p:spPr>
                <a:xfrm>
                  <a:off x="6311877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" name="pg42">
                  <a:extLst>
                    <a:ext uri="{FF2B5EF4-FFF2-40B4-BE49-F238E27FC236}">
                      <a16:creationId xmlns:a16="http://schemas.microsoft.com/office/drawing/2014/main" id="{A192B01B-E0A1-CF52-C0E5-648663CBDEA1}"/>
                    </a:ext>
                  </a:extLst>
                </p:cNvPr>
                <p:cNvSpPr/>
                <p:nvPr/>
              </p:nvSpPr>
              <p:spPr>
                <a:xfrm>
                  <a:off x="5636912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" name="pg43">
                  <a:extLst>
                    <a:ext uri="{FF2B5EF4-FFF2-40B4-BE49-F238E27FC236}">
                      <a16:creationId xmlns:a16="http://schemas.microsoft.com/office/drawing/2014/main" id="{D4D6B7C7-398F-2EE6-4105-DCFB66E2926D}"/>
                    </a:ext>
                  </a:extLst>
                </p:cNvPr>
                <p:cNvSpPr/>
                <p:nvPr/>
              </p:nvSpPr>
              <p:spPr>
                <a:xfrm>
                  <a:off x="5648549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" name="pg44">
                  <a:extLst>
                    <a:ext uri="{FF2B5EF4-FFF2-40B4-BE49-F238E27FC236}">
                      <a16:creationId xmlns:a16="http://schemas.microsoft.com/office/drawing/2014/main" id="{9D0C5E60-B9EF-5BDF-37C8-A0BB6B0BCAE8}"/>
                    </a:ext>
                  </a:extLst>
                </p:cNvPr>
                <p:cNvSpPr/>
                <p:nvPr/>
              </p:nvSpPr>
              <p:spPr>
                <a:xfrm>
                  <a:off x="5660186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" name="pg45">
                  <a:extLst>
                    <a:ext uri="{FF2B5EF4-FFF2-40B4-BE49-F238E27FC236}">
                      <a16:creationId xmlns:a16="http://schemas.microsoft.com/office/drawing/2014/main" id="{EBCCBCBD-AE50-3B7D-5FB4-0A3659209B1F}"/>
                    </a:ext>
                  </a:extLst>
                </p:cNvPr>
                <p:cNvSpPr/>
                <p:nvPr/>
              </p:nvSpPr>
              <p:spPr>
                <a:xfrm>
                  <a:off x="5671824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" name="pg46">
                  <a:extLst>
                    <a:ext uri="{FF2B5EF4-FFF2-40B4-BE49-F238E27FC236}">
                      <a16:creationId xmlns:a16="http://schemas.microsoft.com/office/drawing/2014/main" id="{D11C7949-AF9A-27A6-2DE4-7A3AB82EE73A}"/>
                    </a:ext>
                  </a:extLst>
                </p:cNvPr>
                <p:cNvSpPr/>
                <p:nvPr/>
              </p:nvSpPr>
              <p:spPr>
                <a:xfrm>
                  <a:off x="5683461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" name="pg47">
                  <a:extLst>
                    <a:ext uri="{FF2B5EF4-FFF2-40B4-BE49-F238E27FC236}">
                      <a16:creationId xmlns:a16="http://schemas.microsoft.com/office/drawing/2014/main" id="{18832FAB-83E9-8A11-06B4-19C6F228808D}"/>
                    </a:ext>
                  </a:extLst>
                </p:cNvPr>
                <p:cNvSpPr/>
                <p:nvPr/>
              </p:nvSpPr>
              <p:spPr>
                <a:xfrm>
                  <a:off x="5695098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" name="pg48">
                  <a:extLst>
                    <a:ext uri="{FF2B5EF4-FFF2-40B4-BE49-F238E27FC236}">
                      <a16:creationId xmlns:a16="http://schemas.microsoft.com/office/drawing/2014/main" id="{1B7A542B-A8E3-34C1-B828-968314C14E1D}"/>
                    </a:ext>
                  </a:extLst>
                </p:cNvPr>
                <p:cNvSpPr/>
                <p:nvPr/>
              </p:nvSpPr>
              <p:spPr>
                <a:xfrm>
                  <a:off x="5706736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" name="pg49">
                  <a:extLst>
                    <a:ext uri="{FF2B5EF4-FFF2-40B4-BE49-F238E27FC236}">
                      <a16:creationId xmlns:a16="http://schemas.microsoft.com/office/drawing/2014/main" id="{17ABEDEE-4077-30AA-0854-85353701815E}"/>
                    </a:ext>
                  </a:extLst>
                </p:cNvPr>
                <p:cNvSpPr/>
                <p:nvPr/>
              </p:nvSpPr>
              <p:spPr>
                <a:xfrm>
                  <a:off x="5718373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" name="pg50">
                  <a:extLst>
                    <a:ext uri="{FF2B5EF4-FFF2-40B4-BE49-F238E27FC236}">
                      <a16:creationId xmlns:a16="http://schemas.microsoft.com/office/drawing/2014/main" id="{7D8EDCB5-A25D-9336-6439-BAAB60EE3BA8}"/>
                    </a:ext>
                  </a:extLst>
                </p:cNvPr>
                <p:cNvSpPr/>
                <p:nvPr/>
              </p:nvSpPr>
              <p:spPr>
                <a:xfrm>
                  <a:off x="5730010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" name="pg51">
                  <a:extLst>
                    <a:ext uri="{FF2B5EF4-FFF2-40B4-BE49-F238E27FC236}">
                      <a16:creationId xmlns:a16="http://schemas.microsoft.com/office/drawing/2014/main" id="{EC7A5467-2D4E-73CF-D105-D797274F67F7}"/>
                    </a:ext>
                  </a:extLst>
                </p:cNvPr>
                <p:cNvSpPr/>
                <p:nvPr/>
              </p:nvSpPr>
              <p:spPr>
                <a:xfrm>
                  <a:off x="5741648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" name="pg52">
                  <a:extLst>
                    <a:ext uri="{FF2B5EF4-FFF2-40B4-BE49-F238E27FC236}">
                      <a16:creationId xmlns:a16="http://schemas.microsoft.com/office/drawing/2014/main" id="{4FA8CFB9-0D60-5E54-CC22-56D59040B4D6}"/>
                    </a:ext>
                  </a:extLst>
                </p:cNvPr>
                <p:cNvSpPr/>
                <p:nvPr/>
              </p:nvSpPr>
              <p:spPr>
                <a:xfrm>
                  <a:off x="5753285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" name="pg53">
                  <a:extLst>
                    <a:ext uri="{FF2B5EF4-FFF2-40B4-BE49-F238E27FC236}">
                      <a16:creationId xmlns:a16="http://schemas.microsoft.com/office/drawing/2014/main" id="{E927301D-881E-CE97-CBB5-4098CEAD7010}"/>
                    </a:ext>
                  </a:extLst>
                </p:cNvPr>
                <p:cNvSpPr/>
                <p:nvPr/>
              </p:nvSpPr>
              <p:spPr>
                <a:xfrm>
                  <a:off x="6265328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" name="pg54">
                  <a:extLst>
                    <a:ext uri="{FF2B5EF4-FFF2-40B4-BE49-F238E27FC236}">
                      <a16:creationId xmlns:a16="http://schemas.microsoft.com/office/drawing/2014/main" id="{41699C1E-1DAC-B26B-9B48-E9C8BB958D0E}"/>
                    </a:ext>
                  </a:extLst>
                </p:cNvPr>
                <p:cNvSpPr/>
                <p:nvPr/>
              </p:nvSpPr>
              <p:spPr>
                <a:xfrm>
                  <a:off x="6276965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" name="pg55">
                  <a:extLst>
                    <a:ext uri="{FF2B5EF4-FFF2-40B4-BE49-F238E27FC236}">
                      <a16:creationId xmlns:a16="http://schemas.microsoft.com/office/drawing/2014/main" id="{FEF68FD0-68B5-C56F-FD45-D25864A8EB40}"/>
                    </a:ext>
                  </a:extLst>
                </p:cNvPr>
                <p:cNvSpPr/>
                <p:nvPr/>
              </p:nvSpPr>
              <p:spPr>
                <a:xfrm>
                  <a:off x="6288602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" name="pg56">
                  <a:extLst>
                    <a:ext uri="{FF2B5EF4-FFF2-40B4-BE49-F238E27FC236}">
                      <a16:creationId xmlns:a16="http://schemas.microsoft.com/office/drawing/2014/main" id="{EA9E47CC-F35A-2B23-6324-F97454275F7A}"/>
                    </a:ext>
                  </a:extLst>
                </p:cNvPr>
                <p:cNvSpPr/>
                <p:nvPr/>
              </p:nvSpPr>
              <p:spPr>
                <a:xfrm>
                  <a:off x="6300240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" name="pg57">
                  <a:extLst>
                    <a:ext uri="{FF2B5EF4-FFF2-40B4-BE49-F238E27FC236}">
                      <a16:creationId xmlns:a16="http://schemas.microsoft.com/office/drawing/2014/main" id="{8F5237CD-A14A-3146-79D2-C0BD3DC4B049}"/>
                    </a:ext>
                  </a:extLst>
                </p:cNvPr>
                <p:cNvSpPr/>
                <p:nvPr/>
              </p:nvSpPr>
              <p:spPr>
                <a:xfrm>
                  <a:off x="6311877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" name="pg58">
                  <a:extLst>
                    <a:ext uri="{FF2B5EF4-FFF2-40B4-BE49-F238E27FC236}">
                      <a16:creationId xmlns:a16="http://schemas.microsoft.com/office/drawing/2014/main" id="{DCD0B7CF-6FED-E7E2-E722-81989F564F57}"/>
                    </a:ext>
                  </a:extLst>
                </p:cNvPr>
                <p:cNvSpPr/>
                <p:nvPr/>
              </p:nvSpPr>
              <p:spPr>
                <a:xfrm>
                  <a:off x="5578725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" name="pg59">
                  <a:extLst>
                    <a:ext uri="{FF2B5EF4-FFF2-40B4-BE49-F238E27FC236}">
                      <a16:creationId xmlns:a16="http://schemas.microsoft.com/office/drawing/2014/main" id="{AAE48D3C-2973-0F37-6396-35C59C6951C6}"/>
                    </a:ext>
                  </a:extLst>
                </p:cNvPr>
                <p:cNvSpPr/>
                <p:nvPr/>
              </p:nvSpPr>
              <p:spPr>
                <a:xfrm>
                  <a:off x="5590363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" name="pg60">
                  <a:extLst>
                    <a:ext uri="{FF2B5EF4-FFF2-40B4-BE49-F238E27FC236}">
                      <a16:creationId xmlns:a16="http://schemas.microsoft.com/office/drawing/2014/main" id="{8D3A6376-4B70-E449-C123-7FE0B70E61AB}"/>
                    </a:ext>
                  </a:extLst>
                </p:cNvPr>
                <p:cNvSpPr/>
                <p:nvPr/>
              </p:nvSpPr>
              <p:spPr>
                <a:xfrm>
                  <a:off x="5602000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" name="pg61">
                  <a:extLst>
                    <a:ext uri="{FF2B5EF4-FFF2-40B4-BE49-F238E27FC236}">
                      <a16:creationId xmlns:a16="http://schemas.microsoft.com/office/drawing/2014/main" id="{72A1357F-68BA-EE0E-CC65-6477622FE3AB}"/>
                    </a:ext>
                  </a:extLst>
                </p:cNvPr>
                <p:cNvSpPr/>
                <p:nvPr/>
              </p:nvSpPr>
              <p:spPr>
                <a:xfrm>
                  <a:off x="5613637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" name="pg62">
                  <a:extLst>
                    <a:ext uri="{FF2B5EF4-FFF2-40B4-BE49-F238E27FC236}">
                      <a16:creationId xmlns:a16="http://schemas.microsoft.com/office/drawing/2014/main" id="{E8B947F2-B800-E2B1-F461-92E1280B1161}"/>
                    </a:ext>
                  </a:extLst>
                </p:cNvPr>
                <p:cNvSpPr/>
                <p:nvPr/>
              </p:nvSpPr>
              <p:spPr>
                <a:xfrm>
                  <a:off x="5625275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" name="pg63">
                  <a:extLst>
                    <a:ext uri="{FF2B5EF4-FFF2-40B4-BE49-F238E27FC236}">
                      <a16:creationId xmlns:a16="http://schemas.microsoft.com/office/drawing/2014/main" id="{BAC68452-E8DC-9D85-06E5-407EA55E0B44}"/>
                    </a:ext>
                  </a:extLst>
                </p:cNvPr>
                <p:cNvSpPr/>
                <p:nvPr/>
              </p:nvSpPr>
              <p:spPr>
                <a:xfrm>
                  <a:off x="5636912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" name="pg64">
                  <a:extLst>
                    <a:ext uri="{FF2B5EF4-FFF2-40B4-BE49-F238E27FC236}">
                      <a16:creationId xmlns:a16="http://schemas.microsoft.com/office/drawing/2014/main" id="{69C9ADAA-1F7F-828B-06E5-0BF0C4D8079C}"/>
                    </a:ext>
                  </a:extLst>
                </p:cNvPr>
                <p:cNvSpPr/>
                <p:nvPr/>
              </p:nvSpPr>
              <p:spPr>
                <a:xfrm>
                  <a:off x="5648549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" name="pg65">
                  <a:extLst>
                    <a:ext uri="{FF2B5EF4-FFF2-40B4-BE49-F238E27FC236}">
                      <a16:creationId xmlns:a16="http://schemas.microsoft.com/office/drawing/2014/main" id="{C3ABDE1F-1076-7991-B14F-5DA9B0259684}"/>
                    </a:ext>
                  </a:extLst>
                </p:cNvPr>
                <p:cNvSpPr/>
                <p:nvPr/>
              </p:nvSpPr>
              <p:spPr>
                <a:xfrm>
                  <a:off x="5660186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" name="pg66">
                  <a:extLst>
                    <a:ext uri="{FF2B5EF4-FFF2-40B4-BE49-F238E27FC236}">
                      <a16:creationId xmlns:a16="http://schemas.microsoft.com/office/drawing/2014/main" id="{459028EB-DF75-1506-1819-A998708C4F1E}"/>
                    </a:ext>
                  </a:extLst>
                </p:cNvPr>
                <p:cNvSpPr/>
                <p:nvPr/>
              </p:nvSpPr>
              <p:spPr>
                <a:xfrm>
                  <a:off x="5671824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" name="pg67">
                  <a:extLst>
                    <a:ext uri="{FF2B5EF4-FFF2-40B4-BE49-F238E27FC236}">
                      <a16:creationId xmlns:a16="http://schemas.microsoft.com/office/drawing/2014/main" id="{DA52BAD8-3240-CD60-5705-CDE012C77B48}"/>
                    </a:ext>
                  </a:extLst>
                </p:cNvPr>
                <p:cNvSpPr/>
                <p:nvPr/>
              </p:nvSpPr>
              <p:spPr>
                <a:xfrm>
                  <a:off x="5683461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" name="pg68">
                  <a:extLst>
                    <a:ext uri="{FF2B5EF4-FFF2-40B4-BE49-F238E27FC236}">
                      <a16:creationId xmlns:a16="http://schemas.microsoft.com/office/drawing/2014/main" id="{E7AF7A04-B0C7-B12C-244B-6B07B293E525}"/>
                    </a:ext>
                  </a:extLst>
                </p:cNvPr>
                <p:cNvSpPr/>
                <p:nvPr/>
              </p:nvSpPr>
              <p:spPr>
                <a:xfrm>
                  <a:off x="5695098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" name="pg69">
                  <a:extLst>
                    <a:ext uri="{FF2B5EF4-FFF2-40B4-BE49-F238E27FC236}">
                      <a16:creationId xmlns:a16="http://schemas.microsoft.com/office/drawing/2014/main" id="{7D189BAF-0364-C83C-EB50-71DF491C53A2}"/>
                    </a:ext>
                  </a:extLst>
                </p:cNvPr>
                <p:cNvSpPr/>
                <p:nvPr/>
              </p:nvSpPr>
              <p:spPr>
                <a:xfrm>
                  <a:off x="5706736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" name="pg70">
                  <a:extLst>
                    <a:ext uri="{FF2B5EF4-FFF2-40B4-BE49-F238E27FC236}">
                      <a16:creationId xmlns:a16="http://schemas.microsoft.com/office/drawing/2014/main" id="{A00EBC8E-A727-8A46-42FF-C9D2432D7EAE}"/>
                    </a:ext>
                  </a:extLst>
                </p:cNvPr>
                <p:cNvSpPr/>
                <p:nvPr/>
              </p:nvSpPr>
              <p:spPr>
                <a:xfrm>
                  <a:off x="5718373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" name="pg71">
                  <a:extLst>
                    <a:ext uri="{FF2B5EF4-FFF2-40B4-BE49-F238E27FC236}">
                      <a16:creationId xmlns:a16="http://schemas.microsoft.com/office/drawing/2014/main" id="{6C2EF77D-7023-4C94-AB31-91D50556F6F8}"/>
                    </a:ext>
                  </a:extLst>
                </p:cNvPr>
                <p:cNvSpPr/>
                <p:nvPr/>
              </p:nvSpPr>
              <p:spPr>
                <a:xfrm>
                  <a:off x="5730010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" name="pg72">
                  <a:extLst>
                    <a:ext uri="{FF2B5EF4-FFF2-40B4-BE49-F238E27FC236}">
                      <a16:creationId xmlns:a16="http://schemas.microsoft.com/office/drawing/2014/main" id="{7A84468A-C842-D9D1-6974-F9733632C764}"/>
                    </a:ext>
                  </a:extLst>
                </p:cNvPr>
                <p:cNvSpPr/>
                <p:nvPr/>
              </p:nvSpPr>
              <p:spPr>
                <a:xfrm>
                  <a:off x="5741648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" name="pg73">
                  <a:extLst>
                    <a:ext uri="{FF2B5EF4-FFF2-40B4-BE49-F238E27FC236}">
                      <a16:creationId xmlns:a16="http://schemas.microsoft.com/office/drawing/2014/main" id="{58C861A8-7405-C850-429F-41E3EBAA5633}"/>
                    </a:ext>
                  </a:extLst>
                </p:cNvPr>
                <p:cNvSpPr/>
                <p:nvPr/>
              </p:nvSpPr>
              <p:spPr>
                <a:xfrm>
                  <a:off x="6276965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" name="pg74">
                  <a:extLst>
                    <a:ext uri="{FF2B5EF4-FFF2-40B4-BE49-F238E27FC236}">
                      <a16:creationId xmlns:a16="http://schemas.microsoft.com/office/drawing/2014/main" id="{FBC052A9-B964-FED2-C806-3FAA8B18CC2A}"/>
                    </a:ext>
                  </a:extLst>
                </p:cNvPr>
                <p:cNvSpPr/>
                <p:nvPr/>
              </p:nvSpPr>
              <p:spPr>
                <a:xfrm>
                  <a:off x="6288602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" name="pg75">
                  <a:extLst>
                    <a:ext uri="{FF2B5EF4-FFF2-40B4-BE49-F238E27FC236}">
                      <a16:creationId xmlns:a16="http://schemas.microsoft.com/office/drawing/2014/main" id="{88FE45FE-CB02-D47B-C499-F6D6B8802757}"/>
                    </a:ext>
                  </a:extLst>
                </p:cNvPr>
                <p:cNvSpPr/>
                <p:nvPr/>
              </p:nvSpPr>
              <p:spPr>
                <a:xfrm>
                  <a:off x="6300240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" name="pg76">
                  <a:extLst>
                    <a:ext uri="{FF2B5EF4-FFF2-40B4-BE49-F238E27FC236}">
                      <a16:creationId xmlns:a16="http://schemas.microsoft.com/office/drawing/2014/main" id="{AC9BB909-E45F-FB3C-866E-59DAEB7709E3}"/>
                    </a:ext>
                  </a:extLst>
                </p:cNvPr>
                <p:cNvSpPr/>
                <p:nvPr/>
              </p:nvSpPr>
              <p:spPr>
                <a:xfrm>
                  <a:off x="5543813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" name="pg77">
                  <a:extLst>
                    <a:ext uri="{FF2B5EF4-FFF2-40B4-BE49-F238E27FC236}">
                      <a16:creationId xmlns:a16="http://schemas.microsoft.com/office/drawing/2014/main" id="{64FAE95A-5A35-0CCE-4E37-37E398DBF0C6}"/>
                    </a:ext>
                  </a:extLst>
                </p:cNvPr>
                <p:cNvSpPr/>
                <p:nvPr/>
              </p:nvSpPr>
              <p:spPr>
                <a:xfrm>
                  <a:off x="5555451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" name="pg78">
                  <a:extLst>
                    <a:ext uri="{FF2B5EF4-FFF2-40B4-BE49-F238E27FC236}">
                      <a16:creationId xmlns:a16="http://schemas.microsoft.com/office/drawing/2014/main" id="{C2EEB92D-D7C9-2164-2056-C440823010EE}"/>
                    </a:ext>
                  </a:extLst>
                </p:cNvPr>
                <p:cNvSpPr/>
                <p:nvPr/>
              </p:nvSpPr>
              <p:spPr>
                <a:xfrm>
                  <a:off x="5567088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4">
                    <a:alpha val="100000"/>
                  </a:srgbClr>
                </a:solidFill>
                <a:ln w="5420" cap="flat">
                  <a:solidFill>
                    <a:srgbClr val="3A7D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" name="pg79">
                  <a:extLst>
                    <a:ext uri="{FF2B5EF4-FFF2-40B4-BE49-F238E27FC236}">
                      <a16:creationId xmlns:a16="http://schemas.microsoft.com/office/drawing/2014/main" id="{1145ED9A-5896-D8BA-E743-CEDC3631C11A}"/>
                    </a:ext>
                  </a:extLst>
                </p:cNvPr>
                <p:cNvSpPr/>
                <p:nvPr/>
              </p:nvSpPr>
              <p:spPr>
                <a:xfrm>
                  <a:off x="5578725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" name="pg80">
                  <a:extLst>
                    <a:ext uri="{FF2B5EF4-FFF2-40B4-BE49-F238E27FC236}">
                      <a16:creationId xmlns:a16="http://schemas.microsoft.com/office/drawing/2014/main" id="{979F191A-01E6-678F-6946-DF09208D1F96}"/>
                    </a:ext>
                  </a:extLst>
                </p:cNvPr>
                <p:cNvSpPr/>
                <p:nvPr/>
              </p:nvSpPr>
              <p:spPr>
                <a:xfrm>
                  <a:off x="5590363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" name="pg81">
                  <a:extLst>
                    <a:ext uri="{FF2B5EF4-FFF2-40B4-BE49-F238E27FC236}">
                      <a16:creationId xmlns:a16="http://schemas.microsoft.com/office/drawing/2014/main" id="{A66DFF50-0716-0384-0990-E12466F33ADF}"/>
                    </a:ext>
                  </a:extLst>
                </p:cNvPr>
                <p:cNvSpPr/>
                <p:nvPr/>
              </p:nvSpPr>
              <p:spPr>
                <a:xfrm>
                  <a:off x="5602000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" name="pg82">
                  <a:extLst>
                    <a:ext uri="{FF2B5EF4-FFF2-40B4-BE49-F238E27FC236}">
                      <a16:creationId xmlns:a16="http://schemas.microsoft.com/office/drawing/2014/main" id="{548662C8-4D7A-6EDB-F5E0-B48065171ABC}"/>
                    </a:ext>
                  </a:extLst>
                </p:cNvPr>
                <p:cNvSpPr/>
                <p:nvPr/>
              </p:nvSpPr>
              <p:spPr>
                <a:xfrm>
                  <a:off x="5613637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" name="pg83">
                  <a:extLst>
                    <a:ext uri="{FF2B5EF4-FFF2-40B4-BE49-F238E27FC236}">
                      <a16:creationId xmlns:a16="http://schemas.microsoft.com/office/drawing/2014/main" id="{1DDD4447-33DC-BD1E-99DC-E188864F724D}"/>
                    </a:ext>
                  </a:extLst>
                </p:cNvPr>
                <p:cNvSpPr/>
                <p:nvPr/>
              </p:nvSpPr>
              <p:spPr>
                <a:xfrm>
                  <a:off x="5625275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" name="pg84">
                  <a:extLst>
                    <a:ext uri="{FF2B5EF4-FFF2-40B4-BE49-F238E27FC236}">
                      <a16:creationId xmlns:a16="http://schemas.microsoft.com/office/drawing/2014/main" id="{6922D65A-B3AC-D2C4-3A64-2E8B8B736700}"/>
                    </a:ext>
                  </a:extLst>
                </p:cNvPr>
                <p:cNvSpPr/>
                <p:nvPr/>
              </p:nvSpPr>
              <p:spPr>
                <a:xfrm>
                  <a:off x="5636912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" name="pg85">
                  <a:extLst>
                    <a:ext uri="{FF2B5EF4-FFF2-40B4-BE49-F238E27FC236}">
                      <a16:creationId xmlns:a16="http://schemas.microsoft.com/office/drawing/2014/main" id="{3A0B6610-9095-5221-6B45-76D61AF82588}"/>
                    </a:ext>
                  </a:extLst>
                </p:cNvPr>
                <p:cNvSpPr/>
                <p:nvPr/>
              </p:nvSpPr>
              <p:spPr>
                <a:xfrm>
                  <a:off x="5648549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" name="pg86">
                  <a:extLst>
                    <a:ext uri="{FF2B5EF4-FFF2-40B4-BE49-F238E27FC236}">
                      <a16:creationId xmlns:a16="http://schemas.microsoft.com/office/drawing/2014/main" id="{D195EF0A-F9E3-19E9-F018-E6AD2F471183}"/>
                    </a:ext>
                  </a:extLst>
                </p:cNvPr>
                <p:cNvSpPr/>
                <p:nvPr/>
              </p:nvSpPr>
              <p:spPr>
                <a:xfrm>
                  <a:off x="5660186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" name="pg87">
                  <a:extLst>
                    <a:ext uri="{FF2B5EF4-FFF2-40B4-BE49-F238E27FC236}">
                      <a16:creationId xmlns:a16="http://schemas.microsoft.com/office/drawing/2014/main" id="{E89390A7-C61B-CBB6-C760-7106802E34CA}"/>
                    </a:ext>
                  </a:extLst>
                </p:cNvPr>
                <p:cNvSpPr/>
                <p:nvPr/>
              </p:nvSpPr>
              <p:spPr>
                <a:xfrm>
                  <a:off x="5671824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" name="pg88">
                  <a:extLst>
                    <a:ext uri="{FF2B5EF4-FFF2-40B4-BE49-F238E27FC236}">
                      <a16:creationId xmlns:a16="http://schemas.microsoft.com/office/drawing/2014/main" id="{54593894-5910-C746-C774-D551DB90ED08}"/>
                    </a:ext>
                  </a:extLst>
                </p:cNvPr>
                <p:cNvSpPr/>
                <p:nvPr/>
              </p:nvSpPr>
              <p:spPr>
                <a:xfrm>
                  <a:off x="5683461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" name="pg89">
                  <a:extLst>
                    <a:ext uri="{FF2B5EF4-FFF2-40B4-BE49-F238E27FC236}">
                      <a16:creationId xmlns:a16="http://schemas.microsoft.com/office/drawing/2014/main" id="{BA1FA974-E4BB-D6B4-C777-79C82B3E2C4F}"/>
                    </a:ext>
                  </a:extLst>
                </p:cNvPr>
                <p:cNvSpPr/>
                <p:nvPr/>
              </p:nvSpPr>
              <p:spPr>
                <a:xfrm>
                  <a:off x="5695098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" name="pg90">
                  <a:extLst>
                    <a:ext uri="{FF2B5EF4-FFF2-40B4-BE49-F238E27FC236}">
                      <a16:creationId xmlns:a16="http://schemas.microsoft.com/office/drawing/2014/main" id="{96E295BD-E1B5-CCBD-A82A-BE587CAD8436}"/>
                    </a:ext>
                  </a:extLst>
                </p:cNvPr>
                <p:cNvSpPr/>
                <p:nvPr/>
              </p:nvSpPr>
              <p:spPr>
                <a:xfrm>
                  <a:off x="5706736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" name="pg91">
                  <a:extLst>
                    <a:ext uri="{FF2B5EF4-FFF2-40B4-BE49-F238E27FC236}">
                      <a16:creationId xmlns:a16="http://schemas.microsoft.com/office/drawing/2014/main" id="{3C029429-5B61-8E28-80F5-A57CB61E80A1}"/>
                    </a:ext>
                  </a:extLst>
                </p:cNvPr>
                <p:cNvSpPr/>
                <p:nvPr/>
              </p:nvSpPr>
              <p:spPr>
                <a:xfrm>
                  <a:off x="5718373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" name="pg92">
                  <a:extLst>
                    <a:ext uri="{FF2B5EF4-FFF2-40B4-BE49-F238E27FC236}">
                      <a16:creationId xmlns:a16="http://schemas.microsoft.com/office/drawing/2014/main" id="{38477370-9A8A-E2C4-A563-508EA6C8F7AD}"/>
                    </a:ext>
                  </a:extLst>
                </p:cNvPr>
                <p:cNvSpPr/>
                <p:nvPr/>
              </p:nvSpPr>
              <p:spPr>
                <a:xfrm>
                  <a:off x="5730010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" name="pg93">
                  <a:extLst>
                    <a:ext uri="{FF2B5EF4-FFF2-40B4-BE49-F238E27FC236}">
                      <a16:creationId xmlns:a16="http://schemas.microsoft.com/office/drawing/2014/main" id="{2897D100-65F2-1C24-2168-5FEB1A19546B}"/>
                    </a:ext>
                  </a:extLst>
                </p:cNvPr>
                <p:cNvSpPr/>
                <p:nvPr/>
              </p:nvSpPr>
              <p:spPr>
                <a:xfrm>
                  <a:off x="6288602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" name="pg94">
                  <a:extLst>
                    <a:ext uri="{FF2B5EF4-FFF2-40B4-BE49-F238E27FC236}">
                      <a16:creationId xmlns:a16="http://schemas.microsoft.com/office/drawing/2014/main" id="{4C64DC3D-19B3-5425-336C-A69BB4018F91}"/>
                    </a:ext>
                  </a:extLst>
                </p:cNvPr>
                <p:cNvSpPr/>
                <p:nvPr/>
              </p:nvSpPr>
              <p:spPr>
                <a:xfrm>
                  <a:off x="5532176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" name="pg95">
                  <a:extLst>
                    <a:ext uri="{FF2B5EF4-FFF2-40B4-BE49-F238E27FC236}">
                      <a16:creationId xmlns:a16="http://schemas.microsoft.com/office/drawing/2014/main" id="{4567FA63-0FF5-BC80-DCD9-1AC06DC3A65D}"/>
                    </a:ext>
                  </a:extLst>
                </p:cNvPr>
                <p:cNvSpPr/>
                <p:nvPr/>
              </p:nvSpPr>
              <p:spPr>
                <a:xfrm>
                  <a:off x="5543813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" name="pg96">
                  <a:extLst>
                    <a:ext uri="{FF2B5EF4-FFF2-40B4-BE49-F238E27FC236}">
                      <a16:creationId xmlns:a16="http://schemas.microsoft.com/office/drawing/2014/main" id="{9DF82578-F8E9-B556-2E35-9660D5F37C7E}"/>
                    </a:ext>
                  </a:extLst>
                </p:cNvPr>
                <p:cNvSpPr/>
                <p:nvPr/>
              </p:nvSpPr>
              <p:spPr>
                <a:xfrm>
                  <a:off x="5555451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" name="pg97">
                  <a:extLst>
                    <a:ext uri="{FF2B5EF4-FFF2-40B4-BE49-F238E27FC236}">
                      <a16:creationId xmlns:a16="http://schemas.microsoft.com/office/drawing/2014/main" id="{A7C8DA73-CB05-2BD1-59C3-CCD180A6ECA1}"/>
                    </a:ext>
                  </a:extLst>
                </p:cNvPr>
                <p:cNvSpPr/>
                <p:nvPr/>
              </p:nvSpPr>
              <p:spPr>
                <a:xfrm>
                  <a:off x="5567088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" name="pg98">
                  <a:extLst>
                    <a:ext uri="{FF2B5EF4-FFF2-40B4-BE49-F238E27FC236}">
                      <a16:creationId xmlns:a16="http://schemas.microsoft.com/office/drawing/2014/main" id="{3E6CD2EE-7ED5-0081-FB73-0028E93C0FCF}"/>
                    </a:ext>
                  </a:extLst>
                </p:cNvPr>
                <p:cNvSpPr/>
                <p:nvPr/>
              </p:nvSpPr>
              <p:spPr>
                <a:xfrm>
                  <a:off x="5578725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" name="pg99">
                  <a:extLst>
                    <a:ext uri="{FF2B5EF4-FFF2-40B4-BE49-F238E27FC236}">
                      <a16:creationId xmlns:a16="http://schemas.microsoft.com/office/drawing/2014/main" id="{9892CCFB-D163-224C-7FB5-D8B6DBCD0F8C}"/>
                    </a:ext>
                  </a:extLst>
                </p:cNvPr>
                <p:cNvSpPr/>
                <p:nvPr/>
              </p:nvSpPr>
              <p:spPr>
                <a:xfrm>
                  <a:off x="5590363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" name="pg100">
                  <a:extLst>
                    <a:ext uri="{FF2B5EF4-FFF2-40B4-BE49-F238E27FC236}">
                      <a16:creationId xmlns:a16="http://schemas.microsoft.com/office/drawing/2014/main" id="{4B41FD4A-FD32-83F7-D643-A24520704805}"/>
                    </a:ext>
                  </a:extLst>
                </p:cNvPr>
                <p:cNvSpPr/>
                <p:nvPr/>
              </p:nvSpPr>
              <p:spPr>
                <a:xfrm>
                  <a:off x="5602000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" name="pg101">
                  <a:extLst>
                    <a:ext uri="{FF2B5EF4-FFF2-40B4-BE49-F238E27FC236}">
                      <a16:creationId xmlns:a16="http://schemas.microsoft.com/office/drawing/2014/main" id="{B2E81E03-877B-55AB-8BC9-5CF60B238ED4}"/>
                    </a:ext>
                  </a:extLst>
                </p:cNvPr>
                <p:cNvSpPr/>
                <p:nvPr/>
              </p:nvSpPr>
              <p:spPr>
                <a:xfrm>
                  <a:off x="5613637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" name="pg102">
                  <a:extLst>
                    <a:ext uri="{FF2B5EF4-FFF2-40B4-BE49-F238E27FC236}">
                      <a16:creationId xmlns:a16="http://schemas.microsoft.com/office/drawing/2014/main" id="{61AEEEFA-A591-FF7F-B87F-D69E52496D1F}"/>
                    </a:ext>
                  </a:extLst>
                </p:cNvPr>
                <p:cNvSpPr/>
                <p:nvPr/>
              </p:nvSpPr>
              <p:spPr>
                <a:xfrm>
                  <a:off x="5625275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" name="pg103">
                  <a:extLst>
                    <a:ext uri="{FF2B5EF4-FFF2-40B4-BE49-F238E27FC236}">
                      <a16:creationId xmlns:a16="http://schemas.microsoft.com/office/drawing/2014/main" id="{512533A0-E773-9D55-4D63-69012D0FF29D}"/>
                    </a:ext>
                  </a:extLst>
                </p:cNvPr>
                <p:cNvSpPr/>
                <p:nvPr/>
              </p:nvSpPr>
              <p:spPr>
                <a:xfrm>
                  <a:off x="5636912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" name="pg104">
                  <a:extLst>
                    <a:ext uri="{FF2B5EF4-FFF2-40B4-BE49-F238E27FC236}">
                      <a16:creationId xmlns:a16="http://schemas.microsoft.com/office/drawing/2014/main" id="{E63CE61D-08F9-8781-91F9-786E7E5E984C}"/>
                    </a:ext>
                  </a:extLst>
                </p:cNvPr>
                <p:cNvSpPr/>
                <p:nvPr/>
              </p:nvSpPr>
              <p:spPr>
                <a:xfrm>
                  <a:off x="5648549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" name="pg105">
                  <a:extLst>
                    <a:ext uri="{FF2B5EF4-FFF2-40B4-BE49-F238E27FC236}">
                      <a16:creationId xmlns:a16="http://schemas.microsoft.com/office/drawing/2014/main" id="{C19CA91B-ABE1-08C0-7A97-6ABA9E3F0F37}"/>
                    </a:ext>
                  </a:extLst>
                </p:cNvPr>
                <p:cNvSpPr/>
                <p:nvPr/>
              </p:nvSpPr>
              <p:spPr>
                <a:xfrm>
                  <a:off x="5660186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" name="pg106">
                  <a:extLst>
                    <a:ext uri="{FF2B5EF4-FFF2-40B4-BE49-F238E27FC236}">
                      <a16:creationId xmlns:a16="http://schemas.microsoft.com/office/drawing/2014/main" id="{9C89BCB2-23B6-162D-6D85-6BFDB2F88CC7}"/>
                    </a:ext>
                  </a:extLst>
                </p:cNvPr>
                <p:cNvSpPr/>
                <p:nvPr/>
              </p:nvSpPr>
              <p:spPr>
                <a:xfrm>
                  <a:off x="5671824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" name="pg107">
                  <a:extLst>
                    <a:ext uri="{FF2B5EF4-FFF2-40B4-BE49-F238E27FC236}">
                      <a16:creationId xmlns:a16="http://schemas.microsoft.com/office/drawing/2014/main" id="{6FEAB2B8-9379-9782-7CCE-9E7AFF40150B}"/>
                    </a:ext>
                  </a:extLst>
                </p:cNvPr>
                <p:cNvSpPr/>
                <p:nvPr/>
              </p:nvSpPr>
              <p:spPr>
                <a:xfrm>
                  <a:off x="5683461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" name="pg108">
                  <a:extLst>
                    <a:ext uri="{FF2B5EF4-FFF2-40B4-BE49-F238E27FC236}">
                      <a16:creationId xmlns:a16="http://schemas.microsoft.com/office/drawing/2014/main" id="{3182E1C9-8476-CD71-E8D7-CFC04DD0FD5B}"/>
                    </a:ext>
                  </a:extLst>
                </p:cNvPr>
                <p:cNvSpPr/>
                <p:nvPr/>
              </p:nvSpPr>
              <p:spPr>
                <a:xfrm>
                  <a:off x="5695098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" name="pg109">
                  <a:extLst>
                    <a:ext uri="{FF2B5EF4-FFF2-40B4-BE49-F238E27FC236}">
                      <a16:creationId xmlns:a16="http://schemas.microsoft.com/office/drawing/2014/main" id="{C6F58C6F-9197-E131-487A-C9D663F1B169}"/>
                    </a:ext>
                  </a:extLst>
                </p:cNvPr>
                <p:cNvSpPr/>
                <p:nvPr/>
              </p:nvSpPr>
              <p:spPr>
                <a:xfrm>
                  <a:off x="5508901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" name="pg110">
                  <a:extLst>
                    <a:ext uri="{FF2B5EF4-FFF2-40B4-BE49-F238E27FC236}">
                      <a16:creationId xmlns:a16="http://schemas.microsoft.com/office/drawing/2014/main" id="{391860AC-EF90-EA4A-058C-1CF1824833F9}"/>
                    </a:ext>
                  </a:extLst>
                </p:cNvPr>
                <p:cNvSpPr/>
                <p:nvPr/>
              </p:nvSpPr>
              <p:spPr>
                <a:xfrm>
                  <a:off x="5520539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" name="pg111">
                  <a:extLst>
                    <a:ext uri="{FF2B5EF4-FFF2-40B4-BE49-F238E27FC236}">
                      <a16:creationId xmlns:a16="http://schemas.microsoft.com/office/drawing/2014/main" id="{70893C1B-3367-F185-917F-4CD03198D5BF}"/>
                    </a:ext>
                  </a:extLst>
                </p:cNvPr>
                <p:cNvSpPr/>
                <p:nvPr/>
              </p:nvSpPr>
              <p:spPr>
                <a:xfrm>
                  <a:off x="5532176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" name="pg112">
                  <a:extLst>
                    <a:ext uri="{FF2B5EF4-FFF2-40B4-BE49-F238E27FC236}">
                      <a16:creationId xmlns:a16="http://schemas.microsoft.com/office/drawing/2014/main" id="{F9343A31-61B0-FF09-F25A-36D41F788A07}"/>
                    </a:ext>
                  </a:extLst>
                </p:cNvPr>
                <p:cNvSpPr/>
                <p:nvPr/>
              </p:nvSpPr>
              <p:spPr>
                <a:xfrm>
                  <a:off x="5543813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" name="pg113">
                  <a:extLst>
                    <a:ext uri="{FF2B5EF4-FFF2-40B4-BE49-F238E27FC236}">
                      <a16:creationId xmlns:a16="http://schemas.microsoft.com/office/drawing/2014/main" id="{3DBAD31D-75DF-F7B6-570A-51527DB8C837}"/>
                    </a:ext>
                  </a:extLst>
                </p:cNvPr>
                <p:cNvSpPr/>
                <p:nvPr/>
              </p:nvSpPr>
              <p:spPr>
                <a:xfrm>
                  <a:off x="5555451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" name="pg114">
                  <a:extLst>
                    <a:ext uri="{FF2B5EF4-FFF2-40B4-BE49-F238E27FC236}">
                      <a16:creationId xmlns:a16="http://schemas.microsoft.com/office/drawing/2014/main" id="{E3F4EF15-7AA3-7D69-3FB1-2868B22FF1FA}"/>
                    </a:ext>
                  </a:extLst>
                </p:cNvPr>
                <p:cNvSpPr/>
                <p:nvPr/>
              </p:nvSpPr>
              <p:spPr>
                <a:xfrm>
                  <a:off x="5567088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" name="pg115">
                  <a:extLst>
                    <a:ext uri="{FF2B5EF4-FFF2-40B4-BE49-F238E27FC236}">
                      <a16:creationId xmlns:a16="http://schemas.microsoft.com/office/drawing/2014/main" id="{A00AE5D5-D35F-2778-D3F9-8E24EC067DA4}"/>
                    </a:ext>
                  </a:extLst>
                </p:cNvPr>
                <p:cNvSpPr/>
                <p:nvPr/>
              </p:nvSpPr>
              <p:spPr>
                <a:xfrm>
                  <a:off x="5578725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" name="pg116">
                  <a:extLst>
                    <a:ext uri="{FF2B5EF4-FFF2-40B4-BE49-F238E27FC236}">
                      <a16:creationId xmlns:a16="http://schemas.microsoft.com/office/drawing/2014/main" id="{9315A8B6-C608-BE15-C261-BEF94F5FEF96}"/>
                    </a:ext>
                  </a:extLst>
                </p:cNvPr>
                <p:cNvSpPr/>
                <p:nvPr/>
              </p:nvSpPr>
              <p:spPr>
                <a:xfrm>
                  <a:off x="5590363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" name="pg117">
                  <a:extLst>
                    <a:ext uri="{FF2B5EF4-FFF2-40B4-BE49-F238E27FC236}">
                      <a16:creationId xmlns:a16="http://schemas.microsoft.com/office/drawing/2014/main" id="{A5267C6E-DB8D-48B3-A4FE-5EA8BE98AF0F}"/>
                    </a:ext>
                  </a:extLst>
                </p:cNvPr>
                <p:cNvSpPr/>
                <p:nvPr/>
              </p:nvSpPr>
              <p:spPr>
                <a:xfrm>
                  <a:off x="5602000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" name="pg118">
                  <a:extLst>
                    <a:ext uri="{FF2B5EF4-FFF2-40B4-BE49-F238E27FC236}">
                      <a16:creationId xmlns:a16="http://schemas.microsoft.com/office/drawing/2014/main" id="{D05FC3F0-266E-B1EF-F900-A5C1E8909A01}"/>
                    </a:ext>
                  </a:extLst>
                </p:cNvPr>
                <p:cNvSpPr/>
                <p:nvPr/>
              </p:nvSpPr>
              <p:spPr>
                <a:xfrm>
                  <a:off x="5613637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" name="pg119">
                  <a:extLst>
                    <a:ext uri="{FF2B5EF4-FFF2-40B4-BE49-F238E27FC236}">
                      <a16:creationId xmlns:a16="http://schemas.microsoft.com/office/drawing/2014/main" id="{0627D4AB-0580-D0BE-F48A-5BFE142BE3B1}"/>
                    </a:ext>
                  </a:extLst>
                </p:cNvPr>
                <p:cNvSpPr/>
                <p:nvPr/>
              </p:nvSpPr>
              <p:spPr>
                <a:xfrm>
                  <a:off x="5625275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" name="pg120">
                  <a:extLst>
                    <a:ext uri="{FF2B5EF4-FFF2-40B4-BE49-F238E27FC236}">
                      <a16:creationId xmlns:a16="http://schemas.microsoft.com/office/drawing/2014/main" id="{33A229E3-ABDC-680E-0EFD-DD75AA080407}"/>
                    </a:ext>
                  </a:extLst>
                </p:cNvPr>
                <p:cNvSpPr/>
                <p:nvPr/>
              </p:nvSpPr>
              <p:spPr>
                <a:xfrm>
                  <a:off x="5636912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" name="pg121">
                  <a:extLst>
                    <a:ext uri="{FF2B5EF4-FFF2-40B4-BE49-F238E27FC236}">
                      <a16:creationId xmlns:a16="http://schemas.microsoft.com/office/drawing/2014/main" id="{B48875D0-1203-CA5D-D028-58CF579DA9D6}"/>
                    </a:ext>
                  </a:extLst>
                </p:cNvPr>
                <p:cNvSpPr/>
                <p:nvPr/>
              </p:nvSpPr>
              <p:spPr>
                <a:xfrm>
                  <a:off x="5648549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" name="pg122">
                  <a:extLst>
                    <a:ext uri="{FF2B5EF4-FFF2-40B4-BE49-F238E27FC236}">
                      <a16:creationId xmlns:a16="http://schemas.microsoft.com/office/drawing/2014/main" id="{E2F07539-E84D-4B98-F5FB-B6D75C7F8E6A}"/>
                    </a:ext>
                  </a:extLst>
                </p:cNvPr>
                <p:cNvSpPr/>
                <p:nvPr/>
              </p:nvSpPr>
              <p:spPr>
                <a:xfrm>
                  <a:off x="5660186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" name="pg123">
                  <a:extLst>
                    <a:ext uri="{FF2B5EF4-FFF2-40B4-BE49-F238E27FC236}">
                      <a16:creationId xmlns:a16="http://schemas.microsoft.com/office/drawing/2014/main" id="{F8E745BB-F7C4-2D92-81A3-3F3B079F87B1}"/>
                    </a:ext>
                  </a:extLst>
                </p:cNvPr>
                <p:cNvSpPr/>
                <p:nvPr/>
              </p:nvSpPr>
              <p:spPr>
                <a:xfrm>
                  <a:off x="5473989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" name="pg124">
                  <a:extLst>
                    <a:ext uri="{FF2B5EF4-FFF2-40B4-BE49-F238E27FC236}">
                      <a16:creationId xmlns:a16="http://schemas.microsoft.com/office/drawing/2014/main" id="{0D89DD88-2DC3-B225-B276-95D9B1E59705}"/>
                    </a:ext>
                  </a:extLst>
                </p:cNvPr>
                <p:cNvSpPr/>
                <p:nvPr/>
              </p:nvSpPr>
              <p:spPr>
                <a:xfrm>
                  <a:off x="5485627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" name="pg125">
                  <a:extLst>
                    <a:ext uri="{FF2B5EF4-FFF2-40B4-BE49-F238E27FC236}">
                      <a16:creationId xmlns:a16="http://schemas.microsoft.com/office/drawing/2014/main" id="{99954574-6F4B-972B-6D4D-7F2CF6A10750}"/>
                    </a:ext>
                  </a:extLst>
                </p:cNvPr>
                <p:cNvSpPr/>
                <p:nvPr/>
              </p:nvSpPr>
              <p:spPr>
                <a:xfrm>
                  <a:off x="5497264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" name="pg126">
                  <a:extLst>
                    <a:ext uri="{FF2B5EF4-FFF2-40B4-BE49-F238E27FC236}">
                      <a16:creationId xmlns:a16="http://schemas.microsoft.com/office/drawing/2014/main" id="{FFF726C4-DDA0-0052-2532-E5D1073EF33A}"/>
                    </a:ext>
                  </a:extLst>
                </p:cNvPr>
                <p:cNvSpPr/>
                <p:nvPr/>
              </p:nvSpPr>
              <p:spPr>
                <a:xfrm>
                  <a:off x="5508901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" name="pg127">
                  <a:extLst>
                    <a:ext uri="{FF2B5EF4-FFF2-40B4-BE49-F238E27FC236}">
                      <a16:creationId xmlns:a16="http://schemas.microsoft.com/office/drawing/2014/main" id="{59F5B5A1-9CCF-40BB-C402-B1CCB9941D7C}"/>
                    </a:ext>
                  </a:extLst>
                </p:cNvPr>
                <p:cNvSpPr/>
                <p:nvPr/>
              </p:nvSpPr>
              <p:spPr>
                <a:xfrm>
                  <a:off x="5520539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" name="pg128">
                  <a:extLst>
                    <a:ext uri="{FF2B5EF4-FFF2-40B4-BE49-F238E27FC236}">
                      <a16:creationId xmlns:a16="http://schemas.microsoft.com/office/drawing/2014/main" id="{C2DF11A6-2D55-5161-78EE-6F1284BE5158}"/>
                    </a:ext>
                  </a:extLst>
                </p:cNvPr>
                <p:cNvSpPr/>
                <p:nvPr/>
              </p:nvSpPr>
              <p:spPr>
                <a:xfrm>
                  <a:off x="5532176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" name="pg129">
                  <a:extLst>
                    <a:ext uri="{FF2B5EF4-FFF2-40B4-BE49-F238E27FC236}">
                      <a16:creationId xmlns:a16="http://schemas.microsoft.com/office/drawing/2014/main" id="{384842C8-45D4-D2D7-2152-FB525A13E14D}"/>
                    </a:ext>
                  </a:extLst>
                </p:cNvPr>
                <p:cNvSpPr/>
                <p:nvPr/>
              </p:nvSpPr>
              <p:spPr>
                <a:xfrm>
                  <a:off x="5543813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" name="pg130">
                  <a:extLst>
                    <a:ext uri="{FF2B5EF4-FFF2-40B4-BE49-F238E27FC236}">
                      <a16:creationId xmlns:a16="http://schemas.microsoft.com/office/drawing/2014/main" id="{DFF06989-9057-81F2-D245-D5232C9BABBA}"/>
                    </a:ext>
                  </a:extLst>
                </p:cNvPr>
                <p:cNvSpPr/>
                <p:nvPr/>
              </p:nvSpPr>
              <p:spPr>
                <a:xfrm>
                  <a:off x="5555451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" name="pg131">
                  <a:extLst>
                    <a:ext uri="{FF2B5EF4-FFF2-40B4-BE49-F238E27FC236}">
                      <a16:creationId xmlns:a16="http://schemas.microsoft.com/office/drawing/2014/main" id="{55294E56-FF4A-72D1-8973-7008538839A2}"/>
                    </a:ext>
                  </a:extLst>
                </p:cNvPr>
                <p:cNvSpPr/>
                <p:nvPr/>
              </p:nvSpPr>
              <p:spPr>
                <a:xfrm>
                  <a:off x="5567088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" name="pg132">
                  <a:extLst>
                    <a:ext uri="{FF2B5EF4-FFF2-40B4-BE49-F238E27FC236}">
                      <a16:creationId xmlns:a16="http://schemas.microsoft.com/office/drawing/2014/main" id="{DF3199B4-F6AA-C1FC-C14D-C9498E66EEBC}"/>
                    </a:ext>
                  </a:extLst>
                </p:cNvPr>
                <p:cNvSpPr/>
                <p:nvPr/>
              </p:nvSpPr>
              <p:spPr>
                <a:xfrm>
                  <a:off x="5578725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" name="pg133">
                  <a:extLst>
                    <a:ext uri="{FF2B5EF4-FFF2-40B4-BE49-F238E27FC236}">
                      <a16:creationId xmlns:a16="http://schemas.microsoft.com/office/drawing/2014/main" id="{2AC14163-97B2-650A-0098-581F0446A7B3}"/>
                    </a:ext>
                  </a:extLst>
                </p:cNvPr>
                <p:cNvSpPr/>
                <p:nvPr/>
              </p:nvSpPr>
              <p:spPr>
                <a:xfrm>
                  <a:off x="5590363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" name="pg134">
                  <a:extLst>
                    <a:ext uri="{FF2B5EF4-FFF2-40B4-BE49-F238E27FC236}">
                      <a16:creationId xmlns:a16="http://schemas.microsoft.com/office/drawing/2014/main" id="{EAC4C0A6-CC73-AE28-1F43-36A6CCB032AC}"/>
                    </a:ext>
                  </a:extLst>
                </p:cNvPr>
                <p:cNvSpPr/>
                <p:nvPr/>
              </p:nvSpPr>
              <p:spPr>
                <a:xfrm>
                  <a:off x="5602000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" name="pg135">
                  <a:extLst>
                    <a:ext uri="{FF2B5EF4-FFF2-40B4-BE49-F238E27FC236}">
                      <a16:creationId xmlns:a16="http://schemas.microsoft.com/office/drawing/2014/main" id="{C867CCC4-8248-9182-0713-650DCE863400}"/>
                    </a:ext>
                  </a:extLst>
                </p:cNvPr>
                <p:cNvSpPr/>
                <p:nvPr/>
              </p:nvSpPr>
              <p:spPr>
                <a:xfrm>
                  <a:off x="5613637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" name="pg136">
                  <a:extLst>
                    <a:ext uri="{FF2B5EF4-FFF2-40B4-BE49-F238E27FC236}">
                      <a16:creationId xmlns:a16="http://schemas.microsoft.com/office/drawing/2014/main" id="{F74079A9-BC11-C88A-5FAC-A21564A818CB}"/>
                    </a:ext>
                  </a:extLst>
                </p:cNvPr>
                <p:cNvSpPr/>
                <p:nvPr/>
              </p:nvSpPr>
              <p:spPr>
                <a:xfrm>
                  <a:off x="5625275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" name="pg137">
                  <a:extLst>
                    <a:ext uri="{FF2B5EF4-FFF2-40B4-BE49-F238E27FC236}">
                      <a16:creationId xmlns:a16="http://schemas.microsoft.com/office/drawing/2014/main" id="{639FDC91-B13C-1762-4661-0D5A9330872F}"/>
                    </a:ext>
                  </a:extLst>
                </p:cNvPr>
                <p:cNvSpPr/>
                <p:nvPr/>
              </p:nvSpPr>
              <p:spPr>
                <a:xfrm>
                  <a:off x="5450715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" name="pg138">
                  <a:extLst>
                    <a:ext uri="{FF2B5EF4-FFF2-40B4-BE49-F238E27FC236}">
                      <a16:creationId xmlns:a16="http://schemas.microsoft.com/office/drawing/2014/main" id="{4DCDA410-DE2A-8F59-E67D-6933E96929B5}"/>
                    </a:ext>
                  </a:extLst>
                </p:cNvPr>
                <p:cNvSpPr/>
                <p:nvPr/>
              </p:nvSpPr>
              <p:spPr>
                <a:xfrm>
                  <a:off x="5462352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" name="pg139">
                  <a:extLst>
                    <a:ext uri="{FF2B5EF4-FFF2-40B4-BE49-F238E27FC236}">
                      <a16:creationId xmlns:a16="http://schemas.microsoft.com/office/drawing/2014/main" id="{65B74503-62A8-6F6F-364F-213D0DEB3052}"/>
                    </a:ext>
                  </a:extLst>
                </p:cNvPr>
                <p:cNvSpPr/>
                <p:nvPr/>
              </p:nvSpPr>
              <p:spPr>
                <a:xfrm>
                  <a:off x="5473989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" name="pg140">
                  <a:extLst>
                    <a:ext uri="{FF2B5EF4-FFF2-40B4-BE49-F238E27FC236}">
                      <a16:creationId xmlns:a16="http://schemas.microsoft.com/office/drawing/2014/main" id="{65E33386-E0F9-DD6B-D394-CE50384BDBA5}"/>
                    </a:ext>
                  </a:extLst>
                </p:cNvPr>
                <p:cNvSpPr/>
                <p:nvPr/>
              </p:nvSpPr>
              <p:spPr>
                <a:xfrm>
                  <a:off x="5485627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" name="pg141">
                  <a:extLst>
                    <a:ext uri="{FF2B5EF4-FFF2-40B4-BE49-F238E27FC236}">
                      <a16:creationId xmlns:a16="http://schemas.microsoft.com/office/drawing/2014/main" id="{F2AA8B03-F61C-D8EC-004F-677E4DE4309C}"/>
                    </a:ext>
                  </a:extLst>
                </p:cNvPr>
                <p:cNvSpPr/>
                <p:nvPr/>
              </p:nvSpPr>
              <p:spPr>
                <a:xfrm>
                  <a:off x="5497264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" name="pg142">
                  <a:extLst>
                    <a:ext uri="{FF2B5EF4-FFF2-40B4-BE49-F238E27FC236}">
                      <a16:creationId xmlns:a16="http://schemas.microsoft.com/office/drawing/2014/main" id="{1FC251B0-D289-8EBE-5833-51804CEB33A4}"/>
                    </a:ext>
                  </a:extLst>
                </p:cNvPr>
                <p:cNvSpPr/>
                <p:nvPr/>
              </p:nvSpPr>
              <p:spPr>
                <a:xfrm>
                  <a:off x="5508901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" name="pg143">
                  <a:extLst>
                    <a:ext uri="{FF2B5EF4-FFF2-40B4-BE49-F238E27FC236}">
                      <a16:creationId xmlns:a16="http://schemas.microsoft.com/office/drawing/2014/main" id="{DBEADA6B-E582-7077-7B81-91103EB1B8EE}"/>
                    </a:ext>
                  </a:extLst>
                </p:cNvPr>
                <p:cNvSpPr/>
                <p:nvPr/>
              </p:nvSpPr>
              <p:spPr>
                <a:xfrm>
                  <a:off x="5520539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" name="pg144">
                  <a:extLst>
                    <a:ext uri="{FF2B5EF4-FFF2-40B4-BE49-F238E27FC236}">
                      <a16:creationId xmlns:a16="http://schemas.microsoft.com/office/drawing/2014/main" id="{7157232D-100B-4741-A7B2-85A1029A5985}"/>
                    </a:ext>
                  </a:extLst>
                </p:cNvPr>
                <p:cNvSpPr/>
                <p:nvPr/>
              </p:nvSpPr>
              <p:spPr>
                <a:xfrm>
                  <a:off x="5532176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" name="pg145">
                  <a:extLst>
                    <a:ext uri="{FF2B5EF4-FFF2-40B4-BE49-F238E27FC236}">
                      <a16:creationId xmlns:a16="http://schemas.microsoft.com/office/drawing/2014/main" id="{D8480371-F6E1-5401-EF6A-DC5845E7044B}"/>
                    </a:ext>
                  </a:extLst>
                </p:cNvPr>
                <p:cNvSpPr/>
                <p:nvPr/>
              </p:nvSpPr>
              <p:spPr>
                <a:xfrm>
                  <a:off x="5543813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" name="pg146">
                  <a:extLst>
                    <a:ext uri="{FF2B5EF4-FFF2-40B4-BE49-F238E27FC236}">
                      <a16:creationId xmlns:a16="http://schemas.microsoft.com/office/drawing/2014/main" id="{E6F96D4C-0703-D805-501D-21C3386E1FDE}"/>
                    </a:ext>
                  </a:extLst>
                </p:cNvPr>
                <p:cNvSpPr/>
                <p:nvPr/>
              </p:nvSpPr>
              <p:spPr>
                <a:xfrm>
                  <a:off x="5555451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" name="pg147">
                  <a:extLst>
                    <a:ext uri="{FF2B5EF4-FFF2-40B4-BE49-F238E27FC236}">
                      <a16:creationId xmlns:a16="http://schemas.microsoft.com/office/drawing/2014/main" id="{E62DEECC-7710-F167-0470-EA3A4F8BE57C}"/>
                    </a:ext>
                  </a:extLst>
                </p:cNvPr>
                <p:cNvSpPr/>
                <p:nvPr/>
              </p:nvSpPr>
              <p:spPr>
                <a:xfrm>
                  <a:off x="5567088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" name="pg148">
                  <a:extLst>
                    <a:ext uri="{FF2B5EF4-FFF2-40B4-BE49-F238E27FC236}">
                      <a16:creationId xmlns:a16="http://schemas.microsoft.com/office/drawing/2014/main" id="{9B6DC1A3-7F02-64E6-D0E0-B5FDC3E397E3}"/>
                    </a:ext>
                  </a:extLst>
                </p:cNvPr>
                <p:cNvSpPr/>
                <p:nvPr/>
              </p:nvSpPr>
              <p:spPr>
                <a:xfrm>
                  <a:off x="5578725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" name="pg149">
                  <a:extLst>
                    <a:ext uri="{FF2B5EF4-FFF2-40B4-BE49-F238E27FC236}">
                      <a16:creationId xmlns:a16="http://schemas.microsoft.com/office/drawing/2014/main" id="{AFC832C1-2034-E2CB-6026-333703AF7670}"/>
                    </a:ext>
                  </a:extLst>
                </p:cNvPr>
                <p:cNvSpPr/>
                <p:nvPr/>
              </p:nvSpPr>
              <p:spPr>
                <a:xfrm>
                  <a:off x="5439077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" name="pg150">
                  <a:extLst>
                    <a:ext uri="{FF2B5EF4-FFF2-40B4-BE49-F238E27FC236}">
                      <a16:creationId xmlns:a16="http://schemas.microsoft.com/office/drawing/2014/main" id="{06B73743-FDA7-8A62-74A8-EF82A1092AC9}"/>
                    </a:ext>
                  </a:extLst>
                </p:cNvPr>
                <p:cNvSpPr/>
                <p:nvPr/>
              </p:nvSpPr>
              <p:spPr>
                <a:xfrm>
                  <a:off x="5450715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" name="pg151">
                  <a:extLst>
                    <a:ext uri="{FF2B5EF4-FFF2-40B4-BE49-F238E27FC236}">
                      <a16:creationId xmlns:a16="http://schemas.microsoft.com/office/drawing/2014/main" id="{9A103676-F8A4-38DA-A164-D760536E9D21}"/>
                    </a:ext>
                  </a:extLst>
                </p:cNvPr>
                <p:cNvSpPr/>
                <p:nvPr/>
              </p:nvSpPr>
              <p:spPr>
                <a:xfrm>
                  <a:off x="5462352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" name="pg152">
                  <a:extLst>
                    <a:ext uri="{FF2B5EF4-FFF2-40B4-BE49-F238E27FC236}">
                      <a16:creationId xmlns:a16="http://schemas.microsoft.com/office/drawing/2014/main" id="{C5CE614B-6F0F-42DE-990E-063B6485F134}"/>
                    </a:ext>
                  </a:extLst>
                </p:cNvPr>
                <p:cNvSpPr/>
                <p:nvPr/>
              </p:nvSpPr>
              <p:spPr>
                <a:xfrm>
                  <a:off x="5473989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" name="pg153">
                  <a:extLst>
                    <a:ext uri="{FF2B5EF4-FFF2-40B4-BE49-F238E27FC236}">
                      <a16:creationId xmlns:a16="http://schemas.microsoft.com/office/drawing/2014/main" id="{22F0A8B4-C539-4AA2-1EB5-E55F78686119}"/>
                    </a:ext>
                  </a:extLst>
                </p:cNvPr>
                <p:cNvSpPr/>
                <p:nvPr/>
              </p:nvSpPr>
              <p:spPr>
                <a:xfrm>
                  <a:off x="5485627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" name="pg154">
                  <a:extLst>
                    <a:ext uri="{FF2B5EF4-FFF2-40B4-BE49-F238E27FC236}">
                      <a16:creationId xmlns:a16="http://schemas.microsoft.com/office/drawing/2014/main" id="{92F435FF-3849-DC70-B822-4B7774EAEFF5}"/>
                    </a:ext>
                  </a:extLst>
                </p:cNvPr>
                <p:cNvSpPr/>
                <p:nvPr/>
              </p:nvSpPr>
              <p:spPr>
                <a:xfrm>
                  <a:off x="5497264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" name="pg155">
                  <a:extLst>
                    <a:ext uri="{FF2B5EF4-FFF2-40B4-BE49-F238E27FC236}">
                      <a16:creationId xmlns:a16="http://schemas.microsoft.com/office/drawing/2014/main" id="{B596AB4C-B5E3-88E6-D12C-4164B5C57230}"/>
                    </a:ext>
                  </a:extLst>
                </p:cNvPr>
                <p:cNvSpPr/>
                <p:nvPr/>
              </p:nvSpPr>
              <p:spPr>
                <a:xfrm>
                  <a:off x="5508901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" name="pg156">
                  <a:extLst>
                    <a:ext uri="{FF2B5EF4-FFF2-40B4-BE49-F238E27FC236}">
                      <a16:creationId xmlns:a16="http://schemas.microsoft.com/office/drawing/2014/main" id="{1CB5EB76-F18E-13DC-5EE5-91B8A658AF78}"/>
                    </a:ext>
                  </a:extLst>
                </p:cNvPr>
                <p:cNvSpPr/>
                <p:nvPr/>
              </p:nvSpPr>
              <p:spPr>
                <a:xfrm>
                  <a:off x="5520539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" name="pg157">
                  <a:extLst>
                    <a:ext uri="{FF2B5EF4-FFF2-40B4-BE49-F238E27FC236}">
                      <a16:creationId xmlns:a16="http://schemas.microsoft.com/office/drawing/2014/main" id="{24655DE2-919F-6CBB-A83A-8202ECC90311}"/>
                    </a:ext>
                  </a:extLst>
                </p:cNvPr>
                <p:cNvSpPr/>
                <p:nvPr/>
              </p:nvSpPr>
              <p:spPr>
                <a:xfrm>
                  <a:off x="5532176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" name="pg158">
                  <a:extLst>
                    <a:ext uri="{FF2B5EF4-FFF2-40B4-BE49-F238E27FC236}">
                      <a16:creationId xmlns:a16="http://schemas.microsoft.com/office/drawing/2014/main" id="{2E050C05-26B7-59F0-EEB6-B8927A8B353F}"/>
                    </a:ext>
                  </a:extLst>
                </p:cNvPr>
                <p:cNvSpPr/>
                <p:nvPr/>
              </p:nvSpPr>
              <p:spPr>
                <a:xfrm>
                  <a:off x="5543813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" name="pg159">
                  <a:extLst>
                    <a:ext uri="{FF2B5EF4-FFF2-40B4-BE49-F238E27FC236}">
                      <a16:creationId xmlns:a16="http://schemas.microsoft.com/office/drawing/2014/main" id="{0E2EFD3D-E039-565E-8B2F-FA8A5A06CB46}"/>
                    </a:ext>
                  </a:extLst>
                </p:cNvPr>
                <p:cNvSpPr/>
                <p:nvPr/>
              </p:nvSpPr>
              <p:spPr>
                <a:xfrm>
                  <a:off x="5555451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" name="pg160">
                  <a:extLst>
                    <a:ext uri="{FF2B5EF4-FFF2-40B4-BE49-F238E27FC236}">
                      <a16:creationId xmlns:a16="http://schemas.microsoft.com/office/drawing/2014/main" id="{919A68AC-802A-2017-30FF-7799AF485340}"/>
                    </a:ext>
                  </a:extLst>
                </p:cNvPr>
                <p:cNvSpPr/>
                <p:nvPr/>
              </p:nvSpPr>
              <p:spPr>
                <a:xfrm>
                  <a:off x="5427440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" name="pg161">
                  <a:extLst>
                    <a:ext uri="{FF2B5EF4-FFF2-40B4-BE49-F238E27FC236}">
                      <a16:creationId xmlns:a16="http://schemas.microsoft.com/office/drawing/2014/main" id="{F342CD82-92D0-F94D-5FC8-123915E2EBA3}"/>
                    </a:ext>
                  </a:extLst>
                </p:cNvPr>
                <p:cNvSpPr/>
                <p:nvPr/>
              </p:nvSpPr>
              <p:spPr>
                <a:xfrm>
                  <a:off x="5439077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" name="pg162">
                  <a:extLst>
                    <a:ext uri="{FF2B5EF4-FFF2-40B4-BE49-F238E27FC236}">
                      <a16:creationId xmlns:a16="http://schemas.microsoft.com/office/drawing/2014/main" id="{28F3494A-E027-8113-223D-2B1DFA9E367D}"/>
                    </a:ext>
                  </a:extLst>
                </p:cNvPr>
                <p:cNvSpPr/>
                <p:nvPr/>
              </p:nvSpPr>
              <p:spPr>
                <a:xfrm>
                  <a:off x="5450715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" name="pg163">
                  <a:extLst>
                    <a:ext uri="{FF2B5EF4-FFF2-40B4-BE49-F238E27FC236}">
                      <a16:creationId xmlns:a16="http://schemas.microsoft.com/office/drawing/2014/main" id="{FDACE5B3-521E-EB3D-47AD-3D3BCC9EE3C6}"/>
                    </a:ext>
                  </a:extLst>
                </p:cNvPr>
                <p:cNvSpPr/>
                <p:nvPr/>
              </p:nvSpPr>
              <p:spPr>
                <a:xfrm>
                  <a:off x="5462352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" name="pg164">
                  <a:extLst>
                    <a:ext uri="{FF2B5EF4-FFF2-40B4-BE49-F238E27FC236}">
                      <a16:creationId xmlns:a16="http://schemas.microsoft.com/office/drawing/2014/main" id="{6239BE6A-8715-2FF1-6301-FEF08A8A8728}"/>
                    </a:ext>
                  </a:extLst>
                </p:cNvPr>
                <p:cNvSpPr/>
                <p:nvPr/>
              </p:nvSpPr>
              <p:spPr>
                <a:xfrm>
                  <a:off x="5473989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" name="pg165">
                  <a:extLst>
                    <a:ext uri="{FF2B5EF4-FFF2-40B4-BE49-F238E27FC236}">
                      <a16:creationId xmlns:a16="http://schemas.microsoft.com/office/drawing/2014/main" id="{26EB5515-3520-0830-5BB8-BC3A90DABE03}"/>
                    </a:ext>
                  </a:extLst>
                </p:cNvPr>
                <p:cNvSpPr/>
                <p:nvPr/>
              </p:nvSpPr>
              <p:spPr>
                <a:xfrm>
                  <a:off x="5485627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" name="pg166">
                  <a:extLst>
                    <a:ext uri="{FF2B5EF4-FFF2-40B4-BE49-F238E27FC236}">
                      <a16:creationId xmlns:a16="http://schemas.microsoft.com/office/drawing/2014/main" id="{871BC6B9-B5FB-6912-FE75-D0F9CDE7D970}"/>
                    </a:ext>
                  </a:extLst>
                </p:cNvPr>
                <p:cNvSpPr/>
                <p:nvPr/>
              </p:nvSpPr>
              <p:spPr>
                <a:xfrm>
                  <a:off x="5497264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" name="pg167">
                  <a:extLst>
                    <a:ext uri="{FF2B5EF4-FFF2-40B4-BE49-F238E27FC236}">
                      <a16:creationId xmlns:a16="http://schemas.microsoft.com/office/drawing/2014/main" id="{7481057F-949A-6C93-D5AF-3ECF1FC33A65}"/>
                    </a:ext>
                  </a:extLst>
                </p:cNvPr>
                <p:cNvSpPr/>
                <p:nvPr/>
              </p:nvSpPr>
              <p:spPr>
                <a:xfrm>
                  <a:off x="5508901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" name="pg168">
                  <a:extLst>
                    <a:ext uri="{FF2B5EF4-FFF2-40B4-BE49-F238E27FC236}">
                      <a16:creationId xmlns:a16="http://schemas.microsoft.com/office/drawing/2014/main" id="{4DD8132A-63B5-55DB-DD18-9E9133C22B0F}"/>
                    </a:ext>
                  </a:extLst>
                </p:cNvPr>
                <p:cNvSpPr/>
                <p:nvPr/>
              </p:nvSpPr>
              <p:spPr>
                <a:xfrm>
                  <a:off x="5520539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" name="pg169">
                  <a:extLst>
                    <a:ext uri="{FF2B5EF4-FFF2-40B4-BE49-F238E27FC236}">
                      <a16:creationId xmlns:a16="http://schemas.microsoft.com/office/drawing/2014/main" id="{6726A75B-816C-0A67-4267-C40094FFFE48}"/>
                    </a:ext>
                  </a:extLst>
                </p:cNvPr>
                <p:cNvSpPr/>
                <p:nvPr/>
              </p:nvSpPr>
              <p:spPr>
                <a:xfrm>
                  <a:off x="5532176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" name="pg170">
                  <a:extLst>
                    <a:ext uri="{FF2B5EF4-FFF2-40B4-BE49-F238E27FC236}">
                      <a16:creationId xmlns:a16="http://schemas.microsoft.com/office/drawing/2014/main" id="{4540CA28-F6C7-ADF2-0038-1964BA41E6B4}"/>
                    </a:ext>
                  </a:extLst>
                </p:cNvPr>
                <p:cNvSpPr/>
                <p:nvPr/>
              </p:nvSpPr>
              <p:spPr>
                <a:xfrm>
                  <a:off x="5415803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" name="pg171">
                  <a:extLst>
                    <a:ext uri="{FF2B5EF4-FFF2-40B4-BE49-F238E27FC236}">
                      <a16:creationId xmlns:a16="http://schemas.microsoft.com/office/drawing/2014/main" id="{3B656734-D8B7-3BEB-5728-3992B7BD0CA3}"/>
                    </a:ext>
                  </a:extLst>
                </p:cNvPr>
                <p:cNvSpPr/>
                <p:nvPr/>
              </p:nvSpPr>
              <p:spPr>
                <a:xfrm>
                  <a:off x="5427440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" name="pg172">
                  <a:extLst>
                    <a:ext uri="{FF2B5EF4-FFF2-40B4-BE49-F238E27FC236}">
                      <a16:creationId xmlns:a16="http://schemas.microsoft.com/office/drawing/2014/main" id="{551C6B85-A6CF-8480-805A-B33E1A6ECB2C}"/>
                    </a:ext>
                  </a:extLst>
                </p:cNvPr>
                <p:cNvSpPr/>
                <p:nvPr/>
              </p:nvSpPr>
              <p:spPr>
                <a:xfrm>
                  <a:off x="5439077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" name="pg173">
                  <a:extLst>
                    <a:ext uri="{FF2B5EF4-FFF2-40B4-BE49-F238E27FC236}">
                      <a16:creationId xmlns:a16="http://schemas.microsoft.com/office/drawing/2014/main" id="{E79356E6-611E-C8A1-AAFE-EA5C9E6AF8F7}"/>
                    </a:ext>
                  </a:extLst>
                </p:cNvPr>
                <p:cNvSpPr/>
                <p:nvPr/>
              </p:nvSpPr>
              <p:spPr>
                <a:xfrm>
                  <a:off x="5450715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" name="pg174">
                  <a:extLst>
                    <a:ext uri="{FF2B5EF4-FFF2-40B4-BE49-F238E27FC236}">
                      <a16:creationId xmlns:a16="http://schemas.microsoft.com/office/drawing/2014/main" id="{86ECC09E-ED3F-6B10-76D7-64CEE8FD3D61}"/>
                    </a:ext>
                  </a:extLst>
                </p:cNvPr>
                <p:cNvSpPr/>
                <p:nvPr/>
              </p:nvSpPr>
              <p:spPr>
                <a:xfrm>
                  <a:off x="5462352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" name="pg175">
                  <a:extLst>
                    <a:ext uri="{FF2B5EF4-FFF2-40B4-BE49-F238E27FC236}">
                      <a16:creationId xmlns:a16="http://schemas.microsoft.com/office/drawing/2014/main" id="{CDAF4785-14FB-D9ED-64A3-28ADDC3918F2}"/>
                    </a:ext>
                  </a:extLst>
                </p:cNvPr>
                <p:cNvSpPr/>
                <p:nvPr/>
              </p:nvSpPr>
              <p:spPr>
                <a:xfrm>
                  <a:off x="5473989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" name="pg176">
                  <a:extLst>
                    <a:ext uri="{FF2B5EF4-FFF2-40B4-BE49-F238E27FC236}">
                      <a16:creationId xmlns:a16="http://schemas.microsoft.com/office/drawing/2014/main" id="{4E35CB6A-E74C-7D8E-34E0-279BA51A59B8}"/>
                    </a:ext>
                  </a:extLst>
                </p:cNvPr>
                <p:cNvSpPr/>
                <p:nvPr/>
              </p:nvSpPr>
              <p:spPr>
                <a:xfrm>
                  <a:off x="5485627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" name="pg177">
                  <a:extLst>
                    <a:ext uri="{FF2B5EF4-FFF2-40B4-BE49-F238E27FC236}">
                      <a16:creationId xmlns:a16="http://schemas.microsoft.com/office/drawing/2014/main" id="{74C9BC17-390B-7B66-9A07-E176130F6FAE}"/>
                    </a:ext>
                  </a:extLst>
                </p:cNvPr>
                <p:cNvSpPr/>
                <p:nvPr/>
              </p:nvSpPr>
              <p:spPr>
                <a:xfrm>
                  <a:off x="5497264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" name="pg178">
                  <a:extLst>
                    <a:ext uri="{FF2B5EF4-FFF2-40B4-BE49-F238E27FC236}">
                      <a16:creationId xmlns:a16="http://schemas.microsoft.com/office/drawing/2014/main" id="{87F4A66C-F4D8-EEF0-9D8C-CAD57AD6B197}"/>
                    </a:ext>
                  </a:extLst>
                </p:cNvPr>
                <p:cNvSpPr/>
                <p:nvPr/>
              </p:nvSpPr>
              <p:spPr>
                <a:xfrm>
                  <a:off x="5508901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" name="pg179">
                  <a:extLst>
                    <a:ext uri="{FF2B5EF4-FFF2-40B4-BE49-F238E27FC236}">
                      <a16:creationId xmlns:a16="http://schemas.microsoft.com/office/drawing/2014/main" id="{590060D8-A50C-2ABE-F011-F699916193AC}"/>
                    </a:ext>
                  </a:extLst>
                </p:cNvPr>
                <p:cNvSpPr/>
                <p:nvPr/>
              </p:nvSpPr>
              <p:spPr>
                <a:xfrm>
                  <a:off x="5380891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" name="pg180">
                  <a:extLst>
                    <a:ext uri="{FF2B5EF4-FFF2-40B4-BE49-F238E27FC236}">
                      <a16:creationId xmlns:a16="http://schemas.microsoft.com/office/drawing/2014/main" id="{BDA439D0-6CEA-1AFF-84A1-8F82729E9AB8}"/>
                    </a:ext>
                  </a:extLst>
                </p:cNvPr>
                <p:cNvSpPr/>
                <p:nvPr/>
              </p:nvSpPr>
              <p:spPr>
                <a:xfrm>
                  <a:off x="5392528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" name="pg181">
                  <a:extLst>
                    <a:ext uri="{FF2B5EF4-FFF2-40B4-BE49-F238E27FC236}">
                      <a16:creationId xmlns:a16="http://schemas.microsoft.com/office/drawing/2014/main" id="{90DA8C93-45C9-D399-CB77-91B97FED7889}"/>
                    </a:ext>
                  </a:extLst>
                </p:cNvPr>
                <p:cNvSpPr/>
                <p:nvPr/>
              </p:nvSpPr>
              <p:spPr>
                <a:xfrm>
                  <a:off x="5404165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" name="pg182">
                  <a:extLst>
                    <a:ext uri="{FF2B5EF4-FFF2-40B4-BE49-F238E27FC236}">
                      <a16:creationId xmlns:a16="http://schemas.microsoft.com/office/drawing/2014/main" id="{2A12050C-C657-4F4E-941B-B29BC4264C4B}"/>
                    </a:ext>
                  </a:extLst>
                </p:cNvPr>
                <p:cNvSpPr/>
                <p:nvPr/>
              </p:nvSpPr>
              <p:spPr>
                <a:xfrm>
                  <a:off x="5415803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" name="pg183">
                  <a:extLst>
                    <a:ext uri="{FF2B5EF4-FFF2-40B4-BE49-F238E27FC236}">
                      <a16:creationId xmlns:a16="http://schemas.microsoft.com/office/drawing/2014/main" id="{2318B32D-A735-0D88-C845-62B8184C4544}"/>
                    </a:ext>
                  </a:extLst>
                </p:cNvPr>
                <p:cNvSpPr/>
                <p:nvPr/>
              </p:nvSpPr>
              <p:spPr>
                <a:xfrm>
                  <a:off x="5427440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" name="pg184">
                  <a:extLst>
                    <a:ext uri="{FF2B5EF4-FFF2-40B4-BE49-F238E27FC236}">
                      <a16:creationId xmlns:a16="http://schemas.microsoft.com/office/drawing/2014/main" id="{24D7A29A-3741-ACBE-0AD2-AA7558FFC7B4}"/>
                    </a:ext>
                  </a:extLst>
                </p:cNvPr>
                <p:cNvSpPr/>
                <p:nvPr/>
              </p:nvSpPr>
              <p:spPr>
                <a:xfrm>
                  <a:off x="5439077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" name="pg185">
                  <a:extLst>
                    <a:ext uri="{FF2B5EF4-FFF2-40B4-BE49-F238E27FC236}">
                      <a16:creationId xmlns:a16="http://schemas.microsoft.com/office/drawing/2014/main" id="{7C919143-6EA2-F7FD-3F2E-C711610AC112}"/>
                    </a:ext>
                  </a:extLst>
                </p:cNvPr>
                <p:cNvSpPr/>
                <p:nvPr/>
              </p:nvSpPr>
              <p:spPr>
                <a:xfrm>
                  <a:off x="5450715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" name="pg186">
                  <a:extLst>
                    <a:ext uri="{FF2B5EF4-FFF2-40B4-BE49-F238E27FC236}">
                      <a16:creationId xmlns:a16="http://schemas.microsoft.com/office/drawing/2014/main" id="{C439A0C5-A62F-5696-9868-631C513A9807}"/>
                    </a:ext>
                  </a:extLst>
                </p:cNvPr>
                <p:cNvSpPr/>
                <p:nvPr/>
              </p:nvSpPr>
              <p:spPr>
                <a:xfrm>
                  <a:off x="5462352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" name="pg187">
                  <a:extLst>
                    <a:ext uri="{FF2B5EF4-FFF2-40B4-BE49-F238E27FC236}">
                      <a16:creationId xmlns:a16="http://schemas.microsoft.com/office/drawing/2014/main" id="{7D29F21F-B783-E5D3-6401-7F3AAB424B14}"/>
                    </a:ext>
                  </a:extLst>
                </p:cNvPr>
                <p:cNvSpPr/>
                <p:nvPr/>
              </p:nvSpPr>
              <p:spPr>
                <a:xfrm>
                  <a:off x="5473989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" name="pg188">
                  <a:extLst>
                    <a:ext uri="{FF2B5EF4-FFF2-40B4-BE49-F238E27FC236}">
                      <a16:creationId xmlns:a16="http://schemas.microsoft.com/office/drawing/2014/main" id="{9C56A04C-48A9-90B5-D2EF-FB943A85CEC2}"/>
                    </a:ext>
                  </a:extLst>
                </p:cNvPr>
                <p:cNvSpPr/>
                <p:nvPr/>
              </p:nvSpPr>
              <p:spPr>
                <a:xfrm>
                  <a:off x="5485627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" name="pg189">
                  <a:extLst>
                    <a:ext uri="{FF2B5EF4-FFF2-40B4-BE49-F238E27FC236}">
                      <a16:creationId xmlns:a16="http://schemas.microsoft.com/office/drawing/2014/main" id="{70E531D5-AC44-5DFF-6E56-3616169BF459}"/>
                    </a:ext>
                  </a:extLst>
                </p:cNvPr>
                <p:cNvSpPr/>
                <p:nvPr/>
              </p:nvSpPr>
              <p:spPr>
                <a:xfrm>
                  <a:off x="5369253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" name="pg190">
                  <a:extLst>
                    <a:ext uri="{FF2B5EF4-FFF2-40B4-BE49-F238E27FC236}">
                      <a16:creationId xmlns:a16="http://schemas.microsoft.com/office/drawing/2014/main" id="{D2AB20DB-201E-768F-F5C0-897FC1E7ABD1}"/>
                    </a:ext>
                  </a:extLst>
                </p:cNvPr>
                <p:cNvSpPr/>
                <p:nvPr/>
              </p:nvSpPr>
              <p:spPr>
                <a:xfrm>
                  <a:off x="5380891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" name="pg191">
                  <a:extLst>
                    <a:ext uri="{FF2B5EF4-FFF2-40B4-BE49-F238E27FC236}">
                      <a16:creationId xmlns:a16="http://schemas.microsoft.com/office/drawing/2014/main" id="{9AED9361-3E6D-23EC-FF5F-CE246DA186B0}"/>
                    </a:ext>
                  </a:extLst>
                </p:cNvPr>
                <p:cNvSpPr/>
                <p:nvPr/>
              </p:nvSpPr>
              <p:spPr>
                <a:xfrm>
                  <a:off x="5392528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" name="pg192">
                  <a:extLst>
                    <a:ext uri="{FF2B5EF4-FFF2-40B4-BE49-F238E27FC236}">
                      <a16:creationId xmlns:a16="http://schemas.microsoft.com/office/drawing/2014/main" id="{7548A032-A4B1-6BA4-A9AB-3642C7653B6C}"/>
                    </a:ext>
                  </a:extLst>
                </p:cNvPr>
                <p:cNvSpPr/>
                <p:nvPr/>
              </p:nvSpPr>
              <p:spPr>
                <a:xfrm>
                  <a:off x="5404165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" name="pg193">
                  <a:extLst>
                    <a:ext uri="{FF2B5EF4-FFF2-40B4-BE49-F238E27FC236}">
                      <a16:creationId xmlns:a16="http://schemas.microsoft.com/office/drawing/2014/main" id="{8CE7CDB7-FA1B-1659-3866-C3EA9D4FC1AE}"/>
                    </a:ext>
                  </a:extLst>
                </p:cNvPr>
                <p:cNvSpPr/>
                <p:nvPr/>
              </p:nvSpPr>
              <p:spPr>
                <a:xfrm>
                  <a:off x="5415803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" name="pg194">
                  <a:extLst>
                    <a:ext uri="{FF2B5EF4-FFF2-40B4-BE49-F238E27FC236}">
                      <a16:creationId xmlns:a16="http://schemas.microsoft.com/office/drawing/2014/main" id="{A095F894-D452-6BAB-BA6F-4BD4DA0A4288}"/>
                    </a:ext>
                  </a:extLst>
                </p:cNvPr>
                <p:cNvSpPr/>
                <p:nvPr/>
              </p:nvSpPr>
              <p:spPr>
                <a:xfrm>
                  <a:off x="5427440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" name="pg195">
                  <a:extLst>
                    <a:ext uri="{FF2B5EF4-FFF2-40B4-BE49-F238E27FC236}">
                      <a16:creationId xmlns:a16="http://schemas.microsoft.com/office/drawing/2014/main" id="{FB10B384-BFE3-2E0A-6098-41E3D278E85F}"/>
                    </a:ext>
                  </a:extLst>
                </p:cNvPr>
                <p:cNvSpPr/>
                <p:nvPr/>
              </p:nvSpPr>
              <p:spPr>
                <a:xfrm>
                  <a:off x="5439077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" name="pg196">
                  <a:extLst>
                    <a:ext uri="{FF2B5EF4-FFF2-40B4-BE49-F238E27FC236}">
                      <a16:creationId xmlns:a16="http://schemas.microsoft.com/office/drawing/2014/main" id="{2EB81E8A-FDE4-78EB-DF9A-6D461C33E621}"/>
                    </a:ext>
                  </a:extLst>
                </p:cNvPr>
                <p:cNvSpPr/>
                <p:nvPr/>
              </p:nvSpPr>
              <p:spPr>
                <a:xfrm>
                  <a:off x="5450715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" name="pg197">
                  <a:extLst>
                    <a:ext uri="{FF2B5EF4-FFF2-40B4-BE49-F238E27FC236}">
                      <a16:creationId xmlns:a16="http://schemas.microsoft.com/office/drawing/2014/main" id="{29270844-E798-168D-94AA-5DF562D316F6}"/>
                    </a:ext>
                  </a:extLst>
                </p:cNvPr>
                <p:cNvSpPr/>
                <p:nvPr/>
              </p:nvSpPr>
              <p:spPr>
                <a:xfrm>
                  <a:off x="5462352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" name="pg198">
                  <a:extLst>
                    <a:ext uri="{FF2B5EF4-FFF2-40B4-BE49-F238E27FC236}">
                      <a16:creationId xmlns:a16="http://schemas.microsoft.com/office/drawing/2014/main" id="{1FD6CF95-CD4C-DBDE-3A06-75010E4C99EA}"/>
                    </a:ext>
                  </a:extLst>
                </p:cNvPr>
                <p:cNvSpPr/>
                <p:nvPr/>
              </p:nvSpPr>
              <p:spPr>
                <a:xfrm>
                  <a:off x="6311877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" name="pg199">
                  <a:extLst>
                    <a:ext uri="{FF2B5EF4-FFF2-40B4-BE49-F238E27FC236}">
                      <a16:creationId xmlns:a16="http://schemas.microsoft.com/office/drawing/2014/main" id="{D4CB56F6-549E-A7FE-986A-8616B2E1992B}"/>
                    </a:ext>
                  </a:extLst>
                </p:cNvPr>
                <p:cNvSpPr/>
                <p:nvPr/>
              </p:nvSpPr>
              <p:spPr>
                <a:xfrm>
                  <a:off x="5311067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" name="pg200">
                  <a:extLst>
                    <a:ext uri="{FF2B5EF4-FFF2-40B4-BE49-F238E27FC236}">
                      <a16:creationId xmlns:a16="http://schemas.microsoft.com/office/drawing/2014/main" id="{A97AC4B9-E0C6-B490-C990-3847D66E2758}"/>
                    </a:ext>
                  </a:extLst>
                </p:cNvPr>
                <p:cNvSpPr/>
                <p:nvPr/>
              </p:nvSpPr>
              <p:spPr>
                <a:xfrm>
                  <a:off x="5322704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" name="pg201">
                  <a:extLst>
                    <a:ext uri="{FF2B5EF4-FFF2-40B4-BE49-F238E27FC236}">
                      <a16:creationId xmlns:a16="http://schemas.microsoft.com/office/drawing/2014/main" id="{6E79D54C-96FE-AE6B-45D8-471F769B1333}"/>
                    </a:ext>
                  </a:extLst>
                </p:cNvPr>
                <p:cNvSpPr/>
                <p:nvPr/>
              </p:nvSpPr>
              <p:spPr>
                <a:xfrm>
                  <a:off x="5334341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" name="pg202">
                  <a:extLst>
                    <a:ext uri="{FF2B5EF4-FFF2-40B4-BE49-F238E27FC236}">
                      <a16:creationId xmlns:a16="http://schemas.microsoft.com/office/drawing/2014/main" id="{E5E02A1D-B43A-66FD-80A8-13804091E848}"/>
                    </a:ext>
                  </a:extLst>
                </p:cNvPr>
                <p:cNvSpPr/>
                <p:nvPr/>
              </p:nvSpPr>
              <p:spPr>
                <a:xfrm>
                  <a:off x="5345979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" name="pg203">
                  <a:extLst>
                    <a:ext uri="{FF2B5EF4-FFF2-40B4-BE49-F238E27FC236}">
                      <a16:creationId xmlns:a16="http://schemas.microsoft.com/office/drawing/2014/main" id="{89264068-9668-176A-EDFF-125E3F16D1E2}"/>
                    </a:ext>
                  </a:extLst>
                </p:cNvPr>
                <p:cNvSpPr/>
                <p:nvPr/>
              </p:nvSpPr>
              <p:spPr>
                <a:xfrm>
                  <a:off x="5357616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" name="pg204">
                  <a:extLst>
                    <a:ext uri="{FF2B5EF4-FFF2-40B4-BE49-F238E27FC236}">
                      <a16:creationId xmlns:a16="http://schemas.microsoft.com/office/drawing/2014/main" id="{535EE87C-0C36-8C66-A5E0-9AD6523EA1F7}"/>
                    </a:ext>
                  </a:extLst>
                </p:cNvPr>
                <p:cNvSpPr/>
                <p:nvPr/>
              </p:nvSpPr>
              <p:spPr>
                <a:xfrm>
                  <a:off x="5369253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" name="pg205">
                  <a:extLst>
                    <a:ext uri="{FF2B5EF4-FFF2-40B4-BE49-F238E27FC236}">
                      <a16:creationId xmlns:a16="http://schemas.microsoft.com/office/drawing/2014/main" id="{85383081-9D7E-E17C-6AEA-3C91B5311448}"/>
                    </a:ext>
                  </a:extLst>
                </p:cNvPr>
                <p:cNvSpPr/>
                <p:nvPr/>
              </p:nvSpPr>
              <p:spPr>
                <a:xfrm>
                  <a:off x="5380891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" name="pg206">
                  <a:extLst>
                    <a:ext uri="{FF2B5EF4-FFF2-40B4-BE49-F238E27FC236}">
                      <a16:creationId xmlns:a16="http://schemas.microsoft.com/office/drawing/2014/main" id="{EDAB54AB-EB74-51FD-6D7D-56567AD01DB6}"/>
                    </a:ext>
                  </a:extLst>
                </p:cNvPr>
                <p:cNvSpPr/>
                <p:nvPr/>
              </p:nvSpPr>
              <p:spPr>
                <a:xfrm>
                  <a:off x="5392528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" name="pg207">
                  <a:extLst>
                    <a:ext uri="{FF2B5EF4-FFF2-40B4-BE49-F238E27FC236}">
                      <a16:creationId xmlns:a16="http://schemas.microsoft.com/office/drawing/2014/main" id="{820A1820-C01A-1165-DA10-7AE3A1CBB898}"/>
                    </a:ext>
                  </a:extLst>
                </p:cNvPr>
                <p:cNvSpPr/>
                <p:nvPr/>
              </p:nvSpPr>
              <p:spPr>
                <a:xfrm>
                  <a:off x="5404165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" name="pg208">
                  <a:extLst>
                    <a:ext uri="{FF2B5EF4-FFF2-40B4-BE49-F238E27FC236}">
                      <a16:creationId xmlns:a16="http://schemas.microsoft.com/office/drawing/2014/main" id="{5E107E5B-952B-EE19-F5BF-0C14F9FBDC7D}"/>
                    </a:ext>
                  </a:extLst>
                </p:cNvPr>
                <p:cNvSpPr/>
                <p:nvPr/>
              </p:nvSpPr>
              <p:spPr>
                <a:xfrm>
                  <a:off x="5415803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" name="pg209">
                  <a:extLst>
                    <a:ext uri="{FF2B5EF4-FFF2-40B4-BE49-F238E27FC236}">
                      <a16:creationId xmlns:a16="http://schemas.microsoft.com/office/drawing/2014/main" id="{ED4F1C52-49CE-5DC3-97AE-B007351F8F88}"/>
                    </a:ext>
                  </a:extLst>
                </p:cNvPr>
                <p:cNvSpPr/>
                <p:nvPr/>
              </p:nvSpPr>
              <p:spPr>
                <a:xfrm>
                  <a:off x="5427440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" name="pg210">
                  <a:extLst>
                    <a:ext uri="{FF2B5EF4-FFF2-40B4-BE49-F238E27FC236}">
                      <a16:creationId xmlns:a16="http://schemas.microsoft.com/office/drawing/2014/main" id="{617CE9D1-F23F-1F22-7166-53A6551A4F13}"/>
                    </a:ext>
                  </a:extLst>
                </p:cNvPr>
                <p:cNvSpPr/>
                <p:nvPr/>
              </p:nvSpPr>
              <p:spPr>
                <a:xfrm>
                  <a:off x="5439077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" name="pg211">
                  <a:extLst>
                    <a:ext uri="{FF2B5EF4-FFF2-40B4-BE49-F238E27FC236}">
                      <a16:creationId xmlns:a16="http://schemas.microsoft.com/office/drawing/2014/main" id="{E06A9F93-DE03-3C82-3FD6-B97B16617FE6}"/>
                    </a:ext>
                  </a:extLst>
                </p:cNvPr>
                <p:cNvSpPr/>
                <p:nvPr/>
              </p:nvSpPr>
              <p:spPr>
                <a:xfrm>
                  <a:off x="5450715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" name="pg212">
                  <a:extLst>
                    <a:ext uri="{FF2B5EF4-FFF2-40B4-BE49-F238E27FC236}">
                      <a16:creationId xmlns:a16="http://schemas.microsoft.com/office/drawing/2014/main" id="{51205F05-195B-18CB-6678-F4165209CDB1}"/>
                    </a:ext>
                  </a:extLst>
                </p:cNvPr>
                <p:cNvSpPr/>
                <p:nvPr/>
              </p:nvSpPr>
              <p:spPr>
                <a:xfrm>
                  <a:off x="6276965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" name="pg213">
                  <a:extLst>
                    <a:ext uri="{FF2B5EF4-FFF2-40B4-BE49-F238E27FC236}">
                      <a16:creationId xmlns:a16="http://schemas.microsoft.com/office/drawing/2014/main" id="{033C352E-5D7C-0134-D37C-90BC10765890}"/>
                    </a:ext>
                  </a:extLst>
                </p:cNvPr>
                <p:cNvSpPr/>
                <p:nvPr/>
              </p:nvSpPr>
              <p:spPr>
                <a:xfrm>
                  <a:off x="6288602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" name="pg214">
                  <a:extLst>
                    <a:ext uri="{FF2B5EF4-FFF2-40B4-BE49-F238E27FC236}">
                      <a16:creationId xmlns:a16="http://schemas.microsoft.com/office/drawing/2014/main" id="{A61661E6-74DC-F439-1AD0-18087C0C2FA9}"/>
                    </a:ext>
                  </a:extLst>
                </p:cNvPr>
                <p:cNvSpPr/>
                <p:nvPr/>
              </p:nvSpPr>
              <p:spPr>
                <a:xfrm>
                  <a:off x="6300240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" name="pg215">
                  <a:extLst>
                    <a:ext uri="{FF2B5EF4-FFF2-40B4-BE49-F238E27FC236}">
                      <a16:creationId xmlns:a16="http://schemas.microsoft.com/office/drawing/2014/main" id="{A0C3C6ED-B9DB-E128-88B9-93A449E1561F}"/>
                    </a:ext>
                  </a:extLst>
                </p:cNvPr>
                <p:cNvSpPr/>
                <p:nvPr/>
              </p:nvSpPr>
              <p:spPr>
                <a:xfrm>
                  <a:off x="6311877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" name="pg216">
                  <a:extLst>
                    <a:ext uri="{FF2B5EF4-FFF2-40B4-BE49-F238E27FC236}">
                      <a16:creationId xmlns:a16="http://schemas.microsoft.com/office/drawing/2014/main" id="{A0496FF0-AB7B-4880-55D7-669021BA7FCA}"/>
                    </a:ext>
                  </a:extLst>
                </p:cNvPr>
                <p:cNvSpPr/>
                <p:nvPr/>
              </p:nvSpPr>
              <p:spPr>
                <a:xfrm>
                  <a:off x="6323514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" name="pg217">
                  <a:extLst>
                    <a:ext uri="{FF2B5EF4-FFF2-40B4-BE49-F238E27FC236}">
                      <a16:creationId xmlns:a16="http://schemas.microsoft.com/office/drawing/2014/main" id="{9598996C-81C1-6757-E125-7946FF6710A7}"/>
                    </a:ext>
                  </a:extLst>
                </p:cNvPr>
                <p:cNvSpPr/>
                <p:nvPr/>
              </p:nvSpPr>
              <p:spPr>
                <a:xfrm>
                  <a:off x="5299429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" name="pg218">
                  <a:extLst>
                    <a:ext uri="{FF2B5EF4-FFF2-40B4-BE49-F238E27FC236}">
                      <a16:creationId xmlns:a16="http://schemas.microsoft.com/office/drawing/2014/main" id="{98AF8423-6754-04F3-9CAA-07D6E0A065EB}"/>
                    </a:ext>
                  </a:extLst>
                </p:cNvPr>
                <p:cNvSpPr/>
                <p:nvPr/>
              </p:nvSpPr>
              <p:spPr>
                <a:xfrm>
                  <a:off x="5311067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" name="pg219">
                  <a:extLst>
                    <a:ext uri="{FF2B5EF4-FFF2-40B4-BE49-F238E27FC236}">
                      <a16:creationId xmlns:a16="http://schemas.microsoft.com/office/drawing/2014/main" id="{D09947A4-9773-4B6C-CDED-73ABBC8FA81B}"/>
                    </a:ext>
                  </a:extLst>
                </p:cNvPr>
                <p:cNvSpPr/>
                <p:nvPr/>
              </p:nvSpPr>
              <p:spPr>
                <a:xfrm>
                  <a:off x="5322704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" name="pg220">
                  <a:extLst>
                    <a:ext uri="{FF2B5EF4-FFF2-40B4-BE49-F238E27FC236}">
                      <a16:creationId xmlns:a16="http://schemas.microsoft.com/office/drawing/2014/main" id="{6B95C1F7-F24A-B3B5-BE24-AC576CB42911}"/>
                    </a:ext>
                  </a:extLst>
                </p:cNvPr>
                <p:cNvSpPr/>
                <p:nvPr/>
              </p:nvSpPr>
              <p:spPr>
                <a:xfrm>
                  <a:off x="5334341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" name="pg221">
                  <a:extLst>
                    <a:ext uri="{FF2B5EF4-FFF2-40B4-BE49-F238E27FC236}">
                      <a16:creationId xmlns:a16="http://schemas.microsoft.com/office/drawing/2014/main" id="{62FB8C49-1F04-589D-2495-F150B653E6D6}"/>
                    </a:ext>
                  </a:extLst>
                </p:cNvPr>
                <p:cNvSpPr/>
                <p:nvPr/>
              </p:nvSpPr>
              <p:spPr>
                <a:xfrm>
                  <a:off x="5345979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" name="pg222">
                  <a:extLst>
                    <a:ext uri="{FF2B5EF4-FFF2-40B4-BE49-F238E27FC236}">
                      <a16:creationId xmlns:a16="http://schemas.microsoft.com/office/drawing/2014/main" id="{AA0E397F-9F25-555C-0E60-ECB3C770F2B0}"/>
                    </a:ext>
                  </a:extLst>
                </p:cNvPr>
                <p:cNvSpPr/>
                <p:nvPr/>
              </p:nvSpPr>
              <p:spPr>
                <a:xfrm>
                  <a:off x="5357616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" name="pg223">
                  <a:extLst>
                    <a:ext uri="{FF2B5EF4-FFF2-40B4-BE49-F238E27FC236}">
                      <a16:creationId xmlns:a16="http://schemas.microsoft.com/office/drawing/2014/main" id="{846993EB-46CE-48E1-CA71-70F7BC2D1686}"/>
                    </a:ext>
                  </a:extLst>
                </p:cNvPr>
                <p:cNvSpPr/>
                <p:nvPr/>
              </p:nvSpPr>
              <p:spPr>
                <a:xfrm>
                  <a:off x="5369253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" name="pg224">
                  <a:extLst>
                    <a:ext uri="{FF2B5EF4-FFF2-40B4-BE49-F238E27FC236}">
                      <a16:creationId xmlns:a16="http://schemas.microsoft.com/office/drawing/2014/main" id="{336EE723-FEF9-C51B-03E8-022BB7FF065A}"/>
                    </a:ext>
                  </a:extLst>
                </p:cNvPr>
                <p:cNvSpPr/>
                <p:nvPr/>
              </p:nvSpPr>
              <p:spPr>
                <a:xfrm>
                  <a:off x="5380891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" name="pg225">
                  <a:extLst>
                    <a:ext uri="{FF2B5EF4-FFF2-40B4-BE49-F238E27FC236}">
                      <a16:creationId xmlns:a16="http://schemas.microsoft.com/office/drawing/2014/main" id="{2A3E8F5C-3EEF-32EB-D575-D557A7710036}"/>
                    </a:ext>
                  </a:extLst>
                </p:cNvPr>
                <p:cNvSpPr/>
                <p:nvPr/>
              </p:nvSpPr>
              <p:spPr>
                <a:xfrm>
                  <a:off x="5392528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" name="pg226">
                  <a:extLst>
                    <a:ext uri="{FF2B5EF4-FFF2-40B4-BE49-F238E27FC236}">
                      <a16:creationId xmlns:a16="http://schemas.microsoft.com/office/drawing/2014/main" id="{284388C4-FD12-5217-ECB0-C8AA44A4F10E}"/>
                    </a:ext>
                  </a:extLst>
                </p:cNvPr>
                <p:cNvSpPr/>
                <p:nvPr/>
              </p:nvSpPr>
              <p:spPr>
                <a:xfrm>
                  <a:off x="5404165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" name="pg227">
                  <a:extLst>
                    <a:ext uri="{FF2B5EF4-FFF2-40B4-BE49-F238E27FC236}">
                      <a16:creationId xmlns:a16="http://schemas.microsoft.com/office/drawing/2014/main" id="{6358CD24-BC2B-D03B-020A-94FEB03087E4}"/>
                    </a:ext>
                  </a:extLst>
                </p:cNvPr>
                <p:cNvSpPr/>
                <p:nvPr/>
              </p:nvSpPr>
              <p:spPr>
                <a:xfrm>
                  <a:off x="5415803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" name="pg228">
                  <a:extLst>
                    <a:ext uri="{FF2B5EF4-FFF2-40B4-BE49-F238E27FC236}">
                      <a16:creationId xmlns:a16="http://schemas.microsoft.com/office/drawing/2014/main" id="{E0D9C2C8-663C-7544-F919-AAD3DAED231D}"/>
                    </a:ext>
                  </a:extLst>
                </p:cNvPr>
                <p:cNvSpPr/>
                <p:nvPr/>
              </p:nvSpPr>
              <p:spPr>
                <a:xfrm>
                  <a:off x="5427440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" name="pg229">
                  <a:extLst>
                    <a:ext uri="{FF2B5EF4-FFF2-40B4-BE49-F238E27FC236}">
                      <a16:creationId xmlns:a16="http://schemas.microsoft.com/office/drawing/2014/main" id="{1A75C227-5830-B1BE-00C5-24131CFF004D}"/>
                    </a:ext>
                  </a:extLst>
                </p:cNvPr>
                <p:cNvSpPr/>
                <p:nvPr/>
              </p:nvSpPr>
              <p:spPr>
                <a:xfrm>
                  <a:off x="5439077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" name="pg230">
                  <a:extLst>
                    <a:ext uri="{FF2B5EF4-FFF2-40B4-BE49-F238E27FC236}">
                      <a16:creationId xmlns:a16="http://schemas.microsoft.com/office/drawing/2014/main" id="{2E946069-6B55-B5FC-9BC7-A27AB131CD94}"/>
                    </a:ext>
                  </a:extLst>
                </p:cNvPr>
                <p:cNvSpPr/>
                <p:nvPr/>
              </p:nvSpPr>
              <p:spPr>
                <a:xfrm>
                  <a:off x="6183866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" name="pg231">
                  <a:extLst>
                    <a:ext uri="{FF2B5EF4-FFF2-40B4-BE49-F238E27FC236}">
                      <a16:creationId xmlns:a16="http://schemas.microsoft.com/office/drawing/2014/main" id="{7B293518-46D9-C8AC-82D2-ABE9784FA9FD}"/>
                    </a:ext>
                  </a:extLst>
                </p:cNvPr>
                <p:cNvSpPr/>
                <p:nvPr/>
              </p:nvSpPr>
              <p:spPr>
                <a:xfrm>
                  <a:off x="6195504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" name="pg232">
                  <a:extLst>
                    <a:ext uri="{FF2B5EF4-FFF2-40B4-BE49-F238E27FC236}">
                      <a16:creationId xmlns:a16="http://schemas.microsoft.com/office/drawing/2014/main" id="{28B925A3-32D1-D658-6125-F42C3EF3A1CF}"/>
                    </a:ext>
                  </a:extLst>
                </p:cNvPr>
                <p:cNvSpPr/>
                <p:nvPr/>
              </p:nvSpPr>
              <p:spPr>
                <a:xfrm>
                  <a:off x="6207141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" name="pg233">
                  <a:extLst>
                    <a:ext uri="{FF2B5EF4-FFF2-40B4-BE49-F238E27FC236}">
                      <a16:creationId xmlns:a16="http://schemas.microsoft.com/office/drawing/2014/main" id="{E8E87117-DFBC-44A1-FC37-32441470E105}"/>
                    </a:ext>
                  </a:extLst>
                </p:cNvPr>
                <p:cNvSpPr/>
                <p:nvPr/>
              </p:nvSpPr>
              <p:spPr>
                <a:xfrm>
                  <a:off x="6218778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" name="pg234">
                  <a:extLst>
                    <a:ext uri="{FF2B5EF4-FFF2-40B4-BE49-F238E27FC236}">
                      <a16:creationId xmlns:a16="http://schemas.microsoft.com/office/drawing/2014/main" id="{917557E8-C929-14A2-CCA8-5710E1D1AEC4}"/>
                    </a:ext>
                  </a:extLst>
                </p:cNvPr>
                <p:cNvSpPr/>
                <p:nvPr/>
              </p:nvSpPr>
              <p:spPr>
                <a:xfrm>
                  <a:off x="6253690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" name="pg235">
                  <a:extLst>
                    <a:ext uri="{FF2B5EF4-FFF2-40B4-BE49-F238E27FC236}">
                      <a16:creationId xmlns:a16="http://schemas.microsoft.com/office/drawing/2014/main" id="{A76A7BC5-676F-B00C-7F94-C40750C0948D}"/>
                    </a:ext>
                  </a:extLst>
                </p:cNvPr>
                <p:cNvSpPr/>
                <p:nvPr/>
              </p:nvSpPr>
              <p:spPr>
                <a:xfrm>
                  <a:off x="6265328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" name="pg236">
                  <a:extLst>
                    <a:ext uri="{FF2B5EF4-FFF2-40B4-BE49-F238E27FC236}">
                      <a16:creationId xmlns:a16="http://schemas.microsoft.com/office/drawing/2014/main" id="{839204EE-2C01-455D-9C0A-C5E66DB1A010}"/>
                    </a:ext>
                  </a:extLst>
                </p:cNvPr>
                <p:cNvSpPr/>
                <p:nvPr/>
              </p:nvSpPr>
              <p:spPr>
                <a:xfrm>
                  <a:off x="6276965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" name="pg237">
                  <a:extLst>
                    <a:ext uri="{FF2B5EF4-FFF2-40B4-BE49-F238E27FC236}">
                      <a16:creationId xmlns:a16="http://schemas.microsoft.com/office/drawing/2014/main" id="{59D77632-9314-A331-8802-6001B5277620}"/>
                    </a:ext>
                  </a:extLst>
                </p:cNvPr>
                <p:cNvSpPr/>
                <p:nvPr/>
              </p:nvSpPr>
              <p:spPr>
                <a:xfrm>
                  <a:off x="6288602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" name="pg238">
                  <a:extLst>
                    <a:ext uri="{FF2B5EF4-FFF2-40B4-BE49-F238E27FC236}">
                      <a16:creationId xmlns:a16="http://schemas.microsoft.com/office/drawing/2014/main" id="{287F6129-1349-4927-B865-350D996A2656}"/>
                    </a:ext>
                  </a:extLst>
                </p:cNvPr>
                <p:cNvSpPr/>
                <p:nvPr/>
              </p:nvSpPr>
              <p:spPr>
                <a:xfrm>
                  <a:off x="6300240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" name="pg239">
                  <a:extLst>
                    <a:ext uri="{FF2B5EF4-FFF2-40B4-BE49-F238E27FC236}">
                      <a16:creationId xmlns:a16="http://schemas.microsoft.com/office/drawing/2014/main" id="{37A11D09-378B-7F15-E4F6-493BB8A42B38}"/>
                    </a:ext>
                  </a:extLst>
                </p:cNvPr>
                <p:cNvSpPr/>
                <p:nvPr/>
              </p:nvSpPr>
              <p:spPr>
                <a:xfrm>
                  <a:off x="6311877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" name="pg240">
                  <a:extLst>
                    <a:ext uri="{FF2B5EF4-FFF2-40B4-BE49-F238E27FC236}">
                      <a16:creationId xmlns:a16="http://schemas.microsoft.com/office/drawing/2014/main" id="{DE2CF126-7876-247D-1C73-1906AAB50914}"/>
                    </a:ext>
                  </a:extLst>
                </p:cNvPr>
                <p:cNvSpPr/>
                <p:nvPr/>
              </p:nvSpPr>
              <p:spPr>
                <a:xfrm>
                  <a:off x="6323514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" name="pg241">
                  <a:extLst>
                    <a:ext uri="{FF2B5EF4-FFF2-40B4-BE49-F238E27FC236}">
                      <a16:creationId xmlns:a16="http://schemas.microsoft.com/office/drawing/2014/main" id="{604DF605-E2C4-9ACD-2F40-958C90449D8D}"/>
                    </a:ext>
                  </a:extLst>
                </p:cNvPr>
                <p:cNvSpPr/>
                <p:nvPr/>
              </p:nvSpPr>
              <p:spPr>
                <a:xfrm>
                  <a:off x="6335152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" name="pg242">
                  <a:extLst>
                    <a:ext uri="{FF2B5EF4-FFF2-40B4-BE49-F238E27FC236}">
                      <a16:creationId xmlns:a16="http://schemas.microsoft.com/office/drawing/2014/main" id="{21DBEF11-5463-B747-9735-519EF61239DB}"/>
                    </a:ext>
                  </a:extLst>
                </p:cNvPr>
                <p:cNvSpPr/>
                <p:nvPr/>
              </p:nvSpPr>
              <p:spPr>
                <a:xfrm>
                  <a:off x="5299429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" name="pg243">
                  <a:extLst>
                    <a:ext uri="{FF2B5EF4-FFF2-40B4-BE49-F238E27FC236}">
                      <a16:creationId xmlns:a16="http://schemas.microsoft.com/office/drawing/2014/main" id="{94393CDE-ED87-CD8D-96CE-DD0EEDEC415F}"/>
                    </a:ext>
                  </a:extLst>
                </p:cNvPr>
                <p:cNvSpPr/>
                <p:nvPr/>
              </p:nvSpPr>
              <p:spPr>
                <a:xfrm>
                  <a:off x="5311067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" name="pg244">
                  <a:extLst>
                    <a:ext uri="{FF2B5EF4-FFF2-40B4-BE49-F238E27FC236}">
                      <a16:creationId xmlns:a16="http://schemas.microsoft.com/office/drawing/2014/main" id="{0CF1A4F4-A8C4-E88C-38FA-BB96528BD7C5}"/>
                    </a:ext>
                  </a:extLst>
                </p:cNvPr>
                <p:cNvSpPr/>
                <p:nvPr/>
              </p:nvSpPr>
              <p:spPr>
                <a:xfrm>
                  <a:off x="5322704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" name="pg245">
                  <a:extLst>
                    <a:ext uri="{FF2B5EF4-FFF2-40B4-BE49-F238E27FC236}">
                      <a16:creationId xmlns:a16="http://schemas.microsoft.com/office/drawing/2014/main" id="{6F44030C-61ED-1002-39E5-CA0D1F90B0C5}"/>
                    </a:ext>
                  </a:extLst>
                </p:cNvPr>
                <p:cNvSpPr/>
                <p:nvPr/>
              </p:nvSpPr>
              <p:spPr>
                <a:xfrm>
                  <a:off x="5334341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" name="pg246">
                  <a:extLst>
                    <a:ext uri="{FF2B5EF4-FFF2-40B4-BE49-F238E27FC236}">
                      <a16:creationId xmlns:a16="http://schemas.microsoft.com/office/drawing/2014/main" id="{F6680786-78A9-8BD5-1680-42AE81252BF8}"/>
                    </a:ext>
                  </a:extLst>
                </p:cNvPr>
                <p:cNvSpPr/>
                <p:nvPr/>
              </p:nvSpPr>
              <p:spPr>
                <a:xfrm>
                  <a:off x="5345979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" name="pg247">
                  <a:extLst>
                    <a:ext uri="{FF2B5EF4-FFF2-40B4-BE49-F238E27FC236}">
                      <a16:creationId xmlns:a16="http://schemas.microsoft.com/office/drawing/2014/main" id="{172B4FE7-C61B-ACB7-7590-8E79298894AB}"/>
                    </a:ext>
                  </a:extLst>
                </p:cNvPr>
                <p:cNvSpPr/>
                <p:nvPr/>
              </p:nvSpPr>
              <p:spPr>
                <a:xfrm>
                  <a:off x="5357616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" name="pg248">
                  <a:extLst>
                    <a:ext uri="{FF2B5EF4-FFF2-40B4-BE49-F238E27FC236}">
                      <a16:creationId xmlns:a16="http://schemas.microsoft.com/office/drawing/2014/main" id="{224F1021-4EFF-442D-6859-EE9D74A6408A}"/>
                    </a:ext>
                  </a:extLst>
                </p:cNvPr>
                <p:cNvSpPr/>
                <p:nvPr/>
              </p:nvSpPr>
              <p:spPr>
                <a:xfrm>
                  <a:off x="5369253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" name="pg249">
                  <a:extLst>
                    <a:ext uri="{FF2B5EF4-FFF2-40B4-BE49-F238E27FC236}">
                      <a16:creationId xmlns:a16="http://schemas.microsoft.com/office/drawing/2014/main" id="{1167F1F2-6BEE-08EB-6358-648351D38688}"/>
                    </a:ext>
                  </a:extLst>
                </p:cNvPr>
                <p:cNvSpPr/>
                <p:nvPr/>
              </p:nvSpPr>
              <p:spPr>
                <a:xfrm>
                  <a:off x="5380891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" name="pg250">
                  <a:extLst>
                    <a:ext uri="{FF2B5EF4-FFF2-40B4-BE49-F238E27FC236}">
                      <a16:creationId xmlns:a16="http://schemas.microsoft.com/office/drawing/2014/main" id="{EB1C0A9A-B72C-CEB1-8DE9-02E527AA0552}"/>
                    </a:ext>
                  </a:extLst>
                </p:cNvPr>
                <p:cNvSpPr/>
                <p:nvPr/>
              </p:nvSpPr>
              <p:spPr>
                <a:xfrm>
                  <a:off x="5392528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" name="pg251">
                  <a:extLst>
                    <a:ext uri="{FF2B5EF4-FFF2-40B4-BE49-F238E27FC236}">
                      <a16:creationId xmlns:a16="http://schemas.microsoft.com/office/drawing/2014/main" id="{D11D315B-2EEF-0260-4FA8-A3E2CD6ED765}"/>
                    </a:ext>
                  </a:extLst>
                </p:cNvPr>
                <p:cNvSpPr/>
                <p:nvPr/>
              </p:nvSpPr>
              <p:spPr>
                <a:xfrm>
                  <a:off x="5404165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" name="pg252">
                  <a:extLst>
                    <a:ext uri="{FF2B5EF4-FFF2-40B4-BE49-F238E27FC236}">
                      <a16:creationId xmlns:a16="http://schemas.microsoft.com/office/drawing/2014/main" id="{51737F8D-7A0D-1D9C-113F-641B4450D306}"/>
                    </a:ext>
                  </a:extLst>
                </p:cNvPr>
                <p:cNvSpPr/>
                <p:nvPr/>
              </p:nvSpPr>
              <p:spPr>
                <a:xfrm>
                  <a:off x="5415803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" name="pg253">
                  <a:extLst>
                    <a:ext uri="{FF2B5EF4-FFF2-40B4-BE49-F238E27FC236}">
                      <a16:creationId xmlns:a16="http://schemas.microsoft.com/office/drawing/2014/main" id="{A3E73B89-2AC6-B88C-5538-F0968D44E218}"/>
                    </a:ext>
                  </a:extLst>
                </p:cNvPr>
                <p:cNvSpPr/>
                <p:nvPr/>
              </p:nvSpPr>
              <p:spPr>
                <a:xfrm>
                  <a:off x="5427440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" name="pg254">
                  <a:extLst>
                    <a:ext uri="{FF2B5EF4-FFF2-40B4-BE49-F238E27FC236}">
                      <a16:creationId xmlns:a16="http://schemas.microsoft.com/office/drawing/2014/main" id="{5C256744-0BD0-C848-516B-CF2C2833FAB3}"/>
                    </a:ext>
                  </a:extLst>
                </p:cNvPr>
                <p:cNvSpPr/>
                <p:nvPr/>
              </p:nvSpPr>
              <p:spPr>
                <a:xfrm>
                  <a:off x="6172229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" name="pg255">
                  <a:extLst>
                    <a:ext uri="{FF2B5EF4-FFF2-40B4-BE49-F238E27FC236}">
                      <a16:creationId xmlns:a16="http://schemas.microsoft.com/office/drawing/2014/main" id="{067C3488-7E7C-6D7C-D9B5-07EC6F8FDDC0}"/>
                    </a:ext>
                  </a:extLst>
                </p:cNvPr>
                <p:cNvSpPr/>
                <p:nvPr/>
              </p:nvSpPr>
              <p:spPr>
                <a:xfrm>
                  <a:off x="6183866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" name="pg256">
                  <a:extLst>
                    <a:ext uri="{FF2B5EF4-FFF2-40B4-BE49-F238E27FC236}">
                      <a16:creationId xmlns:a16="http://schemas.microsoft.com/office/drawing/2014/main" id="{88383821-4C61-0D1D-BE6B-46F7C9FDCB4D}"/>
                    </a:ext>
                  </a:extLst>
                </p:cNvPr>
                <p:cNvSpPr/>
                <p:nvPr/>
              </p:nvSpPr>
              <p:spPr>
                <a:xfrm>
                  <a:off x="6195504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" name="pg257">
                  <a:extLst>
                    <a:ext uri="{FF2B5EF4-FFF2-40B4-BE49-F238E27FC236}">
                      <a16:creationId xmlns:a16="http://schemas.microsoft.com/office/drawing/2014/main" id="{4D74A5AD-5450-DCCE-6C25-3D5703465E95}"/>
                    </a:ext>
                  </a:extLst>
                </p:cNvPr>
                <p:cNvSpPr/>
                <p:nvPr/>
              </p:nvSpPr>
              <p:spPr>
                <a:xfrm>
                  <a:off x="6207141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" name="pg258">
                  <a:extLst>
                    <a:ext uri="{FF2B5EF4-FFF2-40B4-BE49-F238E27FC236}">
                      <a16:creationId xmlns:a16="http://schemas.microsoft.com/office/drawing/2014/main" id="{6F893941-F4F9-2A8E-4F23-CC88762356E8}"/>
                    </a:ext>
                  </a:extLst>
                </p:cNvPr>
                <p:cNvSpPr/>
                <p:nvPr/>
              </p:nvSpPr>
              <p:spPr>
                <a:xfrm>
                  <a:off x="6218778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" name="pg259">
                  <a:extLst>
                    <a:ext uri="{FF2B5EF4-FFF2-40B4-BE49-F238E27FC236}">
                      <a16:creationId xmlns:a16="http://schemas.microsoft.com/office/drawing/2014/main" id="{2AB3FCB5-01D9-B186-897D-B3563F3152E4}"/>
                    </a:ext>
                  </a:extLst>
                </p:cNvPr>
                <p:cNvSpPr/>
                <p:nvPr/>
              </p:nvSpPr>
              <p:spPr>
                <a:xfrm>
                  <a:off x="6230416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" name="pg260">
                  <a:extLst>
                    <a:ext uri="{FF2B5EF4-FFF2-40B4-BE49-F238E27FC236}">
                      <a16:creationId xmlns:a16="http://schemas.microsoft.com/office/drawing/2014/main" id="{DB1317A6-FF7F-9257-9968-764D75CFDB8B}"/>
                    </a:ext>
                  </a:extLst>
                </p:cNvPr>
                <p:cNvSpPr/>
                <p:nvPr/>
              </p:nvSpPr>
              <p:spPr>
                <a:xfrm>
                  <a:off x="6242053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" name="pg261">
                  <a:extLst>
                    <a:ext uri="{FF2B5EF4-FFF2-40B4-BE49-F238E27FC236}">
                      <a16:creationId xmlns:a16="http://schemas.microsoft.com/office/drawing/2014/main" id="{B4B2F5DB-562F-23AB-ABAD-A3C6D936C765}"/>
                    </a:ext>
                  </a:extLst>
                </p:cNvPr>
                <p:cNvSpPr/>
                <p:nvPr/>
              </p:nvSpPr>
              <p:spPr>
                <a:xfrm>
                  <a:off x="6253690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" name="pg262">
                  <a:extLst>
                    <a:ext uri="{FF2B5EF4-FFF2-40B4-BE49-F238E27FC236}">
                      <a16:creationId xmlns:a16="http://schemas.microsoft.com/office/drawing/2014/main" id="{936FA93F-09CE-20B6-CF21-297D50D93F06}"/>
                    </a:ext>
                  </a:extLst>
                </p:cNvPr>
                <p:cNvSpPr/>
                <p:nvPr/>
              </p:nvSpPr>
              <p:spPr>
                <a:xfrm>
                  <a:off x="6265328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" name="pg263">
                  <a:extLst>
                    <a:ext uri="{FF2B5EF4-FFF2-40B4-BE49-F238E27FC236}">
                      <a16:creationId xmlns:a16="http://schemas.microsoft.com/office/drawing/2014/main" id="{0C54A8B6-8ABC-A01F-D7A4-C63623A057D1}"/>
                    </a:ext>
                  </a:extLst>
                </p:cNvPr>
                <p:cNvSpPr/>
                <p:nvPr/>
              </p:nvSpPr>
              <p:spPr>
                <a:xfrm>
                  <a:off x="6276965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" name="pg264">
                  <a:extLst>
                    <a:ext uri="{FF2B5EF4-FFF2-40B4-BE49-F238E27FC236}">
                      <a16:creationId xmlns:a16="http://schemas.microsoft.com/office/drawing/2014/main" id="{70523838-9442-7706-2F69-C13450BD0556}"/>
                    </a:ext>
                  </a:extLst>
                </p:cNvPr>
                <p:cNvSpPr/>
                <p:nvPr/>
              </p:nvSpPr>
              <p:spPr>
                <a:xfrm>
                  <a:off x="6288602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" name="pg265">
                  <a:extLst>
                    <a:ext uri="{FF2B5EF4-FFF2-40B4-BE49-F238E27FC236}">
                      <a16:creationId xmlns:a16="http://schemas.microsoft.com/office/drawing/2014/main" id="{11716C7F-ED7B-C9E0-5618-792B5115936F}"/>
                    </a:ext>
                  </a:extLst>
                </p:cNvPr>
                <p:cNvSpPr/>
                <p:nvPr/>
              </p:nvSpPr>
              <p:spPr>
                <a:xfrm>
                  <a:off x="6300240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" name="pg266">
                  <a:extLst>
                    <a:ext uri="{FF2B5EF4-FFF2-40B4-BE49-F238E27FC236}">
                      <a16:creationId xmlns:a16="http://schemas.microsoft.com/office/drawing/2014/main" id="{84CBAF40-2974-4D62-E279-60EE255145B9}"/>
                    </a:ext>
                  </a:extLst>
                </p:cNvPr>
                <p:cNvSpPr/>
                <p:nvPr/>
              </p:nvSpPr>
              <p:spPr>
                <a:xfrm>
                  <a:off x="6311877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" name="pg267">
                  <a:extLst>
                    <a:ext uri="{FF2B5EF4-FFF2-40B4-BE49-F238E27FC236}">
                      <a16:creationId xmlns:a16="http://schemas.microsoft.com/office/drawing/2014/main" id="{A0CE0074-6A28-C381-104B-6946ADB2CF9A}"/>
                    </a:ext>
                  </a:extLst>
                </p:cNvPr>
                <p:cNvSpPr/>
                <p:nvPr/>
              </p:nvSpPr>
              <p:spPr>
                <a:xfrm>
                  <a:off x="6323514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" name="pg268">
                  <a:extLst>
                    <a:ext uri="{FF2B5EF4-FFF2-40B4-BE49-F238E27FC236}">
                      <a16:creationId xmlns:a16="http://schemas.microsoft.com/office/drawing/2014/main" id="{D986781A-CE3F-2992-15D0-51E59C891F0D}"/>
                    </a:ext>
                  </a:extLst>
                </p:cNvPr>
                <p:cNvSpPr/>
                <p:nvPr/>
              </p:nvSpPr>
              <p:spPr>
                <a:xfrm>
                  <a:off x="5299429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" name="pg269">
                  <a:extLst>
                    <a:ext uri="{FF2B5EF4-FFF2-40B4-BE49-F238E27FC236}">
                      <a16:creationId xmlns:a16="http://schemas.microsoft.com/office/drawing/2014/main" id="{19585001-307F-ADF5-2185-B05EA1F97137}"/>
                    </a:ext>
                  </a:extLst>
                </p:cNvPr>
                <p:cNvSpPr/>
                <p:nvPr/>
              </p:nvSpPr>
              <p:spPr>
                <a:xfrm>
                  <a:off x="5311067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" name="pg270">
                  <a:extLst>
                    <a:ext uri="{FF2B5EF4-FFF2-40B4-BE49-F238E27FC236}">
                      <a16:creationId xmlns:a16="http://schemas.microsoft.com/office/drawing/2014/main" id="{2DFBC9A3-EAAD-012E-D9E2-3B3434555A75}"/>
                    </a:ext>
                  </a:extLst>
                </p:cNvPr>
                <p:cNvSpPr/>
                <p:nvPr/>
              </p:nvSpPr>
              <p:spPr>
                <a:xfrm>
                  <a:off x="5322704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" name="pg271">
                  <a:extLst>
                    <a:ext uri="{FF2B5EF4-FFF2-40B4-BE49-F238E27FC236}">
                      <a16:creationId xmlns:a16="http://schemas.microsoft.com/office/drawing/2014/main" id="{41F0AC90-90AE-1FFE-0451-7D52461B6E23}"/>
                    </a:ext>
                  </a:extLst>
                </p:cNvPr>
                <p:cNvSpPr/>
                <p:nvPr/>
              </p:nvSpPr>
              <p:spPr>
                <a:xfrm>
                  <a:off x="5334341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" name="pg272">
                  <a:extLst>
                    <a:ext uri="{FF2B5EF4-FFF2-40B4-BE49-F238E27FC236}">
                      <a16:creationId xmlns:a16="http://schemas.microsoft.com/office/drawing/2014/main" id="{EDF487B9-5D15-2F59-2244-CB8A1F931CC1}"/>
                    </a:ext>
                  </a:extLst>
                </p:cNvPr>
                <p:cNvSpPr/>
                <p:nvPr/>
              </p:nvSpPr>
              <p:spPr>
                <a:xfrm>
                  <a:off x="5345979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" name="pg273">
                  <a:extLst>
                    <a:ext uri="{FF2B5EF4-FFF2-40B4-BE49-F238E27FC236}">
                      <a16:creationId xmlns:a16="http://schemas.microsoft.com/office/drawing/2014/main" id="{E55596F3-2510-F0E9-6D1F-1BBB32BBF0E1}"/>
                    </a:ext>
                  </a:extLst>
                </p:cNvPr>
                <p:cNvSpPr/>
                <p:nvPr/>
              </p:nvSpPr>
              <p:spPr>
                <a:xfrm>
                  <a:off x="5357616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" name="pg274">
                  <a:extLst>
                    <a:ext uri="{FF2B5EF4-FFF2-40B4-BE49-F238E27FC236}">
                      <a16:creationId xmlns:a16="http://schemas.microsoft.com/office/drawing/2014/main" id="{A6D4CAE0-6988-6577-7430-ABB736D9629D}"/>
                    </a:ext>
                  </a:extLst>
                </p:cNvPr>
                <p:cNvSpPr/>
                <p:nvPr/>
              </p:nvSpPr>
              <p:spPr>
                <a:xfrm>
                  <a:off x="5369253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" name="pg275">
                  <a:extLst>
                    <a:ext uri="{FF2B5EF4-FFF2-40B4-BE49-F238E27FC236}">
                      <a16:creationId xmlns:a16="http://schemas.microsoft.com/office/drawing/2014/main" id="{129B464C-200F-D4AF-037F-0EB3BC7F5427}"/>
                    </a:ext>
                  </a:extLst>
                </p:cNvPr>
                <p:cNvSpPr/>
                <p:nvPr/>
              </p:nvSpPr>
              <p:spPr>
                <a:xfrm>
                  <a:off x="5380891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" name="pg276">
                  <a:extLst>
                    <a:ext uri="{FF2B5EF4-FFF2-40B4-BE49-F238E27FC236}">
                      <a16:creationId xmlns:a16="http://schemas.microsoft.com/office/drawing/2014/main" id="{49DB82A0-A9C8-2F0B-509B-F01A1D0F5882}"/>
                    </a:ext>
                  </a:extLst>
                </p:cNvPr>
                <p:cNvSpPr/>
                <p:nvPr/>
              </p:nvSpPr>
              <p:spPr>
                <a:xfrm>
                  <a:off x="5392528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" name="pg277">
                  <a:extLst>
                    <a:ext uri="{FF2B5EF4-FFF2-40B4-BE49-F238E27FC236}">
                      <a16:creationId xmlns:a16="http://schemas.microsoft.com/office/drawing/2014/main" id="{87E808B4-6807-98BB-BC35-A0CB2CE78528}"/>
                    </a:ext>
                  </a:extLst>
                </p:cNvPr>
                <p:cNvSpPr/>
                <p:nvPr/>
              </p:nvSpPr>
              <p:spPr>
                <a:xfrm>
                  <a:off x="5404165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" name="pg278">
                  <a:extLst>
                    <a:ext uri="{FF2B5EF4-FFF2-40B4-BE49-F238E27FC236}">
                      <a16:creationId xmlns:a16="http://schemas.microsoft.com/office/drawing/2014/main" id="{CC809C25-CE71-78AB-2851-0451810815DC}"/>
                    </a:ext>
                  </a:extLst>
                </p:cNvPr>
                <p:cNvSpPr/>
                <p:nvPr/>
              </p:nvSpPr>
              <p:spPr>
                <a:xfrm>
                  <a:off x="5415803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" name="pg279">
                  <a:extLst>
                    <a:ext uri="{FF2B5EF4-FFF2-40B4-BE49-F238E27FC236}">
                      <a16:creationId xmlns:a16="http://schemas.microsoft.com/office/drawing/2014/main" id="{ECF37951-1225-93BD-5D3D-30F697DF78AB}"/>
                    </a:ext>
                  </a:extLst>
                </p:cNvPr>
                <p:cNvSpPr/>
                <p:nvPr/>
              </p:nvSpPr>
              <p:spPr>
                <a:xfrm>
                  <a:off x="5427440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" name="pg280">
                  <a:extLst>
                    <a:ext uri="{FF2B5EF4-FFF2-40B4-BE49-F238E27FC236}">
                      <a16:creationId xmlns:a16="http://schemas.microsoft.com/office/drawing/2014/main" id="{906A711A-B22D-F154-BF9D-6A7A1A0C199A}"/>
                    </a:ext>
                  </a:extLst>
                </p:cNvPr>
                <p:cNvSpPr/>
                <p:nvPr/>
              </p:nvSpPr>
              <p:spPr>
                <a:xfrm>
                  <a:off x="6079130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" name="pg281">
                  <a:extLst>
                    <a:ext uri="{FF2B5EF4-FFF2-40B4-BE49-F238E27FC236}">
                      <a16:creationId xmlns:a16="http://schemas.microsoft.com/office/drawing/2014/main" id="{35495158-4992-C562-B3FF-B4A52366CE42}"/>
                    </a:ext>
                  </a:extLst>
                </p:cNvPr>
                <p:cNvSpPr/>
                <p:nvPr/>
              </p:nvSpPr>
              <p:spPr>
                <a:xfrm>
                  <a:off x="6090768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" name="pg282">
                  <a:extLst>
                    <a:ext uri="{FF2B5EF4-FFF2-40B4-BE49-F238E27FC236}">
                      <a16:creationId xmlns:a16="http://schemas.microsoft.com/office/drawing/2014/main" id="{3543B5B8-2521-7060-3312-47C8DF365B3B}"/>
                    </a:ext>
                  </a:extLst>
                </p:cNvPr>
                <p:cNvSpPr/>
                <p:nvPr/>
              </p:nvSpPr>
              <p:spPr>
                <a:xfrm>
                  <a:off x="6102405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" name="pg283">
                  <a:extLst>
                    <a:ext uri="{FF2B5EF4-FFF2-40B4-BE49-F238E27FC236}">
                      <a16:creationId xmlns:a16="http://schemas.microsoft.com/office/drawing/2014/main" id="{452FD578-6C7D-148E-C31B-975434B33B42}"/>
                    </a:ext>
                  </a:extLst>
                </p:cNvPr>
                <p:cNvSpPr/>
                <p:nvPr/>
              </p:nvSpPr>
              <p:spPr>
                <a:xfrm>
                  <a:off x="6114042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" name="pg284">
                  <a:extLst>
                    <a:ext uri="{FF2B5EF4-FFF2-40B4-BE49-F238E27FC236}">
                      <a16:creationId xmlns:a16="http://schemas.microsoft.com/office/drawing/2014/main" id="{6EC214A4-7397-803D-620A-593828F30ACC}"/>
                    </a:ext>
                  </a:extLst>
                </p:cNvPr>
                <p:cNvSpPr/>
                <p:nvPr/>
              </p:nvSpPr>
              <p:spPr>
                <a:xfrm>
                  <a:off x="6148954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" name="pg285">
                  <a:extLst>
                    <a:ext uri="{FF2B5EF4-FFF2-40B4-BE49-F238E27FC236}">
                      <a16:creationId xmlns:a16="http://schemas.microsoft.com/office/drawing/2014/main" id="{977BB5DE-2DC5-CE0F-0F84-36E2120F5FA1}"/>
                    </a:ext>
                  </a:extLst>
                </p:cNvPr>
                <p:cNvSpPr/>
                <p:nvPr/>
              </p:nvSpPr>
              <p:spPr>
                <a:xfrm>
                  <a:off x="6160592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" name="pg286">
                  <a:extLst>
                    <a:ext uri="{FF2B5EF4-FFF2-40B4-BE49-F238E27FC236}">
                      <a16:creationId xmlns:a16="http://schemas.microsoft.com/office/drawing/2014/main" id="{A027BB9D-B978-EC15-309E-1D3462D2AF9F}"/>
                    </a:ext>
                  </a:extLst>
                </p:cNvPr>
                <p:cNvSpPr/>
                <p:nvPr/>
              </p:nvSpPr>
              <p:spPr>
                <a:xfrm>
                  <a:off x="6172229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" name="pg287">
                  <a:extLst>
                    <a:ext uri="{FF2B5EF4-FFF2-40B4-BE49-F238E27FC236}">
                      <a16:creationId xmlns:a16="http://schemas.microsoft.com/office/drawing/2014/main" id="{93C76191-D0D3-51B5-44B6-928DCD25A380}"/>
                    </a:ext>
                  </a:extLst>
                </p:cNvPr>
                <p:cNvSpPr/>
                <p:nvPr/>
              </p:nvSpPr>
              <p:spPr>
                <a:xfrm>
                  <a:off x="6183866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" name="pg288">
                  <a:extLst>
                    <a:ext uri="{FF2B5EF4-FFF2-40B4-BE49-F238E27FC236}">
                      <a16:creationId xmlns:a16="http://schemas.microsoft.com/office/drawing/2014/main" id="{75C9749B-63ED-1C47-597E-3BCB0557E35F}"/>
                    </a:ext>
                  </a:extLst>
                </p:cNvPr>
                <p:cNvSpPr/>
                <p:nvPr/>
              </p:nvSpPr>
              <p:spPr>
                <a:xfrm>
                  <a:off x="6195504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" name="pg289">
                  <a:extLst>
                    <a:ext uri="{FF2B5EF4-FFF2-40B4-BE49-F238E27FC236}">
                      <a16:creationId xmlns:a16="http://schemas.microsoft.com/office/drawing/2014/main" id="{343DA121-38D7-D712-D38D-4BB5BF08BCCA}"/>
                    </a:ext>
                  </a:extLst>
                </p:cNvPr>
                <p:cNvSpPr/>
                <p:nvPr/>
              </p:nvSpPr>
              <p:spPr>
                <a:xfrm>
                  <a:off x="6207141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" name="pg290">
                  <a:extLst>
                    <a:ext uri="{FF2B5EF4-FFF2-40B4-BE49-F238E27FC236}">
                      <a16:creationId xmlns:a16="http://schemas.microsoft.com/office/drawing/2014/main" id="{A66B3DDD-BADF-7395-9D1A-698D73575825}"/>
                    </a:ext>
                  </a:extLst>
                </p:cNvPr>
                <p:cNvSpPr/>
                <p:nvPr/>
              </p:nvSpPr>
              <p:spPr>
                <a:xfrm>
                  <a:off x="6218778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" name="pg291">
                  <a:extLst>
                    <a:ext uri="{FF2B5EF4-FFF2-40B4-BE49-F238E27FC236}">
                      <a16:creationId xmlns:a16="http://schemas.microsoft.com/office/drawing/2014/main" id="{42ADBD16-C75A-0D68-5FA1-1BE5F39A5E54}"/>
                    </a:ext>
                  </a:extLst>
                </p:cNvPr>
                <p:cNvSpPr/>
                <p:nvPr/>
              </p:nvSpPr>
              <p:spPr>
                <a:xfrm>
                  <a:off x="6230416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" name="pg292">
                  <a:extLst>
                    <a:ext uri="{FF2B5EF4-FFF2-40B4-BE49-F238E27FC236}">
                      <a16:creationId xmlns:a16="http://schemas.microsoft.com/office/drawing/2014/main" id="{62417871-094E-EFEE-DB20-A22FBCE335B0}"/>
                    </a:ext>
                  </a:extLst>
                </p:cNvPr>
                <p:cNvSpPr/>
                <p:nvPr/>
              </p:nvSpPr>
              <p:spPr>
                <a:xfrm>
                  <a:off x="6242053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" name="pg293">
                  <a:extLst>
                    <a:ext uri="{FF2B5EF4-FFF2-40B4-BE49-F238E27FC236}">
                      <a16:creationId xmlns:a16="http://schemas.microsoft.com/office/drawing/2014/main" id="{1C99A1B4-83DC-8609-0BAF-7C1260768CA2}"/>
                    </a:ext>
                  </a:extLst>
                </p:cNvPr>
                <p:cNvSpPr/>
                <p:nvPr/>
              </p:nvSpPr>
              <p:spPr>
                <a:xfrm>
                  <a:off x="6253690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" name="pg294">
                  <a:extLst>
                    <a:ext uri="{FF2B5EF4-FFF2-40B4-BE49-F238E27FC236}">
                      <a16:creationId xmlns:a16="http://schemas.microsoft.com/office/drawing/2014/main" id="{5FD12260-2E41-A731-91A6-4DCC5395F70A}"/>
                    </a:ext>
                  </a:extLst>
                </p:cNvPr>
                <p:cNvSpPr/>
                <p:nvPr/>
              </p:nvSpPr>
              <p:spPr>
                <a:xfrm>
                  <a:off x="6265328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" name="pg295">
                  <a:extLst>
                    <a:ext uri="{FF2B5EF4-FFF2-40B4-BE49-F238E27FC236}">
                      <a16:creationId xmlns:a16="http://schemas.microsoft.com/office/drawing/2014/main" id="{BB9388D5-1D04-D63E-EC47-996505CE02FC}"/>
                    </a:ext>
                  </a:extLst>
                </p:cNvPr>
                <p:cNvSpPr/>
                <p:nvPr/>
              </p:nvSpPr>
              <p:spPr>
                <a:xfrm>
                  <a:off x="6276965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" name="pg296">
                  <a:extLst>
                    <a:ext uri="{FF2B5EF4-FFF2-40B4-BE49-F238E27FC236}">
                      <a16:creationId xmlns:a16="http://schemas.microsoft.com/office/drawing/2014/main" id="{CB35BE07-1B29-C14C-94B4-0BA1C805E4FA}"/>
                    </a:ext>
                  </a:extLst>
                </p:cNvPr>
                <p:cNvSpPr/>
                <p:nvPr/>
              </p:nvSpPr>
              <p:spPr>
                <a:xfrm>
                  <a:off x="6288602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" name="pg297">
                  <a:extLst>
                    <a:ext uri="{FF2B5EF4-FFF2-40B4-BE49-F238E27FC236}">
                      <a16:creationId xmlns:a16="http://schemas.microsoft.com/office/drawing/2014/main" id="{C5DCA7C5-B115-544C-3532-EB816516F22A}"/>
                    </a:ext>
                  </a:extLst>
                </p:cNvPr>
                <p:cNvSpPr/>
                <p:nvPr/>
              </p:nvSpPr>
              <p:spPr>
                <a:xfrm>
                  <a:off x="6300240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" name="pg298">
                  <a:extLst>
                    <a:ext uri="{FF2B5EF4-FFF2-40B4-BE49-F238E27FC236}">
                      <a16:creationId xmlns:a16="http://schemas.microsoft.com/office/drawing/2014/main" id="{505513E3-DC2E-6D01-D698-14D81EBC00B6}"/>
                    </a:ext>
                  </a:extLst>
                </p:cNvPr>
                <p:cNvSpPr/>
                <p:nvPr/>
              </p:nvSpPr>
              <p:spPr>
                <a:xfrm>
                  <a:off x="6311877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" name="pg299">
                  <a:extLst>
                    <a:ext uri="{FF2B5EF4-FFF2-40B4-BE49-F238E27FC236}">
                      <a16:creationId xmlns:a16="http://schemas.microsoft.com/office/drawing/2014/main" id="{851FDD91-FD0D-3376-7114-DF92D7929EF8}"/>
                    </a:ext>
                  </a:extLst>
                </p:cNvPr>
                <p:cNvSpPr/>
                <p:nvPr/>
              </p:nvSpPr>
              <p:spPr>
                <a:xfrm>
                  <a:off x="6323514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" name="pg300">
                  <a:extLst>
                    <a:ext uri="{FF2B5EF4-FFF2-40B4-BE49-F238E27FC236}">
                      <a16:creationId xmlns:a16="http://schemas.microsoft.com/office/drawing/2014/main" id="{799C1F38-CFE3-D39C-1F59-E6EA8DD67147}"/>
                    </a:ext>
                  </a:extLst>
                </p:cNvPr>
                <p:cNvSpPr/>
                <p:nvPr/>
              </p:nvSpPr>
              <p:spPr>
                <a:xfrm>
                  <a:off x="5287792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" name="pg301">
                  <a:extLst>
                    <a:ext uri="{FF2B5EF4-FFF2-40B4-BE49-F238E27FC236}">
                      <a16:creationId xmlns:a16="http://schemas.microsoft.com/office/drawing/2014/main" id="{FA2B2213-8D8F-5B55-E16F-D8F3069954BA}"/>
                    </a:ext>
                  </a:extLst>
                </p:cNvPr>
                <p:cNvSpPr/>
                <p:nvPr/>
              </p:nvSpPr>
              <p:spPr>
                <a:xfrm>
                  <a:off x="5299429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" name="pg302">
                  <a:extLst>
                    <a:ext uri="{FF2B5EF4-FFF2-40B4-BE49-F238E27FC236}">
                      <a16:creationId xmlns:a16="http://schemas.microsoft.com/office/drawing/2014/main" id="{408F30EB-E89D-52C7-40EB-1B3FC4171A54}"/>
                    </a:ext>
                  </a:extLst>
                </p:cNvPr>
                <p:cNvSpPr/>
                <p:nvPr/>
              </p:nvSpPr>
              <p:spPr>
                <a:xfrm>
                  <a:off x="5311067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" name="pg303">
                  <a:extLst>
                    <a:ext uri="{FF2B5EF4-FFF2-40B4-BE49-F238E27FC236}">
                      <a16:creationId xmlns:a16="http://schemas.microsoft.com/office/drawing/2014/main" id="{98D94A66-5315-C4A0-77E1-52D11F4455DB}"/>
                    </a:ext>
                  </a:extLst>
                </p:cNvPr>
                <p:cNvSpPr/>
                <p:nvPr/>
              </p:nvSpPr>
              <p:spPr>
                <a:xfrm>
                  <a:off x="5322704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" name="pg304">
                  <a:extLst>
                    <a:ext uri="{FF2B5EF4-FFF2-40B4-BE49-F238E27FC236}">
                      <a16:creationId xmlns:a16="http://schemas.microsoft.com/office/drawing/2014/main" id="{4BA415B8-74C2-59AC-1750-E5FA1923379D}"/>
                    </a:ext>
                  </a:extLst>
                </p:cNvPr>
                <p:cNvSpPr/>
                <p:nvPr/>
              </p:nvSpPr>
              <p:spPr>
                <a:xfrm>
                  <a:off x="5334341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" name="pg305">
                  <a:extLst>
                    <a:ext uri="{FF2B5EF4-FFF2-40B4-BE49-F238E27FC236}">
                      <a16:creationId xmlns:a16="http://schemas.microsoft.com/office/drawing/2014/main" id="{E0859FC8-6268-92AD-93D5-BDA9DE6DA03F}"/>
                    </a:ext>
                  </a:extLst>
                </p:cNvPr>
                <p:cNvSpPr/>
                <p:nvPr/>
              </p:nvSpPr>
              <p:spPr>
                <a:xfrm>
                  <a:off x="5345979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" name="pg306">
                  <a:extLst>
                    <a:ext uri="{FF2B5EF4-FFF2-40B4-BE49-F238E27FC236}">
                      <a16:creationId xmlns:a16="http://schemas.microsoft.com/office/drawing/2014/main" id="{889E6407-06DD-B572-0674-A7C9E2A6B40E}"/>
                    </a:ext>
                  </a:extLst>
                </p:cNvPr>
                <p:cNvSpPr/>
                <p:nvPr/>
              </p:nvSpPr>
              <p:spPr>
                <a:xfrm>
                  <a:off x="5357616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" name="pg307">
                  <a:extLst>
                    <a:ext uri="{FF2B5EF4-FFF2-40B4-BE49-F238E27FC236}">
                      <a16:creationId xmlns:a16="http://schemas.microsoft.com/office/drawing/2014/main" id="{CC4F47AE-F75A-4141-7738-B49CDBECF38C}"/>
                    </a:ext>
                  </a:extLst>
                </p:cNvPr>
                <p:cNvSpPr/>
                <p:nvPr/>
              </p:nvSpPr>
              <p:spPr>
                <a:xfrm>
                  <a:off x="5369253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" name="pg308">
                  <a:extLst>
                    <a:ext uri="{FF2B5EF4-FFF2-40B4-BE49-F238E27FC236}">
                      <a16:creationId xmlns:a16="http://schemas.microsoft.com/office/drawing/2014/main" id="{4038BACB-A706-BB59-2F6E-0B057CD8D8E6}"/>
                    </a:ext>
                  </a:extLst>
                </p:cNvPr>
                <p:cNvSpPr/>
                <p:nvPr/>
              </p:nvSpPr>
              <p:spPr>
                <a:xfrm>
                  <a:off x="5380891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" name="pg309">
                  <a:extLst>
                    <a:ext uri="{FF2B5EF4-FFF2-40B4-BE49-F238E27FC236}">
                      <a16:creationId xmlns:a16="http://schemas.microsoft.com/office/drawing/2014/main" id="{E97F7BFD-8ABA-2950-17AC-D659C2E4DC8A}"/>
                    </a:ext>
                  </a:extLst>
                </p:cNvPr>
                <p:cNvSpPr/>
                <p:nvPr/>
              </p:nvSpPr>
              <p:spPr>
                <a:xfrm>
                  <a:off x="5392528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" name="pg310">
                  <a:extLst>
                    <a:ext uri="{FF2B5EF4-FFF2-40B4-BE49-F238E27FC236}">
                      <a16:creationId xmlns:a16="http://schemas.microsoft.com/office/drawing/2014/main" id="{6B32C5D3-35BF-6E59-0EA8-D74CC4D02BCA}"/>
                    </a:ext>
                  </a:extLst>
                </p:cNvPr>
                <p:cNvSpPr/>
                <p:nvPr/>
              </p:nvSpPr>
              <p:spPr>
                <a:xfrm>
                  <a:off x="5404165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" name="pg311">
                  <a:extLst>
                    <a:ext uri="{FF2B5EF4-FFF2-40B4-BE49-F238E27FC236}">
                      <a16:creationId xmlns:a16="http://schemas.microsoft.com/office/drawing/2014/main" id="{243B4BCF-1E55-B563-8A77-30E917961553}"/>
                    </a:ext>
                  </a:extLst>
                </p:cNvPr>
                <p:cNvSpPr/>
                <p:nvPr/>
              </p:nvSpPr>
              <p:spPr>
                <a:xfrm>
                  <a:off x="5415803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" name="pg312">
                  <a:extLst>
                    <a:ext uri="{FF2B5EF4-FFF2-40B4-BE49-F238E27FC236}">
                      <a16:creationId xmlns:a16="http://schemas.microsoft.com/office/drawing/2014/main" id="{A957D19A-0688-E78E-5FF2-41C18F5E615D}"/>
                    </a:ext>
                  </a:extLst>
                </p:cNvPr>
                <p:cNvSpPr/>
                <p:nvPr/>
              </p:nvSpPr>
              <p:spPr>
                <a:xfrm>
                  <a:off x="6067493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" name="pg313">
                  <a:extLst>
                    <a:ext uri="{FF2B5EF4-FFF2-40B4-BE49-F238E27FC236}">
                      <a16:creationId xmlns:a16="http://schemas.microsoft.com/office/drawing/2014/main" id="{D0068F70-7E39-AB1B-3CA7-FE572B063672}"/>
                    </a:ext>
                  </a:extLst>
                </p:cNvPr>
                <p:cNvSpPr/>
                <p:nvPr/>
              </p:nvSpPr>
              <p:spPr>
                <a:xfrm>
                  <a:off x="6079130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" name="pg314">
                  <a:extLst>
                    <a:ext uri="{FF2B5EF4-FFF2-40B4-BE49-F238E27FC236}">
                      <a16:creationId xmlns:a16="http://schemas.microsoft.com/office/drawing/2014/main" id="{EC414FA8-A92E-F0CA-0D21-B6C91EE6FC42}"/>
                    </a:ext>
                  </a:extLst>
                </p:cNvPr>
                <p:cNvSpPr/>
                <p:nvPr/>
              </p:nvSpPr>
              <p:spPr>
                <a:xfrm>
                  <a:off x="6090768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" name="pg315">
                  <a:extLst>
                    <a:ext uri="{FF2B5EF4-FFF2-40B4-BE49-F238E27FC236}">
                      <a16:creationId xmlns:a16="http://schemas.microsoft.com/office/drawing/2014/main" id="{B6AC6E5C-27CE-F90B-5D13-367EF3CA0366}"/>
                    </a:ext>
                  </a:extLst>
                </p:cNvPr>
                <p:cNvSpPr/>
                <p:nvPr/>
              </p:nvSpPr>
              <p:spPr>
                <a:xfrm>
                  <a:off x="6102405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" name="pg316">
                  <a:extLst>
                    <a:ext uri="{FF2B5EF4-FFF2-40B4-BE49-F238E27FC236}">
                      <a16:creationId xmlns:a16="http://schemas.microsoft.com/office/drawing/2014/main" id="{35076349-0A84-AA56-F6D9-5ADDF23BC28C}"/>
                    </a:ext>
                  </a:extLst>
                </p:cNvPr>
                <p:cNvSpPr/>
                <p:nvPr/>
              </p:nvSpPr>
              <p:spPr>
                <a:xfrm>
                  <a:off x="6114042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" name="pg317">
                  <a:extLst>
                    <a:ext uri="{FF2B5EF4-FFF2-40B4-BE49-F238E27FC236}">
                      <a16:creationId xmlns:a16="http://schemas.microsoft.com/office/drawing/2014/main" id="{04846CF6-08F6-92FB-331B-D4D04446481B}"/>
                    </a:ext>
                  </a:extLst>
                </p:cNvPr>
                <p:cNvSpPr/>
                <p:nvPr/>
              </p:nvSpPr>
              <p:spPr>
                <a:xfrm>
                  <a:off x="6125680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" name="pg318">
                  <a:extLst>
                    <a:ext uri="{FF2B5EF4-FFF2-40B4-BE49-F238E27FC236}">
                      <a16:creationId xmlns:a16="http://schemas.microsoft.com/office/drawing/2014/main" id="{98825584-D749-950E-C1A7-0F2044BD58E7}"/>
                    </a:ext>
                  </a:extLst>
                </p:cNvPr>
                <p:cNvSpPr/>
                <p:nvPr/>
              </p:nvSpPr>
              <p:spPr>
                <a:xfrm>
                  <a:off x="6137317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" name="pg319">
                  <a:extLst>
                    <a:ext uri="{FF2B5EF4-FFF2-40B4-BE49-F238E27FC236}">
                      <a16:creationId xmlns:a16="http://schemas.microsoft.com/office/drawing/2014/main" id="{0D8F42C4-0B89-47A0-3D69-5CB6488676F0}"/>
                    </a:ext>
                  </a:extLst>
                </p:cNvPr>
                <p:cNvSpPr/>
                <p:nvPr/>
              </p:nvSpPr>
              <p:spPr>
                <a:xfrm>
                  <a:off x="6148954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" name="pg320">
                  <a:extLst>
                    <a:ext uri="{FF2B5EF4-FFF2-40B4-BE49-F238E27FC236}">
                      <a16:creationId xmlns:a16="http://schemas.microsoft.com/office/drawing/2014/main" id="{193847B8-61A5-C2A4-88F8-9F92CA6245C6}"/>
                    </a:ext>
                  </a:extLst>
                </p:cNvPr>
                <p:cNvSpPr/>
                <p:nvPr/>
              </p:nvSpPr>
              <p:spPr>
                <a:xfrm>
                  <a:off x="6160592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" name="pg321">
                  <a:extLst>
                    <a:ext uri="{FF2B5EF4-FFF2-40B4-BE49-F238E27FC236}">
                      <a16:creationId xmlns:a16="http://schemas.microsoft.com/office/drawing/2014/main" id="{42971DC3-E85A-24F4-93EB-AF7C88F49419}"/>
                    </a:ext>
                  </a:extLst>
                </p:cNvPr>
                <p:cNvSpPr/>
                <p:nvPr/>
              </p:nvSpPr>
              <p:spPr>
                <a:xfrm>
                  <a:off x="6172229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" name="pg322">
                  <a:extLst>
                    <a:ext uri="{FF2B5EF4-FFF2-40B4-BE49-F238E27FC236}">
                      <a16:creationId xmlns:a16="http://schemas.microsoft.com/office/drawing/2014/main" id="{95362775-0390-0EA6-BC42-7853F190F97A}"/>
                    </a:ext>
                  </a:extLst>
                </p:cNvPr>
                <p:cNvSpPr/>
                <p:nvPr/>
              </p:nvSpPr>
              <p:spPr>
                <a:xfrm>
                  <a:off x="6183866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" name="pg323">
                  <a:extLst>
                    <a:ext uri="{FF2B5EF4-FFF2-40B4-BE49-F238E27FC236}">
                      <a16:creationId xmlns:a16="http://schemas.microsoft.com/office/drawing/2014/main" id="{F6ED2EF0-7DFB-D750-E353-17A31F85F5E3}"/>
                    </a:ext>
                  </a:extLst>
                </p:cNvPr>
                <p:cNvSpPr/>
                <p:nvPr/>
              </p:nvSpPr>
              <p:spPr>
                <a:xfrm>
                  <a:off x="6195504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" name="pg324">
                  <a:extLst>
                    <a:ext uri="{FF2B5EF4-FFF2-40B4-BE49-F238E27FC236}">
                      <a16:creationId xmlns:a16="http://schemas.microsoft.com/office/drawing/2014/main" id="{83547CCE-36C7-8A3C-25F4-B763CA38F382}"/>
                    </a:ext>
                  </a:extLst>
                </p:cNvPr>
                <p:cNvSpPr/>
                <p:nvPr/>
              </p:nvSpPr>
              <p:spPr>
                <a:xfrm>
                  <a:off x="6207141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" name="pg325">
                  <a:extLst>
                    <a:ext uri="{FF2B5EF4-FFF2-40B4-BE49-F238E27FC236}">
                      <a16:creationId xmlns:a16="http://schemas.microsoft.com/office/drawing/2014/main" id="{383C71B4-9A2A-870E-C4C4-1B9A11EABCBF}"/>
                    </a:ext>
                  </a:extLst>
                </p:cNvPr>
                <p:cNvSpPr/>
                <p:nvPr/>
              </p:nvSpPr>
              <p:spPr>
                <a:xfrm>
                  <a:off x="6218778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" name="pg326">
                  <a:extLst>
                    <a:ext uri="{FF2B5EF4-FFF2-40B4-BE49-F238E27FC236}">
                      <a16:creationId xmlns:a16="http://schemas.microsoft.com/office/drawing/2014/main" id="{5AB45C40-DAA9-1CC6-A154-9E1181A6EEA2}"/>
                    </a:ext>
                  </a:extLst>
                </p:cNvPr>
                <p:cNvSpPr/>
                <p:nvPr/>
              </p:nvSpPr>
              <p:spPr>
                <a:xfrm>
                  <a:off x="6230416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" name="pg327">
                  <a:extLst>
                    <a:ext uri="{FF2B5EF4-FFF2-40B4-BE49-F238E27FC236}">
                      <a16:creationId xmlns:a16="http://schemas.microsoft.com/office/drawing/2014/main" id="{E1DC37EA-EA56-0C97-5BCF-C9C564566992}"/>
                    </a:ext>
                  </a:extLst>
                </p:cNvPr>
                <p:cNvSpPr/>
                <p:nvPr/>
              </p:nvSpPr>
              <p:spPr>
                <a:xfrm>
                  <a:off x="6242053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" name="pg328">
                  <a:extLst>
                    <a:ext uri="{FF2B5EF4-FFF2-40B4-BE49-F238E27FC236}">
                      <a16:creationId xmlns:a16="http://schemas.microsoft.com/office/drawing/2014/main" id="{25846CD7-A728-700B-90D3-C415A782DE21}"/>
                    </a:ext>
                  </a:extLst>
                </p:cNvPr>
                <p:cNvSpPr/>
                <p:nvPr/>
              </p:nvSpPr>
              <p:spPr>
                <a:xfrm>
                  <a:off x="6253690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" name="pg329">
                  <a:extLst>
                    <a:ext uri="{FF2B5EF4-FFF2-40B4-BE49-F238E27FC236}">
                      <a16:creationId xmlns:a16="http://schemas.microsoft.com/office/drawing/2014/main" id="{932C0188-7BDA-E08A-E0EE-6767A7C04AAA}"/>
                    </a:ext>
                  </a:extLst>
                </p:cNvPr>
                <p:cNvSpPr/>
                <p:nvPr/>
              </p:nvSpPr>
              <p:spPr>
                <a:xfrm>
                  <a:off x="6265328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" name="pg330">
                  <a:extLst>
                    <a:ext uri="{FF2B5EF4-FFF2-40B4-BE49-F238E27FC236}">
                      <a16:creationId xmlns:a16="http://schemas.microsoft.com/office/drawing/2014/main" id="{6E09F3A4-6A05-BC7E-5B4B-BB5836212ECB}"/>
                    </a:ext>
                  </a:extLst>
                </p:cNvPr>
                <p:cNvSpPr/>
                <p:nvPr/>
              </p:nvSpPr>
              <p:spPr>
                <a:xfrm>
                  <a:off x="6276965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" name="pg331">
                  <a:extLst>
                    <a:ext uri="{FF2B5EF4-FFF2-40B4-BE49-F238E27FC236}">
                      <a16:creationId xmlns:a16="http://schemas.microsoft.com/office/drawing/2014/main" id="{6B11AEC2-9302-712D-D551-DAA7AA7897B1}"/>
                    </a:ext>
                  </a:extLst>
                </p:cNvPr>
                <p:cNvSpPr/>
                <p:nvPr/>
              </p:nvSpPr>
              <p:spPr>
                <a:xfrm>
                  <a:off x="6288602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" name="pg332">
                  <a:extLst>
                    <a:ext uri="{FF2B5EF4-FFF2-40B4-BE49-F238E27FC236}">
                      <a16:creationId xmlns:a16="http://schemas.microsoft.com/office/drawing/2014/main" id="{EDF4B8C5-F3E5-E41E-D6E6-B850EA53A503}"/>
                    </a:ext>
                  </a:extLst>
                </p:cNvPr>
                <p:cNvSpPr/>
                <p:nvPr/>
              </p:nvSpPr>
              <p:spPr>
                <a:xfrm>
                  <a:off x="6300240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" name="pg333">
                  <a:extLst>
                    <a:ext uri="{FF2B5EF4-FFF2-40B4-BE49-F238E27FC236}">
                      <a16:creationId xmlns:a16="http://schemas.microsoft.com/office/drawing/2014/main" id="{005223C5-2D83-95FA-A021-9E05B5180AE9}"/>
                    </a:ext>
                  </a:extLst>
                </p:cNvPr>
                <p:cNvSpPr/>
                <p:nvPr/>
              </p:nvSpPr>
              <p:spPr>
                <a:xfrm>
                  <a:off x="6311877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" name="pg334">
                  <a:extLst>
                    <a:ext uri="{FF2B5EF4-FFF2-40B4-BE49-F238E27FC236}">
                      <a16:creationId xmlns:a16="http://schemas.microsoft.com/office/drawing/2014/main" id="{763EF364-9C6E-0DB5-6396-B7B78EEA8868}"/>
                    </a:ext>
                  </a:extLst>
                </p:cNvPr>
                <p:cNvSpPr/>
                <p:nvPr/>
              </p:nvSpPr>
              <p:spPr>
                <a:xfrm>
                  <a:off x="6323514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" name="pg335">
                  <a:extLst>
                    <a:ext uri="{FF2B5EF4-FFF2-40B4-BE49-F238E27FC236}">
                      <a16:creationId xmlns:a16="http://schemas.microsoft.com/office/drawing/2014/main" id="{140E70E3-FF16-46B0-1369-6A827AA96B4E}"/>
                    </a:ext>
                  </a:extLst>
                </p:cNvPr>
                <p:cNvSpPr/>
                <p:nvPr/>
              </p:nvSpPr>
              <p:spPr>
                <a:xfrm>
                  <a:off x="5264517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" name="pg336">
                  <a:extLst>
                    <a:ext uri="{FF2B5EF4-FFF2-40B4-BE49-F238E27FC236}">
                      <a16:creationId xmlns:a16="http://schemas.microsoft.com/office/drawing/2014/main" id="{AA27DFA1-CD61-86AB-CCCE-64AAA2471338}"/>
                    </a:ext>
                  </a:extLst>
                </p:cNvPr>
                <p:cNvSpPr/>
                <p:nvPr/>
              </p:nvSpPr>
              <p:spPr>
                <a:xfrm>
                  <a:off x="5276155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" name="pg337">
                  <a:extLst>
                    <a:ext uri="{FF2B5EF4-FFF2-40B4-BE49-F238E27FC236}">
                      <a16:creationId xmlns:a16="http://schemas.microsoft.com/office/drawing/2014/main" id="{F6C9981F-4CDC-2F3C-391C-DD329E275C44}"/>
                    </a:ext>
                  </a:extLst>
                </p:cNvPr>
                <p:cNvSpPr/>
                <p:nvPr/>
              </p:nvSpPr>
              <p:spPr>
                <a:xfrm>
                  <a:off x="5287792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" name="pg338">
                  <a:extLst>
                    <a:ext uri="{FF2B5EF4-FFF2-40B4-BE49-F238E27FC236}">
                      <a16:creationId xmlns:a16="http://schemas.microsoft.com/office/drawing/2014/main" id="{D54DA72E-3D37-069A-24BF-3F5143CE541C}"/>
                    </a:ext>
                  </a:extLst>
                </p:cNvPr>
                <p:cNvSpPr/>
                <p:nvPr/>
              </p:nvSpPr>
              <p:spPr>
                <a:xfrm>
                  <a:off x="5299429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" name="pg339">
                  <a:extLst>
                    <a:ext uri="{FF2B5EF4-FFF2-40B4-BE49-F238E27FC236}">
                      <a16:creationId xmlns:a16="http://schemas.microsoft.com/office/drawing/2014/main" id="{CA2A30C7-6B79-B256-288C-A0C5BE5B40C5}"/>
                    </a:ext>
                  </a:extLst>
                </p:cNvPr>
                <p:cNvSpPr/>
                <p:nvPr/>
              </p:nvSpPr>
              <p:spPr>
                <a:xfrm>
                  <a:off x="5311067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" name="pg340">
                  <a:extLst>
                    <a:ext uri="{FF2B5EF4-FFF2-40B4-BE49-F238E27FC236}">
                      <a16:creationId xmlns:a16="http://schemas.microsoft.com/office/drawing/2014/main" id="{5C6BF81D-B5D9-0CCD-645F-EB0FB254C2AC}"/>
                    </a:ext>
                  </a:extLst>
                </p:cNvPr>
                <p:cNvSpPr/>
                <p:nvPr/>
              </p:nvSpPr>
              <p:spPr>
                <a:xfrm>
                  <a:off x="5322704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" name="pg341">
                  <a:extLst>
                    <a:ext uri="{FF2B5EF4-FFF2-40B4-BE49-F238E27FC236}">
                      <a16:creationId xmlns:a16="http://schemas.microsoft.com/office/drawing/2014/main" id="{D1E94840-7833-7DAE-63E9-0CA2BED90D19}"/>
                    </a:ext>
                  </a:extLst>
                </p:cNvPr>
                <p:cNvSpPr/>
                <p:nvPr/>
              </p:nvSpPr>
              <p:spPr>
                <a:xfrm>
                  <a:off x="5334341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" name="pg342">
                  <a:extLst>
                    <a:ext uri="{FF2B5EF4-FFF2-40B4-BE49-F238E27FC236}">
                      <a16:creationId xmlns:a16="http://schemas.microsoft.com/office/drawing/2014/main" id="{F867233C-E5E6-BD52-2454-51BD8C6A4C7C}"/>
                    </a:ext>
                  </a:extLst>
                </p:cNvPr>
                <p:cNvSpPr/>
                <p:nvPr/>
              </p:nvSpPr>
              <p:spPr>
                <a:xfrm>
                  <a:off x="5345979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" name="pg343">
                  <a:extLst>
                    <a:ext uri="{FF2B5EF4-FFF2-40B4-BE49-F238E27FC236}">
                      <a16:creationId xmlns:a16="http://schemas.microsoft.com/office/drawing/2014/main" id="{903234F0-D637-9BF6-E8F6-9779D4989E89}"/>
                    </a:ext>
                  </a:extLst>
                </p:cNvPr>
                <p:cNvSpPr/>
                <p:nvPr/>
              </p:nvSpPr>
              <p:spPr>
                <a:xfrm>
                  <a:off x="5357616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" name="pg344">
                  <a:extLst>
                    <a:ext uri="{FF2B5EF4-FFF2-40B4-BE49-F238E27FC236}">
                      <a16:creationId xmlns:a16="http://schemas.microsoft.com/office/drawing/2014/main" id="{8C0A90BF-4054-27A6-422A-72A11B7DFADA}"/>
                    </a:ext>
                  </a:extLst>
                </p:cNvPr>
                <p:cNvSpPr/>
                <p:nvPr/>
              </p:nvSpPr>
              <p:spPr>
                <a:xfrm>
                  <a:off x="5369253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" name="pg345">
                  <a:extLst>
                    <a:ext uri="{FF2B5EF4-FFF2-40B4-BE49-F238E27FC236}">
                      <a16:creationId xmlns:a16="http://schemas.microsoft.com/office/drawing/2014/main" id="{7CC39AEC-379D-4761-AEC4-749A3EEABE4D}"/>
                    </a:ext>
                  </a:extLst>
                </p:cNvPr>
                <p:cNvSpPr/>
                <p:nvPr/>
              </p:nvSpPr>
              <p:spPr>
                <a:xfrm>
                  <a:off x="5380891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" name="pg346">
                  <a:extLst>
                    <a:ext uri="{FF2B5EF4-FFF2-40B4-BE49-F238E27FC236}">
                      <a16:creationId xmlns:a16="http://schemas.microsoft.com/office/drawing/2014/main" id="{22266168-4449-CC6C-91D4-4A31573AB6ED}"/>
                    </a:ext>
                  </a:extLst>
                </p:cNvPr>
                <p:cNvSpPr/>
                <p:nvPr/>
              </p:nvSpPr>
              <p:spPr>
                <a:xfrm>
                  <a:off x="6067493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" name="pg347">
                  <a:extLst>
                    <a:ext uri="{FF2B5EF4-FFF2-40B4-BE49-F238E27FC236}">
                      <a16:creationId xmlns:a16="http://schemas.microsoft.com/office/drawing/2014/main" id="{AE4EF80C-2D84-A7C1-3C1A-9A8490203944}"/>
                    </a:ext>
                  </a:extLst>
                </p:cNvPr>
                <p:cNvSpPr/>
                <p:nvPr/>
              </p:nvSpPr>
              <p:spPr>
                <a:xfrm>
                  <a:off x="6079130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" name="pg348">
                  <a:extLst>
                    <a:ext uri="{FF2B5EF4-FFF2-40B4-BE49-F238E27FC236}">
                      <a16:creationId xmlns:a16="http://schemas.microsoft.com/office/drawing/2014/main" id="{6BF4403C-2775-D98E-2C84-6750F21C810F}"/>
                    </a:ext>
                  </a:extLst>
                </p:cNvPr>
                <p:cNvSpPr/>
                <p:nvPr/>
              </p:nvSpPr>
              <p:spPr>
                <a:xfrm>
                  <a:off x="6090768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" name="pg349">
                  <a:extLst>
                    <a:ext uri="{FF2B5EF4-FFF2-40B4-BE49-F238E27FC236}">
                      <a16:creationId xmlns:a16="http://schemas.microsoft.com/office/drawing/2014/main" id="{061AF2C9-D355-E4EF-AC6E-1B6772B2DD49}"/>
                    </a:ext>
                  </a:extLst>
                </p:cNvPr>
                <p:cNvSpPr/>
                <p:nvPr/>
              </p:nvSpPr>
              <p:spPr>
                <a:xfrm>
                  <a:off x="6102405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" name="pg350">
                  <a:extLst>
                    <a:ext uri="{FF2B5EF4-FFF2-40B4-BE49-F238E27FC236}">
                      <a16:creationId xmlns:a16="http://schemas.microsoft.com/office/drawing/2014/main" id="{9013C25B-552B-C58C-3C7D-20F2F00E3360}"/>
                    </a:ext>
                  </a:extLst>
                </p:cNvPr>
                <p:cNvSpPr/>
                <p:nvPr/>
              </p:nvSpPr>
              <p:spPr>
                <a:xfrm>
                  <a:off x="6114042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" name="pg351">
                  <a:extLst>
                    <a:ext uri="{FF2B5EF4-FFF2-40B4-BE49-F238E27FC236}">
                      <a16:creationId xmlns:a16="http://schemas.microsoft.com/office/drawing/2014/main" id="{FF939A19-E7BC-FB3F-470D-675E7D364089}"/>
                    </a:ext>
                  </a:extLst>
                </p:cNvPr>
                <p:cNvSpPr/>
                <p:nvPr/>
              </p:nvSpPr>
              <p:spPr>
                <a:xfrm>
                  <a:off x="6125680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" name="pg352">
                  <a:extLst>
                    <a:ext uri="{FF2B5EF4-FFF2-40B4-BE49-F238E27FC236}">
                      <a16:creationId xmlns:a16="http://schemas.microsoft.com/office/drawing/2014/main" id="{5387FA3F-0FFD-6B2C-5A3B-51167A75E058}"/>
                    </a:ext>
                  </a:extLst>
                </p:cNvPr>
                <p:cNvSpPr/>
                <p:nvPr/>
              </p:nvSpPr>
              <p:spPr>
                <a:xfrm>
                  <a:off x="6137317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" name="pg353">
                  <a:extLst>
                    <a:ext uri="{FF2B5EF4-FFF2-40B4-BE49-F238E27FC236}">
                      <a16:creationId xmlns:a16="http://schemas.microsoft.com/office/drawing/2014/main" id="{DE3540A9-807A-CE7A-55F9-0F144EAABC11}"/>
                    </a:ext>
                  </a:extLst>
                </p:cNvPr>
                <p:cNvSpPr/>
                <p:nvPr/>
              </p:nvSpPr>
              <p:spPr>
                <a:xfrm>
                  <a:off x="6148954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" name="pg354">
                  <a:extLst>
                    <a:ext uri="{FF2B5EF4-FFF2-40B4-BE49-F238E27FC236}">
                      <a16:creationId xmlns:a16="http://schemas.microsoft.com/office/drawing/2014/main" id="{91D63F7F-1D40-4563-128D-6FE90965BF8A}"/>
                    </a:ext>
                  </a:extLst>
                </p:cNvPr>
                <p:cNvSpPr/>
                <p:nvPr/>
              </p:nvSpPr>
              <p:spPr>
                <a:xfrm>
                  <a:off x="6160592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" name="pg355">
                  <a:extLst>
                    <a:ext uri="{FF2B5EF4-FFF2-40B4-BE49-F238E27FC236}">
                      <a16:creationId xmlns:a16="http://schemas.microsoft.com/office/drawing/2014/main" id="{60F3C493-4408-607D-5848-01A76F5696ED}"/>
                    </a:ext>
                  </a:extLst>
                </p:cNvPr>
                <p:cNvSpPr/>
                <p:nvPr/>
              </p:nvSpPr>
              <p:spPr>
                <a:xfrm>
                  <a:off x="6172229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" name="pg356">
                  <a:extLst>
                    <a:ext uri="{FF2B5EF4-FFF2-40B4-BE49-F238E27FC236}">
                      <a16:creationId xmlns:a16="http://schemas.microsoft.com/office/drawing/2014/main" id="{0EB62440-DEDB-A3A4-5020-C9C029CE03B0}"/>
                    </a:ext>
                  </a:extLst>
                </p:cNvPr>
                <p:cNvSpPr/>
                <p:nvPr/>
              </p:nvSpPr>
              <p:spPr>
                <a:xfrm>
                  <a:off x="6183866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" name="pg357">
                  <a:extLst>
                    <a:ext uri="{FF2B5EF4-FFF2-40B4-BE49-F238E27FC236}">
                      <a16:creationId xmlns:a16="http://schemas.microsoft.com/office/drawing/2014/main" id="{D1565013-A3AE-19DF-929A-F04E6A283060}"/>
                    </a:ext>
                  </a:extLst>
                </p:cNvPr>
                <p:cNvSpPr/>
                <p:nvPr/>
              </p:nvSpPr>
              <p:spPr>
                <a:xfrm>
                  <a:off x="6195504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" name="pg358">
                  <a:extLst>
                    <a:ext uri="{FF2B5EF4-FFF2-40B4-BE49-F238E27FC236}">
                      <a16:creationId xmlns:a16="http://schemas.microsoft.com/office/drawing/2014/main" id="{456871A5-8AF7-D1D0-9DD7-D27C24F64D9D}"/>
                    </a:ext>
                  </a:extLst>
                </p:cNvPr>
                <p:cNvSpPr/>
                <p:nvPr/>
              </p:nvSpPr>
              <p:spPr>
                <a:xfrm>
                  <a:off x="6207141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" name="pg359">
                  <a:extLst>
                    <a:ext uri="{FF2B5EF4-FFF2-40B4-BE49-F238E27FC236}">
                      <a16:creationId xmlns:a16="http://schemas.microsoft.com/office/drawing/2014/main" id="{1BD73763-A999-A3E8-FB18-61309E219179}"/>
                    </a:ext>
                  </a:extLst>
                </p:cNvPr>
                <p:cNvSpPr/>
                <p:nvPr/>
              </p:nvSpPr>
              <p:spPr>
                <a:xfrm>
                  <a:off x="6218778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" name="pg360">
                  <a:extLst>
                    <a:ext uri="{FF2B5EF4-FFF2-40B4-BE49-F238E27FC236}">
                      <a16:creationId xmlns:a16="http://schemas.microsoft.com/office/drawing/2014/main" id="{9CD42578-C3A5-24CD-C714-BDF44CCD1E3E}"/>
                    </a:ext>
                  </a:extLst>
                </p:cNvPr>
                <p:cNvSpPr/>
                <p:nvPr/>
              </p:nvSpPr>
              <p:spPr>
                <a:xfrm>
                  <a:off x="6230416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" name="pg361">
                  <a:extLst>
                    <a:ext uri="{FF2B5EF4-FFF2-40B4-BE49-F238E27FC236}">
                      <a16:creationId xmlns:a16="http://schemas.microsoft.com/office/drawing/2014/main" id="{D399D645-2F52-6F00-0CD7-9577FBA2AC07}"/>
                    </a:ext>
                  </a:extLst>
                </p:cNvPr>
                <p:cNvSpPr/>
                <p:nvPr/>
              </p:nvSpPr>
              <p:spPr>
                <a:xfrm>
                  <a:off x="6242053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" name="pg362">
                  <a:extLst>
                    <a:ext uri="{FF2B5EF4-FFF2-40B4-BE49-F238E27FC236}">
                      <a16:creationId xmlns:a16="http://schemas.microsoft.com/office/drawing/2014/main" id="{7CD857FD-17E7-6076-34C9-ABD17B19E675}"/>
                    </a:ext>
                  </a:extLst>
                </p:cNvPr>
                <p:cNvSpPr/>
                <p:nvPr/>
              </p:nvSpPr>
              <p:spPr>
                <a:xfrm>
                  <a:off x="6253690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" name="pg363">
                  <a:extLst>
                    <a:ext uri="{FF2B5EF4-FFF2-40B4-BE49-F238E27FC236}">
                      <a16:creationId xmlns:a16="http://schemas.microsoft.com/office/drawing/2014/main" id="{A71E8B27-4854-4DE4-85E7-F0FEC5321F3F}"/>
                    </a:ext>
                  </a:extLst>
                </p:cNvPr>
                <p:cNvSpPr/>
                <p:nvPr/>
              </p:nvSpPr>
              <p:spPr>
                <a:xfrm>
                  <a:off x="6265328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" name="pg364">
                  <a:extLst>
                    <a:ext uri="{FF2B5EF4-FFF2-40B4-BE49-F238E27FC236}">
                      <a16:creationId xmlns:a16="http://schemas.microsoft.com/office/drawing/2014/main" id="{F642DE1F-39CE-485F-7DE8-4BF097275C2C}"/>
                    </a:ext>
                  </a:extLst>
                </p:cNvPr>
                <p:cNvSpPr/>
                <p:nvPr/>
              </p:nvSpPr>
              <p:spPr>
                <a:xfrm>
                  <a:off x="6276965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6">
                    <a:alpha val="100000"/>
                  </a:srgbClr>
                </a:solidFill>
                <a:ln w="5420" cap="flat">
                  <a:solidFill>
                    <a:srgbClr val="3986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" name="pg365">
                  <a:extLst>
                    <a:ext uri="{FF2B5EF4-FFF2-40B4-BE49-F238E27FC236}">
                      <a16:creationId xmlns:a16="http://schemas.microsoft.com/office/drawing/2014/main" id="{DEDF8AAB-5220-5E3A-2E6D-F5EBB28614B5}"/>
                    </a:ext>
                  </a:extLst>
                </p:cNvPr>
                <p:cNvSpPr/>
                <p:nvPr/>
              </p:nvSpPr>
              <p:spPr>
                <a:xfrm>
                  <a:off x="6288602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" name="pg366">
                  <a:extLst>
                    <a:ext uri="{FF2B5EF4-FFF2-40B4-BE49-F238E27FC236}">
                      <a16:creationId xmlns:a16="http://schemas.microsoft.com/office/drawing/2014/main" id="{E2BF6761-B358-41A9-9F54-0CFE4EBFB913}"/>
                    </a:ext>
                  </a:extLst>
                </p:cNvPr>
                <p:cNvSpPr/>
                <p:nvPr/>
              </p:nvSpPr>
              <p:spPr>
                <a:xfrm>
                  <a:off x="6300240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" name="pg367">
                  <a:extLst>
                    <a:ext uri="{FF2B5EF4-FFF2-40B4-BE49-F238E27FC236}">
                      <a16:creationId xmlns:a16="http://schemas.microsoft.com/office/drawing/2014/main" id="{B2DA1D54-C450-517E-862E-2075B49A56CA}"/>
                    </a:ext>
                  </a:extLst>
                </p:cNvPr>
                <p:cNvSpPr/>
                <p:nvPr/>
              </p:nvSpPr>
              <p:spPr>
                <a:xfrm>
                  <a:off x="6311877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" name="pg368">
                  <a:extLst>
                    <a:ext uri="{FF2B5EF4-FFF2-40B4-BE49-F238E27FC236}">
                      <a16:creationId xmlns:a16="http://schemas.microsoft.com/office/drawing/2014/main" id="{AD27A44F-3EA8-95DE-759E-20DED24E54DB}"/>
                    </a:ext>
                  </a:extLst>
                </p:cNvPr>
                <p:cNvSpPr/>
                <p:nvPr/>
              </p:nvSpPr>
              <p:spPr>
                <a:xfrm>
                  <a:off x="6323514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" name="pg369">
                  <a:extLst>
                    <a:ext uri="{FF2B5EF4-FFF2-40B4-BE49-F238E27FC236}">
                      <a16:creationId xmlns:a16="http://schemas.microsoft.com/office/drawing/2014/main" id="{77AA947F-B0EE-A123-7BF1-EA254850DD5F}"/>
                    </a:ext>
                  </a:extLst>
                </p:cNvPr>
                <p:cNvSpPr/>
                <p:nvPr/>
              </p:nvSpPr>
              <p:spPr>
                <a:xfrm>
                  <a:off x="5264517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" name="pg370">
                  <a:extLst>
                    <a:ext uri="{FF2B5EF4-FFF2-40B4-BE49-F238E27FC236}">
                      <a16:creationId xmlns:a16="http://schemas.microsoft.com/office/drawing/2014/main" id="{51A58089-BDB8-1A1C-001E-AE374A017AA3}"/>
                    </a:ext>
                  </a:extLst>
                </p:cNvPr>
                <p:cNvSpPr/>
                <p:nvPr/>
              </p:nvSpPr>
              <p:spPr>
                <a:xfrm>
                  <a:off x="5276155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" name="pg371">
                  <a:extLst>
                    <a:ext uri="{FF2B5EF4-FFF2-40B4-BE49-F238E27FC236}">
                      <a16:creationId xmlns:a16="http://schemas.microsoft.com/office/drawing/2014/main" id="{AEE2BB54-D68E-9ACC-6828-5E6A41CAA432}"/>
                    </a:ext>
                  </a:extLst>
                </p:cNvPr>
                <p:cNvSpPr/>
                <p:nvPr/>
              </p:nvSpPr>
              <p:spPr>
                <a:xfrm>
                  <a:off x="5287792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CA7">
                    <a:alpha val="100000"/>
                  </a:srgbClr>
                </a:solidFill>
                <a:ln w="5420" cap="flat">
                  <a:solidFill>
                    <a:srgbClr val="38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" name="pg372">
                  <a:extLst>
                    <a:ext uri="{FF2B5EF4-FFF2-40B4-BE49-F238E27FC236}">
                      <a16:creationId xmlns:a16="http://schemas.microsoft.com/office/drawing/2014/main" id="{03D57A1B-580B-FB85-44B8-AD0A6AF7822B}"/>
                    </a:ext>
                  </a:extLst>
                </p:cNvPr>
                <p:cNvSpPr/>
                <p:nvPr/>
              </p:nvSpPr>
              <p:spPr>
                <a:xfrm>
                  <a:off x="5299429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" name="pg373">
                  <a:extLst>
                    <a:ext uri="{FF2B5EF4-FFF2-40B4-BE49-F238E27FC236}">
                      <a16:creationId xmlns:a16="http://schemas.microsoft.com/office/drawing/2014/main" id="{F5912876-F8C5-E5D8-02B2-A61437770BBA}"/>
                    </a:ext>
                  </a:extLst>
                </p:cNvPr>
                <p:cNvSpPr/>
                <p:nvPr/>
              </p:nvSpPr>
              <p:spPr>
                <a:xfrm>
                  <a:off x="5311067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" name="pg374">
                  <a:extLst>
                    <a:ext uri="{FF2B5EF4-FFF2-40B4-BE49-F238E27FC236}">
                      <a16:creationId xmlns:a16="http://schemas.microsoft.com/office/drawing/2014/main" id="{BE7D6EDD-C436-325D-13F0-60B167228100}"/>
                    </a:ext>
                  </a:extLst>
                </p:cNvPr>
                <p:cNvSpPr/>
                <p:nvPr/>
              </p:nvSpPr>
              <p:spPr>
                <a:xfrm>
                  <a:off x="5322704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" name="pg375">
                  <a:extLst>
                    <a:ext uri="{FF2B5EF4-FFF2-40B4-BE49-F238E27FC236}">
                      <a16:creationId xmlns:a16="http://schemas.microsoft.com/office/drawing/2014/main" id="{A308C714-0181-3A1C-998E-03101F6A2691}"/>
                    </a:ext>
                  </a:extLst>
                </p:cNvPr>
                <p:cNvSpPr/>
                <p:nvPr/>
              </p:nvSpPr>
              <p:spPr>
                <a:xfrm>
                  <a:off x="5334341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" name="pg376">
                  <a:extLst>
                    <a:ext uri="{FF2B5EF4-FFF2-40B4-BE49-F238E27FC236}">
                      <a16:creationId xmlns:a16="http://schemas.microsoft.com/office/drawing/2014/main" id="{0B8F0986-3B16-A966-8729-F326219B74D2}"/>
                    </a:ext>
                  </a:extLst>
                </p:cNvPr>
                <p:cNvSpPr/>
                <p:nvPr/>
              </p:nvSpPr>
              <p:spPr>
                <a:xfrm>
                  <a:off x="5345979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" name="pg377">
                  <a:extLst>
                    <a:ext uri="{FF2B5EF4-FFF2-40B4-BE49-F238E27FC236}">
                      <a16:creationId xmlns:a16="http://schemas.microsoft.com/office/drawing/2014/main" id="{4117DD50-5678-E6B5-863E-4F8A0A54212C}"/>
                    </a:ext>
                  </a:extLst>
                </p:cNvPr>
                <p:cNvSpPr/>
                <p:nvPr/>
              </p:nvSpPr>
              <p:spPr>
                <a:xfrm>
                  <a:off x="5357616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" name="pg378">
                  <a:extLst>
                    <a:ext uri="{FF2B5EF4-FFF2-40B4-BE49-F238E27FC236}">
                      <a16:creationId xmlns:a16="http://schemas.microsoft.com/office/drawing/2014/main" id="{4D3B790C-DC9A-822F-CB1C-CF13E3D6D570}"/>
                    </a:ext>
                  </a:extLst>
                </p:cNvPr>
                <p:cNvSpPr/>
                <p:nvPr/>
              </p:nvSpPr>
              <p:spPr>
                <a:xfrm>
                  <a:off x="6067493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" name="pg379">
                  <a:extLst>
                    <a:ext uri="{FF2B5EF4-FFF2-40B4-BE49-F238E27FC236}">
                      <a16:creationId xmlns:a16="http://schemas.microsoft.com/office/drawing/2014/main" id="{E0BE4490-80BB-CD56-2271-DC8FB8343CE6}"/>
                    </a:ext>
                  </a:extLst>
                </p:cNvPr>
                <p:cNvSpPr/>
                <p:nvPr/>
              </p:nvSpPr>
              <p:spPr>
                <a:xfrm>
                  <a:off x="6079130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" name="pg380">
                  <a:extLst>
                    <a:ext uri="{FF2B5EF4-FFF2-40B4-BE49-F238E27FC236}">
                      <a16:creationId xmlns:a16="http://schemas.microsoft.com/office/drawing/2014/main" id="{07DC7C82-198D-67DC-3298-4E03E1BA7D5E}"/>
                    </a:ext>
                  </a:extLst>
                </p:cNvPr>
                <p:cNvSpPr/>
                <p:nvPr/>
              </p:nvSpPr>
              <p:spPr>
                <a:xfrm>
                  <a:off x="6090768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" name="pg381">
                  <a:extLst>
                    <a:ext uri="{FF2B5EF4-FFF2-40B4-BE49-F238E27FC236}">
                      <a16:creationId xmlns:a16="http://schemas.microsoft.com/office/drawing/2014/main" id="{35C14E32-CE10-1740-9BDC-70945D8CDF8E}"/>
                    </a:ext>
                  </a:extLst>
                </p:cNvPr>
                <p:cNvSpPr/>
                <p:nvPr/>
              </p:nvSpPr>
              <p:spPr>
                <a:xfrm>
                  <a:off x="6102405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" name="pg382">
                  <a:extLst>
                    <a:ext uri="{FF2B5EF4-FFF2-40B4-BE49-F238E27FC236}">
                      <a16:creationId xmlns:a16="http://schemas.microsoft.com/office/drawing/2014/main" id="{4745EB44-D045-4977-C45C-ED1439306BDA}"/>
                    </a:ext>
                  </a:extLst>
                </p:cNvPr>
                <p:cNvSpPr/>
                <p:nvPr/>
              </p:nvSpPr>
              <p:spPr>
                <a:xfrm>
                  <a:off x="6114042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" name="pg383">
                  <a:extLst>
                    <a:ext uri="{FF2B5EF4-FFF2-40B4-BE49-F238E27FC236}">
                      <a16:creationId xmlns:a16="http://schemas.microsoft.com/office/drawing/2014/main" id="{4BF818EF-C3D0-06AF-40E0-7E4DF3E7FDC3}"/>
                    </a:ext>
                  </a:extLst>
                </p:cNvPr>
                <p:cNvSpPr/>
                <p:nvPr/>
              </p:nvSpPr>
              <p:spPr>
                <a:xfrm>
                  <a:off x="6125680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" name="pg384">
                  <a:extLst>
                    <a:ext uri="{FF2B5EF4-FFF2-40B4-BE49-F238E27FC236}">
                      <a16:creationId xmlns:a16="http://schemas.microsoft.com/office/drawing/2014/main" id="{0EDA95AA-35BF-38A0-5017-94F903ECF04B}"/>
                    </a:ext>
                  </a:extLst>
                </p:cNvPr>
                <p:cNvSpPr/>
                <p:nvPr/>
              </p:nvSpPr>
              <p:spPr>
                <a:xfrm>
                  <a:off x="6137317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" name="pg385">
                  <a:extLst>
                    <a:ext uri="{FF2B5EF4-FFF2-40B4-BE49-F238E27FC236}">
                      <a16:creationId xmlns:a16="http://schemas.microsoft.com/office/drawing/2014/main" id="{D67BB544-797C-F0A3-AB3A-B78BB4C7FEAA}"/>
                    </a:ext>
                  </a:extLst>
                </p:cNvPr>
                <p:cNvSpPr/>
                <p:nvPr/>
              </p:nvSpPr>
              <p:spPr>
                <a:xfrm>
                  <a:off x="6148954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" name="pg386">
                  <a:extLst>
                    <a:ext uri="{FF2B5EF4-FFF2-40B4-BE49-F238E27FC236}">
                      <a16:creationId xmlns:a16="http://schemas.microsoft.com/office/drawing/2014/main" id="{29B42119-6FA4-039D-7CC7-3A03666066E0}"/>
                    </a:ext>
                  </a:extLst>
                </p:cNvPr>
                <p:cNvSpPr/>
                <p:nvPr/>
              </p:nvSpPr>
              <p:spPr>
                <a:xfrm>
                  <a:off x="6160592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" name="pg387">
                  <a:extLst>
                    <a:ext uri="{FF2B5EF4-FFF2-40B4-BE49-F238E27FC236}">
                      <a16:creationId xmlns:a16="http://schemas.microsoft.com/office/drawing/2014/main" id="{4274B91B-ECE7-D718-B2EA-8F7F81A3E962}"/>
                    </a:ext>
                  </a:extLst>
                </p:cNvPr>
                <p:cNvSpPr/>
                <p:nvPr/>
              </p:nvSpPr>
              <p:spPr>
                <a:xfrm>
                  <a:off x="6172229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" name="pg388">
                  <a:extLst>
                    <a:ext uri="{FF2B5EF4-FFF2-40B4-BE49-F238E27FC236}">
                      <a16:creationId xmlns:a16="http://schemas.microsoft.com/office/drawing/2014/main" id="{C182338A-24AB-D3E2-D6C0-DF29D81C9E2F}"/>
                    </a:ext>
                  </a:extLst>
                </p:cNvPr>
                <p:cNvSpPr/>
                <p:nvPr/>
              </p:nvSpPr>
              <p:spPr>
                <a:xfrm>
                  <a:off x="6183866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" name="pg389">
                  <a:extLst>
                    <a:ext uri="{FF2B5EF4-FFF2-40B4-BE49-F238E27FC236}">
                      <a16:creationId xmlns:a16="http://schemas.microsoft.com/office/drawing/2014/main" id="{E3E7BE6F-AD92-3A55-DD24-2CA68FDF02EC}"/>
                    </a:ext>
                  </a:extLst>
                </p:cNvPr>
                <p:cNvSpPr/>
                <p:nvPr/>
              </p:nvSpPr>
              <p:spPr>
                <a:xfrm>
                  <a:off x="6195504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" name="pg390">
                  <a:extLst>
                    <a:ext uri="{FF2B5EF4-FFF2-40B4-BE49-F238E27FC236}">
                      <a16:creationId xmlns:a16="http://schemas.microsoft.com/office/drawing/2014/main" id="{2972144E-E7D5-6B74-5F0F-D916AC41386B}"/>
                    </a:ext>
                  </a:extLst>
                </p:cNvPr>
                <p:cNvSpPr/>
                <p:nvPr/>
              </p:nvSpPr>
              <p:spPr>
                <a:xfrm>
                  <a:off x="6207141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" name="pg391">
                  <a:extLst>
                    <a:ext uri="{FF2B5EF4-FFF2-40B4-BE49-F238E27FC236}">
                      <a16:creationId xmlns:a16="http://schemas.microsoft.com/office/drawing/2014/main" id="{A64EFBAB-CFF3-8594-8D71-51C295E92377}"/>
                    </a:ext>
                  </a:extLst>
                </p:cNvPr>
                <p:cNvSpPr/>
                <p:nvPr/>
              </p:nvSpPr>
              <p:spPr>
                <a:xfrm>
                  <a:off x="6218778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" name="pg392">
                  <a:extLst>
                    <a:ext uri="{FF2B5EF4-FFF2-40B4-BE49-F238E27FC236}">
                      <a16:creationId xmlns:a16="http://schemas.microsoft.com/office/drawing/2014/main" id="{683A7CF8-F673-4D08-013B-92CBD68ADCA0}"/>
                    </a:ext>
                  </a:extLst>
                </p:cNvPr>
                <p:cNvSpPr/>
                <p:nvPr/>
              </p:nvSpPr>
              <p:spPr>
                <a:xfrm>
                  <a:off x="6230416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" name="pg393">
                  <a:extLst>
                    <a:ext uri="{FF2B5EF4-FFF2-40B4-BE49-F238E27FC236}">
                      <a16:creationId xmlns:a16="http://schemas.microsoft.com/office/drawing/2014/main" id="{FC489316-3219-188F-465B-BC201323F8A7}"/>
                    </a:ext>
                  </a:extLst>
                </p:cNvPr>
                <p:cNvSpPr/>
                <p:nvPr/>
              </p:nvSpPr>
              <p:spPr>
                <a:xfrm>
                  <a:off x="6242053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" name="pg394">
                  <a:extLst>
                    <a:ext uri="{FF2B5EF4-FFF2-40B4-BE49-F238E27FC236}">
                      <a16:creationId xmlns:a16="http://schemas.microsoft.com/office/drawing/2014/main" id="{212B134F-CA9D-5B90-74AB-E001302FB78C}"/>
                    </a:ext>
                  </a:extLst>
                </p:cNvPr>
                <p:cNvSpPr/>
                <p:nvPr/>
              </p:nvSpPr>
              <p:spPr>
                <a:xfrm>
                  <a:off x="6253690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" name="pg395">
                  <a:extLst>
                    <a:ext uri="{FF2B5EF4-FFF2-40B4-BE49-F238E27FC236}">
                      <a16:creationId xmlns:a16="http://schemas.microsoft.com/office/drawing/2014/main" id="{248BE875-BC7A-2B2F-F002-528F67697E24}"/>
                    </a:ext>
                  </a:extLst>
                </p:cNvPr>
                <p:cNvSpPr/>
                <p:nvPr/>
              </p:nvSpPr>
              <p:spPr>
                <a:xfrm>
                  <a:off x="6265328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" name="pg396">
                  <a:extLst>
                    <a:ext uri="{FF2B5EF4-FFF2-40B4-BE49-F238E27FC236}">
                      <a16:creationId xmlns:a16="http://schemas.microsoft.com/office/drawing/2014/main" id="{3F92CC53-77D3-B09D-DF5E-E5FECC601EE8}"/>
                    </a:ext>
                  </a:extLst>
                </p:cNvPr>
                <p:cNvSpPr/>
                <p:nvPr/>
              </p:nvSpPr>
              <p:spPr>
                <a:xfrm>
                  <a:off x="6276965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" name="pg397">
                  <a:extLst>
                    <a:ext uri="{FF2B5EF4-FFF2-40B4-BE49-F238E27FC236}">
                      <a16:creationId xmlns:a16="http://schemas.microsoft.com/office/drawing/2014/main" id="{75205DBF-10BE-89C9-E0E0-58D94BFDEF88}"/>
                    </a:ext>
                  </a:extLst>
                </p:cNvPr>
                <p:cNvSpPr/>
                <p:nvPr/>
              </p:nvSpPr>
              <p:spPr>
                <a:xfrm>
                  <a:off x="6288602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8" name="pg398">
                  <a:extLst>
                    <a:ext uri="{FF2B5EF4-FFF2-40B4-BE49-F238E27FC236}">
                      <a16:creationId xmlns:a16="http://schemas.microsoft.com/office/drawing/2014/main" id="{3DA2D01C-0C97-1DD6-A01C-DF10F00CECE7}"/>
                    </a:ext>
                  </a:extLst>
                </p:cNvPr>
                <p:cNvSpPr/>
                <p:nvPr/>
              </p:nvSpPr>
              <p:spPr>
                <a:xfrm>
                  <a:off x="6300240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" name="pg399">
                  <a:extLst>
                    <a:ext uri="{FF2B5EF4-FFF2-40B4-BE49-F238E27FC236}">
                      <a16:creationId xmlns:a16="http://schemas.microsoft.com/office/drawing/2014/main" id="{1A45578D-F241-F231-B33B-7A790932944E}"/>
                    </a:ext>
                  </a:extLst>
                </p:cNvPr>
                <p:cNvSpPr/>
                <p:nvPr/>
              </p:nvSpPr>
              <p:spPr>
                <a:xfrm>
                  <a:off x="6311877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" name="pg400">
                  <a:extLst>
                    <a:ext uri="{FF2B5EF4-FFF2-40B4-BE49-F238E27FC236}">
                      <a16:creationId xmlns:a16="http://schemas.microsoft.com/office/drawing/2014/main" id="{4A51E7B8-6A01-80B6-1225-26BF24A3D250}"/>
                    </a:ext>
                  </a:extLst>
                </p:cNvPr>
                <p:cNvSpPr/>
                <p:nvPr/>
              </p:nvSpPr>
              <p:spPr>
                <a:xfrm>
                  <a:off x="6323514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1" name="pg401">
                  <a:extLst>
                    <a:ext uri="{FF2B5EF4-FFF2-40B4-BE49-F238E27FC236}">
                      <a16:creationId xmlns:a16="http://schemas.microsoft.com/office/drawing/2014/main" id="{DF447C18-4FCC-D00A-127C-636DA20BCA7A}"/>
                    </a:ext>
                  </a:extLst>
                </p:cNvPr>
                <p:cNvSpPr/>
                <p:nvPr/>
              </p:nvSpPr>
              <p:spPr>
                <a:xfrm>
                  <a:off x="6335152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2" name="pg402">
                  <a:extLst>
                    <a:ext uri="{FF2B5EF4-FFF2-40B4-BE49-F238E27FC236}">
                      <a16:creationId xmlns:a16="http://schemas.microsoft.com/office/drawing/2014/main" id="{C613C4C1-ED93-6598-86A2-F9DA51430994}"/>
                    </a:ext>
                  </a:extLst>
                </p:cNvPr>
                <p:cNvSpPr/>
                <p:nvPr/>
              </p:nvSpPr>
              <p:spPr>
                <a:xfrm>
                  <a:off x="5264517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3" name="pg403">
                  <a:extLst>
                    <a:ext uri="{FF2B5EF4-FFF2-40B4-BE49-F238E27FC236}">
                      <a16:creationId xmlns:a16="http://schemas.microsoft.com/office/drawing/2014/main" id="{41542390-E04C-4B8D-B2E2-633B5EB28C66}"/>
                    </a:ext>
                  </a:extLst>
                </p:cNvPr>
                <p:cNvSpPr/>
                <p:nvPr/>
              </p:nvSpPr>
              <p:spPr>
                <a:xfrm>
                  <a:off x="5276155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" name="pg404">
                  <a:extLst>
                    <a:ext uri="{FF2B5EF4-FFF2-40B4-BE49-F238E27FC236}">
                      <a16:creationId xmlns:a16="http://schemas.microsoft.com/office/drawing/2014/main" id="{24B37BD1-4F61-4706-BF0D-0C478BEF0846}"/>
                    </a:ext>
                  </a:extLst>
                </p:cNvPr>
                <p:cNvSpPr/>
                <p:nvPr/>
              </p:nvSpPr>
              <p:spPr>
                <a:xfrm>
                  <a:off x="5287792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5" name="pg405">
                  <a:extLst>
                    <a:ext uri="{FF2B5EF4-FFF2-40B4-BE49-F238E27FC236}">
                      <a16:creationId xmlns:a16="http://schemas.microsoft.com/office/drawing/2014/main" id="{B1308A52-976F-D018-DF3D-AD4DBF0E589B}"/>
                    </a:ext>
                  </a:extLst>
                </p:cNvPr>
                <p:cNvSpPr/>
                <p:nvPr/>
              </p:nvSpPr>
              <p:spPr>
                <a:xfrm>
                  <a:off x="5299429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6" name="pg406">
                  <a:extLst>
                    <a:ext uri="{FF2B5EF4-FFF2-40B4-BE49-F238E27FC236}">
                      <a16:creationId xmlns:a16="http://schemas.microsoft.com/office/drawing/2014/main" id="{062A8EAF-91D2-CC7B-614D-BA53589EFC99}"/>
                    </a:ext>
                  </a:extLst>
                </p:cNvPr>
                <p:cNvSpPr/>
                <p:nvPr/>
              </p:nvSpPr>
              <p:spPr>
                <a:xfrm>
                  <a:off x="5311067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7" name="pg407">
                  <a:extLst>
                    <a:ext uri="{FF2B5EF4-FFF2-40B4-BE49-F238E27FC236}">
                      <a16:creationId xmlns:a16="http://schemas.microsoft.com/office/drawing/2014/main" id="{92984644-5478-2CAD-B3CA-73784F4AD958}"/>
                    </a:ext>
                  </a:extLst>
                </p:cNvPr>
                <p:cNvSpPr/>
                <p:nvPr/>
              </p:nvSpPr>
              <p:spPr>
                <a:xfrm>
                  <a:off x="5322704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8" name="pg408">
                  <a:extLst>
                    <a:ext uri="{FF2B5EF4-FFF2-40B4-BE49-F238E27FC236}">
                      <a16:creationId xmlns:a16="http://schemas.microsoft.com/office/drawing/2014/main" id="{C06B6511-6ACB-015B-80FE-2D9717F7DFF9}"/>
                    </a:ext>
                  </a:extLst>
                </p:cNvPr>
                <p:cNvSpPr/>
                <p:nvPr/>
              </p:nvSpPr>
              <p:spPr>
                <a:xfrm>
                  <a:off x="6055856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" name="pg409">
                  <a:extLst>
                    <a:ext uri="{FF2B5EF4-FFF2-40B4-BE49-F238E27FC236}">
                      <a16:creationId xmlns:a16="http://schemas.microsoft.com/office/drawing/2014/main" id="{7802040F-85F6-A93A-5329-D80F45D61653}"/>
                    </a:ext>
                  </a:extLst>
                </p:cNvPr>
                <p:cNvSpPr/>
                <p:nvPr/>
              </p:nvSpPr>
              <p:spPr>
                <a:xfrm>
                  <a:off x="6067493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" name="pg410">
                  <a:extLst>
                    <a:ext uri="{FF2B5EF4-FFF2-40B4-BE49-F238E27FC236}">
                      <a16:creationId xmlns:a16="http://schemas.microsoft.com/office/drawing/2014/main" id="{DA6A7DD0-2ED7-88E4-C550-704678E6D928}"/>
                    </a:ext>
                  </a:extLst>
                </p:cNvPr>
                <p:cNvSpPr/>
                <p:nvPr/>
              </p:nvSpPr>
              <p:spPr>
                <a:xfrm>
                  <a:off x="6079130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" name="pg411">
                  <a:extLst>
                    <a:ext uri="{FF2B5EF4-FFF2-40B4-BE49-F238E27FC236}">
                      <a16:creationId xmlns:a16="http://schemas.microsoft.com/office/drawing/2014/main" id="{07D7ACCF-B966-3286-3B33-88329A82B30E}"/>
                    </a:ext>
                  </a:extLst>
                </p:cNvPr>
                <p:cNvSpPr/>
                <p:nvPr/>
              </p:nvSpPr>
              <p:spPr>
                <a:xfrm>
                  <a:off x="6090768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" name="pg412">
                  <a:extLst>
                    <a:ext uri="{FF2B5EF4-FFF2-40B4-BE49-F238E27FC236}">
                      <a16:creationId xmlns:a16="http://schemas.microsoft.com/office/drawing/2014/main" id="{CED131AC-0483-7D9C-D0D7-F1950157E0E1}"/>
                    </a:ext>
                  </a:extLst>
                </p:cNvPr>
                <p:cNvSpPr/>
                <p:nvPr/>
              </p:nvSpPr>
              <p:spPr>
                <a:xfrm>
                  <a:off x="6102405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" name="pg413">
                  <a:extLst>
                    <a:ext uri="{FF2B5EF4-FFF2-40B4-BE49-F238E27FC236}">
                      <a16:creationId xmlns:a16="http://schemas.microsoft.com/office/drawing/2014/main" id="{8588FC2E-114C-1F71-15C2-7E5D5BDCEB71}"/>
                    </a:ext>
                  </a:extLst>
                </p:cNvPr>
                <p:cNvSpPr/>
                <p:nvPr/>
              </p:nvSpPr>
              <p:spPr>
                <a:xfrm>
                  <a:off x="6114042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" name="pg414">
                  <a:extLst>
                    <a:ext uri="{FF2B5EF4-FFF2-40B4-BE49-F238E27FC236}">
                      <a16:creationId xmlns:a16="http://schemas.microsoft.com/office/drawing/2014/main" id="{01C61181-C3F9-D6B9-73D6-9A26F9A9FF12}"/>
                    </a:ext>
                  </a:extLst>
                </p:cNvPr>
                <p:cNvSpPr/>
                <p:nvPr/>
              </p:nvSpPr>
              <p:spPr>
                <a:xfrm>
                  <a:off x="6125680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" name="pg415">
                  <a:extLst>
                    <a:ext uri="{FF2B5EF4-FFF2-40B4-BE49-F238E27FC236}">
                      <a16:creationId xmlns:a16="http://schemas.microsoft.com/office/drawing/2014/main" id="{72174DF0-8A8C-B445-C939-07FF375D8D71}"/>
                    </a:ext>
                  </a:extLst>
                </p:cNvPr>
                <p:cNvSpPr/>
                <p:nvPr/>
              </p:nvSpPr>
              <p:spPr>
                <a:xfrm>
                  <a:off x="6137317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" name="pg416">
                  <a:extLst>
                    <a:ext uri="{FF2B5EF4-FFF2-40B4-BE49-F238E27FC236}">
                      <a16:creationId xmlns:a16="http://schemas.microsoft.com/office/drawing/2014/main" id="{952A6C57-F307-5BE5-8E5B-FB97DFE9A905}"/>
                    </a:ext>
                  </a:extLst>
                </p:cNvPr>
                <p:cNvSpPr/>
                <p:nvPr/>
              </p:nvSpPr>
              <p:spPr>
                <a:xfrm>
                  <a:off x="6148954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" name="pg417">
                  <a:extLst>
                    <a:ext uri="{FF2B5EF4-FFF2-40B4-BE49-F238E27FC236}">
                      <a16:creationId xmlns:a16="http://schemas.microsoft.com/office/drawing/2014/main" id="{19EBE9D7-2FEF-4A3A-2725-182D2593439B}"/>
                    </a:ext>
                  </a:extLst>
                </p:cNvPr>
                <p:cNvSpPr/>
                <p:nvPr/>
              </p:nvSpPr>
              <p:spPr>
                <a:xfrm>
                  <a:off x="6160592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" name="pg418">
                  <a:extLst>
                    <a:ext uri="{FF2B5EF4-FFF2-40B4-BE49-F238E27FC236}">
                      <a16:creationId xmlns:a16="http://schemas.microsoft.com/office/drawing/2014/main" id="{35E9407E-58F2-5E13-CCD6-46F3BCF55B3F}"/>
                    </a:ext>
                  </a:extLst>
                </p:cNvPr>
                <p:cNvSpPr/>
                <p:nvPr/>
              </p:nvSpPr>
              <p:spPr>
                <a:xfrm>
                  <a:off x="6172229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" name="pg419">
                  <a:extLst>
                    <a:ext uri="{FF2B5EF4-FFF2-40B4-BE49-F238E27FC236}">
                      <a16:creationId xmlns:a16="http://schemas.microsoft.com/office/drawing/2014/main" id="{3EA73A52-9DAA-B6DE-E364-57267E4593C9}"/>
                    </a:ext>
                  </a:extLst>
                </p:cNvPr>
                <p:cNvSpPr/>
                <p:nvPr/>
              </p:nvSpPr>
              <p:spPr>
                <a:xfrm>
                  <a:off x="6230416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" name="pg420">
                  <a:extLst>
                    <a:ext uri="{FF2B5EF4-FFF2-40B4-BE49-F238E27FC236}">
                      <a16:creationId xmlns:a16="http://schemas.microsoft.com/office/drawing/2014/main" id="{763929BF-D947-B7BB-45E6-0EE49C1E42B0}"/>
                    </a:ext>
                  </a:extLst>
                </p:cNvPr>
                <p:cNvSpPr/>
                <p:nvPr/>
              </p:nvSpPr>
              <p:spPr>
                <a:xfrm>
                  <a:off x="6242053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" name="pg421">
                  <a:extLst>
                    <a:ext uri="{FF2B5EF4-FFF2-40B4-BE49-F238E27FC236}">
                      <a16:creationId xmlns:a16="http://schemas.microsoft.com/office/drawing/2014/main" id="{5EDC232A-2FFF-4279-9F69-07FBBDA9EA26}"/>
                    </a:ext>
                  </a:extLst>
                </p:cNvPr>
                <p:cNvSpPr/>
                <p:nvPr/>
              </p:nvSpPr>
              <p:spPr>
                <a:xfrm>
                  <a:off x="6253690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" name="pg422">
                  <a:extLst>
                    <a:ext uri="{FF2B5EF4-FFF2-40B4-BE49-F238E27FC236}">
                      <a16:creationId xmlns:a16="http://schemas.microsoft.com/office/drawing/2014/main" id="{692030DF-4915-AA0F-9540-F9864FA1CD56}"/>
                    </a:ext>
                  </a:extLst>
                </p:cNvPr>
                <p:cNvSpPr/>
                <p:nvPr/>
              </p:nvSpPr>
              <p:spPr>
                <a:xfrm>
                  <a:off x="6265328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" name="pg423">
                  <a:extLst>
                    <a:ext uri="{FF2B5EF4-FFF2-40B4-BE49-F238E27FC236}">
                      <a16:creationId xmlns:a16="http://schemas.microsoft.com/office/drawing/2014/main" id="{A936FF2E-0188-0F46-5565-A97EE5F914F6}"/>
                    </a:ext>
                  </a:extLst>
                </p:cNvPr>
                <p:cNvSpPr/>
                <p:nvPr/>
              </p:nvSpPr>
              <p:spPr>
                <a:xfrm>
                  <a:off x="6276965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" name="pg424">
                  <a:extLst>
                    <a:ext uri="{FF2B5EF4-FFF2-40B4-BE49-F238E27FC236}">
                      <a16:creationId xmlns:a16="http://schemas.microsoft.com/office/drawing/2014/main" id="{C8275E0C-929C-9F8F-DE5E-47EAE1075990}"/>
                    </a:ext>
                  </a:extLst>
                </p:cNvPr>
                <p:cNvSpPr/>
                <p:nvPr/>
              </p:nvSpPr>
              <p:spPr>
                <a:xfrm>
                  <a:off x="6288602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" name="pg425">
                  <a:extLst>
                    <a:ext uri="{FF2B5EF4-FFF2-40B4-BE49-F238E27FC236}">
                      <a16:creationId xmlns:a16="http://schemas.microsoft.com/office/drawing/2014/main" id="{34A18A33-67CB-5912-5CF1-44771BFB63D6}"/>
                    </a:ext>
                  </a:extLst>
                </p:cNvPr>
                <p:cNvSpPr/>
                <p:nvPr/>
              </p:nvSpPr>
              <p:spPr>
                <a:xfrm>
                  <a:off x="6300240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" name="pg426">
                  <a:extLst>
                    <a:ext uri="{FF2B5EF4-FFF2-40B4-BE49-F238E27FC236}">
                      <a16:creationId xmlns:a16="http://schemas.microsoft.com/office/drawing/2014/main" id="{BC821E45-1499-1069-8A9B-8D5A6AF1E80E}"/>
                    </a:ext>
                  </a:extLst>
                </p:cNvPr>
                <p:cNvSpPr/>
                <p:nvPr/>
              </p:nvSpPr>
              <p:spPr>
                <a:xfrm>
                  <a:off x="6311877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" name="pg427">
                  <a:extLst>
                    <a:ext uri="{FF2B5EF4-FFF2-40B4-BE49-F238E27FC236}">
                      <a16:creationId xmlns:a16="http://schemas.microsoft.com/office/drawing/2014/main" id="{DA6851B7-43C1-1A75-F83C-DD60403BC9A1}"/>
                    </a:ext>
                  </a:extLst>
                </p:cNvPr>
                <p:cNvSpPr/>
                <p:nvPr/>
              </p:nvSpPr>
              <p:spPr>
                <a:xfrm>
                  <a:off x="6323514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" name="pg428">
                  <a:extLst>
                    <a:ext uri="{FF2B5EF4-FFF2-40B4-BE49-F238E27FC236}">
                      <a16:creationId xmlns:a16="http://schemas.microsoft.com/office/drawing/2014/main" id="{3ED7F393-7987-259E-2DF6-1BE141B65945}"/>
                    </a:ext>
                  </a:extLst>
                </p:cNvPr>
                <p:cNvSpPr/>
                <p:nvPr/>
              </p:nvSpPr>
              <p:spPr>
                <a:xfrm>
                  <a:off x="5264517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" name="pg429">
                  <a:extLst>
                    <a:ext uri="{FF2B5EF4-FFF2-40B4-BE49-F238E27FC236}">
                      <a16:creationId xmlns:a16="http://schemas.microsoft.com/office/drawing/2014/main" id="{280D5512-2AAB-2297-F494-482885735B13}"/>
                    </a:ext>
                  </a:extLst>
                </p:cNvPr>
                <p:cNvSpPr/>
                <p:nvPr/>
              </p:nvSpPr>
              <p:spPr>
                <a:xfrm>
                  <a:off x="5276155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" name="pg430">
                  <a:extLst>
                    <a:ext uri="{FF2B5EF4-FFF2-40B4-BE49-F238E27FC236}">
                      <a16:creationId xmlns:a16="http://schemas.microsoft.com/office/drawing/2014/main" id="{1EE3A083-6C2D-E47B-F8FC-712BE702C467}"/>
                    </a:ext>
                  </a:extLst>
                </p:cNvPr>
                <p:cNvSpPr/>
                <p:nvPr/>
              </p:nvSpPr>
              <p:spPr>
                <a:xfrm>
                  <a:off x="5287792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" name="pg431">
                  <a:extLst>
                    <a:ext uri="{FF2B5EF4-FFF2-40B4-BE49-F238E27FC236}">
                      <a16:creationId xmlns:a16="http://schemas.microsoft.com/office/drawing/2014/main" id="{902BFDD1-44F0-8660-E43C-A0ACC5C31AB9}"/>
                    </a:ext>
                  </a:extLst>
                </p:cNvPr>
                <p:cNvSpPr/>
                <p:nvPr/>
              </p:nvSpPr>
              <p:spPr>
                <a:xfrm>
                  <a:off x="5299429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" name="pg432">
                  <a:extLst>
                    <a:ext uri="{FF2B5EF4-FFF2-40B4-BE49-F238E27FC236}">
                      <a16:creationId xmlns:a16="http://schemas.microsoft.com/office/drawing/2014/main" id="{AD765A15-193B-4046-EF03-17CE78B243A5}"/>
                    </a:ext>
                  </a:extLst>
                </p:cNvPr>
                <p:cNvSpPr/>
                <p:nvPr/>
              </p:nvSpPr>
              <p:spPr>
                <a:xfrm>
                  <a:off x="6009306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" name="pg433">
                  <a:extLst>
                    <a:ext uri="{FF2B5EF4-FFF2-40B4-BE49-F238E27FC236}">
                      <a16:creationId xmlns:a16="http://schemas.microsoft.com/office/drawing/2014/main" id="{B9481BFC-3B46-F523-BD29-16EA90574826}"/>
                    </a:ext>
                  </a:extLst>
                </p:cNvPr>
                <p:cNvSpPr/>
                <p:nvPr/>
              </p:nvSpPr>
              <p:spPr>
                <a:xfrm>
                  <a:off x="6020944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" name="pg434">
                  <a:extLst>
                    <a:ext uri="{FF2B5EF4-FFF2-40B4-BE49-F238E27FC236}">
                      <a16:creationId xmlns:a16="http://schemas.microsoft.com/office/drawing/2014/main" id="{8A59FDD1-0ABA-C579-75BC-94FAB8FDEEA6}"/>
                    </a:ext>
                  </a:extLst>
                </p:cNvPr>
                <p:cNvSpPr/>
                <p:nvPr/>
              </p:nvSpPr>
              <p:spPr>
                <a:xfrm>
                  <a:off x="6032581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" name="pg435">
                  <a:extLst>
                    <a:ext uri="{FF2B5EF4-FFF2-40B4-BE49-F238E27FC236}">
                      <a16:creationId xmlns:a16="http://schemas.microsoft.com/office/drawing/2014/main" id="{9EFD1BAB-B409-E18E-614C-96015B04AF3B}"/>
                    </a:ext>
                  </a:extLst>
                </p:cNvPr>
                <p:cNvSpPr/>
                <p:nvPr/>
              </p:nvSpPr>
              <p:spPr>
                <a:xfrm>
                  <a:off x="6044218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" name="pg436">
                  <a:extLst>
                    <a:ext uri="{FF2B5EF4-FFF2-40B4-BE49-F238E27FC236}">
                      <a16:creationId xmlns:a16="http://schemas.microsoft.com/office/drawing/2014/main" id="{B695F8A8-FF3D-4972-5B1D-BE9C563ED26B}"/>
                    </a:ext>
                  </a:extLst>
                </p:cNvPr>
                <p:cNvSpPr/>
                <p:nvPr/>
              </p:nvSpPr>
              <p:spPr>
                <a:xfrm>
                  <a:off x="6055856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" name="pg437">
                  <a:extLst>
                    <a:ext uri="{FF2B5EF4-FFF2-40B4-BE49-F238E27FC236}">
                      <a16:creationId xmlns:a16="http://schemas.microsoft.com/office/drawing/2014/main" id="{5CDEBF89-1DC2-05D8-EE32-DF92550670DB}"/>
                    </a:ext>
                  </a:extLst>
                </p:cNvPr>
                <p:cNvSpPr/>
                <p:nvPr/>
              </p:nvSpPr>
              <p:spPr>
                <a:xfrm>
                  <a:off x="6067493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" name="pg438">
                  <a:extLst>
                    <a:ext uri="{FF2B5EF4-FFF2-40B4-BE49-F238E27FC236}">
                      <a16:creationId xmlns:a16="http://schemas.microsoft.com/office/drawing/2014/main" id="{F18C96F3-68F5-B18E-4777-F5C36F236111}"/>
                    </a:ext>
                  </a:extLst>
                </p:cNvPr>
                <p:cNvSpPr/>
                <p:nvPr/>
              </p:nvSpPr>
              <p:spPr>
                <a:xfrm>
                  <a:off x="6079130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" name="pg439">
                  <a:extLst>
                    <a:ext uri="{FF2B5EF4-FFF2-40B4-BE49-F238E27FC236}">
                      <a16:creationId xmlns:a16="http://schemas.microsoft.com/office/drawing/2014/main" id="{C223AFCC-4B19-35E4-53B3-3A8E2CA72B9B}"/>
                    </a:ext>
                  </a:extLst>
                </p:cNvPr>
                <p:cNvSpPr/>
                <p:nvPr/>
              </p:nvSpPr>
              <p:spPr>
                <a:xfrm>
                  <a:off x="6090768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" name="pg440">
                  <a:extLst>
                    <a:ext uri="{FF2B5EF4-FFF2-40B4-BE49-F238E27FC236}">
                      <a16:creationId xmlns:a16="http://schemas.microsoft.com/office/drawing/2014/main" id="{B8E5DB2B-D503-32E8-0BDB-05379D0212F3}"/>
                    </a:ext>
                  </a:extLst>
                </p:cNvPr>
                <p:cNvSpPr/>
                <p:nvPr/>
              </p:nvSpPr>
              <p:spPr>
                <a:xfrm>
                  <a:off x="6102405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" name="pg441">
                  <a:extLst>
                    <a:ext uri="{FF2B5EF4-FFF2-40B4-BE49-F238E27FC236}">
                      <a16:creationId xmlns:a16="http://schemas.microsoft.com/office/drawing/2014/main" id="{3206824E-3DD4-D3EB-5790-B74BFC6D0B7B}"/>
                    </a:ext>
                  </a:extLst>
                </p:cNvPr>
                <p:cNvSpPr/>
                <p:nvPr/>
              </p:nvSpPr>
              <p:spPr>
                <a:xfrm>
                  <a:off x="6114042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" name="pg442">
                  <a:extLst>
                    <a:ext uri="{FF2B5EF4-FFF2-40B4-BE49-F238E27FC236}">
                      <a16:creationId xmlns:a16="http://schemas.microsoft.com/office/drawing/2014/main" id="{5E7A3D98-EBA5-97F3-269A-8F20FE9AF1E7}"/>
                    </a:ext>
                  </a:extLst>
                </p:cNvPr>
                <p:cNvSpPr/>
                <p:nvPr/>
              </p:nvSpPr>
              <p:spPr>
                <a:xfrm>
                  <a:off x="6207141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" name="pg443">
                  <a:extLst>
                    <a:ext uri="{FF2B5EF4-FFF2-40B4-BE49-F238E27FC236}">
                      <a16:creationId xmlns:a16="http://schemas.microsoft.com/office/drawing/2014/main" id="{12E2FE5D-A239-6115-7D60-65CF4F4D0258}"/>
                    </a:ext>
                  </a:extLst>
                </p:cNvPr>
                <p:cNvSpPr/>
                <p:nvPr/>
              </p:nvSpPr>
              <p:spPr>
                <a:xfrm>
                  <a:off x="6218778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" name="pg444">
                  <a:extLst>
                    <a:ext uri="{FF2B5EF4-FFF2-40B4-BE49-F238E27FC236}">
                      <a16:creationId xmlns:a16="http://schemas.microsoft.com/office/drawing/2014/main" id="{94677E2F-26B4-AD94-6430-ED0443B398F1}"/>
                    </a:ext>
                  </a:extLst>
                </p:cNvPr>
                <p:cNvSpPr/>
                <p:nvPr/>
              </p:nvSpPr>
              <p:spPr>
                <a:xfrm>
                  <a:off x="6230416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" name="pg445">
                  <a:extLst>
                    <a:ext uri="{FF2B5EF4-FFF2-40B4-BE49-F238E27FC236}">
                      <a16:creationId xmlns:a16="http://schemas.microsoft.com/office/drawing/2014/main" id="{F49651F2-9365-66DF-BCDE-227B0E2BCD82}"/>
                    </a:ext>
                  </a:extLst>
                </p:cNvPr>
                <p:cNvSpPr/>
                <p:nvPr/>
              </p:nvSpPr>
              <p:spPr>
                <a:xfrm>
                  <a:off x="6242053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" name="pg446">
                  <a:extLst>
                    <a:ext uri="{FF2B5EF4-FFF2-40B4-BE49-F238E27FC236}">
                      <a16:creationId xmlns:a16="http://schemas.microsoft.com/office/drawing/2014/main" id="{A4433609-A75B-9E02-58E2-13F82A727E09}"/>
                    </a:ext>
                  </a:extLst>
                </p:cNvPr>
                <p:cNvSpPr/>
                <p:nvPr/>
              </p:nvSpPr>
              <p:spPr>
                <a:xfrm>
                  <a:off x="6253690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" name="pg447">
                  <a:extLst>
                    <a:ext uri="{FF2B5EF4-FFF2-40B4-BE49-F238E27FC236}">
                      <a16:creationId xmlns:a16="http://schemas.microsoft.com/office/drawing/2014/main" id="{7F502FC8-36BA-8FEC-78FF-A15D87C5E078}"/>
                    </a:ext>
                  </a:extLst>
                </p:cNvPr>
                <p:cNvSpPr/>
                <p:nvPr/>
              </p:nvSpPr>
              <p:spPr>
                <a:xfrm>
                  <a:off x="6265328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" name="pg448">
                  <a:extLst>
                    <a:ext uri="{FF2B5EF4-FFF2-40B4-BE49-F238E27FC236}">
                      <a16:creationId xmlns:a16="http://schemas.microsoft.com/office/drawing/2014/main" id="{80DF4760-D716-05A1-9274-5F1606B6B7F7}"/>
                    </a:ext>
                  </a:extLst>
                </p:cNvPr>
                <p:cNvSpPr/>
                <p:nvPr/>
              </p:nvSpPr>
              <p:spPr>
                <a:xfrm>
                  <a:off x="6276965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" name="pg449">
                  <a:extLst>
                    <a:ext uri="{FF2B5EF4-FFF2-40B4-BE49-F238E27FC236}">
                      <a16:creationId xmlns:a16="http://schemas.microsoft.com/office/drawing/2014/main" id="{08CB348B-216A-8441-5EAE-06D92A11F8E5}"/>
                    </a:ext>
                  </a:extLst>
                </p:cNvPr>
                <p:cNvSpPr/>
                <p:nvPr/>
              </p:nvSpPr>
              <p:spPr>
                <a:xfrm>
                  <a:off x="6288602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" name="pg450">
                  <a:extLst>
                    <a:ext uri="{FF2B5EF4-FFF2-40B4-BE49-F238E27FC236}">
                      <a16:creationId xmlns:a16="http://schemas.microsoft.com/office/drawing/2014/main" id="{4005F99E-630C-8CD3-077C-F2F0166ED100}"/>
                    </a:ext>
                  </a:extLst>
                </p:cNvPr>
                <p:cNvSpPr/>
                <p:nvPr/>
              </p:nvSpPr>
              <p:spPr>
                <a:xfrm>
                  <a:off x="6300240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" name="pg451">
                  <a:extLst>
                    <a:ext uri="{FF2B5EF4-FFF2-40B4-BE49-F238E27FC236}">
                      <a16:creationId xmlns:a16="http://schemas.microsoft.com/office/drawing/2014/main" id="{CC5A82D3-DC79-1ACE-5CCD-0E6A118F4E42}"/>
                    </a:ext>
                  </a:extLst>
                </p:cNvPr>
                <p:cNvSpPr/>
                <p:nvPr/>
              </p:nvSpPr>
              <p:spPr>
                <a:xfrm>
                  <a:off x="6311877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" name="pg452">
                  <a:extLst>
                    <a:ext uri="{FF2B5EF4-FFF2-40B4-BE49-F238E27FC236}">
                      <a16:creationId xmlns:a16="http://schemas.microsoft.com/office/drawing/2014/main" id="{98D24A02-812F-BC82-7C77-EA123735E5F1}"/>
                    </a:ext>
                  </a:extLst>
                </p:cNvPr>
                <p:cNvSpPr/>
                <p:nvPr/>
              </p:nvSpPr>
              <p:spPr>
                <a:xfrm>
                  <a:off x="5892933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B82">
                    <a:alpha val="100000"/>
                  </a:srgbClr>
                </a:solidFill>
                <a:ln w="5420" cap="flat">
                  <a:solidFill>
                    <a:srgbClr val="3C4B8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" name="pg453">
                  <a:extLst>
                    <a:ext uri="{FF2B5EF4-FFF2-40B4-BE49-F238E27FC236}">
                      <a16:creationId xmlns:a16="http://schemas.microsoft.com/office/drawing/2014/main" id="{086B19B0-6758-85AD-A1DC-B05F265E58D3}"/>
                    </a:ext>
                  </a:extLst>
                </p:cNvPr>
                <p:cNvSpPr/>
                <p:nvPr/>
              </p:nvSpPr>
              <p:spPr>
                <a:xfrm>
                  <a:off x="5904570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C84">
                    <a:alpha val="100000"/>
                  </a:srgbClr>
                </a:solidFill>
                <a:ln w="5420" cap="flat">
                  <a:solidFill>
                    <a:srgbClr val="3C4C8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" name="pg454">
                  <a:extLst>
                    <a:ext uri="{FF2B5EF4-FFF2-40B4-BE49-F238E27FC236}">
                      <a16:creationId xmlns:a16="http://schemas.microsoft.com/office/drawing/2014/main" id="{91B3E382-A00D-72B6-7A26-5BDCD0D16A84}"/>
                    </a:ext>
                  </a:extLst>
                </p:cNvPr>
                <p:cNvSpPr/>
                <p:nvPr/>
              </p:nvSpPr>
              <p:spPr>
                <a:xfrm>
                  <a:off x="5916208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08A">
                    <a:alpha val="100000"/>
                  </a:srgbClr>
                </a:solidFill>
                <a:ln w="5420" cap="flat">
                  <a:solidFill>
                    <a:srgbClr val="3B508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" name="pg455">
                  <a:extLst>
                    <a:ext uri="{FF2B5EF4-FFF2-40B4-BE49-F238E27FC236}">
                      <a16:creationId xmlns:a16="http://schemas.microsoft.com/office/drawing/2014/main" id="{37815A31-EF2B-F07C-3FB5-0F3B18422535}"/>
                    </a:ext>
                  </a:extLst>
                </p:cNvPr>
                <p:cNvSpPr/>
                <p:nvPr/>
              </p:nvSpPr>
              <p:spPr>
                <a:xfrm>
                  <a:off x="5927845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D">
                    <a:alpha val="100000"/>
                  </a:srgbClr>
                </a:solidFill>
                <a:ln w="5420" cap="flat">
                  <a:solidFill>
                    <a:srgbClr val="3B53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" name="pg456">
                  <a:extLst>
                    <a:ext uri="{FF2B5EF4-FFF2-40B4-BE49-F238E27FC236}">
                      <a16:creationId xmlns:a16="http://schemas.microsoft.com/office/drawing/2014/main" id="{2FE8F032-A289-F821-7C2F-5CA958910B17}"/>
                    </a:ext>
                  </a:extLst>
                </p:cNvPr>
                <p:cNvSpPr/>
                <p:nvPr/>
              </p:nvSpPr>
              <p:spPr>
                <a:xfrm>
                  <a:off x="5939482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0">
                    <a:alpha val="100000"/>
                  </a:srgbClr>
                </a:solidFill>
                <a:ln w="5420" cap="flat">
                  <a:solidFill>
                    <a:srgbClr val="3B559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" name="pg457">
                  <a:extLst>
                    <a:ext uri="{FF2B5EF4-FFF2-40B4-BE49-F238E27FC236}">
                      <a16:creationId xmlns:a16="http://schemas.microsoft.com/office/drawing/2014/main" id="{DF7789F1-482C-72AE-BB40-0C54FF0C8570}"/>
                    </a:ext>
                  </a:extLst>
                </p:cNvPr>
                <p:cNvSpPr/>
                <p:nvPr/>
              </p:nvSpPr>
              <p:spPr>
                <a:xfrm>
                  <a:off x="5951120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4">
                    <a:alpha val="100000"/>
                  </a:srgbClr>
                </a:solidFill>
                <a:ln w="5420" cap="flat">
                  <a:solidFill>
                    <a:srgbClr val="3A57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" name="pg458">
                  <a:extLst>
                    <a:ext uri="{FF2B5EF4-FFF2-40B4-BE49-F238E27FC236}">
                      <a16:creationId xmlns:a16="http://schemas.microsoft.com/office/drawing/2014/main" id="{FD666D8E-7872-1707-F123-B56926A3105E}"/>
                    </a:ext>
                  </a:extLst>
                </p:cNvPr>
                <p:cNvSpPr/>
                <p:nvPr/>
              </p:nvSpPr>
              <p:spPr>
                <a:xfrm>
                  <a:off x="5962757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7">
                    <a:alpha val="100000"/>
                  </a:srgbClr>
                </a:solidFill>
                <a:ln w="5420" cap="flat">
                  <a:solidFill>
                    <a:srgbClr val="3A5A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" name="pg459">
                  <a:extLst>
                    <a:ext uri="{FF2B5EF4-FFF2-40B4-BE49-F238E27FC236}">
                      <a16:creationId xmlns:a16="http://schemas.microsoft.com/office/drawing/2014/main" id="{8865A18B-1AB9-1939-1453-6B309A8A838A}"/>
                    </a:ext>
                  </a:extLst>
                </p:cNvPr>
                <p:cNvSpPr/>
                <p:nvPr/>
              </p:nvSpPr>
              <p:spPr>
                <a:xfrm>
                  <a:off x="5974394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B">
                    <a:alpha val="100000"/>
                  </a:srgbClr>
                </a:solidFill>
                <a:ln w="5420" cap="flat">
                  <a:solidFill>
                    <a:srgbClr val="395C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" name="pg460">
                  <a:extLst>
                    <a:ext uri="{FF2B5EF4-FFF2-40B4-BE49-F238E27FC236}">
                      <a16:creationId xmlns:a16="http://schemas.microsoft.com/office/drawing/2014/main" id="{49AE4752-C4D8-76AD-3CC7-5CE277C7827A}"/>
                    </a:ext>
                  </a:extLst>
                </p:cNvPr>
                <p:cNvSpPr/>
                <p:nvPr/>
              </p:nvSpPr>
              <p:spPr>
                <a:xfrm>
                  <a:off x="5986032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" name="pg461">
                  <a:extLst>
                    <a:ext uri="{FF2B5EF4-FFF2-40B4-BE49-F238E27FC236}">
                      <a16:creationId xmlns:a16="http://schemas.microsoft.com/office/drawing/2014/main" id="{019416BA-16A9-B976-44B2-853E8BB57B60}"/>
                    </a:ext>
                  </a:extLst>
                </p:cNvPr>
                <p:cNvSpPr/>
                <p:nvPr/>
              </p:nvSpPr>
              <p:spPr>
                <a:xfrm>
                  <a:off x="5997669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19D">
                    <a:alpha val="100000"/>
                  </a:srgbClr>
                </a:solidFill>
                <a:ln w="5420" cap="flat">
                  <a:solidFill>
                    <a:srgbClr val="3A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" name="pg462">
                  <a:extLst>
                    <a:ext uri="{FF2B5EF4-FFF2-40B4-BE49-F238E27FC236}">
                      <a16:creationId xmlns:a16="http://schemas.microsoft.com/office/drawing/2014/main" id="{232BE364-74A1-23A0-C7A6-93F4BC204E82}"/>
                    </a:ext>
                  </a:extLst>
                </p:cNvPr>
                <p:cNvSpPr/>
                <p:nvPr/>
              </p:nvSpPr>
              <p:spPr>
                <a:xfrm>
                  <a:off x="6009306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49E">
                    <a:alpha val="100000"/>
                  </a:srgbClr>
                </a:solidFill>
                <a:ln w="5420" cap="flat">
                  <a:solidFill>
                    <a:srgbClr val="3A64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" name="pg463">
                  <a:extLst>
                    <a:ext uri="{FF2B5EF4-FFF2-40B4-BE49-F238E27FC236}">
                      <a16:creationId xmlns:a16="http://schemas.microsoft.com/office/drawing/2014/main" id="{D4430F47-EDDE-2F7F-B898-78347CE9F4E4}"/>
                    </a:ext>
                  </a:extLst>
                </p:cNvPr>
                <p:cNvSpPr/>
                <p:nvPr/>
              </p:nvSpPr>
              <p:spPr>
                <a:xfrm>
                  <a:off x="6020944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" name="pg464">
                  <a:extLst>
                    <a:ext uri="{FF2B5EF4-FFF2-40B4-BE49-F238E27FC236}">
                      <a16:creationId xmlns:a16="http://schemas.microsoft.com/office/drawing/2014/main" id="{C22ABE57-9535-9BE8-ED81-4FFED8D2D4CD}"/>
                    </a:ext>
                  </a:extLst>
                </p:cNvPr>
                <p:cNvSpPr/>
                <p:nvPr/>
              </p:nvSpPr>
              <p:spPr>
                <a:xfrm>
                  <a:off x="6032581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" name="pg465">
                  <a:extLst>
                    <a:ext uri="{FF2B5EF4-FFF2-40B4-BE49-F238E27FC236}">
                      <a16:creationId xmlns:a16="http://schemas.microsoft.com/office/drawing/2014/main" id="{7EAF46CC-9CA1-F409-2A49-D0E2A0B67FEE}"/>
                    </a:ext>
                  </a:extLst>
                </p:cNvPr>
                <p:cNvSpPr/>
                <p:nvPr/>
              </p:nvSpPr>
              <p:spPr>
                <a:xfrm>
                  <a:off x="6044218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" name="pg466">
                  <a:extLst>
                    <a:ext uri="{FF2B5EF4-FFF2-40B4-BE49-F238E27FC236}">
                      <a16:creationId xmlns:a16="http://schemas.microsoft.com/office/drawing/2014/main" id="{876AA897-0461-D1A5-4D24-D0BE57AD7F96}"/>
                    </a:ext>
                  </a:extLst>
                </p:cNvPr>
                <p:cNvSpPr/>
                <p:nvPr/>
              </p:nvSpPr>
              <p:spPr>
                <a:xfrm>
                  <a:off x="6055856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" name="pg467">
                  <a:extLst>
                    <a:ext uri="{FF2B5EF4-FFF2-40B4-BE49-F238E27FC236}">
                      <a16:creationId xmlns:a16="http://schemas.microsoft.com/office/drawing/2014/main" id="{F14B8E92-9B92-819F-369E-ABAF1CB8BFC8}"/>
                    </a:ext>
                  </a:extLst>
                </p:cNvPr>
                <p:cNvSpPr/>
                <p:nvPr/>
              </p:nvSpPr>
              <p:spPr>
                <a:xfrm>
                  <a:off x="6067493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" name="pg468">
                  <a:extLst>
                    <a:ext uri="{FF2B5EF4-FFF2-40B4-BE49-F238E27FC236}">
                      <a16:creationId xmlns:a16="http://schemas.microsoft.com/office/drawing/2014/main" id="{85A45F76-4508-C9E4-8165-AC4165C6C6C9}"/>
                    </a:ext>
                  </a:extLst>
                </p:cNvPr>
                <p:cNvSpPr/>
                <p:nvPr/>
              </p:nvSpPr>
              <p:spPr>
                <a:xfrm>
                  <a:off x="6079130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" name="pg469">
                  <a:extLst>
                    <a:ext uri="{FF2B5EF4-FFF2-40B4-BE49-F238E27FC236}">
                      <a16:creationId xmlns:a16="http://schemas.microsoft.com/office/drawing/2014/main" id="{D2DC9694-628A-64B3-3C2E-CF08733E54D5}"/>
                    </a:ext>
                  </a:extLst>
                </p:cNvPr>
                <p:cNvSpPr/>
                <p:nvPr/>
              </p:nvSpPr>
              <p:spPr>
                <a:xfrm>
                  <a:off x="6090768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" name="pg470">
                  <a:extLst>
                    <a:ext uri="{FF2B5EF4-FFF2-40B4-BE49-F238E27FC236}">
                      <a16:creationId xmlns:a16="http://schemas.microsoft.com/office/drawing/2014/main" id="{88643961-AD5D-4C40-0562-8E6AFF214B50}"/>
                    </a:ext>
                  </a:extLst>
                </p:cNvPr>
                <p:cNvSpPr/>
                <p:nvPr/>
              </p:nvSpPr>
              <p:spPr>
                <a:xfrm>
                  <a:off x="6102405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" name="pg471">
                  <a:extLst>
                    <a:ext uri="{FF2B5EF4-FFF2-40B4-BE49-F238E27FC236}">
                      <a16:creationId xmlns:a16="http://schemas.microsoft.com/office/drawing/2014/main" id="{EAC1D90F-8B27-785C-ADDE-CDB8C46CE265}"/>
                    </a:ext>
                  </a:extLst>
                </p:cNvPr>
                <p:cNvSpPr/>
                <p:nvPr/>
              </p:nvSpPr>
              <p:spPr>
                <a:xfrm>
                  <a:off x="6114042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" name="pg472">
                  <a:extLst>
                    <a:ext uri="{FF2B5EF4-FFF2-40B4-BE49-F238E27FC236}">
                      <a16:creationId xmlns:a16="http://schemas.microsoft.com/office/drawing/2014/main" id="{A2620AB9-E7EC-3F12-C6E8-8F1862059A85}"/>
                    </a:ext>
                  </a:extLst>
                </p:cNvPr>
                <p:cNvSpPr/>
                <p:nvPr/>
              </p:nvSpPr>
              <p:spPr>
                <a:xfrm>
                  <a:off x="6183866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3" name="pg473">
                  <a:extLst>
                    <a:ext uri="{FF2B5EF4-FFF2-40B4-BE49-F238E27FC236}">
                      <a16:creationId xmlns:a16="http://schemas.microsoft.com/office/drawing/2014/main" id="{05E94CAC-7072-F9EE-520A-BCCFA10D3123}"/>
                    </a:ext>
                  </a:extLst>
                </p:cNvPr>
                <p:cNvSpPr/>
                <p:nvPr/>
              </p:nvSpPr>
              <p:spPr>
                <a:xfrm>
                  <a:off x="6195504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4" name="pg474">
                  <a:extLst>
                    <a:ext uri="{FF2B5EF4-FFF2-40B4-BE49-F238E27FC236}">
                      <a16:creationId xmlns:a16="http://schemas.microsoft.com/office/drawing/2014/main" id="{542BB72F-7481-C156-143E-7CA4753FF135}"/>
                    </a:ext>
                  </a:extLst>
                </p:cNvPr>
                <p:cNvSpPr/>
                <p:nvPr/>
              </p:nvSpPr>
              <p:spPr>
                <a:xfrm>
                  <a:off x="6207141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5" name="pg475">
                  <a:extLst>
                    <a:ext uri="{FF2B5EF4-FFF2-40B4-BE49-F238E27FC236}">
                      <a16:creationId xmlns:a16="http://schemas.microsoft.com/office/drawing/2014/main" id="{D1E294CD-C36E-4E92-C40D-5A9926A428A1}"/>
                    </a:ext>
                  </a:extLst>
                </p:cNvPr>
                <p:cNvSpPr/>
                <p:nvPr/>
              </p:nvSpPr>
              <p:spPr>
                <a:xfrm>
                  <a:off x="6218778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6" name="pg476">
                  <a:extLst>
                    <a:ext uri="{FF2B5EF4-FFF2-40B4-BE49-F238E27FC236}">
                      <a16:creationId xmlns:a16="http://schemas.microsoft.com/office/drawing/2014/main" id="{8FFDBDBF-F6C2-FE3D-6914-55726B35E645}"/>
                    </a:ext>
                  </a:extLst>
                </p:cNvPr>
                <p:cNvSpPr/>
                <p:nvPr/>
              </p:nvSpPr>
              <p:spPr>
                <a:xfrm>
                  <a:off x="6230416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7" name="pg477">
                  <a:extLst>
                    <a:ext uri="{FF2B5EF4-FFF2-40B4-BE49-F238E27FC236}">
                      <a16:creationId xmlns:a16="http://schemas.microsoft.com/office/drawing/2014/main" id="{77AC6450-C7CC-68A3-2345-2296A2813586}"/>
                    </a:ext>
                  </a:extLst>
                </p:cNvPr>
                <p:cNvSpPr/>
                <p:nvPr/>
              </p:nvSpPr>
              <p:spPr>
                <a:xfrm>
                  <a:off x="6242053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8" name="pg478">
                  <a:extLst>
                    <a:ext uri="{FF2B5EF4-FFF2-40B4-BE49-F238E27FC236}">
                      <a16:creationId xmlns:a16="http://schemas.microsoft.com/office/drawing/2014/main" id="{FCA62197-C937-2FCA-0CE9-0EDC78962942}"/>
                    </a:ext>
                  </a:extLst>
                </p:cNvPr>
                <p:cNvSpPr/>
                <p:nvPr/>
              </p:nvSpPr>
              <p:spPr>
                <a:xfrm>
                  <a:off x="6253690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CA7">
                    <a:alpha val="100000"/>
                  </a:srgbClr>
                </a:solidFill>
                <a:ln w="5420" cap="flat">
                  <a:solidFill>
                    <a:srgbClr val="38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9" name="pg479">
                  <a:extLst>
                    <a:ext uri="{FF2B5EF4-FFF2-40B4-BE49-F238E27FC236}">
                      <a16:creationId xmlns:a16="http://schemas.microsoft.com/office/drawing/2014/main" id="{76D49B56-30E4-D454-92EE-021C4C859B0C}"/>
                    </a:ext>
                  </a:extLst>
                </p:cNvPr>
                <p:cNvSpPr/>
                <p:nvPr/>
              </p:nvSpPr>
              <p:spPr>
                <a:xfrm>
                  <a:off x="6265328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0" name="pg480">
                  <a:extLst>
                    <a:ext uri="{FF2B5EF4-FFF2-40B4-BE49-F238E27FC236}">
                      <a16:creationId xmlns:a16="http://schemas.microsoft.com/office/drawing/2014/main" id="{F4780264-8460-ABBD-8830-B427D5C9F809}"/>
                    </a:ext>
                  </a:extLst>
                </p:cNvPr>
                <p:cNvSpPr/>
                <p:nvPr/>
              </p:nvSpPr>
              <p:spPr>
                <a:xfrm>
                  <a:off x="6276965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CA7">
                    <a:alpha val="100000"/>
                  </a:srgbClr>
                </a:solidFill>
                <a:ln w="5420" cap="flat">
                  <a:solidFill>
                    <a:srgbClr val="38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1" name="pg481">
                  <a:extLst>
                    <a:ext uri="{FF2B5EF4-FFF2-40B4-BE49-F238E27FC236}">
                      <a16:creationId xmlns:a16="http://schemas.microsoft.com/office/drawing/2014/main" id="{25229D39-E648-D9D3-3D6E-EA8EF3A2BE4B}"/>
                    </a:ext>
                  </a:extLst>
                </p:cNvPr>
                <p:cNvSpPr/>
                <p:nvPr/>
              </p:nvSpPr>
              <p:spPr>
                <a:xfrm>
                  <a:off x="6288602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2" name="pg482">
                  <a:extLst>
                    <a:ext uri="{FF2B5EF4-FFF2-40B4-BE49-F238E27FC236}">
                      <a16:creationId xmlns:a16="http://schemas.microsoft.com/office/drawing/2014/main" id="{EE78C703-B18D-0BA0-F063-1A586DA1A55E}"/>
                    </a:ext>
                  </a:extLst>
                </p:cNvPr>
                <p:cNvSpPr/>
                <p:nvPr/>
              </p:nvSpPr>
              <p:spPr>
                <a:xfrm>
                  <a:off x="5881296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57A">
                    <a:alpha val="100000"/>
                  </a:srgbClr>
                </a:solidFill>
                <a:ln w="5420" cap="flat">
                  <a:solidFill>
                    <a:srgbClr val="3C457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3" name="pg483">
                  <a:extLst>
                    <a:ext uri="{FF2B5EF4-FFF2-40B4-BE49-F238E27FC236}">
                      <a16:creationId xmlns:a16="http://schemas.microsoft.com/office/drawing/2014/main" id="{115A942C-908A-13CD-1F8C-2E9FEF06C116}"/>
                    </a:ext>
                  </a:extLst>
                </p:cNvPr>
                <p:cNvSpPr/>
                <p:nvPr/>
              </p:nvSpPr>
              <p:spPr>
                <a:xfrm>
                  <a:off x="5892933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77D">
                    <a:alpha val="100000"/>
                  </a:srgbClr>
                </a:solidFill>
                <a:ln w="5420" cap="flat">
                  <a:solidFill>
                    <a:srgbClr val="3C477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4" name="pg484">
                  <a:extLst>
                    <a:ext uri="{FF2B5EF4-FFF2-40B4-BE49-F238E27FC236}">
                      <a16:creationId xmlns:a16="http://schemas.microsoft.com/office/drawing/2014/main" id="{204B59FD-F6F0-DAD3-48AA-7656FCDEF19E}"/>
                    </a:ext>
                  </a:extLst>
                </p:cNvPr>
                <p:cNvSpPr/>
                <p:nvPr/>
              </p:nvSpPr>
              <p:spPr>
                <a:xfrm>
                  <a:off x="5904570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980">
                    <a:alpha val="100000"/>
                  </a:srgbClr>
                </a:solidFill>
                <a:ln w="5420" cap="flat">
                  <a:solidFill>
                    <a:srgbClr val="3C498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5" name="pg485">
                  <a:extLst>
                    <a:ext uri="{FF2B5EF4-FFF2-40B4-BE49-F238E27FC236}">
                      <a16:creationId xmlns:a16="http://schemas.microsoft.com/office/drawing/2014/main" id="{349960BE-0662-D4B0-C4E9-0F6B3A4CD45F}"/>
                    </a:ext>
                  </a:extLst>
                </p:cNvPr>
                <p:cNvSpPr/>
                <p:nvPr/>
              </p:nvSpPr>
              <p:spPr>
                <a:xfrm>
                  <a:off x="5916208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E86">
                    <a:alpha val="100000"/>
                  </a:srgbClr>
                </a:solidFill>
                <a:ln w="5420" cap="flat">
                  <a:solidFill>
                    <a:srgbClr val="3B4E8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6" name="pg486">
                  <a:extLst>
                    <a:ext uri="{FF2B5EF4-FFF2-40B4-BE49-F238E27FC236}">
                      <a16:creationId xmlns:a16="http://schemas.microsoft.com/office/drawing/2014/main" id="{ED098C34-AD53-783E-E354-7DB6217F179F}"/>
                    </a:ext>
                  </a:extLst>
                </p:cNvPr>
                <p:cNvSpPr/>
                <p:nvPr/>
              </p:nvSpPr>
              <p:spPr>
                <a:xfrm>
                  <a:off x="5927845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08A">
                    <a:alpha val="100000"/>
                  </a:srgbClr>
                </a:solidFill>
                <a:ln w="5420" cap="flat">
                  <a:solidFill>
                    <a:srgbClr val="3B508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7" name="pg487">
                  <a:extLst>
                    <a:ext uri="{FF2B5EF4-FFF2-40B4-BE49-F238E27FC236}">
                      <a16:creationId xmlns:a16="http://schemas.microsoft.com/office/drawing/2014/main" id="{CC801E30-C3F7-5565-A1A7-3300FDF5F50C}"/>
                    </a:ext>
                  </a:extLst>
                </p:cNvPr>
                <p:cNvSpPr/>
                <p:nvPr/>
              </p:nvSpPr>
              <p:spPr>
                <a:xfrm>
                  <a:off x="5939482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D">
                    <a:alpha val="100000"/>
                  </a:srgbClr>
                </a:solidFill>
                <a:ln w="5420" cap="flat">
                  <a:solidFill>
                    <a:srgbClr val="3B53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8" name="pg488">
                  <a:extLst>
                    <a:ext uri="{FF2B5EF4-FFF2-40B4-BE49-F238E27FC236}">
                      <a16:creationId xmlns:a16="http://schemas.microsoft.com/office/drawing/2014/main" id="{99F6E20C-C77F-A0F2-3447-7A93FE3C3F28}"/>
                    </a:ext>
                  </a:extLst>
                </p:cNvPr>
                <p:cNvSpPr/>
                <p:nvPr/>
              </p:nvSpPr>
              <p:spPr>
                <a:xfrm>
                  <a:off x="5951120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1">
                    <a:alpha val="100000"/>
                  </a:srgbClr>
                </a:solidFill>
                <a:ln w="5420" cap="flat">
                  <a:solidFill>
                    <a:srgbClr val="3B559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9" name="pg489">
                  <a:extLst>
                    <a:ext uri="{FF2B5EF4-FFF2-40B4-BE49-F238E27FC236}">
                      <a16:creationId xmlns:a16="http://schemas.microsoft.com/office/drawing/2014/main" id="{F64129F5-9FEC-7711-0B7F-F0F66BF61B99}"/>
                    </a:ext>
                  </a:extLst>
                </p:cNvPr>
                <p:cNvSpPr/>
                <p:nvPr/>
              </p:nvSpPr>
              <p:spPr>
                <a:xfrm>
                  <a:off x="5962757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0" name="pg490">
                  <a:extLst>
                    <a:ext uri="{FF2B5EF4-FFF2-40B4-BE49-F238E27FC236}">
                      <a16:creationId xmlns:a16="http://schemas.microsoft.com/office/drawing/2014/main" id="{D63F0045-3D72-FE69-D404-EB0A38427432}"/>
                    </a:ext>
                  </a:extLst>
                </p:cNvPr>
                <p:cNvSpPr/>
                <p:nvPr/>
              </p:nvSpPr>
              <p:spPr>
                <a:xfrm>
                  <a:off x="5974394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B99">
                    <a:alpha val="100000"/>
                  </a:srgbClr>
                </a:solidFill>
                <a:ln w="5420" cap="flat">
                  <a:solidFill>
                    <a:srgbClr val="3A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1" name="pg491">
                  <a:extLst>
                    <a:ext uri="{FF2B5EF4-FFF2-40B4-BE49-F238E27FC236}">
                      <a16:creationId xmlns:a16="http://schemas.microsoft.com/office/drawing/2014/main" id="{99E04758-C542-89AD-01F2-FA518ECED99E}"/>
                    </a:ext>
                  </a:extLst>
                </p:cNvPr>
                <p:cNvSpPr/>
                <p:nvPr/>
              </p:nvSpPr>
              <p:spPr>
                <a:xfrm>
                  <a:off x="5986032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2" name="pg492">
                  <a:extLst>
                    <a:ext uri="{FF2B5EF4-FFF2-40B4-BE49-F238E27FC236}">
                      <a16:creationId xmlns:a16="http://schemas.microsoft.com/office/drawing/2014/main" id="{67D67D22-F804-07AB-F694-B1E58E309091}"/>
                    </a:ext>
                  </a:extLst>
                </p:cNvPr>
                <p:cNvSpPr/>
                <p:nvPr/>
              </p:nvSpPr>
              <p:spPr>
                <a:xfrm>
                  <a:off x="5997669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19D">
                    <a:alpha val="100000"/>
                  </a:srgbClr>
                </a:solidFill>
                <a:ln w="5420" cap="flat">
                  <a:solidFill>
                    <a:srgbClr val="39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3" name="pg493">
                  <a:extLst>
                    <a:ext uri="{FF2B5EF4-FFF2-40B4-BE49-F238E27FC236}">
                      <a16:creationId xmlns:a16="http://schemas.microsoft.com/office/drawing/2014/main" id="{FBF1A159-E23A-D47A-69EC-297AEB764E4D}"/>
                    </a:ext>
                  </a:extLst>
                </p:cNvPr>
                <p:cNvSpPr/>
                <p:nvPr/>
              </p:nvSpPr>
              <p:spPr>
                <a:xfrm>
                  <a:off x="6009306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E">
                    <a:alpha val="100000"/>
                  </a:srgbClr>
                </a:solidFill>
                <a:ln w="5420" cap="flat">
                  <a:solidFill>
                    <a:srgbClr val="3A63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4" name="pg494">
                  <a:extLst>
                    <a:ext uri="{FF2B5EF4-FFF2-40B4-BE49-F238E27FC236}">
                      <a16:creationId xmlns:a16="http://schemas.microsoft.com/office/drawing/2014/main" id="{4742E599-0BF3-966F-8BA6-AF958F26D512}"/>
                    </a:ext>
                  </a:extLst>
                </p:cNvPr>
                <p:cNvSpPr/>
                <p:nvPr/>
              </p:nvSpPr>
              <p:spPr>
                <a:xfrm>
                  <a:off x="6020944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5" name="pg495">
                  <a:extLst>
                    <a:ext uri="{FF2B5EF4-FFF2-40B4-BE49-F238E27FC236}">
                      <a16:creationId xmlns:a16="http://schemas.microsoft.com/office/drawing/2014/main" id="{9B51A46D-7C7E-F2D1-286F-774F863DD404}"/>
                    </a:ext>
                  </a:extLst>
                </p:cNvPr>
                <p:cNvSpPr/>
                <p:nvPr/>
              </p:nvSpPr>
              <p:spPr>
                <a:xfrm>
                  <a:off x="6032581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6" name="pg496">
                  <a:extLst>
                    <a:ext uri="{FF2B5EF4-FFF2-40B4-BE49-F238E27FC236}">
                      <a16:creationId xmlns:a16="http://schemas.microsoft.com/office/drawing/2014/main" id="{9CEF1E72-7315-14C3-00B2-5145515D7A22}"/>
                    </a:ext>
                  </a:extLst>
                </p:cNvPr>
                <p:cNvSpPr/>
                <p:nvPr/>
              </p:nvSpPr>
              <p:spPr>
                <a:xfrm>
                  <a:off x="6044218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7" name="pg497">
                  <a:extLst>
                    <a:ext uri="{FF2B5EF4-FFF2-40B4-BE49-F238E27FC236}">
                      <a16:creationId xmlns:a16="http://schemas.microsoft.com/office/drawing/2014/main" id="{63A7F59F-3CA7-A803-68D7-F33255EB221C}"/>
                    </a:ext>
                  </a:extLst>
                </p:cNvPr>
                <p:cNvSpPr/>
                <p:nvPr/>
              </p:nvSpPr>
              <p:spPr>
                <a:xfrm>
                  <a:off x="6055856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8" name="pg498">
                  <a:extLst>
                    <a:ext uri="{FF2B5EF4-FFF2-40B4-BE49-F238E27FC236}">
                      <a16:creationId xmlns:a16="http://schemas.microsoft.com/office/drawing/2014/main" id="{3738C890-0863-587A-E3BA-024B4FE5020C}"/>
                    </a:ext>
                  </a:extLst>
                </p:cNvPr>
                <p:cNvSpPr/>
                <p:nvPr/>
              </p:nvSpPr>
              <p:spPr>
                <a:xfrm>
                  <a:off x="6067493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9" name="pg499">
                  <a:extLst>
                    <a:ext uri="{FF2B5EF4-FFF2-40B4-BE49-F238E27FC236}">
                      <a16:creationId xmlns:a16="http://schemas.microsoft.com/office/drawing/2014/main" id="{1237BB17-2488-947C-2B19-535D933752DE}"/>
                    </a:ext>
                  </a:extLst>
                </p:cNvPr>
                <p:cNvSpPr/>
                <p:nvPr/>
              </p:nvSpPr>
              <p:spPr>
                <a:xfrm>
                  <a:off x="6079130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0" name="pg500">
                  <a:extLst>
                    <a:ext uri="{FF2B5EF4-FFF2-40B4-BE49-F238E27FC236}">
                      <a16:creationId xmlns:a16="http://schemas.microsoft.com/office/drawing/2014/main" id="{0128AEE5-78B9-6A70-99D9-53B2DB2A5FC3}"/>
                    </a:ext>
                  </a:extLst>
                </p:cNvPr>
                <p:cNvSpPr/>
                <p:nvPr/>
              </p:nvSpPr>
              <p:spPr>
                <a:xfrm>
                  <a:off x="6090768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1" name="pg501">
                  <a:extLst>
                    <a:ext uri="{FF2B5EF4-FFF2-40B4-BE49-F238E27FC236}">
                      <a16:creationId xmlns:a16="http://schemas.microsoft.com/office/drawing/2014/main" id="{600A447A-6602-600D-C14C-00A567F4D893}"/>
                    </a:ext>
                  </a:extLst>
                </p:cNvPr>
                <p:cNvSpPr/>
                <p:nvPr/>
              </p:nvSpPr>
              <p:spPr>
                <a:xfrm>
                  <a:off x="6102405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2" name="pg502">
                  <a:extLst>
                    <a:ext uri="{FF2B5EF4-FFF2-40B4-BE49-F238E27FC236}">
                      <a16:creationId xmlns:a16="http://schemas.microsoft.com/office/drawing/2014/main" id="{C429E9EE-6998-7B76-EC39-6D3D2E13FDD3}"/>
                    </a:ext>
                  </a:extLst>
                </p:cNvPr>
                <p:cNvSpPr/>
                <p:nvPr/>
              </p:nvSpPr>
              <p:spPr>
                <a:xfrm>
                  <a:off x="6172229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3" name="pg503">
                  <a:extLst>
                    <a:ext uri="{FF2B5EF4-FFF2-40B4-BE49-F238E27FC236}">
                      <a16:creationId xmlns:a16="http://schemas.microsoft.com/office/drawing/2014/main" id="{2860EEF5-7363-49DD-F28B-4D037655C93A}"/>
                    </a:ext>
                  </a:extLst>
                </p:cNvPr>
                <p:cNvSpPr/>
                <p:nvPr/>
              </p:nvSpPr>
              <p:spPr>
                <a:xfrm>
                  <a:off x="6183866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4" name="pg504">
                  <a:extLst>
                    <a:ext uri="{FF2B5EF4-FFF2-40B4-BE49-F238E27FC236}">
                      <a16:creationId xmlns:a16="http://schemas.microsoft.com/office/drawing/2014/main" id="{7634A00D-8DE1-03FF-5B3C-1B6BE855B0F1}"/>
                    </a:ext>
                  </a:extLst>
                </p:cNvPr>
                <p:cNvSpPr/>
                <p:nvPr/>
              </p:nvSpPr>
              <p:spPr>
                <a:xfrm>
                  <a:off x="6195504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5" name="pg505">
                  <a:extLst>
                    <a:ext uri="{FF2B5EF4-FFF2-40B4-BE49-F238E27FC236}">
                      <a16:creationId xmlns:a16="http://schemas.microsoft.com/office/drawing/2014/main" id="{8B32779C-F203-7526-B50E-514F8FDCF672}"/>
                    </a:ext>
                  </a:extLst>
                </p:cNvPr>
                <p:cNvSpPr/>
                <p:nvPr/>
              </p:nvSpPr>
              <p:spPr>
                <a:xfrm>
                  <a:off x="6207141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6" name="pg506">
                  <a:extLst>
                    <a:ext uri="{FF2B5EF4-FFF2-40B4-BE49-F238E27FC236}">
                      <a16:creationId xmlns:a16="http://schemas.microsoft.com/office/drawing/2014/main" id="{BE24A784-9B45-58B3-DFC3-74DD5FE5B85F}"/>
                    </a:ext>
                  </a:extLst>
                </p:cNvPr>
                <p:cNvSpPr/>
                <p:nvPr/>
              </p:nvSpPr>
              <p:spPr>
                <a:xfrm>
                  <a:off x="6218778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7" name="pg507">
                  <a:extLst>
                    <a:ext uri="{FF2B5EF4-FFF2-40B4-BE49-F238E27FC236}">
                      <a16:creationId xmlns:a16="http://schemas.microsoft.com/office/drawing/2014/main" id="{5177DA09-37C9-E4B4-C6BB-ACF595D94C01}"/>
                    </a:ext>
                  </a:extLst>
                </p:cNvPr>
                <p:cNvSpPr/>
                <p:nvPr/>
              </p:nvSpPr>
              <p:spPr>
                <a:xfrm>
                  <a:off x="6230416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8" name="pg508">
                  <a:extLst>
                    <a:ext uri="{FF2B5EF4-FFF2-40B4-BE49-F238E27FC236}">
                      <a16:creationId xmlns:a16="http://schemas.microsoft.com/office/drawing/2014/main" id="{D85316BF-FBCC-A730-3104-72C2C9E7263D}"/>
                    </a:ext>
                  </a:extLst>
                </p:cNvPr>
                <p:cNvSpPr/>
                <p:nvPr/>
              </p:nvSpPr>
              <p:spPr>
                <a:xfrm>
                  <a:off x="6242053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9" name="pg509">
                  <a:extLst>
                    <a:ext uri="{FF2B5EF4-FFF2-40B4-BE49-F238E27FC236}">
                      <a16:creationId xmlns:a16="http://schemas.microsoft.com/office/drawing/2014/main" id="{D38982C4-108E-8D3A-14B0-75D5D311CC0B}"/>
                    </a:ext>
                  </a:extLst>
                </p:cNvPr>
                <p:cNvSpPr/>
                <p:nvPr/>
              </p:nvSpPr>
              <p:spPr>
                <a:xfrm>
                  <a:off x="6253690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0" name="pg510">
                  <a:extLst>
                    <a:ext uri="{FF2B5EF4-FFF2-40B4-BE49-F238E27FC236}">
                      <a16:creationId xmlns:a16="http://schemas.microsoft.com/office/drawing/2014/main" id="{59F14C8A-7A4B-A811-C994-C31D939AFB42}"/>
                    </a:ext>
                  </a:extLst>
                </p:cNvPr>
                <p:cNvSpPr/>
                <p:nvPr/>
              </p:nvSpPr>
              <p:spPr>
                <a:xfrm>
                  <a:off x="6265328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1" name="pg511">
                  <a:extLst>
                    <a:ext uri="{FF2B5EF4-FFF2-40B4-BE49-F238E27FC236}">
                      <a16:creationId xmlns:a16="http://schemas.microsoft.com/office/drawing/2014/main" id="{FCDEA682-9AC4-949E-8FD3-FF585C44851F}"/>
                    </a:ext>
                  </a:extLst>
                </p:cNvPr>
                <p:cNvSpPr/>
                <p:nvPr/>
              </p:nvSpPr>
              <p:spPr>
                <a:xfrm>
                  <a:off x="6276965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2" name="pg512">
                  <a:extLst>
                    <a:ext uri="{FF2B5EF4-FFF2-40B4-BE49-F238E27FC236}">
                      <a16:creationId xmlns:a16="http://schemas.microsoft.com/office/drawing/2014/main" id="{D66CAA0A-D181-ECDB-44B7-4FEA336EB78D}"/>
                    </a:ext>
                  </a:extLst>
                </p:cNvPr>
                <p:cNvSpPr/>
                <p:nvPr/>
              </p:nvSpPr>
              <p:spPr>
                <a:xfrm>
                  <a:off x="5869658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1">
                    <a:alpha val="100000"/>
                  </a:srgbClr>
                </a:solidFill>
                <a:ln w="5420" cap="flat">
                  <a:solidFill>
                    <a:srgbClr val="3B3F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3" name="pg513">
                  <a:extLst>
                    <a:ext uri="{FF2B5EF4-FFF2-40B4-BE49-F238E27FC236}">
                      <a16:creationId xmlns:a16="http://schemas.microsoft.com/office/drawing/2014/main" id="{6C7EB685-7B0D-38CA-8E56-C0A108009EEF}"/>
                    </a:ext>
                  </a:extLst>
                </p:cNvPr>
                <p:cNvSpPr/>
                <p:nvPr/>
              </p:nvSpPr>
              <p:spPr>
                <a:xfrm>
                  <a:off x="5881296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4" name="pg514">
                  <a:extLst>
                    <a:ext uri="{FF2B5EF4-FFF2-40B4-BE49-F238E27FC236}">
                      <a16:creationId xmlns:a16="http://schemas.microsoft.com/office/drawing/2014/main" id="{4F4A5C5D-0CDF-36E1-C2DB-B040037FBC26}"/>
                    </a:ext>
                  </a:extLst>
                </p:cNvPr>
                <p:cNvSpPr/>
                <p:nvPr/>
              </p:nvSpPr>
              <p:spPr>
                <a:xfrm>
                  <a:off x="5892933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5" name="pg515">
                  <a:extLst>
                    <a:ext uri="{FF2B5EF4-FFF2-40B4-BE49-F238E27FC236}">
                      <a16:creationId xmlns:a16="http://schemas.microsoft.com/office/drawing/2014/main" id="{CCB886A5-D198-1B42-EF3A-EC151BF79A89}"/>
                    </a:ext>
                  </a:extLst>
                </p:cNvPr>
                <p:cNvSpPr/>
                <p:nvPr/>
              </p:nvSpPr>
              <p:spPr>
                <a:xfrm>
                  <a:off x="5904570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B">
                    <a:alpha val="100000"/>
                  </a:srgbClr>
                </a:solidFill>
                <a:ln w="5420" cap="flat">
                  <a:solidFill>
                    <a:srgbClr val="3C467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6" name="pg516">
                  <a:extLst>
                    <a:ext uri="{FF2B5EF4-FFF2-40B4-BE49-F238E27FC236}">
                      <a16:creationId xmlns:a16="http://schemas.microsoft.com/office/drawing/2014/main" id="{A669A646-B5F5-49F5-2BEB-CAF7E2B4828B}"/>
                    </a:ext>
                  </a:extLst>
                </p:cNvPr>
                <p:cNvSpPr/>
                <p:nvPr/>
              </p:nvSpPr>
              <p:spPr>
                <a:xfrm>
                  <a:off x="5916208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B83">
                    <a:alpha val="100000"/>
                  </a:srgbClr>
                </a:solidFill>
                <a:ln w="5420" cap="flat">
                  <a:solidFill>
                    <a:srgbClr val="3C4B8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7" name="pg517">
                  <a:extLst>
                    <a:ext uri="{FF2B5EF4-FFF2-40B4-BE49-F238E27FC236}">
                      <a16:creationId xmlns:a16="http://schemas.microsoft.com/office/drawing/2014/main" id="{4BAD30C7-B929-7FA0-EDCB-485C33206F7D}"/>
                    </a:ext>
                  </a:extLst>
                </p:cNvPr>
                <p:cNvSpPr/>
                <p:nvPr/>
              </p:nvSpPr>
              <p:spPr>
                <a:xfrm>
                  <a:off x="5927845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E87">
                    <a:alpha val="100000"/>
                  </a:srgbClr>
                </a:solidFill>
                <a:ln w="5420" cap="flat">
                  <a:solidFill>
                    <a:srgbClr val="3B4E8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8" name="pg518">
                  <a:extLst>
                    <a:ext uri="{FF2B5EF4-FFF2-40B4-BE49-F238E27FC236}">
                      <a16:creationId xmlns:a16="http://schemas.microsoft.com/office/drawing/2014/main" id="{36070A12-081D-E536-CB62-BCD7079C3C8C}"/>
                    </a:ext>
                  </a:extLst>
                </p:cNvPr>
                <p:cNvSpPr/>
                <p:nvPr/>
              </p:nvSpPr>
              <p:spPr>
                <a:xfrm>
                  <a:off x="5939482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18B">
                    <a:alpha val="100000"/>
                  </a:srgbClr>
                </a:solidFill>
                <a:ln w="5420" cap="flat">
                  <a:solidFill>
                    <a:srgbClr val="3B518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9" name="pg519">
                  <a:extLst>
                    <a:ext uri="{FF2B5EF4-FFF2-40B4-BE49-F238E27FC236}">
                      <a16:creationId xmlns:a16="http://schemas.microsoft.com/office/drawing/2014/main" id="{82F90C07-0A31-4B42-46F9-A11A4114D208}"/>
                    </a:ext>
                  </a:extLst>
                </p:cNvPr>
                <p:cNvSpPr/>
                <p:nvPr/>
              </p:nvSpPr>
              <p:spPr>
                <a:xfrm>
                  <a:off x="5951120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48F">
                    <a:alpha val="100000"/>
                  </a:srgbClr>
                </a:solidFill>
                <a:ln w="5420" cap="flat">
                  <a:solidFill>
                    <a:srgbClr val="3B548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0" name="pg520">
                  <a:extLst>
                    <a:ext uri="{FF2B5EF4-FFF2-40B4-BE49-F238E27FC236}">
                      <a16:creationId xmlns:a16="http://schemas.microsoft.com/office/drawing/2014/main" id="{68FCD01F-3CC7-2261-5804-0D238C13E80A}"/>
                    </a:ext>
                  </a:extLst>
                </p:cNvPr>
                <p:cNvSpPr/>
                <p:nvPr/>
              </p:nvSpPr>
              <p:spPr>
                <a:xfrm>
                  <a:off x="5962757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3">
                    <a:alpha val="100000"/>
                  </a:srgbClr>
                </a:solidFill>
                <a:ln w="5420" cap="flat">
                  <a:solidFill>
                    <a:srgbClr val="3A57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1" name="pg521">
                  <a:extLst>
                    <a:ext uri="{FF2B5EF4-FFF2-40B4-BE49-F238E27FC236}">
                      <a16:creationId xmlns:a16="http://schemas.microsoft.com/office/drawing/2014/main" id="{4A594D9C-548A-3B8B-71FF-3970A4FE41A1}"/>
                    </a:ext>
                  </a:extLst>
                </p:cNvPr>
                <p:cNvSpPr/>
                <p:nvPr/>
              </p:nvSpPr>
              <p:spPr>
                <a:xfrm>
                  <a:off x="5974394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7">
                    <a:alpha val="100000"/>
                  </a:srgbClr>
                </a:solidFill>
                <a:ln w="5420" cap="flat">
                  <a:solidFill>
                    <a:srgbClr val="3A5A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2" name="pg522">
                  <a:extLst>
                    <a:ext uri="{FF2B5EF4-FFF2-40B4-BE49-F238E27FC236}">
                      <a16:creationId xmlns:a16="http://schemas.microsoft.com/office/drawing/2014/main" id="{35DE6B83-7EA0-640F-67BA-932104007443}"/>
                    </a:ext>
                  </a:extLst>
                </p:cNvPr>
                <p:cNvSpPr/>
                <p:nvPr/>
              </p:nvSpPr>
              <p:spPr>
                <a:xfrm>
                  <a:off x="5986032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B">
                    <a:alpha val="100000"/>
                  </a:srgbClr>
                </a:solidFill>
                <a:ln w="5420" cap="flat">
                  <a:solidFill>
                    <a:srgbClr val="395D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3" name="pg523">
                  <a:extLst>
                    <a:ext uri="{FF2B5EF4-FFF2-40B4-BE49-F238E27FC236}">
                      <a16:creationId xmlns:a16="http://schemas.microsoft.com/office/drawing/2014/main" id="{BF87CCEC-2C5C-CF45-6A5F-A85A9EE14115}"/>
                    </a:ext>
                  </a:extLst>
                </p:cNvPr>
                <p:cNvSpPr/>
                <p:nvPr/>
              </p:nvSpPr>
              <p:spPr>
                <a:xfrm>
                  <a:off x="5997669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4" name="pg524">
                  <a:extLst>
                    <a:ext uri="{FF2B5EF4-FFF2-40B4-BE49-F238E27FC236}">
                      <a16:creationId xmlns:a16="http://schemas.microsoft.com/office/drawing/2014/main" id="{52188DAD-80B1-F3DA-2EB1-42A70894EAA4}"/>
                    </a:ext>
                  </a:extLst>
                </p:cNvPr>
                <p:cNvSpPr/>
                <p:nvPr/>
              </p:nvSpPr>
              <p:spPr>
                <a:xfrm>
                  <a:off x="6009306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5" name="pg525">
                  <a:extLst>
                    <a:ext uri="{FF2B5EF4-FFF2-40B4-BE49-F238E27FC236}">
                      <a16:creationId xmlns:a16="http://schemas.microsoft.com/office/drawing/2014/main" id="{3B653876-9840-ABB3-6724-08D710DA3214}"/>
                    </a:ext>
                  </a:extLst>
                </p:cNvPr>
                <p:cNvSpPr/>
                <p:nvPr/>
              </p:nvSpPr>
              <p:spPr>
                <a:xfrm>
                  <a:off x="6020944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6" name="pg526">
                  <a:extLst>
                    <a:ext uri="{FF2B5EF4-FFF2-40B4-BE49-F238E27FC236}">
                      <a16:creationId xmlns:a16="http://schemas.microsoft.com/office/drawing/2014/main" id="{C0841D51-6193-AA96-AF6C-E1243778CEF7}"/>
                    </a:ext>
                  </a:extLst>
                </p:cNvPr>
                <p:cNvSpPr/>
                <p:nvPr/>
              </p:nvSpPr>
              <p:spPr>
                <a:xfrm>
                  <a:off x="6032581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7" name="pg527">
                  <a:extLst>
                    <a:ext uri="{FF2B5EF4-FFF2-40B4-BE49-F238E27FC236}">
                      <a16:creationId xmlns:a16="http://schemas.microsoft.com/office/drawing/2014/main" id="{2DC3E32A-BAB9-BE14-C80E-083D6F0BCD96}"/>
                    </a:ext>
                  </a:extLst>
                </p:cNvPr>
                <p:cNvSpPr/>
                <p:nvPr/>
              </p:nvSpPr>
              <p:spPr>
                <a:xfrm>
                  <a:off x="6044218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8" name="pg528">
                  <a:extLst>
                    <a:ext uri="{FF2B5EF4-FFF2-40B4-BE49-F238E27FC236}">
                      <a16:creationId xmlns:a16="http://schemas.microsoft.com/office/drawing/2014/main" id="{92780EE8-E6D2-CED5-68D9-EDFF4194EBCA}"/>
                    </a:ext>
                  </a:extLst>
                </p:cNvPr>
                <p:cNvSpPr/>
                <p:nvPr/>
              </p:nvSpPr>
              <p:spPr>
                <a:xfrm>
                  <a:off x="6055856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9" name="pg529">
                  <a:extLst>
                    <a:ext uri="{FF2B5EF4-FFF2-40B4-BE49-F238E27FC236}">
                      <a16:creationId xmlns:a16="http://schemas.microsoft.com/office/drawing/2014/main" id="{514F41E6-324F-3139-1B70-AFE0A5A5165B}"/>
                    </a:ext>
                  </a:extLst>
                </p:cNvPr>
                <p:cNvSpPr/>
                <p:nvPr/>
              </p:nvSpPr>
              <p:spPr>
                <a:xfrm>
                  <a:off x="6067493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0" name="pg530">
                  <a:extLst>
                    <a:ext uri="{FF2B5EF4-FFF2-40B4-BE49-F238E27FC236}">
                      <a16:creationId xmlns:a16="http://schemas.microsoft.com/office/drawing/2014/main" id="{77E83CCF-D9A1-DD68-A784-8D6A3A9960E6}"/>
                    </a:ext>
                  </a:extLst>
                </p:cNvPr>
                <p:cNvSpPr/>
                <p:nvPr/>
              </p:nvSpPr>
              <p:spPr>
                <a:xfrm>
                  <a:off x="6079130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1" name="pg531">
                  <a:extLst>
                    <a:ext uri="{FF2B5EF4-FFF2-40B4-BE49-F238E27FC236}">
                      <a16:creationId xmlns:a16="http://schemas.microsoft.com/office/drawing/2014/main" id="{77965DAA-23CC-D48A-E7E3-5BFBC4DD425B}"/>
                    </a:ext>
                  </a:extLst>
                </p:cNvPr>
                <p:cNvSpPr/>
                <p:nvPr/>
              </p:nvSpPr>
              <p:spPr>
                <a:xfrm>
                  <a:off x="6090768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2" name="pg532">
                  <a:extLst>
                    <a:ext uri="{FF2B5EF4-FFF2-40B4-BE49-F238E27FC236}">
                      <a16:creationId xmlns:a16="http://schemas.microsoft.com/office/drawing/2014/main" id="{5B567EFE-59C8-A362-B8B4-5DFBAA87B958}"/>
                    </a:ext>
                  </a:extLst>
                </p:cNvPr>
                <p:cNvSpPr/>
                <p:nvPr/>
              </p:nvSpPr>
              <p:spPr>
                <a:xfrm>
                  <a:off x="6172229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3" name="pg533">
                  <a:extLst>
                    <a:ext uri="{FF2B5EF4-FFF2-40B4-BE49-F238E27FC236}">
                      <a16:creationId xmlns:a16="http://schemas.microsoft.com/office/drawing/2014/main" id="{1D1CB46E-3E4F-D59E-7D96-3E8D5FF15AF0}"/>
                    </a:ext>
                  </a:extLst>
                </p:cNvPr>
                <p:cNvSpPr/>
                <p:nvPr/>
              </p:nvSpPr>
              <p:spPr>
                <a:xfrm>
                  <a:off x="6183866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4" name="pg534">
                  <a:extLst>
                    <a:ext uri="{FF2B5EF4-FFF2-40B4-BE49-F238E27FC236}">
                      <a16:creationId xmlns:a16="http://schemas.microsoft.com/office/drawing/2014/main" id="{B60E295F-5CE2-8178-3F06-6D2413550C54}"/>
                    </a:ext>
                  </a:extLst>
                </p:cNvPr>
                <p:cNvSpPr/>
                <p:nvPr/>
              </p:nvSpPr>
              <p:spPr>
                <a:xfrm>
                  <a:off x="6195504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5" name="pg535">
                  <a:extLst>
                    <a:ext uri="{FF2B5EF4-FFF2-40B4-BE49-F238E27FC236}">
                      <a16:creationId xmlns:a16="http://schemas.microsoft.com/office/drawing/2014/main" id="{B1237084-8592-6FFD-5948-86DE06CCB685}"/>
                    </a:ext>
                  </a:extLst>
                </p:cNvPr>
                <p:cNvSpPr/>
                <p:nvPr/>
              </p:nvSpPr>
              <p:spPr>
                <a:xfrm>
                  <a:off x="6207141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6" name="pg536">
                  <a:extLst>
                    <a:ext uri="{FF2B5EF4-FFF2-40B4-BE49-F238E27FC236}">
                      <a16:creationId xmlns:a16="http://schemas.microsoft.com/office/drawing/2014/main" id="{A6A90D02-B966-4FC9-6CB7-E3354A7E7CA6}"/>
                    </a:ext>
                  </a:extLst>
                </p:cNvPr>
                <p:cNvSpPr/>
                <p:nvPr/>
              </p:nvSpPr>
              <p:spPr>
                <a:xfrm>
                  <a:off x="6218778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7" name="pg537">
                  <a:extLst>
                    <a:ext uri="{FF2B5EF4-FFF2-40B4-BE49-F238E27FC236}">
                      <a16:creationId xmlns:a16="http://schemas.microsoft.com/office/drawing/2014/main" id="{AE9029B0-9319-F508-2AE9-9677B40462DF}"/>
                    </a:ext>
                  </a:extLst>
                </p:cNvPr>
                <p:cNvSpPr/>
                <p:nvPr/>
              </p:nvSpPr>
              <p:spPr>
                <a:xfrm>
                  <a:off x="6230416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8" name="pg538">
                  <a:extLst>
                    <a:ext uri="{FF2B5EF4-FFF2-40B4-BE49-F238E27FC236}">
                      <a16:creationId xmlns:a16="http://schemas.microsoft.com/office/drawing/2014/main" id="{3706778B-E0B2-2ACA-9167-3D4912C61662}"/>
                    </a:ext>
                  </a:extLst>
                </p:cNvPr>
                <p:cNvSpPr/>
                <p:nvPr/>
              </p:nvSpPr>
              <p:spPr>
                <a:xfrm>
                  <a:off x="6242053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9" name="pg539">
                  <a:extLst>
                    <a:ext uri="{FF2B5EF4-FFF2-40B4-BE49-F238E27FC236}">
                      <a16:creationId xmlns:a16="http://schemas.microsoft.com/office/drawing/2014/main" id="{F4D0DE1C-10C2-0E56-5AE0-547238D27250}"/>
                    </a:ext>
                  </a:extLst>
                </p:cNvPr>
                <p:cNvSpPr/>
                <p:nvPr/>
              </p:nvSpPr>
              <p:spPr>
                <a:xfrm>
                  <a:off x="6253690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0" name="pg540">
                  <a:extLst>
                    <a:ext uri="{FF2B5EF4-FFF2-40B4-BE49-F238E27FC236}">
                      <a16:creationId xmlns:a16="http://schemas.microsoft.com/office/drawing/2014/main" id="{EBB2DA70-04FD-961D-1044-7BDB58293E80}"/>
                    </a:ext>
                  </a:extLst>
                </p:cNvPr>
                <p:cNvSpPr/>
                <p:nvPr/>
              </p:nvSpPr>
              <p:spPr>
                <a:xfrm>
                  <a:off x="5869658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1" name="pg541">
                  <a:extLst>
                    <a:ext uri="{FF2B5EF4-FFF2-40B4-BE49-F238E27FC236}">
                      <a16:creationId xmlns:a16="http://schemas.microsoft.com/office/drawing/2014/main" id="{CB46CABB-0C26-C09B-34A2-D4752B84CC54}"/>
                    </a:ext>
                  </a:extLst>
                </p:cNvPr>
                <p:cNvSpPr/>
                <p:nvPr/>
              </p:nvSpPr>
              <p:spPr>
                <a:xfrm>
                  <a:off x="5881296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E">
                    <a:alpha val="100000"/>
                  </a:srgbClr>
                </a:solidFill>
                <a:ln w="5420" cap="flat">
                  <a:solidFill>
                    <a:srgbClr val="3B3C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2" name="pg542">
                  <a:extLst>
                    <a:ext uri="{FF2B5EF4-FFF2-40B4-BE49-F238E27FC236}">
                      <a16:creationId xmlns:a16="http://schemas.microsoft.com/office/drawing/2014/main" id="{92168130-703B-BCA6-2133-6CC6EA19AA2A}"/>
                    </a:ext>
                  </a:extLst>
                </p:cNvPr>
                <p:cNvSpPr/>
                <p:nvPr/>
              </p:nvSpPr>
              <p:spPr>
                <a:xfrm>
                  <a:off x="5892933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2">
                    <a:alpha val="100000"/>
                  </a:srgbClr>
                </a:solidFill>
                <a:ln w="5420" cap="flat">
                  <a:solidFill>
                    <a:srgbClr val="3B3F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3" name="pg543">
                  <a:extLst>
                    <a:ext uri="{FF2B5EF4-FFF2-40B4-BE49-F238E27FC236}">
                      <a16:creationId xmlns:a16="http://schemas.microsoft.com/office/drawing/2014/main" id="{5207CFBE-130C-4AAF-F60F-8AF52A2BC5F5}"/>
                    </a:ext>
                  </a:extLst>
                </p:cNvPr>
                <p:cNvSpPr/>
                <p:nvPr/>
              </p:nvSpPr>
              <p:spPr>
                <a:xfrm>
                  <a:off x="5904570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4" name="pg544">
                  <a:extLst>
                    <a:ext uri="{FF2B5EF4-FFF2-40B4-BE49-F238E27FC236}">
                      <a16:creationId xmlns:a16="http://schemas.microsoft.com/office/drawing/2014/main" id="{8A597685-B183-7ADF-F923-752DD4B83DC8}"/>
                    </a:ext>
                  </a:extLst>
                </p:cNvPr>
                <p:cNvSpPr/>
                <p:nvPr/>
              </p:nvSpPr>
              <p:spPr>
                <a:xfrm>
                  <a:off x="5916208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97F">
                    <a:alpha val="100000"/>
                  </a:srgbClr>
                </a:solidFill>
                <a:ln w="5420" cap="flat">
                  <a:solidFill>
                    <a:srgbClr val="3C497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5" name="pg545">
                  <a:extLst>
                    <a:ext uri="{FF2B5EF4-FFF2-40B4-BE49-F238E27FC236}">
                      <a16:creationId xmlns:a16="http://schemas.microsoft.com/office/drawing/2014/main" id="{444CEE09-FCCA-3427-7109-83A03F6C3F49}"/>
                    </a:ext>
                  </a:extLst>
                </p:cNvPr>
                <p:cNvSpPr/>
                <p:nvPr/>
              </p:nvSpPr>
              <p:spPr>
                <a:xfrm>
                  <a:off x="5927845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C84">
                    <a:alpha val="100000"/>
                  </a:srgbClr>
                </a:solidFill>
                <a:ln w="5420" cap="flat">
                  <a:solidFill>
                    <a:srgbClr val="3C4C8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6" name="pg546">
                  <a:extLst>
                    <a:ext uri="{FF2B5EF4-FFF2-40B4-BE49-F238E27FC236}">
                      <a16:creationId xmlns:a16="http://schemas.microsoft.com/office/drawing/2014/main" id="{D010C6EB-8BC8-07D3-BAA5-55B16B31DCB5}"/>
                    </a:ext>
                  </a:extLst>
                </p:cNvPr>
                <p:cNvSpPr/>
                <p:nvPr/>
              </p:nvSpPr>
              <p:spPr>
                <a:xfrm>
                  <a:off x="5939482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F88">
                    <a:alpha val="100000"/>
                  </a:srgbClr>
                </a:solidFill>
                <a:ln w="5420" cap="flat">
                  <a:solidFill>
                    <a:srgbClr val="3B4F8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7" name="pg547">
                  <a:extLst>
                    <a:ext uri="{FF2B5EF4-FFF2-40B4-BE49-F238E27FC236}">
                      <a16:creationId xmlns:a16="http://schemas.microsoft.com/office/drawing/2014/main" id="{3877713C-C7FB-9B34-9B01-F93F1EA51314}"/>
                    </a:ext>
                  </a:extLst>
                </p:cNvPr>
                <p:cNvSpPr/>
                <p:nvPr/>
              </p:nvSpPr>
              <p:spPr>
                <a:xfrm>
                  <a:off x="5951120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D">
                    <a:alpha val="100000"/>
                  </a:srgbClr>
                </a:solidFill>
                <a:ln w="5420" cap="flat">
                  <a:solidFill>
                    <a:srgbClr val="3B53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8" name="pg548">
                  <a:extLst>
                    <a:ext uri="{FF2B5EF4-FFF2-40B4-BE49-F238E27FC236}">
                      <a16:creationId xmlns:a16="http://schemas.microsoft.com/office/drawing/2014/main" id="{A22E7E08-577B-7EC3-E2EE-FF35E88EF276}"/>
                    </a:ext>
                  </a:extLst>
                </p:cNvPr>
                <p:cNvSpPr/>
                <p:nvPr/>
              </p:nvSpPr>
              <p:spPr>
                <a:xfrm>
                  <a:off x="5962757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692">
                    <a:alpha val="100000"/>
                  </a:srgbClr>
                </a:solidFill>
                <a:ln w="5420" cap="flat">
                  <a:solidFill>
                    <a:srgbClr val="3B569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9" name="pg549">
                  <a:extLst>
                    <a:ext uri="{FF2B5EF4-FFF2-40B4-BE49-F238E27FC236}">
                      <a16:creationId xmlns:a16="http://schemas.microsoft.com/office/drawing/2014/main" id="{71321016-C3D0-7407-78BA-7553A67C604F}"/>
                    </a:ext>
                  </a:extLst>
                </p:cNvPr>
                <p:cNvSpPr/>
                <p:nvPr/>
              </p:nvSpPr>
              <p:spPr>
                <a:xfrm>
                  <a:off x="5974394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0" name="pg550">
                  <a:extLst>
                    <a:ext uri="{FF2B5EF4-FFF2-40B4-BE49-F238E27FC236}">
                      <a16:creationId xmlns:a16="http://schemas.microsoft.com/office/drawing/2014/main" id="{3D50469C-FE75-B9BA-3ED3-DE7A543335B9}"/>
                    </a:ext>
                  </a:extLst>
                </p:cNvPr>
                <p:cNvSpPr/>
                <p:nvPr/>
              </p:nvSpPr>
              <p:spPr>
                <a:xfrm>
                  <a:off x="5986032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A">
                    <a:alpha val="100000"/>
                  </a:srgbClr>
                </a:solidFill>
                <a:ln w="5420" cap="flat">
                  <a:solidFill>
                    <a:srgbClr val="395C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1" name="pg551">
                  <a:extLst>
                    <a:ext uri="{FF2B5EF4-FFF2-40B4-BE49-F238E27FC236}">
                      <a16:creationId xmlns:a16="http://schemas.microsoft.com/office/drawing/2014/main" id="{74608540-3DA5-7842-40CE-B031060A9E26}"/>
                    </a:ext>
                  </a:extLst>
                </p:cNvPr>
                <p:cNvSpPr/>
                <p:nvPr/>
              </p:nvSpPr>
              <p:spPr>
                <a:xfrm>
                  <a:off x="5997669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D">
                    <a:alpha val="100000"/>
                  </a:srgbClr>
                </a:solidFill>
                <a:ln w="5420" cap="flat">
                  <a:solidFill>
                    <a:srgbClr val="395F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2" name="pg552">
                  <a:extLst>
                    <a:ext uri="{FF2B5EF4-FFF2-40B4-BE49-F238E27FC236}">
                      <a16:creationId xmlns:a16="http://schemas.microsoft.com/office/drawing/2014/main" id="{EBA89887-2646-5124-A246-16D2515A9E60}"/>
                    </a:ext>
                  </a:extLst>
                </p:cNvPr>
                <p:cNvSpPr/>
                <p:nvPr/>
              </p:nvSpPr>
              <p:spPr>
                <a:xfrm>
                  <a:off x="6009306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3" name="pg553">
                  <a:extLst>
                    <a:ext uri="{FF2B5EF4-FFF2-40B4-BE49-F238E27FC236}">
                      <a16:creationId xmlns:a16="http://schemas.microsoft.com/office/drawing/2014/main" id="{98CF6A10-0EDC-ACD2-638C-242654F1A993}"/>
                    </a:ext>
                  </a:extLst>
                </p:cNvPr>
                <p:cNvSpPr/>
                <p:nvPr/>
              </p:nvSpPr>
              <p:spPr>
                <a:xfrm>
                  <a:off x="6020944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4" name="pg554">
                  <a:extLst>
                    <a:ext uri="{FF2B5EF4-FFF2-40B4-BE49-F238E27FC236}">
                      <a16:creationId xmlns:a16="http://schemas.microsoft.com/office/drawing/2014/main" id="{52747775-03A3-E10E-92B6-9660FAE06B86}"/>
                    </a:ext>
                  </a:extLst>
                </p:cNvPr>
                <p:cNvSpPr/>
                <p:nvPr/>
              </p:nvSpPr>
              <p:spPr>
                <a:xfrm>
                  <a:off x="6032581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5" name="pg555">
                  <a:extLst>
                    <a:ext uri="{FF2B5EF4-FFF2-40B4-BE49-F238E27FC236}">
                      <a16:creationId xmlns:a16="http://schemas.microsoft.com/office/drawing/2014/main" id="{792B24D6-0327-E8A4-788C-F4C9D259C9C9}"/>
                    </a:ext>
                  </a:extLst>
                </p:cNvPr>
                <p:cNvSpPr/>
                <p:nvPr/>
              </p:nvSpPr>
              <p:spPr>
                <a:xfrm>
                  <a:off x="6044218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6FA0">
                    <a:alpha val="100000"/>
                  </a:srgbClr>
                </a:solidFill>
                <a:ln w="5420" cap="flat">
                  <a:solidFill>
                    <a:srgbClr val="3B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6" name="pg556">
                  <a:extLst>
                    <a:ext uri="{FF2B5EF4-FFF2-40B4-BE49-F238E27FC236}">
                      <a16:creationId xmlns:a16="http://schemas.microsoft.com/office/drawing/2014/main" id="{988EB7E1-CCB0-A0E8-38EC-8AC15524CA1B}"/>
                    </a:ext>
                  </a:extLst>
                </p:cNvPr>
                <p:cNvSpPr/>
                <p:nvPr/>
              </p:nvSpPr>
              <p:spPr>
                <a:xfrm>
                  <a:off x="6172229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7" name="pg557">
                  <a:extLst>
                    <a:ext uri="{FF2B5EF4-FFF2-40B4-BE49-F238E27FC236}">
                      <a16:creationId xmlns:a16="http://schemas.microsoft.com/office/drawing/2014/main" id="{44CC84D2-206B-F5FC-467A-5C1143132D08}"/>
                    </a:ext>
                  </a:extLst>
                </p:cNvPr>
                <p:cNvSpPr/>
                <p:nvPr/>
              </p:nvSpPr>
              <p:spPr>
                <a:xfrm>
                  <a:off x="6183866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8" name="pg558">
                  <a:extLst>
                    <a:ext uri="{FF2B5EF4-FFF2-40B4-BE49-F238E27FC236}">
                      <a16:creationId xmlns:a16="http://schemas.microsoft.com/office/drawing/2014/main" id="{B1CB73BB-42B7-BDC5-40BF-6939C6A23EAB}"/>
                    </a:ext>
                  </a:extLst>
                </p:cNvPr>
                <p:cNvSpPr/>
                <p:nvPr/>
              </p:nvSpPr>
              <p:spPr>
                <a:xfrm>
                  <a:off x="6195504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9" name="pg559">
                  <a:extLst>
                    <a:ext uri="{FF2B5EF4-FFF2-40B4-BE49-F238E27FC236}">
                      <a16:creationId xmlns:a16="http://schemas.microsoft.com/office/drawing/2014/main" id="{2B8133DA-4BDA-7309-A06F-00F5B8CD2688}"/>
                    </a:ext>
                  </a:extLst>
                </p:cNvPr>
                <p:cNvSpPr/>
                <p:nvPr/>
              </p:nvSpPr>
              <p:spPr>
                <a:xfrm>
                  <a:off x="6207141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0" name="pg560">
                  <a:extLst>
                    <a:ext uri="{FF2B5EF4-FFF2-40B4-BE49-F238E27FC236}">
                      <a16:creationId xmlns:a16="http://schemas.microsoft.com/office/drawing/2014/main" id="{4279151E-B698-8D03-7576-AB1E8237B6A6}"/>
                    </a:ext>
                  </a:extLst>
                </p:cNvPr>
                <p:cNvSpPr/>
                <p:nvPr/>
              </p:nvSpPr>
              <p:spPr>
                <a:xfrm>
                  <a:off x="6218778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1" name="pg561">
                  <a:extLst>
                    <a:ext uri="{FF2B5EF4-FFF2-40B4-BE49-F238E27FC236}">
                      <a16:creationId xmlns:a16="http://schemas.microsoft.com/office/drawing/2014/main" id="{F98BF697-A5CD-D802-14D3-5012A34B8C2B}"/>
                    </a:ext>
                  </a:extLst>
                </p:cNvPr>
                <p:cNvSpPr/>
                <p:nvPr/>
              </p:nvSpPr>
              <p:spPr>
                <a:xfrm>
                  <a:off x="6230416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2" name="pg562">
                  <a:extLst>
                    <a:ext uri="{FF2B5EF4-FFF2-40B4-BE49-F238E27FC236}">
                      <a16:creationId xmlns:a16="http://schemas.microsoft.com/office/drawing/2014/main" id="{334894CF-F0D0-A747-8150-0D3D0219C825}"/>
                    </a:ext>
                  </a:extLst>
                </p:cNvPr>
                <p:cNvSpPr/>
                <p:nvPr/>
              </p:nvSpPr>
              <p:spPr>
                <a:xfrm>
                  <a:off x="5858021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3" name="pg563">
                  <a:extLst>
                    <a:ext uri="{FF2B5EF4-FFF2-40B4-BE49-F238E27FC236}">
                      <a16:creationId xmlns:a16="http://schemas.microsoft.com/office/drawing/2014/main" id="{F07F93B0-36E8-68F7-0808-76D6DADA48E3}"/>
                    </a:ext>
                  </a:extLst>
                </p:cNvPr>
                <p:cNvSpPr/>
                <p:nvPr/>
              </p:nvSpPr>
              <p:spPr>
                <a:xfrm>
                  <a:off x="5869658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4" name="pg564">
                  <a:extLst>
                    <a:ext uri="{FF2B5EF4-FFF2-40B4-BE49-F238E27FC236}">
                      <a16:creationId xmlns:a16="http://schemas.microsoft.com/office/drawing/2014/main" id="{9AD21815-665E-58D2-8C45-8D6809C64D66}"/>
                    </a:ext>
                  </a:extLst>
                </p:cNvPr>
                <p:cNvSpPr/>
                <p:nvPr/>
              </p:nvSpPr>
              <p:spPr>
                <a:xfrm>
                  <a:off x="5881296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867">
                    <a:alpha val="100000"/>
                  </a:srgbClr>
                </a:solidFill>
                <a:ln w="5420" cap="flat">
                  <a:solidFill>
                    <a:srgbClr val="3B386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5" name="pg565">
                  <a:extLst>
                    <a:ext uri="{FF2B5EF4-FFF2-40B4-BE49-F238E27FC236}">
                      <a16:creationId xmlns:a16="http://schemas.microsoft.com/office/drawing/2014/main" id="{A64C919E-5334-B2C5-DD02-C79E57C7E9C0}"/>
                    </a:ext>
                  </a:extLst>
                </p:cNvPr>
                <p:cNvSpPr/>
                <p:nvPr/>
              </p:nvSpPr>
              <p:spPr>
                <a:xfrm>
                  <a:off x="5892933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6" name="pg566">
                  <a:extLst>
                    <a:ext uri="{FF2B5EF4-FFF2-40B4-BE49-F238E27FC236}">
                      <a16:creationId xmlns:a16="http://schemas.microsoft.com/office/drawing/2014/main" id="{D699E6D9-FAA3-11E5-7802-050B20F791EB}"/>
                    </a:ext>
                  </a:extLst>
                </p:cNvPr>
                <p:cNvSpPr/>
                <p:nvPr/>
              </p:nvSpPr>
              <p:spPr>
                <a:xfrm>
                  <a:off x="5904570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072">
                    <a:alpha val="100000"/>
                  </a:srgbClr>
                </a:solidFill>
                <a:ln w="5420" cap="flat">
                  <a:solidFill>
                    <a:srgbClr val="3B40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7" name="pg567">
                  <a:extLst>
                    <a:ext uri="{FF2B5EF4-FFF2-40B4-BE49-F238E27FC236}">
                      <a16:creationId xmlns:a16="http://schemas.microsoft.com/office/drawing/2014/main" id="{053E5829-103A-C486-C6F8-CF5037AAA9E2}"/>
                    </a:ext>
                  </a:extLst>
                </p:cNvPr>
                <p:cNvSpPr/>
                <p:nvPr/>
              </p:nvSpPr>
              <p:spPr>
                <a:xfrm>
                  <a:off x="5916208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77D">
                    <a:alpha val="100000"/>
                  </a:srgbClr>
                </a:solidFill>
                <a:ln w="5420" cap="flat">
                  <a:solidFill>
                    <a:srgbClr val="3C477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8" name="pg568">
                  <a:extLst>
                    <a:ext uri="{FF2B5EF4-FFF2-40B4-BE49-F238E27FC236}">
                      <a16:creationId xmlns:a16="http://schemas.microsoft.com/office/drawing/2014/main" id="{A641AFEF-EAE2-095B-9FF2-BAEB25E21FC0}"/>
                    </a:ext>
                  </a:extLst>
                </p:cNvPr>
                <p:cNvSpPr/>
                <p:nvPr/>
              </p:nvSpPr>
              <p:spPr>
                <a:xfrm>
                  <a:off x="5927845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B82">
                    <a:alpha val="100000"/>
                  </a:srgbClr>
                </a:solidFill>
                <a:ln w="5420" cap="flat">
                  <a:solidFill>
                    <a:srgbClr val="3C4B8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9" name="pg569">
                  <a:extLst>
                    <a:ext uri="{FF2B5EF4-FFF2-40B4-BE49-F238E27FC236}">
                      <a16:creationId xmlns:a16="http://schemas.microsoft.com/office/drawing/2014/main" id="{F4B507D4-2180-88EE-AC57-A4CEC536948A}"/>
                    </a:ext>
                  </a:extLst>
                </p:cNvPr>
                <p:cNvSpPr/>
                <p:nvPr/>
              </p:nvSpPr>
              <p:spPr>
                <a:xfrm>
                  <a:off x="5939482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E87">
                    <a:alpha val="100000"/>
                  </a:srgbClr>
                </a:solidFill>
                <a:ln w="5420" cap="flat">
                  <a:solidFill>
                    <a:srgbClr val="3B4E8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0" name="pg570">
                  <a:extLst>
                    <a:ext uri="{FF2B5EF4-FFF2-40B4-BE49-F238E27FC236}">
                      <a16:creationId xmlns:a16="http://schemas.microsoft.com/office/drawing/2014/main" id="{255D5A2F-CC70-1CB7-D654-4D315B1B1AC4}"/>
                    </a:ext>
                  </a:extLst>
                </p:cNvPr>
                <p:cNvSpPr/>
                <p:nvPr/>
              </p:nvSpPr>
              <p:spPr>
                <a:xfrm>
                  <a:off x="5951120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C">
                    <a:alpha val="100000"/>
                  </a:srgbClr>
                </a:solidFill>
                <a:ln w="5420" cap="flat">
                  <a:solidFill>
                    <a:srgbClr val="3B528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1" name="pg571">
                  <a:extLst>
                    <a:ext uri="{FF2B5EF4-FFF2-40B4-BE49-F238E27FC236}">
                      <a16:creationId xmlns:a16="http://schemas.microsoft.com/office/drawing/2014/main" id="{2E68CCCE-A019-4DB4-EF72-702D314BB075}"/>
                    </a:ext>
                  </a:extLst>
                </p:cNvPr>
                <p:cNvSpPr/>
                <p:nvPr/>
              </p:nvSpPr>
              <p:spPr>
                <a:xfrm>
                  <a:off x="5962757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0">
                    <a:alpha val="100000"/>
                  </a:srgbClr>
                </a:solidFill>
                <a:ln w="5420" cap="flat">
                  <a:solidFill>
                    <a:srgbClr val="3B559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2" name="pg572">
                  <a:extLst>
                    <a:ext uri="{FF2B5EF4-FFF2-40B4-BE49-F238E27FC236}">
                      <a16:creationId xmlns:a16="http://schemas.microsoft.com/office/drawing/2014/main" id="{28851983-6483-DC20-7050-D0DE2C7A7F30}"/>
                    </a:ext>
                  </a:extLst>
                </p:cNvPr>
                <p:cNvSpPr/>
                <p:nvPr/>
              </p:nvSpPr>
              <p:spPr>
                <a:xfrm>
                  <a:off x="5974394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3" name="pg573">
                  <a:extLst>
                    <a:ext uri="{FF2B5EF4-FFF2-40B4-BE49-F238E27FC236}">
                      <a16:creationId xmlns:a16="http://schemas.microsoft.com/office/drawing/2014/main" id="{4A1C03C3-EFFD-A21E-FE91-035ECE826870}"/>
                    </a:ext>
                  </a:extLst>
                </p:cNvPr>
                <p:cNvSpPr/>
                <p:nvPr/>
              </p:nvSpPr>
              <p:spPr>
                <a:xfrm>
                  <a:off x="5986032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B9A">
                    <a:alpha val="100000"/>
                  </a:srgbClr>
                </a:solidFill>
                <a:ln w="5420" cap="flat">
                  <a:solidFill>
                    <a:srgbClr val="395B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4" name="pg574">
                  <a:extLst>
                    <a:ext uri="{FF2B5EF4-FFF2-40B4-BE49-F238E27FC236}">
                      <a16:creationId xmlns:a16="http://schemas.microsoft.com/office/drawing/2014/main" id="{5FAB6606-F3A0-357F-0FD8-F86CEB0803C1}"/>
                    </a:ext>
                  </a:extLst>
                </p:cNvPr>
                <p:cNvSpPr/>
                <p:nvPr/>
              </p:nvSpPr>
              <p:spPr>
                <a:xfrm>
                  <a:off x="5997669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5" name="pg575">
                  <a:extLst>
                    <a:ext uri="{FF2B5EF4-FFF2-40B4-BE49-F238E27FC236}">
                      <a16:creationId xmlns:a16="http://schemas.microsoft.com/office/drawing/2014/main" id="{063A520E-6A48-ED2C-75F2-169314AF56EE}"/>
                    </a:ext>
                  </a:extLst>
                </p:cNvPr>
                <p:cNvSpPr/>
                <p:nvPr/>
              </p:nvSpPr>
              <p:spPr>
                <a:xfrm>
                  <a:off x="6009306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6" name="pg576">
                  <a:extLst>
                    <a:ext uri="{FF2B5EF4-FFF2-40B4-BE49-F238E27FC236}">
                      <a16:creationId xmlns:a16="http://schemas.microsoft.com/office/drawing/2014/main" id="{74A492D0-E71A-CC8C-A22B-01539D70AAD9}"/>
                    </a:ext>
                  </a:extLst>
                </p:cNvPr>
                <p:cNvSpPr/>
                <p:nvPr/>
              </p:nvSpPr>
              <p:spPr>
                <a:xfrm>
                  <a:off x="6160592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7" name="pg577">
                  <a:extLst>
                    <a:ext uri="{FF2B5EF4-FFF2-40B4-BE49-F238E27FC236}">
                      <a16:creationId xmlns:a16="http://schemas.microsoft.com/office/drawing/2014/main" id="{85CF15BE-DEFD-CE4C-5186-618A678C94E2}"/>
                    </a:ext>
                  </a:extLst>
                </p:cNvPr>
                <p:cNvSpPr/>
                <p:nvPr/>
              </p:nvSpPr>
              <p:spPr>
                <a:xfrm>
                  <a:off x="6172229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8" name="pg578">
                  <a:extLst>
                    <a:ext uri="{FF2B5EF4-FFF2-40B4-BE49-F238E27FC236}">
                      <a16:creationId xmlns:a16="http://schemas.microsoft.com/office/drawing/2014/main" id="{D3CE0F01-35E8-F3C3-FCCE-DB76F35F5BF2}"/>
                    </a:ext>
                  </a:extLst>
                </p:cNvPr>
                <p:cNvSpPr/>
                <p:nvPr/>
              </p:nvSpPr>
              <p:spPr>
                <a:xfrm>
                  <a:off x="6183866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9" name="pg579">
                  <a:extLst>
                    <a:ext uri="{FF2B5EF4-FFF2-40B4-BE49-F238E27FC236}">
                      <a16:creationId xmlns:a16="http://schemas.microsoft.com/office/drawing/2014/main" id="{E8F36BE8-66E8-A66B-1EB7-62DDC4EC3859}"/>
                    </a:ext>
                  </a:extLst>
                </p:cNvPr>
                <p:cNvSpPr/>
                <p:nvPr/>
              </p:nvSpPr>
              <p:spPr>
                <a:xfrm>
                  <a:off x="6195504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0" name="pg580">
                  <a:extLst>
                    <a:ext uri="{FF2B5EF4-FFF2-40B4-BE49-F238E27FC236}">
                      <a16:creationId xmlns:a16="http://schemas.microsoft.com/office/drawing/2014/main" id="{5E1198FD-4396-F4C3-312F-79DDBE65480B}"/>
                    </a:ext>
                  </a:extLst>
                </p:cNvPr>
                <p:cNvSpPr/>
                <p:nvPr/>
              </p:nvSpPr>
              <p:spPr>
                <a:xfrm>
                  <a:off x="6207141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1" name="pg581">
                  <a:extLst>
                    <a:ext uri="{FF2B5EF4-FFF2-40B4-BE49-F238E27FC236}">
                      <a16:creationId xmlns:a16="http://schemas.microsoft.com/office/drawing/2014/main" id="{DE3CA95B-0471-F528-68E2-2E19F86CC587}"/>
                    </a:ext>
                  </a:extLst>
                </p:cNvPr>
                <p:cNvSpPr/>
                <p:nvPr/>
              </p:nvSpPr>
              <p:spPr>
                <a:xfrm>
                  <a:off x="6218778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2" name="pg582">
                  <a:extLst>
                    <a:ext uri="{FF2B5EF4-FFF2-40B4-BE49-F238E27FC236}">
                      <a16:creationId xmlns:a16="http://schemas.microsoft.com/office/drawing/2014/main" id="{353EDB40-5E7B-CDCC-848B-522331CD8208}"/>
                    </a:ext>
                  </a:extLst>
                </p:cNvPr>
                <p:cNvSpPr/>
                <p:nvPr/>
              </p:nvSpPr>
              <p:spPr>
                <a:xfrm>
                  <a:off x="5799834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3" name="pg583">
                  <a:extLst>
                    <a:ext uri="{FF2B5EF4-FFF2-40B4-BE49-F238E27FC236}">
                      <a16:creationId xmlns:a16="http://schemas.microsoft.com/office/drawing/2014/main" id="{623AB89B-5BD5-B930-C5FD-58E75A90D873}"/>
                    </a:ext>
                  </a:extLst>
                </p:cNvPr>
                <p:cNvSpPr/>
                <p:nvPr/>
              </p:nvSpPr>
              <p:spPr>
                <a:xfrm>
                  <a:off x="5811472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C57">
                    <a:alpha val="100000"/>
                  </a:srgbClr>
                </a:solidFill>
                <a:ln w="5420" cap="flat">
                  <a:solidFill>
                    <a:srgbClr val="38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4" name="pg584">
                  <a:extLst>
                    <a:ext uri="{FF2B5EF4-FFF2-40B4-BE49-F238E27FC236}">
                      <a16:creationId xmlns:a16="http://schemas.microsoft.com/office/drawing/2014/main" id="{DED359EA-71C2-1ED7-3A76-DA12DBD485ED}"/>
                    </a:ext>
                  </a:extLst>
                </p:cNvPr>
                <p:cNvSpPr/>
                <p:nvPr/>
              </p:nvSpPr>
              <p:spPr>
                <a:xfrm>
                  <a:off x="5823109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274E">
                    <a:alpha val="100000"/>
                  </a:srgbClr>
                </a:solidFill>
                <a:ln w="5420" cap="flat">
                  <a:solidFill>
                    <a:srgbClr val="35274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5" name="pg585">
                  <a:extLst>
                    <a:ext uri="{FF2B5EF4-FFF2-40B4-BE49-F238E27FC236}">
                      <a16:creationId xmlns:a16="http://schemas.microsoft.com/office/drawing/2014/main" id="{65395C48-6C6E-D46D-4612-F1BD6A6698F8}"/>
                    </a:ext>
                  </a:extLst>
                </p:cNvPr>
                <p:cNvSpPr/>
                <p:nvPr/>
              </p:nvSpPr>
              <p:spPr>
                <a:xfrm>
                  <a:off x="5834746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3264B">
                    <a:alpha val="100000"/>
                  </a:srgbClr>
                </a:solidFill>
                <a:ln w="5420" cap="flat">
                  <a:solidFill>
                    <a:srgbClr val="33264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6" name="pg586">
                  <a:extLst>
                    <a:ext uri="{FF2B5EF4-FFF2-40B4-BE49-F238E27FC236}">
                      <a16:creationId xmlns:a16="http://schemas.microsoft.com/office/drawing/2014/main" id="{63D23E20-CCB5-0317-48E6-B37101D09D9B}"/>
                    </a:ext>
                  </a:extLst>
                </p:cNvPr>
                <p:cNvSpPr/>
                <p:nvPr/>
              </p:nvSpPr>
              <p:spPr>
                <a:xfrm>
                  <a:off x="5846384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2850">
                    <a:alpha val="100000"/>
                  </a:srgbClr>
                </a:solidFill>
                <a:ln w="5420" cap="flat">
                  <a:solidFill>
                    <a:srgbClr val="36285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7" name="pg587">
                  <a:extLst>
                    <a:ext uri="{FF2B5EF4-FFF2-40B4-BE49-F238E27FC236}">
                      <a16:creationId xmlns:a16="http://schemas.microsoft.com/office/drawing/2014/main" id="{1067DC88-A8D2-F467-5DAC-71DB133C75FD}"/>
                    </a:ext>
                  </a:extLst>
                </p:cNvPr>
                <p:cNvSpPr/>
                <p:nvPr/>
              </p:nvSpPr>
              <p:spPr>
                <a:xfrm>
                  <a:off x="5858021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6">
                    <a:alpha val="100000"/>
                  </a:srgbClr>
                </a:solidFill>
                <a:ln w="5420" cap="flat">
                  <a:solidFill>
                    <a:srgbClr val="382B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8" name="pg588">
                  <a:extLst>
                    <a:ext uri="{FF2B5EF4-FFF2-40B4-BE49-F238E27FC236}">
                      <a16:creationId xmlns:a16="http://schemas.microsoft.com/office/drawing/2014/main" id="{87D87B44-167D-5240-190B-581588A9608C}"/>
                    </a:ext>
                  </a:extLst>
                </p:cNvPr>
                <p:cNvSpPr/>
                <p:nvPr/>
              </p:nvSpPr>
              <p:spPr>
                <a:xfrm>
                  <a:off x="5869658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9" name="pg589">
                  <a:extLst>
                    <a:ext uri="{FF2B5EF4-FFF2-40B4-BE49-F238E27FC236}">
                      <a16:creationId xmlns:a16="http://schemas.microsoft.com/office/drawing/2014/main" id="{93C2F828-3D39-CA9E-DD60-AF19DCE39873}"/>
                    </a:ext>
                  </a:extLst>
                </p:cNvPr>
                <p:cNvSpPr/>
                <p:nvPr/>
              </p:nvSpPr>
              <p:spPr>
                <a:xfrm>
                  <a:off x="5881296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0" name="pg590">
                  <a:extLst>
                    <a:ext uri="{FF2B5EF4-FFF2-40B4-BE49-F238E27FC236}">
                      <a16:creationId xmlns:a16="http://schemas.microsoft.com/office/drawing/2014/main" id="{EF164E76-48DB-D0C8-57C9-E0E520CB0A42}"/>
                    </a:ext>
                  </a:extLst>
                </p:cNvPr>
                <p:cNvSpPr/>
                <p:nvPr/>
              </p:nvSpPr>
              <p:spPr>
                <a:xfrm>
                  <a:off x="5892933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1" name="pg591">
                  <a:extLst>
                    <a:ext uri="{FF2B5EF4-FFF2-40B4-BE49-F238E27FC236}">
                      <a16:creationId xmlns:a16="http://schemas.microsoft.com/office/drawing/2014/main" id="{D3D26396-87C6-3C3E-A9D1-7BCE5CCB8320}"/>
                    </a:ext>
                  </a:extLst>
                </p:cNvPr>
                <p:cNvSpPr/>
                <p:nvPr/>
              </p:nvSpPr>
              <p:spPr>
                <a:xfrm>
                  <a:off x="5904570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2" name="pg592">
                  <a:extLst>
                    <a:ext uri="{FF2B5EF4-FFF2-40B4-BE49-F238E27FC236}">
                      <a16:creationId xmlns:a16="http://schemas.microsoft.com/office/drawing/2014/main" id="{262BD070-E74B-A616-7CC5-6CADFC1D61CD}"/>
                    </a:ext>
                  </a:extLst>
                </p:cNvPr>
                <p:cNvSpPr/>
                <p:nvPr/>
              </p:nvSpPr>
              <p:spPr>
                <a:xfrm>
                  <a:off x="5916208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B">
                    <a:alpha val="100000"/>
                  </a:srgbClr>
                </a:solidFill>
                <a:ln w="5420" cap="flat">
                  <a:solidFill>
                    <a:srgbClr val="3C467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3" name="pg593">
                  <a:extLst>
                    <a:ext uri="{FF2B5EF4-FFF2-40B4-BE49-F238E27FC236}">
                      <a16:creationId xmlns:a16="http://schemas.microsoft.com/office/drawing/2014/main" id="{C451F089-57BD-10BB-1AF4-AED8326366A9}"/>
                    </a:ext>
                  </a:extLst>
                </p:cNvPr>
                <p:cNvSpPr/>
                <p:nvPr/>
              </p:nvSpPr>
              <p:spPr>
                <a:xfrm>
                  <a:off x="5927845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A80">
                    <a:alpha val="100000"/>
                  </a:srgbClr>
                </a:solidFill>
                <a:ln w="5420" cap="flat">
                  <a:solidFill>
                    <a:srgbClr val="3C4A8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4" name="pg594">
                  <a:extLst>
                    <a:ext uri="{FF2B5EF4-FFF2-40B4-BE49-F238E27FC236}">
                      <a16:creationId xmlns:a16="http://schemas.microsoft.com/office/drawing/2014/main" id="{719C0DA4-40CE-157F-C1E2-320B0A6592FA}"/>
                    </a:ext>
                  </a:extLst>
                </p:cNvPr>
                <p:cNvSpPr/>
                <p:nvPr/>
              </p:nvSpPr>
              <p:spPr>
                <a:xfrm>
                  <a:off x="5939482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D86">
                    <a:alpha val="100000"/>
                  </a:srgbClr>
                </a:solidFill>
                <a:ln w="5420" cap="flat">
                  <a:solidFill>
                    <a:srgbClr val="3B4D8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5" name="pg595">
                  <a:extLst>
                    <a:ext uri="{FF2B5EF4-FFF2-40B4-BE49-F238E27FC236}">
                      <a16:creationId xmlns:a16="http://schemas.microsoft.com/office/drawing/2014/main" id="{479E8010-3412-304A-5ABA-E9419826FED0}"/>
                    </a:ext>
                  </a:extLst>
                </p:cNvPr>
                <p:cNvSpPr/>
                <p:nvPr/>
              </p:nvSpPr>
              <p:spPr>
                <a:xfrm>
                  <a:off x="5951120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18B">
                    <a:alpha val="100000"/>
                  </a:srgbClr>
                </a:solidFill>
                <a:ln w="5420" cap="flat">
                  <a:solidFill>
                    <a:srgbClr val="3B518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6" name="pg596">
                  <a:extLst>
                    <a:ext uri="{FF2B5EF4-FFF2-40B4-BE49-F238E27FC236}">
                      <a16:creationId xmlns:a16="http://schemas.microsoft.com/office/drawing/2014/main" id="{CCBD254E-43B5-D5DE-2E24-BA1023850F2C}"/>
                    </a:ext>
                  </a:extLst>
                </p:cNvPr>
                <p:cNvSpPr/>
                <p:nvPr/>
              </p:nvSpPr>
              <p:spPr>
                <a:xfrm>
                  <a:off x="5974394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7" name="pg597">
                  <a:extLst>
                    <a:ext uri="{FF2B5EF4-FFF2-40B4-BE49-F238E27FC236}">
                      <a16:creationId xmlns:a16="http://schemas.microsoft.com/office/drawing/2014/main" id="{0DD8DD50-4D84-EE86-DDB4-0F5E619F9411}"/>
                    </a:ext>
                  </a:extLst>
                </p:cNvPr>
                <p:cNvSpPr/>
                <p:nvPr/>
              </p:nvSpPr>
              <p:spPr>
                <a:xfrm>
                  <a:off x="5986032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B9A">
                    <a:alpha val="100000"/>
                  </a:srgbClr>
                </a:solidFill>
                <a:ln w="5420" cap="flat">
                  <a:solidFill>
                    <a:srgbClr val="395B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8" name="pg598">
                  <a:extLst>
                    <a:ext uri="{FF2B5EF4-FFF2-40B4-BE49-F238E27FC236}">
                      <a16:creationId xmlns:a16="http://schemas.microsoft.com/office/drawing/2014/main" id="{8B0425AA-6837-33AC-70B6-442BDF0D5B36}"/>
                    </a:ext>
                  </a:extLst>
                </p:cNvPr>
                <p:cNvSpPr/>
                <p:nvPr/>
              </p:nvSpPr>
              <p:spPr>
                <a:xfrm>
                  <a:off x="5997669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9" name="pg599">
                  <a:extLst>
                    <a:ext uri="{FF2B5EF4-FFF2-40B4-BE49-F238E27FC236}">
                      <a16:creationId xmlns:a16="http://schemas.microsoft.com/office/drawing/2014/main" id="{0B686D1D-7516-C36A-2ACD-68D1B5F8214A}"/>
                    </a:ext>
                  </a:extLst>
                </p:cNvPr>
                <p:cNvSpPr/>
                <p:nvPr/>
              </p:nvSpPr>
              <p:spPr>
                <a:xfrm>
                  <a:off x="6160592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0" name="pg600">
                  <a:extLst>
                    <a:ext uri="{FF2B5EF4-FFF2-40B4-BE49-F238E27FC236}">
                      <a16:creationId xmlns:a16="http://schemas.microsoft.com/office/drawing/2014/main" id="{C9BFA286-12E7-FC1D-8BB1-8DB0D7F78942}"/>
                    </a:ext>
                  </a:extLst>
                </p:cNvPr>
                <p:cNvSpPr/>
                <p:nvPr/>
              </p:nvSpPr>
              <p:spPr>
                <a:xfrm>
                  <a:off x="6172229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1" name="pg601">
                  <a:extLst>
                    <a:ext uri="{FF2B5EF4-FFF2-40B4-BE49-F238E27FC236}">
                      <a16:creationId xmlns:a16="http://schemas.microsoft.com/office/drawing/2014/main" id="{65B805BC-4AF2-23A2-67DD-A319D2E50641}"/>
                    </a:ext>
                  </a:extLst>
                </p:cNvPr>
                <p:cNvSpPr/>
                <p:nvPr/>
              </p:nvSpPr>
              <p:spPr>
                <a:xfrm>
                  <a:off x="6183866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2" name="pg602">
                  <a:extLst>
                    <a:ext uri="{FF2B5EF4-FFF2-40B4-BE49-F238E27FC236}">
                      <a16:creationId xmlns:a16="http://schemas.microsoft.com/office/drawing/2014/main" id="{158E9B94-B394-D3FE-7AA2-1216E2AB2F21}"/>
                    </a:ext>
                  </a:extLst>
                </p:cNvPr>
                <p:cNvSpPr/>
                <p:nvPr/>
              </p:nvSpPr>
              <p:spPr>
                <a:xfrm>
                  <a:off x="6195504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3" name="pg603">
                  <a:extLst>
                    <a:ext uri="{FF2B5EF4-FFF2-40B4-BE49-F238E27FC236}">
                      <a16:creationId xmlns:a16="http://schemas.microsoft.com/office/drawing/2014/main" id="{1A4FB39A-0979-69A3-27D1-F10BF11E388E}"/>
                    </a:ext>
                  </a:extLst>
                </p:cNvPr>
                <p:cNvSpPr/>
                <p:nvPr/>
              </p:nvSpPr>
              <p:spPr>
                <a:xfrm>
                  <a:off x="6207141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4" name="pg604">
                  <a:extLst>
                    <a:ext uri="{FF2B5EF4-FFF2-40B4-BE49-F238E27FC236}">
                      <a16:creationId xmlns:a16="http://schemas.microsoft.com/office/drawing/2014/main" id="{F5CDF943-1E8B-ED4C-7270-873FA2AFF8B1}"/>
                    </a:ext>
                  </a:extLst>
                </p:cNvPr>
                <p:cNvSpPr/>
                <p:nvPr/>
              </p:nvSpPr>
              <p:spPr>
                <a:xfrm>
                  <a:off x="5764922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B99">
                    <a:alpha val="100000"/>
                  </a:srgbClr>
                </a:solidFill>
                <a:ln w="5420" cap="flat">
                  <a:solidFill>
                    <a:srgbClr val="3A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5" name="pg605">
                  <a:extLst>
                    <a:ext uri="{FF2B5EF4-FFF2-40B4-BE49-F238E27FC236}">
                      <a16:creationId xmlns:a16="http://schemas.microsoft.com/office/drawing/2014/main" id="{4AF67ABB-04FA-C5E0-1CA1-FB6B6C4F39E4}"/>
                    </a:ext>
                  </a:extLst>
                </p:cNvPr>
                <p:cNvSpPr/>
                <p:nvPr/>
              </p:nvSpPr>
              <p:spPr>
                <a:xfrm>
                  <a:off x="5776560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4">
                    <a:alpha val="100000"/>
                  </a:srgbClr>
                </a:solidFill>
                <a:ln w="5420" cap="flat">
                  <a:solidFill>
                    <a:srgbClr val="3A58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6" name="pg606">
                  <a:extLst>
                    <a:ext uri="{FF2B5EF4-FFF2-40B4-BE49-F238E27FC236}">
                      <a16:creationId xmlns:a16="http://schemas.microsoft.com/office/drawing/2014/main" id="{46E3761B-7F48-D3B5-79BB-64E1C1D3167B}"/>
                    </a:ext>
                  </a:extLst>
                </p:cNvPr>
                <p:cNvSpPr/>
                <p:nvPr/>
              </p:nvSpPr>
              <p:spPr>
                <a:xfrm>
                  <a:off x="5788197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18B">
                    <a:alpha val="100000"/>
                  </a:srgbClr>
                </a:solidFill>
                <a:ln w="5420" cap="flat">
                  <a:solidFill>
                    <a:srgbClr val="3B518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7" name="pg607">
                  <a:extLst>
                    <a:ext uri="{FF2B5EF4-FFF2-40B4-BE49-F238E27FC236}">
                      <a16:creationId xmlns:a16="http://schemas.microsoft.com/office/drawing/2014/main" id="{19580333-35CC-3427-63F9-338369ACCA24}"/>
                    </a:ext>
                  </a:extLst>
                </p:cNvPr>
                <p:cNvSpPr/>
                <p:nvPr/>
              </p:nvSpPr>
              <p:spPr>
                <a:xfrm>
                  <a:off x="5799834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8" name="pg608">
                  <a:extLst>
                    <a:ext uri="{FF2B5EF4-FFF2-40B4-BE49-F238E27FC236}">
                      <a16:creationId xmlns:a16="http://schemas.microsoft.com/office/drawing/2014/main" id="{73272620-7304-23B0-8DC4-5A7749AED031}"/>
                    </a:ext>
                  </a:extLst>
                </p:cNvPr>
                <p:cNvSpPr/>
                <p:nvPr/>
              </p:nvSpPr>
              <p:spPr>
                <a:xfrm>
                  <a:off x="5811472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274C">
                    <a:alpha val="100000"/>
                  </a:srgbClr>
                </a:solidFill>
                <a:ln w="5420" cap="flat">
                  <a:solidFill>
                    <a:srgbClr val="34274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9" name="pg609">
                  <a:extLst>
                    <a:ext uri="{FF2B5EF4-FFF2-40B4-BE49-F238E27FC236}">
                      <a16:creationId xmlns:a16="http://schemas.microsoft.com/office/drawing/2014/main" id="{402439CD-34FB-A2D1-27FC-786F60D95D7B}"/>
                    </a:ext>
                  </a:extLst>
                </p:cNvPr>
                <p:cNvSpPr/>
                <p:nvPr/>
              </p:nvSpPr>
              <p:spPr>
                <a:xfrm>
                  <a:off x="5823109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D213F">
                    <a:alpha val="100000"/>
                  </a:srgbClr>
                </a:solidFill>
                <a:ln w="5420" cap="flat">
                  <a:solidFill>
                    <a:srgbClr val="2D213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0" name="pg610">
                  <a:extLst>
                    <a:ext uri="{FF2B5EF4-FFF2-40B4-BE49-F238E27FC236}">
                      <a16:creationId xmlns:a16="http://schemas.microsoft.com/office/drawing/2014/main" id="{8AF85A61-E584-A0D5-3EAB-85A2B0935E1D}"/>
                    </a:ext>
                  </a:extLst>
                </p:cNvPr>
                <p:cNvSpPr/>
                <p:nvPr/>
              </p:nvSpPr>
              <p:spPr>
                <a:xfrm>
                  <a:off x="5834746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C213F">
                    <a:alpha val="100000"/>
                  </a:srgbClr>
                </a:solidFill>
                <a:ln w="5420" cap="flat">
                  <a:solidFill>
                    <a:srgbClr val="2C213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1" name="pg611">
                  <a:extLst>
                    <a:ext uri="{FF2B5EF4-FFF2-40B4-BE49-F238E27FC236}">
                      <a16:creationId xmlns:a16="http://schemas.microsoft.com/office/drawing/2014/main" id="{92B10B9C-9841-FB6E-381B-959149699C4D}"/>
                    </a:ext>
                  </a:extLst>
                </p:cNvPr>
                <p:cNvSpPr/>
                <p:nvPr/>
              </p:nvSpPr>
              <p:spPr>
                <a:xfrm>
                  <a:off x="5846384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02445">
                    <a:alpha val="100000"/>
                  </a:srgbClr>
                </a:solidFill>
                <a:ln w="5420" cap="flat">
                  <a:solidFill>
                    <a:srgbClr val="30244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2" name="pg612">
                  <a:extLst>
                    <a:ext uri="{FF2B5EF4-FFF2-40B4-BE49-F238E27FC236}">
                      <a16:creationId xmlns:a16="http://schemas.microsoft.com/office/drawing/2014/main" id="{F71E5584-613E-A117-C8FB-058EB0A2A5A7}"/>
                    </a:ext>
                  </a:extLst>
                </p:cNvPr>
                <p:cNvSpPr/>
                <p:nvPr/>
              </p:nvSpPr>
              <p:spPr>
                <a:xfrm>
                  <a:off x="5858021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284F">
                    <a:alpha val="100000"/>
                  </a:srgbClr>
                </a:solidFill>
                <a:ln w="5420" cap="flat">
                  <a:solidFill>
                    <a:srgbClr val="35284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3" name="pg613">
                  <a:extLst>
                    <a:ext uri="{FF2B5EF4-FFF2-40B4-BE49-F238E27FC236}">
                      <a16:creationId xmlns:a16="http://schemas.microsoft.com/office/drawing/2014/main" id="{788290FA-021A-F587-0EEE-F604404A0632}"/>
                    </a:ext>
                  </a:extLst>
                </p:cNvPr>
                <p:cNvSpPr/>
                <p:nvPr/>
              </p:nvSpPr>
              <p:spPr>
                <a:xfrm>
                  <a:off x="5869658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4" name="pg614">
                  <a:extLst>
                    <a:ext uri="{FF2B5EF4-FFF2-40B4-BE49-F238E27FC236}">
                      <a16:creationId xmlns:a16="http://schemas.microsoft.com/office/drawing/2014/main" id="{D02A3101-80E4-D8E8-0B46-D901E87C4D36}"/>
                    </a:ext>
                  </a:extLst>
                </p:cNvPr>
                <p:cNvSpPr/>
                <p:nvPr/>
              </p:nvSpPr>
              <p:spPr>
                <a:xfrm>
                  <a:off x="5881296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5" name="pg615">
                  <a:extLst>
                    <a:ext uri="{FF2B5EF4-FFF2-40B4-BE49-F238E27FC236}">
                      <a16:creationId xmlns:a16="http://schemas.microsoft.com/office/drawing/2014/main" id="{F0196EA6-F3AC-89EB-1DE0-64D4AE60B189}"/>
                    </a:ext>
                  </a:extLst>
                </p:cNvPr>
                <p:cNvSpPr/>
                <p:nvPr/>
              </p:nvSpPr>
              <p:spPr>
                <a:xfrm>
                  <a:off x="5892933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867">
                    <a:alpha val="100000"/>
                  </a:srgbClr>
                </a:solidFill>
                <a:ln w="5420" cap="flat">
                  <a:solidFill>
                    <a:srgbClr val="3B386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6" name="pg616">
                  <a:extLst>
                    <a:ext uri="{FF2B5EF4-FFF2-40B4-BE49-F238E27FC236}">
                      <a16:creationId xmlns:a16="http://schemas.microsoft.com/office/drawing/2014/main" id="{E1974968-F04A-9CF6-6B2B-6E46DF537ACA}"/>
                    </a:ext>
                  </a:extLst>
                </p:cNvPr>
                <p:cNvSpPr/>
                <p:nvPr/>
              </p:nvSpPr>
              <p:spPr>
                <a:xfrm>
                  <a:off x="5904570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7" name="pg617">
                  <a:extLst>
                    <a:ext uri="{FF2B5EF4-FFF2-40B4-BE49-F238E27FC236}">
                      <a16:creationId xmlns:a16="http://schemas.microsoft.com/office/drawing/2014/main" id="{85121273-528A-79A5-023F-C744FA2AC009}"/>
                    </a:ext>
                  </a:extLst>
                </p:cNvPr>
                <p:cNvSpPr/>
                <p:nvPr/>
              </p:nvSpPr>
              <p:spPr>
                <a:xfrm>
                  <a:off x="5927845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980">
                    <a:alpha val="100000"/>
                  </a:srgbClr>
                </a:solidFill>
                <a:ln w="5420" cap="flat">
                  <a:solidFill>
                    <a:srgbClr val="3C498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8" name="pg618">
                  <a:extLst>
                    <a:ext uri="{FF2B5EF4-FFF2-40B4-BE49-F238E27FC236}">
                      <a16:creationId xmlns:a16="http://schemas.microsoft.com/office/drawing/2014/main" id="{B35A0B21-AA1B-C7FE-2BD1-02994160B6CA}"/>
                    </a:ext>
                  </a:extLst>
                </p:cNvPr>
                <p:cNvSpPr/>
                <p:nvPr/>
              </p:nvSpPr>
              <p:spPr>
                <a:xfrm>
                  <a:off x="5939482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D86">
                    <a:alpha val="100000"/>
                  </a:srgbClr>
                </a:solidFill>
                <a:ln w="5420" cap="flat">
                  <a:solidFill>
                    <a:srgbClr val="3B4D8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9" name="pg619">
                  <a:extLst>
                    <a:ext uri="{FF2B5EF4-FFF2-40B4-BE49-F238E27FC236}">
                      <a16:creationId xmlns:a16="http://schemas.microsoft.com/office/drawing/2014/main" id="{094B9DC5-9F62-8072-C360-EBADDDFDD949}"/>
                    </a:ext>
                  </a:extLst>
                </p:cNvPr>
                <p:cNvSpPr/>
                <p:nvPr/>
              </p:nvSpPr>
              <p:spPr>
                <a:xfrm>
                  <a:off x="6160592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0" name="pg620">
                  <a:extLst>
                    <a:ext uri="{FF2B5EF4-FFF2-40B4-BE49-F238E27FC236}">
                      <a16:creationId xmlns:a16="http://schemas.microsoft.com/office/drawing/2014/main" id="{9017A503-7641-D68F-4417-A96E7ABC932A}"/>
                    </a:ext>
                  </a:extLst>
                </p:cNvPr>
                <p:cNvSpPr/>
                <p:nvPr/>
              </p:nvSpPr>
              <p:spPr>
                <a:xfrm>
                  <a:off x="6172229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1" name="pg621">
                  <a:extLst>
                    <a:ext uri="{FF2B5EF4-FFF2-40B4-BE49-F238E27FC236}">
                      <a16:creationId xmlns:a16="http://schemas.microsoft.com/office/drawing/2014/main" id="{2B7611FF-4E4A-E963-9265-413B9DA4C46E}"/>
                    </a:ext>
                  </a:extLst>
                </p:cNvPr>
                <p:cNvSpPr/>
                <p:nvPr/>
              </p:nvSpPr>
              <p:spPr>
                <a:xfrm>
                  <a:off x="6183866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2" name="pg622">
                  <a:extLst>
                    <a:ext uri="{FF2B5EF4-FFF2-40B4-BE49-F238E27FC236}">
                      <a16:creationId xmlns:a16="http://schemas.microsoft.com/office/drawing/2014/main" id="{FA897B41-A6B4-6706-1815-CE680826F093}"/>
                    </a:ext>
                  </a:extLst>
                </p:cNvPr>
                <p:cNvSpPr/>
                <p:nvPr/>
              </p:nvSpPr>
              <p:spPr>
                <a:xfrm>
                  <a:off x="6195504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3" name="pg623">
                  <a:extLst>
                    <a:ext uri="{FF2B5EF4-FFF2-40B4-BE49-F238E27FC236}">
                      <a16:creationId xmlns:a16="http://schemas.microsoft.com/office/drawing/2014/main" id="{59EF0CB0-A813-5B33-B4DA-0C4C8276198B}"/>
                    </a:ext>
                  </a:extLst>
                </p:cNvPr>
                <p:cNvSpPr/>
                <p:nvPr/>
              </p:nvSpPr>
              <p:spPr>
                <a:xfrm>
                  <a:off x="6207141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8">
                    <a:alpha val="100000"/>
                  </a:srgbClr>
                </a:solidFill>
                <a:ln w="5420" cap="flat">
                  <a:solidFill>
                    <a:srgbClr val="3595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4" name="pg624">
                  <a:extLst>
                    <a:ext uri="{FF2B5EF4-FFF2-40B4-BE49-F238E27FC236}">
                      <a16:creationId xmlns:a16="http://schemas.microsoft.com/office/drawing/2014/main" id="{69C211D2-0A4C-243B-D066-974988D5D6A8}"/>
                    </a:ext>
                  </a:extLst>
                </p:cNvPr>
                <p:cNvSpPr/>
                <p:nvPr/>
              </p:nvSpPr>
              <p:spPr>
                <a:xfrm>
                  <a:off x="5753285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49E">
                    <a:alpha val="100000"/>
                  </a:srgbClr>
                </a:solidFill>
                <a:ln w="5420" cap="flat">
                  <a:solidFill>
                    <a:srgbClr val="3A64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5" name="pg625">
                  <a:extLst>
                    <a:ext uri="{FF2B5EF4-FFF2-40B4-BE49-F238E27FC236}">
                      <a16:creationId xmlns:a16="http://schemas.microsoft.com/office/drawing/2014/main" id="{08A5380E-E0D4-D6A7-67A9-88E611C4650B}"/>
                    </a:ext>
                  </a:extLst>
                </p:cNvPr>
                <p:cNvSpPr/>
                <p:nvPr/>
              </p:nvSpPr>
              <p:spPr>
                <a:xfrm>
                  <a:off x="5764922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6" name="pg626">
                  <a:extLst>
                    <a:ext uri="{FF2B5EF4-FFF2-40B4-BE49-F238E27FC236}">
                      <a16:creationId xmlns:a16="http://schemas.microsoft.com/office/drawing/2014/main" id="{C860B7BE-33B3-3592-1C7C-3EAD4ED46CE8}"/>
                    </a:ext>
                  </a:extLst>
                </p:cNvPr>
                <p:cNvSpPr/>
                <p:nvPr/>
              </p:nvSpPr>
              <p:spPr>
                <a:xfrm>
                  <a:off x="5776560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7" name="pg627">
                  <a:extLst>
                    <a:ext uri="{FF2B5EF4-FFF2-40B4-BE49-F238E27FC236}">
                      <a16:creationId xmlns:a16="http://schemas.microsoft.com/office/drawing/2014/main" id="{B6A0C677-E515-F346-377D-6981ACF01123}"/>
                    </a:ext>
                  </a:extLst>
                </p:cNvPr>
                <p:cNvSpPr/>
                <p:nvPr/>
              </p:nvSpPr>
              <p:spPr>
                <a:xfrm>
                  <a:off x="5788197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8" name="pg628">
                  <a:extLst>
                    <a:ext uri="{FF2B5EF4-FFF2-40B4-BE49-F238E27FC236}">
                      <a16:creationId xmlns:a16="http://schemas.microsoft.com/office/drawing/2014/main" id="{50814D5C-D38D-9982-380E-CDFFE01F3F9C}"/>
                    </a:ext>
                  </a:extLst>
                </p:cNvPr>
                <p:cNvSpPr/>
                <p:nvPr/>
              </p:nvSpPr>
              <p:spPr>
                <a:xfrm>
                  <a:off x="5799834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9" name="pg629">
                  <a:extLst>
                    <a:ext uri="{FF2B5EF4-FFF2-40B4-BE49-F238E27FC236}">
                      <a16:creationId xmlns:a16="http://schemas.microsoft.com/office/drawing/2014/main" id="{30757EF4-A310-7E00-1DCC-3046C48B3252}"/>
                    </a:ext>
                  </a:extLst>
                </p:cNvPr>
                <p:cNvSpPr/>
                <p:nvPr/>
              </p:nvSpPr>
              <p:spPr>
                <a:xfrm>
                  <a:off x="5811472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0" name="pg630">
                  <a:extLst>
                    <a:ext uri="{FF2B5EF4-FFF2-40B4-BE49-F238E27FC236}">
                      <a16:creationId xmlns:a16="http://schemas.microsoft.com/office/drawing/2014/main" id="{FC791421-449B-F64B-ECE5-9227B08EAA6D}"/>
                    </a:ext>
                  </a:extLst>
                </p:cNvPr>
                <p:cNvSpPr/>
                <p:nvPr/>
              </p:nvSpPr>
              <p:spPr>
                <a:xfrm>
                  <a:off x="5823109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6">
                    <a:alpha val="100000"/>
                  </a:srgbClr>
                </a:solidFill>
                <a:ln w="5420" cap="flat">
                  <a:solidFill>
                    <a:srgbClr val="382B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1" name="pg631">
                  <a:extLst>
                    <a:ext uri="{FF2B5EF4-FFF2-40B4-BE49-F238E27FC236}">
                      <a16:creationId xmlns:a16="http://schemas.microsoft.com/office/drawing/2014/main" id="{D022F72B-E5E4-0798-04B9-A51048C00E06}"/>
                    </a:ext>
                  </a:extLst>
                </p:cNvPr>
                <p:cNvSpPr/>
                <p:nvPr/>
              </p:nvSpPr>
              <p:spPr>
                <a:xfrm>
                  <a:off x="5834746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284E">
                    <a:alpha val="100000"/>
                  </a:srgbClr>
                </a:solidFill>
                <a:ln w="5420" cap="flat">
                  <a:solidFill>
                    <a:srgbClr val="35284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2" name="pg632">
                  <a:extLst>
                    <a:ext uri="{FF2B5EF4-FFF2-40B4-BE49-F238E27FC236}">
                      <a16:creationId xmlns:a16="http://schemas.microsoft.com/office/drawing/2014/main" id="{D28C1AF5-36ED-39E3-79C4-C954AFBC8E12}"/>
                    </a:ext>
                  </a:extLst>
                </p:cNvPr>
                <p:cNvSpPr/>
                <p:nvPr/>
              </p:nvSpPr>
              <p:spPr>
                <a:xfrm>
                  <a:off x="5846384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2952">
                    <a:alpha val="100000"/>
                  </a:srgbClr>
                </a:solidFill>
                <a:ln w="5420" cap="flat">
                  <a:solidFill>
                    <a:srgbClr val="37295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3" name="pg633">
                  <a:extLst>
                    <a:ext uri="{FF2B5EF4-FFF2-40B4-BE49-F238E27FC236}">
                      <a16:creationId xmlns:a16="http://schemas.microsoft.com/office/drawing/2014/main" id="{68EC42BC-30EE-FB7B-14C7-06C9ACDFF4AC}"/>
                    </a:ext>
                  </a:extLst>
                </p:cNvPr>
                <p:cNvSpPr/>
                <p:nvPr/>
              </p:nvSpPr>
              <p:spPr>
                <a:xfrm>
                  <a:off x="5858021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4" name="pg634">
                  <a:extLst>
                    <a:ext uri="{FF2B5EF4-FFF2-40B4-BE49-F238E27FC236}">
                      <a16:creationId xmlns:a16="http://schemas.microsoft.com/office/drawing/2014/main" id="{661D08D8-CDE7-A30F-A1BB-E29ECB97F158}"/>
                    </a:ext>
                  </a:extLst>
                </p:cNvPr>
                <p:cNvSpPr/>
                <p:nvPr/>
              </p:nvSpPr>
              <p:spPr>
                <a:xfrm>
                  <a:off x="5869658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F">
                    <a:alpha val="100000"/>
                  </a:srgbClr>
                </a:solidFill>
                <a:ln w="5420" cap="flat">
                  <a:solidFill>
                    <a:srgbClr val="3A325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5" name="pg635">
                  <a:extLst>
                    <a:ext uri="{FF2B5EF4-FFF2-40B4-BE49-F238E27FC236}">
                      <a16:creationId xmlns:a16="http://schemas.microsoft.com/office/drawing/2014/main" id="{630D6F1D-AFE7-0A61-30DC-0E638F342937}"/>
                    </a:ext>
                  </a:extLst>
                </p:cNvPr>
                <p:cNvSpPr/>
                <p:nvPr/>
              </p:nvSpPr>
              <p:spPr>
                <a:xfrm>
                  <a:off x="5881296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6" name="pg636">
                  <a:extLst>
                    <a:ext uri="{FF2B5EF4-FFF2-40B4-BE49-F238E27FC236}">
                      <a16:creationId xmlns:a16="http://schemas.microsoft.com/office/drawing/2014/main" id="{744317A0-0596-DB66-2F4C-23DD678FF6E0}"/>
                    </a:ext>
                  </a:extLst>
                </p:cNvPr>
                <p:cNvSpPr/>
                <p:nvPr/>
              </p:nvSpPr>
              <p:spPr>
                <a:xfrm>
                  <a:off x="5892933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7" name="pg637">
                  <a:extLst>
                    <a:ext uri="{FF2B5EF4-FFF2-40B4-BE49-F238E27FC236}">
                      <a16:creationId xmlns:a16="http://schemas.microsoft.com/office/drawing/2014/main" id="{B8AE1375-25FD-5AC5-E0AD-CA61E249771C}"/>
                    </a:ext>
                  </a:extLst>
                </p:cNvPr>
                <p:cNvSpPr/>
                <p:nvPr/>
              </p:nvSpPr>
              <p:spPr>
                <a:xfrm>
                  <a:off x="6160592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8" name="pg638">
                  <a:extLst>
                    <a:ext uri="{FF2B5EF4-FFF2-40B4-BE49-F238E27FC236}">
                      <a16:creationId xmlns:a16="http://schemas.microsoft.com/office/drawing/2014/main" id="{24168145-4850-DD18-2E07-84B6139129D2}"/>
                    </a:ext>
                  </a:extLst>
                </p:cNvPr>
                <p:cNvSpPr/>
                <p:nvPr/>
              </p:nvSpPr>
              <p:spPr>
                <a:xfrm>
                  <a:off x="6172229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9" name="pg639">
                  <a:extLst>
                    <a:ext uri="{FF2B5EF4-FFF2-40B4-BE49-F238E27FC236}">
                      <a16:creationId xmlns:a16="http://schemas.microsoft.com/office/drawing/2014/main" id="{F0E14826-CE68-BCC1-0EFC-D19FAB2C18E4}"/>
                    </a:ext>
                  </a:extLst>
                </p:cNvPr>
                <p:cNvSpPr/>
                <p:nvPr/>
              </p:nvSpPr>
              <p:spPr>
                <a:xfrm>
                  <a:off x="6183866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0" name="pg640">
                  <a:extLst>
                    <a:ext uri="{FF2B5EF4-FFF2-40B4-BE49-F238E27FC236}">
                      <a16:creationId xmlns:a16="http://schemas.microsoft.com/office/drawing/2014/main" id="{CEC8ADDA-3C8A-ADE5-C8EA-F699FC201022}"/>
                    </a:ext>
                  </a:extLst>
                </p:cNvPr>
                <p:cNvSpPr/>
                <p:nvPr/>
              </p:nvSpPr>
              <p:spPr>
                <a:xfrm>
                  <a:off x="6195504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1" name="pg641">
                  <a:extLst>
                    <a:ext uri="{FF2B5EF4-FFF2-40B4-BE49-F238E27FC236}">
                      <a16:creationId xmlns:a16="http://schemas.microsoft.com/office/drawing/2014/main" id="{FD042CF3-9562-B20E-5C2B-71591BE8A736}"/>
                    </a:ext>
                  </a:extLst>
                </p:cNvPr>
                <p:cNvSpPr/>
                <p:nvPr/>
              </p:nvSpPr>
              <p:spPr>
                <a:xfrm>
                  <a:off x="6207141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2" name="pg642">
                  <a:extLst>
                    <a:ext uri="{FF2B5EF4-FFF2-40B4-BE49-F238E27FC236}">
                      <a16:creationId xmlns:a16="http://schemas.microsoft.com/office/drawing/2014/main" id="{D582C1C6-55C5-0412-301F-7E1D581CC27A}"/>
                    </a:ext>
                  </a:extLst>
                </p:cNvPr>
                <p:cNvSpPr/>
                <p:nvPr/>
              </p:nvSpPr>
              <p:spPr>
                <a:xfrm>
                  <a:off x="6218778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3" name="pg643">
                  <a:extLst>
                    <a:ext uri="{FF2B5EF4-FFF2-40B4-BE49-F238E27FC236}">
                      <a16:creationId xmlns:a16="http://schemas.microsoft.com/office/drawing/2014/main" id="{382CBBE5-204F-4D89-097D-2F49607D6FE7}"/>
                    </a:ext>
                  </a:extLst>
                </p:cNvPr>
                <p:cNvSpPr/>
                <p:nvPr/>
              </p:nvSpPr>
              <p:spPr>
                <a:xfrm>
                  <a:off x="6230416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4" name="pg644">
                  <a:extLst>
                    <a:ext uri="{FF2B5EF4-FFF2-40B4-BE49-F238E27FC236}">
                      <a16:creationId xmlns:a16="http://schemas.microsoft.com/office/drawing/2014/main" id="{34B34CF3-FF81-CADA-EBB3-A4362BE08B7D}"/>
                    </a:ext>
                  </a:extLst>
                </p:cNvPr>
                <p:cNvSpPr/>
                <p:nvPr/>
              </p:nvSpPr>
              <p:spPr>
                <a:xfrm>
                  <a:off x="6276965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5" name="pg645">
                  <a:extLst>
                    <a:ext uri="{FF2B5EF4-FFF2-40B4-BE49-F238E27FC236}">
                      <a16:creationId xmlns:a16="http://schemas.microsoft.com/office/drawing/2014/main" id="{255C813F-3053-D527-AB14-40BE27EB9842}"/>
                    </a:ext>
                  </a:extLst>
                </p:cNvPr>
                <p:cNvSpPr/>
                <p:nvPr/>
              </p:nvSpPr>
              <p:spPr>
                <a:xfrm>
                  <a:off x="6288602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6" name="pg646">
                  <a:extLst>
                    <a:ext uri="{FF2B5EF4-FFF2-40B4-BE49-F238E27FC236}">
                      <a16:creationId xmlns:a16="http://schemas.microsoft.com/office/drawing/2014/main" id="{B9C97094-0622-DE30-6ED1-8790396FCD55}"/>
                    </a:ext>
                  </a:extLst>
                </p:cNvPr>
                <p:cNvSpPr/>
                <p:nvPr/>
              </p:nvSpPr>
              <p:spPr>
                <a:xfrm>
                  <a:off x="6300240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7" name="pg647">
                  <a:extLst>
                    <a:ext uri="{FF2B5EF4-FFF2-40B4-BE49-F238E27FC236}">
                      <a16:creationId xmlns:a16="http://schemas.microsoft.com/office/drawing/2014/main" id="{DE40EA1C-21FD-B490-59CC-5D0C09914C7E}"/>
                    </a:ext>
                  </a:extLst>
                </p:cNvPr>
                <p:cNvSpPr/>
                <p:nvPr/>
              </p:nvSpPr>
              <p:spPr>
                <a:xfrm>
                  <a:off x="6311877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8" name="pg648">
                  <a:extLst>
                    <a:ext uri="{FF2B5EF4-FFF2-40B4-BE49-F238E27FC236}">
                      <a16:creationId xmlns:a16="http://schemas.microsoft.com/office/drawing/2014/main" id="{99D9E727-2B0A-4CB7-DE07-5B31CD9959F2}"/>
                    </a:ext>
                  </a:extLst>
                </p:cNvPr>
                <p:cNvSpPr/>
                <p:nvPr/>
              </p:nvSpPr>
              <p:spPr>
                <a:xfrm>
                  <a:off x="6323514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9" name="pg649">
                  <a:extLst>
                    <a:ext uri="{FF2B5EF4-FFF2-40B4-BE49-F238E27FC236}">
                      <a16:creationId xmlns:a16="http://schemas.microsoft.com/office/drawing/2014/main" id="{BC930770-DD8C-FE43-0152-4C398F22FE8E}"/>
                    </a:ext>
                  </a:extLst>
                </p:cNvPr>
                <p:cNvSpPr/>
                <p:nvPr/>
              </p:nvSpPr>
              <p:spPr>
                <a:xfrm>
                  <a:off x="5741648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0" name="pg650">
                  <a:extLst>
                    <a:ext uri="{FF2B5EF4-FFF2-40B4-BE49-F238E27FC236}">
                      <a16:creationId xmlns:a16="http://schemas.microsoft.com/office/drawing/2014/main" id="{2F4D4478-BDC9-A6FD-6399-3EEBD7EDFFA7}"/>
                    </a:ext>
                  </a:extLst>
                </p:cNvPr>
                <p:cNvSpPr/>
                <p:nvPr/>
              </p:nvSpPr>
              <p:spPr>
                <a:xfrm>
                  <a:off x="5753285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1" name="pg651">
                  <a:extLst>
                    <a:ext uri="{FF2B5EF4-FFF2-40B4-BE49-F238E27FC236}">
                      <a16:creationId xmlns:a16="http://schemas.microsoft.com/office/drawing/2014/main" id="{E0753ABF-37F2-E4F9-E05A-E1D42685AAC6}"/>
                    </a:ext>
                  </a:extLst>
                </p:cNvPr>
                <p:cNvSpPr/>
                <p:nvPr/>
              </p:nvSpPr>
              <p:spPr>
                <a:xfrm>
                  <a:off x="5764922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2" name="pg652">
                  <a:extLst>
                    <a:ext uri="{FF2B5EF4-FFF2-40B4-BE49-F238E27FC236}">
                      <a16:creationId xmlns:a16="http://schemas.microsoft.com/office/drawing/2014/main" id="{43954A9F-2876-5873-FDF1-372F6986B663}"/>
                    </a:ext>
                  </a:extLst>
                </p:cNvPr>
                <p:cNvSpPr/>
                <p:nvPr/>
              </p:nvSpPr>
              <p:spPr>
                <a:xfrm>
                  <a:off x="5776560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3" name="pg653">
                  <a:extLst>
                    <a:ext uri="{FF2B5EF4-FFF2-40B4-BE49-F238E27FC236}">
                      <a16:creationId xmlns:a16="http://schemas.microsoft.com/office/drawing/2014/main" id="{27B2500D-E17F-547B-AB06-A574D8C7BABD}"/>
                    </a:ext>
                  </a:extLst>
                </p:cNvPr>
                <p:cNvSpPr/>
                <p:nvPr/>
              </p:nvSpPr>
              <p:spPr>
                <a:xfrm>
                  <a:off x="5788197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4" name="pg654">
                  <a:extLst>
                    <a:ext uri="{FF2B5EF4-FFF2-40B4-BE49-F238E27FC236}">
                      <a16:creationId xmlns:a16="http://schemas.microsoft.com/office/drawing/2014/main" id="{B53CC1FE-DC15-3DD8-FE2C-14DB3B20DA8D}"/>
                    </a:ext>
                  </a:extLst>
                </p:cNvPr>
                <p:cNvSpPr/>
                <p:nvPr/>
              </p:nvSpPr>
              <p:spPr>
                <a:xfrm>
                  <a:off x="5799834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5" name="pg655">
                  <a:extLst>
                    <a:ext uri="{FF2B5EF4-FFF2-40B4-BE49-F238E27FC236}">
                      <a16:creationId xmlns:a16="http://schemas.microsoft.com/office/drawing/2014/main" id="{8717DBE4-2400-B5BA-6891-BC7B998FBD1C}"/>
                    </a:ext>
                  </a:extLst>
                </p:cNvPr>
                <p:cNvSpPr/>
                <p:nvPr/>
              </p:nvSpPr>
              <p:spPr>
                <a:xfrm>
                  <a:off x="5811472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C">
                    <a:alpha val="100000"/>
                  </a:srgbClr>
                </a:solidFill>
                <a:ln w="5420" cap="flat">
                  <a:solidFill>
                    <a:srgbClr val="3B528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6" name="pg656">
                  <a:extLst>
                    <a:ext uri="{FF2B5EF4-FFF2-40B4-BE49-F238E27FC236}">
                      <a16:creationId xmlns:a16="http://schemas.microsoft.com/office/drawing/2014/main" id="{2649836D-AEF3-4BB0-335B-089B101B384D}"/>
                    </a:ext>
                  </a:extLst>
                </p:cNvPr>
                <p:cNvSpPr/>
                <p:nvPr/>
              </p:nvSpPr>
              <p:spPr>
                <a:xfrm>
                  <a:off x="5823109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5">
                    <a:alpha val="100000"/>
                  </a:srgbClr>
                </a:solidFill>
                <a:ln w="5420" cap="flat">
                  <a:solidFill>
                    <a:srgbClr val="3C41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7" name="pg657">
                  <a:extLst>
                    <a:ext uri="{FF2B5EF4-FFF2-40B4-BE49-F238E27FC236}">
                      <a16:creationId xmlns:a16="http://schemas.microsoft.com/office/drawing/2014/main" id="{36D6A87C-D0D3-24B4-E423-11527C392CE7}"/>
                    </a:ext>
                  </a:extLst>
                </p:cNvPr>
                <p:cNvSpPr/>
                <p:nvPr/>
              </p:nvSpPr>
              <p:spPr>
                <a:xfrm>
                  <a:off x="5834746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8">
                    <a:alpha val="100000"/>
                  </a:srgbClr>
                </a:solidFill>
                <a:ln w="5420" cap="flat">
                  <a:solidFill>
                    <a:srgbClr val="3B39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8" name="pg658">
                  <a:extLst>
                    <a:ext uri="{FF2B5EF4-FFF2-40B4-BE49-F238E27FC236}">
                      <a16:creationId xmlns:a16="http://schemas.microsoft.com/office/drawing/2014/main" id="{B87D0C5E-3135-1F4B-70F9-A4B22BDE3CDD}"/>
                    </a:ext>
                  </a:extLst>
                </p:cNvPr>
                <p:cNvSpPr/>
                <p:nvPr/>
              </p:nvSpPr>
              <p:spPr>
                <a:xfrm>
                  <a:off x="5846384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665">
                    <a:alpha val="100000"/>
                  </a:srgbClr>
                </a:solidFill>
                <a:ln w="5420" cap="flat">
                  <a:solidFill>
                    <a:srgbClr val="3A366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9" name="pg659">
                  <a:extLst>
                    <a:ext uri="{FF2B5EF4-FFF2-40B4-BE49-F238E27FC236}">
                      <a16:creationId xmlns:a16="http://schemas.microsoft.com/office/drawing/2014/main" id="{897652AC-05F0-B1FB-D433-E9DC9608050D}"/>
                    </a:ext>
                  </a:extLst>
                </p:cNvPr>
                <p:cNvSpPr/>
                <p:nvPr/>
              </p:nvSpPr>
              <p:spPr>
                <a:xfrm>
                  <a:off x="5858021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0" name="pg660">
                  <a:extLst>
                    <a:ext uri="{FF2B5EF4-FFF2-40B4-BE49-F238E27FC236}">
                      <a16:creationId xmlns:a16="http://schemas.microsoft.com/office/drawing/2014/main" id="{220AE935-F42D-70EC-ACD6-07562C827B9D}"/>
                    </a:ext>
                  </a:extLst>
                </p:cNvPr>
                <p:cNvSpPr/>
                <p:nvPr/>
              </p:nvSpPr>
              <p:spPr>
                <a:xfrm>
                  <a:off x="5869658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1" name="pg661">
                  <a:extLst>
                    <a:ext uri="{FF2B5EF4-FFF2-40B4-BE49-F238E27FC236}">
                      <a16:creationId xmlns:a16="http://schemas.microsoft.com/office/drawing/2014/main" id="{62B20AF1-140C-88A4-BA29-95E146220547}"/>
                    </a:ext>
                  </a:extLst>
                </p:cNvPr>
                <p:cNvSpPr/>
                <p:nvPr/>
              </p:nvSpPr>
              <p:spPr>
                <a:xfrm>
                  <a:off x="5881296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2" name="pg662">
                  <a:extLst>
                    <a:ext uri="{FF2B5EF4-FFF2-40B4-BE49-F238E27FC236}">
                      <a16:creationId xmlns:a16="http://schemas.microsoft.com/office/drawing/2014/main" id="{B5C70960-6315-ABA5-020E-A7F5B8046F38}"/>
                    </a:ext>
                  </a:extLst>
                </p:cNvPr>
                <p:cNvSpPr/>
                <p:nvPr/>
              </p:nvSpPr>
              <p:spPr>
                <a:xfrm>
                  <a:off x="6172229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3" name="pg663">
                  <a:extLst>
                    <a:ext uri="{FF2B5EF4-FFF2-40B4-BE49-F238E27FC236}">
                      <a16:creationId xmlns:a16="http://schemas.microsoft.com/office/drawing/2014/main" id="{218EB348-FCFB-DBBD-116B-DF66DEA4D60D}"/>
                    </a:ext>
                  </a:extLst>
                </p:cNvPr>
                <p:cNvSpPr/>
                <p:nvPr/>
              </p:nvSpPr>
              <p:spPr>
                <a:xfrm>
                  <a:off x="6183866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6A9">
                    <a:alpha val="100000"/>
                  </a:srgbClr>
                </a:solidFill>
                <a:ln w="5420" cap="flat">
                  <a:solidFill>
                    <a:srgbClr val="35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4" name="pg664">
                  <a:extLst>
                    <a:ext uri="{FF2B5EF4-FFF2-40B4-BE49-F238E27FC236}">
                      <a16:creationId xmlns:a16="http://schemas.microsoft.com/office/drawing/2014/main" id="{73F23E0F-72CD-60EE-01A0-C16EFFB797D7}"/>
                    </a:ext>
                  </a:extLst>
                </p:cNvPr>
                <p:cNvSpPr/>
                <p:nvPr/>
              </p:nvSpPr>
              <p:spPr>
                <a:xfrm>
                  <a:off x="6195504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5" name="pg665">
                  <a:extLst>
                    <a:ext uri="{FF2B5EF4-FFF2-40B4-BE49-F238E27FC236}">
                      <a16:creationId xmlns:a16="http://schemas.microsoft.com/office/drawing/2014/main" id="{2AD4F83B-F4E6-34F1-883C-89E250831759}"/>
                    </a:ext>
                  </a:extLst>
                </p:cNvPr>
                <p:cNvSpPr/>
                <p:nvPr/>
              </p:nvSpPr>
              <p:spPr>
                <a:xfrm>
                  <a:off x="6207141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6" name="pg666">
                  <a:extLst>
                    <a:ext uri="{FF2B5EF4-FFF2-40B4-BE49-F238E27FC236}">
                      <a16:creationId xmlns:a16="http://schemas.microsoft.com/office/drawing/2014/main" id="{A8FDC155-2BBF-1CB9-4C96-95C3268C3FF4}"/>
                    </a:ext>
                  </a:extLst>
                </p:cNvPr>
                <p:cNvSpPr/>
                <p:nvPr/>
              </p:nvSpPr>
              <p:spPr>
                <a:xfrm>
                  <a:off x="6218778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7" name="pg667">
                  <a:extLst>
                    <a:ext uri="{FF2B5EF4-FFF2-40B4-BE49-F238E27FC236}">
                      <a16:creationId xmlns:a16="http://schemas.microsoft.com/office/drawing/2014/main" id="{DC5A6F62-73EF-A91D-00BF-4B9F8BBEBBDE}"/>
                    </a:ext>
                  </a:extLst>
                </p:cNvPr>
                <p:cNvSpPr/>
                <p:nvPr/>
              </p:nvSpPr>
              <p:spPr>
                <a:xfrm>
                  <a:off x="6230416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8" name="pg668">
                  <a:extLst>
                    <a:ext uri="{FF2B5EF4-FFF2-40B4-BE49-F238E27FC236}">
                      <a16:creationId xmlns:a16="http://schemas.microsoft.com/office/drawing/2014/main" id="{FBCD0D26-E477-6E4E-BDE2-7A88BBE82942}"/>
                    </a:ext>
                  </a:extLst>
                </p:cNvPr>
                <p:cNvSpPr/>
                <p:nvPr/>
              </p:nvSpPr>
              <p:spPr>
                <a:xfrm>
                  <a:off x="6242053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9" name="pg669">
                  <a:extLst>
                    <a:ext uri="{FF2B5EF4-FFF2-40B4-BE49-F238E27FC236}">
                      <a16:creationId xmlns:a16="http://schemas.microsoft.com/office/drawing/2014/main" id="{783FB0C6-2195-442D-DA9C-57B0C8C8F60E}"/>
                    </a:ext>
                  </a:extLst>
                </p:cNvPr>
                <p:cNvSpPr/>
                <p:nvPr/>
              </p:nvSpPr>
              <p:spPr>
                <a:xfrm>
                  <a:off x="6265328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0" name="pg670">
                  <a:extLst>
                    <a:ext uri="{FF2B5EF4-FFF2-40B4-BE49-F238E27FC236}">
                      <a16:creationId xmlns:a16="http://schemas.microsoft.com/office/drawing/2014/main" id="{177AC44E-67DE-A16A-6F1A-2F011021654C}"/>
                    </a:ext>
                  </a:extLst>
                </p:cNvPr>
                <p:cNvSpPr/>
                <p:nvPr/>
              </p:nvSpPr>
              <p:spPr>
                <a:xfrm>
                  <a:off x="6276965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1" name="pg671">
                  <a:extLst>
                    <a:ext uri="{FF2B5EF4-FFF2-40B4-BE49-F238E27FC236}">
                      <a16:creationId xmlns:a16="http://schemas.microsoft.com/office/drawing/2014/main" id="{12C21DE8-C6C7-E0DF-AA86-A61472D8CEE4}"/>
                    </a:ext>
                  </a:extLst>
                </p:cNvPr>
                <p:cNvSpPr/>
                <p:nvPr/>
              </p:nvSpPr>
              <p:spPr>
                <a:xfrm>
                  <a:off x="6288602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2" name="pg672">
                  <a:extLst>
                    <a:ext uri="{FF2B5EF4-FFF2-40B4-BE49-F238E27FC236}">
                      <a16:creationId xmlns:a16="http://schemas.microsoft.com/office/drawing/2014/main" id="{30585AAF-9976-EDCD-8433-DD855316E11C}"/>
                    </a:ext>
                  </a:extLst>
                </p:cNvPr>
                <p:cNvSpPr/>
                <p:nvPr/>
              </p:nvSpPr>
              <p:spPr>
                <a:xfrm>
                  <a:off x="6300240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3" name="pg673">
                  <a:extLst>
                    <a:ext uri="{FF2B5EF4-FFF2-40B4-BE49-F238E27FC236}">
                      <a16:creationId xmlns:a16="http://schemas.microsoft.com/office/drawing/2014/main" id="{FA65A7B7-04AA-1161-D7EC-A0DA52D3A115}"/>
                    </a:ext>
                  </a:extLst>
                </p:cNvPr>
                <p:cNvSpPr/>
                <p:nvPr/>
              </p:nvSpPr>
              <p:spPr>
                <a:xfrm>
                  <a:off x="6311877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4" name="pg674">
                  <a:extLst>
                    <a:ext uri="{FF2B5EF4-FFF2-40B4-BE49-F238E27FC236}">
                      <a16:creationId xmlns:a16="http://schemas.microsoft.com/office/drawing/2014/main" id="{C97C709B-31D6-B8AF-C010-593E4FC7F644}"/>
                    </a:ext>
                  </a:extLst>
                </p:cNvPr>
                <p:cNvSpPr/>
                <p:nvPr/>
              </p:nvSpPr>
              <p:spPr>
                <a:xfrm>
                  <a:off x="6323514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5" name="pg675">
                  <a:extLst>
                    <a:ext uri="{FF2B5EF4-FFF2-40B4-BE49-F238E27FC236}">
                      <a16:creationId xmlns:a16="http://schemas.microsoft.com/office/drawing/2014/main" id="{32627F84-612C-5E38-C93E-8FAF0993FCAF}"/>
                    </a:ext>
                  </a:extLst>
                </p:cNvPr>
                <p:cNvSpPr/>
                <p:nvPr/>
              </p:nvSpPr>
              <p:spPr>
                <a:xfrm>
                  <a:off x="6335152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6" name="pg676">
                  <a:extLst>
                    <a:ext uri="{FF2B5EF4-FFF2-40B4-BE49-F238E27FC236}">
                      <a16:creationId xmlns:a16="http://schemas.microsoft.com/office/drawing/2014/main" id="{54249959-B8F8-2053-8D5E-1713A4B1179D}"/>
                    </a:ext>
                  </a:extLst>
                </p:cNvPr>
                <p:cNvSpPr/>
                <p:nvPr/>
              </p:nvSpPr>
              <p:spPr>
                <a:xfrm>
                  <a:off x="5730010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7" name="pg677">
                  <a:extLst>
                    <a:ext uri="{FF2B5EF4-FFF2-40B4-BE49-F238E27FC236}">
                      <a16:creationId xmlns:a16="http://schemas.microsoft.com/office/drawing/2014/main" id="{B235C317-BCCB-C9BB-9CE6-9AE436D9D61A}"/>
                    </a:ext>
                  </a:extLst>
                </p:cNvPr>
                <p:cNvSpPr/>
                <p:nvPr/>
              </p:nvSpPr>
              <p:spPr>
                <a:xfrm>
                  <a:off x="5741648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8" name="pg678">
                  <a:extLst>
                    <a:ext uri="{FF2B5EF4-FFF2-40B4-BE49-F238E27FC236}">
                      <a16:creationId xmlns:a16="http://schemas.microsoft.com/office/drawing/2014/main" id="{60243512-DF0A-0AAD-FD21-001C255152FF}"/>
                    </a:ext>
                  </a:extLst>
                </p:cNvPr>
                <p:cNvSpPr/>
                <p:nvPr/>
              </p:nvSpPr>
              <p:spPr>
                <a:xfrm>
                  <a:off x="5753285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9" name="pg679">
                  <a:extLst>
                    <a:ext uri="{FF2B5EF4-FFF2-40B4-BE49-F238E27FC236}">
                      <a16:creationId xmlns:a16="http://schemas.microsoft.com/office/drawing/2014/main" id="{1886A18B-2C8C-186F-84C6-6A1DB48F22BB}"/>
                    </a:ext>
                  </a:extLst>
                </p:cNvPr>
                <p:cNvSpPr/>
                <p:nvPr/>
              </p:nvSpPr>
              <p:spPr>
                <a:xfrm>
                  <a:off x="5764922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0" name="pg680">
                  <a:extLst>
                    <a:ext uri="{FF2B5EF4-FFF2-40B4-BE49-F238E27FC236}">
                      <a16:creationId xmlns:a16="http://schemas.microsoft.com/office/drawing/2014/main" id="{C85C4A50-58E1-8353-1DDB-F03FA0CCCD27}"/>
                    </a:ext>
                  </a:extLst>
                </p:cNvPr>
                <p:cNvSpPr/>
                <p:nvPr/>
              </p:nvSpPr>
              <p:spPr>
                <a:xfrm>
                  <a:off x="5776560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1" name="pg681">
                  <a:extLst>
                    <a:ext uri="{FF2B5EF4-FFF2-40B4-BE49-F238E27FC236}">
                      <a16:creationId xmlns:a16="http://schemas.microsoft.com/office/drawing/2014/main" id="{80466601-6B57-29DA-C89C-9C3366BA3991}"/>
                    </a:ext>
                  </a:extLst>
                </p:cNvPr>
                <p:cNvSpPr/>
                <p:nvPr/>
              </p:nvSpPr>
              <p:spPr>
                <a:xfrm>
                  <a:off x="5788197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2" name="pg682">
                  <a:extLst>
                    <a:ext uri="{FF2B5EF4-FFF2-40B4-BE49-F238E27FC236}">
                      <a16:creationId xmlns:a16="http://schemas.microsoft.com/office/drawing/2014/main" id="{B70A286F-65A0-38AE-29F3-B38DAFBDE5C0}"/>
                    </a:ext>
                  </a:extLst>
                </p:cNvPr>
                <p:cNvSpPr/>
                <p:nvPr/>
              </p:nvSpPr>
              <p:spPr>
                <a:xfrm>
                  <a:off x="5799834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3" name="pg683">
                  <a:extLst>
                    <a:ext uri="{FF2B5EF4-FFF2-40B4-BE49-F238E27FC236}">
                      <a16:creationId xmlns:a16="http://schemas.microsoft.com/office/drawing/2014/main" id="{907963F9-F5DB-0832-6DDF-FDB199058C81}"/>
                    </a:ext>
                  </a:extLst>
                </p:cNvPr>
                <p:cNvSpPr/>
                <p:nvPr/>
              </p:nvSpPr>
              <p:spPr>
                <a:xfrm>
                  <a:off x="5811472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4" name="pg684">
                  <a:extLst>
                    <a:ext uri="{FF2B5EF4-FFF2-40B4-BE49-F238E27FC236}">
                      <a16:creationId xmlns:a16="http://schemas.microsoft.com/office/drawing/2014/main" id="{B86B26F3-F379-B960-6168-41328A1904EC}"/>
                    </a:ext>
                  </a:extLst>
                </p:cNvPr>
                <p:cNvSpPr/>
                <p:nvPr/>
              </p:nvSpPr>
              <p:spPr>
                <a:xfrm>
                  <a:off x="5823109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E86">
                    <a:alpha val="100000"/>
                  </a:srgbClr>
                </a:solidFill>
                <a:ln w="5420" cap="flat">
                  <a:solidFill>
                    <a:srgbClr val="3B4E8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5" name="pg685">
                  <a:extLst>
                    <a:ext uri="{FF2B5EF4-FFF2-40B4-BE49-F238E27FC236}">
                      <a16:creationId xmlns:a16="http://schemas.microsoft.com/office/drawing/2014/main" id="{D6704254-F998-E1A2-634E-F18D2D46686A}"/>
                    </a:ext>
                  </a:extLst>
                </p:cNvPr>
                <p:cNvSpPr/>
                <p:nvPr/>
              </p:nvSpPr>
              <p:spPr>
                <a:xfrm>
                  <a:off x="5834746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B">
                    <a:alpha val="100000"/>
                  </a:srgbClr>
                </a:solidFill>
                <a:ln w="5420" cap="flat">
                  <a:solidFill>
                    <a:srgbClr val="3C467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6" name="pg686">
                  <a:extLst>
                    <a:ext uri="{FF2B5EF4-FFF2-40B4-BE49-F238E27FC236}">
                      <a16:creationId xmlns:a16="http://schemas.microsoft.com/office/drawing/2014/main" id="{593E21B5-274D-D39A-4297-93F0B7A4FB61}"/>
                    </a:ext>
                  </a:extLst>
                </p:cNvPr>
                <p:cNvSpPr/>
                <p:nvPr/>
              </p:nvSpPr>
              <p:spPr>
                <a:xfrm>
                  <a:off x="5846384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7" name="pg687">
                  <a:extLst>
                    <a:ext uri="{FF2B5EF4-FFF2-40B4-BE49-F238E27FC236}">
                      <a16:creationId xmlns:a16="http://schemas.microsoft.com/office/drawing/2014/main" id="{1C34354A-7B79-D522-2326-F30DCC386E64}"/>
                    </a:ext>
                  </a:extLst>
                </p:cNvPr>
                <p:cNvSpPr/>
                <p:nvPr/>
              </p:nvSpPr>
              <p:spPr>
                <a:xfrm>
                  <a:off x="6172229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8" name="pg688">
                  <a:extLst>
                    <a:ext uri="{FF2B5EF4-FFF2-40B4-BE49-F238E27FC236}">
                      <a16:creationId xmlns:a16="http://schemas.microsoft.com/office/drawing/2014/main" id="{CD56A7E5-1A4A-4318-0820-D914787F2DBA}"/>
                    </a:ext>
                  </a:extLst>
                </p:cNvPr>
                <p:cNvSpPr/>
                <p:nvPr/>
              </p:nvSpPr>
              <p:spPr>
                <a:xfrm>
                  <a:off x="6183866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9" name="pg689">
                  <a:extLst>
                    <a:ext uri="{FF2B5EF4-FFF2-40B4-BE49-F238E27FC236}">
                      <a16:creationId xmlns:a16="http://schemas.microsoft.com/office/drawing/2014/main" id="{BD211978-F265-1BB8-1B93-7853065332BA}"/>
                    </a:ext>
                  </a:extLst>
                </p:cNvPr>
                <p:cNvSpPr/>
                <p:nvPr/>
              </p:nvSpPr>
              <p:spPr>
                <a:xfrm>
                  <a:off x="6195504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0" name="pg690">
                  <a:extLst>
                    <a:ext uri="{FF2B5EF4-FFF2-40B4-BE49-F238E27FC236}">
                      <a16:creationId xmlns:a16="http://schemas.microsoft.com/office/drawing/2014/main" id="{133FC345-A10E-FB3F-7155-B7351F39CC32}"/>
                    </a:ext>
                  </a:extLst>
                </p:cNvPr>
                <p:cNvSpPr/>
                <p:nvPr/>
              </p:nvSpPr>
              <p:spPr>
                <a:xfrm>
                  <a:off x="6207141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1" name="pg691">
                  <a:extLst>
                    <a:ext uri="{FF2B5EF4-FFF2-40B4-BE49-F238E27FC236}">
                      <a16:creationId xmlns:a16="http://schemas.microsoft.com/office/drawing/2014/main" id="{6C8A4555-2010-4823-4ED8-5200F8F0AB02}"/>
                    </a:ext>
                  </a:extLst>
                </p:cNvPr>
                <p:cNvSpPr/>
                <p:nvPr/>
              </p:nvSpPr>
              <p:spPr>
                <a:xfrm>
                  <a:off x="6218778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2" name="pg692">
                  <a:extLst>
                    <a:ext uri="{FF2B5EF4-FFF2-40B4-BE49-F238E27FC236}">
                      <a16:creationId xmlns:a16="http://schemas.microsoft.com/office/drawing/2014/main" id="{8C9010F8-5E72-6A3A-4534-81C4619E4DF0}"/>
                    </a:ext>
                  </a:extLst>
                </p:cNvPr>
                <p:cNvSpPr/>
                <p:nvPr/>
              </p:nvSpPr>
              <p:spPr>
                <a:xfrm>
                  <a:off x="6230416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3" name="pg693">
                  <a:extLst>
                    <a:ext uri="{FF2B5EF4-FFF2-40B4-BE49-F238E27FC236}">
                      <a16:creationId xmlns:a16="http://schemas.microsoft.com/office/drawing/2014/main" id="{1A007942-37EF-44C3-9B26-089304256CC9}"/>
                    </a:ext>
                  </a:extLst>
                </p:cNvPr>
                <p:cNvSpPr/>
                <p:nvPr/>
              </p:nvSpPr>
              <p:spPr>
                <a:xfrm>
                  <a:off x="6242053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4" name="pg694">
                  <a:extLst>
                    <a:ext uri="{FF2B5EF4-FFF2-40B4-BE49-F238E27FC236}">
                      <a16:creationId xmlns:a16="http://schemas.microsoft.com/office/drawing/2014/main" id="{EF759B25-54CF-4F9B-C25F-C03F6F1CAE39}"/>
                    </a:ext>
                  </a:extLst>
                </p:cNvPr>
                <p:cNvSpPr/>
                <p:nvPr/>
              </p:nvSpPr>
              <p:spPr>
                <a:xfrm>
                  <a:off x="6253690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5" name="pg695">
                  <a:extLst>
                    <a:ext uri="{FF2B5EF4-FFF2-40B4-BE49-F238E27FC236}">
                      <a16:creationId xmlns:a16="http://schemas.microsoft.com/office/drawing/2014/main" id="{5644A4FC-8C73-D4F5-DC4C-34D3DB467BC6}"/>
                    </a:ext>
                  </a:extLst>
                </p:cNvPr>
                <p:cNvSpPr/>
                <p:nvPr/>
              </p:nvSpPr>
              <p:spPr>
                <a:xfrm>
                  <a:off x="6265328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6" name="pg696">
                  <a:extLst>
                    <a:ext uri="{FF2B5EF4-FFF2-40B4-BE49-F238E27FC236}">
                      <a16:creationId xmlns:a16="http://schemas.microsoft.com/office/drawing/2014/main" id="{FBF53AAC-2359-A65D-5F58-D95941EF7CA8}"/>
                    </a:ext>
                  </a:extLst>
                </p:cNvPr>
                <p:cNvSpPr/>
                <p:nvPr/>
              </p:nvSpPr>
              <p:spPr>
                <a:xfrm>
                  <a:off x="6276965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7" name="pg697">
                  <a:extLst>
                    <a:ext uri="{FF2B5EF4-FFF2-40B4-BE49-F238E27FC236}">
                      <a16:creationId xmlns:a16="http://schemas.microsoft.com/office/drawing/2014/main" id="{4DA74B49-D226-74E1-0168-BFBDE4746C3D}"/>
                    </a:ext>
                  </a:extLst>
                </p:cNvPr>
                <p:cNvSpPr/>
                <p:nvPr/>
              </p:nvSpPr>
              <p:spPr>
                <a:xfrm>
                  <a:off x="6288602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8" name="pg698">
                  <a:extLst>
                    <a:ext uri="{FF2B5EF4-FFF2-40B4-BE49-F238E27FC236}">
                      <a16:creationId xmlns:a16="http://schemas.microsoft.com/office/drawing/2014/main" id="{B01130FB-9C54-9705-80AE-D11FBB45AA2C}"/>
                    </a:ext>
                  </a:extLst>
                </p:cNvPr>
                <p:cNvSpPr/>
                <p:nvPr/>
              </p:nvSpPr>
              <p:spPr>
                <a:xfrm>
                  <a:off x="6300240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9" name="pg699">
                  <a:extLst>
                    <a:ext uri="{FF2B5EF4-FFF2-40B4-BE49-F238E27FC236}">
                      <a16:creationId xmlns:a16="http://schemas.microsoft.com/office/drawing/2014/main" id="{5FDD03E4-626E-5EAA-C9CD-91A57AA1BAE5}"/>
                    </a:ext>
                  </a:extLst>
                </p:cNvPr>
                <p:cNvSpPr/>
                <p:nvPr/>
              </p:nvSpPr>
              <p:spPr>
                <a:xfrm>
                  <a:off x="6311877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0" name="pg700">
                  <a:extLst>
                    <a:ext uri="{FF2B5EF4-FFF2-40B4-BE49-F238E27FC236}">
                      <a16:creationId xmlns:a16="http://schemas.microsoft.com/office/drawing/2014/main" id="{0AB8B76B-D2BA-FDCE-6AE1-A4BA3E0120AB}"/>
                    </a:ext>
                  </a:extLst>
                </p:cNvPr>
                <p:cNvSpPr/>
                <p:nvPr/>
              </p:nvSpPr>
              <p:spPr>
                <a:xfrm>
                  <a:off x="6323514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1" name="pg701">
                  <a:extLst>
                    <a:ext uri="{FF2B5EF4-FFF2-40B4-BE49-F238E27FC236}">
                      <a16:creationId xmlns:a16="http://schemas.microsoft.com/office/drawing/2014/main" id="{6435F184-ED52-42B0-9D40-9013ECDF07CF}"/>
                    </a:ext>
                  </a:extLst>
                </p:cNvPr>
                <p:cNvSpPr/>
                <p:nvPr/>
              </p:nvSpPr>
              <p:spPr>
                <a:xfrm>
                  <a:off x="6335152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2" name="pg702">
                  <a:extLst>
                    <a:ext uri="{FF2B5EF4-FFF2-40B4-BE49-F238E27FC236}">
                      <a16:creationId xmlns:a16="http://schemas.microsoft.com/office/drawing/2014/main" id="{B032FCA2-EFF4-C15A-B343-E871DB176A4E}"/>
                    </a:ext>
                  </a:extLst>
                </p:cNvPr>
                <p:cNvSpPr/>
                <p:nvPr/>
              </p:nvSpPr>
              <p:spPr>
                <a:xfrm>
                  <a:off x="5718373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3" name="pg703">
                  <a:extLst>
                    <a:ext uri="{FF2B5EF4-FFF2-40B4-BE49-F238E27FC236}">
                      <a16:creationId xmlns:a16="http://schemas.microsoft.com/office/drawing/2014/main" id="{5DFA6092-F9B2-DB2D-98BA-DD3C8098823B}"/>
                    </a:ext>
                  </a:extLst>
                </p:cNvPr>
                <p:cNvSpPr/>
                <p:nvPr/>
              </p:nvSpPr>
              <p:spPr>
                <a:xfrm>
                  <a:off x="5730010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4" name="pg704">
                  <a:extLst>
                    <a:ext uri="{FF2B5EF4-FFF2-40B4-BE49-F238E27FC236}">
                      <a16:creationId xmlns:a16="http://schemas.microsoft.com/office/drawing/2014/main" id="{FCB2D986-9384-8C86-73FA-BA88774A3625}"/>
                    </a:ext>
                  </a:extLst>
                </p:cNvPr>
                <p:cNvSpPr/>
                <p:nvPr/>
              </p:nvSpPr>
              <p:spPr>
                <a:xfrm>
                  <a:off x="5741648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5" name="pg705">
                  <a:extLst>
                    <a:ext uri="{FF2B5EF4-FFF2-40B4-BE49-F238E27FC236}">
                      <a16:creationId xmlns:a16="http://schemas.microsoft.com/office/drawing/2014/main" id="{01CF9607-0E5A-060A-FB19-B4014440B477}"/>
                    </a:ext>
                  </a:extLst>
                </p:cNvPr>
                <p:cNvSpPr/>
                <p:nvPr/>
              </p:nvSpPr>
              <p:spPr>
                <a:xfrm>
                  <a:off x="5753285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6" name="pg706">
                  <a:extLst>
                    <a:ext uri="{FF2B5EF4-FFF2-40B4-BE49-F238E27FC236}">
                      <a16:creationId xmlns:a16="http://schemas.microsoft.com/office/drawing/2014/main" id="{B920A220-5143-A144-9661-2869B9BA26DB}"/>
                    </a:ext>
                  </a:extLst>
                </p:cNvPr>
                <p:cNvSpPr/>
                <p:nvPr/>
              </p:nvSpPr>
              <p:spPr>
                <a:xfrm>
                  <a:off x="5764922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7" name="pg707">
                  <a:extLst>
                    <a:ext uri="{FF2B5EF4-FFF2-40B4-BE49-F238E27FC236}">
                      <a16:creationId xmlns:a16="http://schemas.microsoft.com/office/drawing/2014/main" id="{6CA8109A-C958-F52E-AADA-42CBAC45D22C}"/>
                    </a:ext>
                  </a:extLst>
                </p:cNvPr>
                <p:cNvSpPr/>
                <p:nvPr/>
              </p:nvSpPr>
              <p:spPr>
                <a:xfrm>
                  <a:off x="5776560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8" name="pg708">
                  <a:extLst>
                    <a:ext uri="{FF2B5EF4-FFF2-40B4-BE49-F238E27FC236}">
                      <a16:creationId xmlns:a16="http://schemas.microsoft.com/office/drawing/2014/main" id="{40A3042D-BF03-1534-4C4B-21F91A8EB147}"/>
                    </a:ext>
                  </a:extLst>
                </p:cNvPr>
                <p:cNvSpPr/>
                <p:nvPr/>
              </p:nvSpPr>
              <p:spPr>
                <a:xfrm>
                  <a:off x="5788197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9" name="pg709">
                  <a:extLst>
                    <a:ext uri="{FF2B5EF4-FFF2-40B4-BE49-F238E27FC236}">
                      <a16:creationId xmlns:a16="http://schemas.microsoft.com/office/drawing/2014/main" id="{8FD9BC98-6D40-A99A-B658-6B6EE6C90E3C}"/>
                    </a:ext>
                  </a:extLst>
                </p:cNvPr>
                <p:cNvSpPr/>
                <p:nvPr/>
              </p:nvSpPr>
              <p:spPr>
                <a:xfrm>
                  <a:off x="5799834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0" name="pg710">
                  <a:extLst>
                    <a:ext uri="{FF2B5EF4-FFF2-40B4-BE49-F238E27FC236}">
                      <a16:creationId xmlns:a16="http://schemas.microsoft.com/office/drawing/2014/main" id="{8CB2CAB8-7AB7-5A55-9FE6-CD16DA6BDC8E}"/>
                    </a:ext>
                  </a:extLst>
                </p:cNvPr>
                <p:cNvSpPr/>
                <p:nvPr/>
              </p:nvSpPr>
              <p:spPr>
                <a:xfrm>
                  <a:off x="5811472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1" name="pg711">
                  <a:extLst>
                    <a:ext uri="{FF2B5EF4-FFF2-40B4-BE49-F238E27FC236}">
                      <a16:creationId xmlns:a16="http://schemas.microsoft.com/office/drawing/2014/main" id="{9DF46887-63BE-E8CF-3BAD-3A43F0671BD1}"/>
                    </a:ext>
                  </a:extLst>
                </p:cNvPr>
                <p:cNvSpPr/>
                <p:nvPr/>
              </p:nvSpPr>
              <p:spPr>
                <a:xfrm>
                  <a:off x="6183866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2" name="pg712">
                  <a:extLst>
                    <a:ext uri="{FF2B5EF4-FFF2-40B4-BE49-F238E27FC236}">
                      <a16:creationId xmlns:a16="http://schemas.microsoft.com/office/drawing/2014/main" id="{0014117F-5E03-BF42-27B4-F28154E5991D}"/>
                    </a:ext>
                  </a:extLst>
                </p:cNvPr>
                <p:cNvSpPr/>
                <p:nvPr/>
              </p:nvSpPr>
              <p:spPr>
                <a:xfrm>
                  <a:off x="6195504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3" name="pg713">
                  <a:extLst>
                    <a:ext uri="{FF2B5EF4-FFF2-40B4-BE49-F238E27FC236}">
                      <a16:creationId xmlns:a16="http://schemas.microsoft.com/office/drawing/2014/main" id="{CF9CF5F3-1588-B2E4-637B-74DECD04A082}"/>
                    </a:ext>
                  </a:extLst>
                </p:cNvPr>
                <p:cNvSpPr/>
                <p:nvPr/>
              </p:nvSpPr>
              <p:spPr>
                <a:xfrm>
                  <a:off x="6207141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4" name="pg714">
                  <a:extLst>
                    <a:ext uri="{FF2B5EF4-FFF2-40B4-BE49-F238E27FC236}">
                      <a16:creationId xmlns:a16="http://schemas.microsoft.com/office/drawing/2014/main" id="{9837962E-9A8D-75F3-46E6-F4E5AAF109F8}"/>
                    </a:ext>
                  </a:extLst>
                </p:cNvPr>
                <p:cNvSpPr/>
                <p:nvPr/>
              </p:nvSpPr>
              <p:spPr>
                <a:xfrm>
                  <a:off x="6218778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6A9">
                    <a:alpha val="100000"/>
                  </a:srgbClr>
                </a:solidFill>
                <a:ln w="5420" cap="flat">
                  <a:solidFill>
                    <a:srgbClr val="35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5" name="pg715">
                  <a:extLst>
                    <a:ext uri="{FF2B5EF4-FFF2-40B4-BE49-F238E27FC236}">
                      <a16:creationId xmlns:a16="http://schemas.microsoft.com/office/drawing/2014/main" id="{967CA3FA-1738-4C3F-B000-D2A47D98FC57}"/>
                    </a:ext>
                  </a:extLst>
                </p:cNvPr>
                <p:cNvSpPr/>
                <p:nvPr/>
              </p:nvSpPr>
              <p:spPr>
                <a:xfrm>
                  <a:off x="6230416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6" name="pg716">
                  <a:extLst>
                    <a:ext uri="{FF2B5EF4-FFF2-40B4-BE49-F238E27FC236}">
                      <a16:creationId xmlns:a16="http://schemas.microsoft.com/office/drawing/2014/main" id="{F0D03B96-8645-8DF7-9E11-6F2658632497}"/>
                    </a:ext>
                  </a:extLst>
                </p:cNvPr>
                <p:cNvSpPr/>
                <p:nvPr/>
              </p:nvSpPr>
              <p:spPr>
                <a:xfrm>
                  <a:off x="6242053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7" name="pg717">
                  <a:extLst>
                    <a:ext uri="{FF2B5EF4-FFF2-40B4-BE49-F238E27FC236}">
                      <a16:creationId xmlns:a16="http://schemas.microsoft.com/office/drawing/2014/main" id="{7A1BB3CD-8AEC-6530-B5F8-2831A18F37A1}"/>
                    </a:ext>
                  </a:extLst>
                </p:cNvPr>
                <p:cNvSpPr/>
                <p:nvPr/>
              </p:nvSpPr>
              <p:spPr>
                <a:xfrm>
                  <a:off x="6253690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8" name="pg718">
                  <a:extLst>
                    <a:ext uri="{FF2B5EF4-FFF2-40B4-BE49-F238E27FC236}">
                      <a16:creationId xmlns:a16="http://schemas.microsoft.com/office/drawing/2014/main" id="{E37002D6-FBA5-E0FD-0F7C-5BCDFDF58818}"/>
                    </a:ext>
                  </a:extLst>
                </p:cNvPr>
                <p:cNvSpPr/>
                <p:nvPr/>
              </p:nvSpPr>
              <p:spPr>
                <a:xfrm>
                  <a:off x="6265328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9" name="pg719">
                  <a:extLst>
                    <a:ext uri="{FF2B5EF4-FFF2-40B4-BE49-F238E27FC236}">
                      <a16:creationId xmlns:a16="http://schemas.microsoft.com/office/drawing/2014/main" id="{BBFA21B9-422A-7AF8-174A-D91C6D939160}"/>
                    </a:ext>
                  </a:extLst>
                </p:cNvPr>
                <p:cNvSpPr/>
                <p:nvPr/>
              </p:nvSpPr>
              <p:spPr>
                <a:xfrm>
                  <a:off x="6276965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0" name="pg720">
                  <a:extLst>
                    <a:ext uri="{FF2B5EF4-FFF2-40B4-BE49-F238E27FC236}">
                      <a16:creationId xmlns:a16="http://schemas.microsoft.com/office/drawing/2014/main" id="{B31F4E48-7963-7AD5-FB98-A667D97B8B28}"/>
                    </a:ext>
                  </a:extLst>
                </p:cNvPr>
                <p:cNvSpPr/>
                <p:nvPr/>
              </p:nvSpPr>
              <p:spPr>
                <a:xfrm>
                  <a:off x="6288602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1" name="pg721">
                  <a:extLst>
                    <a:ext uri="{FF2B5EF4-FFF2-40B4-BE49-F238E27FC236}">
                      <a16:creationId xmlns:a16="http://schemas.microsoft.com/office/drawing/2014/main" id="{3A2DB81C-6621-7564-394B-B4F7FBBBF1B7}"/>
                    </a:ext>
                  </a:extLst>
                </p:cNvPr>
                <p:cNvSpPr/>
                <p:nvPr/>
              </p:nvSpPr>
              <p:spPr>
                <a:xfrm>
                  <a:off x="6300240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2" name="pg722">
                  <a:extLst>
                    <a:ext uri="{FF2B5EF4-FFF2-40B4-BE49-F238E27FC236}">
                      <a16:creationId xmlns:a16="http://schemas.microsoft.com/office/drawing/2014/main" id="{86FCD147-9CC7-7765-BE2C-8E7434F812D8}"/>
                    </a:ext>
                  </a:extLst>
                </p:cNvPr>
                <p:cNvSpPr/>
                <p:nvPr/>
              </p:nvSpPr>
              <p:spPr>
                <a:xfrm>
                  <a:off x="6311877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3" name="pg723">
                  <a:extLst>
                    <a:ext uri="{FF2B5EF4-FFF2-40B4-BE49-F238E27FC236}">
                      <a16:creationId xmlns:a16="http://schemas.microsoft.com/office/drawing/2014/main" id="{B9702362-77D5-355B-7AC3-DC0E4309200F}"/>
                    </a:ext>
                  </a:extLst>
                </p:cNvPr>
                <p:cNvSpPr/>
                <p:nvPr/>
              </p:nvSpPr>
              <p:spPr>
                <a:xfrm>
                  <a:off x="6323514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4" name="pg724">
                  <a:extLst>
                    <a:ext uri="{FF2B5EF4-FFF2-40B4-BE49-F238E27FC236}">
                      <a16:creationId xmlns:a16="http://schemas.microsoft.com/office/drawing/2014/main" id="{171B775A-AD46-BA9C-82B6-9B5752CDE0B5}"/>
                    </a:ext>
                  </a:extLst>
                </p:cNvPr>
                <p:cNvSpPr/>
                <p:nvPr/>
              </p:nvSpPr>
              <p:spPr>
                <a:xfrm>
                  <a:off x="5706736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5" name="pg725">
                  <a:extLst>
                    <a:ext uri="{FF2B5EF4-FFF2-40B4-BE49-F238E27FC236}">
                      <a16:creationId xmlns:a16="http://schemas.microsoft.com/office/drawing/2014/main" id="{91BE1C73-A66D-2A0E-13B2-EDCC0BAD927D}"/>
                    </a:ext>
                  </a:extLst>
                </p:cNvPr>
                <p:cNvSpPr/>
                <p:nvPr/>
              </p:nvSpPr>
              <p:spPr>
                <a:xfrm>
                  <a:off x="5718373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6" name="pg726">
                  <a:extLst>
                    <a:ext uri="{FF2B5EF4-FFF2-40B4-BE49-F238E27FC236}">
                      <a16:creationId xmlns:a16="http://schemas.microsoft.com/office/drawing/2014/main" id="{AEC796F0-7C07-B6C4-5DC8-8167B730B7F4}"/>
                    </a:ext>
                  </a:extLst>
                </p:cNvPr>
                <p:cNvSpPr/>
                <p:nvPr/>
              </p:nvSpPr>
              <p:spPr>
                <a:xfrm>
                  <a:off x="5730010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7" name="pg727">
                  <a:extLst>
                    <a:ext uri="{FF2B5EF4-FFF2-40B4-BE49-F238E27FC236}">
                      <a16:creationId xmlns:a16="http://schemas.microsoft.com/office/drawing/2014/main" id="{5B525C46-06F5-8DD2-94E3-9EEB738E3FF8}"/>
                    </a:ext>
                  </a:extLst>
                </p:cNvPr>
                <p:cNvSpPr/>
                <p:nvPr/>
              </p:nvSpPr>
              <p:spPr>
                <a:xfrm>
                  <a:off x="5741648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8" name="pg728">
                  <a:extLst>
                    <a:ext uri="{FF2B5EF4-FFF2-40B4-BE49-F238E27FC236}">
                      <a16:creationId xmlns:a16="http://schemas.microsoft.com/office/drawing/2014/main" id="{A9BB0044-86AA-70D5-05AD-AD784AD3D606}"/>
                    </a:ext>
                  </a:extLst>
                </p:cNvPr>
                <p:cNvSpPr/>
                <p:nvPr/>
              </p:nvSpPr>
              <p:spPr>
                <a:xfrm>
                  <a:off x="5753285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9" name="pg729">
                  <a:extLst>
                    <a:ext uri="{FF2B5EF4-FFF2-40B4-BE49-F238E27FC236}">
                      <a16:creationId xmlns:a16="http://schemas.microsoft.com/office/drawing/2014/main" id="{F2BF6EC0-B10F-8E88-07AC-D05ACA1D42D6}"/>
                    </a:ext>
                  </a:extLst>
                </p:cNvPr>
                <p:cNvSpPr/>
                <p:nvPr/>
              </p:nvSpPr>
              <p:spPr>
                <a:xfrm>
                  <a:off x="5764922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0" name="pg730">
                  <a:extLst>
                    <a:ext uri="{FF2B5EF4-FFF2-40B4-BE49-F238E27FC236}">
                      <a16:creationId xmlns:a16="http://schemas.microsoft.com/office/drawing/2014/main" id="{3B3F9685-D995-AC71-4309-BEE654B6D1DB}"/>
                    </a:ext>
                  </a:extLst>
                </p:cNvPr>
                <p:cNvSpPr/>
                <p:nvPr/>
              </p:nvSpPr>
              <p:spPr>
                <a:xfrm>
                  <a:off x="5776560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1" name="pg731">
                  <a:extLst>
                    <a:ext uri="{FF2B5EF4-FFF2-40B4-BE49-F238E27FC236}">
                      <a16:creationId xmlns:a16="http://schemas.microsoft.com/office/drawing/2014/main" id="{29738B83-6731-2DBB-25C6-33E089BF04F4}"/>
                    </a:ext>
                  </a:extLst>
                </p:cNvPr>
                <p:cNvSpPr/>
                <p:nvPr/>
              </p:nvSpPr>
              <p:spPr>
                <a:xfrm>
                  <a:off x="6195504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2" name="pg732">
                  <a:extLst>
                    <a:ext uri="{FF2B5EF4-FFF2-40B4-BE49-F238E27FC236}">
                      <a16:creationId xmlns:a16="http://schemas.microsoft.com/office/drawing/2014/main" id="{BE72FD67-50B0-6663-A956-2273EA8D7E2F}"/>
                    </a:ext>
                  </a:extLst>
                </p:cNvPr>
                <p:cNvSpPr/>
                <p:nvPr/>
              </p:nvSpPr>
              <p:spPr>
                <a:xfrm>
                  <a:off x="6207141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3" name="pg733">
                  <a:extLst>
                    <a:ext uri="{FF2B5EF4-FFF2-40B4-BE49-F238E27FC236}">
                      <a16:creationId xmlns:a16="http://schemas.microsoft.com/office/drawing/2014/main" id="{3C0E45F7-8653-08F5-AEA9-57179AC3FE80}"/>
                    </a:ext>
                  </a:extLst>
                </p:cNvPr>
                <p:cNvSpPr/>
                <p:nvPr/>
              </p:nvSpPr>
              <p:spPr>
                <a:xfrm>
                  <a:off x="6218778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4" name="pg734">
                  <a:extLst>
                    <a:ext uri="{FF2B5EF4-FFF2-40B4-BE49-F238E27FC236}">
                      <a16:creationId xmlns:a16="http://schemas.microsoft.com/office/drawing/2014/main" id="{57DF508F-1459-6A02-BD83-8C105168DEE1}"/>
                    </a:ext>
                  </a:extLst>
                </p:cNvPr>
                <p:cNvSpPr/>
                <p:nvPr/>
              </p:nvSpPr>
              <p:spPr>
                <a:xfrm>
                  <a:off x="6230416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5" name="pg735">
                  <a:extLst>
                    <a:ext uri="{FF2B5EF4-FFF2-40B4-BE49-F238E27FC236}">
                      <a16:creationId xmlns:a16="http://schemas.microsoft.com/office/drawing/2014/main" id="{D33944EE-52F5-826C-EE6F-BC7F1DB1D05B}"/>
                    </a:ext>
                  </a:extLst>
                </p:cNvPr>
                <p:cNvSpPr/>
                <p:nvPr/>
              </p:nvSpPr>
              <p:spPr>
                <a:xfrm>
                  <a:off x="6242053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6" name="pg736">
                  <a:extLst>
                    <a:ext uri="{FF2B5EF4-FFF2-40B4-BE49-F238E27FC236}">
                      <a16:creationId xmlns:a16="http://schemas.microsoft.com/office/drawing/2014/main" id="{1954C01D-F7A0-344B-4C3C-4E5E97FD5821}"/>
                    </a:ext>
                  </a:extLst>
                </p:cNvPr>
                <p:cNvSpPr/>
                <p:nvPr/>
              </p:nvSpPr>
              <p:spPr>
                <a:xfrm>
                  <a:off x="6253690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7" name="pg737">
                  <a:extLst>
                    <a:ext uri="{FF2B5EF4-FFF2-40B4-BE49-F238E27FC236}">
                      <a16:creationId xmlns:a16="http://schemas.microsoft.com/office/drawing/2014/main" id="{B99B35A2-D9CB-D698-D66D-51FAE612DA23}"/>
                    </a:ext>
                  </a:extLst>
                </p:cNvPr>
                <p:cNvSpPr/>
                <p:nvPr/>
              </p:nvSpPr>
              <p:spPr>
                <a:xfrm>
                  <a:off x="6265328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8" name="pg738">
                  <a:extLst>
                    <a:ext uri="{FF2B5EF4-FFF2-40B4-BE49-F238E27FC236}">
                      <a16:creationId xmlns:a16="http://schemas.microsoft.com/office/drawing/2014/main" id="{15C97DE3-B9C1-96D0-E8C6-79FCE608B301}"/>
                    </a:ext>
                  </a:extLst>
                </p:cNvPr>
                <p:cNvSpPr/>
                <p:nvPr/>
              </p:nvSpPr>
              <p:spPr>
                <a:xfrm>
                  <a:off x="6276965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9" name="pg739">
                  <a:extLst>
                    <a:ext uri="{FF2B5EF4-FFF2-40B4-BE49-F238E27FC236}">
                      <a16:creationId xmlns:a16="http://schemas.microsoft.com/office/drawing/2014/main" id="{6932A626-6E5D-C0BE-C886-D95FCF4DCF8C}"/>
                    </a:ext>
                  </a:extLst>
                </p:cNvPr>
                <p:cNvSpPr/>
                <p:nvPr/>
              </p:nvSpPr>
              <p:spPr>
                <a:xfrm>
                  <a:off x="6288602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0" name="pg740">
                  <a:extLst>
                    <a:ext uri="{FF2B5EF4-FFF2-40B4-BE49-F238E27FC236}">
                      <a16:creationId xmlns:a16="http://schemas.microsoft.com/office/drawing/2014/main" id="{C34AD91F-411A-1ADF-9C64-AF50A6A1063F}"/>
                    </a:ext>
                  </a:extLst>
                </p:cNvPr>
                <p:cNvSpPr/>
                <p:nvPr/>
              </p:nvSpPr>
              <p:spPr>
                <a:xfrm>
                  <a:off x="6300240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1" name="pg741">
                  <a:extLst>
                    <a:ext uri="{FF2B5EF4-FFF2-40B4-BE49-F238E27FC236}">
                      <a16:creationId xmlns:a16="http://schemas.microsoft.com/office/drawing/2014/main" id="{799BEB39-3A36-00E5-688D-AC1325FD423D}"/>
                    </a:ext>
                  </a:extLst>
                </p:cNvPr>
                <p:cNvSpPr/>
                <p:nvPr/>
              </p:nvSpPr>
              <p:spPr>
                <a:xfrm>
                  <a:off x="6311877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2" name="pg742">
                  <a:extLst>
                    <a:ext uri="{FF2B5EF4-FFF2-40B4-BE49-F238E27FC236}">
                      <a16:creationId xmlns:a16="http://schemas.microsoft.com/office/drawing/2014/main" id="{7850A3C5-F0DE-B8D6-314D-1169DEE8ED13}"/>
                    </a:ext>
                  </a:extLst>
                </p:cNvPr>
                <p:cNvSpPr/>
                <p:nvPr/>
              </p:nvSpPr>
              <p:spPr>
                <a:xfrm>
                  <a:off x="5706736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3" name="pg743">
                  <a:extLst>
                    <a:ext uri="{FF2B5EF4-FFF2-40B4-BE49-F238E27FC236}">
                      <a16:creationId xmlns:a16="http://schemas.microsoft.com/office/drawing/2014/main" id="{7E144DCE-7340-54CF-0373-BBBBE37205F4}"/>
                    </a:ext>
                  </a:extLst>
                </p:cNvPr>
                <p:cNvSpPr/>
                <p:nvPr/>
              </p:nvSpPr>
              <p:spPr>
                <a:xfrm>
                  <a:off x="5718373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4" name="pg744">
                  <a:extLst>
                    <a:ext uri="{FF2B5EF4-FFF2-40B4-BE49-F238E27FC236}">
                      <a16:creationId xmlns:a16="http://schemas.microsoft.com/office/drawing/2014/main" id="{32A93B8D-1C62-80F6-10C8-F55371C3AC37}"/>
                    </a:ext>
                  </a:extLst>
                </p:cNvPr>
                <p:cNvSpPr/>
                <p:nvPr/>
              </p:nvSpPr>
              <p:spPr>
                <a:xfrm>
                  <a:off x="5730010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5" name="pg745">
                  <a:extLst>
                    <a:ext uri="{FF2B5EF4-FFF2-40B4-BE49-F238E27FC236}">
                      <a16:creationId xmlns:a16="http://schemas.microsoft.com/office/drawing/2014/main" id="{328D3E26-CFF3-75D4-B8E5-2B768428DA65}"/>
                    </a:ext>
                  </a:extLst>
                </p:cNvPr>
                <p:cNvSpPr/>
                <p:nvPr/>
              </p:nvSpPr>
              <p:spPr>
                <a:xfrm>
                  <a:off x="5741648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1">
                    <a:alpha val="100000"/>
                  </a:srgbClr>
                </a:solidFill>
                <a:ln w="5420" cap="flat">
                  <a:solidFill>
                    <a:srgbClr val="3B70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6" name="pg746">
                  <a:extLst>
                    <a:ext uri="{FF2B5EF4-FFF2-40B4-BE49-F238E27FC236}">
                      <a16:creationId xmlns:a16="http://schemas.microsoft.com/office/drawing/2014/main" id="{7C752EEA-A919-5A00-84F3-4598BBBA73B6}"/>
                    </a:ext>
                  </a:extLst>
                </p:cNvPr>
                <p:cNvSpPr/>
                <p:nvPr/>
              </p:nvSpPr>
              <p:spPr>
                <a:xfrm>
                  <a:off x="5753285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7" name="pg747">
                  <a:extLst>
                    <a:ext uri="{FF2B5EF4-FFF2-40B4-BE49-F238E27FC236}">
                      <a16:creationId xmlns:a16="http://schemas.microsoft.com/office/drawing/2014/main" id="{F078184D-CF7C-CD7E-A356-3DA09B5D441D}"/>
                    </a:ext>
                  </a:extLst>
                </p:cNvPr>
                <p:cNvSpPr/>
                <p:nvPr/>
              </p:nvSpPr>
              <p:spPr>
                <a:xfrm>
                  <a:off x="5764922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8" name="pg748">
                  <a:extLst>
                    <a:ext uri="{FF2B5EF4-FFF2-40B4-BE49-F238E27FC236}">
                      <a16:creationId xmlns:a16="http://schemas.microsoft.com/office/drawing/2014/main" id="{F51EBA17-57CD-D0C4-7543-5C9B5598AA15}"/>
                    </a:ext>
                  </a:extLst>
                </p:cNvPr>
                <p:cNvSpPr/>
                <p:nvPr/>
              </p:nvSpPr>
              <p:spPr>
                <a:xfrm>
                  <a:off x="6218778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9" name="pg749">
                  <a:extLst>
                    <a:ext uri="{FF2B5EF4-FFF2-40B4-BE49-F238E27FC236}">
                      <a16:creationId xmlns:a16="http://schemas.microsoft.com/office/drawing/2014/main" id="{FB61CE82-918B-59B9-B136-9A8049558C9C}"/>
                    </a:ext>
                  </a:extLst>
                </p:cNvPr>
                <p:cNvSpPr/>
                <p:nvPr/>
              </p:nvSpPr>
              <p:spPr>
                <a:xfrm>
                  <a:off x="6230416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0" name="pg750">
                  <a:extLst>
                    <a:ext uri="{FF2B5EF4-FFF2-40B4-BE49-F238E27FC236}">
                      <a16:creationId xmlns:a16="http://schemas.microsoft.com/office/drawing/2014/main" id="{03548895-80D3-B22E-811A-F9CD7BEEE657}"/>
                    </a:ext>
                  </a:extLst>
                </p:cNvPr>
                <p:cNvSpPr/>
                <p:nvPr/>
              </p:nvSpPr>
              <p:spPr>
                <a:xfrm>
                  <a:off x="6242053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1" name="pg751">
                  <a:extLst>
                    <a:ext uri="{FF2B5EF4-FFF2-40B4-BE49-F238E27FC236}">
                      <a16:creationId xmlns:a16="http://schemas.microsoft.com/office/drawing/2014/main" id="{249CAFC8-74D4-BBBD-AB3A-579258BBD79D}"/>
                    </a:ext>
                  </a:extLst>
                </p:cNvPr>
                <p:cNvSpPr/>
                <p:nvPr/>
              </p:nvSpPr>
              <p:spPr>
                <a:xfrm>
                  <a:off x="6253690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2" name="pg752">
                  <a:extLst>
                    <a:ext uri="{FF2B5EF4-FFF2-40B4-BE49-F238E27FC236}">
                      <a16:creationId xmlns:a16="http://schemas.microsoft.com/office/drawing/2014/main" id="{40E683B9-F3DF-4FD4-05FF-2215A5698B30}"/>
                    </a:ext>
                  </a:extLst>
                </p:cNvPr>
                <p:cNvSpPr/>
                <p:nvPr/>
              </p:nvSpPr>
              <p:spPr>
                <a:xfrm>
                  <a:off x="6265328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3" name="pg753">
                  <a:extLst>
                    <a:ext uri="{FF2B5EF4-FFF2-40B4-BE49-F238E27FC236}">
                      <a16:creationId xmlns:a16="http://schemas.microsoft.com/office/drawing/2014/main" id="{C5213DC2-A77B-DE4E-0D60-BC97E0EE02CB}"/>
                    </a:ext>
                  </a:extLst>
                </p:cNvPr>
                <p:cNvSpPr/>
                <p:nvPr/>
              </p:nvSpPr>
              <p:spPr>
                <a:xfrm>
                  <a:off x="6276965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4" name="pg754">
                  <a:extLst>
                    <a:ext uri="{FF2B5EF4-FFF2-40B4-BE49-F238E27FC236}">
                      <a16:creationId xmlns:a16="http://schemas.microsoft.com/office/drawing/2014/main" id="{A8161AD8-0E6C-A903-3639-E99987879D91}"/>
                    </a:ext>
                  </a:extLst>
                </p:cNvPr>
                <p:cNvSpPr/>
                <p:nvPr/>
              </p:nvSpPr>
              <p:spPr>
                <a:xfrm>
                  <a:off x="6288602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5" name="pg755">
                  <a:extLst>
                    <a:ext uri="{FF2B5EF4-FFF2-40B4-BE49-F238E27FC236}">
                      <a16:creationId xmlns:a16="http://schemas.microsoft.com/office/drawing/2014/main" id="{CB989F4B-8297-31A5-31B0-4D30E9942F45}"/>
                    </a:ext>
                  </a:extLst>
                </p:cNvPr>
                <p:cNvSpPr/>
                <p:nvPr/>
              </p:nvSpPr>
              <p:spPr>
                <a:xfrm>
                  <a:off x="5695098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6" name="pg756">
                  <a:extLst>
                    <a:ext uri="{FF2B5EF4-FFF2-40B4-BE49-F238E27FC236}">
                      <a16:creationId xmlns:a16="http://schemas.microsoft.com/office/drawing/2014/main" id="{95D2DCF1-B30F-143B-7DED-87142A9BCCF9}"/>
                    </a:ext>
                  </a:extLst>
                </p:cNvPr>
                <p:cNvSpPr/>
                <p:nvPr/>
              </p:nvSpPr>
              <p:spPr>
                <a:xfrm>
                  <a:off x="5706736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7" name="pg757">
                  <a:extLst>
                    <a:ext uri="{FF2B5EF4-FFF2-40B4-BE49-F238E27FC236}">
                      <a16:creationId xmlns:a16="http://schemas.microsoft.com/office/drawing/2014/main" id="{C49509FA-D44F-C032-31E5-4BBDD6C69C3A}"/>
                    </a:ext>
                  </a:extLst>
                </p:cNvPr>
                <p:cNvSpPr/>
                <p:nvPr/>
              </p:nvSpPr>
              <p:spPr>
                <a:xfrm>
                  <a:off x="5718373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8" name="pg758">
                  <a:extLst>
                    <a:ext uri="{FF2B5EF4-FFF2-40B4-BE49-F238E27FC236}">
                      <a16:creationId xmlns:a16="http://schemas.microsoft.com/office/drawing/2014/main" id="{B6B90F52-DBD3-D1A2-DC2F-8991D5AF6BB8}"/>
                    </a:ext>
                  </a:extLst>
                </p:cNvPr>
                <p:cNvSpPr/>
                <p:nvPr/>
              </p:nvSpPr>
              <p:spPr>
                <a:xfrm>
                  <a:off x="5730010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9" name="pg759">
                  <a:extLst>
                    <a:ext uri="{FF2B5EF4-FFF2-40B4-BE49-F238E27FC236}">
                      <a16:creationId xmlns:a16="http://schemas.microsoft.com/office/drawing/2014/main" id="{145A0C72-31F0-E2D3-354A-91CA45ED26AC}"/>
                    </a:ext>
                  </a:extLst>
                </p:cNvPr>
                <p:cNvSpPr/>
                <p:nvPr/>
              </p:nvSpPr>
              <p:spPr>
                <a:xfrm>
                  <a:off x="5741648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0" name="pg760">
                  <a:extLst>
                    <a:ext uri="{FF2B5EF4-FFF2-40B4-BE49-F238E27FC236}">
                      <a16:creationId xmlns:a16="http://schemas.microsoft.com/office/drawing/2014/main" id="{20CBF49D-E66A-2586-0A2C-DEAE545BD6E5}"/>
                    </a:ext>
                  </a:extLst>
                </p:cNvPr>
                <p:cNvSpPr/>
                <p:nvPr/>
              </p:nvSpPr>
              <p:spPr>
                <a:xfrm>
                  <a:off x="5753285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1" name="pg761">
                  <a:extLst>
                    <a:ext uri="{FF2B5EF4-FFF2-40B4-BE49-F238E27FC236}">
                      <a16:creationId xmlns:a16="http://schemas.microsoft.com/office/drawing/2014/main" id="{1E3A880D-C286-0C26-C73C-8DA72DA52468}"/>
                    </a:ext>
                  </a:extLst>
                </p:cNvPr>
                <p:cNvSpPr/>
                <p:nvPr/>
              </p:nvSpPr>
              <p:spPr>
                <a:xfrm>
                  <a:off x="6242053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2" name="pg762">
                  <a:extLst>
                    <a:ext uri="{FF2B5EF4-FFF2-40B4-BE49-F238E27FC236}">
                      <a16:creationId xmlns:a16="http://schemas.microsoft.com/office/drawing/2014/main" id="{98240D0B-C7E7-5B52-50D8-8B4DAE2D12EB}"/>
                    </a:ext>
                  </a:extLst>
                </p:cNvPr>
                <p:cNvSpPr/>
                <p:nvPr/>
              </p:nvSpPr>
              <p:spPr>
                <a:xfrm>
                  <a:off x="6253690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3" name="pg763">
                  <a:extLst>
                    <a:ext uri="{FF2B5EF4-FFF2-40B4-BE49-F238E27FC236}">
                      <a16:creationId xmlns:a16="http://schemas.microsoft.com/office/drawing/2014/main" id="{194CC3D6-F424-44EF-678F-B4546E6633BA}"/>
                    </a:ext>
                  </a:extLst>
                </p:cNvPr>
                <p:cNvSpPr/>
                <p:nvPr/>
              </p:nvSpPr>
              <p:spPr>
                <a:xfrm>
                  <a:off x="6265328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4" name="pg764">
                  <a:extLst>
                    <a:ext uri="{FF2B5EF4-FFF2-40B4-BE49-F238E27FC236}">
                      <a16:creationId xmlns:a16="http://schemas.microsoft.com/office/drawing/2014/main" id="{18E1A5D5-6834-0F0A-3A1E-3388A84B2B62}"/>
                    </a:ext>
                  </a:extLst>
                </p:cNvPr>
                <p:cNvSpPr/>
                <p:nvPr/>
              </p:nvSpPr>
              <p:spPr>
                <a:xfrm>
                  <a:off x="5683461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5" name="pg765">
                  <a:extLst>
                    <a:ext uri="{FF2B5EF4-FFF2-40B4-BE49-F238E27FC236}">
                      <a16:creationId xmlns:a16="http://schemas.microsoft.com/office/drawing/2014/main" id="{2742DBE3-606A-9EA8-0E6D-A9DD6866ADF2}"/>
                    </a:ext>
                  </a:extLst>
                </p:cNvPr>
                <p:cNvSpPr/>
                <p:nvPr/>
              </p:nvSpPr>
              <p:spPr>
                <a:xfrm>
                  <a:off x="5695098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6" name="pg766">
                  <a:extLst>
                    <a:ext uri="{FF2B5EF4-FFF2-40B4-BE49-F238E27FC236}">
                      <a16:creationId xmlns:a16="http://schemas.microsoft.com/office/drawing/2014/main" id="{CFB99774-0814-B241-F05A-3B935E8C2E05}"/>
                    </a:ext>
                  </a:extLst>
                </p:cNvPr>
                <p:cNvSpPr/>
                <p:nvPr/>
              </p:nvSpPr>
              <p:spPr>
                <a:xfrm>
                  <a:off x="5706736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7" name="pg767">
                  <a:extLst>
                    <a:ext uri="{FF2B5EF4-FFF2-40B4-BE49-F238E27FC236}">
                      <a16:creationId xmlns:a16="http://schemas.microsoft.com/office/drawing/2014/main" id="{378ADBB8-1A50-29F9-20EF-080FCEAE8117}"/>
                    </a:ext>
                  </a:extLst>
                </p:cNvPr>
                <p:cNvSpPr/>
                <p:nvPr/>
              </p:nvSpPr>
              <p:spPr>
                <a:xfrm>
                  <a:off x="5718373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8" name="pg768">
                  <a:extLst>
                    <a:ext uri="{FF2B5EF4-FFF2-40B4-BE49-F238E27FC236}">
                      <a16:creationId xmlns:a16="http://schemas.microsoft.com/office/drawing/2014/main" id="{6A82A5CC-1006-341B-8960-B7005E5ECE66}"/>
                    </a:ext>
                  </a:extLst>
                </p:cNvPr>
                <p:cNvSpPr/>
                <p:nvPr/>
              </p:nvSpPr>
              <p:spPr>
                <a:xfrm>
                  <a:off x="5730010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9" name="pg769">
                  <a:extLst>
                    <a:ext uri="{FF2B5EF4-FFF2-40B4-BE49-F238E27FC236}">
                      <a16:creationId xmlns:a16="http://schemas.microsoft.com/office/drawing/2014/main" id="{994DD8E9-3C77-2F06-93F8-6167E2D3E569}"/>
                    </a:ext>
                  </a:extLst>
                </p:cNvPr>
                <p:cNvSpPr/>
                <p:nvPr/>
              </p:nvSpPr>
              <p:spPr>
                <a:xfrm>
                  <a:off x="5741648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0" name="pg770">
                  <a:extLst>
                    <a:ext uri="{FF2B5EF4-FFF2-40B4-BE49-F238E27FC236}">
                      <a16:creationId xmlns:a16="http://schemas.microsoft.com/office/drawing/2014/main" id="{AA9B4309-B26A-7B8A-0337-700666BC7459}"/>
                    </a:ext>
                  </a:extLst>
                </p:cNvPr>
                <p:cNvSpPr/>
                <p:nvPr/>
              </p:nvSpPr>
              <p:spPr>
                <a:xfrm>
                  <a:off x="5683461" y="30510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1" name="pg771">
                  <a:extLst>
                    <a:ext uri="{FF2B5EF4-FFF2-40B4-BE49-F238E27FC236}">
                      <a16:creationId xmlns:a16="http://schemas.microsoft.com/office/drawing/2014/main" id="{C73AAE6C-F0D4-3F73-8F64-405D463DE2E3}"/>
                    </a:ext>
                  </a:extLst>
                </p:cNvPr>
                <p:cNvSpPr/>
                <p:nvPr/>
              </p:nvSpPr>
              <p:spPr>
                <a:xfrm>
                  <a:off x="5695098" y="30510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2" name="pg772">
                  <a:extLst>
                    <a:ext uri="{FF2B5EF4-FFF2-40B4-BE49-F238E27FC236}">
                      <a16:creationId xmlns:a16="http://schemas.microsoft.com/office/drawing/2014/main" id="{64905CF2-4FE9-BD96-3C7C-BA2829B4E5F8}"/>
                    </a:ext>
                  </a:extLst>
                </p:cNvPr>
                <p:cNvSpPr/>
                <p:nvPr/>
              </p:nvSpPr>
              <p:spPr>
                <a:xfrm>
                  <a:off x="5706736" y="30510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3" name="pg773">
                  <a:extLst>
                    <a:ext uri="{FF2B5EF4-FFF2-40B4-BE49-F238E27FC236}">
                      <a16:creationId xmlns:a16="http://schemas.microsoft.com/office/drawing/2014/main" id="{04209BDA-A126-F515-0B5A-FFD27B4D6EE0}"/>
                    </a:ext>
                  </a:extLst>
                </p:cNvPr>
                <p:cNvSpPr/>
                <p:nvPr/>
              </p:nvSpPr>
              <p:spPr>
                <a:xfrm>
                  <a:off x="5718373" y="30510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4" name="pg774">
                  <a:extLst>
                    <a:ext uri="{FF2B5EF4-FFF2-40B4-BE49-F238E27FC236}">
                      <a16:creationId xmlns:a16="http://schemas.microsoft.com/office/drawing/2014/main" id="{C4228B17-E342-3038-8A5C-0980F3378A77}"/>
                    </a:ext>
                  </a:extLst>
                </p:cNvPr>
                <p:cNvSpPr/>
                <p:nvPr/>
              </p:nvSpPr>
              <p:spPr>
                <a:xfrm>
                  <a:off x="5730010" y="30510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5" name="pg775">
                  <a:extLst>
                    <a:ext uri="{FF2B5EF4-FFF2-40B4-BE49-F238E27FC236}">
                      <a16:creationId xmlns:a16="http://schemas.microsoft.com/office/drawing/2014/main" id="{8911AB14-FCB0-018C-668A-B9F409458F9A}"/>
                    </a:ext>
                  </a:extLst>
                </p:cNvPr>
                <p:cNvSpPr/>
                <p:nvPr/>
              </p:nvSpPr>
              <p:spPr>
                <a:xfrm>
                  <a:off x="5671824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6" name="pg776">
                  <a:extLst>
                    <a:ext uri="{FF2B5EF4-FFF2-40B4-BE49-F238E27FC236}">
                      <a16:creationId xmlns:a16="http://schemas.microsoft.com/office/drawing/2014/main" id="{8CB2F412-9F70-95F2-4ABB-1DF2379D5D0B}"/>
                    </a:ext>
                  </a:extLst>
                </p:cNvPr>
                <p:cNvSpPr/>
                <p:nvPr/>
              </p:nvSpPr>
              <p:spPr>
                <a:xfrm>
                  <a:off x="5683461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7" name="pg777">
                  <a:extLst>
                    <a:ext uri="{FF2B5EF4-FFF2-40B4-BE49-F238E27FC236}">
                      <a16:creationId xmlns:a16="http://schemas.microsoft.com/office/drawing/2014/main" id="{79B2E1F1-219C-8134-4440-0F59923A6B81}"/>
                    </a:ext>
                  </a:extLst>
                </p:cNvPr>
                <p:cNvSpPr/>
                <p:nvPr/>
              </p:nvSpPr>
              <p:spPr>
                <a:xfrm>
                  <a:off x="5695098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8" name="pg778">
                  <a:extLst>
                    <a:ext uri="{FF2B5EF4-FFF2-40B4-BE49-F238E27FC236}">
                      <a16:creationId xmlns:a16="http://schemas.microsoft.com/office/drawing/2014/main" id="{E14FAB8A-591A-3072-EB8D-E74E96D9A7A0}"/>
                    </a:ext>
                  </a:extLst>
                </p:cNvPr>
                <p:cNvSpPr/>
                <p:nvPr/>
              </p:nvSpPr>
              <p:spPr>
                <a:xfrm>
                  <a:off x="5706736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9" name="pg779">
                  <a:extLst>
                    <a:ext uri="{FF2B5EF4-FFF2-40B4-BE49-F238E27FC236}">
                      <a16:creationId xmlns:a16="http://schemas.microsoft.com/office/drawing/2014/main" id="{584DDDD5-6D15-98E5-304F-381B4CFAD23E}"/>
                    </a:ext>
                  </a:extLst>
                </p:cNvPr>
                <p:cNvSpPr/>
                <p:nvPr/>
              </p:nvSpPr>
              <p:spPr>
                <a:xfrm>
                  <a:off x="5718373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0" name="pg780">
                  <a:extLst>
                    <a:ext uri="{FF2B5EF4-FFF2-40B4-BE49-F238E27FC236}">
                      <a16:creationId xmlns:a16="http://schemas.microsoft.com/office/drawing/2014/main" id="{55D07AA0-6550-93C1-5E4B-E209804D85AF}"/>
                    </a:ext>
                  </a:extLst>
                </p:cNvPr>
                <p:cNvSpPr/>
                <p:nvPr/>
              </p:nvSpPr>
              <p:spPr>
                <a:xfrm>
                  <a:off x="5730010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1" name="pg781">
                  <a:extLst>
                    <a:ext uri="{FF2B5EF4-FFF2-40B4-BE49-F238E27FC236}">
                      <a16:creationId xmlns:a16="http://schemas.microsoft.com/office/drawing/2014/main" id="{212A6CBE-E28A-9250-ACAC-CBDB3E6E45D3}"/>
                    </a:ext>
                  </a:extLst>
                </p:cNvPr>
                <p:cNvSpPr/>
                <p:nvPr/>
              </p:nvSpPr>
              <p:spPr>
                <a:xfrm>
                  <a:off x="5671824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2" name="pg782">
                  <a:extLst>
                    <a:ext uri="{FF2B5EF4-FFF2-40B4-BE49-F238E27FC236}">
                      <a16:creationId xmlns:a16="http://schemas.microsoft.com/office/drawing/2014/main" id="{308EE85B-24DD-7D3B-3B5A-3074556FF5CE}"/>
                    </a:ext>
                  </a:extLst>
                </p:cNvPr>
                <p:cNvSpPr/>
                <p:nvPr/>
              </p:nvSpPr>
              <p:spPr>
                <a:xfrm>
                  <a:off x="5683461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1">
                    <a:alpha val="100000"/>
                  </a:srgbClr>
                </a:solidFill>
                <a:ln w="5420" cap="flat">
                  <a:solidFill>
                    <a:srgbClr val="3B70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3" name="pg783">
                  <a:extLst>
                    <a:ext uri="{FF2B5EF4-FFF2-40B4-BE49-F238E27FC236}">
                      <a16:creationId xmlns:a16="http://schemas.microsoft.com/office/drawing/2014/main" id="{24BBDE76-58E2-4EC8-267A-831317E46AF5}"/>
                    </a:ext>
                  </a:extLst>
                </p:cNvPr>
                <p:cNvSpPr/>
                <p:nvPr/>
              </p:nvSpPr>
              <p:spPr>
                <a:xfrm>
                  <a:off x="5695098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1">
                    <a:alpha val="100000"/>
                  </a:srgbClr>
                </a:solidFill>
                <a:ln w="5420" cap="flat">
                  <a:solidFill>
                    <a:srgbClr val="3B70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4" name="pg784">
                  <a:extLst>
                    <a:ext uri="{FF2B5EF4-FFF2-40B4-BE49-F238E27FC236}">
                      <a16:creationId xmlns:a16="http://schemas.microsoft.com/office/drawing/2014/main" id="{56DC9258-21CE-5BB4-CB3B-64BDDFB8F9D0}"/>
                    </a:ext>
                  </a:extLst>
                </p:cNvPr>
                <p:cNvSpPr/>
                <p:nvPr/>
              </p:nvSpPr>
              <p:spPr>
                <a:xfrm>
                  <a:off x="5706736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5" name="pg785">
                  <a:extLst>
                    <a:ext uri="{FF2B5EF4-FFF2-40B4-BE49-F238E27FC236}">
                      <a16:creationId xmlns:a16="http://schemas.microsoft.com/office/drawing/2014/main" id="{5D1A2776-0D28-BB41-CD88-DEE37C0A0E5E}"/>
                    </a:ext>
                  </a:extLst>
                </p:cNvPr>
                <p:cNvSpPr/>
                <p:nvPr/>
              </p:nvSpPr>
              <p:spPr>
                <a:xfrm>
                  <a:off x="5718373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6" name="pg786">
                  <a:extLst>
                    <a:ext uri="{FF2B5EF4-FFF2-40B4-BE49-F238E27FC236}">
                      <a16:creationId xmlns:a16="http://schemas.microsoft.com/office/drawing/2014/main" id="{C127E994-1CD7-B0BB-843E-00F90A16C75F}"/>
                    </a:ext>
                  </a:extLst>
                </p:cNvPr>
                <p:cNvSpPr/>
                <p:nvPr/>
              </p:nvSpPr>
              <p:spPr>
                <a:xfrm>
                  <a:off x="5730010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7" name="pg787">
                  <a:extLst>
                    <a:ext uri="{FF2B5EF4-FFF2-40B4-BE49-F238E27FC236}">
                      <a16:creationId xmlns:a16="http://schemas.microsoft.com/office/drawing/2014/main" id="{59B22EC0-307D-A9C8-ED53-2B35EDA24DCE}"/>
                    </a:ext>
                  </a:extLst>
                </p:cNvPr>
                <p:cNvSpPr/>
                <p:nvPr/>
              </p:nvSpPr>
              <p:spPr>
                <a:xfrm>
                  <a:off x="5671824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8" name="pg788">
                  <a:extLst>
                    <a:ext uri="{FF2B5EF4-FFF2-40B4-BE49-F238E27FC236}">
                      <a16:creationId xmlns:a16="http://schemas.microsoft.com/office/drawing/2014/main" id="{309716E3-FF62-AC43-403B-67DE51B98A48}"/>
                    </a:ext>
                  </a:extLst>
                </p:cNvPr>
                <p:cNvSpPr/>
                <p:nvPr/>
              </p:nvSpPr>
              <p:spPr>
                <a:xfrm>
                  <a:off x="5683461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9" name="pg789">
                  <a:extLst>
                    <a:ext uri="{FF2B5EF4-FFF2-40B4-BE49-F238E27FC236}">
                      <a16:creationId xmlns:a16="http://schemas.microsoft.com/office/drawing/2014/main" id="{5E1D206C-E334-3857-EEBB-F5BD5CC40FC9}"/>
                    </a:ext>
                  </a:extLst>
                </p:cNvPr>
                <p:cNvSpPr/>
                <p:nvPr/>
              </p:nvSpPr>
              <p:spPr>
                <a:xfrm>
                  <a:off x="5695098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6FA0">
                    <a:alpha val="100000"/>
                  </a:srgbClr>
                </a:solidFill>
                <a:ln w="5420" cap="flat">
                  <a:solidFill>
                    <a:srgbClr val="3B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0" name="pg790">
                  <a:extLst>
                    <a:ext uri="{FF2B5EF4-FFF2-40B4-BE49-F238E27FC236}">
                      <a16:creationId xmlns:a16="http://schemas.microsoft.com/office/drawing/2014/main" id="{EB9A418D-65A3-A67B-EA68-C50BA444ED7C}"/>
                    </a:ext>
                  </a:extLst>
                </p:cNvPr>
                <p:cNvSpPr/>
                <p:nvPr/>
              </p:nvSpPr>
              <p:spPr>
                <a:xfrm>
                  <a:off x="5706736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1" name="pg791">
                  <a:extLst>
                    <a:ext uri="{FF2B5EF4-FFF2-40B4-BE49-F238E27FC236}">
                      <a16:creationId xmlns:a16="http://schemas.microsoft.com/office/drawing/2014/main" id="{7BD5A9EC-7175-0F89-449C-3162661E8E5C}"/>
                    </a:ext>
                  </a:extLst>
                </p:cNvPr>
                <p:cNvSpPr/>
                <p:nvPr/>
              </p:nvSpPr>
              <p:spPr>
                <a:xfrm>
                  <a:off x="5718373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2" name="pg792">
                  <a:extLst>
                    <a:ext uri="{FF2B5EF4-FFF2-40B4-BE49-F238E27FC236}">
                      <a16:creationId xmlns:a16="http://schemas.microsoft.com/office/drawing/2014/main" id="{CD994E23-C9D9-876C-6CF7-73B7F706A3F2}"/>
                    </a:ext>
                  </a:extLst>
                </p:cNvPr>
                <p:cNvSpPr/>
                <p:nvPr/>
              </p:nvSpPr>
              <p:spPr>
                <a:xfrm>
                  <a:off x="5730010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3" name="pg793">
                  <a:extLst>
                    <a:ext uri="{FF2B5EF4-FFF2-40B4-BE49-F238E27FC236}">
                      <a16:creationId xmlns:a16="http://schemas.microsoft.com/office/drawing/2014/main" id="{B387371A-DB23-7F3A-C46A-741B50F80771}"/>
                    </a:ext>
                  </a:extLst>
                </p:cNvPr>
                <p:cNvSpPr/>
                <p:nvPr/>
              </p:nvSpPr>
              <p:spPr>
                <a:xfrm>
                  <a:off x="5671824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4" name="pg794">
                  <a:extLst>
                    <a:ext uri="{FF2B5EF4-FFF2-40B4-BE49-F238E27FC236}">
                      <a16:creationId xmlns:a16="http://schemas.microsoft.com/office/drawing/2014/main" id="{1357C5FC-4C94-25C7-8F75-2C7B52E7AE48}"/>
                    </a:ext>
                  </a:extLst>
                </p:cNvPr>
                <p:cNvSpPr/>
                <p:nvPr/>
              </p:nvSpPr>
              <p:spPr>
                <a:xfrm>
                  <a:off x="5683461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5" name="pg795">
                  <a:extLst>
                    <a:ext uri="{FF2B5EF4-FFF2-40B4-BE49-F238E27FC236}">
                      <a16:creationId xmlns:a16="http://schemas.microsoft.com/office/drawing/2014/main" id="{8F41EDEB-028D-D70F-195D-D01AE859A336}"/>
                    </a:ext>
                  </a:extLst>
                </p:cNvPr>
                <p:cNvSpPr/>
                <p:nvPr/>
              </p:nvSpPr>
              <p:spPr>
                <a:xfrm>
                  <a:off x="5695098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6" name="pg796">
                  <a:extLst>
                    <a:ext uri="{FF2B5EF4-FFF2-40B4-BE49-F238E27FC236}">
                      <a16:creationId xmlns:a16="http://schemas.microsoft.com/office/drawing/2014/main" id="{B9A329C5-3EC1-C85C-9B17-D6BF58CC86CD}"/>
                    </a:ext>
                  </a:extLst>
                </p:cNvPr>
                <p:cNvSpPr/>
                <p:nvPr/>
              </p:nvSpPr>
              <p:spPr>
                <a:xfrm>
                  <a:off x="5706736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7" name="pg797">
                  <a:extLst>
                    <a:ext uri="{FF2B5EF4-FFF2-40B4-BE49-F238E27FC236}">
                      <a16:creationId xmlns:a16="http://schemas.microsoft.com/office/drawing/2014/main" id="{F06500FB-3FE1-40F1-99F8-EF13C0E9377A}"/>
                    </a:ext>
                  </a:extLst>
                </p:cNvPr>
                <p:cNvSpPr/>
                <p:nvPr/>
              </p:nvSpPr>
              <p:spPr>
                <a:xfrm>
                  <a:off x="5718373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8" name="pg798">
                  <a:extLst>
                    <a:ext uri="{FF2B5EF4-FFF2-40B4-BE49-F238E27FC236}">
                      <a16:creationId xmlns:a16="http://schemas.microsoft.com/office/drawing/2014/main" id="{30A850E6-914A-8836-3F16-4303BEB2C704}"/>
                    </a:ext>
                  </a:extLst>
                </p:cNvPr>
                <p:cNvSpPr/>
                <p:nvPr/>
              </p:nvSpPr>
              <p:spPr>
                <a:xfrm>
                  <a:off x="5730010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9" name="pg799">
                  <a:extLst>
                    <a:ext uri="{FF2B5EF4-FFF2-40B4-BE49-F238E27FC236}">
                      <a16:creationId xmlns:a16="http://schemas.microsoft.com/office/drawing/2014/main" id="{30E124DC-C444-600C-8EDE-EBA1180588F7}"/>
                    </a:ext>
                  </a:extLst>
                </p:cNvPr>
                <p:cNvSpPr/>
                <p:nvPr/>
              </p:nvSpPr>
              <p:spPr>
                <a:xfrm>
                  <a:off x="5741648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0" name="pg800">
                  <a:extLst>
                    <a:ext uri="{FF2B5EF4-FFF2-40B4-BE49-F238E27FC236}">
                      <a16:creationId xmlns:a16="http://schemas.microsoft.com/office/drawing/2014/main" id="{593A5906-AA62-511F-BC87-8ECDADC4793E}"/>
                    </a:ext>
                  </a:extLst>
                </p:cNvPr>
                <p:cNvSpPr/>
                <p:nvPr/>
              </p:nvSpPr>
              <p:spPr>
                <a:xfrm>
                  <a:off x="5660186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1" name="pg801">
                  <a:extLst>
                    <a:ext uri="{FF2B5EF4-FFF2-40B4-BE49-F238E27FC236}">
                      <a16:creationId xmlns:a16="http://schemas.microsoft.com/office/drawing/2014/main" id="{5D0E7EA7-2D1F-6622-C7F3-528EE2A86A99}"/>
                    </a:ext>
                  </a:extLst>
                </p:cNvPr>
                <p:cNvSpPr/>
                <p:nvPr/>
              </p:nvSpPr>
              <p:spPr>
                <a:xfrm>
                  <a:off x="5671824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2" name="pg802">
                  <a:extLst>
                    <a:ext uri="{FF2B5EF4-FFF2-40B4-BE49-F238E27FC236}">
                      <a16:creationId xmlns:a16="http://schemas.microsoft.com/office/drawing/2014/main" id="{E8D7EAC8-F060-FA90-4CB6-B58822008F25}"/>
                    </a:ext>
                  </a:extLst>
                </p:cNvPr>
                <p:cNvSpPr/>
                <p:nvPr/>
              </p:nvSpPr>
              <p:spPr>
                <a:xfrm>
                  <a:off x="5683461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3" name="pg803">
                  <a:extLst>
                    <a:ext uri="{FF2B5EF4-FFF2-40B4-BE49-F238E27FC236}">
                      <a16:creationId xmlns:a16="http://schemas.microsoft.com/office/drawing/2014/main" id="{40670232-2BEE-36AF-2BE0-1666431C6F93}"/>
                    </a:ext>
                  </a:extLst>
                </p:cNvPr>
                <p:cNvSpPr/>
                <p:nvPr/>
              </p:nvSpPr>
              <p:spPr>
                <a:xfrm>
                  <a:off x="5695098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4" name="pg804">
                  <a:extLst>
                    <a:ext uri="{FF2B5EF4-FFF2-40B4-BE49-F238E27FC236}">
                      <a16:creationId xmlns:a16="http://schemas.microsoft.com/office/drawing/2014/main" id="{AAFE0D61-F776-5549-46ED-720C8E54EC50}"/>
                    </a:ext>
                  </a:extLst>
                </p:cNvPr>
                <p:cNvSpPr/>
                <p:nvPr/>
              </p:nvSpPr>
              <p:spPr>
                <a:xfrm>
                  <a:off x="5706736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5" name="pg805">
                  <a:extLst>
                    <a:ext uri="{FF2B5EF4-FFF2-40B4-BE49-F238E27FC236}">
                      <a16:creationId xmlns:a16="http://schemas.microsoft.com/office/drawing/2014/main" id="{8DC6266B-65C2-4A47-DC09-9FE15D702CB8}"/>
                    </a:ext>
                  </a:extLst>
                </p:cNvPr>
                <p:cNvSpPr/>
                <p:nvPr/>
              </p:nvSpPr>
              <p:spPr>
                <a:xfrm>
                  <a:off x="5718373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6" name="pg806">
                  <a:extLst>
                    <a:ext uri="{FF2B5EF4-FFF2-40B4-BE49-F238E27FC236}">
                      <a16:creationId xmlns:a16="http://schemas.microsoft.com/office/drawing/2014/main" id="{FFB953B2-D851-6FDB-5FD7-DD67ABE69F1C}"/>
                    </a:ext>
                  </a:extLst>
                </p:cNvPr>
                <p:cNvSpPr/>
                <p:nvPr/>
              </p:nvSpPr>
              <p:spPr>
                <a:xfrm>
                  <a:off x="5730010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7" name="pg807">
                  <a:extLst>
                    <a:ext uri="{FF2B5EF4-FFF2-40B4-BE49-F238E27FC236}">
                      <a16:creationId xmlns:a16="http://schemas.microsoft.com/office/drawing/2014/main" id="{6ED8D0CA-DAAC-F862-A841-CBD24606555B}"/>
                    </a:ext>
                  </a:extLst>
                </p:cNvPr>
                <p:cNvSpPr/>
                <p:nvPr/>
              </p:nvSpPr>
              <p:spPr>
                <a:xfrm>
                  <a:off x="5648549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8" name="pg808">
                  <a:extLst>
                    <a:ext uri="{FF2B5EF4-FFF2-40B4-BE49-F238E27FC236}">
                      <a16:creationId xmlns:a16="http://schemas.microsoft.com/office/drawing/2014/main" id="{D40E6671-A086-40A7-D2E5-ADE0518D1A0D}"/>
                    </a:ext>
                  </a:extLst>
                </p:cNvPr>
                <p:cNvSpPr/>
                <p:nvPr/>
              </p:nvSpPr>
              <p:spPr>
                <a:xfrm>
                  <a:off x="5660186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9" name="pg809">
                  <a:extLst>
                    <a:ext uri="{FF2B5EF4-FFF2-40B4-BE49-F238E27FC236}">
                      <a16:creationId xmlns:a16="http://schemas.microsoft.com/office/drawing/2014/main" id="{723D5D4C-7A9B-9A3C-FF89-26198E975051}"/>
                    </a:ext>
                  </a:extLst>
                </p:cNvPr>
                <p:cNvSpPr/>
                <p:nvPr/>
              </p:nvSpPr>
              <p:spPr>
                <a:xfrm>
                  <a:off x="5671824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0" name="pg810">
                  <a:extLst>
                    <a:ext uri="{FF2B5EF4-FFF2-40B4-BE49-F238E27FC236}">
                      <a16:creationId xmlns:a16="http://schemas.microsoft.com/office/drawing/2014/main" id="{59155873-C6A0-F708-9DE8-C94CA7944361}"/>
                    </a:ext>
                  </a:extLst>
                </p:cNvPr>
                <p:cNvSpPr/>
                <p:nvPr/>
              </p:nvSpPr>
              <p:spPr>
                <a:xfrm>
                  <a:off x="5683461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1" name="pg811">
                  <a:extLst>
                    <a:ext uri="{FF2B5EF4-FFF2-40B4-BE49-F238E27FC236}">
                      <a16:creationId xmlns:a16="http://schemas.microsoft.com/office/drawing/2014/main" id="{0A28B0DF-3FC0-74AC-EF1B-B16EB80637C1}"/>
                    </a:ext>
                  </a:extLst>
                </p:cNvPr>
                <p:cNvSpPr/>
                <p:nvPr/>
              </p:nvSpPr>
              <p:spPr>
                <a:xfrm>
                  <a:off x="5695098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2" name="pg812">
                  <a:extLst>
                    <a:ext uri="{FF2B5EF4-FFF2-40B4-BE49-F238E27FC236}">
                      <a16:creationId xmlns:a16="http://schemas.microsoft.com/office/drawing/2014/main" id="{BAF2B21F-E2C9-1759-4FFD-76D5B956D3F3}"/>
                    </a:ext>
                  </a:extLst>
                </p:cNvPr>
                <p:cNvSpPr/>
                <p:nvPr/>
              </p:nvSpPr>
              <p:spPr>
                <a:xfrm>
                  <a:off x="5706736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3" name="pg813">
                  <a:extLst>
                    <a:ext uri="{FF2B5EF4-FFF2-40B4-BE49-F238E27FC236}">
                      <a16:creationId xmlns:a16="http://schemas.microsoft.com/office/drawing/2014/main" id="{4350BC76-D934-3FE3-3C1A-24EE6444365B}"/>
                    </a:ext>
                  </a:extLst>
                </p:cNvPr>
                <p:cNvSpPr/>
                <p:nvPr/>
              </p:nvSpPr>
              <p:spPr>
                <a:xfrm>
                  <a:off x="5718373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4" name="pg814">
                  <a:extLst>
                    <a:ext uri="{FF2B5EF4-FFF2-40B4-BE49-F238E27FC236}">
                      <a16:creationId xmlns:a16="http://schemas.microsoft.com/office/drawing/2014/main" id="{8EA40A34-991E-EC19-57F9-9E3E0B1EC22E}"/>
                    </a:ext>
                  </a:extLst>
                </p:cNvPr>
                <p:cNvSpPr/>
                <p:nvPr/>
              </p:nvSpPr>
              <p:spPr>
                <a:xfrm>
                  <a:off x="5648549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5" name="pg815">
                  <a:extLst>
                    <a:ext uri="{FF2B5EF4-FFF2-40B4-BE49-F238E27FC236}">
                      <a16:creationId xmlns:a16="http://schemas.microsoft.com/office/drawing/2014/main" id="{178E9716-FCEE-6FC3-39CD-C1CC9B2B50BC}"/>
                    </a:ext>
                  </a:extLst>
                </p:cNvPr>
                <p:cNvSpPr/>
                <p:nvPr/>
              </p:nvSpPr>
              <p:spPr>
                <a:xfrm>
                  <a:off x="5660186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6" name="pg816">
                  <a:extLst>
                    <a:ext uri="{FF2B5EF4-FFF2-40B4-BE49-F238E27FC236}">
                      <a16:creationId xmlns:a16="http://schemas.microsoft.com/office/drawing/2014/main" id="{141BE8E7-E81A-F3CF-2E94-F0E9490D0056}"/>
                    </a:ext>
                  </a:extLst>
                </p:cNvPr>
                <p:cNvSpPr/>
                <p:nvPr/>
              </p:nvSpPr>
              <p:spPr>
                <a:xfrm>
                  <a:off x="5671824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7" name="pg817">
                  <a:extLst>
                    <a:ext uri="{FF2B5EF4-FFF2-40B4-BE49-F238E27FC236}">
                      <a16:creationId xmlns:a16="http://schemas.microsoft.com/office/drawing/2014/main" id="{270C8C55-91CC-AAD0-EAA8-AD5CF567839B}"/>
                    </a:ext>
                  </a:extLst>
                </p:cNvPr>
                <p:cNvSpPr/>
                <p:nvPr/>
              </p:nvSpPr>
              <p:spPr>
                <a:xfrm>
                  <a:off x="5683461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8" name="pg818">
                  <a:extLst>
                    <a:ext uri="{FF2B5EF4-FFF2-40B4-BE49-F238E27FC236}">
                      <a16:creationId xmlns:a16="http://schemas.microsoft.com/office/drawing/2014/main" id="{B854D282-4CCF-AE75-D433-AE3B4C0DF22C}"/>
                    </a:ext>
                  </a:extLst>
                </p:cNvPr>
                <p:cNvSpPr/>
                <p:nvPr/>
              </p:nvSpPr>
              <p:spPr>
                <a:xfrm>
                  <a:off x="5695098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9" name="pg819">
                  <a:extLst>
                    <a:ext uri="{FF2B5EF4-FFF2-40B4-BE49-F238E27FC236}">
                      <a16:creationId xmlns:a16="http://schemas.microsoft.com/office/drawing/2014/main" id="{99A2D122-D1B7-DB53-3B10-7DCCF7541EC7}"/>
                    </a:ext>
                  </a:extLst>
                </p:cNvPr>
                <p:cNvSpPr/>
                <p:nvPr/>
              </p:nvSpPr>
              <p:spPr>
                <a:xfrm>
                  <a:off x="5706736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0" name="pg820">
                  <a:extLst>
                    <a:ext uri="{FF2B5EF4-FFF2-40B4-BE49-F238E27FC236}">
                      <a16:creationId xmlns:a16="http://schemas.microsoft.com/office/drawing/2014/main" id="{F2DDDBF4-9B15-D714-BFB1-CADE6B0DCFCC}"/>
                    </a:ext>
                  </a:extLst>
                </p:cNvPr>
                <p:cNvSpPr/>
                <p:nvPr/>
              </p:nvSpPr>
              <p:spPr>
                <a:xfrm>
                  <a:off x="5718373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1" name="pg821">
                  <a:extLst>
                    <a:ext uri="{FF2B5EF4-FFF2-40B4-BE49-F238E27FC236}">
                      <a16:creationId xmlns:a16="http://schemas.microsoft.com/office/drawing/2014/main" id="{062F19D8-3129-DF06-B0F8-F31DFF6BAB0F}"/>
                    </a:ext>
                  </a:extLst>
                </p:cNvPr>
                <p:cNvSpPr/>
                <p:nvPr/>
              </p:nvSpPr>
              <p:spPr>
                <a:xfrm>
                  <a:off x="5741648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2" name="pg822">
                  <a:extLst>
                    <a:ext uri="{FF2B5EF4-FFF2-40B4-BE49-F238E27FC236}">
                      <a16:creationId xmlns:a16="http://schemas.microsoft.com/office/drawing/2014/main" id="{2BFFFAE3-3BE4-E130-F18E-CB35446FB6F6}"/>
                    </a:ext>
                  </a:extLst>
                </p:cNvPr>
                <p:cNvSpPr/>
                <p:nvPr/>
              </p:nvSpPr>
              <p:spPr>
                <a:xfrm>
                  <a:off x="5753285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3" name="pg823">
                  <a:extLst>
                    <a:ext uri="{FF2B5EF4-FFF2-40B4-BE49-F238E27FC236}">
                      <a16:creationId xmlns:a16="http://schemas.microsoft.com/office/drawing/2014/main" id="{CE6BA46D-2125-C861-2278-590293AE9F77}"/>
                    </a:ext>
                  </a:extLst>
                </p:cNvPr>
                <p:cNvSpPr/>
                <p:nvPr/>
              </p:nvSpPr>
              <p:spPr>
                <a:xfrm>
                  <a:off x="5764922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4" name="pg824">
                  <a:extLst>
                    <a:ext uri="{FF2B5EF4-FFF2-40B4-BE49-F238E27FC236}">
                      <a16:creationId xmlns:a16="http://schemas.microsoft.com/office/drawing/2014/main" id="{B29B55A0-7F1E-9B11-6D75-04D308F25DEE}"/>
                    </a:ext>
                  </a:extLst>
                </p:cNvPr>
                <p:cNvSpPr/>
                <p:nvPr/>
              </p:nvSpPr>
              <p:spPr>
                <a:xfrm>
                  <a:off x="5776560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5" name="pg825">
                  <a:extLst>
                    <a:ext uri="{FF2B5EF4-FFF2-40B4-BE49-F238E27FC236}">
                      <a16:creationId xmlns:a16="http://schemas.microsoft.com/office/drawing/2014/main" id="{F0157005-C99C-B9A9-EB1C-EF5367EC505E}"/>
                    </a:ext>
                  </a:extLst>
                </p:cNvPr>
                <p:cNvSpPr/>
                <p:nvPr/>
              </p:nvSpPr>
              <p:spPr>
                <a:xfrm>
                  <a:off x="5648549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6" name="pg826">
                  <a:extLst>
                    <a:ext uri="{FF2B5EF4-FFF2-40B4-BE49-F238E27FC236}">
                      <a16:creationId xmlns:a16="http://schemas.microsoft.com/office/drawing/2014/main" id="{E69E9BB9-6C07-2E6F-9E8F-2465B94AF1C8}"/>
                    </a:ext>
                  </a:extLst>
                </p:cNvPr>
                <p:cNvSpPr/>
                <p:nvPr/>
              </p:nvSpPr>
              <p:spPr>
                <a:xfrm>
                  <a:off x="5660186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7" name="pg827">
                  <a:extLst>
                    <a:ext uri="{FF2B5EF4-FFF2-40B4-BE49-F238E27FC236}">
                      <a16:creationId xmlns:a16="http://schemas.microsoft.com/office/drawing/2014/main" id="{E94227E1-B6F2-4A66-FCA9-7B63C0875BC7}"/>
                    </a:ext>
                  </a:extLst>
                </p:cNvPr>
                <p:cNvSpPr/>
                <p:nvPr/>
              </p:nvSpPr>
              <p:spPr>
                <a:xfrm>
                  <a:off x="5671824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8" name="pg828">
                  <a:extLst>
                    <a:ext uri="{FF2B5EF4-FFF2-40B4-BE49-F238E27FC236}">
                      <a16:creationId xmlns:a16="http://schemas.microsoft.com/office/drawing/2014/main" id="{702D2922-D0E8-BC6D-B2E3-A989387E42CC}"/>
                    </a:ext>
                  </a:extLst>
                </p:cNvPr>
                <p:cNvSpPr/>
                <p:nvPr/>
              </p:nvSpPr>
              <p:spPr>
                <a:xfrm>
                  <a:off x="5683461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9" name="pg829">
                  <a:extLst>
                    <a:ext uri="{FF2B5EF4-FFF2-40B4-BE49-F238E27FC236}">
                      <a16:creationId xmlns:a16="http://schemas.microsoft.com/office/drawing/2014/main" id="{CC04C3B4-6825-4334-FE2B-25A40F44525C}"/>
                    </a:ext>
                  </a:extLst>
                </p:cNvPr>
                <p:cNvSpPr/>
                <p:nvPr/>
              </p:nvSpPr>
              <p:spPr>
                <a:xfrm>
                  <a:off x="5695098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0" name="pg830">
                  <a:extLst>
                    <a:ext uri="{FF2B5EF4-FFF2-40B4-BE49-F238E27FC236}">
                      <a16:creationId xmlns:a16="http://schemas.microsoft.com/office/drawing/2014/main" id="{6957A0BD-8962-0D4D-C950-12992408B6B1}"/>
                    </a:ext>
                  </a:extLst>
                </p:cNvPr>
                <p:cNvSpPr/>
                <p:nvPr/>
              </p:nvSpPr>
              <p:spPr>
                <a:xfrm>
                  <a:off x="5706736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1" name="pg831">
                  <a:extLst>
                    <a:ext uri="{FF2B5EF4-FFF2-40B4-BE49-F238E27FC236}">
                      <a16:creationId xmlns:a16="http://schemas.microsoft.com/office/drawing/2014/main" id="{41BA25EB-48FF-7DD5-1152-C8952952A126}"/>
                    </a:ext>
                  </a:extLst>
                </p:cNvPr>
                <p:cNvSpPr/>
                <p:nvPr/>
              </p:nvSpPr>
              <p:spPr>
                <a:xfrm>
                  <a:off x="5718373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2" name="pg832">
                  <a:extLst>
                    <a:ext uri="{FF2B5EF4-FFF2-40B4-BE49-F238E27FC236}">
                      <a16:creationId xmlns:a16="http://schemas.microsoft.com/office/drawing/2014/main" id="{05C90579-5D83-A79B-04DD-E41E7817C06B}"/>
                    </a:ext>
                  </a:extLst>
                </p:cNvPr>
                <p:cNvSpPr/>
                <p:nvPr/>
              </p:nvSpPr>
              <p:spPr>
                <a:xfrm>
                  <a:off x="5730010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3" name="pg833">
                  <a:extLst>
                    <a:ext uri="{FF2B5EF4-FFF2-40B4-BE49-F238E27FC236}">
                      <a16:creationId xmlns:a16="http://schemas.microsoft.com/office/drawing/2014/main" id="{89D651A1-E3A3-7788-D97E-B2420E07CE4E}"/>
                    </a:ext>
                  </a:extLst>
                </p:cNvPr>
                <p:cNvSpPr/>
                <p:nvPr/>
              </p:nvSpPr>
              <p:spPr>
                <a:xfrm>
                  <a:off x="5741648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4" name="pg834">
                  <a:extLst>
                    <a:ext uri="{FF2B5EF4-FFF2-40B4-BE49-F238E27FC236}">
                      <a16:creationId xmlns:a16="http://schemas.microsoft.com/office/drawing/2014/main" id="{71DBE3A9-7CD5-5350-8A69-E30768FD552E}"/>
                    </a:ext>
                  </a:extLst>
                </p:cNvPr>
                <p:cNvSpPr/>
                <p:nvPr/>
              </p:nvSpPr>
              <p:spPr>
                <a:xfrm>
                  <a:off x="5753285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5" name="pg835">
                  <a:extLst>
                    <a:ext uri="{FF2B5EF4-FFF2-40B4-BE49-F238E27FC236}">
                      <a16:creationId xmlns:a16="http://schemas.microsoft.com/office/drawing/2014/main" id="{A5580157-E8C5-4A5F-1857-0767D647B98D}"/>
                    </a:ext>
                  </a:extLst>
                </p:cNvPr>
                <p:cNvSpPr/>
                <p:nvPr/>
              </p:nvSpPr>
              <p:spPr>
                <a:xfrm>
                  <a:off x="5764922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6" name="pg836">
                  <a:extLst>
                    <a:ext uri="{FF2B5EF4-FFF2-40B4-BE49-F238E27FC236}">
                      <a16:creationId xmlns:a16="http://schemas.microsoft.com/office/drawing/2014/main" id="{13ABC4B9-CFBB-A870-1F1A-AA144877433E}"/>
                    </a:ext>
                  </a:extLst>
                </p:cNvPr>
                <p:cNvSpPr/>
                <p:nvPr/>
              </p:nvSpPr>
              <p:spPr>
                <a:xfrm>
                  <a:off x="5776560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7" name="pg837">
                  <a:extLst>
                    <a:ext uri="{FF2B5EF4-FFF2-40B4-BE49-F238E27FC236}">
                      <a16:creationId xmlns:a16="http://schemas.microsoft.com/office/drawing/2014/main" id="{2E2D0CD5-00A3-BFCC-A147-95652615297C}"/>
                    </a:ext>
                  </a:extLst>
                </p:cNvPr>
                <p:cNvSpPr/>
                <p:nvPr/>
              </p:nvSpPr>
              <p:spPr>
                <a:xfrm>
                  <a:off x="5788197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8" name="pg838">
                  <a:extLst>
                    <a:ext uri="{FF2B5EF4-FFF2-40B4-BE49-F238E27FC236}">
                      <a16:creationId xmlns:a16="http://schemas.microsoft.com/office/drawing/2014/main" id="{6EEE76B4-7D95-5C61-F5D2-F766D1C6DE65}"/>
                    </a:ext>
                  </a:extLst>
                </p:cNvPr>
                <p:cNvSpPr/>
                <p:nvPr/>
              </p:nvSpPr>
              <p:spPr>
                <a:xfrm>
                  <a:off x="5671824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9" name="pg839">
                  <a:extLst>
                    <a:ext uri="{FF2B5EF4-FFF2-40B4-BE49-F238E27FC236}">
                      <a16:creationId xmlns:a16="http://schemas.microsoft.com/office/drawing/2014/main" id="{752643EB-60B6-9BCC-F9AC-3D41C5C58EE7}"/>
                    </a:ext>
                  </a:extLst>
                </p:cNvPr>
                <p:cNvSpPr/>
                <p:nvPr/>
              </p:nvSpPr>
              <p:spPr>
                <a:xfrm>
                  <a:off x="5683461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0" name="pg840">
                  <a:extLst>
                    <a:ext uri="{FF2B5EF4-FFF2-40B4-BE49-F238E27FC236}">
                      <a16:creationId xmlns:a16="http://schemas.microsoft.com/office/drawing/2014/main" id="{0D68F45B-EBCA-958B-5EC0-E66B5B5C75CA}"/>
                    </a:ext>
                  </a:extLst>
                </p:cNvPr>
                <p:cNvSpPr/>
                <p:nvPr/>
              </p:nvSpPr>
              <p:spPr>
                <a:xfrm>
                  <a:off x="5695098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1" name="pg841">
                  <a:extLst>
                    <a:ext uri="{FF2B5EF4-FFF2-40B4-BE49-F238E27FC236}">
                      <a16:creationId xmlns:a16="http://schemas.microsoft.com/office/drawing/2014/main" id="{8E18DEA5-01AE-AAFC-6D30-3793D7B9B039}"/>
                    </a:ext>
                  </a:extLst>
                </p:cNvPr>
                <p:cNvSpPr/>
                <p:nvPr/>
              </p:nvSpPr>
              <p:spPr>
                <a:xfrm>
                  <a:off x="5706736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2" name="pg842">
                  <a:extLst>
                    <a:ext uri="{FF2B5EF4-FFF2-40B4-BE49-F238E27FC236}">
                      <a16:creationId xmlns:a16="http://schemas.microsoft.com/office/drawing/2014/main" id="{98915832-16B8-10A2-7720-D0A2748683D1}"/>
                    </a:ext>
                  </a:extLst>
                </p:cNvPr>
                <p:cNvSpPr/>
                <p:nvPr/>
              </p:nvSpPr>
              <p:spPr>
                <a:xfrm>
                  <a:off x="5718373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3" name="pg843">
                  <a:extLst>
                    <a:ext uri="{FF2B5EF4-FFF2-40B4-BE49-F238E27FC236}">
                      <a16:creationId xmlns:a16="http://schemas.microsoft.com/office/drawing/2014/main" id="{751D0E1C-E528-D7DC-D683-2E6A533452A3}"/>
                    </a:ext>
                  </a:extLst>
                </p:cNvPr>
                <p:cNvSpPr/>
                <p:nvPr/>
              </p:nvSpPr>
              <p:spPr>
                <a:xfrm>
                  <a:off x="5730010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4" name="pg844">
                  <a:extLst>
                    <a:ext uri="{FF2B5EF4-FFF2-40B4-BE49-F238E27FC236}">
                      <a16:creationId xmlns:a16="http://schemas.microsoft.com/office/drawing/2014/main" id="{967F1A67-0451-B66B-B187-A334EF1AFAEB}"/>
                    </a:ext>
                  </a:extLst>
                </p:cNvPr>
                <p:cNvSpPr/>
                <p:nvPr/>
              </p:nvSpPr>
              <p:spPr>
                <a:xfrm>
                  <a:off x="5741648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5" name="pg845">
                  <a:extLst>
                    <a:ext uri="{FF2B5EF4-FFF2-40B4-BE49-F238E27FC236}">
                      <a16:creationId xmlns:a16="http://schemas.microsoft.com/office/drawing/2014/main" id="{6924CDC7-5A30-C579-5A6F-3D67BCC6DF6E}"/>
                    </a:ext>
                  </a:extLst>
                </p:cNvPr>
                <p:cNvSpPr/>
                <p:nvPr/>
              </p:nvSpPr>
              <p:spPr>
                <a:xfrm>
                  <a:off x="5753285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6" name="pg846">
                  <a:extLst>
                    <a:ext uri="{FF2B5EF4-FFF2-40B4-BE49-F238E27FC236}">
                      <a16:creationId xmlns:a16="http://schemas.microsoft.com/office/drawing/2014/main" id="{FB70E753-3508-74F8-09D8-B2A4966BBD37}"/>
                    </a:ext>
                  </a:extLst>
                </p:cNvPr>
                <p:cNvSpPr/>
                <p:nvPr/>
              </p:nvSpPr>
              <p:spPr>
                <a:xfrm>
                  <a:off x="5764922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7" name="pg847">
                  <a:extLst>
                    <a:ext uri="{FF2B5EF4-FFF2-40B4-BE49-F238E27FC236}">
                      <a16:creationId xmlns:a16="http://schemas.microsoft.com/office/drawing/2014/main" id="{E44C3DB0-B99F-C13E-03D9-FF9F4FCA0018}"/>
                    </a:ext>
                  </a:extLst>
                </p:cNvPr>
                <p:cNvSpPr/>
                <p:nvPr/>
              </p:nvSpPr>
              <p:spPr>
                <a:xfrm>
                  <a:off x="5776560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8" name="pg848">
                  <a:extLst>
                    <a:ext uri="{FF2B5EF4-FFF2-40B4-BE49-F238E27FC236}">
                      <a16:creationId xmlns:a16="http://schemas.microsoft.com/office/drawing/2014/main" id="{CCBEC0D7-E1CD-5FFD-4BEC-F611110294D0}"/>
                    </a:ext>
                  </a:extLst>
                </p:cNvPr>
                <p:cNvSpPr/>
                <p:nvPr/>
              </p:nvSpPr>
              <p:spPr>
                <a:xfrm>
                  <a:off x="5788197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9" name="pg849">
                  <a:extLst>
                    <a:ext uri="{FF2B5EF4-FFF2-40B4-BE49-F238E27FC236}">
                      <a16:creationId xmlns:a16="http://schemas.microsoft.com/office/drawing/2014/main" id="{57F240FF-C441-3DF8-4598-AD143CEE9AA7}"/>
                    </a:ext>
                  </a:extLst>
                </p:cNvPr>
                <p:cNvSpPr/>
                <p:nvPr/>
              </p:nvSpPr>
              <p:spPr>
                <a:xfrm>
                  <a:off x="5799834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0" name="pg850">
                  <a:extLst>
                    <a:ext uri="{FF2B5EF4-FFF2-40B4-BE49-F238E27FC236}">
                      <a16:creationId xmlns:a16="http://schemas.microsoft.com/office/drawing/2014/main" id="{9A798076-46C4-22E7-E1C9-B35FA1183642}"/>
                    </a:ext>
                  </a:extLst>
                </p:cNvPr>
                <p:cNvSpPr/>
                <p:nvPr/>
              </p:nvSpPr>
              <p:spPr>
                <a:xfrm>
                  <a:off x="5625275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0">
                    <a:alpha val="100000"/>
                  </a:srgbClr>
                </a:solidFill>
                <a:ln w="5420" cap="flat">
                  <a:solidFill>
                    <a:srgbClr val="3B70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1" name="pg851">
                  <a:extLst>
                    <a:ext uri="{FF2B5EF4-FFF2-40B4-BE49-F238E27FC236}">
                      <a16:creationId xmlns:a16="http://schemas.microsoft.com/office/drawing/2014/main" id="{99D86533-DA57-07B5-CE30-9BE11B771043}"/>
                    </a:ext>
                  </a:extLst>
                </p:cNvPr>
                <p:cNvSpPr/>
                <p:nvPr/>
              </p:nvSpPr>
              <p:spPr>
                <a:xfrm>
                  <a:off x="5636912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1">
                    <a:alpha val="100000"/>
                  </a:srgbClr>
                </a:solidFill>
                <a:ln w="5420" cap="flat">
                  <a:solidFill>
                    <a:srgbClr val="3B70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2" name="pg852">
                  <a:extLst>
                    <a:ext uri="{FF2B5EF4-FFF2-40B4-BE49-F238E27FC236}">
                      <a16:creationId xmlns:a16="http://schemas.microsoft.com/office/drawing/2014/main" id="{7FDF089C-ABDA-1099-73FF-CA911002B867}"/>
                    </a:ext>
                  </a:extLst>
                </p:cNvPr>
                <p:cNvSpPr/>
                <p:nvPr/>
              </p:nvSpPr>
              <p:spPr>
                <a:xfrm>
                  <a:off x="5648549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0">
                    <a:alpha val="100000"/>
                  </a:srgbClr>
                </a:solidFill>
                <a:ln w="5420" cap="flat">
                  <a:solidFill>
                    <a:srgbClr val="3B70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3" name="pg853">
                  <a:extLst>
                    <a:ext uri="{FF2B5EF4-FFF2-40B4-BE49-F238E27FC236}">
                      <a16:creationId xmlns:a16="http://schemas.microsoft.com/office/drawing/2014/main" id="{EA3168DF-A5E1-13AD-C8C6-137FAF3FCF7A}"/>
                    </a:ext>
                  </a:extLst>
                </p:cNvPr>
                <p:cNvSpPr/>
                <p:nvPr/>
              </p:nvSpPr>
              <p:spPr>
                <a:xfrm>
                  <a:off x="5660186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1">
                    <a:alpha val="100000"/>
                  </a:srgbClr>
                </a:solidFill>
                <a:ln w="5420" cap="flat">
                  <a:solidFill>
                    <a:srgbClr val="3B70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4" name="pg854">
                  <a:extLst>
                    <a:ext uri="{FF2B5EF4-FFF2-40B4-BE49-F238E27FC236}">
                      <a16:creationId xmlns:a16="http://schemas.microsoft.com/office/drawing/2014/main" id="{71FDD72D-7FE1-641A-21EB-6FFFB560974B}"/>
                    </a:ext>
                  </a:extLst>
                </p:cNvPr>
                <p:cNvSpPr/>
                <p:nvPr/>
              </p:nvSpPr>
              <p:spPr>
                <a:xfrm>
                  <a:off x="5695098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5" name="pg855">
                  <a:extLst>
                    <a:ext uri="{FF2B5EF4-FFF2-40B4-BE49-F238E27FC236}">
                      <a16:creationId xmlns:a16="http://schemas.microsoft.com/office/drawing/2014/main" id="{96A92CF0-982F-F9A5-2DA6-04485B0B0A85}"/>
                    </a:ext>
                  </a:extLst>
                </p:cNvPr>
                <p:cNvSpPr/>
                <p:nvPr/>
              </p:nvSpPr>
              <p:spPr>
                <a:xfrm>
                  <a:off x="5706736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6" name="pg856">
                  <a:extLst>
                    <a:ext uri="{FF2B5EF4-FFF2-40B4-BE49-F238E27FC236}">
                      <a16:creationId xmlns:a16="http://schemas.microsoft.com/office/drawing/2014/main" id="{09FFB9FF-3B86-3A97-CE30-C94606DCAF5F}"/>
                    </a:ext>
                  </a:extLst>
                </p:cNvPr>
                <p:cNvSpPr/>
                <p:nvPr/>
              </p:nvSpPr>
              <p:spPr>
                <a:xfrm>
                  <a:off x="5718373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7" name="pg857">
                  <a:extLst>
                    <a:ext uri="{FF2B5EF4-FFF2-40B4-BE49-F238E27FC236}">
                      <a16:creationId xmlns:a16="http://schemas.microsoft.com/office/drawing/2014/main" id="{CECB81E9-CA49-2694-9D80-C94C498B91AA}"/>
                    </a:ext>
                  </a:extLst>
                </p:cNvPr>
                <p:cNvSpPr/>
                <p:nvPr/>
              </p:nvSpPr>
              <p:spPr>
                <a:xfrm>
                  <a:off x="5730010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8" name="pg858">
                  <a:extLst>
                    <a:ext uri="{FF2B5EF4-FFF2-40B4-BE49-F238E27FC236}">
                      <a16:creationId xmlns:a16="http://schemas.microsoft.com/office/drawing/2014/main" id="{FBE19692-DBB6-5044-CDB4-CA24C3D2495B}"/>
                    </a:ext>
                  </a:extLst>
                </p:cNvPr>
                <p:cNvSpPr/>
                <p:nvPr/>
              </p:nvSpPr>
              <p:spPr>
                <a:xfrm>
                  <a:off x="5741648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9" name="pg859">
                  <a:extLst>
                    <a:ext uri="{FF2B5EF4-FFF2-40B4-BE49-F238E27FC236}">
                      <a16:creationId xmlns:a16="http://schemas.microsoft.com/office/drawing/2014/main" id="{CB2E67BC-49AB-66D4-BE82-E1D4A9AEC587}"/>
                    </a:ext>
                  </a:extLst>
                </p:cNvPr>
                <p:cNvSpPr/>
                <p:nvPr/>
              </p:nvSpPr>
              <p:spPr>
                <a:xfrm>
                  <a:off x="5753285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0" name="pg860">
                  <a:extLst>
                    <a:ext uri="{FF2B5EF4-FFF2-40B4-BE49-F238E27FC236}">
                      <a16:creationId xmlns:a16="http://schemas.microsoft.com/office/drawing/2014/main" id="{58174E2A-BE6A-9E0F-1E5D-187FA803588F}"/>
                    </a:ext>
                  </a:extLst>
                </p:cNvPr>
                <p:cNvSpPr/>
                <p:nvPr/>
              </p:nvSpPr>
              <p:spPr>
                <a:xfrm>
                  <a:off x="5764922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1" name="pg861">
                  <a:extLst>
                    <a:ext uri="{FF2B5EF4-FFF2-40B4-BE49-F238E27FC236}">
                      <a16:creationId xmlns:a16="http://schemas.microsoft.com/office/drawing/2014/main" id="{DA968228-5859-27A7-2E3E-0D936BF19FA7}"/>
                    </a:ext>
                  </a:extLst>
                </p:cNvPr>
                <p:cNvSpPr/>
                <p:nvPr/>
              </p:nvSpPr>
              <p:spPr>
                <a:xfrm>
                  <a:off x="5776560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2" name="pg862">
                  <a:extLst>
                    <a:ext uri="{FF2B5EF4-FFF2-40B4-BE49-F238E27FC236}">
                      <a16:creationId xmlns:a16="http://schemas.microsoft.com/office/drawing/2014/main" id="{B612AA5F-8EB8-81CB-9B19-69B4E0E6A51D}"/>
                    </a:ext>
                  </a:extLst>
                </p:cNvPr>
                <p:cNvSpPr/>
                <p:nvPr/>
              </p:nvSpPr>
              <p:spPr>
                <a:xfrm>
                  <a:off x="5788197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3" name="pg863">
                  <a:extLst>
                    <a:ext uri="{FF2B5EF4-FFF2-40B4-BE49-F238E27FC236}">
                      <a16:creationId xmlns:a16="http://schemas.microsoft.com/office/drawing/2014/main" id="{7BE83BA2-FB32-0431-E547-693C46719CE8}"/>
                    </a:ext>
                  </a:extLst>
                </p:cNvPr>
                <p:cNvSpPr/>
                <p:nvPr/>
              </p:nvSpPr>
              <p:spPr>
                <a:xfrm>
                  <a:off x="5799834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4" name="pg864">
                  <a:extLst>
                    <a:ext uri="{FF2B5EF4-FFF2-40B4-BE49-F238E27FC236}">
                      <a16:creationId xmlns:a16="http://schemas.microsoft.com/office/drawing/2014/main" id="{7D26FF70-AF22-E8E0-A13D-B74FAF59D81F}"/>
                    </a:ext>
                  </a:extLst>
                </p:cNvPr>
                <p:cNvSpPr/>
                <p:nvPr/>
              </p:nvSpPr>
              <p:spPr>
                <a:xfrm>
                  <a:off x="5613637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5" name="pg865">
                  <a:extLst>
                    <a:ext uri="{FF2B5EF4-FFF2-40B4-BE49-F238E27FC236}">
                      <a16:creationId xmlns:a16="http://schemas.microsoft.com/office/drawing/2014/main" id="{EC52AC53-8AC9-C243-F7CA-E6E527957E16}"/>
                    </a:ext>
                  </a:extLst>
                </p:cNvPr>
                <p:cNvSpPr/>
                <p:nvPr/>
              </p:nvSpPr>
              <p:spPr>
                <a:xfrm>
                  <a:off x="5625275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6" name="pg866">
                  <a:extLst>
                    <a:ext uri="{FF2B5EF4-FFF2-40B4-BE49-F238E27FC236}">
                      <a16:creationId xmlns:a16="http://schemas.microsoft.com/office/drawing/2014/main" id="{13606D94-CDD3-DAFF-F689-B8D947CC0C08}"/>
                    </a:ext>
                  </a:extLst>
                </p:cNvPr>
                <p:cNvSpPr/>
                <p:nvPr/>
              </p:nvSpPr>
              <p:spPr>
                <a:xfrm>
                  <a:off x="5636912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7" name="pg867">
                  <a:extLst>
                    <a:ext uri="{FF2B5EF4-FFF2-40B4-BE49-F238E27FC236}">
                      <a16:creationId xmlns:a16="http://schemas.microsoft.com/office/drawing/2014/main" id="{D1862B82-6EC6-B7D7-E21C-0B59CDCC290E}"/>
                    </a:ext>
                  </a:extLst>
                </p:cNvPr>
                <p:cNvSpPr/>
                <p:nvPr/>
              </p:nvSpPr>
              <p:spPr>
                <a:xfrm>
                  <a:off x="5648549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8" name="pg868">
                  <a:extLst>
                    <a:ext uri="{FF2B5EF4-FFF2-40B4-BE49-F238E27FC236}">
                      <a16:creationId xmlns:a16="http://schemas.microsoft.com/office/drawing/2014/main" id="{8AD3CC4B-BDDF-3B0E-124D-E82563BFAC36}"/>
                    </a:ext>
                  </a:extLst>
                </p:cNvPr>
                <p:cNvSpPr/>
                <p:nvPr/>
              </p:nvSpPr>
              <p:spPr>
                <a:xfrm>
                  <a:off x="5660186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9" name="pg869">
                  <a:extLst>
                    <a:ext uri="{FF2B5EF4-FFF2-40B4-BE49-F238E27FC236}">
                      <a16:creationId xmlns:a16="http://schemas.microsoft.com/office/drawing/2014/main" id="{8639207F-D30C-60EC-E5B9-37B7AD36104B}"/>
                    </a:ext>
                  </a:extLst>
                </p:cNvPr>
                <p:cNvSpPr/>
                <p:nvPr/>
              </p:nvSpPr>
              <p:spPr>
                <a:xfrm>
                  <a:off x="5671824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0">
                    <a:alpha val="100000"/>
                  </a:srgbClr>
                </a:solidFill>
                <a:ln w="5420" cap="flat">
                  <a:solidFill>
                    <a:srgbClr val="3B70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0" name="pg870">
                  <a:extLst>
                    <a:ext uri="{FF2B5EF4-FFF2-40B4-BE49-F238E27FC236}">
                      <a16:creationId xmlns:a16="http://schemas.microsoft.com/office/drawing/2014/main" id="{0B59A79D-6F3F-E5F2-4702-D43854A47EB1}"/>
                    </a:ext>
                  </a:extLst>
                </p:cNvPr>
                <p:cNvSpPr/>
                <p:nvPr/>
              </p:nvSpPr>
              <p:spPr>
                <a:xfrm>
                  <a:off x="5683461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1" name="pg871">
                  <a:extLst>
                    <a:ext uri="{FF2B5EF4-FFF2-40B4-BE49-F238E27FC236}">
                      <a16:creationId xmlns:a16="http://schemas.microsoft.com/office/drawing/2014/main" id="{15A30BDF-8261-A3A6-A565-74A7BF1FEF6A}"/>
                    </a:ext>
                  </a:extLst>
                </p:cNvPr>
                <p:cNvSpPr/>
                <p:nvPr/>
              </p:nvSpPr>
              <p:spPr>
                <a:xfrm>
                  <a:off x="5695098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2" name="pg872">
                  <a:extLst>
                    <a:ext uri="{FF2B5EF4-FFF2-40B4-BE49-F238E27FC236}">
                      <a16:creationId xmlns:a16="http://schemas.microsoft.com/office/drawing/2014/main" id="{9DBBD7BF-52AD-164D-C017-69DDD9963B52}"/>
                    </a:ext>
                  </a:extLst>
                </p:cNvPr>
                <p:cNvSpPr/>
                <p:nvPr/>
              </p:nvSpPr>
              <p:spPr>
                <a:xfrm>
                  <a:off x="5706736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3" name="pg873">
                  <a:extLst>
                    <a:ext uri="{FF2B5EF4-FFF2-40B4-BE49-F238E27FC236}">
                      <a16:creationId xmlns:a16="http://schemas.microsoft.com/office/drawing/2014/main" id="{451E955C-F415-953A-A57A-5111CCEDCAD7}"/>
                    </a:ext>
                  </a:extLst>
                </p:cNvPr>
                <p:cNvSpPr/>
                <p:nvPr/>
              </p:nvSpPr>
              <p:spPr>
                <a:xfrm>
                  <a:off x="5718373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4" name="pg874">
                  <a:extLst>
                    <a:ext uri="{FF2B5EF4-FFF2-40B4-BE49-F238E27FC236}">
                      <a16:creationId xmlns:a16="http://schemas.microsoft.com/office/drawing/2014/main" id="{265D3172-8D39-89BD-AA3C-0B9F9790573B}"/>
                    </a:ext>
                  </a:extLst>
                </p:cNvPr>
                <p:cNvSpPr/>
                <p:nvPr/>
              </p:nvSpPr>
              <p:spPr>
                <a:xfrm>
                  <a:off x="5730010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5" name="pg875">
                  <a:extLst>
                    <a:ext uri="{FF2B5EF4-FFF2-40B4-BE49-F238E27FC236}">
                      <a16:creationId xmlns:a16="http://schemas.microsoft.com/office/drawing/2014/main" id="{A98F68C0-D5A7-5146-B7A5-A0D33D4C2F7F}"/>
                    </a:ext>
                  </a:extLst>
                </p:cNvPr>
                <p:cNvSpPr/>
                <p:nvPr/>
              </p:nvSpPr>
              <p:spPr>
                <a:xfrm>
                  <a:off x="5741648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6" name="pg876">
                  <a:extLst>
                    <a:ext uri="{FF2B5EF4-FFF2-40B4-BE49-F238E27FC236}">
                      <a16:creationId xmlns:a16="http://schemas.microsoft.com/office/drawing/2014/main" id="{26F96868-996C-7131-5313-1499059E2935}"/>
                    </a:ext>
                  </a:extLst>
                </p:cNvPr>
                <p:cNvSpPr/>
                <p:nvPr/>
              </p:nvSpPr>
              <p:spPr>
                <a:xfrm>
                  <a:off x="5753285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7" name="pg877">
                  <a:extLst>
                    <a:ext uri="{FF2B5EF4-FFF2-40B4-BE49-F238E27FC236}">
                      <a16:creationId xmlns:a16="http://schemas.microsoft.com/office/drawing/2014/main" id="{291A5564-987A-0EA7-6286-2A4219989895}"/>
                    </a:ext>
                  </a:extLst>
                </p:cNvPr>
                <p:cNvSpPr/>
                <p:nvPr/>
              </p:nvSpPr>
              <p:spPr>
                <a:xfrm>
                  <a:off x="5764922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8" name="pg878">
                  <a:extLst>
                    <a:ext uri="{FF2B5EF4-FFF2-40B4-BE49-F238E27FC236}">
                      <a16:creationId xmlns:a16="http://schemas.microsoft.com/office/drawing/2014/main" id="{D870BE49-C9B9-79AC-C2D9-9EE7BF63C2BC}"/>
                    </a:ext>
                  </a:extLst>
                </p:cNvPr>
                <p:cNvSpPr/>
                <p:nvPr/>
              </p:nvSpPr>
              <p:spPr>
                <a:xfrm>
                  <a:off x="5776560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9" name="pg879">
                  <a:extLst>
                    <a:ext uri="{FF2B5EF4-FFF2-40B4-BE49-F238E27FC236}">
                      <a16:creationId xmlns:a16="http://schemas.microsoft.com/office/drawing/2014/main" id="{F086FDD8-C7C6-7E47-79E9-1A2147B9A2A7}"/>
                    </a:ext>
                  </a:extLst>
                </p:cNvPr>
                <p:cNvSpPr/>
                <p:nvPr/>
              </p:nvSpPr>
              <p:spPr>
                <a:xfrm>
                  <a:off x="5788197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" name="pg880">
                  <a:extLst>
                    <a:ext uri="{FF2B5EF4-FFF2-40B4-BE49-F238E27FC236}">
                      <a16:creationId xmlns:a16="http://schemas.microsoft.com/office/drawing/2014/main" id="{7325D6AF-C08B-8E71-C64C-FA1F1E2A94E6}"/>
                    </a:ext>
                  </a:extLst>
                </p:cNvPr>
                <p:cNvSpPr/>
                <p:nvPr/>
              </p:nvSpPr>
              <p:spPr>
                <a:xfrm>
                  <a:off x="5799834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" name="pg881">
                  <a:extLst>
                    <a:ext uri="{FF2B5EF4-FFF2-40B4-BE49-F238E27FC236}">
                      <a16:creationId xmlns:a16="http://schemas.microsoft.com/office/drawing/2014/main" id="{A438D136-A2BA-1FF1-B0F6-853264509268}"/>
                    </a:ext>
                  </a:extLst>
                </p:cNvPr>
                <p:cNvSpPr/>
                <p:nvPr/>
              </p:nvSpPr>
              <p:spPr>
                <a:xfrm>
                  <a:off x="5811472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" name="pg882">
                  <a:extLst>
                    <a:ext uri="{FF2B5EF4-FFF2-40B4-BE49-F238E27FC236}">
                      <a16:creationId xmlns:a16="http://schemas.microsoft.com/office/drawing/2014/main" id="{E811EB61-B090-D82E-308A-474CF3E883F6}"/>
                    </a:ext>
                  </a:extLst>
                </p:cNvPr>
                <p:cNvSpPr/>
                <p:nvPr/>
              </p:nvSpPr>
              <p:spPr>
                <a:xfrm>
                  <a:off x="5613637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" name="pg883">
                  <a:extLst>
                    <a:ext uri="{FF2B5EF4-FFF2-40B4-BE49-F238E27FC236}">
                      <a16:creationId xmlns:a16="http://schemas.microsoft.com/office/drawing/2014/main" id="{BECA5002-872C-B9E9-40E8-ECA9B88BCD57}"/>
                    </a:ext>
                  </a:extLst>
                </p:cNvPr>
                <p:cNvSpPr/>
                <p:nvPr/>
              </p:nvSpPr>
              <p:spPr>
                <a:xfrm>
                  <a:off x="5625275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" name="pg884">
                  <a:extLst>
                    <a:ext uri="{FF2B5EF4-FFF2-40B4-BE49-F238E27FC236}">
                      <a16:creationId xmlns:a16="http://schemas.microsoft.com/office/drawing/2014/main" id="{1003DA39-8337-BC84-D7CB-71848B22FB44}"/>
                    </a:ext>
                  </a:extLst>
                </p:cNvPr>
                <p:cNvSpPr/>
                <p:nvPr/>
              </p:nvSpPr>
              <p:spPr>
                <a:xfrm>
                  <a:off x="5636912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" name="pg885">
                  <a:extLst>
                    <a:ext uri="{FF2B5EF4-FFF2-40B4-BE49-F238E27FC236}">
                      <a16:creationId xmlns:a16="http://schemas.microsoft.com/office/drawing/2014/main" id="{C716F7EF-F839-7B43-BB97-85F8B9E3FBF6}"/>
                    </a:ext>
                  </a:extLst>
                </p:cNvPr>
                <p:cNvSpPr/>
                <p:nvPr/>
              </p:nvSpPr>
              <p:spPr>
                <a:xfrm>
                  <a:off x="5648549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" name="pg886">
                  <a:extLst>
                    <a:ext uri="{FF2B5EF4-FFF2-40B4-BE49-F238E27FC236}">
                      <a16:creationId xmlns:a16="http://schemas.microsoft.com/office/drawing/2014/main" id="{F92F4FAB-74BF-BFAC-FE27-AD5DFFBBC155}"/>
                    </a:ext>
                  </a:extLst>
                </p:cNvPr>
                <p:cNvSpPr/>
                <p:nvPr/>
              </p:nvSpPr>
              <p:spPr>
                <a:xfrm>
                  <a:off x="5660186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" name="pg887">
                  <a:extLst>
                    <a:ext uri="{FF2B5EF4-FFF2-40B4-BE49-F238E27FC236}">
                      <a16:creationId xmlns:a16="http://schemas.microsoft.com/office/drawing/2014/main" id="{8BA6C840-B360-CF7C-309D-CB0A021DD368}"/>
                    </a:ext>
                  </a:extLst>
                </p:cNvPr>
                <p:cNvSpPr/>
                <p:nvPr/>
              </p:nvSpPr>
              <p:spPr>
                <a:xfrm>
                  <a:off x="5671824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" name="pg888">
                  <a:extLst>
                    <a:ext uri="{FF2B5EF4-FFF2-40B4-BE49-F238E27FC236}">
                      <a16:creationId xmlns:a16="http://schemas.microsoft.com/office/drawing/2014/main" id="{6AF95B06-3907-7541-F761-CCF808E56235}"/>
                    </a:ext>
                  </a:extLst>
                </p:cNvPr>
                <p:cNvSpPr/>
                <p:nvPr/>
              </p:nvSpPr>
              <p:spPr>
                <a:xfrm>
                  <a:off x="5683461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6FA0">
                    <a:alpha val="100000"/>
                  </a:srgbClr>
                </a:solidFill>
                <a:ln w="5420" cap="flat">
                  <a:solidFill>
                    <a:srgbClr val="3B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" name="pg889">
                  <a:extLst>
                    <a:ext uri="{FF2B5EF4-FFF2-40B4-BE49-F238E27FC236}">
                      <a16:creationId xmlns:a16="http://schemas.microsoft.com/office/drawing/2014/main" id="{6AEF2E5A-32A4-86B4-5BEA-057AC57DA07C}"/>
                    </a:ext>
                  </a:extLst>
                </p:cNvPr>
                <p:cNvSpPr/>
                <p:nvPr/>
              </p:nvSpPr>
              <p:spPr>
                <a:xfrm>
                  <a:off x="5695098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" name="pg890">
                  <a:extLst>
                    <a:ext uri="{FF2B5EF4-FFF2-40B4-BE49-F238E27FC236}">
                      <a16:creationId xmlns:a16="http://schemas.microsoft.com/office/drawing/2014/main" id="{44281C40-CFA6-55DE-1B88-43721606ECC4}"/>
                    </a:ext>
                  </a:extLst>
                </p:cNvPr>
                <p:cNvSpPr/>
                <p:nvPr/>
              </p:nvSpPr>
              <p:spPr>
                <a:xfrm>
                  <a:off x="5706736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" name="pg891">
                  <a:extLst>
                    <a:ext uri="{FF2B5EF4-FFF2-40B4-BE49-F238E27FC236}">
                      <a16:creationId xmlns:a16="http://schemas.microsoft.com/office/drawing/2014/main" id="{5118E924-0425-A7E2-63F7-A13543B659C1}"/>
                    </a:ext>
                  </a:extLst>
                </p:cNvPr>
                <p:cNvSpPr/>
                <p:nvPr/>
              </p:nvSpPr>
              <p:spPr>
                <a:xfrm>
                  <a:off x="5718373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" name="pg892">
                  <a:extLst>
                    <a:ext uri="{FF2B5EF4-FFF2-40B4-BE49-F238E27FC236}">
                      <a16:creationId xmlns:a16="http://schemas.microsoft.com/office/drawing/2014/main" id="{1EA115FC-01F0-0DF0-D9FD-63B641B029D5}"/>
                    </a:ext>
                  </a:extLst>
                </p:cNvPr>
                <p:cNvSpPr/>
                <p:nvPr/>
              </p:nvSpPr>
              <p:spPr>
                <a:xfrm>
                  <a:off x="5730010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" name="pg893">
                  <a:extLst>
                    <a:ext uri="{FF2B5EF4-FFF2-40B4-BE49-F238E27FC236}">
                      <a16:creationId xmlns:a16="http://schemas.microsoft.com/office/drawing/2014/main" id="{F02AC278-B4BE-4C21-19CD-FA756C185209}"/>
                    </a:ext>
                  </a:extLst>
                </p:cNvPr>
                <p:cNvSpPr/>
                <p:nvPr/>
              </p:nvSpPr>
              <p:spPr>
                <a:xfrm>
                  <a:off x="5741648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" name="pg894">
                  <a:extLst>
                    <a:ext uri="{FF2B5EF4-FFF2-40B4-BE49-F238E27FC236}">
                      <a16:creationId xmlns:a16="http://schemas.microsoft.com/office/drawing/2014/main" id="{89E3F303-1196-EF82-44EE-05C5D7E3E4CA}"/>
                    </a:ext>
                  </a:extLst>
                </p:cNvPr>
                <p:cNvSpPr/>
                <p:nvPr/>
              </p:nvSpPr>
              <p:spPr>
                <a:xfrm>
                  <a:off x="5753285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" name="pg895">
                  <a:extLst>
                    <a:ext uri="{FF2B5EF4-FFF2-40B4-BE49-F238E27FC236}">
                      <a16:creationId xmlns:a16="http://schemas.microsoft.com/office/drawing/2014/main" id="{31A5EE86-3F68-C2E4-FCCC-E56ECDD74B29}"/>
                    </a:ext>
                  </a:extLst>
                </p:cNvPr>
                <p:cNvSpPr/>
                <p:nvPr/>
              </p:nvSpPr>
              <p:spPr>
                <a:xfrm>
                  <a:off x="5764922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" name="pg896">
                  <a:extLst>
                    <a:ext uri="{FF2B5EF4-FFF2-40B4-BE49-F238E27FC236}">
                      <a16:creationId xmlns:a16="http://schemas.microsoft.com/office/drawing/2014/main" id="{00541397-54B3-F04D-ACBB-55ABDF2676BD}"/>
                    </a:ext>
                  </a:extLst>
                </p:cNvPr>
                <p:cNvSpPr/>
                <p:nvPr/>
              </p:nvSpPr>
              <p:spPr>
                <a:xfrm>
                  <a:off x="5776560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" name="pg897">
                  <a:extLst>
                    <a:ext uri="{FF2B5EF4-FFF2-40B4-BE49-F238E27FC236}">
                      <a16:creationId xmlns:a16="http://schemas.microsoft.com/office/drawing/2014/main" id="{5D3E8745-00B3-1D80-1490-D24B05DF986F}"/>
                    </a:ext>
                  </a:extLst>
                </p:cNvPr>
                <p:cNvSpPr/>
                <p:nvPr/>
              </p:nvSpPr>
              <p:spPr>
                <a:xfrm>
                  <a:off x="5788197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" name="pg898">
                  <a:extLst>
                    <a:ext uri="{FF2B5EF4-FFF2-40B4-BE49-F238E27FC236}">
                      <a16:creationId xmlns:a16="http://schemas.microsoft.com/office/drawing/2014/main" id="{40A9A670-9877-6A92-ABA8-73EF7664F3BC}"/>
                    </a:ext>
                  </a:extLst>
                </p:cNvPr>
                <p:cNvSpPr/>
                <p:nvPr/>
              </p:nvSpPr>
              <p:spPr>
                <a:xfrm>
                  <a:off x="5799834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" name="pg899">
                  <a:extLst>
                    <a:ext uri="{FF2B5EF4-FFF2-40B4-BE49-F238E27FC236}">
                      <a16:creationId xmlns:a16="http://schemas.microsoft.com/office/drawing/2014/main" id="{E4ADC47F-1421-CD26-A1E5-940093516E05}"/>
                    </a:ext>
                  </a:extLst>
                </p:cNvPr>
                <p:cNvSpPr/>
                <p:nvPr/>
              </p:nvSpPr>
              <p:spPr>
                <a:xfrm>
                  <a:off x="5811472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" name="pg900">
                  <a:extLst>
                    <a:ext uri="{FF2B5EF4-FFF2-40B4-BE49-F238E27FC236}">
                      <a16:creationId xmlns:a16="http://schemas.microsoft.com/office/drawing/2014/main" id="{9515539D-554C-3693-065E-4305BEEFFCDC}"/>
                    </a:ext>
                  </a:extLst>
                </p:cNvPr>
                <p:cNvSpPr/>
                <p:nvPr/>
              </p:nvSpPr>
              <p:spPr>
                <a:xfrm>
                  <a:off x="5613637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" name="pg901">
                  <a:extLst>
                    <a:ext uri="{FF2B5EF4-FFF2-40B4-BE49-F238E27FC236}">
                      <a16:creationId xmlns:a16="http://schemas.microsoft.com/office/drawing/2014/main" id="{7372F3E9-6AEE-D359-C0F4-AC18343CAC97}"/>
                    </a:ext>
                  </a:extLst>
                </p:cNvPr>
                <p:cNvSpPr/>
                <p:nvPr/>
              </p:nvSpPr>
              <p:spPr>
                <a:xfrm>
                  <a:off x="5625275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" name="pg902">
                  <a:extLst>
                    <a:ext uri="{FF2B5EF4-FFF2-40B4-BE49-F238E27FC236}">
                      <a16:creationId xmlns:a16="http://schemas.microsoft.com/office/drawing/2014/main" id="{5F5C8B24-D128-B933-9544-AFA60CF4F4BA}"/>
                    </a:ext>
                  </a:extLst>
                </p:cNvPr>
                <p:cNvSpPr/>
                <p:nvPr/>
              </p:nvSpPr>
              <p:spPr>
                <a:xfrm>
                  <a:off x="5636912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" name="pg903">
                  <a:extLst>
                    <a:ext uri="{FF2B5EF4-FFF2-40B4-BE49-F238E27FC236}">
                      <a16:creationId xmlns:a16="http://schemas.microsoft.com/office/drawing/2014/main" id="{17DFCFAF-C91F-B499-2D32-6D3D5E4DA426}"/>
                    </a:ext>
                  </a:extLst>
                </p:cNvPr>
                <p:cNvSpPr/>
                <p:nvPr/>
              </p:nvSpPr>
              <p:spPr>
                <a:xfrm>
                  <a:off x="5648549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" name="pg904">
                  <a:extLst>
                    <a:ext uri="{FF2B5EF4-FFF2-40B4-BE49-F238E27FC236}">
                      <a16:creationId xmlns:a16="http://schemas.microsoft.com/office/drawing/2014/main" id="{F706EFD5-5F7C-1EBB-5DB9-E34E18430C23}"/>
                    </a:ext>
                  </a:extLst>
                </p:cNvPr>
                <p:cNvSpPr/>
                <p:nvPr/>
              </p:nvSpPr>
              <p:spPr>
                <a:xfrm>
                  <a:off x="5660186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" name="pg905">
                  <a:extLst>
                    <a:ext uri="{FF2B5EF4-FFF2-40B4-BE49-F238E27FC236}">
                      <a16:creationId xmlns:a16="http://schemas.microsoft.com/office/drawing/2014/main" id="{C0752D2B-0428-567C-C05B-E0EEBCFA094F}"/>
                    </a:ext>
                  </a:extLst>
                </p:cNvPr>
                <p:cNvSpPr/>
                <p:nvPr/>
              </p:nvSpPr>
              <p:spPr>
                <a:xfrm>
                  <a:off x="5671824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" name="pg906">
                  <a:extLst>
                    <a:ext uri="{FF2B5EF4-FFF2-40B4-BE49-F238E27FC236}">
                      <a16:creationId xmlns:a16="http://schemas.microsoft.com/office/drawing/2014/main" id="{32CED12D-663C-88BA-BED2-61C679A922CF}"/>
                    </a:ext>
                  </a:extLst>
                </p:cNvPr>
                <p:cNvSpPr/>
                <p:nvPr/>
              </p:nvSpPr>
              <p:spPr>
                <a:xfrm>
                  <a:off x="5683461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" name="pg907">
                  <a:extLst>
                    <a:ext uri="{FF2B5EF4-FFF2-40B4-BE49-F238E27FC236}">
                      <a16:creationId xmlns:a16="http://schemas.microsoft.com/office/drawing/2014/main" id="{0B64CB49-2E0F-EFDE-9C66-61FB4E642E7C}"/>
                    </a:ext>
                  </a:extLst>
                </p:cNvPr>
                <p:cNvSpPr/>
                <p:nvPr/>
              </p:nvSpPr>
              <p:spPr>
                <a:xfrm>
                  <a:off x="5695098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1">
                    <a:alpha val="100000"/>
                  </a:srgbClr>
                </a:solidFill>
                <a:ln w="5420" cap="flat">
                  <a:solidFill>
                    <a:srgbClr val="3B70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" name="pg908">
                  <a:extLst>
                    <a:ext uri="{FF2B5EF4-FFF2-40B4-BE49-F238E27FC236}">
                      <a16:creationId xmlns:a16="http://schemas.microsoft.com/office/drawing/2014/main" id="{0B858EF0-922F-0DA1-D5CE-28F0603A0357}"/>
                    </a:ext>
                  </a:extLst>
                </p:cNvPr>
                <p:cNvSpPr/>
                <p:nvPr/>
              </p:nvSpPr>
              <p:spPr>
                <a:xfrm>
                  <a:off x="5706736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" name="pg909">
                  <a:extLst>
                    <a:ext uri="{FF2B5EF4-FFF2-40B4-BE49-F238E27FC236}">
                      <a16:creationId xmlns:a16="http://schemas.microsoft.com/office/drawing/2014/main" id="{3B16A6E7-9A45-F2D6-8519-A3C80F78541A}"/>
                    </a:ext>
                  </a:extLst>
                </p:cNvPr>
                <p:cNvSpPr/>
                <p:nvPr/>
              </p:nvSpPr>
              <p:spPr>
                <a:xfrm>
                  <a:off x="5718373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" name="pg910">
                  <a:extLst>
                    <a:ext uri="{FF2B5EF4-FFF2-40B4-BE49-F238E27FC236}">
                      <a16:creationId xmlns:a16="http://schemas.microsoft.com/office/drawing/2014/main" id="{99518F38-BD40-67BC-F833-5ED87673CAA8}"/>
                    </a:ext>
                  </a:extLst>
                </p:cNvPr>
                <p:cNvSpPr/>
                <p:nvPr/>
              </p:nvSpPr>
              <p:spPr>
                <a:xfrm>
                  <a:off x="5730010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" name="pg911">
                  <a:extLst>
                    <a:ext uri="{FF2B5EF4-FFF2-40B4-BE49-F238E27FC236}">
                      <a16:creationId xmlns:a16="http://schemas.microsoft.com/office/drawing/2014/main" id="{FB9BFFD2-4FC0-CCB6-13A3-04E1E64D52B7}"/>
                    </a:ext>
                  </a:extLst>
                </p:cNvPr>
                <p:cNvSpPr/>
                <p:nvPr/>
              </p:nvSpPr>
              <p:spPr>
                <a:xfrm>
                  <a:off x="5741648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" name="pg912">
                  <a:extLst>
                    <a:ext uri="{FF2B5EF4-FFF2-40B4-BE49-F238E27FC236}">
                      <a16:creationId xmlns:a16="http://schemas.microsoft.com/office/drawing/2014/main" id="{AB53A2F4-3F5B-C846-A72C-B2CB38430D2F}"/>
                    </a:ext>
                  </a:extLst>
                </p:cNvPr>
                <p:cNvSpPr/>
                <p:nvPr/>
              </p:nvSpPr>
              <p:spPr>
                <a:xfrm>
                  <a:off x="5753285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" name="pg913">
                  <a:extLst>
                    <a:ext uri="{FF2B5EF4-FFF2-40B4-BE49-F238E27FC236}">
                      <a16:creationId xmlns:a16="http://schemas.microsoft.com/office/drawing/2014/main" id="{AD5B428C-44D3-CE42-FF37-ECE677E9F0CA}"/>
                    </a:ext>
                  </a:extLst>
                </p:cNvPr>
                <p:cNvSpPr/>
                <p:nvPr/>
              </p:nvSpPr>
              <p:spPr>
                <a:xfrm>
                  <a:off x="5764922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" name="pg914">
                  <a:extLst>
                    <a:ext uri="{FF2B5EF4-FFF2-40B4-BE49-F238E27FC236}">
                      <a16:creationId xmlns:a16="http://schemas.microsoft.com/office/drawing/2014/main" id="{E96AFE8E-AF17-A4B9-D44B-0FE845445429}"/>
                    </a:ext>
                  </a:extLst>
                </p:cNvPr>
                <p:cNvSpPr/>
                <p:nvPr/>
              </p:nvSpPr>
              <p:spPr>
                <a:xfrm>
                  <a:off x="5776560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" name="pg915">
                  <a:extLst>
                    <a:ext uri="{FF2B5EF4-FFF2-40B4-BE49-F238E27FC236}">
                      <a16:creationId xmlns:a16="http://schemas.microsoft.com/office/drawing/2014/main" id="{BBAFCAF8-20CE-7B4A-1E41-F84B6140E338}"/>
                    </a:ext>
                  </a:extLst>
                </p:cNvPr>
                <p:cNvSpPr/>
                <p:nvPr/>
              </p:nvSpPr>
              <p:spPr>
                <a:xfrm>
                  <a:off x="5788197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" name="pg916">
                  <a:extLst>
                    <a:ext uri="{FF2B5EF4-FFF2-40B4-BE49-F238E27FC236}">
                      <a16:creationId xmlns:a16="http://schemas.microsoft.com/office/drawing/2014/main" id="{5C73E8FC-3D5A-A088-3C15-6EEB043A6C40}"/>
                    </a:ext>
                  </a:extLst>
                </p:cNvPr>
                <p:cNvSpPr/>
                <p:nvPr/>
              </p:nvSpPr>
              <p:spPr>
                <a:xfrm>
                  <a:off x="5799834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" name="pg917">
                  <a:extLst>
                    <a:ext uri="{FF2B5EF4-FFF2-40B4-BE49-F238E27FC236}">
                      <a16:creationId xmlns:a16="http://schemas.microsoft.com/office/drawing/2014/main" id="{DB48572B-B12C-D7A5-3208-B8F8C58E5BCC}"/>
                    </a:ext>
                  </a:extLst>
                </p:cNvPr>
                <p:cNvSpPr/>
                <p:nvPr/>
              </p:nvSpPr>
              <p:spPr>
                <a:xfrm>
                  <a:off x="5811472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" name="pg918">
                  <a:extLst>
                    <a:ext uri="{FF2B5EF4-FFF2-40B4-BE49-F238E27FC236}">
                      <a16:creationId xmlns:a16="http://schemas.microsoft.com/office/drawing/2014/main" id="{51D06B23-35B0-574E-8976-5724F5C64363}"/>
                    </a:ext>
                  </a:extLst>
                </p:cNvPr>
                <p:cNvSpPr/>
                <p:nvPr/>
              </p:nvSpPr>
              <p:spPr>
                <a:xfrm>
                  <a:off x="5473989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" name="pg919">
                  <a:extLst>
                    <a:ext uri="{FF2B5EF4-FFF2-40B4-BE49-F238E27FC236}">
                      <a16:creationId xmlns:a16="http://schemas.microsoft.com/office/drawing/2014/main" id="{D8CEDFBF-DD15-B490-09DD-F01315F8F190}"/>
                    </a:ext>
                  </a:extLst>
                </p:cNvPr>
                <p:cNvSpPr/>
                <p:nvPr/>
              </p:nvSpPr>
              <p:spPr>
                <a:xfrm>
                  <a:off x="5520539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" name="pg920">
                  <a:extLst>
                    <a:ext uri="{FF2B5EF4-FFF2-40B4-BE49-F238E27FC236}">
                      <a16:creationId xmlns:a16="http://schemas.microsoft.com/office/drawing/2014/main" id="{D53BD44F-3BBE-833B-28F3-DDD47478A3EA}"/>
                    </a:ext>
                  </a:extLst>
                </p:cNvPr>
                <p:cNvSpPr/>
                <p:nvPr/>
              </p:nvSpPr>
              <p:spPr>
                <a:xfrm>
                  <a:off x="5532176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" name="pg921">
                  <a:extLst>
                    <a:ext uri="{FF2B5EF4-FFF2-40B4-BE49-F238E27FC236}">
                      <a16:creationId xmlns:a16="http://schemas.microsoft.com/office/drawing/2014/main" id="{B2D45010-D417-D2E5-CD3E-685D82168C85}"/>
                    </a:ext>
                  </a:extLst>
                </p:cNvPr>
                <p:cNvSpPr/>
                <p:nvPr/>
              </p:nvSpPr>
              <p:spPr>
                <a:xfrm>
                  <a:off x="5543813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" name="pg922">
                  <a:extLst>
                    <a:ext uri="{FF2B5EF4-FFF2-40B4-BE49-F238E27FC236}">
                      <a16:creationId xmlns:a16="http://schemas.microsoft.com/office/drawing/2014/main" id="{162313FF-FE6B-8CA8-9A7B-51F864CBBDAE}"/>
                    </a:ext>
                  </a:extLst>
                </p:cNvPr>
                <p:cNvSpPr/>
                <p:nvPr/>
              </p:nvSpPr>
              <p:spPr>
                <a:xfrm>
                  <a:off x="5555451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" name="pg923">
                  <a:extLst>
                    <a:ext uri="{FF2B5EF4-FFF2-40B4-BE49-F238E27FC236}">
                      <a16:creationId xmlns:a16="http://schemas.microsoft.com/office/drawing/2014/main" id="{5F975B61-6F95-0BB1-8168-38D2FFE47753}"/>
                    </a:ext>
                  </a:extLst>
                </p:cNvPr>
                <p:cNvSpPr/>
                <p:nvPr/>
              </p:nvSpPr>
              <p:spPr>
                <a:xfrm>
                  <a:off x="5567088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" name="pg924">
                  <a:extLst>
                    <a:ext uri="{FF2B5EF4-FFF2-40B4-BE49-F238E27FC236}">
                      <a16:creationId xmlns:a16="http://schemas.microsoft.com/office/drawing/2014/main" id="{3743969D-69D2-13F1-5A15-5C0D8F1E4F61}"/>
                    </a:ext>
                  </a:extLst>
                </p:cNvPr>
                <p:cNvSpPr/>
                <p:nvPr/>
              </p:nvSpPr>
              <p:spPr>
                <a:xfrm>
                  <a:off x="5578725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" name="pg925">
                  <a:extLst>
                    <a:ext uri="{FF2B5EF4-FFF2-40B4-BE49-F238E27FC236}">
                      <a16:creationId xmlns:a16="http://schemas.microsoft.com/office/drawing/2014/main" id="{737A320B-D8FF-8CC1-7207-64DD43035A35}"/>
                    </a:ext>
                  </a:extLst>
                </p:cNvPr>
                <p:cNvSpPr/>
                <p:nvPr/>
              </p:nvSpPr>
              <p:spPr>
                <a:xfrm>
                  <a:off x="5590363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" name="pg926">
                  <a:extLst>
                    <a:ext uri="{FF2B5EF4-FFF2-40B4-BE49-F238E27FC236}">
                      <a16:creationId xmlns:a16="http://schemas.microsoft.com/office/drawing/2014/main" id="{F3647634-0588-B022-9EB7-C9A87376C15E}"/>
                    </a:ext>
                  </a:extLst>
                </p:cNvPr>
                <p:cNvSpPr/>
                <p:nvPr/>
              </p:nvSpPr>
              <p:spPr>
                <a:xfrm>
                  <a:off x="5602000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" name="pg927">
                  <a:extLst>
                    <a:ext uri="{FF2B5EF4-FFF2-40B4-BE49-F238E27FC236}">
                      <a16:creationId xmlns:a16="http://schemas.microsoft.com/office/drawing/2014/main" id="{312A418B-14D6-C074-4EB3-657DEE1D6009}"/>
                    </a:ext>
                  </a:extLst>
                </p:cNvPr>
                <p:cNvSpPr/>
                <p:nvPr/>
              </p:nvSpPr>
              <p:spPr>
                <a:xfrm>
                  <a:off x="5613637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" name="pg928">
                  <a:extLst>
                    <a:ext uri="{FF2B5EF4-FFF2-40B4-BE49-F238E27FC236}">
                      <a16:creationId xmlns:a16="http://schemas.microsoft.com/office/drawing/2014/main" id="{9EF163E9-CCFA-81EA-CFA3-85BBBB470EC6}"/>
                    </a:ext>
                  </a:extLst>
                </p:cNvPr>
                <p:cNvSpPr/>
                <p:nvPr/>
              </p:nvSpPr>
              <p:spPr>
                <a:xfrm>
                  <a:off x="5625275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" name="pg929">
                  <a:extLst>
                    <a:ext uri="{FF2B5EF4-FFF2-40B4-BE49-F238E27FC236}">
                      <a16:creationId xmlns:a16="http://schemas.microsoft.com/office/drawing/2014/main" id="{0D839EAB-064B-3DB9-078F-E2D1087A7512}"/>
                    </a:ext>
                  </a:extLst>
                </p:cNvPr>
                <p:cNvSpPr/>
                <p:nvPr/>
              </p:nvSpPr>
              <p:spPr>
                <a:xfrm>
                  <a:off x="5636912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" name="pg930">
                  <a:extLst>
                    <a:ext uri="{FF2B5EF4-FFF2-40B4-BE49-F238E27FC236}">
                      <a16:creationId xmlns:a16="http://schemas.microsoft.com/office/drawing/2014/main" id="{1F1A7E6D-F0B2-5902-2CC7-8F8B9278C445}"/>
                    </a:ext>
                  </a:extLst>
                </p:cNvPr>
                <p:cNvSpPr/>
                <p:nvPr/>
              </p:nvSpPr>
              <p:spPr>
                <a:xfrm>
                  <a:off x="5648549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" name="pg931">
                  <a:extLst>
                    <a:ext uri="{FF2B5EF4-FFF2-40B4-BE49-F238E27FC236}">
                      <a16:creationId xmlns:a16="http://schemas.microsoft.com/office/drawing/2014/main" id="{933804A4-D9EA-EAEC-B9FE-BD94475955FE}"/>
                    </a:ext>
                  </a:extLst>
                </p:cNvPr>
                <p:cNvSpPr/>
                <p:nvPr/>
              </p:nvSpPr>
              <p:spPr>
                <a:xfrm>
                  <a:off x="5660186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" name="pg932">
                  <a:extLst>
                    <a:ext uri="{FF2B5EF4-FFF2-40B4-BE49-F238E27FC236}">
                      <a16:creationId xmlns:a16="http://schemas.microsoft.com/office/drawing/2014/main" id="{F636133E-57E9-F683-0883-9F7EE3DFFCBB}"/>
                    </a:ext>
                  </a:extLst>
                </p:cNvPr>
                <p:cNvSpPr/>
                <p:nvPr/>
              </p:nvSpPr>
              <p:spPr>
                <a:xfrm>
                  <a:off x="5671824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" name="pg933">
                  <a:extLst>
                    <a:ext uri="{FF2B5EF4-FFF2-40B4-BE49-F238E27FC236}">
                      <a16:creationId xmlns:a16="http://schemas.microsoft.com/office/drawing/2014/main" id="{99CE7E17-D83D-6388-D423-4A6A2E902D81}"/>
                    </a:ext>
                  </a:extLst>
                </p:cNvPr>
                <p:cNvSpPr/>
                <p:nvPr/>
              </p:nvSpPr>
              <p:spPr>
                <a:xfrm>
                  <a:off x="5683461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" name="pg934">
                  <a:extLst>
                    <a:ext uri="{FF2B5EF4-FFF2-40B4-BE49-F238E27FC236}">
                      <a16:creationId xmlns:a16="http://schemas.microsoft.com/office/drawing/2014/main" id="{BAED144D-F911-A959-EEF1-EE26151B11AF}"/>
                    </a:ext>
                  </a:extLst>
                </p:cNvPr>
                <p:cNvSpPr/>
                <p:nvPr/>
              </p:nvSpPr>
              <p:spPr>
                <a:xfrm>
                  <a:off x="5695098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" name="pg935">
                  <a:extLst>
                    <a:ext uri="{FF2B5EF4-FFF2-40B4-BE49-F238E27FC236}">
                      <a16:creationId xmlns:a16="http://schemas.microsoft.com/office/drawing/2014/main" id="{2B542D6F-8D28-27CD-1FF0-531817B54EB3}"/>
                    </a:ext>
                  </a:extLst>
                </p:cNvPr>
                <p:cNvSpPr/>
                <p:nvPr/>
              </p:nvSpPr>
              <p:spPr>
                <a:xfrm>
                  <a:off x="5706736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" name="pg936">
                  <a:extLst>
                    <a:ext uri="{FF2B5EF4-FFF2-40B4-BE49-F238E27FC236}">
                      <a16:creationId xmlns:a16="http://schemas.microsoft.com/office/drawing/2014/main" id="{E7836D9D-4DD5-1379-18F3-0DB79B8BEEFC}"/>
                    </a:ext>
                  </a:extLst>
                </p:cNvPr>
                <p:cNvSpPr/>
                <p:nvPr/>
              </p:nvSpPr>
              <p:spPr>
                <a:xfrm>
                  <a:off x="5718373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" name="pg937">
                  <a:extLst>
                    <a:ext uri="{FF2B5EF4-FFF2-40B4-BE49-F238E27FC236}">
                      <a16:creationId xmlns:a16="http://schemas.microsoft.com/office/drawing/2014/main" id="{1301BCFF-AE13-88BC-D13F-001A3EEE4588}"/>
                    </a:ext>
                  </a:extLst>
                </p:cNvPr>
                <p:cNvSpPr/>
                <p:nvPr/>
              </p:nvSpPr>
              <p:spPr>
                <a:xfrm>
                  <a:off x="5730010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" name="pg938">
                  <a:extLst>
                    <a:ext uri="{FF2B5EF4-FFF2-40B4-BE49-F238E27FC236}">
                      <a16:creationId xmlns:a16="http://schemas.microsoft.com/office/drawing/2014/main" id="{2C59EE1D-F7A1-6158-9E18-E38174803A3C}"/>
                    </a:ext>
                  </a:extLst>
                </p:cNvPr>
                <p:cNvSpPr/>
                <p:nvPr/>
              </p:nvSpPr>
              <p:spPr>
                <a:xfrm>
                  <a:off x="5741648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" name="pg939">
                  <a:extLst>
                    <a:ext uri="{FF2B5EF4-FFF2-40B4-BE49-F238E27FC236}">
                      <a16:creationId xmlns:a16="http://schemas.microsoft.com/office/drawing/2014/main" id="{0B9EE333-6A8A-5A67-222C-EE2F59330C25}"/>
                    </a:ext>
                  </a:extLst>
                </p:cNvPr>
                <p:cNvSpPr/>
                <p:nvPr/>
              </p:nvSpPr>
              <p:spPr>
                <a:xfrm>
                  <a:off x="5753285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" name="pg940">
                  <a:extLst>
                    <a:ext uri="{FF2B5EF4-FFF2-40B4-BE49-F238E27FC236}">
                      <a16:creationId xmlns:a16="http://schemas.microsoft.com/office/drawing/2014/main" id="{94E917D8-C182-73F7-5F25-EEDD05A05A72}"/>
                    </a:ext>
                  </a:extLst>
                </p:cNvPr>
                <p:cNvSpPr/>
                <p:nvPr/>
              </p:nvSpPr>
              <p:spPr>
                <a:xfrm>
                  <a:off x="5764922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" name="pg941">
                  <a:extLst>
                    <a:ext uri="{FF2B5EF4-FFF2-40B4-BE49-F238E27FC236}">
                      <a16:creationId xmlns:a16="http://schemas.microsoft.com/office/drawing/2014/main" id="{3C4CC29E-AFF2-D56A-A871-D84812FB5D70}"/>
                    </a:ext>
                  </a:extLst>
                </p:cNvPr>
                <p:cNvSpPr/>
                <p:nvPr/>
              </p:nvSpPr>
              <p:spPr>
                <a:xfrm>
                  <a:off x="5776560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" name="pg942">
                  <a:extLst>
                    <a:ext uri="{FF2B5EF4-FFF2-40B4-BE49-F238E27FC236}">
                      <a16:creationId xmlns:a16="http://schemas.microsoft.com/office/drawing/2014/main" id="{9A7D04D8-E72D-A8FA-3CB9-BFFE53658D01}"/>
                    </a:ext>
                  </a:extLst>
                </p:cNvPr>
                <p:cNvSpPr/>
                <p:nvPr/>
              </p:nvSpPr>
              <p:spPr>
                <a:xfrm>
                  <a:off x="5788197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" name="pg943">
                  <a:extLst>
                    <a:ext uri="{FF2B5EF4-FFF2-40B4-BE49-F238E27FC236}">
                      <a16:creationId xmlns:a16="http://schemas.microsoft.com/office/drawing/2014/main" id="{5EED1EC9-BE9D-B579-97CF-9AD7B92A4872}"/>
                    </a:ext>
                  </a:extLst>
                </p:cNvPr>
                <p:cNvSpPr/>
                <p:nvPr/>
              </p:nvSpPr>
              <p:spPr>
                <a:xfrm>
                  <a:off x="5799834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" name="pg944">
                  <a:extLst>
                    <a:ext uri="{FF2B5EF4-FFF2-40B4-BE49-F238E27FC236}">
                      <a16:creationId xmlns:a16="http://schemas.microsoft.com/office/drawing/2014/main" id="{77BA8B5D-723A-E809-284F-6A4B7892E146}"/>
                    </a:ext>
                  </a:extLst>
                </p:cNvPr>
                <p:cNvSpPr/>
                <p:nvPr/>
              </p:nvSpPr>
              <p:spPr>
                <a:xfrm>
                  <a:off x="5345979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5" name="pg945">
                  <a:extLst>
                    <a:ext uri="{FF2B5EF4-FFF2-40B4-BE49-F238E27FC236}">
                      <a16:creationId xmlns:a16="http://schemas.microsoft.com/office/drawing/2014/main" id="{2F068057-619B-EB52-F6DB-6B26FD4BDD5D}"/>
                    </a:ext>
                  </a:extLst>
                </p:cNvPr>
                <p:cNvSpPr/>
                <p:nvPr/>
              </p:nvSpPr>
              <p:spPr>
                <a:xfrm>
                  <a:off x="5357616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6" name="pg946">
                  <a:extLst>
                    <a:ext uri="{FF2B5EF4-FFF2-40B4-BE49-F238E27FC236}">
                      <a16:creationId xmlns:a16="http://schemas.microsoft.com/office/drawing/2014/main" id="{27374294-607A-4DF6-6CDB-281223D48B79}"/>
                    </a:ext>
                  </a:extLst>
                </p:cNvPr>
                <p:cNvSpPr/>
                <p:nvPr/>
              </p:nvSpPr>
              <p:spPr>
                <a:xfrm>
                  <a:off x="5369253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7" name="pg947">
                  <a:extLst>
                    <a:ext uri="{FF2B5EF4-FFF2-40B4-BE49-F238E27FC236}">
                      <a16:creationId xmlns:a16="http://schemas.microsoft.com/office/drawing/2014/main" id="{6A42A95F-4BB2-8467-5F10-4D4263CC1CBE}"/>
                    </a:ext>
                  </a:extLst>
                </p:cNvPr>
                <p:cNvSpPr/>
                <p:nvPr/>
              </p:nvSpPr>
              <p:spPr>
                <a:xfrm>
                  <a:off x="5439077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8" name="pg948">
                  <a:extLst>
                    <a:ext uri="{FF2B5EF4-FFF2-40B4-BE49-F238E27FC236}">
                      <a16:creationId xmlns:a16="http://schemas.microsoft.com/office/drawing/2014/main" id="{7B314FDD-C59B-F8CD-8F28-631BD39FFE17}"/>
                    </a:ext>
                  </a:extLst>
                </p:cNvPr>
                <p:cNvSpPr/>
                <p:nvPr/>
              </p:nvSpPr>
              <p:spPr>
                <a:xfrm>
                  <a:off x="5450715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9" name="pg949">
                  <a:extLst>
                    <a:ext uri="{FF2B5EF4-FFF2-40B4-BE49-F238E27FC236}">
                      <a16:creationId xmlns:a16="http://schemas.microsoft.com/office/drawing/2014/main" id="{6BB60491-85A6-D5A2-5C02-2B37F11B0776}"/>
                    </a:ext>
                  </a:extLst>
                </p:cNvPr>
                <p:cNvSpPr/>
                <p:nvPr/>
              </p:nvSpPr>
              <p:spPr>
                <a:xfrm>
                  <a:off x="5462352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0" name="pg950">
                  <a:extLst>
                    <a:ext uri="{FF2B5EF4-FFF2-40B4-BE49-F238E27FC236}">
                      <a16:creationId xmlns:a16="http://schemas.microsoft.com/office/drawing/2014/main" id="{7F5557E2-7AB1-4C0C-024F-30AD1DFA97C6}"/>
                    </a:ext>
                  </a:extLst>
                </p:cNvPr>
                <p:cNvSpPr/>
                <p:nvPr/>
              </p:nvSpPr>
              <p:spPr>
                <a:xfrm>
                  <a:off x="5473989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1" name="pg951">
                  <a:extLst>
                    <a:ext uri="{FF2B5EF4-FFF2-40B4-BE49-F238E27FC236}">
                      <a16:creationId xmlns:a16="http://schemas.microsoft.com/office/drawing/2014/main" id="{95B43859-04E6-5E5D-C51E-FD3460436D6F}"/>
                    </a:ext>
                  </a:extLst>
                </p:cNvPr>
                <p:cNvSpPr/>
                <p:nvPr/>
              </p:nvSpPr>
              <p:spPr>
                <a:xfrm>
                  <a:off x="5485627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2" name="pg952">
                  <a:extLst>
                    <a:ext uri="{FF2B5EF4-FFF2-40B4-BE49-F238E27FC236}">
                      <a16:creationId xmlns:a16="http://schemas.microsoft.com/office/drawing/2014/main" id="{A071E1CE-DA22-E6BF-CD09-82406AB38B8C}"/>
                    </a:ext>
                  </a:extLst>
                </p:cNvPr>
                <p:cNvSpPr/>
                <p:nvPr/>
              </p:nvSpPr>
              <p:spPr>
                <a:xfrm>
                  <a:off x="5497264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3" name="pg953">
                  <a:extLst>
                    <a:ext uri="{FF2B5EF4-FFF2-40B4-BE49-F238E27FC236}">
                      <a16:creationId xmlns:a16="http://schemas.microsoft.com/office/drawing/2014/main" id="{EC3914C2-D56E-1C62-896B-3588C1016F6E}"/>
                    </a:ext>
                  </a:extLst>
                </p:cNvPr>
                <p:cNvSpPr/>
                <p:nvPr/>
              </p:nvSpPr>
              <p:spPr>
                <a:xfrm>
                  <a:off x="5508901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4" name="pg954">
                  <a:extLst>
                    <a:ext uri="{FF2B5EF4-FFF2-40B4-BE49-F238E27FC236}">
                      <a16:creationId xmlns:a16="http://schemas.microsoft.com/office/drawing/2014/main" id="{2CE488C2-663F-4F52-C61A-41DA08425CB7}"/>
                    </a:ext>
                  </a:extLst>
                </p:cNvPr>
                <p:cNvSpPr/>
                <p:nvPr/>
              </p:nvSpPr>
              <p:spPr>
                <a:xfrm>
                  <a:off x="5520539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5" name="pg955">
                  <a:extLst>
                    <a:ext uri="{FF2B5EF4-FFF2-40B4-BE49-F238E27FC236}">
                      <a16:creationId xmlns:a16="http://schemas.microsoft.com/office/drawing/2014/main" id="{1DAEB207-D27A-BE2A-5D09-45D06F914512}"/>
                    </a:ext>
                  </a:extLst>
                </p:cNvPr>
                <p:cNvSpPr/>
                <p:nvPr/>
              </p:nvSpPr>
              <p:spPr>
                <a:xfrm>
                  <a:off x="5532176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6" name="pg956">
                  <a:extLst>
                    <a:ext uri="{FF2B5EF4-FFF2-40B4-BE49-F238E27FC236}">
                      <a16:creationId xmlns:a16="http://schemas.microsoft.com/office/drawing/2014/main" id="{336DBB42-819D-256C-F999-D28431FE5A31}"/>
                    </a:ext>
                  </a:extLst>
                </p:cNvPr>
                <p:cNvSpPr/>
                <p:nvPr/>
              </p:nvSpPr>
              <p:spPr>
                <a:xfrm>
                  <a:off x="5543813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7" name="pg957">
                  <a:extLst>
                    <a:ext uri="{FF2B5EF4-FFF2-40B4-BE49-F238E27FC236}">
                      <a16:creationId xmlns:a16="http://schemas.microsoft.com/office/drawing/2014/main" id="{7B088006-FF21-7946-042A-F3C0BA9377D3}"/>
                    </a:ext>
                  </a:extLst>
                </p:cNvPr>
                <p:cNvSpPr/>
                <p:nvPr/>
              </p:nvSpPr>
              <p:spPr>
                <a:xfrm>
                  <a:off x="5555451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8" name="pg958">
                  <a:extLst>
                    <a:ext uri="{FF2B5EF4-FFF2-40B4-BE49-F238E27FC236}">
                      <a16:creationId xmlns:a16="http://schemas.microsoft.com/office/drawing/2014/main" id="{BBED933B-6A1A-A3B9-66FC-D13E7F28C66B}"/>
                    </a:ext>
                  </a:extLst>
                </p:cNvPr>
                <p:cNvSpPr/>
                <p:nvPr/>
              </p:nvSpPr>
              <p:spPr>
                <a:xfrm>
                  <a:off x="5567088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9" name="pg959">
                  <a:extLst>
                    <a:ext uri="{FF2B5EF4-FFF2-40B4-BE49-F238E27FC236}">
                      <a16:creationId xmlns:a16="http://schemas.microsoft.com/office/drawing/2014/main" id="{913EB0DD-BAC6-AC83-5165-7EB3D701F52D}"/>
                    </a:ext>
                  </a:extLst>
                </p:cNvPr>
                <p:cNvSpPr/>
                <p:nvPr/>
              </p:nvSpPr>
              <p:spPr>
                <a:xfrm>
                  <a:off x="5578725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6FA0">
                    <a:alpha val="100000"/>
                  </a:srgbClr>
                </a:solidFill>
                <a:ln w="5420" cap="flat">
                  <a:solidFill>
                    <a:srgbClr val="3B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0" name="pg960">
                  <a:extLst>
                    <a:ext uri="{FF2B5EF4-FFF2-40B4-BE49-F238E27FC236}">
                      <a16:creationId xmlns:a16="http://schemas.microsoft.com/office/drawing/2014/main" id="{1F565CB4-A991-CB2C-C605-DFB94CEB3297}"/>
                    </a:ext>
                  </a:extLst>
                </p:cNvPr>
                <p:cNvSpPr/>
                <p:nvPr/>
              </p:nvSpPr>
              <p:spPr>
                <a:xfrm>
                  <a:off x="5590363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1" name="pg961">
                  <a:extLst>
                    <a:ext uri="{FF2B5EF4-FFF2-40B4-BE49-F238E27FC236}">
                      <a16:creationId xmlns:a16="http://schemas.microsoft.com/office/drawing/2014/main" id="{40E70BCC-9D7C-6C85-E4A0-739FD6165B1C}"/>
                    </a:ext>
                  </a:extLst>
                </p:cNvPr>
                <p:cNvSpPr/>
                <p:nvPr/>
              </p:nvSpPr>
              <p:spPr>
                <a:xfrm>
                  <a:off x="5602000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2" name="pg962">
                  <a:extLst>
                    <a:ext uri="{FF2B5EF4-FFF2-40B4-BE49-F238E27FC236}">
                      <a16:creationId xmlns:a16="http://schemas.microsoft.com/office/drawing/2014/main" id="{C9EDA859-3E88-083D-28F1-8242B63E72ED}"/>
                    </a:ext>
                  </a:extLst>
                </p:cNvPr>
                <p:cNvSpPr/>
                <p:nvPr/>
              </p:nvSpPr>
              <p:spPr>
                <a:xfrm>
                  <a:off x="5613637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3" name="pg963">
                  <a:extLst>
                    <a:ext uri="{FF2B5EF4-FFF2-40B4-BE49-F238E27FC236}">
                      <a16:creationId xmlns:a16="http://schemas.microsoft.com/office/drawing/2014/main" id="{42B24FDD-A16A-255F-2AE5-EED9114C071A}"/>
                    </a:ext>
                  </a:extLst>
                </p:cNvPr>
                <p:cNvSpPr/>
                <p:nvPr/>
              </p:nvSpPr>
              <p:spPr>
                <a:xfrm>
                  <a:off x="5625275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4" name="pg964">
                  <a:extLst>
                    <a:ext uri="{FF2B5EF4-FFF2-40B4-BE49-F238E27FC236}">
                      <a16:creationId xmlns:a16="http://schemas.microsoft.com/office/drawing/2014/main" id="{133203A8-4857-F455-164E-6E4EA4D595C4}"/>
                    </a:ext>
                  </a:extLst>
                </p:cNvPr>
                <p:cNvSpPr/>
                <p:nvPr/>
              </p:nvSpPr>
              <p:spPr>
                <a:xfrm>
                  <a:off x="5636912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5" name="pg965">
                  <a:extLst>
                    <a:ext uri="{FF2B5EF4-FFF2-40B4-BE49-F238E27FC236}">
                      <a16:creationId xmlns:a16="http://schemas.microsoft.com/office/drawing/2014/main" id="{919B6982-4C86-CC37-A28F-1974150BD10B}"/>
                    </a:ext>
                  </a:extLst>
                </p:cNvPr>
                <p:cNvSpPr/>
                <p:nvPr/>
              </p:nvSpPr>
              <p:spPr>
                <a:xfrm>
                  <a:off x="5648549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6" name="pg966">
                  <a:extLst>
                    <a:ext uri="{FF2B5EF4-FFF2-40B4-BE49-F238E27FC236}">
                      <a16:creationId xmlns:a16="http://schemas.microsoft.com/office/drawing/2014/main" id="{2BDB4B96-0BF2-6A6C-BB8C-93F9BB40DFD8}"/>
                    </a:ext>
                  </a:extLst>
                </p:cNvPr>
                <p:cNvSpPr/>
                <p:nvPr/>
              </p:nvSpPr>
              <p:spPr>
                <a:xfrm>
                  <a:off x="5660186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7" name="pg967">
                  <a:extLst>
                    <a:ext uri="{FF2B5EF4-FFF2-40B4-BE49-F238E27FC236}">
                      <a16:creationId xmlns:a16="http://schemas.microsoft.com/office/drawing/2014/main" id="{8E242394-80C6-9954-E7C4-E32E4A5BE073}"/>
                    </a:ext>
                  </a:extLst>
                </p:cNvPr>
                <p:cNvSpPr/>
                <p:nvPr/>
              </p:nvSpPr>
              <p:spPr>
                <a:xfrm>
                  <a:off x="5671824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8" name="pg968">
                  <a:extLst>
                    <a:ext uri="{FF2B5EF4-FFF2-40B4-BE49-F238E27FC236}">
                      <a16:creationId xmlns:a16="http://schemas.microsoft.com/office/drawing/2014/main" id="{26FFA16C-C7E4-C791-2FBF-C0DFBADE48D8}"/>
                    </a:ext>
                  </a:extLst>
                </p:cNvPr>
                <p:cNvSpPr/>
                <p:nvPr/>
              </p:nvSpPr>
              <p:spPr>
                <a:xfrm>
                  <a:off x="5683461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0">
                    <a:alpha val="100000"/>
                  </a:srgbClr>
                </a:solidFill>
                <a:ln w="5420" cap="flat">
                  <a:solidFill>
                    <a:srgbClr val="3B70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9" name="pg969">
                  <a:extLst>
                    <a:ext uri="{FF2B5EF4-FFF2-40B4-BE49-F238E27FC236}">
                      <a16:creationId xmlns:a16="http://schemas.microsoft.com/office/drawing/2014/main" id="{F690A380-54D5-998D-262A-D4B4535D4A6B}"/>
                    </a:ext>
                  </a:extLst>
                </p:cNvPr>
                <p:cNvSpPr/>
                <p:nvPr/>
              </p:nvSpPr>
              <p:spPr>
                <a:xfrm>
                  <a:off x="5695098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0" name="pg970">
                  <a:extLst>
                    <a:ext uri="{FF2B5EF4-FFF2-40B4-BE49-F238E27FC236}">
                      <a16:creationId xmlns:a16="http://schemas.microsoft.com/office/drawing/2014/main" id="{C4DD789C-AACD-1CC0-C6C7-4281AD4D2A7C}"/>
                    </a:ext>
                  </a:extLst>
                </p:cNvPr>
                <p:cNvSpPr/>
                <p:nvPr/>
              </p:nvSpPr>
              <p:spPr>
                <a:xfrm>
                  <a:off x="5706736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1" name="pg971">
                  <a:extLst>
                    <a:ext uri="{FF2B5EF4-FFF2-40B4-BE49-F238E27FC236}">
                      <a16:creationId xmlns:a16="http://schemas.microsoft.com/office/drawing/2014/main" id="{2A39AF70-8300-3A90-983B-2BC39FFE2FAC}"/>
                    </a:ext>
                  </a:extLst>
                </p:cNvPr>
                <p:cNvSpPr/>
                <p:nvPr/>
              </p:nvSpPr>
              <p:spPr>
                <a:xfrm>
                  <a:off x="5718373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2" name="pg972">
                  <a:extLst>
                    <a:ext uri="{FF2B5EF4-FFF2-40B4-BE49-F238E27FC236}">
                      <a16:creationId xmlns:a16="http://schemas.microsoft.com/office/drawing/2014/main" id="{B80DBC18-9C37-C8C5-E7EB-B3B3AAF72109}"/>
                    </a:ext>
                  </a:extLst>
                </p:cNvPr>
                <p:cNvSpPr/>
                <p:nvPr/>
              </p:nvSpPr>
              <p:spPr>
                <a:xfrm>
                  <a:off x="5730010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3" name="pg973">
                  <a:extLst>
                    <a:ext uri="{FF2B5EF4-FFF2-40B4-BE49-F238E27FC236}">
                      <a16:creationId xmlns:a16="http://schemas.microsoft.com/office/drawing/2014/main" id="{CFC1CC6B-7856-5EA2-F0D1-807EDBAF67EB}"/>
                    </a:ext>
                  </a:extLst>
                </p:cNvPr>
                <p:cNvSpPr/>
                <p:nvPr/>
              </p:nvSpPr>
              <p:spPr>
                <a:xfrm>
                  <a:off x="5741648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4" name="pg974">
                  <a:extLst>
                    <a:ext uri="{FF2B5EF4-FFF2-40B4-BE49-F238E27FC236}">
                      <a16:creationId xmlns:a16="http://schemas.microsoft.com/office/drawing/2014/main" id="{A0A3A071-C18E-56A4-4BA6-09816B2319FA}"/>
                    </a:ext>
                  </a:extLst>
                </p:cNvPr>
                <p:cNvSpPr/>
                <p:nvPr/>
              </p:nvSpPr>
              <p:spPr>
                <a:xfrm>
                  <a:off x="5753285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5" name="pg975">
                  <a:extLst>
                    <a:ext uri="{FF2B5EF4-FFF2-40B4-BE49-F238E27FC236}">
                      <a16:creationId xmlns:a16="http://schemas.microsoft.com/office/drawing/2014/main" id="{0E5D3F52-477C-D5A0-AC92-33A617C0DC4F}"/>
                    </a:ext>
                  </a:extLst>
                </p:cNvPr>
                <p:cNvSpPr/>
                <p:nvPr/>
              </p:nvSpPr>
              <p:spPr>
                <a:xfrm>
                  <a:off x="5764922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6" name="pg976">
                  <a:extLst>
                    <a:ext uri="{FF2B5EF4-FFF2-40B4-BE49-F238E27FC236}">
                      <a16:creationId xmlns:a16="http://schemas.microsoft.com/office/drawing/2014/main" id="{E63C9496-F76D-D10F-DD6E-469ED6379679}"/>
                    </a:ext>
                  </a:extLst>
                </p:cNvPr>
                <p:cNvSpPr/>
                <p:nvPr/>
              </p:nvSpPr>
              <p:spPr>
                <a:xfrm>
                  <a:off x="5334341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7" name="pg977">
                  <a:extLst>
                    <a:ext uri="{FF2B5EF4-FFF2-40B4-BE49-F238E27FC236}">
                      <a16:creationId xmlns:a16="http://schemas.microsoft.com/office/drawing/2014/main" id="{ABD3BB69-6DDA-F9C2-91D9-A3AE18F35B93}"/>
                    </a:ext>
                  </a:extLst>
                </p:cNvPr>
                <p:cNvSpPr/>
                <p:nvPr/>
              </p:nvSpPr>
              <p:spPr>
                <a:xfrm>
                  <a:off x="5345979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8" name="pg978">
                  <a:extLst>
                    <a:ext uri="{FF2B5EF4-FFF2-40B4-BE49-F238E27FC236}">
                      <a16:creationId xmlns:a16="http://schemas.microsoft.com/office/drawing/2014/main" id="{D7464322-6DF6-FC55-01DD-DF0B325EF663}"/>
                    </a:ext>
                  </a:extLst>
                </p:cNvPr>
                <p:cNvSpPr/>
                <p:nvPr/>
              </p:nvSpPr>
              <p:spPr>
                <a:xfrm>
                  <a:off x="5357616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9" name="pg979">
                  <a:extLst>
                    <a:ext uri="{FF2B5EF4-FFF2-40B4-BE49-F238E27FC236}">
                      <a16:creationId xmlns:a16="http://schemas.microsoft.com/office/drawing/2014/main" id="{B2803296-624E-7E94-A4A6-000A24C3B7DA}"/>
                    </a:ext>
                  </a:extLst>
                </p:cNvPr>
                <p:cNvSpPr/>
                <p:nvPr/>
              </p:nvSpPr>
              <p:spPr>
                <a:xfrm>
                  <a:off x="5369253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0" name="pg980">
                  <a:extLst>
                    <a:ext uri="{FF2B5EF4-FFF2-40B4-BE49-F238E27FC236}">
                      <a16:creationId xmlns:a16="http://schemas.microsoft.com/office/drawing/2014/main" id="{80293FB5-C231-F6C6-CB2C-4A01237AA69F}"/>
                    </a:ext>
                  </a:extLst>
                </p:cNvPr>
                <p:cNvSpPr/>
                <p:nvPr/>
              </p:nvSpPr>
              <p:spPr>
                <a:xfrm>
                  <a:off x="5380891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1" name="pg981">
                  <a:extLst>
                    <a:ext uri="{FF2B5EF4-FFF2-40B4-BE49-F238E27FC236}">
                      <a16:creationId xmlns:a16="http://schemas.microsoft.com/office/drawing/2014/main" id="{11BA9E2B-58D7-1D77-247C-C3CDD73ACD68}"/>
                    </a:ext>
                  </a:extLst>
                </p:cNvPr>
                <p:cNvSpPr/>
                <p:nvPr/>
              </p:nvSpPr>
              <p:spPr>
                <a:xfrm>
                  <a:off x="5415803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2" name="pg982">
                  <a:extLst>
                    <a:ext uri="{FF2B5EF4-FFF2-40B4-BE49-F238E27FC236}">
                      <a16:creationId xmlns:a16="http://schemas.microsoft.com/office/drawing/2014/main" id="{E1C7AFE1-139F-5D2E-1D80-1AF67625340A}"/>
                    </a:ext>
                  </a:extLst>
                </p:cNvPr>
                <p:cNvSpPr/>
                <p:nvPr/>
              </p:nvSpPr>
              <p:spPr>
                <a:xfrm>
                  <a:off x="5427440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3" name="pg983">
                  <a:extLst>
                    <a:ext uri="{FF2B5EF4-FFF2-40B4-BE49-F238E27FC236}">
                      <a16:creationId xmlns:a16="http://schemas.microsoft.com/office/drawing/2014/main" id="{7868FD2B-8D19-9F3D-7435-D84064607E63}"/>
                    </a:ext>
                  </a:extLst>
                </p:cNvPr>
                <p:cNvSpPr/>
                <p:nvPr/>
              </p:nvSpPr>
              <p:spPr>
                <a:xfrm>
                  <a:off x="5439077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4" name="pg984">
                  <a:extLst>
                    <a:ext uri="{FF2B5EF4-FFF2-40B4-BE49-F238E27FC236}">
                      <a16:creationId xmlns:a16="http://schemas.microsoft.com/office/drawing/2014/main" id="{6ADE496E-5032-F7E0-41DA-05321C80E2B5}"/>
                    </a:ext>
                  </a:extLst>
                </p:cNvPr>
                <p:cNvSpPr/>
                <p:nvPr/>
              </p:nvSpPr>
              <p:spPr>
                <a:xfrm>
                  <a:off x="5450715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5" name="pg985">
                  <a:extLst>
                    <a:ext uri="{FF2B5EF4-FFF2-40B4-BE49-F238E27FC236}">
                      <a16:creationId xmlns:a16="http://schemas.microsoft.com/office/drawing/2014/main" id="{68DA343F-19F1-8777-AA80-3AB905CAF8EC}"/>
                    </a:ext>
                  </a:extLst>
                </p:cNvPr>
                <p:cNvSpPr/>
                <p:nvPr/>
              </p:nvSpPr>
              <p:spPr>
                <a:xfrm>
                  <a:off x="5462352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6" name="pg986">
                  <a:extLst>
                    <a:ext uri="{FF2B5EF4-FFF2-40B4-BE49-F238E27FC236}">
                      <a16:creationId xmlns:a16="http://schemas.microsoft.com/office/drawing/2014/main" id="{5DFD63D0-65E1-CD03-955E-988B47BB226C}"/>
                    </a:ext>
                  </a:extLst>
                </p:cNvPr>
                <p:cNvSpPr/>
                <p:nvPr/>
              </p:nvSpPr>
              <p:spPr>
                <a:xfrm>
                  <a:off x="5473989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7" name="pg987">
                  <a:extLst>
                    <a:ext uri="{FF2B5EF4-FFF2-40B4-BE49-F238E27FC236}">
                      <a16:creationId xmlns:a16="http://schemas.microsoft.com/office/drawing/2014/main" id="{11BBF334-D214-2D15-4812-61276F0ED656}"/>
                    </a:ext>
                  </a:extLst>
                </p:cNvPr>
                <p:cNvSpPr/>
                <p:nvPr/>
              </p:nvSpPr>
              <p:spPr>
                <a:xfrm>
                  <a:off x="5485627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8" name="pg988">
                  <a:extLst>
                    <a:ext uri="{FF2B5EF4-FFF2-40B4-BE49-F238E27FC236}">
                      <a16:creationId xmlns:a16="http://schemas.microsoft.com/office/drawing/2014/main" id="{998FE5F8-AAD6-B9E6-8B1C-04236BBE6880}"/>
                    </a:ext>
                  </a:extLst>
                </p:cNvPr>
                <p:cNvSpPr/>
                <p:nvPr/>
              </p:nvSpPr>
              <p:spPr>
                <a:xfrm>
                  <a:off x="5497264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9" name="pg989">
                  <a:extLst>
                    <a:ext uri="{FF2B5EF4-FFF2-40B4-BE49-F238E27FC236}">
                      <a16:creationId xmlns:a16="http://schemas.microsoft.com/office/drawing/2014/main" id="{A61B99FA-DB4C-7BFF-5139-8427C222FE4E}"/>
                    </a:ext>
                  </a:extLst>
                </p:cNvPr>
                <p:cNvSpPr/>
                <p:nvPr/>
              </p:nvSpPr>
              <p:spPr>
                <a:xfrm>
                  <a:off x="5508901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0" name="pg990">
                  <a:extLst>
                    <a:ext uri="{FF2B5EF4-FFF2-40B4-BE49-F238E27FC236}">
                      <a16:creationId xmlns:a16="http://schemas.microsoft.com/office/drawing/2014/main" id="{F73C2F30-EF90-9B2C-E2BB-1C0637C52EF9}"/>
                    </a:ext>
                  </a:extLst>
                </p:cNvPr>
                <p:cNvSpPr/>
                <p:nvPr/>
              </p:nvSpPr>
              <p:spPr>
                <a:xfrm>
                  <a:off x="5520539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1" name="pg991">
                  <a:extLst>
                    <a:ext uri="{FF2B5EF4-FFF2-40B4-BE49-F238E27FC236}">
                      <a16:creationId xmlns:a16="http://schemas.microsoft.com/office/drawing/2014/main" id="{AB721052-AB4F-B040-63C5-80660483D8CB}"/>
                    </a:ext>
                  </a:extLst>
                </p:cNvPr>
                <p:cNvSpPr/>
                <p:nvPr/>
              </p:nvSpPr>
              <p:spPr>
                <a:xfrm>
                  <a:off x="5532176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2" name="pg992">
                  <a:extLst>
                    <a:ext uri="{FF2B5EF4-FFF2-40B4-BE49-F238E27FC236}">
                      <a16:creationId xmlns:a16="http://schemas.microsoft.com/office/drawing/2014/main" id="{3D97F504-6C1B-29ED-94B3-30B82D1299FE}"/>
                    </a:ext>
                  </a:extLst>
                </p:cNvPr>
                <p:cNvSpPr/>
                <p:nvPr/>
              </p:nvSpPr>
              <p:spPr>
                <a:xfrm>
                  <a:off x="5543813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3" name="pg993">
                  <a:extLst>
                    <a:ext uri="{FF2B5EF4-FFF2-40B4-BE49-F238E27FC236}">
                      <a16:creationId xmlns:a16="http://schemas.microsoft.com/office/drawing/2014/main" id="{EB62D121-BD0B-D543-384A-96E0BFF9B06E}"/>
                    </a:ext>
                  </a:extLst>
                </p:cNvPr>
                <p:cNvSpPr/>
                <p:nvPr/>
              </p:nvSpPr>
              <p:spPr>
                <a:xfrm>
                  <a:off x="5555451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4" name="pg994">
                  <a:extLst>
                    <a:ext uri="{FF2B5EF4-FFF2-40B4-BE49-F238E27FC236}">
                      <a16:creationId xmlns:a16="http://schemas.microsoft.com/office/drawing/2014/main" id="{04BB56E4-F47F-A441-61F1-375DC6CA89B3}"/>
                    </a:ext>
                  </a:extLst>
                </p:cNvPr>
                <p:cNvSpPr/>
                <p:nvPr/>
              </p:nvSpPr>
              <p:spPr>
                <a:xfrm>
                  <a:off x="5567088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5" name="pg995">
                  <a:extLst>
                    <a:ext uri="{FF2B5EF4-FFF2-40B4-BE49-F238E27FC236}">
                      <a16:creationId xmlns:a16="http://schemas.microsoft.com/office/drawing/2014/main" id="{3DA73B90-77D0-529F-8E54-71D3151C5828}"/>
                    </a:ext>
                  </a:extLst>
                </p:cNvPr>
                <p:cNvSpPr/>
                <p:nvPr/>
              </p:nvSpPr>
              <p:spPr>
                <a:xfrm>
                  <a:off x="5578725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6" name="pg996">
                  <a:extLst>
                    <a:ext uri="{FF2B5EF4-FFF2-40B4-BE49-F238E27FC236}">
                      <a16:creationId xmlns:a16="http://schemas.microsoft.com/office/drawing/2014/main" id="{1F25A3A6-BFE8-C18C-E40A-DF17058BD863}"/>
                    </a:ext>
                  </a:extLst>
                </p:cNvPr>
                <p:cNvSpPr/>
                <p:nvPr/>
              </p:nvSpPr>
              <p:spPr>
                <a:xfrm>
                  <a:off x="5590363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7" name="pg997">
                  <a:extLst>
                    <a:ext uri="{FF2B5EF4-FFF2-40B4-BE49-F238E27FC236}">
                      <a16:creationId xmlns:a16="http://schemas.microsoft.com/office/drawing/2014/main" id="{C2724CA2-B39B-627E-0F8A-4259BE99E4C7}"/>
                    </a:ext>
                  </a:extLst>
                </p:cNvPr>
                <p:cNvSpPr/>
                <p:nvPr/>
              </p:nvSpPr>
              <p:spPr>
                <a:xfrm>
                  <a:off x="5602000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8" name="pg998">
                  <a:extLst>
                    <a:ext uri="{FF2B5EF4-FFF2-40B4-BE49-F238E27FC236}">
                      <a16:creationId xmlns:a16="http://schemas.microsoft.com/office/drawing/2014/main" id="{58A7D710-9F10-1F48-EA0C-B4CC0EDB8E07}"/>
                    </a:ext>
                  </a:extLst>
                </p:cNvPr>
                <p:cNvSpPr/>
                <p:nvPr/>
              </p:nvSpPr>
              <p:spPr>
                <a:xfrm>
                  <a:off x="5613637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9" name="pg999">
                  <a:extLst>
                    <a:ext uri="{FF2B5EF4-FFF2-40B4-BE49-F238E27FC236}">
                      <a16:creationId xmlns:a16="http://schemas.microsoft.com/office/drawing/2014/main" id="{AA607F50-3CD0-8F10-9910-56DBD0E7AF8E}"/>
                    </a:ext>
                  </a:extLst>
                </p:cNvPr>
                <p:cNvSpPr/>
                <p:nvPr/>
              </p:nvSpPr>
              <p:spPr>
                <a:xfrm>
                  <a:off x="5625275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0" name="pg1000">
                  <a:extLst>
                    <a:ext uri="{FF2B5EF4-FFF2-40B4-BE49-F238E27FC236}">
                      <a16:creationId xmlns:a16="http://schemas.microsoft.com/office/drawing/2014/main" id="{52104261-DFB1-B48F-875B-068BCBCB57EB}"/>
                    </a:ext>
                  </a:extLst>
                </p:cNvPr>
                <p:cNvSpPr/>
                <p:nvPr/>
              </p:nvSpPr>
              <p:spPr>
                <a:xfrm>
                  <a:off x="5636912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1" name="pg1001">
                  <a:extLst>
                    <a:ext uri="{FF2B5EF4-FFF2-40B4-BE49-F238E27FC236}">
                      <a16:creationId xmlns:a16="http://schemas.microsoft.com/office/drawing/2014/main" id="{0C24B927-30F6-31F1-E7EA-2EA010BC4A1D}"/>
                    </a:ext>
                  </a:extLst>
                </p:cNvPr>
                <p:cNvSpPr/>
                <p:nvPr/>
              </p:nvSpPr>
              <p:spPr>
                <a:xfrm>
                  <a:off x="5648549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9F">
                    <a:alpha val="100000"/>
                  </a:srgbClr>
                </a:solidFill>
                <a:ln w="5420" cap="flat">
                  <a:solidFill>
                    <a:srgbClr val="3A6C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2" name="pg1002">
                  <a:extLst>
                    <a:ext uri="{FF2B5EF4-FFF2-40B4-BE49-F238E27FC236}">
                      <a16:creationId xmlns:a16="http://schemas.microsoft.com/office/drawing/2014/main" id="{0B93A7E6-ED23-F72D-0E55-99960BAF89EE}"/>
                    </a:ext>
                  </a:extLst>
                </p:cNvPr>
                <p:cNvSpPr/>
                <p:nvPr/>
              </p:nvSpPr>
              <p:spPr>
                <a:xfrm>
                  <a:off x="5660186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3" name="pg1003">
                  <a:extLst>
                    <a:ext uri="{FF2B5EF4-FFF2-40B4-BE49-F238E27FC236}">
                      <a16:creationId xmlns:a16="http://schemas.microsoft.com/office/drawing/2014/main" id="{6FDDE71E-723C-2031-E875-929BEEF81176}"/>
                    </a:ext>
                  </a:extLst>
                </p:cNvPr>
                <p:cNvSpPr/>
                <p:nvPr/>
              </p:nvSpPr>
              <p:spPr>
                <a:xfrm>
                  <a:off x="5671824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4" name="pg1004">
                  <a:extLst>
                    <a:ext uri="{FF2B5EF4-FFF2-40B4-BE49-F238E27FC236}">
                      <a16:creationId xmlns:a16="http://schemas.microsoft.com/office/drawing/2014/main" id="{52FA66E2-13A5-5FDF-ADEC-3B0335C0CAA2}"/>
                    </a:ext>
                  </a:extLst>
                </p:cNvPr>
                <p:cNvSpPr/>
                <p:nvPr/>
              </p:nvSpPr>
              <p:spPr>
                <a:xfrm>
                  <a:off x="5683461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1">
                    <a:alpha val="100000"/>
                  </a:srgbClr>
                </a:solidFill>
                <a:ln w="5420" cap="flat">
                  <a:solidFill>
                    <a:srgbClr val="3B70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5" name="pg1005">
                  <a:extLst>
                    <a:ext uri="{FF2B5EF4-FFF2-40B4-BE49-F238E27FC236}">
                      <a16:creationId xmlns:a16="http://schemas.microsoft.com/office/drawing/2014/main" id="{E1ED510A-2EC0-9304-551D-F7FE966B1A2A}"/>
                    </a:ext>
                  </a:extLst>
                </p:cNvPr>
                <p:cNvSpPr/>
                <p:nvPr/>
              </p:nvSpPr>
              <p:spPr>
                <a:xfrm>
                  <a:off x="5706736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6" name="pg1006">
                  <a:extLst>
                    <a:ext uri="{FF2B5EF4-FFF2-40B4-BE49-F238E27FC236}">
                      <a16:creationId xmlns:a16="http://schemas.microsoft.com/office/drawing/2014/main" id="{DCDC7F8D-3A60-E545-B452-F8EB504F9431}"/>
                    </a:ext>
                  </a:extLst>
                </p:cNvPr>
                <p:cNvSpPr/>
                <p:nvPr/>
              </p:nvSpPr>
              <p:spPr>
                <a:xfrm>
                  <a:off x="5718373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7" name="pg1007">
                  <a:extLst>
                    <a:ext uri="{FF2B5EF4-FFF2-40B4-BE49-F238E27FC236}">
                      <a16:creationId xmlns:a16="http://schemas.microsoft.com/office/drawing/2014/main" id="{0D8DF20C-8B35-E2B0-BB90-02072BF40312}"/>
                    </a:ext>
                  </a:extLst>
                </p:cNvPr>
                <p:cNvSpPr/>
                <p:nvPr/>
              </p:nvSpPr>
              <p:spPr>
                <a:xfrm>
                  <a:off x="5334341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6A9">
                    <a:alpha val="100000"/>
                  </a:srgbClr>
                </a:solidFill>
                <a:ln w="5420" cap="flat">
                  <a:solidFill>
                    <a:srgbClr val="35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8" name="pg1008">
                  <a:extLst>
                    <a:ext uri="{FF2B5EF4-FFF2-40B4-BE49-F238E27FC236}">
                      <a16:creationId xmlns:a16="http://schemas.microsoft.com/office/drawing/2014/main" id="{7C71F518-9CAC-DA06-19E6-39DCB63CF46A}"/>
                    </a:ext>
                  </a:extLst>
                </p:cNvPr>
                <p:cNvSpPr/>
                <p:nvPr/>
              </p:nvSpPr>
              <p:spPr>
                <a:xfrm>
                  <a:off x="5345979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9" name="pg1009">
                  <a:extLst>
                    <a:ext uri="{FF2B5EF4-FFF2-40B4-BE49-F238E27FC236}">
                      <a16:creationId xmlns:a16="http://schemas.microsoft.com/office/drawing/2014/main" id="{94F26E8D-5C06-26F7-F0B6-13A41C3D30DE}"/>
                    </a:ext>
                  </a:extLst>
                </p:cNvPr>
                <p:cNvSpPr/>
                <p:nvPr/>
              </p:nvSpPr>
              <p:spPr>
                <a:xfrm>
                  <a:off x="5357616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0" name="pg1010">
                  <a:extLst>
                    <a:ext uri="{FF2B5EF4-FFF2-40B4-BE49-F238E27FC236}">
                      <a16:creationId xmlns:a16="http://schemas.microsoft.com/office/drawing/2014/main" id="{7C0DC9A4-1672-6165-F9E4-C8B5D15E5BCE}"/>
                    </a:ext>
                  </a:extLst>
                </p:cNvPr>
                <p:cNvSpPr/>
                <p:nvPr/>
              </p:nvSpPr>
              <p:spPr>
                <a:xfrm>
                  <a:off x="5369253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1" name="pg1011">
                  <a:extLst>
                    <a:ext uri="{FF2B5EF4-FFF2-40B4-BE49-F238E27FC236}">
                      <a16:creationId xmlns:a16="http://schemas.microsoft.com/office/drawing/2014/main" id="{71BC90DC-B61E-D8B0-0B68-89CCEBF94FFF}"/>
                    </a:ext>
                  </a:extLst>
                </p:cNvPr>
                <p:cNvSpPr/>
                <p:nvPr/>
              </p:nvSpPr>
              <p:spPr>
                <a:xfrm>
                  <a:off x="5380891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2" name="pg1012">
                  <a:extLst>
                    <a:ext uri="{FF2B5EF4-FFF2-40B4-BE49-F238E27FC236}">
                      <a16:creationId xmlns:a16="http://schemas.microsoft.com/office/drawing/2014/main" id="{AF22F8B1-8507-9328-7B8E-E84265F8FC78}"/>
                    </a:ext>
                  </a:extLst>
                </p:cNvPr>
                <p:cNvSpPr/>
                <p:nvPr/>
              </p:nvSpPr>
              <p:spPr>
                <a:xfrm>
                  <a:off x="5392528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3" name="pg1013">
                  <a:extLst>
                    <a:ext uri="{FF2B5EF4-FFF2-40B4-BE49-F238E27FC236}">
                      <a16:creationId xmlns:a16="http://schemas.microsoft.com/office/drawing/2014/main" id="{9F71BCA4-FD99-C7EE-D6B9-881BE222A8FF}"/>
                    </a:ext>
                  </a:extLst>
                </p:cNvPr>
                <p:cNvSpPr/>
                <p:nvPr/>
              </p:nvSpPr>
              <p:spPr>
                <a:xfrm>
                  <a:off x="5404165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4" name="pg1014">
                  <a:extLst>
                    <a:ext uri="{FF2B5EF4-FFF2-40B4-BE49-F238E27FC236}">
                      <a16:creationId xmlns:a16="http://schemas.microsoft.com/office/drawing/2014/main" id="{8980029D-9E6C-96DB-4F11-06AF15679FB7}"/>
                    </a:ext>
                  </a:extLst>
                </p:cNvPr>
                <p:cNvSpPr/>
                <p:nvPr/>
              </p:nvSpPr>
              <p:spPr>
                <a:xfrm>
                  <a:off x="5415803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5" name="pg1015">
                  <a:extLst>
                    <a:ext uri="{FF2B5EF4-FFF2-40B4-BE49-F238E27FC236}">
                      <a16:creationId xmlns:a16="http://schemas.microsoft.com/office/drawing/2014/main" id="{EC30CAE6-88B5-D726-C0B9-A1594C846594}"/>
                    </a:ext>
                  </a:extLst>
                </p:cNvPr>
                <p:cNvSpPr/>
                <p:nvPr/>
              </p:nvSpPr>
              <p:spPr>
                <a:xfrm>
                  <a:off x="5427440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6" name="pg1016">
                  <a:extLst>
                    <a:ext uri="{FF2B5EF4-FFF2-40B4-BE49-F238E27FC236}">
                      <a16:creationId xmlns:a16="http://schemas.microsoft.com/office/drawing/2014/main" id="{EB8913B5-02BD-3801-B2FC-1858283A581E}"/>
                    </a:ext>
                  </a:extLst>
                </p:cNvPr>
                <p:cNvSpPr/>
                <p:nvPr/>
              </p:nvSpPr>
              <p:spPr>
                <a:xfrm>
                  <a:off x="5439077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7" name="pg1017">
                  <a:extLst>
                    <a:ext uri="{FF2B5EF4-FFF2-40B4-BE49-F238E27FC236}">
                      <a16:creationId xmlns:a16="http://schemas.microsoft.com/office/drawing/2014/main" id="{B6475778-2BBA-14A4-100E-4D22407D4F02}"/>
                    </a:ext>
                  </a:extLst>
                </p:cNvPr>
                <p:cNvSpPr/>
                <p:nvPr/>
              </p:nvSpPr>
              <p:spPr>
                <a:xfrm>
                  <a:off x="5450715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8" name="pg1018">
                  <a:extLst>
                    <a:ext uri="{FF2B5EF4-FFF2-40B4-BE49-F238E27FC236}">
                      <a16:creationId xmlns:a16="http://schemas.microsoft.com/office/drawing/2014/main" id="{3409DD51-A8C0-252B-39D0-84B319AB78DF}"/>
                    </a:ext>
                  </a:extLst>
                </p:cNvPr>
                <p:cNvSpPr/>
                <p:nvPr/>
              </p:nvSpPr>
              <p:spPr>
                <a:xfrm>
                  <a:off x="5462352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9" name="pg1019">
                  <a:extLst>
                    <a:ext uri="{FF2B5EF4-FFF2-40B4-BE49-F238E27FC236}">
                      <a16:creationId xmlns:a16="http://schemas.microsoft.com/office/drawing/2014/main" id="{F9F0FCE0-8223-F592-E96C-B855D6099A85}"/>
                    </a:ext>
                  </a:extLst>
                </p:cNvPr>
                <p:cNvSpPr/>
                <p:nvPr/>
              </p:nvSpPr>
              <p:spPr>
                <a:xfrm>
                  <a:off x="5473989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0" name="pg1020">
                  <a:extLst>
                    <a:ext uri="{FF2B5EF4-FFF2-40B4-BE49-F238E27FC236}">
                      <a16:creationId xmlns:a16="http://schemas.microsoft.com/office/drawing/2014/main" id="{A6E9364B-86FF-0064-01D2-4B89C9D668E2}"/>
                    </a:ext>
                  </a:extLst>
                </p:cNvPr>
                <p:cNvSpPr/>
                <p:nvPr/>
              </p:nvSpPr>
              <p:spPr>
                <a:xfrm>
                  <a:off x="5485627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1" name="pg1021">
                  <a:extLst>
                    <a:ext uri="{FF2B5EF4-FFF2-40B4-BE49-F238E27FC236}">
                      <a16:creationId xmlns:a16="http://schemas.microsoft.com/office/drawing/2014/main" id="{E178CE01-43AB-C4C0-E21E-9AFED042C754}"/>
                    </a:ext>
                  </a:extLst>
                </p:cNvPr>
                <p:cNvSpPr/>
                <p:nvPr/>
              </p:nvSpPr>
              <p:spPr>
                <a:xfrm>
                  <a:off x="5497264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2" name="pg1022">
                  <a:extLst>
                    <a:ext uri="{FF2B5EF4-FFF2-40B4-BE49-F238E27FC236}">
                      <a16:creationId xmlns:a16="http://schemas.microsoft.com/office/drawing/2014/main" id="{128B073E-425D-33C9-ED69-F836E0B5C53A}"/>
                    </a:ext>
                  </a:extLst>
                </p:cNvPr>
                <p:cNvSpPr/>
                <p:nvPr/>
              </p:nvSpPr>
              <p:spPr>
                <a:xfrm>
                  <a:off x="5508901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3" name="pg1023">
                  <a:extLst>
                    <a:ext uri="{FF2B5EF4-FFF2-40B4-BE49-F238E27FC236}">
                      <a16:creationId xmlns:a16="http://schemas.microsoft.com/office/drawing/2014/main" id="{C4138541-EEC0-850B-C604-77312B1AE50C}"/>
                    </a:ext>
                  </a:extLst>
                </p:cNvPr>
                <p:cNvSpPr/>
                <p:nvPr/>
              </p:nvSpPr>
              <p:spPr>
                <a:xfrm>
                  <a:off x="5520539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4" name="pg1024">
                  <a:extLst>
                    <a:ext uri="{FF2B5EF4-FFF2-40B4-BE49-F238E27FC236}">
                      <a16:creationId xmlns:a16="http://schemas.microsoft.com/office/drawing/2014/main" id="{4D6A06CD-0414-E57E-8223-0E499C0427AD}"/>
                    </a:ext>
                  </a:extLst>
                </p:cNvPr>
                <p:cNvSpPr/>
                <p:nvPr/>
              </p:nvSpPr>
              <p:spPr>
                <a:xfrm>
                  <a:off x="5532176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5" name="pg1025">
                  <a:extLst>
                    <a:ext uri="{FF2B5EF4-FFF2-40B4-BE49-F238E27FC236}">
                      <a16:creationId xmlns:a16="http://schemas.microsoft.com/office/drawing/2014/main" id="{25CBA907-F62C-AB80-4DAE-C49943D5A2E5}"/>
                    </a:ext>
                  </a:extLst>
                </p:cNvPr>
                <p:cNvSpPr/>
                <p:nvPr/>
              </p:nvSpPr>
              <p:spPr>
                <a:xfrm>
                  <a:off x="5543813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6" name="pg1026">
                  <a:extLst>
                    <a:ext uri="{FF2B5EF4-FFF2-40B4-BE49-F238E27FC236}">
                      <a16:creationId xmlns:a16="http://schemas.microsoft.com/office/drawing/2014/main" id="{F416A22D-2393-5501-529F-755DF3B473F2}"/>
                    </a:ext>
                  </a:extLst>
                </p:cNvPr>
                <p:cNvSpPr/>
                <p:nvPr/>
              </p:nvSpPr>
              <p:spPr>
                <a:xfrm>
                  <a:off x="5555451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7" name="pg1027">
                  <a:extLst>
                    <a:ext uri="{FF2B5EF4-FFF2-40B4-BE49-F238E27FC236}">
                      <a16:creationId xmlns:a16="http://schemas.microsoft.com/office/drawing/2014/main" id="{A7CB2156-F543-942C-7817-7E8E6C425033}"/>
                    </a:ext>
                  </a:extLst>
                </p:cNvPr>
                <p:cNvSpPr/>
                <p:nvPr/>
              </p:nvSpPr>
              <p:spPr>
                <a:xfrm>
                  <a:off x="5567088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8" name="pg1028">
                  <a:extLst>
                    <a:ext uri="{FF2B5EF4-FFF2-40B4-BE49-F238E27FC236}">
                      <a16:creationId xmlns:a16="http://schemas.microsoft.com/office/drawing/2014/main" id="{7C3D4C7B-B4D2-37C3-F865-53821DF30A66}"/>
                    </a:ext>
                  </a:extLst>
                </p:cNvPr>
                <p:cNvSpPr/>
                <p:nvPr/>
              </p:nvSpPr>
              <p:spPr>
                <a:xfrm>
                  <a:off x="5578725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9" name="pg1029">
                  <a:extLst>
                    <a:ext uri="{FF2B5EF4-FFF2-40B4-BE49-F238E27FC236}">
                      <a16:creationId xmlns:a16="http://schemas.microsoft.com/office/drawing/2014/main" id="{A14D9D3B-3BF2-A374-F888-A99223321FA3}"/>
                    </a:ext>
                  </a:extLst>
                </p:cNvPr>
                <p:cNvSpPr/>
                <p:nvPr/>
              </p:nvSpPr>
              <p:spPr>
                <a:xfrm>
                  <a:off x="5590363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0" name="pg1030">
                  <a:extLst>
                    <a:ext uri="{FF2B5EF4-FFF2-40B4-BE49-F238E27FC236}">
                      <a16:creationId xmlns:a16="http://schemas.microsoft.com/office/drawing/2014/main" id="{7E0D8E7E-E540-E13D-1B48-EE166F019F8E}"/>
                    </a:ext>
                  </a:extLst>
                </p:cNvPr>
                <p:cNvSpPr/>
                <p:nvPr/>
              </p:nvSpPr>
              <p:spPr>
                <a:xfrm>
                  <a:off x="5602000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1">
                    <a:alpha val="100000"/>
                  </a:srgbClr>
                </a:solidFill>
                <a:ln w="5420" cap="flat">
                  <a:solidFill>
                    <a:srgbClr val="3B70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1" name="pg1031">
                  <a:extLst>
                    <a:ext uri="{FF2B5EF4-FFF2-40B4-BE49-F238E27FC236}">
                      <a16:creationId xmlns:a16="http://schemas.microsoft.com/office/drawing/2014/main" id="{99E2B7C1-C95A-8F3E-DB87-BFD26DC3A258}"/>
                    </a:ext>
                  </a:extLst>
                </p:cNvPr>
                <p:cNvSpPr/>
                <p:nvPr/>
              </p:nvSpPr>
              <p:spPr>
                <a:xfrm>
                  <a:off x="5613637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2" name="pg1032">
                  <a:extLst>
                    <a:ext uri="{FF2B5EF4-FFF2-40B4-BE49-F238E27FC236}">
                      <a16:creationId xmlns:a16="http://schemas.microsoft.com/office/drawing/2014/main" id="{71D18CF0-0E35-867F-C5C8-367825BB297B}"/>
                    </a:ext>
                  </a:extLst>
                </p:cNvPr>
                <p:cNvSpPr/>
                <p:nvPr/>
              </p:nvSpPr>
              <p:spPr>
                <a:xfrm>
                  <a:off x="5625275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3" name="pg1033">
                  <a:extLst>
                    <a:ext uri="{FF2B5EF4-FFF2-40B4-BE49-F238E27FC236}">
                      <a16:creationId xmlns:a16="http://schemas.microsoft.com/office/drawing/2014/main" id="{FD9CD209-C133-1491-99A4-BEB922228B5D}"/>
                    </a:ext>
                  </a:extLst>
                </p:cNvPr>
                <p:cNvSpPr/>
                <p:nvPr/>
              </p:nvSpPr>
              <p:spPr>
                <a:xfrm>
                  <a:off x="5636912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4" name="pg1034">
                  <a:extLst>
                    <a:ext uri="{FF2B5EF4-FFF2-40B4-BE49-F238E27FC236}">
                      <a16:creationId xmlns:a16="http://schemas.microsoft.com/office/drawing/2014/main" id="{BCAFC48F-F582-2482-EEDF-7EC4F93D2927}"/>
                    </a:ext>
                  </a:extLst>
                </p:cNvPr>
                <p:cNvSpPr/>
                <p:nvPr/>
              </p:nvSpPr>
              <p:spPr>
                <a:xfrm>
                  <a:off x="5345979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5" name="pg1035">
                  <a:extLst>
                    <a:ext uri="{FF2B5EF4-FFF2-40B4-BE49-F238E27FC236}">
                      <a16:creationId xmlns:a16="http://schemas.microsoft.com/office/drawing/2014/main" id="{963EE35D-646C-EFA8-5868-F8CD06AF4D3B}"/>
                    </a:ext>
                  </a:extLst>
                </p:cNvPr>
                <p:cNvSpPr/>
                <p:nvPr/>
              </p:nvSpPr>
              <p:spPr>
                <a:xfrm>
                  <a:off x="5357616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6" name="pg1036">
                  <a:extLst>
                    <a:ext uri="{FF2B5EF4-FFF2-40B4-BE49-F238E27FC236}">
                      <a16:creationId xmlns:a16="http://schemas.microsoft.com/office/drawing/2014/main" id="{F848E5AD-D046-4484-7486-8DF212D27D80}"/>
                    </a:ext>
                  </a:extLst>
                </p:cNvPr>
                <p:cNvSpPr/>
                <p:nvPr/>
              </p:nvSpPr>
              <p:spPr>
                <a:xfrm>
                  <a:off x="5369253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7" name="pg1037">
                  <a:extLst>
                    <a:ext uri="{FF2B5EF4-FFF2-40B4-BE49-F238E27FC236}">
                      <a16:creationId xmlns:a16="http://schemas.microsoft.com/office/drawing/2014/main" id="{E5E9EC3F-923A-0032-4DD8-8EB510DC0C07}"/>
                    </a:ext>
                  </a:extLst>
                </p:cNvPr>
                <p:cNvSpPr/>
                <p:nvPr/>
              </p:nvSpPr>
              <p:spPr>
                <a:xfrm>
                  <a:off x="5380891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8" name="pg1038">
                  <a:extLst>
                    <a:ext uri="{FF2B5EF4-FFF2-40B4-BE49-F238E27FC236}">
                      <a16:creationId xmlns:a16="http://schemas.microsoft.com/office/drawing/2014/main" id="{E1B00E08-DBB8-43D8-AE00-1C52CC926B98}"/>
                    </a:ext>
                  </a:extLst>
                </p:cNvPr>
                <p:cNvSpPr/>
                <p:nvPr/>
              </p:nvSpPr>
              <p:spPr>
                <a:xfrm>
                  <a:off x="5392528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9" name="pg1039">
                  <a:extLst>
                    <a:ext uri="{FF2B5EF4-FFF2-40B4-BE49-F238E27FC236}">
                      <a16:creationId xmlns:a16="http://schemas.microsoft.com/office/drawing/2014/main" id="{C9E6C468-3EC7-A725-833B-5E9225646848}"/>
                    </a:ext>
                  </a:extLst>
                </p:cNvPr>
                <p:cNvSpPr/>
                <p:nvPr/>
              </p:nvSpPr>
              <p:spPr>
                <a:xfrm>
                  <a:off x="5404165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0" name="pg1040">
                  <a:extLst>
                    <a:ext uri="{FF2B5EF4-FFF2-40B4-BE49-F238E27FC236}">
                      <a16:creationId xmlns:a16="http://schemas.microsoft.com/office/drawing/2014/main" id="{0C470C07-36F7-1C3D-E24A-8C72601DBD8B}"/>
                    </a:ext>
                  </a:extLst>
                </p:cNvPr>
                <p:cNvSpPr/>
                <p:nvPr/>
              </p:nvSpPr>
              <p:spPr>
                <a:xfrm>
                  <a:off x="5415803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1" name="pg1041">
                  <a:extLst>
                    <a:ext uri="{FF2B5EF4-FFF2-40B4-BE49-F238E27FC236}">
                      <a16:creationId xmlns:a16="http://schemas.microsoft.com/office/drawing/2014/main" id="{040250CB-7AB8-5B81-E34A-B9993A488488}"/>
                    </a:ext>
                  </a:extLst>
                </p:cNvPr>
                <p:cNvSpPr/>
                <p:nvPr/>
              </p:nvSpPr>
              <p:spPr>
                <a:xfrm>
                  <a:off x="5427440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2" name="pg1042">
                  <a:extLst>
                    <a:ext uri="{FF2B5EF4-FFF2-40B4-BE49-F238E27FC236}">
                      <a16:creationId xmlns:a16="http://schemas.microsoft.com/office/drawing/2014/main" id="{1A14C9B8-75E7-581B-2063-4E0A4DB2B14E}"/>
                    </a:ext>
                  </a:extLst>
                </p:cNvPr>
                <p:cNvSpPr/>
                <p:nvPr/>
              </p:nvSpPr>
              <p:spPr>
                <a:xfrm>
                  <a:off x="5439077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3" name="pg1043">
                  <a:extLst>
                    <a:ext uri="{FF2B5EF4-FFF2-40B4-BE49-F238E27FC236}">
                      <a16:creationId xmlns:a16="http://schemas.microsoft.com/office/drawing/2014/main" id="{F56B02C1-04D3-A930-ED96-04CABC218738}"/>
                    </a:ext>
                  </a:extLst>
                </p:cNvPr>
                <p:cNvSpPr/>
                <p:nvPr/>
              </p:nvSpPr>
              <p:spPr>
                <a:xfrm>
                  <a:off x="5450715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4" name="pg1044">
                  <a:extLst>
                    <a:ext uri="{FF2B5EF4-FFF2-40B4-BE49-F238E27FC236}">
                      <a16:creationId xmlns:a16="http://schemas.microsoft.com/office/drawing/2014/main" id="{FDFBD666-2FE8-DD6F-2D53-5212F9E6A613}"/>
                    </a:ext>
                  </a:extLst>
                </p:cNvPr>
                <p:cNvSpPr/>
                <p:nvPr/>
              </p:nvSpPr>
              <p:spPr>
                <a:xfrm>
                  <a:off x="5462352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5" name="pg1045">
                  <a:extLst>
                    <a:ext uri="{FF2B5EF4-FFF2-40B4-BE49-F238E27FC236}">
                      <a16:creationId xmlns:a16="http://schemas.microsoft.com/office/drawing/2014/main" id="{6B8215D2-D25C-6D9D-9C15-3C868BBB63FE}"/>
                    </a:ext>
                  </a:extLst>
                </p:cNvPr>
                <p:cNvSpPr/>
                <p:nvPr/>
              </p:nvSpPr>
              <p:spPr>
                <a:xfrm>
                  <a:off x="5473989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6" name="pg1046">
                  <a:extLst>
                    <a:ext uri="{FF2B5EF4-FFF2-40B4-BE49-F238E27FC236}">
                      <a16:creationId xmlns:a16="http://schemas.microsoft.com/office/drawing/2014/main" id="{0B7AA687-6643-2F3E-6EEA-D8383192E3F5}"/>
                    </a:ext>
                  </a:extLst>
                </p:cNvPr>
                <p:cNvSpPr/>
                <p:nvPr/>
              </p:nvSpPr>
              <p:spPr>
                <a:xfrm>
                  <a:off x="5485627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7" name="pg1047">
                  <a:extLst>
                    <a:ext uri="{FF2B5EF4-FFF2-40B4-BE49-F238E27FC236}">
                      <a16:creationId xmlns:a16="http://schemas.microsoft.com/office/drawing/2014/main" id="{8A45FC6B-DEE1-92FC-F27D-0CC44EA1269A}"/>
                    </a:ext>
                  </a:extLst>
                </p:cNvPr>
                <p:cNvSpPr/>
                <p:nvPr/>
              </p:nvSpPr>
              <p:spPr>
                <a:xfrm>
                  <a:off x="5497264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8" name="pg1048">
                  <a:extLst>
                    <a:ext uri="{FF2B5EF4-FFF2-40B4-BE49-F238E27FC236}">
                      <a16:creationId xmlns:a16="http://schemas.microsoft.com/office/drawing/2014/main" id="{CC0DD957-AD87-00B3-B1C5-F0D5B1D9FA0A}"/>
                    </a:ext>
                  </a:extLst>
                </p:cNvPr>
                <p:cNvSpPr/>
                <p:nvPr/>
              </p:nvSpPr>
              <p:spPr>
                <a:xfrm>
                  <a:off x="5508901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9" name="pg1049">
                  <a:extLst>
                    <a:ext uri="{FF2B5EF4-FFF2-40B4-BE49-F238E27FC236}">
                      <a16:creationId xmlns:a16="http://schemas.microsoft.com/office/drawing/2014/main" id="{EB20CC21-7F5C-F9A1-86A1-22D146C59E77}"/>
                    </a:ext>
                  </a:extLst>
                </p:cNvPr>
                <p:cNvSpPr/>
                <p:nvPr/>
              </p:nvSpPr>
              <p:spPr>
                <a:xfrm>
                  <a:off x="5520539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0" name="pg1050">
                  <a:extLst>
                    <a:ext uri="{FF2B5EF4-FFF2-40B4-BE49-F238E27FC236}">
                      <a16:creationId xmlns:a16="http://schemas.microsoft.com/office/drawing/2014/main" id="{DDDC8277-532C-9849-0616-018CD95D1306}"/>
                    </a:ext>
                  </a:extLst>
                </p:cNvPr>
                <p:cNvSpPr/>
                <p:nvPr/>
              </p:nvSpPr>
              <p:spPr>
                <a:xfrm>
                  <a:off x="5532176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1" name="pg1051">
                  <a:extLst>
                    <a:ext uri="{FF2B5EF4-FFF2-40B4-BE49-F238E27FC236}">
                      <a16:creationId xmlns:a16="http://schemas.microsoft.com/office/drawing/2014/main" id="{9484094F-8260-39C9-70AF-FD787D550038}"/>
                    </a:ext>
                  </a:extLst>
                </p:cNvPr>
                <p:cNvSpPr/>
                <p:nvPr/>
              </p:nvSpPr>
              <p:spPr>
                <a:xfrm>
                  <a:off x="5543813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2" name="pg1052">
                  <a:extLst>
                    <a:ext uri="{FF2B5EF4-FFF2-40B4-BE49-F238E27FC236}">
                      <a16:creationId xmlns:a16="http://schemas.microsoft.com/office/drawing/2014/main" id="{4D5EFF6C-2AA8-04E5-CDCD-99B953F684E0}"/>
                    </a:ext>
                  </a:extLst>
                </p:cNvPr>
                <p:cNvSpPr/>
                <p:nvPr/>
              </p:nvSpPr>
              <p:spPr>
                <a:xfrm>
                  <a:off x="5555451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3" name="pg1053">
                  <a:extLst>
                    <a:ext uri="{FF2B5EF4-FFF2-40B4-BE49-F238E27FC236}">
                      <a16:creationId xmlns:a16="http://schemas.microsoft.com/office/drawing/2014/main" id="{48662A75-70FD-E4EA-719B-6DAD3E05F3D4}"/>
                    </a:ext>
                  </a:extLst>
                </p:cNvPr>
                <p:cNvSpPr/>
                <p:nvPr/>
              </p:nvSpPr>
              <p:spPr>
                <a:xfrm>
                  <a:off x="5567088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4" name="pg1054">
                  <a:extLst>
                    <a:ext uri="{FF2B5EF4-FFF2-40B4-BE49-F238E27FC236}">
                      <a16:creationId xmlns:a16="http://schemas.microsoft.com/office/drawing/2014/main" id="{E4E9DD44-2BB0-2514-374D-1533A71A26A6}"/>
                    </a:ext>
                  </a:extLst>
                </p:cNvPr>
                <p:cNvSpPr/>
                <p:nvPr/>
              </p:nvSpPr>
              <p:spPr>
                <a:xfrm>
                  <a:off x="5590363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5" name="pg1055">
                  <a:extLst>
                    <a:ext uri="{FF2B5EF4-FFF2-40B4-BE49-F238E27FC236}">
                      <a16:creationId xmlns:a16="http://schemas.microsoft.com/office/drawing/2014/main" id="{D58EA265-BAF4-4B4F-B3CA-1FF3CB0964D8}"/>
                    </a:ext>
                  </a:extLst>
                </p:cNvPr>
                <p:cNvSpPr/>
                <p:nvPr/>
              </p:nvSpPr>
              <p:spPr>
                <a:xfrm>
                  <a:off x="5345979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6" name="pg1056">
                  <a:extLst>
                    <a:ext uri="{FF2B5EF4-FFF2-40B4-BE49-F238E27FC236}">
                      <a16:creationId xmlns:a16="http://schemas.microsoft.com/office/drawing/2014/main" id="{4E3A3034-674D-1BB9-67A5-FA0E3B7DEFD4}"/>
                    </a:ext>
                  </a:extLst>
                </p:cNvPr>
                <p:cNvSpPr/>
                <p:nvPr/>
              </p:nvSpPr>
              <p:spPr>
                <a:xfrm>
                  <a:off x="5357616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7" name="pg1057">
                  <a:extLst>
                    <a:ext uri="{FF2B5EF4-FFF2-40B4-BE49-F238E27FC236}">
                      <a16:creationId xmlns:a16="http://schemas.microsoft.com/office/drawing/2014/main" id="{4213A3ED-CDF2-C285-9643-87EB521341FF}"/>
                    </a:ext>
                  </a:extLst>
                </p:cNvPr>
                <p:cNvSpPr/>
                <p:nvPr/>
              </p:nvSpPr>
              <p:spPr>
                <a:xfrm>
                  <a:off x="5369253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8" name="pg1058">
                  <a:extLst>
                    <a:ext uri="{FF2B5EF4-FFF2-40B4-BE49-F238E27FC236}">
                      <a16:creationId xmlns:a16="http://schemas.microsoft.com/office/drawing/2014/main" id="{9E073F8C-6993-92AB-B7C5-226B2EF228A6}"/>
                    </a:ext>
                  </a:extLst>
                </p:cNvPr>
                <p:cNvSpPr/>
                <p:nvPr/>
              </p:nvSpPr>
              <p:spPr>
                <a:xfrm>
                  <a:off x="5380891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9" name="pg1059">
                  <a:extLst>
                    <a:ext uri="{FF2B5EF4-FFF2-40B4-BE49-F238E27FC236}">
                      <a16:creationId xmlns:a16="http://schemas.microsoft.com/office/drawing/2014/main" id="{4E1D5E96-183D-FEDC-B9B2-9A0A44638F90}"/>
                    </a:ext>
                  </a:extLst>
                </p:cNvPr>
                <p:cNvSpPr/>
                <p:nvPr/>
              </p:nvSpPr>
              <p:spPr>
                <a:xfrm>
                  <a:off x="5392528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0" name="pg1060">
                  <a:extLst>
                    <a:ext uri="{FF2B5EF4-FFF2-40B4-BE49-F238E27FC236}">
                      <a16:creationId xmlns:a16="http://schemas.microsoft.com/office/drawing/2014/main" id="{0F97819C-0445-500A-CB9D-97D9245499EF}"/>
                    </a:ext>
                  </a:extLst>
                </p:cNvPr>
                <p:cNvSpPr/>
                <p:nvPr/>
              </p:nvSpPr>
              <p:spPr>
                <a:xfrm>
                  <a:off x="5404165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1" name="pg1061">
                  <a:extLst>
                    <a:ext uri="{FF2B5EF4-FFF2-40B4-BE49-F238E27FC236}">
                      <a16:creationId xmlns:a16="http://schemas.microsoft.com/office/drawing/2014/main" id="{76C92D7C-8A32-6E4F-21E7-55FD3614E747}"/>
                    </a:ext>
                  </a:extLst>
                </p:cNvPr>
                <p:cNvSpPr/>
                <p:nvPr/>
              </p:nvSpPr>
              <p:spPr>
                <a:xfrm>
                  <a:off x="5415803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2" name="pg1062">
                  <a:extLst>
                    <a:ext uri="{FF2B5EF4-FFF2-40B4-BE49-F238E27FC236}">
                      <a16:creationId xmlns:a16="http://schemas.microsoft.com/office/drawing/2014/main" id="{AFF6308E-44AB-544A-A63B-E3692544C4E9}"/>
                    </a:ext>
                  </a:extLst>
                </p:cNvPr>
                <p:cNvSpPr/>
                <p:nvPr/>
              </p:nvSpPr>
              <p:spPr>
                <a:xfrm>
                  <a:off x="5427440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3" name="pg1063">
                  <a:extLst>
                    <a:ext uri="{FF2B5EF4-FFF2-40B4-BE49-F238E27FC236}">
                      <a16:creationId xmlns:a16="http://schemas.microsoft.com/office/drawing/2014/main" id="{87833FDC-643E-AE6A-1C96-08EE315CE852}"/>
                    </a:ext>
                  </a:extLst>
                </p:cNvPr>
                <p:cNvSpPr/>
                <p:nvPr/>
              </p:nvSpPr>
              <p:spPr>
                <a:xfrm>
                  <a:off x="5439077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4" name="pg1064">
                  <a:extLst>
                    <a:ext uri="{FF2B5EF4-FFF2-40B4-BE49-F238E27FC236}">
                      <a16:creationId xmlns:a16="http://schemas.microsoft.com/office/drawing/2014/main" id="{F044B599-6F94-DB92-BA80-F30CEBC24363}"/>
                    </a:ext>
                  </a:extLst>
                </p:cNvPr>
                <p:cNvSpPr/>
                <p:nvPr/>
              </p:nvSpPr>
              <p:spPr>
                <a:xfrm>
                  <a:off x="5450715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5" name="pg1065">
                  <a:extLst>
                    <a:ext uri="{FF2B5EF4-FFF2-40B4-BE49-F238E27FC236}">
                      <a16:creationId xmlns:a16="http://schemas.microsoft.com/office/drawing/2014/main" id="{06E4ACD4-BFFA-189D-A4DB-15610DAADED1}"/>
                    </a:ext>
                  </a:extLst>
                </p:cNvPr>
                <p:cNvSpPr/>
                <p:nvPr/>
              </p:nvSpPr>
              <p:spPr>
                <a:xfrm>
                  <a:off x="5462352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6">
                    <a:alpha val="100000"/>
                  </a:srgbClr>
                </a:solidFill>
                <a:ln w="5420" cap="flat">
                  <a:solidFill>
                    <a:srgbClr val="3986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6" name="pg1066">
                  <a:extLst>
                    <a:ext uri="{FF2B5EF4-FFF2-40B4-BE49-F238E27FC236}">
                      <a16:creationId xmlns:a16="http://schemas.microsoft.com/office/drawing/2014/main" id="{021259CE-E899-9388-62FB-31D458F4AF96}"/>
                    </a:ext>
                  </a:extLst>
                </p:cNvPr>
                <p:cNvSpPr/>
                <p:nvPr/>
              </p:nvSpPr>
              <p:spPr>
                <a:xfrm>
                  <a:off x="5334341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7" name="pg1067">
                  <a:extLst>
                    <a:ext uri="{FF2B5EF4-FFF2-40B4-BE49-F238E27FC236}">
                      <a16:creationId xmlns:a16="http://schemas.microsoft.com/office/drawing/2014/main" id="{F513257D-DDFC-3FD5-7F32-44E79494E80E}"/>
                    </a:ext>
                  </a:extLst>
                </p:cNvPr>
                <p:cNvSpPr/>
                <p:nvPr/>
              </p:nvSpPr>
              <p:spPr>
                <a:xfrm>
                  <a:off x="5345979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8" name="pg1068">
                  <a:extLst>
                    <a:ext uri="{FF2B5EF4-FFF2-40B4-BE49-F238E27FC236}">
                      <a16:creationId xmlns:a16="http://schemas.microsoft.com/office/drawing/2014/main" id="{5F738DA1-EAB6-057C-CBA9-867647380BB7}"/>
                    </a:ext>
                  </a:extLst>
                </p:cNvPr>
                <p:cNvSpPr/>
                <p:nvPr/>
              </p:nvSpPr>
              <p:spPr>
                <a:xfrm>
                  <a:off x="5357616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9" name="pg1069">
                  <a:extLst>
                    <a:ext uri="{FF2B5EF4-FFF2-40B4-BE49-F238E27FC236}">
                      <a16:creationId xmlns:a16="http://schemas.microsoft.com/office/drawing/2014/main" id="{B8A72ED0-A2CC-35F0-B36E-4FCC3FFE3255}"/>
                    </a:ext>
                  </a:extLst>
                </p:cNvPr>
                <p:cNvSpPr/>
                <p:nvPr/>
              </p:nvSpPr>
              <p:spPr>
                <a:xfrm>
                  <a:off x="5369253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0" name="pg1070">
                  <a:extLst>
                    <a:ext uri="{FF2B5EF4-FFF2-40B4-BE49-F238E27FC236}">
                      <a16:creationId xmlns:a16="http://schemas.microsoft.com/office/drawing/2014/main" id="{E4C76CDE-1955-06D0-154B-51E0FBC14877}"/>
                    </a:ext>
                  </a:extLst>
                </p:cNvPr>
                <p:cNvSpPr/>
                <p:nvPr/>
              </p:nvSpPr>
              <p:spPr>
                <a:xfrm>
                  <a:off x="5380891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1" name="pg1071">
                  <a:extLst>
                    <a:ext uri="{FF2B5EF4-FFF2-40B4-BE49-F238E27FC236}">
                      <a16:creationId xmlns:a16="http://schemas.microsoft.com/office/drawing/2014/main" id="{1D1AFC7A-A0AA-79BA-CA53-F9A3154A41D8}"/>
                    </a:ext>
                  </a:extLst>
                </p:cNvPr>
                <p:cNvSpPr/>
                <p:nvPr/>
              </p:nvSpPr>
              <p:spPr>
                <a:xfrm>
                  <a:off x="5392528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2" name="pg1072">
                  <a:extLst>
                    <a:ext uri="{FF2B5EF4-FFF2-40B4-BE49-F238E27FC236}">
                      <a16:creationId xmlns:a16="http://schemas.microsoft.com/office/drawing/2014/main" id="{ADAAB475-E074-2EAE-8549-8BDD90BDAAA3}"/>
                    </a:ext>
                  </a:extLst>
                </p:cNvPr>
                <p:cNvSpPr/>
                <p:nvPr/>
              </p:nvSpPr>
              <p:spPr>
                <a:xfrm>
                  <a:off x="5404165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3" name="pg1073">
                  <a:extLst>
                    <a:ext uri="{FF2B5EF4-FFF2-40B4-BE49-F238E27FC236}">
                      <a16:creationId xmlns:a16="http://schemas.microsoft.com/office/drawing/2014/main" id="{5B2B1E4F-9B21-CBD1-C7C4-7D1F5ECDF30C}"/>
                    </a:ext>
                  </a:extLst>
                </p:cNvPr>
                <p:cNvSpPr/>
                <p:nvPr/>
              </p:nvSpPr>
              <p:spPr>
                <a:xfrm>
                  <a:off x="5415803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4" name="pg1074">
                  <a:extLst>
                    <a:ext uri="{FF2B5EF4-FFF2-40B4-BE49-F238E27FC236}">
                      <a16:creationId xmlns:a16="http://schemas.microsoft.com/office/drawing/2014/main" id="{8EB74491-D13B-8B59-D4A2-ECEC02683394}"/>
                    </a:ext>
                  </a:extLst>
                </p:cNvPr>
                <p:cNvSpPr/>
                <p:nvPr/>
              </p:nvSpPr>
              <p:spPr>
                <a:xfrm>
                  <a:off x="5427440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5" name="pg1075">
                  <a:extLst>
                    <a:ext uri="{FF2B5EF4-FFF2-40B4-BE49-F238E27FC236}">
                      <a16:creationId xmlns:a16="http://schemas.microsoft.com/office/drawing/2014/main" id="{2451176C-DBA0-6041-AFAC-29698449975F}"/>
                    </a:ext>
                  </a:extLst>
                </p:cNvPr>
                <p:cNvSpPr/>
                <p:nvPr/>
              </p:nvSpPr>
              <p:spPr>
                <a:xfrm>
                  <a:off x="5322704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6" name="pg1076">
                  <a:extLst>
                    <a:ext uri="{FF2B5EF4-FFF2-40B4-BE49-F238E27FC236}">
                      <a16:creationId xmlns:a16="http://schemas.microsoft.com/office/drawing/2014/main" id="{1391CF4A-FB0D-FCCD-794C-7D6FF3B3E9BF}"/>
                    </a:ext>
                  </a:extLst>
                </p:cNvPr>
                <p:cNvSpPr/>
                <p:nvPr/>
              </p:nvSpPr>
              <p:spPr>
                <a:xfrm>
                  <a:off x="5334341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7" name="pg1077">
                  <a:extLst>
                    <a:ext uri="{FF2B5EF4-FFF2-40B4-BE49-F238E27FC236}">
                      <a16:creationId xmlns:a16="http://schemas.microsoft.com/office/drawing/2014/main" id="{994F39FD-01C0-C84E-3A1C-F9AC621DAA7C}"/>
                    </a:ext>
                  </a:extLst>
                </p:cNvPr>
                <p:cNvSpPr/>
                <p:nvPr/>
              </p:nvSpPr>
              <p:spPr>
                <a:xfrm>
                  <a:off x="5345979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8" name="pg1078">
                  <a:extLst>
                    <a:ext uri="{FF2B5EF4-FFF2-40B4-BE49-F238E27FC236}">
                      <a16:creationId xmlns:a16="http://schemas.microsoft.com/office/drawing/2014/main" id="{326092D0-D573-2863-DDD2-1E5ECAE8F052}"/>
                    </a:ext>
                  </a:extLst>
                </p:cNvPr>
                <p:cNvSpPr/>
                <p:nvPr/>
              </p:nvSpPr>
              <p:spPr>
                <a:xfrm>
                  <a:off x="5357616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9" name="pg1079">
                  <a:extLst>
                    <a:ext uri="{FF2B5EF4-FFF2-40B4-BE49-F238E27FC236}">
                      <a16:creationId xmlns:a16="http://schemas.microsoft.com/office/drawing/2014/main" id="{6D48145B-6E0A-107D-87AA-4E5A3826A76A}"/>
                    </a:ext>
                  </a:extLst>
                </p:cNvPr>
                <p:cNvSpPr/>
                <p:nvPr/>
              </p:nvSpPr>
              <p:spPr>
                <a:xfrm>
                  <a:off x="5369253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0" name="pg1080">
                  <a:extLst>
                    <a:ext uri="{FF2B5EF4-FFF2-40B4-BE49-F238E27FC236}">
                      <a16:creationId xmlns:a16="http://schemas.microsoft.com/office/drawing/2014/main" id="{B566D240-B455-0B5F-C0E9-220AC758F5FA}"/>
                    </a:ext>
                  </a:extLst>
                </p:cNvPr>
                <p:cNvSpPr/>
                <p:nvPr/>
              </p:nvSpPr>
              <p:spPr>
                <a:xfrm>
                  <a:off x="5380891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1" name="pg1081">
                  <a:extLst>
                    <a:ext uri="{FF2B5EF4-FFF2-40B4-BE49-F238E27FC236}">
                      <a16:creationId xmlns:a16="http://schemas.microsoft.com/office/drawing/2014/main" id="{98239363-1375-6433-5F5E-CF59EF69380D}"/>
                    </a:ext>
                  </a:extLst>
                </p:cNvPr>
                <p:cNvSpPr/>
                <p:nvPr/>
              </p:nvSpPr>
              <p:spPr>
                <a:xfrm>
                  <a:off x="5392528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2" name="pg1082">
                  <a:extLst>
                    <a:ext uri="{FF2B5EF4-FFF2-40B4-BE49-F238E27FC236}">
                      <a16:creationId xmlns:a16="http://schemas.microsoft.com/office/drawing/2014/main" id="{55340DDC-6802-CDF7-1918-EAE209EFAF22}"/>
                    </a:ext>
                  </a:extLst>
                </p:cNvPr>
                <p:cNvSpPr/>
                <p:nvPr/>
              </p:nvSpPr>
              <p:spPr>
                <a:xfrm>
                  <a:off x="5404165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3" name="pg1083">
                  <a:extLst>
                    <a:ext uri="{FF2B5EF4-FFF2-40B4-BE49-F238E27FC236}">
                      <a16:creationId xmlns:a16="http://schemas.microsoft.com/office/drawing/2014/main" id="{2929972D-2654-C9B8-73B0-1E76EC1B1FDC}"/>
                    </a:ext>
                  </a:extLst>
                </p:cNvPr>
                <p:cNvSpPr/>
                <p:nvPr/>
              </p:nvSpPr>
              <p:spPr>
                <a:xfrm>
                  <a:off x="5311067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4" name="pg1084">
                  <a:extLst>
                    <a:ext uri="{FF2B5EF4-FFF2-40B4-BE49-F238E27FC236}">
                      <a16:creationId xmlns:a16="http://schemas.microsoft.com/office/drawing/2014/main" id="{61571D5F-EA7D-E4FA-8A28-FE51CA6DA755}"/>
                    </a:ext>
                  </a:extLst>
                </p:cNvPr>
                <p:cNvSpPr/>
                <p:nvPr/>
              </p:nvSpPr>
              <p:spPr>
                <a:xfrm>
                  <a:off x="5322704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5" name="pg1085">
                  <a:extLst>
                    <a:ext uri="{FF2B5EF4-FFF2-40B4-BE49-F238E27FC236}">
                      <a16:creationId xmlns:a16="http://schemas.microsoft.com/office/drawing/2014/main" id="{14BF72A8-7AD2-9FB2-2A91-B8E261322939}"/>
                    </a:ext>
                  </a:extLst>
                </p:cNvPr>
                <p:cNvSpPr/>
                <p:nvPr/>
              </p:nvSpPr>
              <p:spPr>
                <a:xfrm>
                  <a:off x="5334341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6" name="pg1086">
                  <a:extLst>
                    <a:ext uri="{FF2B5EF4-FFF2-40B4-BE49-F238E27FC236}">
                      <a16:creationId xmlns:a16="http://schemas.microsoft.com/office/drawing/2014/main" id="{93D820BC-450C-6C45-B041-D1F1E5DFE79C}"/>
                    </a:ext>
                  </a:extLst>
                </p:cNvPr>
                <p:cNvSpPr/>
                <p:nvPr/>
              </p:nvSpPr>
              <p:spPr>
                <a:xfrm>
                  <a:off x="5345979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7" name="pg1087">
                  <a:extLst>
                    <a:ext uri="{FF2B5EF4-FFF2-40B4-BE49-F238E27FC236}">
                      <a16:creationId xmlns:a16="http://schemas.microsoft.com/office/drawing/2014/main" id="{8B169922-21C1-380D-2AC2-F2189DA242D6}"/>
                    </a:ext>
                  </a:extLst>
                </p:cNvPr>
                <p:cNvSpPr/>
                <p:nvPr/>
              </p:nvSpPr>
              <p:spPr>
                <a:xfrm>
                  <a:off x="5357616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8" name="pg1088">
                  <a:extLst>
                    <a:ext uri="{FF2B5EF4-FFF2-40B4-BE49-F238E27FC236}">
                      <a16:creationId xmlns:a16="http://schemas.microsoft.com/office/drawing/2014/main" id="{8824F1A1-0D66-ACEF-A50A-559F5AA311EE}"/>
                    </a:ext>
                  </a:extLst>
                </p:cNvPr>
                <p:cNvSpPr/>
                <p:nvPr/>
              </p:nvSpPr>
              <p:spPr>
                <a:xfrm>
                  <a:off x="5369253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9" name="pg1089">
                  <a:extLst>
                    <a:ext uri="{FF2B5EF4-FFF2-40B4-BE49-F238E27FC236}">
                      <a16:creationId xmlns:a16="http://schemas.microsoft.com/office/drawing/2014/main" id="{57E01934-2AAD-83EA-3336-29668C5DBA3B}"/>
                    </a:ext>
                  </a:extLst>
                </p:cNvPr>
                <p:cNvSpPr/>
                <p:nvPr/>
              </p:nvSpPr>
              <p:spPr>
                <a:xfrm>
                  <a:off x="5380891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0" name="pg1090">
                  <a:extLst>
                    <a:ext uri="{FF2B5EF4-FFF2-40B4-BE49-F238E27FC236}">
                      <a16:creationId xmlns:a16="http://schemas.microsoft.com/office/drawing/2014/main" id="{3BBE7C5C-E461-4ADA-1095-C57F12F32311}"/>
                    </a:ext>
                  </a:extLst>
                </p:cNvPr>
                <p:cNvSpPr/>
                <p:nvPr/>
              </p:nvSpPr>
              <p:spPr>
                <a:xfrm>
                  <a:off x="5311067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1" name="pg1091">
                  <a:extLst>
                    <a:ext uri="{FF2B5EF4-FFF2-40B4-BE49-F238E27FC236}">
                      <a16:creationId xmlns:a16="http://schemas.microsoft.com/office/drawing/2014/main" id="{B4FFE7D8-FE51-3823-1E44-511CDD463A46}"/>
                    </a:ext>
                  </a:extLst>
                </p:cNvPr>
                <p:cNvSpPr/>
                <p:nvPr/>
              </p:nvSpPr>
              <p:spPr>
                <a:xfrm>
                  <a:off x="5322704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2" name="pg1092">
                  <a:extLst>
                    <a:ext uri="{FF2B5EF4-FFF2-40B4-BE49-F238E27FC236}">
                      <a16:creationId xmlns:a16="http://schemas.microsoft.com/office/drawing/2014/main" id="{EB5FEE38-1112-9B28-678F-3D1620BC3159}"/>
                    </a:ext>
                  </a:extLst>
                </p:cNvPr>
                <p:cNvSpPr/>
                <p:nvPr/>
              </p:nvSpPr>
              <p:spPr>
                <a:xfrm>
                  <a:off x="5334341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3" name="pg1093">
                  <a:extLst>
                    <a:ext uri="{FF2B5EF4-FFF2-40B4-BE49-F238E27FC236}">
                      <a16:creationId xmlns:a16="http://schemas.microsoft.com/office/drawing/2014/main" id="{5EA70D9F-DC76-7059-23F8-93948FA1B38C}"/>
                    </a:ext>
                  </a:extLst>
                </p:cNvPr>
                <p:cNvSpPr/>
                <p:nvPr/>
              </p:nvSpPr>
              <p:spPr>
                <a:xfrm>
                  <a:off x="5345979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4" name="pg1094">
                  <a:extLst>
                    <a:ext uri="{FF2B5EF4-FFF2-40B4-BE49-F238E27FC236}">
                      <a16:creationId xmlns:a16="http://schemas.microsoft.com/office/drawing/2014/main" id="{B70CD8F2-4C44-7776-A430-CAD772216BD2}"/>
                    </a:ext>
                  </a:extLst>
                </p:cNvPr>
                <p:cNvSpPr/>
                <p:nvPr/>
              </p:nvSpPr>
              <p:spPr>
                <a:xfrm>
                  <a:off x="5357616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5" name="pg1095">
                  <a:extLst>
                    <a:ext uri="{FF2B5EF4-FFF2-40B4-BE49-F238E27FC236}">
                      <a16:creationId xmlns:a16="http://schemas.microsoft.com/office/drawing/2014/main" id="{F24613C0-CFA6-E496-37FD-B2BC6638A7E5}"/>
                    </a:ext>
                  </a:extLst>
                </p:cNvPr>
                <p:cNvSpPr/>
                <p:nvPr/>
              </p:nvSpPr>
              <p:spPr>
                <a:xfrm>
                  <a:off x="5369253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6" name="pg1096">
                  <a:extLst>
                    <a:ext uri="{FF2B5EF4-FFF2-40B4-BE49-F238E27FC236}">
                      <a16:creationId xmlns:a16="http://schemas.microsoft.com/office/drawing/2014/main" id="{CFB09C91-C655-C58E-1609-B34F5FED42E7}"/>
                    </a:ext>
                  </a:extLst>
                </p:cNvPr>
                <p:cNvSpPr/>
                <p:nvPr/>
              </p:nvSpPr>
              <p:spPr>
                <a:xfrm>
                  <a:off x="5380891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7" name="pg1097">
                  <a:extLst>
                    <a:ext uri="{FF2B5EF4-FFF2-40B4-BE49-F238E27FC236}">
                      <a16:creationId xmlns:a16="http://schemas.microsoft.com/office/drawing/2014/main" id="{A7706C13-E5DC-09C1-0C0C-8A90248EFC9A}"/>
                    </a:ext>
                  </a:extLst>
                </p:cNvPr>
                <p:cNvSpPr/>
                <p:nvPr/>
              </p:nvSpPr>
              <p:spPr>
                <a:xfrm>
                  <a:off x="5311067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8" name="pg1098">
                  <a:extLst>
                    <a:ext uri="{FF2B5EF4-FFF2-40B4-BE49-F238E27FC236}">
                      <a16:creationId xmlns:a16="http://schemas.microsoft.com/office/drawing/2014/main" id="{D62EEEEE-3829-9884-DC3E-E7E2E9405FCF}"/>
                    </a:ext>
                  </a:extLst>
                </p:cNvPr>
                <p:cNvSpPr/>
                <p:nvPr/>
              </p:nvSpPr>
              <p:spPr>
                <a:xfrm>
                  <a:off x="5322704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9" name="pg1099">
                  <a:extLst>
                    <a:ext uri="{FF2B5EF4-FFF2-40B4-BE49-F238E27FC236}">
                      <a16:creationId xmlns:a16="http://schemas.microsoft.com/office/drawing/2014/main" id="{9CAE8C17-F823-3E28-437D-24A72A1993F5}"/>
                    </a:ext>
                  </a:extLst>
                </p:cNvPr>
                <p:cNvSpPr/>
                <p:nvPr/>
              </p:nvSpPr>
              <p:spPr>
                <a:xfrm>
                  <a:off x="5334341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0" name="pg1100">
                  <a:extLst>
                    <a:ext uri="{FF2B5EF4-FFF2-40B4-BE49-F238E27FC236}">
                      <a16:creationId xmlns:a16="http://schemas.microsoft.com/office/drawing/2014/main" id="{5B2BF301-B969-A5A8-F786-AA2BC7390463}"/>
                    </a:ext>
                  </a:extLst>
                </p:cNvPr>
                <p:cNvSpPr/>
                <p:nvPr/>
              </p:nvSpPr>
              <p:spPr>
                <a:xfrm>
                  <a:off x="5345979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1" name="pg1101">
                  <a:extLst>
                    <a:ext uri="{FF2B5EF4-FFF2-40B4-BE49-F238E27FC236}">
                      <a16:creationId xmlns:a16="http://schemas.microsoft.com/office/drawing/2014/main" id="{49D46680-4114-C0A0-8445-F31F2FDA7D30}"/>
                    </a:ext>
                  </a:extLst>
                </p:cNvPr>
                <p:cNvSpPr/>
                <p:nvPr/>
              </p:nvSpPr>
              <p:spPr>
                <a:xfrm>
                  <a:off x="5357616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2" name="pg1102">
                  <a:extLst>
                    <a:ext uri="{FF2B5EF4-FFF2-40B4-BE49-F238E27FC236}">
                      <a16:creationId xmlns:a16="http://schemas.microsoft.com/office/drawing/2014/main" id="{031EFD7C-0F04-19AC-7ED7-0275C7C89C1B}"/>
                    </a:ext>
                  </a:extLst>
                </p:cNvPr>
                <p:cNvSpPr/>
                <p:nvPr/>
              </p:nvSpPr>
              <p:spPr>
                <a:xfrm>
                  <a:off x="5369253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3" name="pg1103">
                  <a:extLst>
                    <a:ext uri="{FF2B5EF4-FFF2-40B4-BE49-F238E27FC236}">
                      <a16:creationId xmlns:a16="http://schemas.microsoft.com/office/drawing/2014/main" id="{3080F5A8-845F-7171-9677-6A81C0D0BE65}"/>
                    </a:ext>
                  </a:extLst>
                </p:cNvPr>
                <p:cNvSpPr/>
                <p:nvPr/>
              </p:nvSpPr>
              <p:spPr>
                <a:xfrm>
                  <a:off x="5380891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4" name="pg1104">
                  <a:extLst>
                    <a:ext uri="{FF2B5EF4-FFF2-40B4-BE49-F238E27FC236}">
                      <a16:creationId xmlns:a16="http://schemas.microsoft.com/office/drawing/2014/main" id="{CAACAD41-EBAC-606B-2E0E-AE1E958D332E}"/>
                    </a:ext>
                  </a:extLst>
                </p:cNvPr>
                <p:cNvSpPr/>
                <p:nvPr/>
              </p:nvSpPr>
              <p:spPr>
                <a:xfrm>
                  <a:off x="5311067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5" name="pg1105">
                  <a:extLst>
                    <a:ext uri="{FF2B5EF4-FFF2-40B4-BE49-F238E27FC236}">
                      <a16:creationId xmlns:a16="http://schemas.microsoft.com/office/drawing/2014/main" id="{7E95B3A7-09D5-6A96-DEF2-7D9A3F8241D7}"/>
                    </a:ext>
                  </a:extLst>
                </p:cNvPr>
                <p:cNvSpPr/>
                <p:nvPr/>
              </p:nvSpPr>
              <p:spPr>
                <a:xfrm>
                  <a:off x="5322704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6" name="pg1106">
                  <a:extLst>
                    <a:ext uri="{FF2B5EF4-FFF2-40B4-BE49-F238E27FC236}">
                      <a16:creationId xmlns:a16="http://schemas.microsoft.com/office/drawing/2014/main" id="{1D962253-0162-36C6-F85A-5156459B3695}"/>
                    </a:ext>
                  </a:extLst>
                </p:cNvPr>
                <p:cNvSpPr/>
                <p:nvPr/>
              </p:nvSpPr>
              <p:spPr>
                <a:xfrm>
                  <a:off x="5334341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7" name="pg1107">
                  <a:extLst>
                    <a:ext uri="{FF2B5EF4-FFF2-40B4-BE49-F238E27FC236}">
                      <a16:creationId xmlns:a16="http://schemas.microsoft.com/office/drawing/2014/main" id="{71817AAB-49B1-0EBE-30C0-4B99B0DB3329}"/>
                    </a:ext>
                  </a:extLst>
                </p:cNvPr>
                <p:cNvSpPr/>
                <p:nvPr/>
              </p:nvSpPr>
              <p:spPr>
                <a:xfrm>
                  <a:off x="5345979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8" name="pg1108">
                  <a:extLst>
                    <a:ext uri="{FF2B5EF4-FFF2-40B4-BE49-F238E27FC236}">
                      <a16:creationId xmlns:a16="http://schemas.microsoft.com/office/drawing/2014/main" id="{7A545C81-D8D1-3133-DFB1-F8E20570B4B4}"/>
                    </a:ext>
                  </a:extLst>
                </p:cNvPr>
                <p:cNvSpPr/>
                <p:nvPr/>
              </p:nvSpPr>
              <p:spPr>
                <a:xfrm>
                  <a:off x="5357616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9" name="pg1109">
                  <a:extLst>
                    <a:ext uri="{FF2B5EF4-FFF2-40B4-BE49-F238E27FC236}">
                      <a16:creationId xmlns:a16="http://schemas.microsoft.com/office/drawing/2014/main" id="{A33B8D58-65BB-9094-7B3B-0BCE81CDD4F0}"/>
                    </a:ext>
                  </a:extLst>
                </p:cNvPr>
                <p:cNvSpPr/>
                <p:nvPr/>
              </p:nvSpPr>
              <p:spPr>
                <a:xfrm>
                  <a:off x="5369253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0" name="pg1110">
                  <a:extLst>
                    <a:ext uri="{FF2B5EF4-FFF2-40B4-BE49-F238E27FC236}">
                      <a16:creationId xmlns:a16="http://schemas.microsoft.com/office/drawing/2014/main" id="{00684034-3C43-5529-D252-D03F8C1365EB}"/>
                    </a:ext>
                  </a:extLst>
                </p:cNvPr>
                <p:cNvSpPr/>
                <p:nvPr/>
              </p:nvSpPr>
              <p:spPr>
                <a:xfrm>
                  <a:off x="5380891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1" name="pg1111">
                  <a:extLst>
                    <a:ext uri="{FF2B5EF4-FFF2-40B4-BE49-F238E27FC236}">
                      <a16:creationId xmlns:a16="http://schemas.microsoft.com/office/drawing/2014/main" id="{ECA75E2A-6434-2F98-3C38-8EF0D2CBCF04}"/>
                    </a:ext>
                  </a:extLst>
                </p:cNvPr>
                <p:cNvSpPr/>
                <p:nvPr/>
              </p:nvSpPr>
              <p:spPr>
                <a:xfrm>
                  <a:off x="5241243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2" name="pg1112">
                  <a:extLst>
                    <a:ext uri="{FF2B5EF4-FFF2-40B4-BE49-F238E27FC236}">
                      <a16:creationId xmlns:a16="http://schemas.microsoft.com/office/drawing/2014/main" id="{3A236ACB-796E-8A3B-62FC-901B94AB524B}"/>
                    </a:ext>
                  </a:extLst>
                </p:cNvPr>
                <p:cNvSpPr/>
                <p:nvPr/>
              </p:nvSpPr>
              <p:spPr>
                <a:xfrm>
                  <a:off x="5252880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3" name="pg1113">
                  <a:extLst>
                    <a:ext uri="{FF2B5EF4-FFF2-40B4-BE49-F238E27FC236}">
                      <a16:creationId xmlns:a16="http://schemas.microsoft.com/office/drawing/2014/main" id="{15C29F98-2E3A-6DE3-3CA9-75359A4FD1F3}"/>
                    </a:ext>
                  </a:extLst>
                </p:cNvPr>
                <p:cNvSpPr/>
                <p:nvPr/>
              </p:nvSpPr>
              <p:spPr>
                <a:xfrm>
                  <a:off x="5334341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4" name="pg1114">
                  <a:extLst>
                    <a:ext uri="{FF2B5EF4-FFF2-40B4-BE49-F238E27FC236}">
                      <a16:creationId xmlns:a16="http://schemas.microsoft.com/office/drawing/2014/main" id="{EC714865-4532-0012-C35A-09CB7CB90FD5}"/>
                    </a:ext>
                  </a:extLst>
                </p:cNvPr>
                <p:cNvSpPr/>
                <p:nvPr/>
              </p:nvSpPr>
              <p:spPr>
                <a:xfrm>
                  <a:off x="5345979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5" name="pg1115">
                  <a:extLst>
                    <a:ext uri="{FF2B5EF4-FFF2-40B4-BE49-F238E27FC236}">
                      <a16:creationId xmlns:a16="http://schemas.microsoft.com/office/drawing/2014/main" id="{EFF6FC89-BC44-9607-E8AB-AE7BD65832DF}"/>
                    </a:ext>
                  </a:extLst>
                </p:cNvPr>
                <p:cNvSpPr/>
                <p:nvPr/>
              </p:nvSpPr>
              <p:spPr>
                <a:xfrm>
                  <a:off x="5357616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6" name="pg1116">
                  <a:extLst>
                    <a:ext uri="{FF2B5EF4-FFF2-40B4-BE49-F238E27FC236}">
                      <a16:creationId xmlns:a16="http://schemas.microsoft.com/office/drawing/2014/main" id="{CE8500F6-A949-D20B-4DEF-78945C205CFE}"/>
                    </a:ext>
                  </a:extLst>
                </p:cNvPr>
                <p:cNvSpPr/>
                <p:nvPr/>
              </p:nvSpPr>
              <p:spPr>
                <a:xfrm>
                  <a:off x="5369253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7" name="pg1117">
                  <a:extLst>
                    <a:ext uri="{FF2B5EF4-FFF2-40B4-BE49-F238E27FC236}">
                      <a16:creationId xmlns:a16="http://schemas.microsoft.com/office/drawing/2014/main" id="{3C866F79-B7AD-E7AF-6593-872BDD83CA9C}"/>
                    </a:ext>
                  </a:extLst>
                </p:cNvPr>
                <p:cNvSpPr/>
                <p:nvPr/>
              </p:nvSpPr>
              <p:spPr>
                <a:xfrm>
                  <a:off x="5380891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8" name="pg1118">
                  <a:extLst>
                    <a:ext uri="{FF2B5EF4-FFF2-40B4-BE49-F238E27FC236}">
                      <a16:creationId xmlns:a16="http://schemas.microsoft.com/office/drawing/2014/main" id="{27C5F744-B127-945F-999F-8F6E2EBFD484}"/>
                    </a:ext>
                  </a:extLst>
                </p:cNvPr>
                <p:cNvSpPr/>
                <p:nvPr/>
              </p:nvSpPr>
              <p:spPr>
                <a:xfrm>
                  <a:off x="5217968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9" name="pg1119">
                  <a:extLst>
                    <a:ext uri="{FF2B5EF4-FFF2-40B4-BE49-F238E27FC236}">
                      <a16:creationId xmlns:a16="http://schemas.microsoft.com/office/drawing/2014/main" id="{BA47D5CA-457B-D0A5-B21A-410C35530724}"/>
                    </a:ext>
                  </a:extLst>
                </p:cNvPr>
                <p:cNvSpPr/>
                <p:nvPr/>
              </p:nvSpPr>
              <p:spPr>
                <a:xfrm>
                  <a:off x="5229605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0" name="pg1120">
                  <a:extLst>
                    <a:ext uri="{FF2B5EF4-FFF2-40B4-BE49-F238E27FC236}">
                      <a16:creationId xmlns:a16="http://schemas.microsoft.com/office/drawing/2014/main" id="{C78B969E-32DB-08CE-65FD-EC62A00B2B2A}"/>
                    </a:ext>
                  </a:extLst>
                </p:cNvPr>
                <p:cNvSpPr/>
                <p:nvPr/>
              </p:nvSpPr>
              <p:spPr>
                <a:xfrm>
                  <a:off x="5241243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1" name="pg1121">
                  <a:extLst>
                    <a:ext uri="{FF2B5EF4-FFF2-40B4-BE49-F238E27FC236}">
                      <a16:creationId xmlns:a16="http://schemas.microsoft.com/office/drawing/2014/main" id="{1408304F-921B-B25D-81A1-1DDC410F3785}"/>
                    </a:ext>
                  </a:extLst>
                </p:cNvPr>
                <p:cNvSpPr/>
                <p:nvPr/>
              </p:nvSpPr>
              <p:spPr>
                <a:xfrm>
                  <a:off x="5252880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2" name="pg1122">
                  <a:extLst>
                    <a:ext uri="{FF2B5EF4-FFF2-40B4-BE49-F238E27FC236}">
                      <a16:creationId xmlns:a16="http://schemas.microsoft.com/office/drawing/2014/main" id="{C90E9A52-838A-3377-2480-D84835C9AB09}"/>
                    </a:ext>
                  </a:extLst>
                </p:cNvPr>
                <p:cNvSpPr/>
                <p:nvPr/>
              </p:nvSpPr>
              <p:spPr>
                <a:xfrm>
                  <a:off x="5264517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3" name="pg1123">
                  <a:extLst>
                    <a:ext uri="{FF2B5EF4-FFF2-40B4-BE49-F238E27FC236}">
                      <a16:creationId xmlns:a16="http://schemas.microsoft.com/office/drawing/2014/main" id="{48014578-C6B1-8958-12F5-A4515751A610}"/>
                    </a:ext>
                  </a:extLst>
                </p:cNvPr>
                <p:cNvSpPr/>
                <p:nvPr/>
              </p:nvSpPr>
              <p:spPr>
                <a:xfrm>
                  <a:off x="5334341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4" name="pg1124">
                  <a:extLst>
                    <a:ext uri="{FF2B5EF4-FFF2-40B4-BE49-F238E27FC236}">
                      <a16:creationId xmlns:a16="http://schemas.microsoft.com/office/drawing/2014/main" id="{B1076196-5E95-26F0-E482-4EA225935984}"/>
                    </a:ext>
                  </a:extLst>
                </p:cNvPr>
                <p:cNvSpPr/>
                <p:nvPr/>
              </p:nvSpPr>
              <p:spPr>
                <a:xfrm>
                  <a:off x="5345979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5" name="pg1125">
                  <a:extLst>
                    <a:ext uri="{FF2B5EF4-FFF2-40B4-BE49-F238E27FC236}">
                      <a16:creationId xmlns:a16="http://schemas.microsoft.com/office/drawing/2014/main" id="{B6CAFBFB-5977-B657-BD3F-47B02A7CC50E}"/>
                    </a:ext>
                  </a:extLst>
                </p:cNvPr>
                <p:cNvSpPr/>
                <p:nvPr/>
              </p:nvSpPr>
              <p:spPr>
                <a:xfrm>
                  <a:off x="5357616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6" name="pg1126">
                  <a:extLst>
                    <a:ext uri="{FF2B5EF4-FFF2-40B4-BE49-F238E27FC236}">
                      <a16:creationId xmlns:a16="http://schemas.microsoft.com/office/drawing/2014/main" id="{BC70CFDE-DEE0-2944-7A3B-728EB8253767}"/>
                    </a:ext>
                  </a:extLst>
                </p:cNvPr>
                <p:cNvSpPr/>
                <p:nvPr/>
              </p:nvSpPr>
              <p:spPr>
                <a:xfrm>
                  <a:off x="5369253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7" name="pg1127">
                  <a:extLst>
                    <a:ext uri="{FF2B5EF4-FFF2-40B4-BE49-F238E27FC236}">
                      <a16:creationId xmlns:a16="http://schemas.microsoft.com/office/drawing/2014/main" id="{CF1E60C1-1756-F44A-4E00-299C845823BE}"/>
                    </a:ext>
                  </a:extLst>
                </p:cNvPr>
                <p:cNvSpPr/>
                <p:nvPr/>
              </p:nvSpPr>
              <p:spPr>
                <a:xfrm>
                  <a:off x="5380891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8" name="pg1128">
                  <a:extLst>
                    <a:ext uri="{FF2B5EF4-FFF2-40B4-BE49-F238E27FC236}">
                      <a16:creationId xmlns:a16="http://schemas.microsoft.com/office/drawing/2014/main" id="{A9FFBB6D-AAF7-5C0D-F6B4-2C44F156F133}"/>
                    </a:ext>
                  </a:extLst>
                </p:cNvPr>
                <p:cNvSpPr/>
                <p:nvPr/>
              </p:nvSpPr>
              <p:spPr>
                <a:xfrm>
                  <a:off x="5194693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9" name="pg1129">
                  <a:extLst>
                    <a:ext uri="{FF2B5EF4-FFF2-40B4-BE49-F238E27FC236}">
                      <a16:creationId xmlns:a16="http://schemas.microsoft.com/office/drawing/2014/main" id="{5ADB543B-C5E4-ED74-7689-216F2DB58058}"/>
                    </a:ext>
                  </a:extLst>
                </p:cNvPr>
                <p:cNvSpPr/>
                <p:nvPr/>
              </p:nvSpPr>
              <p:spPr>
                <a:xfrm>
                  <a:off x="5206331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0" name="pg1130">
                  <a:extLst>
                    <a:ext uri="{FF2B5EF4-FFF2-40B4-BE49-F238E27FC236}">
                      <a16:creationId xmlns:a16="http://schemas.microsoft.com/office/drawing/2014/main" id="{62B50031-7FDE-1730-B035-425AF9C981CA}"/>
                    </a:ext>
                  </a:extLst>
                </p:cNvPr>
                <p:cNvSpPr/>
                <p:nvPr/>
              </p:nvSpPr>
              <p:spPr>
                <a:xfrm>
                  <a:off x="5217968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1" name="pg1131">
                  <a:extLst>
                    <a:ext uri="{FF2B5EF4-FFF2-40B4-BE49-F238E27FC236}">
                      <a16:creationId xmlns:a16="http://schemas.microsoft.com/office/drawing/2014/main" id="{2CCD4E74-A521-8A37-6C61-99C1C51A183D}"/>
                    </a:ext>
                  </a:extLst>
                </p:cNvPr>
                <p:cNvSpPr/>
                <p:nvPr/>
              </p:nvSpPr>
              <p:spPr>
                <a:xfrm>
                  <a:off x="5229605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2" name="pg1132">
                  <a:extLst>
                    <a:ext uri="{FF2B5EF4-FFF2-40B4-BE49-F238E27FC236}">
                      <a16:creationId xmlns:a16="http://schemas.microsoft.com/office/drawing/2014/main" id="{E5869817-53CC-9E26-601E-3DF487D46A80}"/>
                    </a:ext>
                  </a:extLst>
                </p:cNvPr>
                <p:cNvSpPr/>
                <p:nvPr/>
              </p:nvSpPr>
              <p:spPr>
                <a:xfrm>
                  <a:off x="5241243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3" name="pg1133">
                  <a:extLst>
                    <a:ext uri="{FF2B5EF4-FFF2-40B4-BE49-F238E27FC236}">
                      <a16:creationId xmlns:a16="http://schemas.microsoft.com/office/drawing/2014/main" id="{45F874C1-CAA1-A4BA-8882-D331C30B8FDE}"/>
                    </a:ext>
                  </a:extLst>
                </p:cNvPr>
                <p:cNvSpPr/>
                <p:nvPr/>
              </p:nvSpPr>
              <p:spPr>
                <a:xfrm>
                  <a:off x="5252880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4" name="pg1134">
                  <a:extLst>
                    <a:ext uri="{FF2B5EF4-FFF2-40B4-BE49-F238E27FC236}">
                      <a16:creationId xmlns:a16="http://schemas.microsoft.com/office/drawing/2014/main" id="{F0A3CC92-7763-3AB0-780A-46FE4E7D7D82}"/>
                    </a:ext>
                  </a:extLst>
                </p:cNvPr>
                <p:cNvSpPr/>
                <p:nvPr/>
              </p:nvSpPr>
              <p:spPr>
                <a:xfrm>
                  <a:off x="5264517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5" name="pg1135">
                  <a:extLst>
                    <a:ext uri="{FF2B5EF4-FFF2-40B4-BE49-F238E27FC236}">
                      <a16:creationId xmlns:a16="http://schemas.microsoft.com/office/drawing/2014/main" id="{7E606551-F7DA-EEEC-0691-774459E010C6}"/>
                    </a:ext>
                  </a:extLst>
                </p:cNvPr>
                <p:cNvSpPr/>
                <p:nvPr/>
              </p:nvSpPr>
              <p:spPr>
                <a:xfrm>
                  <a:off x="5322704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6" name="pg1136">
                  <a:extLst>
                    <a:ext uri="{FF2B5EF4-FFF2-40B4-BE49-F238E27FC236}">
                      <a16:creationId xmlns:a16="http://schemas.microsoft.com/office/drawing/2014/main" id="{6EA47FFF-27EE-A1A4-E563-A6CC4E78E2E1}"/>
                    </a:ext>
                  </a:extLst>
                </p:cNvPr>
                <p:cNvSpPr/>
                <p:nvPr/>
              </p:nvSpPr>
              <p:spPr>
                <a:xfrm>
                  <a:off x="5334341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7" name="pg1137">
                  <a:extLst>
                    <a:ext uri="{FF2B5EF4-FFF2-40B4-BE49-F238E27FC236}">
                      <a16:creationId xmlns:a16="http://schemas.microsoft.com/office/drawing/2014/main" id="{58E88025-9319-A8F0-81A2-247C7A27F79E}"/>
                    </a:ext>
                  </a:extLst>
                </p:cNvPr>
                <p:cNvSpPr/>
                <p:nvPr/>
              </p:nvSpPr>
              <p:spPr>
                <a:xfrm>
                  <a:off x="5345979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8" name="pg1138">
                  <a:extLst>
                    <a:ext uri="{FF2B5EF4-FFF2-40B4-BE49-F238E27FC236}">
                      <a16:creationId xmlns:a16="http://schemas.microsoft.com/office/drawing/2014/main" id="{752EF62F-DB79-62F2-01D8-E33FA35FE7C6}"/>
                    </a:ext>
                  </a:extLst>
                </p:cNvPr>
                <p:cNvSpPr/>
                <p:nvPr/>
              </p:nvSpPr>
              <p:spPr>
                <a:xfrm>
                  <a:off x="5357616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9" name="pg1139">
                  <a:extLst>
                    <a:ext uri="{FF2B5EF4-FFF2-40B4-BE49-F238E27FC236}">
                      <a16:creationId xmlns:a16="http://schemas.microsoft.com/office/drawing/2014/main" id="{91A1EC66-11E1-0EC0-570D-DCFD4A0C1112}"/>
                    </a:ext>
                  </a:extLst>
                </p:cNvPr>
                <p:cNvSpPr/>
                <p:nvPr/>
              </p:nvSpPr>
              <p:spPr>
                <a:xfrm>
                  <a:off x="5369253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0" name="pg1140">
                  <a:extLst>
                    <a:ext uri="{FF2B5EF4-FFF2-40B4-BE49-F238E27FC236}">
                      <a16:creationId xmlns:a16="http://schemas.microsoft.com/office/drawing/2014/main" id="{4BCFA580-4D86-CFD5-B60C-CA4EF20CE425}"/>
                    </a:ext>
                  </a:extLst>
                </p:cNvPr>
                <p:cNvSpPr/>
                <p:nvPr/>
              </p:nvSpPr>
              <p:spPr>
                <a:xfrm>
                  <a:off x="5183056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1" name="pg1141">
                  <a:extLst>
                    <a:ext uri="{FF2B5EF4-FFF2-40B4-BE49-F238E27FC236}">
                      <a16:creationId xmlns:a16="http://schemas.microsoft.com/office/drawing/2014/main" id="{2D4AA91F-AD3F-8510-1ABB-D93A95FD15BB}"/>
                    </a:ext>
                  </a:extLst>
                </p:cNvPr>
                <p:cNvSpPr/>
                <p:nvPr/>
              </p:nvSpPr>
              <p:spPr>
                <a:xfrm>
                  <a:off x="5194693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2" name="pg1142">
                  <a:extLst>
                    <a:ext uri="{FF2B5EF4-FFF2-40B4-BE49-F238E27FC236}">
                      <a16:creationId xmlns:a16="http://schemas.microsoft.com/office/drawing/2014/main" id="{8FF910D9-6A32-A3CC-8C1B-77929F115621}"/>
                    </a:ext>
                  </a:extLst>
                </p:cNvPr>
                <p:cNvSpPr/>
                <p:nvPr/>
              </p:nvSpPr>
              <p:spPr>
                <a:xfrm>
                  <a:off x="5206331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3" name="pg1143">
                  <a:extLst>
                    <a:ext uri="{FF2B5EF4-FFF2-40B4-BE49-F238E27FC236}">
                      <a16:creationId xmlns:a16="http://schemas.microsoft.com/office/drawing/2014/main" id="{FDBC133B-4C77-4BDC-9A15-9614A4F37ECA}"/>
                    </a:ext>
                  </a:extLst>
                </p:cNvPr>
                <p:cNvSpPr/>
                <p:nvPr/>
              </p:nvSpPr>
              <p:spPr>
                <a:xfrm>
                  <a:off x="5217968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4" name="pg1144">
                  <a:extLst>
                    <a:ext uri="{FF2B5EF4-FFF2-40B4-BE49-F238E27FC236}">
                      <a16:creationId xmlns:a16="http://schemas.microsoft.com/office/drawing/2014/main" id="{CD7437C8-83EA-7C2C-9CE3-90EEDB198DFE}"/>
                    </a:ext>
                  </a:extLst>
                </p:cNvPr>
                <p:cNvSpPr/>
                <p:nvPr/>
              </p:nvSpPr>
              <p:spPr>
                <a:xfrm>
                  <a:off x="5229605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E">
                    <a:alpha val="100000"/>
                  </a:srgbClr>
                </a:solidFill>
                <a:ln w="5420" cap="flat">
                  <a:solidFill>
                    <a:srgbClr val="64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5" name="pg1145">
                  <a:extLst>
                    <a:ext uri="{FF2B5EF4-FFF2-40B4-BE49-F238E27FC236}">
                      <a16:creationId xmlns:a16="http://schemas.microsoft.com/office/drawing/2014/main" id="{8251C341-146E-3800-B057-DCC0B35A3141}"/>
                    </a:ext>
                  </a:extLst>
                </p:cNvPr>
                <p:cNvSpPr/>
                <p:nvPr/>
              </p:nvSpPr>
              <p:spPr>
                <a:xfrm>
                  <a:off x="5241243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D">
                    <a:alpha val="100000"/>
                  </a:srgbClr>
                </a:solidFill>
                <a:ln w="5420" cap="flat">
                  <a:solidFill>
                    <a:srgbClr val="61CE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6" name="pg1146">
                  <a:extLst>
                    <a:ext uri="{FF2B5EF4-FFF2-40B4-BE49-F238E27FC236}">
                      <a16:creationId xmlns:a16="http://schemas.microsoft.com/office/drawing/2014/main" id="{F629636C-59A5-A552-094C-1CAEC4177311}"/>
                    </a:ext>
                  </a:extLst>
                </p:cNvPr>
                <p:cNvSpPr/>
                <p:nvPr/>
              </p:nvSpPr>
              <p:spPr>
                <a:xfrm>
                  <a:off x="5252880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7" name="pg1147">
                  <a:extLst>
                    <a:ext uri="{FF2B5EF4-FFF2-40B4-BE49-F238E27FC236}">
                      <a16:creationId xmlns:a16="http://schemas.microsoft.com/office/drawing/2014/main" id="{E1EF9649-EB8E-0500-4C62-01A1630B1BE2}"/>
                    </a:ext>
                  </a:extLst>
                </p:cNvPr>
                <p:cNvSpPr/>
                <p:nvPr/>
              </p:nvSpPr>
              <p:spPr>
                <a:xfrm>
                  <a:off x="5264517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8" name="pg1148">
                  <a:extLst>
                    <a:ext uri="{FF2B5EF4-FFF2-40B4-BE49-F238E27FC236}">
                      <a16:creationId xmlns:a16="http://schemas.microsoft.com/office/drawing/2014/main" id="{E956FDA3-587D-421A-2E2C-30CE9C639E6F}"/>
                    </a:ext>
                  </a:extLst>
                </p:cNvPr>
                <p:cNvSpPr/>
                <p:nvPr/>
              </p:nvSpPr>
              <p:spPr>
                <a:xfrm>
                  <a:off x="5322704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9" name="pg1149">
                  <a:extLst>
                    <a:ext uri="{FF2B5EF4-FFF2-40B4-BE49-F238E27FC236}">
                      <a16:creationId xmlns:a16="http://schemas.microsoft.com/office/drawing/2014/main" id="{B693C0C7-4518-B31B-79C3-7C84BB467717}"/>
                    </a:ext>
                  </a:extLst>
                </p:cNvPr>
                <p:cNvSpPr/>
                <p:nvPr/>
              </p:nvSpPr>
              <p:spPr>
                <a:xfrm>
                  <a:off x="5334341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0" name="pg1150">
                  <a:extLst>
                    <a:ext uri="{FF2B5EF4-FFF2-40B4-BE49-F238E27FC236}">
                      <a16:creationId xmlns:a16="http://schemas.microsoft.com/office/drawing/2014/main" id="{536B2142-20D5-D4F8-5DE0-9F418EADDF2F}"/>
                    </a:ext>
                  </a:extLst>
                </p:cNvPr>
                <p:cNvSpPr/>
                <p:nvPr/>
              </p:nvSpPr>
              <p:spPr>
                <a:xfrm>
                  <a:off x="5345979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1" name="pg1151">
                  <a:extLst>
                    <a:ext uri="{FF2B5EF4-FFF2-40B4-BE49-F238E27FC236}">
                      <a16:creationId xmlns:a16="http://schemas.microsoft.com/office/drawing/2014/main" id="{5E39BBA2-5F1A-E641-3251-6711A4BB289E}"/>
                    </a:ext>
                  </a:extLst>
                </p:cNvPr>
                <p:cNvSpPr/>
                <p:nvPr/>
              </p:nvSpPr>
              <p:spPr>
                <a:xfrm>
                  <a:off x="5357616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2" name="pg1152">
                  <a:extLst>
                    <a:ext uri="{FF2B5EF4-FFF2-40B4-BE49-F238E27FC236}">
                      <a16:creationId xmlns:a16="http://schemas.microsoft.com/office/drawing/2014/main" id="{2B2FCED1-35C3-45A1-511F-9DDB7BAF813F}"/>
                    </a:ext>
                  </a:extLst>
                </p:cNvPr>
                <p:cNvSpPr/>
                <p:nvPr/>
              </p:nvSpPr>
              <p:spPr>
                <a:xfrm>
                  <a:off x="5369253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3" name="pg1153">
                  <a:extLst>
                    <a:ext uri="{FF2B5EF4-FFF2-40B4-BE49-F238E27FC236}">
                      <a16:creationId xmlns:a16="http://schemas.microsoft.com/office/drawing/2014/main" id="{7C5B4530-77E5-5BB9-F844-445688860457}"/>
                    </a:ext>
                  </a:extLst>
                </p:cNvPr>
                <p:cNvSpPr/>
                <p:nvPr/>
              </p:nvSpPr>
              <p:spPr>
                <a:xfrm>
                  <a:off x="5124869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4" name="pg1154">
                  <a:extLst>
                    <a:ext uri="{FF2B5EF4-FFF2-40B4-BE49-F238E27FC236}">
                      <a16:creationId xmlns:a16="http://schemas.microsoft.com/office/drawing/2014/main" id="{9F4EB817-57D6-5913-0BE9-F77C3EECAD35}"/>
                    </a:ext>
                  </a:extLst>
                </p:cNvPr>
                <p:cNvSpPr/>
                <p:nvPr/>
              </p:nvSpPr>
              <p:spPr>
                <a:xfrm>
                  <a:off x="5136507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5" name="pg1155">
                  <a:extLst>
                    <a:ext uri="{FF2B5EF4-FFF2-40B4-BE49-F238E27FC236}">
                      <a16:creationId xmlns:a16="http://schemas.microsoft.com/office/drawing/2014/main" id="{00984EE5-E9CD-2648-D6AC-5C247C6FCD2C}"/>
                    </a:ext>
                  </a:extLst>
                </p:cNvPr>
                <p:cNvSpPr/>
                <p:nvPr/>
              </p:nvSpPr>
              <p:spPr>
                <a:xfrm>
                  <a:off x="5148144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6" name="pg1156">
                  <a:extLst>
                    <a:ext uri="{FF2B5EF4-FFF2-40B4-BE49-F238E27FC236}">
                      <a16:creationId xmlns:a16="http://schemas.microsoft.com/office/drawing/2014/main" id="{FDBA6F6B-FB64-0EAE-BCFF-29F3569E68F9}"/>
                    </a:ext>
                  </a:extLst>
                </p:cNvPr>
                <p:cNvSpPr/>
                <p:nvPr/>
              </p:nvSpPr>
              <p:spPr>
                <a:xfrm>
                  <a:off x="5159781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7" name="pg1157">
                  <a:extLst>
                    <a:ext uri="{FF2B5EF4-FFF2-40B4-BE49-F238E27FC236}">
                      <a16:creationId xmlns:a16="http://schemas.microsoft.com/office/drawing/2014/main" id="{CA2AC4E7-F179-BB88-D075-67F735284C83}"/>
                    </a:ext>
                  </a:extLst>
                </p:cNvPr>
                <p:cNvSpPr/>
                <p:nvPr/>
              </p:nvSpPr>
              <p:spPr>
                <a:xfrm>
                  <a:off x="5171419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8" name="pg1158">
                  <a:extLst>
                    <a:ext uri="{FF2B5EF4-FFF2-40B4-BE49-F238E27FC236}">
                      <a16:creationId xmlns:a16="http://schemas.microsoft.com/office/drawing/2014/main" id="{15AED327-DB6A-E7D5-2F70-C9093B86246F}"/>
                    </a:ext>
                  </a:extLst>
                </p:cNvPr>
                <p:cNvSpPr/>
                <p:nvPr/>
              </p:nvSpPr>
              <p:spPr>
                <a:xfrm>
                  <a:off x="5183056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9" name="pg1159">
                  <a:extLst>
                    <a:ext uri="{FF2B5EF4-FFF2-40B4-BE49-F238E27FC236}">
                      <a16:creationId xmlns:a16="http://schemas.microsoft.com/office/drawing/2014/main" id="{8EFE6359-C913-C49F-5ABF-04DA22295EE3}"/>
                    </a:ext>
                  </a:extLst>
                </p:cNvPr>
                <p:cNvSpPr/>
                <p:nvPr/>
              </p:nvSpPr>
              <p:spPr>
                <a:xfrm>
                  <a:off x="5194693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0" name="pg1160">
                  <a:extLst>
                    <a:ext uri="{FF2B5EF4-FFF2-40B4-BE49-F238E27FC236}">
                      <a16:creationId xmlns:a16="http://schemas.microsoft.com/office/drawing/2014/main" id="{D9054C19-64AD-893C-2D9A-E20A755330B0}"/>
                    </a:ext>
                  </a:extLst>
                </p:cNvPr>
                <p:cNvSpPr/>
                <p:nvPr/>
              </p:nvSpPr>
              <p:spPr>
                <a:xfrm>
                  <a:off x="5206331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1" name="pg1161">
                  <a:extLst>
                    <a:ext uri="{FF2B5EF4-FFF2-40B4-BE49-F238E27FC236}">
                      <a16:creationId xmlns:a16="http://schemas.microsoft.com/office/drawing/2014/main" id="{7C970CAD-67CE-A08F-50E7-903C00BEC906}"/>
                    </a:ext>
                  </a:extLst>
                </p:cNvPr>
                <p:cNvSpPr/>
                <p:nvPr/>
              </p:nvSpPr>
              <p:spPr>
                <a:xfrm>
                  <a:off x="5217968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2" name="pg1162">
                  <a:extLst>
                    <a:ext uri="{FF2B5EF4-FFF2-40B4-BE49-F238E27FC236}">
                      <a16:creationId xmlns:a16="http://schemas.microsoft.com/office/drawing/2014/main" id="{2F217747-8825-0471-38A7-D1D0AA1E7ED3}"/>
                    </a:ext>
                  </a:extLst>
                </p:cNvPr>
                <p:cNvSpPr/>
                <p:nvPr/>
              </p:nvSpPr>
              <p:spPr>
                <a:xfrm>
                  <a:off x="5229605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3" name="pg1163">
                  <a:extLst>
                    <a:ext uri="{FF2B5EF4-FFF2-40B4-BE49-F238E27FC236}">
                      <a16:creationId xmlns:a16="http://schemas.microsoft.com/office/drawing/2014/main" id="{B2DBE945-257A-BE56-C20A-3101515F4788}"/>
                    </a:ext>
                  </a:extLst>
                </p:cNvPr>
                <p:cNvSpPr/>
                <p:nvPr/>
              </p:nvSpPr>
              <p:spPr>
                <a:xfrm>
                  <a:off x="5241243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4" name="pg1164">
                  <a:extLst>
                    <a:ext uri="{FF2B5EF4-FFF2-40B4-BE49-F238E27FC236}">
                      <a16:creationId xmlns:a16="http://schemas.microsoft.com/office/drawing/2014/main" id="{7812C2D0-B40B-E3C9-E63D-C3C68CDBF927}"/>
                    </a:ext>
                  </a:extLst>
                </p:cNvPr>
                <p:cNvSpPr/>
                <p:nvPr/>
              </p:nvSpPr>
              <p:spPr>
                <a:xfrm>
                  <a:off x="5252880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E">
                    <a:alpha val="100000"/>
                  </a:srgbClr>
                </a:solidFill>
                <a:ln w="5420" cap="flat">
                  <a:solidFill>
                    <a:srgbClr val="64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5" name="pg1165">
                  <a:extLst>
                    <a:ext uri="{FF2B5EF4-FFF2-40B4-BE49-F238E27FC236}">
                      <a16:creationId xmlns:a16="http://schemas.microsoft.com/office/drawing/2014/main" id="{F2370C48-16E0-FA1E-1387-0313A53F0ADF}"/>
                    </a:ext>
                  </a:extLst>
                </p:cNvPr>
                <p:cNvSpPr/>
                <p:nvPr/>
              </p:nvSpPr>
              <p:spPr>
                <a:xfrm>
                  <a:off x="5311067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6" name="pg1166">
                  <a:extLst>
                    <a:ext uri="{FF2B5EF4-FFF2-40B4-BE49-F238E27FC236}">
                      <a16:creationId xmlns:a16="http://schemas.microsoft.com/office/drawing/2014/main" id="{A32BC363-DA82-74EB-453D-2475B518C421}"/>
                    </a:ext>
                  </a:extLst>
                </p:cNvPr>
                <p:cNvSpPr/>
                <p:nvPr/>
              </p:nvSpPr>
              <p:spPr>
                <a:xfrm>
                  <a:off x="5322704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7" name="pg1167">
                  <a:extLst>
                    <a:ext uri="{FF2B5EF4-FFF2-40B4-BE49-F238E27FC236}">
                      <a16:creationId xmlns:a16="http://schemas.microsoft.com/office/drawing/2014/main" id="{B8D8F2B3-991C-E751-47B6-8A0A5A1252FE}"/>
                    </a:ext>
                  </a:extLst>
                </p:cNvPr>
                <p:cNvSpPr/>
                <p:nvPr/>
              </p:nvSpPr>
              <p:spPr>
                <a:xfrm>
                  <a:off x="5334341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8" name="pg1168">
                  <a:extLst>
                    <a:ext uri="{FF2B5EF4-FFF2-40B4-BE49-F238E27FC236}">
                      <a16:creationId xmlns:a16="http://schemas.microsoft.com/office/drawing/2014/main" id="{D630DFF6-A024-9BAD-2BC0-1B016CECD55F}"/>
                    </a:ext>
                  </a:extLst>
                </p:cNvPr>
                <p:cNvSpPr/>
                <p:nvPr/>
              </p:nvSpPr>
              <p:spPr>
                <a:xfrm>
                  <a:off x="5345979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9" name="pg1169">
                  <a:extLst>
                    <a:ext uri="{FF2B5EF4-FFF2-40B4-BE49-F238E27FC236}">
                      <a16:creationId xmlns:a16="http://schemas.microsoft.com/office/drawing/2014/main" id="{AE3230D6-D074-773C-1ECB-33ABBABA074F}"/>
                    </a:ext>
                  </a:extLst>
                </p:cNvPr>
                <p:cNvSpPr/>
                <p:nvPr/>
              </p:nvSpPr>
              <p:spPr>
                <a:xfrm>
                  <a:off x="5357616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0" name="pg1170">
                  <a:extLst>
                    <a:ext uri="{FF2B5EF4-FFF2-40B4-BE49-F238E27FC236}">
                      <a16:creationId xmlns:a16="http://schemas.microsoft.com/office/drawing/2014/main" id="{F06141FA-F1AD-8AD8-9694-4B27D8F8FD45}"/>
                    </a:ext>
                  </a:extLst>
                </p:cNvPr>
                <p:cNvSpPr/>
                <p:nvPr/>
              </p:nvSpPr>
              <p:spPr>
                <a:xfrm>
                  <a:off x="5369253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1" name="pg1171">
                  <a:extLst>
                    <a:ext uri="{FF2B5EF4-FFF2-40B4-BE49-F238E27FC236}">
                      <a16:creationId xmlns:a16="http://schemas.microsoft.com/office/drawing/2014/main" id="{D5AC3B6D-AE09-6B04-AD09-BB49B1E7C8E9}"/>
                    </a:ext>
                  </a:extLst>
                </p:cNvPr>
                <p:cNvSpPr/>
                <p:nvPr/>
              </p:nvSpPr>
              <p:spPr>
                <a:xfrm>
                  <a:off x="5113232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2" name="pg1172">
                  <a:extLst>
                    <a:ext uri="{FF2B5EF4-FFF2-40B4-BE49-F238E27FC236}">
                      <a16:creationId xmlns:a16="http://schemas.microsoft.com/office/drawing/2014/main" id="{00368A08-9FCC-25D3-D3BA-703D4EE1534C}"/>
                    </a:ext>
                  </a:extLst>
                </p:cNvPr>
                <p:cNvSpPr/>
                <p:nvPr/>
              </p:nvSpPr>
              <p:spPr>
                <a:xfrm>
                  <a:off x="5124869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3" name="pg1173">
                  <a:extLst>
                    <a:ext uri="{FF2B5EF4-FFF2-40B4-BE49-F238E27FC236}">
                      <a16:creationId xmlns:a16="http://schemas.microsoft.com/office/drawing/2014/main" id="{AED285E9-6CCE-7159-EB5C-A7D64ECC6993}"/>
                    </a:ext>
                  </a:extLst>
                </p:cNvPr>
                <p:cNvSpPr/>
                <p:nvPr/>
              </p:nvSpPr>
              <p:spPr>
                <a:xfrm>
                  <a:off x="5136507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4" name="pg1174">
                  <a:extLst>
                    <a:ext uri="{FF2B5EF4-FFF2-40B4-BE49-F238E27FC236}">
                      <a16:creationId xmlns:a16="http://schemas.microsoft.com/office/drawing/2014/main" id="{3D8CCC6E-3B72-CEBE-D959-B302ED7ED996}"/>
                    </a:ext>
                  </a:extLst>
                </p:cNvPr>
                <p:cNvSpPr/>
                <p:nvPr/>
              </p:nvSpPr>
              <p:spPr>
                <a:xfrm>
                  <a:off x="5148144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5" name="pg1175">
                  <a:extLst>
                    <a:ext uri="{FF2B5EF4-FFF2-40B4-BE49-F238E27FC236}">
                      <a16:creationId xmlns:a16="http://schemas.microsoft.com/office/drawing/2014/main" id="{E88BACE3-0589-D7B1-062F-921D805865A3}"/>
                    </a:ext>
                  </a:extLst>
                </p:cNvPr>
                <p:cNvSpPr/>
                <p:nvPr/>
              </p:nvSpPr>
              <p:spPr>
                <a:xfrm>
                  <a:off x="5159781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6" name="pg1176">
                  <a:extLst>
                    <a:ext uri="{FF2B5EF4-FFF2-40B4-BE49-F238E27FC236}">
                      <a16:creationId xmlns:a16="http://schemas.microsoft.com/office/drawing/2014/main" id="{5E9EBECB-C874-9C4A-5833-61D5D4C205E3}"/>
                    </a:ext>
                  </a:extLst>
                </p:cNvPr>
                <p:cNvSpPr/>
                <p:nvPr/>
              </p:nvSpPr>
              <p:spPr>
                <a:xfrm>
                  <a:off x="5171419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7" name="pg1177">
                  <a:extLst>
                    <a:ext uri="{FF2B5EF4-FFF2-40B4-BE49-F238E27FC236}">
                      <a16:creationId xmlns:a16="http://schemas.microsoft.com/office/drawing/2014/main" id="{CCA45297-1BF0-54F3-23B4-89354A474AC1}"/>
                    </a:ext>
                  </a:extLst>
                </p:cNvPr>
                <p:cNvSpPr/>
                <p:nvPr/>
              </p:nvSpPr>
              <p:spPr>
                <a:xfrm>
                  <a:off x="5183056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8" name="pg1178">
                  <a:extLst>
                    <a:ext uri="{FF2B5EF4-FFF2-40B4-BE49-F238E27FC236}">
                      <a16:creationId xmlns:a16="http://schemas.microsoft.com/office/drawing/2014/main" id="{A7D39A58-4F4D-0B78-D588-45494F22AA01}"/>
                    </a:ext>
                  </a:extLst>
                </p:cNvPr>
                <p:cNvSpPr/>
                <p:nvPr/>
              </p:nvSpPr>
              <p:spPr>
                <a:xfrm>
                  <a:off x="5194693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9" name="pg1179">
                  <a:extLst>
                    <a:ext uri="{FF2B5EF4-FFF2-40B4-BE49-F238E27FC236}">
                      <a16:creationId xmlns:a16="http://schemas.microsoft.com/office/drawing/2014/main" id="{ABA1D806-52DE-9D77-E5E5-F1B08D210AF9}"/>
                    </a:ext>
                  </a:extLst>
                </p:cNvPr>
                <p:cNvSpPr/>
                <p:nvPr/>
              </p:nvSpPr>
              <p:spPr>
                <a:xfrm>
                  <a:off x="5206331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0" name="pg1180">
                  <a:extLst>
                    <a:ext uri="{FF2B5EF4-FFF2-40B4-BE49-F238E27FC236}">
                      <a16:creationId xmlns:a16="http://schemas.microsoft.com/office/drawing/2014/main" id="{AC9253BF-FF35-F09B-C331-4C7C8074BC67}"/>
                    </a:ext>
                  </a:extLst>
                </p:cNvPr>
                <p:cNvSpPr/>
                <p:nvPr/>
              </p:nvSpPr>
              <p:spPr>
                <a:xfrm>
                  <a:off x="5217968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1" name="pg1181">
                  <a:extLst>
                    <a:ext uri="{FF2B5EF4-FFF2-40B4-BE49-F238E27FC236}">
                      <a16:creationId xmlns:a16="http://schemas.microsoft.com/office/drawing/2014/main" id="{15B21EA0-3F8B-052B-7D5D-7C307C1E3C2D}"/>
                    </a:ext>
                  </a:extLst>
                </p:cNvPr>
                <p:cNvSpPr/>
                <p:nvPr/>
              </p:nvSpPr>
              <p:spPr>
                <a:xfrm>
                  <a:off x="5229605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2" name="pg1182">
                  <a:extLst>
                    <a:ext uri="{FF2B5EF4-FFF2-40B4-BE49-F238E27FC236}">
                      <a16:creationId xmlns:a16="http://schemas.microsoft.com/office/drawing/2014/main" id="{838EAFF8-7A7D-8E78-9E85-BFEDF43BFC96}"/>
                    </a:ext>
                  </a:extLst>
                </p:cNvPr>
                <p:cNvSpPr/>
                <p:nvPr/>
              </p:nvSpPr>
              <p:spPr>
                <a:xfrm>
                  <a:off x="5241243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3" name="pg1183">
                  <a:extLst>
                    <a:ext uri="{FF2B5EF4-FFF2-40B4-BE49-F238E27FC236}">
                      <a16:creationId xmlns:a16="http://schemas.microsoft.com/office/drawing/2014/main" id="{DDA5C8AE-12B5-06EA-A89A-616CA57E387C}"/>
                    </a:ext>
                  </a:extLst>
                </p:cNvPr>
                <p:cNvSpPr/>
                <p:nvPr/>
              </p:nvSpPr>
              <p:spPr>
                <a:xfrm>
                  <a:off x="5299429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4" name="pg1184">
                  <a:extLst>
                    <a:ext uri="{FF2B5EF4-FFF2-40B4-BE49-F238E27FC236}">
                      <a16:creationId xmlns:a16="http://schemas.microsoft.com/office/drawing/2014/main" id="{B8A99A4C-7EB8-391A-C687-6C9F087A2A92}"/>
                    </a:ext>
                  </a:extLst>
                </p:cNvPr>
                <p:cNvSpPr/>
                <p:nvPr/>
              </p:nvSpPr>
              <p:spPr>
                <a:xfrm>
                  <a:off x="5311067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5" name="pg1185">
                  <a:extLst>
                    <a:ext uri="{FF2B5EF4-FFF2-40B4-BE49-F238E27FC236}">
                      <a16:creationId xmlns:a16="http://schemas.microsoft.com/office/drawing/2014/main" id="{92D06160-5B68-CFA3-8E69-B7EEB744FE26}"/>
                    </a:ext>
                  </a:extLst>
                </p:cNvPr>
                <p:cNvSpPr/>
                <p:nvPr/>
              </p:nvSpPr>
              <p:spPr>
                <a:xfrm>
                  <a:off x="5322704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6" name="pg1186">
                  <a:extLst>
                    <a:ext uri="{FF2B5EF4-FFF2-40B4-BE49-F238E27FC236}">
                      <a16:creationId xmlns:a16="http://schemas.microsoft.com/office/drawing/2014/main" id="{3E7A50F5-AE52-27DE-E492-B3720594928B}"/>
                    </a:ext>
                  </a:extLst>
                </p:cNvPr>
                <p:cNvSpPr/>
                <p:nvPr/>
              </p:nvSpPr>
              <p:spPr>
                <a:xfrm>
                  <a:off x="5334341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7" name="pg1187">
                  <a:extLst>
                    <a:ext uri="{FF2B5EF4-FFF2-40B4-BE49-F238E27FC236}">
                      <a16:creationId xmlns:a16="http://schemas.microsoft.com/office/drawing/2014/main" id="{397B0191-0A52-F368-DD81-512FA3353A53}"/>
                    </a:ext>
                  </a:extLst>
                </p:cNvPr>
                <p:cNvSpPr/>
                <p:nvPr/>
              </p:nvSpPr>
              <p:spPr>
                <a:xfrm>
                  <a:off x="5345979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2AC">
                    <a:alpha val="100000"/>
                  </a:srgbClr>
                </a:solidFill>
                <a:ln w="5420" cap="flat">
                  <a:solidFill>
                    <a:srgbClr val="59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8" name="pg1188">
                  <a:extLst>
                    <a:ext uri="{FF2B5EF4-FFF2-40B4-BE49-F238E27FC236}">
                      <a16:creationId xmlns:a16="http://schemas.microsoft.com/office/drawing/2014/main" id="{FB51C71A-DD42-8A07-C509-D90E3724313A}"/>
                    </a:ext>
                  </a:extLst>
                </p:cNvPr>
                <p:cNvSpPr/>
                <p:nvPr/>
              </p:nvSpPr>
              <p:spPr>
                <a:xfrm>
                  <a:off x="5357616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9" name="pg1189">
                  <a:extLst>
                    <a:ext uri="{FF2B5EF4-FFF2-40B4-BE49-F238E27FC236}">
                      <a16:creationId xmlns:a16="http://schemas.microsoft.com/office/drawing/2014/main" id="{B67B78B5-34DD-2917-0667-F60FF04CD19D}"/>
                    </a:ext>
                  </a:extLst>
                </p:cNvPr>
                <p:cNvSpPr/>
                <p:nvPr/>
              </p:nvSpPr>
              <p:spPr>
                <a:xfrm>
                  <a:off x="5369253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0" name="pg1190">
                  <a:extLst>
                    <a:ext uri="{FF2B5EF4-FFF2-40B4-BE49-F238E27FC236}">
                      <a16:creationId xmlns:a16="http://schemas.microsoft.com/office/drawing/2014/main" id="{F12F1A52-5CCE-D139-CAE4-F35FC35E4050}"/>
                    </a:ext>
                  </a:extLst>
                </p:cNvPr>
                <p:cNvSpPr/>
                <p:nvPr/>
              </p:nvSpPr>
              <p:spPr>
                <a:xfrm>
                  <a:off x="5089957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1" name="pg1191">
                  <a:extLst>
                    <a:ext uri="{FF2B5EF4-FFF2-40B4-BE49-F238E27FC236}">
                      <a16:creationId xmlns:a16="http://schemas.microsoft.com/office/drawing/2014/main" id="{418BC430-6617-9B40-DDA7-D40326654472}"/>
                    </a:ext>
                  </a:extLst>
                </p:cNvPr>
                <p:cNvSpPr/>
                <p:nvPr/>
              </p:nvSpPr>
              <p:spPr>
                <a:xfrm>
                  <a:off x="5101595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2" name="pg1192">
                  <a:extLst>
                    <a:ext uri="{FF2B5EF4-FFF2-40B4-BE49-F238E27FC236}">
                      <a16:creationId xmlns:a16="http://schemas.microsoft.com/office/drawing/2014/main" id="{1935C654-8668-4ACC-0D78-E2950AF3789F}"/>
                    </a:ext>
                  </a:extLst>
                </p:cNvPr>
                <p:cNvSpPr/>
                <p:nvPr/>
              </p:nvSpPr>
              <p:spPr>
                <a:xfrm>
                  <a:off x="5113232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3" name="pg1193">
                  <a:extLst>
                    <a:ext uri="{FF2B5EF4-FFF2-40B4-BE49-F238E27FC236}">
                      <a16:creationId xmlns:a16="http://schemas.microsoft.com/office/drawing/2014/main" id="{67BDDD6E-3297-57FE-C64F-E5D14FD16EF3}"/>
                    </a:ext>
                  </a:extLst>
                </p:cNvPr>
                <p:cNvSpPr/>
                <p:nvPr/>
              </p:nvSpPr>
              <p:spPr>
                <a:xfrm>
                  <a:off x="5124869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4" name="pg1194">
                  <a:extLst>
                    <a:ext uri="{FF2B5EF4-FFF2-40B4-BE49-F238E27FC236}">
                      <a16:creationId xmlns:a16="http://schemas.microsoft.com/office/drawing/2014/main" id="{CAD3C1B4-BBB0-BA9C-7438-C85ADDF54501}"/>
                    </a:ext>
                  </a:extLst>
                </p:cNvPr>
                <p:cNvSpPr/>
                <p:nvPr/>
              </p:nvSpPr>
              <p:spPr>
                <a:xfrm>
                  <a:off x="5136507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5" name="pg1195">
                  <a:extLst>
                    <a:ext uri="{FF2B5EF4-FFF2-40B4-BE49-F238E27FC236}">
                      <a16:creationId xmlns:a16="http://schemas.microsoft.com/office/drawing/2014/main" id="{373349C9-CE8E-B6BC-97BC-25B845CC82F2}"/>
                    </a:ext>
                  </a:extLst>
                </p:cNvPr>
                <p:cNvSpPr/>
                <p:nvPr/>
              </p:nvSpPr>
              <p:spPr>
                <a:xfrm>
                  <a:off x="5148144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6" name="pg1196">
                  <a:extLst>
                    <a:ext uri="{FF2B5EF4-FFF2-40B4-BE49-F238E27FC236}">
                      <a16:creationId xmlns:a16="http://schemas.microsoft.com/office/drawing/2014/main" id="{324DEBC1-9D14-9A66-C7B6-DC57EA1046E4}"/>
                    </a:ext>
                  </a:extLst>
                </p:cNvPr>
                <p:cNvSpPr/>
                <p:nvPr/>
              </p:nvSpPr>
              <p:spPr>
                <a:xfrm>
                  <a:off x="5159781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7" name="pg1197">
                  <a:extLst>
                    <a:ext uri="{FF2B5EF4-FFF2-40B4-BE49-F238E27FC236}">
                      <a16:creationId xmlns:a16="http://schemas.microsoft.com/office/drawing/2014/main" id="{9A6D100B-75A4-B5BF-E2F2-B00D74F21DF3}"/>
                    </a:ext>
                  </a:extLst>
                </p:cNvPr>
                <p:cNvSpPr/>
                <p:nvPr/>
              </p:nvSpPr>
              <p:spPr>
                <a:xfrm>
                  <a:off x="5171419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8" name="pg1198">
                  <a:extLst>
                    <a:ext uri="{FF2B5EF4-FFF2-40B4-BE49-F238E27FC236}">
                      <a16:creationId xmlns:a16="http://schemas.microsoft.com/office/drawing/2014/main" id="{A5C87AEE-FE38-7259-DA4A-BF9B8E6959A4}"/>
                    </a:ext>
                  </a:extLst>
                </p:cNvPr>
                <p:cNvSpPr/>
                <p:nvPr/>
              </p:nvSpPr>
              <p:spPr>
                <a:xfrm>
                  <a:off x="5183056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9" name="pg1199">
                  <a:extLst>
                    <a:ext uri="{FF2B5EF4-FFF2-40B4-BE49-F238E27FC236}">
                      <a16:creationId xmlns:a16="http://schemas.microsoft.com/office/drawing/2014/main" id="{361EFC26-4F4C-05EE-E039-A747DBA349ED}"/>
                    </a:ext>
                  </a:extLst>
                </p:cNvPr>
                <p:cNvSpPr/>
                <p:nvPr/>
              </p:nvSpPr>
              <p:spPr>
                <a:xfrm>
                  <a:off x="5194693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0" name="pg1200">
                  <a:extLst>
                    <a:ext uri="{FF2B5EF4-FFF2-40B4-BE49-F238E27FC236}">
                      <a16:creationId xmlns:a16="http://schemas.microsoft.com/office/drawing/2014/main" id="{E70F76C8-03D3-3AB4-2D96-B19FA4672AD6}"/>
                    </a:ext>
                  </a:extLst>
                </p:cNvPr>
                <p:cNvSpPr/>
                <p:nvPr/>
              </p:nvSpPr>
              <p:spPr>
                <a:xfrm>
                  <a:off x="5206331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1" name="pg1201">
                  <a:extLst>
                    <a:ext uri="{FF2B5EF4-FFF2-40B4-BE49-F238E27FC236}">
                      <a16:creationId xmlns:a16="http://schemas.microsoft.com/office/drawing/2014/main" id="{E4B17C38-30FB-4A3C-2377-482CC0947911}"/>
                    </a:ext>
                  </a:extLst>
                </p:cNvPr>
                <p:cNvSpPr/>
                <p:nvPr/>
              </p:nvSpPr>
              <p:spPr>
                <a:xfrm>
                  <a:off x="5217968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2" name="pg1202">
                  <a:extLst>
                    <a:ext uri="{FF2B5EF4-FFF2-40B4-BE49-F238E27FC236}">
                      <a16:creationId xmlns:a16="http://schemas.microsoft.com/office/drawing/2014/main" id="{34A88F9A-59F9-8642-FCF1-36F4B2965CA6}"/>
                    </a:ext>
                  </a:extLst>
                </p:cNvPr>
                <p:cNvSpPr/>
                <p:nvPr/>
              </p:nvSpPr>
              <p:spPr>
                <a:xfrm>
                  <a:off x="5287792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3" name="pg1203">
                  <a:extLst>
                    <a:ext uri="{FF2B5EF4-FFF2-40B4-BE49-F238E27FC236}">
                      <a16:creationId xmlns:a16="http://schemas.microsoft.com/office/drawing/2014/main" id="{DB135A49-B5B4-5347-BCA3-0F1596C47641}"/>
                    </a:ext>
                  </a:extLst>
                </p:cNvPr>
                <p:cNvSpPr/>
                <p:nvPr/>
              </p:nvSpPr>
              <p:spPr>
                <a:xfrm>
                  <a:off x="5299429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4" name="pg1204">
                  <a:extLst>
                    <a:ext uri="{FF2B5EF4-FFF2-40B4-BE49-F238E27FC236}">
                      <a16:creationId xmlns:a16="http://schemas.microsoft.com/office/drawing/2014/main" id="{5D899CDD-03FF-E411-1A21-4BAC67607CEF}"/>
                    </a:ext>
                  </a:extLst>
                </p:cNvPr>
                <p:cNvSpPr/>
                <p:nvPr/>
              </p:nvSpPr>
              <p:spPr>
                <a:xfrm>
                  <a:off x="5311067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5" name="pg1205">
                  <a:extLst>
                    <a:ext uri="{FF2B5EF4-FFF2-40B4-BE49-F238E27FC236}">
                      <a16:creationId xmlns:a16="http://schemas.microsoft.com/office/drawing/2014/main" id="{D885084E-53AC-3C68-5DEF-5D1F5AE323A7}"/>
                    </a:ext>
                  </a:extLst>
                </p:cNvPr>
                <p:cNvSpPr/>
                <p:nvPr/>
              </p:nvSpPr>
              <p:spPr>
                <a:xfrm>
                  <a:off x="5322704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6" name="pg1206">
                  <a:extLst>
                    <a:ext uri="{FF2B5EF4-FFF2-40B4-BE49-F238E27FC236}">
                      <a16:creationId xmlns:a16="http://schemas.microsoft.com/office/drawing/2014/main" id="{E7A94AE7-5014-82BE-542B-DCD44A55E6C2}"/>
                    </a:ext>
                  </a:extLst>
                </p:cNvPr>
                <p:cNvSpPr/>
                <p:nvPr/>
              </p:nvSpPr>
              <p:spPr>
                <a:xfrm>
                  <a:off x="5334341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7" name="pg1207">
                  <a:extLst>
                    <a:ext uri="{FF2B5EF4-FFF2-40B4-BE49-F238E27FC236}">
                      <a16:creationId xmlns:a16="http://schemas.microsoft.com/office/drawing/2014/main" id="{7BE8009A-8C06-6C9B-E387-D78D09534BF0}"/>
                    </a:ext>
                  </a:extLst>
                </p:cNvPr>
                <p:cNvSpPr/>
                <p:nvPr/>
              </p:nvSpPr>
              <p:spPr>
                <a:xfrm>
                  <a:off x="5345979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8" name="pg1208">
                  <a:extLst>
                    <a:ext uri="{FF2B5EF4-FFF2-40B4-BE49-F238E27FC236}">
                      <a16:creationId xmlns:a16="http://schemas.microsoft.com/office/drawing/2014/main" id="{8034D3F6-0160-F277-57F1-E5C72FC058F0}"/>
                    </a:ext>
                  </a:extLst>
                </p:cNvPr>
                <p:cNvSpPr/>
                <p:nvPr/>
              </p:nvSpPr>
              <p:spPr>
                <a:xfrm>
                  <a:off x="5066683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9" name="pg1209">
                  <a:extLst>
                    <a:ext uri="{FF2B5EF4-FFF2-40B4-BE49-F238E27FC236}">
                      <a16:creationId xmlns:a16="http://schemas.microsoft.com/office/drawing/2014/main" id="{9B572128-9D9A-17B2-C9E6-6A8A80D6F6B1}"/>
                    </a:ext>
                  </a:extLst>
                </p:cNvPr>
                <p:cNvSpPr/>
                <p:nvPr/>
              </p:nvSpPr>
              <p:spPr>
                <a:xfrm>
                  <a:off x="5078320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0" name="pg1210">
                  <a:extLst>
                    <a:ext uri="{FF2B5EF4-FFF2-40B4-BE49-F238E27FC236}">
                      <a16:creationId xmlns:a16="http://schemas.microsoft.com/office/drawing/2014/main" id="{A89F4301-DFEF-D6D7-4727-94E6BB71B066}"/>
                    </a:ext>
                  </a:extLst>
                </p:cNvPr>
                <p:cNvSpPr/>
                <p:nvPr/>
              </p:nvSpPr>
              <p:spPr>
                <a:xfrm>
                  <a:off x="5089957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1" name="pg1211">
                  <a:extLst>
                    <a:ext uri="{FF2B5EF4-FFF2-40B4-BE49-F238E27FC236}">
                      <a16:creationId xmlns:a16="http://schemas.microsoft.com/office/drawing/2014/main" id="{A560EDDE-C6AE-951E-5CA3-8F6C0862F0C5}"/>
                    </a:ext>
                  </a:extLst>
                </p:cNvPr>
                <p:cNvSpPr/>
                <p:nvPr/>
              </p:nvSpPr>
              <p:spPr>
                <a:xfrm>
                  <a:off x="5101595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2" name="pg1212">
                  <a:extLst>
                    <a:ext uri="{FF2B5EF4-FFF2-40B4-BE49-F238E27FC236}">
                      <a16:creationId xmlns:a16="http://schemas.microsoft.com/office/drawing/2014/main" id="{0F02B9C3-A4BD-D93C-1914-B1A780E3BD6E}"/>
                    </a:ext>
                  </a:extLst>
                </p:cNvPr>
                <p:cNvSpPr/>
                <p:nvPr/>
              </p:nvSpPr>
              <p:spPr>
                <a:xfrm>
                  <a:off x="5113232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3" name="pg1213">
                  <a:extLst>
                    <a:ext uri="{FF2B5EF4-FFF2-40B4-BE49-F238E27FC236}">
                      <a16:creationId xmlns:a16="http://schemas.microsoft.com/office/drawing/2014/main" id="{0D024590-708F-1359-3702-0E7693535B86}"/>
                    </a:ext>
                  </a:extLst>
                </p:cNvPr>
                <p:cNvSpPr/>
                <p:nvPr/>
              </p:nvSpPr>
              <p:spPr>
                <a:xfrm>
                  <a:off x="5124869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4" name="pg1214">
                  <a:extLst>
                    <a:ext uri="{FF2B5EF4-FFF2-40B4-BE49-F238E27FC236}">
                      <a16:creationId xmlns:a16="http://schemas.microsoft.com/office/drawing/2014/main" id="{8BDB0891-1D7F-7A7B-29D1-B051A91EA715}"/>
                    </a:ext>
                  </a:extLst>
                </p:cNvPr>
                <p:cNvSpPr/>
                <p:nvPr/>
              </p:nvSpPr>
              <p:spPr>
                <a:xfrm>
                  <a:off x="5136507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5" name="pg1215">
                  <a:extLst>
                    <a:ext uri="{FF2B5EF4-FFF2-40B4-BE49-F238E27FC236}">
                      <a16:creationId xmlns:a16="http://schemas.microsoft.com/office/drawing/2014/main" id="{9538C864-B7B6-FE8C-CF1D-B03CBFDD9E85}"/>
                    </a:ext>
                  </a:extLst>
                </p:cNvPr>
                <p:cNvSpPr/>
                <p:nvPr/>
              </p:nvSpPr>
              <p:spPr>
                <a:xfrm>
                  <a:off x="5148144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6" name="pg1216">
                  <a:extLst>
                    <a:ext uri="{FF2B5EF4-FFF2-40B4-BE49-F238E27FC236}">
                      <a16:creationId xmlns:a16="http://schemas.microsoft.com/office/drawing/2014/main" id="{E8C1ED15-7BF5-A69F-89F9-A0717EF57301}"/>
                    </a:ext>
                  </a:extLst>
                </p:cNvPr>
                <p:cNvSpPr/>
                <p:nvPr/>
              </p:nvSpPr>
              <p:spPr>
                <a:xfrm>
                  <a:off x="5159781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7" name="pg1217">
                  <a:extLst>
                    <a:ext uri="{FF2B5EF4-FFF2-40B4-BE49-F238E27FC236}">
                      <a16:creationId xmlns:a16="http://schemas.microsoft.com/office/drawing/2014/main" id="{20236174-06CE-F18D-2401-240B1435E3B0}"/>
                    </a:ext>
                  </a:extLst>
                </p:cNvPr>
                <p:cNvSpPr/>
                <p:nvPr/>
              </p:nvSpPr>
              <p:spPr>
                <a:xfrm>
                  <a:off x="5171419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8" name="pg1218">
                  <a:extLst>
                    <a:ext uri="{FF2B5EF4-FFF2-40B4-BE49-F238E27FC236}">
                      <a16:creationId xmlns:a16="http://schemas.microsoft.com/office/drawing/2014/main" id="{2DBE5BC9-C459-C8A5-460A-6B62FCE0F8FD}"/>
                    </a:ext>
                  </a:extLst>
                </p:cNvPr>
                <p:cNvSpPr/>
                <p:nvPr/>
              </p:nvSpPr>
              <p:spPr>
                <a:xfrm>
                  <a:off x="5183056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9" name="pg1219">
                  <a:extLst>
                    <a:ext uri="{FF2B5EF4-FFF2-40B4-BE49-F238E27FC236}">
                      <a16:creationId xmlns:a16="http://schemas.microsoft.com/office/drawing/2014/main" id="{8ACC5526-1709-047D-C1E1-98446E3C86F7}"/>
                    </a:ext>
                  </a:extLst>
                </p:cNvPr>
                <p:cNvSpPr/>
                <p:nvPr/>
              </p:nvSpPr>
              <p:spPr>
                <a:xfrm>
                  <a:off x="5194693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0" name="pg1220">
                  <a:extLst>
                    <a:ext uri="{FF2B5EF4-FFF2-40B4-BE49-F238E27FC236}">
                      <a16:creationId xmlns:a16="http://schemas.microsoft.com/office/drawing/2014/main" id="{B39DE8F9-793A-37F6-5D68-C20BAD2AE727}"/>
                    </a:ext>
                  </a:extLst>
                </p:cNvPr>
                <p:cNvSpPr/>
                <p:nvPr/>
              </p:nvSpPr>
              <p:spPr>
                <a:xfrm>
                  <a:off x="5206331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1" name="pg1221">
                  <a:extLst>
                    <a:ext uri="{FF2B5EF4-FFF2-40B4-BE49-F238E27FC236}">
                      <a16:creationId xmlns:a16="http://schemas.microsoft.com/office/drawing/2014/main" id="{654374D6-B8A4-7D48-20D8-9B8A2BFD0C82}"/>
                    </a:ext>
                  </a:extLst>
                </p:cNvPr>
                <p:cNvSpPr/>
                <p:nvPr/>
              </p:nvSpPr>
              <p:spPr>
                <a:xfrm>
                  <a:off x="5217968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2" name="pg1222">
                  <a:extLst>
                    <a:ext uri="{FF2B5EF4-FFF2-40B4-BE49-F238E27FC236}">
                      <a16:creationId xmlns:a16="http://schemas.microsoft.com/office/drawing/2014/main" id="{1CF3094D-EACD-27CA-6DC2-0E3194807890}"/>
                    </a:ext>
                  </a:extLst>
                </p:cNvPr>
                <p:cNvSpPr/>
                <p:nvPr/>
              </p:nvSpPr>
              <p:spPr>
                <a:xfrm>
                  <a:off x="5229605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3" name="pg1223">
                  <a:extLst>
                    <a:ext uri="{FF2B5EF4-FFF2-40B4-BE49-F238E27FC236}">
                      <a16:creationId xmlns:a16="http://schemas.microsoft.com/office/drawing/2014/main" id="{06232F49-5157-EAE5-292D-30111C67C9B0}"/>
                    </a:ext>
                  </a:extLst>
                </p:cNvPr>
                <p:cNvSpPr/>
                <p:nvPr/>
              </p:nvSpPr>
              <p:spPr>
                <a:xfrm>
                  <a:off x="5241243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4" name="pg1224">
                  <a:extLst>
                    <a:ext uri="{FF2B5EF4-FFF2-40B4-BE49-F238E27FC236}">
                      <a16:creationId xmlns:a16="http://schemas.microsoft.com/office/drawing/2014/main" id="{34337DA0-1F2E-1CDC-53EF-13A297F1706F}"/>
                    </a:ext>
                  </a:extLst>
                </p:cNvPr>
                <p:cNvSpPr/>
                <p:nvPr/>
              </p:nvSpPr>
              <p:spPr>
                <a:xfrm>
                  <a:off x="5252880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5" name="pg1225">
                  <a:extLst>
                    <a:ext uri="{FF2B5EF4-FFF2-40B4-BE49-F238E27FC236}">
                      <a16:creationId xmlns:a16="http://schemas.microsoft.com/office/drawing/2014/main" id="{16F9DF0F-728E-2DB5-9E6E-4B5EC6536E65}"/>
                    </a:ext>
                  </a:extLst>
                </p:cNvPr>
                <p:cNvSpPr/>
                <p:nvPr/>
              </p:nvSpPr>
              <p:spPr>
                <a:xfrm>
                  <a:off x="5276155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6" name="pg1226">
                  <a:extLst>
                    <a:ext uri="{FF2B5EF4-FFF2-40B4-BE49-F238E27FC236}">
                      <a16:creationId xmlns:a16="http://schemas.microsoft.com/office/drawing/2014/main" id="{294561FC-663C-78CF-B95E-4AF8036B014E}"/>
                    </a:ext>
                  </a:extLst>
                </p:cNvPr>
                <p:cNvSpPr/>
                <p:nvPr/>
              </p:nvSpPr>
              <p:spPr>
                <a:xfrm>
                  <a:off x="5287792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7" name="pg1227">
                  <a:extLst>
                    <a:ext uri="{FF2B5EF4-FFF2-40B4-BE49-F238E27FC236}">
                      <a16:creationId xmlns:a16="http://schemas.microsoft.com/office/drawing/2014/main" id="{F95B4382-3A49-BA4B-49FD-95B835389532}"/>
                    </a:ext>
                  </a:extLst>
                </p:cNvPr>
                <p:cNvSpPr/>
                <p:nvPr/>
              </p:nvSpPr>
              <p:spPr>
                <a:xfrm>
                  <a:off x="5299429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8" name="pg1228">
                  <a:extLst>
                    <a:ext uri="{FF2B5EF4-FFF2-40B4-BE49-F238E27FC236}">
                      <a16:creationId xmlns:a16="http://schemas.microsoft.com/office/drawing/2014/main" id="{0EDD68C8-E861-6A80-9E52-B8D2AE4764D8}"/>
                    </a:ext>
                  </a:extLst>
                </p:cNvPr>
                <p:cNvSpPr/>
                <p:nvPr/>
              </p:nvSpPr>
              <p:spPr>
                <a:xfrm>
                  <a:off x="5311067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9" name="pg1229">
                  <a:extLst>
                    <a:ext uri="{FF2B5EF4-FFF2-40B4-BE49-F238E27FC236}">
                      <a16:creationId xmlns:a16="http://schemas.microsoft.com/office/drawing/2014/main" id="{71510378-3A75-5B4F-85B9-17C44E76C0CE}"/>
                    </a:ext>
                  </a:extLst>
                </p:cNvPr>
                <p:cNvSpPr/>
                <p:nvPr/>
              </p:nvSpPr>
              <p:spPr>
                <a:xfrm>
                  <a:off x="5322704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0" name="pg1230">
                  <a:extLst>
                    <a:ext uri="{FF2B5EF4-FFF2-40B4-BE49-F238E27FC236}">
                      <a16:creationId xmlns:a16="http://schemas.microsoft.com/office/drawing/2014/main" id="{60DBBEE8-5878-E846-EDE3-EF84C17D6DF4}"/>
                    </a:ext>
                  </a:extLst>
                </p:cNvPr>
                <p:cNvSpPr/>
                <p:nvPr/>
              </p:nvSpPr>
              <p:spPr>
                <a:xfrm>
                  <a:off x="5334341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1" name="pg1231">
                  <a:extLst>
                    <a:ext uri="{FF2B5EF4-FFF2-40B4-BE49-F238E27FC236}">
                      <a16:creationId xmlns:a16="http://schemas.microsoft.com/office/drawing/2014/main" id="{D580FA24-2ECD-2C82-1E9D-75275CFA983A}"/>
                    </a:ext>
                  </a:extLst>
                </p:cNvPr>
                <p:cNvSpPr/>
                <p:nvPr/>
              </p:nvSpPr>
              <p:spPr>
                <a:xfrm>
                  <a:off x="5345979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2" name="pg1232">
                  <a:extLst>
                    <a:ext uri="{FF2B5EF4-FFF2-40B4-BE49-F238E27FC236}">
                      <a16:creationId xmlns:a16="http://schemas.microsoft.com/office/drawing/2014/main" id="{3488FFEA-8CC9-9CE0-CE7C-7D1144016DB4}"/>
                    </a:ext>
                  </a:extLst>
                </p:cNvPr>
                <p:cNvSpPr/>
                <p:nvPr/>
              </p:nvSpPr>
              <p:spPr>
                <a:xfrm>
                  <a:off x="5066683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3" name="pg1233">
                  <a:extLst>
                    <a:ext uri="{FF2B5EF4-FFF2-40B4-BE49-F238E27FC236}">
                      <a16:creationId xmlns:a16="http://schemas.microsoft.com/office/drawing/2014/main" id="{65EE8489-2677-58F2-A4D6-0EB0952BA10A}"/>
                    </a:ext>
                  </a:extLst>
                </p:cNvPr>
                <p:cNvSpPr/>
                <p:nvPr/>
              </p:nvSpPr>
              <p:spPr>
                <a:xfrm>
                  <a:off x="5078320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4" name="pg1234">
                  <a:extLst>
                    <a:ext uri="{FF2B5EF4-FFF2-40B4-BE49-F238E27FC236}">
                      <a16:creationId xmlns:a16="http://schemas.microsoft.com/office/drawing/2014/main" id="{C9157A84-945B-00A6-FF4C-340A9844E579}"/>
                    </a:ext>
                  </a:extLst>
                </p:cNvPr>
                <p:cNvSpPr/>
                <p:nvPr/>
              </p:nvSpPr>
              <p:spPr>
                <a:xfrm>
                  <a:off x="5089957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5" name="pg1235">
                  <a:extLst>
                    <a:ext uri="{FF2B5EF4-FFF2-40B4-BE49-F238E27FC236}">
                      <a16:creationId xmlns:a16="http://schemas.microsoft.com/office/drawing/2014/main" id="{CF27132B-3498-5A29-3C4E-0C718C53003A}"/>
                    </a:ext>
                  </a:extLst>
                </p:cNvPr>
                <p:cNvSpPr/>
                <p:nvPr/>
              </p:nvSpPr>
              <p:spPr>
                <a:xfrm>
                  <a:off x="5101595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6" name="pg1236">
                  <a:extLst>
                    <a:ext uri="{FF2B5EF4-FFF2-40B4-BE49-F238E27FC236}">
                      <a16:creationId xmlns:a16="http://schemas.microsoft.com/office/drawing/2014/main" id="{0DF6852F-EC8A-F5B9-BED7-4FF9D98FE78E}"/>
                    </a:ext>
                  </a:extLst>
                </p:cNvPr>
                <p:cNvSpPr/>
                <p:nvPr/>
              </p:nvSpPr>
              <p:spPr>
                <a:xfrm>
                  <a:off x="5113232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7" name="pg1237">
                  <a:extLst>
                    <a:ext uri="{FF2B5EF4-FFF2-40B4-BE49-F238E27FC236}">
                      <a16:creationId xmlns:a16="http://schemas.microsoft.com/office/drawing/2014/main" id="{1ABD02CC-1247-2905-D51B-51A582CE0239}"/>
                    </a:ext>
                  </a:extLst>
                </p:cNvPr>
                <p:cNvSpPr/>
                <p:nvPr/>
              </p:nvSpPr>
              <p:spPr>
                <a:xfrm>
                  <a:off x="5124869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8" name="pg1238">
                  <a:extLst>
                    <a:ext uri="{FF2B5EF4-FFF2-40B4-BE49-F238E27FC236}">
                      <a16:creationId xmlns:a16="http://schemas.microsoft.com/office/drawing/2014/main" id="{16A52C93-B3CD-02C0-ABDF-F98E0652EB78}"/>
                    </a:ext>
                  </a:extLst>
                </p:cNvPr>
                <p:cNvSpPr/>
                <p:nvPr/>
              </p:nvSpPr>
              <p:spPr>
                <a:xfrm>
                  <a:off x="5136507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9" name="pg1239">
                  <a:extLst>
                    <a:ext uri="{FF2B5EF4-FFF2-40B4-BE49-F238E27FC236}">
                      <a16:creationId xmlns:a16="http://schemas.microsoft.com/office/drawing/2014/main" id="{2FE767D3-6012-2764-17A4-FA71169FCB47}"/>
                    </a:ext>
                  </a:extLst>
                </p:cNvPr>
                <p:cNvSpPr/>
                <p:nvPr/>
              </p:nvSpPr>
              <p:spPr>
                <a:xfrm>
                  <a:off x="5148144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0" name="pg1240">
                  <a:extLst>
                    <a:ext uri="{FF2B5EF4-FFF2-40B4-BE49-F238E27FC236}">
                      <a16:creationId xmlns:a16="http://schemas.microsoft.com/office/drawing/2014/main" id="{966B5590-64C6-FB04-5DF2-DCBEBD20DE8C}"/>
                    </a:ext>
                  </a:extLst>
                </p:cNvPr>
                <p:cNvSpPr/>
                <p:nvPr/>
              </p:nvSpPr>
              <p:spPr>
                <a:xfrm>
                  <a:off x="5159781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1" name="pg1241">
                  <a:extLst>
                    <a:ext uri="{FF2B5EF4-FFF2-40B4-BE49-F238E27FC236}">
                      <a16:creationId xmlns:a16="http://schemas.microsoft.com/office/drawing/2014/main" id="{0BB830C1-B736-0687-591A-226EDF12C7EA}"/>
                    </a:ext>
                  </a:extLst>
                </p:cNvPr>
                <p:cNvSpPr/>
                <p:nvPr/>
              </p:nvSpPr>
              <p:spPr>
                <a:xfrm>
                  <a:off x="5171419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2" name="pg1242">
                  <a:extLst>
                    <a:ext uri="{FF2B5EF4-FFF2-40B4-BE49-F238E27FC236}">
                      <a16:creationId xmlns:a16="http://schemas.microsoft.com/office/drawing/2014/main" id="{547240E5-99CE-BB31-E8AB-C0B379C95857}"/>
                    </a:ext>
                  </a:extLst>
                </p:cNvPr>
                <p:cNvSpPr/>
                <p:nvPr/>
              </p:nvSpPr>
              <p:spPr>
                <a:xfrm>
                  <a:off x="5183056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3" name="pg1243">
                  <a:extLst>
                    <a:ext uri="{FF2B5EF4-FFF2-40B4-BE49-F238E27FC236}">
                      <a16:creationId xmlns:a16="http://schemas.microsoft.com/office/drawing/2014/main" id="{B57892AC-D10D-AA24-C071-1508DE7935FB}"/>
                    </a:ext>
                  </a:extLst>
                </p:cNvPr>
                <p:cNvSpPr/>
                <p:nvPr/>
              </p:nvSpPr>
              <p:spPr>
                <a:xfrm>
                  <a:off x="5194693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4" name="pg1244">
                  <a:extLst>
                    <a:ext uri="{FF2B5EF4-FFF2-40B4-BE49-F238E27FC236}">
                      <a16:creationId xmlns:a16="http://schemas.microsoft.com/office/drawing/2014/main" id="{EC19DAD2-C1E9-3E7F-3B00-B2C4F3528067}"/>
                    </a:ext>
                  </a:extLst>
                </p:cNvPr>
                <p:cNvSpPr/>
                <p:nvPr/>
              </p:nvSpPr>
              <p:spPr>
                <a:xfrm>
                  <a:off x="5206331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5" name="pg1245">
                  <a:extLst>
                    <a:ext uri="{FF2B5EF4-FFF2-40B4-BE49-F238E27FC236}">
                      <a16:creationId xmlns:a16="http://schemas.microsoft.com/office/drawing/2014/main" id="{A644BBF5-6D8A-8DA0-7FA6-A40AD24E2D87}"/>
                    </a:ext>
                  </a:extLst>
                </p:cNvPr>
                <p:cNvSpPr/>
                <p:nvPr/>
              </p:nvSpPr>
              <p:spPr>
                <a:xfrm>
                  <a:off x="5217968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6" name="pg1246">
                  <a:extLst>
                    <a:ext uri="{FF2B5EF4-FFF2-40B4-BE49-F238E27FC236}">
                      <a16:creationId xmlns:a16="http://schemas.microsoft.com/office/drawing/2014/main" id="{1C4046A4-4AC0-175A-7C87-AC265918BFD1}"/>
                    </a:ext>
                  </a:extLst>
                </p:cNvPr>
                <p:cNvSpPr/>
                <p:nvPr/>
              </p:nvSpPr>
              <p:spPr>
                <a:xfrm>
                  <a:off x="5229605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7" name="pg1247">
                  <a:extLst>
                    <a:ext uri="{FF2B5EF4-FFF2-40B4-BE49-F238E27FC236}">
                      <a16:creationId xmlns:a16="http://schemas.microsoft.com/office/drawing/2014/main" id="{54B300BF-E595-7600-D182-EBCEDD18D660}"/>
                    </a:ext>
                  </a:extLst>
                </p:cNvPr>
                <p:cNvSpPr/>
                <p:nvPr/>
              </p:nvSpPr>
              <p:spPr>
                <a:xfrm>
                  <a:off x="5241243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8" name="pg1248">
                  <a:extLst>
                    <a:ext uri="{FF2B5EF4-FFF2-40B4-BE49-F238E27FC236}">
                      <a16:creationId xmlns:a16="http://schemas.microsoft.com/office/drawing/2014/main" id="{D3C71EF5-8F79-1C5A-BE08-85A8F5FF6E89}"/>
                    </a:ext>
                  </a:extLst>
                </p:cNvPr>
                <p:cNvSpPr/>
                <p:nvPr/>
              </p:nvSpPr>
              <p:spPr>
                <a:xfrm>
                  <a:off x="5252880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9" name="pg1249">
                  <a:extLst>
                    <a:ext uri="{FF2B5EF4-FFF2-40B4-BE49-F238E27FC236}">
                      <a16:creationId xmlns:a16="http://schemas.microsoft.com/office/drawing/2014/main" id="{0DBD02F9-F954-3647-C8AB-69DD589D72E0}"/>
                    </a:ext>
                  </a:extLst>
                </p:cNvPr>
                <p:cNvSpPr/>
                <p:nvPr/>
              </p:nvSpPr>
              <p:spPr>
                <a:xfrm>
                  <a:off x="5264517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0" name="pg1250">
                  <a:extLst>
                    <a:ext uri="{FF2B5EF4-FFF2-40B4-BE49-F238E27FC236}">
                      <a16:creationId xmlns:a16="http://schemas.microsoft.com/office/drawing/2014/main" id="{5465D541-A379-EB5D-680D-D47F4EB53B60}"/>
                    </a:ext>
                  </a:extLst>
                </p:cNvPr>
                <p:cNvSpPr/>
                <p:nvPr/>
              </p:nvSpPr>
              <p:spPr>
                <a:xfrm>
                  <a:off x="5276155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1" name="pg1251">
                  <a:extLst>
                    <a:ext uri="{FF2B5EF4-FFF2-40B4-BE49-F238E27FC236}">
                      <a16:creationId xmlns:a16="http://schemas.microsoft.com/office/drawing/2014/main" id="{90803418-647E-97A3-2CBB-EC8B3AB728DC}"/>
                    </a:ext>
                  </a:extLst>
                </p:cNvPr>
                <p:cNvSpPr/>
                <p:nvPr/>
              </p:nvSpPr>
              <p:spPr>
                <a:xfrm>
                  <a:off x="5287792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2" name="pg1252">
                  <a:extLst>
                    <a:ext uri="{FF2B5EF4-FFF2-40B4-BE49-F238E27FC236}">
                      <a16:creationId xmlns:a16="http://schemas.microsoft.com/office/drawing/2014/main" id="{D6496A5C-8FFD-7634-2184-D715269014F4}"/>
                    </a:ext>
                  </a:extLst>
                </p:cNvPr>
                <p:cNvSpPr/>
                <p:nvPr/>
              </p:nvSpPr>
              <p:spPr>
                <a:xfrm>
                  <a:off x="5299429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3" name="pg1253">
                  <a:extLst>
                    <a:ext uri="{FF2B5EF4-FFF2-40B4-BE49-F238E27FC236}">
                      <a16:creationId xmlns:a16="http://schemas.microsoft.com/office/drawing/2014/main" id="{17E02645-4139-8CCB-73E2-F07CB65247DB}"/>
                    </a:ext>
                  </a:extLst>
                </p:cNvPr>
                <p:cNvSpPr/>
                <p:nvPr/>
              </p:nvSpPr>
              <p:spPr>
                <a:xfrm>
                  <a:off x="5311067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4" name="pg1254">
                  <a:extLst>
                    <a:ext uri="{FF2B5EF4-FFF2-40B4-BE49-F238E27FC236}">
                      <a16:creationId xmlns:a16="http://schemas.microsoft.com/office/drawing/2014/main" id="{59098F3B-C9B5-36E5-C832-DBBC0752A668}"/>
                    </a:ext>
                  </a:extLst>
                </p:cNvPr>
                <p:cNvSpPr/>
                <p:nvPr/>
              </p:nvSpPr>
              <p:spPr>
                <a:xfrm>
                  <a:off x="5322704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5" name="pg1255">
                  <a:extLst>
                    <a:ext uri="{FF2B5EF4-FFF2-40B4-BE49-F238E27FC236}">
                      <a16:creationId xmlns:a16="http://schemas.microsoft.com/office/drawing/2014/main" id="{20B812C8-FAA1-6115-0ABB-9E29660FE25B}"/>
                    </a:ext>
                  </a:extLst>
                </p:cNvPr>
                <p:cNvSpPr/>
                <p:nvPr/>
              </p:nvSpPr>
              <p:spPr>
                <a:xfrm>
                  <a:off x="5334341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6" name="pg1256">
                  <a:extLst>
                    <a:ext uri="{FF2B5EF4-FFF2-40B4-BE49-F238E27FC236}">
                      <a16:creationId xmlns:a16="http://schemas.microsoft.com/office/drawing/2014/main" id="{43E6EF60-A4EC-6BC6-D7EF-3D16CF50C086}"/>
                    </a:ext>
                  </a:extLst>
                </p:cNvPr>
                <p:cNvSpPr/>
                <p:nvPr/>
              </p:nvSpPr>
              <p:spPr>
                <a:xfrm>
                  <a:off x="5066683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7" name="pg1257">
                  <a:extLst>
                    <a:ext uri="{FF2B5EF4-FFF2-40B4-BE49-F238E27FC236}">
                      <a16:creationId xmlns:a16="http://schemas.microsoft.com/office/drawing/2014/main" id="{F8BD5C8E-6880-661E-28B2-8463316A3E66}"/>
                    </a:ext>
                  </a:extLst>
                </p:cNvPr>
                <p:cNvSpPr/>
                <p:nvPr/>
              </p:nvSpPr>
              <p:spPr>
                <a:xfrm>
                  <a:off x="5078320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8" name="pg1258">
                  <a:extLst>
                    <a:ext uri="{FF2B5EF4-FFF2-40B4-BE49-F238E27FC236}">
                      <a16:creationId xmlns:a16="http://schemas.microsoft.com/office/drawing/2014/main" id="{73E69A7E-EA77-8349-C9E8-6BC394B875FC}"/>
                    </a:ext>
                  </a:extLst>
                </p:cNvPr>
                <p:cNvSpPr/>
                <p:nvPr/>
              </p:nvSpPr>
              <p:spPr>
                <a:xfrm>
                  <a:off x="5089957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9" name="pg1259">
                  <a:extLst>
                    <a:ext uri="{FF2B5EF4-FFF2-40B4-BE49-F238E27FC236}">
                      <a16:creationId xmlns:a16="http://schemas.microsoft.com/office/drawing/2014/main" id="{14F654A8-F782-1CB2-27B1-AF6FD77FE77C}"/>
                    </a:ext>
                  </a:extLst>
                </p:cNvPr>
                <p:cNvSpPr/>
                <p:nvPr/>
              </p:nvSpPr>
              <p:spPr>
                <a:xfrm>
                  <a:off x="5101595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0" name="pg1260">
                  <a:extLst>
                    <a:ext uri="{FF2B5EF4-FFF2-40B4-BE49-F238E27FC236}">
                      <a16:creationId xmlns:a16="http://schemas.microsoft.com/office/drawing/2014/main" id="{74C36546-7127-4539-B5A3-7962E1016537}"/>
                    </a:ext>
                  </a:extLst>
                </p:cNvPr>
                <p:cNvSpPr/>
                <p:nvPr/>
              </p:nvSpPr>
              <p:spPr>
                <a:xfrm>
                  <a:off x="5113232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1" name="pg1261">
                  <a:extLst>
                    <a:ext uri="{FF2B5EF4-FFF2-40B4-BE49-F238E27FC236}">
                      <a16:creationId xmlns:a16="http://schemas.microsoft.com/office/drawing/2014/main" id="{AF7E6682-A07E-CD99-36D6-FF2E24C53CBE}"/>
                    </a:ext>
                  </a:extLst>
                </p:cNvPr>
                <p:cNvSpPr/>
                <p:nvPr/>
              </p:nvSpPr>
              <p:spPr>
                <a:xfrm>
                  <a:off x="5124869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2" name="pg1262">
                  <a:extLst>
                    <a:ext uri="{FF2B5EF4-FFF2-40B4-BE49-F238E27FC236}">
                      <a16:creationId xmlns:a16="http://schemas.microsoft.com/office/drawing/2014/main" id="{7EBE38EB-131C-3671-C810-EBE8876F9E2C}"/>
                    </a:ext>
                  </a:extLst>
                </p:cNvPr>
                <p:cNvSpPr/>
                <p:nvPr/>
              </p:nvSpPr>
              <p:spPr>
                <a:xfrm>
                  <a:off x="5136507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3" name="pg1263">
                  <a:extLst>
                    <a:ext uri="{FF2B5EF4-FFF2-40B4-BE49-F238E27FC236}">
                      <a16:creationId xmlns:a16="http://schemas.microsoft.com/office/drawing/2014/main" id="{4CBF9371-2323-BBEE-8C18-FCCE5EC2998E}"/>
                    </a:ext>
                  </a:extLst>
                </p:cNvPr>
                <p:cNvSpPr/>
                <p:nvPr/>
              </p:nvSpPr>
              <p:spPr>
                <a:xfrm>
                  <a:off x="5148144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4">
                    <a:alpha val="100000"/>
                  </a:srgbClr>
                </a:solidFill>
                <a:ln w="5420" cap="flat">
                  <a:solidFill>
                    <a:srgbClr val="77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4" name="pg1264">
                  <a:extLst>
                    <a:ext uri="{FF2B5EF4-FFF2-40B4-BE49-F238E27FC236}">
                      <a16:creationId xmlns:a16="http://schemas.microsoft.com/office/drawing/2014/main" id="{E3C0F03D-8012-3C25-1AD7-D4C1C9111722}"/>
                    </a:ext>
                  </a:extLst>
                </p:cNvPr>
                <p:cNvSpPr/>
                <p:nvPr/>
              </p:nvSpPr>
              <p:spPr>
                <a:xfrm>
                  <a:off x="5159781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5" name="pg1265">
                  <a:extLst>
                    <a:ext uri="{FF2B5EF4-FFF2-40B4-BE49-F238E27FC236}">
                      <a16:creationId xmlns:a16="http://schemas.microsoft.com/office/drawing/2014/main" id="{0FFCEB50-452A-1708-9DD2-C793E2E1129E}"/>
                    </a:ext>
                  </a:extLst>
                </p:cNvPr>
                <p:cNvSpPr/>
                <p:nvPr/>
              </p:nvSpPr>
              <p:spPr>
                <a:xfrm>
                  <a:off x="5171419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6" name="pg1266">
                  <a:extLst>
                    <a:ext uri="{FF2B5EF4-FFF2-40B4-BE49-F238E27FC236}">
                      <a16:creationId xmlns:a16="http://schemas.microsoft.com/office/drawing/2014/main" id="{BB7557A5-ABF8-50D8-6B94-798B23D45D3C}"/>
                    </a:ext>
                  </a:extLst>
                </p:cNvPr>
                <p:cNvSpPr/>
                <p:nvPr/>
              </p:nvSpPr>
              <p:spPr>
                <a:xfrm>
                  <a:off x="5183056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7" name="pg1267">
                  <a:extLst>
                    <a:ext uri="{FF2B5EF4-FFF2-40B4-BE49-F238E27FC236}">
                      <a16:creationId xmlns:a16="http://schemas.microsoft.com/office/drawing/2014/main" id="{C3D3CFD5-A1E1-181E-B52D-238B146C3E27}"/>
                    </a:ext>
                  </a:extLst>
                </p:cNvPr>
                <p:cNvSpPr/>
                <p:nvPr/>
              </p:nvSpPr>
              <p:spPr>
                <a:xfrm>
                  <a:off x="5194693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8" name="pg1268">
                  <a:extLst>
                    <a:ext uri="{FF2B5EF4-FFF2-40B4-BE49-F238E27FC236}">
                      <a16:creationId xmlns:a16="http://schemas.microsoft.com/office/drawing/2014/main" id="{D5A9B33F-F254-B29F-3DBE-3F2E194B676D}"/>
                    </a:ext>
                  </a:extLst>
                </p:cNvPr>
                <p:cNvSpPr/>
                <p:nvPr/>
              </p:nvSpPr>
              <p:spPr>
                <a:xfrm>
                  <a:off x="5206331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9" name="pg1269">
                  <a:extLst>
                    <a:ext uri="{FF2B5EF4-FFF2-40B4-BE49-F238E27FC236}">
                      <a16:creationId xmlns:a16="http://schemas.microsoft.com/office/drawing/2014/main" id="{1519A4E0-7CE1-F110-4D8E-AC4696009DBC}"/>
                    </a:ext>
                  </a:extLst>
                </p:cNvPr>
                <p:cNvSpPr/>
                <p:nvPr/>
              </p:nvSpPr>
              <p:spPr>
                <a:xfrm>
                  <a:off x="5217968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0" name="pg1270">
                  <a:extLst>
                    <a:ext uri="{FF2B5EF4-FFF2-40B4-BE49-F238E27FC236}">
                      <a16:creationId xmlns:a16="http://schemas.microsoft.com/office/drawing/2014/main" id="{EABC9E3F-A802-A608-3977-BFE6FEE16479}"/>
                    </a:ext>
                  </a:extLst>
                </p:cNvPr>
                <p:cNvSpPr/>
                <p:nvPr/>
              </p:nvSpPr>
              <p:spPr>
                <a:xfrm>
                  <a:off x="5229605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1" name="pg1271">
                  <a:extLst>
                    <a:ext uri="{FF2B5EF4-FFF2-40B4-BE49-F238E27FC236}">
                      <a16:creationId xmlns:a16="http://schemas.microsoft.com/office/drawing/2014/main" id="{8753AE77-E25E-144C-C333-FD854D722D8A}"/>
                    </a:ext>
                  </a:extLst>
                </p:cNvPr>
                <p:cNvSpPr/>
                <p:nvPr/>
              </p:nvSpPr>
              <p:spPr>
                <a:xfrm>
                  <a:off x="5241243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2" name="pg1272">
                  <a:extLst>
                    <a:ext uri="{FF2B5EF4-FFF2-40B4-BE49-F238E27FC236}">
                      <a16:creationId xmlns:a16="http://schemas.microsoft.com/office/drawing/2014/main" id="{17781926-8A0B-C4AC-6497-5C8DB1BB882E}"/>
                    </a:ext>
                  </a:extLst>
                </p:cNvPr>
                <p:cNvSpPr/>
                <p:nvPr/>
              </p:nvSpPr>
              <p:spPr>
                <a:xfrm>
                  <a:off x="5252880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3" name="pg1273">
                  <a:extLst>
                    <a:ext uri="{FF2B5EF4-FFF2-40B4-BE49-F238E27FC236}">
                      <a16:creationId xmlns:a16="http://schemas.microsoft.com/office/drawing/2014/main" id="{07FDF637-4E2C-E610-DF6B-22A1ACF15DB9}"/>
                    </a:ext>
                  </a:extLst>
                </p:cNvPr>
                <p:cNvSpPr/>
                <p:nvPr/>
              </p:nvSpPr>
              <p:spPr>
                <a:xfrm>
                  <a:off x="5264517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4" name="pg1274">
                  <a:extLst>
                    <a:ext uri="{FF2B5EF4-FFF2-40B4-BE49-F238E27FC236}">
                      <a16:creationId xmlns:a16="http://schemas.microsoft.com/office/drawing/2014/main" id="{097E46A9-C981-94B5-0ECB-899FE48F4541}"/>
                    </a:ext>
                  </a:extLst>
                </p:cNvPr>
                <p:cNvSpPr/>
                <p:nvPr/>
              </p:nvSpPr>
              <p:spPr>
                <a:xfrm>
                  <a:off x="5276155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5" name="pg1275">
                  <a:extLst>
                    <a:ext uri="{FF2B5EF4-FFF2-40B4-BE49-F238E27FC236}">
                      <a16:creationId xmlns:a16="http://schemas.microsoft.com/office/drawing/2014/main" id="{7A699315-DA97-9AF7-1C62-A968CD88BF91}"/>
                    </a:ext>
                  </a:extLst>
                </p:cNvPr>
                <p:cNvSpPr/>
                <p:nvPr/>
              </p:nvSpPr>
              <p:spPr>
                <a:xfrm>
                  <a:off x="5287792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6" name="pg1276">
                  <a:extLst>
                    <a:ext uri="{FF2B5EF4-FFF2-40B4-BE49-F238E27FC236}">
                      <a16:creationId xmlns:a16="http://schemas.microsoft.com/office/drawing/2014/main" id="{AA8AED55-180E-F7C3-B601-D52ECE42FC49}"/>
                    </a:ext>
                  </a:extLst>
                </p:cNvPr>
                <p:cNvSpPr/>
                <p:nvPr/>
              </p:nvSpPr>
              <p:spPr>
                <a:xfrm>
                  <a:off x="5299429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7" name="pg1277">
                  <a:extLst>
                    <a:ext uri="{FF2B5EF4-FFF2-40B4-BE49-F238E27FC236}">
                      <a16:creationId xmlns:a16="http://schemas.microsoft.com/office/drawing/2014/main" id="{002AD0ED-D1B0-EC0B-215B-E054A6DEFADA}"/>
                    </a:ext>
                  </a:extLst>
                </p:cNvPr>
                <p:cNvSpPr/>
                <p:nvPr/>
              </p:nvSpPr>
              <p:spPr>
                <a:xfrm>
                  <a:off x="5311067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8" name="pg1278">
                  <a:extLst>
                    <a:ext uri="{FF2B5EF4-FFF2-40B4-BE49-F238E27FC236}">
                      <a16:creationId xmlns:a16="http://schemas.microsoft.com/office/drawing/2014/main" id="{AC203154-F3FF-CDFF-D509-64FBBE424EE2}"/>
                    </a:ext>
                  </a:extLst>
                </p:cNvPr>
                <p:cNvSpPr/>
                <p:nvPr/>
              </p:nvSpPr>
              <p:spPr>
                <a:xfrm>
                  <a:off x="5322704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AF">
                    <a:alpha val="100000"/>
                  </a:srgbClr>
                </a:solidFill>
                <a:ln w="5420" cap="flat">
                  <a:solidFill>
                    <a:srgbClr val="6AD1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9" name="pg1279">
                  <a:extLst>
                    <a:ext uri="{FF2B5EF4-FFF2-40B4-BE49-F238E27FC236}">
                      <a16:creationId xmlns:a16="http://schemas.microsoft.com/office/drawing/2014/main" id="{77EE1900-8BA7-7DC1-DD55-00A9D01F9745}"/>
                    </a:ext>
                  </a:extLst>
                </p:cNvPr>
                <p:cNvSpPr/>
                <p:nvPr/>
              </p:nvSpPr>
              <p:spPr>
                <a:xfrm>
                  <a:off x="5031771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0" name="pg1280">
                  <a:extLst>
                    <a:ext uri="{FF2B5EF4-FFF2-40B4-BE49-F238E27FC236}">
                      <a16:creationId xmlns:a16="http://schemas.microsoft.com/office/drawing/2014/main" id="{9001A2B0-5A5C-D1E0-D5BB-5155203847B7}"/>
                    </a:ext>
                  </a:extLst>
                </p:cNvPr>
                <p:cNvSpPr/>
                <p:nvPr/>
              </p:nvSpPr>
              <p:spPr>
                <a:xfrm>
                  <a:off x="5043408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1" name="pg1281">
                  <a:extLst>
                    <a:ext uri="{FF2B5EF4-FFF2-40B4-BE49-F238E27FC236}">
                      <a16:creationId xmlns:a16="http://schemas.microsoft.com/office/drawing/2014/main" id="{12F7399E-C5B1-DF6F-31C9-7BB224B19254}"/>
                    </a:ext>
                  </a:extLst>
                </p:cNvPr>
                <p:cNvSpPr/>
                <p:nvPr/>
              </p:nvSpPr>
              <p:spPr>
                <a:xfrm>
                  <a:off x="5066683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2" name="pg1282">
                  <a:extLst>
                    <a:ext uri="{FF2B5EF4-FFF2-40B4-BE49-F238E27FC236}">
                      <a16:creationId xmlns:a16="http://schemas.microsoft.com/office/drawing/2014/main" id="{1D7D3CEC-BA05-BE0F-D15F-9DF519B85C64}"/>
                    </a:ext>
                  </a:extLst>
                </p:cNvPr>
                <p:cNvSpPr/>
                <p:nvPr/>
              </p:nvSpPr>
              <p:spPr>
                <a:xfrm>
                  <a:off x="5078320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3" name="pg1283">
                  <a:extLst>
                    <a:ext uri="{FF2B5EF4-FFF2-40B4-BE49-F238E27FC236}">
                      <a16:creationId xmlns:a16="http://schemas.microsoft.com/office/drawing/2014/main" id="{B9C96E79-B9F5-8525-1D25-F86822287BCA}"/>
                    </a:ext>
                  </a:extLst>
                </p:cNvPr>
                <p:cNvSpPr/>
                <p:nvPr/>
              </p:nvSpPr>
              <p:spPr>
                <a:xfrm>
                  <a:off x="5089957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4" name="pg1284">
                  <a:extLst>
                    <a:ext uri="{FF2B5EF4-FFF2-40B4-BE49-F238E27FC236}">
                      <a16:creationId xmlns:a16="http://schemas.microsoft.com/office/drawing/2014/main" id="{A47F06D6-FE7E-98ED-DC5C-0B8CFB0A353F}"/>
                    </a:ext>
                  </a:extLst>
                </p:cNvPr>
                <p:cNvSpPr/>
                <p:nvPr/>
              </p:nvSpPr>
              <p:spPr>
                <a:xfrm>
                  <a:off x="5101595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5" name="pg1285">
                  <a:extLst>
                    <a:ext uri="{FF2B5EF4-FFF2-40B4-BE49-F238E27FC236}">
                      <a16:creationId xmlns:a16="http://schemas.microsoft.com/office/drawing/2014/main" id="{8D0A8B5E-7756-3FD8-5D4C-B7B1156449C5}"/>
                    </a:ext>
                  </a:extLst>
                </p:cNvPr>
                <p:cNvSpPr/>
                <p:nvPr/>
              </p:nvSpPr>
              <p:spPr>
                <a:xfrm>
                  <a:off x="5113232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6" name="pg1286">
                  <a:extLst>
                    <a:ext uri="{FF2B5EF4-FFF2-40B4-BE49-F238E27FC236}">
                      <a16:creationId xmlns:a16="http://schemas.microsoft.com/office/drawing/2014/main" id="{64747C3D-FB91-B3BF-8B63-216C8CFFEFF1}"/>
                    </a:ext>
                  </a:extLst>
                </p:cNvPr>
                <p:cNvSpPr/>
                <p:nvPr/>
              </p:nvSpPr>
              <p:spPr>
                <a:xfrm>
                  <a:off x="5124869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7" name="pg1287">
                  <a:extLst>
                    <a:ext uri="{FF2B5EF4-FFF2-40B4-BE49-F238E27FC236}">
                      <a16:creationId xmlns:a16="http://schemas.microsoft.com/office/drawing/2014/main" id="{8A60712D-70CC-3EFC-98E8-EA4AC234FEC1}"/>
                    </a:ext>
                  </a:extLst>
                </p:cNvPr>
                <p:cNvSpPr/>
                <p:nvPr/>
              </p:nvSpPr>
              <p:spPr>
                <a:xfrm>
                  <a:off x="5136507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8" name="pg1288">
                  <a:extLst>
                    <a:ext uri="{FF2B5EF4-FFF2-40B4-BE49-F238E27FC236}">
                      <a16:creationId xmlns:a16="http://schemas.microsoft.com/office/drawing/2014/main" id="{96DF8E02-DDEA-2D0E-6A44-A7578CF9979B}"/>
                    </a:ext>
                  </a:extLst>
                </p:cNvPr>
                <p:cNvSpPr/>
                <p:nvPr/>
              </p:nvSpPr>
              <p:spPr>
                <a:xfrm>
                  <a:off x="5148144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9" name="pg1289">
                  <a:extLst>
                    <a:ext uri="{FF2B5EF4-FFF2-40B4-BE49-F238E27FC236}">
                      <a16:creationId xmlns:a16="http://schemas.microsoft.com/office/drawing/2014/main" id="{0833A85C-C13C-144D-0F47-6D7985487168}"/>
                    </a:ext>
                  </a:extLst>
                </p:cNvPr>
                <p:cNvSpPr/>
                <p:nvPr/>
              </p:nvSpPr>
              <p:spPr>
                <a:xfrm>
                  <a:off x="5183056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0" name="pg1290">
                  <a:extLst>
                    <a:ext uri="{FF2B5EF4-FFF2-40B4-BE49-F238E27FC236}">
                      <a16:creationId xmlns:a16="http://schemas.microsoft.com/office/drawing/2014/main" id="{C90ABF2E-C962-3E54-393D-DCE70713426C}"/>
                    </a:ext>
                  </a:extLst>
                </p:cNvPr>
                <p:cNvSpPr/>
                <p:nvPr/>
              </p:nvSpPr>
              <p:spPr>
                <a:xfrm>
                  <a:off x="5194693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1" name="pg1291">
                  <a:extLst>
                    <a:ext uri="{FF2B5EF4-FFF2-40B4-BE49-F238E27FC236}">
                      <a16:creationId xmlns:a16="http://schemas.microsoft.com/office/drawing/2014/main" id="{7540FC5B-96A3-81CA-7B75-4FB23FC61072}"/>
                    </a:ext>
                  </a:extLst>
                </p:cNvPr>
                <p:cNvSpPr/>
                <p:nvPr/>
              </p:nvSpPr>
              <p:spPr>
                <a:xfrm>
                  <a:off x="5206331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2" name="pg1292">
                  <a:extLst>
                    <a:ext uri="{FF2B5EF4-FFF2-40B4-BE49-F238E27FC236}">
                      <a16:creationId xmlns:a16="http://schemas.microsoft.com/office/drawing/2014/main" id="{06EEA4E9-D9E8-450A-5143-3940DD772DB8}"/>
                    </a:ext>
                  </a:extLst>
                </p:cNvPr>
                <p:cNvSpPr/>
                <p:nvPr/>
              </p:nvSpPr>
              <p:spPr>
                <a:xfrm>
                  <a:off x="5217968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3" name="pg1293">
                  <a:extLst>
                    <a:ext uri="{FF2B5EF4-FFF2-40B4-BE49-F238E27FC236}">
                      <a16:creationId xmlns:a16="http://schemas.microsoft.com/office/drawing/2014/main" id="{675D6B67-D584-1E83-C2D7-CCBECE0AB741}"/>
                    </a:ext>
                  </a:extLst>
                </p:cNvPr>
                <p:cNvSpPr/>
                <p:nvPr/>
              </p:nvSpPr>
              <p:spPr>
                <a:xfrm>
                  <a:off x="5229605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4" name="pg1294">
                  <a:extLst>
                    <a:ext uri="{FF2B5EF4-FFF2-40B4-BE49-F238E27FC236}">
                      <a16:creationId xmlns:a16="http://schemas.microsoft.com/office/drawing/2014/main" id="{D5742FB0-4EBA-9FC4-58D9-C3C74866AC0A}"/>
                    </a:ext>
                  </a:extLst>
                </p:cNvPr>
                <p:cNvSpPr/>
                <p:nvPr/>
              </p:nvSpPr>
              <p:spPr>
                <a:xfrm>
                  <a:off x="5241243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5" name="pg1295">
                  <a:extLst>
                    <a:ext uri="{FF2B5EF4-FFF2-40B4-BE49-F238E27FC236}">
                      <a16:creationId xmlns:a16="http://schemas.microsoft.com/office/drawing/2014/main" id="{972100DA-6DD3-6646-42F0-1033537B7777}"/>
                    </a:ext>
                  </a:extLst>
                </p:cNvPr>
                <p:cNvSpPr/>
                <p:nvPr/>
              </p:nvSpPr>
              <p:spPr>
                <a:xfrm>
                  <a:off x="5252880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6" name="pg1296">
                  <a:extLst>
                    <a:ext uri="{FF2B5EF4-FFF2-40B4-BE49-F238E27FC236}">
                      <a16:creationId xmlns:a16="http://schemas.microsoft.com/office/drawing/2014/main" id="{5AC83E76-A62A-80FA-FDA1-04DF8C9744EE}"/>
                    </a:ext>
                  </a:extLst>
                </p:cNvPr>
                <p:cNvSpPr/>
                <p:nvPr/>
              </p:nvSpPr>
              <p:spPr>
                <a:xfrm>
                  <a:off x="5264517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7" name="pg1297">
                  <a:extLst>
                    <a:ext uri="{FF2B5EF4-FFF2-40B4-BE49-F238E27FC236}">
                      <a16:creationId xmlns:a16="http://schemas.microsoft.com/office/drawing/2014/main" id="{82D24471-6E87-1A4D-3BED-D65EAAD0F8DE}"/>
                    </a:ext>
                  </a:extLst>
                </p:cNvPr>
                <p:cNvSpPr/>
                <p:nvPr/>
              </p:nvSpPr>
              <p:spPr>
                <a:xfrm>
                  <a:off x="5276155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8" name="pg1298">
                  <a:extLst>
                    <a:ext uri="{FF2B5EF4-FFF2-40B4-BE49-F238E27FC236}">
                      <a16:creationId xmlns:a16="http://schemas.microsoft.com/office/drawing/2014/main" id="{6A537ECC-51D8-C9AE-5E3D-5C2458B9B285}"/>
                    </a:ext>
                  </a:extLst>
                </p:cNvPr>
                <p:cNvSpPr/>
                <p:nvPr/>
              </p:nvSpPr>
              <p:spPr>
                <a:xfrm>
                  <a:off x="5287792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9" name="pg1299">
                  <a:extLst>
                    <a:ext uri="{FF2B5EF4-FFF2-40B4-BE49-F238E27FC236}">
                      <a16:creationId xmlns:a16="http://schemas.microsoft.com/office/drawing/2014/main" id="{7CA43757-2EDE-6CC2-4AFF-C5E9F09C1EBC}"/>
                    </a:ext>
                  </a:extLst>
                </p:cNvPr>
                <p:cNvSpPr/>
                <p:nvPr/>
              </p:nvSpPr>
              <p:spPr>
                <a:xfrm>
                  <a:off x="5299429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0" name="pg1300">
                  <a:extLst>
                    <a:ext uri="{FF2B5EF4-FFF2-40B4-BE49-F238E27FC236}">
                      <a16:creationId xmlns:a16="http://schemas.microsoft.com/office/drawing/2014/main" id="{277F4B92-E352-B394-8715-84963F016390}"/>
                    </a:ext>
                  </a:extLst>
                </p:cNvPr>
                <p:cNvSpPr/>
                <p:nvPr/>
              </p:nvSpPr>
              <p:spPr>
                <a:xfrm>
                  <a:off x="5311067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1" name="pg1301">
                  <a:extLst>
                    <a:ext uri="{FF2B5EF4-FFF2-40B4-BE49-F238E27FC236}">
                      <a16:creationId xmlns:a16="http://schemas.microsoft.com/office/drawing/2014/main" id="{D1F160F3-7BD7-72E3-9033-F4296187E7F4}"/>
                    </a:ext>
                  </a:extLst>
                </p:cNvPr>
                <p:cNvSpPr/>
                <p:nvPr/>
              </p:nvSpPr>
              <p:spPr>
                <a:xfrm>
                  <a:off x="5020133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2" name="pg1302">
                  <a:extLst>
                    <a:ext uri="{FF2B5EF4-FFF2-40B4-BE49-F238E27FC236}">
                      <a16:creationId xmlns:a16="http://schemas.microsoft.com/office/drawing/2014/main" id="{3A3935C5-A2BA-A242-C343-6010109615AB}"/>
                    </a:ext>
                  </a:extLst>
                </p:cNvPr>
                <p:cNvSpPr/>
                <p:nvPr/>
              </p:nvSpPr>
              <p:spPr>
                <a:xfrm>
                  <a:off x="5031771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3" name="pg1303">
                  <a:extLst>
                    <a:ext uri="{FF2B5EF4-FFF2-40B4-BE49-F238E27FC236}">
                      <a16:creationId xmlns:a16="http://schemas.microsoft.com/office/drawing/2014/main" id="{B5617DFA-99D1-330E-B6E6-CD5921EA2319}"/>
                    </a:ext>
                  </a:extLst>
                </p:cNvPr>
                <p:cNvSpPr/>
                <p:nvPr/>
              </p:nvSpPr>
              <p:spPr>
                <a:xfrm>
                  <a:off x="5043408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4" name="pg1304">
                  <a:extLst>
                    <a:ext uri="{FF2B5EF4-FFF2-40B4-BE49-F238E27FC236}">
                      <a16:creationId xmlns:a16="http://schemas.microsoft.com/office/drawing/2014/main" id="{66FF69AC-138E-AD91-8751-BA51F603EE80}"/>
                    </a:ext>
                  </a:extLst>
                </p:cNvPr>
                <p:cNvSpPr/>
                <p:nvPr/>
              </p:nvSpPr>
              <p:spPr>
                <a:xfrm>
                  <a:off x="5055045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5" name="pg1305">
                  <a:extLst>
                    <a:ext uri="{FF2B5EF4-FFF2-40B4-BE49-F238E27FC236}">
                      <a16:creationId xmlns:a16="http://schemas.microsoft.com/office/drawing/2014/main" id="{B51F6CA2-F0DC-3888-1F7A-73E88A3E7166}"/>
                    </a:ext>
                  </a:extLst>
                </p:cNvPr>
                <p:cNvSpPr/>
                <p:nvPr/>
              </p:nvSpPr>
              <p:spPr>
                <a:xfrm>
                  <a:off x="5066683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6" name="pg1306">
                  <a:extLst>
                    <a:ext uri="{FF2B5EF4-FFF2-40B4-BE49-F238E27FC236}">
                      <a16:creationId xmlns:a16="http://schemas.microsoft.com/office/drawing/2014/main" id="{C002B210-3C66-A5DA-904A-75AF9769BCB9}"/>
                    </a:ext>
                  </a:extLst>
                </p:cNvPr>
                <p:cNvSpPr/>
                <p:nvPr/>
              </p:nvSpPr>
              <p:spPr>
                <a:xfrm>
                  <a:off x="5078320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7" name="pg1307">
                  <a:extLst>
                    <a:ext uri="{FF2B5EF4-FFF2-40B4-BE49-F238E27FC236}">
                      <a16:creationId xmlns:a16="http://schemas.microsoft.com/office/drawing/2014/main" id="{82CA61F7-0011-31DC-8754-27885919E48F}"/>
                    </a:ext>
                  </a:extLst>
                </p:cNvPr>
                <p:cNvSpPr/>
                <p:nvPr/>
              </p:nvSpPr>
              <p:spPr>
                <a:xfrm>
                  <a:off x="5089957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8" name="pg1308">
                  <a:extLst>
                    <a:ext uri="{FF2B5EF4-FFF2-40B4-BE49-F238E27FC236}">
                      <a16:creationId xmlns:a16="http://schemas.microsoft.com/office/drawing/2014/main" id="{182DEA34-99E4-FA6B-5074-179F7E5CF36C}"/>
                    </a:ext>
                  </a:extLst>
                </p:cNvPr>
                <p:cNvSpPr/>
                <p:nvPr/>
              </p:nvSpPr>
              <p:spPr>
                <a:xfrm>
                  <a:off x="5101595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9" name="pg1309">
                  <a:extLst>
                    <a:ext uri="{FF2B5EF4-FFF2-40B4-BE49-F238E27FC236}">
                      <a16:creationId xmlns:a16="http://schemas.microsoft.com/office/drawing/2014/main" id="{370B12C3-A489-32FF-9E43-8CF39A4E28AF}"/>
                    </a:ext>
                  </a:extLst>
                </p:cNvPr>
                <p:cNvSpPr/>
                <p:nvPr/>
              </p:nvSpPr>
              <p:spPr>
                <a:xfrm>
                  <a:off x="5113232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0" name="pg1310">
                  <a:extLst>
                    <a:ext uri="{FF2B5EF4-FFF2-40B4-BE49-F238E27FC236}">
                      <a16:creationId xmlns:a16="http://schemas.microsoft.com/office/drawing/2014/main" id="{257F6CCD-3549-B8C5-71D4-2A0F66987E22}"/>
                    </a:ext>
                  </a:extLst>
                </p:cNvPr>
                <p:cNvSpPr/>
                <p:nvPr/>
              </p:nvSpPr>
              <p:spPr>
                <a:xfrm>
                  <a:off x="5124869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1" name="pg1311">
                  <a:extLst>
                    <a:ext uri="{FF2B5EF4-FFF2-40B4-BE49-F238E27FC236}">
                      <a16:creationId xmlns:a16="http://schemas.microsoft.com/office/drawing/2014/main" id="{D76FC506-C96F-9C36-3584-E6BB9C6FFDE9}"/>
                    </a:ext>
                  </a:extLst>
                </p:cNvPr>
                <p:cNvSpPr/>
                <p:nvPr/>
              </p:nvSpPr>
              <p:spPr>
                <a:xfrm>
                  <a:off x="5136507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2" name="pg1312">
                  <a:extLst>
                    <a:ext uri="{FF2B5EF4-FFF2-40B4-BE49-F238E27FC236}">
                      <a16:creationId xmlns:a16="http://schemas.microsoft.com/office/drawing/2014/main" id="{300EC657-5B77-33BC-EA11-D7C87878E76E}"/>
                    </a:ext>
                  </a:extLst>
                </p:cNvPr>
                <p:cNvSpPr/>
                <p:nvPr/>
              </p:nvSpPr>
              <p:spPr>
                <a:xfrm>
                  <a:off x="5148144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3" name="pg1313">
                  <a:extLst>
                    <a:ext uri="{FF2B5EF4-FFF2-40B4-BE49-F238E27FC236}">
                      <a16:creationId xmlns:a16="http://schemas.microsoft.com/office/drawing/2014/main" id="{B9E9239C-0AC5-2F56-38D8-F087BC22ECFD}"/>
                    </a:ext>
                  </a:extLst>
                </p:cNvPr>
                <p:cNvSpPr/>
                <p:nvPr/>
              </p:nvSpPr>
              <p:spPr>
                <a:xfrm>
                  <a:off x="5194693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4" name="pg1314">
                  <a:extLst>
                    <a:ext uri="{FF2B5EF4-FFF2-40B4-BE49-F238E27FC236}">
                      <a16:creationId xmlns:a16="http://schemas.microsoft.com/office/drawing/2014/main" id="{6CEA7275-7A93-36E3-AA5D-8C88CA71B83F}"/>
                    </a:ext>
                  </a:extLst>
                </p:cNvPr>
                <p:cNvSpPr/>
                <p:nvPr/>
              </p:nvSpPr>
              <p:spPr>
                <a:xfrm>
                  <a:off x="5206331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5" name="pg1315">
                  <a:extLst>
                    <a:ext uri="{FF2B5EF4-FFF2-40B4-BE49-F238E27FC236}">
                      <a16:creationId xmlns:a16="http://schemas.microsoft.com/office/drawing/2014/main" id="{04B8EF6E-2CBE-48C4-9E7C-8DCB5D727EE5}"/>
                    </a:ext>
                  </a:extLst>
                </p:cNvPr>
                <p:cNvSpPr/>
                <p:nvPr/>
              </p:nvSpPr>
              <p:spPr>
                <a:xfrm>
                  <a:off x="5217968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6" name="pg1316">
                  <a:extLst>
                    <a:ext uri="{FF2B5EF4-FFF2-40B4-BE49-F238E27FC236}">
                      <a16:creationId xmlns:a16="http://schemas.microsoft.com/office/drawing/2014/main" id="{56CE501F-A706-2B45-C94D-6C33A8AC34FB}"/>
                    </a:ext>
                  </a:extLst>
                </p:cNvPr>
                <p:cNvSpPr/>
                <p:nvPr/>
              </p:nvSpPr>
              <p:spPr>
                <a:xfrm>
                  <a:off x="5229605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7" name="pg1317">
                  <a:extLst>
                    <a:ext uri="{FF2B5EF4-FFF2-40B4-BE49-F238E27FC236}">
                      <a16:creationId xmlns:a16="http://schemas.microsoft.com/office/drawing/2014/main" id="{E2A52F49-5056-573C-05B8-4C1B23BA5BD1}"/>
                    </a:ext>
                  </a:extLst>
                </p:cNvPr>
                <p:cNvSpPr/>
                <p:nvPr/>
              </p:nvSpPr>
              <p:spPr>
                <a:xfrm>
                  <a:off x="5241243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8" name="pg1318">
                  <a:extLst>
                    <a:ext uri="{FF2B5EF4-FFF2-40B4-BE49-F238E27FC236}">
                      <a16:creationId xmlns:a16="http://schemas.microsoft.com/office/drawing/2014/main" id="{FDEC7098-FE14-464E-3442-88C127757B55}"/>
                    </a:ext>
                  </a:extLst>
                </p:cNvPr>
                <p:cNvSpPr/>
                <p:nvPr/>
              </p:nvSpPr>
              <p:spPr>
                <a:xfrm>
                  <a:off x="5252880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9" name="pg1319">
                  <a:extLst>
                    <a:ext uri="{FF2B5EF4-FFF2-40B4-BE49-F238E27FC236}">
                      <a16:creationId xmlns:a16="http://schemas.microsoft.com/office/drawing/2014/main" id="{4F1E8744-9706-CDB0-FA96-1292E8B61FDB}"/>
                    </a:ext>
                  </a:extLst>
                </p:cNvPr>
                <p:cNvSpPr/>
                <p:nvPr/>
              </p:nvSpPr>
              <p:spPr>
                <a:xfrm>
                  <a:off x="5264517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0" name="pg1320">
                  <a:extLst>
                    <a:ext uri="{FF2B5EF4-FFF2-40B4-BE49-F238E27FC236}">
                      <a16:creationId xmlns:a16="http://schemas.microsoft.com/office/drawing/2014/main" id="{587B688F-077A-59C6-BEC5-166E857B2D6C}"/>
                    </a:ext>
                  </a:extLst>
                </p:cNvPr>
                <p:cNvSpPr/>
                <p:nvPr/>
              </p:nvSpPr>
              <p:spPr>
                <a:xfrm>
                  <a:off x="5276155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1" name="pg1321">
                  <a:extLst>
                    <a:ext uri="{FF2B5EF4-FFF2-40B4-BE49-F238E27FC236}">
                      <a16:creationId xmlns:a16="http://schemas.microsoft.com/office/drawing/2014/main" id="{528DACF6-CB8C-1E96-5251-A3880D39780B}"/>
                    </a:ext>
                  </a:extLst>
                </p:cNvPr>
                <p:cNvSpPr/>
                <p:nvPr/>
              </p:nvSpPr>
              <p:spPr>
                <a:xfrm>
                  <a:off x="5287792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2" name="pg1322">
                  <a:extLst>
                    <a:ext uri="{FF2B5EF4-FFF2-40B4-BE49-F238E27FC236}">
                      <a16:creationId xmlns:a16="http://schemas.microsoft.com/office/drawing/2014/main" id="{9DA49FF9-DD4F-F262-0FC7-041BC18F65A8}"/>
                    </a:ext>
                  </a:extLst>
                </p:cNvPr>
                <p:cNvSpPr/>
                <p:nvPr/>
              </p:nvSpPr>
              <p:spPr>
                <a:xfrm>
                  <a:off x="5299429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3" name="pg1323">
                  <a:extLst>
                    <a:ext uri="{FF2B5EF4-FFF2-40B4-BE49-F238E27FC236}">
                      <a16:creationId xmlns:a16="http://schemas.microsoft.com/office/drawing/2014/main" id="{E069EE34-9606-4383-A4D7-871E059016AF}"/>
                    </a:ext>
                  </a:extLst>
                </p:cNvPr>
                <p:cNvSpPr/>
                <p:nvPr/>
              </p:nvSpPr>
              <p:spPr>
                <a:xfrm>
                  <a:off x="5008496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4" name="pg1324">
                  <a:extLst>
                    <a:ext uri="{FF2B5EF4-FFF2-40B4-BE49-F238E27FC236}">
                      <a16:creationId xmlns:a16="http://schemas.microsoft.com/office/drawing/2014/main" id="{3B9AAB2A-551E-E352-27F8-903BFB4B0747}"/>
                    </a:ext>
                  </a:extLst>
                </p:cNvPr>
                <p:cNvSpPr/>
                <p:nvPr/>
              </p:nvSpPr>
              <p:spPr>
                <a:xfrm>
                  <a:off x="5020133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5" name="pg1325">
                  <a:extLst>
                    <a:ext uri="{FF2B5EF4-FFF2-40B4-BE49-F238E27FC236}">
                      <a16:creationId xmlns:a16="http://schemas.microsoft.com/office/drawing/2014/main" id="{163581F0-7CF8-4AAA-6A60-F056DBD76755}"/>
                    </a:ext>
                  </a:extLst>
                </p:cNvPr>
                <p:cNvSpPr/>
                <p:nvPr/>
              </p:nvSpPr>
              <p:spPr>
                <a:xfrm>
                  <a:off x="5031771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6" name="pg1326">
                  <a:extLst>
                    <a:ext uri="{FF2B5EF4-FFF2-40B4-BE49-F238E27FC236}">
                      <a16:creationId xmlns:a16="http://schemas.microsoft.com/office/drawing/2014/main" id="{A2000246-1302-B6D6-F355-3E50DF9A65DB}"/>
                    </a:ext>
                  </a:extLst>
                </p:cNvPr>
                <p:cNvSpPr/>
                <p:nvPr/>
              </p:nvSpPr>
              <p:spPr>
                <a:xfrm>
                  <a:off x="5043408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7" name="pg1327">
                  <a:extLst>
                    <a:ext uri="{FF2B5EF4-FFF2-40B4-BE49-F238E27FC236}">
                      <a16:creationId xmlns:a16="http://schemas.microsoft.com/office/drawing/2014/main" id="{E22D79B7-23C1-3E0D-E09B-517303F73BBA}"/>
                    </a:ext>
                  </a:extLst>
                </p:cNvPr>
                <p:cNvSpPr/>
                <p:nvPr/>
              </p:nvSpPr>
              <p:spPr>
                <a:xfrm>
                  <a:off x="5055045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8" name="pg1328">
                  <a:extLst>
                    <a:ext uri="{FF2B5EF4-FFF2-40B4-BE49-F238E27FC236}">
                      <a16:creationId xmlns:a16="http://schemas.microsoft.com/office/drawing/2014/main" id="{7596B9A9-ED67-23ED-F9E6-1B74577802B3}"/>
                    </a:ext>
                  </a:extLst>
                </p:cNvPr>
                <p:cNvSpPr/>
                <p:nvPr/>
              </p:nvSpPr>
              <p:spPr>
                <a:xfrm>
                  <a:off x="5066683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C">
                    <a:alpha val="100000"/>
                  </a:srgbClr>
                </a:solidFill>
                <a:ln w="5420" cap="flat">
                  <a:solidFill>
                    <a:srgbClr val="8A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9" name="pg1329">
                  <a:extLst>
                    <a:ext uri="{FF2B5EF4-FFF2-40B4-BE49-F238E27FC236}">
                      <a16:creationId xmlns:a16="http://schemas.microsoft.com/office/drawing/2014/main" id="{69928185-B57E-DFBD-BFFC-C97121AE7F25}"/>
                    </a:ext>
                  </a:extLst>
                </p:cNvPr>
                <p:cNvSpPr/>
                <p:nvPr/>
              </p:nvSpPr>
              <p:spPr>
                <a:xfrm>
                  <a:off x="5078320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0" name="pg1330">
                  <a:extLst>
                    <a:ext uri="{FF2B5EF4-FFF2-40B4-BE49-F238E27FC236}">
                      <a16:creationId xmlns:a16="http://schemas.microsoft.com/office/drawing/2014/main" id="{F1C1FB96-1C95-CB99-C21D-B41E229C319F}"/>
                    </a:ext>
                  </a:extLst>
                </p:cNvPr>
                <p:cNvSpPr/>
                <p:nvPr/>
              </p:nvSpPr>
              <p:spPr>
                <a:xfrm>
                  <a:off x="5089957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1" name="pg1331">
                  <a:extLst>
                    <a:ext uri="{FF2B5EF4-FFF2-40B4-BE49-F238E27FC236}">
                      <a16:creationId xmlns:a16="http://schemas.microsoft.com/office/drawing/2014/main" id="{60085442-703C-87BD-A1BD-403A727BB18E}"/>
                    </a:ext>
                  </a:extLst>
                </p:cNvPr>
                <p:cNvSpPr/>
                <p:nvPr/>
              </p:nvSpPr>
              <p:spPr>
                <a:xfrm>
                  <a:off x="5101595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2" name="pg1332">
                  <a:extLst>
                    <a:ext uri="{FF2B5EF4-FFF2-40B4-BE49-F238E27FC236}">
                      <a16:creationId xmlns:a16="http://schemas.microsoft.com/office/drawing/2014/main" id="{EE3A4B50-718A-D247-4EFA-7211D2A94366}"/>
                    </a:ext>
                  </a:extLst>
                </p:cNvPr>
                <p:cNvSpPr/>
                <p:nvPr/>
              </p:nvSpPr>
              <p:spPr>
                <a:xfrm>
                  <a:off x="5113232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3" name="pg1333">
                  <a:extLst>
                    <a:ext uri="{FF2B5EF4-FFF2-40B4-BE49-F238E27FC236}">
                      <a16:creationId xmlns:a16="http://schemas.microsoft.com/office/drawing/2014/main" id="{DBC7DD4D-7F97-5F09-A7D2-0B90C39BDB49}"/>
                    </a:ext>
                  </a:extLst>
                </p:cNvPr>
                <p:cNvSpPr/>
                <p:nvPr/>
              </p:nvSpPr>
              <p:spPr>
                <a:xfrm>
                  <a:off x="5124869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4" name="pg1334">
                  <a:extLst>
                    <a:ext uri="{FF2B5EF4-FFF2-40B4-BE49-F238E27FC236}">
                      <a16:creationId xmlns:a16="http://schemas.microsoft.com/office/drawing/2014/main" id="{DD7B8F55-2243-F21E-A129-59CC63A2DF68}"/>
                    </a:ext>
                  </a:extLst>
                </p:cNvPr>
                <p:cNvSpPr/>
                <p:nvPr/>
              </p:nvSpPr>
              <p:spPr>
                <a:xfrm>
                  <a:off x="5136507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5" name="pg1335">
                  <a:extLst>
                    <a:ext uri="{FF2B5EF4-FFF2-40B4-BE49-F238E27FC236}">
                      <a16:creationId xmlns:a16="http://schemas.microsoft.com/office/drawing/2014/main" id="{68ECDF09-E511-A9F4-3809-098B0DF903AE}"/>
                    </a:ext>
                  </a:extLst>
                </p:cNvPr>
                <p:cNvSpPr/>
                <p:nvPr/>
              </p:nvSpPr>
              <p:spPr>
                <a:xfrm>
                  <a:off x="5148144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6" name="pg1336">
                  <a:extLst>
                    <a:ext uri="{FF2B5EF4-FFF2-40B4-BE49-F238E27FC236}">
                      <a16:creationId xmlns:a16="http://schemas.microsoft.com/office/drawing/2014/main" id="{3A26BD07-9705-E0EC-3D40-D206C062CD90}"/>
                    </a:ext>
                  </a:extLst>
                </p:cNvPr>
                <p:cNvSpPr/>
                <p:nvPr/>
              </p:nvSpPr>
              <p:spPr>
                <a:xfrm>
                  <a:off x="5194693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7" name="pg1337">
                  <a:extLst>
                    <a:ext uri="{FF2B5EF4-FFF2-40B4-BE49-F238E27FC236}">
                      <a16:creationId xmlns:a16="http://schemas.microsoft.com/office/drawing/2014/main" id="{0098E048-FA19-2E88-27A6-0B6B8E458A0C}"/>
                    </a:ext>
                  </a:extLst>
                </p:cNvPr>
                <p:cNvSpPr/>
                <p:nvPr/>
              </p:nvSpPr>
              <p:spPr>
                <a:xfrm>
                  <a:off x="5206331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8" name="pg1338">
                  <a:extLst>
                    <a:ext uri="{FF2B5EF4-FFF2-40B4-BE49-F238E27FC236}">
                      <a16:creationId xmlns:a16="http://schemas.microsoft.com/office/drawing/2014/main" id="{1A0D2DAC-7EF6-9B2F-146D-30063C7D0605}"/>
                    </a:ext>
                  </a:extLst>
                </p:cNvPr>
                <p:cNvSpPr/>
                <p:nvPr/>
              </p:nvSpPr>
              <p:spPr>
                <a:xfrm>
                  <a:off x="5217968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9" name="pg1339">
                  <a:extLst>
                    <a:ext uri="{FF2B5EF4-FFF2-40B4-BE49-F238E27FC236}">
                      <a16:creationId xmlns:a16="http://schemas.microsoft.com/office/drawing/2014/main" id="{C832F16E-A27D-CCC2-77B9-1E79158F3760}"/>
                    </a:ext>
                  </a:extLst>
                </p:cNvPr>
                <p:cNvSpPr/>
                <p:nvPr/>
              </p:nvSpPr>
              <p:spPr>
                <a:xfrm>
                  <a:off x="5229605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0" name="pg1340">
                  <a:extLst>
                    <a:ext uri="{FF2B5EF4-FFF2-40B4-BE49-F238E27FC236}">
                      <a16:creationId xmlns:a16="http://schemas.microsoft.com/office/drawing/2014/main" id="{894334FC-BFD1-EA22-F9E8-B1C9A1EBCE7F}"/>
                    </a:ext>
                  </a:extLst>
                </p:cNvPr>
                <p:cNvSpPr/>
                <p:nvPr/>
              </p:nvSpPr>
              <p:spPr>
                <a:xfrm>
                  <a:off x="5241243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1" name="pg1341">
                  <a:extLst>
                    <a:ext uri="{FF2B5EF4-FFF2-40B4-BE49-F238E27FC236}">
                      <a16:creationId xmlns:a16="http://schemas.microsoft.com/office/drawing/2014/main" id="{2F330D95-8F7C-479E-D87B-5788D0230F5C}"/>
                    </a:ext>
                  </a:extLst>
                </p:cNvPr>
                <p:cNvSpPr/>
                <p:nvPr/>
              </p:nvSpPr>
              <p:spPr>
                <a:xfrm>
                  <a:off x="5252880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2" name="pg1342">
                  <a:extLst>
                    <a:ext uri="{FF2B5EF4-FFF2-40B4-BE49-F238E27FC236}">
                      <a16:creationId xmlns:a16="http://schemas.microsoft.com/office/drawing/2014/main" id="{994B6811-6011-DA5E-BBB0-2F73F85728F3}"/>
                    </a:ext>
                  </a:extLst>
                </p:cNvPr>
                <p:cNvSpPr/>
                <p:nvPr/>
              </p:nvSpPr>
              <p:spPr>
                <a:xfrm>
                  <a:off x="5264517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3" name="pg1343">
                  <a:extLst>
                    <a:ext uri="{FF2B5EF4-FFF2-40B4-BE49-F238E27FC236}">
                      <a16:creationId xmlns:a16="http://schemas.microsoft.com/office/drawing/2014/main" id="{18574FC7-EA87-0990-56D8-5A8F8D8FBC8F}"/>
                    </a:ext>
                  </a:extLst>
                </p:cNvPr>
                <p:cNvSpPr/>
                <p:nvPr/>
              </p:nvSpPr>
              <p:spPr>
                <a:xfrm>
                  <a:off x="5276155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4" name="pg1344">
                  <a:extLst>
                    <a:ext uri="{FF2B5EF4-FFF2-40B4-BE49-F238E27FC236}">
                      <a16:creationId xmlns:a16="http://schemas.microsoft.com/office/drawing/2014/main" id="{C1D56BC1-C7BB-FEE6-6F04-5D8DCBA1293B}"/>
                    </a:ext>
                  </a:extLst>
                </p:cNvPr>
                <p:cNvSpPr/>
                <p:nvPr/>
              </p:nvSpPr>
              <p:spPr>
                <a:xfrm>
                  <a:off x="5287792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5" name="pg1345">
                  <a:extLst>
                    <a:ext uri="{FF2B5EF4-FFF2-40B4-BE49-F238E27FC236}">
                      <a16:creationId xmlns:a16="http://schemas.microsoft.com/office/drawing/2014/main" id="{75D20282-F1E6-D420-6DD7-590AB1B00C0B}"/>
                    </a:ext>
                  </a:extLst>
                </p:cNvPr>
                <p:cNvSpPr/>
                <p:nvPr/>
              </p:nvSpPr>
              <p:spPr>
                <a:xfrm>
                  <a:off x="4996859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6" name="pg1346">
                  <a:extLst>
                    <a:ext uri="{FF2B5EF4-FFF2-40B4-BE49-F238E27FC236}">
                      <a16:creationId xmlns:a16="http://schemas.microsoft.com/office/drawing/2014/main" id="{4DC6DF23-A3DB-2B94-86B6-DF58B5ED4ABD}"/>
                    </a:ext>
                  </a:extLst>
                </p:cNvPr>
                <p:cNvSpPr/>
                <p:nvPr/>
              </p:nvSpPr>
              <p:spPr>
                <a:xfrm>
                  <a:off x="5008496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BBE">
                    <a:alpha val="100000"/>
                  </a:srgbClr>
                </a:solidFill>
                <a:ln w="5420" cap="flat">
                  <a:solidFill>
                    <a:srgbClr val="8C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7" name="pg1347">
                  <a:extLst>
                    <a:ext uri="{FF2B5EF4-FFF2-40B4-BE49-F238E27FC236}">
                      <a16:creationId xmlns:a16="http://schemas.microsoft.com/office/drawing/2014/main" id="{BF116F4E-6879-3E8A-BDC5-8ED72FA77607}"/>
                    </a:ext>
                  </a:extLst>
                </p:cNvPr>
                <p:cNvSpPr/>
                <p:nvPr/>
              </p:nvSpPr>
              <p:spPr>
                <a:xfrm>
                  <a:off x="5020133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8" name="pg1348">
                  <a:extLst>
                    <a:ext uri="{FF2B5EF4-FFF2-40B4-BE49-F238E27FC236}">
                      <a16:creationId xmlns:a16="http://schemas.microsoft.com/office/drawing/2014/main" id="{859F2B4C-64B1-4F4B-E858-0867A622391A}"/>
                    </a:ext>
                  </a:extLst>
                </p:cNvPr>
                <p:cNvSpPr/>
                <p:nvPr/>
              </p:nvSpPr>
              <p:spPr>
                <a:xfrm>
                  <a:off x="5031771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9" name="pg1349">
                  <a:extLst>
                    <a:ext uri="{FF2B5EF4-FFF2-40B4-BE49-F238E27FC236}">
                      <a16:creationId xmlns:a16="http://schemas.microsoft.com/office/drawing/2014/main" id="{F85DD635-3B6A-5997-05C4-324B112E7804}"/>
                    </a:ext>
                  </a:extLst>
                </p:cNvPr>
                <p:cNvSpPr/>
                <p:nvPr/>
              </p:nvSpPr>
              <p:spPr>
                <a:xfrm>
                  <a:off x="5043408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0" name="pg1350">
                  <a:extLst>
                    <a:ext uri="{FF2B5EF4-FFF2-40B4-BE49-F238E27FC236}">
                      <a16:creationId xmlns:a16="http://schemas.microsoft.com/office/drawing/2014/main" id="{E65275B3-990F-E342-89EE-A9BA88FBB532}"/>
                    </a:ext>
                  </a:extLst>
                </p:cNvPr>
                <p:cNvSpPr/>
                <p:nvPr/>
              </p:nvSpPr>
              <p:spPr>
                <a:xfrm>
                  <a:off x="5055045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1" name="pg1351">
                  <a:extLst>
                    <a:ext uri="{FF2B5EF4-FFF2-40B4-BE49-F238E27FC236}">
                      <a16:creationId xmlns:a16="http://schemas.microsoft.com/office/drawing/2014/main" id="{CB9824FB-AA42-F73E-F255-647C7EF7D912}"/>
                    </a:ext>
                  </a:extLst>
                </p:cNvPr>
                <p:cNvSpPr/>
                <p:nvPr/>
              </p:nvSpPr>
              <p:spPr>
                <a:xfrm>
                  <a:off x="5066683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2" name="pg1352">
                  <a:extLst>
                    <a:ext uri="{FF2B5EF4-FFF2-40B4-BE49-F238E27FC236}">
                      <a16:creationId xmlns:a16="http://schemas.microsoft.com/office/drawing/2014/main" id="{003DB7C4-5DDC-3291-88CC-44EC8EBAEE23}"/>
                    </a:ext>
                  </a:extLst>
                </p:cNvPr>
                <p:cNvSpPr/>
                <p:nvPr/>
              </p:nvSpPr>
              <p:spPr>
                <a:xfrm>
                  <a:off x="5078320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3" name="pg1353">
                  <a:extLst>
                    <a:ext uri="{FF2B5EF4-FFF2-40B4-BE49-F238E27FC236}">
                      <a16:creationId xmlns:a16="http://schemas.microsoft.com/office/drawing/2014/main" id="{7AF503C4-9450-2FDB-1329-006E41393F64}"/>
                    </a:ext>
                  </a:extLst>
                </p:cNvPr>
                <p:cNvSpPr/>
                <p:nvPr/>
              </p:nvSpPr>
              <p:spPr>
                <a:xfrm>
                  <a:off x="5089957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4" name="pg1354">
                  <a:extLst>
                    <a:ext uri="{FF2B5EF4-FFF2-40B4-BE49-F238E27FC236}">
                      <a16:creationId xmlns:a16="http://schemas.microsoft.com/office/drawing/2014/main" id="{CDD45A1B-0F24-3ACD-1B74-DBED57F7FEDA}"/>
                    </a:ext>
                  </a:extLst>
                </p:cNvPr>
                <p:cNvSpPr/>
                <p:nvPr/>
              </p:nvSpPr>
              <p:spPr>
                <a:xfrm>
                  <a:off x="5101595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5" name="pg1355">
                  <a:extLst>
                    <a:ext uri="{FF2B5EF4-FFF2-40B4-BE49-F238E27FC236}">
                      <a16:creationId xmlns:a16="http://schemas.microsoft.com/office/drawing/2014/main" id="{3941735C-7EDA-8909-2997-B5C1174183BE}"/>
                    </a:ext>
                  </a:extLst>
                </p:cNvPr>
                <p:cNvSpPr/>
                <p:nvPr/>
              </p:nvSpPr>
              <p:spPr>
                <a:xfrm>
                  <a:off x="5113232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6" name="pg1356">
                  <a:extLst>
                    <a:ext uri="{FF2B5EF4-FFF2-40B4-BE49-F238E27FC236}">
                      <a16:creationId xmlns:a16="http://schemas.microsoft.com/office/drawing/2014/main" id="{743E603E-A1EC-5E15-E956-F8D2C9117FAC}"/>
                    </a:ext>
                  </a:extLst>
                </p:cNvPr>
                <p:cNvSpPr/>
                <p:nvPr/>
              </p:nvSpPr>
              <p:spPr>
                <a:xfrm>
                  <a:off x="5124869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7" name="pg1357">
                  <a:extLst>
                    <a:ext uri="{FF2B5EF4-FFF2-40B4-BE49-F238E27FC236}">
                      <a16:creationId xmlns:a16="http://schemas.microsoft.com/office/drawing/2014/main" id="{7106AED9-D523-EE81-BB25-CDDD26690024}"/>
                    </a:ext>
                  </a:extLst>
                </p:cNvPr>
                <p:cNvSpPr/>
                <p:nvPr/>
              </p:nvSpPr>
              <p:spPr>
                <a:xfrm>
                  <a:off x="5136507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8" name="pg1358">
                  <a:extLst>
                    <a:ext uri="{FF2B5EF4-FFF2-40B4-BE49-F238E27FC236}">
                      <a16:creationId xmlns:a16="http://schemas.microsoft.com/office/drawing/2014/main" id="{6CC59D0C-342F-9D44-A991-D47347AFB351}"/>
                    </a:ext>
                  </a:extLst>
                </p:cNvPr>
                <p:cNvSpPr/>
                <p:nvPr/>
              </p:nvSpPr>
              <p:spPr>
                <a:xfrm>
                  <a:off x="5148144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9" name="pg1359">
                  <a:extLst>
                    <a:ext uri="{FF2B5EF4-FFF2-40B4-BE49-F238E27FC236}">
                      <a16:creationId xmlns:a16="http://schemas.microsoft.com/office/drawing/2014/main" id="{50C0C7CA-3111-86AB-0B13-F0990E51D8AC}"/>
                    </a:ext>
                  </a:extLst>
                </p:cNvPr>
                <p:cNvSpPr/>
                <p:nvPr/>
              </p:nvSpPr>
              <p:spPr>
                <a:xfrm>
                  <a:off x="5159781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0" name="pg1360">
                  <a:extLst>
                    <a:ext uri="{FF2B5EF4-FFF2-40B4-BE49-F238E27FC236}">
                      <a16:creationId xmlns:a16="http://schemas.microsoft.com/office/drawing/2014/main" id="{94C42066-1417-7C18-DBCD-599D0D2A30A8}"/>
                    </a:ext>
                  </a:extLst>
                </p:cNvPr>
                <p:cNvSpPr/>
                <p:nvPr/>
              </p:nvSpPr>
              <p:spPr>
                <a:xfrm>
                  <a:off x="5206331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1" name="pg1361">
                  <a:extLst>
                    <a:ext uri="{FF2B5EF4-FFF2-40B4-BE49-F238E27FC236}">
                      <a16:creationId xmlns:a16="http://schemas.microsoft.com/office/drawing/2014/main" id="{FBE3AB3A-8086-F5E5-03AE-D80C47A8F9FB}"/>
                    </a:ext>
                  </a:extLst>
                </p:cNvPr>
                <p:cNvSpPr/>
                <p:nvPr/>
              </p:nvSpPr>
              <p:spPr>
                <a:xfrm>
                  <a:off x="5217968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2" name="pg1362">
                  <a:extLst>
                    <a:ext uri="{FF2B5EF4-FFF2-40B4-BE49-F238E27FC236}">
                      <a16:creationId xmlns:a16="http://schemas.microsoft.com/office/drawing/2014/main" id="{E0ADBB64-4BFB-AD19-A34C-A018365C5ABE}"/>
                    </a:ext>
                  </a:extLst>
                </p:cNvPr>
                <p:cNvSpPr/>
                <p:nvPr/>
              </p:nvSpPr>
              <p:spPr>
                <a:xfrm>
                  <a:off x="5229605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3" name="pg1363">
                  <a:extLst>
                    <a:ext uri="{FF2B5EF4-FFF2-40B4-BE49-F238E27FC236}">
                      <a16:creationId xmlns:a16="http://schemas.microsoft.com/office/drawing/2014/main" id="{35F60F86-C601-1CB4-7C36-23620FEB3D1E}"/>
                    </a:ext>
                  </a:extLst>
                </p:cNvPr>
                <p:cNvSpPr/>
                <p:nvPr/>
              </p:nvSpPr>
              <p:spPr>
                <a:xfrm>
                  <a:off x="5241243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4" name="pg1364">
                  <a:extLst>
                    <a:ext uri="{FF2B5EF4-FFF2-40B4-BE49-F238E27FC236}">
                      <a16:creationId xmlns:a16="http://schemas.microsoft.com/office/drawing/2014/main" id="{A9E90C07-A333-A5E2-4C8F-04676522FBFA}"/>
                    </a:ext>
                  </a:extLst>
                </p:cNvPr>
                <p:cNvSpPr/>
                <p:nvPr/>
              </p:nvSpPr>
              <p:spPr>
                <a:xfrm>
                  <a:off x="5252880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5" name="pg1365">
                  <a:extLst>
                    <a:ext uri="{FF2B5EF4-FFF2-40B4-BE49-F238E27FC236}">
                      <a16:creationId xmlns:a16="http://schemas.microsoft.com/office/drawing/2014/main" id="{08AB71E9-EB22-C6F1-1C3A-96761718C5F0}"/>
                    </a:ext>
                  </a:extLst>
                </p:cNvPr>
                <p:cNvSpPr/>
                <p:nvPr/>
              </p:nvSpPr>
              <p:spPr>
                <a:xfrm>
                  <a:off x="5264517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6" name="pg1366">
                  <a:extLst>
                    <a:ext uri="{FF2B5EF4-FFF2-40B4-BE49-F238E27FC236}">
                      <a16:creationId xmlns:a16="http://schemas.microsoft.com/office/drawing/2014/main" id="{9ACF5735-78E5-88BD-6CD8-D3898E0F855D}"/>
                    </a:ext>
                  </a:extLst>
                </p:cNvPr>
                <p:cNvSpPr/>
                <p:nvPr/>
              </p:nvSpPr>
              <p:spPr>
                <a:xfrm>
                  <a:off x="5276155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7" name="pg1367">
                  <a:extLst>
                    <a:ext uri="{FF2B5EF4-FFF2-40B4-BE49-F238E27FC236}">
                      <a16:creationId xmlns:a16="http://schemas.microsoft.com/office/drawing/2014/main" id="{0CF07925-439E-61EE-DB8E-226862A9A874}"/>
                    </a:ext>
                  </a:extLst>
                </p:cNvPr>
                <p:cNvSpPr/>
                <p:nvPr/>
              </p:nvSpPr>
              <p:spPr>
                <a:xfrm>
                  <a:off x="4996859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FDBBF">
                    <a:alpha val="100000"/>
                  </a:srgbClr>
                </a:solidFill>
                <a:ln w="5420" cap="flat">
                  <a:solidFill>
                    <a:srgbClr val="8F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8" name="pg1368">
                  <a:extLst>
                    <a:ext uri="{FF2B5EF4-FFF2-40B4-BE49-F238E27FC236}">
                      <a16:creationId xmlns:a16="http://schemas.microsoft.com/office/drawing/2014/main" id="{0ABC3684-A376-6B1B-F9CF-30E8CF99ECF1}"/>
                    </a:ext>
                  </a:extLst>
                </p:cNvPr>
                <p:cNvSpPr/>
                <p:nvPr/>
              </p:nvSpPr>
              <p:spPr>
                <a:xfrm>
                  <a:off x="5008496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9" name="pg1369">
                  <a:extLst>
                    <a:ext uri="{FF2B5EF4-FFF2-40B4-BE49-F238E27FC236}">
                      <a16:creationId xmlns:a16="http://schemas.microsoft.com/office/drawing/2014/main" id="{79F2A469-EBC9-3E68-A865-B04819F57A2A}"/>
                    </a:ext>
                  </a:extLst>
                </p:cNvPr>
                <p:cNvSpPr/>
                <p:nvPr/>
              </p:nvSpPr>
              <p:spPr>
                <a:xfrm>
                  <a:off x="5020133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0" name="pg1370">
                  <a:extLst>
                    <a:ext uri="{FF2B5EF4-FFF2-40B4-BE49-F238E27FC236}">
                      <a16:creationId xmlns:a16="http://schemas.microsoft.com/office/drawing/2014/main" id="{E259FAB0-CE73-80D0-0ACE-06E5DD39091E}"/>
                    </a:ext>
                  </a:extLst>
                </p:cNvPr>
                <p:cNvSpPr/>
                <p:nvPr/>
              </p:nvSpPr>
              <p:spPr>
                <a:xfrm>
                  <a:off x="5031771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5DDC2">
                    <a:alpha val="100000"/>
                  </a:srgbClr>
                </a:solidFill>
                <a:ln w="5420" cap="flat">
                  <a:solidFill>
                    <a:srgbClr val="95DD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1" name="pg1371">
                  <a:extLst>
                    <a:ext uri="{FF2B5EF4-FFF2-40B4-BE49-F238E27FC236}">
                      <a16:creationId xmlns:a16="http://schemas.microsoft.com/office/drawing/2014/main" id="{BB554CAF-BEDE-5E4B-7ABF-E99446CEAB7E}"/>
                    </a:ext>
                  </a:extLst>
                </p:cNvPr>
                <p:cNvSpPr/>
                <p:nvPr/>
              </p:nvSpPr>
              <p:spPr>
                <a:xfrm>
                  <a:off x="5043408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2" name="pg1372">
                  <a:extLst>
                    <a:ext uri="{FF2B5EF4-FFF2-40B4-BE49-F238E27FC236}">
                      <a16:creationId xmlns:a16="http://schemas.microsoft.com/office/drawing/2014/main" id="{F9B2FFEA-D62C-3EF5-2421-7E8FABA16F6C}"/>
                    </a:ext>
                  </a:extLst>
                </p:cNvPr>
                <p:cNvSpPr/>
                <p:nvPr/>
              </p:nvSpPr>
              <p:spPr>
                <a:xfrm>
                  <a:off x="5055045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3" name="pg1373">
                  <a:extLst>
                    <a:ext uri="{FF2B5EF4-FFF2-40B4-BE49-F238E27FC236}">
                      <a16:creationId xmlns:a16="http://schemas.microsoft.com/office/drawing/2014/main" id="{D89FEDE8-3C79-F0AD-8E7E-2B11A106F825}"/>
                    </a:ext>
                  </a:extLst>
                </p:cNvPr>
                <p:cNvSpPr/>
                <p:nvPr/>
              </p:nvSpPr>
              <p:spPr>
                <a:xfrm>
                  <a:off x="5066683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5DDC2">
                    <a:alpha val="100000"/>
                  </a:srgbClr>
                </a:solidFill>
                <a:ln w="5420" cap="flat">
                  <a:solidFill>
                    <a:srgbClr val="95DD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4" name="pg1374">
                  <a:extLst>
                    <a:ext uri="{FF2B5EF4-FFF2-40B4-BE49-F238E27FC236}">
                      <a16:creationId xmlns:a16="http://schemas.microsoft.com/office/drawing/2014/main" id="{D1CE6E52-27B3-62B3-8E99-C080AFB1EE2A}"/>
                    </a:ext>
                  </a:extLst>
                </p:cNvPr>
                <p:cNvSpPr/>
                <p:nvPr/>
              </p:nvSpPr>
              <p:spPr>
                <a:xfrm>
                  <a:off x="5078320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5" name="pg1375">
                  <a:extLst>
                    <a:ext uri="{FF2B5EF4-FFF2-40B4-BE49-F238E27FC236}">
                      <a16:creationId xmlns:a16="http://schemas.microsoft.com/office/drawing/2014/main" id="{C5C578F8-BD3F-C62B-C4D2-1B1BE486B32C}"/>
                    </a:ext>
                  </a:extLst>
                </p:cNvPr>
                <p:cNvSpPr/>
                <p:nvPr/>
              </p:nvSpPr>
              <p:spPr>
                <a:xfrm>
                  <a:off x="5089957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6" name="pg1376">
                  <a:extLst>
                    <a:ext uri="{FF2B5EF4-FFF2-40B4-BE49-F238E27FC236}">
                      <a16:creationId xmlns:a16="http://schemas.microsoft.com/office/drawing/2014/main" id="{3964A7A9-7B70-7214-7284-A1B77B77AD2C}"/>
                    </a:ext>
                  </a:extLst>
                </p:cNvPr>
                <p:cNvSpPr/>
                <p:nvPr/>
              </p:nvSpPr>
              <p:spPr>
                <a:xfrm>
                  <a:off x="5101595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7" name="pg1377">
                  <a:extLst>
                    <a:ext uri="{FF2B5EF4-FFF2-40B4-BE49-F238E27FC236}">
                      <a16:creationId xmlns:a16="http://schemas.microsoft.com/office/drawing/2014/main" id="{81277958-3E78-2487-4642-301706C80D54}"/>
                    </a:ext>
                  </a:extLst>
                </p:cNvPr>
                <p:cNvSpPr/>
                <p:nvPr/>
              </p:nvSpPr>
              <p:spPr>
                <a:xfrm>
                  <a:off x="5113232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ABD">
                    <a:alpha val="100000"/>
                  </a:srgbClr>
                </a:solidFill>
                <a:ln w="5420" cap="flat">
                  <a:solidFill>
                    <a:srgbClr val="8C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8" name="pg1378">
                  <a:extLst>
                    <a:ext uri="{FF2B5EF4-FFF2-40B4-BE49-F238E27FC236}">
                      <a16:creationId xmlns:a16="http://schemas.microsoft.com/office/drawing/2014/main" id="{27AD0DDE-2EB8-FA33-E22C-FA9F7BB47A48}"/>
                    </a:ext>
                  </a:extLst>
                </p:cNvPr>
                <p:cNvSpPr/>
                <p:nvPr/>
              </p:nvSpPr>
              <p:spPr>
                <a:xfrm>
                  <a:off x="5124869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9" name="pg1379">
                  <a:extLst>
                    <a:ext uri="{FF2B5EF4-FFF2-40B4-BE49-F238E27FC236}">
                      <a16:creationId xmlns:a16="http://schemas.microsoft.com/office/drawing/2014/main" id="{FFDAE12D-5E11-6093-930F-72F816A7933F}"/>
                    </a:ext>
                  </a:extLst>
                </p:cNvPr>
                <p:cNvSpPr/>
                <p:nvPr/>
              </p:nvSpPr>
              <p:spPr>
                <a:xfrm>
                  <a:off x="5136507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0" name="pg1380">
                  <a:extLst>
                    <a:ext uri="{FF2B5EF4-FFF2-40B4-BE49-F238E27FC236}">
                      <a16:creationId xmlns:a16="http://schemas.microsoft.com/office/drawing/2014/main" id="{E2B15158-5438-D063-ADC9-084E1E3AACC3}"/>
                    </a:ext>
                  </a:extLst>
                </p:cNvPr>
                <p:cNvSpPr/>
                <p:nvPr/>
              </p:nvSpPr>
              <p:spPr>
                <a:xfrm>
                  <a:off x="5148144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1" name="pg1381">
                  <a:extLst>
                    <a:ext uri="{FF2B5EF4-FFF2-40B4-BE49-F238E27FC236}">
                      <a16:creationId xmlns:a16="http://schemas.microsoft.com/office/drawing/2014/main" id="{462A1684-2DFD-09E1-086D-F96393DE29D4}"/>
                    </a:ext>
                  </a:extLst>
                </p:cNvPr>
                <p:cNvSpPr/>
                <p:nvPr/>
              </p:nvSpPr>
              <p:spPr>
                <a:xfrm>
                  <a:off x="5159781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2" name="pg1382">
                  <a:extLst>
                    <a:ext uri="{FF2B5EF4-FFF2-40B4-BE49-F238E27FC236}">
                      <a16:creationId xmlns:a16="http://schemas.microsoft.com/office/drawing/2014/main" id="{28BF61B1-51CE-875E-FC2B-FC4E6B9C77DF}"/>
                    </a:ext>
                  </a:extLst>
                </p:cNvPr>
                <p:cNvSpPr/>
                <p:nvPr/>
              </p:nvSpPr>
              <p:spPr>
                <a:xfrm>
                  <a:off x="5206331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3" name="pg1383">
                  <a:extLst>
                    <a:ext uri="{FF2B5EF4-FFF2-40B4-BE49-F238E27FC236}">
                      <a16:creationId xmlns:a16="http://schemas.microsoft.com/office/drawing/2014/main" id="{B20B2447-79A6-9AA9-EAC7-4706C02D6245}"/>
                    </a:ext>
                  </a:extLst>
                </p:cNvPr>
                <p:cNvSpPr/>
                <p:nvPr/>
              </p:nvSpPr>
              <p:spPr>
                <a:xfrm>
                  <a:off x="5217968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4" name="pg1384">
                  <a:extLst>
                    <a:ext uri="{FF2B5EF4-FFF2-40B4-BE49-F238E27FC236}">
                      <a16:creationId xmlns:a16="http://schemas.microsoft.com/office/drawing/2014/main" id="{80AAAEF8-9301-3B6E-0A9E-C8AB1308F8F0}"/>
                    </a:ext>
                  </a:extLst>
                </p:cNvPr>
                <p:cNvSpPr/>
                <p:nvPr/>
              </p:nvSpPr>
              <p:spPr>
                <a:xfrm>
                  <a:off x="5229605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5" name="pg1385">
                  <a:extLst>
                    <a:ext uri="{FF2B5EF4-FFF2-40B4-BE49-F238E27FC236}">
                      <a16:creationId xmlns:a16="http://schemas.microsoft.com/office/drawing/2014/main" id="{DC50B646-6B43-3A89-AAAE-6B0D798AB72D}"/>
                    </a:ext>
                  </a:extLst>
                </p:cNvPr>
                <p:cNvSpPr/>
                <p:nvPr/>
              </p:nvSpPr>
              <p:spPr>
                <a:xfrm>
                  <a:off x="5241243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6" name="pg1386">
                  <a:extLst>
                    <a:ext uri="{FF2B5EF4-FFF2-40B4-BE49-F238E27FC236}">
                      <a16:creationId xmlns:a16="http://schemas.microsoft.com/office/drawing/2014/main" id="{030B5F67-AE6F-38DE-EF34-C488E7727EF5}"/>
                    </a:ext>
                  </a:extLst>
                </p:cNvPr>
                <p:cNvSpPr/>
                <p:nvPr/>
              </p:nvSpPr>
              <p:spPr>
                <a:xfrm>
                  <a:off x="5252880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7" name="pg1387">
                  <a:extLst>
                    <a:ext uri="{FF2B5EF4-FFF2-40B4-BE49-F238E27FC236}">
                      <a16:creationId xmlns:a16="http://schemas.microsoft.com/office/drawing/2014/main" id="{2573A19A-7B9F-6CD4-8810-5E3ED2D735DB}"/>
                    </a:ext>
                  </a:extLst>
                </p:cNvPr>
                <p:cNvSpPr/>
                <p:nvPr/>
              </p:nvSpPr>
              <p:spPr>
                <a:xfrm>
                  <a:off x="5264517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8" name="pg1388">
                  <a:extLst>
                    <a:ext uri="{FF2B5EF4-FFF2-40B4-BE49-F238E27FC236}">
                      <a16:creationId xmlns:a16="http://schemas.microsoft.com/office/drawing/2014/main" id="{4ED97870-5D6F-D1EE-5FDE-AA67028ACE74}"/>
                    </a:ext>
                  </a:extLst>
                </p:cNvPr>
                <p:cNvSpPr/>
                <p:nvPr/>
              </p:nvSpPr>
              <p:spPr>
                <a:xfrm>
                  <a:off x="4985221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FDBBF">
                    <a:alpha val="100000"/>
                  </a:srgbClr>
                </a:solidFill>
                <a:ln w="5420" cap="flat">
                  <a:solidFill>
                    <a:srgbClr val="8F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9" name="pg1389">
                  <a:extLst>
                    <a:ext uri="{FF2B5EF4-FFF2-40B4-BE49-F238E27FC236}">
                      <a16:creationId xmlns:a16="http://schemas.microsoft.com/office/drawing/2014/main" id="{3E056F34-55C5-67C4-7BC8-580A1A5A859E}"/>
                    </a:ext>
                  </a:extLst>
                </p:cNvPr>
                <p:cNvSpPr/>
                <p:nvPr/>
              </p:nvSpPr>
              <p:spPr>
                <a:xfrm>
                  <a:off x="4996859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0" name="pg1390">
                  <a:extLst>
                    <a:ext uri="{FF2B5EF4-FFF2-40B4-BE49-F238E27FC236}">
                      <a16:creationId xmlns:a16="http://schemas.microsoft.com/office/drawing/2014/main" id="{D4B5A23E-746A-7D09-F642-73E60678019F}"/>
                    </a:ext>
                  </a:extLst>
                </p:cNvPr>
                <p:cNvSpPr/>
                <p:nvPr/>
              </p:nvSpPr>
              <p:spPr>
                <a:xfrm>
                  <a:off x="5008496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1" name="pg1391">
                  <a:extLst>
                    <a:ext uri="{FF2B5EF4-FFF2-40B4-BE49-F238E27FC236}">
                      <a16:creationId xmlns:a16="http://schemas.microsoft.com/office/drawing/2014/main" id="{D9B559EA-2152-4F9A-FAA7-8D0CF25A3672}"/>
                    </a:ext>
                  </a:extLst>
                </p:cNvPr>
                <p:cNvSpPr/>
                <p:nvPr/>
              </p:nvSpPr>
              <p:spPr>
                <a:xfrm>
                  <a:off x="5020133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9DFC3">
                    <a:alpha val="100000"/>
                  </a:srgbClr>
                </a:solidFill>
                <a:ln w="5420" cap="flat">
                  <a:solidFill>
                    <a:srgbClr val="99DF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2" name="pg1392">
                  <a:extLst>
                    <a:ext uri="{FF2B5EF4-FFF2-40B4-BE49-F238E27FC236}">
                      <a16:creationId xmlns:a16="http://schemas.microsoft.com/office/drawing/2014/main" id="{03F2AC32-4011-364A-FE11-C9083BD932DF}"/>
                    </a:ext>
                  </a:extLst>
                </p:cNvPr>
                <p:cNvSpPr/>
                <p:nvPr/>
              </p:nvSpPr>
              <p:spPr>
                <a:xfrm>
                  <a:off x="5031771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3" name="pg1393">
                  <a:extLst>
                    <a:ext uri="{FF2B5EF4-FFF2-40B4-BE49-F238E27FC236}">
                      <a16:creationId xmlns:a16="http://schemas.microsoft.com/office/drawing/2014/main" id="{E67FFB82-8086-42F4-985F-61DC286A32FF}"/>
                    </a:ext>
                  </a:extLst>
                </p:cNvPr>
                <p:cNvSpPr/>
                <p:nvPr/>
              </p:nvSpPr>
              <p:spPr>
                <a:xfrm>
                  <a:off x="5043408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CDFC4">
                    <a:alpha val="100000"/>
                  </a:srgbClr>
                </a:solidFill>
                <a:ln w="5420" cap="flat">
                  <a:solidFill>
                    <a:srgbClr val="9C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4" name="pg1394">
                  <a:extLst>
                    <a:ext uri="{FF2B5EF4-FFF2-40B4-BE49-F238E27FC236}">
                      <a16:creationId xmlns:a16="http://schemas.microsoft.com/office/drawing/2014/main" id="{6949D4F1-2E7A-EA9F-D9C6-AA30D5F63185}"/>
                    </a:ext>
                  </a:extLst>
                </p:cNvPr>
                <p:cNvSpPr/>
                <p:nvPr/>
              </p:nvSpPr>
              <p:spPr>
                <a:xfrm>
                  <a:off x="5055045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CDFC4">
                    <a:alpha val="100000"/>
                  </a:srgbClr>
                </a:solidFill>
                <a:ln w="5420" cap="flat">
                  <a:solidFill>
                    <a:srgbClr val="9C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5" name="pg1395">
                  <a:extLst>
                    <a:ext uri="{FF2B5EF4-FFF2-40B4-BE49-F238E27FC236}">
                      <a16:creationId xmlns:a16="http://schemas.microsoft.com/office/drawing/2014/main" id="{8B54FA21-F797-D10B-CC20-1ECBEBE8E458}"/>
                    </a:ext>
                  </a:extLst>
                </p:cNvPr>
                <p:cNvSpPr/>
                <p:nvPr/>
              </p:nvSpPr>
              <p:spPr>
                <a:xfrm>
                  <a:off x="5066683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6" name="pg1396">
                  <a:extLst>
                    <a:ext uri="{FF2B5EF4-FFF2-40B4-BE49-F238E27FC236}">
                      <a16:creationId xmlns:a16="http://schemas.microsoft.com/office/drawing/2014/main" id="{0916A316-1C84-EDD4-ABEE-17304A48DC47}"/>
                    </a:ext>
                  </a:extLst>
                </p:cNvPr>
                <p:cNvSpPr/>
                <p:nvPr/>
              </p:nvSpPr>
              <p:spPr>
                <a:xfrm>
                  <a:off x="5078320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ADFC4">
                    <a:alpha val="100000"/>
                  </a:srgbClr>
                </a:solidFill>
                <a:ln w="5420" cap="flat">
                  <a:solidFill>
                    <a:srgbClr val="9A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7" name="pg1397">
                  <a:extLst>
                    <a:ext uri="{FF2B5EF4-FFF2-40B4-BE49-F238E27FC236}">
                      <a16:creationId xmlns:a16="http://schemas.microsoft.com/office/drawing/2014/main" id="{3D923D72-4803-501D-4DA8-C50AB3C8C3EA}"/>
                    </a:ext>
                  </a:extLst>
                </p:cNvPr>
                <p:cNvSpPr/>
                <p:nvPr/>
              </p:nvSpPr>
              <p:spPr>
                <a:xfrm>
                  <a:off x="5089957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8" name="pg1398">
                  <a:extLst>
                    <a:ext uri="{FF2B5EF4-FFF2-40B4-BE49-F238E27FC236}">
                      <a16:creationId xmlns:a16="http://schemas.microsoft.com/office/drawing/2014/main" id="{CC81F856-FF9A-CA58-C25B-96919EEB078C}"/>
                    </a:ext>
                  </a:extLst>
                </p:cNvPr>
                <p:cNvSpPr/>
                <p:nvPr/>
              </p:nvSpPr>
              <p:spPr>
                <a:xfrm>
                  <a:off x="5101595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9" name="pg1399">
                  <a:extLst>
                    <a:ext uri="{FF2B5EF4-FFF2-40B4-BE49-F238E27FC236}">
                      <a16:creationId xmlns:a16="http://schemas.microsoft.com/office/drawing/2014/main" id="{10089850-DB45-23E0-7166-44284633D447}"/>
                    </a:ext>
                  </a:extLst>
                </p:cNvPr>
                <p:cNvSpPr/>
                <p:nvPr/>
              </p:nvSpPr>
              <p:spPr>
                <a:xfrm>
                  <a:off x="5113232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2DCC0">
                    <a:alpha val="100000"/>
                  </a:srgbClr>
                </a:solidFill>
                <a:ln w="5420" cap="flat">
                  <a:solidFill>
                    <a:srgbClr val="92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0" name="pg1400">
                  <a:extLst>
                    <a:ext uri="{FF2B5EF4-FFF2-40B4-BE49-F238E27FC236}">
                      <a16:creationId xmlns:a16="http://schemas.microsoft.com/office/drawing/2014/main" id="{EBF836CC-5EE0-E754-053A-9EBD832FF8D1}"/>
                    </a:ext>
                  </a:extLst>
                </p:cNvPr>
                <p:cNvSpPr/>
                <p:nvPr/>
              </p:nvSpPr>
              <p:spPr>
                <a:xfrm>
                  <a:off x="5124869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1" name="pg1401">
                  <a:extLst>
                    <a:ext uri="{FF2B5EF4-FFF2-40B4-BE49-F238E27FC236}">
                      <a16:creationId xmlns:a16="http://schemas.microsoft.com/office/drawing/2014/main" id="{8A3EE568-806E-DA2F-DEA5-E2E094C961F9}"/>
                    </a:ext>
                  </a:extLst>
                </p:cNvPr>
                <p:cNvSpPr/>
                <p:nvPr/>
              </p:nvSpPr>
              <p:spPr>
                <a:xfrm>
                  <a:off x="5136507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2" name="pg1402">
                  <a:extLst>
                    <a:ext uri="{FF2B5EF4-FFF2-40B4-BE49-F238E27FC236}">
                      <a16:creationId xmlns:a16="http://schemas.microsoft.com/office/drawing/2014/main" id="{92F097FD-549D-E04B-894C-439009F8B508}"/>
                    </a:ext>
                  </a:extLst>
                </p:cNvPr>
                <p:cNvSpPr/>
                <p:nvPr/>
              </p:nvSpPr>
              <p:spPr>
                <a:xfrm>
                  <a:off x="5148144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3" name="pg1403">
                  <a:extLst>
                    <a:ext uri="{FF2B5EF4-FFF2-40B4-BE49-F238E27FC236}">
                      <a16:creationId xmlns:a16="http://schemas.microsoft.com/office/drawing/2014/main" id="{CFB5278F-B2A4-C22C-93AE-D97FA3B16F0B}"/>
                    </a:ext>
                  </a:extLst>
                </p:cNvPr>
                <p:cNvSpPr/>
                <p:nvPr/>
              </p:nvSpPr>
              <p:spPr>
                <a:xfrm>
                  <a:off x="5159781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4" name="pg1404">
                  <a:extLst>
                    <a:ext uri="{FF2B5EF4-FFF2-40B4-BE49-F238E27FC236}">
                      <a16:creationId xmlns:a16="http://schemas.microsoft.com/office/drawing/2014/main" id="{572191D6-824A-C174-AAB2-51334C20B89B}"/>
                    </a:ext>
                  </a:extLst>
                </p:cNvPr>
                <p:cNvSpPr/>
                <p:nvPr/>
              </p:nvSpPr>
              <p:spPr>
                <a:xfrm>
                  <a:off x="5171419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5" name="pg1405">
                  <a:extLst>
                    <a:ext uri="{FF2B5EF4-FFF2-40B4-BE49-F238E27FC236}">
                      <a16:creationId xmlns:a16="http://schemas.microsoft.com/office/drawing/2014/main" id="{92DDAB1C-F304-91B5-3DF1-1F43D27E4857}"/>
                    </a:ext>
                  </a:extLst>
                </p:cNvPr>
                <p:cNvSpPr/>
                <p:nvPr/>
              </p:nvSpPr>
              <p:spPr>
                <a:xfrm>
                  <a:off x="5206331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6" name="pg1406">
                  <a:extLst>
                    <a:ext uri="{FF2B5EF4-FFF2-40B4-BE49-F238E27FC236}">
                      <a16:creationId xmlns:a16="http://schemas.microsoft.com/office/drawing/2014/main" id="{09448308-6672-E9AA-DC6D-FD13928E798B}"/>
                    </a:ext>
                  </a:extLst>
                </p:cNvPr>
                <p:cNvSpPr/>
                <p:nvPr/>
              </p:nvSpPr>
              <p:spPr>
                <a:xfrm>
                  <a:off x="5217968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7" name="pg1407">
                  <a:extLst>
                    <a:ext uri="{FF2B5EF4-FFF2-40B4-BE49-F238E27FC236}">
                      <a16:creationId xmlns:a16="http://schemas.microsoft.com/office/drawing/2014/main" id="{8C16739B-4ACC-AEC4-CFB4-4D9A764A8227}"/>
                    </a:ext>
                  </a:extLst>
                </p:cNvPr>
                <p:cNvSpPr/>
                <p:nvPr/>
              </p:nvSpPr>
              <p:spPr>
                <a:xfrm>
                  <a:off x="5229605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8" name="pg1408">
                  <a:extLst>
                    <a:ext uri="{FF2B5EF4-FFF2-40B4-BE49-F238E27FC236}">
                      <a16:creationId xmlns:a16="http://schemas.microsoft.com/office/drawing/2014/main" id="{18ED9FA4-76DC-75DE-2FAB-72ED39E122C4}"/>
                    </a:ext>
                  </a:extLst>
                </p:cNvPr>
                <p:cNvSpPr/>
                <p:nvPr/>
              </p:nvSpPr>
              <p:spPr>
                <a:xfrm>
                  <a:off x="5241243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9" name="pg1409">
                  <a:extLst>
                    <a:ext uri="{FF2B5EF4-FFF2-40B4-BE49-F238E27FC236}">
                      <a16:creationId xmlns:a16="http://schemas.microsoft.com/office/drawing/2014/main" id="{2370BFCD-6E70-D309-C680-5BFF066D948E}"/>
                    </a:ext>
                  </a:extLst>
                </p:cNvPr>
                <p:cNvSpPr/>
                <p:nvPr/>
              </p:nvSpPr>
              <p:spPr>
                <a:xfrm>
                  <a:off x="5252880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0" name="pg1410">
                  <a:extLst>
                    <a:ext uri="{FF2B5EF4-FFF2-40B4-BE49-F238E27FC236}">
                      <a16:creationId xmlns:a16="http://schemas.microsoft.com/office/drawing/2014/main" id="{224A843B-EEBB-09E0-5AAA-C09AE0394CE9}"/>
                    </a:ext>
                  </a:extLst>
                </p:cNvPr>
                <p:cNvSpPr/>
                <p:nvPr/>
              </p:nvSpPr>
              <p:spPr>
                <a:xfrm>
                  <a:off x="5264517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1" name="pg1411">
                  <a:extLst>
                    <a:ext uri="{FF2B5EF4-FFF2-40B4-BE49-F238E27FC236}">
                      <a16:creationId xmlns:a16="http://schemas.microsoft.com/office/drawing/2014/main" id="{88E92E77-8250-C588-6A96-967224EB8D6F}"/>
                    </a:ext>
                  </a:extLst>
                </p:cNvPr>
                <p:cNvSpPr/>
                <p:nvPr/>
              </p:nvSpPr>
              <p:spPr>
                <a:xfrm>
                  <a:off x="4985221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2" name="pg1412">
                  <a:extLst>
                    <a:ext uri="{FF2B5EF4-FFF2-40B4-BE49-F238E27FC236}">
                      <a16:creationId xmlns:a16="http://schemas.microsoft.com/office/drawing/2014/main" id="{9D75D072-0D99-E6D9-FB3F-ED8A07281AAD}"/>
                    </a:ext>
                  </a:extLst>
                </p:cNvPr>
                <p:cNvSpPr/>
                <p:nvPr/>
              </p:nvSpPr>
              <p:spPr>
                <a:xfrm>
                  <a:off x="4996859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3" name="pg1413">
                  <a:extLst>
                    <a:ext uri="{FF2B5EF4-FFF2-40B4-BE49-F238E27FC236}">
                      <a16:creationId xmlns:a16="http://schemas.microsoft.com/office/drawing/2014/main" id="{AAD9323A-E4C4-330D-253D-09EA2A6F904C}"/>
                    </a:ext>
                  </a:extLst>
                </p:cNvPr>
                <p:cNvSpPr/>
                <p:nvPr/>
              </p:nvSpPr>
              <p:spPr>
                <a:xfrm>
                  <a:off x="5008496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CE0C5">
                    <a:alpha val="100000"/>
                  </a:srgbClr>
                </a:solidFill>
                <a:ln w="5420" cap="flat">
                  <a:solidFill>
                    <a:srgbClr val="9C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4" name="pg1414">
                  <a:extLst>
                    <a:ext uri="{FF2B5EF4-FFF2-40B4-BE49-F238E27FC236}">
                      <a16:creationId xmlns:a16="http://schemas.microsoft.com/office/drawing/2014/main" id="{7827044F-78CB-7EE6-B5F7-4D4B632BDA41}"/>
                    </a:ext>
                  </a:extLst>
                </p:cNvPr>
                <p:cNvSpPr/>
                <p:nvPr/>
              </p:nvSpPr>
              <p:spPr>
                <a:xfrm>
                  <a:off x="5020133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0E1C6">
                    <a:alpha val="100000"/>
                  </a:srgbClr>
                </a:solidFill>
                <a:ln w="5420" cap="flat">
                  <a:solidFill>
                    <a:srgbClr val="A0E1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5" name="pg1415">
                  <a:extLst>
                    <a:ext uri="{FF2B5EF4-FFF2-40B4-BE49-F238E27FC236}">
                      <a16:creationId xmlns:a16="http://schemas.microsoft.com/office/drawing/2014/main" id="{D99169F4-9251-64E0-D734-98F5D2773EB5}"/>
                    </a:ext>
                  </a:extLst>
                </p:cNvPr>
                <p:cNvSpPr/>
                <p:nvPr/>
              </p:nvSpPr>
              <p:spPr>
                <a:xfrm>
                  <a:off x="5031771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2E1C7">
                    <a:alpha val="100000"/>
                  </a:srgbClr>
                </a:solidFill>
                <a:ln w="5420" cap="flat">
                  <a:solidFill>
                    <a:srgbClr val="A2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6" name="pg1416">
                  <a:extLst>
                    <a:ext uri="{FF2B5EF4-FFF2-40B4-BE49-F238E27FC236}">
                      <a16:creationId xmlns:a16="http://schemas.microsoft.com/office/drawing/2014/main" id="{22CB0D2B-C161-9A6F-828F-6E9CBEFC3CEF}"/>
                    </a:ext>
                  </a:extLst>
                </p:cNvPr>
                <p:cNvSpPr/>
                <p:nvPr/>
              </p:nvSpPr>
              <p:spPr>
                <a:xfrm>
                  <a:off x="5043408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2E2C8">
                    <a:alpha val="100000"/>
                  </a:srgbClr>
                </a:solidFill>
                <a:ln w="5420" cap="flat">
                  <a:solidFill>
                    <a:srgbClr val="A2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7" name="pg1417">
                  <a:extLst>
                    <a:ext uri="{FF2B5EF4-FFF2-40B4-BE49-F238E27FC236}">
                      <a16:creationId xmlns:a16="http://schemas.microsoft.com/office/drawing/2014/main" id="{575E37A4-D87C-0A5E-CF72-E15A81076173}"/>
                    </a:ext>
                  </a:extLst>
                </p:cNvPr>
                <p:cNvSpPr/>
                <p:nvPr/>
              </p:nvSpPr>
              <p:spPr>
                <a:xfrm>
                  <a:off x="5055045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2E1C8">
                    <a:alpha val="100000"/>
                  </a:srgbClr>
                </a:solidFill>
                <a:ln w="5420" cap="flat">
                  <a:solidFill>
                    <a:srgbClr val="A2E1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8" name="pg1418">
                  <a:extLst>
                    <a:ext uri="{FF2B5EF4-FFF2-40B4-BE49-F238E27FC236}">
                      <a16:creationId xmlns:a16="http://schemas.microsoft.com/office/drawing/2014/main" id="{9C9BDFA1-B883-AA64-0197-6E01003A7421}"/>
                    </a:ext>
                  </a:extLst>
                </p:cNvPr>
                <p:cNvSpPr/>
                <p:nvPr/>
              </p:nvSpPr>
              <p:spPr>
                <a:xfrm>
                  <a:off x="5066683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2E1C7">
                    <a:alpha val="100000"/>
                  </a:srgbClr>
                </a:solidFill>
                <a:ln w="5420" cap="flat">
                  <a:solidFill>
                    <a:srgbClr val="A2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9" name="pg1419">
                  <a:extLst>
                    <a:ext uri="{FF2B5EF4-FFF2-40B4-BE49-F238E27FC236}">
                      <a16:creationId xmlns:a16="http://schemas.microsoft.com/office/drawing/2014/main" id="{888972AD-AA1D-9513-8157-FE4DA3D4C3DA}"/>
                    </a:ext>
                  </a:extLst>
                </p:cNvPr>
                <p:cNvSpPr/>
                <p:nvPr/>
              </p:nvSpPr>
              <p:spPr>
                <a:xfrm>
                  <a:off x="5078320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0" name="pg1420">
                  <a:extLst>
                    <a:ext uri="{FF2B5EF4-FFF2-40B4-BE49-F238E27FC236}">
                      <a16:creationId xmlns:a16="http://schemas.microsoft.com/office/drawing/2014/main" id="{AD88C682-DE1D-D261-C00D-BC5475CCB2F7}"/>
                    </a:ext>
                  </a:extLst>
                </p:cNvPr>
                <p:cNvSpPr/>
                <p:nvPr/>
              </p:nvSpPr>
              <p:spPr>
                <a:xfrm>
                  <a:off x="5089957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4E2C8">
                    <a:alpha val="100000"/>
                  </a:srgbClr>
                </a:solidFill>
                <a:ln w="5420" cap="flat">
                  <a:solidFill>
                    <a:srgbClr val="A4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1" name="pg1421">
                  <a:extLst>
                    <a:ext uri="{FF2B5EF4-FFF2-40B4-BE49-F238E27FC236}">
                      <a16:creationId xmlns:a16="http://schemas.microsoft.com/office/drawing/2014/main" id="{EF5F37BD-F7E4-B7C0-450B-695B65AF1C6A}"/>
                    </a:ext>
                  </a:extLst>
                </p:cNvPr>
                <p:cNvSpPr/>
                <p:nvPr/>
              </p:nvSpPr>
              <p:spPr>
                <a:xfrm>
                  <a:off x="5101595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2" name="pg1422">
                  <a:extLst>
                    <a:ext uri="{FF2B5EF4-FFF2-40B4-BE49-F238E27FC236}">
                      <a16:creationId xmlns:a16="http://schemas.microsoft.com/office/drawing/2014/main" id="{D1C2C35C-3828-7EBB-F2F9-CAAE5498AA5D}"/>
                    </a:ext>
                  </a:extLst>
                </p:cNvPr>
                <p:cNvSpPr/>
                <p:nvPr/>
              </p:nvSpPr>
              <p:spPr>
                <a:xfrm>
                  <a:off x="5113232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0E1C7">
                    <a:alpha val="100000"/>
                  </a:srgbClr>
                </a:solidFill>
                <a:ln w="5420" cap="flat">
                  <a:solidFill>
                    <a:srgbClr val="A0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3" name="pg1423">
                  <a:extLst>
                    <a:ext uri="{FF2B5EF4-FFF2-40B4-BE49-F238E27FC236}">
                      <a16:creationId xmlns:a16="http://schemas.microsoft.com/office/drawing/2014/main" id="{EA5A4F26-C372-5BA1-9E7A-A88AD98A15FB}"/>
                    </a:ext>
                  </a:extLst>
                </p:cNvPr>
                <p:cNvSpPr/>
                <p:nvPr/>
              </p:nvSpPr>
              <p:spPr>
                <a:xfrm>
                  <a:off x="5124869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CDFC5">
                    <a:alpha val="100000"/>
                  </a:srgbClr>
                </a:solidFill>
                <a:ln w="5420" cap="flat">
                  <a:solidFill>
                    <a:srgbClr val="9CDF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4" name="pg1424">
                  <a:extLst>
                    <a:ext uri="{FF2B5EF4-FFF2-40B4-BE49-F238E27FC236}">
                      <a16:creationId xmlns:a16="http://schemas.microsoft.com/office/drawing/2014/main" id="{FF0A6C92-5DD2-03D5-27B5-B345C7055F4A}"/>
                    </a:ext>
                  </a:extLst>
                </p:cNvPr>
                <p:cNvSpPr/>
                <p:nvPr/>
              </p:nvSpPr>
              <p:spPr>
                <a:xfrm>
                  <a:off x="5136507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7DEC2">
                    <a:alpha val="100000"/>
                  </a:srgbClr>
                </a:solidFill>
                <a:ln w="5420" cap="flat">
                  <a:solidFill>
                    <a:srgbClr val="97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5" name="pg1425">
                  <a:extLst>
                    <a:ext uri="{FF2B5EF4-FFF2-40B4-BE49-F238E27FC236}">
                      <a16:creationId xmlns:a16="http://schemas.microsoft.com/office/drawing/2014/main" id="{9BBE1EB7-DAEB-8EB4-34DE-41DCE00C762D}"/>
                    </a:ext>
                  </a:extLst>
                </p:cNvPr>
                <p:cNvSpPr/>
                <p:nvPr/>
              </p:nvSpPr>
              <p:spPr>
                <a:xfrm>
                  <a:off x="5148144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6" name="pg1426">
                  <a:extLst>
                    <a:ext uri="{FF2B5EF4-FFF2-40B4-BE49-F238E27FC236}">
                      <a16:creationId xmlns:a16="http://schemas.microsoft.com/office/drawing/2014/main" id="{E8ACA6DC-C5C4-F342-9505-61F679D7ACFE}"/>
                    </a:ext>
                  </a:extLst>
                </p:cNvPr>
                <p:cNvSpPr/>
                <p:nvPr/>
              </p:nvSpPr>
              <p:spPr>
                <a:xfrm>
                  <a:off x="5159781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ABD">
                    <a:alpha val="100000"/>
                  </a:srgbClr>
                </a:solidFill>
                <a:ln w="5420" cap="flat">
                  <a:solidFill>
                    <a:srgbClr val="8C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7" name="pg1427">
                  <a:extLst>
                    <a:ext uri="{FF2B5EF4-FFF2-40B4-BE49-F238E27FC236}">
                      <a16:creationId xmlns:a16="http://schemas.microsoft.com/office/drawing/2014/main" id="{2E579272-69E3-E0CC-4B64-3B7ABC29BA1A}"/>
                    </a:ext>
                  </a:extLst>
                </p:cNvPr>
                <p:cNvSpPr/>
                <p:nvPr/>
              </p:nvSpPr>
              <p:spPr>
                <a:xfrm>
                  <a:off x="5171419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8" name="pg1428">
                  <a:extLst>
                    <a:ext uri="{FF2B5EF4-FFF2-40B4-BE49-F238E27FC236}">
                      <a16:creationId xmlns:a16="http://schemas.microsoft.com/office/drawing/2014/main" id="{FFBD6178-F8B2-B65C-8976-FE4D038075AA}"/>
                    </a:ext>
                  </a:extLst>
                </p:cNvPr>
                <p:cNvSpPr/>
                <p:nvPr/>
              </p:nvSpPr>
              <p:spPr>
                <a:xfrm>
                  <a:off x="5183056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9" name="pg1429">
                  <a:extLst>
                    <a:ext uri="{FF2B5EF4-FFF2-40B4-BE49-F238E27FC236}">
                      <a16:creationId xmlns:a16="http://schemas.microsoft.com/office/drawing/2014/main" id="{07A3581B-2867-3635-9E01-9DB847E6D9BF}"/>
                    </a:ext>
                  </a:extLst>
                </p:cNvPr>
                <p:cNvSpPr/>
                <p:nvPr/>
              </p:nvSpPr>
              <p:spPr>
                <a:xfrm>
                  <a:off x="5217968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0" name="pg1430">
                  <a:extLst>
                    <a:ext uri="{FF2B5EF4-FFF2-40B4-BE49-F238E27FC236}">
                      <a16:creationId xmlns:a16="http://schemas.microsoft.com/office/drawing/2014/main" id="{C901D2A5-0179-6495-D5E8-3B2EB1D55C04}"/>
                    </a:ext>
                  </a:extLst>
                </p:cNvPr>
                <p:cNvSpPr/>
                <p:nvPr/>
              </p:nvSpPr>
              <p:spPr>
                <a:xfrm>
                  <a:off x="5229605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1" name="pg1431">
                  <a:extLst>
                    <a:ext uri="{FF2B5EF4-FFF2-40B4-BE49-F238E27FC236}">
                      <a16:creationId xmlns:a16="http://schemas.microsoft.com/office/drawing/2014/main" id="{4B7B44BC-8D4B-49DF-B6E8-573EEA5014D3}"/>
                    </a:ext>
                  </a:extLst>
                </p:cNvPr>
                <p:cNvSpPr/>
                <p:nvPr/>
              </p:nvSpPr>
              <p:spPr>
                <a:xfrm>
                  <a:off x="5241243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2" name="pg1432">
                  <a:extLst>
                    <a:ext uri="{FF2B5EF4-FFF2-40B4-BE49-F238E27FC236}">
                      <a16:creationId xmlns:a16="http://schemas.microsoft.com/office/drawing/2014/main" id="{6E74BEEC-327E-5B84-12B4-F60177B9CED5}"/>
                    </a:ext>
                  </a:extLst>
                </p:cNvPr>
                <p:cNvSpPr/>
                <p:nvPr/>
              </p:nvSpPr>
              <p:spPr>
                <a:xfrm>
                  <a:off x="5252880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3" name="pg1433">
                  <a:extLst>
                    <a:ext uri="{FF2B5EF4-FFF2-40B4-BE49-F238E27FC236}">
                      <a16:creationId xmlns:a16="http://schemas.microsoft.com/office/drawing/2014/main" id="{D2FB7787-CB45-1E9B-CE86-44B87A5A6F89}"/>
                    </a:ext>
                  </a:extLst>
                </p:cNvPr>
                <p:cNvSpPr/>
                <p:nvPr/>
              </p:nvSpPr>
              <p:spPr>
                <a:xfrm>
                  <a:off x="5264517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4" name="pg1434">
                  <a:extLst>
                    <a:ext uri="{FF2B5EF4-FFF2-40B4-BE49-F238E27FC236}">
                      <a16:creationId xmlns:a16="http://schemas.microsoft.com/office/drawing/2014/main" id="{7D5CB0DE-E705-14D5-D8A1-6867F37CA321}"/>
                    </a:ext>
                  </a:extLst>
                </p:cNvPr>
                <p:cNvSpPr/>
                <p:nvPr/>
              </p:nvSpPr>
              <p:spPr>
                <a:xfrm>
                  <a:off x="4985221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5" name="pg1435">
                  <a:extLst>
                    <a:ext uri="{FF2B5EF4-FFF2-40B4-BE49-F238E27FC236}">
                      <a16:creationId xmlns:a16="http://schemas.microsoft.com/office/drawing/2014/main" id="{7495DB04-9D15-24C6-6F56-D2A3E0DB25A7}"/>
                    </a:ext>
                  </a:extLst>
                </p:cNvPr>
                <p:cNvSpPr/>
                <p:nvPr/>
              </p:nvSpPr>
              <p:spPr>
                <a:xfrm>
                  <a:off x="4996859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6" name="pg1436">
                  <a:extLst>
                    <a:ext uri="{FF2B5EF4-FFF2-40B4-BE49-F238E27FC236}">
                      <a16:creationId xmlns:a16="http://schemas.microsoft.com/office/drawing/2014/main" id="{F908C5EF-F48B-34C6-9319-B82A172A4A1C}"/>
                    </a:ext>
                  </a:extLst>
                </p:cNvPr>
                <p:cNvSpPr/>
                <p:nvPr/>
              </p:nvSpPr>
              <p:spPr>
                <a:xfrm>
                  <a:off x="5008496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CE0C5">
                    <a:alpha val="100000"/>
                  </a:srgbClr>
                </a:solidFill>
                <a:ln w="5420" cap="flat">
                  <a:solidFill>
                    <a:srgbClr val="9C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7" name="pg1437">
                  <a:extLst>
                    <a:ext uri="{FF2B5EF4-FFF2-40B4-BE49-F238E27FC236}">
                      <a16:creationId xmlns:a16="http://schemas.microsoft.com/office/drawing/2014/main" id="{A5D81968-FB52-1BEF-30FD-5E798A2E7F0C}"/>
                    </a:ext>
                  </a:extLst>
                </p:cNvPr>
                <p:cNvSpPr/>
                <p:nvPr/>
              </p:nvSpPr>
              <p:spPr>
                <a:xfrm>
                  <a:off x="5020133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0E1C6">
                    <a:alpha val="100000"/>
                  </a:srgbClr>
                </a:solidFill>
                <a:ln w="5420" cap="flat">
                  <a:solidFill>
                    <a:srgbClr val="A0E1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8" name="pg1438">
                  <a:extLst>
                    <a:ext uri="{FF2B5EF4-FFF2-40B4-BE49-F238E27FC236}">
                      <a16:creationId xmlns:a16="http://schemas.microsoft.com/office/drawing/2014/main" id="{CF50DA2E-CF6E-711B-BD33-4C48E566710A}"/>
                    </a:ext>
                  </a:extLst>
                </p:cNvPr>
                <p:cNvSpPr/>
                <p:nvPr/>
              </p:nvSpPr>
              <p:spPr>
                <a:xfrm>
                  <a:off x="5031771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2E1C8">
                    <a:alpha val="100000"/>
                  </a:srgbClr>
                </a:solidFill>
                <a:ln w="5420" cap="flat">
                  <a:solidFill>
                    <a:srgbClr val="A2E1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9" name="pg1439">
                  <a:extLst>
                    <a:ext uri="{FF2B5EF4-FFF2-40B4-BE49-F238E27FC236}">
                      <a16:creationId xmlns:a16="http://schemas.microsoft.com/office/drawing/2014/main" id="{8CFF8CC7-24FF-E196-D3C4-DBF42B6F9C90}"/>
                    </a:ext>
                  </a:extLst>
                </p:cNvPr>
                <p:cNvSpPr/>
                <p:nvPr/>
              </p:nvSpPr>
              <p:spPr>
                <a:xfrm>
                  <a:off x="5043408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0" name="pg1440">
                  <a:extLst>
                    <a:ext uri="{FF2B5EF4-FFF2-40B4-BE49-F238E27FC236}">
                      <a16:creationId xmlns:a16="http://schemas.microsoft.com/office/drawing/2014/main" id="{A3DDF873-E26D-2812-E0EE-71B717B63754}"/>
                    </a:ext>
                  </a:extLst>
                </p:cNvPr>
                <p:cNvSpPr/>
                <p:nvPr/>
              </p:nvSpPr>
              <p:spPr>
                <a:xfrm>
                  <a:off x="5055045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1" name="pg1441">
                  <a:extLst>
                    <a:ext uri="{FF2B5EF4-FFF2-40B4-BE49-F238E27FC236}">
                      <a16:creationId xmlns:a16="http://schemas.microsoft.com/office/drawing/2014/main" id="{21014E3F-1E0F-5103-B4B3-95D34401A2A9}"/>
                    </a:ext>
                  </a:extLst>
                </p:cNvPr>
                <p:cNvSpPr/>
                <p:nvPr/>
              </p:nvSpPr>
              <p:spPr>
                <a:xfrm>
                  <a:off x="5066683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4E2C8">
                    <a:alpha val="100000"/>
                  </a:srgbClr>
                </a:solidFill>
                <a:ln w="5420" cap="flat">
                  <a:solidFill>
                    <a:srgbClr val="A4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2" name="pg1442">
                  <a:extLst>
                    <a:ext uri="{FF2B5EF4-FFF2-40B4-BE49-F238E27FC236}">
                      <a16:creationId xmlns:a16="http://schemas.microsoft.com/office/drawing/2014/main" id="{D0B5A005-A921-0D7E-EB8D-2624C4335E9D}"/>
                    </a:ext>
                  </a:extLst>
                </p:cNvPr>
                <p:cNvSpPr/>
                <p:nvPr/>
              </p:nvSpPr>
              <p:spPr>
                <a:xfrm>
                  <a:off x="5078320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8E3CA">
                    <a:alpha val="100000"/>
                  </a:srgbClr>
                </a:solidFill>
                <a:ln w="5420" cap="flat">
                  <a:solidFill>
                    <a:srgbClr val="A8E3C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3" name="pg1443">
                  <a:extLst>
                    <a:ext uri="{FF2B5EF4-FFF2-40B4-BE49-F238E27FC236}">
                      <a16:creationId xmlns:a16="http://schemas.microsoft.com/office/drawing/2014/main" id="{205ADEBA-7D22-E15C-B836-D26A176B222B}"/>
                    </a:ext>
                  </a:extLst>
                </p:cNvPr>
                <p:cNvSpPr/>
                <p:nvPr/>
              </p:nvSpPr>
              <p:spPr>
                <a:xfrm>
                  <a:off x="5089957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4" name="pg1444">
                  <a:extLst>
                    <a:ext uri="{FF2B5EF4-FFF2-40B4-BE49-F238E27FC236}">
                      <a16:creationId xmlns:a16="http://schemas.microsoft.com/office/drawing/2014/main" id="{C10EC86A-2EE7-7A4A-7E44-90E87FBCCC95}"/>
                    </a:ext>
                  </a:extLst>
                </p:cNvPr>
                <p:cNvSpPr/>
                <p:nvPr/>
              </p:nvSpPr>
              <p:spPr>
                <a:xfrm>
                  <a:off x="5101595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5" name="pg1445">
                  <a:extLst>
                    <a:ext uri="{FF2B5EF4-FFF2-40B4-BE49-F238E27FC236}">
                      <a16:creationId xmlns:a16="http://schemas.microsoft.com/office/drawing/2014/main" id="{13DBA938-931C-45FE-06EB-A83E9B38C055}"/>
                    </a:ext>
                  </a:extLst>
                </p:cNvPr>
                <p:cNvSpPr/>
                <p:nvPr/>
              </p:nvSpPr>
              <p:spPr>
                <a:xfrm>
                  <a:off x="5113232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AE4CB">
                    <a:alpha val="100000"/>
                  </a:srgbClr>
                </a:solidFill>
                <a:ln w="5420" cap="flat">
                  <a:solidFill>
                    <a:srgbClr val="AAE4C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6" name="pg1446">
                  <a:extLst>
                    <a:ext uri="{FF2B5EF4-FFF2-40B4-BE49-F238E27FC236}">
                      <a16:creationId xmlns:a16="http://schemas.microsoft.com/office/drawing/2014/main" id="{CE10B321-46C2-CA54-1AEA-3C6E1C7E20B1}"/>
                    </a:ext>
                  </a:extLst>
                </p:cNvPr>
                <p:cNvSpPr/>
                <p:nvPr/>
              </p:nvSpPr>
              <p:spPr>
                <a:xfrm>
                  <a:off x="5124869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4E2C8">
                    <a:alpha val="100000"/>
                  </a:srgbClr>
                </a:solidFill>
                <a:ln w="5420" cap="flat">
                  <a:solidFill>
                    <a:srgbClr val="A4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7" name="pg1447">
                  <a:extLst>
                    <a:ext uri="{FF2B5EF4-FFF2-40B4-BE49-F238E27FC236}">
                      <a16:creationId xmlns:a16="http://schemas.microsoft.com/office/drawing/2014/main" id="{B0A40AA8-EBA1-8D16-A376-DECD7F461BEC}"/>
                    </a:ext>
                  </a:extLst>
                </p:cNvPr>
                <p:cNvSpPr/>
                <p:nvPr/>
              </p:nvSpPr>
              <p:spPr>
                <a:xfrm>
                  <a:off x="5136507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DE0C5">
                    <a:alpha val="100000"/>
                  </a:srgbClr>
                </a:solidFill>
                <a:ln w="5420" cap="flat">
                  <a:solidFill>
                    <a:srgbClr val="9D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8" name="pg1448">
                  <a:extLst>
                    <a:ext uri="{FF2B5EF4-FFF2-40B4-BE49-F238E27FC236}">
                      <a16:creationId xmlns:a16="http://schemas.microsoft.com/office/drawing/2014/main" id="{449B6D32-F636-2ED7-EE1A-8E3288F8164F}"/>
                    </a:ext>
                  </a:extLst>
                </p:cNvPr>
                <p:cNvSpPr/>
                <p:nvPr/>
              </p:nvSpPr>
              <p:spPr>
                <a:xfrm>
                  <a:off x="5148144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9" name="pg1449">
                  <a:extLst>
                    <a:ext uri="{FF2B5EF4-FFF2-40B4-BE49-F238E27FC236}">
                      <a16:creationId xmlns:a16="http://schemas.microsoft.com/office/drawing/2014/main" id="{6A3333D8-9AFE-2F36-365F-E286B5A3729E}"/>
                    </a:ext>
                  </a:extLst>
                </p:cNvPr>
                <p:cNvSpPr/>
                <p:nvPr/>
              </p:nvSpPr>
              <p:spPr>
                <a:xfrm>
                  <a:off x="5159781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FDBBF">
                    <a:alpha val="100000"/>
                  </a:srgbClr>
                </a:solidFill>
                <a:ln w="5420" cap="flat">
                  <a:solidFill>
                    <a:srgbClr val="8F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0" name="pg1450">
                  <a:extLst>
                    <a:ext uri="{FF2B5EF4-FFF2-40B4-BE49-F238E27FC236}">
                      <a16:creationId xmlns:a16="http://schemas.microsoft.com/office/drawing/2014/main" id="{252AF05B-336F-1F4A-3C81-D14211796889}"/>
                    </a:ext>
                  </a:extLst>
                </p:cNvPr>
                <p:cNvSpPr/>
                <p:nvPr/>
              </p:nvSpPr>
              <p:spPr>
                <a:xfrm>
                  <a:off x="5171419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1" name="pg1451">
                  <a:extLst>
                    <a:ext uri="{FF2B5EF4-FFF2-40B4-BE49-F238E27FC236}">
                      <a16:creationId xmlns:a16="http://schemas.microsoft.com/office/drawing/2014/main" id="{2789DDFB-10BF-E6DD-1C41-5C0C5C0C28B2}"/>
                    </a:ext>
                  </a:extLst>
                </p:cNvPr>
                <p:cNvSpPr/>
                <p:nvPr/>
              </p:nvSpPr>
              <p:spPr>
                <a:xfrm>
                  <a:off x="5183056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2" name="pg1452">
                  <a:extLst>
                    <a:ext uri="{FF2B5EF4-FFF2-40B4-BE49-F238E27FC236}">
                      <a16:creationId xmlns:a16="http://schemas.microsoft.com/office/drawing/2014/main" id="{65D9458B-1F7E-5CD8-2000-CB1A233CB5C0}"/>
                    </a:ext>
                  </a:extLst>
                </p:cNvPr>
                <p:cNvSpPr/>
                <p:nvPr/>
              </p:nvSpPr>
              <p:spPr>
                <a:xfrm>
                  <a:off x="5206331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3" name="pg1453">
                  <a:extLst>
                    <a:ext uri="{FF2B5EF4-FFF2-40B4-BE49-F238E27FC236}">
                      <a16:creationId xmlns:a16="http://schemas.microsoft.com/office/drawing/2014/main" id="{B492A4B0-1C91-FB9E-70F7-9E71BF8B4705}"/>
                    </a:ext>
                  </a:extLst>
                </p:cNvPr>
                <p:cNvSpPr/>
                <p:nvPr/>
              </p:nvSpPr>
              <p:spPr>
                <a:xfrm>
                  <a:off x="5217968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4" name="pg1454">
                  <a:extLst>
                    <a:ext uri="{FF2B5EF4-FFF2-40B4-BE49-F238E27FC236}">
                      <a16:creationId xmlns:a16="http://schemas.microsoft.com/office/drawing/2014/main" id="{F2168D46-B4E5-C1E9-BCB4-F2461A3FE0C1}"/>
                    </a:ext>
                  </a:extLst>
                </p:cNvPr>
                <p:cNvSpPr/>
                <p:nvPr/>
              </p:nvSpPr>
              <p:spPr>
                <a:xfrm>
                  <a:off x="5229605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5" name="pg1455">
                  <a:extLst>
                    <a:ext uri="{FF2B5EF4-FFF2-40B4-BE49-F238E27FC236}">
                      <a16:creationId xmlns:a16="http://schemas.microsoft.com/office/drawing/2014/main" id="{EFA9D6DC-5648-23BA-0E23-71CAB37BCEBB}"/>
                    </a:ext>
                  </a:extLst>
                </p:cNvPr>
                <p:cNvSpPr/>
                <p:nvPr/>
              </p:nvSpPr>
              <p:spPr>
                <a:xfrm>
                  <a:off x="5241243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6" name="pg1456">
                  <a:extLst>
                    <a:ext uri="{FF2B5EF4-FFF2-40B4-BE49-F238E27FC236}">
                      <a16:creationId xmlns:a16="http://schemas.microsoft.com/office/drawing/2014/main" id="{EC5F1517-8563-32DD-E46E-30160CDCA7F6}"/>
                    </a:ext>
                  </a:extLst>
                </p:cNvPr>
                <p:cNvSpPr/>
                <p:nvPr/>
              </p:nvSpPr>
              <p:spPr>
                <a:xfrm>
                  <a:off x="5252880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7" name="pg1457">
                  <a:extLst>
                    <a:ext uri="{FF2B5EF4-FFF2-40B4-BE49-F238E27FC236}">
                      <a16:creationId xmlns:a16="http://schemas.microsoft.com/office/drawing/2014/main" id="{6A374C41-239B-2F52-9F0C-97F7CD8123DC}"/>
                    </a:ext>
                  </a:extLst>
                </p:cNvPr>
                <p:cNvSpPr/>
                <p:nvPr/>
              </p:nvSpPr>
              <p:spPr>
                <a:xfrm>
                  <a:off x="5264517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8" name="pg1458">
                  <a:extLst>
                    <a:ext uri="{FF2B5EF4-FFF2-40B4-BE49-F238E27FC236}">
                      <a16:creationId xmlns:a16="http://schemas.microsoft.com/office/drawing/2014/main" id="{C0062B26-6F5E-5376-CC40-E9B7E52DDB5B}"/>
                    </a:ext>
                  </a:extLst>
                </p:cNvPr>
                <p:cNvSpPr/>
                <p:nvPr/>
              </p:nvSpPr>
              <p:spPr>
                <a:xfrm>
                  <a:off x="4996859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9" name="pg1459">
                  <a:extLst>
                    <a:ext uri="{FF2B5EF4-FFF2-40B4-BE49-F238E27FC236}">
                      <a16:creationId xmlns:a16="http://schemas.microsoft.com/office/drawing/2014/main" id="{146753F2-4B25-0ABB-879F-A2B2EF68B936}"/>
                    </a:ext>
                  </a:extLst>
                </p:cNvPr>
                <p:cNvSpPr/>
                <p:nvPr/>
              </p:nvSpPr>
              <p:spPr>
                <a:xfrm>
                  <a:off x="5008496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ADFC4">
                    <a:alpha val="100000"/>
                  </a:srgbClr>
                </a:solidFill>
                <a:ln w="5420" cap="flat">
                  <a:solidFill>
                    <a:srgbClr val="9A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0" name="pg1460">
                  <a:extLst>
                    <a:ext uri="{FF2B5EF4-FFF2-40B4-BE49-F238E27FC236}">
                      <a16:creationId xmlns:a16="http://schemas.microsoft.com/office/drawing/2014/main" id="{C917535B-96E7-85BA-EC13-746648BC91E4}"/>
                    </a:ext>
                  </a:extLst>
                </p:cNvPr>
                <p:cNvSpPr/>
                <p:nvPr/>
              </p:nvSpPr>
              <p:spPr>
                <a:xfrm>
                  <a:off x="5020133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EE0C6">
                    <a:alpha val="100000"/>
                  </a:srgbClr>
                </a:solidFill>
                <a:ln w="5420" cap="flat">
                  <a:solidFill>
                    <a:srgbClr val="9EE0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1" name="pg1461">
                  <a:extLst>
                    <a:ext uri="{FF2B5EF4-FFF2-40B4-BE49-F238E27FC236}">
                      <a16:creationId xmlns:a16="http://schemas.microsoft.com/office/drawing/2014/main" id="{FB584C92-AE8A-CE96-E23D-DF020C80C48E}"/>
                    </a:ext>
                  </a:extLst>
                </p:cNvPr>
                <p:cNvSpPr/>
                <p:nvPr/>
              </p:nvSpPr>
              <p:spPr>
                <a:xfrm>
                  <a:off x="5031771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1E1C7">
                    <a:alpha val="100000"/>
                  </a:srgbClr>
                </a:solidFill>
                <a:ln w="5420" cap="flat">
                  <a:solidFill>
                    <a:srgbClr val="A1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2" name="pg1462">
                  <a:extLst>
                    <a:ext uri="{FF2B5EF4-FFF2-40B4-BE49-F238E27FC236}">
                      <a16:creationId xmlns:a16="http://schemas.microsoft.com/office/drawing/2014/main" id="{14218047-0E18-0C32-C737-F448EF11340C}"/>
                    </a:ext>
                  </a:extLst>
                </p:cNvPr>
                <p:cNvSpPr/>
                <p:nvPr/>
              </p:nvSpPr>
              <p:spPr>
                <a:xfrm>
                  <a:off x="5043408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2E2C8">
                    <a:alpha val="100000"/>
                  </a:srgbClr>
                </a:solidFill>
                <a:ln w="5420" cap="flat">
                  <a:solidFill>
                    <a:srgbClr val="A2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3" name="pg1463">
                  <a:extLst>
                    <a:ext uri="{FF2B5EF4-FFF2-40B4-BE49-F238E27FC236}">
                      <a16:creationId xmlns:a16="http://schemas.microsoft.com/office/drawing/2014/main" id="{17DD62B9-964F-1E10-696A-9A0B0AF4A5FD}"/>
                    </a:ext>
                  </a:extLst>
                </p:cNvPr>
                <p:cNvSpPr/>
                <p:nvPr/>
              </p:nvSpPr>
              <p:spPr>
                <a:xfrm>
                  <a:off x="5055045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4E2C8">
                    <a:alpha val="100000"/>
                  </a:srgbClr>
                </a:solidFill>
                <a:ln w="5420" cap="flat">
                  <a:solidFill>
                    <a:srgbClr val="A4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4" name="pg1464">
                  <a:extLst>
                    <a:ext uri="{FF2B5EF4-FFF2-40B4-BE49-F238E27FC236}">
                      <a16:creationId xmlns:a16="http://schemas.microsoft.com/office/drawing/2014/main" id="{6CF4D968-5CF1-0242-772A-A0824DD620BC}"/>
                    </a:ext>
                  </a:extLst>
                </p:cNvPr>
                <p:cNvSpPr/>
                <p:nvPr/>
              </p:nvSpPr>
              <p:spPr>
                <a:xfrm>
                  <a:off x="5066683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9E4CB">
                    <a:alpha val="100000"/>
                  </a:srgbClr>
                </a:solidFill>
                <a:ln w="5420" cap="flat">
                  <a:solidFill>
                    <a:srgbClr val="A9E4C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5" name="pg1465">
                  <a:extLst>
                    <a:ext uri="{FF2B5EF4-FFF2-40B4-BE49-F238E27FC236}">
                      <a16:creationId xmlns:a16="http://schemas.microsoft.com/office/drawing/2014/main" id="{ED71AF47-7860-E531-6E2B-0D24ABB334B7}"/>
                    </a:ext>
                  </a:extLst>
                </p:cNvPr>
                <p:cNvSpPr/>
                <p:nvPr/>
              </p:nvSpPr>
              <p:spPr>
                <a:xfrm>
                  <a:off x="5078320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1E6CF">
                    <a:alpha val="100000"/>
                  </a:srgbClr>
                </a:solidFill>
                <a:ln w="5420" cap="flat">
                  <a:solidFill>
                    <a:srgbClr val="B1E6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6" name="pg1466">
                  <a:extLst>
                    <a:ext uri="{FF2B5EF4-FFF2-40B4-BE49-F238E27FC236}">
                      <a16:creationId xmlns:a16="http://schemas.microsoft.com/office/drawing/2014/main" id="{29954ECF-66BD-A3B6-B060-8A0691177EC0}"/>
                    </a:ext>
                  </a:extLst>
                </p:cNvPr>
                <p:cNvSpPr/>
                <p:nvPr/>
              </p:nvSpPr>
              <p:spPr>
                <a:xfrm>
                  <a:off x="5089957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7" name="pg1467">
                  <a:extLst>
                    <a:ext uri="{FF2B5EF4-FFF2-40B4-BE49-F238E27FC236}">
                      <a16:creationId xmlns:a16="http://schemas.microsoft.com/office/drawing/2014/main" id="{1EABA808-C030-A64A-629D-D177BBC91507}"/>
                    </a:ext>
                  </a:extLst>
                </p:cNvPr>
                <p:cNvSpPr/>
                <p:nvPr/>
              </p:nvSpPr>
              <p:spPr>
                <a:xfrm>
                  <a:off x="5101595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8" name="pg1468">
                  <a:extLst>
                    <a:ext uri="{FF2B5EF4-FFF2-40B4-BE49-F238E27FC236}">
                      <a16:creationId xmlns:a16="http://schemas.microsoft.com/office/drawing/2014/main" id="{D3703E44-6AB6-9AB1-DD39-BD05153B0D00}"/>
                    </a:ext>
                  </a:extLst>
                </p:cNvPr>
                <p:cNvSpPr/>
                <p:nvPr/>
              </p:nvSpPr>
              <p:spPr>
                <a:xfrm>
                  <a:off x="5113232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9" name="pg1469">
                  <a:extLst>
                    <a:ext uri="{FF2B5EF4-FFF2-40B4-BE49-F238E27FC236}">
                      <a16:creationId xmlns:a16="http://schemas.microsoft.com/office/drawing/2014/main" id="{1174B2E9-4326-7415-5549-85EA5B3C074D}"/>
                    </a:ext>
                  </a:extLst>
                </p:cNvPr>
                <p:cNvSpPr/>
                <p:nvPr/>
              </p:nvSpPr>
              <p:spPr>
                <a:xfrm>
                  <a:off x="5124869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0" name="pg1470">
                  <a:extLst>
                    <a:ext uri="{FF2B5EF4-FFF2-40B4-BE49-F238E27FC236}">
                      <a16:creationId xmlns:a16="http://schemas.microsoft.com/office/drawing/2014/main" id="{AE07CC24-235F-0112-C011-0E4CA3FB3BF6}"/>
                    </a:ext>
                  </a:extLst>
                </p:cNvPr>
                <p:cNvSpPr/>
                <p:nvPr/>
              </p:nvSpPr>
              <p:spPr>
                <a:xfrm>
                  <a:off x="5136507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1" name="pg1471">
                  <a:extLst>
                    <a:ext uri="{FF2B5EF4-FFF2-40B4-BE49-F238E27FC236}">
                      <a16:creationId xmlns:a16="http://schemas.microsoft.com/office/drawing/2014/main" id="{0C3046F5-FEEF-F486-7079-30572AA14DDF}"/>
                    </a:ext>
                  </a:extLst>
                </p:cNvPr>
                <p:cNvSpPr/>
                <p:nvPr/>
              </p:nvSpPr>
              <p:spPr>
                <a:xfrm>
                  <a:off x="5148144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9DFC4">
                    <a:alpha val="100000"/>
                  </a:srgbClr>
                </a:solidFill>
                <a:ln w="5420" cap="flat">
                  <a:solidFill>
                    <a:srgbClr val="99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2" name="pg1472">
                  <a:extLst>
                    <a:ext uri="{FF2B5EF4-FFF2-40B4-BE49-F238E27FC236}">
                      <a16:creationId xmlns:a16="http://schemas.microsoft.com/office/drawing/2014/main" id="{CDF0F608-7415-55B4-3927-9D33B2E593D3}"/>
                    </a:ext>
                  </a:extLst>
                </p:cNvPr>
                <p:cNvSpPr/>
                <p:nvPr/>
              </p:nvSpPr>
              <p:spPr>
                <a:xfrm>
                  <a:off x="5159781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3" name="pg1473">
                  <a:extLst>
                    <a:ext uri="{FF2B5EF4-FFF2-40B4-BE49-F238E27FC236}">
                      <a16:creationId xmlns:a16="http://schemas.microsoft.com/office/drawing/2014/main" id="{74258166-B4C2-0958-B3F9-817F3F6BE487}"/>
                    </a:ext>
                  </a:extLst>
                </p:cNvPr>
                <p:cNvSpPr/>
                <p:nvPr/>
              </p:nvSpPr>
              <p:spPr>
                <a:xfrm>
                  <a:off x="5171419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4" name="pg1474">
                  <a:extLst>
                    <a:ext uri="{FF2B5EF4-FFF2-40B4-BE49-F238E27FC236}">
                      <a16:creationId xmlns:a16="http://schemas.microsoft.com/office/drawing/2014/main" id="{B27AF8E2-2125-9EFC-03F3-63EEF1CE36D3}"/>
                    </a:ext>
                  </a:extLst>
                </p:cNvPr>
                <p:cNvSpPr/>
                <p:nvPr/>
              </p:nvSpPr>
              <p:spPr>
                <a:xfrm>
                  <a:off x="5183056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5" name="pg1475">
                  <a:extLst>
                    <a:ext uri="{FF2B5EF4-FFF2-40B4-BE49-F238E27FC236}">
                      <a16:creationId xmlns:a16="http://schemas.microsoft.com/office/drawing/2014/main" id="{FD851DC7-BC93-FE5F-D755-94E060A1A0D7}"/>
                    </a:ext>
                  </a:extLst>
                </p:cNvPr>
                <p:cNvSpPr/>
                <p:nvPr/>
              </p:nvSpPr>
              <p:spPr>
                <a:xfrm>
                  <a:off x="5194693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9">
                    <a:alpha val="100000"/>
                  </a:srgbClr>
                </a:solidFill>
                <a:ln w="5420" cap="flat">
                  <a:solidFill>
                    <a:srgbClr val="80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6" name="pg1476">
                  <a:extLst>
                    <a:ext uri="{FF2B5EF4-FFF2-40B4-BE49-F238E27FC236}">
                      <a16:creationId xmlns:a16="http://schemas.microsoft.com/office/drawing/2014/main" id="{93E9AAEE-C1EB-C1FC-7C8F-35F799448D38}"/>
                    </a:ext>
                  </a:extLst>
                </p:cNvPr>
                <p:cNvSpPr/>
                <p:nvPr/>
              </p:nvSpPr>
              <p:spPr>
                <a:xfrm>
                  <a:off x="5206331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7" name="pg1477">
                  <a:extLst>
                    <a:ext uri="{FF2B5EF4-FFF2-40B4-BE49-F238E27FC236}">
                      <a16:creationId xmlns:a16="http://schemas.microsoft.com/office/drawing/2014/main" id="{74D4207A-B0BF-89D8-212E-02F4CEFF19EF}"/>
                    </a:ext>
                  </a:extLst>
                </p:cNvPr>
                <p:cNvSpPr/>
                <p:nvPr/>
              </p:nvSpPr>
              <p:spPr>
                <a:xfrm>
                  <a:off x="5217968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8" name="pg1478">
                  <a:extLst>
                    <a:ext uri="{FF2B5EF4-FFF2-40B4-BE49-F238E27FC236}">
                      <a16:creationId xmlns:a16="http://schemas.microsoft.com/office/drawing/2014/main" id="{1D49A96E-7441-99E5-6A69-FB821ECB3148}"/>
                    </a:ext>
                  </a:extLst>
                </p:cNvPr>
                <p:cNvSpPr/>
                <p:nvPr/>
              </p:nvSpPr>
              <p:spPr>
                <a:xfrm>
                  <a:off x="5229605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9" name="pg1479">
                  <a:extLst>
                    <a:ext uri="{FF2B5EF4-FFF2-40B4-BE49-F238E27FC236}">
                      <a16:creationId xmlns:a16="http://schemas.microsoft.com/office/drawing/2014/main" id="{50635181-8546-80B4-737E-4E7595C9D9E8}"/>
                    </a:ext>
                  </a:extLst>
                </p:cNvPr>
                <p:cNvSpPr/>
                <p:nvPr/>
              </p:nvSpPr>
              <p:spPr>
                <a:xfrm>
                  <a:off x="5241243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0" name="pg1480">
                  <a:extLst>
                    <a:ext uri="{FF2B5EF4-FFF2-40B4-BE49-F238E27FC236}">
                      <a16:creationId xmlns:a16="http://schemas.microsoft.com/office/drawing/2014/main" id="{ECD2355F-080A-8015-AC57-CF6A7707538E}"/>
                    </a:ext>
                  </a:extLst>
                </p:cNvPr>
                <p:cNvSpPr/>
                <p:nvPr/>
              </p:nvSpPr>
              <p:spPr>
                <a:xfrm>
                  <a:off x="5252880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1" name="pg1481">
                  <a:extLst>
                    <a:ext uri="{FF2B5EF4-FFF2-40B4-BE49-F238E27FC236}">
                      <a16:creationId xmlns:a16="http://schemas.microsoft.com/office/drawing/2014/main" id="{22BC997F-B0FE-0D51-1F91-00E70DB85ECA}"/>
                    </a:ext>
                  </a:extLst>
                </p:cNvPr>
                <p:cNvSpPr/>
                <p:nvPr/>
              </p:nvSpPr>
              <p:spPr>
                <a:xfrm>
                  <a:off x="5264517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2" name="pg1482">
                  <a:extLst>
                    <a:ext uri="{FF2B5EF4-FFF2-40B4-BE49-F238E27FC236}">
                      <a16:creationId xmlns:a16="http://schemas.microsoft.com/office/drawing/2014/main" id="{A5084360-D0E0-3B9E-4D50-DC269E49D155}"/>
                    </a:ext>
                  </a:extLst>
                </p:cNvPr>
                <p:cNvSpPr/>
                <p:nvPr/>
              </p:nvSpPr>
              <p:spPr>
                <a:xfrm>
                  <a:off x="5008496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7DEC2">
                    <a:alpha val="100000"/>
                  </a:srgbClr>
                </a:solidFill>
                <a:ln w="5420" cap="flat">
                  <a:solidFill>
                    <a:srgbClr val="97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3" name="pg1483">
                  <a:extLst>
                    <a:ext uri="{FF2B5EF4-FFF2-40B4-BE49-F238E27FC236}">
                      <a16:creationId xmlns:a16="http://schemas.microsoft.com/office/drawing/2014/main" id="{273EF050-9A37-CC10-CAAB-2C579C800F94}"/>
                    </a:ext>
                  </a:extLst>
                </p:cNvPr>
                <p:cNvSpPr/>
                <p:nvPr/>
              </p:nvSpPr>
              <p:spPr>
                <a:xfrm>
                  <a:off x="5020133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4" name="pg1484">
                  <a:extLst>
                    <a:ext uri="{FF2B5EF4-FFF2-40B4-BE49-F238E27FC236}">
                      <a16:creationId xmlns:a16="http://schemas.microsoft.com/office/drawing/2014/main" id="{BF9A8584-6489-963B-75DB-F4E291141BEA}"/>
                    </a:ext>
                  </a:extLst>
                </p:cNvPr>
                <p:cNvSpPr/>
                <p:nvPr/>
              </p:nvSpPr>
              <p:spPr>
                <a:xfrm>
                  <a:off x="5031771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EE0C6">
                    <a:alpha val="100000"/>
                  </a:srgbClr>
                </a:solidFill>
                <a:ln w="5420" cap="flat">
                  <a:solidFill>
                    <a:srgbClr val="9EE0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5" name="pg1485">
                  <a:extLst>
                    <a:ext uri="{FF2B5EF4-FFF2-40B4-BE49-F238E27FC236}">
                      <a16:creationId xmlns:a16="http://schemas.microsoft.com/office/drawing/2014/main" id="{8BC1C77A-491D-23B0-C22E-BD2CEFEAB359}"/>
                    </a:ext>
                  </a:extLst>
                </p:cNvPr>
                <p:cNvSpPr/>
                <p:nvPr/>
              </p:nvSpPr>
              <p:spPr>
                <a:xfrm>
                  <a:off x="5043408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2E1C7">
                    <a:alpha val="100000"/>
                  </a:srgbClr>
                </a:solidFill>
                <a:ln w="5420" cap="flat">
                  <a:solidFill>
                    <a:srgbClr val="A2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6" name="pg1486">
                  <a:extLst>
                    <a:ext uri="{FF2B5EF4-FFF2-40B4-BE49-F238E27FC236}">
                      <a16:creationId xmlns:a16="http://schemas.microsoft.com/office/drawing/2014/main" id="{34EC3022-D6B6-63DC-9838-ACCDE17F38A3}"/>
                    </a:ext>
                  </a:extLst>
                </p:cNvPr>
                <p:cNvSpPr/>
                <p:nvPr/>
              </p:nvSpPr>
              <p:spPr>
                <a:xfrm>
                  <a:off x="5055045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7E3CA">
                    <a:alpha val="100000"/>
                  </a:srgbClr>
                </a:solidFill>
                <a:ln w="5420" cap="flat">
                  <a:solidFill>
                    <a:srgbClr val="A7E3C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7" name="pg1487">
                  <a:extLst>
                    <a:ext uri="{FF2B5EF4-FFF2-40B4-BE49-F238E27FC236}">
                      <a16:creationId xmlns:a16="http://schemas.microsoft.com/office/drawing/2014/main" id="{3F940A78-722C-07B1-D051-EBE09B9FD840}"/>
                    </a:ext>
                  </a:extLst>
                </p:cNvPr>
                <p:cNvSpPr/>
                <p:nvPr/>
              </p:nvSpPr>
              <p:spPr>
                <a:xfrm>
                  <a:off x="5066683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1E6CE">
                    <a:alpha val="100000"/>
                  </a:srgbClr>
                </a:solidFill>
                <a:ln w="5420" cap="flat">
                  <a:solidFill>
                    <a:srgbClr val="B1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8" name="pg1488">
                  <a:extLst>
                    <a:ext uri="{FF2B5EF4-FFF2-40B4-BE49-F238E27FC236}">
                      <a16:creationId xmlns:a16="http://schemas.microsoft.com/office/drawing/2014/main" id="{860BA199-2986-D510-07FF-A33E2BA6B906}"/>
                    </a:ext>
                  </a:extLst>
                </p:cNvPr>
                <p:cNvSpPr/>
                <p:nvPr/>
              </p:nvSpPr>
              <p:spPr>
                <a:xfrm>
                  <a:off x="5078320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9" name="pg1489">
                  <a:extLst>
                    <a:ext uri="{FF2B5EF4-FFF2-40B4-BE49-F238E27FC236}">
                      <a16:creationId xmlns:a16="http://schemas.microsoft.com/office/drawing/2014/main" id="{B3DDEDF7-3093-7218-D5DD-F55CEA7A1EFF}"/>
                    </a:ext>
                  </a:extLst>
                </p:cNvPr>
                <p:cNvSpPr/>
                <p:nvPr/>
              </p:nvSpPr>
              <p:spPr>
                <a:xfrm>
                  <a:off x="5089957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CAEEDB">
                    <a:alpha val="100000"/>
                  </a:srgbClr>
                </a:solidFill>
                <a:ln w="5420" cap="flat">
                  <a:solidFill>
                    <a:srgbClr val="CA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0" name="pg1490">
                  <a:extLst>
                    <a:ext uri="{FF2B5EF4-FFF2-40B4-BE49-F238E27FC236}">
                      <a16:creationId xmlns:a16="http://schemas.microsoft.com/office/drawing/2014/main" id="{459B1395-39D9-7A41-B09A-7442F1D0EE8B}"/>
                    </a:ext>
                  </a:extLst>
                </p:cNvPr>
                <p:cNvSpPr/>
                <p:nvPr/>
              </p:nvSpPr>
              <p:spPr>
                <a:xfrm>
                  <a:off x="5101595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1" name="pg1491">
                  <a:extLst>
                    <a:ext uri="{FF2B5EF4-FFF2-40B4-BE49-F238E27FC236}">
                      <a16:creationId xmlns:a16="http://schemas.microsoft.com/office/drawing/2014/main" id="{BB0C9936-51FC-6C85-81AC-12DCFE9BB487}"/>
                    </a:ext>
                  </a:extLst>
                </p:cNvPr>
                <p:cNvSpPr/>
                <p:nvPr/>
              </p:nvSpPr>
              <p:spPr>
                <a:xfrm>
                  <a:off x="5113232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2" name="pg1492">
                  <a:extLst>
                    <a:ext uri="{FF2B5EF4-FFF2-40B4-BE49-F238E27FC236}">
                      <a16:creationId xmlns:a16="http://schemas.microsoft.com/office/drawing/2014/main" id="{2F6D369B-CBF6-B940-9792-340B126CFE56}"/>
                    </a:ext>
                  </a:extLst>
                </p:cNvPr>
                <p:cNvSpPr/>
                <p:nvPr/>
              </p:nvSpPr>
              <p:spPr>
                <a:xfrm>
                  <a:off x="5124869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5E7D0">
                    <a:alpha val="100000"/>
                  </a:srgbClr>
                </a:solidFill>
                <a:ln w="5420" cap="flat">
                  <a:solidFill>
                    <a:srgbClr val="B5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3" name="pg1493">
                  <a:extLst>
                    <a:ext uri="{FF2B5EF4-FFF2-40B4-BE49-F238E27FC236}">
                      <a16:creationId xmlns:a16="http://schemas.microsoft.com/office/drawing/2014/main" id="{5F9432B6-932A-72E0-6FF5-28A82D875270}"/>
                    </a:ext>
                  </a:extLst>
                </p:cNvPr>
                <p:cNvSpPr/>
                <p:nvPr/>
              </p:nvSpPr>
              <p:spPr>
                <a:xfrm>
                  <a:off x="5136507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7E3CA">
                    <a:alpha val="100000"/>
                  </a:srgbClr>
                </a:solidFill>
                <a:ln w="5420" cap="flat">
                  <a:solidFill>
                    <a:srgbClr val="A7E3C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4" name="pg1494">
                  <a:extLst>
                    <a:ext uri="{FF2B5EF4-FFF2-40B4-BE49-F238E27FC236}">
                      <a16:creationId xmlns:a16="http://schemas.microsoft.com/office/drawing/2014/main" id="{F4FFCFF2-0C75-8DC7-41B3-E820918A105E}"/>
                    </a:ext>
                  </a:extLst>
                </p:cNvPr>
                <p:cNvSpPr/>
                <p:nvPr/>
              </p:nvSpPr>
              <p:spPr>
                <a:xfrm>
                  <a:off x="5148144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5" name="pg1495">
                  <a:extLst>
                    <a:ext uri="{FF2B5EF4-FFF2-40B4-BE49-F238E27FC236}">
                      <a16:creationId xmlns:a16="http://schemas.microsoft.com/office/drawing/2014/main" id="{274AA107-C5B1-D9CE-E378-8012464ADFD7}"/>
                    </a:ext>
                  </a:extLst>
                </p:cNvPr>
                <p:cNvSpPr/>
                <p:nvPr/>
              </p:nvSpPr>
              <p:spPr>
                <a:xfrm>
                  <a:off x="5159781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6" name="pg1496">
                  <a:extLst>
                    <a:ext uri="{FF2B5EF4-FFF2-40B4-BE49-F238E27FC236}">
                      <a16:creationId xmlns:a16="http://schemas.microsoft.com/office/drawing/2014/main" id="{0DD37000-AD32-D76B-7B47-DC4B6494939A}"/>
                    </a:ext>
                  </a:extLst>
                </p:cNvPr>
                <p:cNvSpPr/>
                <p:nvPr/>
              </p:nvSpPr>
              <p:spPr>
                <a:xfrm>
                  <a:off x="5171419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7" name="pg1497">
                  <a:extLst>
                    <a:ext uri="{FF2B5EF4-FFF2-40B4-BE49-F238E27FC236}">
                      <a16:creationId xmlns:a16="http://schemas.microsoft.com/office/drawing/2014/main" id="{0DE4D687-5F04-FA0E-D74E-10621129E118}"/>
                    </a:ext>
                  </a:extLst>
                </p:cNvPr>
                <p:cNvSpPr/>
                <p:nvPr/>
              </p:nvSpPr>
              <p:spPr>
                <a:xfrm>
                  <a:off x="5183056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8" name="pg1498">
                  <a:extLst>
                    <a:ext uri="{FF2B5EF4-FFF2-40B4-BE49-F238E27FC236}">
                      <a16:creationId xmlns:a16="http://schemas.microsoft.com/office/drawing/2014/main" id="{3365B514-38D3-5371-92B4-523000FF6D31}"/>
                    </a:ext>
                  </a:extLst>
                </p:cNvPr>
                <p:cNvSpPr/>
                <p:nvPr/>
              </p:nvSpPr>
              <p:spPr>
                <a:xfrm>
                  <a:off x="5194693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9" name="pg1499">
                  <a:extLst>
                    <a:ext uri="{FF2B5EF4-FFF2-40B4-BE49-F238E27FC236}">
                      <a16:creationId xmlns:a16="http://schemas.microsoft.com/office/drawing/2014/main" id="{0DEAF5F0-B10A-F623-14C8-33DB664E995D}"/>
                    </a:ext>
                  </a:extLst>
                </p:cNvPr>
                <p:cNvSpPr/>
                <p:nvPr/>
              </p:nvSpPr>
              <p:spPr>
                <a:xfrm>
                  <a:off x="5206331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0" name="pg1500">
                  <a:extLst>
                    <a:ext uri="{FF2B5EF4-FFF2-40B4-BE49-F238E27FC236}">
                      <a16:creationId xmlns:a16="http://schemas.microsoft.com/office/drawing/2014/main" id="{76B051DD-90FA-2ACF-F0BB-C5EDBCFF84C5}"/>
                    </a:ext>
                  </a:extLst>
                </p:cNvPr>
                <p:cNvSpPr/>
                <p:nvPr/>
              </p:nvSpPr>
              <p:spPr>
                <a:xfrm>
                  <a:off x="5217968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1" name="pg1501">
                  <a:extLst>
                    <a:ext uri="{FF2B5EF4-FFF2-40B4-BE49-F238E27FC236}">
                      <a16:creationId xmlns:a16="http://schemas.microsoft.com/office/drawing/2014/main" id="{0C415C7D-59B6-5749-5277-05D87DA8C9DF}"/>
                    </a:ext>
                  </a:extLst>
                </p:cNvPr>
                <p:cNvSpPr/>
                <p:nvPr/>
              </p:nvSpPr>
              <p:spPr>
                <a:xfrm>
                  <a:off x="5229605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2" name="pg1502">
                  <a:extLst>
                    <a:ext uri="{FF2B5EF4-FFF2-40B4-BE49-F238E27FC236}">
                      <a16:creationId xmlns:a16="http://schemas.microsoft.com/office/drawing/2014/main" id="{0EDADB7F-0087-896C-021D-01EE1044B050}"/>
                    </a:ext>
                  </a:extLst>
                </p:cNvPr>
                <p:cNvSpPr/>
                <p:nvPr/>
              </p:nvSpPr>
              <p:spPr>
                <a:xfrm>
                  <a:off x="5241243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3" name="pg1503">
                  <a:extLst>
                    <a:ext uri="{FF2B5EF4-FFF2-40B4-BE49-F238E27FC236}">
                      <a16:creationId xmlns:a16="http://schemas.microsoft.com/office/drawing/2014/main" id="{26A93F81-7C83-5CF5-7CEE-1904CE21D6DF}"/>
                    </a:ext>
                  </a:extLst>
                </p:cNvPr>
                <p:cNvSpPr/>
                <p:nvPr/>
              </p:nvSpPr>
              <p:spPr>
                <a:xfrm>
                  <a:off x="5252880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4" name="pg1504">
                  <a:extLst>
                    <a:ext uri="{FF2B5EF4-FFF2-40B4-BE49-F238E27FC236}">
                      <a16:creationId xmlns:a16="http://schemas.microsoft.com/office/drawing/2014/main" id="{9EA183F4-B4C5-AB30-A34F-CAA7A52EA47E}"/>
                    </a:ext>
                  </a:extLst>
                </p:cNvPr>
                <p:cNvSpPr/>
                <p:nvPr/>
              </p:nvSpPr>
              <p:spPr>
                <a:xfrm>
                  <a:off x="5008496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5" name="pg1505">
                  <a:extLst>
                    <a:ext uri="{FF2B5EF4-FFF2-40B4-BE49-F238E27FC236}">
                      <a16:creationId xmlns:a16="http://schemas.microsoft.com/office/drawing/2014/main" id="{051C9484-54F0-2867-7F96-39487325A519}"/>
                    </a:ext>
                  </a:extLst>
                </p:cNvPr>
                <p:cNvSpPr/>
                <p:nvPr/>
              </p:nvSpPr>
              <p:spPr>
                <a:xfrm>
                  <a:off x="5020133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6" name="pg1506">
                  <a:extLst>
                    <a:ext uri="{FF2B5EF4-FFF2-40B4-BE49-F238E27FC236}">
                      <a16:creationId xmlns:a16="http://schemas.microsoft.com/office/drawing/2014/main" id="{1594E404-C1EE-FD8D-B9C5-3C01339B5BD3}"/>
                    </a:ext>
                  </a:extLst>
                </p:cNvPr>
                <p:cNvSpPr/>
                <p:nvPr/>
              </p:nvSpPr>
              <p:spPr>
                <a:xfrm>
                  <a:off x="5031771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7" name="pg1507">
                  <a:extLst>
                    <a:ext uri="{FF2B5EF4-FFF2-40B4-BE49-F238E27FC236}">
                      <a16:creationId xmlns:a16="http://schemas.microsoft.com/office/drawing/2014/main" id="{E685E1E4-D51B-59F1-0756-CD72AFD3C09E}"/>
                    </a:ext>
                  </a:extLst>
                </p:cNvPr>
                <p:cNvSpPr/>
                <p:nvPr/>
              </p:nvSpPr>
              <p:spPr>
                <a:xfrm>
                  <a:off x="5043408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0E1C7">
                    <a:alpha val="100000"/>
                  </a:srgbClr>
                </a:solidFill>
                <a:ln w="5420" cap="flat">
                  <a:solidFill>
                    <a:srgbClr val="A0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8" name="pg1508">
                  <a:extLst>
                    <a:ext uri="{FF2B5EF4-FFF2-40B4-BE49-F238E27FC236}">
                      <a16:creationId xmlns:a16="http://schemas.microsoft.com/office/drawing/2014/main" id="{BF48AB17-1415-C030-E967-1487E9E737C4}"/>
                    </a:ext>
                  </a:extLst>
                </p:cNvPr>
                <p:cNvSpPr/>
                <p:nvPr/>
              </p:nvSpPr>
              <p:spPr>
                <a:xfrm>
                  <a:off x="5055045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9E4CB">
                    <a:alpha val="100000"/>
                  </a:srgbClr>
                </a:solidFill>
                <a:ln w="5420" cap="flat">
                  <a:solidFill>
                    <a:srgbClr val="A9E4C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9" name="pg1509">
                  <a:extLst>
                    <a:ext uri="{FF2B5EF4-FFF2-40B4-BE49-F238E27FC236}">
                      <a16:creationId xmlns:a16="http://schemas.microsoft.com/office/drawing/2014/main" id="{7150ED3A-5933-7BD2-5CDF-119CD24DB2C9}"/>
                    </a:ext>
                  </a:extLst>
                </p:cNvPr>
                <p:cNvSpPr/>
                <p:nvPr/>
              </p:nvSpPr>
              <p:spPr>
                <a:xfrm>
                  <a:off x="5066683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5E8D1">
                    <a:alpha val="100000"/>
                  </a:srgbClr>
                </a:solidFill>
                <a:ln w="5420" cap="flat">
                  <a:solidFill>
                    <a:srgbClr val="B5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0" name="pg1510">
                  <a:extLst>
                    <a:ext uri="{FF2B5EF4-FFF2-40B4-BE49-F238E27FC236}">
                      <a16:creationId xmlns:a16="http://schemas.microsoft.com/office/drawing/2014/main" id="{81DF6C6A-B5CA-52B2-C74B-EFB250AB61E5}"/>
                    </a:ext>
                  </a:extLst>
                </p:cNvPr>
                <p:cNvSpPr/>
                <p:nvPr/>
              </p:nvSpPr>
              <p:spPr>
                <a:xfrm>
                  <a:off x="5078320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1" name="pg1511">
                  <a:extLst>
                    <a:ext uri="{FF2B5EF4-FFF2-40B4-BE49-F238E27FC236}">
                      <a16:creationId xmlns:a16="http://schemas.microsoft.com/office/drawing/2014/main" id="{A72FE2DE-2F15-6E20-75B4-DE3840C3905B}"/>
                    </a:ext>
                  </a:extLst>
                </p:cNvPr>
                <p:cNvSpPr/>
                <p:nvPr/>
              </p:nvSpPr>
              <p:spPr>
                <a:xfrm>
                  <a:off x="5089957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D4F2E0">
                    <a:alpha val="100000"/>
                  </a:srgbClr>
                </a:solidFill>
                <a:ln w="5420" cap="flat">
                  <a:solidFill>
                    <a:srgbClr val="D4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2" name="pg1512">
                  <a:extLst>
                    <a:ext uri="{FF2B5EF4-FFF2-40B4-BE49-F238E27FC236}">
                      <a16:creationId xmlns:a16="http://schemas.microsoft.com/office/drawing/2014/main" id="{18D249E2-2B6E-1FA9-2476-1F593A535937}"/>
                    </a:ext>
                  </a:extLst>
                </p:cNvPr>
                <p:cNvSpPr/>
                <p:nvPr/>
              </p:nvSpPr>
              <p:spPr>
                <a:xfrm>
                  <a:off x="5101595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D6F2E1">
                    <a:alpha val="100000"/>
                  </a:srgbClr>
                </a:solidFill>
                <a:ln w="5420" cap="flat">
                  <a:solidFill>
                    <a:srgbClr val="D6F2E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3" name="pg1513">
                  <a:extLst>
                    <a:ext uri="{FF2B5EF4-FFF2-40B4-BE49-F238E27FC236}">
                      <a16:creationId xmlns:a16="http://schemas.microsoft.com/office/drawing/2014/main" id="{E4A2E8C9-6E23-4A6A-3EFA-020066A33C0C}"/>
                    </a:ext>
                  </a:extLst>
                </p:cNvPr>
                <p:cNvSpPr/>
                <p:nvPr/>
              </p:nvSpPr>
              <p:spPr>
                <a:xfrm>
                  <a:off x="5113232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4" name="pg1514">
                  <a:extLst>
                    <a:ext uri="{FF2B5EF4-FFF2-40B4-BE49-F238E27FC236}">
                      <a16:creationId xmlns:a16="http://schemas.microsoft.com/office/drawing/2014/main" id="{6715E6C7-0FFE-9711-6FBB-8499A58E9352}"/>
                    </a:ext>
                  </a:extLst>
                </p:cNvPr>
                <p:cNvSpPr/>
                <p:nvPr/>
              </p:nvSpPr>
              <p:spPr>
                <a:xfrm>
                  <a:off x="5124869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5" name="pg1515">
                  <a:extLst>
                    <a:ext uri="{FF2B5EF4-FFF2-40B4-BE49-F238E27FC236}">
                      <a16:creationId xmlns:a16="http://schemas.microsoft.com/office/drawing/2014/main" id="{CA87EC16-9F6B-D9A1-5F67-45B18E70BD01}"/>
                    </a:ext>
                  </a:extLst>
                </p:cNvPr>
                <p:cNvSpPr/>
                <p:nvPr/>
              </p:nvSpPr>
              <p:spPr>
                <a:xfrm>
                  <a:off x="5136507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6E3CA">
                    <a:alpha val="100000"/>
                  </a:srgbClr>
                </a:solidFill>
                <a:ln w="5420" cap="flat">
                  <a:solidFill>
                    <a:srgbClr val="A6E3C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6" name="pg1516">
                  <a:extLst>
                    <a:ext uri="{FF2B5EF4-FFF2-40B4-BE49-F238E27FC236}">
                      <a16:creationId xmlns:a16="http://schemas.microsoft.com/office/drawing/2014/main" id="{3FC788C0-8216-3BB7-1165-A35854D9C2B0}"/>
                    </a:ext>
                  </a:extLst>
                </p:cNvPr>
                <p:cNvSpPr/>
                <p:nvPr/>
              </p:nvSpPr>
              <p:spPr>
                <a:xfrm>
                  <a:off x="5148144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9DFC3">
                    <a:alpha val="100000"/>
                  </a:srgbClr>
                </a:solidFill>
                <a:ln w="5420" cap="flat">
                  <a:solidFill>
                    <a:srgbClr val="99DF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7" name="pg1517">
                  <a:extLst>
                    <a:ext uri="{FF2B5EF4-FFF2-40B4-BE49-F238E27FC236}">
                      <a16:creationId xmlns:a16="http://schemas.microsoft.com/office/drawing/2014/main" id="{BFE2D168-54A6-0524-A818-A9350017FF34}"/>
                    </a:ext>
                  </a:extLst>
                </p:cNvPr>
                <p:cNvSpPr/>
                <p:nvPr/>
              </p:nvSpPr>
              <p:spPr>
                <a:xfrm>
                  <a:off x="5159781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8" name="pg1518">
                  <a:extLst>
                    <a:ext uri="{FF2B5EF4-FFF2-40B4-BE49-F238E27FC236}">
                      <a16:creationId xmlns:a16="http://schemas.microsoft.com/office/drawing/2014/main" id="{22A46A22-D947-B766-DB5F-4B29CBF31FC5}"/>
                    </a:ext>
                  </a:extLst>
                </p:cNvPr>
                <p:cNvSpPr/>
                <p:nvPr/>
              </p:nvSpPr>
              <p:spPr>
                <a:xfrm>
                  <a:off x="5171419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9" name="pg1519">
                  <a:extLst>
                    <a:ext uri="{FF2B5EF4-FFF2-40B4-BE49-F238E27FC236}">
                      <a16:creationId xmlns:a16="http://schemas.microsoft.com/office/drawing/2014/main" id="{0C061602-2AD3-4EFC-7EC8-8ECDD8D166DF}"/>
                    </a:ext>
                  </a:extLst>
                </p:cNvPr>
                <p:cNvSpPr/>
                <p:nvPr/>
              </p:nvSpPr>
              <p:spPr>
                <a:xfrm>
                  <a:off x="5183056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0" name="pg1520">
                  <a:extLst>
                    <a:ext uri="{FF2B5EF4-FFF2-40B4-BE49-F238E27FC236}">
                      <a16:creationId xmlns:a16="http://schemas.microsoft.com/office/drawing/2014/main" id="{FD30B69A-0496-4E2A-342E-B8552F2E4D18}"/>
                    </a:ext>
                  </a:extLst>
                </p:cNvPr>
                <p:cNvSpPr/>
                <p:nvPr/>
              </p:nvSpPr>
              <p:spPr>
                <a:xfrm>
                  <a:off x="5194693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1" name="pg1521">
                  <a:extLst>
                    <a:ext uri="{FF2B5EF4-FFF2-40B4-BE49-F238E27FC236}">
                      <a16:creationId xmlns:a16="http://schemas.microsoft.com/office/drawing/2014/main" id="{CEA5489E-2E45-770F-E68D-BC2B5ECCA387}"/>
                    </a:ext>
                  </a:extLst>
                </p:cNvPr>
                <p:cNvSpPr/>
                <p:nvPr/>
              </p:nvSpPr>
              <p:spPr>
                <a:xfrm>
                  <a:off x="5206331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2" name="pg1522">
                  <a:extLst>
                    <a:ext uri="{FF2B5EF4-FFF2-40B4-BE49-F238E27FC236}">
                      <a16:creationId xmlns:a16="http://schemas.microsoft.com/office/drawing/2014/main" id="{0349EA1E-00C1-9588-C094-17C9A64B7CCC}"/>
                    </a:ext>
                  </a:extLst>
                </p:cNvPr>
                <p:cNvSpPr/>
                <p:nvPr/>
              </p:nvSpPr>
              <p:spPr>
                <a:xfrm>
                  <a:off x="5217968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3" name="pg1523">
                  <a:extLst>
                    <a:ext uri="{FF2B5EF4-FFF2-40B4-BE49-F238E27FC236}">
                      <a16:creationId xmlns:a16="http://schemas.microsoft.com/office/drawing/2014/main" id="{2B0E87CA-D6B6-5DA4-BBA8-72689BE8AACC}"/>
                    </a:ext>
                  </a:extLst>
                </p:cNvPr>
                <p:cNvSpPr/>
                <p:nvPr/>
              </p:nvSpPr>
              <p:spPr>
                <a:xfrm>
                  <a:off x="5229605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4" name="pg1524">
                  <a:extLst>
                    <a:ext uri="{FF2B5EF4-FFF2-40B4-BE49-F238E27FC236}">
                      <a16:creationId xmlns:a16="http://schemas.microsoft.com/office/drawing/2014/main" id="{C679606A-9CA7-FBFB-570F-BCAA015E8D31}"/>
                    </a:ext>
                  </a:extLst>
                </p:cNvPr>
                <p:cNvSpPr/>
                <p:nvPr/>
              </p:nvSpPr>
              <p:spPr>
                <a:xfrm>
                  <a:off x="5241243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5" name="pg1525">
                  <a:extLst>
                    <a:ext uri="{FF2B5EF4-FFF2-40B4-BE49-F238E27FC236}">
                      <a16:creationId xmlns:a16="http://schemas.microsoft.com/office/drawing/2014/main" id="{77F69009-E6A7-3473-4F22-CBD3F719CE15}"/>
                    </a:ext>
                  </a:extLst>
                </p:cNvPr>
                <p:cNvSpPr/>
                <p:nvPr/>
              </p:nvSpPr>
              <p:spPr>
                <a:xfrm>
                  <a:off x="5031771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5DDC1">
                    <a:alpha val="100000"/>
                  </a:srgbClr>
                </a:solidFill>
                <a:ln w="5420" cap="flat">
                  <a:solidFill>
                    <a:srgbClr val="95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6" name="pg1526">
                  <a:extLst>
                    <a:ext uri="{FF2B5EF4-FFF2-40B4-BE49-F238E27FC236}">
                      <a16:creationId xmlns:a16="http://schemas.microsoft.com/office/drawing/2014/main" id="{ADDAC5FB-6C43-DE93-7879-D298EE8F63E6}"/>
                    </a:ext>
                  </a:extLst>
                </p:cNvPr>
                <p:cNvSpPr/>
                <p:nvPr/>
              </p:nvSpPr>
              <p:spPr>
                <a:xfrm>
                  <a:off x="5043408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7" name="pg1527">
                  <a:extLst>
                    <a:ext uri="{FF2B5EF4-FFF2-40B4-BE49-F238E27FC236}">
                      <a16:creationId xmlns:a16="http://schemas.microsoft.com/office/drawing/2014/main" id="{1541A94F-ADE9-9F6A-244F-14312E316B20}"/>
                    </a:ext>
                  </a:extLst>
                </p:cNvPr>
                <p:cNvSpPr/>
                <p:nvPr/>
              </p:nvSpPr>
              <p:spPr>
                <a:xfrm>
                  <a:off x="5055045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4E2C9">
                    <a:alpha val="100000"/>
                  </a:srgbClr>
                </a:solidFill>
                <a:ln w="5420" cap="flat">
                  <a:solidFill>
                    <a:srgbClr val="A4E2C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8" name="pg1528">
                  <a:extLst>
                    <a:ext uri="{FF2B5EF4-FFF2-40B4-BE49-F238E27FC236}">
                      <a16:creationId xmlns:a16="http://schemas.microsoft.com/office/drawing/2014/main" id="{C78C375E-AFA0-998C-F4C3-60C0D3069F7D}"/>
                    </a:ext>
                  </a:extLst>
                </p:cNvPr>
                <p:cNvSpPr/>
                <p:nvPr/>
              </p:nvSpPr>
              <p:spPr>
                <a:xfrm>
                  <a:off x="5066683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1E6CE">
                    <a:alpha val="100000"/>
                  </a:srgbClr>
                </a:solidFill>
                <a:ln w="5420" cap="flat">
                  <a:solidFill>
                    <a:srgbClr val="B1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9" name="pg1529">
                  <a:extLst>
                    <a:ext uri="{FF2B5EF4-FFF2-40B4-BE49-F238E27FC236}">
                      <a16:creationId xmlns:a16="http://schemas.microsoft.com/office/drawing/2014/main" id="{E98F1ACF-0778-DEC5-68B8-03B64D58B132}"/>
                    </a:ext>
                  </a:extLst>
                </p:cNvPr>
                <p:cNvSpPr/>
                <p:nvPr/>
              </p:nvSpPr>
              <p:spPr>
                <a:xfrm>
                  <a:off x="5078320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0" name="pg1530">
                  <a:extLst>
                    <a:ext uri="{FF2B5EF4-FFF2-40B4-BE49-F238E27FC236}">
                      <a16:creationId xmlns:a16="http://schemas.microsoft.com/office/drawing/2014/main" id="{A14A8FF0-2271-C2BD-9651-480CC1B94841}"/>
                    </a:ext>
                  </a:extLst>
                </p:cNvPr>
                <p:cNvSpPr/>
                <p:nvPr/>
              </p:nvSpPr>
              <p:spPr>
                <a:xfrm>
                  <a:off x="5089957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CEF0DD">
                    <a:alpha val="100000"/>
                  </a:srgbClr>
                </a:solidFill>
                <a:ln w="5420" cap="flat">
                  <a:solidFill>
                    <a:srgbClr val="CE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1" name="pg1531">
                  <a:extLst>
                    <a:ext uri="{FF2B5EF4-FFF2-40B4-BE49-F238E27FC236}">
                      <a16:creationId xmlns:a16="http://schemas.microsoft.com/office/drawing/2014/main" id="{67A8AD10-3C6E-7764-6612-E0B4F2C3399A}"/>
                    </a:ext>
                  </a:extLst>
                </p:cNvPr>
                <p:cNvSpPr/>
                <p:nvPr/>
              </p:nvSpPr>
              <p:spPr>
                <a:xfrm>
                  <a:off x="5101595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CFF0DD">
                    <a:alpha val="100000"/>
                  </a:srgbClr>
                </a:solidFill>
                <a:ln w="5420" cap="flat">
                  <a:solidFill>
                    <a:srgbClr val="CF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2" name="pg1532">
                  <a:extLst>
                    <a:ext uri="{FF2B5EF4-FFF2-40B4-BE49-F238E27FC236}">
                      <a16:creationId xmlns:a16="http://schemas.microsoft.com/office/drawing/2014/main" id="{75B45B63-3BA3-BB17-878F-61B52F81A7E2}"/>
                    </a:ext>
                  </a:extLst>
                </p:cNvPr>
                <p:cNvSpPr/>
                <p:nvPr/>
              </p:nvSpPr>
              <p:spPr>
                <a:xfrm>
                  <a:off x="5113232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C1ECD6">
                    <a:alpha val="100000"/>
                  </a:srgbClr>
                </a:solidFill>
                <a:ln w="5420" cap="flat">
                  <a:solidFill>
                    <a:srgbClr val="C1EC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3" name="pg1533">
                  <a:extLst>
                    <a:ext uri="{FF2B5EF4-FFF2-40B4-BE49-F238E27FC236}">
                      <a16:creationId xmlns:a16="http://schemas.microsoft.com/office/drawing/2014/main" id="{CFF28D16-280B-0E2F-39C4-A0218DD6CA7C}"/>
                    </a:ext>
                  </a:extLst>
                </p:cNvPr>
                <p:cNvSpPr/>
                <p:nvPr/>
              </p:nvSpPr>
              <p:spPr>
                <a:xfrm>
                  <a:off x="5124869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4" name="pg1534">
                  <a:extLst>
                    <a:ext uri="{FF2B5EF4-FFF2-40B4-BE49-F238E27FC236}">
                      <a16:creationId xmlns:a16="http://schemas.microsoft.com/office/drawing/2014/main" id="{61490FBB-D5C4-1788-37EF-684B70FA363C}"/>
                    </a:ext>
                  </a:extLst>
                </p:cNvPr>
                <p:cNvSpPr/>
                <p:nvPr/>
              </p:nvSpPr>
              <p:spPr>
                <a:xfrm>
                  <a:off x="5136507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FE1C6">
                    <a:alpha val="100000"/>
                  </a:srgbClr>
                </a:solidFill>
                <a:ln w="5420" cap="flat">
                  <a:solidFill>
                    <a:srgbClr val="9FE1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5" name="pg1535">
                  <a:extLst>
                    <a:ext uri="{FF2B5EF4-FFF2-40B4-BE49-F238E27FC236}">
                      <a16:creationId xmlns:a16="http://schemas.microsoft.com/office/drawing/2014/main" id="{6CF3A584-5921-17F4-CFAD-E460F411EDE9}"/>
                    </a:ext>
                  </a:extLst>
                </p:cNvPr>
                <p:cNvSpPr/>
                <p:nvPr/>
              </p:nvSpPr>
              <p:spPr>
                <a:xfrm>
                  <a:off x="5148144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2DCC0">
                    <a:alpha val="100000"/>
                  </a:srgbClr>
                </a:solidFill>
                <a:ln w="5420" cap="flat">
                  <a:solidFill>
                    <a:srgbClr val="92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6" name="pg1536">
                  <a:extLst>
                    <a:ext uri="{FF2B5EF4-FFF2-40B4-BE49-F238E27FC236}">
                      <a16:creationId xmlns:a16="http://schemas.microsoft.com/office/drawing/2014/main" id="{599D7036-E1BA-395D-0BA3-4E847F946BF4}"/>
                    </a:ext>
                  </a:extLst>
                </p:cNvPr>
                <p:cNvSpPr/>
                <p:nvPr/>
              </p:nvSpPr>
              <p:spPr>
                <a:xfrm>
                  <a:off x="5159781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7" name="pg1537">
                  <a:extLst>
                    <a:ext uri="{FF2B5EF4-FFF2-40B4-BE49-F238E27FC236}">
                      <a16:creationId xmlns:a16="http://schemas.microsoft.com/office/drawing/2014/main" id="{1F417EB7-F6A1-0418-43EC-1191F94D9767}"/>
                    </a:ext>
                  </a:extLst>
                </p:cNvPr>
                <p:cNvSpPr/>
                <p:nvPr/>
              </p:nvSpPr>
              <p:spPr>
                <a:xfrm>
                  <a:off x="5171419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8" name="pg1538">
                  <a:extLst>
                    <a:ext uri="{FF2B5EF4-FFF2-40B4-BE49-F238E27FC236}">
                      <a16:creationId xmlns:a16="http://schemas.microsoft.com/office/drawing/2014/main" id="{5442E3F1-0912-05DA-4399-8C8F47134A94}"/>
                    </a:ext>
                  </a:extLst>
                </p:cNvPr>
                <p:cNvSpPr/>
                <p:nvPr/>
              </p:nvSpPr>
              <p:spPr>
                <a:xfrm>
                  <a:off x="5183056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9" name="pg1539">
                  <a:extLst>
                    <a:ext uri="{FF2B5EF4-FFF2-40B4-BE49-F238E27FC236}">
                      <a16:creationId xmlns:a16="http://schemas.microsoft.com/office/drawing/2014/main" id="{BE44D62C-886D-E4B7-F699-D55E5B35F5F8}"/>
                    </a:ext>
                  </a:extLst>
                </p:cNvPr>
                <p:cNvSpPr/>
                <p:nvPr/>
              </p:nvSpPr>
              <p:spPr>
                <a:xfrm>
                  <a:off x="5194693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0" name="pg1540">
                  <a:extLst>
                    <a:ext uri="{FF2B5EF4-FFF2-40B4-BE49-F238E27FC236}">
                      <a16:creationId xmlns:a16="http://schemas.microsoft.com/office/drawing/2014/main" id="{284D3A73-C845-24AA-0271-49C6DC8442A8}"/>
                    </a:ext>
                  </a:extLst>
                </p:cNvPr>
                <p:cNvSpPr/>
                <p:nvPr/>
              </p:nvSpPr>
              <p:spPr>
                <a:xfrm>
                  <a:off x="5206331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1" name="pg1541">
                  <a:extLst>
                    <a:ext uri="{FF2B5EF4-FFF2-40B4-BE49-F238E27FC236}">
                      <a16:creationId xmlns:a16="http://schemas.microsoft.com/office/drawing/2014/main" id="{2FC3EE36-E3E3-6A8B-9F26-EA373397E7CA}"/>
                    </a:ext>
                  </a:extLst>
                </p:cNvPr>
                <p:cNvSpPr/>
                <p:nvPr/>
              </p:nvSpPr>
              <p:spPr>
                <a:xfrm>
                  <a:off x="5217968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4">
                    <a:alpha val="100000"/>
                  </a:srgbClr>
                </a:solidFill>
                <a:ln w="5420" cap="flat">
                  <a:solidFill>
                    <a:srgbClr val="77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2" name="pg1542">
                  <a:extLst>
                    <a:ext uri="{FF2B5EF4-FFF2-40B4-BE49-F238E27FC236}">
                      <a16:creationId xmlns:a16="http://schemas.microsoft.com/office/drawing/2014/main" id="{90389959-1114-32B4-9B8F-37FB294049B4}"/>
                    </a:ext>
                  </a:extLst>
                </p:cNvPr>
                <p:cNvSpPr/>
                <p:nvPr/>
              </p:nvSpPr>
              <p:spPr>
                <a:xfrm>
                  <a:off x="5229605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3" name="pg1543">
                  <a:extLst>
                    <a:ext uri="{FF2B5EF4-FFF2-40B4-BE49-F238E27FC236}">
                      <a16:creationId xmlns:a16="http://schemas.microsoft.com/office/drawing/2014/main" id="{63452128-3EC8-8B4F-353A-1D302FC911B6}"/>
                    </a:ext>
                  </a:extLst>
                </p:cNvPr>
                <p:cNvSpPr/>
                <p:nvPr/>
              </p:nvSpPr>
              <p:spPr>
                <a:xfrm>
                  <a:off x="5043408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4" name="pg1544">
                  <a:extLst>
                    <a:ext uri="{FF2B5EF4-FFF2-40B4-BE49-F238E27FC236}">
                      <a16:creationId xmlns:a16="http://schemas.microsoft.com/office/drawing/2014/main" id="{5BA46F7A-1DF5-BF85-EC60-ED65C1C5CB53}"/>
                    </a:ext>
                  </a:extLst>
                </p:cNvPr>
                <p:cNvSpPr/>
                <p:nvPr/>
              </p:nvSpPr>
              <p:spPr>
                <a:xfrm>
                  <a:off x="5055045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9DEC3">
                    <a:alpha val="100000"/>
                  </a:srgbClr>
                </a:solidFill>
                <a:ln w="5420" cap="flat">
                  <a:solidFill>
                    <a:srgbClr val="99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5" name="pg1545">
                  <a:extLst>
                    <a:ext uri="{FF2B5EF4-FFF2-40B4-BE49-F238E27FC236}">
                      <a16:creationId xmlns:a16="http://schemas.microsoft.com/office/drawing/2014/main" id="{F5E55852-0FE1-5D8A-A424-D75C32CA1A2E}"/>
                    </a:ext>
                  </a:extLst>
                </p:cNvPr>
                <p:cNvSpPr/>
                <p:nvPr/>
              </p:nvSpPr>
              <p:spPr>
                <a:xfrm>
                  <a:off x="5066683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2E2C8">
                    <a:alpha val="100000"/>
                  </a:srgbClr>
                </a:solidFill>
                <a:ln w="5420" cap="flat">
                  <a:solidFill>
                    <a:srgbClr val="A2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6" name="pg1546">
                  <a:extLst>
                    <a:ext uri="{FF2B5EF4-FFF2-40B4-BE49-F238E27FC236}">
                      <a16:creationId xmlns:a16="http://schemas.microsoft.com/office/drawing/2014/main" id="{219E64C1-23BD-6C14-4279-1BA4F72A4BA3}"/>
                    </a:ext>
                  </a:extLst>
                </p:cNvPr>
                <p:cNvSpPr/>
                <p:nvPr/>
              </p:nvSpPr>
              <p:spPr>
                <a:xfrm>
                  <a:off x="5078320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7" name="pg1547">
                  <a:extLst>
                    <a:ext uri="{FF2B5EF4-FFF2-40B4-BE49-F238E27FC236}">
                      <a16:creationId xmlns:a16="http://schemas.microsoft.com/office/drawing/2014/main" id="{4F6479E9-D7F4-482E-A5FC-BA89BBE0122C}"/>
                    </a:ext>
                  </a:extLst>
                </p:cNvPr>
                <p:cNvSpPr/>
                <p:nvPr/>
              </p:nvSpPr>
              <p:spPr>
                <a:xfrm>
                  <a:off x="5089957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8E8D2">
                    <a:alpha val="100000"/>
                  </a:srgbClr>
                </a:solidFill>
                <a:ln w="5420" cap="flat">
                  <a:solidFill>
                    <a:srgbClr val="B8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8" name="pg1548">
                  <a:extLst>
                    <a:ext uri="{FF2B5EF4-FFF2-40B4-BE49-F238E27FC236}">
                      <a16:creationId xmlns:a16="http://schemas.microsoft.com/office/drawing/2014/main" id="{5F6E37FC-E89F-516F-69C9-7E9598F94AE9}"/>
                    </a:ext>
                  </a:extLst>
                </p:cNvPr>
                <p:cNvSpPr/>
                <p:nvPr/>
              </p:nvSpPr>
              <p:spPr>
                <a:xfrm>
                  <a:off x="5101595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9" name="pg1549">
                  <a:extLst>
                    <a:ext uri="{FF2B5EF4-FFF2-40B4-BE49-F238E27FC236}">
                      <a16:creationId xmlns:a16="http://schemas.microsoft.com/office/drawing/2014/main" id="{977B3E00-CE9D-EFD1-798A-D7267A3ACF31}"/>
                    </a:ext>
                  </a:extLst>
                </p:cNvPr>
                <p:cNvSpPr/>
                <p:nvPr/>
              </p:nvSpPr>
              <p:spPr>
                <a:xfrm>
                  <a:off x="5113232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0" name="pg1550">
                  <a:extLst>
                    <a:ext uri="{FF2B5EF4-FFF2-40B4-BE49-F238E27FC236}">
                      <a16:creationId xmlns:a16="http://schemas.microsoft.com/office/drawing/2014/main" id="{6E591C73-54E5-44C0-E503-29FC01D386D6}"/>
                    </a:ext>
                  </a:extLst>
                </p:cNvPr>
                <p:cNvSpPr/>
                <p:nvPr/>
              </p:nvSpPr>
              <p:spPr>
                <a:xfrm>
                  <a:off x="5124869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0E1C7">
                    <a:alpha val="100000"/>
                  </a:srgbClr>
                </a:solidFill>
                <a:ln w="5420" cap="flat">
                  <a:solidFill>
                    <a:srgbClr val="A0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1" name="pg1551">
                  <a:extLst>
                    <a:ext uri="{FF2B5EF4-FFF2-40B4-BE49-F238E27FC236}">
                      <a16:creationId xmlns:a16="http://schemas.microsoft.com/office/drawing/2014/main" id="{0FD00904-4183-A323-3055-6C090D46CA24}"/>
                    </a:ext>
                  </a:extLst>
                </p:cNvPr>
                <p:cNvSpPr/>
                <p:nvPr/>
              </p:nvSpPr>
              <p:spPr>
                <a:xfrm>
                  <a:off x="5136507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1">
                    <a:alpha val="100000"/>
                  </a:srgbClr>
                </a:solidFill>
                <a:ln w="5420" cap="flat">
                  <a:solidFill>
                    <a:srgbClr val="93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2" name="pg1552">
                  <a:extLst>
                    <a:ext uri="{FF2B5EF4-FFF2-40B4-BE49-F238E27FC236}">
                      <a16:creationId xmlns:a16="http://schemas.microsoft.com/office/drawing/2014/main" id="{9FEA655A-B9B5-0DB1-E751-B8B1B5B41880}"/>
                    </a:ext>
                  </a:extLst>
                </p:cNvPr>
                <p:cNvSpPr/>
                <p:nvPr/>
              </p:nvSpPr>
              <p:spPr>
                <a:xfrm>
                  <a:off x="5148144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3" name="pg1553">
                  <a:extLst>
                    <a:ext uri="{FF2B5EF4-FFF2-40B4-BE49-F238E27FC236}">
                      <a16:creationId xmlns:a16="http://schemas.microsoft.com/office/drawing/2014/main" id="{C227542E-8186-2B0E-8A93-EC92CC8A23A1}"/>
                    </a:ext>
                  </a:extLst>
                </p:cNvPr>
                <p:cNvSpPr/>
                <p:nvPr/>
              </p:nvSpPr>
              <p:spPr>
                <a:xfrm>
                  <a:off x="5159781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4" name="pg1554">
                  <a:extLst>
                    <a:ext uri="{FF2B5EF4-FFF2-40B4-BE49-F238E27FC236}">
                      <a16:creationId xmlns:a16="http://schemas.microsoft.com/office/drawing/2014/main" id="{49127724-91D2-0315-761B-D576D9A9276A}"/>
                    </a:ext>
                  </a:extLst>
                </p:cNvPr>
                <p:cNvSpPr/>
                <p:nvPr/>
              </p:nvSpPr>
              <p:spPr>
                <a:xfrm>
                  <a:off x="5171419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5" name="pg1555">
                  <a:extLst>
                    <a:ext uri="{FF2B5EF4-FFF2-40B4-BE49-F238E27FC236}">
                      <a16:creationId xmlns:a16="http://schemas.microsoft.com/office/drawing/2014/main" id="{9B89F3A8-2E2F-8791-F9D7-6E57D66B75AF}"/>
                    </a:ext>
                  </a:extLst>
                </p:cNvPr>
                <p:cNvSpPr/>
                <p:nvPr/>
              </p:nvSpPr>
              <p:spPr>
                <a:xfrm>
                  <a:off x="5183056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6" name="pg1556">
                  <a:extLst>
                    <a:ext uri="{FF2B5EF4-FFF2-40B4-BE49-F238E27FC236}">
                      <a16:creationId xmlns:a16="http://schemas.microsoft.com/office/drawing/2014/main" id="{4CFFF725-14FC-B885-570F-85B52D2360CC}"/>
                    </a:ext>
                  </a:extLst>
                </p:cNvPr>
                <p:cNvSpPr/>
                <p:nvPr/>
              </p:nvSpPr>
              <p:spPr>
                <a:xfrm>
                  <a:off x="5194693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7" name="pg1557">
                  <a:extLst>
                    <a:ext uri="{FF2B5EF4-FFF2-40B4-BE49-F238E27FC236}">
                      <a16:creationId xmlns:a16="http://schemas.microsoft.com/office/drawing/2014/main" id="{2E7F0C4F-BA28-FF8E-66F6-F51FAB13589F}"/>
                    </a:ext>
                  </a:extLst>
                </p:cNvPr>
                <p:cNvSpPr/>
                <p:nvPr/>
              </p:nvSpPr>
              <p:spPr>
                <a:xfrm>
                  <a:off x="5206331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8" name="pg1558">
                  <a:extLst>
                    <a:ext uri="{FF2B5EF4-FFF2-40B4-BE49-F238E27FC236}">
                      <a16:creationId xmlns:a16="http://schemas.microsoft.com/office/drawing/2014/main" id="{776179D3-A70B-E993-D886-7252FD0D1D26}"/>
                    </a:ext>
                  </a:extLst>
                </p:cNvPr>
                <p:cNvSpPr/>
                <p:nvPr/>
              </p:nvSpPr>
              <p:spPr>
                <a:xfrm>
                  <a:off x="5217968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9" name="pg1559">
                  <a:extLst>
                    <a:ext uri="{FF2B5EF4-FFF2-40B4-BE49-F238E27FC236}">
                      <a16:creationId xmlns:a16="http://schemas.microsoft.com/office/drawing/2014/main" id="{B8116FB7-7D0B-63EC-CB54-404088EEFF08}"/>
                    </a:ext>
                  </a:extLst>
                </p:cNvPr>
                <p:cNvSpPr/>
                <p:nvPr/>
              </p:nvSpPr>
              <p:spPr>
                <a:xfrm>
                  <a:off x="5055045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0" name="pg1560">
                  <a:extLst>
                    <a:ext uri="{FF2B5EF4-FFF2-40B4-BE49-F238E27FC236}">
                      <a16:creationId xmlns:a16="http://schemas.microsoft.com/office/drawing/2014/main" id="{DD6A3A32-7ED1-754C-ADC6-A4C969D8F782}"/>
                    </a:ext>
                  </a:extLst>
                </p:cNvPr>
                <p:cNvSpPr/>
                <p:nvPr/>
              </p:nvSpPr>
              <p:spPr>
                <a:xfrm>
                  <a:off x="5066683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1" name="pg1561">
                  <a:extLst>
                    <a:ext uri="{FF2B5EF4-FFF2-40B4-BE49-F238E27FC236}">
                      <a16:creationId xmlns:a16="http://schemas.microsoft.com/office/drawing/2014/main" id="{B1349F05-C5FC-C120-575E-E671498360DF}"/>
                    </a:ext>
                  </a:extLst>
                </p:cNvPr>
                <p:cNvSpPr/>
                <p:nvPr/>
              </p:nvSpPr>
              <p:spPr>
                <a:xfrm>
                  <a:off x="5078320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1">
                    <a:alpha val="100000"/>
                  </a:srgbClr>
                </a:solidFill>
                <a:ln w="5420" cap="flat">
                  <a:solidFill>
                    <a:srgbClr val="93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2" name="pg1562">
                  <a:extLst>
                    <a:ext uri="{FF2B5EF4-FFF2-40B4-BE49-F238E27FC236}">
                      <a16:creationId xmlns:a16="http://schemas.microsoft.com/office/drawing/2014/main" id="{E6649A59-B31F-48D0-AA54-2531348333E6}"/>
                    </a:ext>
                  </a:extLst>
                </p:cNvPr>
                <p:cNvSpPr/>
                <p:nvPr/>
              </p:nvSpPr>
              <p:spPr>
                <a:xfrm>
                  <a:off x="5089957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9DFC3">
                    <a:alpha val="100000"/>
                  </a:srgbClr>
                </a:solidFill>
                <a:ln w="5420" cap="flat">
                  <a:solidFill>
                    <a:srgbClr val="99DF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3" name="pg1563">
                  <a:extLst>
                    <a:ext uri="{FF2B5EF4-FFF2-40B4-BE49-F238E27FC236}">
                      <a16:creationId xmlns:a16="http://schemas.microsoft.com/office/drawing/2014/main" id="{018570A3-882A-8F83-D3F5-BBF4650AB4E5}"/>
                    </a:ext>
                  </a:extLst>
                </p:cNvPr>
                <p:cNvSpPr/>
                <p:nvPr/>
              </p:nvSpPr>
              <p:spPr>
                <a:xfrm>
                  <a:off x="5101595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ADFC4">
                    <a:alpha val="100000"/>
                  </a:srgbClr>
                </a:solidFill>
                <a:ln w="5420" cap="flat">
                  <a:solidFill>
                    <a:srgbClr val="9A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4" name="pg1564">
                  <a:extLst>
                    <a:ext uri="{FF2B5EF4-FFF2-40B4-BE49-F238E27FC236}">
                      <a16:creationId xmlns:a16="http://schemas.microsoft.com/office/drawing/2014/main" id="{F08A6844-4884-B05E-2198-70A1CA00B467}"/>
                    </a:ext>
                  </a:extLst>
                </p:cNvPr>
                <p:cNvSpPr/>
                <p:nvPr/>
              </p:nvSpPr>
              <p:spPr>
                <a:xfrm>
                  <a:off x="5113232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5" name="pg1565">
                  <a:extLst>
                    <a:ext uri="{FF2B5EF4-FFF2-40B4-BE49-F238E27FC236}">
                      <a16:creationId xmlns:a16="http://schemas.microsoft.com/office/drawing/2014/main" id="{37C733EC-1C31-6A7C-4593-22B483D463BD}"/>
                    </a:ext>
                  </a:extLst>
                </p:cNvPr>
                <p:cNvSpPr/>
                <p:nvPr/>
              </p:nvSpPr>
              <p:spPr>
                <a:xfrm>
                  <a:off x="5124869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6" name="pg1566">
                  <a:extLst>
                    <a:ext uri="{FF2B5EF4-FFF2-40B4-BE49-F238E27FC236}">
                      <a16:creationId xmlns:a16="http://schemas.microsoft.com/office/drawing/2014/main" id="{2EC7004B-E13C-A5D1-C5AC-71E507EC885A}"/>
                    </a:ext>
                  </a:extLst>
                </p:cNvPr>
                <p:cNvSpPr/>
                <p:nvPr/>
              </p:nvSpPr>
              <p:spPr>
                <a:xfrm>
                  <a:off x="5136507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7" name="pg1567">
                  <a:extLst>
                    <a:ext uri="{FF2B5EF4-FFF2-40B4-BE49-F238E27FC236}">
                      <a16:creationId xmlns:a16="http://schemas.microsoft.com/office/drawing/2014/main" id="{BCEBE6FB-1BB4-69B2-E9D8-43BA23CA65A0}"/>
                    </a:ext>
                  </a:extLst>
                </p:cNvPr>
                <p:cNvSpPr/>
                <p:nvPr/>
              </p:nvSpPr>
              <p:spPr>
                <a:xfrm>
                  <a:off x="5148144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8" name="pg1568">
                  <a:extLst>
                    <a:ext uri="{FF2B5EF4-FFF2-40B4-BE49-F238E27FC236}">
                      <a16:creationId xmlns:a16="http://schemas.microsoft.com/office/drawing/2014/main" id="{6217372B-18AB-EF3A-BBF4-AC2D891A3467}"/>
                    </a:ext>
                  </a:extLst>
                </p:cNvPr>
                <p:cNvSpPr/>
                <p:nvPr/>
              </p:nvSpPr>
              <p:spPr>
                <a:xfrm>
                  <a:off x="5159781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9" name="pg1569">
                  <a:extLst>
                    <a:ext uri="{FF2B5EF4-FFF2-40B4-BE49-F238E27FC236}">
                      <a16:creationId xmlns:a16="http://schemas.microsoft.com/office/drawing/2014/main" id="{36D82FCD-8791-638B-C1FA-E61A7020D754}"/>
                    </a:ext>
                  </a:extLst>
                </p:cNvPr>
                <p:cNvSpPr/>
                <p:nvPr/>
              </p:nvSpPr>
              <p:spPr>
                <a:xfrm>
                  <a:off x="5171419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0" name="pg1570">
                  <a:extLst>
                    <a:ext uri="{FF2B5EF4-FFF2-40B4-BE49-F238E27FC236}">
                      <a16:creationId xmlns:a16="http://schemas.microsoft.com/office/drawing/2014/main" id="{620BE787-6D3C-55A5-899A-C6032053481C}"/>
                    </a:ext>
                  </a:extLst>
                </p:cNvPr>
                <p:cNvSpPr/>
                <p:nvPr/>
              </p:nvSpPr>
              <p:spPr>
                <a:xfrm>
                  <a:off x="5183056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1" name="pg1571">
                  <a:extLst>
                    <a:ext uri="{FF2B5EF4-FFF2-40B4-BE49-F238E27FC236}">
                      <a16:creationId xmlns:a16="http://schemas.microsoft.com/office/drawing/2014/main" id="{67146D93-7E16-388F-28E4-E272ECDFCD0B}"/>
                    </a:ext>
                  </a:extLst>
                </p:cNvPr>
                <p:cNvSpPr/>
                <p:nvPr/>
              </p:nvSpPr>
              <p:spPr>
                <a:xfrm>
                  <a:off x="5194693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2" name="pg1572">
                  <a:extLst>
                    <a:ext uri="{FF2B5EF4-FFF2-40B4-BE49-F238E27FC236}">
                      <a16:creationId xmlns:a16="http://schemas.microsoft.com/office/drawing/2014/main" id="{42D0ECB0-D916-18A8-9E87-CF986F54EC6C}"/>
                    </a:ext>
                  </a:extLst>
                </p:cNvPr>
                <p:cNvSpPr/>
                <p:nvPr/>
              </p:nvSpPr>
              <p:spPr>
                <a:xfrm>
                  <a:off x="5206331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3" name="pg1573">
                  <a:extLst>
                    <a:ext uri="{FF2B5EF4-FFF2-40B4-BE49-F238E27FC236}">
                      <a16:creationId xmlns:a16="http://schemas.microsoft.com/office/drawing/2014/main" id="{7FADE2F0-853A-8033-3026-6A64D761D091}"/>
                    </a:ext>
                  </a:extLst>
                </p:cNvPr>
                <p:cNvSpPr/>
                <p:nvPr/>
              </p:nvSpPr>
              <p:spPr>
                <a:xfrm>
                  <a:off x="5217968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4" name="pg1574">
                  <a:extLst>
                    <a:ext uri="{FF2B5EF4-FFF2-40B4-BE49-F238E27FC236}">
                      <a16:creationId xmlns:a16="http://schemas.microsoft.com/office/drawing/2014/main" id="{A860128D-AEB0-3CAC-4929-CF0EF698627E}"/>
                    </a:ext>
                  </a:extLst>
                </p:cNvPr>
                <p:cNvSpPr/>
                <p:nvPr/>
              </p:nvSpPr>
              <p:spPr>
                <a:xfrm>
                  <a:off x="5008496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5" name="pg1575">
                  <a:extLst>
                    <a:ext uri="{FF2B5EF4-FFF2-40B4-BE49-F238E27FC236}">
                      <a16:creationId xmlns:a16="http://schemas.microsoft.com/office/drawing/2014/main" id="{528D0D1E-6150-EACB-88EC-220ABA690D6E}"/>
                    </a:ext>
                  </a:extLst>
                </p:cNvPr>
                <p:cNvSpPr/>
                <p:nvPr/>
              </p:nvSpPr>
              <p:spPr>
                <a:xfrm>
                  <a:off x="5020133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6" name="pg1576">
                  <a:extLst>
                    <a:ext uri="{FF2B5EF4-FFF2-40B4-BE49-F238E27FC236}">
                      <a16:creationId xmlns:a16="http://schemas.microsoft.com/office/drawing/2014/main" id="{17935DAC-6760-3D1C-B643-DECD89EA71DB}"/>
                    </a:ext>
                  </a:extLst>
                </p:cNvPr>
                <p:cNvSpPr/>
                <p:nvPr/>
              </p:nvSpPr>
              <p:spPr>
                <a:xfrm>
                  <a:off x="5031771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7" name="pg1577">
                  <a:extLst>
                    <a:ext uri="{FF2B5EF4-FFF2-40B4-BE49-F238E27FC236}">
                      <a16:creationId xmlns:a16="http://schemas.microsoft.com/office/drawing/2014/main" id="{2180F210-7762-AA87-6A11-06A052CAEC34}"/>
                    </a:ext>
                  </a:extLst>
                </p:cNvPr>
                <p:cNvSpPr/>
                <p:nvPr/>
              </p:nvSpPr>
              <p:spPr>
                <a:xfrm>
                  <a:off x="5043408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8" name="pg1578">
                  <a:extLst>
                    <a:ext uri="{FF2B5EF4-FFF2-40B4-BE49-F238E27FC236}">
                      <a16:creationId xmlns:a16="http://schemas.microsoft.com/office/drawing/2014/main" id="{917F545B-097D-08E9-CD5B-72260881B4B8}"/>
                    </a:ext>
                  </a:extLst>
                </p:cNvPr>
                <p:cNvSpPr/>
                <p:nvPr/>
              </p:nvSpPr>
              <p:spPr>
                <a:xfrm>
                  <a:off x="5055045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9" name="pg1579">
                  <a:extLst>
                    <a:ext uri="{FF2B5EF4-FFF2-40B4-BE49-F238E27FC236}">
                      <a16:creationId xmlns:a16="http://schemas.microsoft.com/office/drawing/2014/main" id="{8FBC7DF1-07EB-40B2-BA27-E3A46E32E295}"/>
                    </a:ext>
                  </a:extLst>
                </p:cNvPr>
                <p:cNvSpPr/>
                <p:nvPr/>
              </p:nvSpPr>
              <p:spPr>
                <a:xfrm>
                  <a:off x="5066683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0" name="pg1580">
                  <a:extLst>
                    <a:ext uri="{FF2B5EF4-FFF2-40B4-BE49-F238E27FC236}">
                      <a16:creationId xmlns:a16="http://schemas.microsoft.com/office/drawing/2014/main" id="{8E712B2B-234A-F0D7-E4DF-579814C4D7E9}"/>
                    </a:ext>
                  </a:extLst>
                </p:cNvPr>
                <p:cNvSpPr/>
                <p:nvPr/>
              </p:nvSpPr>
              <p:spPr>
                <a:xfrm>
                  <a:off x="5078320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4">
                    <a:alpha val="100000"/>
                  </a:srgbClr>
                </a:solidFill>
                <a:ln w="5420" cap="flat">
                  <a:solidFill>
                    <a:srgbClr val="77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1" name="pg1581">
                  <a:extLst>
                    <a:ext uri="{FF2B5EF4-FFF2-40B4-BE49-F238E27FC236}">
                      <a16:creationId xmlns:a16="http://schemas.microsoft.com/office/drawing/2014/main" id="{9F690CB0-C8D2-5B7E-B8E2-23150BB877F3}"/>
                    </a:ext>
                  </a:extLst>
                </p:cNvPr>
                <p:cNvSpPr/>
                <p:nvPr/>
              </p:nvSpPr>
              <p:spPr>
                <a:xfrm>
                  <a:off x="5089957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2" name="pg1582">
                  <a:extLst>
                    <a:ext uri="{FF2B5EF4-FFF2-40B4-BE49-F238E27FC236}">
                      <a16:creationId xmlns:a16="http://schemas.microsoft.com/office/drawing/2014/main" id="{39DCF557-D257-242E-EF28-8D7FF01AC09A}"/>
                    </a:ext>
                  </a:extLst>
                </p:cNvPr>
                <p:cNvSpPr/>
                <p:nvPr/>
              </p:nvSpPr>
              <p:spPr>
                <a:xfrm>
                  <a:off x="5101595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3" name="pg1583">
                  <a:extLst>
                    <a:ext uri="{FF2B5EF4-FFF2-40B4-BE49-F238E27FC236}">
                      <a16:creationId xmlns:a16="http://schemas.microsoft.com/office/drawing/2014/main" id="{9368D5D0-35D6-C7BF-2F0D-6C571BBA7BC7}"/>
                    </a:ext>
                  </a:extLst>
                </p:cNvPr>
                <p:cNvSpPr/>
                <p:nvPr/>
              </p:nvSpPr>
              <p:spPr>
                <a:xfrm>
                  <a:off x="5113232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4" name="pg1584">
                  <a:extLst>
                    <a:ext uri="{FF2B5EF4-FFF2-40B4-BE49-F238E27FC236}">
                      <a16:creationId xmlns:a16="http://schemas.microsoft.com/office/drawing/2014/main" id="{2FA961CE-B2D5-ECF0-A801-0594D282DC17}"/>
                    </a:ext>
                  </a:extLst>
                </p:cNvPr>
                <p:cNvSpPr/>
                <p:nvPr/>
              </p:nvSpPr>
              <p:spPr>
                <a:xfrm>
                  <a:off x="5124869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5" name="pg1585">
                  <a:extLst>
                    <a:ext uri="{FF2B5EF4-FFF2-40B4-BE49-F238E27FC236}">
                      <a16:creationId xmlns:a16="http://schemas.microsoft.com/office/drawing/2014/main" id="{24E55340-DE57-79AC-DE5F-25C26FC5EC7B}"/>
                    </a:ext>
                  </a:extLst>
                </p:cNvPr>
                <p:cNvSpPr/>
                <p:nvPr/>
              </p:nvSpPr>
              <p:spPr>
                <a:xfrm>
                  <a:off x="5136507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6" name="pg1586">
                  <a:extLst>
                    <a:ext uri="{FF2B5EF4-FFF2-40B4-BE49-F238E27FC236}">
                      <a16:creationId xmlns:a16="http://schemas.microsoft.com/office/drawing/2014/main" id="{DCE4675A-548C-C065-E127-CB25A39B6470}"/>
                    </a:ext>
                  </a:extLst>
                </p:cNvPr>
                <p:cNvSpPr/>
                <p:nvPr/>
              </p:nvSpPr>
              <p:spPr>
                <a:xfrm>
                  <a:off x="5148144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7" name="pg1587">
                  <a:extLst>
                    <a:ext uri="{FF2B5EF4-FFF2-40B4-BE49-F238E27FC236}">
                      <a16:creationId xmlns:a16="http://schemas.microsoft.com/office/drawing/2014/main" id="{A1412CD3-37A7-A7EB-D079-092EE5888B68}"/>
                    </a:ext>
                  </a:extLst>
                </p:cNvPr>
                <p:cNvSpPr/>
                <p:nvPr/>
              </p:nvSpPr>
              <p:spPr>
                <a:xfrm>
                  <a:off x="5159781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8" name="pg1588">
                  <a:extLst>
                    <a:ext uri="{FF2B5EF4-FFF2-40B4-BE49-F238E27FC236}">
                      <a16:creationId xmlns:a16="http://schemas.microsoft.com/office/drawing/2014/main" id="{DDDD0EA1-9FF6-F5F1-8158-3324B133AF77}"/>
                    </a:ext>
                  </a:extLst>
                </p:cNvPr>
                <p:cNvSpPr/>
                <p:nvPr/>
              </p:nvSpPr>
              <p:spPr>
                <a:xfrm>
                  <a:off x="5171419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9" name="pg1589">
                  <a:extLst>
                    <a:ext uri="{FF2B5EF4-FFF2-40B4-BE49-F238E27FC236}">
                      <a16:creationId xmlns:a16="http://schemas.microsoft.com/office/drawing/2014/main" id="{2F9C08DF-D691-3142-ADD6-DFC07A4B8643}"/>
                    </a:ext>
                  </a:extLst>
                </p:cNvPr>
                <p:cNvSpPr/>
                <p:nvPr/>
              </p:nvSpPr>
              <p:spPr>
                <a:xfrm>
                  <a:off x="5183056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0" name="pg1590">
                  <a:extLst>
                    <a:ext uri="{FF2B5EF4-FFF2-40B4-BE49-F238E27FC236}">
                      <a16:creationId xmlns:a16="http://schemas.microsoft.com/office/drawing/2014/main" id="{F11A9E6A-0589-542B-F775-75E33855627C}"/>
                    </a:ext>
                  </a:extLst>
                </p:cNvPr>
                <p:cNvSpPr/>
                <p:nvPr/>
              </p:nvSpPr>
              <p:spPr>
                <a:xfrm>
                  <a:off x="5194693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1" name="pg1591">
                  <a:extLst>
                    <a:ext uri="{FF2B5EF4-FFF2-40B4-BE49-F238E27FC236}">
                      <a16:creationId xmlns:a16="http://schemas.microsoft.com/office/drawing/2014/main" id="{E8C562DA-4116-A267-21EB-F6C4D44CD44D}"/>
                    </a:ext>
                  </a:extLst>
                </p:cNvPr>
                <p:cNvSpPr/>
                <p:nvPr/>
              </p:nvSpPr>
              <p:spPr>
                <a:xfrm>
                  <a:off x="5206331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2" name="pg1592">
                  <a:extLst>
                    <a:ext uri="{FF2B5EF4-FFF2-40B4-BE49-F238E27FC236}">
                      <a16:creationId xmlns:a16="http://schemas.microsoft.com/office/drawing/2014/main" id="{9038BD32-0464-A3A3-6DE5-C683D9321346}"/>
                    </a:ext>
                  </a:extLst>
                </p:cNvPr>
                <p:cNvSpPr/>
                <p:nvPr/>
              </p:nvSpPr>
              <p:spPr>
                <a:xfrm>
                  <a:off x="4996859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3" name="pg1593">
                  <a:extLst>
                    <a:ext uri="{FF2B5EF4-FFF2-40B4-BE49-F238E27FC236}">
                      <a16:creationId xmlns:a16="http://schemas.microsoft.com/office/drawing/2014/main" id="{27646188-B1DF-A38A-B65B-B6E2B734F231}"/>
                    </a:ext>
                  </a:extLst>
                </p:cNvPr>
                <p:cNvSpPr/>
                <p:nvPr/>
              </p:nvSpPr>
              <p:spPr>
                <a:xfrm>
                  <a:off x="5008496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4" name="pg1594">
                  <a:extLst>
                    <a:ext uri="{FF2B5EF4-FFF2-40B4-BE49-F238E27FC236}">
                      <a16:creationId xmlns:a16="http://schemas.microsoft.com/office/drawing/2014/main" id="{0D4ACEB6-A87B-2683-C2B8-EF16FA522E29}"/>
                    </a:ext>
                  </a:extLst>
                </p:cNvPr>
                <p:cNvSpPr/>
                <p:nvPr/>
              </p:nvSpPr>
              <p:spPr>
                <a:xfrm>
                  <a:off x="5020133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5" name="pg1595">
                  <a:extLst>
                    <a:ext uri="{FF2B5EF4-FFF2-40B4-BE49-F238E27FC236}">
                      <a16:creationId xmlns:a16="http://schemas.microsoft.com/office/drawing/2014/main" id="{F944E9BB-B360-A8A6-44D6-891466933AF0}"/>
                    </a:ext>
                  </a:extLst>
                </p:cNvPr>
                <p:cNvSpPr/>
                <p:nvPr/>
              </p:nvSpPr>
              <p:spPr>
                <a:xfrm>
                  <a:off x="5031771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6" name="pg1596">
                  <a:extLst>
                    <a:ext uri="{FF2B5EF4-FFF2-40B4-BE49-F238E27FC236}">
                      <a16:creationId xmlns:a16="http://schemas.microsoft.com/office/drawing/2014/main" id="{F3DD5A1D-91FB-CA38-971E-046ED1B5881C}"/>
                    </a:ext>
                  </a:extLst>
                </p:cNvPr>
                <p:cNvSpPr/>
                <p:nvPr/>
              </p:nvSpPr>
              <p:spPr>
                <a:xfrm>
                  <a:off x="5043408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7" name="pg1597">
                  <a:extLst>
                    <a:ext uri="{FF2B5EF4-FFF2-40B4-BE49-F238E27FC236}">
                      <a16:creationId xmlns:a16="http://schemas.microsoft.com/office/drawing/2014/main" id="{7F4048CF-C99D-2C2B-5ED1-B8B9516DA7C4}"/>
                    </a:ext>
                  </a:extLst>
                </p:cNvPr>
                <p:cNvSpPr/>
                <p:nvPr/>
              </p:nvSpPr>
              <p:spPr>
                <a:xfrm>
                  <a:off x="5055045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8" name="pg1598">
                  <a:extLst>
                    <a:ext uri="{FF2B5EF4-FFF2-40B4-BE49-F238E27FC236}">
                      <a16:creationId xmlns:a16="http://schemas.microsoft.com/office/drawing/2014/main" id="{5CFA5A26-1C45-9D30-8681-3218B1B7E587}"/>
                    </a:ext>
                  </a:extLst>
                </p:cNvPr>
                <p:cNvSpPr/>
                <p:nvPr/>
              </p:nvSpPr>
              <p:spPr>
                <a:xfrm>
                  <a:off x="5066683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9" name="pg1599">
                  <a:extLst>
                    <a:ext uri="{FF2B5EF4-FFF2-40B4-BE49-F238E27FC236}">
                      <a16:creationId xmlns:a16="http://schemas.microsoft.com/office/drawing/2014/main" id="{2F1AEB77-AD93-76E5-11FE-EB8ACC75F9B9}"/>
                    </a:ext>
                  </a:extLst>
                </p:cNvPr>
                <p:cNvSpPr/>
                <p:nvPr/>
              </p:nvSpPr>
              <p:spPr>
                <a:xfrm>
                  <a:off x="5078320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0" name="pg1600">
                  <a:extLst>
                    <a:ext uri="{FF2B5EF4-FFF2-40B4-BE49-F238E27FC236}">
                      <a16:creationId xmlns:a16="http://schemas.microsoft.com/office/drawing/2014/main" id="{783ED858-ED95-8948-F13F-5613E90911BB}"/>
                    </a:ext>
                  </a:extLst>
                </p:cNvPr>
                <p:cNvSpPr/>
                <p:nvPr/>
              </p:nvSpPr>
              <p:spPr>
                <a:xfrm>
                  <a:off x="5089957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1" name="pg1601">
                  <a:extLst>
                    <a:ext uri="{FF2B5EF4-FFF2-40B4-BE49-F238E27FC236}">
                      <a16:creationId xmlns:a16="http://schemas.microsoft.com/office/drawing/2014/main" id="{53A837E7-B1E3-BCED-00F4-CA32033E0C7E}"/>
                    </a:ext>
                  </a:extLst>
                </p:cNvPr>
                <p:cNvSpPr/>
                <p:nvPr/>
              </p:nvSpPr>
              <p:spPr>
                <a:xfrm>
                  <a:off x="5101595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FAD">
                    <a:alpha val="100000"/>
                  </a:srgbClr>
                </a:solidFill>
                <a:ln w="5420" cap="flat">
                  <a:solidFill>
                    <a:srgbClr val="62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2" name="pg1602">
                  <a:extLst>
                    <a:ext uri="{FF2B5EF4-FFF2-40B4-BE49-F238E27FC236}">
                      <a16:creationId xmlns:a16="http://schemas.microsoft.com/office/drawing/2014/main" id="{F50FD0CA-CDDE-93FF-8046-54CFC850618B}"/>
                    </a:ext>
                  </a:extLst>
                </p:cNvPr>
                <p:cNvSpPr/>
                <p:nvPr/>
              </p:nvSpPr>
              <p:spPr>
                <a:xfrm>
                  <a:off x="5113232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3" name="pg1603">
                  <a:extLst>
                    <a:ext uri="{FF2B5EF4-FFF2-40B4-BE49-F238E27FC236}">
                      <a16:creationId xmlns:a16="http://schemas.microsoft.com/office/drawing/2014/main" id="{484BF134-626F-12C6-F62A-9B3104A4FB8B}"/>
                    </a:ext>
                  </a:extLst>
                </p:cNvPr>
                <p:cNvSpPr/>
                <p:nvPr/>
              </p:nvSpPr>
              <p:spPr>
                <a:xfrm>
                  <a:off x="5124869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4" name="pg1604">
                  <a:extLst>
                    <a:ext uri="{FF2B5EF4-FFF2-40B4-BE49-F238E27FC236}">
                      <a16:creationId xmlns:a16="http://schemas.microsoft.com/office/drawing/2014/main" id="{406D5A8E-F1C2-E553-F773-73463E2A7EB1}"/>
                    </a:ext>
                  </a:extLst>
                </p:cNvPr>
                <p:cNvSpPr/>
                <p:nvPr/>
              </p:nvSpPr>
              <p:spPr>
                <a:xfrm>
                  <a:off x="5136507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5" name="pg1605">
                  <a:extLst>
                    <a:ext uri="{FF2B5EF4-FFF2-40B4-BE49-F238E27FC236}">
                      <a16:creationId xmlns:a16="http://schemas.microsoft.com/office/drawing/2014/main" id="{13F4D471-6FB3-9FFA-EDBF-81B99F696954}"/>
                    </a:ext>
                  </a:extLst>
                </p:cNvPr>
                <p:cNvSpPr/>
                <p:nvPr/>
              </p:nvSpPr>
              <p:spPr>
                <a:xfrm>
                  <a:off x="5148144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6" name="pg1606">
                  <a:extLst>
                    <a:ext uri="{FF2B5EF4-FFF2-40B4-BE49-F238E27FC236}">
                      <a16:creationId xmlns:a16="http://schemas.microsoft.com/office/drawing/2014/main" id="{5DF5031A-63F8-392D-1702-2B9D19C567B1}"/>
                    </a:ext>
                  </a:extLst>
                </p:cNvPr>
                <p:cNvSpPr/>
                <p:nvPr/>
              </p:nvSpPr>
              <p:spPr>
                <a:xfrm>
                  <a:off x="5159781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7" name="pg1607">
                  <a:extLst>
                    <a:ext uri="{FF2B5EF4-FFF2-40B4-BE49-F238E27FC236}">
                      <a16:creationId xmlns:a16="http://schemas.microsoft.com/office/drawing/2014/main" id="{89CE7CDA-5AC3-1B8B-356F-0D343E2E25E7}"/>
                    </a:ext>
                  </a:extLst>
                </p:cNvPr>
                <p:cNvSpPr/>
                <p:nvPr/>
              </p:nvSpPr>
              <p:spPr>
                <a:xfrm>
                  <a:off x="5171419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8" name="pg1608">
                  <a:extLst>
                    <a:ext uri="{FF2B5EF4-FFF2-40B4-BE49-F238E27FC236}">
                      <a16:creationId xmlns:a16="http://schemas.microsoft.com/office/drawing/2014/main" id="{8AA21AE5-60F9-8E71-8B22-7587E62A48D8}"/>
                    </a:ext>
                  </a:extLst>
                </p:cNvPr>
                <p:cNvSpPr/>
                <p:nvPr/>
              </p:nvSpPr>
              <p:spPr>
                <a:xfrm>
                  <a:off x="5183056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9" name="pg1609">
                  <a:extLst>
                    <a:ext uri="{FF2B5EF4-FFF2-40B4-BE49-F238E27FC236}">
                      <a16:creationId xmlns:a16="http://schemas.microsoft.com/office/drawing/2014/main" id="{05A8AD06-3256-299E-8F04-C223DC68D8D4}"/>
                    </a:ext>
                  </a:extLst>
                </p:cNvPr>
                <p:cNvSpPr/>
                <p:nvPr/>
              </p:nvSpPr>
              <p:spPr>
                <a:xfrm>
                  <a:off x="5194693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0" name="pg1610">
                  <a:extLst>
                    <a:ext uri="{FF2B5EF4-FFF2-40B4-BE49-F238E27FC236}">
                      <a16:creationId xmlns:a16="http://schemas.microsoft.com/office/drawing/2014/main" id="{62DAD6A8-F386-FCA2-8A62-A912C63AF77B}"/>
                    </a:ext>
                  </a:extLst>
                </p:cNvPr>
                <p:cNvSpPr/>
                <p:nvPr/>
              </p:nvSpPr>
              <p:spPr>
                <a:xfrm>
                  <a:off x="5206331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1" name="pg1611">
                  <a:extLst>
                    <a:ext uri="{FF2B5EF4-FFF2-40B4-BE49-F238E27FC236}">
                      <a16:creationId xmlns:a16="http://schemas.microsoft.com/office/drawing/2014/main" id="{5A8357A0-7F00-D755-AB53-18E5EC5859C0}"/>
                    </a:ext>
                  </a:extLst>
                </p:cNvPr>
                <p:cNvSpPr/>
                <p:nvPr/>
              </p:nvSpPr>
              <p:spPr>
                <a:xfrm>
                  <a:off x="4996859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2" name="pg1612">
                  <a:extLst>
                    <a:ext uri="{FF2B5EF4-FFF2-40B4-BE49-F238E27FC236}">
                      <a16:creationId xmlns:a16="http://schemas.microsoft.com/office/drawing/2014/main" id="{6C5367F0-918F-712F-A9F7-3250F8E6A57A}"/>
                    </a:ext>
                  </a:extLst>
                </p:cNvPr>
                <p:cNvSpPr/>
                <p:nvPr/>
              </p:nvSpPr>
              <p:spPr>
                <a:xfrm>
                  <a:off x="5008496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3" name="pg1613">
                  <a:extLst>
                    <a:ext uri="{FF2B5EF4-FFF2-40B4-BE49-F238E27FC236}">
                      <a16:creationId xmlns:a16="http://schemas.microsoft.com/office/drawing/2014/main" id="{8545CB90-1F1C-57B6-33C6-6DB85849E383}"/>
                    </a:ext>
                  </a:extLst>
                </p:cNvPr>
                <p:cNvSpPr/>
                <p:nvPr/>
              </p:nvSpPr>
              <p:spPr>
                <a:xfrm>
                  <a:off x="5020133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4" name="pg1614">
                  <a:extLst>
                    <a:ext uri="{FF2B5EF4-FFF2-40B4-BE49-F238E27FC236}">
                      <a16:creationId xmlns:a16="http://schemas.microsoft.com/office/drawing/2014/main" id="{145F283C-BA66-4357-86F3-46494F1D416D}"/>
                    </a:ext>
                  </a:extLst>
                </p:cNvPr>
                <p:cNvSpPr/>
                <p:nvPr/>
              </p:nvSpPr>
              <p:spPr>
                <a:xfrm>
                  <a:off x="5031771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5" name="pg1615">
                  <a:extLst>
                    <a:ext uri="{FF2B5EF4-FFF2-40B4-BE49-F238E27FC236}">
                      <a16:creationId xmlns:a16="http://schemas.microsoft.com/office/drawing/2014/main" id="{4D530A4C-897C-A16C-4BC3-A70103C7083F}"/>
                    </a:ext>
                  </a:extLst>
                </p:cNvPr>
                <p:cNvSpPr/>
                <p:nvPr/>
              </p:nvSpPr>
              <p:spPr>
                <a:xfrm>
                  <a:off x="5043408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6" name="pg1616">
                  <a:extLst>
                    <a:ext uri="{FF2B5EF4-FFF2-40B4-BE49-F238E27FC236}">
                      <a16:creationId xmlns:a16="http://schemas.microsoft.com/office/drawing/2014/main" id="{67671B27-137B-2335-2097-F23DB20A55BE}"/>
                    </a:ext>
                  </a:extLst>
                </p:cNvPr>
                <p:cNvSpPr/>
                <p:nvPr/>
              </p:nvSpPr>
              <p:spPr>
                <a:xfrm>
                  <a:off x="5055045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7" name="pg1617">
                  <a:extLst>
                    <a:ext uri="{FF2B5EF4-FFF2-40B4-BE49-F238E27FC236}">
                      <a16:creationId xmlns:a16="http://schemas.microsoft.com/office/drawing/2014/main" id="{7497B4E8-AADD-767D-179D-2B333806FBDB}"/>
                    </a:ext>
                  </a:extLst>
                </p:cNvPr>
                <p:cNvSpPr/>
                <p:nvPr/>
              </p:nvSpPr>
              <p:spPr>
                <a:xfrm>
                  <a:off x="5066683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8" name="pg1618">
                  <a:extLst>
                    <a:ext uri="{FF2B5EF4-FFF2-40B4-BE49-F238E27FC236}">
                      <a16:creationId xmlns:a16="http://schemas.microsoft.com/office/drawing/2014/main" id="{03DDDAE4-18D3-5F6E-E108-48435B8336BC}"/>
                    </a:ext>
                  </a:extLst>
                </p:cNvPr>
                <p:cNvSpPr/>
                <p:nvPr/>
              </p:nvSpPr>
              <p:spPr>
                <a:xfrm>
                  <a:off x="5078320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9" name="pg1619">
                  <a:extLst>
                    <a:ext uri="{FF2B5EF4-FFF2-40B4-BE49-F238E27FC236}">
                      <a16:creationId xmlns:a16="http://schemas.microsoft.com/office/drawing/2014/main" id="{690D9CFA-8285-B94E-B515-750FC993EC66}"/>
                    </a:ext>
                  </a:extLst>
                </p:cNvPr>
                <p:cNvSpPr/>
                <p:nvPr/>
              </p:nvSpPr>
              <p:spPr>
                <a:xfrm>
                  <a:off x="5089957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0" name="pg1620">
                  <a:extLst>
                    <a:ext uri="{FF2B5EF4-FFF2-40B4-BE49-F238E27FC236}">
                      <a16:creationId xmlns:a16="http://schemas.microsoft.com/office/drawing/2014/main" id="{8B1E8ED4-B064-B858-706E-A14A73236DA1}"/>
                    </a:ext>
                  </a:extLst>
                </p:cNvPr>
                <p:cNvSpPr/>
                <p:nvPr/>
              </p:nvSpPr>
              <p:spPr>
                <a:xfrm>
                  <a:off x="5101595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1" name="pg1621">
                  <a:extLst>
                    <a:ext uri="{FF2B5EF4-FFF2-40B4-BE49-F238E27FC236}">
                      <a16:creationId xmlns:a16="http://schemas.microsoft.com/office/drawing/2014/main" id="{52FD35D1-1030-9415-2D2E-864322C469F2}"/>
                    </a:ext>
                  </a:extLst>
                </p:cNvPr>
                <p:cNvSpPr/>
                <p:nvPr/>
              </p:nvSpPr>
              <p:spPr>
                <a:xfrm>
                  <a:off x="5113232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2" name="pg1622">
                  <a:extLst>
                    <a:ext uri="{FF2B5EF4-FFF2-40B4-BE49-F238E27FC236}">
                      <a16:creationId xmlns:a16="http://schemas.microsoft.com/office/drawing/2014/main" id="{B349F335-5BE9-993F-5617-579793F5F0D6}"/>
                    </a:ext>
                  </a:extLst>
                </p:cNvPr>
                <p:cNvSpPr/>
                <p:nvPr/>
              </p:nvSpPr>
              <p:spPr>
                <a:xfrm>
                  <a:off x="5124869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3" name="pg1623">
                  <a:extLst>
                    <a:ext uri="{FF2B5EF4-FFF2-40B4-BE49-F238E27FC236}">
                      <a16:creationId xmlns:a16="http://schemas.microsoft.com/office/drawing/2014/main" id="{AB593B68-E9DE-0450-AF0C-6F09444882F3}"/>
                    </a:ext>
                  </a:extLst>
                </p:cNvPr>
                <p:cNvSpPr/>
                <p:nvPr/>
              </p:nvSpPr>
              <p:spPr>
                <a:xfrm>
                  <a:off x="5136507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4" name="pg1624">
                  <a:extLst>
                    <a:ext uri="{FF2B5EF4-FFF2-40B4-BE49-F238E27FC236}">
                      <a16:creationId xmlns:a16="http://schemas.microsoft.com/office/drawing/2014/main" id="{65A20669-9D3C-003D-6544-362F304071B9}"/>
                    </a:ext>
                  </a:extLst>
                </p:cNvPr>
                <p:cNvSpPr/>
                <p:nvPr/>
              </p:nvSpPr>
              <p:spPr>
                <a:xfrm>
                  <a:off x="5148144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5" name="pg1625">
                  <a:extLst>
                    <a:ext uri="{FF2B5EF4-FFF2-40B4-BE49-F238E27FC236}">
                      <a16:creationId xmlns:a16="http://schemas.microsoft.com/office/drawing/2014/main" id="{BEF35964-D1FC-965F-7A1A-C1066CCE15F7}"/>
                    </a:ext>
                  </a:extLst>
                </p:cNvPr>
                <p:cNvSpPr/>
                <p:nvPr/>
              </p:nvSpPr>
              <p:spPr>
                <a:xfrm>
                  <a:off x="5159781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6" name="pg1626">
                  <a:extLst>
                    <a:ext uri="{FF2B5EF4-FFF2-40B4-BE49-F238E27FC236}">
                      <a16:creationId xmlns:a16="http://schemas.microsoft.com/office/drawing/2014/main" id="{D6C47F7D-33E3-DB9E-BF8B-9B5E1DF378C9}"/>
                    </a:ext>
                  </a:extLst>
                </p:cNvPr>
                <p:cNvSpPr/>
                <p:nvPr/>
              </p:nvSpPr>
              <p:spPr>
                <a:xfrm>
                  <a:off x="5171419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7" name="pg1627">
                  <a:extLst>
                    <a:ext uri="{FF2B5EF4-FFF2-40B4-BE49-F238E27FC236}">
                      <a16:creationId xmlns:a16="http://schemas.microsoft.com/office/drawing/2014/main" id="{066E5A89-A066-5A19-3975-608E5A22B658}"/>
                    </a:ext>
                  </a:extLst>
                </p:cNvPr>
                <p:cNvSpPr/>
                <p:nvPr/>
              </p:nvSpPr>
              <p:spPr>
                <a:xfrm>
                  <a:off x="5183056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8" name="pg1628">
                  <a:extLst>
                    <a:ext uri="{FF2B5EF4-FFF2-40B4-BE49-F238E27FC236}">
                      <a16:creationId xmlns:a16="http://schemas.microsoft.com/office/drawing/2014/main" id="{907082A3-0B20-9760-B686-D2DD515F2E91}"/>
                    </a:ext>
                  </a:extLst>
                </p:cNvPr>
                <p:cNvSpPr/>
                <p:nvPr/>
              </p:nvSpPr>
              <p:spPr>
                <a:xfrm>
                  <a:off x="5194693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9" name="pg1629">
                  <a:extLst>
                    <a:ext uri="{FF2B5EF4-FFF2-40B4-BE49-F238E27FC236}">
                      <a16:creationId xmlns:a16="http://schemas.microsoft.com/office/drawing/2014/main" id="{7368899A-AE2E-3F76-B42E-9DD21E8AB0AE}"/>
                    </a:ext>
                  </a:extLst>
                </p:cNvPr>
                <p:cNvSpPr/>
                <p:nvPr/>
              </p:nvSpPr>
              <p:spPr>
                <a:xfrm>
                  <a:off x="4996859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0" name="pg1630">
                  <a:extLst>
                    <a:ext uri="{FF2B5EF4-FFF2-40B4-BE49-F238E27FC236}">
                      <a16:creationId xmlns:a16="http://schemas.microsoft.com/office/drawing/2014/main" id="{5AD0268D-A14C-B13E-8935-264547F7A64D}"/>
                    </a:ext>
                  </a:extLst>
                </p:cNvPr>
                <p:cNvSpPr/>
                <p:nvPr/>
              </p:nvSpPr>
              <p:spPr>
                <a:xfrm>
                  <a:off x="5008496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1" name="pg1631">
                  <a:extLst>
                    <a:ext uri="{FF2B5EF4-FFF2-40B4-BE49-F238E27FC236}">
                      <a16:creationId xmlns:a16="http://schemas.microsoft.com/office/drawing/2014/main" id="{C89C1B78-B3A1-E363-DFE6-A4BDCB0136C5}"/>
                    </a:ext>
                  </a:extLst>
                </p:cNvPr>
                <p:cNvSpPr/>
                <p:nvPr/>
              </p:nvSpPr>
              <p:spPr>
                <a:xfrm>
                  <a:off x="5020133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2" name="pg1632">
                  <a:extLst>
                    <a:ext uri="{FF2B5EF4-FFF2-40B4-BE49-F238E27FC236}">
                      <a16:creationId xmlns:a16="http://schemas.microsoft.com/office/drawing/2014/main" id="{CBFE6B96-3CC5-4917-96A9-E5C5E60E56BC}"/>
                    </a:ext>
                  </a:extLst>
                </p:cNvPr>
                <p:cNvSpPr/>
                <p:nvPr/>
              </p:nvSpPr>
              <p:spPr>
                <a:xfrm>
                  <a:off x="5031771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3" name="pg1633">
                  <a:extLst>
                    <a:ext uri="{FF2B5EF4-FFF2-40B4-BE49-F238E27FC236}">
                      <a16:creationId xmlns:a16="http://schemas.microsoft.com/office/drawing/2014/main" id="{99862BF4-F4D6-6749-7E4A-091B3497E386}"/>
                    </a:ext>
                  </a:extLst>
                </p:cNvPr>
                <p:cNvSpPr/>
                <p:nvPr/>
              </p:nvSpPr>
              <p:spPr>
                <a:xfrm>
                  <a:off x="5043408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4" name="pg1634">
                  <a:extLst>
                    <a:ext uri="{FF2B5EF4-FFF2-40B4-BE49-F238E27FC236}">
                      <a16:creationId xmlns:a16="http://schemas.microsoft.com/office/drawing/2014/main" id="{09FB76BF-A33E-660A-4BBD-604B49B86347}"/>
                    </a:ext>
                  </a:extLst>
                </p:cNvPr>
                <p:cNvSpPr/>
                <p:nvPr/>
              </p:nvSpPr>
              <p:spPr>
                <a:xfrm>
                  <a:off x="5055045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5" name="pg1635">
                  <a:extLst>
                    <a:ext uri="{FF2B5EF4-FFF2-40B4-BE49-F238E27FC236}">
                      <a16:creationId xmlns:a16="http://schemas.microsoft.com/office/drawing/2014/main" id="{B2CE95A6-133B-09D2-BFB0-EC14AF13158C}"/>
                    </a:ext>
                  </a:extLst>
                </p:cNvPr>
                <p:cNvSpPr/>
                <p:nvPr/>
              </p:nvSpPr>
              <p:spPr>
                <a:xfrm>
                  <a:off x="5066683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6" name="pg1636">
                  <a:extLst>
                    <a:ext uri="{FF2B5EF4-FFF2-40B4-BE49-F238E27FC236}">
                      <a16:creationId xmlns:a16="http://schemas.microsoft.com/office/drawing/2014/main" id="{79E759FD-8196-C58F-7E92-0F5996C767D8}"/>
                    </a:ext>
                  </a:extLst>
                </p:cNvPr>
                <p:cNvSpPr/>
                <p:nvPr/>
              </p:nvSpPr>
              <p:spPr>
                <a:xfrm>
                  <a:off x="5078320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7" name="pg1637">
                  <a:extLst>
                    <a:ext uri="{FF2B5EF4-FFF2-40B4-BE49-F238E27FC236}">
                      <a16:creationId xmlns:a16="http://schemas.microsoft.com/office/drawing/2014/main" id="{E25465FD-63EA-C01F-5306-52630A5A776C}"/>
                    </a:ext>
                  </a:extLst>
                </p:cNvPr>
                <p:cNvSpPr/>
                <p:nvPr/>
              </p:nvSpPr>
              <p:spPr>
                <a:xfrm>
                  <a:off x="5089957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8" name="pg1638">
                  <a:extLst>
                    <a:ext uri="{FF2B5EF4-FFF2-40B4-BE49-F238E27FC236}">
                      <a16:creationId xmlns:a16="http://schemas.microsoft.com/office/drawing/2014/main" id="{A88079F5-85F7-02FD-9836-7F55E9F73981}"/>
                    </a:ext>
                  </a:extLst>
                </p:cNvPr>
                <p:cNvSpPr/>
                <p:nvPr/>
              </p:nvSpPr>
              <p:spPr>
                <a:xfrm>
                  <a:off x="5101595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9" name="pg1639">
                  <a:extLst>
                    <a:ext uri="{FF2B5EF4-FFF2-40B4-BE49-F238E27FC236}">
                      <a16:creationId xmlns:a16="http://schemas.microsoft.com/office/drawing/2014/main" id="{4F8C2BDB-1305-5AD1-D5C2-AF844E0096BC}"/>
                    </a:ext>
                  </a:extLst>
                </p:cNvPr>
                <p:cNvSpPr/>
                <p:nvPr/>
              </p:nvSpPr>
              <p:spPr>
                <a:xfrm>
                  <a:off x="5113232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0" name="pg1640">
                  <a:extLst>
                    <a:ext uri="{FF2B5EF4-FFF2-40B4-BE49-F238E27FC236}">
                      <a16:creationId xmlns:a16="http://schemas.microsoft.com/office/drawing/2014/main" id="{67D5A409-2C0A-197E-18DF-80313040E310}"/>
                    </a:ext>
                  </a:extLst>
                </p:cNvPr>
                <p:cNvSpPr/>
                <p:nvPr/>
              </p:nvSpPr>
              <p:spPr>
                <a:xfrm>
                  <a:off x="5124869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1" name="pg1641">
                  <a:extLst>
                    <a:ext uri="{FF2B5EF4-FFF2-40B4-BE49-F238E27FC236}">
                      <a16:creationId xmlns:a16="http://schemas.microsoft.com/office/drawing/2014/main" id="{237C06A1-46C5-5E54-A6BF-18CFF7C9C37F}"/>
                    </a:ext>
                  </a:extLst>
                </p:cNvPr>
                <p:cNvSpPr/>
                <p:nvPr/>
              </p:nvSpPr>
              <p:spPr>
                <a:xfrm>
                  <a:off x="5136507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2" name="pg1642">
                  <a:extLst>
                    <a:ext uri="{FF2B5EF4-FFF2-40B4-BE49-F238E27FC236}">
                      <a16:creationId xmlns:a16="http://schemas.microsoft.com/office/drawing/2014/main" id="{811F463E-CD2A-C105-F7F3-150E01B5B80A}"/>
                    </a:ext>
                  </a:extLst>
                </p:cNvPr>
                <p:cNvSpPr/>
                <p:nvPr/>
              </p:nvSpPr>
              <p:spPr>
                <a:xfrm>
                  <a:off x="5148144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3" name="pg1643">
                  <a:extLst>
                    <a:ext uri="{FF2B5EF4-FFF2-40B4-BE49-F238E27FC236}">
                      <a16:creationId xmlns:a16="http://schemas.microsoft.com/office/drawing/2014/main" id="{CCF1B32B-28A7-80A9-13BA-D5A22FF1B294}"/>
                    </a:ext>
                  </a:extLst>
                </p:cNvPr>
                <p:cNvSpPr/>
                <p:nvPr/>
              </p:nvSpPr>
              <p:spPr>
                <a:xfrm>
                  <a:off x="5159781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4" name="pg1644">
                  <a:extLst>
                    <a:ext uri="{FF2B5EF4-FFF2-40B4-BE49-F238E27FC236}">
                      <a16:creationId xmlns:a16="http://schemas.microsoft.com/office/drawing/2014/main" id="{3A3993CA-AC45-10CB-DABD-458ED2B572FE}"/>
                    </a:ext>
                  </a:extLst>
                </p:cNvPr>
                <p:cNvSpPr/>
                <p:nvPr/>
              </p:nvSpPr>
              <p:spPr>
                <a:xfrm>
                  <a:off x="5171419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5" name="pg1645">
                  <a:extLst>
                    <a:ext uri="{FF2B5EF4-FFF2-40B4-BE49-F238E27FC236}">
                      <a16:creationId xmlns:a16="http://schemas.microsoft.com/office/drawing/2014/main" id="{81F7B5CE-ED6A-0E09-C953-36894BDE7985}"/>
                    </a:ext>
                  </a:extLst>
                </p:cNvPr>
                <p:cNvSpPr/>
                <p:nvPr/>
              </p:nvSpPr>
              <p:spPr>
                <a:xfrm>
                  <a:off x="5183056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6" name="pg1646">
                  <a:extLst>
                    <a:ext uri="{FF2B5EF4-FFF2-40B4-BE49-F238E27FC236}">
                      <a16:creationId xmlns:a16="http://schemas.microsoft.com/office/drawing/2014/main" id="{884DDF9C-A1E1-ABB0-4A67-1A4C4DDF37F6}"/>
                    </a:ext>
                  </a:extLst>
                </p:cNvPr>
                <p:cNvSpPr/>
                <p:nvPr/>
              </p:nvSpPr>
              <p:spPr>
                <a:xfrm>
                  <a:off x="5008496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7" name="pg1647">
                  <a:extLst>
                    <a:ext uri="{FF2B5EF4-FFF2-40B4-BE49-F238E27FC236}">
                      <a16:creationId xmlns:a16="http://schemas.microsoft.com/office/drawing/2014/main" id="{9A0A6F8E-2C7D-13E5-25F2-114900F80DAF}"/>
                    </a:ext>
                  </a:extLst>
                </p:cNvPr>
                <p:cNvSpPr/>
                <p:nvPr/>
              </p:nvSpPr>
              <p:spPr>
                <a:xfrm>
                  <a:off x="5020133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8" name="pg1648">
                  <a:extLst>
                    <a:ext uri="{FF2B5EF4-FFF2-40B4-BE49-F238E27FC236}">
                      <a16:creationId xmlns:a16="http://schemas.microsoft.com/office/drawing/2014/main" id="{F79212A2-53F7-D43D-7B2B-1750BC85D9DA}"/>
                    </a:ext>
                  </a:extLst>
                </p:cNvPr>
                <p:cNvSpPr/>
                <p:nvPr/>
              </p:nvSpPr>
              <p:spPr>
                <a:xfrm>
                  <a:off x="5031771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9" name="pg1649">
                  <a:extLst>
                    <a:ext uri="{FF2B5EF4-FFF2-40B4-BE49-F238E27FC236}">
                      <a16:creationId xmlns:a16="http://schemas.microsoft.com/office/drawing/2014/main" id="{10C89C8C-4D20-3870-C33C-F8A33D8EFF87}"/>
                    </a:ext>
                  </a:extLst>
                </p:cNvPr>
                <p:cNvSpPr/>
                <p:nvPr/>
              </p:nvSpPr>
              <p:spPr>
                <a:xfrm>
                  <a:off x="5043408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0" name="pg1650">
                  <a:extLst>
                    <a:ext uri="{FF2B5EF4-FFF2-40B4-BE49-F238E27FC236}">
                      <a16:creationId xmlns:a16="http://schemas.microsoft.com/office/drawing/2014/main" id="{B459F932-1C24-C4C7-0DD4-C7AE44E9A455}"/>
                    </a:ext>
                  </a:extLst>
                </p:cNvPr>
                <p:cNvSpPr/>
                <p:nvPr/>
              </p:nvSpPr>
              <p:spPr>
                <a:xfrm>
                  <a:off x="5055045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1" name="pg1651">
                  <a:extLst>
                    <a:ext uri="{FF2B5EF4-FFF2-40B4-BE49-F238E27FC236}">
                      <a16:creationId xmlns:a16="http://schemas.microsoft.com/office/drawing/2014/main" id="{A00A48B5-8332-1CDE-B4B0-5DBDF6875CB9}"/>
                    </a:ext>
                  </a:extLst>
                </p:cNvPr>
                <p:cNvSpPr/>
                <p:nvPr/>
              </p:nvSpPr>
              <p:spPr>
                <a:xfrm>
                  <a:off x="5066683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2" name="pg1652">
                  <a:extLst>
                    <a:ext uri="{FF2B5EF4-FFF2-40B4-BE49-F238E27FC236}">
                      <a16:creationId xmlns:a16="http://schemas.microsoft.com/office/drawing/2014/main" id="{ADFBB06F-E5A1-F8B3-C99D-B0C46161FAE7}"/>
                    </a:ext>
                  </a:extLst>
                </p:cNvPr>
                <p:cNvSpPr/>
                <p:nvPr/>
              </p:nvSpPr>
              <p:spPr>
                <a:xfrm>
                  <a:off x="5078320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3" name="pg1653">
                  <a:extLst>
                    <a:ext uri="{FF2B5EF4-FFF2-40B4-BE49-F238E27FC236}">
                      <a16:creationId xmlns:a16="http://schemas.microsoft.com/office/drawing/2014/main" id="{1DCFCD5A-B29A-CE98-9B5A-3B06FDFEEC90}"/>
                    </a:ext>
                  </a:extLst>
                </p:cNvPr>
                <p:cNvSpPr/>
                <p:nvPr/>
              </p:nvSpPr>
              <p:spPr>
                <a:xfrm>
                  <a:off x="5089957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4" name="pg1654">
                  <a:extLst>
                    <a:ext uri="{FF2B5EF4-FFF2-40B4-BE49-F238E27FC236}">
                      <a16:creationId xmlns:a16="http://schemas.microsoft.com/office/drawing/2014/main" id="{A6667FBD-434A-D892-C372-60FD2CB63F59}"/>
                    </a:ext>
                  </a:extLst>
                </p:cNvPr>
                <p:cNvSpPr/>
                <p:nvPr/>
              </p:nvSpPr>
              <p:spPr>
                <a:xfrm>
                  <a:off x="5101595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5" name="pg1655">
                  <a:extLst>
                    <a:ext uri="{FF2B5EF4-FFF2-40B4-BE49-F238E27FC236}">
                      <a16:creationId xmlns:a16="http://schemas.microsoft.com/office/drawing/2014/main" id="{1C484568-5A4B-3750-C5FF-A6158FBD7623}"/>
                    </a:ext>
                  </a:extLst>
                </p:cNvPr>
                <p:cNvSpPr/>
                <p:nvPr/>
              </p:nvSpPr>
              <p:spPr>
                <a:xfrm>
                  <a:off x="5113232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6" name="pg1656">
                  <a:extLst>
                    <a:ext uri="{FF2B5EF4-FFF2-40B4-BE49-F238E27FC236}">
                      <a16:creationId xmlns:a16="http://schemas.microsoft.com/office/drawing/2014/main" id="{98C63119-9305-231F-87F9-213DE0930B7A}"/>
                    </a:ext>
                  </a:extLst>
                </p:cNvPr>
                <p:cNvSpPr/>
                <p:nvPr/>
              </p:nvSpPr>
              <p:spPr>
                <a:xfrm>
                  <a:off x="5124869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7" name="pg1657">
                  <a:extLst>
                    <a:ext uri="{FF2B5EF4-FFF2-40B4-BE49-F238E27FC236}">
                      <a16:creationId xmlns:a16="http://schemas.microsoft.com/office/drawing/2014/main" id="{16F12413-C310-CF60-4854-D20BA7B4823A}"/>
                    </a:ext>
                  </a:extLst>
                </p:cNvPr>
                <p:cNvSpPr/>
                <p:nvPr/>
              </p:nvSpPr>
              <p:spPr>
                <a:xfrm>
                  <a:off x="5136507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8" name="pg1658">
                  <a:extLst>
                    <a:ext uri="{FF2B5EF4-FFF2-40B4-BE49-F238E27FC236}">
                      <a16:creationId xmlns:a16="http://schemas.microsoft.com/office/drawing/2014/main" id="{BE7AA045-CE94-F87B-50CD-246B790CCD83}"/>
                    </a:ext>
                  </a:extLst>
                </p:cNvPr>
                <p:cNvSpPr/>
                <p:nvPr/>
              </p:nvSpPr>
              <p:spPr>
                <a:xfrm>
                  <a:off x="5148144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9" name="pg1659">
                  <a:extLst>
                    <a:ext uri="{FF2B5EF4-FFF2-40B4-BE49-F238E27FC236}">
                      <a16:creationId xmlns:a16="http://schemas.microsoft.com/office/drawing/2014/main" id="{6EED8769-3C56-F30E-03FB-1B1900470BCC}"/>
                    </a:ext>
                  </a:extLst>
                </p:cNvPr>
                <p:cNvSpPr/>
                <p:nvPr/>
              </p:nvSpPr>
              <p:spPr>
                <a:xfrm>
                  <a:off x="5159781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0" name="pg1660">
                  <a:extLst>
                    <a:ext uri="{FF2B5EF4-FFF2-40B4-BE49-F238E27FC236}">
                      <a16:creationId xmlns:a16="http://schemas.microsoft.com/office/drawing/2014/main" id="{C258A60A-AC0C-FCE6-0795-15CA10753311}"/>
                    </a:ext>
                  </a:extLst>
                </p:cNvPr>
                <p:cNvSpPr/>
                <p:nvPr/>
              </p:nvSpPr>
              <p:spPr>
                <a:xfrm>
                  <a:off x="5171419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1" name="pg1661">
                  <a:extLst>
                    <a:ext uri="{FF2B5EF4-FFF2-40B4-BE49-F238E27FC236}">
                      <a16:creationId xmlns:a16="http://schemas.microsoft.com/office/drawing/2014/main" id="{AA6A8D2D-9D94-FC12-4E79-3235BDFD0988}"/>
                    </a:ext>
                  </a:extLst>
                </p:cNvPr>
                <p:cNvSpPr/>
                <p:nvPr/>
              </p:nvSpPr>
              <p:spPr>
                <a:xfrm>
                  <a:off x="5043408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2" name="pg1662">
                  <a:extLst>
                    <a:ext uri="{FF2B5EF4-FFF2-40B4-BE49-F238E27FC236}">
                      <a16:creationId xmlns:a16="http://schemas.microsoft.com/office/drawing/2014/main" id="{BFEB3875-1AF6-63CD-4F46-EEADB7370926}"/>
                    </a:ext>
                  </a:extLst>
                </p:cNvPr>
                <p:cNvSpPr/>
                <p:nvPr/>
              </p:nvSpPr>
              <p:spPr>
                <a:xfrm>
                  <a:off x="5055045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3" name="pg1663">
                  <a:extLst>
                    <a:ext uri="{FF2B5EF4-FFF2-40B4-BE49-F238E27FC236}">
                      <a16:creationId xmlns:a16="http://schemas.microsoft.com/office/drawing/2014/main" id="{1A49BAC1-B154-ECAA-15BD-5FC155702FE8}"/>
                    </a:ext>
                  </a:extLst>
                </p:cNvPr>
                <p:cNvSpPr/>
                <p:nvPr/>
              </p:nvSpPr>
              <p:spPr>
                <a:xfrm>
                  <a:off x="5066683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4" name="pg1664">
                  <a:extLst>
                    <a:ext uri="{FF2B5EF4-FFF2-40B4-BE49-F238E27FC236}">
                      <a16:creationId xmlns:a16="http://schemas.microsoft.com/office/drawing/2014/main" id="{E70764D0-F65F-F8BA-3347-0BE6ADD95BEC}"/>
                    </a:ext>
                  </a:extLst>
                </p:cNvPr>
                <p:cNvSpPr/>
                <p:nvPr/>
              </p:nvSpPr>
              <p:spPr>
                <a:xfrm>
                  <a:off x="5078320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5" name="pg1665">
                  <a:extLst>
                    <a:ext uri="{FF2B5EF4-FFF2-40B4-BE49-F238E27FC236}">
                      <a16:creationId xmlns:a16="http://schemas.microsoft.com/office/drawing/2014/main" id="{0B01C848-476B-D46C-C436-A38DFDDAAFF4}"/>
                    </a:ext>
                  </a:extLst>
                </p:cNvPr>
                <p:cNvSpPr/>
                <p:nvPr/>
              </p:nvSpPr>
              <p:spPr>
                <a:xfrm>
                  <a:off x="5089957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6" name="pg1666">
                  <a:extLst>
                    <a:ext uri="{FF2B5EF4-FFF2-40B4-BE49-F238E27FC236}">
                      <a16:creationId xmlns:a16="http://schemas.microsoft.com/office/drawing/2014/main" id="{C6106A20-1199-B1A7-1715-B667095669E3}"/>
                    </a:ext>
                  </a:extLst>
                </p:cNvPr>
                <p:cNvSpPr/>
                <p:nvPr/>
              </p:nvSpPr>
              <p:spPr>
                <a:xfrm>
                  <a:off x="5101595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7" name="pg1667">
                  <a:extLst>
                    <a:ext uri="{FF2B5EF4-FFF2-40B4-BE49-F238E27FC236}">
                      <a16:creationId xmlns:a16="http://schemas.microsoft.com/office/drawing/2014/main" id="{F367FB89-EDC4-92B6-9524-1E77CDB87ABA}"/>
                    </a:ext>
                  </a:extLst>
                </p:cNvPr>
                <p:cNvSpPr/>
                <p:nvPr/>
              </p:nvSpPr>
              <p:spPr>
                <a:xfrm>
                  <a:off x="5113232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8" name="pg1668">
                  <a:extLst>
                    <a:ext uri="{FF2B5EF4-FFF2-40B4-BE49-F238E27FC236}">
                      <a16:creationId xmlns:a16="http://schemas.microsoft.com/office/drawing/2014/main" id="{ABD891A9-ED4D-C6BB-3CFF-E0E5C30B453A}"/>
                    </a:ext>
                  </a:extLst>
                </p:cNvPr>
                <p:cNvSpPr/>
                <p:nvPr/>
              </p:nvSpPr>
              <p:spPr>
                <a:xfrm>
                  <a:off x="5124869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9" name="pg1669">
                  <a:extLst>
                    <a:ext uri="{FF2B5EF4-FFF2-40B4-BE49-F238E27FC236}">
                      <a16:creationId xmlns:a16="http://schemas.microsoft.com/office/drawing/2014/main" id="{70B35805-C317-6B82-2CCE-DF095B8465F2}"/>
                    </a:ext>
                  </a:extLst>
                </p:cNvPr>
                <p:cNvSpPr/>
                <p:nvPr/>
              </p:nvSpPr>
              <p:spPr>
                <a:xfrm>
                  <a:off x="5136507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0" name="pg1670">
                  <a:extLst>
                    <a:ext uri="{FF2B5EF4-FFF2-40B4-BE49-F238E27FC236}">
                      <a16:creationId xmlns:a16="http://schemas.microsoft.com/office/drawing/2014/main" id="{28AD4C95-8E2E-BD55-2C99-E56EEC47DA80}"/>
                    </a:ext>
                  </a:extLst>
                </p:cNvPr>
                <p:cNvSpPr/>
                <p:nvPr/>
              </p:nvSpPr>
              <p:spPr>
                <a:xfrm>
                  <a:off x="5148144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1" name="pg1671">
                  <a:extLst>
                    <a:ext uri="{FF2B5EF4-FFF2-40B4-BE49-F238E27FC236}">
                      <a16:creationId xmlns:a16="http://schemas.microsoft.com/office/drawing/2014/main" id="{262376DC-17E1-00C5-1285-56A5A3F0B0E4}"/>
                    </a:ext>
                  </a:extLst>
                </p:cNvPr>
                <p:cNvSpPr/>
                <p:nvPr/>
              </p:nvSpPr>
              <p:spPr>
                <a:xfrm>
                  <a:off x="5159781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2" name="pg1672">
                  <a:extLst>
                    <a:ext uri="{FF2B5EF4-FFF2-40B4-BE49-F238E27FC236}">
                      <a16:creationId xmlns:a16="http://schemas.microsoft.com/office/drawing/2014/main" id="{4169D61E-FB64-2EF6-08BE-B37076BACE2B}"/>
                    </a:ext>
                  </a:extLst>
                </p:cNvPr>
                <p:cNvSpPr/>
                <p:nvPr/>
              </p:nvSpPr>
              <p:spPr>
                <a:xfrm>
                  <a:off x="5171419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3" name="pg1673">
                  <a:extLst>
                    <a:ext uri="{FF2B5EF4-FFF2-40B4-BE49-F238E27FC236}">
                      <a16:creationId xmlns:a16="http://schemas.microsoft.com/office/drawing/2014/main" id="{43B8838A-744E-17AA-BA2B-75825E511094}"/>
                    </a:ext>
                  </a:extLst>
                </p:cNvPr>
                <p:cNvSpPr/>
                <p:nvPr/>
              </p:nvSpPr>
              <p:spPr>
                <a:xfrm>
                  <a:off x="5066683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4" name="pg1674">
                  <a:extLst>
                    <a:ext uri="{FF2B5EF4-FFF2-40B4-BE49-F238E27FC236}">
                      <a16:creationId xmlns:a16="http://schemas.microsoft.com/office/drawing/2014/main" id="{E35B4657-08A2-BA7D-26E3-D85858585711}"/>
                    </a:ext>
                  </a:extLst>
                </p:cNvPr>
                <p:cNvSpPr/>
                <p:nvPr/>
              </p:nvSpPr>
              <p:spPr>
                <a:xfrm>
                  <a:off x="5078320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5" name="pg1675">
                  <a:extLst>
                    <a:ext uri="{FF2B5EF4-FFF2-40B4-BE49-F238E27FC236}">
                      <a16:creationId xmlns:a16="http://schemas.microsoft.com/office/drawing/2014/main" id="{BCA81CF4-B740-E475-DC20-B46C7405AB6A}"/>
                    </a:ext>
                  </a:extLst>
                </p:cNvPr>
                <p:cNvSpPr/>
                <p:nvPr/>
              </p:nvSpPr>
              <p:spPr>
                <a:xfrm>
                  <a:off x="5089957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6" name="pg1676">
                  <a:extLst>
                    <a:ext uri="{FF2B5EF4-FFF2-40B4-BE49-F238E27FC236}">
                      <a16:creationId xmlns:a16="http://schemas.microsoft.com/office/drawing/2014/main" id="{C08935F6-1A01-F43F-B043-D434C97C2576}"/>
                    </a:ext>
                  </a:extLst>
                </p:cNvPr>
                <p:cNvSpPr/>
                <p:nvPr/>
              </p:nvSpPr>
              <p:spPr>
                <a:xfrm>
                  <a:off x="5101595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7" name="pg1677">
                  <a:extLst>
                    <a:ext uri="{FF2B5EF4-FFF2-40B4-BE49-F238E27FC236}">
                      <a16:creationId xmlns:a16="http://schemas.microsoft.com/office/drawing/2014/main" id="{88FAF7EA-70F8-39C4-C4E4-B975ABD69964}"/>
                    </a:ext>
                  </a:extLst>
                </p:cNvPr>
                <p:cNvSpPr/>
                <p:nvPr/>
              </p:nvSpPr>
              <p:spPr>
                <a:xfrm>
                  <a:off x="5113232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8" name="pg1678">
                  <a:extLst>
                    <a:ext uri="{FF2B5EF4-FFF2-40B4-BE49-F238E27FC236}">
                      <a16:creationId xmlns:a16="http://schemas.microsoft.com/office/drawing/2014/main" id="{3E0C7DE4-5D6E-C32C-FEEC-9A48A16236BA}"/>
                    </a:ext>
                  </a:extLst>
                </p:cNvPr>
                <p:cNvSpPr/>
                <p:nvPr/>
              </p:nvSpPr>
              <p:spPr>
                <a:xfrm>
                  <a:off x="5124869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9" name="pg1679">
                  <a:extLst>
                    <a:ext uri="{FF2B5EF4-FFF2-40B4-BE49-F238E27FC236}">
                      <a16:creationId xmlns:a16="http://schemas.microsoft.com/office/drawing/2014/main" id="{7C9C156E-B3F9-0244-844A-9D814E175BBF}"/>
                    </a:ext>
                  </a:extLst>
                </p:cNvPr>
                <p:cNvSpPr/>
                <p:nvPr/>
              </p:nvSpPr>
              <p:spPr>
                <a:xfrm>
                  <a:off x="5136507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0" name="pg1680">
                  <a:extLst>
                    <a:ext uri="{FF2B5EF4-FFF2-40B4-BE49-F238E27FC236}">
                      <a16:creationId xmlns:a16="http://schemas.microsoft.com/office/drawing/2014/main" id="{D3C55407-D63A-9626-4B16-9415417F565D}"/>
                    </a:ext>
                  </a:extLst>
                </p:cNvPr>
                <p:cNvSpPr/>
                <p:nvPr/>
              </p:nvSpPr>
              <p:spPr>
                <a:xfrm>
                  <a:off x="5148144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1" name="pg1681">
                  <a:extLst>
                    <a:ext uri="{FF2B5EF4-FFF2-40B4-BE49-F238E27FC236}">
                      <a16:creationId xmlns:a16="http://schemas.microsoft.com/office/drawing/2014/main" id="{5E43B6F0-2BF9-A171-6394-48EC18E6D6C8}"/>
                    </a:ext>
                  </a:extLst>
                </p:cNvPr>
                <p:cNvSpPr/>
                <p:nvPr/>
              </p:nvSpPr>
              <p:spPr>
                <a:xfrm>
                  <a:off x="5159781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2" name="pg1682">
                  <a:extLst>
                    <a:ext uri="{FF2B5EF4-FFF2-40B4-BE49-F238E27FC236}">
                      <a16:creationId xmlns:a16="http://schemas.microsoft.com/office/drawing/2014/main" id="{2DACE3D7-D86D-FB1E-0524-3FD0FD2B2FC4}"/>
                    </a:ext>
                  </a:extLst>
                </p:cNvPr>
                <p:cNvSpPr/>
                <p:nvPr/>
              </p:nvSpPr>
              <p:spPr>
                <a:xfrm>
                  <a:off x="5171419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3" name="pg1683">
                  <a:extLst>
                    <a:ext uri="{FF2B5EF4-FFF2-40B4-BE49-F238E27FC236}">
                      <a16:creationId xmlns:a16="http://schemas.microsoft.com/office/drawing/2014/main" id="{8AFFFC5A-EEF8-BBC9-A660-8A0AB34A36D6}"/>
                    </a:ext>
                  </a:extLst>
                </p:cNvPr>
                <p:cNvSpPr/>
                <p:nvPr/>
              </p:nvSpPr>
              <p:spPr>
                <a:xfrm>
                  <a:off x="5078320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4" name="pg1684">
                  <a:extLst>
                    <a:ext uri="{FF2B5EF4-FFF2-40B4-BE49-F238E27FC236}">
                      <a16:creationId xmlns:a16="http://schemas.microsoft.com/office/drawing/2014/main" id="{61F74B89-9F50-7416-1648-9DE033E95C14}"/>
                    </a:ext>
                  </a:extLst>
                </p:cNvPr>
                <p:cNvSpPr/>
                <p:nvPr/>
              </p:nvSpPr>
              <p:spPr>
                <a:xfrm>
                  <a:off x="5089957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5" name="pg1685">
                  <a:extLst>
                    <a:ext uri="{FF2B5EF4-FFF2-40B4-BE49-F238E27FC236}">
                      <a16:creationId xmlns:a16="http://schemas.microsoft.com/office/drawing/2014/main" id="{A0A912B3-F493-0A38-EDD9-16B3AE251C6D}"/>
                    </a:ext>
                  </a:extLst>
                </p:cNvPr>
                <p:cNvSpPr/>
                <p:nvPr/>
              </p:nvSpPr>
              <p:spPr>
                <a:xfrm>
                  <a:off x="5101595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6" name="pg1686">
                  <a:extLst>
                    <a:ext uri="{FF2B5EF4-FFF2-40B4-BE49-F238E27FC236}">
                      <a16:creationId xmlns:a16="http://schemas.microsoft.com/office/drawing/2014/main" id="{8BC32D48-40B2-349B-C707-8B788820FD04}"/>
                    </a:ext>
                  </a:extLst>
                </p:cNvPr>
                <p:cNvSpPr/>
                <p:nvPr/>
              </p:nvSpPr>
              <p:spPr>
                <a:xfrm>
                  <a:off x="5113232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7" name="pg1687">
                  <a:extLst>
                    <a:ext uri="{FF2B5EF4-FFF2-40B4-BE49-F238E27FC236}">
                      <a16:creationId xmlns:a16="http://schemas.microsoft.com/office/drawing/2014/main" id="{DF3EA490-50D9-B3EF-48E1-B8272B20AD32}"/>
                    </a:ext>
                  </a:extLst>
                </p:cNvPr>
                <p:cNvSpPr/>
                <p:nvPr/>
              </p:nvSpPr>
              <p:spPr>
                <a:xfrm>
                  <a:off x="5124869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8" name="pg1688">
                  <a:extLst>
                    <a:ext uri="{FF2B5EF4-FFF2-40B4-BE49-F238E27FC236}">
                      <a16:creationId xmlns:a16="http://schemas.microsoft.com/office/drawing/2014/main" id="{3AC87AA1-774E-C13B-E17D-7CE9AC1D1E3A}"/>
                    </a:ext>
                  </a:extLst>
                </p:cNvPr>
                <p:cNvSpPr/>
                <p:nvPr/>
              </p:nvSpPr>
              <p:spPr>
                <a:xfrm>
                  <a:off x="5136507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9" name="pg1689">
                  <a:extLst>
                    <a:ext uri="{FF2B5EF4-FFF2-40B4-BE49-F238E27FC236}">
                      <a16:creationId xmlns:a16="http://schemas.microsoft.com/office/drawing/2014/main" id="{A56FD387-9867-D775-5328-7F6955F16C58}"/>
                    </a:ext>
                  </a:extLst>
                </p:cNvPr>
                <p:cNvSpPr/>
                <p:nvPr/>
              </p:nvSpPr>
              <p:spPr>
                <a:xfrm>
                  <a:off x="5148144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0" name="pg1690">
                  <a:extLst>
                    <a:ext uri="{FF2B5EF4-FFF2-40B4-BE49-F238E27FC236}">
                      <a16:creationId xmlns:a16="http://schemas.microsoft.com/office/drawing/2014/main" id="{2F3D0C37-B68C-331A-F89F-68882FA82125}"/>
                    </a:ext>
                  </a:extLst>
                </p:cNvPr>
                <p:cNvSpPr/>
                <p:nvPr/>
              </p:nvSpPr>
              <p:spPr>
                <a:xfrm>
                  <a:off x="5159781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1" name="pg1691">
                  <a:extLst>
                    <a:ext uri="{FF2B5EF4-FFF2-40B4-BE49-F238E27FC236}">
                      <a16:creationId xmlns:a16="http://schemas.microsoft.com/office/drawing/2014/main" id="{D887FF35-1D45-C097-66B5-3FF47EAC2235}"/>
                    </a:ext>
                  </a:extLst>
                </p:cNvPr>
                <p:cNvSpPr/>
                <p:nvPr/>
              </p:nvSpPr>
              <p:spPr>
                <a:xfrm>
                  <a:off x="5171419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2" name="pg1692">
                  <a:extLst>
                    <a:ext uri="{FF2B5EF4-FFF2-40B4-BE49-F238E27FC236}">
                      <a16:creationId xmlns:a16="http://schemas.microsoft.com/office/drawing/2014/main" id="{CE29054E-BF1A-4009-F206-96993B027943}"/>
                    </a:ext>
                  </a:extLst>
                </p:cNvPr>
                <p:cNvSpPr/>
                <p:nvPr/>
              </p:nvSpPr>
              <p:spPr>
                <a:xfrm>
                  <a:off x="5089957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3" name="pg1693">
                  <a:extLst>
                    <a:ext uri="{FF2B5EF4-FFF2-40B4-BE49-F238E27FC236}">
                      <a16:creationId xmlns:a16="http://schemas.microsoft.com/office/drawing/2014/main" id="{6D109B4D-8D80-62B6-3284-C212B2EF368C}"/>
                    </a:ext>
                  </a:extLst>
                </p:cNvPr>
                <p:cNvSpPr/>
                <p:nvPr/>
              </p:nvSpPr>
              <p:spPr>
                <a:xfrm>
                  <a:off x="5101595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4" name="pg1694">
                  <a:extLst>
                    <a:ext uri="{FF2B5EF4-FFF2-40B4-BE49-F238E27FC236}">
                      <a16:creationId xmlns:a16="http://schemas.microsoft.com/office/drawing/2014/main" id="{B8F1304E-229E-D8F6-5F1D-9607D4081F1D}"/>
                    </a:ext>
                  </a:extLst>
                </p:cNvPr>
                <p:cNvSpPr/>
                <p:nvPr/>
              </p:nvSpPr>
              <p:spPr>
                <a:xfrm>
                  <a:off x="5113232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5" name="pg1695">
                  <a:extLst>
                    <a:ext uri="{FF2B5EF4-FFF2-40B4-BE49-F238E27FC236}">
                      <a16:creationId xmlns:a16="http://schemas.microsoft.com/office/drawing/2014/main" id="{FABC3026-D43A-B233-C2C0-5DFE6DBBB9F2}"/>
                    </a:ext>
                  </a:extLst>
                </p:cNvPr>
                <p:cNvSpPr/>
                <p:nvPr/>
              </p:nvSpPr>
              <p:spPr>
                <a:xfrm>
                  <a:off x="5124869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6" name="pg1696">
                  <a:extLst>
                    <a:ext uri="{FF2B5EF4-FFF2-40B4-BE49-F238E27FC236}">
                      <a16:creationId xmlns:a16="http://schemas.microsoft.com/office/drawing/2014/main" id="{AD395FAF-61B8-7E42-6588-95CD8D50D898}"/>
                    </a:ext>
                  </a:extLst>
                </p:cNvPr>
                <p:cNvSpPr/>
                <p:nvPr/>
              </p:nvSpPr>
              <p:spPr>
                <a:xfrm>
                  <a:off x="5136507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7" name="pg1697">
                  <a:extLst>
                    <a:ext uri="{FF2B5EF4-FFF2-40B4-BE49-F238E27FC236}">
                      <a16:creationId xmlns:a16="http://schemas.microsoft.com/office/drawing/2014/main" id="{C6FD557D-4F7A-2526-228C-04517F56ECF1}"/>
                    </a:ext>
                  </a:extLst>
                </p:cNvPr>
                <p:cNvSpPr/>
                <p:nvPr/>
              </p:nvSpPr>
              <p:spPr>
                <a:xfrm>
                  <a:off x="5148144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8" name="pg1698">
                  <a:extLst>
                    <a:ext uri="{FF2B5EF4-FFF2-40B4-BE49-F238E27FC236}">
                      <a16:creationId xmlns:a16="http://schemas.microsoft.com/office/drawing/2014/main" id="{D866400F-28D8-9287-8F97-4F755F11B525}"/>
                    </a:ext>
                  </a:extLst>
                </p:cNvPr>
                <p:cNvSpPr/>
                <p:nvPr/>
              </p:nvSpPr>
              <p:spPr>
                <a:xfrm>
                  <a:off x="5159781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9" name="pg1699">
                  <a:extLst>
                    <a:ext uri="{FF2B5EF4-FFF2-40B4-BE49-F238E27FC236}">
                      <a16:creationId xmlns:a16="http://schemas.microsoft.com/office/drawing/2014/main" id="{65AB0F48-81D3-D698-A794-87948C2A9F7E}"/>
                    </a:ext>
                  </a:extLst>
                </p:cNvPr>
                <p:cNvSpPr/>
                <p:nvPr/>
              </p:nvSpPr>
              <p:spPr>
                <a:xfrm>
                  <a:off x="5171419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0" name="pg1700">
                  <a:extLst>
                    <a:ext uri="{FF2B5EF4-FFF2-40B4-BE49-F238E27FC236}">
                      <a16:creationId xmlns:a16="http://schemas.microsoft.com/office/drawing/2014/main" id="{2CEB42CC-F8BA-3DA7-0B05-E0F790598D24}"/>
                    </a:ext>
                  </a:extLst>
                </p:cNvPr>
                <p:cNvSpPr/>
                <p:nvPr/>
              </p:nvSpPr>
              <p:spPr>
                <a:xfrm>
                  <a:off x="5183056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1" name="pg1701">
                  <a:extLst>
                    <a:ext uri="{FF2B5EF4-FFF2-40B4-BE49-F238E27FC236}">
                      <a16:creationId xmlns:a16="http://schemas.microsoft.com/office/drawing/2014/main" id="{F34AAE7B-01B6-9D98-F993-72A1E9309981}"/>
                    </a:ext>
                  </a:extLst>
                </p:cNvPr>
                <p:cNvSpPr/>
                <p:nvPr/>
              </p:nvSpPr>
              <p:spPr>
                <a:xfrm>
                  <a:off x="5124869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2" name="pg1702">
                  <a:extLst>
                    <a:ext uri="{FF2B5EF4-FFF2-40B4-BE49-F238E27FC236}">
                      <a16:creationId xmlns:a16="http://schemas.microsoft.com/office/drawing/2014/main" id="{51F4A526-B227-9E26-4E65-33316CDE6AED}"/>
                    </a:ext>
                  </a:extLst>
                </p:cNvPr>
                <p:cNvSpPr/>
                <p:nvPr/>
              </p:nvSpPr>
              <p:spPr>
                <a:xfrm>
                  <a:off x="5136507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3" name="pg1703">
                  <a:extLst>
                    <a:ext uri="{FF2B5EF4-FFF2-40B4-BE49-F238E27FC236}">
                      <a16:creationId xmlns:a16="http://schemas.microsoft.com/office/drawing/2014/main" id="{79D4DAAE-A385-8887-F9B7-CF86AC9397CE}"/>
                    </a:ext>
                  </a:extLst>
                </p:cNvPr>
                <p:cNvSpPr/>
                <p:nvPr/>
              </p:nvSpPr>
              <p:spPr>
                <a:xfrm>
                  <a:off x="5148144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4" name="pg1704">
                  <a:extLst>
                    <a:ext uri="{FF2B5EF4-FFF2-40B4-BE49-F238E27FC236}">
                      <a16:creationId xmlns:a16="http://schemas.microsoft.com/office/drawing/2014/main" id="{0A403A13-9811-7B9C-D11D-CEB58AAD17A4}"/>
                    </a:ext>
                  </a:extLst>
                </p:cNvPr>
                <p:cNvSpPr/>
                <p:nvPr/>
              </p:nvSpPr>
              <p:spPr>
                <a:xfrm>
                  <a:off x="5159781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5" name="pg1705">
                  <a:extLst>
                    <a:ext uri="{FF2B5EF4-FFF2-40B4-BE49-F238E27FC236}">
                      <a16:creationId xmlns:a16="http://schemas.microsoft.com/office/drawing/2014/main" id="{173E9527-8781-0559-A937-6DF752CF67E2}"/>
                    </a:ext>
                  </a:extLst>
                </p:cNvPr>
                <p:cNvSpPr/>
                <p:nvPr/>
              </p:nvSpPr>
              <p:spPr>
                <a:xfrm>
                  <a:off x="5171419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6" name="pg1706">
                  <a:extLst>
                    <a:ext uri="{FF2B5EF4-FFF2-40B4-BE49-F238E27FC236}">
                      <a16:creationId xmlns:a16="http://schemas.microsoft.com/office/drawing/2014/main" id="{721A8469-96ED-FA6E-A5E4-5F444E46DC04}"/>
                    </a:ext>
                  </a:extLst>
                </p:cNvPr>
                <p:cNvSpPr/>
                <p:nvPr/>
              </p:nvSpPr>
              <p:spPr>
                <a:xfrm>
                  <a:off x="5183056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7" name="pg1707">
                  <a:extLst>
                    <a:ext uri="{FF2B5EF4-FFF2-40B4-BE49-F238E27FC236}">
                      <a16:creationId xmlns:a16="http://schemas.microsoft.com/office/drawing/2014/main" id="{1BC6D521-2340-CBC2-17CC-D2510E183074}"/>
                    </a:ext>
                  </a:extLst>
                </p:cNvPr>
                <p:cNvSpPr/>
                <p:nvPr/>
              </p:nvSpPr>
              <p:spPr>
                <a:xfrm>
                  <a:off x="5066683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8" name="pg1708">
                  <a:extLst>
                    <a:ext uri="{FF2B5EF4-FFF2-40B4-BE49-F238E27FC236}">
                      <a16:creationId xmlns:a16="http://schemas.microsoft.com/office/drawing/2014/main" id="{111739EE-B3DD-F6AB-E810-33AFFE0B02BF}"/>
                    </a:ext>
                  </a:extLst>
                </p:cNvPr>
                <p:cNvSpPr/>
                <p:nvPr/>
              </p:nvSpPr>
              <p:spPr>
                <a:xfrm>
                  <a:off x="5113232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9" name="pg1709">
                  <a:extLst>
                    <a:ext uri="{FF2B5EF4-FFF2-40B4-BE49-F238E27FC236}">
                      <a16:creationId xmlns:a16="http://schemas.microsoft.com/office/drawing/2014/main" id="{20B78E38-C109-4FF6-F13D-269E2D2790C0}"/>
                    </a:ext>
                  </a:extLst>
                </p:cNvPr>
                <p:cNvSpPr/>
                <p:nvPr/>
              </p:nvSpPr>
              <p:spPr>
                <a:xfrm>
                  <a:off x="5124869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0" name="pg1710">
                  <a:extLst>
                    <a:ext uri="{FF2B5EF4-FFF2-40B4-BE49-F238E27FC236}">
                      <a16:creationId xmlns:a16="http://schemas.microsoft.com/office/drawing/2014/main" id="{52BF9E44-BAC0-DC20-4EB3-854DCDF1868A}"/>
                    </a:ext>
                  </a:extLst>
                </p:cNvPr>
                <p:cNvSpPr/>
                <p:nvPr/>
              </p:nvSpPr>
              <p:spPr>
                <a:xfrm>
                  <a:off x="5136507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1" name="pg1711">
                  <a:extLst>
                    <a:ext uri="{FF2B5EF4-FFF2-40B4-BE49-F238E27FC236}">
                      <a16:creationId xmlns:a16="http://schemas.microsoft.com/office/drawing/2014/main" id="{2953F422-B9BD-99ED-D9A8-ACCE65A5C239}"/>
                    </a:ext>
                  </a:extLst>
                </p:cNvPr>
                <p:cNvSpPr/>
                <p:nvPr/>
              </p:nvSpPr>
              <p:spPr>
                <a:xfrm>
                  <a:off x="5148144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2" name="pg1712">
                  <a:extLst>
                    <a:ext uri="{FF2B5EF4-FFF2-40B4-BE49-F238E27FC236}">
                      <a16:creationId xmlns:a16="http://schemas.microsoft.com/office/drawing/2014/main" id="{361CC3A1-37F4-46A3-4324-4EC7F353BF0B}"/>
                    </a:ext>
                  </a:extLst>
                </p:cNvPr>
                <p:cNvSpPr/>
                <p:nvPr/>
              </p:nvSpPr>
              <p:spPr>
                <a:xfrm>
                  <a:off x="5159781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3" name="pg1713">
                  <a:extLst>
                    <a:ext uri="{FF2B5EF4-FFF2-40B4-BE49-F238E27FC236}">
                      <a16:creationId xmlns:a16="http://schemas.microsoft.com/office/drawing/2014/main" id="{5C690243-FBC5-C695-572B-6E85F193EB32}"/>
                    </a:ext>
                  </a:extLst>
                </p:cNvPr>
                <p:cNvSpPr/>
                <p:nvPr/>
              </p:nvSpPr>
              <p:spPr>
                <a:xfrm>
                  <a:off x="5171419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4" name="pg1714">
                  <a:extLst>
                    <a:ext uri="{FF2B5EF4-FFF2-40B4-BE49-F238E27FC236}">
                      <a16:creationId xmlns:a16="http://schemas.microsoft.com/office/drawing/2014/main" id="{DD8F64EC-D638-3E1D-4779-0576E10C5863}"/>
                    </a:ext>
                  </a:extLst>
                </p:cNvPr>
                <p:cNvSpPr/>
                <p:nvPr/>
              </p:nvSpPr>
              <p:spPr>
                <a:xfrm>
                  <a:off x="5183056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5" name="pg1715">
                  <a:extLst>
                    <a:ext uri="{FF2B5EF4-FFF2-40B4-BE49-F238E27FC236}">
                      <a16:creationId xmlns:a16="http://schemas.microsoft.com/office/drawing/2014/main" id="{574382B7-6E7F-7FCE-23A6-BAD793EF460D}"/>
                    </a:ext>
                  </a:extLst>
                </p:cNvPr>
                <p:cNvSpPr/>
                <p:nvPr/>
              </p:nvSpPr>
              <p:spPr>
                <a:xfrm>
                  <a:off x="5055045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6" name="pg1716">
                  <a:extLst>
                    <a:ext uri="{FF2B5EF4-FFF2-40B4-BE49-F238E27FC236}">
                      <a16:creationId xmlns:a16="http://schemas.microsoft.com/office/drawing/2014/main" id="{72BAF846-5696-0A6D-ED0C-2B9CD71F4C89}"/>
                    </a:ext>
                  </a:extLst>
                </p:cNvPr>
                <p:cNvSpPr/>
                <p:nvPr/>
              </p:nvSpPr>
              <p:spPr>
                <a:xfrm>
                  <a:off x="5066683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7" name="pg1717">
                  <a:extLst>
                    <a:ext uri="{FF2B5EF4-FFF2-40B4-BE49-F238E27FC236}">
                      <a16:creationId xmlns:a16="http://schemas.microsoft.com/office/drawing/2014/main" id="{7EE7B933-E4CD-8478-BB5D-DD71465B1484}"/>
                    </a:ext>
                  </a:extLst>
                </p:cNvPr>
                <p:cNvSpPr/>
                <p:nvPr/>
              </p:nvSpPr>
              <p:spPr>
                <a:xfrm>
                  <a:off x="5078320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8" name="pg1718">
                  <a:extLst>
                    <a:ext uri="{FF2B5EF4-FFF2-40B4-BE49-F238E27FC236}">
                      <a16:creationId xmlns:a16="http://schemas.microsoft.com/office/drawing/2014/main" id="{97BB5612-130E-FBC6-A6F1-8ABD28AADB58}"/>
                    </a:ext>
                  </a:extLst>
                </p:cNvPr>
                <p:cNvSpPr/>
                <p:nvPr/>
              </p:nvSpPr>
              <p:spPr>
                <a:xfrm>
                  <a:off x="5089957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9" name="pg1719">
                  <a:extLst>
                    <a:ext uri="{FF2B5EF4-FFF2-40B4-BE49-F238E27FC236}">
                      <a16:creationId xmlns:a16="http://schemas.microsoft.com/office/drawing/2014/main" id="{60B384F9-5E67-D7BC-60D0-6EE8F67C19FC}"/>
                    </a:ext>
                  </a:extLst>
                </p:cNvPr>
                <p:cNvSpPr/>
                <p:nvPr/>
              </p:nvSpPr>
              <p:spPr>
                <a:xfrm>
                  <a:off x="5101595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0" name="pg1720">
                  <a:extLst>
                    <a:ext uri="{FF2B5EF4-FFF2-40B4-BE49-F238E27FC236}">
                      <a16:creationId xmlns:a16="http://schemas.microsoft.com/office/drawing/2014/main" id="{B4ACAE2E-5AA0-D03E-D6D0-685B59AEC37D}"/>
                    </a:ext>
                  </a:extLst>
                </p:cNvPr>
                <p:cNvSpPr/>
                <p:nvPr/>
              </p:nvSpPr>
              <p:spPr>
                <a:xfrm>
                  <a:off x="5113232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1" name="pg1721">
                  <a:extLst>
                    <a:ext uri="{FF2B5EF4-FFF2-40B4-BE49-F238E27FC236}">
                      <a16:creationId xmlns:a16="http://schemas.microsoft.com/office/drawing/2014/main" id="{F3B5E2FD-C4F2-1E4B-1397-CAC77CF2ABA5}"/>
                    </a:ext>
                  </a:extLst>
                </p:cNvPr>
                <p:cNvSpPr/>
                <p:nvPr/>
              </p:nvSpPr>
              <p:spPr>
                <a:xfrm>
                  <a:off x="5124869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2" name="pg1722">
                  <a:extLst>
                    <a:ext uri="{FF2B5EF4-FFF2-40B4-BE49-F238E27FC236}">
                      <a16:creationId xmlns:a16="http://schemas.microsoft.com/office/drawing/2014/main" id="{8AF1CE2F-BD4C-F3B6-4A3E-05C03B8EC1D9}"/>
                    </a:ext>
                  </a:extLst>
                </p:cNvPr>
                <p:cNvSpPr/>
                <p:nvPr/>
              </p:nvSpPr>
              <p:spPr>
                <a:xfrm>
                  <a:off x="5136507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3" name="pg1723">
                  <a:extLst>
                    <a:ext uri="{FF2B5EF4-FFF2-40B4-BE49-F238E27FC236}">
                      <a16:creationId xmlns:a16="http://schemas.microsoft.com/office/drawing/2014/main" id="{70E9392E-B729-7A4F-490B-4E3C4B03A2EC}"/>
                    </a:ext>
                  </a:extLst>
                </p:cNvPr>
                <p:cNvSpPr/>
                <p:nvPr/>
              </p:nvSpPr>
              <p:spPr>
                <a:xfrm>
                  <a:off x="5148144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4" name="pg1724">
                  <a:extLst>
                    <a:ext uri="{FF2B5EF4-FFF2-40B4-BE49-F238E27FC236}">
                      <a16:creationId xmlns:a16="http://schemas.microsoft.com/office/drawing/2014/main" id="{C9EA3BC6-9AE7-984E-9133-11D552976ED1}"/>
                    </a:ext>
                  </a:extLst>
                </p:cNvPr>
                <p:cNvSpPr/>
                <p:nvPr/>
              </p:nvSpPr>
              <p:spPr>
                <a:xfrm>
                  <a:off x="5159781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5" name="pg1725">
                  <a:extLst>
                    <a:ext uri="{FF2B5EF4-FFF2-40B4-BE49-F238E27FC236}">
                      <a16:creationId xmlns:a16="http://schemas.microsoft.com/office/drawing/2014/main" id="{BD34A0DA-00E7-DA00-E274-CECB43C5CCA7}"/>
                    </a:ext>
                  </a:extLst>
                </p:cNvPr>
                <p:cNvSpPr/>
                <p:nvPr/>
              </p:nvSpPr>
              <p:spPr>
                <a:xfrm>
                  <a:off x="5171419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6" name="pg1726">
                  <a:extLst>
                    <a:ext uri="{FF2B5EF4-FFF2-40B4-BE49-F238E27FC236}">
                      <a16:creationId xmlns:a16="http://schemas.microsoft.com/office/drawing/2014/main" id="{E0E2BD34-4968-794A-8326-58340EBC9490}"/>
                    </a:ext>
                  </a:extLst>
                </p:cNvPr>
                <p:cNvSpPr/>
                <p:nvPr/>
              </p:nvSpPr>
              <p:spPr>
                <a:xfrm>
                  <a:off x="5183056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7" name="pg1727">
                  <a:extLst>
                    <a:ext uri="{FF2B5EF4-FFF2-40B4-BE49-F238E27FC236}">
                      <a16:creationId xmlns:a16="http://schemas.microsoft.com/office/drawing/2014/main" id="{314D181B-E65B-6DD5-80E2-0671349E478D}"/>
                    </a:ext>
                  </a:extLst>
                </p:cNvPr>
                <p:cNvSpPr/>
                <p:nvPr/>
              </p:nvSpPr>
              <p:spPr>
                <a:xfrm>
                  <a:off x="5043408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8" name="pg1728">
                  <a:extLst>
                    <a:ext uri="{FF2B5EF4-FFF2-40B4-BE49-F238E27FC236}">
                      <a16:creationId xmlns:a16="http://schemas.microsoft.com/office/drawing/2014/main" id="{CDA16EAF-AAD2-705E-238E-42431CD527F6}"/>
                    </a:ext>
                  </a:extLst>
                </p:cNvPr>
                <p:cNvSpPr/>
                <p:nvPr/>
              </p:nvSpPr>
              <p:spPr>
                <a:xfrm>
                  <a:off x="5055045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9" name="pg1729">
                  <a:extLst>
                    <a:ext uri="{FF2B5EF4-FFF2-40B4-BE49-F238E27FC236}">
                      <a16:creationId xmlns:a16="http://schemas.microsoft.com/office/drawing/2014/main" id="{0A0AD432-9987-DEFA-7B29-0536B79C51EF}"/>
                    </a:ext>
                  </a:extLst>
                </p:cNvPr>
                <p:cNvSpPr/>
                <p:nvPr/>
              </p:nvSpPr>
              <p:spPr>
                <a:xfrm>
                  <a:off x="5066683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0" name="pg1730">
                  <a:extLst>
                    <a:ext uri="{FF2B5EF4-FFF2-40B4-BE49-F238E27FC236}">
                      <a16:creationId xmlns:a16="http://schemas.microsoft.com/office/drawing/2014/main" id="{3BEED2D5-C2B6-9786-48EC-868A4A3469A5}"/>
                    </a:ext>
                  </a:extLst>
                </p:cNvPr>
                <p:cNvSpPr/>
                <p:nvPr/>
              </p:nvSpPr>
              <p:spPr>
                <a:xfrm>
                  <a:off x="5078320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1" name="pg1731">
                  <a:extLst>
                    <a:ext uri="{FF2B5EF4-FFF2-40B4-BE49-F238E27FC236}">
                      <a16:creationId xmlns:a16="http://schemas.microsoft.com/office/drawing/2014/main" id="{F2E7190E-70CC-9E81-037A-FD680E70EEA7}"/>
                    </a:ext>
                  </a:extLst>
                </p:cNvPr>
                <p:cNvSpPr/>
                <p:nvPr/>
              </p:nvSpPr>
              <p:spPr>
                <a:xfrm>
                  <a:off x="5089957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2" name="pg1732">
                  <a:extLst>
                    <a:ext uri="{FF2B5EF4-FFF2-40B4-BE49-F238E27FC236}">
                      <a16:creationId xmlns:a16="http://schemas.microsoft.com/office/drawing/2014/main" id="{3277730A-F52E-8692-3387-CD75FD40DB52}"/>
                    </a:ext>
                  </a:extLst>
                </p:cNvPr>
                <p:cNvSpPr/>
                <p:nvPr/>
              </p:nvSpPr>
              <p:spPr>
                <a:xfrm>
                  <a:off x="5101595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3" name="pg1733">
                  <a:extLst>
                    <a:ext uri="{FF2B5EF4-FFF2-40B4-BE49-F238E27FC236}">
                      <a16:creationId xmlns:a16="http://schemas.microsoft.com/office/drawing/2014/main" id="{9E8568DE-9AB0-CBA7-ECC6-E6005ECB6B9A}"/>
                    </a:ext>
                  </a:extLst>
                </p:cNvPr>
                <p:cNvSpPr/>
                <p:nvPr/>
              </p:nvSpPr>
              <p:spPr>
                <a:xfrm>
                  <a:off x="5113232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4" name="pg1734">
                  <a:extLst>
                    <a:ext uri="{FF2B5EF4-FFF2-40B4-BE49-F238E27FC236}">
                      <a16:creationId xmlns:a16="http://schemas.microsoft.com/office/drawing/2014/main" id="{51921FB8-9646-66E8-3D83-18FCB6BA626A}"/>
                    </a:ext>
                  </a:extLst>
                </p:cNvPr>
                <p:cNvSpPr/>
                <p:nvPr/>
              </p:nvSpPr>
              <p:spPr>
                <a:xfrm>
                  <a:off x="5124869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5" name="pg1735">
                  <a:extLst>
                    <a:ext uri="{FF2B5EF4-FFF2-40B4-BE49-F238E27FC236}">
                      <a16:creationId xmlns:a16="http://schemas.microsoft.com/office/drawing/2014/main" id="{BD5F66DA-1DC9-F5D3-CA36-2A9A0CA6A12F}"/>
                    </a:ext>
                  </a:extLst>
                </p:cNvPr>
                <p:cNvSpPr/>
                <p:nvPr/>
              </p:nvSpPr>
              <p:spPr>
                <a:xfrm>
                  <a:off x="5136507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6" name="pg1736">
                  <a:extLst>
                    <a:ext uri="{FF2B5EF4-FFF2-40B4-BE49-F238E27FC236}">
                      <a16:creationId xmlns:a16="http://schemas.microsoft.com/office/drawing/2014/main" id="{5EA50391-D032-B200-3721-7BECF84E0B3E}"/>
                    </a:ext>
                  </a:extLst>
                </p:cNvPr>
                <p:cNvSpPr/>
                <p:nvPr/>
              </p:nvSpPr>
              <p:spPr>
                <a:xfrm>
                  <a:off x="5148144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7" name="pg1737">
                  <a:extLst>
                    <a:ext uri="{FF2B5EF4-FFF2-40B4-BE49-F238E27FC236}">
                      <a16:creationId xmlns:a16="http://schemas.microsoft.com/office/drawing/2014/main" id="{892878D9-9BB1-28C2-CB59-11E81FE44B79}"/>
                    </a:ext>
                  </a:extLst>
                </p:cNvPr>
                <p:cNvSpPr/>
                <p:nvPr/>
              </p:nvSpPr>
              <p:spPr>
                <a:xfrm>
                  <a:off x="5159781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8" name="pg1738">
                  <a:extLst>
                    <a:ext uri="{FF2B5EF4-FFF2-40B4-BE49-F238E27FC236}">
                      <a16:creationId xmlns:a16="http://schemas.microsoft.com/office/drawing/2014/main" id="{1EB4FE1A-BCC4-DFD7-FC68-27EDF94A723A}"/>
                    </a:ext>
                  </a:extLst>
                </p:cNvPr>
                <p:cNvSpPr/>
                <p:nvPr/>
              </p:nvSpPr>
              <p:spPr>
                <a:xfrm>
                  <a:off x="5171419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9" name="pg1739">
                  <a:extLst>
                    <a:ext uri="{FF2B5EF4-FFF2-40B4-BE49-F238E27FC236}">
                      <a16:creationId xmlns:a16="http://schemas.microsoft.com/office/drawing/2014/main" id="{64572B35-8605-33D2-8C68-61EB10F9310B}"/>
                    </a:ext>
                  </a:extLst>
                </p:cNvPr>
                <p:cNvSpPr/>
                <p:nvPr/>
              </p:nvSpPr>
              <p:spPr>
                <a:xfrm>
                  <a:off x="5183056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0" name="pg1740">
                  <a:extLst>
                    <a:ext uri="{FF2B5EF4-FFF2-40B4-BE49-F238E27FC236}">
                      <a16:creationId xmlns:a16="http://schemas.microsoft.com/office/drawing/2014/main" id="{1476F743-DF8B-8C08-1DAE-92A35826FD74}"/>
                    </a:ext>
                  </a:extLst>
                </p:cNvPr>
                <p:cNvSpPr/>
                <p:nvPr/>
              </p:nvSpPr>
              <p:spPr>
                <a:xfrm>
                  <a:off x="5194693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1" name="pg1741">
                  <a:extLst>
                    <a:ext uri="{FF2B5EF4-FFF2-40B4-BE49-F238E27FC236}">
                      <a16:creationId xmlns:a16="http://schemas.microsoft.com/office/drawing/2014/main" id="{7E8B623E-24CA-5B34-3D48-B315D4C702BC}"/>
                    </a:ext>
                  </a:extLst>
                </p:cNvPr>
                <p:cNvSpPr/>
                <p:nvPr/>
              </p:nvSpPr>
              <p:spPr>
                <a:xfrm>
                  <a:off x="5043408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2" name="pg1742">
                  <a:extLst>
                    <a:ext uri="{FF2B5EF4-FFF2-40B4-BE49-F238E27FC236}">
                      <a16:creationId xmlns:a16="http://schemas.microsoft.com/office/drawing/2014/main" id="{8983FC64-CAF9-CF99-0A6B-F49ADD19F869}"/>
                    </a:ext>
                  </a:extLst>
                </p:cNvPr>
                <p:cNvSpPr/>
                <p:nvPr/>
              </p:nvSpPr>
              <p:spPr>
                <a:xfrm>
                  <a:off x="5055045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3" name="pg1743">
                  <a:extLst>
                    <a:ext uri="{FF2B5EF4-FFF2-40B4-BE49-F238E27FC236}">
                      <a16:creationId xmlns:a16="http://schemas.microsoft.com/office/drawing/2014/main" id="{3203C5AC-1C1D-FDB1-1296-8A3AE892B8BC}"/>
                    </a:ext>
                  </a:extLst>
                </p:cNvPr>
                <p:cNvSpPr/>
                <p:nvPr/>
              </p:nvSpPr>
              <p:spPr>
                <a:xfrm>
                  <a:off x="5066683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4" name="pg1744">
                  <a:extLst>
                    <a:ext uri="{FF2B5EF4-FFF2-40B4-BE49-F238E27FC236}">
                      <a16:creationId xmlns:a16="http://schemas.microsoft.com/office/drawing/2014/main" id="{B123FAB0-0608-4768-D70E-2FCBEE4321A0}"/>
                    </a:ext>
                  </a:extLst>
                </p:cNvPr>
                <p:cNvSpPr/>
                <p:nvPr/>
              </p:nvSpPr>
              <p:spPr>
                <a:xfrm>
                  <a:off x="5078320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5" name="pg1745">
                  <a:extLst>
                    <a:ext uri="{FF2B5EF4-FFF2-40B4-BE49-F238E27FC236}">
                      <a16:creationId xmlns:a16="http://schemas.microsoft.com/office/drawing/2014/main" id="{EF71D373-7703-0A84-5DA4-64B5A187012F}"/>
                    </a:ext>
                  </a:extLst>
                </p:cNvPr>
                <p:cNvSpPr/>
                <p:nvPr/>
              </p:nvSpPr>
              <p:spPr>
                <a:xfrm>
                  <a:off x="5089957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6" name="pg1746">
                  <a:extLst>
                    <a:ext uri="{FF2B5EF4-FFF2-40B4-BE49-F238E27FC236}">
                      <a16:creationId xmlns:a16="http://schemas.microsoft.com/office/drawing/2014/main" id="{7C96F1F0-F96E-767D-05A8-5CF662F873C7}"/>
                    </a:ext>
                  </a:extLst>
                </p:cNvPr>
                <p:cNvSpPr/>
                <p:nvPr/>
              </p:nvSpPr>
              <p:spPr>
                <a:xfrm>
                  <a:off x="5101595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7" name="pg1747">
                  <a:extLst>
                    <a:ext uri="{FF2B5EF4-FFF2-40B4-BE49-F238E27FC236}">
                      <a16:creationId xmlns:a16="http://schemas.microsoft.com/office/drawing/2014/main" id="{C1FD9B77-0D5A-5192-9DF3-EE8A9F360EBB}"/>
                    </a:ext>
                  </a:extLst>
                </p:cNvPr>
                <p:cNvSpPr/>
                <p:nvPr/>
              </p:nvSpPr>
              <p:spPr>
                <a:xfrm>
                  <a:off x="5113232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8" name="pg1748">
                  <a:extLst>
                    <a:ext uri="{FF2B5EF4-FFF2-40B4-BE49-F238E27FC236}">
                      <a16:creationId xmlns:a16="http://schemas.microsoft.com/office/drawing/2014/main" id="{8D69F9BF-01A1-FAB0-3213-B0C78E3B4BAA}"/>
                    </a:ext>
                  </a:extLst>
                </p:cNvPr>
                <p:cNvSpPr/>
                <p:nvPr/>
              </p:nvSpPr>
              <p:spPr>
                <a:xfrm>
                  <a:off x="5124869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9" name="pg1749">
                  <a:extLst>
                    <a:ext uri="{FF2B5EF4-FFF2-40B4-BE49-F238E27FC236}">
                      <a16:creationId xmlns:a16="http://schemas.microsoft.com/office/drawing/2014/main" id="{3E9EE729-1AB7-E569-DF9D-8F6BFC2E9E64}"/>
                    </a:ext>
                  </a:extLst>
                </p:cNvPr>
                <p:cNvSpPr/>
                <p:nvPr/>
              </p:nvSpPr>
              <p:spPr>
                <a:xfrm>
                  <a:off x="5136507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DAB">
                    <a:alpha val="100000"/>
                  </a:srgbClr>
                </a:solidFill>
                <a:ln w="5420" cap="flat">
                  <a:solidFill>
                    <a:srgbClr val="54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0" name="pg1750">
                  <a:extLst>
                    <a:ext uri="{FF2B5EF4-FFF2-40B4-BE49-F238E27FC236}">
                      <a16:creationId xmlns:a16="http://schemas.microsoft.com/office/drawing/2014/main" id="{4DAC9757-3785-79A8-805C-1F5E3D3C0F55}"/>
                    </a:ext>
                  </a:extLst>
                </p:cNvPr>
                <p:cNvSpPr/>
                <p:nvPr/>
              </p:nvSpPr>
              <p:spPr>
                <a:xfrm>
                  <a:off x="5148144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1" name="pg1751">
                  <a:extLst>
                    <a:ext uri="{FF2B5EF4-FFF2-40B4-BE49-F238E27FC236}">
                      <a16:creationId xmlns:a16="http://schemas.microsoft.com/office/drawing/2014/main" id="{9A2E3961-041B-70B7-2606-475DF9FFE1E7}"/>
                    </a:ext>
                  </a:extLst>
                </p:cNvPr>
                <p:cNvSpPr/>
                <p:nvPr/>
              </p:nvSpPr>
              <p:spPr>
                <a:xfrm>
                  <a:off x="5159781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2" name="pg1752">
                  <a:extLst>
                    <a:ext uri="{FF2B5EF4-FFF2-40B4-BE49-F238E27FC236}">
                      <a16:creationId xmlns:a16="http://schemas.microsoft.com/office/drawing/2014/main" id="{75CF4174-47E9-636B-3DB7-F51B6314D88D}"/>
                    </a:ext>
                  </a:extLst>
                </p:cNvPr>
                <p:cNvSpPr/>
                <p:nvPr/>
              </p:nvSpPr>
              <p:spPr>
                <a:xfrm>
                  <a:off x="5171419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3" name="pg1753">
                  <a:extLst>
                    <a:ext uri="{FF2B5EF4-FFF2-40B4-BE49-F238E27FC236}">
                      <a16:creationId xmlns:a16="http://schemas.microsoft.com/office/drawing/2014/main" id="{700C62C4-E769-1DBF-78B4-75B77B0C5A82}"/>
                    </a:ext>
                  </a:extLst>
                </p:cNvPr>
                <p:cNvSpPr/>
                <p:nvPr/>
              </p:nvSpPr>
              <p:spPr>
                <a:xfrm>
                  <a:off x="5183056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4" name="pg1754">
                  <a:extLst>
                    <a:ext uri="{FF2B5EF4-FFF2-40B4-BE49-F238E27FC236}">
                      <a16:creationId xmlns:a16="http://schemas.microsoft.com/office/drawing/2014/main" id="{42773E6B-8481-1730-AFF8-226D566EF3F5}"/>
                    </a:ext>
                  </a:extLst>
                </p:cNvPr>
                <p:cNvSpPr/>
                <p:nvPr/>
              </p:nvSpPr>
              <p:spPr>
                <a:xfrm>
                  <a:off x="5194693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5" name="pg1755">
                  <a:extLst>
                    <a:ext uri="{FF2B5EF4-FFF2-40B4-BE49-F238E27FC236}">
                      <a16:creationId xmlns:a16="http://schemas.microsoft.com/office/drawing/2014/main" id="{C219679F-DEE1-FB0E-A0AA-9D2592FA4D54}"/>
                    </a:ext>
                  </a:extLst>
                </p:cNvPr>
                <p:cNvSpPr/>
                <p:nvPr/>
              </p:nvSpPr>
              <p:spPr>
                <a:xfrm>
                  <a:off x="5206331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6" name="pg1756">
                  <a:extLst>
                    <a:ext uri="{FF2B5EF4-FFF2-40B4-BE49-F238E27FC236}">
                      <a16:creationId xmlns:a16="http://schemas.microsoft.com/office/drawing/2014/main" id="{E32DBB3D-B498-2AD7-0DAE-764F409C7794}"/>
                    </a:ext>
                  </a:extLst>
                </p:cNvPr>
                <p:cNvSpPr/>
                <p:nvPr/>
              </p:nvSpPr>
              <p:spPr>
                <a:xfrm>
                  <a:off x="5043408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7" name="pg1757">
                  <a:extLst>
                    <a:ext uri="{FF2B5EF4-FFF2-40B4-BE49-F238E27FC236}">
                      <a16:creationId xmlns:a16="http://schemas.microsoft.com/office/drawing/2014/main" id="{C6B3AD66-7766-F455-3A32-EE74FB492C80}"/>
                    </a:ext>
                  </a:extLst>
                </p:cNvPr>
                <p:cNvSpPr/>
                <p:nvPr/>
              </p:nvSpPr>
              <p:spPr>
                <a:xfrm>
                  <a:off x="5055045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8" name="pg1758">
                  <a:extLst>
                    <a:ext uri="{FF2B5EF4-FFF2-40B4-BE49-F238E27FC236}">
                      <a16:creationId xmlns:a16="http://schemas.microsoft.com/office/drawing/2014/main" id="{F934BE6D-D12A-403F-F8BD-76D67B43FC37}"/>
                    </a:ext>
                  </a:extLst>
                </p:cNvPr>
                <p:cNvSpPr/>
                <p:nvPr/>
              </p:nvSpPr>
              <p:spPr>
                <a:xfrm>
                  <a:off x="5066683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9" name="pg1759">
                  <a:extLst>
                    <a:ext uri="{FF2B5EF4-FFF2-40B4-BE49-F238E27FC236}">
                      <a16:creationId xmlns:a16="http://schemas.microsoft.com/office/drawing/2014/main" id="{21142CE5-285A-DD2D-FDFF-6B7072406ED7}"/>
                    </a:ext>
                  </a:extLst>
                </p:cNvPr>
                <p:cNvSpPr/>
                <p:nvPr/>
              </p:nvSpPr>
              <p:spPr>
                <a:xfrm>
                  <a:off x="5078320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0" name="pg1760">
                  <a:extLst>
                    <a:ext uri="{FF2B5EF4-FFF2-40B4-BE49-F238E27FC236}">
                      <a16:creationId xmlns:a16="http://schemas.microsoft.com/office/drawing/2014/main" id="{BE7B0D9F-B5BB-EDC6-A03C-0C1C9D885CBF}"/>
                    </a:ext>
                  </a:extLst>
                </p:cNvPr>
                <p:cNvSpPr/>
                <p:nvPr/>
              </p:nvSpPr>
              <p:spPr>
                <a:xfrm>
                  <a:off x="5089957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1" name="pg1761">
                  <a:extLst>
                    <a:ext uri="{FF2B5EF4-FFF2-40B4-BE49-F238E27FC236}">
                      <a16:creationId xmlns:a16="http://schemas.microsoft.com/office/drawing/2014/main" id="{4809FBF6-F322-757E-431A-9EE657551A90}"/>
                    </a:ext>
                  </a:extLst>
                </p:cNvPr>
                <p:cNvSpPr/>
                <p:nvPr/>
              </p:nvSpPr>
              <p:spPr>
                <a:xfrm>
                  <a:off x="5101595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2" name="pg1762">
                  <a:extLst>
                    <a:ext uri="{FF2B5EF4-FFF2-40B4-BE49-F238E27FC236}">
                      <a16:creationId xmlns:a16="http://schemas.microsoft.com/office/drawing/2014/main" id="{3123D56B-D2C7-B321-0264-3ACC33D4B7DD}"/>
                    </a:ext>
                  </a:extLst>
                </p:cNvPr>
                <p:cNvSpPr/>
                <p:nvPr/>
              </p:nvSpPr>
              <p:spPr>
                <a:xfrm>
                  <a:off x="5113232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3" name="pg1763">
                  <a:extLst>
                    <a:ext uri="{FF2B5EF4-FFF2-40B4-BE49-F238E27FC236}">
                      <a16:creationId xmlns:a16="http://schemas.microsoft.com/office/drawing/2014/main" id="{987FA08D-FE08-17C1-7A9C-5B06485484D9}"/>
                    </a:ext>
                  </a:extLst>
                </p:cNvPr>
                <p:cNvSpPr/>
                <p:nvPr/>
              </p:nvSpPr>
              <p:spPr>
                <a:xfrm>
                  <a:off x="5124869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4" name="pg1764">
                  <a:extLst>
                    <a:ext uri="{FF2B5EF4-FFF2-40B4-BE49-F238E27FC236}">
                      <a16:creationId xmlns:a16="http://schemas.microsoft.com/office/drawing/2014/main" id="{3CE1F201-C758-95CA-C048-1F4D4CCDFED3}"/>
                    </a:ext>
                  </a:extLst>
                </p:cNvPr>
                <p:cNvSpPr/>
                <p:nvPr/>
              </p:nvSpPr>
              <p:spPr>
                <a:xfrm>
                  <a:off x="5136507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5" name="pg1765">
                  <a:extLst>
                    <a:ext uri="{FF2B5EF4-FFF2-40B4-BE49-F238E27FC236}">
                      <a16:creationId xmlns:a16="http://schemas.microsoft.com/office/drawing/2014/main" id="{34B8AFBF-FA9F-74E4-5012-9018EB647C2B}"/>
                    </a:ext>
                  </a:extLst>
                </p:cNvPr>
                <p:cNvSpPr/>
                <p:nvPr/>
              </p:nvSpPr>
              <p:spPr>
                <a:xfrm>
                  <a:off x="5148144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6" name="pg1766">
                  <a:extLst>
                    <a:ext uri="{FF2B5EF4-FFF2-40B4-BE49-F238E27FC236}">
                      <a16:creationId xmlns:a16="http://schemas.microsoft.com/office/drawing/2014/main" id="{5AE43400-50E8-E806-5482-6FAB39357434}"/>
                    </a:ext>
                  </a:extLst>
                </p:cNvPr>
                <p:cNvSpPr/>
                <p:nvPr/>
              </p:nvSpPr>
              <p:spPr>
                <a:xfrm>
                  <a:off x="5159781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7" name="pg1767">
                  <a:extLst>
                    <a:ext uri="{FF2B5EF4-FFF2-40B4-BE49-F238E27FC236}">
                      <a16:creationId xmlns:a16="http://schemas.microsoft.com/office/drawing/2014/main" id="{6C1EF0B8-5DBB-8FAF-07DF-6D8ED3B953BE}"/>
                    </a:ext>
                  </a:extLst>
                </p:cNvPr>
                <p:cNvSpPr/>
                <p:nvPr/>
              </p:nvSpPr>
              <p:spPr>
                <a:xfrm>
                  <a:off x="5171419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8" name="pg1768">
                  <a:extLst>
                    <a:ext uri="{FF2B5EF4-FFF2-40B4-BE49-F238E27FC236}">
                      <a16:creationId xmlns:a16="http://schemas.microsoft.com/office/drawing/2014/main" id="{B6ACB1A3-69FF-6487-5C17-4B8010DA7100}"/>
                    </a:ext>
                  </a:extLst>
                </p:cNvPr>
                <p:cNvSpPr/>
                <p:nvPr/>
              </p:nvSpPr>
              <p:spPr>
                <a:xfrm>
                  <a:off x="5183056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9" name="pg1769">
                  <a:extLst>
                    <a:ext uri="{FF2B5EF4-FFF2-40B4-BE49-F238E27FC236}">
                      <a16:creationId xmlns:a16="http://schemas.microsoft.com/office/drawing/2014/main" id="{B348A826-8AA8-1201-7616-A1494A1B6D3F}"/>
                    </a:ext>
                  </a:extLst>
                </p:cNvPr>
                <p:cNvSpPr/>
                <p:nvPr/>
              </p:nvSpPr>
              <p:spPr>
                <a:xfrm>
                  <a:off x="5194693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0" name="pg1770">
                  <a:extLst>
                    <a:ext uri="{FF2B5EF4-FFF2-40B4-BE49-F238E27FC236}">
                      <a16:creationId xmlns:a16="http://schemas.microsoft.com/office/drawing/2014/main" id="{250B2CA4-D569-35C7-D90C-761555CBE11C}"/>
                    </a:ext>
                  </a:extLst>
                </p:cNvPr>
                <p:cNvSpPr/>
                <p:nvPr/>
              </p:nvSpPr>
              <p:spPr>
                <a:xfrm>
                  <a:off x="5206331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1" name="pg1771">
                  <a:extLst>
                    <a:ext uri="{FF2B5EF4-FFF2-40B4-BE49-F238E27FC236}">
                      <a16:creationId xmlns:a16="http://schemas.microsoft.com/office/drawing/2014/main" id="{90EAE6B5-4186-1A94-7481-73500D9A1AF6}"/>
                    </a:ext>
                  </a:extLst>
                </p:cNvPr>
                <p:cNvSpPr/>
                <p:nvPr/>
              </p:nvSpPr>
              <p:spPr>
                <a:xfrm>
                  <a:off x="5043408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2" name="pg1772">
                  <a:extLst>
                    <a:ext uri="{FF2B5EF4-FFF2-40B4-BE49-F238E27FC236}">
                      <a16:creationId xmlns:a16="http://schemas.microsoft.com/office/drawing/2014/main" id="{71E3F92D-6AF3-105E-9C72-7B6CBDB6B616}"/>
                    </a:ext>
                  </a:extLst>
                </p:cNvPr>
                <p:cNvSpPr/>
                <p:nvPr/>
              </p:nvSpPr>
              <p:spPr>
                <a:xfrm>
                  <a:off x="5055045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3" name="pg1773">
                  <a:extLst>
                    <a:ext uri="{FF2B5EF4-FFF2-40B4-BE49-F238E27FC236}">
                      <a16:creationId xmlns:a16="http://schemas.microsoft.com/office/drawing/2014/main" id="{63ACF422-2996-E4F5-4A68-3487F31952B0}"/>
                    </a:ext>
                  </a:extLst>
                </p:cNvPr>
                <p:cNvSpPr/>
                <p:nvPr/>
              </p:nvSpPr>
              <p:spPr>
                <a:xfrm>
                  <a:off x="5066683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4" name="pg1774">
                  <a:extLst>
                    <a:ext uri="{FF2B5EF4-FFF2-40B4-BE49-F238E27FC236}">
                      <a16:creationId xmlns:a16="http://schemas.microsoft.com/office/drawing/2014/main" id="{820A98A0-7A0C-F1E2-EBAB-7C090C28AF8C}"/>
                    </a:ext>
                  </a:extLst>
                </p:cNvPr>
                <p:cNvSpPr/>
                <p:nvPr/>
              </p:nvSpPr>
              <p:spPr>
                <a:xfrm>
                  <a:off x="5078320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5" name="pg1775">
                  <a:extLst>
                    <a:ext uri="{FF2B5EF4-FFF2-40B4-BE49-F238E27FC236}">
                      <a16:creationId xmlns:a16="http://schemas.microsoft.com/office/drawing/2014/main" id="{0554646A-FF8A-E0D1-11B4-48C9F8C04109}"/>
                    </a:ext>
                  </a:extLst>
                </p:cNvPr>
                <p:cNvSpPr/>
                <p:nvPr/>
              </p:nvSpPr>
              <p:spPr>
                <a:xfrm>
                  <a:off x="5089957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6" name="pg1776">
                  <a:extLst>
                    <a:ext uri="{FF2B5EF4-FFF2-40B4-BE49-F238E27FC236}">
                      <a16:creationId xmlns:a16="http://schemas.microsoft.com/office/drawing/2014/main" id="{7B2BFEAC-B140-E815-6DD3-DF8625DE74A5}"/>
                    </a:ext>
                  </a:extLst>
                </p:cNvPr>
                <p:cNvSpPr/>
                <p:nvPr/>
              </p:nvSpPr>
              <p:spPr>
                <a:xfrm>
                  <a:off x="5101595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7" name="pg1777">
                  <a:extLst>
                    <a:ext uri="{FF2B5EF4-FFF2-40B4-BE49-F238E27FC236}">
                      <a16:creationId xmlns:a16="http://schemas.microsoft.com/office/drawing/2014/main" id="{5F7FC6FA-69ED-6247-5C7A-FC85BF3EC8B7}"/>
                    </a:ext>
                  </a:extLst>
                </p:cNvPr>
                <p:cNvSpPr/>
                <p:nvPr/>
              </p:nvSpPr>
              <p:spPr>
                <a:xfrm>
                  <a:off x="5113232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8" name="pg1778">
                  <a:extLst>
                    <a:ext uri="{FF2B5EF4-FFF2-40B4-BE49-F238E27FC236}">
                      <a16:creationId xmlns:a16="http://schemas.microsoft.com/office/drawing/2014/main" id="{7C449407-1D54-BAF3-D669-6EB2C7489B41}"/>
                    </a:ext>
                  </a:extLst>
                </p:cNvPr>
                <p:cNvSpPr/>
                <p:nvPr/>
              </p:nvSpPr>
              <p:spPr>
                <a:xfrm>
                  <a:off x="5124869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9" name="pg1779">
                  <a:extLst>
                    <a:ext uri="{FF2B5EF4-FFF2-40B4-BE49-F238E27FC236}">
                      <a16:creationId xmlns:a16="http://schemas.microsoft.com/office/drawing/2014/main" id="{B426E59F-6E06-9457-91A3-888A2910E56D}"/>
                    </a:ext>
                  </a:extLst>
                </p:cNvPr>
                <p:cNvSpPr/>
                <p:nvPr/>
              </p:nvSpPr>
              <p:spPr>
                <a:xfrm>
                  <a:off x="5136507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0" name="pg1780">
                  <a:extLst>
                    <a:ext uri="{FF2B5EF4-FFF2-40B4-BE49-F238E27FC236}">
                      <a16:creationId xmlns:a16="http://schemas.microsoft.com/office/drawing/2014/main" id="{EE0F4E77-7223-DD12-C475-A5CB5C5A37F0}"/>
                    </a:ext>
                  </a:extLst>
                </p:cNvPr>
                <p:cNvSpPr/>
                <p:nvPr/>
              </p:nvSpPr>
              <p:spPr>
                <a:xfrm>
                  <a:off x="5148144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1" name="pg1781">
                  <a:extLst>
                    <a:ext uri="{FF2B5EF4-FFF2-40B4-BE49-F238E27FC236}">
                      <a16:creationId xmlns:a16="http://schemas.microsoft.com/office/drawing/2014/main" id="{9D132AD1-B701-0E32-9BEC-07B6CFEAA70B}"/>
                    </a:ext>
                  </a:extLst>
                </p:cNvPr>
                <p:cNvSpPr/>
                <p:nvPr/>
              </p:nvSpPr>
              <p:spPr>
                <a:xfrm>
                  <a:off x="5159781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2" name="pg1782">
                  <a:extLst>
                    <a:ext uri="{FF2B5EF4-FFF2-40B4-BE49-F238E27FC236}">
                      <a16:creationId xmlns:a16="http://schemas.microsoft.com/office/drawing/2014/main" id="{3AF2EDF0-6449-2C33-3A37-4436A31D82DF}"/>
                    </a:ext>
                  </a:extLst>
                </p:cNvPr>
                <p:cNvSpPr/>
                <p:nvPr/>
              </p:nvSpPr>
              <p:spPr>
                <a:xfrm>
                  <a:off x="5171419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3" name="pg1783">
                  <a:extLst>
                    <a:ext uri="{FF2B5EF4-FFF2-40B4-BE49-F238E27FC236}">
                      <a16:creationId xmlns:a16="http://schemas.microsoft.com/office/drawing/2014/main" id="{DF1D8DDB-B537-D7EE-8651-849E0A1DB8BA}"/>
                    </a:ext>
                  </a:extLst>
                </p:cNvPr>
                <p:cNvSpPr/>
                <p:nvPr/>
              </p:nvSpPr>
              <p:spPr>
                <a:xfrm>
                  <a:off x="5183056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4" name="pg1784">
                  <a:extLst>
                    <a:ext uri="{FF2B5EF4-FFF2-40B4-BE49-F238E27FC236}">
                      <a16:creationId xmlns:a16="http://schemas.microsoft.com/office/drawing/2014/main" id="{AEEB7CA1-4BCB-A12F-8D8E-13CB8D182C83}"/>
                    </a:ext>
                  </a:extLst>
                </p:cNvPr>
                <p:cNvSpPr/>
                <p:nvPr/>
              </p:nvSpPr>
              <p:spPr>
                <a:xfrm>
                  <a:off x="5194693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5" name="pg1785">
                  <a:extLst>
                    <a:ext uri="{FF2B5EF4-FFF2-40B4-BE49-F238E27FC236}">
                      <a16:creationId xmlns:a16="http://schemas.microsoft.com/office/drawing/2014/main" id="{CB431860-4619-2AF0-5866-4E05E4A6F195}"/>
                    </a:ext>
                  </a:extLst>
                </p:cNvPr>
                <p:cNvSpPr/>
                <p:nvPr/>
              </p:nvSpPr>
              <p:spPr>
                <a:xfrm>
                  <a:off x="5206331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6" name="pg1786">
                  <a:extLst>
                    <a:ext uri="{FF2B5EF4-FFF2-40B4-BE49-F238E27FC236}">
                      <a16:creationId xmlns:a16="http://schemas.microsoft.com/office/drawing/2014/main" id="{755AAE83-AD9C-EA02-11F5-3E2064A8D43A}"/>
                    </a:ext>
                  </a:extLst>
                </p:cNvPr>
                <p:cNvSpPr/>
                <p:nvPr/>
              </p:nvSpPr>
              <p:spPr>
                <a:xfrm>
                  <a:off x="5217968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7" name="pg1787">
                  <a:extLst>
                    <a:ext uri="{FF2B5EF4-FFF2-40B4-BE49-F238E27FC236}">
                      <a16:creationId xmlns:a16="http://schemas.microsoft.com/office/drawing/2014/main" id="{15C2FAF2-2975-B560-F4D4-CD2655C71F71}"/>
                    </a:ext>
                  </a:extLst>
                </p:cNvPr>
                <p:cNvSpPr/>
                <p:nvPr/>
              </p:nvSpPr>
              <p:spPr>
                <a:xfrm>
                  <a:off x="5055045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8" name="pg1788">
                  <a:extLst>
                    <a:ext uri="{FF2B5EF4-FFF2-40B4-BE49-F238E27FC236}">
                      <a16:creationId xmlns:a16="http://schemas.microsoft.com/office/drawing/2014/main" id="{0801C6C3-C017-C108-3E56-07C447405A1B}"/>
                    </a:ext>
                  </a:extLst>
                </p:cNvPr>
                <p:cNvSpPr/>
                <p:nvPr/>
              </p:nvSpPr>
              <p:spPr>
                <a:xfrm>
                  <a:off x="5066683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9" name="pg1789">
                  <a:extLst>
                    <a:ext uri="{FF2B5EF4-FFF2-40B4-BE49-F238E27FC236}">
                      <a16:creationId xmlns:a16="http://schemas.microsoft.com/office/drawing/2014/main" id="{A19CA6DC-F6EC-9CB3-B587-BE65519D7BD2}"/>
                    </a:ext>
                  </a:extLst>
                </p:cNvPr>
                <p:cNvSpPr/>
                <p:nvPr/>
              </p:nvSpPr>
              <p:spPr>
                <a:xfrm>
                  <a:off x="5078320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0" name="pg1790">
                  <a:extLst>
                    <a:ext uri="{FF2B5EF4-FFF2-40B4-BE49-F238E27FC236}">
                      <a16:creationId xmlns:a16="http://schemas.microsoft.com/office/drawing/2014/main" id="{4049C8B9-1DAA-D2EC-23F0-8107AD1D31CE}"/>
                    </a:ext>
                  </a:extLst>
                </p:cNvPr>
                <p:cNvSpPr/>
                <p:nvPr/>
              </p:nvSpPr>
              <p:spPr>
                <a:xfrm>
                  <a:off x="5089957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1" name="pg1791">
                  <a:extLst>
                    <a:ext uri="{FF2B5EF4-FFF2-40B4-BE49-F238E27FC236}">
                      <a16:creationId xmlns:a16="http://schemas.microsoft.com/office/drawing/2014/main" id="{CE143027-81D2-4218-B161-6D586AF8CB1F}"/>
                    </a:ext>
                  </a:extLst>
                </p:cNvPr>
                <p:cNvSpPr/>
                <p:nvPr/>
              </p:nvSpPr>
              <p:spPr>
                <a:xfrm>
                  <a:off x="5101595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2" name="pg1792">
                  <a:extLst>
                    <a:ext uri="{FF2B5EF4-FFF2-40B4-BE49-F238E27FC236}">
                      <a16:creationId xmlns:a16="http://schemas.microsoft.com/office/drawing/2014/main" id="{7FC41586-E6EA-F46C-CB7F-C24F0BD46371}"/>
                    </a:ext>
                  </a:extLst>
                </p:cNvPr>
                <p:cNvSpPr/>
                <p:nvPr/>
              </p:nvSpPr>
              <p:spPr>
                <a:xfrm>
                  <a:off x="5113232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3" name="pg1793">
                  <a:extLst>
                    <a:ext uri="{FF2B5EF4-FFF2-40B4-BE49-F238E27FC236}">
                      <a16:creationId xmlns:a16="http://schemas.microsoft.com/office/drawing/2014/main" id="{F8F70A05-BFE1-B0AC-0DF2-526909E9585D}"/>
                    </a:ext>
                  </a:extLst>
                </p:cNvPr>
                <p:cNvSpPr/>
                <p:nvPr/>
              </p:nvSpPr>
              <p:spPr>
                <a:xfrm>
                  <a:off x="5124869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4" name="pg1794">
                  <a:extLst>
                    <a:ext uri="{FF2B5EF4-FFF2-40B4-BE49-F238E27FC236}">
                      <a16:creationId xmlns:a16="http://schemas.microsoft.com/office/drawing/2014/main" id="{2FA4C674-9970-E251-265E-A4BF724D6B8D}"/>
                    </a:ext>
                  </a:extLst>
                </p:cNvPr>
                <p:cNvSpPr/>
                <p:nvPr/>
              </p:nvSpPr>
              <p:spPr>
                <a:xfrm>
                  <a:off x="5136507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5" name="pg1795">
                  <a:extLst>
                    <a:ext uri="{FF2B5EF4-FFF2-40B4-BE49-F238E27FC236}">
                      <a16:creationId xmlns:a16="http://schemas.microsoft.com/office/drawing/2014/main" id="{D6D0EFC7-6C96-DA0A-C89A-6A6135052F10}"/>
                    </a:ext>
                  </a:extLst>
                </p:cNvPr>
                <p:cNvSpPr/>
                <p:nvPr/>
              </p:nvSpPr>
              <p:spPr>
                <a:xfrm>
                  <a:off x="5148144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6" name="pg1796">
                  <a:extLst>
                    <a:ext uri="{FF2B5EF4-FFF2-40B4-BE49-F238E27FC236}">
                      <a16:creationId xmlns:a16="http://schemas.microsoft.com/office/drawing/2014/main" id="{86FEEB52-36AE-DAEE-9EB3-8187154AEF30}"/>
                    </a:ext>
                  </a:extLst>
                </p:cNvPr>
                <p:cNvSpPr/>
                <p:nvPr/>
              </p:nvSpPr>
              <p:spPr>
                <a:xfrm>
                  <a:off x="5159781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7" name="pg1797">
                  <a:extLst>
                    <a:ext uri="{FF2B5EF4-FFF2-40B4-BE49-F238E27FC236}">
                      <a16:creationId xmlns:a16="http://schemas.microsoft.com/office/drawing/2014/main" id="{E253F11C-5B14-A287-4F19-888049C1927D}"/>
                    </a:ext>
                  </a:extLst>
                </p:cNvPr>
                <p:cNvSpPr/>
                <p:nvPr/>
              </p:nvSpPr>
              <p:spPr>
                <a:xfrm>
                  <a:off x="5171419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8" name="pg1798">
                  <a:extLst>
                    <a:ext uri="{FF2B5EF4-FFF2-40B4-BE49-F238E27FC236}">
                      <a16:creationId xmlns:a16="http://schemas.microsoft.com/office/drawing/2014/main" id="{86F19FA4-3FA4-61A7-E66B-0457C9DBBFD9}"/>
                    </a:ext>
                  </a:extLst>
                </p:cNvPr>
                <p:cNvSpPr/>
                <p:nvPr/>
              </p:nvSpPr>
              <p:spPr>
                <a:xfrm>
                  <a:off x="5183056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9" name="pg1799">
                  <a:extLst>
                    <a:ext uri="{FF2B5EF4-FFF2-40B4-BE49-F238E27FC236}">
                      <a16:creationId xmlns:a16="http://schemas.microsoft.com/office/drawing/2014/main" id="{BFC2979C-8776-175D-78B8-DA7C3BBEE881}"/>
                    </a:ext>
                  </a:extLst>
                </p:cNvPr>
                <p:cNvSpPr/>
                <p:nvPr/>
              </p:nvSpPr>
              <p:spPr>
                <a:xfrm>
                  <a:off x="5194693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DAB">
                    <a:alpha val="100000"/>
                  </a:srgbClr>
                </a:solidFill>
                <a:ln w="5420" cap="flat">
                  <a:solidFill>
                    <a:srgbClr val="54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0" name="pg1800">
                  <a:extLst>
                    <a:ext uri="{FF2B5EF4-FFF2-40B4-BE49-F238E27FC236}">
                      <a16:creationId xmlns:a16="http://schemas.microsoft.com/office/drawing/2014/main" id="{E905CFE3-5AF1-1865-9959-40CA5BCCD923}"/>
                    </a:ext>
                  </a:extLst>
                </p:cNvPr>
                <p:cNvSpPr/>
                <p:nvPr/>
              </p:nvSpPr>
              <p:spPr>
                <a:xfrm>
                  <a:off x="5206331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1" name="pg1801">
                  <a:extLst>
                    <a:ext uri="{FF2B5EF4-FFF2-40B4-BE49-F238E27FC236}">
                      <a16:creationId xmlns:a16="http://schemas.microsoft.com/office/drawing/2014/main" id="{BB9D069A-8506-DD78-6565-B885F4372E70}"/>
                    </a:ext>
                  </a:extLst>
                </p:cNvPr>
                <p:cNvSpPr/>
                <p:nvPr/>
              </p:nvSpPr>
              <p:spPr>
                <a:xfrm>
                  <a:off x="5217968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2" name="pg1802">
                  <a:extLst>
                    <a:ext uri="{FF2B5EF4-FFF2-40B4-BE49-F238E27FC236}">
                      <a16:creationId xmlns:a16="http://schemas.microsoft.com/office/drawing/2014/main" id="{58E44A72-982C-C1F2-B1D4-DAB7CD64823D}"/>
                    </a:ext>
                  </a:extLst>
                </p:cNvPr>
                <p:cNvSpPr/>
                <p:nvPr/>
              </p:nvSpPr>
              <p:spPr>
                <a:xfrm>
                  <a:off x="5020133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3" name="pg1803">
                  <a:extLst>
                    <a:ext uri="{FF2B5EF4-FFF2-40B4-BE49-F238E27FC236}">
                      <a16:creationId xmlns:a16="http://schemas.microsoft.com/office/drawing/2014/main" id="{63D137DE-2D4E-96E3-E8A0-728C8E792FE6}"/>
                    </a:ext>
                  </a:extLst>
                </p:cNvPr>
                <p:cNvSpPr/>
                <p:nvPr/>
              </p:nvSpPr>
              <p:spPr>
                <a:xfrm>
                  <a:off x="5031771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4" name="pg1804">
                  <a:extLst>
                    <a:ext uri="{FF2B5EF4-FFF2-40B4-BE49-F238E27FC236}">
                      <a16:creationId xmlns:a16="http://schemas.microsoft.com/office/drawing/2014/main" id="{684C9C03-4336-9E8B-DA1B-9A06AB631FF3}"/>
                    </a:ext>
                  </a:extLst>
                </p:cNvPr>
                <p:cNvSpPr/>
                <p:nvPr/>
              </p:nvSpPr>
              <p:spPr>
                <a:xfrm>
                  <a:off x="5043408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5" name="pg1805">
                  <a:extLst>
                    <a:ext uri="{FF2B5EF4-FFF2-40B4-BE49-F238E27FC236}">
                      <a16:creationId xmlns:a16="http://schemas.microsoft.com/office/drawing/2014/main" id="{CD2712C3-FE94-6E69-0A83-10460DA88791}"/>
                    </a:ext>
                  </a:extLst>
                </p:cNvPr>
                <p:cNvSpPr/>
                <p:nvPr/>
              </p:nvSpPr>
              <p:spPr>
                <a:xfrm>
                  <a:off x="5055045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6" name="pg1806">
                  <a:extLst>
                    <a:ext uri="{FF2B5EF4-FFF2-40B4-BE49-F238E27FC236}">
                      <a16:creationId xmlns:a16="http://schemas.microsoft.com/office/drawing/2014/main" id="{70A79462-B40C-9D76-D9F3-FF2341D0445E}"/>
                    </a:ext>
                  </a:extLst>
                </p:cNvPr>
                <p:cNvSpPr/>
                <p:nvPr/>
              </p:nvSpPr>
              <p:spPr>
                <a:xfrm>
                  <a:off x="5066683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7" name="pg1807">
                  <a:extLst>
                    <a:ext uri="{FF2B5EF4-FFF2-40B4-BE49-F238E27FC236}">
                      <a16:creationId xmlns:a16="http://schemas.microsoft.com/office/drawing/2014/main" id="{64EF7B33-F4F1-3041-30CC-F4663B89B31E}"/>
                    </a:ext>
                  </a:extLst>
                </p:cNvPr>
                <p:cNvSpPr/>
                <p:nvPr/>
              </p:nvSpPr>
              <p:spPr>
                <a:xfrm>
                  <a:off x="5078320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8" name="pg1808">
                  <a:extLst>
                    <a:ext uri="{FF2B5EF4-FFF2-40B4-BE49-F238E27FC236}">
                      <a16:creationId xmlns:a16="http://schemas.microsoft.com/office/drawing/2014/main" id="{DC2A59E6-13BA-FED9-C983-16D293C290ED}"/>
                    </a:ext>
                  </a:extLst>
                </p:cNvPr>
                <p:cNvSpPr/>
                <p:nvPr/>
              </p:nvSpPr>
              <p:spPr>
                <a:xfrm>
                  <a:off x="5089957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9" name="pg1809">
                  <a:extLst>
                    <a:ext uri="{FF2B5EF4-FFF2-40B4-BE49-F238E27FC236}">
                      <a16:creationId xmlns:a16="http://schemas.microsoft.com/office/drawing/2014/main" id="{BC918B2F-0E3B-40FA-4A5C-726EFC02ED62}"/>
                    </a:ext>
                  </a:extLst>
                </p:cNvPr>
                <p:cNvSpPr/>
                <p:nvPr/>
              </p:nvSpPr>
              <p:spPr>
                <a:xfrm>
                  <a:off x="5101595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0" name="pg1810">
                  <a:extLst>
                    <a:ext uri="{FF2B5EF4-FFF2-40B4-BE49-F238E27FC236}">
                      <a16:creationId xmlns:a16="http://schemas.microsoft.com/office/drawing/2014/main" id="{93769641-CCF6-BD9D-9CAF-E324451FB566}"/>
                    </a:ext>
                  </a:extLst>
                </p:cNvPr>
                <p:cNvSpPr/>
                <p:nvPr/>
              </p:nvSpPr>
              <p:spPr>
                <a:xfrm>
                  <a:off x="5113232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1" name="pg1811">
                  <a:extLst>
                    <a:ext uri="{FF2B5EF4-FFF2-40B4-BE49-F238E27FC236}">
                      <a16:creationId xmlns:a16="http://schemas.microsoft.com/office/drawing/2014/main" id="{3F1D09BB-C86D-610A-F504-A8D5E0F26139}"/>
                    </a:ext>
                  </a:extLst>
                </p:cNvPr>
                <p:cNvSpPr/>
                <p:nvPr/>
              </p:nvSpPr>
              <p:spPr>
                <a:xfrm>
                  <a:off x="5124869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2" name="pg1812">
                  <a:extLst>
                    <a:ext uri="{FF2B5EF4-FFF2-40B4-BE49-F238E27FC236}">
                      <a16:creationId xmlns:a16="http://schemas.microsoft.com/office/drawing/2014/main" id="{7B8F8638-D070-FB73-589C-69D752E52998}"/>
                    </a:ext>
                  </a:extLst>
                </p:cNvPr>
                <p:cNvSpPr/>
                <p:nvPr/>
              </p:nvSpPr>
              <p:spPr>
                <a:xfrm>
                  <a:off x="5136507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3" name="pg1813">
                  <a:extLst>
                    <a:ext uri="{FF2B5EF4-FFF2-40B4-BE49-F238E27FC236}">
                      <a16:creationId xmlns:a16="http://schemas.microsoft.com/office/drawing/2014/main" id="{703F0E28-9FAF-9E8B-2B32-703E554C5D20}"/>
                    </a:ext>
                  </a:extLst>
                </p:cNvPr>
                <p:cNvSpPr/>
                <p:nvPr/>
              </p:nvSpPr>
              <p:spPr>
                <a:xfrm>
                  <a:off x="5148144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4" name="pg1814">
                  <a:extLst>
                    <a:ext uri="{FF2B5EF4-FFF2-40B4-BE49-F238E27FC236}">
                      <a16:creationId xmlns:a16="http://schemas.microsoft.com/office/drawing/2014/main" id="{2283D173-9B12-4DAA-9A61-117C40D47612}"/>
                    </a:ext>
                  </a:extLst>
                </p:cNvPr>
                <p:cNvSpPr/>
                <p:nvPr/>
              </p:nvSpPr>
              <p:spPr>
                <a:xfrm>
                  <a:off x="5159781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5" name="pg1815">
                  <a:extLst>
                    <a:ext uri="{FF2B5EF4-FFF2-40B4-BE49-F238E27FC236}">
                      <a16:creationId xmlns:a16="http://schemas.microsoft.com/office/drawing/2014/main" id="{3F9B1810-6EC9-73D7-505A-8A4E42237408}"/>
                    </a:ext>
                  </a:extLst>
                </p:cNvPr>
                <p:cNvSpPr/>
                <p:nvPr/>
              </p:nvSpPr>
              <p:spPr>
                <a:xfrm>
                  <a:off x="5171419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6" name="pg1816">
                  <a:extLst>
                    <a:ext uri="{FF2B5EF4-FFF2-40B4-BE49-F238E27FC236}">
                      <a16:creationId xmlns:a16="http://schemas.microsoft.com/office/drawing/2014/main" id="{805501EA-B871-10AB-38B2-FFE094E7D64B}"/>
                    </a:ext>
                  </a:extLst>
                </p:cNvPr>
                <p:cNvSpPr/>
                <p:nvPr/>
              </p:nvSpPr>
              <p:spPr>
                <a:xfrm>
                  <a:off x="5183056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7" name="pg1817">
                  <a:extLst>
                    <a:ext uri="{FF2B5EF4-FFF2-40B4-BE49-F238E27FC236}">
                      <a16:creationId xmlns:a16="http://schemas.microsoft.com/office/drawing/2014/main" id="{67B7A283-7F0A-B9DF-35BA-FC05ED22CBC1}"/>
                    </a:ext>
                  </a:extLst>
                </p:cNvPr>
                <p:cNvSpPr/>
                <p:nvPr/>
              </p:nvSpPr>
              <p:spPr>
                <a:xfrm>
                  <a:off x="5194693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8" name="pg1818">
                  <a:extLst>
                    <a:ext uri="{FF2B5EF4-FFF2-40B4-BE49-F238E27FC236}">
                      <a16:creationId xmlns:a16="http://schemas.microsoft.com/office/drawing/2014/main" id="{758E7A63-87E4-C849-85AE-8E04DB043B4D}"/>
                    </a:ext>
                  </a:extLst>
                </p:cNvPr>
                <p:cNvSpPr/>
                <p:nvPr/>
              </p:nvSpPr>
              <p:spPr>
                <a:xfrm>
                  <a:off x="5206331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9" name="pg1819">
                  <a:extLst>
                    <a:ext uri="{FF2B5EF4-FFF2-40B4-BE49-F238E27FC236}">
                      <a16:creationId xmlns:a16="http://schemas.microsoft.com/office/drawing/2014/main" id="{CB3AACCA-A493-DB26-1970-F1E50335DC75}"/>
                    </a:ext>
                  </a:extLst>
                </p:cNvPr>
                <p:cNvSpPr/>
                <p:nvPr/>
              </p:nvSpPr>
              <p:spPr>
                <a:xfrm>
                  <a:off x="5020133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0" name="pg1820">
                  <a:extLst>
                    <a:ext uri="{FF2B5EF4-FFF2-40B4-BE49-F238E27FC236}">
                      <a16:creationId xmlns:a16="http://schemas.microsoft.com/office/drawing/2014/main" id="{6074E797-6BCA-5881-9DBE-CE91E7B12004}"/>
                    </a:ext>
                  </a:extLst>
                </p:cNvPr>
                <p:cNvSpPr/>
                <p:nvPr/>
              </p:nvSpPr>
              <p:spPr>
                <a:xfrm>
                  <a:off x="5031771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1" name="pg1821">
                  <a:extLst>
                    <a:ext uri="{FF2B5EF4-FFF2-40B4-BE49-F238E27FC236}">
                      <a16:creationId xmlns:a16="http://schemas.microsoft.com/office/drawing/2014/main" id="{739FC357-CEC6-5E72-9289-62D366AD0B2D}"/>
                    </a:ext>
                  </a:extLst>
                </p:cNvPr>
                <p:cNvSpPr/>
                <p:nvPr/>
              </p:nvSpPr>
              <p:spPr>
                <a:xfrm>
                  <a:off x="5043408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2" name="pg1822">
                  <a:extLst>
                    <a:ext uri="{FF2B5EF4-FFF2-40B4-BE49-F238E27FC236}">
                      <a16:creationId xmlns:a16="http://schemas.microsoft.com/office/drawing/2014/main" id="{F691018B-7F01-99A5-E58D-DF82E4D1246E}"/>
                    </a:ext>
                  </a:extLst>
                </p:cNvPr>
                <p:cNvSpPr/>
                <p:nvPr/>
              </p:nvSpPr>
              <p:spPr>
                <a:xfrm>
                  <a:off x="5055045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3" name="pg1823">
                  <a:extLst>
                    <a:ext uri="{FF2B5EF4-FFF2-40B4-BE49-F238E27FC236}">
                      <a16:creationId xmlns:a16="http://schemas.microsoft.com/office/drawing/2014/main" id="{57FD02BB-6C24-C693-0264-48A829EA44BB}"/>
                    </a:ext>
                  </a:extLst>
                </p:cNvPr>
                <p:cNvSpPr/>
                <p:nvPr/>
              </p:nvSpPr>
              <p:spPr>
                <a:xfrm>
                  <a:off x="5066683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4" name="pg1824">
                  <a:extLst>
                    <a:ext uri="{FF2B5EF4-FFF2-40B4-BE49-F238E27FC236}">
                      <a16:creationId xmlns:a16="http://schemas.microsoft.com/office/drawing/2014/main" id="{103ABE8A-7AEA-FF87-6488-7C17D01F19D7}"/>
                    </a:ext>
                  </a:extLst>
                </p:cNvPr>
                <p:cNvSpPr/>
                <p:nvPr/>
              </p:nvSpPr>
              <p:spPr>
                <a:xfrm>
                  <a:off x="5078320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5" name="pg1825">
                  <a:extLst>
                    <a:ext uri="{FF2B5EF4-FFF2-40B4-BE49-F238E27FC236}">
                      <a16:creationId xmlns:a16="http://schemas.microsoft.com/office/drawing/2014/main" id="{9D734252-2A1C-7812-0CED-67597C2B1B11}"/>
                    </a:ext>
                  </a:extLst>
                </p:cNvPr>
                <p:cNvSpPr/>
                <p:nvPr/>
              </p:nvSpPr>
              <p:spPr>
                <a:xfrm>
                  <a:off x="5089957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6" name="pg1826">
                  <a:extLst>
                    <a:ext uri="{FF2B5EF4-FFF2-40B4-BE49-F238E27FC236}">
                      <a16:creationId xmlns:a16="http://schemas.microsoft.com/office/drawing/2014/main" id="{67CE6313-A4DD-C209-D02F-FC370B66D9F4}"/>
                    </a:ext>
                  </a:extLst>
                </p:cNvPr>
                <p:cNvSpPr/>
                <p:nvPr/>
              </p:nvSpPr>
              <p:spPr>
                <a:xfrm>
                  <a:off x="5101595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7" name="pg1827">
                  <a:extLst>
                    <a:ext uri="{FF2B5EF4-FFF2-40B4-BE49-F238E27FC236}">
                      <a16:creationId xmlns:a16="http://schemas.microsoft.com/office/drawing/2014/main" id="{F6B736D1-3531-4B3B-0D86-047B637A50F5}"/>
                    </a:ext>
                  </a:extLst>
                </p:cNvPr>
                <p:cNvSpPr/>
                <p:nvPr/>
              </p:nvSpPr>
              <p:spPr>
                <a:xfrm>
                  <a:off x="5113232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8" name="pg1828">
                  <a:extLst>
                    <a:ext uri="{FF2B5EF4-FFF2-40B4-BE49-F238E27FC236}">
                      <a16:creationId xmlns:a16="http://schemas.microsoft.com/office/drawing/2014/main" id="{9673DF38-0C71-C61A-2DA4-D17E42F8C58E}"/>
                    </a:ext>
                  </a:extLst>
                </p:cNvPr>
                <p:cNvSpPr/>
                <p:nvPr/>
              </p:nvSpPr>
              <p:spPr>
                <a:xfrm>
                  <a:off x="5124869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9" name="pg1829">
                  <a:extLst>
                    <a:ext uri="{FF2B5EF4-FFF2-40B4-BE49-F238E27FC236}">
                      <a16:creationId xmlns:a16="http://schemas.microsoft.com/office/drawing/2014/main" id="{494D86C1-BFCC-DD5A-6DB2-D448C0B4B5DB}"/>
                    </a:ext>
                  </a:extLst>
                </p:cNvPr>
                <p:cNvSpPr/>
                <p:nvPr/>
              </p:nvSpPr>
              <p:spPr>
                <a:xfrm>
                  <a:off x="5136507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0" name="pg1830">
                  <a:extLst>
                    <a:ext uri="{FF2B5EF4-FFF2-40B4-BE49-F238E27FC236}">
                      <a16:creationId xmlns:a16="http://schemas.microsoft.com/office/drawing/2014/main" id="{A8C9CE2A-3915-AB74-8DD9-E4A55475F20A}"/>
                    </a:ext>
                  </a:extLst>
                </p:cNvPr>
                <p:cNvSpPr/>
                <p:nvPr/>
              </p:nvSpPr>
              <p:spPr>
                <a:xfrm>
                  <a:off x="5148144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1" name="pg1831">
                  <a:extLst>
                    <a:ext uri="{FF2B5EF4-FFF2-40B4-BE49-F238E27FC236}">
                      <a16:creationId xmlns:a16="http://schemas.microsoft.com/office/drawing/2014/main" id="{20BE51B2-3DE4-1CCD-0223-8520AC946A14}"/>
                    </a:ext>
                  </a:extLst>
                </p:cNvPr>
                <p:cNvSpPr/>
                <p:nvPr/>
              </p:nvSpPr>
              <p:spPr>
                <a:xfrm>
                  <a:off x="5159781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2" name="pg1832">
                  <a:extLst>
                    <a:ext uri="{FF2B5EF4-FFF2-40B4-BE49-F238E27FC236}">
                      <a16:creationId xmlns:a16="http://schemas.microsoft.com/office/drawing/2014/main" id="{1EAD3AF5-DF00-64E8-2CDF-B923700F0E4A}"/>
                    </a:ext>
                  </a:extLst>
                </p:cNvPr>
                <p:cNvSpPr/>
                <p:nvPr/>
              </p:nvSpPr>
              <p:spPr>
                <a:xfrm>
                  <a:off x="5171419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3" name="pg1833">
                  <a:extLst>
                    <a:ext uri="{FF2B5EF4-FFF2-40B4-BE49-F238E27FC236}">
                      <a16:creationId xmlns:a16="http://schemas.microsoft.com/office/drawing/2014/main" id="{D0E96206-46F6-4616-ECCB-287DE87FE43E}"/>
                    </a:ext>
                  </a:extLst>
                </p:cNvPr>
                <p:cNvSpPr/>
                <p:nvPr/>
              </p:nvSpPr>
              <p:spPr>
                <a:xfrm>
                  <a:off x="5183056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4" name="pg1834">
                  <a:extLst>
                    <a:ext uri="{FF2B5EF4-FFF2-40B4-BE49-F238E27FC236}">
                      <a16:creationId xmlns:a16="http://schemas.microsoft.com/office/drawing/2014/main" id="{034D2FA7-B4B3-ED4C-F983-085D52994D67}"/>
                    </a:ext>
                  </a:extLst>
                </p:cNvPr>
                <p:cNvSpPr/>
                <p:nvPr/>
              </p:nvSpPr>
              <p:spPr>
                <a:xfrm>
                  <a:off x="5194693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5" name="pg1835">
                  <a:extLst>
                    <a:ext uri="{FF2B5EF4-FFF2-40B4-BE49-F238E27FC236}">
                      <a16:creationId xmlns:a16="http://schemas.microsoft.com/office/drawing/2014/main" id="{46A03213-9BDB-5362-8350-5D2947CCA9F6}"/>
                    </a:ext>
                  </a:extLst>
                </p:cNvPr>
                <p:cNvSpPr/>
                <p:nvPr/>
              </p:nvSpPr>
              <p:spPr>
                <a:xfrm>
                  <a:off x="5020133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6" name="pg1836">
                  <a:extLst>
                    <a:ext uri="{FF2B5EF4-FFF2-40B4-BE49-F238E27FC236}">
                      <a16:creationId xmlns:a16="http://schemas.microsoft.com/office/drawing/2014/main" id="{E5708014-7ACC-8C51-A982-D45632F4DCBE}"/>
                    </a:ext>
                  </a:extLst>
                </p:cNvPr>
                <p:cNvSpPr/>
                <p:nvPr/>
              </p:nvSpPr>
              <p:spPr>
                <a:xfrm>
                  <a:off x="5031771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7" name="pg1837">
                  <a:extLst>
                    <a:ext uri="{FF2B5EF4-FFF2-40B4-BE49-F238E27FC236}">
                      <a16:creationId xmlns:a16="http://schemas.microsoft.com/office/drawing/2014/main" id="{551DE8F9-82DB-64F1-AFC1-157450054750}"/>
                    </a:ext>
                  </a:extLst>
                </p:cNvPr>
                <p:cNvSpPr/>
                <p:nvPr/>
              </p:nvSpPr>
              <p:spPr>
                <a:xfrm>
                  <a:off x="5043408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4AB">
                    <a:alpha val="100000"/>
                  </a:srgbClr>
                </a:solidFill>
                <a:ln w="5420" cap="flat">
                  <a:solidFill>
                    <a:srgbClr val="4F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8" name="pg1838">
                  <a:extLst>
                    <a:ext uri="{FF2B5EF4-FFF2-40B4-BE49-F238E27FC236}">
                      <a16:creationId xmlns:a16="http://schemas.microsoft.com/office/drawing/2014/main" id="{7F883FE9-1F3B-D12C-BDBF-91D28B2DA159}"/>
                    </a:ext>
                  </a:extLst>
                </p:cNvPr>
                <p:cNvSpPr/>
                <p:nvPr/>
              </p:nvSpPr>
              <p:spPr>
                <a:xfrm>
                  <a:off x="5055045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9" name="pg1839">
                  <a:extLst>
                    <a:ext uri="{FF2B5EF4-FFF2-40B4-BE49-F238E27FC236}">
                      <a16:creationId xmlns:a16="http://schemas.microsoft.com/office/drawing/2014/main" id="{5C47682C-55FC-6883-A7CC-5AC7D0E2DA81}"/>
                    </a:ext>
                  </a:extLst>
                </p:cNvPr>
                <p:cNvSpPr/>
                <p:nvPr/>
              </p:nvSpPr>
              <p:spPr>
                <a:xfrm>
                  <a:off x="5066683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0" name="pg1840">
                  <a:extLst>
                    <a:ext uri="{FF2B5EF4-FFF2-40B4-BE49-F238E27FC236}">
                      <a16:creationId xmlns:a16="http://schemas.microsoft.com/office/drawing/2014/main" id="{BE86E0C7-C8E4-78B9-9A4E-7C11274161EF}"/>
                    </a:ext>
                  </a:extLst>
                </p:cNvPr>
                <p:cNvSpPr/>
                <p:nvPr/>
              </p:nvSpPr>
              <p:spPr>
                <a:xfrm>
                  <a:off x="5078320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1" name="pg1841">
                  <a:extLst>
                    <a:ext uri="{FF2B5EF4-FFF2-40B4-BE49-F238E27FC236}">
                      <a16:creationId xmlns:a16="http://schemas.microsoft.com/office/drawing/2014/main" id="{D5B56C3D-E6B8-A06E-5536-08B5FA53336D}"/>
                    </a:ext>
                  </a:extLst>
                </p:cNvPr>
                <p:cNvSpPr/>
                <p:nvPr/>
              </p:nvSpPr>
              <p:spPr>
                <a:xfrm>
                  <a:off x="5089957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2" name="pg1842">
                  <a:extLst>
                    <a:ext uri="{FF2B5EF4-FFF2-40B4-BE49-F238E27FC236}">
                      <a16:creationId xmlns:a16="http://schemas.microsoft.com/office/drawing/2014/main" id="{B4D396CA-2AE2-D06E-9E09-DAB94CE17F51}"/>
                    </a:ext>
                  </a:extLst>
                </p:cNvPr>
                <p:cNvSpPr/>
                <p:nvPr/>
              </p:nvSpPr>
              <p:spPr>
                <a:xfrm>
                  <a:off x="5101595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3" name="pg1843">
                  <a:extLst>
                    <a:ext uri="{FF2B5EF4-FFF2-40B4-BE49-F238E27FC236}">
                      <a16:creationId xmlns:a16="http://schemas.microsoft.com/office/drawing/2014/main" id="{A698C16E-4C53-7BF3-91B2-AE4A9B14B8FF}"/>
                    </a:ext>
                  </a:extLst>
                </p:cNvPr>
                <p:cNvSpPr/>
                <p:nvPr/>
              </p:nvSpPr>
              <p:spPr>
                <a:xfrm>
                  <a:off x="5113232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4" name="pg1844">
                  <a:extLst>
                    <a:ext uri="{FF2B5EF4-FFF2-40B4-BE49-F238E27FC236}">
                      <a16:creationId xmlns:a16="http://schemas.microsoft.com/office/drawing/2014/main" id="{7B0D621F-5063-AF4E-4C12-8AA9E3639EAB}"/>
                    </a:ext>
                  </a:extLst>
                </p:cNvPr>
                <p:cNvSpPr/>
                <p:nvPr/>
              </p:nvSpPr>
              <p:spPr>
                <a:xfrm>
                  <a:off x="5124869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5" name="pg1845">
                  <a:extLst>
                    <a:ext uri="{FF2B5EF4-FFF2-40B4-BE49-F238E27FC236}">
                      <a16:creationId xmlns:a16="http://schemas.microsoft.com/office/drawing/2014/main" id="{1D1E3126-20DA-A067-ACDD-AA208DAE9640}"/>
                    </a:ext>
                  </a:extLst>
                </p:cNvPr>
                <p:cNvSpPr/>
                <p:nvPr/>
              </p:nvSpPr>
              <p:spPr>
                <a:xfrm>
                  <a:off x="5136507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6" name="pg1846">
                  <a:extLst>
                    <a:ext uri="{FF2B5EF4-FFF2-40B4-BE49-F238E27FC236}">
                      <a16:creationId xmlns:a16="http://schemas.microsoft.com/office/drawing/2014/main" id="{208C7590-5701-E0C7-2EAA-FA4A57F34AFC}"/>
                    </a:ext>
                  </a:extLst>
                </p:cNvPr>
                <p:cNvSpPr/>
                <p:nvPr/>
              </p:nvSpPr>
              <p:spPr>
                <a:xfrm>
                  <a:off x="5148144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7" name="pg1847">
                  <a:extLst>
                    <a:ext uri="{FF2B5EF4-FFF2-40B4-BE49-F238E27FC236}">
                      <a16:creationId xmlns:a16="http://schemas.microsoft.com/office/drawing/2014/main" id="{C8246DDC-D3A0-CEE0-B2AE-3026F5771149}"/>
                    </a:ext>
                  </a:extLst>
                </p:cNvPr>
                <p:cNvSpPr/>
                <p:nvPr/>
              </p:nvSpPr>
              <p:spPr>
                <a:xfrm>
                  <a:off x="5159781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8" name="pg1848">
                  <a:extLst>
                    <a:ext uri="{FF2B5EF4-FFF2-40B4-BE49-F238E27FC236}">
                      <a16:creationId xmlns:a16="http://schemas.microsoft.com/office/drawing/2014/main" id="{20D44353-C32F-0489-FD9E-776E8D8F3D94}"/>
                    </a:ext>
                  </a:extLst>
                </p:cNvPr>
                <p:cNvSpPr/>
                <p:nvPr/>
              </p:nvSpPr>
              <p:spPr>
                <a:xfrm>
                  <a:off x="5171419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9" name="pg1849">
                  <a:extLst>
                    <a:ext uri="{FF2B5EF4-FFF2-40B4-BE49-F238E27FC236}">
                      <a16:creationId xmlns:a16="http://schemas.microsoft.com/office/drawing/2014/main" id="{F97B1D39-9344-A2B2-3990-0FA6AAD21C49}"/>
                    </a:ext>
                  </a:extLst>
                </p:cNvPr>
                <p:cNvSpPr/>
                <p:nvPr/>
              </p:nvSpPr>
              <p:spPr>
                <a:xfrm>
                  <a:off x="5183056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0" name="pg1850">
                  <a:extLst>
                    <a:ext uri="{FF2B5EF4-FFF2-40B4-BE49-F238E27FC236}">
                      <a16:creationId xmlns:a16="http://schemas.microsoft.com/office/drawing/2014/main" id="{F874A79D-7AE4-DC6F-4BE3-0CB163F76592}"/>
                    </a:ext>
                  </a:extLst>
                </p:cNvPr>
                <p:cNvSpPr/>
                <p:nvPr/>
              </p:nvSpPr>
              <p:spPr>
                <a:xfrm>
                  <a:off x="5020133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1" name="pg1851">
                  <a:extLst>
                    <a:ext uri="{FF2B5EF4-FFF2-40B4-BE49-F238E27FC236}">
                      <a16:creationId xmlns:a16="http://schemas.microsoft.com/office/drawing/2014/main" id="{0867324C-3B1D-B010-F221-7F77EE0CED6B}"/>
                    </a:ext>
                  </a:extLst>
                </p:cNvPr>
                <p:cNvSpPr/>
                <p:nvPr/>
              </p:nvSpPr>
              <p:spPr>
                <a:xfrm>
                  <a:off x="5031771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2" name="pg1852">
                  <a:extLst>
                    <a:ext uri="{FF2B5EF4-FFF2-40B4-BE49-F238E27FC236}">
                      <a16:creationId xmlns:a16="http://schemas.microsoft.com/office/drawing/2014/main" id="{1271CEA5-11D8-1FC9-4F10-2FD24C0AA1AC}"/>
                    </a:ext>
                  </a:extLst>
                </p:cNvPr>
                <p:cNvSpPr/>
                <p:nvPr/>
              </p:nvSpPr>
              <p:spPr>
                <a:xfrm>
                  <a:off x="5043408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3" name="pg1853">
                  <a:extLst>
                    <a:ext uri="{FF2B5EF4-FFF2-40B4-BE49-F238E27FC236}">
                      <a16:creationId xmlns:a16="http://schemas.microsoft.com/office/drawing/2014/main" id="{FF2B3F85-68F3-785C-5970-F322E9AA9D34}"/>
                    </a:ext>
                  </a:extLst>
                </p:cNvPr>
                <p:cNvSpPr/>
                <p:nvPr/>
              </p:nvSpPr>
              <p:spPr>
                <a:xfrm>
                  <a:off x="5055045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4" name="pg1854">
                  <a:extLst>
                    <a:ext uri="{FF2B5EF4-FFF2-40B4-BE49-F238E27FC236}">
                      <a16:creationId xmlns:a16="http://schemas.microsoft.com/office/drawing/2014/main" id="{74D49D68-BD21-5AC4-4D83-1660EBE27E94}"/>
                    </a:ext>
                  </a:extLst>
                </p:cNvPr>
                <p:cNvSpPr/>
                <p:nvPr/>
              </p:nvSpPr>
              <p:spPr>
                <a:xfrm>
                  <a:off x="5066683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5" name="pg1855">
                  <a:extLst>
                    <a:ext uri="{FF2B5EF4-FFF2-40B4-BE49-F238E27FC236}">
                      <a16:creationId xmlns:a16="http://schemas.microsoft.com/office/drawing/2014/main" id="{68EC0DAC-98AB-89A7-B987-485E1568D50A}"/>
                    </a:ext>
                  </a:extLst>
                </p:cNvPr>
                <p:cNvSpPr/>
                <p:nvPr/>
              </p:nvSpPr>
              <p:spPr>
                <a:xfrm>
                  <a:off x="5078320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4AB">
                    <a:alpha val="100000"/>
                  </a:srgbClr>
                </a:solidFill>
                <a:ln w="5420" cap="flat">
                  <a:solidFill>
                    <a:srgbClr val="4F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6" name="pg1856">
                  <a:extLst>
                    <a:ext uri="{FF2B5EF4-FFF2-40B4-BE49-F238E27FC236}">
                      <a16:creationId xmlns:a16="http://schemas.microsoft.com/office/drawing/2014/main" id="{4B8A0B43-0258-8604-7FA5-D22967E22B80}"/>
                    </a:ext>
                  </a:extLst>
                </p:cNvPr>
                <p:cNvSpPr/>
                <p:nvPr/>
              </p:nvSpPr>
              <p:spPr>
                <a:xfrm>
                  <a:off x="5089957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7" name="pg1857">
                  <a:extLst>
                    <a:ext uri="{FF2B5EF4-FFF2-40B4-BE49-F238E27FC236}">
                      <a16:creationId xmlns:a16="http://schemas.microsoft.com/office/drawing/2014/main" id="{2F28A5C8-743A-5B72-2E5C-A2CB2EB5C4CA}"/>
                    </a:ext>
                  </a:extLst>
                </p:cNvPr>
                <p:cNvSpPr/>
                <p:nvPr/>
              </p:nvSpPr>
              <p:spPr>
                <a:xfrm>
                  <a:off x="5101595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8" name="pg1858">
                  <a:extLst>
                    <a:ext uri="{FF2B5EF4-FFF2-40B4-BE49-F238E27FC236}">
                      <a16:creationId xmlns:a16="http://schemas.microsoft.com/office/drawing/2014/main" id="{63140281-0FC3-985D-9649-4DCE76D1B6CE}"/>
                    </a:ext>
                  </a:extLst>
                </p:cNvPr>
                <p:cNvSpPr/>
                <p:nvPr/>
              </p:nvSpPr>
              <p:spPr>
                <a:xfrm>
                  <a:off x="5113232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9" name="pg1859">
                  <a:extLst>
                    <a:ext uri="{FF2B5EF4-FFF2-40B4-BE49-F238E27FC236}">
                      <a16:creationId xmlns:a16="http://schemas.microsoft.com/office/drawing/2014/main" id="{C321B4AA-7E72-5DAA-F750-BF17B4A00EE7}"/>
                    </a:ext>
                  </a:extLst>
                </p:cNvPr>
                <p:cNvSpPr/>
                <p:nvPr/>
              </p:nvSpPr>
              <p:spPr>
                <a:xfrm>
                  <a:off x="5124869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0" name="pg1860">
                  <a:extLst>
                    <a:ext uri="{FF2B5EF4-FFF2-40B4-BE49-F238E27FC236}">
                      <a16:creationId xmlns:a16="http://schemas.microsoft.com/office/drawing/2014/main" id="{303FA796-B8EB-585D-2501-39E8D6017A96}"/>
                    </a:ext>
                  </a:extLst>
                </p:cNvPr>
                <p:cNvSpPr/>
                <p:nvPr/>
              </p:nvSpPr>
              <p:spPr>
                <a:xfrm>
                  <a:off x="5136507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1" name="pg1861">
                  <a:extLst>
                    <a:ext uri="{FF2B5EF4-FFF2-40B4-BE49-F238E27FC236}">
                      <a16:creationId xmlns:a16="http://schemas.microsoft.com/office/drawing/2014/main" id="{338FF3A9-7EFC-7BD0-E707-7A69545DE601}"/>
                    </a:ext>
                  </a:extLst>
                </p:cNvPr>
                <p:cNvSpPr/>
                <p:nvPr/>
              </p:nvSpPr>
              <p:spPr>
                <a:xfrm>
                  <a:off x="5148144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2" name="pg1862">
                  <a:extLst>
                    <a:ext uri="{FF2B5EF4-FFF2-40B4-BE49-F238E27FC236}">
                      <a16:creationId xmlns:a16="http://schemas.microsoft.com/office/drawing/2014/main" id="{71D49751-54B5-C366-9D5A-9F1899B45257}"/>
                    </a:ext>
                  </a:extLst>
                </p:cNvPr>
                <p:cNvSpPr/>
                <p:nvPr/>
              </p:nvSpPr>
              <p:spPr>
                <a:xfrm>
                  <a:off x="5159781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3" name="pg1863">
                  <a:extLst>
                    <a:ext uri="{FF2B5EF4-FFF2-40B4-BE49-F238E27FC236}">
                      <a16:creationId xmlns:a16="http://schemas.microsoft.com/office/drawing/2014/main" id="{283CCEBF-0599-793C-2893-5CF10D83DACE}"/>
                    </a:ext>
                  </a:extLst>
                </p:cNvPr>
                <p:cNvSpPr/>
                <p:nvPr/>
              </p:nvSpPr>
              <p:spPr>
                <a:xfrm>
                  <a:off x="5171419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4" name="pg1864">
                  <a:extLst>
                    <a:ext uri="{FF2B5EF4-FFF2-40B4-BE49-F238E27FC236}">
                      <a16:creationId xmlns:a16="http://schemas.microsoft.com/office/drawing/2014/main" id="{0652E8FF-AED0-37BF-E966-E479A41BEDB1}"/>
                    </a:ext>
                  </a:extLst>
                </p:cNvPr>
                <p:cNvSpPr/>
                <p:nvPr/>
              </p:nvSpPr>
              <p:spPr>
                <a:xfrm>
                  <a:off x="5008496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5" name="pg1865">
                  <a:extLst>
                    <a:ext uri="{FF2B5EF4-FFF2-40B4-BE49-F238E27FC236}">
                      <a16:creationId xmlns:a16="http://schemas.microsoft.com/office/drawing/2014/main" id="{229EE035-C264-1A7E-44C0-59E05A2A2ACE}"/>
                    </a:ext>
                  </a:extLst>
                </p:cNvPr>
                <p:cNvSpPr/>
                <p:nvPr/>
              </p:nvSpPr>
              <p:spPr>
                <a:xfrm>
                  <a:off x="5020133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0AB">
                    <a:alpha val="100000"/>
                  </a:srgbClr>
                </a:solidFill>
                <a:ln w="5420" cap="flat">
                  <a:solidFill>
                    <a:srgbClr val="4C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6" name="pg1866">
                  <a:extLst>
                    <a:ext uri="{FF2B5EF4-FFF2-40B4-BE49-F238E27FC236}">
                      <a16:creationId xmlns:a16="http://schemas.microsoft.com/office/drawing/2014/main" id="{04CC621A-9D83-B38B-2360-8AD81DB0C260}"/>
                    </a:ext>
                  </a:extLst>
                </p:cNvPr>
                <p:cNvSpPr/>
                <p:nvPr/>
              </p:nvSpPr>
              <p:spPr>
                <a:xfrm>
                  <a:off x="5031771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7" name="pg1867">
                  <a:extLst>
                    <a:ext uri="{FF2B5EF4-FFF2-40B4-BE49-F238E27FC236}">
                      <a16:creationId xmlns:a16="http://schemas.microsoft.com/office/drawing/2014/main" id="{9347B501-6F6B-6E5D-43F4-076A7B86632A}"/>
                    </a:ext>
                  </a:extLst>
                </p:cNvPr>
                <p:cNvSpPr/>
                <p:nvPr/>
              </p:nvSpPr>
              <p:spPr>
                <a:xfrm>
                  <a:off x="5043408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8" name="pg1868">
                  <a:extLst>
                    <a:ext uri="{FF2B5EF4-FFF2-40B4-BE49-F238E27FC236}">
                      <a16:creationId xmlns:a16="http://schemas.microsoft.com/office/drawing/2014/main" id="{EF2AF8F7-D5F0-9D8A-58C3-8C43D8BF3D89}"/>
                    </a:ext>
                  </a:extLst>
                </p:cNvPr>
                <p:cNvSpPr/>
                <p:nvPr/>
              </p:nvSpPr>
              <p:spPr>
                <a:xfrm>
                  <a:off x="5055045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9" name="pg1869">
                  <a:extLst>
                    <a:ext uri="{FF2B5EF4-FFF2-40B4-BE49-F238E27FC236}">
                      <a16:creationId xmlns:a16="http://schemas.microsoft.com/office/drawing/2014/main" id="{64833E0D-E5D3-A511-701A-05827FCE1F2E}"/>
                    </a:ext>
                  </a:extLst>
                </p:cNvPr>
                <p:cNvSpPr/>
                <p:nvPr/>
              </p:nvSpPr>
              <p:spPr>
                <a:xfrm>
                  <a:off x="5066683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0" name="pg1870">
                  <a:extLst>
                    <a:ext uri="{FF2B5EF4-FFF2-40B4-BE49-F238E27FC236}">
                      <a16:creationId xmlns:a16="http://schemas.microsoft.com/office/drawing/2014/main" id="{50A05E2B-3CF0-0201-245E-B5D371E2B046}"/>
                    </a:ext>
                  </a:extLst>
                </p:cNvPr>
                <p:cNvSpPr/>
                <p:nvPr/>
              </p:nvSpPr>
              <p:spPr>
                <a:xfrm>
                  <a:off x="5078320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1" name="pg1871">
                  <a:extLst>
                    <a:ext uri="{FF2B5EF4-FFF2-40B4-BE49-F238E27FC236}">
                      <a16:creationId xmlns:a16="http://schemas.microsoft.com/office/drawing/2014/main" id="{415FFDE8-E25C-F62C-08ED-A50F718B1725}"/>
                    </a:ext>
                  </a:extLst>
                </p:cNvPr>
                <p:cNvSpPr/>
                <p:nvPr/>
              </p:nvSpPr>
              <p:spPr>
                <a:xfrm>
                  <a:off x="5089957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2" name="pg1872">
                  <a:extLst>
                    <a:ext uri="{FF2B5EF4-FFF2-40B4-BE49-F238E27FC236}">
                      <a16:creationId xmlns:a16="http://schemas.microsoft.com/office/drawing/2014/main" id="{1347EDEE-E5BA-2B3B-C248-CB58FD5DDBF8}"/>
                    </a:ext>
                  </a:extLst>
                </p:cNvPr>
                <p:cNvSpPr/>
                <p:nvPr/>
              </p:nvSpPr>
              <p:spPr>
                <a:xfrm>
                  <a:off x="5101595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3" name="pg1873">
                  <a:extLst>
                    <a:ext uri="{FF2B5EF4-FFF2-40B4-BE49-F238E27FC236}">
                      <a16:creationId xmlns:a16="http://schemas.microsoft.com/office/drawing/2014/main" id="{DB4CAE5F-1325-1F66-5E7E-0DCDC2E069C3}"/>
                    </a:ext>
                  </a:extLst>
                </p:cNvPr>
                <p:cNvSpPr/>
                <p:nvPr/>
              </p:nvSpPr>
              <p:spPr>
                <a:xfrm>
                  <a:off x="5113232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4" name="pg1874">
                  <a:extLst>
                    <a:ext uri="{FF2B5EF4-FFF2-40B4-BE49-F238E27FC236}">
                      <a16:creationId xmlns:a16="http://schemas.microsoft.com/office/drawing/2014/main" id="{51F4A64A-DF8F-8EF6-478F-FF683BCEE657}"/>
                    </a:ext>
                  </a:extLst>
                </p:cNvPr>
                <p:cNvSpPr/>
                <p:nvPr/>
              </p:nvSpPr>
              <p:spPr>
                <a:xfrm>
                  <a:off x="5124869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5" name="pg1875">
                  <a:extLst>
                    <a:ext uri="{FF2B5EF4-FFF2-40B4-BE49-F238E27FC236}">
                      <a16:creationId xmlns:a16="http://schemas.microsoft.com/office/drawing/2014/main" id="{82EB6955-D7D3-EDD0-36F5-DE7B1FEA84B4}"/>
                    </a:ext>
                  </a:extLst>
                </p:cNvPr>
                <p:cNvSpPr/>
                <p:nvPr/>
              </p:nvSpPr>
              <p:spPr>
                <a:xfrm>
                  <a:off x="5136507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6" name="pg1876">
                  <a:extLst>
                    <a:ext uri="{FF2B5EF4-FFF2-40B4-BE49-F238E27FC236}">
                      <a16:creationId xmlns:a16="http://schemas.microsoft.com/office/drawing/2014/main" id="{E1E99171-7E94-5704-7B38-AAC902716D4B}"/>
                    </a:ext>
                  </a:extLst>
                </p:cNvPr>
                <p:cNvSpPr/>
                <p:nvPr/>
              </p:nvSpPr>
              <p:spPr>
                <a:xfrm>
                  <a:off x="5148144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7" name="pg1877">
                  <a:extLst>
                    <a:ext uri="{FF2B5EF4-FFF2-40B4-BE49-F238E27FC236}">
                      <a16:creationId xmlns:a16="http://schemas.microsoft.com/office/drawing/2014/main" id="{B0A3E9F5-C4F1-5C3C-7A70-5F332B97B569}"/>
                    </a:ext>
                  </a:extLst>
                </p:cNvPr>
                <p:cNvSpPr/>
                <p:nvPr/>
              </p:nvSpPr>
              <p:spPr>
                <a:xfrm>
                  <a:off x="5008496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8" name="pg1878">
                  <a:extLst>
                    <a:ext uri="{FF2B5EF4-FFF2-40B4-BE49-F238E27FC236}">
                      <a16:creationId xmlns:a16="http://schemas.microsoft.com/office/drawing/2014/main" id="{DA2A7DEB-1DF1-DD0B-B39C-32057306163D}"/>
                    </a:ext>
                  </a:extLst>
                </p:cNvPr>
                <p:cNvSpPr/>
                <p:nvPr/>
              </p:nvSpPr>
              <p:spPr>
                <a:xfrm>
                  <a:off x="5020133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9" name="pg1879">
                  <a:extLst>
                    <a:ext uri="{FF2B5EF4-FFF2-40B4-BE49-F238E27FC236}">
                      <a16:creationId xmlns:a16="http://schemas.microsoft.com/office/drawing/2014/main" id="{72EB84DC-E898-6E06-880E-C995F9F2D9BE}"/>
                    </a:ext>
                  </a:extLst>
                </p:cNvPr>
                <p:cNvSpPr/>
                <p:nvPr/>
              </p:nvSpPr>
              <p:spPr>
                <a:xfrm>
                  <a:off x="5031771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0" name="pg1880">
                  <a:extLst>
                    <a:ext uri="{FF2B5EF4-FFF2-40B4-BE49-F238E27FC236}">
                      <a16:creationId xmlns:a16="http://schemas.microsoft.com/office/drawing/2014/main" id="{689F6A5A-64DD-5ADC-1B9F-870B429EF30B}"/>
                    </a:ext>
                  </a:extLst>
                </p:cNvPr>
                <p:cNvSpPr/>
                <p:nvPr/>
              </p:nvSpPr>
              <p:spPr>
                <a:xfrm>
                  <a:off x="5043408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1" name="pg1881">
                  <a:extLst>
                    <a:ext uri="{FF2B5EF4-FFF2-40B4-BE49-F238E27FC236}">
                      <a16:creationId xmlns:a16="http://schemas.microsoft.com/office/drawing/2014/main" id="{B2609F1D-8187-2E52-7AE4-91F5EFFD21D1}"/>
                    </a:ext>
                  </a:extLst>
                </p:cNvPr>
                <p:cNvSpPr/>
                <p:nvPr/>
              </p:nvSpPr>
              <p:spPr>
                <a:xfrm>
                  <a:off x="5055045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2" name="pg1882">
                  <a:extLst>
                    <a:ext uri="{FF2B5EF4-FFF2-40B4-BE49-F238E27FC236}">
                      <a16:creationId xmlns:a16="http://schemas.microsoft.com/office/drawing/2014/main" id="{56EEDC28-8114-0BD7-7CD1-5ED09D399624}"/>
                    </a:ext>
                  </a:extLst>
                </p:cNvPr>
                <p:cNvSpPr/>
                <p:nvPr/>
              </p:nvSpPr>
              <p:spPr>
                <a:xfrm>
                  <a:off x="5066683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3" name="pg1883">
                  <a:extLst>
                    <a:ext uri="{FF2B5EF4-FFF2-40B4-BE49-F238E27FC236}">
                      <a16:creationId xmlns:a16="http://schemas.microsoft.com/office/drawing/2014/main" id="{EF07C004-00D8-312F-7086-E08CD4B3816F}"/>
                    </a:ext>
                  </a:extLst>
                </p:cNvPr>
                <p:cNvSpPr/>
                <p:nvPr/>
              </p:nvSpPr>
              <p:spPr>
                <a:xfrm>
                  <a:off x="5078320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4" name="pg1884">
                  <a:extLst>
                    <a:ext uri="{FF2B5EF4-FFF2-40B4-BE49-F238E27FC236}">
                      <a16:creationId xmlns:a16="http://schemas.microsoft.com/office/drawing/2014/main" id="{D04B4757-68D0-F9F4-1C9F-AABE6D7AAF01}"/>
                    </a:ext>
                  </a:extLst>
                </p:cNvPr>
                <p:cNvSpPr/>
                <p:nvPr/>
              </p:nvSpPr>
              <p:spPr>
                <a:xfrm>
                  <a:off x="5089957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5" name="pg1885">
                  <a:extLst>
                    <a:ext uri="{FF2B5EF4-FFF2-40B4-BE49-F238E27FC236}">
                      <a16:creationId xmlns:a16="http://schemas.microsoft.com/office/drawing/2014/main" id="{128C05C8-065D-533B-CAC8-DE8C3DCEEAA9}"/>
                    </a:ext>
                  </a:extLst>
                </p:cNvPr>
                <p:cNvSpPr/>
                <p:nvPr/>
              </p:nvSpPr>
              <p:spPr>
                <a:xfrm>
                  <a:off x="5101595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6" name="pg1886">
                  <a:extLst>
                    <a:ext uri="{FF2B5EF4-FFF2-40B4-BE49-F238E27FC236}">
                      <a16:creationId xmlns:a16="http://schemas.microsoft.com/office/drawing/2014/main" id="{928D8003-4DEB-7828-EEC0-C8683E76C76A}"/>
                    </a:ext>
                  </a:extLst>
                </p:cNvPr>
                <p:cNvSpPr/>
                <p:nvPr/>
              </p:nvSpPr>
              <p:spPr>
                <a:xfrm>
                  <a:off x="5113232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7" name="pg1887">
                  <a:extLst>
                    <a:ext uri="{FF2B5EF4-FFF2-40B4-BE49-F238E27FC236}">
                      <a16:creationId xmlns:a16="http://schemas.microsoft.com/office/drawing/2014/main" id="{D947538C-456F-03BD-A85A-8D4A12FD4F87}"/>
                    </a:ext>
                  </a:extLst>
                </p:cNvPr>
                <p:cNvSpPr/>
                <p:nvPr/>
              </p:nvSpPr>
              <p:spPr>
                <a:xfrm>
                  <a:off x="5124869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8" name="pg1888">
                  <a:extLst>
                    <a:ext uri="{FF2B5EF4-FFF2-40B4-BE49-F238E27FC236}">
                      <a16:creationId xmlns:a16="http://schemas.microsoft.com/office/drawing/2014/main" id="{2AAE0957-6E69-525B-72DC-9843790F7045}"/>
                    </a:ext>
                  </a:extLst>
                </p:cNvPr>
                <p:cNvSpPr/>
                <p:nvPr/>
              </p:nvSpPr>
              <p:spPr>
                <a:xfrm>
                  <a:off x="5136507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4AB">
                    <a:alpha val="100000"/>
                  </a:srgbClr>
                </a:solidFill>
                <a:ln w="5420" cap="flat">
                  <a:solidFill>
                    <a:srgbClr val="4F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9" name="pg1889">
                  <a:extLst>
                    <a:ext uri="{FF2B5EF4-FFF2-40B4-BE49-F238E27FC236}">
                      <a16:creationId xmlns:a16="http://schemas.microsoft.com/office/drawing/2014/main" id="{D0CFCB4D-9B03-30AC-A48F-5E0CE03E5DFE}"/>
                    </a:ext>
                  </a:extLst>
                </p:cNvPr>
                <p:cNvSpPr/>
                <p:nvPr/>
              </p:nvSpPr>
              <p:spPr>
                <a:xfrm>
                  <a:off x="5008496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0" name="pg1890">
                  <a:extLst>
                    <a:ext uri="{FF2B5EF4-FFF2-40B4-BE49-F238E27FC236}">
                      <a16:creationId xmlns:a16="http://schemas.microsoft.com/office/drawing/2014/main" id="{AA08AD88-7A8E-352A-37EE-EE3D08D0CDDE}"/>
                    </a:ext>
                  </a:extLst>
                </p:cNvPr>
                <p:cNvSpPr/>
                <p:nvPr/>
              </p:nvSpPr>
              <p:spPr>
                <a:xfrm>
                  <a:off x="5020133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1" name="pg1891">
                  <a:extLst>
                    <a:ext uri="{FF2B5EF4-FFF2-40B4-BE49-F238E27FC236}">
                      <a16:creationId xmlns:a16="http://schemas.microsoft.com/office/drawing/2014/main" id="{A4C3A845-F4EC-E57A-5EFC-8AA29721BFE0}"/>
                    </a:ext>
                  </a:extLst>
                </p:cNvPr>
                <p:cNvSpPr/>
                <p:nvPr/>
              </p:nvSpPr>
              <p:spPr>
                <a:xfrm>
                  <a:off x="5031771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2" name="pg1892">
                  <a:extLst>
                    <a:ext uri="{FF2B5EF4-FFF2-40B4-BE49-F238E27FC236}">
                      <a16:creationId xmlns:a16="http://schemas.microsoft.com/office/drawing/2014/main" id="{3CE526E4-B7B4-0B19-F9FD-581B25B91AC2}"/>
                    </a:ext>
                  </a:extLst>
                </p:cNvPr>
                <p:cNvSpPr/>
                <p:nvPr/>
              </p:nvSpPr>
              <p:spPr>
                <a:xfrm>
                  <a:off x="5043408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3" name="pg1893">
                  <a:extLst>
                    <a:ext uri="{FF2B5EF4-FFF2-40B4-BE49-F238E27FC236}">
                      <a16:creationId xmlns:a16="http://schemas.microsoft.com/office/drawing/2014/main" id="{D3348CD6-CE84-3296-FFF6-83D30A90758E}"/>
                    </a:ext>
                  </a:extLst>
                </p:cNvPr>
                <p:cNvSpPr/>
                <p:nvPr/>
              </p:nvSpPr>
              <p:spPr>
                <a:xfrm>
                  <a:off x="5055045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4" name="pg1894">
                  <a:extLst>
                    <a:ext uri="{FF2B5EF4-FFF2-40B4-BE49-F238E27FC236}">
                      <a16:creationId xmlns:a16="http://schemas.microsoft.com/office/drawing/2014/main" id="{B35A3218-966F-27D5-2C6A-8B853564D2F1}"/>
                    </a:ext>
                  </a:extLst>
                </p:cNvPr>
                <p:cNvSpPr/>
                <p:nvPr/>
              </p:nvSpPr>
              <p:spPr>
                <a:xfrm>
                  <a:off x="5066683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5" name="pg1895">
                  <a:extLst>
                    <a:ext uri="{FF2B5EF4-FFF2-40B4-BE49-F238E27FC236}">
                      <a16:creationId xmlns:a16="http://schemas.microsoft.com/office/drawing/2014/main" id="{8AAC328E-0BC6-C829-2BC9-4F5F8DBAB46B}"/>
                    </a:ext>
                  </a:extLst>
                </p:cNvPr>
                <p:cNvSpPr/>
                <p:nvPr/>
              </p:nvSpPr>
              <p:spPr>
                <a:xfrm>
                  <a:off x="5078320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6" name="pg1896">
                  <a:extLst>
                    <a:ext uri="{FF2B5EF4-FFF2-40B4-BE49-F238E27FC236}">
                      <a16:creationId xmlns:a16="http://schemas.microsoft.com/office/drawing/2014/main" id="{F6364396-0F40-7893-EA9D-15716EB0A400}"/>
                    </a:ext>
                  </a:extLst>
                </p:cNvPr>
                <p:cNvSpPr/>
                <p:nvPr/>
              </p:nvSpPr>
              <p:spPr>
                <a:xfrm>
                  <a:off x="5089957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7" name="pg1897">
                  <a:extLst>
                    <a:ext uri="{FF2B5EF4-FFF2-40B4-BE49-F238E27FC236}">
                      <a16:creationId xmlns:a16="http://schemas.microsoft.com/office/drawing/2014/main" id="{5F0FDA11-B48E-787F-B70E-0E740630B07B}"/>
                    </a:ext>
                  </a:extLst>
                </p:cNvPr>
                <p:cNvSpPr/>
                <p:nvPr/>
              </p:nvSpPr>
              <p:spPr>
                <a:xfrm>
                  <a:off x="5101595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8" name="pg1898">
                  <a:extLst>
                    <a:ext uri="{FF2B5EF4-FFF2-40B4-BE49-F238E27FC236}">
                      <a16:creationId xmlns:a16="http://schemas.microsoft.com/office/drawing/2014/main" id="{1508BD6C-9958-124A-845F-2589799A1EBF}"/>
                    </a:ext>
                  </a:extLst>
                </p:cNvPr>
                <p:cNvSpPr/>
                <p:nvPr/>
              </p:nvSpPr>
              <p:spPr>
                <a:xfrm>
                  <a:off x="5113232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9" name="pg1899">
                  <a:extLst>
                    <a:ext uri="{FF2B5EF4-FFF2-40B4-BE49-F238E27FC236}">
                      <a16:creationId xmlns:a16="http://schemas.microsoft.com/office/drawing/2014/main" id="{92A3A61A-D854-D90E-6F39-119E4B84C32B}"/>
                    </a:ext>
                  </a:extLst>
                </p:cNvPr>
                <p:cNvSpPr/>
                <p:nvPr/>
              </p:nvSpPr>
              <p:spPr>
                <a:xfrm>
                  <a:off x="5124869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0" name="pg1900">
                  <a:extLst>
                    <a:ext uri="{FF2B5EF4-FFF2-40B4-BE49-F238E27FC236}">
                      <a16:creationId xmlns:a16="http://schemas.microsoft.com/office/drawing/2014/main" id="{D3AD42DA-80B6-D579-EFB1-B8B0084A1C3E}"/>
                    </a:ext>
                  </a:extLst>
                </p:cNvPr>
                <p:cNvSpPr/>
                <p:nvPr/>
              </p:nvSpPr>
              <p:spPr>
                <a:xfrm>
                  <a:off x="4985221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1" name="pg1901">
                  <a:extLst>
                    <a:ext uri="{FF2B5EF4-FFF2-40B4-BE49-F238E27FC236}">
                      <a16:creationId xmlns:a16="http://schemas.microsoft.com/office/drawing/2014/main" id="{3F827045-1E30-96D1-4EFF-0EE9B9DE1D3D}"/>
                    </a:ext>
                  </a:extLst>
                </p:cNvPr>
                <p:cNvSpPr/>
                <p:nvPr/>
              </p:nvSpPr>
              <p:spPr>
                <a:xfrm>
                  <a:off x="4996859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2" name="pg1902">
                  <a:extLst>
                    <a:ext uri="{FF2B5EF4-FFF2-40B4-BE49-F238E27FC236}">
                      <a16:creationId xmlns:a16="http://schemas.microsoft.com/office/drawing/2014/main" id="{FFDC14EA-2B07-660A-C68D-6A31F0507B8B}"/>
                    </a:ext>
                  </a:extLst>
                </p:cNvPr>
                <p:cNvSpPr/>
                <p:nvPr/>
              </p:nvSpPr>
              <p:spPr>
                <a:xfrm>
                  <a:off x="5008496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3" name="pg1903">
                  <a:extLst>
                    <a:ext uri="{FF2B5EF4-FFF2-40B4-BE49-F238E27FC236}">
                      <a16:creationId xmlns:a16="http://schemas.microsoft.com/office/drawing/2014/main" id="{8D2709C0-40E5-A8CD-019C-6206A5F5BA7E}"/>
                    </a:ext>
                  </a:extLst>
                </p:cNvPr>
                <p:cNvSpPr/>
                <p:nvPr/>
              </p:nvSpPr>
              <p:spPr>
                <a:xfrm>
                  <a:off x="5020133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4" name="pg1904">
                  <a:extLst>
                    <a:ext uri="{FF2B5EF4-FFF2-40B4-BE49-F238E27FC236}">
                      <a16:creationId xmlns:a16="http://schemas.microsoft.com/office/drawing/2014/main" id="{39962769-0552-C612-044E-5301FB7D7494}"/>
                    </a:ext>
                  </a:extLst>
                </p:cNvPr>
                <p:cNvSpPr/>
                <p:nvPr/>
              </p:nvSpPr>
              <p:spPr>
                <a:xfrm>
                  <a:off x="5031771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5" name="pg1905">
                  <a:extLst>
                    <a:ext uri="{FF2B5EF4-FFF2-40B4-BE49-F238E27FC236}">
                      <a16:creationId xmlns:a16="http://schemas.microsoft.com/office/drawing/2014/main" id="{7D8D7764-5AB5-D9EF-CF75-9190FCDBC57D}"/>
                    </a:ext>
                  </a:extLst>
                </p:cNvPr>
                <p:cNvSpPr/>
                <p:nvPr/>
              </p:nvSpPr>
              <p:spPr>
                <a:xfrm>
                  <a:off x="5043408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6" name="pg1906">
                  <a:extLst>
                    <a:ext uri="{FF2B5EF4-FFF2-40B4-BE49-F238E27FC236}">
                      <a16:creationId xmlns:a16="http://schemas.microsoft.com/office/drawing/2014/main" id="{E7F1C2CA-4804-C773-DF42-166A2A7384E5}"/>
                    </a:ext>
                  </a:extLst>
                </p:cNvPr>
                <p:cNvSpPr/>
                <p:nvPr/>
              </p:nvSpPr>
              <p:spPr>
                <a:xfrm>
                  <a:off x="5055045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7" name="pg1907">
                  <a:extLst>
                    <a:ext uri="{FF2B5EF4-FFF2-40B4-BE49-F238E27FC236}">
                      <a16:creationId xmlns:a16="http://schemas.microsoft.com/office/drawing/2014/main" id="{6C3F89F9-6759-6171-4FAD-4902D99481F5}"/>
                    </a:ext>
                  </a:extLst>
                </p:cNvPr>
                <p:cNvSpPr/>
                <p:nvPr/>
              </p:nvSpPr>
              <p:spPr>
                <a:xfrm>
                  <a:off x="5066683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8" name="pg1908">
                  <a:extLst>
                    <a:ext uri="{FF2B5EF4-FFF2-40B4-BE49-F238E27FC236}">
                      <a16:creationId xmlns:a16="http://schemas.microsoft.com/office/drawing/2014/main" id="{46D2DA68-E857-DD90-43FF-58567B5011A8}"/>
                    </a:ext>
                  </a:extLst>
                </p:cNvPr>
                <p:cNvSpPr/>
                <p:nvPr/>
              </p:nvSpPr>
              <p:spPr>
                <a:xfrm>
                  <a:off x="5078320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9" name="pg1909">
                  <a:extLst>
                    <a:ext uri="{FF2B5EF4-FFF2-40B4-BE49-F238E27FC236}">
                      <a16:creationId xmlns:a16="http://schemas.microsoft.com/office/drawing/2014/main" id="{4D0D4539-AE66-9DCF-39EA-795B093800C2}"/>
                    </a:ext>
                  </a:extLst>
                </p:cNvPr>
                <p:cNvSpPr/>
                <p:nvPr/>
              </p:nvSpPr>
              <p:spPr>
                <a:xfrm>
                  <a:off x="5089957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0" name="pg1910">
                  <a:extLst>
                    <a:ext uri="{FF2B5EF4-FFF2-40B4-BE49-F238E27FC236}">
                      <a16:creationId xmlns:a16="http://schemas.microsoft.com/office/drawing/2014/main" id="{DD03E408-516C-983F-85A6-C4E89F4C0944}"/>
                    </a:ext>
                  </a:extLst>
                </p:cNvPr>
                <p:cNvSpPr/>
                <p:nvPr/>
              </p:nvSpPr>
              <p:spPr>
                <a:xfrm>
                  <a:off x="5101595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1" name="pg1911">
                  <a:extLst>
                    <a:ext uri="{FF2B5EF4-FFF2-40B4-BE49-F238E27FC236}">
                      <a16:creationId xmlns:a16="http://schemas.microsoft.com/office/drawing/2014/main" id="{F5757D85-EDC2-1333-4575-F90F5B927E4E}"/>
                    </a:ext>
                  </a:extLst>
                </p:cNvPr>
                <p:cNvSpPr/>
                <p:nvPr/>
              </p:nvSpPr>
              <p:spPr>
                <a:xfrm>
                  <a:off x="5113232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2" name="pg1912">
                  <a:extLst>
                    <a:ext uri="{FF2B5EF4-FFF2-40B4-BE49-F238E27FC236}">
                      <a16:creationId xmlns:a16="http://schemas.microsoft.com/office/drawing/2014/main" id="{A356B511-0B10-FC08-F0C2-4D7E3B2BD68B}"/>
                    </a:ext>
                  </a:extLst>
                </p:cNvPr>
                <p:cNvSpPr/>
                <p:nvPr/>
              </p:nvSpPr>
              <p:spPr>
                <a:xfrm>
                  <a:off x="5124869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3" name="pg1913">
                  <a:extLst>
                    <a:ext uri="{FF2B5EF4-FFF2-40B4-BE49-F238E27FC236}">
                      <a16:creationId xmlns:a16="http://schemas.microsoft.com/office/drawing/2014/main" id="{27A123F6-4C41-0977-8186-0C32EE0AE3C5}"/>
                    </a:ext>
                  </a:extLst>
                </p:cNvPr>
                <p:cNvSpPr/>
                <p:nvPr/>
              </p:nvSpPr>
              <p:spPr>
                <a:xfrm>
                  <a:off x="4973584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4" name="pg1914">
                  <a:extLst>
                    <a:ext uri="{FF2B5EF4-FFF2-40B4-BE49-F238E27FC236}">
                      <a16:creationId xmlns:a16="http://schemas.microsoft.com/office/drawing/2014/main" id="{97465A21-3F03-E48B-2005-0E8F8102E0B6}"/>
                    </a:ext>
                  </a:extLst>
                </p:cNvPr>
                <p:cNvSpPr/>
                <p:nvPr/>
              </p:nvSpPr>
              <p:spPr>
                <a:xfrm>
                  <a:off x="4985221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5" name="pg1915">
                  <a:extLst>
                    <a:ext uri="{FF2B5EF4-FFF2-40B4-BE49-F238E27FC236}">
                      <a16:creationId xmlns:a16="http://schemas.microsoft.com/office/drawing/2014/main" id="{B6F40EA4-97BA-928D-A929-CD7F0EDB57E0}"/>
                    </a:ext>
                  </a:extLst>
                </p:cNvPr>
                <p:cNvSpPr/>
                <p:nvPr/>
              </p:nvSpPr>
              <p:spPr>
                <a:xfrm>
                  <a:off x="4996859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6" name="pg1916">
                  <a:extLst>
                    <a:ext uri="{FF2B5EF4-FFF2-40B4-BE49-F238E27FC236}">
                      <a16:creationId xmlns:a16="http://schemas.microsoft.com/office/drawing/2014/main" id="{6B7CE1FB-05D7-9FB6-0381-81A9B9C8C69A}"/>
                    </a:ext>
                  </a:extLst>
                </p:cNvPr>
                <p:cNvSpPr/>
                <p:nvPr/>
              </p:nvSpPr>
              <p:spPr>
                <a:xfrm>
                  <a:off x="5008496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7" name="pg1917">
                  <a:extLst>
                    <a:ext uri="{FF2B5EF4-FFF2-40B4-BE49-F238E27FC236}">
                      <a16:creationId xmlns:a16="http://schemas.microsoft.com/office/drawing/2014/main" id="{2B77D9A7-C6EC-2002-8DEF-AA1EEEC1B35E}"/>
                    </a:ext>
                  </a:extLst>
                </p:cNvPr>
                <p:cNvSpPr/>
                <p:nvPr/>
              </p:nvSpPr>
              <p:spPr>
                <a:xfrm>
                  <a:off x="5020133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8" name="pg1918">
                  <a:extLst>
                    <a:ext uri="{FF2B5EF4-FFF2-40B4-BE49-F238E27FC236}">
                      <a16:creationId xmlns:a16="http://schemas.microsoft.com/office/drawing/2014/main" id="{142FBCB4-25E4-D112-45C4-20DB14A584DD}"/>
                    </a:ext>
                  </a:extLst>
                </p:cNvPr>
                <p:cNvSpPr/>
                <p:nvPr/>
              </p:nvSpPr>
              <p:spPr>
                <a:xfrm>
                  <a:off x="5031771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9" name="pg1919">
                  <a:extLst>
                    <a:ext uri="{FF2B5EF4-FFF2-40B4-BE49-F238E27FC236}">
                      <a16:creationId xmlns:a16="http://schemas.microsoft.com/office/drawing/2014/main" id="{E6255993-D027-BF3E-BF96-BEB0D74CA708}"/>
                    </a:ext>
                  </a:extLst>
                </p:cNvPr>
                <p:cNvSpPr/>
                <p:nvPr/>
              </p:nvSpPr>
              <p:spPr>
                <a:xfrm>
                  <a:off x="5043408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0" name="pg1920">
                  <a:extLst>
                    <a:ext uri="{FF2B5EF4-FFF2-40B4-BE49-F238E27FC236}">
                      <a16:creationId xmlns:a16="http://schemas.microsoft.com/office/drawing/2014/main" id="{69218FF4-B141-452A-2F6B-6BB46D8A0CD0}"/>
                    </a:ext>
                  </a:extLst>
                </p:cNvPr>
                <p:cNvSpPr/>
                <p:nvPr/>
              </p:nvSpPr>
              <p:spPr>
                <a:xfrm>
                  <a:off x="5055045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1" name="pg1921">
                  <a:extLst>
                    <a:ext uri="{FF2B5EF4-FFF2-40B4-BE49-F238E27FC236}">
                      <a16:creationId xmlns:a16="http://schemas.microsoft.com/office/drawing/2014/main" id="{F94CEB72-D37A-1DAC-482D-A816620D26BC}"/>
                    </a:ext>
                  </a:extLst>
                </p:cNvPr>
                <p:cNvSpPr/>
                <p:nvPr/>
              </p:nvSpPr>
              <p:spPr>
                <a:xfrm>
                  <a:off x="5066683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2" name="pg1922">
                  <a:extLst>
                    <a:ext uri="{FF2B5EF4-FFF2-40B4-BE49-F238E27FC236}">
                      <a16:creationId xmlns:a16="http://schemas.microsoft.com/office/drawing/2014/main" id="{D09FF5F1-5558-0E46-DB53-6A49B119D983}"/>
                    </a:ext>
                  </a:extLst>
                </p:cNvPr>
                <p:cNvSpPr/>
                <p:nvPr/>
              </p:nvSpPr>
              <p:spPr>
                <a:xfrm>
                  <a:off x="5078320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3" name="pg1923">
                  <a:extLst>
                    <a:ext uri="{FF2B5EF4-FFF2-40B4-BE49-F238E27FC236}">
                      <a16:creationId xmlns:a16="http://schemas.microsoft.com/office/drawing/2014/main" id="{91B66303-F252-3EFB-0B18-D92AE082442B}"/>
                    </a:ext>
                  </a:extLst>
                </p:cNvPr>
                <p:cNvSpPr/>
                <p:nvPr/>
              </p:nvSpPr>
              <p:spPr>
                <a:xfrm>
                  <a:off x="5089957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4" name="pg1924">
                  <a:extLst>
                    <a:ext uri="{FF2B5EF4-FFF2-40B4-BE49-F238E27FC236}">
                      <a16:creationId xmlns:a16="http://schemas.microsoft.com/office/drawing/2014/main" id="{C3C90358-4E06-D40C-82CF-55CC61C04ACD}"/>
                    </a:ext>
                  </a:extLst>
                </p:cNvPr>
                <p:cNvSpPr/>
                <p:nvPr/>
              </p:nvSpPr>
              <p:spPr>
                <a:xfrm>
                  <a:off x="5101595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5" name="pg1925">
                  <a:extLst>
                    <a:ext uri="{FF2B5EF4-FFF2-40B4-BE49-F238E27FC236}">
                      <a16:creationId xmlns:a16="http://schemas.microsoft.com/office/drawing/2014/main" id="{FDEFD8E8-C9C2-DA82-ECAC-C59EBDFE5D87}"/>
                    </a:ext>
                  </a:extLst>
                </p:cNvPr>
                <p:cNvSpPr/>
                <p:nvPr/>
              </p:nvSpPr>
              <p:spPr>
                <a:xfrm>
                  <a:off x="5113232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6" name="pg1926">
                  <a:extLst>
                    <a:ext uri="{FF2B5EF4-FFF2-40B4-BE49-F238E27FC236}">
                      <a16:creationId xmlns:a16="http://schemas.microsoft.com/office/drawing/2014/main" id="{5267D930-1EB6-48CE-ABF0-3ED40159C168}"/>
                    </a:ext>
                  </a:extLst>
                </p:cNvPr>
                <p:cNvSpPr/>
                <p:nvPr/>
              </p:nvSpPr>
              <p:spPr>
                <a:xfrm>
                  <a:off x="5124869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0AB">
                    <a:alpha val="100000"/>
                  </a:srgbClr>
                </a:solidFill>
                <a:ln w="5420" cap="flat">
                  <a:solidFill>
                    <a:srgbClr val="4C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7" name="pg1927">
                  <a:extLst>
                    <a:ext uri="{FF2B5EF4-FFF2-40B4-BE49-F238E27FC236}">
                      <a16:creationId xmlns:a16="http://schemas.microsoft.com/office/drawing/2014/main" id="{09C98AC7-106A-2A88-0FCF-33EF2D847D31}"/>
                    </a:ext>
                  </a:extLst>
                </p:cNvPr>
                <p:cNvSpPr/>
                <p:nvPr/>
              </p:nvSpPr>
              <p:spPr>
                <a:xfrm>
                  <a:off x="4973584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8" name="pg1928">
                  <a:extLst>
                    <a:ext uri="{FF2B5EF4-FFF2-40B4-BE49-F238E27FC236}">
                      <a16:creationId xmlns:a16="http://schemas.microsoft.com/office/drawing/2014/main" id="{DA1F7261-BAD5-8D23-43D7-2C6555267D80}"/>
                    </a:ext>
                  </a:extLst>
                </p:cNvPr>
                <p:cNvSpPr/>
                <p:nvPr/>
              </p:nvSpPr>
              <p:spPr>
                <a:xfrm>
                  <a:off x="4985221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9" name="pg1929">
                  <a:extLst>
                    <a:ext uri="{FF2B5EF4-FFF2-40B4-BE49-F238E27FC236}">
                      <a16:creationId xmlns:a16="http://schemas.microsoft.com/office/drawing/2014/main" id="{5AA8C3F4-5A92-E8E1-23BC-6C9CD96BC3F8}"/>
                    </a:ext>
                  </a:extLst>
                </p:cNvPr>
                <p:cNvSpPr/>
                <p:nvPr/>
              </p:nvSpPr>
              <p:spPr>
                <a:xfrm>
                  <a:off x="4996859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6AA">
                    <a:alpha val="100000"/>
                  </a:srgbClr>
                </a:solidFill>
                <a:ln w="5420" cap="flat">
                  <a:solidFill>
                    <a:srgbClr val="42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0" name="pg1930">
                  <a:extLst>
                    <a:ext uri="{FF2B5EF4-FFF2-40B4-BE49-F238E27FC236}">
                      <a16:creationId xmlns:a16="http://schemas.microsoft.com/office/drawing/2014/main" id="{9A6513A7-BF28-E0D9-053E-7A33CC286D21}"/>
                    </a:ext>
                  </a:extLst>
                </p:cNvPr>
                <p:cNvSpPr/>
                <p:nvPr/>
              </p:nvSpPr>
              <p:spPr>
                <a:xfrm>
                  <a:off x="5008496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1" name="pg1931">
                  <a:extLst>
                    <a:ext uri="{FF2B5EF4-FFF2-40B4-BE49-F238E27FC236}">
                      <a16:creationId xmlns:a16="http://schemas.microsoft.com/office/drawing/2014/main" id="{2163624E-279F-92E8-9A45-AF462905D1D7}"/>
                    </a:ext>
                  </a:extLst>
                </p:cNvPr>
                <p:cNvSpPr/>
                <p:nvPr/>
              </p:nvSpPr>
              <p:spPr>
                <a:xfrm>
                  <a:off x="5020133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2" name="pg1932">
                  <a:extLst>
                    <a:ext uri="{FF2B5EF4-FFF2-40B4-BE49-F238E27FC236}">
                      <a16:creationId xmlns:a16="http://schemas.microsoft.com/office/drawing/2014/main" id="{98FAF75B-D22B-0B4E-4F1E-6B72FBCC1539}"/>
                    </a:ext>
                  </a:extLst>
                </p:cNvPr>
                <p:cNvSpPr/>
                <p:nvPr/>
              </p:nvSpPr>
              <p:spPr>
                <a:xfrm>
                  <a:off x="5031771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3" name="pg1933">
                  <a:extLst>
                    <a:ext uri="{FF2B5EF4-FFF2-40B4-BE49-F238E27FC236}">
                      <a16:creationId xmlns:a16="http://schemas.microsoft.com/office/drawing/2014/main" id="{ABC11EAF-84E3-C457-B9F0-A3E4EF4BEE74}"/>
                    </a:ext>
                  </a:extLst>
                </p:cNvPr>
                <p:cNvSpPr/>
                <p:nvPr/>
              </p:nvSpPr>
              <p:spPr>
                <a:xfrm>
                  <a:off x="5043408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4" name="pg1934">
                  <a:extLst>
                    <a:ext uri="{FF2B5EF4-FFF2-40B4-BE49-F238E27FC236}">
                      <a16:creationId xmlns:a16="http://schemas.microsoft.com/office/drawing/2014/main" id="{446B5312-1A79-15C0-0BCE-6D6600B0C5FE}"/>
                    </a:ext>
                  </a:extLst>
                </p:cNvPr>
                <p:cNvSpPr/>
                <p:nvPr/>
              </p:nvSpPr>
              <p:spPr>
                <a:xfrm>
                  <a:off x="5055045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5" name="pg1935">
                  <a:extLst>
                    <a:ext uri="{FF2B5EF4-FFF2-40B4-BE49-F238E27FC236}">
                      <a16:creationId xmlns:a16="http://schemas.microsoft.com/office/drawing/2014/main" id="{685652E8-CCF8-6ED3-A153-CD1DEDA4E858}"/>
                    </a:ext>
                  </a:extLst>
                </p:cNvPr>
                <p:cNvSpPr/>
                <p:nvPr/>
              </p:nvSpPr>
              <p:spPr>
                <a:xfrm>
                  <a:off x="5066683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6" name="pg1936">
                  <a:extLst>
                    <a:ext uri="{FF2B5EF4-FFF2-40B4-BE49-F238E27FC236}">
                      <a16:creationId xmlns:a16="http://schemas.microsoft.com/office/drawing/2014/main" id="{0ADD9E00-BC63-5D10-1E2B-869BD595447D}"/>
                    </a:ext>
                  </a:extLst>
                </p:cNvPr>
                <p:cNvSpPr/>
                <p:nvPr/>
              </p:nvSpPr>
              <p:spPr>
                <a:xfrm>
                  <a:off x="5078320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7" name="pg1937">
                  <a:extLst>
                    <a:ext uri="{FF2B5EF4-FFF2-40B4-BE49-F238E27FC236}">
                      <a16:creationId xmlns:a16="http://schemas.microsoft.com/office/drawing/2014/main" id="{754E1852-E5E2-AD54-CCDD-9D5EC52230BD}"/>
                    </a:ext>
                  </a:extLst>
                </p:cNvPr>
                <p:cNvSpPr/>
                <p:nvPr/>
              </p:nvSpPr>
              <p:spPr>
                <a:xfrm>
                  <a:off x="5089957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8" name="pg1938">
                  <a:extLst>
                    <a:ext uri="{FF2B5EF4-FFF2-40B4-BE49-F238E27FC236}">
                      <a16:creationId xmlns:a16="http://schemas.microsoft.com/office/drawing/2014/main" id="{88D9EE88-0074-064F-34B1-931F520FC3C8}"/>
                    </a:ext>
                  </a:extLst>
                </p:cNvPr>
                <p:cNvSpPr/>
                <p:nvPr/>
              </p:nvSpPr>
              <p:spPr>
                <a:xfrm>
                  <a:off x="5101595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9" name="pg1939">
                  <a:extLst>
                    <a:ext uri="{FF2B5EF4-FFF2-40B4-BE49-F238E27FC236}">
                      <a16:creationId xmlns:a16="http://schemas.microsoft.com/office/drawing/2014/main" id="{D22B181C-E5AF-F6B1-D5C7-79A6B577A4C2}"/>
                    </a:ext>
                  </a:extLst>
                </p:cNvPr>
                <p:cNvSpPr/>
                <p:nvPr/>
              </p:nvSpPr>
              <p:spPr>
                <a:xfrm>
                  <a:off x="5113232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0" name="pg1940">
                  <a:extLst>
                    <a:ext uri="{FF2B5EF4-FFF2-40B4-BE49-F238E27FC236}">
                      <a16:creationId xmlns:a16="http://schemas.microsoft.com/office/drawing/2014/main" id="{7D1EA84D-13E7-3066-A61F-36E2D3611A57}"/>
                    </a:ext>
                  </a:extLst>
                </p:cNvPr>
                <p:cNvSpPr/>
                <p:nvPr/>
              </p:nvSpPr>
              <p:spPr>
                <a:xfrm>
                  <a:off x="4961947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1" name="pg1941">
                  <a:extLst>
                    <a:ext uri="{FF2B5EF4-FFF2-40B4-BE49-F238E27FC236}">
                      <a16:creationId xmlns:a16="http://schemas.microsoft.com/office/drawing/2014/main" id="{6192B8AE-26C7-620B-5122-58AF958ACF07}"/>
                    </a:ext>
                  </a:extLst>
                </p:cNvPr>
                <p:cNvSpPr/>
                <p:nvPr/>
              </p:nvSpPr>
              <p:spPr>
                <a:xfrm>
                  <a:off x="4973584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2" name="pg1942">
                  <a:extLst>
                    <a:ext uri="{FF2B5EF4-FFF2-40B4-BE49-F238E27FC236}">
                      <a16:creationId xmlns:a16="http://schemas.microsoft.com/office/drawing/2014/main" id="{9A2324D5-1931-1FE1-E70E-10D5FBE53301}"/>
                    </a:ext>
                  </a:extLst>
                </p:cNvPr>
                <p:cNvSpPr/>
                <p:nvPr/>
              </p:nvSpPr>
              <p:spPr>
                <a:xfrm>
                  <a:off x="4985221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3" name="pg1943">
                  <a:extLst>
                    <a:ext uri="{FF2B5EF4-FFF2-40B4-BE49-F238E27FC236}">
                      <a16:creationId xmlns:a16="http://schemas.microsoft.com/office/drawing/2014/main" id="{078BE638-0C8D-F06E-EAF0-5022543B38E7}"/>
                    </a:ext>
                  </a:extLst>
                </p:cNvPr>
                <p:cNvSpPr/>
                <p:nvPr/>
              </p:nvSpPr>
              <p:spPr>
                <a:xfrm>
                  <a:off x="4996859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4" name="pg1944">
                  <a:extLst>
                    <a:ext uri="{FF2B5EF4-FFF2-40B4-BE49-F238E27FC236}">
                      <a16:creationId xmlns:a16="http://schemas.microsoft.com/office/drawing/2014/main" id="{D4E693EB-F192-E3DD-A49E-9E43B3096FBC}"/>
                    </a:ext>
                  </a:extLst>
                </p:cNvPr>
                <p:cNvSpPr/>
                <p:nvPr/>
              </p:nvSpPr>
              <p:spPr>
                <a:xfrm>
                  <a:off x="5008496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5" name="pg1945">
                  <a:extLst>
                    <a:ext uri="{FF2B5EF4-FFF2-40B4-BE49-F238E27FC236}">
                      <a16:creationId xmlns:a16="http://schemas.microsoft.com/office/drawing/2014/main" id="{178F6B70-0CC2-F1CA-77A5-1630450639BF}"/>
                    </a:ext>
                  </a:extLst>
                </p:cNvPr>
                <p:cNvSpPr/>
                <p:nvPr/>
              </p:nvSpPr>
              <p:spPr>
                <a:xfrm>
                  <a:off x="5020133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6" name="pg1946">
                  <a:extLst>
                    <a:ext uri="{FF2B5EF4-FFF2-40B4-BE49-F238E27FC236}">
                      <a16:creationId xmlns:a16="http://schemas.microsoft.com/office/drawing/2014/main" id="{A2D7C166-EF50-0254-EB22-4EE7846FC565}"/>
                    </a:ext>
                  </a:extLst>
                </p:cNvPr>
                <p:cNvSpPr/>
                <p:nvPr/>
              </p:nvSpPr>
              <p:spPr>
                <a:xfrm>
                  <a:off x="5031771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7" name="pg1947">
                  <a:extLst>
                    <a:ext uri="{FF2B5EF4-FFF2-40B4-BE49-F238E27FC236}">
                      <a16:creationId xmlns:a16="http://schemas.microsoft.com/office/drawing/2014/main" id="{7973824F-B5AE-E99F-C733-302401F721C4}"/>
                    </a:ext>
                  </a:extLst>
                </p:cNvPr>
                <p:cNvSpPr/>
                <p:nvPr/>
              </p:nvSpPr>
              <p:spPr>
                <a:xfrm>
                  <a:off x="5043408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8" name="pg1948">
                  <a:extLst>
                    <a:ext uri="{FF2B5EF4-FFF2-40B4-BE49-F238E27FC236}">
                      <a16:creationId xmlns:a16="http://schemas.microsoft.com/office/drawing/2014/main" id="{37F6DC98-5D36-2E93-996E-46DF3D90BA47}"/>
                    </a:ext>
                  </a:extLst>
                </p:cNvPr>
                <p:cNvSpPr/>
                <p:nvPr/>
              </p:nvSpPr>
              <p:spPr>
                <a:xfrm>
                  <a:off x="5055045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9" name="pg1949">
                  <a:extLst>
                    <a:ext uri="{FF2B5EF4-FFF2-40B4-BE49-F238E27FC236}">
                      <a16:creationId xmlns:a16="http://schemas.microsoft.com/office/drawing/2014/main" id="{C58369CB-0A7F-9CE9-A3FF-BBADB1932BA1}"/>
                    </a:ext>
                  </a:extLst>
                </p:cNvPr>
                <p:cNvSpPr/>
                <p:nvPr/>
              </p:nvSpPr>
              <p:spPr>
                <a:xfrm>
                  <a:off x="5066683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0" name="pg1950">
                  <a:extLst>
                    <a:ext uri="{FF2B5EF4-FFF2-40B4-BE49-F238E27FC236}">
                      <a16:creationId xmlns:a16="http://schemas.microsoft.com/office/drawing/2014/main" id="{E7F26306-CF43-3DF0-D87D-FA1970B1E5BD}"/>
                    </a:ext>
                  </a:extLst>
                </p:cNvPr>
                <p:cNvSpPr/>
                <p:nvPr/>
              </p:nvSpPr>
              <p:spPr>
                <a:xfrm>
                  <a:off x="5078320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1" name="pg1951">
                  <a:extLst>
                    <a:ext uri="{FF2B5EF4-FFF2-40B4-BE49-F238E27FC236}">
                      <a16:creationId xmlns:a16="http://schemas.microsoft.com/office/drawing/2014/main" id="{56A22AC1-2E36-C99A-858A-E520CEA7A5BA}"/>
                    </a:ext>
                  </a:extLst>
                </p:cNvPr>
                <p:cNvSpPr/>
                <p:nvPr/>
              </p:nvSpPr>
              <p:spPr>
                <a:xfrm>
                  <a:off x="5089957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2" name="pg1952">
                  <a:extLst>
                    <a:ext uri="{FF2B5EF4-FFF2-40B4-BE49-F238E27FC236}">
                      <a16:creationId xmlns:a16="http://schemas.microsoft.com/office/drawing/2014/main" id="{94482A43-E598-051D-9C51-E4B22FC57935}"/>
                    </a:ext>
                  </a:extLst>
                </p:cNvPr>
                <p:cNvSpPr/>
                <p:nvPr/>
              </p:nvSpPr>
              <p:spPr>
                <a:xfrm>
                  <a:off x="5101595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3" name="pg1953">
                  <a:extLst>
                    <a:ext uri="{FF2B5EF4-FFF2-40B4-BE49-F238E27FC236}">
                      <a16:creationId xmlns:a16="http://schemas.microsoft.com/office/drawing/2014/main" id="{0BDE1980-3C59-E26F-4892-9ADB66D1AE37}"/>
                    </a:ext>
                  </a:extLst>
                </p:cNvPr>
                <p:cNvSpPr/>
                <p:nvPr/>
              </p:nvSpPr>
              <p:spPr>
                <a:xfrm>
                  <a:off x="4950309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4" name="pg1954">
                  <a:extLst>
                    <a:ext uri="{FF2B5EF4-FFF2-40B4-BE49-F238E27FC236}">
                      <a16:creationId xmlns:a16="http://schemas.microsoft.com/office/drawing/2014/main" id="{99CC9007-72C7-4C41-377B-4D00D868CA9E}"/>
                    </a:ext>
                  </a:extLst>
                </p:cNvPr>
                <p:cNvSpPr/>
                <p:nvPr/>
              </p:nvSpPr>
              <p:spPr>
                <a:xfrm>
                  <a:off x="4961947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5" name="pg1955">
                  <a:extLst>
                    <a:ext uri="{FF2B5EF4-FFF2-40B4-BE49-F238E27FC236}">
                      <a16:creationId xmlns:a16="http://schemas.microsoft.com/office/drawing/2014/main" id="{277BD87D-344B-1566-8613-1AF40584A1AF}"/>
                    </a:ext>
                  </a:extLst>
                </p:cNvPr>
                <p:cNvSpPr/>
                <p:nvPr/>
              </p:nvSpPr>
              <p:spPr>
                <a:xfrm>
                  <a:off x="4973584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6" name="pg1956">
                  <a:extLst>
                    <a:ext uri="{FF2B5EF4-FFF2-40B4-BE49-F238E27FC236}">
                      <a16:creationId xmlns:a16="http://schemas.microsoft.com/office/drawing/2014/main" id="{3B3C06FE-0E04-A16A-A40E-713F10C20CE8}"/>
                    </a:ext>
                  </a:extLst>
                </p:cNvPr>
                <p:cNvSpPr/>
                <p:nvPr/>
              </p:nvSpPr>
              <p:spPr>
                <a:xfrm>
                  <a:off x="4985221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7" name="pg1957">
                  <a:extLst>
                    <a:ext uri="{FF2B5EF4-FFF2-40B4-BE49-F238E27FC236}">
                      <a16:creationId xmlns:a16="http://schemas.microsoft.com/office/drawing/2014/main" id="{8F916F72-3A55-B5E4-E97B-E85ECECEE438}"/>
                    </a:ext>
                  </a:extLst>
                </p:cNvPr>
                <p:cNvSpPr/>
                <p:nvPr/>
              </p:nvSpPr>
              <p:spPr>
                <a:xfrm>
                  <a:off x="4996859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8" name="pg1958">
                  <a:extLst>
                    <a:ext uri="{FF2B5EF4-FFF2-40B4-BE49-F238E27FC236}">
                      <a16:creationId xmlns:a16="http://schemas.microsoft.com/office/drawing/2014/main" id="{C2FB3895-EA05-5677-F5F0-62301F4FEA47}"/>
                    </a:ext>
                  </a:extLst>
                </p:cNvPr>
                <p:cNvSpPr/>
                <p:nvPr/>
              </p:nvSpPr>
              <p:spPr>
                <a:xfrm>
                  <a:off x="5008496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9" name="pg1959">
                  <a:extLst>
                    <a:ext uri="{FF2B5EF4-FFF2-40B4-BE49-F238E27FC236}">
                      <a16:creationId xmlns:a16="http://schemas.microsoft.com/office/drawing/2014/main" id="{FE187B70-BB2D-4FBD-C937-886917C653F0}"/>
                    </a:ext>
                  </a:extLst>
                </p:cNvPr>
                <p:cNvSpPr/>
                <p:nvPr/>
              </p:nvSpPr>
              <p:spPr>
                <a:xfrm>
                  <a:off x="5020133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0" name="pg1960">
                  <a:extLst>
                    <a:ext uri="{FF2B5EF4-FFF2-40B4-BE49-F238E27FC236}">
                      <a16:creationId xmlns:a16="http://schemas.microsoft.com/office/drawing/2014/main" id="{8D9DFBED-A8DB-B65F-EEAC-9E92A13E9EA5}"/>
                    </a:ext>
                  </a:extLst>
                </p:cNvPr>
                <p:cNvSpPr/>
                <p:nvPr/>
              </p:nvSpPr>
              <p:spPr>
                <a:xfrm>
                  <a:off x="5031771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1" name="pg1961">
                  <a:extLst>
                    <a:ext uri="{FF2B5EF4-FFF2-40B4-BE49-F238E27FC236}">
                      <a16:creationId xmlns:a16="http://schemas.microsoft.com/office/drawing/2014/main" id="{FF0C7F2C-2E79-AEB3-203A-B8CF1B163711}"/>
                    </a:ext>
                  </a:extLst>
                </p:cNvPr>
                <p:cNvSpPr/>
                <p:nvPr/>
              </p:nvSpPr>
              <p:spPr>
                <a:xfrm>
                  <a:off x="5043408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2" name="pg1962">
                  <a:extLst>
                    <a:ext uri="{FF2B5EF4-FFF2-40B4-BE49-F238E27FC236}">
                      <a16:creationId xmlns:a16="http://schemas.microsoft.com/office/drawing/2014/main" id="{68F35193-82E1-EEBD-2AA7-ECDFA5EFAF80}"/>
                    </a:ext>
                  </a:extLst>
                </p:cNvPr>
                <p:cNvSpPr/>
                <p:nvPr/>
              </p:nvSpPr>
              <p:spPr>
                <a:xfrm>
                  <a:off x="5055045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3" name="pg1963">
                  <a:extLst>
                    <a:ext uri="{FF2B5EF4-FFF2-40B4-BE49-F238E27FC236}">
                      <a16:creationId xmlns:a16="http://schemas.microsoft.com/office/drawing/2014/main" id="{25339C58-AF69-02EB-26BB-114E5A64648A}"/>
                    </a:ext>
                  </a:extLst>
                </p:cNvPr>
                <p:cNvSpPr/>
                <p:nvPr/>
              </p:nvSpPr>
              <p:spPr>
                <a:xfrm>
                  <a:off x="5066683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4" name="pg1964">
                  <a:extLst>
                    <a:ext uri="{FF2B5EF4-FFF2-40B4-BE49-F238E27FC236}">
                      <a16:creationId xmlns:a16="http://schemas.microsoft.com/office/drawing/2014/main" id="{B593AF26-E5AA-A9D2-429D-BC6574C9EDC0}"/>
                    </a:ext>
                  </a:extLst>
                </p:cNvPr>
                <p:cNvSpPr/>
                <p:nvPr/>
              </p:nvSpPr>
              <p:spPr>
                <a:xfrm>
                  <a:off x="5078320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5" name="pg1965">
                  <a:extLst>
                    <a:ext uri="{FF2B5EF4-FFF2-40B4-BE49-F238E27FC236}">
                      <a16:creationId xmlns:a16="http://schemas.microsoft.com/office/drawing/2014/main" id="{5D88B40B-C7DA-0ECE-F667-5D57E93D620A}"/>
                    </a:ext>
                  </a:extLst>
                </p:cNvPr>
                <p:cNvSpPr/>
                <p:nvPr/>
              </p:nvSpPr>
              <p:spPr>
                <a:xfrm>
                  <a:off x="4927035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6" name="pg1966">
                  <a:extLst>
                    <a:ext uri="{FF2B5EF4-FFF2-40B4-BE49-F238E27FC236}">
                      <a16:creationId xmlns:a16="http://schemas.microsoft.com/office/drawing/2014/main" id="{FADBBC28-DFD4-EFA6-3B63-FA00BF38FE6B}"/>
                    </a:ext>
                  </a:extLst>
                </p:cNvPr>
                <p:cNvSpPr/>
                <p:nvPr/>
              </p:nvSpPr>
              <p:spPr>
                <a:xfrm>
                  <a:off x="4938672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7" name="pg1967">
                  <a:extLst>
                    <a:ext uri="{FF2B5EF4-FFF2-40B4-BE49-F238E27FC236}">
                      <a16:creationId xmlns:a16="http://schemas.microsoft.com/office/drawing/2014/main" id="{D6D261C9-6189-05AF-25A5-05DE06862A1D}"/>
                    </a:ext>
                  </a:extLst>
                </p:cNvPr>
                <p:cNvSpPr/>
                <p:nvPr/>
              </p:nvSpPr>
              <p:spPr>
                <a:xfrm>
                  <a:off x="4950309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8" name="pg1968">
                  <a:extLst>
                    <a:ext uri="{FF2B5EF4-FFF2-40B4-BE49-F238E27FC236}">
                      <a16:creationId xmlns:a16="http://schemas.microsoft.com/office/drawing/2014/main" id="{DBA73BBB-9E82-C136-CD07-EA328C67956F}"/>
                    </a:ext>
                  </a:extLst>
                </p:cNvPr>
                <p:cNvSpPr/>
                <p:nvPr/>
              </p:nvSpPr>
              <p:spPr>
                <a:xfrm>
                  <a:off x="4961947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9" name="pg1969">
                  <a:extLst>
                    <a:ext uri="{FF2B5EF4-FFF2-40B4-BE49-F238E27FC236}">
                      <a16:creationId xmlns:a16="http://schemas.microsoft.com/office/drawing/2014/main" id="{571C3E06-DE28-89FC-74BF-E45E2CAF269B}"/>
                    </a:ext>
                  </a:extLst>
                </p:cNvPr>
                <p:cNvSpPr/>
                <p:nvPr/>
              </p:nvSpPr>
              <p:spPr>
                <a:xfrm>
                  <a:off x="4973584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0" name="pg1970">
                  <a:extLst>
                    <a:ext uri="{FF2B5EF4-FFF2-40B4-BE49-F238E27FC236}">
                      <a16:creationId xmlns:a16="http://schemas.microsoft.com/office/drawing/2014/main" id="{0CE2CE81-CDBE-47B8-7FB2-5623B144676D}"/>
                    </a:ext>
                  </a:extLst>
                </p:cNvPr>
                <p:cNvSpPr/>
                <p:nvPr/>
              </p:nvSpPr>
              <p:spPr>
                <a:xfrm>
                  <a:off x="4985221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1" name="pg1971">
                  <a:extLst>
                    <a:ext uri="{FF2B5EF4-FFF2-40B4-BE49-F238E27FC236}">
                      <a16:creationId xmlns:a16="http://schemas.microsoft.com/office/drawing/2014/main" id="{6E816088-B6F6-6540-8C89-0850060127E7}"/>
                    </a:ext>
                  </a:extLst>
                </p:cNvPr>
                <p:cNvSpPr/>
                <p:nvPr/>
              </p:nvSpPr>
              <p:spPr>
                <a:xfrm>
                  <a:off x="4996859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2" name="pg1972">
                  <a:extLst>
                    <a:ext uri="{FF2B5EF4-FFF2-40B4-BE49-F238E27FC236}">
                      <a16:creationId xmlns:a16="http://schemas.microsoft.com/office/drawing/2014/main" id="{5C114D49-8AA3-31D0-A03B-04F29F9F7BEA}"/>
                    </a:ext>
                  </a:extLst>
                </p:cNvPr>
                <p:cNvSpPr/>
                <p:nvPr/>
              </p:nvSpPr>
              <p:spPr>
                <a:xfrm>
                  <a:off x="5008496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3" name="pg1973">
                  <a:extLst>
                    <a:ext uri="{FF2B5EF4-FFF2-40B4-BE49-F238E27FC236}">
                      <a16:creationId xmlns:a16="http://schemas.microsoft.com/office/drawing/2014/main" id="{DFFB557B-3DA4-12D0-9A36-1BBD16DA8119}"/>
                    </a:ext>
                  </a:extLst>
                </p:cNvPr>
                <p:cNvSpPr/>
                <p:nvPr/>
              </p:nvSpPr>
              <p:spPr>
                <a:xfrm>
                  <a:off x="5020133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4" name="pg1974">
                  <a:extLst>
                    <a:ext uri="{FF2B5EF4-FFF2-40B4-BE49-F238E27FC236}">
                      <a16:creationId xmlns:a16="http://schemas.microsoft.com/office/drawing/2014/main" id="{A961DCDA-258D-387D-9AA3-44BDB1DF02D2}"/>
                    </a:ext>
                  </a:extLst>
                </p:cNvPr>
                <p:cNvSpPr/>
                <p:nvPr/>
              </p:nvSpPr>
              <p:spPr>
                <a:xfrm>
                  <a:off x="4915397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5" name="pg1975">
                  <a:extLst>
                    <a:ext uri="{FF2B5EF4-FFF2-40B4-BE49-F238E27FC236}">
                      <a16:creationId xmlns:a16="http://schemas.microsoft.com/office/drawing/2014/main" id="{7CC33756-5F03-03CB-9E56-7A307E8E8974}"/>
                    </a:ext>
                  </a:extLst>
                </p:cNvPr>
                <p:cNvSpPr/>
                <p:nvPr/>
              </p:nvSpPr>
              <p:spPr>
                <a:xfrm>
                  <a:off x="4927035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6" name="pg1976">
                  <a:extLst>
                    <a:ext uri="{FF2B5EF4-FFF2-40B4-BE49-F238E27FC236}">
                      <a16:creationId xmlns:a16="http://schemas.microsoft.com/office/drawing/2014/main" id="{303F13F1-C5EC-A7F9-F9C7-0B40FEC0F36C}"/>
                    </a:ext>
                  </a:extLst>
                </p:cNvPr>
                <p:cNvSpPr/>
                <p:nvPr/>
              </p:nvSpPr>
              <p:spPr>
                <a:xfrm>
                  <a:off x="4938672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7" name="pg1977">
                  <a:extLst>
                    <a:ext uri="{FF2B5EF4-FFF2-40B4-BE49-F238E27FC236}">
                      <a16:creationId xmlns:a16="http://schemas.microsoft.com/office/drawing/2014/main" id="{71DB06EB-42DA-70BE-06E5-16C14AD40BC9}"/>
                    </a:ext>
                  </a:extLst>
                </p:cNvPr>
                <p:cNvSpPr/>
                <p:nvPr/>
              </p:nvSpPr>
              <p:spPr>
                <a:xfrm>
                  <a:off x="4950309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8" name="pg1978">
                  <a:extLst>
                    <a:ext uri="{FF2B5EF4-FFF2-40B4-BE49-F238E27FC236}">
                      <a16:creationId xmlns:a16="http://schemas.microsoft.com/office/drawing/2014/main" id="{420859EA-CD6F-B50D-AD03-8AEBD5450F42}"/>
                    </a:ext>
                  </a:extLst>
                </p:cNvPr>
                <p:cNvSpPr/>
                <p:nvPr/>
              </p:nvSpPr>
              <p:spPr>
                <a:xfrm>
                  <a:off x="4961947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9" name="pg1979">
                  <a:extLst>
                    <a:ext uri="{FF2B5EF4-FFF2-40B4-BE49-F238E27FC236}">
                      <a16:creationId xmlns:a16="http://schemas.microsoft.com/office/drawing/2014/main" id="{AF602ACD-0E10-8255-015F-17B6CE52C48C}"/>
                    </a:ext>
                  </a:extLst>
                </p:cNvPr>
                <p:cNvSpPr/>
                <p:nvPr/>
              </p:nvSpPr>
              <p:spPr>
                <a:xfrm>
                  <a:off x="4973584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0" name="pg1980">
                  <a:extLst>
                    <a:ext uri="{FF2B5EF4-FFF2-40B4-BE49-F238E27FC236}">
                      <a16:creationId xmlns:a16="http://schemas.microsoft.com/office/drawing/2014/main" id="{A45450DC-5E31-7774-6C36-1921D48BBF0E}"/>
                    </a:ext>
                  </a:extLst>
                </p:cNvPr>
                <p:cNvSpPr/>
                <p:nvPr/>
              </p:nvSpPr>
              <p:spPr>
                <a:xfrm>
                  <a:off x="4985221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1" name="pg1981">
                  <a:extLst>
                    <a:ext uri="{FF2B5EF4-FFF2-40B4-BE49-F238E27FC236}">
                      <a16:creationId xmlns:a16="http://schemas.microsoft.com/office/drawing/2014/main" id="{E682E138-4FD6-8A11-ECFD-A0B97D4D1268}"/>
                    </a:ext>
                  </a:extLst>
                </p:cNvPr>
                <p:cNvSpPr/>
                <p:nvPr/>
              </p:nvSpPr>
              <p:spPr>
                <a:xfrm>
                  <a:off x="4996859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2" name="pg1982">
                  <a:extLst>
                    <a:ext uri="{FF2B5EF4-FFF2-40B4-BE49-F238E27FC236}">
                      <a16:creationId xmlns:a16="http://schemas.microsoft.com/office/drawing/2014/main" id="{C20DCA6C-44C8-83F6-24C8-0309E29707DA}"/>
                    </a:ext>
                  </a:extLst>
                </p:cNvPr>
                <p:cNvSpPr/>
                <p:nvPr/>
              </p:nvSpPr>
              <p:spPr>
                <a:xfrm>
                  <a:off x="4892123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3" name="pg1983">
                  <a:extLst>
                    <a:ext uri="{FF2B5EF4-FFF2-40B4-BE49-F238E27FC236}">
                      <a16:creationId xmlns:a16="http://schemas.microsoft.com/office/drawing/2014/main" id="{48529993-4FB8-96FB-998A-491CC1A9B277}"/>
                    </a:ext>
                  </a:extLst>
                </p:cNvPr>
                <p:cNvSpPr/>
                <p:nvPr/>
              </p:nvSpPr>
              <p:spPr>
                <a:xfrm>
                  <a:off x="4903760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4" name="pg1984">
                  <a:extLst>
                    <a:ext uri="{FF2B5EF4-FFF2-40B4-BE49-F238E27FC236}">
                      <a16:creationId xmlns:a16="http://schemas.microsoft.com/office/drawing/2014/main" id="{723E6EEC-CCA9-3FB5-7161-8127EF573AA3}"/>
                    </a:ext>
                  </a:extLst>
                </p:cNvPr>
                <p:cNvSpPr/>
                <p:nvPr/>
              </p:nvSpPr>
              <p:spPr>
                <a:xfrm>
                  <a:off x="4915397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5" name="pg1985">
                  <a:extLst>
                    <a:ext uri="{FF2B5EF4-FFF2-40B4-BE49-F238E27FC236}">
                      <a16:creationId xmlns:a16="http://schemas.microsoft.com/office/drawing/2014/main" id="{35FBCBC5-A3CE-044D-EE13-431AB82989E9}"/>
                    </a:ext>
                  </a:extLst>
                </p:cNvPr>
                <p:cNvSpPr/>
                <p:nvPr/>
              </p:nvSpPr>
              <p:spPr>
                <a:xfrm>
                  <a:off x="4927035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6" name="pg1986">
                  <a:extLst>
                    <a:ext uri="{FF2B5EF4-FFF2-40B4-BE49-F238E27FC236}">
                      <a16:creationId xmlns:a16="http://schemas.microsoft.com/office/drawing/2014/main" id="{E00747EF-1B8A-6942-CEA9-8D57936303D3}"/>
                    </a:ext>
                  </a:extLst>
                </p:cNvPr>
                <p:cNvSpPr/>
                <p:nvPr/>
              </p:nvSpPr>
              <p:spPr>
                <a:xfrm>
                  <a:off x="4938672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7" name="pg1987">
                  <a:extLst>
                    <a:ext uri="{FF2B5EF4-FFF2-40B4-BE49-F238E27FC236}">
                      <a16:creationId xmlns:a16="http://schemas.microsoft.com/office/drawing/2014/main" id="{8412BC95-3F2D-A6FA-DB74-1CBE5E0B18E4}"/>
                    </a:ext>
                  </a:extLst>
                </p:cNvPr>
                <p:cNvSpPr/>
                <p:nvPr/>
              </p:nvSpPr>
              <p:spPr>
                <a:xfrm>
                  <a:off x="4950309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8" name="pg1988">
                  <a:extLst>
                    <a:ext uri="{FF2B5EF4-FFF2-40B4-BE49-F238E27FC236}">
                      <a16:creationId xmlns:a16="http://schemas.microsoft.com/office/drawing/2014/main" id="{C87A2EF6-312A-DA20-16E9-8B1E966C31B8}"/>
                    </a:ext>
                  </a:extLst>
                </p:cNvPr>
                <p:cNvSpPr/>
                <p:nvPr/>
              </p:nvSpPr>
              <p:spPr>
                <a:xfrm>
                  <a:off x="4961947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9" name="pg1989">
                  <a:extLst>
                    <a:ext uri="{FF2B5EF4-FFF2-40B4-BE49-F238E27FC236}">
                      <a16:creationId xmlns:a16="http://schemas.microsoft.com/office/drawing/2014/main" id="{5328D69B-46D1-0F03-DD14-085D400EC3D7}"/>
                    </a:ext>
                  </a:extLst>
                </p:cNvPr>
                <p:cNvSpPr/>
                <p:nvPr/>
              </p:nvSpPr>
              <p:spPr>
                <a:xfrm>
                  <a:off x="4973584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0" name="pg1990">
                  <a:extLst>
                    <a:ext uri="{FF2B5EF4-FFF2-40B4-BE49-F238E27FC236}">
                      <a16:creationId xmlns:a16="http://schemas.microsoft.com/office/drawing/2014/main" id="{96104C35-E25F-068F-C93D-CFC3BCCA68DC}"/>
                    </a:ext>
                  </a:extLst>
                </p:cNvPr>
                <p:cNvSpPr/>
                <p:nvPr/>
              </p:nvSpPr>
              <p:spPr>
                <a:xfrm>
                  <a:off x="4985221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1" name="pg1991">
                  <a:extLst>
                    <a:ext uri="{FF2B5EF4-FFF2-40B4-BE49-F238E27FC236}">
                      <a16:creationId xmlns:a16="http://schemas.microsoft.com/office/drawing/2014/main" id="{DE171584-F223-CDAC-15BF-19371455ADFC}"/>
                    </a:ext>
                  </a:extLst>
                </p:cNvPr>
                <p:cNvSpPr/>
                <p:nvPr/>
              </p:nvSpPr>
              <p:spPr>
                <a:xfrm>
                  <a:off x="4857211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2" name="pg1992">
                  <a:extLst>
                    <a:ext uri="{FF2B5EF4-FFF2-40B4-BE49-F238E27FC236}">
                      <a16:creationId xmlns:a16="http://schemas.microsoft.com/office/drawing/2014/main" id="{81D92EDE-86DE-AC21-ABF9-68BCE39E8F7D}"/>
                    </a:ext>
                  </a:extLst>
                </p:cNvPr>
                <p:cNvSpPr/>
                <p:nvPr/>
              </p:nvSpPr>
              <p:spPr>
                <a:xfrm>
                  <a:off x="4868848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3" name="pg1993">
                  <a:extLst>
                    <a:ext uri="{FF2B5EF4-FFF2-40B4-BE49-F238E27FC236}">
                      <a16:creationId xmlns:a16="http://schemas.microsoft.com/office/drawing/2014/main" id="{6695FE94-5BE9-4045-6967-559857CEE267}"/>
                    </a:ext>
                  </a:extLst>
                </p:cNvPr>
                <p:cNvSpPr/>
                <p:nvPr/>
              </p:nvSpPr>
              <p:spPr>
                <a:xfrm>
                  <a:off x="4880485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6AA">
                    <a:alpha val="100000"/>
                  </a:srgbClr>
                </a:solidFill>
                <a:ln w="5420" cap="flat">
                  <a:solidFill>
                    <a:srgbClr val="42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4" name="pg1994">
                  <a:extLst>
                    <a:ext uri="{FF2B5EF4-FFF2-40B4-BE49-F238E27FC236}">
                      <a16:creationId xmlns:a16="http://schemas.microsoft.com/office/drawing/2014/main" id="{6446DC82-F372-ACE3-BA09-22208E07003E}"/>
                    </a:ext>
                  </a:extLst>
                </p:cNvPr>
                <p:cNvSpPr/>
                <p:nvPr/>
              </p:nvSpPr>
              <p:spPr>
                <a:xfrm>
                  <a:off x="4892123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5" name="pg1995">
                  <a:extLst>
                    <a:ext uri="{FF2B5EF4-FFF2-40B4-BE49-F238E27FC236}">
                      <a16:creationId xmlns:a16="http://schemas.microsoft.com/office/drawing/2014/main" id="{2946CBDE-4F2C-95B8-B772-F4F2596E73BC}"/>
                    </a:ext>
                  </a:extLst>
                </p:cNvPr>
                <p:cNvSpPr/>
                <p:nvPr/>
              </p:nvSpPr>
              <p:spPr>
                <a:xfrm>
                  <a:off x="4903760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6" name="pg1996">
                  <a:extLst>
                    <a:ext uri="{FF2B5EF4-FFF2-40B4-BE49-F238E27FC236}">
                      <a16:creationId xmlns:a16="http://schemas.microsoft.com/office/drawing/2014/main" id="{AF008AAF-BA65-ECFB-DA6A-181EFC02D3BE}"/>
                    </a:ext>
                  </a:extLst>
                </p:cNvPr>
                <p:cNvSpPr/>
                <p:nvPr/>
              </p:nvSpPr>
              <p:spPr>
                <a:xfrm>
                  <a:off x="4915397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7" name="pg1997">
                  <a:extLst>
                    <a:ext uri="{FF2B5EF4-FFF2-40B4-BE49-F238E27FC236}">
                      <a16:creationId xmlns:a16="http://schemas.microsoft.com/office/drawing/2014/main" id="{647938FF-4FED-0051-FA71-27366A81BB0C}"/>
                    </a:ext>
                  </a:extLst>
                </p:cNvPr>
                <p:cNvSpPr/>
                <p:nvPr/>
              </p:nvSpPr>
              <p:spPr>
                <a:xfrm>
                  <a:off x="4927035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8" name="pg1998">
                  <a:extLst>
                    <a:ext uri="{FF2B5EF4-FFF2-40B4-BE49-F238E27FC236}">
                      <a16:creationId xmlns:a16="http://schemas.microsoft.com/office/drawing/2014/main" id="{5AF33DF8-F662-3430-F545-B9C0F832F3B4}"/>
                    </a:ext>
                  </a:extLst>
                </p:cNvPr>
                <p:cNvSpPr/>
                <p:nvPr/>
              </p:nvSpPr>
              <p:spPr>
                <a:xfrm>
                  <a:off x="4938672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9" name="pg1999">
                  <a:extLst>
                    <a:ext uri="{FF2B5EF4-FFF2-40B4-BE49-F238E27FC236}">
                      <a16:creationId xmlns:a16="http://schemas.microsoft.com/office/drawing/2014/main" id="{F7E4B593-7F38-5EE9-8125-34D1FDFE4BDF}"/>
                    </a:ext>
                  </a:extLst>
                </p:cNvPr>
                <p:cNvSpPr/>
                <p:nvPr/>
              </p:nvSpPr>
              <p:spPr>
                <a:xfrm>
                  <a:off x="4950309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0" name="pg2000">
                  <a:extLst>
                    <a:ext uri="{FF2B5EF4-FFF2-40B4-BE49-F238E27FC236}">
                      <a16:creationId xmlns:a16="http://schemas.microsoft.com/office/drawing/2014/main" id="{2ADE8F3E-45B3-5C4C-B787-7ED6C70D9643}"/>
                    </a:ext>
                  </a:extLst>
                </p:cNvPr>
                <p:cNvSpPr/>
                <p:nvPr/>
              </p:nvSpPr>
              <p:spPr>
                <a:xfrm>
                  <a:off x="4961947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1" name="pg2001">
                  <a:extLst>
                    <a:ext uri="{FF2B5EF4-FFF2-40B4-BE49-F238E27FC236}">
                      <a16:creationId xmlns:a16="http://schemas.microsoft.com/office/drawing/2014/main" id="{E91A9964-61E4-6EB5-534C-6C4799CB8919}"/>
                    </a:ext>
                  </a:extLst>
                </p:cNvPr>
                <p:cNvSpPr/>
                <p:nvPr/>
              </p:nvSpPr>
              <p:spPr>
                <a:xfrm>
                  <a:off x="4973584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2" name="pg2002">
                  <a:extLst>
                    <a:ext uri="{FF2B5EF4-FFF2-40B4-BE49-F238E27FC236}">
                      <a16:creationId xmlns:a16="http://schemas.microsoft.com/office/drawing/2014/main" id="{7A63656C-5D1F-0162-A532-F3296001AC4D}"/>
                    </a:ext>
                  </a:extLst>
                </p:cNvPr>
                <p:cNvSpPr/>
                <p:nvPr/>
              </p:nvSpPr>
              <p:spPr>
                <a:xfrm>
                  <a:off x="4833936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3" name="pg2003">
                  <a:extLst>
                    <a:ext uri="{FF2B5EF4-FFF2-40B4-BE49-F238E27FC236}">
                      <a16:creationId xmlns:a16="http://schemas.microsoft.com/office/drawing/2014/main" id="{EECCE6CC-36E6-73E9-FF07-B46491EF19FA}"/>
                    </a:ext>
                  </a:extLst>
                </p:cNvPr>
                <p:cNvSpPr/>
                <p:nvPr/>
              </p:nvSpPr>
              <p:spPr>
                <a:xfrm>
                  <a:off x="4845573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4" name="pg2004">
                  <a:extLst>
                    <a:ext uri="{FF2B5EF4-FFF2-40B4-BE49-F238E27FC236}">
                      <a16:creationId xmlns:a16="http://schemas.microsoft.com/office/drawing/2014/main" id="{382814F8-DDBC-0D30-0DBF-56CA9335E6C6}"/>
                    </a:ext>
                  </a:extLst>
                </p:cNvPr>
                <p:cNvSpPr/>
                <p:nvPr/>
              </p:nvSpPr>
              <p:spPr>
                <a:xfrm>
                  <a:off x="4857211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5" name="pg2005">
                  <a:extLst>
                    <a:ext uri="{FF2B5EF4-FFF2-40B4-BE49-F238E27FC236}">
                      <a16:creationId xmlns:a16="http://schemas.microsoft.com/office/drawing/2014/main" id="{FD39B837-00F9-19A0-D9D2-6EA11608788B}"/>
                    </a:ext>
                  </a:extLst>
                </p:cNvPr>
                <p:cNvSpPr/>
                <p:nvPr/>
              </p:nvSpPr>
              <p:spPr>
                <a:xfrm>
                  <a:off x="4868848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6" name="pg2006">
                  <a:extLst>
                    <a:ext uri="{FF2B5EF4-FFF2-40B4-BE49-F238E27FC236}">
                      <a16:creationId xmlns:a16="http://schemas.microsoft.com/office/drawing/2014/main" id="{5909E2AB-79A4-583A-22AB-6AE4E6FE2B62}"/>
                    </a:ext>
                  </a:extLst>
                </p:cNvPr>
                <p:cNvSpPr/>
                <p:nvPr/>
              </p:nvSpPr>
              <p:spPr>
                <a:xfrm>
                  <a:off x="4880485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7" name="pg2007">
                  <a:extLst>
                    <a:ext uri="{FF2B5EF4-FFF2-40B4-BE49-F238E27FC236}">
                      <a16:creationId xmlns:a16="http://schemas.microsoft.com/office/drawing/2014/main" id="{47E87A0A-9D54-97A0-A3E8-36D0CA6AEE60}"/>
                    </a:ext>
                  </a:extLst>
                </p:cNvPr>
                <p:cNvSpPr/>
                <p:nvPr/>
              </p:nvSpPr>
              <p:spPr>
                <a:xfrm>
                  <a:off x="4892123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8" name="pg2008">
                  <a:extLst>
                    <a:ext uri="{FF2B5EF4-FFF2-40B4-BE49-F238E27FC236}">
                      <a16:creationId xmlns:a16="http://schemas.microsoft.com/office/drawing/2014/main" id="{436FD942-4D7C-4D4C-F1D4-D6CC1E05B3B8}"/>
                    </a:ext>
                  </a:extLst>
                </p:cNvPr>
                <p:cNvSpPr/>
                <p:nvPr/>
              </p:nvSpPr>
              <p:spPr>
                <a:xfrm>
                  <a:off x="4903760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9" name="pg2009">
                  <a:extLst>
                    <a:ext uri="{FF2B5EF4-FFF2-40B4-BE49-F238E27FC236}">
                      <a16:creationId xmlns:a16="http://schemas.microsoft.com/office/drawing/2014/main" id="{09C65B68-2E06-C652-C1A7-98BB97128F2C}"/>
                    </a:ext>
                  </a:extLst>
                </p:cNvPr>
                <p:cNvSpPr/>
                <p:nvPr/>
              </p:nvSpPr>
              <p:spPr>
                <a:xfrm>
                  <a:off x="4915397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0" name="pg2010">
                  <a:extLst>
                    <a:ext uri="{FF2B5EF4-FFF2-40B4-BE49-F238E27FC236}">
                      <a16:creationId xmlns:a16="http://schemas.microsoft.com/office/drawing/2014/main" id="{299AAA2D-4D02-C4C7-B472-917DAB092EAC}"/>
                    </a:ext>
                  </a:extLst>
                </p:cNvPr>
                <p:cNvSpPr/>
                <p:nvPr/>
              </p:nvSpPr>
              <p:spPr>
                <a:xfrm>
                  <a:off x="4927035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1" name="pg2011">
                  <a:extLst>
                    <a:ext uri="{FF2B5EF4-FFF2-40B4-BE49-F238E27FC236}">
                      <a16:creationId xmlns:a16="http://schemas.microsoft.com/office/drawing/2014/main" id="{22BD3016-C023-49D4-6D7E-018ED881029C}"/>
                    </a:ext>
                  </a:extLst>
                </p:cNvPr>
                <p:cNvSpPr/>
                <p:nvPr/>
              </p:nvSpPr>
              <p:spPr>
                <a:xfrm>
                  <a:off x="4938672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2" name="pg2012">
                  <a:extLst>
                    <a:ext uri="{FF2B5EF4-FFF2-40B4-BE49-F238E27FC236}">
                      <a16:creationId xmlns:a16="http://schemas.microsoft.com/office/drawing/2014/main" id="{583FA0C5-E04A-B6F4-5434-DF8766B77CF0}"/>
                    </a:ext>
                  </a:extLst>
                </p:cNvPr>
                <p:cNvSpPr/>
                <p:nvPr/>
              </p:nvSpPr>
              <p:spPr>
                <a:xfrm>
                  <a:off x="4950309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3" name="pg2013">
                  <a:extLst>
                    <a:ext uri="{FF2B5EF4-FFF2-40B4-BE49-F238E27FC236}">
                      <a16:creationId xmlns:a16="http://schemas.microsoft.com/office/drawing/2014/main" id="{12382E90-EDBA-22A4-1EDD-D365F32BC10D}"/>
                    </a:ext>
                  </a:extLst>
                </p:cNvPr>
                <p:cNvSpPr/>
                <p:nvPr/>
              </p:nvSpPr>
              <p:spPr>
                <a:xfrm>
                  <a:off x="4961947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4" name="pg2014">
                  <a:extLst>
                    <a:ext uri="{FF2B5EF4-FFF2-40B4-BE49-F238E27FC236}">
                      <a16:creationId xmlns:a16="http://schemas.microsoft.com/office/drawing/2014/main" id="{D739F090-4DFC-7264-051D-6ABB6A6BC42F}"/>
                    </a:ext>
                  </a:extLst>
                </p:cNvPr>
                <p:cNvSpPr/>
                <p:nvPr/>
              </p:nvSpPr>
              <p:spPr>
                <a:xfrm>
                  <a:off x="4822299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5" name="pg2015">
                  <a:extLst>
                    <a:ext uri="{FF2B5EF4-FFF2-40B4-BE49-F238E27FC236}">
                      <a16:creationId xmlns:a16="http://schemas.microsoft.com/office/drawing/2014/main" id="{75BE10BB-31AD-7AAB-851C-6310F30D97DA}"/>
                    </a:ext>
                  </a:extLst>
                </p:cNvPr>
                <p:cNvSpPr/>
                <p:nvPr/>
              </p:nvSpPr>
              <p:spPr>
                <a:xfrm>
                  <a:off x="4833936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6" name="pg2016">
                  <a:extLst>
                    <a:ext uri="{FF2B5EF4-FFF2-40B4-BE49-F238E27FC236}">
                      <a16:creationId xmlns:a16="http://schemas.microsoft.com/office/drawing/2014/main" id="{A0A08643-0430-7CF4-CB5F-359A7C3F7B83}"/>
                    </a:ext>
                  </a:extLst>
                </p:cNvPr>
                <p:cNvSpPr/>
                <p:nvPr/>
              </p:nvSpPr>
              <p:spPr>
                <a:xfrm>
                  <a:off x="4845573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7" name="pg2017">
                  <a:extLst>
                    <a:ext uri="{FF2B5EF4-FFF2-40B4-BE49-F238E27FC236}">
                      <a16:creationId xmlns:a16="http://schemas.microsoft.com/office/drawing/2014/main" id="{895A0B0C-A199-77CF-E332-575AF63D1032}"/>
                    </a:ext>
                  </a:extLst>
                </p:cNvPr>
                <p:cNvSpPr/>
                <p:nvPr/>
              </p:nvSpPr>
              <p:spPr>
                <a:xfrm>
                  <a:off x="4857211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8" name="pg2018">
                  <a:extLst>
                    <a:ext uri="{FF2B5EF4-FFF2-40B4-BE49-F238E27FC236}">
                      <a16:creationId xmlns:a16="http://schemas.microsoft.com/office/drawing/2014/main" id="{62E9A25C-5EAC-08ED-787B-288E8C6AE046}"/>
                    </a:ext>
                  </a:extLst>
                </p:cNvPr>
                <p:cNvSpPr/>
                <p:nvPr/>
              </p:nvSpPr>
              <p:spPr>
                <a:xfrm>
                  <a:off x="4868848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9" name="pg2019">
                  <a:extLst>
                    <a:ext uri="{FF2B5EF4-FFF2-40B4-BE49-F238E27FC236}">
                      <a16:creationId xmlns:a16="http://schemas.microsoft.com/office/drawing/2014/main" id="{49AB4551-FB59-2C4A-EE61-7F4989F24761}"/>
                    </a:ext>
                  </a:extLst>
                </p:cNvPr>
                <p:cNvSpPr/>
                <p:nvPr/>
              </p:nvSpPr>
              <p:spPr>
                <a:xfrm>
                  <a:off x="4880485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0" name="pg2020">
                  <a:extLst>
                    <a:ext uri="{FF2B5EF4-FFF2-40B4-BE49-F238E27FC236}">
                      <a16:creationId xmlns:a16="http://schemas.microsoft.com/office/drawing/2014/main" id="{58AC5FB7-16BD-2620-6255-670A5FCBD9A4}"/>
                    </a:ext>
                  </a:extLst>
                </p:cNvPr>
                <p:cNvSpPr/>
                <p:nvPr/>
              </p:nvSpPr>
              <p:spPr>
                <a:xfrm>
                  <a:off x="4892123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1" name="pg2021">
                  <a:extLst>
                    <a:ext uri="{FF2B5EF4-FFF2-40B4-BE49-F238E27FC236}">
                      <a16:creationId xmlns:a16="http://schemas.microsoft.com/office/drawing/2014/main" id="{98730250-7683-05D2-B03A-3B2C455A6D84}"/>
                    </a:ext>
                  </a:extLst>
                </p:cNvPr>
                <p:cNvSpPr/>
                <p:nvPr/>
              </p:nvSpPr>
              <p:spPr>
                <a:xfrm>
                  <a:off x="4903760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2" name="pg2022">
                  <a:extLst>
                    <a:ext uri="{FF2B5EF4-FFF2-40B4-BE49-F238E27FC236}">
                      <a16:creationId xmlns:a16="http://schemas.microsoft.com/office/drawing/2014/main" id="{93443A56-FB3F-25C7-C849-F926AE950A75}"/>
                    </a:ext>
                  </a:extLst>
                </p:cNvPr>
                <p:cNvSpPr/>
                <p:nvPr/>
              </p:nvSpPr>
              <p:spPr>
                <a:xfrm>
                  <a:off x="4915397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3" name="pg2023">
                  <a:extLst>
                    <a:ext uri="{FF2B5EF4-FFF2-40B4-BE49-F238E27FC236}">
                      <a16:creationId xmlns:a16="http://schemas.microsoft.com/office/drawing/2014/main" id="{8BC44981-E06D-8C06-D900-E34B7FE3177F}"/>
                    </a:ext>
                  </a:extLst>
                </p:cNvPr>
                <p:cNvSpPr/>
                <p:nvPr/>
              </p:nvSpPr>
              <p:spPr>
                <a:xfrm>
                  <a:off x="4927035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4" name="pg2024">
                  <a:extLst>
                    <a:ext uri="{FF2B5EF4-FFF2-40B4-BE49-F238E27FC236}">
                      <a16:creationId xmlns:a16="http://schemas.microsoft.com/office/drawing/2014/main" id="{AEFE5F74-041A-BEEA-4776-31FE4EB8E267}"/>
                    </a:ext>
                  </a:extLst>
                </p:cNvPr>
                <p:cNvSpPr/>
                <p:nvPr/>
              </p:nvSpPr>
              <p:spPr>
                <a:xfrm>
                  <a:off x="4938672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5" name="pg2025">
                  <a:extLst>
                    <a:ext uri="{FF2B5EF4-FFF2-40B4-BE49-F238E27FC236}">
                      <a16:creationId xmlns:a16="http://schemas.microsoft.com/office/drawing/2014/main" id="{E46D1647-983A-EBCC-4107-475A868446E9}"/>
                    </a:ext>
                  </a:extLst>
                </p:cNvPr>
                <p:cNvSpPr/>
                <p:nvPr/>
              </p:nvSpPr>
              <p:spPr>
                <a:xfrm>
                  <a:off x="4950309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6" name="pg2026">
                  <a:extLst>
                    <a:ext uri="{FF2B5EF4-FFF2-40B4-BE49-F238E27FC236}">
                      <a16:creationId xmlns:a16="http://schemas.microsoft.com/office/drawing/2014/main" id="{0CB592CC-2B4C-93B4-A658-1336A38A7AE3}"/>
                    </a:ext>
                  </a:extLst>
                </p:cNvPr>
                <p:cNvSpPr/>
                <p:nvPr/>
              </p:nvSpPr>
              <p:spPr>
                <a:xfrm>
                  <a:off x="4961947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6AA">
                    <a:alpha val="100000"/>
                  </a:srgbClr>
                </a:solidFill>
                <a:ln w="5420" cap="flat">
                  <a:solidFill>
                    <a:srgbClr val="42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7" name="pg2027">
                  <a:extLst>
                    <a:ext uri="{FF2B5EF4-FFF2-40B4-BE49-F238E27FC236}">
                      <a16:creationId xmlns:a16="http://schemas.microsoft.com/office/drawing/2014/main" id="{DE336C8B-A5D7-0605-E15C-F2870DF4980F}"/>
                    </a:ext>
                  </a:extLst>
                </p:cNvPr>
                <p:cNvSpPr/>
                <p:nvPr/>
              </p:nvSpPr>
              <p:spPr>
                <a:xfrm>
                  <a:off x="4810661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8" name="pg2028">
                  <a:extLst>
                    <a:ext uri="{FF2B5EF4-FFF2-40B4-BE49-F238E27FC236}">
                      <a16:creationId xmlns:a16="http://schemas.microsoft.com/office/drawing/2014/main" id="{73C344C7-6A23-D0EE-892C-757C7343DE24}"/>
                    </a:ext>
                  </a:extLst>
                </p:cNvPr>
                <p:cNvSpPr/>
                <p:nvPr/>
              </p:nvSpPr>
              <p:spPr>
                <a:xfrm>
                  <a:off x="4822299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9" name="pg2029">
                  <a:extLst>
                    <a:ext uri="{FF2B5EF4-FFF2-40B4-BE49-F238E27FC236}">
                      <a16:creationId xmlns:a16="http://schemas.microsoft.com/office/drawing/2014/main" id="{BCFAB652-5A9F-7D5E-39B3-64CF7A0873F7}"/>
                    </a:ext>
                  </a:extLst>
                </p:cNvPr>
                <p:cNvSpPr/>
                <p:nvPr/>
              </p:nvSpPr>
              <p:spPr>
                <a:xfrm>
                  <a:off x="4833936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0" name="pg2030">
                  <a:extLst>
                    <a:ext uri="{FF2B5EF4-FFF2-40B4-BE49-F238E27FC236}">
                      <a16:creationId xmlns:a16="http://schemas.microsoft.com/office/drawing/2014/main" id="{3352ACCA-1F8F-2371-4C55-4FB062778348}"/>
                    </a:ext>
                  </a:extLst>
                </p:cNvPr>
                <p:cNvSpPr/>
                <p:nvPr/>
              </p:nvSpPr>
              <p:spPr>
                <a:xfrm>
                  <a:off x="4845573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1" name="pg2031">
                  <a:extLst>
                    <a:ext uri="{FF2B5EF4-FFF2-40B4-BE49-F238E27FC236}">
                      <a16:creationId xmlns:a16="http://schemas.microsoft.com/office/drawing/2014/main" id="{0CA29B6E-9EDA-421E-D38E-0F915F82818D}"/>
                    </a:ext>
                  </a:extLst>
                </p:cNvPr>
                <p:cNvSpPr/>
                <p:nvPr/>
              </p:nvSpPr>
              <p:spPr>
                <a:xfrm>
                  <a:off x="4857211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2" name="pg2032">
                  <a:extLst>
                    <a:ext uri="{FF2B5EF4-FFF2-40B4-BE49-F238E27FC236}">
                      <a16:creationId xmlns:a16="http://schemas.microsoft.com/office/drawing/2014/main" id="{90FBC211-D033-611E-36BF-DEE1A5423E2E}"/>
                    </a:ext>
                  </a:extLst>
                </p:cNvPr>
                <p:cNvSpPr/>
                <p:nvPr/>
              </p:nvSpPr>
              <p:spPr>
                <a:xfrm>
                  <a:off x="4868848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3" name="pg2033">
                  <a:extLst>
                    <a:ext uri="{FF2B5EF4-FFF2-40B4-BE49-F238E27FC236}">
                      <a16:creationId xmlns:a16="http://schemas.microsoft.com/office/drawing/2014/main" id="{8DBEB335-9365-4CBB-B158-7B584AB57112}"/>
                    </a:ext>
                  </a:extLst>
                </p:cNvPr>
                <p:cNvSpPr/>
                <p:nvPr/>
              </p:nvSpPr>
              <p:spPr>
                <a:xfrm>
                  <a:off x="4880485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4" name="pg2034">
                  <a:extLst>
                    <a:ext uri="{FF2B5EF4-FFF2-40B4-BE49-F238E27FC236}">
                      <a16:creationId xmlns:a16="http://schemas.microsoft.com/office/drawing/2014/main" id="{CCD26CC1-3D2D-2063-A53D-A4F595192401}"/>
                    </a:ext>
                  </a:extLst>
                </p:cNvPr>
                <p:cNvSpPr/>
                <p:nvPr/>
              </p:nvSpPr>
              <p:spPr>
                <a:xfrm>
                  <a:off x="4892123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5" name="pg2035">
                  <a:extLst>
                    <a:ext uri="{FF2B5EF4-FFF2-40B4-BE49-F238E27FC236}">
                      <a16:creationId xmlns:a16="http://schemas.microsoft.com/office/drawing/2014/main" id="{20092C48-E778-1D54-39A2-10F61D0CAB83}"/>
                    </a:ext>
                  </a:extLst>
                </p:cNvPr>
                <p:cNvSpPr/>
                <p:nvPr/>
              </p:nvSpPr>
              <p:spPr>
                <a:xfrm>
                  <a:off x="4903760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6" name="pg2036">
                  <a:extLst>
                    <a:ext uri="{FF2B5EF4-FFF2-40B4-BE49-F238E27FC236}">
                      <a16:creationId xmlns:a16="http://schemas.microsoft.com/office/drawing/2014/main" id="{39E86E79-4594-CCEB-33C4-20D265159C08}"/>
                    </a:ext>
                  </a:extLst>
                </p:cNvPr>
                <p:cNvSpPr/>
                <p:nvPr/>
              </p:nvSpPr>
              <p:spPr>
                <a:xfrm>
                  <a:off x="4915397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7" name="pg2037">
                  <a:extLst>
                    <a:ext uri="{FF2B5EF4-FFF2-40B4-BE49-F238E27FC236}">
                      <a16:creationId xmlns:a16="http://schemas.microsoft.com/office/drawing/2014/main" id="{4566F5C5-344B-A412-C111-B2719C3C5111}"/>
                    </a:ext>
                  </a:extLst>
                </p:cNvPr>
                <p:cNvSpPr/>
                <p:nvPr/>
              </p:nvSpPr>
              <p:spPr>
                <a:xfrm>
                  <a:off x="4927035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8" name="pg2038">
                  <a:extLst>
                    <a:ext uri="{FF2B5EF4-FFF2-40B4-BE49-F238E27FC236}">
                      <a16:creationId xmlns:a16="http://schemas.microsoft.com/office/drawing/2014/main" id="{40BF5BA2-332E-5FAE-5FA2-7AEA2B1E5A9D}"/>
                    </a:ext>
                  </a:extLst>
                </p:cNvPr>
                <p:cNvSpPr/>
                <p:nvPr/>
              </p:nvSpPr>
              <p:spPr>
                <a:xfrm>
                  <a:off x="4938672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9" name="pg2039">
                  <a:extLst>
                    <a:ext uri="{FF2B5EF4-FFF2-40B4-BE49-F238E27FC236}">
                      <a16:creationId xmlns:a16="http://schemas.microsoft.com/office/drawing/2014/main" id="{CB8E0518-F62E-5FD8-148D-ABB744D4BFBC}"/>
                    </a:ext>
                  </a:extLst>
                </p:cNvPr>
                <p:cNvSpPr/>
                <p:nvPr/>
              </p:nvSpPr>
              <p:spPr>
                <a:xfrm>
                  <a:off x="4950309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0" name="pg2040">
                  <a:extLst>
                    <a:ext uri="{FF2B5EF4-FFF2-40B4-BE49-F238E27FC236}">
                      <a16:creationId xmlns:a16="http://schemas.microsoft.com/office/drawing/2014/main" id="{5515DC48-9400-E0B1-885C-85A32B3EAFE2}"/>
                    </a:ext>
                  </a:extLst>
                </p:cNvPr>
                <p:cNvSpPr/>
                <p:nvPr/>
              </p:nvSpPr>
              <p:spPr>
                <a:xfrm>
                  <a:off x="4799024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1" name="pg2041">
                  <a:extLst>
                    <a:ext uri="{FF2B5EF4-FFF2-40B4-BE49-F238E27FC236}">
                      <a16:creationId xmlns:a16="http://schemas.microsoft.com/office/drawing/2014/main" id="{4C8142FF-614C-5622-198B-92DE782BCA2C}"/>
                    </a:ext>
                  </a:extLst>
                </p:cNvPr>
                <p:cNvSpPr/>
                <p:nvPr/>
              </p:nvSpPr>
              <p:spPr>
                <a:xfrm>
                  <a:off x="4810661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2" name="pg2042">
                  <a:extLst>
                    <a:ext uri="{FF2B5EF4-FFF2-40B4-BE49-F238E27FC236}">
                      <a16:creationId xmlns:a16="http://schemas.microsoft.com/office/drawing/2014/main" id="{E81E6312-0324-5485-3591-A306A10D2BEB}"/>
                    </a:ext>
                  </a:extLst>
                </p:cNvPr>
                <p:cNvSpPr/>
                <p:nvPr/>
              </p:nvSpPr>
              <p:spPr>
                <a:xfrm>
                  <a:off x="4822299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3" name="pg2043">
                  <a:extLst>
                    <a:ext uri="{FF2B5EF4-FFF2-40B4-BE49-F238E27FC236}">
                      <a16:creationId xmlns:a16="http://schemas.microsoft.com/office/drawing/2014/main" id="{E65D93D5-B34E-0350-65CD-2AA90C85FB44}"/>
                    </a:ext>
                  </a:extLst>
                </p:cNvPr>
                <p:cNvSpPr/>
                <p:nvPr/>
              </p:nvSpPr>
              <p:spPr>
                <a:xfrm>
                  <a:off x="4833936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4" name="pg2044">
                  <a:extLst>
                    <a:ext uri="{FF2B5EF4-FFF2-40B4-BE49-F238E27FC236}">
                      <a16:creationId xmlns:a16="http://schemas.microsoft.com/office/drawing/2014/main" id="{C8ACCC83-5305-CF44-70ED-D21119F7D922}"/>
                    </a:ext>
                  </a:extLst>
                </p:cNvPr>
                <p:cNvSpPr/>
                <p:nvPr/>
              </p:nvSpPr>
              <p:spPr>
                <a:xfrm>
                  <a:off x="4845573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5" name="pg2045">
                  <a:extLst>
                    <a:ext uri="{FF2B5EF4-FFF2-40B4-BE49-F238E27FC236}">
                      <a16:creationId xmlns:a16="http://schemas.microsoft.com/office/drawing/2014/main" id="{0F394EA0-7D21-4512-A515-9B8255CA39F5}"/>
                    </a:ext>
                  </a:extLst>
                </p:cNvPr>
                <p:cNvSpPr/>
                <p:nvPr/>
              </p:nvSpPr>
              <p:spPr>
                <a:xfrm>
                  <a:off x="4857211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6" name="pg2046">
                  <a:extLst>
                    <a:ext uri="{FF2B5EF4-FFF2-40B4-BE49-F238E27FC236}">
                      <a16:creationId xmlns:a16="http://schemas.microsoft.com/office/drawing/2014/main" id="{28C6EB6A-63B5-F7C4-CA75-CB1B76A8CAE7}"/>
                    </a:ext>
                  </a:extLst>
                </p:cNvPr>
                <p:cNvSpPr/>
                <p:nvPr/>
              </p:nvSpPr>
              <p:spPr>
                <a:xfrm>
                  <a:off x="4868848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7" name="pg2047">
                  <a:extLst>
                    <a:ext uri="{FF2B5EF4-FFF2-40B4-BE49-F238E27FC236}">
                      <a16:creationId xmlns:a16="http://schemas.microsoft.com/office/drawing/2014/main" id="{F480C733-A5EC-202F-BBEA-E851CAD4AF12}"/>
                    </a:ext>
                  </a:extLst>
                </p:cNvPr>
                <p:cNvSpPr/>
                <p:nvPr/>
              </p:nvSpPr>
              <p:spPr>
                <a:xfrm>
                  <a:off x="4787387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8" name="pg2048">
                  <a:extLst>
                    <a:ext uri="{FF2B5EF4-FFF2-40B4-BE49-F238E27FC236}">
                      <a16:creationId xmlns:a16="http://schemas.microsoft.com/office/drawing/2014/main" id="{8C41B133-93CE-E17C-942C-EF3BB9A28C2B}"/>
                    </a:ext>
                  </a:extLst>
                </p:cNvPr>
                <p:cNvSpPr/>
                <p:nvPr/>
              </p:nvSpPr>
              <p:spPr>
                <a:xfrm>
                  <a:off x="4799024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9" name="pg2049">
                  <a:extLst>
                    <a:ext uri="{FF2B5EF4-FFF2-40B4-BE49-F238E27FC236}">
                      <a16:creationId xmlns:a16="http://schemas.microsoft.com/office/drawing/2014/main" id="{4E5E7D8B-7F87-492E-AE44-255C4C2B31F4}"/>
                    </a:ext>
                  </a:extLst>
                </p:cNvPr>
                <p:cNvSpPr/>
                <p:nvPr/>
              </p:nvSpPr>
              <p:spPr>
                <a:xfrm>
                  <a:off x="4810661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0" name="pg2050">
                  <a:extLst>
                    <a:ext uri="{FF2B5EF4-FFF2-40B4-BE49-F238E27FC236}">
                      <a16:creationId xmlns:a16="http://schemas.microsoft.com/office/drawing/2014/main" id="{A3268054-49FF-D955-B2D6-43241FFBA039}"/>
                    </a:ext>
                  </a:extLst>
                </p:cNvPr>
                <p:cNvSpPr/>
                <p:nvPr/>
              </p:nvSpPr>
              <p:spPr>
                <a:xfrm>
                  <a:off x="4822299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1" name="pg2051">
                  <a:extLst>
                    <a:ext uri="{FF2B5EF4-FFF2-40B4-BE49-F238E27FC236}">
                      <a16:creationId xmlns:a16="http://schemas.microsoft.com/office/drawing/2014/main" id="{BA3129A9-E583-5D9E-298E-D31D24EC488F}"/>
                    </a:ext>
                  </a:extLst>
                </p:cNvPr>
                <p:cNvSpPr/>
                <p:nvPr/>
              </p:nvSpPr>
              <p:spPr>
                <a:xfrm>
                  <a:off x="4833936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2" name="pg2052">
                  <a:extLst>
                    <a:ext uri="{FF2B5EF4-FFF2-40B4-BE49-F238E27FC236}">
                      <a16:creationId xmlns:a16="http://schemas.microsoft.com/office/drawing/2014/main" id="{9E013C59-7CAA-02A2-3461-276EC385EB6D}"/>
                    </a:ext>
                  </a:extLst>
                </p:cNvPr>
                <p:cNvSpPr/>
                <p:nvPr/>
              </p:nvSpPr>
              <p:spPr>
                <a:xfrm>
                  <a:off x="4845573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3" name="pg2053">
                  <a:extLst>
                    <a:ext uri="{FF2B5EF4-FFF2-40B4-BE49-F238E27FC236}">
                      <a16:creationId xmlns:a16="http://schemas.microsoft.com/office/drawing/2014/main" id="{CFC02145-E993-E64D-C502-93A58485F564}"/>
                    </a:ext>
                  </a:extLst>
                </p:cNvPr>
                <p:cNvSpPr/>
                <p:nvPr/>
              </p:nvSpPr>
              <p:spPr>
                <a:xfrm>
                  <a:off x="4857211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4" name="pg2054">
                  <a:extLst>
                    <a:ext uri="{FF2B5EF4-FFF2-40B4-BE49-F238E27FC236}">
                      <a16:creationId xmlns:a16="http://schemas.microsoft.com/office/drawing/2014/main" id="{6E4E46F9-BD0D-7419-9E40-B194B7EE2845}"/>
                    </a:ext>
                  </a:extLst>
                </p:cNvPr>
                <p:cNvSpPr/>
                <p:nvPr/>
              </p:nvSpPr>
              <p:spPr>
                <a:xfrm>
                  <a:off x="4775749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5" name="pg2055">
                  <a:extLst>
                    <a:ext uri="{FF2B5EF4-FFF2-40B4-BE49-F238E27FC236}">
                      <a16:creationId xmlns:a16="http://schemas.microsoft.com/office/drawing/2014/main" id="{FE12B4C8-038F-070F-7C96-1672ED9002BE}"/>
                    </a:ext>
                  </a:extLst>
                </p:cNvPr>
                <p:cNvSpPr/>
                <p:nvPr/>
              </p:nvSpPr>
              <p:spPr>
                <a:xfrm>
                  <a:off x="4787387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6" name="pg2056">
                  <a:extLst>
                    <a:ext uri="{FF2B5EF4-FFF2-40B4-BE49-F238E27FC236}">
                      <a16:creationId xmlns:a16="http://schemas.microsoft.com/office/drawing/2014/main" id="{AE9B1D12-2DB6-F523-30DA-0384D71FF9F9}"/>
                    </a:ext>
                  </a:extLst>
                </p:cNvPr>
                <p:cNvSpPr/>
                <p:nvPr/>
              </p:nvSpPr>
              <p:spPr>
                <a:xfrm>
                  <a:off x="4799024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7" name="pg2057">
                  <a:extLst>
                    <a:ext uri="{FF2B5EF4-FFF2-40B4-BE49-F238E27FC236}">
                      <a16:creationId xmlns:a16="http://schemas.microsoft.com/office/drawing/2014/main" id="{4CDA68A7-B60D-D562-3013-8CC4063615E8}"/>
                    </a:ext>
                  </a:extLst>
                </p:cNvPr>
                <p:cNvSpPr/>
                <p:nvPr/>
              </p:nvSpPr>
              <p:spPr>
                <a:xfrm>
                  <a:off x="4810661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8" name="pg2058">
                  <a:extLst>
                    <a:ext uri="{FF2B5EF4-FFF2-40B4-BE49-F238E27FC236}">
                      <a16:creationId xmlns:a16="http://schemas.microsoft.com/office/drawing/2014/main" id="{25CAEC2B-421C-8A33-BDC7-A139F9CF161B}"/>
                    </a:ext>
                  </a:extLst>
                </p:cNvPr>
                <p:cNvSpPr/>
                <p:nvPr/>
              </p:nvSpPr>
              <p:spPr>
                <a:xfrm>
                  <a:off x="4822299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9" name="pg2059">
                  <a:extLst>
                    <a:ext uri="{FF2B5EF4-FFF2-40B4-BE49-F238E27FC236}">
                      <a16:creationId xmlns:a16="http://schemas.microsoft.com/office/drawing/2014/main" id="{7E085595-AE9A-47B9-20D1-A11ED47E3700}"/>
                    </a:ext>
                  </a:extLst>
                </p:cNvPr>
                <p:cNvSpPr/>
                <p:nvPr/>
              </p:nvSpPr>
              <p:spPr>
                <a:xfrm>
                  <a:off x="4833936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0" name="pg2060">
                  <a:extLst>
                    <a:ext uri="{FF2B5EF4-FFF2-40B4-BE49-F238E27FC236}">
                      <a16:creationId xmlns:a16="http://schemas.microsoft.com/office/drawing/2014/main" id="{1B9204E1-99C3-417A-6B74-AA52422672C3}"/>
                    </a:ext>
                  </a:extLst>
                </p:cNvPr>
                <p:cNvSpPr/>
                <p:nvPr/>
              </p:nvSpPr>
              <p:spPr>
                <a:xfrm>
                  <a:off x="4845573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1" name="pg2061">
                  <a:extLst>
                    <a:ext uri="{FF2B5EF4-FFF2-40B4-BE49-F238E27FC236}">
                      <a16:creationId xmlns:a16="http://schemas.microsoft.com/office/drawing/2014/main" id="{E295CA04-2D44-FAF6-0534-18258EB3D55A}"/>
                    </a:ext>
                  </a:extLst>
                </p:cNvPr>
                <p:cNvSpPr/>
                <p:nvPr/>
              </p:nvSpPr>
              <p:spPr>
                <a:xfrm>
                  <a:off x="4775749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2" name="pg2062">
                  <a:extLst>
                    <a:ext uri="{FF2B5EF4-FFF2-40B4-BE49-F238E27FC236}">
                      <a16:creationId xmlns:a16="http://schemas.microsoft.com/office/drawing/2014/main" id="{25A870CC-A20A-1857-EC5F-9FA192D7AB89}"/>
                    </a:ext>
                  </a:extLst>
                </p:cNvPr>
                <p:cNvSpPr/>
                <p:nvPr/>
              </p:nvSpPr>
              <p:spPr>
                <a:xfrm>
                  <a:off x="4787387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3" name="pg2063">
                  <a:extLst>
                    <a:ext uri="{FF2B5EF4-FFF2-40B4-BE49-F238E27FC236}">
                      <a16:creationId xmlns:a16="http://schemas.microsoft.com/office/drawing/2014/main" id="{3D6704C8-F083-411A-8806-9030C07F521A}"/>
                    </a:ext>
                  </a:extLst>
                </p:cNvPr>
                <p:cNvSpPr/>
                <p:nvPr/>
              </p:nvSpPr>
              <p:spPr>
                <a:xfrm>
                  <a:off x="4799024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4" name="pg2064">
                  <a:extLst>
                    <a:ext uri="{FF2B5EF4-FFF2-40B4-BE49-F238E27FC236}">
                      <a16:creationId xmlns:a16="http://schemas.microsoft.com/office/drawing/2014/main" id="{0716698A-2A2C-6ABC-5CF1-74E4F143DA53}"/>
                    </a:ext>
                  </a:extLst>
                </p:cNvPr>
                <p:cNvSpPr/>
                <p:nvPr/>
              </p:nvSpPr>
              <p:spPr>
                <a:xfrm>
                  <a:off x="4810661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5" name="pg2065">
                  <a:extLst>
                    <a:ext uri="{FF2B5EF4-FFF2-40B4-BE49-F238E27FC236}">
                      <a16:creationId xmlns:a16="http://schemas.microsoft.com/office/drawing/2014/main" id="{E365F402-8B7D-3AF1-FA83-E9732890AD66}"/>
                    </a:ext>
                  </a:extLst>
                </p:cNvPr>
                <p:cNvSpPr/>
                <p:nvPr/>
              </p:nvSpPr>
              <p:spPr>
                <a:xfrm>
                  <a:off x="4822299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6" name="pg2066">
                  <a:extLst>
                    <a:ext uri="{FF2B5EF4-FFF2-40B4-BE49-F238E27FC236}">
                      <a16:creationId xmlns:a16="http://schemas.microsoft.com/office/drawing/2014/main" id="{6D5F87A9-743D-1BF9-39F8-901875E75076}"/>
                    </a:ext>
                  </a:extLst>
                </p:cNvPr>
                <p:cNvSpPr/>
                <p:nvPr/>
              </p:nvSpPr>
              <p:spPr>
                <a:xfrm>
                  <a:off x="4833936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7" name="pg2067">
                  <a:extLst>
                    <a:ext uri="{FF2B5EF4-FFF2-40B4-BE49-F238E27FC236}">
                      <a16:creationId xmlns:a16="http://schemas.microsoft.com/office/drawing/2014/main" id="{C2DE8E4F-51B6-F196-A782-8DEC57D8740D}"/>
                    </a:ext>
                  </a:extLst>
                </p:cNvPr>
                <p:cNvSpPr/>
                <p:nvPr/>
              </p:nvSpPr>
              <p:spPr>
                <a:xfrm>
                  <a:off x="4752475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8" name="pg2068">
                  <a:extLst>
                    <a:ext uri="{FF2B5EF4-FFF2-40B4-BE49-F238E27FC236}">
                      <a16:creationId xmlns:a16="http://schemas.microsoft.com/office/drawing/2014/main" id="{63BE2B30-03CB-2F01-6478-46D33CC47792}"/>
                    </a:ext>
                  </a:extLst>
                </p:cNvPr>
                <p:cNvSpPr/>
                <p:nvPr/>
              </p:nvSpPr>
              <p:spPr>
                <a:xfrm>
                  <a:off x="4764112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9" name="pg2069">
                  <a:extLst>
                    <a:ext uri="{FF2B5EF4-FFF2-40B4-BE49-F238E27FC236}">
                      <a16:creationId xmlns:a16="http://schemas.microsoft.com/office/drawing/2014/main" id="{1DB415E6-4E26-62F8-8D6E-31BEB11F8D44}"/>
                    </a:ext>
                  </a:extLst>
                </p:cNvPr>
                <p:cNvSpPr/>
                <p:nvPr/>
              </p:nvSpPr>
              <p:spPr>
                <a:xfrm>
                  <a:off x="4775749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0" name="pg2070">
                  <a:extLst>
                    <a:ext uri="{FF2B5EF4-FFF2-40B4-BE49-F238E27FC236}">
                      <a16:creationId xmlns:a16="http://schemas.microsoft.com/office/drawing/2014/main" id="{590A1CDA-AC36-BD88-B9BF-1F1BFAF66707}"/>
                    </a:ext>
                  </a:extLst>
                </p:cNvPr>
                <p:cNvSpPr/>
                <p:nvPr/>
              </p:nvSpPr>
              <p:spPr>
                <a:xfrm>
                  <a:off x="4787387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1" name="pg2071">
                  <a:extLst>
                    <a:ext uri="{FF2B5EF4-FFF2-40B4-BE49-F238E27FC236}">
                      <a16:creationId xmlns:a16="http://schemas.microsoft.com/office/drawing/2014/main" id="{BD75631C-8189-FA39-8EB5-31C37BB52DC5}"/>
                    </a:ext>
                  </a:extLst>
                </p:cNvPr>
                <p:cNvSpPr/>
                <p:nvPr/>
              </p:nvSpPr>
              <p:spPr>
                <a:xfrm>
                  <a:off x="4799024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2" name="pg2072">
                  <a:extLst>
                    <a:ext uri="{FF2B5EF4-FFF2-40B4-BE49-F238E27FC236}">
                      <a16:creationId xmlns:a16="http://schemas.microsoft.com/office/drawing/2014/main" id="{B95DE5C1-19D1-B846-6024-4A14391826CD}"/>
                    </a:ext>
                  </a:extLst>
                </p:cNvPr>
                <p:cNvSpPr/>
                <p:nvPr/>
              </p:nvSpPr>
              <p:spPr>
                <a:xfrm>
                  <a:off x="4810661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3" name="pg2073">
                  <a:extLst>
                    <a:ext uri="{FF2B5EF4-FFF2-40B4-BE49-F238E27FC236}">
                      <a16:creationId xmlns:a16="http://schemas.microsoft.com/office/drawing/2014/main" id="{DBBB11AF-50B5-F14F-B3B6-A5E9F43465A8}"/>
                    </a:ext>
                  </a:extLst>
                </p:cNvPr>
                <p:cNvSpPr/>
                <p:nvPr/>
              </p:nvSpPr>
              <p:spPr>
                <a:xfrm>
                  <a:off x="4822299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4" name="pg2074">
                  <a:extLst>
                    <a:ext uri="{FF2B5EF4-FFF2-40B4-BE49-F238E27FC236}">
                      <a16:creationId xmlns:a16="http://schemas.microsoft.com/office/drawing/2014/main" id="{7F6F9912-7D18-A2B2-4949-DC9CADA95D7C}"/>
                    </a:ext>
                  </a:extLst>
                </p:cNvPr>
                <p:cNvSpPr/>
                <p:nvPr/>
              </p:nvSpPr>
              <p:spPr>
                <a:xfrm>
                  <a:off x="4740837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5" name="pg2075">
                  <a:extLst>
                    <a:ext uri="{FF2B5EF4-FFF2-40B4-BE49-F238E27FC236}">
                      <a16:creationId xmlns:a16="http://schemas.microsoft.com/office/drawing/2014/main" id="{0DE60BC2-1312-3333-9A42-0AAE8C91D2AE}"/>
                    </a:ext>
                  </a:extLst>
                </p:cNvPr>
                <p:cNvSpPr/>
                <p:nvPr/>
              </p:nvSpPr>
              <p:spPr>
                <a:xfrm>
                  <a:off x="4752475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6" name="pg2076">
                  <a:extLst>
                    <a:ext uri="{FF2B5EF4-FFF2-40B4-BE49-F238E27FC236}">
                      <a16:creationId xmlns:a16="http://schemas.microsoft.com/office/drawing/2014/main" id="{D0F4A3F4-991E-9E3C-A851-8B45A6464E67}"/>
                    </a:ext>
                  </a:extLst>
                </p:cNvPr>
                <p:cNvSpPr/>
                <p:nvPr/>
              </p:nvSpPr>
              <p:spPr>
                <a:xfrm>
                  <a:off x="4764112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7" name="pg2077">
                  <a:extLst>
                    <a:ext uri="{FF2B5EF4-FFF2-40B4-BE49-F238E27FC236}">
                      <a16:creationId xmlns:a16="http://schemas.microsoft.com/office/drawing/2014/main" id="{C4FDD46A-AD63-3C02-4F2F-F5861BFCD3A8}"/>
                    </a:ext>
                  </a:extLst>
                </p:cNvPr>
                <p:cNvSpPr/>
                <p:nvPr/>
              </p:nvSpPr>
              <p:spPr>
                <a:xfrm>
                  <a:off x="4775749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8" name="pg2078">
                  <a:extLst>
                    <a:ext uri="{FF2B5EF4-FFF2-40B4-BE49-F238E27FC236}">
                      <a16:creationId xmlns:a16="http://schemas.microsoft.com/office/drawing/2014/main" id="{F0B8F8DC-B158-69EB-6B3E-33B2CBAC5D69}"/>
                    </a:ext>
                  </a:extLst>
                </p:cNvPr>
                <p:cNvSpPr/>
                <p:nvPr/>
              </p:nvSpPr>
              <p:spPr>
                <a:xfrm>
                  <a:off x="4787387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9" name="pg2079">
                  <a:extLst>
                    <a:ext uri="{FF2B5EF4-FFF2-40B4-BE49-F238E27FC236}">
                      <a16:creationId xmlns:a16="http://schemas.microsoft.com/office/drawing/2014/main" id="{EF84B960-5099-4842-1108-BDDE7B167A06}"/>
                    </a:ext>
                  </a:extLst>
                </p:cNvPr>
                <p:cNvSpPr/>
                <p:nvPr/>
              </p:nvSpPr>
              <p:spPr>
                <a:xfrm>
                  <a:off x="4799024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0" name="pg2080">
                  <a:extLst>
                    <a:ext uri="{FF2B5EF4-FFF2-40B4-BE49-F238E27FC236}">
                      <a16:creationId xmlns:a16="http://schemas.microsoft.com/office/drawing/2014/main" id="{4D533733-BA2F-4925-0C66-B1441BAD8F83}"/>
                    </a:ext>
                  </a:extLst>
                </p:cNvPr>
                <p:cNvSpPr/>
                <p:nvPr/>
              </p:nvSpPr>
              <p:spPr>
                <a:xfrm>
                  <a:off x="4810661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1" name="pg2081">
                  <a:extLst>
                    <a:ext uri="{FF2B5EF4-FFF2-40B4-BE49-F238E27FC236}">
                      <a16:creationId xmlns:a16="http://schemas.microsoft.com/office/drawing/2014/main" id="{A5817C10-F2BC-AF67-A409-6D12510D2C16}"/>
                    </a:ext>
                  </a:extLst>
                </p:cNvPr>
                <p:cNvSpPr/>
                <p:nvPr/>
              </p:nvSpPr>
              <p:spPr>
                <a:xfrm>
                  <a:off x="4822299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2" name="pg2082">
                  <a:extLst>
                    <a:ext uri="{FF2B5EF4-FFF2-40B4-BE49-F238E27FC236}">
                      <a16:creationId xmlns:a16="http://schemas.microsoft.com/office/drawing/2014/main" id="{A4F43D8F-D345-E33A-0B2E-B8C81029D2F4}"/>
                    </a:ext>
                  </a:extLst>
                </p:cNvPr>
                <p:cNvSpPr/>
                <p:nvPr/>
              </p:nvSpPr>
              <p:spPr>
                <a:xfrm>
                  <a:off x="4717563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3" name="pg2083">
                  <a:extLst>
                    <a:ext uri="{FF2B5EF4-FFF2-40B4-BE49-F238E27FC236}">
                      <a16:creationId xmlns:a16="http://schemas.microsoft.com/office/drawing/2014/main" id="{1BC564D2-70A5-5C0E-AABA-CCC32D407D91}"/>
                    </a:ext>
                  </a:extLst>
                </p:cNvPr>
                <p:cNvSpPr/>
                <p:nvPr/>
              </p:nvSpPr>
              <p:spPr>
                <a:xfrm>
                  <a:off x="4729200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4" name="pg2084">
                  <a:extLst>
                    <a:ext uri="{FF2B5EF4-FFF2-40B4-BE49-F238E27FC236}">
                      <a16:creationId xmlns:a16="http://schemas.microsoft.com/office/drawing/2014/main" id="{19FB56AE-C8CA-DDCF-8371-70D795CA1DE9}"/>
                    </a:ext>
                  </a:extLst>
                </p:cNvPr>
                <p:cNvSpPr/>
                <p:nvPr/>
              </p:nvSpPr>
              <p:spPr>
                <a:xfrm>
                  <a:off x="4740837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5" name="pg2085">
                  <a:extLst>
                    <a:ext uri="{FF2B5EF4-FFF2-40B4-BE49-F238E27FC236}">
                      <a16:creationId xmlns:a16="http://schemas.microsoft.com/office/drawing/2014/main" id="{B501C600-1A47-0B0A-4AA7-AAA6942CF8FA}"/>
                    </a:ext>
                  </a:extLst>
                </p:cNvPr>
                <p:cNvSpPr/>
                <p:nvPr/>
              </p:nvSpPr>
              <p:spPr>
                <a:xfrm>
                  <a:off x="4752475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6" name="pg2086">
                  <a:extLst>
                    <a:ext uri="{FF2B5EF4-FFF2-40B4-BE49-F238E27FC236}">
                      <a16:creationId xmlns:a16="http://schemas.microsoft.com/office/drawing/2014/main" id="{4818AA2A-5B42-F4C6-6B26-4AD06CDA26E2}"/>
                    </a:ext>
                  </a:extLst>
                </p:cNvPr>
                <p:cNvSpPr/>
                <p:nvPr/>
              </p:nvSpPr>
              <p:spPr>
                <a:xfrm>
                  <a:off x="4764112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7" name="pg2087">
                  <a:extLst>
                    <a:ext uri="{FF2B5EF4-FFF2-40B4-BE49-F238E27FC236}">
                      <a16:creationId xmlns:a16="http://schemas.microsoft.com/office/drawing/2014/main" id="{2EE96D41-1085-04C9-0A37-BEF281F26D37}"/>
                    </a:ext>
                  </a:extLst>
                </p:cNvPr>
                <p:cNvSpPr/>
                <p:nvPr/>
              </p:nvSpPr>
              <p:spPr>
                <a:xfrm>
                  <a:off x="4775749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8" name="pg2088">
                  <a:extLst>
                    <a:ext uri="{FF2B5EF4-FFF2-40B4-BE49-F238E27FC236}">
                      <a16:creationId xmlns:a16="http://schemas.microsoft.com/office/drawing/2014/main" id="{929DAEC2-A142-EF8D-124D-B7F99C9573EC}"/>
                    </a:ext>
                  </a:extLst>
                </p:cNvPr>
                <p:cNvSpPr/>
                <p:nvPr/>
              </p:nvSpPr>
              <p:spPr>
                <a:xfrm>
                  <a:off x="4787387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4AB">
                    <a:alpha val="100000"/>
                  </a:srgbClr>
                </a:solidFill>
                <a:ln w="5420" cap="flat">
                  <a:solidFill>
                    <a:srgbClr val="4F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9" name="pg2089">
                  <a:extLst>
                    <a:ext uri="{FF2B5EF4-FFF2-40B4-BE49-F238E27FC236}">
                      <a16:creationId xmlns:a16="http://schemas.microsoft.com/office/drawing/2014/main" id="{CC6FDD59-2CC9-2878-4584-EF586D50C671}"/>
                    </a:ext>
                  </a:extLst>
                </p:cNvPr>
                <p:cNvSpPr/>
                <p:nvPr/>
              </p:nvSpPr>
              <p:spPr>
                <a:xfrm>
                  <a:off x="4799024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0" name="pg2090">
                  <a:extLst>
                    <a:ext uri="{FF2B5EF4-FFF2-40B4-BE49-F238E27FC236}">
                      <a16:creationId xmlns:a16="http://schemas.microsoft.com/office/drawing/2014/main" id="{CD1AECDE-DEE3-4BDE-B8FE-6502CA95A81D}"/>
                    </a:ext>
                  </a:extLst>
                </p:cNvPr>
                <p:cNvSpPr/>
                <p:nvPr/>
              </p:nvSpPr>
              <p:spPr>
                <a:xfrm>
                  <a:off x="4810661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1" name="pg2091">
                  <a:extLst>
                    <a:ext uri="{FF2B5EF4-FFF2-40B4-BE49-F238E27FC236}">
                      <a16:creationId xmlns:a16="http://schemas.microsoft.com/office/drawing/2014/main" id="{738DC41C-8422-B114-D976-ABCBA2DA0C62}"/>
                    </a:ext>
                  </a:extLst>
                </p:cNvPr>
                <p:cNvSpPr/>
                <p:nvPr/>
              </p:nvSpPr>
              <p:spPr>
                <a:xfrm>
                  <a:off x="4705925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2" name="pg2092">
                  <a:extLst>
                    <a:ext uri="{FF2B5EF4-FFF2-40B4-BE49-F238E27FC236}">
                      <a16:creationId xmlns:a16="http://schemas.microsoft.com/office/drawing/2014/main" id="{093A09EA-843A-D520-618C-803A6041A31C}"/>
                    </a:ext>
                  </a:extLst>
                </p:cNvPr>
                <p:cNvSpPr/>
                <p:nvPr/>
              </p:nvSpPr>
              <p:spPr>
                <a:xfrm>
                  <a:off x="4717563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3" name="pg2093">
                  <a:extLst>
                    <a:ext uri="{FF2B5EF4-FFF2-40B4-BE49-F238E27FC236}">
                      <a16:creationId xmlns:a16="http://schemas.microsoft.com/office/drawing/2014/main" id="{ABF05D0C-DAB2-3AF3-A3E8-FF9633D88BB8}"/>
                    </a:ext>
                  </a:extLst>
                </p:cNvPr>
                <p:cNvSpPr/>
                <p:nvPr/>
              </p:nvSpPr>
              <p:spPr>
                <a:xfrm>
                  <a:off x="4729200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4" name="pg2094">
                  <a:extLst>
                    <a:ext uri="{FF2B5EF4-FFF2-40B4-BE49-F238E27FC236}">
                      <a16:creationId xmlns:a16="http://schemas.microsoft.com/office/drawing/2014/main" id="{C6AD3DD1-7ECC-F5FF-3B24-CEF8977B9B97}"/>
                    </a:ext>
                  </a:extLst>
                </p:cNvPr>
                <p:cNvSpPr/>
                <p:nvPr/>
              </p:nvSpPr>
              <p:spPr>
                <a:xfrm>
                  <a:off x="4740837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5" name="pg2095">
                  <a:extLst>
                    <a:ext uri="{FF2B5EF4-FFF2-40B4-BE49-F238E27FC236}">
                      <a16:creationId xmlns:a16="http://schemas.microsoft.com/office/drawing/2014/main" id="{340E6602-8779-315C-397D-BB9CF632F3A3}"/>
                    </a:ext>
                  </a:extLst>
                </p:cNvPr>
                <p:cNvSpPr/>
                <p:nvPr/>
              </p:nvSpPr>
              <p:spPr>
                <a:xfrm>
                  <a:off x="4752475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6" name="pg2096">
                  <a:extLst>
                    <a:ext uri="{FF2B5EF4-FFF2-40B4-BE49-F238E27FC236}">
                      <a16:creationId xmlns:a16="http://schemas.microsoft.com/office/drawing/2014/main" id="{E6B07BAE-90BD-234B-E43E-83A9749B1316}"/>
                    </a:ext>
                  </a:extLst>
                </p:cNvPr>
                <p:cNvSpPr/>
                <p:nvPr/>
              </p:nvSpPr>
              <p:spPr>
                <a:xfrm>
                  <a:off x="4764112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7" name="pg2097">
                  <a:extLst>
                    <a:ext uri="{FF2B5EF4-FFF2-40B4-BE49-F238E27FC236}">
                      <a16:creationId xmlns:a16="http://schemas.microsoft.com/office/drawing/2014/main" id="{1CAAC010-C618-F6D3-89FB-38F75753AFFD}"/>
                    </a:ext>
                  </a:extLst>
                </p:cNvPr>
                <p:cNvSpPr/>
                <p:nvPr/>
              </p:nvSpPr>
              <p:spPr>
                <a:xfrm>
                  <a:off x="4775749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8" name="pg2098">
                  <a:extLst>
                    <a:ext uri="{FF2B5EF4-FFF2-40B4-BE49-F238E27FC236}">
                      <a16:creationId xmlns:a16="http://schemas.microsoft.com/office/drawing/2014/main" id="{65BC55C7-97F5-B9E1-D527-3EDE62DE4569}"/>
                    </a:ext>
                  </a:extLst>
                </p:cNvPr>
                <p:cNvSpPr/>
                <p:nvPr/>
              </p:nvSpPr>
              <p:spPr>
                <a:xfrm>
                  <a:off x="4787387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9" name="pg2099">
                  <a:extLst>
                    <a:ext uri="{FF2B5EF4-FFF2-40B4-BE49-F238E27FC236}">
                      <a16:creationId xmlns:a16="http://schemas.microsoft.com/office/drawing/2014/main" id="{1E2B31EE-DD42-8522-E055-AB19645CFBA1}"/>
                    </a:ext>
                  </a:extLst>
                </p:cNvPr>
                <p:cNvSpPr/>
                <p:nvPr/>
              </p:nvSpPr>
              <p:spPr>
                <a:xfrm>
                  <a:off x="4647739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0" name="pg2100">
                  <a:extLst>
                    <a:ext uri="{FF2B5EF4-FFF2-40B4-BE49-F238E27FC236}">
                      <a16:creationId xmlns:a16="http://schemas.microsoft.com/office/drawing/2014/main" id="{81EA444C-8CC0-B218-5ED1-0F3467E71851}"/>
                    </a:ext>
                  </a:extLst>
                </p:cNvPr>
                <p:cNvSpPr/>
                <p:nvPr/>
              </p:nvSpPr>
              <p:spPr>
                <a:xfrm>
                  <a:off x="4659376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1" name="pg2101">
                  <a:extLst>
                    <a:ext uri="{FF2B5EF4-FFF2-40B4-BE49-F238E27FC236}">
                      <a16:creationId xmlns:a16="http://schemas.microsoft.com/office/drawing/2014/main" id="{E15FC4D7-12EA-E30A-8C52-D95787C87E0B}"/>
                    </a:ext>
                  </a:extLst>
                </p:cNvPr>
                <p:cNvSpPr/>
                <p:nvPr/>
              </p:nvSpPr>
              <p:spPr>
                <a:xfrm>
                  <a:off x="4671013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2" name="pg2102">
                  <a:extLst>
                    <a:ext uri="{FF2B5EF4-FFF2-40B4-BE49-F238E27FC236}">
                      <a16:creationId xmlns:a16="http://schemas.microsoft.com/office/drawing/2014/main" id="{C8E6A3C6-E376-5E86-3430-7C68852E4811}"/>
                    </a:ext>
                  </a:extLst>
                </p:cNvPr>
                <p:cNvSpPr/>
                <p:nvPr/>
              </p:nvSpPr>
              <p:spPr>
                <a:xfrm>
                  <a:off x="4682651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3" name="pg2103">
                  <a:extLst>
                    <a:ext uri="{FF2B5EF4-FFF2-40B4-BE49-F238E27FC236}">
                      <a16:creationId xmlns:a16="http://schemas.microsoft.com/office/drawing/2014/main" id="{AFC1AA3B-3EE6-6071-6997-887B46F630A4}"/>
                    </a:ext>
                  </a:extLst>
                </p:cNvPr>
                <p:cNvSpPr/>
                <p:nvPr/>
              </p:nvSpPr>
              <p:spPr>
                <a:xfrm>
                  <a:off x="4694288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4" name="pg2104">
                  <a:extLst>
                    <a:ext uri="{FF2B5EF4-FFF2-40B4-BE49-F238E27FC236}">
                      <a16:creationId xmlns:a16="http://schemas.microsoft.com/office/drawing/2014/main" id="{55652DF6-CC24-B701-B168-74F5C5F46C11}"/>
                    </a:ext>
                  </a:extLst>
                </p:cNvPr>
                <p:cNvSpPr/>
                <p:nvPr/>
              </p:nvSpPr>
              <p:spPr>
                <a:xfrm>
                  <a:off x="4705925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5" name="pg2105">
                  <a:extLst>
                    <a:ext uri="{FF2B5EF4-FFF2-40B4-BE49-F238E27FC236}">
                      <a16:creationId xmlns:a16="http://schemas.microsoft.com/office/drawing/2014/main" id="{39F0F33E-3D7B-7883-AB34-148C09DBE282}"/>
                    </a:ext>
                  </a:extLst>
                </p:cNvPr>
                <p:cNvSpPr/>
                <p:nvPr/>
              </p:nvSpPr>
              <p:spPr>
                <a:xfrm>
                  <a:off x="4717563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6" name="pg2106">
                  <a:extLst>
                    <a:ext uri="{FF2B5EF4-FFF2-40B4-BE49-F238E27FC236}">
                      <a16:creationId xmlns:a16="http://schemas.microsoft.com/office/drawing/2014/main" id="{4936E8E8-1183-C1DD-715E-A5F8C92F4115}"/>
                    </a:ext>
                  </a:extLst>
                </p:cNvPr>
                <p:cNvSpPr/>
                <p:nvPr/>
              </p:nvSpPr>
              <p:spPr>
                <a:xfrm>
                  <a:off x="4729200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7" name="pg2107">
                  <a:extLst>
                    <a:ext uri="{FF2B5EF4-FFF2-40B4-BE49-F238E27FC236}">
                      <a16:creationId xmlns:a16="http://schemas.microsoft.com/office/drawing/2014/main" id="{F1A955A6-7F52-3604-820F-F06DE74ADDB4}"/>
                    </a:ext>
                  </a:extLst>
                </p:cNvPr>
                <p:cNvSpPr/>
                <p:nvPr/>
              </p:nvSpPr>
              <p:spPr>
                <a:xfrm>
                  <a:off x="4740837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8" name="pg2108">
                  <a:extLst>
                    <a:ext uri="{FF2B5EF4-FFF2-40B4-BE49-F238E27FC236}">
                      <a16:creationId xmlns:a16="http://schemas.microsoft.com/office/drawing/2014/main" id="{3E2863DE-5B39-4D44-7E3E-7AA23E2E5CDE}"/>
                    </a:ext>
                  </a:extLst>
                </p:cNvPr>
                <p:cNvSpPr/>
                <p:nvPr/>
              </p:nvSpPr>
              <p:spPr>
                <a:xfrm>
                  <a:off x="4752475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BFAB">
                    <a:alpha val="100000"/>
                  </a:srgbClr>
                </a:solidFill>
                <a:ln w="5420" cap="flat">
                  <a:solidFill>
                    <a:srgbClr val="57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9" name="pg2109">
                  <a:extLst>
                    <a:ext uri="{FF2B5EF4-FFF2-40B4-BE49-F238E27FC236}">
                      <a16:creationId xmlns:a16="http://schemas.microsoft.com/office/drawing/2014/main" id="{76216AB4-BCA6-38A8-4D07-5E9039631FEA}"/>
                    </a:ext>
                  </a:extLst>
                </p:cNvPr>
                <p:cNvSpPr/>
                <p:nvPr/>
              </p:nvSpPr>
              <p:spPr>
                <a:xfrm>
                  <a:off x="4764112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0" name="pg2110">
                  <a:extLst>
                    <a:ext uri="{FF2B5EF4-FFF2-40B4-BE49-F238E27FC236}">
                      <a16:creationId xmlns:a16="http://schemas.microsoft.com/office/drawing/2014/main" id="{210CCDB8-A6F6-DDDC-AA22-9531884EA33C}"/>
                    </a:ext>
                  </a:extLst>
                </p:cNvPr>
                <p:cNvSpPr/>
                <p:nvPr/>
              </p:nvSpPr>
              <p:spPr>
                <a:xfrm>
                  <a:off x="4775749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1" name="pg2111">
                  <a:extLst>
                    <a:ext uri="{FF2B5EF4-FFF2-40B4-BE49-F238E27FC236}">
                      <a16:creationId xmlns:a16="http://schemas.microsoft.com/office/drawing/2014/main" id="{3B70F48A-DAC7-C17E-4776-EF8EFEBE6E95}"/>
                    </a:ext>
                  </a:extLst>
                </p:cNvPr>
                <p:cNvSpPr/>
                <p:nvPr/>
              </p:nvSpPr>
              <p:spPr>
                <a:xfrm>
                  <a:off x="4624464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2" name="pg2112">
                  <a:extLst>
                    <a:ext uri="{FF2B5EF4-FFF2-40B4-BE49-F238E27FC236}">
                      <a16:creationId xmlns:a16="http://schemas.microsoft.com/office/drawing/2014/main" id="{EF2B53FE-53C4-86F4-92F4-1559A3BD94AB}"/>
                    </a:ext>
                  </a:extLst>
                </p:cNvPr>
                <p:cNvSpPr/>
                <p:nvPr/>
              </p:nvSpPr>
              <p:spPr>
                <a:xfrm>
                  <a:off x="4636101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3" name="pg2113">
                  <a:extLst>
                    <a:ext uri="{FF2B5EF4-FFF2-40B4-BE49-F238E27FC236}">
                      <a16:creationId xmlns:a16="http://schemas.microsoft.com/office/drawing/2014/main" id="{CA82C709-B3F8-3979-E539-752D2F25B943}"/>
                    </a:ext>
                  </a:extLst>
                </p:cNvPr>
                <p:cNvSpPr/>
                <p:nvPr/>
              </p:nvSpPr>
              <p:spPr>
                <a:xfrm>
                  <a:off x="4647739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4" name="pg2114">
                  <a:extLst>
                    <a:ext uri="{FF2B5EF4-FFF2-40B4-BE49-F238E27FC236}">
                      <a16:creationId xmlns:a16="http://schemas.microsoft.com/office/drawing/2014/main" id="{44F5E5CF-2B57-4DFA-5451-F51CEA72842E}"/>
                    </a:ext>
                  </a:extLst>
                </p:cNvPr>
                <p:cNvSpPr/>
                <p:nvPr/>
              </p:nvSpPr>
              <p:spPr>
                <a:xfrm>
                  <a:off x="4659376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5" name="pg2115">
                  <a:extLst>
                    <a:ext uri="{FF2B5EF4-FFF2-40B4-BE49-F238E27FC236}">
                      <a16:creationId xmlns:a16="http://schemas.microsoft.com/office/drawing/2014/main" id="{BB616F5F-73ED-A5DF-566A-DB62DA7F22F0}"/>
                    </a:ext>
                  </a:extLst>
                </p:cNvPr>
                <p:cNvSpPr/>
                <p:nvPr/>
              </p:nvSpPr>
              <p:spPr>
                <a:xfrm>
                  <a:off x="4671013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6AA">
                    <a:alpha val="100000"/>
                  </a:srgbClr>
                </a:solidFill>
                <a:ln w="5420" cap="flat">
                  <a:solidFill>
                    <a:srgbClr val="42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6" name="pg2116">
                  <a:extLst>
                    <a:ext uri="{FF2B5EF4-FFF2-40B4-BE49-F238E27FC236}">
                      <a16:creationId xmlns:a16="http://schemas.microsoft.com/office/drawing/2014/main" id="{2ED87F49-39F3-4C67-9BEF-FABE0951790E}"/>
                    </a:ext>
                  </a:extLst>
                </p:cNvPr>
                <p:cNvSpPr/>
                <p:nvPr/>
              </p:nvSpPr>
              <p:spPr>
                <a:xfrm>
                  <a:off x="4682651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7" name="pg2117">
                  <a:extLst>
                    <a:ext uri="{FF2B5EF4-FFF2-40B4-BE49-F238E27FC236}">
                      <a16:creationId xmlns:a16="http://schemas.microsoft.com/office/drawing/2014/main" id="{B7D57BD6-4784-B3E9-2A0A-405010E46FC5}"/>
                    </a:ext>
                  </a:extLst>
                </p:cNvPr>
                <p:cNvSpPr/>
                <p:nvPr/>
              </p:nvSpPr>
              <p:spPr>
                <a:xfrm>
                  <a:off x="4694288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8" name="pg2118">
                  <a:extLst>
                    <a:ext uri="{FF2B5EF4-FFF2-40B4-BE49-F238E27FC236}">
                      <a16:creationId xmlns:a16="http://schemas.microsoft.com/office/drawing/2014/main" id="{632C70C3-24A8-8DA5-2D2C-99250ACADF22}"/>
                    </a:ext>
                  </a:extLst>
                </p:cNvPr>
                <p:cNvSpPr/>
                <p:nvPr/>
              </p:nvSpPr>
              <p:spPr>
                <a:xfrm>
                  <a:off x="4705925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9" name="pg2119">
                  <a:extLst>
                    <a:ext uri="{FF2B5EF4-FFF2-40B4-BE49-F238E27FC236}">
                      <a16:creationId xmlns:a16="http://schemas.microsoft.com/office/drawing/2014/main" id="{B9C59813-8AFD-CFAD-1595-1EA22FC8524E}"/>
                    </a:ext>
                  </a:extLst>
                </p:cNvPr>
                <p:cNvSpPr/>
                <p:nvPr/>
              </p:nvSpPr>
              <p:spPr>
                <a:xfrm>
                  <a:off x="4717563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0" name="pg2120">
                  <a:extLst>
                    <a:ext uri="{FF2B5EF4-FFF2-40B4-BE49-F238E27FC236}">
                      <a16:creationId xmlns:a16="http://schemas.microsoft.com/office/drawing/2014/main" id="{4F66ED18-881D-7D66-4F8E-1AD04421EBDC}"/>
                    </a:ext>
                  </a:extLst>
                </p:cNvPr>
                <p:cNvSpPr/>
                <p:nvPr/>
              </p:nvSpPr>
              <p:spPr>
                <a:xfrm>
                  <a:off x="4729200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1" name="pg2121">
                  <a:extLst>
                    <a:ext uri="{FF2B5EF4-FFF2-40B4-BE49-F238E27FC236}">
                      <a16:creationId xmlns:a16="http://schemas.microsoft.com/office/drawing/2014/main" id="{2736D633-F778-4764-739B-1D23AEBEA5DA}"/>
                    </a:ext>
                  </a:extLst>
                </p:cNvPr>
                <p:cNvSpPr/>
                <p:nvPr/>
              </p:nvSpPr>
              <p:spPr>
                <a:xfrm>
                  <a:off x="4740837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2" name="pg2122">
                  <a:extLst>
                    <a:ext uri="{FF2B5EF4-FFF2-40B4-BE49-F238E27FC236}">
                      <a16:creationId xmlns:a16="http://schemas.microsoft.com/office/drawing/2014/main" id="{CF111EDF-C8B2-3859-A769-83A1827CBC27}"/>
                    </a:ext>
                  </a:extLst>
                </p:cNvPr>
                <p:cNvSpPr/>
                <p:nvPr/>
              </p:nvSpPr>
              <p:spPr>
                <a:xfrm>
                  <a:off x="4752475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3" name="pg2123">
                  <a:extLst>
                    <a:ext uri="{FF2B5EF4-FFF2-40B4-BE49-F238E27FC236}">
                      <a16:creationId xmlns:a16="http://schemas.microsoft.com/office/drawing/2014/main" id="{89076A52-D4E3-80F7-0A1D-8C8EB09D74F8}"/>
                    </a:ext>
                  </a:extLst>
                </p:cNvPr>
                <p:cNvSpPr/>
                <p:nvPr/>
              </p:nvSpPr>
              <p:spPr>
                <a:xfrm>
                  <a:off x="4764112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4" name="pg2124">
                  <a:extLst>
                    <a:ext uri="{FF2B5EF4-FFF2-40B4-BE49-F238E27FC236}">
                      <a16:creationId xmlns:a16="http://schemas.microsoft.com/office/drawing/2014/main" id="{D841E8A8-8D12-1595-8716-1BCA0800F2A4}"/>
                    </a:ext>
                  </a:extLst>
                </p:cNvPr>
                <p:cNvSpPr/>
                <p:nvPr/>
              </p:nvSpPr>
              <p:spPr>
                <a:xfrm>
                  <a:off x="4612827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5" name="pg2125">
                  <a:extLst>
                    <a:ext uri="{FF2B5EF4-FFF2-40B4-BE49-F238E27FC236}">
                      <a16:creationId xmlns:a16="http://schemas.microsoft.com/office/drawing/2014/main" id="{1A035FDD-5A6A-B7A1-0BE1-905B53589ED1}"/>
                    </a:ext>
                  </a:extLst>
                </p:cNvPr>
                <p:cNvSpPr/>
                <p:nvPr/>
              </p:nvSpPr>
              <p:spPr>
                <a:xfrm>
                  <a:off x="4624464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6" name="pg2126">
                  <a:extLst>
                    <a:ext uri="{FF2B5EF4-FFF2-40B4-BE49-F238E27FC236}">
                      <a16:creationId xmlns:a16="http://schemas.microsoft.com/office/drawing/2014/main" id="{F453E31E-5969-B0CB-8447-F6C022770D59}"/>
                    </a:ext>
                  </a:extLst>
                </p:cNvPr>
                <p:cNvSpPr/>
                <p:nvPr/>
              </p:nvSpPr>
              <p:spPr>
                <a:xfrm>
                  <a:off x="4636101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7" name="pg2127">
                  <a:extLst>
                    <a:ext uri="{FF2B5EF4-FFF2-40B4-BE49-F238E27FC236}">
                      <a16:creationId xmlns:a16="http://schemas.microsoft.com/office/drawing/2014/main" id="{D06A22B2-6FD4-39AA-A97B-7E06230BE56C}"/>
                    </a:ext>
                  </a:extLst>
                </p:cNvPr>
                <p:cNvSpPr/>
                <p:nvPr/>
              </p:nvSpPr>
              <p:spPr>
                <a:xfrm>
                  <a:off x="4647739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8" name="pg2128">
                  <a:extLst>
                    <a:ext uri="{FF2B5EF4-FFF2-40B4-BE49-F238E27FC236}">
                      <a16:creationId xmlns:a16="http://schemas.microsoft.com/office/drawing/2014/main" id="{BA56F5F7-AADC-F8B7-220B-ACAA05671D08}"/>
                    </a:ext>
                  </a:extLst>
                </p:cNvPr>
                <p:cNvSpPr/>
                <p:nvPr/>
              </p:nvSpPr>
              <p:spPr>
                <a:xfrm>
                  <a:off x="4659376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9" name="pg2129">
                  <a:extLst>
                    <a:ext uri="{FF2B5EF4-FFF2-40B4-BE49-F238E27FC236}">
                      <a16:creationId xmlns:a16="http://schemas.microsoft.com/office/drawing/2014/main" id="{56C40D1E-FCE5-A257-3128-A0E88CD7E2B0}"/>
                    </a:ext>
                  </a:extLst>
                </p:cNvPr>
                <p:cNvSpPr/>
                <p:nvPr/>
              </p:nvSpPr>
              <p:spPr>
                <a:xfrm>
                  <a:off x="4671013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0" name="pg2130">
                  <a:extLst>
                    <a:ext uri="{FF2B5EF4-FFF2-40B4-BE49-F238E27FC236}">
                      <a16:creationId xmlns:a16="http://schemas.microsoft.com/office/drawing/2014/main" id="{CD8DAC44-4AD5-D39A-AF98-2A10BABBDCB0}"/>
                    </a:ext>
                  </a:extLst>
                </p:cNvPr>
                <p:cNvSpPr/>
                <p:nvPr/>
              </p:nvSpPr>
              <p:spPr>
                <a:xfrm>
                  <a:off x="4682651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1" name="pg2131">
                  <a:extLst>
                    <a:ext uri="{FF2B5EF4-FFF2-40B4-BE49-F238E27FC236}">
                      <a16:creationId xmlns:a16="http://schemas.microsoft.com/office/drawing/2014/main" id="{40412115-8712-91A0-8F74-058248C62DFA}"/>
                    </a:ext>
                  </a:extLst>
                </p:cNvPr>
                <p:cNvSpPr/>
                <p:nvPr/>
              </p:nvSpPr>
              <p:spPr>
                <a:xfrm>
                  <a:off x="4694288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2" name="pg2132">
                  <a:extLst>
                    <a:ext uri="{FF2B5EF4-FFF2-40B4-BE49-F238E27FC236}">
                      <a16:creationId xmlns:a16="http://schemas.microsoft.com/office/drawing/2014/main" id="{C89F02DD-0FDB-433D-9332-C3A2663143B3}"/>
                    </a:ext>
                  </a:extLst>
                </p:cNvPr>
                <p:cNvSpPr/>
                <p:nvPr/>
              </p:nvSpPr>
              <p:spPr>
                <a:xfrm>
                  <a:off x="4705925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3" name="pg2133">
                  <a:extLst>
                    <a:ext uri="{FF2B5EF4-FFF2-40B4-BE49-F238E27FC236}">
                      <a16:creationId xmlns:a16="http://schemas.microsoft.com/office/drawing/2014/main" id="{5D234328-0EB2-80BE-5F92-9E060B17247F}"/>
                    </a:ext>
                  </a:extLst>
                </p:cNvPr>
                <p:cNvSpPr/>
                <p:nvPr/>
              </p:nvSpPr>
              <p:spPr>
                <a:xfrm>
                  <a:off x="4717563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4" name="pg2134">
                  <a:extLst>
                    <a:ext uri="{FF2B5EF4-FFF2-40B4-BE49-F238E27FC236}">
                      <a16:creationId xmlns:a16="http://schemas.microsoft.com/office/drawing/2014/main" id="{649C9BBF-B48D-EDD3-8AC6-663B6B259BAE}"/>
                    </a:ext>
                  </a:extLst>
                </p:cNvPr>
                <p:cNvSpPr/>
                <p:nvPr/>
              </p:nvSpPr>
              <p:spPr>
                <a:xfrm>
                  <a:off x="4729200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5" name="pg2135">
                  <a:extLst>
                    <a:ext uri="{FF2B5EF4-FFF2-40B4-BE49-F238E27FC236}">
                      <a16:creationId xmlns:a16="http://schemas.microsoft.com/office/drawing/2014/main" id="{75770B0E-2D8C-A099-4BB9-C4B456249A96}"/>
                    </a:ext>
                  </a:extLst>
                </p:cNvPr>
                <p:cNvSpPr/>
                <p:nvPr/>
              </p:nvSpPr>
              <p:spPr>
                <a:xfrm>
                  <a:off x="4740837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6" name="pg2136">
                  <a:extLst>
                    <a:ext uri="{FF2B5EF4-FFF2-40B4-BE49-F238E27FC236}">
                      <a16:creationId xmlns:a16="http://schemas.microsoft.com/office/drawing/2014/main" id="{55C08372-4F68-03A1-8BF5-40A4D8B70CBE}"/>
                    </a:ext>
                  </a:extLst>
                </p:cNvPr>
                <p:cNvSpPr/>
                <p:nvPr/>
              </p:nvSpPr>
              <p:spPr>
                <a:xfrm>
                  <a:off x="4612827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7" name="pg2137">
                  <a:extLst>
                    <a:ext uri="{FF2B5EF4-FFF2-40B4-BE49-F238E27FC236}">
                      <a16:creationId xmlns:a16="http://schemas.microsoft.com/office/drawing/2014/main" id="{7784BD19-803F-EC08-F718-220517209A14}"/>
                    </a:ext>
                  </a:extLst>
                </p:cNvPr>
                <p:cNvSpPr/>
                <p:nvPr/>
              </p:nvSpPr>
              <p:spPr>
                <a:xfrm>
                  <a:off x="4624464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8" name="pg2138">
                  <a:extLst>
                    <a:ext uri="{FF2B5EF4-FFF2-40B4-BE49-F238E27FC236}">
                      <a16:creationId xmlns:a16="http://schemas.microsoft.com/office/drawing/2014/main" id="{2B59ED22-C15E-ECF9-38B7-D96D9F2C73DD}"/>
                    </a:ext>
                  </a:extLst>
                </p:cNvPr>
                <p:cNvSpPr/>
                <p:nvPr/>
              </p:nvSpPr>
              <p:spPr>
                <a:xfrm>
                  <a:off x="4636101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9" name="pg2139">
                  <a:extLst>
                    <a:ext uri="{FF2B5EF4-FFF2-40B4-BE49-F238E27FC236}">
                      <a16:creationId xmlns:a16="http://schemas.microsoft.com/office/drawing/2014/main" id="{7BF47330-6FB6-FC38-DECD-4B5046E6DD9B}"/>
                    </a:ext>
                  </a:extLst>
                </p:cNvPr>
                <p:cNvSpPr/>
                <p:nvPr/>
              </p:nvSpPr>
              <p:spPr>
                <a:xfrm>
                  <a:off x="4647739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8">
                    <a:alpha val="100000"/>
                  </a:srgbClr>
                </a:solidFill>
                <a:ln w="5420" cap="flat">
                  <a:solidFill>
                    <a:srgbClr val="3595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0" name="pg2140">
                  <a:extLst>
                    <a:ext uri="{FF2B5EF4-FFF2-40B4-BE49-F238E27FC236}">
                      <a16:creationId xmlns:a16="http://schemas.microsoft.com/office/drawing/2014/main" id="{097BE0B4-06B3-9AC3-29E9-AF8EAE59F81E}"/>
                    </a:ext>
                  </a:extLst>
                </p:cNvPr>
                <p:cNvSpPr/>
                <p:nvPr/>
              </p:nvSpPr>
              <p:spPr>
                <a:xfrm>
                  <a:off x="4659376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1" name="pg2141">
                  <a:extLst>
                    <a:ext uri="{FF2B5EF4-FFF2-40B4-BE49-F238E27FC236}">
                      <a16:creationId xmlns:a16="http://schemas.microsoft.com/office/drawing/2014/main" id="{2E0BBA02-DD6A-8E4E-4856-E46C0732D9D5}"/>
                    </a:ext>
                  </a:extLst>
                </p:cNvPr>
                <p:cNvSpPr/>
                <p:nvPr/>
              </p:nvSpPr>
              <p:spPr>
                <a:xfrm>
                  <a:off x="4671013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2" name="pg2142">
                  <a:extLst>
                    <a:ext uri="{FF2B5EF4-FFF2-40B4-BE49-F238E27FC236}">
                      <a16:creationId xmlns:a16="http://schemas.microsoft.com/office/drawing/2014/main" id="{66246FA4-7340-F7B0-733C-90C4AC157CCA}"/>
                    </a:ext>
                  </a:extLst>
                </p:cNvPr>
                <p:cNvSpPr/>
                <p:nvPr/>
              </p:nvSpPr>
              <p:spPr>
                <a:xfrm>
                  <a:off x="4682651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3" name="pg2143">
                  <a:extLst>
                    <a:ext uri="{FF2B5EF4-FFF2-40B4-BE49-F238E27FC236}">
                      <a16:creationId xmlns:a16="http://schemas.microsoft.com/office/drawing/2014/main" id="{0C9F0A48-0859-D6BB-A28E-062C73CB27CA}"/>
                    </a:ext>
                  </a:extLst>
                </p:cNvPr>
                <p:cNvSpPr/>
                <p:nvPr/>
              </p:nvSpPr>
              <p:spPr>
                <a:xfrm>
                  <a:off x="4694288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4" name="pg2144">
                  <a:extLst>
                    <a:ext uri="{FF2B5EF4-FFF2-40B4-BE49-F238E27FC236}">
                      <a16:creationId xmlns:a16="http://schemas.microsoft.com/office/drawing/2014/main" id="{CC46E917-AA10-263C-BCF7-512ACB7BDE43}"/>
                    </a:ext>
                  </a:extLst>
                </p:cNvPr>
                <p:cNvSpPr/>
                <p:nvPr/>
              </p:nvSpPr>
              <p:spPr>
                <a:xfrm>
                  <a:off x="4705925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5" name="pg2145">
                  <a:extLst>
                    <a:ext uri="{FF2B5EF4-FFF2-40B4-BE49-F238E27FC236}">
                      <a16:creationId xmlns:a16="http://schemas.microsoft.com/office/drawing/2014/main" id="{689F3CB7-A344-BA7D-D6BD-FD4B2E2C10AC}"/>
                    </a:ext>
                  </a:extLst>
                </p:cNvPr>
                <p:cNvSpPr/>
                <p:nvPr/>
              </p:nvSpPr>
              <p:spPr>
                <a:xfrm>
                  <a:off x="4717563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6" name="pg2146">
                  <a:extLst>
                    <a:ext uri="{FF2B5EF4-FFF2-40B4-BE49-F238E27FC236}">
                      <a16:creationId xmlns:a16="http://schemas.microsoft.com/office/drawing/2014/main" id="{92973BFC-AD82-A1FC-9C55-8EE25E4DB0F3}"/>
                    </a:ext>
                  </a:extLst>
                </p:cNvPr>
                <p:cNvSpPr/>
                <p:nvPr/>
              </p:nvSpPr>
              <p:spPr>
                <a:xfrm>
                  <a:off x="4729200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7" name="pg2147">
                  <a:extLst>
                    <a:ext uri="{FF2B5EF4-FFF2-40B4-BE49-F238E27FC236}">
                      <a16:creationId xmlns:a16="http://schemas.microsoft.com/office/drawing/2014/main" id="{67E9F316-B247-86E3-53BA-0FCBD68FE429}"/>
                    </a:ext>
                  </a:extLst>
                </p:cNvPr>
                <p:cNvSpPr/>
                <p:nvPr/>
              </p:nvSpPr>
              <p:spPr>
                <a:xfrm>
                  <a:off x="4612827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8" name="pg2148">
                  <a:extLst>
                    <a:ext uri="{FF2B5EF4-FFF2-40B4-BE49-F238E27FC236}">
                      <a16:creationId xmlns:a16="http://schemas.microsoft.com/office/drawing/2014/main" id="{066E3822-ECD5-E809-1B82-005D8ABC33AD}"/>
                    </a:ext>
                  </a:extLst>
                </p:cNvPr>
                <p:cNvSpPr/>
                <p:nvPr/>
              </p:nvSpPr>
              <p:spPr>
                <a:xfrm>
                  <a:off x="4624464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9" name="pg2149">
                  <a:extLst>
                    <a:ext uri="{FF2B5EF4-FFF2-40B4-BE49-F238E27FC236}">
                      <a16:creationId xmlns:a16="http://schemas.microsoft.com/office/drawing/2014/main" id="{7321603B-DD28-7933-0DBA-2FF3CE79C2CF}"/>
                    </a:ext>
                  </a:extLst>
                </p:cNvPr>
                <p:cNvSpPr/>
                <p:nvPr/>
              </p:nvSpPr>
              <p:spPr>
                <a:xfrm>
                  <a:off x="4636101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0" name="pg2150">
                  <a:extLst>
                    <a:ext uri="{FF2B5EF4-FFF2-40B4-BE49-F238E27FC236}">
                      <a16:creationId xmlns:a16="http://schemas.microsoft.com/office/drawing/2014/main" id="{0FB714F1-E1A8-01E9-D78B-962EF3331831}"/>
                    </a:ext>
                  </a:extLst>
                </p:cNvPr>
                <p:cNvSpPr/>
                <p:nvPr/>
              </p:nvSpPr>
              <p:spPr>
                <a:xfrm>
                  <a:off x="4647739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1" name="pg2151">
                  <a:extLst>
                    <a:ext uri="{FF2B5EF4-FFF2-40B4-BE49-F238E27FC236}">
                      <a16:creationId xmlns:a16="http://schemas.microsoft.com/office/drawing/2014/main" id="{254A4556-97D3-C0A7-30FD-45277B503866}"/>
                    </a:ext>
                  </a:extLst>
                </p:cNvPr>
                <p:cNvSpPr/>
                <p:nvPr/>
              </p:nvSpPr>
              <p:spPr>
                <a:xfrm>
                  <a:off x="4659376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2" name="pg2152">
                  <a:extLst>
                    <a:ext uri="{FF2B5EF4-FFF2-40B4-BE49-F238E27FC236}">
                      <a16:creationId xmlns:a16="http://schemas.microsoft.com/office/drawing/2014/main" id="{AC0778F8-F116-9F41-8932-DFCBF9E4338A}"/>
                    </a:ext>
                  </a:extLst>
                </p:cNvPr>
                <p:cNvSpPr/>
                <p:nvPr/>
              </p:nvSpPr>
              <p:spPr>
                <a:xfrm>
                  <a:off x="4671013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3" name="pg2153">
                  <a:extLst>
                    <a:ext uri="{FF2B5EF4-FFF2-40B4-BE49-F238E27FC236}">
                      <a16:creationId xmlns:a16="http://schemas.microsoft.com/office/drawing/2014/main" id="{BA1AF1ED-C4DB-1DA5-C6D5-78A7F6A07377}"/>
                    </a:ext>
                  </a:extLst>
                </p:cNvPr>
                <p:cNvSpPr/>
                <p:nvPr/>
              </p:nvSpPr>
              <p:spPr>
                <a:xfrm>
                  <a:off x="4682651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4" name="pg2154">
                  <a:extLst>
                    <a:ext uri="{FF2B5EF4-FFF2-40B4-BE49-F238E27FC236}">
                      <a16:creationId xmlns:a16="http://schemas.microsoft.com/office/drawing/2014/main" id="{4CD5B3F6-881C-5FA3-64AA-AE79639898D3}"/>
                    </a:ext>
                  </a:extLst>
                </p:cNvPr>
                <p:cNvSpPr/>
                <p:nvPr/>
              </p:nvSpPr>
              <p:spPr>
                <a:xfrm>
                  <a:off x="4694288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5" name="pg2155">
                  <a:extLst>
                    <a:ext uri="{FF2B5EF4-FFF2-40B4-BE49-F238E27FC236}">
                      <a16:creationId xmlns:a16="http://schemas.microsoft.com/office/drawing/2014/main" id="{EBE77614-874A-C26C-41A3-BB4D2DC72378}"/>
                    </a:ext>
                  </a:extLst>
                </p:cNvPr>
                <p:cNvSpPr/>
                <p:nvPr/>
              </p:nvSpPr>
              <p:spPr>
                <a:xfrm>
                  <a:off x="4612827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6" name="pg2156">
                  <a:extLst>
                    <a:ext uri="{FF2B5EF4-FFF2-40B4-BE49-F238E27FC236}">
                      <a16:creationId xmlns:a16="http://schemas.microsoft.com/office/drawing/2014/main" id="{786ADDCA-C3C3-163D-F9D3-607792FD5179}"/>
                    </a:ext>
                  </a:extLst>
                </p:cNvPr>
                <p:cNvSpPr/>
                <p:nvPr/>
              </p:nvSpPr>
              <p:spPr>
                <a:xfrm>
                  <a:off x="4624464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7" name="pg2157">
                  <a:extLst>
                    <a:ext uri="{FF2B5EF4-FFF2-40B4-BE49-F238E27FC236}">
                      <a16:creationId xmlns:a16="http://schemas.microsoft.com/office/drawing/2014/main" id="{4D5B188B-4C07-096F-FDEB-DF916A904F61}"/>
                    </a:ext>
                  </a:extLst>
                </p:cNvPr>
                <p:cNvSpPr/>
                <p:nvPr/>
              </p:nvSpPr>
              <p:spPr>
                <a:xfrm>
                  <a:off x="4636101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8" name="pg2158">
                  <a:extLst>
                    <a:ext uri="{FF2B5EF4-FFF2-40B4-BE49-F238E27FC236}">
                      <a16:creationId xmlns:a16="http://schemas.microsoft.com/office/drawing/2014/main" id="{7602C75A-8D05-4304-1A50-380F5AD53E7F}"/>
                    </a:ext>
                  </a:extLst>
                </p:cNvPr>
                <p:cNvSpPr/>
                <p:nvPr/>
              </p:nvSpPr>
              <p:spPr>
                <a:xfrm>
                  <a:off x="4647739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9" name="pg2159">
                  <a:extLst>
                    <a:ext uri="{FF2B5EF4-FFF2-40B4-BE49-F238E27FC236}">
                      <a16:creationId xmlns:a16="http://schemas.microsoft.com/office/drawing/2014/main" id="{E095895A-EEAF-0472-BB6F-068F2D5878FB}"/>
                    </a:ext>
                  </a:extLst>
                </p:cNvPr>
                <p:cNvSpPr/>
                <p:nvPr/>
              </p:nvSpPr>
              <p:spPr>
                <a:xfrm>
                  <a:off x="4659376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0" name="pg2160">
                  <a:extLst>
                    <a:ext uri="{FF2B5EF4-FFF2-40B4-BE49-F238E27FC236}">
                      <a16:creationId xmlns:a16="http://schemas.microsoft.com/office/drawing/2014/main" id="{C417C4B4-28D3-F49B-1A31-9B764A660EE0}"/>
                    </a:ext>
                  </a:extLst>
                </p:cNvPr>
                <p:cNvSpPr/>
                <p:nvPr/>
              </p:nvSpPr>
              <p:spPr>
                <a:xfrm>
                  <a:off x="4671013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1" name="pg2161">
                  <a:extLst>
                    <a:ext uri="{FF2B5EF4-FFF2-40B4-BE49-F238E27FC236}">
                      <a16:creationId xmlns:a16="http://schemas.microsoft.com/office/drawing/2014/main" id="{FC76AEBA-508B-D9B5-1A02-14DB189DCA38}"/>
                    </a:ext>
                  </a:extLst>
                </p:cNvPr>
                <p:cNvSpPr/>
                <p:nvPr/>
              </p:nvSpPr>
              <p:spPr>
                <a:xfrm>
                  <a:off x="4682651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2" name="pg2162">
                  <a:extLst>
                    <a:ext uri="{FF2B5EF4-FFF2-40B4-BE49-F238E27FC236}">
                      <a16:creationId xmlns:a16="http://schemas.microsoft.com/office/drawing/2014/main" id="{F87D5DC8-09DF-5AB5-FFAE-D65E7857A2B7}"/>
                    </a:ext>
                  </a:extLst>
                </p:cNvPr>
                <p:cNvSpPr/>
                <p:nvPr/>
              </p:nvSpPr>
              <p:spPr>
                <a:xfrm>
                  <a:off x="4589552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3" name="pg2163">
                  <a:extLst>
                    <a:ext uri="{FF2B5EF4-FFF2-40B4-BE49-F238E27FC236}">
                      <a16:creationId xmlns:a16="http://schemas.microsoft.com/office/drawing/2014/main" id="{83037E03-A5B8-4D38-2AB9-609E97D75D8B}"/>
                    </a:ext>
                  </a:extLst>
                </p:cNvPr>
                <p:cNvSpPr/>
                <p:nvPr/>
              </p:nvSpPr>
              <p:spPr>
                <a:xfrm>
                  <a:off x="4601190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4" name="pg2164">
                  <a:extLst>
                    <a:ext uri="{FF2B5EF4-FFF2-40B4-BE49-F238E27FC236}">
                      <a16:creationId xmlns:a16="http://schemas.microsoft.com/office/drawing/2014/main" id="{13B37969-9396-6ECC-C30E-83245FBA339D}"/>
                    </a:ext>
                  </a:extLst>
                </p:cNvPr>
                <p:cNvSpPr/>
                <p:nvPr/>
              </p:nvSpPr>
              <p:spPr>
                <a:xfrm>
                  <a:off x="4612827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5" name="pg2165">
                  <a:extLst>
                    <a:ext uri="{FF2B5EF4-FFF2-40B4-BE49-F238E27FC236}">
                      <a16:creationId xmlns:a16="http://schemas.microsoft.com/office/drawing/2014/main" id="{FCFC11DB-6909-13A0-19BF-0AE49979AAE0}"/>
                    </a:ext>
                  </a:extLst>
                </p:cNvPr>
                <p:cNvSpPr/>
                <p:nvPr/>
              </p:nvSpPr>
              <p:spPr>
                <a:xfrm>
                  <a:off x="4624464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6" name="pg2166">
                  <a:extLst>
                    <a:ext uri="{FF2B5EF4-FFF2-40B4-BE49-F238E27FC236}">
                      <a16:creationId xmlns:a16="http://schemas.microsoft.com/office/drawing/2014/main" id="{300DF6C0-98B2-79FF-71F0-B2ED8C47F5BA}"/>
                    </a:ext>
                  </a:extLst>
                </p:cNvPr>
                <p:cNvSpPr/>
                <p:nvPr/>
              </p:nvSpPr>
              <p:spPr>
                <a:xfrm>
                  <a:off x="4636101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CA7">
                    <a:alpha val="100000"/>
                  </a:srgbClr>
                </a:solidFill>
                <a:ln w="5420" cap="flat">
                  <a:solidFill>
                    <a:srgbClr val="38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7" name="pg2167">
                  <a:extLst>
                    <a:ext uri="{FF2B5EF4-FFF2-40B4-BE49-F238E27FC236}">
                      <a16:creationId xmlns:a16="http://schemas.microsoft.com/office/drawing/2014/main" id="{11DA6721-4D27-598A-E167-05D924E1E0DA}"/>
                    </a:ext>
                  </a:extLst>
                </p:cNvPr>
                <p:cNvSpPr/>
                <p:nvPr/>
              </p:nvSpPr>
              <p:spPr>
                <a:xfrm>
                  <a:off x="4647739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8" name="pg2168">
                  <a:extLst>
                    <a:ext uri="{FF2B5EF4-FFF2-40B4-BE49-F238E27FC236}">
                      <a16:creationId xmlns:a16="http://schemas.microsoft.com/office/drawing/2014/main" id="{454D3D94-4CBE-B36C-9DB7-3D12DE4F2936}"/>
                    </a:ext>
                  </a:extLst>
                </p:cNvPr>
                <p:cNvSpPr/>
                <p:nvPr/>
              </p:nvSpPr>
              <p:spPr>
                <a:xfrm>
                  <a:off x="4659376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9" name="pg2169">
                  <a:extLst>
                    <a:ext uri="{FF2B5EF4-FFF2-40B4-BE49-F238E27FC236}">
                      <a16:creationId xmlns:a16="http://schemas.microsoft.com/office/drawing/2014/main" id="{45B27A5F-80C3-6877-1081-E3896B6B8E88}"/>
                    </a:ext>
                  </a:extLst>
                </p:cNvPr>
                <p:cNvSpPr/>
                <p:nvPr/>
              </p:nvSpPr>
              <p:spPr>
                <a:xfrm>
                  <a:off x="4671013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0" name="pg2170">
                  <a:extLst>
                    <a:ext uri="{FF2B5EF4-FFF2-40B4-BE49-F238E27FC236}">
                      <a16:creationId xmlns:a16="http://schemas.microsoft.com/office/drawing/2014/main" id="{1185704F-7279-7CDD-4D84-02304641D8EF}"/>
                    </a:ext>
                  </a:extLst>
                </p:cNvPr>
                <p:cNvSpPr/>
                <p:nvPr/>
              </p:nvSpPr>
              <p:spPr>
                <a:xfrm>
                  <a:off x="4589552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1" name="pg2171">
                  <a:extLst>
                    <a:ext uri="{FF2B5EF4-FFF2-40B4-BE49-F238E27FC236}">
                      <a16:creationId xmlns:a16="http://schemas.microsoft.com/office/drawing/2014/main" id="{5EA5502E-4156-FCBB-13B2-C2E6513B87E5}"/>
                    </a:ext>
                  </a:extLst>
                </p:cNvPr>
                <p:cNvSpPr/>
                <p:nvPr/>
              </p:nvSpPr>
              <p:spPr>
                <a:xfrm>
                  <a:off x="4601190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2" name="pg2172">
                  <a:extLst>
                    <a:ext uri="{FF2B5EF4-FFF2-40B4-BE49-F238E27FC236}">
                      <a16:creationId xmlns:a16="http://schemas.microsoft.com/office/drawing/2014/main" id="{AA6AA5F4-A713-6B3E-EB76-0C03512730DA}"/>
                    </a:ext>
                  </a:extLst>
                </p:cNvPr>
                <p:cNvSpPr/>
                <p:nvPr/>
              </p:nvSpPr>
              <p:spPr>
                <a:xfrm>
                  <a:off x="4612827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3" name="pg2173">
                  <a:extLst>
                    <a:ext uri="{FF2B5EF4-FFF2-40B4-BE49-F238E27FC236}">
                      <a16:creationId xmlns:a16="http://schemas.microsoft.com/office/drawing/2014/main" id="{1B883C43-3D4C-B681-C00A-2EE283CBB6D6}"/>
                    </a:ext>
                  </a:extLst>
                </p:cNvPr>
                <p:cNvSpPr/>
                <p:nvPr/>
              </p:nvSpPr>
              <p:spPr>
                <a:xfrm>
                  <a:off x="4624464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4" name="pg2174">
                  <a:extLst>
                    <a:ext uri="{FF2B5EF4-FFF2-40B4-BE49-F238E27FC236}">
                      <a16:creationId xmlns:a16="http://schemas.microsoft.com/office/drawing/2014/main" id="{21039B82-F7DC-985C-4CCD-E61B625D6A2D}"/>
                    </a:ext>
                  </a:extLst>
                </p:cNvPr>
                <p:cNvSpPr/>
                <p:nvPr/>
              </p:nvSpPr>
              <p:spPr>
                <a:xfrm>
                  <a:off x="4636101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5" name="pg2175">
                  <a:extLst>
                    <a:ext uri="{FF2B5EF4-FFF2-40B4-BE49-F238E27FC236}">
                      <a16:creationId xmlns:a16="http://schemas.microsoft.com/office/drawing/2014/main" id="{E8E1C88A-EED7-3541-E2F5-E09F5FC25B6F}"/>
                    </a:ext>
                  </a:extLst>
                </p:cNvPr>
                <p:cNvSpPr/>
                <p:nvPr/>
              </p:nvSpPr>
              <p:spPr>
                <a:xfrm>
                  <a:off x="4647739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6" name="pg2176">
                  <a:extLst>
                    <a:ext uri="{FF2B5EF4-FFF2-40B4-BE49-F238E27FC236}">
                      <a16:creationId xmlns:a16="http://schemas.microsoft.com/office/drawing/2014/main" id="{77D779A6-C827-D13D-4FF0-B78DEC8775E5}"/>
                    </a:ext>
                  </a:extLst>
                </p:cNvPr>
                <p:cNvSpPr/>
                <p:nvPr/>
              </p:nvSpPr>
              <p:spPr>
                <a:xfrm>
                  <a:off x="4659376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7" name="pg2177">
                  <a:extLst>
                    <a:ext uri="{FF2B5EF4-FFF2-40B4-BE49-F238E27FC236}">
                      <a16:creationId xmlns:a16="http://schemas.microsoft.com/office/drawing/2014/main" id="{346A8B45-2EED-6032-4C40-7CFD734DFDD2}"/>
                    </a:ext>
                  </a:extLst>
                </p:cNvPr>
                <p:cNvSpPr/>
                <p:nvPr/>
              </p:nvSpPr>
              <p:spPr>
                <a:xfrm>
                  <a:off x="4577915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8" name="pg2178">
                  <a:extLst>
                    <a:ext uri="{FF2B5EF4-FFF2-40B4-BE49-F238E27FC236}">
                      <a16:creationId xmlns:a16="http://schemas.microsoft.com/office/drawing/2014/main" id="{C48695B7-D0AD-8884-12A7-6FE7BABDB91E}"/>
                    </a:ext>
                  </a:extLst>
                </p:cNvPr>
                <p:cNvSpPr/>
                <p:nvPr/>
              </p:nvSpPr>
              <p:spPr>
                <a:xfrm>
                  <a:off x="4589552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9" name="pg2179">
                  <a:extLst>
                    <a:ext uri="{FF2B5EF4-FFF2-40B4-BE49-F238E27FC236}">
                      <a16:creationId xmlns:a16="http://schemas.microsoft.com/office/drawing/2014/main" id="{5396D7ED-6720-A6CB-1801-D2BBCA7126C5}"/>
                    </a:ext>
                  </a:extLst>
                </p:cNvPr>
                <p:cNvSpPr/>
                <p:nvPr/>
              </p:nvSpPr>
              <p:spPr>
                <a:xfrm>
                  <a:off x="4601190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0" name="pg2180">
                  <a:extLst>
                    <a:ext uri="{FF2B5EF4-FFF2-40B4-BE49-F238E27FC236}">
                      <a16:creationId xmlns:a16="http://schemas.microsoft.com/office/drawing/2014/main" id="{9F2A437E-57F1-F0D1-09B4-CA2D59848E39}"/>
                    </a:ext>
                  </a:extLst>
                </p:cNvPr>
                <p:cNvSpPr/>
                <p:nvPr/>
              </p:nvSpPr>
              <p:spPr>
                <a:xfrm>
                  <a:off x="4612827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1" name="pg2181">
                  <a:extLst>
                    <a:ext uri="{FF2B5EF4-FFF2-40B4-BE49-F238E27FC236}">
                      <a16:creationId xmlns:a16="http://schemas.microsoft.com/office/drawing/2014/main" id="{0A8AF92B-EE6B-8550-6C56-AD541A069E97}"/>
                    </a:ext>
                  </a:extLst>
                </p:cNvPr>
                <p:cNvSpPr/>
                <p:nvPr/>
              </p:nvSpPr>
              <p:spPr>
                <a:xfrm>
                  <a:off x="4624464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2" name="pg2182">
                  <a:extLst>
                    <a:ext uri="{FF2B5EF4-FFF2-40B4-BE49-F238E27FC236}">
                      <a16:creationId xmlns:a16="http://schemas.microsoft.com/office/drawing/2014/main" id="{A523B1B4-6005-82F3-07FF-39660C12AFDF}"/>
                    </a:ext>
                  </a:extLst>
                </p:cNvPr>
                <p:cNvSpPr/>
                <p:nvPr/>
              </p:nvSpPr>
              <p:spPr>
                <a:xfrm>
                  <a:off x="4636101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3" name="pg2183">
                  <a:extLst>
                    <a:ext uri="{FF2B5EF4-FFF2-40B4-BE49-F238E27FC236}">
                      <a16:creationId xmlns:a16="http://schemas.microsoft.com/office/drawing/2014/main" id="{19013CF9-B717-E11B-D7B7-999A1B0FB952}"/>
                    </a:ext>
                  </a:extLst>
                </p:cNvPr>
                <p:cNvSpPr/>
                <p:nvPr/>
              </p:nvSpPr>
              <p:spPr>
                <a:xfrm>
                  <a:off x="4647739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4" name="pg2184">
                  <a:extLst>
                    <a:ext uri="{FF2B5EF4-FFF2-40B4-BE49-F238E27FC236}">
                      <a16:creationId xmlns:a16="http://schemas.microsoft.com/office/drawing/2014/main" id="{9A7390B4-AD97-58EB-6675-B0D90902B32D}"/>
                    </a:ext>
                  </a:extLst>
                </p:cNvPr>
                <p:cNvSpPr/>
                <p:nvPr/>
              </p:nvSpPr>
              <p:spPr>
                <a:xfrm>
                  <a:off x="4577915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5" name="pg2185">
                  <a:extLst>
                    <a:ext uri="{FF2B5EF4-FFF2-40B4-BE49-F238E27FC236}">
                      <a16:creationId xmlns:a16="http://schemas.microsoft.com/office/drawing/2014/main" id="{9C6D8A95-2BEF-4FC5-B7F9-A8F09BD88AF8}"/>
                    </a:ext>
                  </a:extLst>
                </p:cNvPr>
                <p:cNvSpPr/>
                <p:nvPr/>
              </p:nvSpPr>
              <p:spPr>
                <a:xfrm>
                  <a:off x="4589552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6" name="pg2186">
                  <a:extLst>
                    <a:ext uri="{FF2B5EF4-FFF2-40B4-BE49-F238E27FC236}">
                      <a16:creationId xmlns:a16="http://schemas.microsoft.com/office/drawing/2014/main" id="{574126B0-992B-458F-E2E7-9A666C0CF185}"/>
                    </a:ext>
                  </a:extLst>
                </p:cNvPr>
                <p:cNvSpPr/>
                <p:nvPr/>
              </p:nvSpPr>
              <p:spPr>
                <a:xfrm>
                  <a:off x="4601190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7" name="pg2187">
                  <a:extLst>
                    <a:ext uri="{FF2B5EF4-FFF2-40B4-BE49-F238E27FC236}">
                      <a16:creationId xmlns:a16="http://schemas.microsoft.com/office/drawing/2014/main" id="{8C8CF21A-48ED-35A4-E12C-B5903E965D5A}"/>
                    </a:ext>
                  </a:extLst>
                </p:cNvPr>
                <p:cNvSpPr/>
                <p:nvPr/>
              </p:nvSpPr>
              <p:spPr>
                <a:xfrm>
                  <a:off x="4612827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8" name="pg2188">
                  <a:extLst>
                    <a:ext uri="{FF2B5EF4-FFF2-40B4-BE49-F238E27FC236}">
                      <a16:creationId xmlns:a16="http://schemas.microsoft.com/office/drawing/2014/main" id="{99DB76C8-404D-44A7-B910-4751766C6CFE}"/>
                    </a:ext>
                  </a:extLst>
                </p:cNvPr>
                <p:cNvSpPr/>
                <p:nvPr/>
              </p:nvSpPr>
              <p:spPr>
                <a:xfrm>
                  <a:off x="4624464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9" name="pg2189">
                  <a:extLst>
                    <a:ext uri="{FF2B5EF4-FFF2-40B4-BE49-F238E27FC236}">
                      <a16:creationId xmlns:a16="http://schemas.microsoft.com/office/drawing/2014/main" id="{C25AFD3B-395C-7ACB-B8DE-7B71A2321068}"/>
                    </a:ext>
                  </a:extLst>
                </p:cNvPr>
                <p:cNvSpPr/>
                <p:nvPr/>
              </p:nvSpPr>
              <p:spPr>
                <a:xfrm>
                  <a:off x="4636101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0" name="pg2190">
                  <a:extLst>
                    <a:ext uri="{FF2B5EF4-FFF2-40B4-BE49-F238E27FC236}">
                      <a16:creationId xmlns:a16="http://schemas.microsoft.com/office/drawing/2014/main" id="{CC1C7DE9-D41D-BC9D-1CE7-E3062F13FE83}"/>
                    </a:ext>
                  </a:extLst>
                </p:cNvPr>
                <p:cNvSpPr/>
                <p:nvPr/>
              </p:nvSpPr>
              <p:spPr>
                <a:xfrm>
                  <a:off x="4566278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1" name="pg2191">
                  <a:extLst>
                    <a:ext uri="{FF2B5EF4-FFF2-40B4-BE49-F238E27FC236}">
                      <a16:creationId xmlns:a16="http://schemas.microsoft.com/office/drawing/2014/main" id="{6EE62C90-EC18-C4C9-0941-F1FCBD5FF345}"/>
                    </a:ext>
                  </a:extLst>
                </p:cNvPr>
                <p:cNvSpPr/>
                <p:nvPr/>
              </p:nvSpPr>
              <p:spPr>
                <a:xfrm>
                  <a:off x="4577915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2" name="pg2192">
                  <a:extLst>
                    <a:ext uri="{FF2B5EF4-FFF2-40B4-BE49-F238E27FC236}">
                      <a16:creationId xmlns:a16="http://schemas.microsoft.com/office/drawing/2014/main" id="{E317F996-C5AB-B8FF-ED13-F0FB32571616}"/>
                    </a:ext>
                  </a:extLst>
                </p:cNvPr>
                <p:cNvSpPr/>
                <p:nvPr/>
              </p:nvSpPr>
              <p:spPr>
                <a:xfrm>
                  <a:off x="4589552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3" name="pg2193">
                  <a:extLst>
                    <a:ext uri="{FF2B5EF4-FFF2-40B4-BE49-F238E27FC236}">
                      <a16:creationId xmlns:a16="http://schemas.microsoft.com/office/drawing/2014/main" id="{1067B139-C3A2-52FC-7A4E-04D26FE2BEAC}"/>
                    </a:ext>
                  </a:extLst>
                </p:cNvPr>
                <p:cNvSpPr/>
                <p:nvPr/>
              </p:nvSpPr>
              <p:spPr>
                <a:xfrm>
                  <a:off x="4601190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4" name="pg2194">
                  <a:extLst>
                    <a:ext uri="{FF2B5EF4-FFF2-40B4-BE49-F238E27FC236}">
                      <a16:creationId xmlns:a16="http://schemas.microsoft.com/office/drawing/2014/main" id="{A0187C1B-89C4-1BC6-F338-BD2FE4A0D15C}"/>
                    </a:ext>
                  </a:extLst>
                </p:cNvPr>
                <p:cNvSpPr/>
                <p:nvPr/>
              </p:nvSpPr>
              <p:spPr>
                <a:xfrm>
                  <a:off x="4612827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5" name="pg2195">
                  <a:extLst>
                    <a:ext uri="{FF2B5EF4-FFF2-40B4-BE49-F238E27FC236}">
                      <a16:creationId xmlns:a16="http://schemas.microsoft.com/office/drawing/2014/main" id="{E443E631-724E-BAA6-3BEB-36B70EE989BD}"/>
                    </a:ext>
                  </a:extLst>
                </p:cNvPr>
                <p:cNvSpPr/>
                <p:nvPr/>
              </p:nvSpPr>
              <p:spPr>
                <a:xfrm>
                  <a:off x="4624464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6" name="pg2196">
                  <a:extLst>
                    <a:ext uri="{FF2B5EF4-FFF2-40B4-BE49-F238E27FC236}">
                      <a16:creationId xmlns:a16="http://schemas.microsoft.com/office/drawing/2014/main" id="{EFA1F9C3-91BD-FCC0-8F13-9C561CD3C99B}"/>
                    </a:ext>
                  </a:extLst>
                </p:cNvPr>
                <p:cNvSpPr/>
                <p:nvPr/>
              </p:nvSpPr>
              <p:spPr>
                <a:xfrm>
                  <a:off x="4566278" y="45525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7" name="pg2197">
                  <a:extLst>
                    <a:ext uri="{FF2B5EF4-FFF2-40B4-BE49-F238E27FC236}">
                      <a16:creationId xmlns:a16="http://schemas.microsoft.com/office/drawing/2014/main" id="{DDC68880-2F97-794C-9226-B807AB1D4434}"/>
                    </a:ext>
                  </a:extLst>
                </p:cNvPr>
                <p:cNvSpPr/>
                <p:nvPr/>
              </p:nvSpPr>
              <p:spPr>
                <a:xfrm>
                  <a:off x="4577915" y="45525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8" name="pg2198">
                  <a:extLst>
                    <a:ext uri="{FF2B5EF4-FFF2-40B4-BE49-F238E27FC236}">
                      <a16:creationId xmlns:a16="http://schemas.microsoft.com/office/drawing/2014/main" id="{B5412B3B-B23C-3A22-C2BF-7C8285D4B723}"/>
                    </a:ext>
                  </a:extLst>
                </p:cNvPr>
                <p:cNvSpPr/>
                <p:nvPr/>
              </p:nvSpPr>
              <p:spPr>
                <a:xfrm>
                  <a:off x="4589552" y="45525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9" name="pg2199">
                  <a:extLst>
                    <a:ext uri="{FF2B5EF4-FFF2-40B4-BE49-F238E27FC236}">
                      <a16:creationId xmlns:a16="http://schemas.microsoft.com/office/drawing/2014/main" id="{81DEF759-F122-677F-545E-3821C926524F}"/>
                    </a:ext>
                  </a:extLst>
                </p:cNvPr>
                <p:cNvSpPr/>
                <p:nvPr/>
              </p:nvSpPr>
              <p:spPr>
                <a:xfrm>
                  <a:off x="4601190" y="45525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0" name="pg2200">
                  <a:extLst>
                    <a:ext uri="{FF2B5EF4-FFF2-40B4-BE49-F238E27FC236}">
                      <a16:creationId xmlns:a16="http://schemas.microsoft.com/office/drawing/2014/main" id="{B9A05035-098E-886C-AC66-224E26A4D187}"/>
                    </a:ext>
                  </a:extLst>
                </p:cNvPr>
                <p:cNvSpPr/>
                <p:nvPr/>
              </p:nvSpPr>
              <p:spPr>
                <a:xfrm>
                  <a:off x="4612827" y="45525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1" name="pg2201">
                  <a:extLst>
                    <a:ext uri="{FF2B5EF4-FFF2-40B4-BE49-F238E27FC236}">
                      <a16:creationId xmlns:a16="http://schemas.microsoft.com/office/drawing/2014/main" id="{D564A7D8-86D2-BFDB-963F-EF6C5C06DA33}"/>
                    </a:ext>
                  </a:extLst>
                </p:cNvPr>
                <p:cNvSpPr/>
                <p:nvPr/>
              </p:nvSpPr>
              <p:spPr>
                <a:xfrm>
                  <a:off x="4554640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7A9">
                    <a:alpha val="100000"/>
                  </a:srgbClr>
                </a:solidFill>
                <a:ln w="5420" cap="flat">
                  <a:solidFill>
                    <a:srgbClr val="35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2" name="pg2202">
                  <a:extLst>
                    <a:ext uri="{FF2B5EF4-FFF2-40B4-BE49-F238E27FC236}">
                      <a16:creationId xmlns:a16="http://schemas.microsoft.com/office/drawing/2014/main" id="{18058814-AEAD-A10C-978F-E784E28E03D8}"/>
                    </a:ext>
                  </a:extLst>
                </p:cNvPr>
                <p:cNvSpPr/>
                <p:nvPr/>
              </p:nvSpPr>
              <p:spPr>
                <a:xfrm>
                  <a:off x="4566278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3" name="pg2203">
                  <a:extLst>
                    <a:ext uri="{FF2B5EF4-FFF2-40B4-BE49-F238E27FC236}">
                      <a16:creationId xmlns:a16="http://schemas.microsoft.com/office/drawing/2014/main" id="{0E12E319-63F9-7252-E94D-F80DC07B5B68}"/>
                    </a:ext>
                  </a:extLst>
                </p:cNvPr>
                <p:cNvSpPr/>
                <p:nvPr/>
              </p:nvSpPr>
              <p:spPr>
                <a:xfrm>
                  <a:off x="4577915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4" name="pg2204">
                  <a:extLst>
                    <a:ext uri="{FF2B5EF4-FFF2-40B4-BE49-F238E27FC236}">
                      <a16:creationId xmlns:a16="http://schemas.microsoft.com/office/drawing/2014/main" id="{0E8C77BF-34C9-16E8-90E1-5202B5E8431A}"/>
                    </a:ext>
                  </a:extLst>
                </p:cNvPr>
                <p:cNvSpPr/>
                <p:nvPr/>
              </p:nvSpPr>
              <p:spPr>
                <a:xfrm>
                  <a:off x="4589552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5" name="pg2205">
                  <a:extLst>
                    <a:ext uri="{FF2B5EF4-FFF2-40B4-BE49-F238E27FC236}">
                      <a16:creationId xmlns:a16="http://schemas.microsoft.com/office/drawing/2014/main" id="{444223D8-3340-5DB0-6955-029CEF1D44A2}"/>
                    </a:ext>
                  </a:extLst>
                </p:cNvPr>
                <p:cNvSpPr/>
                <p:nvPr/>
              </p:nvSpPr>
              <p:spPr>
                <a:xfrm>
                  <a:off x="4601190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6" name="pg2206">
                  <a:extLst>
                    <a:ext uri="{FF2B5EF4-FFF2-40B4-BE49-F238E27FC236}">
                      <a16:creationId xmlns:a16="http://schemas.microsoft.com/office/drawing/2014/main" id="{49CD97B6-0223-5B2D-55BE-6C57FD955159}"/>
                    </a:ext>
                  </a:extLst>
                </p:cNvPr>
                <p:cNvSpPr/>
                <p:nvPr/>
              </p:nvSpPr>
              <p:spPr>
                <a:xfrm>
                  <a:off x="4612827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AA9">
                    <a:alpha val="100000"/>
                  </a:srgbClr>
                </a:solidFill>
                <a:ln w="5420" cap="flat">
                  <a:solidFill>
                    <a:srgbClr val="38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7" name="pg2207">
                  <a:extLst>
                    <a:ext uri="{FF2B5EF4-FFF2-40B4-BE49-F238E27FC236}">
                      <a16:creationId xmlns:a16="http://schemas.microsoft.com/office/drawing/2014/main" id="{14EE899F-574B-002C-795F-74B5EF1155D7}"/>
                    </a:ext>
                  </a:extLst>
                </p:cNvPr>
                <p:cNvSpPr/>
                <p:nvPr/>
              </p:nvSpPr>
              <p:spPr>
                <a:xfrm>
                  <a:off x="4554640" y="45811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8" name="pg2208">
                  <a:extLst>
                    <a:ext uri="{FF2B5EF4-FFF2-40B4-BE49-F238E27FC236}">
                      <a16:creationId xmlns:a16="http://schemas.microsoft.com/office/drawing/2014/main" id="{78192762-0ADF-7322-434F-A7F85CB1BAD1}"/>
                    </a:ext>
                  </a:extLst>
                </p:cNvPr>
                <p:cNvSpPr/>
                <p:nvPr/>
              </p:nvSpPr>
              <p:spPr>
                <a:xfrm>
                  <a:off x="4566278" y="45811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9" name="pg2209">
                  <a:extLst>
                    <a:ext uri="{FF2B5EF4-FFF2-40B4-BE49-F238E27FC236}">
                      <a16:creationId xmlns:a16="http://schemas.microsoft.com/office/drawing/2014/main" id="{5364E029-1A25-8950-C94D-9E904B7A04DA}"/>
                    </a:ext>
                  </a:extLst>
                </p:cNvPr>
                <p:cNvSpPr/>
                <p:nvPr/>
              </p:nvSpPr>
              <p:spPr>
                <a:xfrm>
                  <a:off x="4577915" y="45811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0" name="pg2210">
                  <a:extLst>
                    <a:ext uri="{FF2B5EF4-FFF2-40B4-BE49-F238E27FC236}">
                      <a16:creationId xmlns:a16="http://schemas.microsoft.com/office/drawing/2014/main" id="{0AAA7D8E-ECA5-8E0E-23D3-A026985B85FB}"/>
                    </a:ext>
                  </a:extLst>
                </p:cNvPr>
                <p:cNvSpPr/>
                <p:nvPr/>
              </p:nvSpPr>
              <p:spPr>
                <a:xfrm>
                  <a:off x="4589552" y="45811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1" name="pg2211">
                  <a:extLst>
                    <a:ext uri="{FF2B5EF4-FFF2-40B4-BE49-F238E27FC236}">
                      <a16:creationId xmlns:a16="http://schemas.microsoft.com/office/drawing/2014/main" id="{F17FDCCA-49CB-92CD-F88D-BC606291D78D}"/>
                    </a:ext>
                  </a:extLst>
                </p:cNvPr>
                <p:cNvSpPr/>
                <p:nvPr/>
              </p:nvSpPr>
              <p:spPr>
                <a:xfrm>
                  <a:off x="4601190" y="45811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2" name="pg2212">
                  <a:extLst>
                    <a:ext uri="{FF2B5EF4-FFF2-40B4-BE49-F238E27FC236}">
                      <a16:creationId xmlns:a16="http://schemas.microsoft.com/office/drawing/2014/main" id="{28E79DB3-CF46-35D3-CBD7-0E127E55E63F}"/>
                    </a:ext>
                  </a:extLst>
                </p:cNvPr>
                <p:cNvSpPr/>
                <p:nvPr/>
              </p:nvSpPr>
              <p:spPr>
                <a:xfrm>
                  <a:off x="4543003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3" name="pg2213">
                  <a:extLst>
                    <a:ext uri="{FF2B5EF4-FFF2-40B4-BE49-F238E27FC236}">
                      <a16:creationId xmlns:a16="http://schemas.microsoft.com/office/drawing/2014/main" id="{1F299F08-74EB-805E-B0B7-C3DB300090A5}"/>
                    </a:ext>
                  </a:extLst>
                </p:cNvPr>
                <p:cNvSpPr/>
                <p:nvPr/>
              </p:nvSpPr>
              <p:spPr>
                <a:xfrm>
                  <a:off x="4554640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4" name="pg2214">
                  <a:extLst>
                    <a:ext uri="{FF2B5EF4-FFF2-40B4-BE49-F238E27FC236}">
                      <a16:creationId xmlns:a16="http://schemas.microsoft.com/office/drawing/2014/main" id="{9A3344FE-AD55-B9F7-BA56-66A36FFB1CC0}"/>
                    </a:ext>
                  </a:extLst>
                </p:cNvPr>
                <p:cNvSpPr/>
                <p:nvPr/>
              </p:nvSpPr>
              <p:spPr>
                <a:xfrm>
                  <a:off x="4566278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5" name="pg2215">
                  <a:extLst>
                    <a:ext uri="{FF2B5EF4-FFF2-40B4-BE49-F238E27FC236}">
                      <a16:creationId xmlns:a16="http://schemas.microsoft.com/office/drawing/2014/main" id="{633BB9C3-7D19-BBBC-E5C2-677CDDC402C7}"/>
                    </a:ext>
                  </a:extLst>
                </p:cNvPr>
                <p:cNvSpPr/>
                <p:nvPr/>
              </p:nvSpPr>
              <p:spPr>
                <a:xfrm>
                  <a:off x="4577915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6" name="pg2216">
                  <a:extLst>
                    <a:ext uri="{FF2B5EF4-FFF2-40B4-BE49-F238E27FC236}">
                      <a16:creationId xmlns:a16="http://schemas.microsoft.com/office/drawing/2014/main" id="{F9566926-7CA6-532C-B86D-86563CF2CC23}"/>
                    </a:ext>
                  </a:extLst>
                </p:cNvPr>
                <p:cNvSpPr/>
                <p:nvPr/>
              </p:nvSpPr>
              <p:spPr>
                <a:xfrm>
                  <a:off x="4589552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7" name="pg2217">
                  <a:extLst>
                    <a:ext uri="{FF2B5EF4-FFF2-40B4-BE49-F238E27FC236}">
                      <a16:creationId xmlns:a16="http://schemas.microsoft.com/office/drawing/2014/main" id="{015CB595-BF96-0380-B518-410BF4234D33}"/>
                    </a:ext>
                  </a:extLst>
                </p:cNvPr>
                <p:cNvSpPr/>
                <p:nvPr/>
              </p:nvSpPr>
              <p:spPr>
                <a:xfrm>
                  <a:off x="4601190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8" name="pg2218">
                  <a:extLst>
                    <a:ext uri="{FF2B5EF4-FFF2-40B4-BE49-F238E27FC236}">
                      <a16:creationId xmlns:a16="http://schemas.microsoft.com/office/drawing/2014/main" id="{E8D1AF59-2D84-740A-B1D2-3D54B9E427A9}"/>
                    </a:ext>
                  </a:extLst>
                </p:cNvPr>
                <p:cNvSpPr/>
                <p:nvPr/>
              </p:nvSpPr>
              <p:spPr>
                <a:xfrm>
                  <a:off x="4543003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9" name="pg2219">
                  <a:extLst>
                    <a:ext uri="{FF2B5EF4-FFF2-40B4-BE49-F238E27FC236}">
                      <a16:creationId xmlns:a16="http://schemas.microsoft.com/office/drawing/2014/main" id="{37222070-BEF6-D9FD-36A9-869B9926377D}"/>
                    </a:ext>
                  </a:extLst>
                </p:cNvPr>
                <p:cNvSpPr/>
                <p:nvPr/>
              </p:nvSpPr>
              <p:spPr>
                <a:xfrm>
                  <a:off x="4554640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0" name="pg2220">
                  <a:extLst>
                    <a:ext uri="{FF2B5EF4-FFF2-40B4-BE49-F238E27FC236}">
                      <a16:creationId xmlns:a16="http://schemas.microsoft.com/office/drawing/2014/main" id="{E6C5F181-2EF5-1743-5B92-ED7A197D948A}"/>
                    </a:ext>
                  </a:extLst>
                </p:cNvPr>
                <p:cNvSpPr/>
                <p:nvPr/>
              </p:nvSpPr>
              <p:spPr>
                <a:xfrm>
                  <a:off x="4566278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1" name="pg2221">
                  <a:extLst>
                    <a:ext uri="{FF2B5EF4-FFF2-40B4-BE49-F238E27FC236}">
                      <a16:creationId xmlns:a16="http://schemas.microsoft.com/office/drawing/2014/main" id="{8909DAC1-484B-8C7A-1A9C-8497F3DD5610}"/>
                    </a:ext>
                  </a:extLst>
                </p:cNvPr>
                <p:cNvSpPr/>
                <p:nvPr/>
              </p:nvSpPr>
              <p:spPr>
                <a:xfrm>
                  <a:off x="4577915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2" name="pg2222">
                  <a:extLst>
                    <a:ext uri="{FF2B5EF4-FFF2-40B4-BE49-F238E27FC236}">
                      <a16:creationId xmlns:a16="http://schemas.microsoft.com/office/drawing/2014/main" id="{3A0822BF-3E33-37FC-86B8-3B35663100C1}"/>
                    </a:ext>
                  </a:extLst>
                </p:cNvPr>
                <p:cNvSpPr/>
                <p:nvPr/>
              </p:nvSpPr>
              <p:spPr>
                <a:xfrm>
                  <a:off x="4589552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3" name="pg2223">
                  <a:extLst>
                    <a:ext uri="{FF2B5EF4-FFF2-40B4-BE49-F238E27FC236}">
                      <a16:creationId xmlns:a16="http://schemas.microsoft.com/office/drawing/2014/main" id="{0C82908C-B8AD-D95F-12C4-7FF08161C646}"/>
                    </a:ext>
                  </a:extLst>
                </p:cNvPr>
                <p:cNvSpPr/>
                <p:nvPr/>
              </p:nvSpPr>
              <p:spPr>
                <a:xfrm>
                  <a:off x="4601190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4" name="pg2224">
                  <a:extLst>
                    <a:ext uri="{FF2B5EF4-FFF2-40B4-BE49-F238E27FC236}">
                      <a16:creationId xmlns:a16="http://schemas.microsoft.com/office/drawing/2014/main" id="{88B2DB90-9058-084C-AF88-62A271574DA0}"/>
                    </a:ext>
                  </a:extLst>
                </p:cNvPr>
                <p:cNvSpPr/>
                <p:nvPr/>
              </p:nvSpPr>
              <p:spPr>
                <a:xfrm>
                  <a:off x="4543003" y="46240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5" name="pg2225">
                  <a:extLst>
                    <a:ext uri="{FF2B5EF4-FFF2-40B4-BE49-F238E27FC236}">
                      <a16:creationId xmlns:a16="http://schemas.microsoft.com/office/drawing/2014/main" id="{351DD4A6-F4A6-CB24-7AE3-75C93350599F}"/>
                    </a:ext>
                  </a:extLst>
                </p:cNvPr>
                <p:cNvSpPr/>
                <p:nvPr/>
              </p:nvSpPr>
              <p:spPr>
                <a:xfrm>
                  <a:off x="4554640" y="46240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8">
                    <a:alpha val="100000"/>
                  </a:srgbClr>
                </a:solidFill>
                <a:ln w="5420" cap="flat">
                  <a:solidFill>
                    <a:srgbClr val="3595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6" name="pg2226">
                  <a:extLst>
                    <a:ext uri="{FF2B5EF4-FFF2-40B4-BE49-F238E27FC236}">
                      <a16:creationId xmlns:a16="http://schemas.microsoft.com/office/drawing/2014/main" id="{96B84F35-B7B2-290B-81AE-566D72AB4E3C}"/>
                    </a:ext>
                  </a:extLst>
                </p:cNvPr>
                <p:cNvSpPr/>
                <p:nvPr/>
              </p:nvSpPr>
              <p:spPr>
                <a:xfrm>
                  <a:off x="4566278" y="46240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7" name="pg2227">
                  <a:extLst>
                    <a:ext uri="{FF2B5EF4-FFF2-40B4-BE49-F238E27FC236}">
                      <a16:creationId xmlns:a16="http://schemas.microsoft.com/office/drawing/2014/main" id="{57266EBC-42A8-78FD-22F4-247810A8C7B1}"/>
                    </a:ext>
                  </a:extLst>
                </p:cNvPr>
                <p:cNvSpPr/>
                <p:nvPr/>
              </p:nvSpPr>
              <p:spPr>
                <a:xfrm>
                  <a:off x="4577915" y="46240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8" name="pg2228">
                  <a:extLst>
                    <a:ext uri="{FF2B5EF4-FFF2-40B4-BE49-F238E27FC236}">
                      <a16:creationId xmlns:a16="http://schemas.microsoft.com/office/drawing/2014/main" id="{4BCAAD17-A098-946C-797A-568315A23A5A}"/>
                    </a:ext>
                  </a:extLst>
                </p:cNvPr>
                <p:cNvSpPr/>
                <p:nvPr/>
              </p:nvSpPr>
              <p:spPr>
                <a:xfrm>
                  <a:off x="4589552" y="46240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9" name="pg2229">
                  <a:extLst>
                    <a:ext uri="{FF2B5EF4-FFF2-40B4-BE49-F238E27FC236}">
                      <a16:creationId xmlns:a16="http://schemas.microsoft.com/office/drawing/2014/main" id="{F0B0183F-C7CB-603E-08D4-424D72B4EE67}"/>
                    </a:ext>
                  </a:extLst>
                </p:cNvPr>
                <p:cNvSpPr/>
                <p:nvPr/>
              </p:nvSpPr>
              <p:spPr>
                <a:xfrm>
                  <a:off x="3856400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0" name="pg2230">
                  <a:extLst>
                    <a:ext uri="{FF2B5EF4-FFF2-40B4-BE49-F238E27FC236}">
                      <a16:creationId xmlns:a16="http://schemas.microsoft.com/office/drawing/2014/main" id="{D891DF5B-D91F-DCF1-71A4-C3BD500F2E30}"/>
                    </a:ext>
                  </a:extLst>
                </p:cNvPr>
                <p:cNvSpPr/>
                <p:nvPr/>
              </p:nvSpPr>
              <p:spPr>
                <a:xfrm>
                  <a:off x="3868038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1" name="pg2231">
                  <a:extLst>
                    <a:ext uri="{FF2B5EF4-FFF2-40B4-BE49-F238E27FC236}">
                      <a16:creationId xmlns:a16="http://schemas.microsoft.com/office/drawing/2014/main" id="{AE616AF1-11BC-6839-A1E7-E76ACD8C5E68}"/>
                    </a:ext>
                  </a:extLst>
                </p:cNvPr>
                <p:cNvSpPr/>
                <p:nvPr/>
              </p:nvSpPr>
              <p:spPr>
                <a:xfrm>
                  <a:off x="3879675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2" name="pg2232">
                  <a:extLst>
                    <a:ext uri="{FF2B5EF4-FFF2-40B4-BE49-F238E27FC236}">
                      <a16:creationId xmlns:a16="http://schemas.microsoft.com/office/drawing/2014/main" id="{9202F123-7E61-3563-7F4D-E7DC5EC54E41}"/>
                    </a:ext>
                  </a:extLst>
                </p:cNvPr>
                <p:cNvSpPr/>
                <p:nvPr/>
              </p:nvSpPr>
              <p:spPr>
                <a:xfrm>
                  <a:off x="3891312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3" name="pg2233">
                  <a:extLst>
                    <a:ext uri="{FF2B5EF4-FFF2-40B4-BE49-F238E27FC236}">
                      <a16:creationId xmlns:a16="http://schemas.microsoft.com/office/drawing/2014/main" id="{25BA769F-CC77-C625-3578-6335DFAC7002}"/>
                    </a:ext>
                  </a:extLst>
                </p:cNvPr>
                <p:cNvSpPr/>
                <p:nvPr/>
              </p:nvSpPr>
              <p:spPr>
                <a:xfrm>
                  <a:off x="4543003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4" name="pg2234">
                  <a:extLst>
                    <a:ext uri="{FF2B5EF4-FFF2-40B4-BE49-F238E27FC236}">
                      <a16:creationId xmlns:a16="http://schemas.microsoft.com/office/drawing/2014/main" id="{178763C0-055B-B153-255E-FE1DB972D8D2}"/>
                    </a:ext>
                  </a:extLst>
                </p:cNvPr>
                <p:cNvSpPr/>
                <p:nvPr/>
              </p:nvSpPr>
              <p:spPr>
                <a:xfrm>
                  <a:off x="4554640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5" name="pg2235">
                  <a:extLst>
                    <a:ext uri="{FF2B5EF4-FFF2-40B4-BE49-F238E27FC236}">
                      <a16:creationId xmlns:a16="http://schemas.microsoft.com/office/drawing/2014/main" id="{80092A83-4BC8-1309-A840-B9C8131C6285}"/>
                    </a:ext>
                  </a:extLst>
                </p:cNvPr>
                <p:cNvSpPr/>
                <p:nvPr/>
              </p:nvSpPr>
              <p:spPr>
                <a:xfrm>
                  <a:off x="4566278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6" name="pg2236">
                  <a:extLst>
                    <a:ext uri="{FF2B5EF4-FFF2-40B4-BE49-F238E27FC236}">
                      <a16:creationId xmlns:a16="http://schemas.microsoft.com/office/drawing/2014/main" id="{F6536720-B598-A228-1CAD-F0774CE82E82}"/>
                    </a:ext>
                  </a:extLst>
                </p:cNvPr>
                <p:cNvSpPr/>
                <p:nvPr/>
              </p:nvSpPr>
              <p:spPr>
                <a:xfrm>
                  <a:off x="4577915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7" name="pg2237">
                  <a:extLst>
                    <a:ext uri="{FF2B5EF4-FFF2-40B4-BE49-F238E27FC236}">
                      <a16:creationId xmlns:a16="http://schemas.microsoft.com/office/drawing/2014/main" id="{30D0A2C2-A1DF-D78F-1E23-A8B343BBE032}"/>
                    </a:ext>
                  </a:extLst>
                </p:cNvPr>
                <p:cNvSpPr/>
                <p:nvPr/>
              </p:nvSpPr>
              <p:spPr>
                <a:xfrm>
                  <a:off x="3856400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8" name="pg2238">
                  <a:extLst>
                    <a:ext uri="{FF2B5EF4-FFF2-40B4-BE49-F238E27FC236}">
                      <a16:creationId xmlns:a16="http://schemas.microsoft.com/office/drawing/2014/main" id="{6B113FF4-0E91-63C3-0A6E-DF1BC30DB878}"/>
                    </a:ext>
                  </a:extLst>
                </p:cNvPr>
                <p:cNvSpPr/>
                <p:nvPr/>
              </p:nvSpPr>
              <p:spPr>
                <a:xfrm>
                  <a:off x="3868038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9" name="pg2239">
                  <a:extLst>
                    <a:ext uri="{FF2B5EF4-FFF2-40B4-BE49-F238E27FC236}">
                      <a16:creationId xmlns:a16="http://schemas.microsoft.com/office/drawing/2014/main" id="{C0CE58D6-0AE7-D811-0510-D0536261DA2E}"/>
                    </a:ext>
                  </a:extLst>
                </p:cNvPr>
                <p:cNvSpPr/>
                <p:nvPr/>
              </p:nvSpPr>
              <p:spPr>
                <a:xfrm>
                  <a:off x="3879675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0" name="pg2240">
                  <a:extLst>
                    <a:ext uri="{FF2B5EF4-FFF2-40B4-BE49-F238E27FC236}">
                      <a16:creationId xmlns:a16="http://schemas.microsoft.com/office/drawing/2014/main" id="{26EF583E-B61F-C49C-D113-457347ED11E5}"/>
                    </a:ext>
                  </a:extLst>
                </p:cNvPr>
                <p:cNvSpPr/>
                <p:nvPr/>
              </p:nvSpPr>
              <p:spPr>
                <a:xfrm>
                  <a:off x="3891312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1" name="pg2241">
                  <a:extLst>
                    <a:ext uri="{FF2B5EF4-FFF2-40B4-BE49-F238E27FC236}">
                      <a16:creationId xmlns:a16="http://schemas.microsoft.com/office/drawing/2014/main" id="{AB3EB1B6-C324-3733-B630-F0030ADAA094}"/>
                    </a:ext>
                  </a:extLst>
                </p:cNvPr>
                <p:cNvSpPr/>
                <p:nvPr/>
              </p:nvSpPr>
              <p:spPr>
                <a:xfrm>
                  <a:off x="3902950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2" name="pg2242">
                  <a:extLst>
                    <a:ext uri="{FF2B5EF4-FFF2-40B4-BE49-F238E27FC236}">
                      <a16:creationId xmlns:a16="http://schemas.microsoft.com/office/drawing/2014/main" id="{AAD424DC-E2BB-51C6-8D25-A3CBBFF3D663}"/>
                    </a:ext>
                  </a:extLst>
                </p:cNvPr>
                <p:cNvSpPr/>
                <p:nvPr/>
              </p:nvSpPr>
              <p:spPr>
                <a:xfrm>
                  <a:off x="3949499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3" name="pg2243">
                  <a:extLst>
                    <a:ext uri="{FF2B5EF4-FFF2-40B4-BE49-F238E27FC236}">
                      <a16:creationId xmlns:a16="http://schemas.microsoft.com/office/drawing/2014/main" id="{2B4F25B0-6DD4-4C0B-9A11-FDB92A3DF3BE}"/>
                    </a:ext>
                  </a:extLst>
                </p:cNvPr>
                <p:cNvSpPr/>
                <p:nvPr/>
              </p:nvSpPr>
              <p:spPr>
                <a:xfrm>
                  <a:off x="3961136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4" name="pg2244">
                  <a:extLst>
                    <a:ext uri="{FF2B5EF4-FFF2-40B4-BE49-F238E27FC236}">
                      <a16:creationId xmlns:a16="http://schemas.microsoft.com/office/drawing/2014/main" id="{F14DB70B-7082-D0AC-3E10-58251A87A371}"/>
                    </a:ext>
                  </a:extLst>
                </p:cNvPr>
                <p:cNvSpPr/>
                <p:nvPr/>
              </p:nvSpPr>
              <p:spPr>
                <a:xfrm>
                  <a:off x="3972774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5" name="pg2245">
                  <a:extLst>
                    <a:ext uri="{FF2B5EF4-FFF2-40B4-BE49-F238E27FC236}">
                      <a16:creationId xmlns:a16="http://schemas.microsoft.com/office/drawing/2014/main" id="{24711017-0328-A5FA-A5A2-BD36D6A0A8CF}"/>
                    </a:ext>
                  </a:extLst>
                </p:cNvPr>
                <p:cNvSpPr/>
                <p:nvPr/>
              </p:nvSpPr>
              <p:spPr>
                <a:xfrm>
                  <a:off x="3984411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6" name="pg2246">
                  <a:extLst>
                    <a:ext uri="{FF2B5EF4-FFF2-40B4-BE49-F238E27FC236}">
                      <a16:creationId xmlns:a16="http://schemas.microsoft.com/office/drawing/2014/main" id="{2CF1071A-2871-FD67-C0CD-C9C9ACC25251}"/>
                    </a:ext>
                  </a:extLst>
                </p:cNvPr>
                <p:cNvSpPr/>
                <p:nvPr/>
              </p:nvSpPr>
              <p:spPr>
                <a:xfrm>
                  <a:off x="3996048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7" name="pg2247">
                  <a:extLst>
                    <a:ext uri="{FF2B5EF4-FFF2-40B4-BE49-F238E27FC236}">
                      <a16:creationId xmlns:a16="http://schemas.microsoft.com/office/drawing/2014/main" id="{F5A862AC-E338-FF2F-ED66-07585C6E0C47}"/>
                    </a:ext>
                  </a:extLst>
                </p:cNvPr>
                <p:cNvSpPr/>
                <p:nvPr/>
              </p:nvSpPr>
              <p:spPr>
                <a:xfrm>
                  <a:off x="4543003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8" name="pg2248">
                  <a:extLst>
                    <a:ext uri="{FF2B5EF4-FFF2-40B4-BE49-F238E27FC236}">
                      <a16:creationId xmlns:a16="http://schemas.microsoft.com/office/drawing/2014/main" id="{4A6FB479-301C-AD6F-A6EA-741BF2263DB9}"/>
                    </a:ext>
                  </a:extLst>
                </p:cNvPr>
                <p:cNvSpPr/>
                <p:nvPr/>
              </p:nvSpPr>
              <p:spPr>
                <a:xfrm>
                  <a:off x="4554640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9" name="pg2249">
                  <a:extLst>
                    <a:ext uri="{FF2B5EF4-FFF2-40B4-BE49-F238E27FC236}">
                      <a16:creationId xmlns:a16="http://schemas.microsoft.com/office/drawing/2014/main" id="{3F2B16D9-F9DF-E479-D018-F5F7D6A3C99F}"/>
                    </a:ext>
                  </a:extLst>
                </p:cNvPr>
                <p:cNvSpPr/>
                <p:nvPr/>
              </p:nvSpPr>
              <p:spPr>
                <a:xfrm>
                  <a:off x="4566278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0" name="pg2250">
                  <a:extLst>
                    <a:ext uri="{FF2B5EF4-FFF2-40B4-BE49-F238E27FC236}">
                      <a16:creationId xmlns:a16="http://schemas.microsoft.com/office/drawing/2014/main" id="{5F9315B6-896F-E041-FDE9-B2616C238842}"/>
                    </a:ext>
                  </a:extLst>
                </p:cNvPr>
                <p:cNvSpPr/>
                <p:nvPr/>
              </p:nvSpPr>
              <p:spPr>
                <a:xfrm>
                  <a:off x="4577915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1" name="pg2251">
                  <a:extLst>
                    <a:ext uri="{FF2B5EF4-FFF2-40B4-BE49-F238E27FC236}">
                      <a16:creationId xmlns:a16="http://schemas.microsoft.com/office/drawing/2014/main" id="{09F784E5-0768-314D-06EA-1658657DE40D}"/>
                    </a:ext>
                  </a:extLst>
                </p:cNvPr>
                <p:cNvSpPr/>
                <p:nvPr/>
              </p:nvSpPr>
              <p:spPr>
                <a:xfrm>
                  <a:off x="4589552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2" name="pg2252">
                  <a:extLst>
                    <a:ext uri="{FF2B5EF4-FFF2-40B4-BE49-F238E27FC236}">
                      <a16:creationId xmlns:a16="http://schemas.microsoft.com/office/drawing/2014/main" id="{C49A3A60-555C-AA7D-69EE-3F5B26766165}"/>
                    </a:ext>
                  </a:extLst>
                </p:cNvPr>
                <p:cNvSpPr/>
                <p:nvPr/>
              </p:nvSpPr>
              <p:spPr>
                <a:xfrm>
                  <a:off x="3774939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3" name="pg2253">
                  <a:extLst>
                    <a:ext uri="{FF2B5EF4-FFF2-40B4-BE49-F238E27FC236}">
                      <a16:creationId xmlns:a16="http://schemas.microsoft.com/office/drawing/2014/main" id="{3B1EEB35-85F4-E3DD-3E33-7F17E3C69921}"/>
                    </a:ext>
                  </a:extLst>
                </p:cNvPr>
                <p:cNvSpPr/>
                <p:nvPr/>
              </p:nvSpPr>
              <p:spPr>
                <a:xfrm>
                  <a:off x="3786576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4" name="pg2254">
                  <a:extLst>
                    <a:ext uri="{FF2B5EF4-FFF2-40B4-BE49-F238E27FC236}">
                      <a16:creationId xmlns:a16="http://schemas.microsoft.com/office/drawing/2014/main" id="{16A5736D-4D4E-A43D-F4BD-D004EDA52B75}"/>
                    </a:ext>
                  </a:extLst>
                </p:cNvPr>
                <p:cNvSpPr/>
                <p:nvPr/>
              </p:nvSpPr>
              <p:spPr>
                <a:xfrm>
                  <a:off x="3844763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5" name="pg2255">
                  <a:extLst>
                    <a:ext uri="{FF2B5EF4-FFF2-40B4-BE49-F238E27FC236}">
                      <a16:creationId xmlns:a16="http://schemas.microsoft.com/office/drawing/2014/main" id="{2E3A86E1-DCD1-4475-7601-381A87DA5D94}"/>
                    </a:ext>
                  </a:extLst>
                </p:cNvPr>
                <p:cNvSpPr/>
                <p:nvPr/>
              </p:nvSpPr>
              <p:spPr>
                <a:xfrm>
                  <a:off x="3856400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6" name="pg2256">
                  <a:extLst>
                    <a:ext uri="{FF2B5EF4-FFF2-40B4-BE49-F238E27FC236}">
                      <a16:creationId xmlns:a16="http://schemas.microsoft.com/office/drawing/2014/main" id="{06103B7F-C9A6-2634-7EE9-1404396AF7F9}"/>
                    </a:ext>
                  </a:extLst>
                </p:cNvPr>
                <p:cNvSpPr/>
                <p:nvPr/>
              </p:nvSpPr>
              <p:spPr>
                <a:xfrm>
                  <a:off x="3868038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7" name="pg2257">
                  <a:extLst>
                    <a:ext uri="{FF2B5EF4-FFF2-40B4-BE49-F238E27FC236}">
                      <a16:creationId xmlns:a16="http://schemas.microsoft.com/office/drawing/2014/main" id="{1F7433F1-DEBF-A544-4F50-3F06BE8A15E9}"/>
                    </a:ext>
                  </a:extLst>
                </p:cNvPr>
                <p:cNvSpPr/>
                <p:nvPr/>
              </p:nvSpPr>
              <p:spPr>
                <a:xfrm>
                  <a:off x="3879675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8" name="pg2258">
                  <a:extLst>
                    <a:ext uri="{FF2B5EF4-FFF2-40B4-BE49-F238E27FC236}">
                      <a16:creationId xmlns:a16="http://schemas.microsoft.com/office/drawing/2014/main" id="{7BD6C38A-6D7B-81A1-5BD3-846FB9469DCB}"/>
                    </a:ext>
                  </a:extLst>
                </p:cNvPr>
                <p:cNvSpPr/>
                <p:nvPr/>
              </p:nvSpPr>
              <p:spPr>
                <a:xfrm>
                  <a:off x="3891312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9" name="pg2259">
                  <a:extLst>
                    <a:ext uri="{FF2B5EF4-FFF2-40B4-BE49-F238E27FC236}">
                      <a16:creationId xmlns:a16="http://schemas.microsoft.com/office/drawing/2014/main" id="{400138D1-217F-86A4-751C-05783F723A94}"/>
                    </a:ext>
                  </a:extLst>
                </p:cNvPr>
                <p:cNvSpPr/>
                <p:nvPr/>
              </p:nvSpPr>
              <p:spPr>
                <a:xfrm>
                  <a:off x="3902950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0" name="pg2260">
                  <a:extLst>
                    <a:ext uri="{FF2B5EF4-FFF2-40B4-BE49-F238E27FC236}">
                      <a16:creationId xmlns:a16="http://schemas.microsoft.com/office/drawing/2014/main" id="{7858FA27-5251-3B0D-3971-78A973D8A51B}"/>
                    </a:ext>
                  </a:extLst>
                </p:cNvPr>
                <p:cNvSpPr/>
                <p:nvPr/>
              </p:nvSpPr>
              <p:spPr>
                <a:xfrm>
                  <a:off x="3949499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CAC">
                    <a:alpha val="100000"/>
                  </a:srgbClr>
                </a:solidFill>
                <a:ln w="5420" cap="flat">
                  <a:solidFill>
                    <a:srgbClr val="5E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1" name="pg2261">
                  <a:extLst>
                    <a:ext uri="{FF2B5EF4-FFF2-40B4-BE49-F238E27FC236}">
                      <a16:creationId xmlns:a16="http://schemas.microsoft.com/office/drawing/2014/main" id="{5C6EB80E-E342-F09E-9253-5C12A7B37194}"/>
                    </a:ext>
                  </a:extLst>
                </p:cNvPr>
                <p:cNvSpPr/>
                <p:nvPr/>
              </p:nvSpPr>
              <p:spPr>
                <a:xfrm>
                  <a:off x="3961136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2" name="pg2262">
                  <a:extLst>
                    <a:ext uri="{FF2B5EF4-FFF2-40B4-BE49-F238E27FC236}">
                      <a16:creationId xmlns:a16="http://schemas.microsoft.com/office/drawing/2014/main" id="{672FB264-6908-EA06-B9FC-B1D89848556A}"/>
                    </a:ext>
                  </a:extLst>
                </p:cNvPr>
                <p:cNvSpPr/>
                <p:nvPr/>
              </p:nvSpPr>
              <p:spPr>
                <a:xfrm>
                  <a:off x="3972774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3" name="pg2263">
                  <a:extLst>
                    <a:ext uri="{FF2B5EF4-FFF2-40B4-BE49-F238E27FC236}">
                      <a16:creationId xmlns:a16="http://schemas.microsoft.com/office/drawing/2014/main" id="{DB9682F0-AA53-9B63-69E5-14AD9FF5C3AC}"/>
                    </a:ext>
                  </a:extLst>
                </p:cNvPr>
                <p:cNvSpPr/>
                <p:nvPr/>
              </p:nvSpPr>
              <p:spPr>
                <a:xfrm>
                  <a:off x="3984411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4" name="pg2264">
                  <a:extLst>
                    <a:ext uri="{FF2B5EF4-FFF2-40B4-BE49-F238E27FC236}">
                      <a16:creationId xmlns:a16="http://schemas.microsoft.com/office/drawing/2014/main" id="{B995C61F-1935-7BA9-4D30-AFBD9349F156}"/>
                    </a:ext>
                  </a:extLst>
                </p:cNvPr>
                <p:cNvSpPr/>
                <p:nvPr/>
              </p:nvSpPr>
              <p:spPr>
                <a:xfrm>
                  <a:off x="3996048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5" name="pg2265">
                  <a:extLst>
                    <a:ext uri="{FF2B5EF4-FFF2-40B4-BE49-F238E27FC236}">
                      <a16:creationId xmlns:a16="http://schemas.microsoft.com/office/drawing/2014/main" id="{469B1D21-51F8-D8B7-E041-D2096D9C449E}"/>
                    </a:ext>
                  </a:extLst>
                </p:cNvPr>
                <p:cNvSpPr/>
                <p:nvPr/>
              </p:nvSpPr>
              <p:spPr>
                <a:xfrm>
                  <a:off x="4007686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6" name="pg2266">
                  <a:extLst>
                    <a:ext uri="{FF2B5EF4-FFF2-40B4-BE49-F238E27FC236}">
                      <a16:creationId xmlns:a16="http://schemas.microsoft.com/office/drawing/2014/main" id="{DA90F5C4-AF11-8B26-5BF4-B2868738AFF4}"/>
                    </a:ext>
                  </a:extLst>
                </p:cNvPr>
                <p:cNvSpPr/>
                <p:nvPr/>
              </p:nvSpPr>
              <p:spPr>
                <a:xfrm>
                  <a:off x="4019323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7" name="pg2267">
                  <a:extLst>
                    <a:ext uri="{FF2B5EF4-FFF2-40B4-BE49-F238E27FC236}">
                      <a16:creationId xmlns:a16="http://schemas.microsoft.com/office/drawing/2014/main" id="{A2FE4B64-3559-6538-3DB5-05D6623A3FAD}"/>
                    </a:ext>
                  </a:extLst>
                </p:cNvPr>
                <p:cNvSpPr/>
                <p:nvPr/>
              </p:nvSpPr>
              <p:spPr>
                <a:xfrm>
                  <a:off x="4030960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8" name="pg2268">
                  <a:extLst>
                    <a:ext uri="{FF2B5EF4-FFF2-40B4-BE49-F238E27FC236}">
                      <a16:creationId xmlns:a16="http://schemas.microsoft.com/office/drawing/2014/main" id="{F33E942F-D8C7-9541-9384-CD5AB654E3D7}"/>
                    </a:ext>
                  </a:extLst>
                </p:cNvPr>
                <p:cNvSpPr/>
                <p:nvPr/>
              </p:nvSpPr>
              <p:spPr>
                <a:xfrm>
                  <a:off x="4042598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9" name="pg2269">
                  <a:extLst>
                    <a:ext uri="{FF2B5EF4-FFF2-40B4-BE49-F238E27FC236}">
                      <a16:creationId xmlns:a16="http://schemas.microsoft.com/office/drawing/2014/main" id="{7B382CB5-3589-5384-D13B-9D2E8B2DA5F5}"/>
                    </a:ext>
                  </a:extLst>
                </p:cNvPr>
                <p:cNvSpPr/>
                <p:nvPr/>
              </p:nvSpPr>
              <p:spPr>
                <a:xfrm>
                  <a:off x="4054235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0" name="pg2270">
                  <a:extLst>
                    <a:ext uri="{FF2B5EF4-FFF2-40B4-BE49-F238E27FC236}">
                      <a16:creationId xmlns:a16="http://schemas.microsoft.com/office/drawing/2014/main" id="{E3FFBB9E-EDE3-2024-36C3-129CF3C68732}"/>
                    </a:ext>
                  </a:extLst>
                </p:cNvPr>
                <p:cNvSpPr/>
                <p:nvPr/>
              </p:nvSpPr>
              <p:spPr>
                <a:xfrm>
                  <a:off x="4065872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1" name="pg2271">
                  <a:extLst>
                    <a:ext uri="{FF2B5EF4-FFF2-40B4-BE49-F238E27FC236}">
                      <a16:creationId xmlns:a16="http://schemas.microsoft.com/office/drawing/2014/main" id="{4FF463F9-C4D9-5586-E8AC-60855FC99A79}"/>
                    </a:ext>
                  </a:extLst>
                </p:cNvPr>
                <p:cNvSpPr/>
                <p:nvPr/>
              </p:nvSpPr>
              <p:spPr>
                <a:xfrm>
                  <a:off x="4077510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2" name="pg2272">
                  <a:extLst>
                    <a:ext uri="{FF2B5EF4-FFF2-40B4-BE49-F238E27FC236}">
                      <a16:creationId xmlns:a16="http://schemas.microsoft.com/office/drawing/2014/main" id="{BC7CFC51-C5FB-4108-8308-3313B8B4EF58}"/>
                    </a:ext>
                  </a:extLst>
                </p:cNvPr>
                <p:cNvSpPr/>
                <p:nvPr/>
              </p:nvSpPr>
              <p:spPr>
                <a:xfrm>
                  <a:off x="4543003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3" name="pg2273">
                  <a:extLst>
                    <a:ext uri="{FF2B5EF4-FFF2-40B4-BE49-F238E27FC236}">
                      <a16:creationId xmlns:a16="http://schemas.microsoft.com/office/drawing/2014/main" id="{D6BE36C0-2C57-8CF2-B59E-25301DE84856}"/>
                    </a:ext>
                  </a:extLst>
                </p:cNvPr>
                <p:cNvSpPr/>
                <p:nvPr/>
              </p:nvSpPr>
              <p:spPr>
                <a:xfrm>
                  <a:off x="4554640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4" name="pg2274">
                  <a:extLst>
                    <a:ext uri="{FF2B5EF4-FFF2-40B4-BE49-F238E27FC236}">
                      <a16:creationId xmlns:a16="http://schemas.microsoft.com/office/drawing/2014/main" id="{735D6ECE-4F24-C7DA-36F5-C68C9A5F3812}"/>
                    </a:ext>
                  </a:extLst>
                </p:cNvPr>
                <p:cNvSpPr/>
                <p:nvPr/>
              </p:nvSpPr>
              <p:spPr>
                <a:xfrm>
                  <a:off x="4566278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5" name="pg2275">
                  <a:extLst>
                    <a:ext uri="{FF2B5EF4-FFF2-40B4-BE49-F238E27FC236}">
                      <a16:creationId xmlns:a16="http://schemas.microsoft.com/office/drawing/2014/main" id="{1C4EE2D1-617E-6A15-E75B-4C30DAC07870}"/>
                    </a:ext>
                  </a:extLst>
                </p:cNvPr>
                <p:cNvSpPr/>
                <p:nvPr/>
              </p:nvSpPr>
              <p:spPr>
                <a:xfrm>
                  <a:off x="4577915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6" name="pg2276">
                  <a:extLst>
                    <a:ext uri="{FF2B5EF4-FFF2-40B4-BE49-F238E27FC236}">
                      <a16:creationId xmlns:a16="http://schemas.microsoft.com/office/drawing/2014/main" id="{782B5EAB-715A-B540-066B-10335C72E8C3}"/>
                    </a:ext>
                  </a:extLst>
                </p:cNvPr>
                <p:cNvSpPr/>
                <p:nvPr/>
              </p:nvSpPr>
              <p:spPr>
                <a:xfrm>
                  <a:off x="4589552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7" name="pg2277">
                  <a:extLst>
                    <a:ext uri="{FF2B5EF4-FFF2-40B4-BE49-F238E27FC236}">
                      <a16:creationId xmlns:a16="http://schemas.microsoft.com/office/drawing/2014/main" id="{401F27F9-ACD0-127D-2194-4A164C6653E8}"/>
                    </a:ext>
                  </a:extLst>
                </p:cNvPr>
                <p:cNvSpPr/>
                <p:nvPr/>
              </p:nvSpPr>
              <p:spPr>
                <a:xfrm>
                  <a:off x="3623654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8" name="pg2278">
                  <a:extLst>
                    <a:ext uri="{FF2B5EF4-FFF2-40B4-BE49-F238E27FC236}">
                      <a16:creationId xmlns:a16="http://schemas.microsoft.com/office/drawing/2014/main" id="{6D6A4A41-C221-B91B-CC2F-C179FDE98A0E}"/>
                    </a:ext>
                  </a:extLst>
                </p:cNvPr>
                <p:cNvSpPr/>
                <p:nvPr/>
              </p:nvSpPr>
              <p:spPr>
                <a:xfrm>
                  <a:off x="3635291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9" name="pg2279">
                  <a:extLst>
                    <a:ext uri="{FF2B5EF4-FFF2-40B4-BE49-F238E27FC236}">
                      <a16:creationId xmlns:a16="http://schemas.microsoft.com/office/drawing/2014/main" id="{6148207C-4142-4C62-DB77-8D71252D7897}"/>
                    </a:ext>
                  </a:extLst>
                </p:cNvPr>
                <p:cNvSpPr/>
                <p:nvPr/>
              </p:nvSpPr>
              <p:spPr>
                <a:xfrm>
                  <a:off x="364692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0" name="pg2280">
                  <a:extLst>
                    <a:ext uri="{FF2B5EF4-FFF2-40B4-BE49-F238E27FC236}">
                      <a16:creationId xmlns:a16="http://schemas.microsoft.com/office/drawing/2014/main" id="{D2FCC6CD-5866-DA73-9272-FDA589E78CDA}"/>
                    </a:ext>
                  </a:extLst>
                </p:cNvPr>
                <p:cNvSpPr/>
                <p:nvPr/>
              </p:nvSpPr>
              <p:spPr>
                <a:xfrm>
                  <a:off x="3658566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1" name="pg2281">
                  <a:extLst>
                    <a:ext uri="{FF2B5EF4-FFF2-40B4-BE49-F238E27FC236}">
                      <a16:creationId xmlns:a16="http://schemas.microsoft.com/office/drawing/2014/main" id="{D154FFEE-FD8E-5A8E-26D7-4F6CBA49D433}"/>
                    </a:ext>
                  </a:extLst>
                </p:cNvPr>
                <p:cNvSpPr/>
                <p:nvPr/>
              </p:nvSpPr>
              <p:spPr>
                <a:xfrm>
                  <a:off x="3670203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2">
                    <a:alpha val="100000"/>
                  </a:srgbClr>
                </a:solidFill>
                <a:ln w="5420" cap="flat">
                  <a:solidFill>
                    <a:srgbClr val="72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2" name="pg2282">
                  <a:extLst>
                    <a:ext uri="{FF2B5EF4-FFF2-40B4-BE49-F238E27FC236}">
                      <a16:creationId xmlns:a16="http://schemas.microsoft.com/office/drawing/2014/main" id="{07C10193-382F-1D99-C9F1-24A41913FAC3}"/>
                    </a:ext>
                  </a:extLst>
                </p:cNvPr>
                <p:cNvSpPr/>
                <p:nvPr/>
              </p:nvSpPr>
              <p:spPr>
                <a:xfrm>
                  <a:off x="372839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3" name="pg2283">
                  <a:extLst>
                    <a:ext uri="{FF2B5EF4-FFF2-40B4-BE49-F238E27FC236}">
                      <a16:creationId xmlns:a16="http://schemas.microsoft.com/office/drawing/2014/main" id="{1FFC7C5E-6C30-C176-99C2-070247629868}"/>
                    </a:ext>
                  </a:extLst>
                </p:cNvPr>
                <p:cNvSpPr/>
                <p:nvPr/>
              </p:nvSpPr>
              <p:spPr>
                <a:xfrm>
                  <a:off x="3740027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4" name="pg2284">
                  <a:extLst>
                    <a:ext uri="{FF2B5EF4-FFF2-40B4-BE49-F238E27FC236}">
                      <a16:creationId xmlns:a16="http://schemas.microsoft.com/office/drawing/2014/main" id="{136A26ED-1E39-04D5-1C3B-A973C0D1FE49}"/>
                    </a:ext>
                  </a:extLst>
                </p:cNvPr>
                <p:cNvSpPr/>
                <p:nvPr/>
              </p:nvSpPr>
              <p:spPr>
                <a:xfrm>
                  <a:off x="3751664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5" name="pg2285">
                  <a:extLst>
                    <a:ext uri="{FF2B5EF4-FFF2-40B4-BE49-F238E27FC236}">
                      <a16:creationId xmlns:a16="http://schemas.microsoft.com/office/drawing/2014/main" id="{3217988D-22C3-38DE-6092-B424897E04B2}"/>
                    </a:ext>
                  </a:extLst>
                </p:cNvPr>
                <p:cNvSpPr/>
                <p:nvPr/>
              </p:nvSpPr>
              <p:spPr>
                <a:xfrm>
                  <a:off x="3763302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6" name="pg2286">
                  <a:extLst>
                    <a:ext uri="{FF2B5EF4-FFF2-40B4-BE49-F238E27FC236}">
                      <a16:creationId xmlns:a16="http://schemas.microsoft.com/office/drawing/2014/main" id="{3C818906-FAFE-4808-7CFB-339B648B3038}"/>
                    </a:ext>
                  </a:extLst>
                </p:cNvPr>
                <p:cNvSpPr/>
                <p:nvPr/>
              </p:nvSpPr>
              <p:spPr>
                <a:xfrm>
                  <a:off x="3774939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7" name="pg2287">
                  <a:extLst>
                    <a:ext uri="{FF2B5EF4-FFF2-40B4-BE49-F238E27FC236}">
                      <a16:creationId xmlns:a16="http://schemas.microsoft.com/office/drawing/2014/main" id="{4AE27F17-1C24-EB72-A9D3-82F5E41EF1D6}"/>
                    </a:ext>
                  </a:extLst>
                </p:cNvPr>
                <p:cNvSpPr/>
                <p:nvPr/>
              </p:nvSpPr>
              <p:spPr>
                <a:xfrm>
                  <a:off x="3786576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8" name="pg2288">
                  <a:extLst>
                    <a:ext uri="{FF2B5EF4-FFF2-40B4-BE49-F238E27FC236}">
                      <a16:creationId xmlns:a16="http://schemas.microsoft.com/office/drawing/2014/main" id="{0EEC5408-A5E9-9581-1778-E97467469319}"/>
                    </a:ext>
                  </a:extLst>
                </p:cNvPr>
                <p:cNvSpPr/>
                <p:nvPr/>
              </p:nvSpPr>
              <p:spPr>
                <a:xfrm>
                  <a:off x="3798214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9" name="pg2289">
                  <a:extLst>
                    <a:ext uri="{FF2B5EF4-FFF2-40B4-BE49-F238E27FC236}">
                      <a16:creationId xmlns:a16="http://schemas.microsoft.com/office/drawing/2014/main" id="{EB1321AB-144A-8BA8-F553-813497A12B3F}"/>
                    </a:ext>
                  </a:extLst>
                </p:cNvPr>
                <p:cNvSpPr/>
                <p:nvPr/>
              </p:nvSpPr>
              <p:spPr>
                <a:xfrm>
                  <a:off x="3809851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0" name="pg2290">
                  <a:extLst>
                    <a:ext uri="{FF2B5EF4-FFF2-40B4-BE49-F238E27FC236}">
                      <a16:creationId xmlns:a16="http://schemas.microsoft.com/office/drawing/2014/main" id="{B29F5873-421D-39C7-BBCA-547D00302DEE}"/>
                    </a:ext>
                  </a:extLst>
                </p:cNvPr>
                <p:cNvSpPr/>
                <p:nvPr/>
              </p:nvSpPr>
              <p:spPr>
                <a:xfrm>
                  <a:off x="382148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1" name="pg2291">
                  <a:extLst>
                    <a:ext uri="{FF2B5EF4-FFF2-40B4-BE49-F238E27FC236}">
                      <a16:creationId xmlns:a16="http://schemas.microsoft.com/office/drawing/2014/main" id="{57D63114-8BF6-8CA4-D209-0F0C39D0530C}"/>
                    </a:ext>
                  </a:extLst>
                </p:cNvPr>
                <p:cNvSpPr/>
                <p:nvPr/>
              </p:nvSpPr>
              <p:spPr>
                <a:xfrm>
                  <a:off x="3833126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2" name="pg2292">
                  <a:extLst>
                    <a:ext uri="{FF2B5EF4-FFF2-40B4-BE49-F238E27FC236}">
                      <a16:creationId xmlns:a16="http://schemas.microsoft.com/office/drawing/2014/main" id="{5E5CCF2E-8388-6CE9-BDC8-3497D20687B7}"/>
                    </a:ext>
                  </a:extLst>
                </p:cNvPr>
                <p:cNvSpPr/>
                <p:nvPr/>
              </p:nvSpPr>
              <p:spPr>
                <a:xfrm>
                  <a:off x="3844763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3" name="pg2293">
                  <a:extLst>
                    <a:ext uri="{FF2B5EF4-FFF2-40B4-BE49-F238E27FC236}">
                      <a16:creationId xmlns:a16="http://schemas.microsoft.com/office/drawing/2014/main" id="{91ECE829-A2C2-062A-1609-1DA665173A54}"/>
                    </a:ext>
                  </a:extLst>
                </p:cNvPr>
                <p:cNvSpPr/>
                <p:nvPr/>
              </p:nvSpPr>
              <p:spPr>
                <a:xfrm>
                  <a:off x="385640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4" name="pg2294">
                  <a:extLst>
                    <a:ext uri="{FF2B5EF4-FFF2-40B4-BE49-F238E27FC236}">
                      <a16:creationId xmlns:a16="http://schemas.microsoft.com/office/drawing/2014/main" id="{D61E4D91-3CD6-6B53-FA09-B8E643D5A0C7}"/>
                    </a:ext>
                  </a:extLst>
                </p:cNvPr>
                <p:cNvSpPr/>
                <p:nvPr/>
              </p:nvSpPr>
              <p:spPr>
                <a:xfrm>
                  <a:off x="386803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5" name="pg2295">
                  <a:extLst>
                    <a:ext uri="{FF2B5EF4-FFF2-40B4-BE49-F238E27FC236}">
                      <a16:creationId xmlns:a16="http://schemas.microsoft.com/office/drawing/2014/main" id="{8C9F51D8-D340-7026-C71C-2EBB7F49DF91}"/>
                    </a:ext>
                  </a:extLst>
                </p:cNvPr>
                <p:cNvSpPr/>
                <p:nvPr/>
              </p:nvSpPr>
              <p:spPr>
                <a:xfrm>
                  <a:off x="3879675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6" name="pg2296">
                  <a:extLst>
                    <a:ext uri="{FF2B5EF4-FFF2-40B4-BE49-F238E27FC236}">
                      <a16:creationId xmlns:a16="http://schemas.microsoft.com/office/drawing/2014/main" id="{55BD7DF4-AF40-8AA4-0917-727AD44A6982}"/>
                    </a:ext>
                  </a:extLst>
                </p:cNvPr>
                <p:cNvSpPr/>
                <p:nvPr/>
              </p:nvSpPr>
              <p:spPr>
                <a:xfrm>
                  <a:off x="3891312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7" name="pg2297">
                  <a:extLst>
                    <a:ext uri="{FF2B5EF4-FFF2-40B4-BE49-F238E27FC236}">
                      <a16:creationId xmlns:a16="http://schemas.microsoft.com/office/drawing/2014/main" id="{74906116-C427-607B-1AF3-AE47EC0C98EC}"/>
                    </a:ext>
                  </a:extLst>
                </p:cNvPr>
                <p:cNvSpPr/>
                <p:nvPr/>
              </p:nvSpPr>
              <p:spPr>
                <a:xfrm>
                  <a:off x="390295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8" name="pg2298">
                  <a:extLst>
                    <a:ext uri="{FF2B5EF4-FFF2-40B4-BE49-F238E27FC236}">
                      <a16:creationId xmlns:a16="http://schemas.microsoft.com/office/drawing/2014/main" id="{4E188AB0-A6E6-738F-B90B-509D4172E815}"/>
                    </a:ext>
                  </a:extLst>
                </p:cNvPr>
                <p:cNvSpPr/>
                <p:nvPr/>
              </p:nvSpPr>
              <p:spPr>
                <a:xfrm>
                  <a:off x="3914587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9" name="pg2299">
                  <a:extLst>
                    <a:ext uri="{FF2B5EF4-FFF2-40B4-BE49-F238E27FC236}">
                      <a16:creationId xmlns:a16="http://schemas.microsoft.com/office/drawing/2014/main" id="{93649031-1AEA-088A-B393-0A0CB7A386BA}"/>
                    </a:ext>
                  </a:extLst>
                </p:cNvPr>
                <p:cNvSpPr/>
                <p:nvPr/>
              </p:nvSpPr>
              <p:spPr>
                <a:xfrm>
                  <a:off x="3926224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D">
                    <a:alpha val="100000"/>
                  </a:srgbClr>
                </a:solidFill>
                <a:ln w="5420" cap="flat">
                  <a:solidFill>
                    <a:srgbClr val="64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0" name="pg2300">
                  <a:extLst>
                    <a:ext uri="{FF2B5EF4-FFF2-40B4-BE49-F238E27FC236}">
                      <a16:creationId xmlns:a16="http://schemas.microsoft.com/office/drawing/2014/main" id="{A660D9DE-2B88-61D2-6FFD-500DF0E05FF9}"/>
                    </a:ext>
                  </a:extLst>
                </p:cNvPr>
                <p:cNvSpPr/>
                <p:nvPr/>
              </p:nvSpPr>
              <p:spPr>
                <a:xfrm>
                  <a:off x="3937862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1" name="pg2301">
                  <a:extLst>
                    <a:ext uri="{FF2B5EF4-FFF2-40B4-BE49-F238E27FC236}">
                      <a16:creationId xmlns:a16="http://schemas.microsoft.com/office/drawing/2014/main" id="{4500553D-E2DE-22DD-E252-5A6F2A37B847}"/>
                    </a:ext>
                  </a:extLst>
                </p:cNvPr>
                <p:cNvSpPr/>
                <p:nvPr/>
              </p:nvSpPr>
              <p:spPr>
                <a:xfrm>
                  <a:off x="3949499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2" name="pg2302">
                  <a:extLst>
                    <a:ext uri="{FF2B5EF4-FFF2-40B4-BE49-F238E27FC236}">
                      <a16:creationId xmlns:a16="http://schemas.microsoft.com/office/drawing/2014/main" id="{328F9E94-C2CE-4584-E332-CDD6BA85087D}"/>
                    </a:ext>
                  </a:extLst>
                </p:cNvPr>
                <p:cNvSpPr/>
                <p:nvPr/>
              </p:nvSpPr>
              <p:spPr>
                <a:xfrm>
                  <a:off x="3961136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3" name="pg2303">
                  <a:extLst>
                    <a:ext uri="{FF2B5EF4-FFF2-40B4-BE49-F238E27FC236}">
                      <a16:creationId xmlns:a16="http://schemas.microsoft.com/office/drawing/2014/main" id="{E54ABAE6-63DA-7CCE-2EEB-BEDAB69A4685}"/>
                    </a:ext>
                  </a:extLst>
                </p:cNvPr>
                <p:cNvSpPr/>
                <p:nvPr/>
              </p:nvSpPr>
              <p:spPr>
                <a:xfrm>
                  <a:off x="3972774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4" name="pg2304">
                  <a:extLst>
                    <a:ext uri="{FF2B5EF4-FFF2-40B4-BE49-F238E27FC236}">
                      <a16:creationId xmlns:a16="http://schemas.microsoft.com/office/drawing/2014/main" id="{162E9E98-EE21-3DE6-7B57-A4B17FBD96CE}"/>
                    </a:ext>
                  </a:extLst>
                </p:cNvPr>
                <p:cNvSpPr/>
                <p:nvPr/>
              </p:nvSpPr>
              <p:spPr>
                <a:xfrm>
                  <a:off x="3984411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5" name="pg2305">
                  <a:extLst>
                    <a:ext uri="{FF2B5EF4-FFF2-40B4-BE49-F238E27FC236}">
                      <a16:creationId xmlns:a16="http://schemas.microsoft.com/office/drawing/2014/main" id="{D0BE064E-4728-6FFF-15E4-7A2CBB1D8E66}"/>
                    </a:ext>
                  </a:extLst>
                </p:cNvPr>
                <p:cNvSpPr/>
                <p:nvPr/>
              </p:nvSpPr>
              <p:spPr>
                <a:xfrm>
                  <a:off x="399604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6" name="pg2306">
                  <a:extLst>
                    <a:ext uri="{FF2B5EF4-FFF2-40B4-BE49-F238E27FC236}">
                      <a16:creationId xmlns:a16="http://schemas.microsoft.com/office/drawing/2014/main" id="{7F40F971-CED0-DFCE-503D-759EFB0EEF06}"/>
                    </a:ext>
                  </a:extLst>
                </p:cNvPr>
                <p:cNvSpPr/>
                <p:nvPr/>
              </p:nvSpPr>
              <p:spPr>
                <a:xfrm>
                  <a:off x="4007686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7" name="pg2307">
                  <a:extLst>
                    <a:ext uri="{FF2B5EF4-FFF2-40B4-BE49-F238E27FC236}">
                      <a16:creationId xmlns:a16="http://schemas.microsoft.com/office/drawing/2014/main" id="{6F6D14CD-0529-7528-A4F5-002AE2C0EFFE}"/>
                    </a:ext>
                  </a:extLst>
                </p:cNvPr>
                <p:cNvSpPr/>
                <p:nvPr/>
              </p:nvSpPr>
              <p:spPr>
                <a:xfrm>
                  <a:off x="4019323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8" name="pg2308">
                  <a:extLst>
                    <a:ext uri="{FF2B5EF4-FFF2-40B4-BE49-F238E27FC236}">
                      <a16:creationId xmlns:a16="http://schemas.microsoft.com/office/drawing/2014/main" id="{19616F20-6795-5F82-8AEE-8A630402E59E}"/>
                    </a:ext>
                  </a:extLst>
                </p:cNvPr>
                <p:cNvSpPr/>
                <p:nvPr/>
              </p:nvSpPr>
              <p:spPr>
                <a:xfrm>
                  <a:off x="403096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9" name="pg2309">
                  <a:extLst>
                    <a:ext uri="{FF2B5EF4-FFF2-40B4-BE49-F238E27FC236}">
                      <a16:creationId xmlns:a16="http://schemas.microsoft.com/office/drawing/2014/main" id="{3E362604-42AE-5C7E-5CE1-CCD2EE35E22C}"/>
                    </a:ext>
                  </a:extLst>
                </p:cNvPr>
                <p:cNvSpPr/>
                <p:nvPr/>
              </p:nvSpPr>
              <p:spPr>
                <a:xfrm>
                  <a:off x="404259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0" name="pg2310">
                  <a:extLst>
                    <a:ext uri="{FF2B5EF4-FFF2-40B4-BE49-F238E27FC236}">
                      <a16:creationId xmlns:a16="http://schemas.microsoft.com/office/drawing/2014/main" id="{D4AF9802-7DF6-C4B6-2DCC-8665AA923C29}"/>
                    </a:ext>
                  </a:extLst>
                </p:cNvPr>
                <p:cNvSpPr/>
                <p:nvPr/>
              </p:nvSpPr>
              <p:spPr>
                <a:xfrm>
                  <a:off x="4054235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1" name="pg2311">
                  <a:extLst>
                    <a:ext uri="{FF2B5EF4-FFF2-40B4-BE49-F238E27FC236}">
                      <a16:creationId xmlns:a16="http://schemas.microsoft.com/office/drawing/2014/main" id="{CF6B408F-9559-A368-454C-B686A01182FB}"/>
                    </a:ext>
                  </a:extLst>
                </p:cNvPr>
                <p:cNvSpPr/>
                <p:nvPr/>
              </p:nvSpPr>
              <p:spPr>
                <a:xfrm>
                  <a:off x="4065872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2" name="pg2312">
                  <a:extLst>
                    <a:ext uri="{FF2B5EF4-FFF2-40B4-BE49-F238E27FC236}">
                      <a16:creationId xmlns:a16="http://schemas.microsoft.com/office/drawing/2014/main" id="{16221BB2-B72B-7E05-FE09-A6DBA0A7F69A}"/>
                    </a:ext>
                  </a:extLst>
                </p:cNvPr>
                <p:cNvSpPr/>
                <p:nvPr/>
              </p:nvSpPr>
              <p:spPr>
                <a:xfrm>
                  <a:off x="407751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3" name="pg2313">
                  <a:extLst>
                    <a:ext uri="{FF2B5EF4-FFF2-40B4-BE49-F238E27FC236}">
                      <a16:creationId xmlns:a16="http://schemas.microsoft.com/office/drawing/2014/main" id="{D54C7551-C65C-1CEC-A4B2-1484D26B717E}"/>
                    </a:ext>
                  </a:extLst>
                </p:cNvPr>
                <p:cNvSpPr/>
                <p:nvPr/>
              </p:nvSpPr>
              <p:spPr>
                <a:xfrm>
                  <a:off x="4089147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4" name="pg2314">
                  <a:extLst>
                    <a:ext uri="{FF2B5EF4-FFF2-40B4-BE49-F238E27FC236}">
                      <a16:creationId xmlns:a16="http://schemas.microsoft.com/office/drawing/2014/main" id="{C010FE0F-9ECE-89E0-206F-DB026D559F31}"/>
                    </a:ext>
                  </a:extLst>
                </p:cNvPr>
                <p:cNvSpPr/>
                <p:nvPr/>
              </p:nvSpPr>
              <p:spPr>
                <a:xfrm>
                  <a:off x="4124059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5" name="pg2315">
                  <a:extLst>
                    <a:ext uri="{FF2B5EF4-FFF2-40B4-BE49-F238E27FC236}">
                      <a16:creationId xmlns:a16="http://schemas.microsoft.com/office/drawing/2014/main" id="{92B8746F-767B-AE64-57B2-047587705155}"/>
                    </a:ext>
                  </a:extLst>
                </p:cNvPr>
                <p:cNvSpPr/>
                <p:nvPr/>
              </p:nvSpPr>
              <p:spPr>
                <a:xfrm>
                  <a:off x="4543003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6" name="pg2316">
                  <a:extLst>
                    <a:ext uri="{FF2B5EF4-FFF2-40B4-BE49-F238E27FC236}">
                      <a16:creationId xmlns:a16="http://schemas.microsoft.com/office/drawing/2014/main" id="{29FED2DF-94F8-CF74-7B25-257640D73232}"/>
                    </a:ext>
                  </a:extLst>
                </p:cNvPr>
                <p:cNvSpPr/>
                <p:nvPr/>
              </p:nvSpPr>
              <p:spPr>
                <a:xfrm>
                  <a:off x="455464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7" name="pg2317">
                  <a:extLst>
                    <a:ext uri="{FF2B5EF4-FFF2-40B4-BE49-F238E27FC236}">
                      <a16:creationId xmlns:a16="http://schemas.microsoft.com/office/drawing/2014/main" id="{61707CF2-D702-A5A2-BAFB-4CDAE0BF41FD}"/>
                    </a:ext>
                  </a:extLst>
                </p:cNvPr>
                <p:cNvSpPr/>
                <p:nvPr/>
              </p:nvSpPr>
              <p:spPr>
                <a:xfrm>
                  <a:off x="456627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8" name="pg2318">
                  <a:extLst>
                    <a:ext uri="{FF2B5EF4-FFF2-40B4-BE49-F238E27FC236}">
                      <a16:creationId xmlns:a16="http://schemas.microsoft.com/office/drawing/2014/main" id="{91F2EC07-9575-04DC-10A2-BBECB9C2FE65}"/>
                    </a:ext>
                  </a:extLst>
                </p:cNvPr>
                <p:cNvSpPr/>
                <p:nvPr/>
              </p:nvSpPr>
              <p:spPr>
                <a:xfrm>
                  <a:off x="4577915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9" name="pg2319">
                  <a:extLst>
                    <a:ext uri="{FF2B5EF4-FFF2-40B4-BE49-F238E27FC236}">
                      <a16:creationId xmlns:a16="http://schemas.microsoft.com/office/drawing/2014/main" id="{380B4652-2018-59AF-6F91-6ED0523FED8C}"/>
                    </a:ext>
                  </a:extLst>
                </p:cNvPr>
                <p:cNvSpPr/>
                <p:nvPr/>
              </p:nvSpPr>
              <p:spPr>
                <a:xfrm>
                  <a:off x="4589552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0" name="pg2320">
                  <a:extLst>
                    <a:ext uri="{FF2B5EF4-FFF2-40B4-BE49-F238E27FC236}">
                      <a16:creationId xmlns:a16="http://schemas.microsoft.com/office/drawing/2014/main" id="{F79C36E5-0718-6E31-DA71-8E6886F5F309}"/>
                    </a:ext>
                  </a:extLst>
                </p:cNvPr>
                <p:cNvSpPr/>
                <p:nvPr/>
              </p:nvSpPr>
              <p:spPr>
                <a:xfrm>
                  <a:off x="361201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1" name="pg2321">
                  <a:extLst>
                    <a:ext uri="{FF2B5EF4-FFF2-40B4-BE49-F238E27FC236}">
                      <a16:creationId xmlns:a16="http://schemas.microsoft.com/office/drawing/2014/main" id="{AAC31972-B9DD-DF5A-4759-144D5F7E7E1E}"/>
                    </a:ext>
                  </a:extLst>
                </p:cNvPr>
                <p:cNvSpPr/>
                <p:nvPr/>
              </p:nvSpPr>
              <p:spPr>
                <a:xfrm>
                  <a:off x="362365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2" name="pg2322">
                  <a:extLst>
                    <a:ext uri="{FF2B5EF4-FFF2-40B4-BE49-F238E27FC236}">
                      <a16:creationId xmlns:a16="http://schemas.microsoft.com/office/drawing/2014/main" id="{CB7BDCF0-83D6-8C98-5D5A-2AA7EF87805E}"/>
                    </a:ext>
                  </a:extLst>
                </p:cNvPr>
                <p:cNvSpPr/>
                <p:nvPr/>
              </p:nvSpPr>
              <p:spPr>
                <a:xfrm>
                  <a:off x="3635291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3" name="pg2323">
                  <a:extLst>
                    <a:ext uri="{FF2B5EF4-FFF2-40B4-BE49-F238E27FC236}">
                      <a16:creationId xmlns:a16="http://schemas.microsoft.com/office/drawing/2014/main" id="{EA7B7B1C-6102-4E06-FA34-7E2F36D1B835}"/>
                    </a:ext>
                  </a:extLst>
                </p:cNvPr>
                <p:cNvSpPr/>
                <p:nvPr/>
              </p:nvSpPr>
              <p:spPr>
                <a:xfrm>
                  <a:off x="364692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4" name="pg2324">
                  <a:extLst>
                    <a:ext uri="{FF2B5EF4-FFF2-40B4-BE49-F238E27FC236}">
                      <a16:creationId xmlns:a16="http://schemas.microsoft.com/office/drawing/2014/main" id="{AEB7042A-E545-E540-AD55-2CEB0BAF54CC}"/>
                    </a:ext>
                  </a:extLst>
                </p:cNvPr>
                <p:cNvSpPr/>
                <p:nvPr/>
              </p:nvSpPr>
              <p:spPr>
                <a:xfrm>
                  <a:off x="365856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5" name="pg2325">
                  <a:extLst>
                    <a:ext uri="{FF2B5EF4-FFF2-40B4-BE49-F238E27FC236}">
                      <a16:creationId xmlns:a16="http://schemas.microsoft.com/office/drawing/2014/main" id="{036AD138-1840-2071-CF04-F28BFA4343A9}"/>
                    </a:ext>
                  </a:extLst>
                </p:cNvPr>
                <p:cNvSpPr/>
                <p:nvPr/>
              </p:nvSpPr>
              <p:spPr>
                <a:xfrm>
                  <a:off x="3670203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6" name="pg2326">
                  <a:extLst>
                    <a:ext uri="{FF2B5EF4-FFF2-40B4-BE49-F238E27FC236}">
                      <a16:creationId xmlns:a16="http://schemas.microsoft.com/office/drawing/2014/main" id="{27345DA3-3E48-4AA7-0224-47FAFC18B524}"/>
                    </a:ext>
                  </a:extLst>
                </p:cNvPr>
                <p:cNvSpPr/>
                <p:nvPr/>
              </p:nvSpPr>
              <p:spPr>
                <a:xfrm>
                  <a:off x="368184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7" name="pg2327">
                  <a:extLst>
                    <a:ext uri="{FF2B5EF4-FFF2-40B4-BE49-F238E27FC236}">
                      <a16:creationId xmlns:a16="http://schemas.microsoft.com/office/drawing/2014/main" id="{DD6CA535-2BA0-4D60-C51B-BB3CB9B3304C}"/>
                    </a:ext>
                  </a:extLst>
                </p:cNvPr>
                <p:cNvSpPr/>
                <p:nvPr/>
              </p:nvSpPr>
              <p:spPr>
                <a:xfrm>
                  <a:off x="369347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8" name="pg2328">
                  <a:extLst>
                    <a:ext uri="{FF2B5EF4-FFF2-40B4-BE49-F238E27FC236}">
                      <a16:creationId xmlns:a16="http://schemas.microsoft.com/office/drawing/2014/main" id="{11937E16-74B6-C5C9-A7FA-79B816DD2614}"/>
                    </a:ext>
                  </a:extLst>
                </p:cNvPr>
                <p:cNvSpPr/>
                <p:nvPr/>
              </p:nvSpPr>
              <p:spPr>
                <a:xfrm>
                  <a:off x="3705115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9" name="pg2329">
                  <a:extLst>
                    <a:ext uri="{FF2B5EF4-FFF2-40B4-BE49-F238E27FC236}">
                      <a16:creationId xmlns:a16="http://schemas.microsoft.com/office/drawing/2014/main" id="{96399031-F4F6-09B3-E38F-4BD6ECDA71CC}"/>
                    </a:ext>
                  </a:extLst>
                </p:cNvPr>
                <p:cNvSpPr/>
                <p:nvPr/>
              </p:nvSpPr>
              <p:spPr>
                <a:xfrm>
                  <a:off x="371675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0" name="pg2330">
                  <a:extLst>
                    <a:ext uri="{FF2B5EF4-FFF2-40B4-BE49-F238E27FC236}">
                      <a16:creationId xmlns:a16="http://schemas.microsoft.com/office/drawing/2014/main" id="{7ADE1C1A-40B3-8535-10D7-D735CE0193BF}"/>
                    </a:ext>
                  </a:extLst>
                </p:cNvPr>
                <p:cNvSpPr/>
                <p:nvPr/>
              </p:nvSpPr>
              <p:spPr>
                <a:xfrm>
                  <a:off x="372839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1" name="pg2331">
                  <a:extLst>
                    <a:ext uri="{FF2B5EF4-FFF2-40B4-BE49-F238E27FC236}">
                      <a16:creationId xmlns:a16="http://schemas.microsoft.com/office/drawing/2014/main" id="{1DB7AF4C-1217-87A0-7EEC-392EE4043128}"/>
                    </a:ext>
                  </a:extLst>
                </p:cNvPr>
                <p:cNvSpPr/>
                <p:nvPr/>
              </p:nvSpPr>
              <p:spPr>
                <a:xfrm>
                  <a:off x="3740027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2" name="pg2332">
                  <a:extLst>
                    <a:ext uri="{FF2B5EF4-FFF2-40B4-BE49-F238E27FC236}">
                      <a16:creationId xmlns:a16="http://schemas.microsoft.com/office/drawing/2014/main" id="{5021346A-17D7-7445-DBE4-8061246C6B48}"/>
                    </a:ext>
                  </a:extLst>
                </p:cNvPr>
                <p:cNvSpPr/>
                <p:nvPr/>
              </p:nvSpPr>
              <p:spPr>
                <a:xfrm>
                  <a:off x="375166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3" name="pg2333">
                  <a:extLst>
                    <a:ext uri="{FF2B5EF4-FFF2-40B4-BE49-F238E27FC236}">
                      <a16:creationId xmlns:a16="http://schemas.microsoft.com/office/drawing/2014/main" id="{7A4A8927-BAB6-0832-9A99-AB3D418F4F55}"/>
                    </a:ext>
                  </a:extLst>
                </p:cNvPr>
                <p:cNvSpPr/>
                <p:nvPr/>
              </p:nvSpPr>
              <p:spPr>
                <a:xfrm>
                  <a:off x="376330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4" name="pg2334">
                  <a:extLst>
                    <a:ext uri="{FF2B5EF4-FFF2-40B4-BE49-F238E27FC236}">
                      <a16:creationId xmlns:a16="http://schemas.microsoft.com/office/drawing/2014/main" id="{6EC06430-C5E2-37E0-BC92-19C628937BE4}"/>
                    </a:ext>
                  </a:extLst>
                </p:cNvPr>
                <p:cNvSpPr/>
                <p:nvPr/>
              </p:nvSpPr>
              <p:spPr>
                <a:xfrm>
                  <a:off x="3774939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5" name="pg2335">
                  <a:extLst>
                    <a:ext uri="{FF2B5EF4-FFF2-40B4-BE49-F238E27FC236}">
                      <a16:creationId xmlns:a16="http://schemas.microsoft.com/office/drawing/2014/main" id="{89E287CD-B35A-8836-5740-739020F781D4}"/>
                    </a:ext>
                  </a:extLst>
                </p:cNvPr>
                <p:cNvSpPr/>
                <p:nvPr/>
              </p:nvSpPr>
              <p:spPr>
                <a:xfrm>
                  <a:off x="378657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6" name="pg2336">
                  <a:extLst>
                    <a:ext uri="{FF2B5EF4-FFF2-40B4-BE49-F238E27FC236}">
                      <a16:creationId xmlns:a16="http://schemas.microsoft.com/office/drawing/2014/main" id="{C4BFADA3-11DE-6D1E-B0F8-3C39A5939F59}"/>
                    </a:ext>
                  </a:extLst>
                </p:cNvPr>
                <p:cNvSpPr/>
                <p:nvPr/>
              </p:nvSpPr>
              <p:spPr>
                <a:xfrm>
                  <a:off x="379821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7" name="pg2337">
                  <a:extLst>
                    <a:ext uri="{FF2B5EF4-FFF2-40B4-BE49-F238E27FC236}">
                      <a16:creationId xmlns:a16="http://schemas.microsoft.com/office/drawing/2014/main" id="{FCD8F812-6204-3A36-B50D-AE356E4246A8}"/>
                    </a:ext>
                  </a:extLst>
                </p:cNvPr>
                <p:cNvSpPr/>
                <p:nvPr/>
              </p:nvSpPr>
              <p:spPr>
                <a:xfrm>
                  <a:off x="3809851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8" name="pg2338">
                  <a:extLst>
                    <a:ext uri="{FF2B5EF4-FFF2-40B4-BE49-F238E27FC236}">
                      <a16:creationId xmlns:a16="http://schemas.microsoft.com/office/drawing/2014/main" id="{14EB538D-D4AB-C88A-A4E5-AC770D30BF92}"/>
                    </a:ext>
                  </a:extLst>
                </p:cNvPr>
                <p:cNvSpPr/>
                <p:nvPr/>
              </p:nvSpPr>
              <p:spPr>
                <a:xfrm>
                  <a:off x="382148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9" name="pg2339">
                  <a:extLst>
                    <a:ext uri="{FF2B5EF4-FFF2-40B4-BE49-F238E27FC236}">
                      <a16:creationId xmlns:a16="http://schemas.microsoft.com/office/drawing/2014/main" id="{04930A29-3FA2-AE93-B21E-2CB355061B57}"/>
                    </a:ext>
                  </a:extLst>
                </p:cNvPr>
                <p:cNvSpPr/>
                <p:nvPr/>
              </p:nvSpPr>
              <p:spPr>
                <a:xfrm>
                  <a:off x="383312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0" name="pg2340">
                  <a:extLst>
                    <a:ext uri="{FF2B5EF4-FFF2-40B4-BE49-F238E27FC236}">
                      <a16:creationId xmlns:a16="http://schemas.microsoft.com/office/drawing/2014/main" id="{B199BBEE-DC4F-BCC0-EDC7-2173863F160A}"/>
                    </a:ext>
                  </a:extLst>
                </p:cNvPr>
                <p:cNvSpPr/>
                <p:nvPr/>
              </p:nvSpPr>
              <p:spPr>
                <a:xfrm>
                  <a:off x="3844763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1" name="pg2341">
                  <a:extLst>
                    <a:ext uri="{FF2B5EF4-FFF2-40B4-BE49-F238E27FC236}">
                      <a16:creationId xmlns:a16="http://schemas.microsoft.com/office/drawing/2014/main" id="{09F8A24C-9763-F773-C4D4-72F761FA31CE}"/>
                    </a:ext>
                  </a:extLst>
                </p:cNvPr>
                <p:cNvSpPr/>
                <p:nvPr/>
              </p:nvSpPr>
              <p:spPr>
                <a:xfrm>
                  <a:off x="385640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2" name="pg2342">
                  <a:extLst>
                    <a:ext uri="{FF2B5EF4-FFF2-40B4-BE49-F238E27FC236}">
                      <a16:creationId xmlns:a16="http://schemas.microsoft.com/office/drawing/2014/main" id="{B169D14D-5C94-59BF-667E-16D5EAE27D06}"/>
                    </a:ext>
                  </a:extLst>
                </p:cNvPr>
                <p:cNvSpPr/>
                <p:nvPr/>
              </p:nvSpPr>
              <p:spPr>
                <a:xfrm>
                  <a:off x="386803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3" name="pg2343">
                  <a:extLst>
                    <a:ext uri="{FF2B5EF4-FFF2-40B4-BE49-F238E27FC236}">
                      <a16:creationId xmlns:a16="http://schemas.microsoft.com/office/drawing/2014/main" id="{DCED91C8-9F1D-0F18-9162-E066FC548516}"/>
                    </a:ext>
                  </a:extLst>
                </p:cNvPr>
                <p:cNvSpPr/>
                <p:nvPr/>
              </p:nvSpPr>
              <p:spPr>
                <a:xfrm>
                  <a:off x="3879675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4" name="pg2344">
                  <a:extLst>
                    <a:ext uri="{FF2B5EF4-FFF2-40B4-BE49-F238E27FC236}">
                      <a16:creationId xmlns:a16="http://schemas.microsoft.com/office/drawing/2014/main" id="{EB4B446D-E55C-2F56-502B-35B91B301333}"/>
                    </a:ext>
                  </a:extLst>
                </p:cNvPr>
                <p:cNvSpPr/>
                <p:nvPr/>
              </p:nvSpPr>
              <p:spPr>
                <a:xfrm>
                  <a:off x="389131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5" name="pg2345">
                  <a:extLst>
                    <a:ext uri="{FF2B5EF4-FFF2-40B4-BE49-F238E27FC236}">
                      <a16:creationId xmlns:a16="http://schemas.microsoft.com/office/drawing/2014/main" id="{9BC04918-1332-F52A-4349-BE727A3EB5E2}"/>
                    </a:ext>
                  </a:extLst>
                </p:cNvPr>
                <p:cNvSpPr/>
                <p:nvPr/>
              </p:nvSpPr>
              <p:spPr>
                <a:xfrm>
                  <a:off x="390295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6" name="pg2346">
                  <a:extLst>
                    <a:ext uri="{FF2B5EF4-FFF2-40B4-BE49-F238E27FC236}">
                      <a16:creationId xmlns:a16="http://schemas.microsoft.com/office/drawing/2014/main" id="{4146DBB2-D6F2-9CDC-CCEF-B5CA36BFFF2A}"/>
                    </a:ext>
                  </a:extLst>
                </p:cNvPr>
                <p:cNvSpPr/>
                <p:nvPr/>
              </p:nvSpPr>
              <p:spPr>
                <a:xfrm>
                  <a:off x="3914587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7" name="pg2347">
                  <a:extLst>
                    <a:ext uri="{FF2B5EF4-FFF2-40B4-BE49-F238E27FC236}">
                      <a16:creationId xmlns:a16="http://schemas.microsoft.com/office/drawing/2014/main" id="{7873940F-7997-3B48-0ED9-1D6C860A74A4}"/>
                    </a:ext>
                  </a:extLst>
                </p:cNvPr>
                <p:cNvSpPr/>
                <p:nvPr/>
              </p:nvSpPr>
              <p:spPr>
                <a:xfrm>
                  <a:off x="392622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E">
                    <a:alpha val="100000"/>
                  </a:srgbClr>
                </a:solidFill>
                <a:ln w="5420" cap="flat">
                  <a:solidFill>
                    <a:srgbClr val="64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8" name="pg2348">
                  <a:extLst>
                    <a:ext uri="{FF2B5EF4-FFF2-40B4-BE49-F238E27FC236}">
                      <a16:creationId xmlns:a16="http://schemas.microsoft.com/office/drawing/2014/main" id="{D8D50EDF-02C0-56B2-770D-53DE0582CEE4}"/>
                    </a:ext>
                  </a:extLst>
                </p:cNvPr>
                <p:cNvSpPr/>
                <p:nvPr/>
              </p:nvSpPr>
              <p:spPr>
                <a:xfrm>
                  <a:off x="393786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9" name="pg2349">
                  <a:extLst>
                    <a:ext uri="{FF2B5EF4-FFF2-40B4-BE49-F238E27FC236}">
                      <a16:creationId xmlns:a16="http://schemas.microsoft.com/office/drawing/2014/main" id="{30A07BAB-52B4-3D81-61E3-1A3062E26B21}"/>
                    </a:ext>
                  </a:extLst>
                </p:cNvPr>
                <p:cNvSpPr/>
                <p:nvPr/>
              </p:nvSpPr>
              <p:spPr>
                <a:xfrm>
                  <a:off x="3949499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0" name="pg2350">
                  <a:extLst>
                    <a:ext uri="{FF2B5EF4-FFF2-40B4-BE49-F238E27FC236}">
                      <a16:creationId xmlns:a16="http://schemas.microsoft.com/office/drawing/2014/main" id="{FE572FD5-C344-06C0-5823-4D37D439B299}"/>
                    </a:ext>
                  </a:extLst>
                </p:cNvPr>
                <p:cNvSpPr/>
                <p:nvPr/>
              </p:nvSpPr>
              <p:spPr>
                <a:xfrm>
                  <a:off x="396113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1" name="pg2351">
                  <a:extLst>
                    <a:ext uri="{FF2B5EF4-FFF2-40B4-BE49-F238E27FC236}">
                      <a16:creationId xmlns:a16="http://schemas.microsoft.com/office/drawing/2014/main" id="{D14A8E25-7A11-3C6A-24C7-339ADCFF9960}"/>
                    </a:ext>
                  </a:extLst>
                </p:cNvPr>
                <p:cNvSpPr/>
                <p:nvPr/>
              </p:nvSpPr>
              <p:spPr>
                <a:xfrm>
                  <a:off x="397277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2" name="pg2352">
                  <a:extLst>
                    <a:ext uri="{FF2B5EF4-FFF2-40B4-BE49-F238E27FC236}">
                      <a16:creationId xmlns:a16="http://schemas.microsoft.com/office/drawing/2014/main" id="{A5410A25-72E8-1BE3-2E14-8A316261BE7A}"/>
                    </a:ext>
                  </a:extLst>
                </p:cNvPr>
                <p:cNvSpPr/>
                <p:nvPr/>
              </p:nvSpPr>
              <p:spPr>
                <a:xfrm>
                  <a:off x="3984411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3" name="pg2353">
                  <a:extLst>
                    <a:ext uri="{FF2B5EF4-FFF2-40B4-BE49-F238E27FC236}">
                      <a16:creationId xmlns:a16="http://schemas.microsoft.com/office/drawing/2014/main" id="{4D2FACDE-8D57-0F09-54B9-26325EEA7A5F}"/>
                    </a:ext>
                  </a:extLst>
                </p:cNvPr>
                <p:cNvSpPr/>
                <p:nvPr/>
              </p:nvSpPr>
              <p:spPr>
                <a:xfrm>
                  <a:off x="399604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4" name="pg2354">
                  <a:extLst>
                    <a:ext uri="{FF2B5EF4-FFF2-40B4-BE49-F238E27FC236}">
                      <a16:creationId xmlns:a16="http://schemas.microsoft.com/office/drawing/2014/main" id="{052F9193-0944-1746-39BD-C721D04FB19A}"/>
                    </a:ext>
                  </a:extLst>
                </p:cNvPr>
                <p:cNvSpPr/>
                <p:nvPr/>
              </p:nvSpPr>
              <p:spPr>
                <a:xfrm>
                  <a:off x="400768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5" name="pg2355">
                  <a:extLst>
                    <a:ext uri="{FF2B5EF4-FFF2-40B4-BE49-F238E27FC236}">
                      <a16:creationId xmlns:a16="http://schemas.microsoft.com/office/drawing/2014/main" id="{614E731E-0A20-3FBB-1C0C-81CDA660FA23}"/>
                    </a:ext>
                  </a:extLst>
                </p:cNvPr>
                <p:cNvSpPr/>
                <p:nvPr/>
              </p:nvSpPr>
              <p:spPr>
                <a:xfrm>
                  <a:off x="4019323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6" name="pg2356">
                  <a:extLst>
                    <a:ext uri="{FF2B5EF4-FFF2-40B4-BE49-F238E27FC236}">
                      <a16:creationId xmlns:a16="http://schemas.microsoft.com/office/drawing/2014/main" id="{55EB99D8-06B2-A177-530C-61E2B7906806}"/>
                    </a:ext>
                  </a:extLst>
                </p:cNvPr>
                <p:cNvSpPr/>
                <p:nvPr/>
              </p:nvSpPr>
              <p:spPr>
                <a:xfrm>
                  <a:off x="403096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7" name="pg2357">
                  <a:extLst>
                    <a:ext uri="{FF2B5EF4-FFF2-40B4-BE49-F238E27FC236}">
                      <a16:creationId xmlns:a16="http://schemas.microsoft.com/office/drawing/2014/main" id="{81E5AA38-9F63-4A26-3470-4476EE6AB755}"/>
                    </a:ext>
                  </a:extLst>
                </p:cNvPr>
                <p:cNvSpPr/>
                <p:nvPr/>
              </p:nvSpPr>
              <p:spPr>
                <a:xfrm>
                  <a:off x="404259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8" name="pg2358">
                  <a:extLst>
                    <a:ext uri="{FF2B5EF4-FFF2-40B4-BE49-F238E27FC236}">
                      <a16:creationId xmlns:a16="http://schemas.microsoft.com/office/drawing/2014/main" id="{EB4E044E-A1D5-72B7-638A-D82CBDC5839A}"/>
                    </a:ext>
                  </a:extLst>
                </p:cNvPr>
                <p:cNvSpPr/>
                <p:nvPr/>
              </p:nvSpPr>
              <p:spPr>
                <a:xfrm>
                  <a:off x="4054235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9" name="pg2359">
                  <a:extLst>
                    <a:ext uri="{FF2B5EF4-FFF2-40B4-BE49-F238E27FC236}">
                      <a16:creationId xmlns:a16="http://schemas.microsoft.com/office/drawing/2014/main" id="{67E3598E-DB8C-4A5F-BF7A-B3A7F8395839}"/>
                    </a:ext>
                  </a:extLst>
                </p:cNvPr>
                <p:cNvSpPr/>
                <p:nvPr/>
              </p:nvSpPr>
              <p:spPr>
                <a:xfrm>
                  <a:off x="406587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0" name="pg2360">
                  <a:extLst>
                    <a:ext uri="{FF2B5EF4-FFF2-40B4-BE49-F238E27FC236}">
                      <a16:creationId xmlns:a16="http://schemas.microsoft.com/office/drawing/2014/main" id="{022D0758-D8CB-6AED-820E-3DD5FB85E417}"/>
                    </a:ext>
                  </a:extLst>
                </p:cNvPr>
                <p:cNvSpPr/>
                <p:nvPr/>
              </p:nvSpPr>
              <p:spPr>
                <a:xfrm>
                  <a:off x="407751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1" name="pg2361">
                  <a:extLst>
                    <a:ext uri="{FF2B5EF4-FFF2-40B4-BE49-F238E27FC236}">
                      <a16:creationId xmlns:a16="http://schemas.microsoft.com/office/drawing/2014/main" id="{9B3D9E41-1965-925F-7A0C-B4468F92175F}"/>
                    </a:ext>
                  </a:extLst>
                </p:cNvPr>
                <p:cNvSpPr/>
                <p:nvPr/>
              </p:nvSpPr>
              <p:spPr>
                <a:xfrm>
                  <a:off x="4089147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2" name="pg2362">
                  <a:extLst>
                    <a:ext uri="{FF2B5EF4-FFF2-40B4-BE49-F238E27FC236}">
                      <a16:creationId xmlns:a16="http://schemas.microsoft.com/office/drawing/2014/main" id="{310CED92-4A4E-1DEF-1CEF-C7A472226C28}"/>
                    </a:ext>
                  </a:extLst>
                </p:cNvPr>
                <p:cNvSpPr/>
                <p:nvPr/>
              </p:nvSpPr>
              <p:spPr>
                <a:xfrm>
                  <a:off x="410078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3" name="pg2363">
                  <a:extLst>
                    <a:ext uri="{FF2B5EF4-FFF2-40B4-BE49-F238E27FC236}">
                      <a16:creationId xmlns:a16="http://schemas.microsoft.com/office/drawing/2014/main" id="{F13221CB-EEDC-299A-EFAD-3D17B9A838E2}"/>
                    </a:ext>
                  </a:extLst>
                </p:cNvPr>
                <p:cNvSpPr/>
                <p:nvPr/>
              </p:nvSpPr>
              <p:spPr>
                <a:xfrm>
                  <a:off x="411242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4" name="pg2364">
                  <a:extLst>
                    <a:ext uri="{FF2B5EF4-FFF2-40B4-BE49-F238E27FC236}">
                      <a16:creationId xmlns:a16="http://schemas.microsoft.com/office/drawing/2014/main" id="{F29B222E-A732-C246-9BC3-709630710BE0}"/>
                    </a:ext>
                  </a:extLst>
                </p:cNvPr>
                <p:cNvSpPr/>
                <p:nvPr/>
              </p:nvSpPr>
              <p:spPr>
                <a:xfrm>
                  <a:off x="4124059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5" name="pg2365">
                  <a:extLst>
                    <a:ext uri="{FF2B5EF4-FFF2-40B4-BE49-F238E27FC236}">
                      <a16:creationId xmlns:a16="http://schemas.microsoft.com/office/drawing/2014/main" id="{CC2451C2-F343-1F8E-EF58-8052D4BEC5B2}"/>
                    </a:ext>
                  </a:extLst>
                </p:cNvPr>
                <p:cNvSpPr/>
                <p:nvPr/>
              </p:nvSpPr>
              <p:spPr>
                <a:xfrm>
                  <a:off x="413569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6" name="pg2366">
                  <a:extLst>
                    <a:ext uri="{FF2B5EF4-FFF2-40B4-BE49-F238E27FC236}">
                      <a16:creationId xmlns:a16="http://schemas.microsoft.com/office/drawing/2014/main" id="{5FB991F1-7A24-9010-29FC-9DE828C74871}"/>
                    </a:ext>
                  </a:extLst>
                </p:cNvPr>
                <p:cNvSpPr/>
                <p:nvPr/>
              </p:nvSpPr>
              <p:spPr>
                <a:xfrm>
                  <a:off x="414733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7" name="pg2367">
                  <a:extLst>
                    <a:ext uri="{FF2B5EF4-FFF2-40B4-BE49-F238E27FC236}">
                      <a16:creationId xmlns:a16="http://schemas.microsoft.com/office/drawing/2014/main" id="{363BBEEA-5FB4-E0A6-6D6C-0882220EBDB1}"/>
                    </a:ext>
                  </a:extLst>
                </p:cNvPr>
                <p:cNvSpPr/>
                <p:nvPr/>
              </p:nvSpPr>
              <p:spPr>
                <a:xfrm>
                  <a:off x="455464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8" name="pg2368">
                  <a:extLst>
                    <a:ext uri="{FF2B5EF4-FFF2-40B4-BE49-F238E27FC236}">
                      <a16:creationId xmlns:a16="http://schemas.microsoft.com/office/drawing/2014/main" id="{95B4CF61-A52A-E48D-66AD-BF392839F2FD}"/>
                    </a:ext>
                  </a:extLst>
                </p:cNvPr>
                <p:cNvSpPr/>
                <p:nvPr/>
              </p:nvSpPr>
              <p:spPr>
                <a:xfrm>
                  <a:off x="456627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9" name="pg2369">
                  <a:extLst>
                    <a:ext uri="{FF2B5EF4-FFF2-40B4-BE49-F238E27FC236}">
                      <a16:creationId xmlns:a16="http://schemas.microsoft.com/office/drawing/2014/main" id="{0E0F5839-32BC-DB29-D042-E8128DBB65D0}"/>
                    </a:ext>
                  </a:extLst>
                </p:cNvPr>
                <p:cNvSpPr/>
                <p:nvPr/>
              </p:nvSpPr>
              <p:spPr>
                <a:xfrm>
                  <a:off x="4577915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0" name="pg2370">
                  <a:extLst>
                    <a:ext uri="{FF2B5EF4-FFF2-40B4-BE49-F238E27FC236}">
                      <a16:creationId xmlns:a16="http://schemas.microsoft.com/office/drawing/2014/main" id="{52479342-699D-539B-01D3-0068BDED3C29}"/>
                    </a:ext>
                  </a:extLst>
                </p:cNvPr>
                <p:cNvSpPr/>
                <p:nvPr/>
              </p:nvSpPr>
              <p:spPr>
                <a:xfrm>
                  <a:off x="458955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1" name="pg2371">
                  <a:extLst>
                    <a:ext uri="{FF2B5EF4-FFF2-40B4-BE49-F238E27FC236}">
                      <a16:creationId xmlns:a16="http://schemas.microsoft.com/office/drawing/2014/main" id="{E731D9A7-638B-9939-AF13-FA45E804662D}"/>
                    </a:ext>
                  </a:extLst>
                </p:cNvPr>
                <p:cNvSpPr/>
                <p:nvPr/>
              </p:nvSpPr>
              <p:spPr>
                <a:xfrm>
                  <a:off x="3600379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2" name="pg2372">
                  <a:extLst>
                    <a:ext uri="{FF2B5EF4-FFF2-40B4-BE49-F238E27FC236}">
                      <a16:creationId xmlns:a16="http://schemas.microsoft.com/office/drawing/2014/main" id="{B26FC145-EF64-4CCF-773E-888AE74EAF39}"/>
                    </a:ext>
                  </a:extLst>
                </p:cNvPr>
                <p:cNvSpPr/>
                <p:nvPr/>
              </p:nvSpPr>
              <p:spPr>
                <a:xfrm>
                  <a:off x="361201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3" name="pg2373">
                  <a:extLst>
                    <a:ext uri="{FF2B5EF4-FFF2-40B4-BE49-F238E27FC236}">
                      <a16:creationId xmlns:a16="http://schemas.microsoft.com/office/drawing/2014/main" id="{5ED32BF8-E793-6F64-91D0-09A33F98454A}"/>
                    </a:ext>
                  </a:extLst>
                </p:cNvPr>
                <p:cNvSpPr/>
                <p:nvPr/>
              </p:nvSpPr>
              <p:spPr>
                <a:xfrm>
                  <a:off x="362365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4" name="pg2374">
                  <a:extLst>
                    <a:ext uri="{FF2B5EF4-FFF2-40B4-BE49-F238E27FC236}">
                      <a16:creationId xmlns:a16="http://schemas.microsoft.com/office/drawing/2014/main" id="{943112C3-85D5-3B35-829B-D6367C65F6F7}"/>
                    </a:ext>
                  </a:extLst>
                </p:cNvPr>
                <p:cNvSpPr/>
                <p:nvPr/>
              </p:nvSpPr>
              <p:spPr>
                <a:xfrm>
                  <a:off x="3635291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5" name="pg2375">
                  <a:extLst>
                    <a:ext uri="{FF2B5EF4-FFF2-40B4-BE49-F238E27FC236}">
                      <a16:creationId xmlns:a16="http://schemas.microsoft.com/office/drawing/2014/main" id="{46B57DDE-BB1B-FB51-5034-5C81B7CC9FF3}"/>
                    </a:ext>
                  </a:extLst>
                </p:cNvPr>
                <p:cNvSpPr/>
                <p:nvPr/>
              </p:nvSpPr>
              <p:spPr>
                <a:xfrm>
                  <a:off x="364692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6" name="pg2376">
                  <a:extLst>
                    <a:ext uri="{FF2B5EF4-FFF2-40B4-BE49-F238E27FC236}">
                      <a16:creationId xmlns:a16="http://schemas.microsoft.com/office/drawing/2014/main" id="{563AB488-0571-3615-A807-D4197EB68992}"/>
                    </a:ext>
                  </a:extLst>
                </p:cNvPr>
                <p:cNvSpPr/>
                <p:nvPr/>
              </p:nvSpPr>
              <p:spPr>
                <a:xfrm>
                  <a:off x="365856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7" name="pg2377">
                  <a:extLst>
                    <a:ext uri="{FF2B5EF4-FFF2-40B4-BE49-F238E27FC236}">
                      <a16:creationId xmlns:a16="http://schemas.microsoft.com/office/drawing/2014/main" id="{8683FE52-9D27-8A9F-F0CC-380DFFC14954}"/>
                    </a:ext>
                  </a:extLst>
                </p:cNvPr>
                <p:cNvSpPr/>
                <p:nvPr/>
              </p:nvSpPr>
              <p:spPr>
                <a:xfrm>
                  <a:off x="3670203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8" name="pg2378">
                  <a:extLst>
                    <a:ext uri="{FF2B5EF4-FFF2-40B4-BE49-F238E27FC236}">
                      <a16:creationId xmlns:a16="http://schemas.microsoft.com/office/drawing/2014/main" id="{3ED4081A-2C1C-2EED-7A05-22135146231F}"/>
                    </a:ext>
                  </a:extLst>
                </p:cNvPr>
                <p:cNvSpPr/>
                <p:nvPr/>
              </p:nvSpPr>
              <p:spPr>
                <a:xfrm>
                  <a:off x="368184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9" name="pg2379">
                  <a:extLst>
                    <a:ext uri="{FF2B5EF4-FFF2-40B4-BE49-F238E27FC236}">
                      <a16:creationId xmlns:a16="http://schemas.microsoft.com/office/drawing/2014/main" id="{2C08BF93-00CB-FD63-3B1D-A463222B07FC}"/>
                    </a:ext>
                  </a:extLst>
                </p:cNvPr>
                <p:cNvSpPr/>
                <p:nvPr/>
              </p:nvSpPr>
              <p:spPr>
                <a:xfrm>
                  <a:off x="369347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0" name="pg2380">
                  <a:extLst>
                    <a:ext uri="{FF2B5EF4-FFF2-40B4-BE49-F238E27FC236}">
                      <a16:creationId xmlns:a16="http://schemas.microsoft.com/office/drawing/2014/main" id="{1AB75D09-91DF-15A5-9AC4-CC6971CBA446}"/>
                    </a:ext>
                  </a:extLst>
                </p:cNvPr>
                <p:cNvSpPr/>
                <p:nvPr/>
              </p:nvSpPr>
              <p:spPr>
                <a:xfrm>
                  <a:off x="3705115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1" name="pg2381">
                  <a:extLst>
                    <a:ext uri="{FF2B5EF4-FFF2-40B4-BE49-F238E27FC236}">
                      <a16:creationId xmlns:a16="http://schemas.microsoft.com/office/drawing/2014/main" id="{07ADB9BB-C611-07CC-1AEE-0E1291BDDA82}"/>
                    </a:ext>
                  </a:extLst>
                </p:cNvPr>
                <p:cNvSpPr/>
                <p:nvPr/>
              </p:nvSpPr>
              <p:spPr>
                <a:xfrm>
                  <a:off x="371675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2" name="pg2382">
                  <a:extLst>
                    <a:ext uri="{FF2B5EF4-FFF2-40B4-BE49-F238E27FC236}">
                      <a16:creationId xmlns:a16="http://schemas.microsoft.com/office/drawing/2014/main" id="{B98682A5-ED5E-AF84-952E-FA8ADAB20801}"/>
                    </a:ext>
                  </a:extLst>
                </p:cNvPr>
                <p:cNvSpPr/>
                <p:nvPr/>
              </p:nvSpPr>
              <p:spPr>
                <a:xfrm>
                  <a:off x="372839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3" name="pg2383">
                  <a:extLst>
                    <a:ext uri="{FF2B5EF4-FFF2-40B4-BE49-F238E27FC236}">
                      <a16:creationId xmlns:a16="http://schemas.microsoft.com/office/drawing/2014/main" id="{91103598-B468-B97E-9EF2-73392EE04E38}"/>
                    </a:ext>
                  </a:extLst>
                </p:cNvPr>
                <p:cNvSpPr/>
                <p:nvPr/>
              </p:nvSpPr>
              <p:spPr>
                <a:xfrm>
                  <a:off x="3740027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4" name="pg2384">
                  <a:extLst>
                    <a:ext uri="{FF2B5EF4-FFF2-40B4-BE49-F238E27FC236}">
                      <a16:creationId xmlns:a16="http://schemas.microsoft.com/office/drawing/2014/main" id="{6A3F33A6-8DF7-19AD-80CF-9DCDE5158712}"/>
                    </a:ext>
                  </a:extLst>
                </p:cNvPr>
                <p:cNvSpPr/>
                <p:nvPr/>
              </p:nvSpPr>
              <p:spPr>
                <a:xfrm>
                  <a:off x="375166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5" name="pg2385">
                  <a:extLst>
                    <a:ext uri="{FF2B5EF4-FFF2-40B4-BE49-F238E27FC236}">
                      <a16:creationId xmlns:a16="http://schemas.microsoft.com/office/drawing/2014/main" id="{27F0DBDF-B25C-E074-90F7-73BBBFAC056A}"/>
                    </a:ext>
                  </a:extLst>
                </p:cNvPr>
                <p:cNvSpPr/>
                <p:nvPr/>
              </p:nvSpPr>
              <p:spPr>
                <a:xfrm>
                  <a:off x="376330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6" name="pg2386">
                  <a:extLst>
                    <a:ext uri="{FF2B5EF4-FFF2-40B4-BE49-F238E27FC236}">
                      <a16:creationId xmlns:a16="http://schemas.microsoft.com/office/drawing/2014/main" id="{5D0D2DF3-3249-FC45-E4A1-A320EEBE0FF2}"/>
                    </a:ext>
                  </a:extLst>
                </p:cNvPr>
                <p:cNvSpPr/>
                <p:nvPr/>
              </p:nvSpPr>
              <p:spPr>
                <a:xfrm>
                  <a:off x="3774939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7" name="pg2387">
                  <a:extLst>
                    <a:ext uri="{FF2B5EF4-FFF2-40B4-BE49-F238E27FC236}">
                      <a16:creationId xmlns:a16="http://schemas.microsoft.com/office/drawing/2014/main" id="{456E4A03-606F-D3A7-68A7-811623EF06E8}"/>
                    </a:ext>
                  </a:extLst>
                </p:cNvPr>
                <p:cNvSpPr/>
                <p:nvPr/>
              </p:nvSpPr>
              <p:spPr>
                <a:xfrm>
                  <a:off x="378657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8" name="pg2388">
                  <a:extLst>
                    <a:ext uri="{FF2B5EF4-FFF2-40B4-BE49-F238E27FC236}">
                      <a16:creationId xmlns:a16="http://schemas.microsoft.com/office/drawing/2014/main" id="{4692C26A-D17F-1C0A-C1AA-BF2566066CFC}"/>
                    </a:ext>
                  </a:extLst>
                </p:cNvPr>
                <p:cNvSpPr/>
                <p:nvPr/>
              </p:nvSpPr>
              <p:spPr>
                <a:xfrm>
                  <a:off x="379821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9" name="pg2389">
                  <a:extLst>
                    <a:ext uri="{FF2B5EF4-FFF2-40B4-BE49-F238E27FC236}">
                      <a16:creationId xmlns:a16="http://schemas.microsoft.com/office/drawing/2014/main" id="{E82C0216-2551-5294-DC1F-E52A52141047}"/>
                    </a:ext>
                  </a:extLst>
                </p:cNvPr>
                <p:cNvSpPr/>
                <p:nvPr/>
              </p:nvSpPr>
              <p:spPr>
                <a:xfrm>
                  <a:off x="3809851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0" name="pg2390">
                  <a:extLst>
                    <a:ext uri="{FF2B5EF4-FFF2-40B4-BE49-F238E27FC236}">
                      <a16:creationId xmlns:a16="http://schemas.microsoft.com/office/drawing/2014/main" id="{CEFE5640-6F1D-05F8-6650-13DC0F247B3E}"/>
                    </a:ext>
                  </a:extLst>
                </p:cNvPr>
                <p:cNvSpPr/>
                <p:nvPr/>
              </p:nvSpPr>
              <p:spPr>
                <a:xfrm>
                  <a:off x="382148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1" name="pg2391">
                  <a:extLst>
                    <a:ext uri="{FF2B5EF4-FFF2-40B4-BE49-F238E27FC236}">
                      <a16:creationId xmlns:a16="http://schemas.microsoft.com/office/drawing/2014/main" id="{CBECBBF0-FCDD-6DAD-95C6-43EB0DB7C764}"/>
                    </a:ext>
                  </a:extLst>
                </p:cNvPr>
                <p:cNvSpPr/>
                <p:nvPr/>
              </p:nvSpPr>
              <p:spPr>
                <a:xfrm>
                  <a:off x="383312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2" name="pg2392">
                  <a:extLst>
                    <a:ext uri="{FF2B5EF4-FFF2-40B4-BE49-F238E27FC236}">
                      <a16:creationId xmlns:a16="http://schemas.microsoft.com/office/drawing/2014/main" id="{12EEB154-B061-2D11-3A58-1792E75E3D5E}"/>
                    </a:ext>
                  </a:extLst>
                </p:cNvPr>
                <p:cNvSpPr/>
                <p:nvPr/>
              </p:nvSpPr>
              <p:spPr>
                <a:xfrm>
                  <a:off x="3844763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3" name="pg2393">
                  <a:extLst>
                    <a:ext uri="{FF2B5EF4-FFF2-40B4-BE49-F238E27FC236}">
                      <a16:creationId xmlns:a16="http://schemas.microsoft.com/office/drawing/2014/main" id="{5CAE41ED-6084-673E-54B3-49BFC904147E}"/>
                    </a:ext>
                  </a:extLst>
                </p:cNvPr>
                <p:cNvSpPr/>
                <p:nvPr/>
              </p:nvSpPr>
              <p:spPr>
                <a:xfrm>
                  <a:off x="385640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4" name="pg2394">
                  <a:extLst>
                    <a:ext uri="{FF2B5EF4-FFF2-40B4-BE49-F238E27FC236}">
                      <a16:creationId xmlns:a16="http://schemas.microsoft.com/office/drawing/2014/main" id="{64D154EB-C288-2715-E151-BEED1FDF5440}"/>
                    </a:ext>
                  </a:extLst>
                </p:cNvPr>
                <p:cNvSpPr/>
                <p:nvPr/>
              </p:nvSpPr>
              <p:spPr>
                <a:xfrm>
                  <a:off x="386803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5" name="pg2395">
                  <a:extLst>
                    <a:ext uri="{FF2B5EF4-FFF2-40B4-BE49-F238E27FC236}">
                      <a16:creationId xmlns:a16="http://schemas.microsoft.com/office/drawing/2014/main" id="{2E270AA9-915F-9B0C-1193-76E0CB7EF862}"/>
                    </a:ext>
                  </a:extLst>
                </p:cNvPr>
                <p:cNvSpPr/>
                <p:nvPr/>
              </p:nvSpPr>
              <p:spPr>
                <a:xfrm>
                  <a:off x="3879675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6" name="pg2396">
                  <a:extLst>
                    <a:ext uri="{FF2B5EF4-FFF2-40B4-BE49-F238E27FC236}">
                      <a16:creationId xmlns:a16="http://schemas.microsoft.com/office/drawing/2014/main" id="{6964BE9D-C487-7E02-0570-4D36824A2868}"/>
                    </a:ext>
                  </a:extLst>
                </p:cNvPr>
                <p:cNvSpPr/>
                <p:nvPr/>
              </p:nvSpPr>
              <p:spPr>
                <a:xfrm>
                  <a:off x="389131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7" name="pg2397">
                  <a:extLst>
                    <a:ext uri="{FF2B5EF4-FFF2-40B4-BE49-F238E27FC236}">
                      <a16:creationId xmlns:a16="http://schemas.microsoft.com/office/drawing/2014/main" id="{9495C9B5-4C81-4705-9DCB-3537DD033221}"/>
                    </a:ext>
                  </a:extLst>
                </p:cNvPr>
                <p:cNvSpPr/>
                <p:nvPr/>
              </p:nvSpPr>
              <p:spPr>
                <a:xfrm>
                  <a:off x="390295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8" name="pg2398">
                  <a:extLst>
                    <a:ext uri="{FF2B5EF4-FFF2-40B4-BE49-F238E27FC236}">
                      <a16:creationId xmlns:a16="http://schemas.microsoft.com/office/drawing/2014/main" id="{7054165E-8184-BE5D-9DAB-A5B53269D1C4}"/>
                    </a:ext>
                  </a:extLst>
                </p:cNvPr>
                <p:cNvSpPr/>
                <p:nvPr/>
              </p:nvSpPr>
              <p:spPr>
                <a:xfrm>
                  <a:off x="3914587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9" name="pg2399">
                  <a:extLst>
                    <a:ext uri="{FF2B5EF4-FFF2-40B4-BE49-F238E27FC236}">
                      <a16:creationId xmlns:a16="http://schemas.microsoft.com/office/drawing/2014/main" id="{86A62C45-3C5F-C1DE-3D42-3F7B5D41E47B}"/>
                    </a:ext>
                  </a:extLst>
                </p:cNvPr>
                <p:cNvSpPr/>
                <p:nvPr/>
              </p:nvSpPr>
              <p:spPr>
                <a:xfrm>
                  <a:off x="392622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D">
                    <a:alpha val="100000"/>
                  </a:srgbClr>
                </a:solidFill>
                <a:ln w="5420" cap="flat">
                  <a:solidFill>
                    <a:srgbClr val="64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0" name="pg2400">
                  <a:extLst>
                    <a:ext uri="{FF2B5EF4-FFF2-40B4-BE49-F238E27FC236}">
                      <a16:creationId xmlns:a16="http://schemas.microsoft.com/office/drawing/2014/main" id="{74041B6A-A2F1-E25E-3D22-91C17988FD97}"/>
                    </a:ext>
                  </a:extLst>
                </p:cNvPr>
                <p:cNvSpPr/>
                <p:nvPr/>
              </p:nvSpPr>
              <p:spPr>
                <a:xfrm>
                  <a:off x="393786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1" name="pg2401">
                  <a:extLst>
                    <a:ext uri="{FF2B5EF4-FFF2-40B4-BE49-F238E27FC236}">
                      <a16:creationId xmlns:a16="http://schemas.microsoft.com/office/drawing/2014/main" id="{78D43073-617E-25E1-0935-8C6D79A0CAA0}"/>
                    </a:ext>
                  </a:extLst>
                </p:cNvPr>
                <p:cNvSpPr/>
                <p:nvPr/>
              </p:nvSpPr>
              <p:spPr>
                <a:xfrm>
                  <a:off x="3949499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2" name="pg2402">
                  <a:extLst>
                    <a:ext uri="{FF2B5EF4-FFF2-40B4-BE49-F238E27FC236}">
                      <a16:creationId xmlns:a16="http://schemas.microsoft.com/office/drawing/2014/main" id="{E8AB2B4C-F394-DB53-B326-9D085D156DC1}"/>
                    </a:ext>
                  </a:extLst>
                </p:cNvPr>
                <p:cNvSpPr/>
                <p:nvPr/>
              </p:nvSpPr>
              <p:spPr>
                <a:xfrm>
                  <a:off x="396113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3" name="pg2403">
                  <a:extLst>
                    <a:ext uri="{FF2B5EF4-FFF2-40B4-BE49-F238E27FC236}">
                      <a16:creationId xmlns:a16="http://schemas.microsoft.com/office/drawing/2014/main" id="{915CF45C-62A0-9447-FA8E-67DA02A651B3}"/>
                    </a:ext>
                  </a:extLst>
                </p:cNvPr>
                <p:cNvSpPr/>
                <p:nvPr/>
              </p:nvSpPr>
              <p:spPr>
                <a:xfrm>
                  <a:off x="397277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4" name="pg2404">
                  <a:extLst>
                    <a:ext uri="{FF2B5EF4-FFF2-40B4-BE49-F238E27FC236}">
                      <a16:creationId xmlns:a16="http://schemas.microsoft.com/office/drawing/2014/main" id="{2A4365CA-651E-5BD7-42BA-C553BABDC290}"/>
                    </a:ext>
                  </a:extLst>
                </p:cNvPr>
                <p:cNvSpPr/>
                <p:nvPr/>
              </p:nvSpPr>
              <p:spPr>
                <a:xfrm>
                  <a:off x="3984411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5" name="pg2405">
                  <a:extLst>
                    <a:ext uri="{FF2B5EF4-FFF2-40B4-BE49-F238E27FC236}">
                      <a16:creationId xmlns:a16="http://schemas.microsoft.com/office/drawing/2014/main" id="{7AD5A296-1794-51BF-E6D6-4C1BF9AB17F9}"/>
                    </a:ext>
                  </a:extLst>
                </p:cNvPr>
                <p:cNvSpPr/>
                <p:nvPr/>
              </p:nvSpPr>
              <p:spPr>
                <a:xfrm>
                  <a:off x="399604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6" name="pg2406">
                  <a:extLst>
                    <a:ext uri="{FF2B5EF4-FFF2-40B4-BE49-F238E27FC236}">
                      <a16:creationId xmlns:a16="http://schemas.microsoft.com/office/drawing/2014/main" id="{4285D27E-FFB8-7582-C108-0C390BB62460}"/>
                    </a:ext>
                  </a:extLst>
                </p:cNvPr>
                <p:cNvSpPr/>
                <p:nvPr/>
              </p:nvSpPr>
              <p:spPr>
                <a:xfrm>
                  <a:off x="400768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7" name="pg2407">
                  <a:extLst>
                    <a:ext uri="{FF2B5EF4-FFF2-40B4-BE49-F238E27FC236}">
                      <a16:creationId xmlns:a16="http://schemas.microsoft.com/office/drawing/2014/main" id="{C0B7DEE9-C614-3795-E01F-59A512D26ABC}"/>
                    </a:ext>
                  </a:extLst>
                </p:cNvPr>
                <p:cNvSpPr/>
                <p:nvPr/>
              </p:nvSpPr>
              <p:spPr>
                <a:xfrm>
                  <a:off x="4019323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8" name="pg2408">
                  <a:extLst>
                    <a:ext uri="{FF2B5EF4-FFF2-40B4-BE49-F238E27FC236}">
                      <a16:creationId xmlns:a16="http://schemas.microsoft.com/office/drawing/2014/main" id="{92E820D2-B379-BD32-E310-A15F28F97215}"/>
                    </a:ext>
                  </a:extLst>
                </p:cNvPr>
                <p:cNvSpPr/>
                <p:nvPr/>
              </p:nvSpPr>
              <p:spPr>
                <a:xfrm>
                  <a:off x="403096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9" name="pg2409">
                  <a:extLst>
                    <a:ext uri="{FF2B5EF4-FFF2-40B4-BE49-F238E27FC236}">
                      <a16:creationId xmlns:a16="http://schemas.microsoft.com/office/drawing/2014/main" id="{231A71D8-9BB7-590E-B844-9EF42C681567}"/>
                    </a:ext>
                  </a:extLst>
                </p:cNvPr>
                <p:cNvSpPr/>
                <p:nvPr/>
              </p:nvSpPr>
              <p:spPr>
                <a:xfrm>
                  <a:off x="404259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0" name="pg2410">
                  <a:extLst>
                    <a:ext uri="{FF2B5EF4-FFF2-40B4-BE49-F238E27FC236}">
                      <a16:creationId xmlns:a16="http://schemas.microsoft.com/office/drawing/2014/main" id="{C59B45B4-5121-7D89-A1DA-362C22C492D0}"/>
                    </a:ext>
                  </a:extLst>
                </p:cNvPr>
                <p:cNvSpPr/>
                <p:nvPr/>
              </p:nvSpPr>
              <p:spPr>
                <a:xfrm>
                  <a:off x="4054235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1" name="pg2411">
                  <a:extLst>
                    <a:ext uri="{FF2B5EF4-FFF2-40B4-BE49-F238E27FC236}">
                      <a16:creationId xmlns:a16="http://schemas.microsoft.com/office/drawing/2014/main" id="{321E99B2-AFA4-864B-5162-47B555AFF3EC}"/>
                    </a:ext>
                  </a:extLst>
                </p:cNvPr>
                <p:cNvSpPr/>
                <p:nvPr/>
              </p:nvSpPr>
              <p:spPr>
                <a:xfrm>
                  <a:off x="406587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2" name="pg2412">
                  <a:extLst>
                    <a:ext uri="{FF2B5EF4-FFF2-40B4-BE49-F238E27FC236}">
                      <a16:creationId xmlns:a16="http://schemas.microsoft.com/office/drawing/2014/main" id="{1B168F9D-D819-9A9A-F275-1A4BF19FEE29}"/>
                    </a:ext>
                  </a:extLst>
                </p:cNvPr>
                <p:cNvSpPr/>
                <p:nvPr/>
              </p:nvSpPr>
              <p:spPr>
                <a:xfrm>
                  <a:off x="407751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3" name="pg2413">
                  <a:extLst>
                    <a:ext uri="{FF2B5EF4-FFF2-40B4-BE49-F238E27FC236}">
                      <a16:creationId xmlns:a16="http://schemas.microsoft.com/office/drawing/2014/main" id="{A71C7192-47DB-43C9-B2B3-1BE589DB7A4E}"/>
                    </a:ext>
                  </a:extLst>
                </p:cNvPr>
                <p:cNvSpPr/>
                <p:nvPr/>
              </p:nvSpPr>
              <p:spPr>
                <a:xfrm>
                  <a:off x="4089147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4" name="pg2414">
                  <a:extLst>
                    <a:ext uri="{FF2B5EF4-FFF2-40B4-BE49-F238E27FC236}">
                      <a16:creationId xmlns:a16="http://schemas.microsoft.com/office/drawing/2014/main" id="{5D014713-C61C-C77F-89F3-9A73AA82421E}"/>
                    </a:ext>
                  </a:extLst>
                </p:cNvPr>
                <p:cNvSpPr/>
                <p:nvPr/>
              </p:nvSpPr>
              <p:spPr>
                <a:xfrm>
                  <a:off x="410078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5" name="pg2415">
                  <a:extLst>
                    <a:ext uri="{FF2B5EF4-FFF2-40B4-BE49-F238E27FC236}">
                      <a16:creationId xmlns:a16="http://schemas.microsoft.com/office/drawing/2014/main" id="{6AFDE78E-1BD7-AF46-387D-F7BAD53857BC}"/>
                    </a:ext>
                  </a:extLst>
                </p:cNvPr>
                <p:cNvSpPr/>
                <p:nvPr/>
              </p:nvSpPr>
              <p:spPr>
                <a:xfrm>
                  <a:off x="411242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6" name="pg2416">
                  <a:extLst>
                    <a:ext uri="{FF2B5EF4-FFF2-40B4-BE49-F238E27FC236}">
                      <a16:creationId xmlns:a16="http://schemas.microsoft.com/office/drawing/2014/main" id="{4175244A-7A45-A94B-114F-2E738F233757}"/>
                    </a:ext>
                  </a:extLst>
                </p:cNvPr>
                <p:cNvSpPr/>
                <p:nvPr/>
              </p:nvSpPr>
              <p:spPr>
                <a:xfrm>
                  <a:off x="4124059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7" name="pg2417">
                  <a:extLst>
                    <a:ext uri="{FF2B5EF4-FFF2-40B4-BE49-F238E27FC236}">
                      <a16:creationId xmlns:a16="http://schemas.microsoft.com/office/drawing/2014/main" id="{548CA8D0-7B10-8E15-32AF-AFEBC44A661D}"/>
                    </a:ext>
                  </a:extLst>
                </p:cNvPr>
                <p:cNvSpPr/>
                <p:nvPr/>
              </p:nvSpPr>
              <p:spPr>
                <a:xfrm>
                  <a:off x="413569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8" name="pg2418">
                  <a:extLst>
                    <a:ext uri="{FF2B5EF4-FFF2-40B4-BE49-F238E27FC236}">
                      <a16:creationId xmlns:a16="http://schemas.microsoft.com/office/drawing/2014/main" id="{13315641-81CC-86A3-E611-6A5A1C318353}"/>
                    </a:ext>
                  </a:extLst>
                </p:cNvPr>
                <p:cNvSpPr/>
                <p:nvPr/>
              </p:nvSpPr>
              <p:spPr>
                <a:xfrm>
                  <a:off x="414733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9" name="pg2419">
                  <a:extLst>
                    <a:ext uri="{FF2B5EF4-FFF2-40B4-BE49-F238E27FC236}">
                      <a16:creationId xmlns:a16="http://schemas.microsoft.com/office/drawing/2014/main" id="{C75A6D3D-15CF-8E18-1FC8-B8E57D391EC7}"/>
                    </a:ext>
                  </a:extLst>
                </p:cNvPr>
                <p:cNvSpPr/>
                <p:nvPr/>
              </p:nvSpPr>
              <p:spPr>
                <a:xfrm>
                  <a:off x="4263707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4AB">
                    <a:alpha val="100000"/>
                  </a:srgbClr>
                </a:solidFill>
                <a:ln w="5420" cap="flat">
                  <a:solidFill>
                    <a:srgbClr val="4F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0" name="pg2420">
                  <a:extLst>
                    <a:ext uri="{FF2B5EF4-FFF2-40B4-BE49-F238E27FC236}">
                      <a16:creationId xmlns:a16="http://schemas.microsoft.com/office/drawing/2014/main" id="{64D2A772-B774-3902-9830-249D062E9AA9}"/>
                    </a:ext>
                  </a:extLst>
                </p:cNvPr>
                <p:cNvSpPr/>
                <p:nvPr/>
              </p:nvSpPr>
              <p:spPr>
                <a:xfrm>
                  <a:off x="427534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1" name="pg2421">
                  <a:extLst>
                    <a:ext uri="{FF2B5EF4-FFF2-40B4-BE49-F238E27FC236}">
                      <a16:creationId xmlns:a16="http://schemas.microsoft.com/office/drawing/2014/main" id="{F2629244-E649-0D65-E95F-F28AE6446490}"/>
                    </a:ext>
                  </a:extLst>
                </p:cNvPr>
                <p:cNvSpPr/>
                <p:nvPr/>
              </p:nvSpPr>
              <p:spPr>
                <a:xfrm>
                  <a:off x="428698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2" name="pg2422">
                  <a:extLst>
                    <a:ext uri="{FF2B5EF4-FFF2-40B4-BE49-F238E27FC236}">
                      <a16:creationId xmlns:a16="http://schemas.microsoft.com/office/drawing/2014/main" id="{046C614A-49FE-40AA-A003-633A7B209202}"/>
                    </a:ext>
                  </a:extLst>
                </p:cNvPr>
                <p:cNvSpPr/>
                <p:nvPr/>
              </p:nvSpPr>
              <p:spPr>
                <a:xfrm>
                  <a:off x="4298619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3" name="pg2423">
                  <a:extLst>
                    <a:ext uri="{FF2B5EF4-FFF2-40B4-BE49-F238E27FC236}">
                      <a16:creationId xmlns:a16="http://schemas.microsoft.com/office/drawing/2014/main" id="{FE03835D-53B3-D16D-DB8F-BED117C3C7AC}"/>
                    </a:ext>
                  </a:extLst>
                </p:cNvPr>
                <p:cNvSpPr/>
                <p:nvPr/>
              </p:nvSpPr>
              <p:spPr>
                <a:xfrm>
                  <a:off x="455464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4" name="pg2424">
                  <a:extLst>
                    <a:ext uri="{FF2B5EF4-FFF2-40B4-BE49-F238E27FC236}">
                      <a16:creationId xmlns:a16="http://schemas.microsoft.com/office/drawing/2014/main" id="{EA8DC7CC-9676-C9F2-2F06-BA80C233A59C}"/>
                    </a:ext>
                  </a:extLst>
                </p:cNvPr>
                <p:cNvSpPr/>
                <p:nvPr/>
              </p:nvSpPr>
              <p:spPr>
                <a:xfrm>
                  <a:off x="456627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5" name="pg2425">
                  <a:extLst>
                    <a:ext uri="{FF2B5EF4-FFF2-40B4-BE49-F238E27FC236}">
                      <a16:creationId xmlns:a16="http://schemas.microsoft.com/office/drawing/2014/main" id="{B0A0BFB7-615B-9F19-12FF-B4EC03410B46}"/>
                    </a:ext>
                  </a:extLst>
                </p:cNvPr>
                <p:cNvSpPr/>
                <p:nvPr/>
              </p:nvSpPr>
              <p:spPr>
                <a:xfrm>
                  <a:off x="4577915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6" name="pg2426">
                  <a:extLst>
                    <a:ext uri="{FF2B5EF4-FFF2-40B4-BE49-F238E27FC236}">
                      <a16:creationId xmlns:a16="http://schemas.microsoft.com/office/drawing/2014/main" id="{BBEA0690-F7E5-7398-F60A-E68F32F18C3E}"/>
                    </a:ext>
                  </a:extLst>
                </p:cNvPr>
                <p:cNvSpPr/>
                <p:nvPr/>
              </p:nvSpPr>
              <p:spPr>
                <a:xfrm>
                  <a:off x="458955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7" name="pg2427">
                  <a:extLst>
                    <a:ext uri="{FF2B5EF4-FFF2-40B4-BE49-F238E27FC236}">
                      <a16:creationId xmlns:a16="http://schemas.microsoft.com/office/drawing/2014/main" id="{BF435C1B-8D6D-C7AF-F3A7-A7053FDC39E2}"/>
                    </a:ext>
                  </a:extLst>
                </p:cNvPr>
                <p:cNvSpPr/>
                <p:nvPr/>
              </p:nvSpPr>
              <p:spPr>
                <a:xfrm>
                  <a:off x="460119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8" name="pg2428">
                  <a:extLst>
                    <a:ext uri="{FF2B5EF4-FFF2-40B4-BE49-F238E27FC236}">
                      <a16:creationId xmlns:a16="http://schemas.microsoft.com/office/drawing/2014/main" id="{A0F154E6-16B3-DDCF-93E9-6D7C1BCD55A9}"/>
                    </a:ext>
                  </a:extLst>
                </p:cNvPr>
                <p:cNvSpPr/>
                <p:nvPr/>
              </p:nvSpPr>
              <p:spPr>
                <a:xfrm>
                  <a:off x="325125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9" name="pg2429">
                  <a:extLst>
                    <a:ext uri="{FF2B5EF4-FFF2-40B4-BE49-F238E27FC236}">
                      <a16:creationId xmlns:a16="http://schemas.microsoft.com/office/drawing/2014/main" id="{A7977DB2-F800-5B77-CD83-B3648B639D95}"/>
                    </a:ext>
                  </a:extLst>
                </p:cNvPr>
                <p:cNvSpPr/>
                <p:nvPr/>
              </p:nvSpPr>
              <p:spPr>
                <a:xfrm>
                  <a:off x="3262897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0" name="pg2430">
                  <a:extLst>
                    <a:ext uri="{FF2B5EF4-FFF2-40B4-BE49-F238E27FC236}">
                      <a16:creationId xmlns:a16="http://schemas.microsoft.com/office/drawing/2014/main" id="{3DC5148B-5A53-A7C0-8E62-C968BC81A353}"/>
                    </a:ext>
                  </a:extLst>
                </p:cNvPr>
                <p:cNvSpPr/>
                <p:nvPr/>
              </p:nvSpPr>
              <p:spPr>
                <a:xfrm>
                  <a:off x="360037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1" name="pg2431">
                  <a:extLst>
                    <a:ext uri="{FF2B5EF4-FFF2-40B4-BE49-F238E27FC236}">
                      <a16:creationId xmlns:a16="http://schemas.microsoft.com/office/drawing/2014/main" id="{75FFDED6-323F-4FBF-5427-1652F27B5A58}"/>
                    </a:ext>
                  </a:extLst>
                </p:cNvPr>
                <p:cNvSpPr/>
                <p:nvPr/>
              </p:nvSpPr>
              <p:spPr>
                <a:xfrm>
                  <a:off x="361201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2" name="pg2432">
                  <a:extLst>
                    <a:ext uri="{FF2B5EF4-FFF2-40B4-BE49-F238E27FC236}">
                      <a16:creationId xmlns:a16="http://schemas.microsoft.com/office/drawing/2014/main" id="{C5DF510C-CAF0-5059-34BC-EA99184DC21B}"/>
                    </a:ext>
                  </a:extLst>
                </p:cNvPr>
                <p:cNvSpPr/>
                <p:nvPr/>
              </p:nvSpPr>
              <p:spPr>
                <a:xfrm>
                  <a:off x="362365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3" name="pg2433">
                  <a:extLst>
                    <a:ext uri="{FF2B5EF4-FFF2-40B4-BE49-F238E27FC236}">
                      <a16:creationId xmlns:a16="http://schemas.microsoft.com/office/drawing/2014/main" id="{A6A54DED-09B5-A18A-9C9F-AD60CC6F6C36}"/>
                    </a:ext>
                  </a:extLst>
                </p:cNvPr>
                <p:cNvSpPr/>
                <p:nvPr/>
              </p:nvSpPr>
              <p:spPr>
                <a:xfrm>
                  <a:off x="3635291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4" name="pg2434">
                  <a:extLst>
                    <a:ext uri="{FF2B5EF4-FFF2-40B4-BE49-F238E27FC236}">
                      <a16:creationId xmlns:a16="http://schemas.microsoft.com/office/drawing/2014/main" id="{0E736DB6-8087-11FF-119D-F59B1AF6003B}"/>
                    </a:ext>
                  </a:extLst>
                </p:cNvPr>
                <p:cNvSpPr/>
                <p:nvPr/>
              </p:nvSpPr>
              <p:spPr>
                <a:xfrm>
                  <a:off x="364692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5" name="pg2435">
                  <a:extLst>
                    <a:ext uri="{FF2B5EF4-FFF2-40B4-BE49-F238E27FC236}">
                      <a16:creationId xmlns:a16="http://schemas.microsoft.com/office/drawing/2014/main" id="{98D82930-2EAA-8CF2-545C-73BFEC034B88}"/>
                    </a:ext>
                  </a:extLst>
                </p:cNvPr>
                <p:cNvSpPr/>
                <p:nvPr/>
              </p:nvSpPr>
              <p:spPr>
                <a:xfrm>
                  <a:off x="365856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6" name="pg2436">
                  <a:extLst>
                    <a:ext uri="{FF2B5EF4-FFF2-40B4-BE49-F238E27FC236}">
                      <a16:creationId xmlns:a16="http://schemas.microsoft.com/office/drawing/2014/main" id="{A11F51E8-FCD7-90FC-1B0B-8930E8C14240}"/>
                    </a:ext>
                  </a:extLst>
                </p:cNvPr>
                <p:cNvSpPr/>
                <p:nvPr/>
              </p:nvSpPr>
              <p:spPr>
                <a:xfrm>
                  <a:off x="3670203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7" name="pg2437">
                  <a:extLst>
                    <a:ext uri="{FF2B5EF4-FFF2-40B4-BE49-F238E27FC236}">
                      <a16:creationId xmlns:a16="http://schemas.microsoft.com/office/drawing/2014/main" id="{A743A2EC-5EAF-8BC9-ECFA-497F519C72D0}"/>
                    </a:ext>
                  </a:extLst>
                </p:cNvPr>
                <p:cNvSpPr/>
                <p:nvPr/>
              </p:nvSpPr>
              <p:spPr>
                <a:xfrm>
                  <a:off x="368184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8" name="pg2438">
                  <a:extLst>
                    <a:ext uri="{FF2B5EF4-FFF2-40B4-BE49-F238E27FC236}">
                      <a16:creationId xmlns:a16="http://schemas.microsoft.com/office/drawing/2014/main" id="{1E4C497D-426E-8F88-A7EC-854F34BBB131}"/>
                    </a:ext>
                  </a:extLst>
                </p:cNvPr>
                <p:cNvSpPr/>
                <p:nvPr/>
              </p:nvSpPr>
              <p:spPr>
                <a:xfrm>
                  <a:off x="369347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9" name="pg2439">
                  <a:extLst>
                    <a:ext uri="{FF2B5EF4-FFF2-40B4-BE49-F238E27FC236}">
                      <a16:creationId xmlns:a16="http://schemas.microsoft.com/office/drawing/2014/main" id="{54BB91E7-38CC-2029-3159-3D80E39D84C1}"/>
                    </a:ext>
                  </a:extLst>
                </p:cNvPr>
                <p:cNvSpPr/>
                <p:nvPr/>
              </p:nvSpPr>
              <p:spPr>
                <a:xfrm>
                  <a:off x="3705115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0" name="pg2440">
                  <a:extLst>
                    <a:ext uri="{FF2B5EF4-FFF2-40B4-BE49-F238E27FC236}">
                      <a16:creationId xmlns:a16="http://schemas.microsoft.com/office/drawing/2014/main" id="{009B6BB7-55DA-2B11-F893-B6624BAF24D1}"/>
                    </a:ext>
                  </a:extLst>
                </p:cNvPr>
                <p:cNvSpPr/>
                <p:nvPr/>
              </p:nvSpPr>
              <p:spPr>
                <a:xfrm>
                  <a:off x="371675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1" name="pg2441">
                  <a:extLst>
                    <a:ext uri="{FF2B5EF4-FFF2-40B4-BE49-F238E27FC236}">
                      <a16:creationId xmlns:a16="http://schemas.microsoft.com/office/drawing/2014/main" id="{AF2D8E07-85EC-9CC4-E215-17CEFF3C466E}"/>
                    </a:ext>
                  </a:extLst>
                </p:cNvPr>
                <p:cNvSpPr/>
                <p:nvPr/>
              </p:nvSpPr>
              <p:spPr>
                <a:xfrm>
                  <a:off x="372839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2" name="pg2442">
                  <a:extLst>
                    <a:ext uri="{FF2B5EF4-FFF2-40B4-BE49-F238E27FC236}">
                      <a16:creationId xmlns:a16="http://schemas.microsoft.com/office/drawing/2014/main" id="{60F3294D-DDB1-D452-DA26-77770DF84165}"/>
                    </a:ext>
                  </a:extLst>
                </p:cNvPr>
                <p:cNvSpPr/>
                <p:nvPr/>
              </p:nvSpPr>
              <p:spPr>
                <a:xfrm>
                  <a:off x="3740027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3" name="pg2443">
                  <a:extLst>
                    <a:ext uri="{FF2B5EF4-FFF2-40B4-BE49-F238E27FC236}">
                      <a16:creationId xmlns:a16="http://schemas.microsoft.com/office/drawing/2014/main" id="{7594FAA4-5681-4B65-5994-E479DB503682}"/>
                    </a:ext>
                  </a:extLst>
                </p:cNvPr>
                <p:cNvSpPr/>
                <p:nvPr/>
              </p:nvSpPr>
              <p:spPr>
                <a:xfrm>
                  <a:off x="375166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4" name="pg2444">
                  <a:extLst>
                    <a:ext uri="{FF2B5EF4-FFF2-40B4-BE49-F238E27FC236}">
                      <a16:creationId xmlns:a16="http://schemas.microsoft.com/office/drawing/2014/main" id="{89868ED4-2148-5062-1CFD-1B7E4F9E3B8E}"/>
                    </a:ext>
                  </a:extLst>
                </p:cNvPr>
                <p:cNvSpPr/>
                <p:nvPr/>
              </p:nvSpPr>
              <p:spPr>
                <a:xfrm>
                  <a:off x="376330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5" name="pg2445">
                  <a:extLst>
                    <a:ext uri="{FF2B5EF4-FFF2-40B4-BE49-F238E27FC236}">
                      <a16:creationId xmlns:a16="http://schemas.microsoft.com/office/drawing/2014/main" id="{A5DA4DC0-C6CE-0B56-E0DE-A393B208D0ED}"/>
                    </a:ext>
                  </a:extLst>
                </p:cNvPr>
                <p:cNvSpPr/>
                <p:nvPr/>
              </p:nvSpPr>
              <p:spPr>
                <a:xfrm>
                  <a:off x="377493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6" name="pg2446">
                  <a:extLst>
                    <a:ext uri="{FF2B5EF4-FFF2-40B4-BE49-F238E27FC236}">
                      <a16:creationId xmlns:a16="http://schemas.microsoft.com/office/drawing/2014/main" id="{3057A391-1E8F-BF5B-61AB-B844F736B0E0}"/>
                    </a:ext>
                  </a:extLst>
                </p:cNvPr>
                <p:cNvSpPr/>
                <p:nvPr/>
              </p:nvSpPr>
              <p:spPr>
                <a:xfrm>
                  <a:off x="378657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7" name="pg2447">
                  <a:extLst>
                    <a:ext uri="{FF2B5EF4-FFF2-40B4-BE49-F238E27FC236}">
                      <a16:creationId xmlns:a16="http://schemas.microsoft.com/office/drawing/2014/main" id="{ABD4488D-3FD3-2910-284F-BEF5B12D9946}"/>
                    </a:ext>
                  </a:extLst>
                </p:cNvPr>
                <p:cNvSpPr/>
                <p:nvPr/>
              </p:nvSpPr>
              <p:spPr>
                <a:xfrm>
                  <a:off x="379821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8" name="pg2448">
                  <a:extLst>
                    <a:ext uri="{FF2B5EF4-FFF2-40B4-BE49-F238E27FC236}">
                      <a16:creationId xmlns:a16="http://schemas.microsoft.com/office/drawing/2014/main" id="{4DF708E9-F220-E425-850B-2010BE6D4755}"/>
                    </a:ext>
                  </a:extLst>
                </p:cNvPr>
                <p:cNvSpPr/>
                <p:nvPr/>
              </p:nvSpPr>
              <p:spPr>
                <a:xfrm>
                  <a:off x="3809851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9" name="pg2449">
                  <a:extLst>
                    <a:ext uri="{FF2B5EF4-FFF2-40B4-BE49-F238E27FC236}">
                      <a16:creationId xmlns:a16="http://schemas.microsoft.com/office/drawing/2014/main" id="{E4B039F5-A883-7207-079F-5F04F273EEE5}"/>
                    </a:ext>
                  </a:extLst>
                </p:cNvPr>
                <p:cNvSpPr/>
                <p:nvPr/>
              </p:nvSpPr>
              <p:spPr>
                <a:xfrm>
                  <a:off x="382148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0" name="pg2450">
                  <a:extLst>
                    <a:ext uri="{FF2B5EF4-FFF2-40B4-BE49-F238E27FC236}">
                      <a16:creationId xmlns:a16="http://schemas.microsoft.com/office/drawing/2014/main" id="{C5336868-7B2E-E212-02E9-23E793E56E89}"/>
                    </a:ext>
                  </a:extLst>
                </p:cNvPr>
                <p:cNvSpPr/>
                <p:nvPr/>
              </p:nvSpPr>
              <p:spPr>
                <a:xfrm>
                  <a:off x="383312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1" name="pg2451">
                  <a:extLst>
                    <a:ext uri="{FF2B5EF4-FFF2-40B4-BE49-F238E27FC236}">
                      <a16:creationId xmlns:a16="http://schemas.microsoft.com/office/drawing/2014/main" id="{56A35426-BAAF-5958-A508-45A4F52C6396}"/>
                    </a:ext>
                  </a:extLst>
                </p:cNvPr>
                <p:cNvSpPr/>
                <p:nvPr/>
              </p:nvSpPr>
              <p:spPr>
                <a:xfrm>
                  <a:off x="3844763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2" name="pg2452">
                  <a:extLst>
                    <a:ext uri="{FF2B5EF4-FFF2-40B4-BE49-F238E27FC236}">
                      <a16:creationId xmlns:a16="http://schemas.microsoft.com/office/drawing/2014/main" id="{5B7F02F9-D189-6ACD-B5EC-3F467EC352EC}"/>
                    </a:ext>
                  </a:extLst>
                </p:cNvPr>
                <p:cNvSpPr/>
                <p:nvPr/>
              </p:nvSpPr>
              <p:spPr>
                <a:xfrm>
                  <a:off x="385640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3" name="pg2453">
                  <a:extLst>
                    <a:ext uri="{FF2B5EF4-FFF2-40B4-BE49-F238E27FC236}">
                      <a16:creationId xmlns:a16="http://schemas.microsoft.com/office/drawing/2014/main" id="{9A4E5BDF-E136-F1E5-A1EE-E808FC60BE01}"/>
                    </a:ext>
                  </a:extLst>
                </p:cNvPr>
                <p:cNvSpPr/>
                <p:nvPr/>
              </p:nvSpPr>
              <p:spPr>
                <a:xfrm>
                  <a:off x="386803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4" name="pg2454">
                  <a:extLst>
                    <a:ext uri="{FF2B5EF4-FFF2-40B4-BE49-F238E27FC236}">
                      <a16:creationId xmlns:a16="http://schemas.microsoft.com/office/drawing/2014/main" id="{9A0B312E-6E56-FE4B-D2BD-173EA34DA687}"/>
                    </a:ext>
                  </a:extLst>
                </p:cNvPr>
                <p:cNvSpPr/>
                <p:nvPr/>
              </p:nvSpPr>
              <p:spPr>
                <a:xfrm>
                  <a:off x="3879675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5" name="pg2455">
                  <a:extLst>
                    <a:ext uri="{FF2B5EF4-FFF2-40B4-BE49-F238E27FC236}">
                      <a16:creationId xmlns:a16="http://schemas.microsoft.com/office/drawing/2014/main" id="{54F5313D-8727-951C-EA27-AA86455A94FB}"/>
                    </a:ext>
                  </a:extLst>
                </p:cNvPr>
                <p:cNvSpPr/>
                <p:nvPr/>
              </p:nvSpPr>
              <p:spPr>
                <a:xfrm>
                  <a:off x="389131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6" name="pg2456">
                  <a:extLst>
                    <a:ext uri="{FF2B5EF4-FFF2-40B4-BE49-F238E27FC236}">
                      <a16:creationId xmlns:a16="http://schemas.microsoft.com/office/drawing/2014/main" id="{3BC1DA15-A7F4-61E8-5E9D-DF1C85FC2302}"/>
                    </a:ext>
                  </a:extLst>
                </p:cNvPr>
                <p:cNvSpPr/>
                <p:nvPr/>
              </p:nvSpPr>
              <p:spPr>
                <a:xfrm>
                  <a:off x="390295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7" name="pg2457">
                  <a:extLst>
                    <a:ext uri="{FF2B5EF4-FFF2-40B4-BE49-F238E27FC236}">
                      <a16:creationId xmlns:a16="http://schemas.microsoft.com/office/drawing/2014/main" id="{27FC573A-167B-FDE3-1D65-B1CECC37A773}"/>
                    </a:ext>
                  </a:extLst>
                </p:cNvPr>
                <p:cNvSpPr/>
                <p:nvPr/>
              </p:nvSpPr>
              <p:spPr>
                <a:xfrm>
                  <a:off x="3914587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8" name="pg2458">
                  <a:extLst>
                    <a:ext uri="{FF2B5EF4-FFF2-40B4-BE49-F238E27FC236}">
                      <a16:creationId xmlns:a16="http://schemas.microsoft.com/office/drawing/2014/main" id="{5DB66522-98EA-A1C2-53CE-69C20AA925D4}"/>
                    </a:ext>
                  </a:extLst>
                </p:cNvPr>
                <p:cNvSpPr/>
                <p:nvPr/>
              </p:nvSpPr>
              <p:spPr>
                <a:xfrm>
                  <a:off x="392622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D">
                    <a:alpha val="100000"/>
                  </a:srgbClr>
                </a:solidFill>
                <a:ln w="5420" cap="flat">
                  <a:solidFill>
                    <a:srgbClr val="64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9" name="pg2459">
                  <a:extLst>
                    <a:ext uri="{FF2B5EF4-FFF2-40B4-BE49-F238E27FC236}">
                      <a16:creationId xmlns:a16="http://schemas.microsoft.com/office/drawing/2014/main" id="{254BBFF5-B944-5E76-6820-41ABFA6A58FD}"/>
                    </a:ext>
                  </a:extLst>
                </p:cNvPr>
                <p:cNvSpPr/>
                <p:nvPr/>
              </p:nvSpPr>
              <p:spPr>
                <a:xfrm>
                  <a:off x="393786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0" name="pg2460">
                  <a:extLst>
                    <a:ext uri="{FF2B5EF4-FFF2-40B4-BE49-F238E27FC236}">
                      <a16:creationId xmlns:a16="http://schemas.microsoft.com/office/drawing/2014/main" id="{9FA5BB5D-69F4-302F-0331-6E8AC6FBF880}"/>
                    </a:ext>
                  </a:extLst>
                </p:cNvPr>
                <p:cNvSpPr/>
                <p:nvPr/>
              </p:nvSpPr>
              <p:spPr>
                <a:xfrm>
                  <a:off x="394949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1" name="pg2461">
                  <a:extLst>
                    <a:ext uri="{FF2B5EF4-FFF2-40B4-BE49-F238E27FC236}">
                      <a16:creationId xmlns:a16="http://schemas.microsoft.com/office/drawing/2014/main" id="{D7B92D9D-55C0-07AD-8B28-FB2C6127CB97}"/>
                    </a:ext>
                  </a:extLst>
                </p:cNvPr>
                <p:cNvSpPr/>
                <p:nvPr/>
              </p:nvSpPr>
              <p:spPr>
                <a:xfrm>
                  <a:off x="396113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2" name="pg2462">
                  <a:extLst>
                    <a:ext uri="{FF2B5EF4-FFF2-40B4-BE49-F238E27FC236}">
                      <a16:creationId xmlns:a16="http://schemas.microsoft.com/office/drawing/2014/main" id="{54DC7C69-A473-8B44-AC67-7ED653620FB1}"/>
                    </a:ext>
                  </a:extLst>
                </p:cNvPr>
                <p:cNvSpPr/>
                <p:nvPr/>
              </p:nvSpPr>
              <p:spPr>
                <a:xfrm>
                  <a:off x="397277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3" name="pg2463">
                  <a:extLst>
                    <a:ext uri="{FF2B5EF4-FFF2-40B4-BE49-F238E27FC236}">
                      <a16:creationId xmlns:a16="http://schemas.microsoft.com/office/drawing/2014/main" id="{6534EE23-79C7-DB63-F3A7-F0863629A16C}"/>
                    </a:ext>
                  </a:extLst>
                </p:cNvPr>
                <p:cNvSpPr/>
                <p:nvPr/>
              </p:nvSpPr>
              <p:spPr>
                <a:xfrm>
                  <a:off x="3984411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4" name="pg2464">
                  <a:extLst>
                    <a:ext uri="{FF2B5EF4-FFF2-40B4-BE49-F238E27FC236}">
                      <a16:creationId xmlns:a16="http://schemas.microsoft.com/office/drawing/2014/main" id="{E3F08324-FE39-7B6C-4267-14A6A690A05B}"/>
                    </a:ext>
                  </a:extLst>
                </p:cNvPr>
                <p:cNvSpPr/>
                <p:nvPr/>
              </p:nvSpPr>
              <p:spPr>
                <a:xfrm>
                  <a:off x="399604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5" name="pg2465">
                  <a:extLst>
                    <a:ext uri="{FF2B5EF4-FFF2-40B4-BE49-F238E27FC236}">
                      <a16:creationId xmlns:a16="http://schemas.microsoft.com/office/drawing/2014/main" id="{77DAB366-E7C1-C0C0-C8B8-6777D5DF205F}"/>
                    </a:ext>
                  </a:extLst>
                </p:cNvPr>
                <p:cNvSpPr/>
                <p:nvPr/>
              </p:nvSpPr>
              <p:spPr>
                <a:xfrm>
                  <a:off x="400768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6" name="pg2466">
                  <a:extLst>
                    <a:ext uri="{FF2B5EF4-FFF2-40B4-BE49-F238E27FC236}">
                      <a16:creationId xmlns:a16="http://schemas.microsoft.com/office/drawing/2014/main" id="{26332918-CD5F-2F27-5067-5FA5837A3BAA}"/>
                    </a:ext>
                  </a:extLst>
                </p:cNvPr>
                <p:cNvSpPr/>
                <p:nvPr/>
              </p:nvSpPr>
              <p:spPr>
                <a:xfrm>
                  <a:off x="4019323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7" name="pg2467">
                  <a:extLst>
                    <a:ext uri="{FF2B5EF4-FFF2-40B4-BE49-F238E27FC236}">
                      <a16:creationId xmlns:a16="http://schemas.microsoft.com/office/drawing/2014/main" id="{8027EA57-4EF4-8E68-11C6-B5B4798B4006}"/>
                    </a:ext>
                  </a:extLst>
                </p:cNvPr>
                <p:cNvSpPr/>
                <p:nvPr/>
              </p:nvSpPr>
              <p:spPr>
                <a:xfrm>
                  <a:off x="403096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8" name="pg2468">
                  <a:extLst>
                    <a:ext uri="{FF2B5EF4-FFF2-40B4-BE49-F238E27FC236}">
                      <a16:creationId xmlns:a16="http://schemas.microsoft.com/office/drawing/2014/main" id="{BC0B9C1B-75F7-C0C0-3DA5-494C1783BF10}"/>
                    </a:ext>
                  </a:extLst>
                </p:cNvPr>
                <p:cNvSpPr/>
                <p:nvPr/>
              </p:nvSpPr>
              <p:spPr>
                <a:xfrm>
                  <a:off x="404259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9" name="pg2469">
                  <a:extLst>
                    <a:ext uri="{FF2B5EF4-FFF2-40B4-BE49-F238E27FC236}">
                      <a16:creationId xmlns:a16="http://schemas.microsoft.com/office/drawing/2014/main" id="{E7561F14-9858-1FAA-041D-ABC6E5382E48}"/>
                    </a:ext>
                  </a:extLst>
                </p:cNvPr>
                <p:cNvSpPr/>
                <p:nvPr/>
              </p:nvSpPr>
              <p:spPr>
                <a:xfrm>
                  <a:off x="4054235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0" name="pg2470">
                  <a:extLst>
                    <a:ext uri="{FF2B5EF4-FFF2-40B4-BE49-F238E27FC236}">
                      <a16:creationId xmlns:a16="http://schemas.microsoft.com/office/drawing/2014/main" id="{83C32647-157F-9583-B009-520197B658B5}"/>
                    </a:ext>
                  </a:extLst>
                </p:cNvPr>
                <p:cNvSpPr/>
                <p:nvPr/>
              </p:nvSpPr>
              <p:spPr>
                <a:xfrm>
                  <a:off x="406587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1" name="pg2471">
                  <a:extLst>
                    <a:ext uri="{FF2B5EF4-FFF2-40B4-BE49-F238E27FC236}">
                      <a16:creationId xmlns:a16="http://schemas.microsoft.com/office/drawing/2014/main" id="{5610D46D-2DF1-480D-BDCC-E2E21C7B9E5B}"/>
                    </a:ext>
                  </a:extLst>
                </p:cNvPr>
                <p:cNvSpPr/>
                <p:nvPr/>
              </p:nvSpPr>
              <p:spPr>
                <a:xfrm>
                  <a:off x="407751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2" name="pg2472">
                  <a:extLst>
                    <a:ext uri="{FF2B5EF4-FFF2-40B4-BE49-F238E27FC236}">
                      <a16:creationId xmlns:a16="http://schemas.microsoft.com/office/drawing/2014/main" id="{4EDCA489-D09B-6446-529F-CB7560BD2E02}"/>
                    </a:ext>
                  </a:extLst>
                </p:cNvPr>
                <p:cNvSpPr/>
                <p:nvPr/>
              </p:nvSpPr>
              <p:spPr>
                <a:xfrm>
                  <a:off x="4089147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3" name="pg2473">
                  <a:extLst>
                    <a:ext uri="{FF2B5EF4-FFF2-40B4-BE49-F238E27FC236}">
                      <a16:creationId xmlns:a16="http://schemas.microsoft.com/office/drawing/2014/main" id="{1811BDA6-03A1-E45B-F06C-A23A767E7730}"/>
                    </a:ext>
                  </a:extLst>
                </p:cNvPr>
                <p:cNvSpPr/>
                <p:nvPr/>
              </p:nvSpPr>
              <p:spPr>
                <a:xfrm>
                  <a:off x="410078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4" name="pg2474">
                  <a:extLst>
                    <a:ext uri="{FF2B5EF4-FFF2-40B4-BE49-F238E27FC236}">
                      <a16:creationId xmlns:a16="http://schemas.microsoft.com/office/drawing/2014/main" id="{271791C7-C760-D05A-CDF7-F8E7FDDF01CD}"/>
                    </a:ext>
                  </a:extLst>
                </p:cNvPr>
                <p:cNvSpPr/>
                <p:nvPr/>
              </p:nvSpPr>
              <p:spPr>
                <a:xfrm>
                  <a:off x="411242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5" name="pg2475">
                  <a:extLst>
                    <a:ext uri="{FF2B5EF4-FFF2-40B4-BE49-F238E27FC236}">
                      <a16:creationId xmlns:a16="http://schemas.microsoft.com/office/drawing/2014/main" id="{75D4F804-222F-9AFB-A0A8-BF81EB891F55}"/>
                    </a:ext>
                  </a:extLst>
                </p:cNvPr>
                <p:cNvSpPr/>
                <p:nvPr/>
              </p:nvSpPr>
              <p:spPr>
                <a:xfrm>
                  <a:off x="412405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6" name="pg2476">
                  <a:extLst>
                    <a:ext uri="{FF2B5EF4-FFF2-40B4-BE49-F238E27FC236}">
                      <a16:creationId xmlns:a16="http://schemas.microsoft.com/office/drawing/2014/main" id="{61DDBC81-1371-3AB0-0C61-3FCD21CAA662}"/>
                    </a:ext>
                  </a:extLst>
                </p:cNvPr>
                <p:cNvSpPr/>
                <p:nvPr/>
              </p:nvSpPr>
              <p:spPr>
                <a:xfrm>
                  <a:off x="413569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7" name="pg2477">
                  <a:extLst>
                    <a:ext uri="{FF2B5EF4-FFF2-40B4-BE49-F238E27FC236}">
                      <a16:creationId xmlns:a16="http://schemas.microsoft.com/office/drawing/2014/main" id="{0F5DFA4B-5AC9-5207-0826-CF81DD3FB277}"/>
                    </a:ext>
                  </a:extLst>
                </p:cNvPr>
                <p:cNvSpPr/>
                <p:nvPr/>
              </p:nvSpPr>
              <p:spPr>
                <a:xfrm>
                  <a:off x="414733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8" name="pg2478">
                  <a:extLst>
                    <a:ext uri="{FF2B5EF4-FFF2-40B4-BE49-F238E27FC236}">
                      <a16:creationId xmlns:a16="http://schemas.microsoft.com/office/drawing/2014/main" id="{F1624F04-AF5D-AA88-F953-853F6C3BBD9B}"/>
                    </a:ext>
                  </a:extLst>
                </p:cNvPr>
                <p:cNvSpPr/>
                <p:nvPr/>
              </p:nvSpPr>
              <p:spPr>
                <a:xfrm>
                  <a:off x="425207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9" name="pg2479">
                  <a:extLst>
                    <a:ext uri="{FF2B5EF4-FFF2-40B4-BE49-F238E27FC236}">
                      <a16:creationId xmlns:a16="http://schemas.microsoft.com/office/drawing/2014/main" id="{BC84A3EA-667B-401B-399B-CD62413FEC7B}"/>
                    </a:ext>
                  </a:extLst>
                </p:cNvPr>
                <p:cNvSpPr/>
                <p:nvPr/>
              </p:nvSpPr>
              <p:spPr>
                <a:xfrm>
                  <a:off x="4263707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0" name="pg2480">
                  <a:extLst>
                    <a:ext uri="{FF2B5EF4-FFF2-40B4-BE49-F238E27FC236}">
                      <a16:creationId xmlns:a16="http://schemas.microsoft.com/office/drawing/2014/main" id="{3CB28ECB-C9EB-DB30-492D-3BCF2466C9E3}"/>
                    </a:ext>
                  </a:extLst>
                </p:cNvPr>
                <p:cNvSpPr/>
                <p:nvPr/>
              </p:nvSpPr>
              <p:spPr>
                <a:xfrm>
                  <a:off x="427534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1" name="pg2481">
                  <a:extLst>
                    <a:ext uri="{FF2B5EF4-FFF2-40B4-BE49-F238E27FC236}">
                      <a16:creationId xmlns:a16="http://schemas.microsoft.com/office/drawing/2014/main" id="{B066FD08-F66D-7B06-089F-BE12F706FDE0}"/>
                    </a:ext>
                  </a:extLst>
                </p:cNvPr>
                <p:cNvSpPr/>
                <p:nvPr/>
              </p:nvSpPr>
              <p:spPr>
                <a:xfrm>
                  <a:off x="428698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2" name="pg2482">
                  <a:extLst>
                    <a:ext uri="{FF2B5EF4-FFF2-40B4-BE49-F238E27FC236}">
                      <a16:creationId xmlns:a16="http://schemas.microsoft.com/office/drawing/2014/main" id="{CAE3DFA0-90D5-B87D-0CA5-2D7C73AFAC26}"/>
                    </a:ext>
                  </a:extLst>
                </p:cNvPr>
                <p:cNvSpPr/>
                <p:nvPr/>
              </p:nvSpPr>
              <p:spPr>
                <a:xfrm>
                  <a:off x="429861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3" name="pg2483">
                  <a:extLst>
                    <a:ext uri="{FF2B5EF4-FFF2-40B4-BE49-F238E27FC236}">
                      <a16:creationId xmlns:a16="http://schemas.microsoft.com/office/drawing/2014/main" id="{C52A4540-E2BD-E603-E942-6D76716BB047}"/>
                    </a:ext>
                  </a:extLst>
                </p:cNvPr>
                <p:cNvSpPr/>
                <p:nvPr/>
              </p:nvSpPr>
              <p:spPr>
                <a:xfrm>
                  <a:off x="431025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4" name="pg2484">
                  <a:extLst>
                    <a:ext uri="{FF2B5EF4-FFF2-40B4-BE49-F238E27FC236}">
                      <a16:creationId xmlns:a16="http://schemas.microsoft.com/office/drawing/2014/main" id="{DF183335-BA6B-3884-B72F-0D4157E2CCFF}"/>
                    </a:ext>
                  </a:extLst>
                </p:cNvPr>
                <p:cNvSpPr/>
                <p:nvPr/>
              </p:nvSpPr>
              <p:spPr>
                <a:xfrm>
                  <a:off x="432189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5" name="pg2485">
                  <a:extLst>
                    <a:ext uri="{FF2B5EF4-FFF2-40B4-BE49-F238E27FC236}">
                      <a16:creationId xmlns:a16="http://schemas.microsoft.com/office/drawing/2014/main" id="{CB934B3E-DB41-4161-22D1-6EA0C7343CD5}"/>
                    </a:ext>
                  </a:extLst>
                </p:cNvPr>
                <p:cNvSpPr/>
                <p:nvPr/>
              </p:nvSpPr>
              <p:spPr>
                <a:xfrm>
                  <a:off x="455464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6" name="pg2486">
                  <a:extLst>
                    <a:ext uri="{FF2B5EF4-FFF2-40B4-BE49-F238E27FC236}">
                      <a16:creationId xmlns:a16="http://schemas.microsoft.com/office/drawing/2014/main" id="{C03E7256-7BF0-6635-7612-D009BBCDC885}"/>
                    </a:ext>
                  </a:extLst>
                </p:cNvPr>
                <p:cNvSpPr/>
                <p:nvPr/>
              </p:nvSpPr>
              <p:spPr>
                <a:xfrm>
                  <a:off x="456627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7" name="pg2487">
                  <a:extLst>
                    <a:ext uri="{FF2B5EF4-FFF2-40B4-BE49-F238E27FC236}">
                      <a16:creationId xmlns:a16="http://schemas.microsoft.com/office/drawing/2014/main" id="{125041A9-3495-D90D-4F2D-CB87FECE703D}"/>
                    </a:ext>
                  </a:extLst>
                </p:cNvPr>
                <p:cNvSpPr/>
                <p:nvPr/>
              </p:nvSpPr>
              <p:spPr>
                <a:xfrm>
                  <a:off x="4577915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8" name="pg2488">
                  <a:extLst>
                    <a:ext uri="{FF2B5EF4-FFF2-40B4-BE49-F238E27FC236}">
                      <a16:creationId xmlns:a16="http://schemas.microsoft.com/office/drawing/2014/main" id="{BB213746-76D1-17CF-7349-D5E6C738CAC6}"/>
                    </a:ext>
                  </a:extLst>
                </p:cNvPr>
                <p:cNvSpPr/>
                <p:nvPr/>
              </p:nvSpPr>
              <p:spPr>
                <a:xfrm>
                  <a:off x="458955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9" name="pg2489">
                  <a:extLst>
                    <a:ext uri="{FF2B5EF4-FFF2-40B4-BE49-F238E27FC236}">
                      <a16:creationId xmlns:a16="http://schemas.microsoft.com/office/drawing/2014/main" id="{1AEE596B-65BA-89E8-DBD4-BAA78BF5433E}"/>
                    </a:ext>
                  </a:extLst>
                </p:cNvPr>
                <p:cNvSpPr/>
                <p:nvPr/>
              </p:nvSpPr>
              <p:spPr>
                <a:xfrm>
                  <a:off x="460119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0" name="pg2490">
                  <a:extLst>
                    <a:ext uri="{FF2B5EF4-FFF2-40B4-BE49-F238E27FC236}">
                      <a16:creationId xmlns:a16="http://schemas.microsoft.com/office/drawing/2014/main" id="{277A96E3-B38A-DFC1-ADE5-4FBB75AAF2D8}"/>
                    </a:ext>
                  </a:extLst>
                </p:cNvPr>
                <p:cNvSpPr/>
                <p:nvPr/>
              </p:nvSpPr>
              <p:spPr>
                <a:xfrm>
                  <a:off x="323962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1" name="pg2491">
                  <a:extLst>
                    <a:ext uri="{FF2B5EF4-FFF2-40B4-BE49-F238E27FC236}">
                      <a16:creationId xmlns:a16="http://schemas.microsoft.com/office/drawing/2014/main" id="{38AA6FA5-0CC9-3A24-DDBC-30957CE18897}"/>
                    </a:ext>
                  </a:extLst>
                </p:cNvPr>
                <p:cNvSpPr/>
                <p:nvPr/>
              </p:nvSpPr>
              <p:spPr>
                <a:xfrm>
                  <a:off x="3251259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2" name="pg2492">
                  <a:extLst>
                    <a:ext uri="{FF2B5EF4-FFF2-40B4-BE49-F238E27FC236}">
                      <a16:creationId xmlns:a16="http://schemas.microsoft.com/office/drawing/2014/main" id="{3EDB109D-6FBF-946E-AABA-5A5C5844CBA5}"/>
                    </a:ext>
                  </a:extLst>
                </p:cNvPr>
                <p:cNvSpPr/>
                <p:nvPr/>
              </p:nvSpPr>
              <p:spPr>
                <a:xfrm>
                  <a:off x="3262897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3" name="pg2493">
                  <a:extLst>
                    <a:ext uri="{FF2B5EF4-FFF2-40B4-BE49-F238E27FC236}">
                      <a16:creationId xmlns:a16="http://schemas.microsoft.com/office/drawing/2014/main" id="{E19F9436-479A-F909-94E4-55CCE91095FD}"/>
                    </a:ext>
                  </a:extLst>
                </p:cNvPr>
                <p:cNvSpPr/>
                <p:nvPr/>
              </p:nvSpPr>
              <p:spPr>
                <a:xfrm>
                  <a:off x="327453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4" name="pg2494">
                  <a:extLst>
                    <a:ext uri="{FF2B5EF4-FFF2-40B4-BE49-F238E27FC236}">
                      <a16:creationId xmlns:a16="http://schemas.microsoft.com/office/drawing/2014/main" id="{70067494-27AC-F8CB-D872-6F169E07B4AB}"/>
                    </a:ext>
                  </a:extLst>
                </p:cNvPr>
                <p:cNvSpPr/>
                <p:nvPr/>
              </p:nvSpPr>
              <p:spPr>
                <a:xfrm>
                  <a:off x="3286171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5" name="pg2495">
                  <a:extLst>
                    <a:ext uri="{FF2B5EF4-FFF2-40B4-BE49-F238E27FC236}">
                      <a16:creationId xmlns:a16="http://schemas.microsoft.com/office/drawing/2014/main" id="{FAC7573A-A180-C5FD-DBE1-4B3BC8AA6DA9}"/>
                    </a:ext>
                  </a:extLst>
                </p:cNvPr>
                <p:cNvSpPr/>
                <p:nvPr/>
              </p:nvSpPr>
              <p:spPr>
                <a:xfrm>
                  <a:off x="3600379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6" name="pg2496">
                  <a:extLst>
                    <a:ext uri="{FF2B5EF4-FFF2-40B4-BE49-F238E27FC236}">
                      <a16:creationId xmlns:a16="http://schemas.microsoft.com/office/drawing/2014/main" id="{69C1B14B-FBF1-1710-49A7-A241DC3ECBE1}"/>
                    </a:ext>
                  </a:extLst>
                </p:cNvPr>
                <p:cNvSpPr/>
                <p:nvPr/>
              </p:nvSpPr>
              <p:spPr>
                <a:xfrm>
                  <a:off x="3612016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7" name="pg2497">
                  <a:extLst>
                    <a:ext uri="{FF2B5EF4-FFF2-40B4-BE49-F238E27FC236}">
                      <a16:creationId xmlns:a16="http://schemas.microsoft.com/office/drawing/2014/main" id="{61D610CC-B976-4EC5-5932-78E8598CDFDB}"/>
                    </a:ext>
                  </a:extLst>
                </p:cNvPr>
                <p:cNvSpPr/>
                <p:nvPr/>
              </p:nvSpPr>
              <p:spPr>
                <a:xfrm>
                  <a:off x="362365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8" name="pg2498">
                  <a:extLst>
                    <a:ext uri="{FF2B5EF4-FFF2-40B4-BE49-F238E27FC236}">
                      <a16:creationId xmlns:a16="http://schemas.microsoft.com/office/drawing/2014/main" id="{990CF910-71AB-79D1-0D84-7BEF693688D5}"/>
                    </a:ext>
                  </a:extLst>
                </p:cNvPr>
                <p:cNvSpPr/>
                <p:nvPr/>
              </p:nvSpPr>
              <p:spPr>
                <a:xfrm>
                  <a:off x="3635291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9" name="pg2499">
                  <a:extLst>
                    <a:ext uri="{FF2B5EF4-FFF2-40B4-BE49-F238E27FC236}">
                      <a16:creationId xmlns:a16="http://schemas.microsoft.com/office/drawing/2014/main" id="{7654BE8C-862C-F4CA-2E57-9AB23ECD4606}"/>
                    </a:ext>
                  </a:extLst>
                </p:cNvPr>
                <p:cNvSpPr/>
                <p:nvPr/>
              </p:nvSpPr>
              <p:spPr>
                <a:xfrm>
                  <a:off x="3646928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0" name="pg2500">
                  <a:extLst>
                    <a:ext uri="{FF2B5EF4-FFF2-40B4-BE49-F238E27FC236}">
                      <a16:creationId xmlns:a16="http://schemas.microsoft.com/office/drawing/2014/main" id="{F82DA900-8522-6BE9-B696-B0377042BDC6}"/>
                    </a:ext>
                  </a:extLst>
                </p:cNvPr>
                <p:cNvSpPr/>
                <p:nvPr/>
              </p:nvSpPr>
              <p:spPr>
                <a:xfrm>
                  <a:off x="3658566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1" name="pg2501">
                  <a:extLst>
                    <a:ext uri="{FF2B5EF4-FFF2-40B4-BE49-F238E27FC236}">
                      <a16:creationId xmlns:a16="http://schemas.microsoft.com/office/drawing/2014/main" id="{0F7ACA1C-4D38-CEFE-B6BD-6EE882028629}"/>
                    </a:ext>
                  </a:extLst>
                </p:cNvPr>
                <p:cNvSpPr/>
                <p:nvPr/>
              </p:nvSpPr>
              <p:spPr>
                <a:xfrm>
                  <a:off x="3670203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2" name="pg2502">
                  <a:extLst>
                    <a:ext uri="{FF2B5EF4-FFF2-40B4-BE49-F238E27FC236}">
                      <a16:creationId xmlns:a16="http://schemas.microsoft.com/office/drawing/2014/main" id="{ED0E6112-11FD-EA0E-7241-BA76988FF5CB}"/>
                    </a:ext>
                  </a:extLst>
                </p:cNvPr>
                <p:cNvSpPr/>
                <p:nvPr/>
              </p:nvSpPr>
              <p:spPr>
                <a:xfrm>
                  <a:off x="368184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3" name="pg2503">
                  <a:extLst>
                    <a:ext uri="{FF2B5EF4-FFF2-40B4-BE49-F238E27FC236}">
                      <a16:creationId xmlns:a16="http://schemas.microsoft.com/office/drawing/2014/main" id="{F73AFFD6-1EB6-4D88-2D66-83669F831686}"/>
                    </a:ext>
                  </a:extLst>
                </p:cNvPr>
                <p:cNvSpPr/>
                <p:nvPr/>
              </p:nvSpPr>
              <p:spPr>
                <a:xfrm>
                  <a:off x="3693478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4" name="pg2504">
                  <a:extLst>
                    <a:ext uri="{FF2B5EF4-FFF2-40B4-BE49-F238E27FC236}">
                      <a16:creationId xmlns:a16="http://schemas.microsoft.com/office/drawing/2014/main" id="{D8772ECE-E116-21AD-8867-71053F4B8C56}"/>
                    </a:ext>
                  </a:extLst>
                </p:cNvPr>
                <p:cNvSpPr/>
                <p:nvPr/>
              </p:nvSpPr>
              <p:spPr>
                <a:xfrm>
                  <a:off x="3705115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5" name="pg2505">
                  <a:extLst>
                    <a:ext uri="{FF2B5EF4-FFF2-40B4-BE49-F238E27FC236}">
                      <a16:creationId xmlns:a16="http://schemas.microsoft.com/office/drawing/2014/main" id="{8156F504-3CE1-B8BE-1C75-DA02C7C00176}"/>
                    </a:ext>
                  </a:extLst>
                </p:cNvPr>
                <p:cNvSpPr/>
                <p:nvPr/>
              </p:nvSpPr>
              <p:spPr>
                <a:xfrm>
                  <a:off x="371675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6" name="pg2506">
                  <a:extLst>
                    <a:ext uri="{FF2B5EF4-FFF2-40B4-BE49-F238E27FC236}">
                      <a16:creationId xmlns:a16="http://schemas.microsoft.com/office/drawing/2014/main" id="{93375265-7F93-986B-72C1-D2CE737EF718}"/>
                    </a:ext>
                  </a:extLst>
                </p:cNvPr>
                <p:cNvSpPr/>
                <p:nvPr/>
              </p:nvSpPr>
              <p:spPr>
                <a:xfrm>
                  <a:off x="372839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7" name="pg2507">
                  <a:extLst>
                    <a:ext uri="{FF2B5EF4-FFF2-40B4-BE49-F238E27FC236}">
                      <a16:creationId xmlns:a16="http://schemas.microsoft.com/office/drawing/2014/main" id="{3A3455F4-8394-6AB0-2BFA-B161DEEA8FE1}"/>
                    </a:ext>
                  </a:extLst>
                </p:cNvPr>
                <p:cNvSpPr/>
                <p:nvPr/>
              </p:nvSpPr>
              <p:spPr>
                <a:xfrm>
                  <a:off x="3740027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8" name="pg2508">
                  <a:extLst>
                    <a:ext uri="{FF2B5EF4-FFF2-40B4-BE49-F238E27FC236}">
                      <a16:creationId xmlns:a16="http://schemas.microsoft.com/office/drawing/2014/main" id="{5730E852-9398-080E-7ECC-939C26A2D644}"/>
                    </a:ext>
                  </a:extLst>
                </p:cNvPr>
                <p:cNvSpPr/>
                <p:nvPr/>
              </p:nvSpPr>
              <p:spPr>
                <a:xfrm>
                  <a:off x="375166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9" name="pg2509">
                  <a:extLst>
                    <a:ext uri="{FF2B5EF4-FFF2-40B4-BE49-F238E27FC236}">
                      <a16:creationId xmlns:a16="http://schemas.microsoft.com/office/drawing/2014/main" id="{28B6058C-CBAD-2BFA-7111-0F4797516BC5}"/>
                    </a:ext>
                  </a:extLst>
                </p:cNvPr>
                <p:cNvSpPr/>
                <p:nvPr/>
              </p:nvSpPr>
              <p:spPr>
                <a:xfrm>
                  <a:off x="385640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0" name="pg2510">
                  <a:extLst>
                    <a:ext uri="{FF2B5EF4-FFF2-40B4-BE49-F238E27FC236}">
                      <a16:creationId xmlns:a16="http://schemas.microsoft.com/office/drawing/2014/main" id="{97A4EFF9-CE02-051A-EB52-951837E37BE8}"/>
                    </a:ext>
                  </a:extLst>
                </p:cNvPr>
                <p:cNvSpPr/>
                <p:nvPr/>
              </p:nvSpPr>
              <p:spPr>
                <a:xfrm>
                  <a:off x="3868038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1" name="pg2511">
                  <a:extLst>
                    <a:ext uri="{FF2B5EF4-FFF2-40B4-BE49-F238E27FC236}">
                      <a16:creationId xmlns:a16="http://schemas.microsoft.com/office/drawing/2014/main" id="{8AA07B71-B5C5-2D59-09E8-1934A29B0ABE}"/>
                    </a:ext>
                  </a:extLst>
                </p:cNvPr>
                <p:cNvSpPr/>
                <p:nvPr/>
              </p:nvSpPr>
              <p:spPr>
                <a:xfrm>
                  <a:off x="3879675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2" name="pg2512">
                  <a:extLst>
                    <a:ext uri="{FF2B5EF4-FFF2-40B4-BE49-F238E27FC236}">
                      <a16:creationId xmlns:a16="http://schemas.microsoft.com/office/drawing/2014/main" id="{59F5DBF8-E192-2EE7-5F40-6F6CA7F20795}"/>
                    </a:ext>
                  </a:extLst>
                </p:cNvPr>
                <p:cNvSpPr/>
                <p:nvPr/>
              </p:nvSpPr>
              <p:spPr>
                <a:xfrm>
                  <a:off x="389131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3" name="pg2513">
                  <a:extLst>
                    <a:ext uri="{FF2B5EF4-FFF2-40B4-BE49-F238E27FC236}">
                      <a16:creationId xmlns:a16="http://schemas.microsoft.com/office/drawing/2014/main" id="{202DEDF3-B3FA-10CF-0917-AB6EAEFBE11A}"/>
                    </a:ext>
                  </a:extLst>
                </p:cNvPr>
                <p:cNvSpPr/>
                <p:nvPr/>
              </p:nvSpPr>
              <p:spPr>
                <a:xfrm>
                  <a:off x="390295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4" name="pg2514">
                  <a:extLst>
                    <a:ext uri="{FF2B5EF4-FFF2-40B4-BE49-F238E27FC236}">
                      <a16:creationId xmlns:a16="http://schemas.microsoft.com/office/drawing/2014/main" id="{2210D1A9-92B9-C4E8-828D-52A8CDB6F2AD}"/>
                    </a:ext>
                  </a:extLst>
                </p:cNvPr>
                <p:cNvSpPr/>
                <p:nvPr/>
              </p:nvSpPr>
              <p:spPr>
                <a:xfrm>
                  <a:off x="3914587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5" name="pg2515">
                  <a:extLst>
                    <a:ext uri="{FF2B5EF4-FFF2-40B4-BE49-F238E27FC236}">
                      <a16:creationId xmlns:a16="http://schemas.microsoft.com/office/drawing/2014/main" id="{8E87F015-94E5-AD6D-7581-C32F3C8CA66A}"/>
                    </a:ext>
                  </a:extLst>
                </p:cNvPr>
                <p:cNvSpPr/>
                <p:nvPr/>
              </p:nvSpPr>
              <p:spPr>
                <a:xfrm>
                  <a:off x="392622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FAD">
                    <a:alpha val="100000"/>
                  </a:srgbClr>
                </a:solidFill>
                <a:ln w="5420" cap="flat">
                  <a:solidFill>
                    <a:srgbClr val="62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6" name="pg2516">
                  <a:extLst>
                    <a:ext uri="{FF2B5EF4-FFF2-40B4-BE49-F238E27FC236}">
                      <a16:creationId xmlns:a16="http://schemas.microsoft.com/office/drawing/2014/main" id="{FD70ADE6-9801-12ED-DD42-FAD6CAE584DD}"/>
                    </a:ext>
                  </a:extLst>
                </p:cNvPr>
                <p:cNvSpPr/>
                <p:nvPr/>
              </p:nvSpPr>
              <p:spPr>
                <a:xfrm>
                  <a:off x="393786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7" name="pg2517">
                  <a:extLst>
                    <a:ext uri="{FF2B5EF4-FFF2-40B4-BE49-F238E27FC236}">
                      <a16:creationId xmlns:a16="http://schemas.microsoft.com/office/drawing/2014/main" id="{1D0BA4B2-B9B2-BB2D-D125-A22353CFE7D2}"/>
                    </a:ext>
                  </a:extLst>
                </p:cNvPr>
                <p:cNvSpPr/>
                <p:nvPr/>
              </p:nvSpPr>
              <p:spPr>
                <a:xfrm>
                  <a:off x="3949499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CAC">
                    <a:alpha val="100000"/>
                  </a:srgbClr>
                </a:solidFill>
                <a:ln w="5420" cap="flat">
                  <a:solidFill>
                    <a:srgbClr val="5E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8" name="pg2518">
                  <a:extLst>
                    <a:ext uri="{FF2B5EF4-FFF2-40B4-BE49-F238E27FC236}">
                      <a16:creationId xmlns:a16="http://schemas.microsoft.com/office/drawing/2014/main" id="{BD072716-2EE8-4F62-F952-131ADFA1EE47}"/>
                    </a:ext>
                  </a:extLst>
                </p:cNvPr>
                <p:cNvSpPr/>
                <p:nvPr/>
              </p:nvSpPr>
              <p:spPr>
                <a:xfrm>
                  <a:off x="3961136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9" name="pg2519">
                  <a:extLst>
                    <a:ext uri="{FF2B5EF4-FFF2-40B4-BE49-F238E27FC236}">
                      <a16:creationId xmlns:a16="http://schemas.microsoft.com/office/drawing/2014/main" id="{AAB265AC-5BDF-B7B4-A6BB-49F1B48A3108}"/>
                    </a:ext>
                  </a:extLst>
                </p:cNvPr>
                <p:cNvSpPr/>
                <p:nvPr/>
              </p:nvSpPr>
              <p:spPr>
                <a:xfrm>
                  <a:off x="406587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0" name="pg2520">
                  <a:extLst>
                    <a:ext uri="{FF2B5EF4-FFF2-40B4-BE49-F238E27FC236}">
                      <a16:creationId xmlns:a16="http://schemas.microsoft.com/office/drawing/2014/main" id="{6A63B8A7-E3CE-1B1C-A988-F63064058075}"/>
                    </a:ext>
                  </a:extLst>
                </p:cNvPr>
                <p:cNvSpPr/>
                <p:nvPr/>
              </p:nvSpPr>
              <p:spPr>
                <a:xfrm>
                  <a:off x="407751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1" name="pg2521">
                  <a:extLst>
                    <a:ext uri="{FF2B5EF4-FFF2-40B4-BE49-F238E27FC236}">
                      <a16:creationId xmlns:a16="http://schemas.microsoft.com/office/drawing/2014/main" id="{49564167-AB16-DC28-9C38-4E16E94FA3A5}"/>
                    </a:ext>
                  </a:extLst>
                </p:cNvPr>
                <p:cNvSpPr/>
                <p:nvPr/>
              </p:nvSpPr>
              <p:spPr>
                <a:xfrm>
                  <a:off x="4089147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2" name="pg2522">
                  <a:extLst>
                    <a:ext uri="{FF2B5EF4-FFF2-40B4-BE49-F238E27FC236}">
                      <a16:creationId xmlns:a16="http://schemas.microsoft.com/office/drawing/2014/main" id="{AAF1DE2B-6342-1A7E-41E6-241E5AA3E093}"/>
                    </a:ext>
                  </a:extLst>
                </p:cNvPr>
                <p:cNvSpPr/>
                <p:nvPr/>
              </p:nvSpPr>
              <p:spPr>
                <a:xfrm>
                  <a:off x="410078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3" name="pg2523">
                  <a:extLst>
                    <a:ext uri="{FF2B5EF4-FFF2-40B4-BE49-F238E27FC236}">
                      <a16:creationId xmlns:a16="http://schemas.microsoft.com/office/drawing/2014/main" id="{CE38FEB2-E5CE-BE5D-FA4B-D7DE85174123}"/>
                    </a:ext>
                  </a:extLst>
                </p:cNvPr>
                <p:cNvSpPr/>
                <p:nvPr/>
              </p:nvSpPr>
              <p:spPr>
                <a:xfrm>
                  <a:off x="411242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4" name="pg2524">
                  <a:extLst>
                    <a:ext uri="{FF2B5EF4-FFF2-40B4-BE49-F238E27FC236}">
                      <a16:creationId xmlns:a16="http://schemas.microsoft.com/office/drawing/2014/main" id="{E2ED710C-4B55-AE6F-5260-95A2B03898A2}"/>
                    </a:ext>
                  </a:extLst>
                </p:cNvPr>
                <p:cNvSpPr/>
                <p:nvPr/>
              </p:nvSpPr>
              <p:spPr>
                <a:xfrm>
                  <a:off x="4124059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5" name="pg2525">
                  <a:extLst>
                    <a:ext uri="{FF2B5EF4-FFF2-40B4-BE49-F238E27FC236}">
                      <a16:creationId xmlns:a16="http://schemas.microsoft.com/office/drawing/2014/main" id="{AD1BDB64-3711-0AB0-04C5-8CA388894E14}"/>
                    </a:ext>
                  </a:extLst>
                </p:cNvPr>
                <p:cNvSpPr/>
                <p:nvPr/>
              </p:nvSpPr>
              <p:spPr>
                <a:xfrm>
                  <a:off x="4135696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6" name="pg2526">
                  <a:extLst>
                    <a:ext uri="{FF2B5EF4-FFF2-40B4-BE49-F238E27FC236}">
                      <a16:creationId xmlns:a16="http://schemas.microsoft.com/office/drawing/2014/main" id="{2CB523C5-79DD-E099-5CD0-F969CAF89B1B}"/>
                    </a:ext>
                  </a:extLst>
                </p:cNvPr>
                <p:cNvSpPr/>
                <p:nvPr/>
              </p:nvSpPr>
              <p:spPr>
                <a:xfrm>
                  <a:off x="414733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7" name="pg2527">
                  <a:extLst>
                    <a:ext uri="{FF2B5EF4-FFF2-40B4-BE49-F238E27FC236}">
                      <a16:creationId xmlns:a16="http://schemas.microsoft.com/office/drawing/2014/main" id="{A221D587-2197-1584-C821-CFF5677A64D2}"/>
                    </a:ext>
                  </a:extLst>
                </p:cNvPr>
                <p:cNvSpPr/>
                <p:nvPr/>
              </p:nvSpPr>
              <p:spPr>
                <a:xfrm>
                  <a:off x="4158971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8" name="pg2528">
                  <a:extLst>
                    <a:ext uri="{FF2B5EF4-FFF2-40B4-BE49-F238E27FC236}">
                      <a16:creationId xmlns:a16="http://schemas.microsoft.com/office/drawing/2014/main" id="{0650FEC6-6A86-BA63-9645-A3BA5C9C38BE}"/>
                    </a:ext>
                  </a:extLst>
                </p:cNvPr>
                <p:cNvSpPr/>
                <p:nvPr/>
              </p:nvSpPr>
              <p:spPr>
                <a:xfrm>
                  <a:off x="4228795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9" name="pg2529">
                  <a:extLst>
                    <a:ext uri="{FF2B5EF4-FFF2-40B4-BE49-F238E27FC236}">
                      <a16:creationId xmlns:a16="http://schemas.microsoft.com/office/drawing/2014/main" id="{1E69F99C-21A3-94E3-B457-F6F8939CC632}"/>
                    </a:ext>
                  </a:extLst>
                </p:cNvPr>
                <p:cNvSpPr/>
                <p:nvPr/>
              </p:nvSpPr>
              <p:spPr>
                <a:xfrm>
                  <a:off x="424043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0" name="pg2530">
                  <a:extLst>
                    <a:ext uri="{FF2B5EF4-FFF2-40B4-BE49-F238E27FC236}">
                      <a16:creationId xmlns:a16="http://schemas.microsoft.com/office/drawing/2014/main" id="{79697C8F-16B1-4F68-AA98-08E5492E7388}"/>
                    </a:ext>
                  </a:extLst>
                </p:cNvPr>
                <p:cNvSpPr/>
                <p:nvPr/>
              </p:nvSpPr>
              <p:spPr>
                <a:xfrm>
                  <a:off x="425207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1" name="pg2531">
                  <a:extLst>
                    <a:ext uri="{FF2B5EF4-FFF2-40B4-BE49-F238E27FC236}">
                      <a16:creationId xmlns:a16="http://schemas.microsoft.com/office/drawing/2014/main" id="{B833E453-23BC-79D5-F068-1EB205551F88}"/>
                    </a:ext>
                  </a:extLst>
                </p:cNvPr>
                <p:cNvSpPr/>
                <p:nvPr/>
              </p:nvSpPr>
              <p:spPr>
                <a:xfrm>
                  <a:off x="4263707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2" name="pg2532">
                  <a:extLst>
                    <a:ext uri="{FF2B5EF4-FFF2-40B4-BE49-F238E27FC236}">
                      <a16:creationId xmlns:a16="http://schemas.microsoft.com/office/drawing/2014/main" id="{D3FFDD88-99E7-730A-FA66-1EA296F79DF6}"/>
                    </a:ext>
                  </a:extLst>
                </p:cNvPr>
                <p:cNvSpPr/>
                <p:nvPr/>
              </p:nvSpPr>
              <p:spPr>
                <a:xfrm>
                  <a:off x="427534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3" name="pg2533">
                  <a:extLst>
                    <a:ext uri="{FF2B5EF4-FFF2-40B4-BE49-F238E27FC236}">
                      <a16:creationId xmlns:a16="http://schemas.microsoft.com/office/drawing/2014/main" id="{AF6F62D6-41E1-AFBA-4044-8B242785CA02}"/>
                    </a:ext>
                  </a:extLst>
                </p:cNvPr>
                <p:cNvSpPr/>
                <p:nvPr/>
              </p:nvSpPr>
              <p:spPr>
                <a:xfrm>
                  <a:off x="428698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4" name="pg2534">
                  <a:extLst>
                    <a:ext uri="{FF2B5EF4-FFF2-40B4-BE49-F238E27FC236}">
                      <a16:creationId xmlns:a16="http://schemas.microsoft.com/office/drawing/2014/main" id="{ED102311-1356-D605-09FD-49E4EC6B2089}"/>
                    </a:ext>
                  </a:extLst>
                </p:cNvPr>
                <p:cNvSpPr/>
                <p:nvPr/>
              </p:nvSpPr>
              <p:spPr>
                <a:xfrm>
                  <a:off x="4298619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5" name="pg2535">
                  <a:extLst>
                    <a:ext uri="{FF2B5EF4-FFF2-40B4-BE49-F238E27FC236}">
                      <a16:creationId xmlns:a16="http://schemas.microsoft.com/office/drawing/2014/main" id="{9DBE4D3F-5DF3-EA2D-9D3B-EE7853F4DA35}"/>
                    </a:ext>
                  </a:extLst>
                </p:cNvPr>
                <p:cNvSpPr/>
                <p:nvPr/>
              </p:nvSpPr>
              <p:spPr>
                <a:xfrm>
                  <a:off x="4310256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6" name="pg2536">
                  <a:extLst>
                    <a:ext uri="{FF2B5EF4-FFF2-40B4-BE49-F238E27FC236}">
                      <a16:creationId xmlns:a16="http://schemas.microsoft.com/office/drawing/2014/main" id="{CF791624-0025-6996-30C9-FF9390D5FAF1}"/>
                    </a:ext>
                  </a:extLst>
                </p:cNvPr>
                <p:cNvSpPr/>
                <p:nvPr/>
              </p:nvSpPr>
              <p:spPr>
                <a:xfrm>
                  <a:off x="432189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7" name="pg2537">
                  <a:extLst>
                    <a:ext uri="{FF2B5EF4-FFF2-40B4-BE49-F238E27FC236}">
                      <a16:creationId xmlns:a16="http://schemas.microsoft.com/office/drawing/2014/main" id="{D594EC3D-13FA-072B-F0AB-4DB71CFA36BC}"/>
                    </a:ext>
                  </a:extLst>
                </p:cNvPr>
                <p:cNvSpPr/>
                <p:nvPr/>
              </p:nvSpPr>
              <p:spPr>
                <a:xfrm>
                  <a:off x="4333531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8" name="pg2538">
                  <a:extLst>
                    <a:ext uri="{FF2B5EF4-FFF2-40B4-BE49-F238E27FC236}">
                      <a16:creationId xmlns:a16="http://schemas.microsoft.com/office/drawing/2014/main" id="{84BDD2FA-B969-E046-DD49-B7EBCE5AB31C}"/>
                    </a:ext>
                  </a:extLst>
                </p:cNvPr>
                <p:cNvSpPr/>
                <p:nvPr/>
              </p:nvSpPr>
              <p:spPr>
                <a:xfrm>
                  <a:off x="4345168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9" name="pg2539">
                  <a:extLst>
                    <a:ext uri="{FF2B5EF4-FFF2-40B4-BE49-F238E27FC236}">
                      <a16:creationId xmlns:a16="http://schemas.microsoft.com/office/drawing/2014/main" id="{1AB348D2-5EE9-1310-1A92-4C4C91361881}"/>
                    </a:ext>
                  </a:extLst>
                </p:cNvPr>
                <p:cNvSpPr/>
                <p:nvPr/>
              </p:nvSpPr>
              <p:spPr>
                <a:xfrm>
                  <a:off x="455464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0" name="pg2540">
                  <a:extLst>
                    <a:ext uri="{FF2B5EF4-FFF2-40B4-BE49-F238E27FC236}">
                      <a16:creationId xmlns:a16="http://schemas.microsoft.com/office/drawing/2014/main" id="{84F8F2C0-7470-1B08-3A6F-D4736EAD313A}"/>
                    </a:ext>
                  </a:extLst>
                </p:cNvPr>
                <p:cNvSpPr/>
                <p:nvPr/>
              </p:nvSpPr>
              <p:spPr>
                <a:xfrm>
                  <a:off x="4566278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1" name="pg2541">
                  <a:extLst>
                    <a:ext uri="{FF2B5EF4-FFF2-40B4-BE49-F238E27FC236}">
                      <a16:creationId xmlns:a16="http://schemas.microsoft.com/office/drawing/2014/main" id="{87FB2FAD-B645-A76C-1DC2-D0B64A6DD091}"/>
                    </a:ext>
                  </a:extLst>
                </p:cNvPr>
                <p:cNvSpPr/>
                <p:nvPr/>
              </p:nvSpPr>
              <p:spPr>
                <a:xfrm>
                  <a:off x="4577915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2" name="pg2542">
                  <a:extLst>
                    <a:ext uri="{FF2B5EF4-FFF2-40B4-BE49-F238E27FC236}">
                      <a16:creationId xmlns:a16="http://schemas.microsoft.com/office/drawing/2014/main" id="{023B821F-3C79-EF69-44B8-889E118CFF15}"/>
                    </a:ext>
                  </a:extLst>
                </p:cNvPr>
                <p:cNvSpPr/>
                <p:nvPr/>
              </p:nvSpPr>
              <p:spPr>
                <a:xfrm>
                  <a:off x="458955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3" name="pg2543">
                  <a:extLst>
                    <a:ext uri="{FF2B5EF4-FFF2-40B4-BE49-F238E27FC236}">
                      <a16:creationId xmlns:a16="http://schemas.microsoft.com/office/drawing/2014/main" id="{EBC31A16-527D-7877-24BB-5640410286E4}"/>
                    </a:ext>
                  </a:extLst>
                </p:cNvPr>
                <p:cNvSpPr/>
                <p:nvPr/>
              </p:nvSpPr>
              <p:spPr>
                <a:xfrm>
                  <a:off x="460119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4" name="pg2544">
                  <a:extLst>
                    <a:ext uri="{FF2B5EF4-FFF2-40B4-BE49-F238E27FC236}">
                      <a16:creationId xmlns:a16="http://schemas.microsoft.com/office/drawing/2014/main" id="{35D5E5C2-4B41-0452-1452-8A8F71B7F8A0}"/>
                    </a:ext>
                  </a:extLst>
                </p:cNvPr>
                <p:cNvSpPr/>
                <p:nvPr/>
              </p:nvSpPr>
              <p:spPr>
                <a:xfrm>
                  <a:off x="3146523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5" name="pg2545">
                  <a:extLst>
                    <a:ext uri="{FF2B5EF4-FFF2-40B4-BE49-F238E27FC236}">
                      <a16:creationId xmlns:a16="http://schemas.microsoft.com/office/drawing/2014/main" id="{E94C995B-D487-7218-8D59-5F88BEFDB816}"/>
                    </a:ext>
                  </a:extLst>
                </p:cNvPr>
                <p:cNvSpPr/>
                <p:nvPr/>
              </p:nvSpPr>
              <p:spPr>
                <a:xfrm>
                  <a:off x="315816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6" name="pg2546">
                  <a:extLst>
                    <a:ext uri="{FF2B5EF4-FFF2-40B4-BE49-F238E27FC236}">
                      <a16:creationId xmlns:a16="http://schemas.microsoft.com/office/drawing/2014/main" id="{30F39E08-D70C-B114-3F3B-09841756C206}"/>
                    </a:ext>
                  </a:extLst>
                </p:cNvPr>
                <p:cNvSpPr/>
                <p:nvPr/>
              </p:nvSpPr>
              <p:spPr>
                <a:xfrm>
                  <a:off x="316979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7" name="pg2547">
                  <a:extLst>
                    <a:ext uri="{FF2B5EF4-FFF2-40B4-BE49-F238E27FC236}">
                      <a16:creationId xmlns:a16="http://schemas.microsoft.com/office/drawing/2014/main" id="{4030A232-5644-32AD-C4A3-91AAB9BB9098}"/>
                    </a:ext>
                  </a:extLst>
                </p:cNvPr>
                <p:cNvSpPr/>
                <p:nvPr/>
              </p:nvSpPr>
              <p:spPr>
                <a:xfrm>
                  <a:off x="3227985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8" name="pg2548">
                  <a:extLst>
                    <a:ext uri="{FF2B5EF4-FFF2-40B4-BE49-F238E27FC236}">
                      <a16:creationId xmlns:a16="http://schemas.microsoft.com/office/drawing/2014/main" id="{0701F01F-E691-671C-4A34-22DF37E25A8E}"/>
                    </a:ext>
                  </a:extLst>
                </p:cNvPr>
                <p:cNvSpPr/>
                <p:nvPr/>
              </p:nvSpPr>
              <p:spPr>
                <a:xfrm>
                  <a:off x="323962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9" name="pg2549">
                  <a:extLst>
                    <a:ext uri="{FF2B5EF4-FFF2-40B4-BE49-F238E27FC236}">
                      <a16:creationId xmlns:a16="http://schemas.microsoft.com/office/drawing/2014/main" id="{8DD74CE2-C0AA-F6A3-3E3C-77D5F7ACE924}"/>
                    </a:ext>
                  </a:extLst>
                </p:cNvPr>
                <p:cNvSpPr/>
                <p:nvPr/>
              </p:nvSpPr>
              <p:spPr>
                <a:xfrm>
                  <a:off x="325125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0" name="pg2550">
                  <a:extLst>
                    <a:ext uri="{FF2B5EF4-FFF2-40B4-BE49-F238E27FC236}">
                      <a16:creationId xmlns:a16="http://schemas.microsoft.com/office/drawing/2014/main" id="{A879CA4C-2EC3-B55D-F6D7-0277DCA1B76F}"/>
                    </a:ext>
                  </a:extLst>
                </p:cNvPr>
                <p:cNvSpPr/>
                <p:nvPr/>
              </p:nvSpPr>
              <p:spPr>
                <a:xfrm>
                  <a:off x="3262897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5AC">
                    <a:alpha val="100000"/>
                  </a:srgbClr>
                </a:solidFill>
                <a:ln w="5420" cap="flat">
                  <a:solidFill>
                    <a:srgbClr val="5B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1" name="pg2551">
                  <a:extLst>
                    <a:ext uri="{FF2B5EF4-FFF2-40B4-BE49-F238E27FC236}">
                      <a16:creationId xmlns:a16="http://schemas.microsoft.com/office/drawing/2014/main" id="{CC7EE8EB-31A8-B3BC-7A43-A8B681FE058F}"/>
                    </a:ext>
                  </a:extLst>
                </p:cNvPr>
                <p:cNvSpPr/>
                <p:nvPr/>
              </p:nvSpPr>
              <p:spPr>
                <a:xfrm>
                  <a:off x="327453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2" name="pg2552">
                  <a:extLst>
                    <a:ext uri="{FF2B5EF4-FFF2-40B4-BE49-F238E27FC236}">
                      <a16:creationId xmlns:a16="http://schemas.microsoft.com/office/drawing/2014/main" id="{54E5D8B8-E0C4-CC25-6F30-5222B621AC5C}"/>
                    </a:ext>
                  </a:extLst>
                </p:cNvPr>
                <p:cNvSpPr/>
                <p:nvPr/>
              </p:nvSpPr>
              <p:spPr>
                <a:xfrm>
                  <a:off x="328617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3" name="pg2553">
                  <a:extLst>
                    <a:ext uri="{FF2B5EF4-FFF2-40B4-BE49-F238E27FC236}">
                      <a16:creationId xmlns:a16="http://schemas.microsoft.com/office/drawing/2014/main" id="{BEE844EC-276E-025C-FCF0-EDBB2DEE3C2D}"/>
                    </a:ext>
                  </a:extLst>
                </p:cNvPr>
                <p:cNvSpPr/>
                <p:nvPr/>
              </p:nvSpPr>
              <p:spPr>
                <a:xfrm>
                  <a:off x="329780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4" name="pg2554">
                  <a:extLst>
                    <a:ext uri="{FF2B5EF4-FFF2-40B4-BE49-F238E27FC236}">
                      <a16:creationId xmlns:a16="http://schemas.microsoft.com/office/drawing/2014/main" id="{FC999F37-13A5-74B1-D533-A961721431F6}"/>
                    </a:ext>
                  </a:extLst>
                </p:cNvPr>
                <p:cNvSpPr/>
                <p:nvPr/>
              </p:nvSpPr>
              <p:spPr>
                <a:xfrm>
                  <a:off x="330944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5" name="pg2555">
                  <a:extLst>
                    <a:ext uri="{FF2B5EF4-FFF2-40B4-BE49-F238E27FC236}">
                      <a16:creationId xmlns:a16="http://schemas.microsoft.com/office/drawing/2014/main" id="{82FEF685-0199-6512-CC0B-0506936C58A4}"/>
                    </a:ext>
                  </a:extLst>
                </p:cNvPr>
                <p:cNvSpPr/>
                <p:nvPr/>
              </p:nvSpPr>
              <p:spPr>
                <a:xfrm>
                  <a:off x="3321083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6" name="pg2556">
                  <a:extLst>
                    <a:ext uri="{FF2B5EF4-FFF2-40B4-BE49-F238E27FC236}">
                      <a16:creationId xmlns:a16="http://schemas.microsoft.com/office/drawing/2014/main" id="{28D0A34A-F852-4786-BDA5-B7CE6C07844A}"/>
                    </a:ext>
                  </a:extLst>
                </p:cNvPr>
                <p:cNvSpPr/>
                <p:nvPr/>
              </p:nvSpPr>
              <p:spPr>
                <a:xfrm>
                  <a:off x="333272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7" name="pg2557">
                  <a:extLst>
                    <a:ext uri="{FF2B5EF4-FFF2-40B4-BE49-F238E27FC236}">
                      <a16:creationId xmlns:a16="http://schemas.microsoft.com/office/drawing/2014/main" id="{64A407EA-8A4C-B35A-8DE3-C024A76ED6C0}"/>
                    </a:ext>
                  </a:extLst>
                </p:cNvPr>
                <p:cNvSpPr/>
                <p:nvPr/>
              </p:nvSpPr>
              <p:spPr>
                <a:xfrm>
                  <a:off x="334435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8" name="pg2558">
                  <a:extLst>
                    <a:ext uri="{FF2B5EF4-FFF2-40B4-BE49-F238E27FC236}">
                      <a16:creationId xmlns:a16="http://schemas.microsoft.com/office/drawing/2014/main" id="{FB525010-6E8F-5FC5-ECE0-96827EFE7334}"/>
                    </a:ext>
                  </a:extLst>
                </p:cNvPr>
                <p:cNvSpPr/>
                <p:nvPr/>
              </p:nvSpPr>
              <p:spPr>
                <a:xfrm>
                  <a:off x="3437457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9" name="pg2559">
                  <a:extLst>
                    <a:ext uri="{FF2B5EF4-FFF2-40B4-BE49-F238E27FC236}">
                      <a16:creationId xmlns:a16="http://schemas.microsoft.com/office/drawing/2014/main" id="{27F6A8E5-6893-42A2-41F6-B4BDDED17AD9}"/>
                    </a:ext>
                  </a:extLst>
                </p:cNvPr>
                <p:cNvSpPr/>
                <p:nvPr/>
              </p:nvSpPr>
              <p:spPr>
                <a:xfrm>
                  <a:off x="344909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0" name="pg2560">
                  <a:extLst>
                    <a:ext uri="{FF2B5EF4-FFF2-40B4-BE49-F238E27FC236}">
                      <a16:creationId xmlns:a16="http://schemas.microsoft.com/office/drawing/2014/main" id="{2DE5D489-C4A5-72B5-894A-A745A7983B0F}"/>
                    </a:ext>
                  </a:extLst>
                </p:cNvPr>
                <p:cNvSpPr/>
                <p:nvPr/>
              </p:nvSpPr>
              <p:spPr>
                <a:xfrm>
                  <a:off x="346073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1" name="pg2561">
                  <a:extLst>
                    <a:ext uri="{FF2B5EF4-FFF2-40B4-BE49-F238E27FC236}">
                      <a16:creationId xmlns:a16="http://schemas.microsoft.com/office/drawing/2014/main" id="{78170D09-F4F8-8CBD-59E8-C716F578349B}"/>
                    </a:ext>
                  </a:extLst>
                </p:cNvPr>
                <p:cNvSpPr/>
                <p:nvPr/>
              </p:nvSpPr>
              <p:spPr>
                <a:xfrm>
                  <a:off x="347236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2" name="pg2562">
                  <a:extLst>
                    <a:ext uri="{FF2B5EF4-FFF2-40B4-BE49-F238E27FC236}">
                      <a16:creationId xmlns:a16="http://schemas.microsoft.com/office/drawing/2014/main" id="{1EE88FD2-34FF-8A72-9F0A-3E13C18F39B2}"/>
                    </a:ext>
                  </a:extLst>
                </p:cNvPr>
                <p:cNvSpPr/>
                <p:nvPr/>
              </p:nvSpPr>
              <p:spPr>
                <a:xfrm>
                  <a:off x="348400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3" name="pg2563">
                  <a:extLst>
                    <a:ext uri="{FF2B5EF4-FFF2-40B4-BE49-F238E27FC236}">
                      <a16:creationId xmlns:a16="http://schemas.microsoft.com/office/drawing/2014/main" id="{210D8542-B6B9-773D-7B92-27ABC34B0591}"/>
                    </a:ext>
                  </a:extLst>
                </p:cNvPr>
                <p:cNvSpPr/>
                <p:nvPr/>
              </p:nvSpPr>
              <p:spPr>
                <a:xfrm>
                  <a:off x="360037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4" name="pg2564">
                  <a:extLst>
                    <a:ext uri="{FF2B5EF4-FFF2-40B4-BE49-F238E27FC236}">
                      <a16:creationId xmlns:a16="http://schemas.microsoft.com/office/drawing/2014/main" id="{3923F81B-1DF5-745C-453C-F6E5B2595D2D}"/>
                    </a:ext>
                  </a:extLst>
                </p:cNvPr>
                <p:cNvSpPr/>
                <p:nvPr/>
              </p:nvSpPr>
              <p:spPr>
                <a:xfrm>
                  <a:off x="361201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5" name="pg2565">
                  <a:extLst>
                    <a:ext uri="{FF2B5EF4-FFF2-40B4-BE49-F238E27FC236}">
                      <a16:creationId xmlns:a16="http://schemas.microsoft.com/office/drawing/2014/main" id="{738CF385-FBDD-B23D-5C0D-B463F0CE55BD}"/>
                    </a:ext>
                  </a:extLst>
                </p:cNvPr>
                <p:cNvSpPr/>
                <p:nvPr/>
              </p:nvSpPr>
              <p:spPr>
                <a:xfrm>
                  <a:off x="362365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6" name="pg2566">
                  <a:extLst>
                    <a:ext uri="{FF2B5EF4-FFF2-40B4-BE49-F238E27FC236}">
                      <a16:creationId xmlns:a16="http://schemas.microsoft.com/office/drawing/2014/main" id="{3BA65435-2A5A-DBFF-E693-5F9D664FD880}"/>
                    </a:ext>
                  </a:extLst>
                </p:cNvPr>
                <p:cNvSpPr/>
                <p:nvPr/>
              </p:nvSpPr>
              <p:spPr>
                <a:xfrm>
                  <a:off x="363529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7" name="pg2567">
                  <a:extLst>
                    <a:ext uri="{FF2B5EF4-FFF2-40B4-BE49-F238E27FC236}">
                      <a16:creationId xmlns:a16="http://schemas.microsoft.com/office/drawing/2014/main" id="{CC16AA4F-5A96-E2CC-FD02-88E59B37FED7}"/>
                    </a:ext>
                  </a:extLst>
                </p:cNvPr>
                <p:cNvSpPr/>
                <p:nvPr/>
              </p:nvSpPr>
              <p:spPr>
                <a:xfrm>
                  <a:off x="364692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8" name="pg2568">
                  <a:extLst>
                    <a:ext uri="{FF2B5EF4-FFF2-40B4-BE49-F238E27FC236}">
                      <a16:creationId xmlns:a16="http://schemas.microsoft.com/office/drawing/2014/main" id="{C1BEBB6E-512D-441B-D235-CB02C288C5D5}"/>
                    </a:ext>
                  </a:extLst>
                </p:cNvPr>
                <p:cNvSpPr/>
                <p:nvPr/>
              </p:nvSpPr>
              <p:spPr>
                <a:xfrm>
                  <a:off x="365856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9" name="pg2569">
                  <a:extLst>
                    <a:ext uri="{FF2B5EF4-FFF2-40B4-BE49-F238E27FC236}">
                      <a16:creationId xmlns:a16="http://schemas.microsoft.com/office/drawing/2014/main" id="{BE4F44D2-7E5E-B02A-B44D-B92BD0E516F4}"/>
                    </a:ext>
                  </a:extLst>
                </p:cNvPr>
                <p:cNvSpPr/>
                <p:nvPr/>
              </p:nvSpPr>
              <p:spPr>
                <a:xfrm>
                  <a:off x="3670203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0" name="pg2570">
                  <a:extLst>
                    <a:ext uri="{FF2B5EF4-FFF2-40B4-BE49-F238E27FC236}">
                      <a16:creationId xmlns:a16="http://schemas.microsoft.com/office/drawing/2014/main" id="{0DEBA59E-64E3-500C-C164-44CC51B20FBB}"/>
                    </a:ext>
                  </a:extLst>
                </p:cNvPr>
                <p:cNvSpPr/>
                <p:nvPr/>
              </p:nvSpPr>
              <p:spPr>
                <a:xfrm>
                  <a:off x="3681840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1" name="pg2571">
                  <a:extLst>
                    <a:ext uri="{FF2B5EF4-FFF2-40B4-BE49-F238E27FC236}">
                      <a16:creationId xmlns:a16="http://schemas.microsoft.com/office/drawing/2014/main" id="{C0EE7153-2A5D-030B-6339-D72314F3FFA7}"/>
                    </a:ext>
                  </a:extLst>
                </p:cNvPr>
                <p:cNvSpPr/>
                <p:nvPr/>
              </p:nvSpPr>
              <p:spPr>
                <a:xfrm>
                  <a:off x="369347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2" name="pg2572">
                  <a:extLst>
                    <a:ext uri="{FF2B5EF4-FFF2-40B4-BE49-F238E27FC236}">
                      <a16:creationId xmlns:a16="http://schemas.microsoft.com/office/drawing/2014/main" id="{861F1775-F025-1F93-72EA-7FA276DCADA4}"/>
                    </a:ext>
                  </a:extLst>
                </p:cNvPr>
                <p:cNvSpPr/>
                <p:nvPr/>
              </p:nvSpPr>
              <p:spPr>
                <a:xfrm>
                  <a:off x="3705115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3" name="pg2573">
                  <a:extLst>
                    <a:ext uri="{FF2B5EF4-FFF2-40B4-BE49-F238E27FC236}">
                      <a16:creationId xmlns:a16="http://schemas.microsoft.com/office/drawing/2014/main" id="{9F9B3EF9-39E2-A9F5-BB0C-EE289A3B622B}"/>
                    </a:ext>
                  </a:extLst>
                </p:cNvPr>
                <p:cNvSpPr/>
                <p:nvPr/>
              </p:nvSpPr>
              <p:spPr>
                <a:xfrm>
                  <a:off x="371675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4" name="pg2574">
                  <a:extLst>
                    <a:ext uri="{FF2B5EF4-FFF2-40B4-BE49-F238E27FC236}">
                      <a16:creationId xmlns:a16="http://schemas.microsoft.com/office/drawing/2014/main" id="{CADC24B4-4B3E-9AEE-67A0-82DC473CA5AA}"/>
                    </a:ext>
                  </a:extLst>
                </p:cNvPr>
                <p:cNvSpPr/>
                <p:nvPr/>
              </p:nvSpPr>
              <p:spPr>
                <a:xfrm>
                  <a:off x="3728390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5" name="pg2575">
                  <a:extLst>
                    <a:ext uri="{FF2B5EF4-FFF2-40B4-BE49-F238E27FC236}">
                      <a16:creationId xmlns:a16="http://schemas.microsoft.com/office/drawing/2014/main" id="{89D15FC5-54D8-9693-B7E6-752903119FA1}"/>
                    </a:ext>
                  </a:extLst>
                </p:cNvPr>
                <p:cNvSpPr/>
                <p:nvPr/>
              </p:nvSpPr>
              <p:spPr>
                <a:xfrm>
                  <a:off x="3740027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6" name="pg2576">
                  <a:extLst>
                    <a:ext uri="{FF2B5EF4-FFF2-40B4-BE49-F238E27FC236}">
                      <a16:creationId xmlns:a16="http://schemas.microsoft.com/office/drawing/2014/main" id="{F9148CF8-9AA6-0794-C140-25D63457641D}"/>
                    </a:ext>
                  </a:extLst>
                </p:cNvPr>
                <p:cNvSpPr/>
                <p:nvPr/>
              </p:nvSpPr>
              <p:spPr>
                <a:xfrm>
                  <a:off x="375166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7" name="pg2577">
                  <a:extLst>
                    <a:ext uri="{FF2B5EF4-FFF2-40B4-BE49-F238E27FC236}">
                      <a16:creationId xmlns:a16="http://schemas.microsoft.com/office/drawing/2014/main" id="{65C2F8DB-EF4F-392D-1C88-AA0A970ED8B5}"/>
                    </a:ext>
                  </a:extLst>
                </p:cNvPr>
                <p:cNvSpPr/>
                <p:nvPr/>
              </p:nvSpPr>
              <p:spPr>
                <a:xfrm>
                  <a:off x="410078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8" name="pg2578">
                  <a:extLst>
                    <a:ext uri="{FF2B5EF4-FFF2-40B4-BE49-F238E27FC236}">
                      <a16:creationId xmlns:a16="http://schemas.microsoft.com/office/drawing/2014/main" id="{6980A236-7EE5-C7B7-BA17-B864B701C853}"/>
                    </a:ext>
                  </a:extLst>
                </p:cNvPr>
                <p:cNvSpPr/>
                <p:nvPr/>
              </p:nvSpPr>
              <p:spPr>
                <a:xfrm>
                  <a:off x="411242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9" name="pg2579">
                  <a:extLst>
                    <a:ext uri="{FF2B5EF4-FFF2-40B4-BE49-F238E27FC236}">
                      <a16:creationId xmlns:a16="http://schemas.microsoft.com/office/drawing/2014/main" id="{110C89E3-846E-6209-6DA7-FD4065A18708}"/>
                    </a:ext>
                  </a:extLst>
                </p:cNvPr>
                <p:cNvSpPr/>
                <p:nvPr/>
              </p:nvSpPr>
              <p:spPr>
                <a:xfrm>
                  <a:off x="412405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0" name="pg2580">
                  <a:extLst>
                    <a:ext uri="{FF2B5EF4-FFF2-40B4-BE49-F238E27FC236}">
                      <a16:creationId xmlns:a16="http://schemas.microsoft.com/office/drawing/2014/main" id="{31493742-7965-059B-30C8-C7CF2EF00B5A}"/>
                    </a:ext>
                  </a:extLst>
                </p:cNvPr>
                <p:cNvSpPr/>
                <p:nvPr/>
              </p:nvSpPr>
              <p:spPr>
                <a:xfrm>
                  <a:off x="413569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1" name="pg2581">
                  <a:extLst>
                    <a:ext uri="{FF2B5EF4-FFF2-40B4-BE49-F238E27FC236}">
                      <a16:creationId xmlns:a16="http://schemas.microsoft.com/office/drawing/2014/main" id="{D0420465-D212-A5CA-8BA3-E84453113AAF}"/>
                    </a:ext>
                  </a:extLst>
                </p:cNvPr>
                <p:cNvSpPr/>
                <p:nvPr/>
              </p:nvSpPr>
              <p:spPr>
                <a:xfrm>
                  <a:off x="414733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2" name="pg2582">
                  <a:extLst>
                    <a:ext uri="{FF2B5EF4-FFF2-40B4-BE49-F238E27FC236}">
                      <a16:creationId xmlns:a16="http://schemas.microsoft.com/office/drawing/2014/main" id="{3601208C-2D76-B249-6C78-62197DED51EC}"/>
                    </a:ext>
                  </a:extLst>
                </p:cNvPr>
                <p:cNvSpPr/>
                <p:nvPr/>
              </p:nvSpPr>
              <p:spPr>
                <a:xfrm>
                  <a:off x="415897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3" name="pg2583">
                  <a:extLst>
                    <a:ext uri="{FF2B5EF4-FFF2-40B4-BE49-F238E27FC236}">
                      <a16:creationId xmlns:a16="http://schemas.microsoft.com/office/drawing/2014/main" id="{361C63E0-4106-71C8-DAE2-00DB6896BCB4}"/>
                    </a:ext>
                  </a:extLst>
                </p:cNvPr>
                <p:cNvSpPr/>
                <p:nvPr/>
              </p:nvSpPr>
              <p:spPr>
                <a:xfrm>
                  <a:off x="417060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4" name="pg2584">
                  <a:extLst>
                    <a:ext uri="{FF2B5EF4-FFF2-40B4-BE49-F238E27FC236}">
                      <a16:creationId xmlns:a16="http://schemas.microsoft.com/office/drawing/2014/main" id="{7AEA9D4B-FE80-EEBE-FB0D-2F3017F7B5B1}"/>
                    </a:ext>
                  </a:extLst>
                </p:cNvPr>
                <p:cNvSpPr/>
                <p:nvPr/>
              </p:nvSpPr>
              <p:spPr>
                <a:xfrm>
                  <a:off x="4193883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5" name="pg2585">
                  <a:extLst>
                    <a:ext uri="{FF2B5EF4-FFF2-40B4-BE49-F238E27FC236}">
                      <a16:creationId xmlns:a16="http://schemas.microsoft.com/office/drawing/2014/main" id="{97C4FDDA-AB50-E2D2-2A88-DDAA548B8400}"/>
                    </a:ext>
                  </a:extLst>
                </p:cNvPr>
                <p:cNvSpPr/>
                <p:nvPr/>
              </p:nvSpPr>
              <p:spPr>
                <a:xfrm>
                  <a:off x="4205520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6" name="pg2586">
                  <a:extLst>
                    <a:ext uri="{FF2B5EF4-FFF2-40B4-BE49-F238E27FC236}">
                      <a16:creationId xmlns:a16="http://schemas.microsoft.com/office/drawing/2014/main" id="{A59F543E-A7EE-DDF5-41DE-CD730265C3C9}"/>
                    </a:ext>
                  </a:extLst>
                </p:cNvPr>
                <p:cNvSpPr/>
                <p:nvPr/>
              </p:nvSpPr>
              <p:spPr>
                <a:xfrm>
                  <a:off x="421715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7" name="pg2587">
                  <a:extLst>
                    <a:ext uri="{FF2B5EF4-FFF2-40B4-BE49-F238E27FC236}">
                      <a16:creationId xmlns:a16="http://schemas.microsoft.com/office/drawing/2014/main" id="{B66254D1-8C98-F17A-980B-709DB8193E45}"/>
                    </a:ext>
                  </a:extLst>
                </p:cNvPr>
                <p:cNvSpPr/>
                <p:nvPr/>
              </p:nvSpPr>
              <p:spPr>
                <a:xfrm>
                  <a:off x="4228795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8" name="pg2588">
                  <a:extLst>
                    <a:ext uri="{FF2B5EF4-FFF2-40B4-BE49-F238E27FC236}">
                      <a16:creationId xmlns:a16="http://schemas.microsoft.com/office/drawing/2014/main" id="{6C4DECCA-7E38-F194-7E64-BA4173B86AE0}"/>
                    </a:ext>
                  </a:extLst>
                </p:cNvPr>
                <p:cNvSpPr/>
                <p:nvPr/>
              </p:nvSpPr>
              <p:spPr>
                <a:xfrm>
                  <a:off x="424043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9" name="pg2589">
                  <a:extLst>
                    <a:ext uri="{FF2B5EF4-FFF2-40B4-BE49-F238E27FC236}">
                      <a16:creationId xmlns:a16="http://schemas.microsoft.com/office/drawing/2014/main" id="{A9805F0A-4633-B0B7-0A17-DAF33D551353}"/>
                    </a:ext>
                  </a:extLst>
                </p:cNvPr>
                <p:cNvSpPr/>
                <p:nvPr/>
              </p:nvSpPr>
              <p:spPr>
                <a:xfrm>
                  <a:off x="4252070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0" name="pg2590">
                  <a:extLst>
                    <a:ext uri="{FF2B5EF4-FFF2-40B4-BE49-F238E27FC236}">
                      <a16:creationId xmlns:a16="http://schemas.microsoft.com/office/drawing/2014/main" id="{BC3DEB62-4613-AA21-E176-C63C3DD051C9}"/>
                    </a:ext>
                  </a:extLst>
                </p:cNvPr>
                <p:cNvSpPr/>
                <p:nvPr/>
              </p:nvSpPr>
              <p:spPr>
                <a:xfrm>
                  <a:off x="4263707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1" name="pg2591">
                  <a:extLst>
                    <a:ext uri="{FF2B5EF4-FFF2-40B4-BE49-F238E27FC236}">
                      <a16:creationId xmlns:a16="http://schemas.microsoft.com/office/drawing/2014/main" id="{2AA59F2F-2753-77B2-4ED3-711A5E1DFE61}"/>
                    </a:ext>
                  </a:extLst>
                </p:cNvPr>
                <p:cNvSpPr/>
                <p:nvPr/>
              </p:nvSpPr>
              <p:spPr>
                <a:xfrm>
                  <a:off x="427534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2" name="pg2592">
                  <a:extLst>
                    <a:ext uri="{FF2B5EF4-FFF2-40B4-BE49-F238E27FC236}">
                      <a16:creationId xmlns:a16="http://schemas.microsoft.com/office/drawing/2014/main" id="{FC17CB57-7BCC-0284-FA29-D0C2FC946E93}"/>
                    </a:ext>
                  </a:extLst>
                </p:cNvPr>
                <p:cNvSpPr/>
                <p:nvPr/>
              </p:nvSpPr>
              <p:spPr>
                <a:xfrm>
                  <a:off x="428698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3" name="pg2593">
                  <a:extLst>
                    <a:ext uri="{FF2B5EF4-FFF2-40B4-BE49-F238E27FC236}">
                      <a16:creationId xmlns:a16="http://schemas.microsoft.com/office/drawing/2014/main" id="{90A2DC21-B056-1CCC-7046-C80B0A3BD7BF}"/>
                    </a:ext>
                  </a:extLst>
                </p:cNvPr>
                <p:cNvSpPr/>
                <p:nvPr/>
              </p:nvSpPr>
              <p:spPr>
                <a:xfrm>
                  <a:off x="429861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4" name="pg2594">
                  <a:extLst>
                    <a:ext uri="{FF2B5EF4-FFF2-40B4-BE49-F238E27FC236}">
                      <a16:creationId xmlns:a16="http://schemas.microsoft.com/office/drawing/2014/main" id="{E7E16CB5-97E7-FD4E-74E7-0744600BC8C5}"/>
                    </a:ext>
                  </a:extLst>
                </p:cNvPr>
                <p:cNvSpPr/>
                <p:nvPr/>
              </p:nvSpPr>
              <p:spPr>
                <a:xfrm>
                  <a:off x="431025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5" name="pg2595">
                  <a:extLst>
                    <a:ext uri="{FF2B5EF4-FFF2-40B4-BE49-F238E27FC236}">
                      <a16:creationId xmlns:a16="http://schemas.microsoft.com/office/drawing/2014/main" id="{562C7C61-C839-1316-065B-3B1D629FA811}"/>
                    </a:ext>
                  </a:extLst>
                </p:cNvPr>
                <p:cNvSpPr/>
                <p:nvPr/>
              </p:nvSpPr>
              <p:spPr>
                <a:xfrm>
                  <a:off x="432189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6" name="pg2596">
                  <a:extLst>
                    <a:ext uri="{FF2B5EF4-FFF2-40B4-BE49-F238E27FC236}">
                      <a16:creationId xmlns:a16="http://schemas.microsoft.com/office/drawing/2014/main" id="{670B1D7E-45A4-DEB5-A541-09AEEACED5F6}"/>
                    </a:ext>
                  </a:extLst>
                </p:cNvPr>
                <p:cNvSpPr/>
                <p:nvPr/>
              </p:nvSpPr>
              <p:spPr>
                <a:xfrm>
                  <a:off x="433353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7" name="pg2597">
                  <a:extLst>
                    <a:ext uri="{FF2B5EF4-FFF2-40B4-BE49-F238E27FC236}">
                      <a16:creationId xmlns:a16="http://schemas.microsoft.com/office/drawing/2014/main" id="{F5B61488-5F2B-1C0B-67DB-AC329815F768}"/>
                    </a:ext>
                  </a:extLst>
                </p:cNvPr>
                <p:cNvSpPr/>
                <p:nvPr/>
              </p:nvSpPr>
              <p:spPr>
                <a:xfrm>
                  <a:off x="434516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8" name="pg2598">
                  <a:extLst>
                    <a:ext uri="{FF2B5EF4-FFF2-40B4-BE49-F238E27FC236}">
                      <a16:creationId xmlns:a16="http://schemas.microsoft.com/office/drawing/2014/main" id="{0E6EDAAD-B67C-341D-CD42-212192A3AD8D}"/>
                    </a:ext>
                  </a:extLst>
                </p:cNvPr>
                <p:cNvSpPr/>
                <p:nvPr/>
              </p:nvSpPr>
              <p:spPr>
                <a:xfrm>
                  <a:off x="435680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9" name="pg2599">
                  <a:extLst>
                    <a:ext uri="{FF2B5EF4-FFF2-40B4-BE49-F238E27FC236}">
                      <a16:creationId xmlns:a16="http://schemas.microsoft.com/office/drawing/2014/main" id="{39158219-7E94-F96F-047C-3D7A949175CD}"/>
                    </a:ext>
                  </a:extLst>
                </p:cNvPr>
                <p:cNvSpPr/>
                <p:nvPr/>
              </p:nvSpPr>
              <p:spPr>
                <a:xfrm>
                  <a:off x="456627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0" name="pg2600">
                  <a:extLst>
                    <a:ext uri="{FF2B5EF4-FFF2-40B4-BE49-F238E27FC236}">
                      <a16:creationId xmlns:a16="http://schemas.microsoft.com/office/drawing/2014/main" id="{9633E7E7-31B6-BC47-E08D-ED85ACA3F211}"/>
                    </a:ext>
                  </a:extLst>
                </p:cNvPr>
                <p:cNvSpPr/>
                <p:nvPr/>
              </p:nvSpPr>
              <p:spPr>
                <a:xfrm>
                  <a:off x="4577915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1" name="pg2601">
                  <a:extLst>
                    <a:ext uri="{FF2B5EF4-FFF2-40B4-BE49-F238E27FC236}">
                      <a16:creationId xmlns:a16="http://schemas.microsoft.com/office/drawing/2014/main" id="{CB3B9197-F0A5-37EB-84E1-78E2011D26CB}"/>
                    </a:ext>
                  </a:extLst>
                </p:cNvPr>
                <p:cNvSpPr/>
                <p:nvPr/>
              </p:nvSpPr>
              <p:spPr>
                <a:xfrm>
                  <a:off x="458955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2" name="pg2602">
                  <a:extLst>
                    <a:ext uri="{FF2B5EF4-FFF2-40B4-BE49-F238E27FC236}">
                      <a16:creationId xmlns:a16="http://schemas.microsoft.com/office/drawing/2014/main" id="{85020AB8-B116-3CA5-E1DB-7BE305177BC1}"/>
                    </a:ext>
                  </a:extLst>
                </p:cNvPr>
                <p:cNvSpPr/>
                <p:nvPr/>
              </p:nvSpPr>
              <p:spPr>
                <a:xfrm>
                  <a:off x="4601190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3" name="pg2603">
                  <a:extLst>
                    <a:ext uri="{FF2B5EF4-FFF2-40B4-BE49-F238E27FC236}">
                      <a16:creationId xmlns:a16="http://schemas.microsoft.com/office/drawing/2014/main" id="{1A993443-C054-2046-9C1B-68070943E239}"/>
                    </a:ext>
                  </a:extLst>
                </p:cNvPr>
                <p:cNvSpPr/>
                <p:nvPr/>
              </p:nvSpPr>
              <p:spPr>
                <a:xfrm>
                  <a:off x="312324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4" name="pg2604">
                  <a:extLst>
                    <a:ext uri="{FF2B5EF4-FFF2-40B4-BE49-F238E27FC236}">
                      <a16:creationId xmlns:a16="http://schemas.microsoft.com/office/drawing/2014/main" id="{F1E777F4-D281-47DE-C414-DCACB304099D}"/>
                    </a:ext>
                  </a:extLst>
                </p:cNvPr>
                <p:cNvSpPr/>
                <p:nvPr/>
              </p:nvSpPr>
              <p:spPr>
                <a:xfrm>
                  <a:off x="313488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5" name="pg2605">
                  <a:extLst>
                    <a:ext uri="{FF2B5EF4-FFF2-40B4-BE49-F238E27FC236}">
                      <a16:creationId xmlns:a16="http://schemas.microsoft.com/office/drawing/2014/main" id="{B9296892-C512-DC20-0505-24B6BFBA495A}"/>
                    </a:ext>
                  </a:extLst>
                </p:cNvPr>
                <p:cNvSpPr/>
                <p:nvPr/>
              </p:nvSpPr>
              <p:spPr>
                <a:xfrm>
                  <a:off x="314652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6" name="pg2606">
                  <a:extLst>
                    <a:ext uri="{FF2B5EF4-FFF2-40B4-BE49-F238E27FC236}">
                      <a16:creationId xmlns:a16="http://schemas.microsoft.com/office/drawing/2014/main" id="{236E8651-18CF-8E33-EF88-3441D74CCC12}"/>
                    </a:ext>
                  </a:extLst>
                </p:cNvPr>
                <p:cNvSpPr/>
                <p:nvPr/>
              </p:nvSpPr>
              <p:spPr>
                <a:xfrm>
                  <a:off x="315816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7" name="pg2607">
                  <a:extLst>
                    <a:ext uri="{FF2B5EF4-FFF2-40B4-BE49-F238E27FC236}">
                      <a16:creationId xmlns:a16="http://schemas.microsoft.com/office/drawing/2014/main" id="{ED0C22AD-2135-C3FF-5407-DED22C908F14}"/>
                    </a:ext>
                  </a:extLst>
                </p:cNvPr>
                <p:cNvSpPr/>
                <p:nvPr/>
              </p:nvSpPr>
              <p:spPr>
                <a:xfrm>
                  <a:off x="316979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8" name="pg2608">
                  <a:extLst>
                    <a:ext uri="{FF2B5EF4-FFF2-40B4-BE49-F238E27FC236}">
                      <a16:creationId xmlns:a16="http://schemas.microsoft.com/office/drawing/2014/main" id="{ED9BA180-D892-CB1D-C1CE-AC81E3A3BBE1}"/>
                    </a:ext>
                  </a:extLst>
                </p:cNvPr>
                <p:cNvSpPr/>
                <p:nvPr/>
              </p:nvSpPr>
              <p:spPr>
                <a:xfrm>
                  <a:off x="318143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9" name="pg2609">
                  <a:extLst>
                    <a:ext uri="{FF2B5EF4-FFF2-40B4-BE49-F238E27FC236}">
                      <a16:creationId xmlns:a16="http://schemas.microsoft.com/office/drawing/2014/main" id="{7B0BE689-26F1-78EC-26F1-673C77781D59}"/>
                    </a:ext>
                  </a:extLst>
                </p:cNvPr>
                <p:cNvSpPr/>
                <p:nvPr/>
              </p:nvSpPr>
              <p:spPr>
                <a:xfrm>
                  <a:off x="321634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0" name="pg2610">
                  <a:extLst>
                    <a:ext uri="{FF2B5EF4-FFF2-40B4-BE49-F238E27FC236}">
                      <a16:creationId xmlns:a16="http://schemas.microsoft.com/office/drawing/2014/main" id="{7D4C5712-B484-5B0E-103A-D4A80198F747}"/>
                    </a:ext>
                  </a:extLst>
                </p:cNvPr>
                <p:cNvSpPr/>
                <p:nvPr/>
              </p:nvSpPr>
              <p:spPr>
                <a:xfrm>
                  <a:off x="322798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1" name="pg2611">
                  <a:extLst>
                    <a:ext uri="{FF2B5EF4-FFF2-40B4-BE49-F238E27FC236}">
                      <a16:creationId xmlns:a16="http://schemas.microsoft.com/office/drawing/2014/main" id="{096F7E98-C213-850E-8944-B43B12056EF3}"/>
                    </a:ext>
                  </a:extLst>
                </p:cNvPr>
                <p:cNvSpPr/>
                <p:nvPr/>
              </p:nvSpPr>
              <p:spPr>
                <a:xfrm>
                  <a:off x="323962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2" name="pg2612">
                  <a:extLst>
                    <a:ext uri="{FF2B5EF4-FFF2-40B4-BE49-F238E27FC236}">
                      <a16:creationId xmlns:a16="http://schemas.microsoft.com/office/drawing/2014/main" id="{3E529409-49E9-5244-5963-B4A49186F750}"/>
                    </a:ext>
                  </a:extLst>
                </p:cNvPr>
                <p:cNvSpPr/>
                <p:nvPr/>
              </p:nvSpPr>
              <p:spPr>
                <a:xfrm>
                  <a:off x="325125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3" name="pg2613">
                  <a:extLst>
                    <a:ext uri="{FF2B5EF4-FFF2-40B4-BE49-F238E27FC236}">
                      <a16:creationId xmlns:a16="http://schemas.microsoft.com/office/drawing/2014/main" id="{9CC299DE-D87A-7CFC-7DAE-C4F282585458}"/>
                    </a:ext>
                  </a:extLst>
                </p:cNvPr>
                <p:cNvSpPr/>
                <p:nvPr/>
              </p:nvSpPr>
              <p:spPr>
                <a:xfrm>
                  <a:off x="326289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4" name="pg2614">
                  <a:extLst>
                    <a:ext uri="{FF2B5EF4-FFF2-40B4-BE49-F238E27FC236}">
                      <a16:creationId xmlns:a16="http://schemas.microsoft.com/office/drawing/2014/main" id="{A650FF50-96AD-1EB4-C719-B04A0F33166D}"/>
                    </a:ext>
                  </a:extLst>
                </p:cNvPr>
                <p:cNvSpPr/>
                <p:nvPr/>
              </p:nvSpPr>
              <p:spPr>
                <a:xfrm>
                  <a:off x="327453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5" name="pg2615">
                  <a:extLst>
                    <a:ext uri="{FF2B5EF4-FFF2-40B4-BE49-F238E27FC236}">
                      <a16:creationId xmlns:a16="http://schemas.microsoft.com/office/drawing/2014/main" id="{A9A56EDA-6712-5399-B149-3AF3C139489E}"/>
                    </a:ext>
                  </a:extLst>
                </p:cNvPr>
                <p:cNvSpPr/>
                <p:nvPr/>
              </p:nvSpPr>
              <p:spPr>
                <a:xfrm>
                  <a:off x="328617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6" name="pg2616">
                  <a:extLst>
                    <a:ext uri="{FF2B5EF4-FFF2-40B4-BE49-F238E27FC236}">
                      <a16:creationId xmlns:a16="http://schemas.microsoft.com/office/drawing/2014/main" id="{6E7FDA67-F4F0-BAF4-B9AE-BA269339EC7D}"/>
                    </a:ext>
                  </a:extLst>
                </p:cNvPr>
                <p:cNvSpPr/>
                <p:nvPr/>
              </p:nvSpPr>
              <p:spPr>
                <a:xfrm>
                  <a:off x="329780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7" name="pg2617">
                  <a:extLst>
                    <a:ext uri="{FF2B5EF4-FFF2-40B4-BE49-F238E27FC236}">
                      <a16:creationId xmlns:a16="http://schemas.microsoft.com/office/drawing/2014/main" id="{F967C358-5B3A-71A9-C99B-E387C4280F11}"/>
                    </a:ext>
                  </a:extLst>
                </p:cNvPr>
                <p:cNvSpPr/>
                <p:nvPr/>
              </p:nvSpPr>
              <p:spPr>
                <a:xfrm>
                  <a:off x="330944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8" name="pg2618">
                  <a:extLst>
                    <a:ext uri="{FF2B5EF4-FFF2-40B4-BE49-F238E27FC236}">
                      <a16:creationId xmlns:a16="http://schemas.microsoft.com/office/drawing/2014/main" id="{33F12308-B61C-FF33-326F-DBBDF567231C}"/>
                    </a:ext>
                  </a:extLst>
                </p:cNvPr>
                <p:cNvSpPr/>
                <p:nvPr/>
              </p:nvSpPr>
              <p:spPr>
                <a:xfrm>
                  <a:off x="332108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9" name="pg2619">
                  <a:extLst>
                    <a:ext uri="{FF2B5EF4-FFF2-40B4-BE49-F238E27FC236}">
                      <a16:creationId xmlns:a16="http://schemas.microsoft.com/office/drawing/2014/main" id="{F18A0553-EFA4-54C9-BCBF-5639377AB959}"/>
                    </a:ext>
                  </a:extLst>
                </p:cNvPr>
                <p:cNvSpPr/>
                <p:nvPr/>
              </p:nvSpPr>
              <p:spPr>
                <a:xfrm>
                  <a:off x="333272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0" name="pg2620">
                  <a:extLst>
                    <a:ext uri="{FF2B5EF4-FFF2-40B4-BE49-F238E27FC236}">
                      <a16:creationId xmlns:a16="http://schemas.microsoft.com/office/drawing/2014/main" id="{63DC6A8C-8111-1311-B09D-DA665D7B1E44}"/>
                    </a:ext>
                  </a:extLst>
                </p:cNvPr>
                <p:cNvSpPr/>
                <p:nvPr/>
              </p:nvSpPr>
              <p:spPr>
                <a:xfrm>
                  <a:off x="334435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1" name="pg2621">
                  <a:extLst>
                    <a:ext uri="{FF2B5EF4-FFF2-40B4-BE49-F238E27FC236}">
                      <a16:creationId xmlns:a16="http://schemas.microsoft.com/office/drawing/2014/main" id="{5FD18C0B-4BC9-FB1C-29ED-7A875A6073B8}"/>
                    </a:ext>
                  </a:extLst>
                </p:cNvPr>
                <p:cNvSpPr/>
                <p:nvPr/>
              </p:nvSpPr>
              <p:spPr>
                <a:xfrm>
                  <a:off x="335599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2" name="pg2622">
                  <a:extLst>
                    <a:ext uri="{FF2B5EF4-FFF2-40B4-BE49-F238E27FC236}">
                      <a16:creationId xmlns:a16="http://schemas.microsoft.com/office/drawing/2014/main" id="{3FB43184-68DB-C27B-1E87-B04DD6F7CEBE}"/>
                    </a:ext>
                  </a:extLst>
                </p:cNvPr>
                <p:cNvSpPr/>
                <p:nvPr/>
              </p:nvSpPr>
              <p:spPr>
                <a:xfrm>
                  <a:off x="336763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3" name="pg2623">
                  <a:extLst>
                    <a:ext uri="{FF2B5EF4-FFF2-40B4-BE49-F238E27FC236}">
                      <a16:creationId xmlns:a16="http://schemas.microsoft.com/office/drawing/2014/main" id="{9C3CBEFD-7EE1-5190-2FBB-2B13B0127271}"/>
                    </a:ext>
                  </a:extLst>
                </p:cNvPr>
                <p:cNvSpPr/>
                <p:nvPr/>
              </p:nvSpPr>
              <p:spPr>
                <a:xfrm>
                  <a:off x="342581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4" name="pg2624">
                  <a:extLst>
                    <a:ext uri="{FF2B5EF4-FFF2-40B4-BE49-F238E27FC236}">
                      <a16:creationId xmlns:a16="http://schemas.microsoft.com/office/drawing/2014/main" id="{75BCAB84-CB18-AE00-3D8C-2DA91D7904EE}"/>
                    </a:ext>
                  </a:extLst>
                </p:cNvPr>
                <p:cNvSpPr/>
                <p:nvPr/>
              </p:nvSpPr>
              <p:spPr>
                <a:xfrm>
                  <a:off x="343745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5" name="pg2625">
                  <a:extLst>
                    <a:ext uri="{FF2B5EF4-FFF2-40B4-BE49-F238E27FC236}">
                      <a16:creationId xmlns:a16="http://schemas.microsoft.com/office/drawing/2014/main" id="{F76B09A3-7792-A12B-9871-A98E5878FB79}"/>
                    </a:ext>
                  </a:extLst>
                </p:cNvPr>
                <p:cNvSpPr/>
                <p:nvPr/>
              </p:nvSpPr>
              <p:spPr>
                <a:xfrm>
                  <a:off x="344909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6" name="pg2626">
                  <a:extLst>
                    <a:ext uri="{FF2B5EF4-FFF2-40B4-BE49-F238E27FC236}">
                      <a16:creationId xmlns:a16="http://schemas.microsoft.com/office/drawing/2014/main" id="{A3C6F8CC-3CFB-5F9B-2263-B4BC696C3D35}"/>
                    </a:ext>
                  </a:extLst>
                </p:cNvPr>
                <p:cNvSpPr/>
                <p:nvPr/>
              </p:nvSpPr>
              <p:spPr>
                <a:xfrm>
                  <a:off x="346073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7" name="pg2627">
                  <a:extLst>
                    <a:ext uri="{FF2B5EF4-FFF2-40B4-BE49-F238E27FC236}">
                      <a16:creationId xmlns:a16="http://schemas.microsoft.com/office/drawing/2014/main" id="{30BCCE67-8C11-7C1E-7DAC-41D6A5D38F61}"/>
                    </a:ext>
                  </a:extLst>
                </p:cNvPr>
                <p:cNvSpPr/>
                <p:nvPr/>
              </p:nvSpPr>
              <p:spPr>
                <a:xfrm>
                  <a:off x="347236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8" name="pg2628">
                  <a:extLst>
                    <a:ext uri="{FF2B5EF4-FFF2-40B4-BE49-F238E27FC236}">
                      <a16:creationId xmlns:a16="http://schemas.microsoft.com/office/drawing/2014/main" id="{19DC7094-311D-4635-E7EA-90CE4CE0F423}"/>
                    </a:ext>
                  </a:extLst>
                </p:cNvPr>
                <p:cNvSpPr/>
                <p:nvPr/>
              </p:nvSpPr>
              <p:spPr>
                <a:xfrm>
                  <a:off x="348400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9" name="pg2629">
                  <a:extLst>
                    <a:ext uri="{FF2B5EF4-FFF2-40B4-BE49-F238E27FC236}">
                      <a16:creationId xmlns:a16="http://schemas.microsoft.com/office/drawing/2014/main" id="{F58F3339-FD72-7445-1F82-8B0367D1CE78}"/>
                    </a:ext>
                  </a:extLst>
                </p:cNvPr>
                <p:cNvSpPr/>
                <p:nvPr/>
              </p:nvSpPr>
              <p:spPr>
                <a:xfrm>
                  <a:off x="349564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9">
                    <a:alpha val="100000"/>
                  </a:srgbClr>
                </a:solidFill>
                <a:ln w="5420" cap="flat">
                  <a:solidFill>
                    <a:srgbClr val="80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0" name="pg2630">
                  <a:extLst>
                    <a:ext uri="{FF2B5EF4-FFF2-40B4-BE49-F238E27FC236}">
                      <a16:creationId xmlns:a16="http://schemas.microsoft.com/office/drawing/2014/main" id="{B49663C9-C147-8919-F476-F00071DF498A}"/>
                    </a:ext>
                  </a:extLst>
                </p:cNvPr>
                <p:cNvSpPr/>
                <p:nvPr/>
              </p:nvSpPr>
              <p:spPr>
                <a:xfrm>
                  <a:off x="350728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9">
                    <a:alpha val="100000"/>
                  </a:srgbClr>
                </a:solidFill>
                <a:ln w="5420" cap="flat">
                  <a:solidFill>
                    <a:srgbClr val="80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1" name="pg2631">
                  <a:extLst>
                    <a:ext uri="{FF2B5EF4-FFF2-40B4-BE49-F238E27FC236}">
                      <a16:creationId xmlns:a16="http://schemas.microsoft.com/office/drawing/2014/main" id="{8B44E55D-CBAD-307C-F6E5-F575AF8D3228}"/>
                    </a:ext>
                  </a:extLst>
                </p:cNvPr>
                <p:cNvSpPr/>
                <p:nvPr/>
              </p:nvSpPr>
              <p:spPr>
                <a:xfrm>
                  <a:off x="362365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2" name="pg2632">
                  <a:extLst>
                    <a:ext uri="{FF2B5EF4-FFF2-40B4-BE49-F238E27FC236}">
                      <a16:creationId xmlns:a16="http://schemas.microsoft.com/office/drawing/2014/main" id="{310E67D3-7626-CB53-A60F-9BFADE548FF8}"/>
                    </a:ext>
                  </a:extLst>
                </p:cNvPr>
                <p:cNvSpPr/>
                <p:nvPr/>
              </p:nvSpPr>
              <p:spPr>
                <a:xfrm>
                  <a:off x="363529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3" name="pg2633">
                  <a:extLst>
                    <a:ext uri="{FF2B5EF4-FFF2-40B4-BE49-F238E27FC236}">
                      <a16:creationId xmlns:a16="http://schemas.microsoft.com/office/drawing/2014/main" id="{CC5DED66-272A-CBA8-1EDB-F20F6A89EA8F}"/>
                    </a:ext>
                  </a:extLst>
                </p:cNvPr>
                <p:cNvSpPr/>
                <p:nvPr/>
              </p:nvSpPr>
              <p:spPr>
                <a:xfrm>
                  <a:off x="364692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4" name="pg2634">
                  <a:extLst>
                    <a:ext uri="{FF2B5EF4-FFF2-40B4-BE49-F238E27FC236}">
                      <a16:creationId xmlns:a16="http://schemas.microsoft.com/office/drawing/2014/main" id="{692F5940-4185-EBCF-906C-291DEC6EE282}"/>
                    </a:ext>
                  </a:extLst>
                </p:cNvPr>
                <p:cNvSpPr/>
                <p:nvPr/>
              </p:nvSpPr>
              <p:spPr>
                <a:xfrm>
                  <a:off x="365856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5" name="pg2635">
                  <a:extLst>
                    <a:ext uri="{FF2B5EF4-FFF2-40B4-BE49-F238E27FC236}">
                      <a16:creationId xmlns:a16="http://schemas.microsoft.com/office/drawing/2014/main" id="{669C5A4B-3564-37EF-4F6F-49864A1FF3A6}"/>
                    </a:ext>
                  </a:extLst>
                </p:cNvPr>
                <p:cNvSpPr/>
                <p:nvPr/>
              </p:nvSpPr>
              <p:spPr>
                <a:xfrm>
                  <a:off x="367020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6" name="pg2636">
                  <a:extLst>
                    <a:ext uri="{FF2B5EF4-FFF2-40B4-BE49-F238E27FC236}">
                      <a16:creationId xmlns:a16="http://schemas.microsoft.com/office/drawing/2014/main" id="{FCCC38A5-3FFF-B9A8-8403-1B128A4A09C7}"/>
                    </a:ext>
                  </a:extLst>
                </p:cNvPr>
                <p:cNvSpPr/>
                <p:nvPr/>
              </p:nvSpPr>
              <p:spPr>
                <a:xfrm>
                  <a:off x="3681840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7" name="pg2637">
                  <a:extLst>
                    <a:ext uri="{FF2B5EF4-FFF2-40B4-BE49-F238E27FC236}">
                      <a16:creationId xmlns:a16="http://schemas.microsoft.com/office/drawing/2014/main" id="{9F958F54-5095-18E1-3DCC-8977FB7CDE12}"/>
                    </a:ext>
                  </a:extLst>
                </p:cNvPr>
                <p:cNvSpPr/>
                <p:nvPr/>
              </p:nvSpPr>
              <p:spPr>
                <a:xfrm>
                  <a:off x="369347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8" name="pg2638">
                  <a:extLst>
                    <a:ext uri="{FF2B5EF4-FFF2-40B4-BE49-F238E27FC236}">
                      <a16:creationId xmlns:a16="http://schemas.microsoft.com/office/drawing/2014/main" id="{47FAC7ED-BCD9-DAFA-3C93-FE8A40961651}"/>
                    </a:ext>
                  </a:extLst>
                </p:cNvPr>
                <p:cNvSpPr/>
                <p:nvPr/>
              </p:nvSpPr>
              <p:spPr>
                <a:xfrm>
                  <a:off x="370511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9" name="pg2639">
                  <a:extLst>
                    <a:ext uri="{FF2B5EF4-FFF2-40B4-BE49-F238E27FC236}">
                      <a16:creationId xmlns:a16="http://schemas.microsoft.com/office/drawing/2014/main" id="{24E32ACD-57D1-AC15-C1A0-F5123069A8B6}"/>
                    </a:ext>
                  </a:extLst>
                </p:cNvPr>
                <p:cNvSpPr/>
                <p:nvPr/>
              </p:nvSpPr>
              <p:spPr>
                <a:xfrm>
                  <a:off x="371675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0" name="pg2640">
                  <a:extLst>
                    <a:ext uri="{FF2B5EF4-FFF2-40B4-BE49-F238E27FC236}">
                      <a16:creationId xmlns:a16="http://schemas.microsoft.com/office/drawing/2014/main" id="{4DF764A1-41A3-DC3B-537F-874785809AD6}"/>
                    </a:ext>
                  </a:extLst>
                </p:cNvPr>
                <p:cNvSpPr/>
                <p:nvPr/>
              </p:nvSpPr>
              <p:spPr>
                <a:xfrm>
                  <a:off x="3728390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9">
                    <a:alpha val="100000"/>
                  </a:srgbClr>
                </a:solidFill>
                <a:ln w="5420" cap="flat">
                  <a:solidFill>
                    <a:srgbClr val="80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1" name="pg2641">
                  <a:extLst>
                    <a:ext uri="{FF2B5EF4-FFF2-40B4-BE49-F238E27FC236}">
                      <a16:creationId xmlns:a16="http://schemas.microsoft.com/office/drawing/2014/main" id="{CD99B216-295C-DD22-6A27-250D095FD61B}"/>
                    </a:ext>
                  </a:extLst>
                </p:cNvPr>
                <p:cNvSpPr/>
                <p:nvPr/>
              </p:nvSpPr>
              <p:spPr>
                <a:xfrm>
                  <a:off x="374002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2" name="pg2642">
                  <a:extLst>
                    <a:ext uri="{FF2B5EF4-FFF2-40B4-BE49-F238E27FC236}">
                      <a16:creationId xmlns:a16="http://schemas.microsoft.com/office/drawing/2014/main" id="{55B27A55-5C40-8902-FAAF-AC833C2C1E55}"/>
                    </a:ext>
                  </a:extLst>
                </p:cNvPr>
                <p:cNvSpPr/>
                <p:nvPr/>
              </p:nvSpPr>
              <p:spPr>
                <a:xfrm>
                  <a:off x="375166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3" name="pg2643">
                  <a:extLst>
                    <a:ext uri="{FF2B5EF4-FFF2-40B4-BE49-F238E27FC236}">
                      <a16:creationId xmlns:a16="http://schemas.microsoft.com/office/drawing/2014/main" id="{968FDE61-CAF5-00C8-991A-F46222FD7D62}"/>
                    </a:ext>
                  </a:extLst>
                </p:cNvPr>
                <p:cNvSpPr/>
                <p:nvPr/>
              </p:nvSpPr>
              <p:spPr>
                <a:xfrm>
                  <a:off x="411242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4" name="pg2644">
                  <a:extLst>
                    <a:ext uri="{FF2B5EF4-FFF2-40B4-BE49-F238E27FC236}">
                      <a16:creationId xmlns:a16="http://schemas.microsoft.com/office/drawing/2014/main" id="{6673C2EA-B698-95FA-B4D2-681A817139E5}"/>
                    </a:ext>
                  </a:extLst>
                </p:cNvPr>
                <p:cNvSpPr/>
                <p:nvPr/>
              </p:nvSpPr>
              <p:spPr>
                <a:xfrm>
                  <a:off x="412405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5" name="pg2645">
                  <a:extLst>
                    <a:ext uri="{FF2B5EF4-FFF2-40B4-BE49-F238E27FC236}">
                      <a16:creationId xmlns:a16="http://schemas.microsoft.com/office/drawing/2014/main" id="{1186B8FB-0914-F39D-4517-C73B4EE5D534}"/>
                    </a:ext>
                  </a:extLst>
                </p:cNvPr>
                <p:cNvSpPr/>
                <p:nvPr/>
              </p:nvSpPr>
              <p:spPr>
                <a:xfrm>
                  <a:off x="413569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6" name="pg2646">
                  <a:extLst>
                    <a:ext uri="{FF2B5EF4-FFF2-40B4-BE49-F238E27FC236}">
                      <a16:creationId xmlns:a16="http://schemas.microsoft.com/office/drawing/2014/main" id="{8D6B0FD1-D3B4-C352-2104-5FE4DC9A977E}"/>
                    </a:ext>
                  </a:extLst>
                </p:cNvPr>
                <p:cNvSpPr/>
                <p:nvPr/>
              </p:nvSpPr>
              <p:spPr>
                <a:xfrm>
                  <a:off x="414733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7" name="pg2647">
                  <a:extLst>
                    <a:ext uri="{FF2B5EF4-FFF2-40B4-BE49-F238E27FC236}">
                      <a16:creationId xmlns:a16="http://schemas.microsoft.com/office/drawing/2014/main" id="{D84CE1D0-9510-9CA6-8E29-930A20823FE7}"/>
                    </a:ext>
                  </a:extLst>
                </p:cNvPr>
                <p:cNvSpPr/>
                <p:nvPr/>
              </p:nvSpPr>
              <p:spPr>
                <a:xfrm>
                  <a:off x="415897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8" name="pg2648">
                  <a:extLst>
                    <a:ext uri="{FF2B5EF4-FFF2-40B4-BE49-F238E27FC236}">
                      <a16:creationId xmlns:a16="http://schemas.microsoft.com/office/drawing/2014/main" id="{E228C1FE-E6D8-CA59-392E-53D0430FAC79}"/>
                    </a:ext>
                  </a:extLst>
                </p:cNvPr>
                <p:cNvSpPr/>
                <p:nvPr/>
              </p:nvSpPr>
              <p:spPr>
                <a:xfrm>
                  <a:off x="417060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9" name="pg2649">
                  <a:extLst>
                    <a:ext uri="{FF2B5EF4-FFF2-40B4-BE49-F238E27FC236}">
                      <a16:creationId xmlns:a16="http://schemas.microsoft.com/office/drawing/2014/main" id="{E5A41023-3F2D-20DE-FB33-29C0E20292B4}"/>
                    </a:ext>
                  </a:extLst>
                </p:cNvPr>
                <p:cNvSpPr/>
                <p:nvPr/>
              </p:nvSpPr>
              <p:spPr>
                <a:xfrm>
                  <a:off x="418224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0" name="pg2650">
                  <a:extLst>
                    <a:ext uri="{FF2B5EF4-FFF2-40B4-BE49-F238E27FC236}">
                      <a16:creationId xmlns:a16="http://schemas.microsoft.com/office/drawing/2014/main" id="{192A985C-2CA4-FCBD-B04E-AF785B2DED06}"/>
                    </a:ext>
                  </a:extLst>
                </p:cNvPr>
                <p:cNvSpPr/>
                <p:nvPr/>
              </p:nvSpPr>
              <p:spPr>
                <a:xfrm>
                  <a:off x="419388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1" name="pg2651">
                  <a:extLst>
                    <a:ext uri="{FF2B5EF4-FFF2-40B4-BE49-F238E27FC236}">
                      <a16:creationId xmlns:a16="http://schemas.microsoft.com/office/drawing/2014/main" id="{6BBD81EF-315B-9629-E56C-46523255A54A}"/>
                    </a:ext>
                  </a:extLst>
                </p:cNvPr>
                <p:cNvSpPr/>
                <p:nvPr/>
              </p:nvSpPr>
              <p:spPr>
                <a:xfrm>
                  <a:off x="4205520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2" name="pg2652">
                  <a:extLst>
                    <a:ext uri="{FF2B5EF4-FFF2-40B4-BE49-F238E27FC236}">
                      <a16:creationId xmlns:a16="http://schemas.microsoft.com/office/drawing/2014/main" id="{91DF58A8-D8DA-886E-879F-F3F2BE0FEA6C}"/>
                    </a:ext>
                  </a:extLst>
                </p:cNvPr>
                <p:cNvSpPr/>
                <p:nvPr/>
              </p:nvSpPr>
              <p:spPr>
                <a:xfrm>
                  <a:off x="421715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3" name="pg2653">
                  <a:extLst>
                    <a:ext uri="{FF2B5EF4-FFF2-40B4-BE49-F238E27FC236}">
                      <a16:creationId xmlns:a16="http://schemas.microsoft.com/office/drawing/2014/main" id="{FE2F1C30-662F-F3D9-A918-F4BC12B5C6FF}"/>
                    </a:ext>
                  </a:extLst>
                </p:cNvPr>
                <p:cNvSpPr/>
                <p:nvPr/>
              </p:nvSpPr>
              <p:spPr>
                <a:xfrm>
                  <a:off x="422879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4" name="pg2654">
                  <a:extLst>
                    <a:ext uri="{FF2B5EF4-FFF2-40B4-BE49-F238E27FC236}">
                      <a16:creationId xmlns:a16="http://schemas.microsoft.com/office/drawing/2014/main" id="{055B4C37-E82D-8D3C-0869-86ABA996E594}"/>
                    </a:ext>
                  </a:extLst>
                </p:cNvPr>
                <p:cNvSpPr/>
                <p:nvPr/>
              </p:nvSpPr>
              <p:spPr>
                <a:xfrm>
                  <a:off x="424043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5" name="pg2655">
                  <a:extLst>
                    <a:ext uri="{FF2B5EF4-FFF2-40B4-BE49-F238E27FC236}">
                      <a16:creationId xmlns:a16="http://schemas.microsoft.com/office/drawing/2014/main" id="{57A3419B-2F8E-B81A-78DC-E2A7B33725B2}"/>
                    </a:ext>
                  </a:extLst>
                </p:cNvPr>
                <p:cNvSpPr/>
                <p:nvPr/>
              </p:nvSpPr>
              <p:spPr>
                <a:xfrm>
                  <a:off x="4252070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6" name="pg2656">
                  <a:extLst>
                    <a:ext uri="{FF2B5EF4-FFF2-40B4-BE49-F238E27FC236}">
                      <a16:creationId xmlns:a16="http://schemas.microsoft.com/office/drawing/2014/main" id="{653B53F3-25F3-27F0-3419-476BC190E29E}"/>
                    </a:ext>
                  </a:extLst>
                </p:cNvPr>
                <p:cNvSpPr/>
                <p:nvPr/>
              </p:nvSpPr>
              <p:spPr>
                <a:xfrm>
                  <a:off x="426370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7" name="pg2657">
                  <a:extLst>
                    <a:ext uri="{FF2B5EF4-FFF2-40B4-BE49-F238E27FC236}">
                      <a16:creationId xmlns:a16="http://schemas.microsoft.com/office/drawing/2014/main" id="{41CFB3D7-DCA6-9D3B-A758-765764F72A17}"/>
                    </a:ext>
                  </a:extLst>
                </p:cNvPr>
                <p:cNvSpPr/>
                <p:nvPr/>
              </p:nvSpPr>
              <p:spPr>
                <a:xfrm>
                  <a:off x="427534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8" name="pg2658">
                  <a:extLst>
                    <a:ext uri="{FF2B5EF4-FFF2-40B4-BE49-F238E27FC236}">
                      <a16:creationId xmlns:a16="http://schemas.microsoft.com/office/drawing/2014/main" id="{747960EC-597B-C18B-283D-07FCD5938A6E}"/>
                    </a:ext>
                  </a:extLst>
                </p:cNvPr>
                <p:cNvSpPr/>
                <p:nvPr/>
              </p:nvSpPr>
              <p:spPr>
                <a:xfrm>
                  <a:off x="428698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9" name="pg2659">
                  <a:extLst>
                    <a:ext uri="{FF2B5EF4-FFF2-40B4-BE49-F238E27FC236}">
                      <a16:creationId xmlns:a16="http://schemas.microsoft.com/office/drawing/2014/main" id="{ABB41B79-45AE-63AD-AECA-B0BE5F2B8B5A}"/>
                    </a:ext>
                  </a:extLst>
                </p:cNvPr>
                <p:cNvSpPr/>
                <p:nvPr/>
              </p:nvSpPr>
              <p:spPr>
                <a:xfrm>
                  <a:off x="429861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0" name="pg2660">
                  <a:extLst>
                    <a:ext uri="{FF2B5EF4-FFF2-40B4-BE49-F238E27FC236}">
                      <a16:creationId xmlns:a16="http://schemas.microsoft.com/office/drawing/2014/main" id="{AF4BE49C-03F6-8BAD-7F47-F68F80131383}"/>
                    </a:ext>
                  </a:extLst>
                </p:cNvPr>
                <p:cNvSpPr/>
                <p:nvPr/>
              </p:nvSpPr>
              <p:spPr>
                <a:xfrm>
                  <a:off x="431025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1" name="pg2661">
                  <a:extLst>
                    <a:ext uri="{FF2B5EF4-FFF2-40B4-BE49-F238E27FC236}">
                      <a16:creationId xmlns:a16="http://schemas.microsoft.com/office/drawing/2014/main" id="{6860C679-06BD-312F-95A0-F2A6AE3538E3}"/>
                    </a:ext>
                  </a:extLst>
                </p:cNvPr>
                <p:cNvSpPr/>
                <p:nvPr/>
              </p:nvSpPr>
              <p:spPr>
                <a:xfrm>
                  <a:off x="432189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2" name="pg2662">
                  <a:extLst>
                    <a:ext uri="{FF2B5EF4-FFF2-40B4-BE49-F238E27FC236}">
                      <a16:creationId xmlns:a16="http://schemas.microsoft.com/office/drawing/2014/main" id="{82F13B60-54F5-34B1-A479-B571DFF9D112}"/>
                    </a:ext>
                  </a:extLst>
                </p:cNvPr>
                <p:cNvSpPr/>
                <p:nvPr/>
              </p:nvSpPr>
              <p:spPr>
                <a:xfrm>
                  <a:off x="433353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3" name="pg2663">
                  <a:extLst>
                    <a:ext uri="{FF2B5EF4-FFF2-40B4-BE49-F238E27FC236}">
                      <a16:creationId xmlns:a16="http://schemas.microsoft.com/office/drawing/2014/main" id="{AA72DA1C-0674-8996-BED3-DE04E8E0330B}"/>
                    </a:ext>
                  </a:extLst>
                </p:cNvPr>
                <p:cNvSpPr/>
                <p:nvPr/>
              </p:nvSpPr>
              <p:spPr>
                <a:xfrm>
                  <a:off x="434516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4" name="pg2664">
                  <a:extLst>
                    <a:ext uri="{FF2B5EF4-FFF2-40B4-BE49-F238E27FC236}">
                      <a16:creationId xmlns:a16="http://schemas.microsoft.com/office/drawing/2014/main" id="{8311D07A-DD58-FA4E-650C-A1C416474FAA}"/>
                    </a:ext>
                  </a:extLst>
                </p:cNvPr>
                <p:cNvSpPr/>
                <p:nvPr/>
              </p:nvSpPr>
              <p:spPr>
                <a:xfrm>
                  <a:off x="435680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5" name="pg2665">
                  <a:extLst>
                    <a:ext uri="{FF2B5EF4-FFF2-40B4-BE49-F238E27FC236}">
                      <a16:creationId xmlns:a16="http://schemas.microsoft.com/office/drawing/2014/main" id="{9CB927BA-6EEF-4261-8B13-BE0B46131CC2}"/>
                    </a:ext>
                  </a:extLst>
                </p:cNvPr>
                <p:cNvSpPr/>
                <p:nvPr/>
              </p:nvSpPr>
              <p:spPr>
                <a:xfrm>
                  <a:off x="436844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6" name="pg2666">
                  <a:extLst>
                    <a:ext uri="{FF2B5EF4-FFF2-40B4-BE49-F238E27FC236}">
                      <a16:creationId xmlns:a16="http://schemas.microsoft.com/office/drawing/2014/main" id="{8E000668-6BE6-A753-DBB5-C2B1DB217FA8}"/>
                    </a:ext>
                  </a:extLst>
                </p:cNvPr>
                <p:cNvSpPr/>
                <p:nvPr/>
              </p:nvSpPr>
              <p:spPr>
                <a:xfrm>
                  <a:off x="456627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7" name="pg2667">
                  <a:extLst>
                    <a:ext uri="{FF2B5EF4-FFF2-40B4-BE49-F238E27FC236}">
                      <a16:creationId xmlns:a16="http://schemas.microsoft.com/office/drawing/2014/main" id="{54609C42-1B02-7D83-D3B8-85688AF0AE66}"/>
                    </a:ext>
                  </a:extLst>
                </p:cNvPr>
                <p:cNvSpPr/>
                <p:nvPr/>
              </p:nvSpPr>
              <p:spPr>
                <a:xfrm>
                  <a:off x="457791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8" name="pg2668">
                  <a:extLst>
                    <a:ext uri="{FF2B5EF4-FFF2-40B4-BE49-F238E27FC236}">
                      <a16:creationId xmlns:a16="http://schemas.microsoft.com/office/drawing/2014/main" id="{F6620FDA-C3F6-5AAD-BE42-4AAE037AF3F7}"/>
                    </a:ext>
                  </a:extLst>
                </p:cNvPr>
                <p:cNvSpPr/>
                <p:nvPr/>
              </p:nvSpPr>
              <p:spPr>
                <a:xfrm>
                  <a:off x="458955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9" name="pg2669">
                  <a:extLst>
                    <a:ext uri="{FF2B5EF4-FFF2-40B4-BE49-F238E27FC236}">
                      <a16:creationId xmlns:a16="http://schemas.microsoft.com/office/drawing/2014/main" id="{C9446428-4CF1-9EC7-7756-0C2ECEC77A46}"/>
                    </a:ext>
                  </a:extLst>
                </p:cNvPr>
                <p:cNvSpPr/>
                <p:nvPr/>
              </p:nvSpPr>
              <p:spPr>
                <a:xfrm>
                  <a:off x="4601190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0" name="pg2670">
                  <a:extLst>
                    <a:ext uri="{FF2B5EF4-FFF2-40B4-BE49-F238E27FC236}">
                      <a16:creationId xmlns:a16="http://schemas.microsoft.com/office/drawing/2014/main" id="{353218AB-0C1E-0C40-CD26-96EA2B579333}"/>
                    </a:ext>
                  </a:extLst>
                </p:cNvPr>
                <p:cNvSpPr/>
                <p:nvPr/>
              </p:nvSpPr>
              <p:spPr>
                <a:xfrm>
                  <a:off x="461282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1" name="pg2671">
                  <a:extLst>
                    <a:ext uri="{FF2B5EF4-FFF2-40B4-BE49-F238E27FC236}">
                      <a16:creationId xmlns:a16="http://schemas.microsoft.com/office/drawing/2014/main" id="{33040ABF-543A-D42F-6BD6-49F4A21D4ECA}"/>
                    </a:ext>
                  </a:extLst>
                </p:cNvPr>
                <p:cNvSpPr/>
                <p:nvPr/>
              </p:nvSpPr>
              <p:spPr>
                <a:xfrm>
                  <a:off x="311161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2" name="pg2672">
                  <a:extLst>
                    <a:ext uri="{FF2B5EF4-FFF2-40B4-BE49-F238E27FC236}">
                      <a16:creationId xmlns:a16="http://schemas.microsoft.com/office/drawing/2014/main" id="{10618E1A-13A2-9AC1-AA0A-81D18281F19A}"/>
                    </a:ext>
                  </a:extLst>
                </p:cNvPr>
                <p:cNvSpPr/>
                <p:nvPr/>
              </p:nvSpPr>
              <p:spPr>
                <a:xfrm>
                  <a:off x="312324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3" name="pg2673">
                  <a:extLst>
                    <a:ext uri="{FF2B5EF4-FFF2-40B4-BE49-F238E27FC236}">
                      <a16:creationId xmlns:a16="http://schemas.microsoft.com/office/drawing/2014/main" id="{20E31190-B6B3-5F24-EC29-1FBE277A53E0}"/>
                    </a:ext>
                  </a:extLst>
                </p:cNvPr>
                <p:cNvSpPr/>
                <p:nvPr/>
              </p:nvSpPr>
              <p:spPr>
                <a:xfrm>
                  <a:off x="313488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4" name="pg2674">
                  <a:extLst>
                    <a:ext uri="{FF2B5EF4-FFF2-40B4-BE49-F238E27FC236}">
                      <a16:creationId xmlns:a16="http://schemas.microsoft.com/office/drawing/2014/main" id="{7992BA4F-0A79-B366-1FF3-7D9A6402501E}"/>
                    </a:ext>
                  </a:extLst>
                </p:cNvPr>
                <p:cNvSpPr/>
                <p:nvPr/>
              </p:nvSpPr>
              <p:spPr>
                <a:xfrm>
                  <a:off x="314652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5" name="pg2675">
                  <a:extLst>
                    <a:ext uri="{FF2B5EF4-FFF2-40B4-BE49-F238E27FC236}">
                      <a16:creationId xmlns:a16="http://schemas.microsoft.com/office/drawing/2014/main" id="{FE53C131-03BA-3454-011F-FE32A30C09E9}"/>
                    </a:ext>
                  </a:extLst>
                </p:cNvPr>
                <p:cNvSpPr/>
                <p:nvPr/>
              </p:nvSpPr>
              <p:spPr>
                <a:xfrm>
                  <a:off x="315816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6" name="pg2676">
                  <a:extLst>
                    <a:ext uri="{FF2B5EF4-FFF2-40B4-BE49-F238E27FC236}">
                      <a16:creationId xmlns:a16="http://schemas.microsoft.com/office/drawing/2014/main" id="{BA7B709B-27E8-290C-FDC9-B42A06709DCD}"/>
                    </a:ext>
                  </a:extLst>
                </p:cNvPr>
                <p:cNvSpPr/>
                <p:nvPr/>
              </p:nvSpPr>
              <p:spPr>
                <a:xfrm>
                  <a:off x="316979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7" name="pg2677">
                  <a:extLst>
                    <a:ext uri="{FF2B5EF4-FFF2-40B4-BE49-F238E27FC236}">
                      <a16:creationId xmlns:a16="http://schemas.microsoft.com/office/drawing/2014/main" id="{A00D494D-2A94-D425-9FAA-FA5C9D31C67B}"/>
                    </a:ext>
                  </a:extLst>
                </p:cNvPr>
                <p:cNvSpPr/>
                <p:nvPr/>
              </p:nvSpPr>
              <p:spPr>
                <a:xfrm>
                  <a:off x="318143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8" name="pg2678">
                  <a:extLst>
                    <a:ext uri="{FF2B5EF4-FFF2-40B4-BE49-F238E27FC236}">
                      <a16:creationId xmlns:a16="http://schemas.microsoft.com/office/drawing/2014/main" id="{1A012FEF-1FAE-13C8-FFFA-96FD88DAC48B}"/>
                    </a:ext>
                  </a:extLst>
                </p:cNvPr>
                <p:cNvSpPr/>
                <p:nvPr/>
              </p:nvSpPr>
              <p:spPr>
                <a:xfrm>
                  <a:off x="319307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D">
                    <a:alpha val="100000"/>
                  </a:srgbClr>
                </a:solidFill>
                <a:ln w="5420" cap="flat">
                  <a:solidFill>
                    <a:srgbClr val="64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9" name="pg2679">
                  <a:extLst>
                    <a:ext uri="{FF2B5EF4-FFF2-40B4-BE49-F238E27FC236}">
                      <a16:creationId xmlns:a16="http://schemas.microsoft.com/office/drawing/2014/main" id="{AF4111D3-5F9B-8A4B-DFEC-E51AFA1EF0E8}"/>
                    </a:ext>
                  </a:extLst>
                </p:cNvPr>
                <p:cNvSpPr/>
                <p:nvPr/>
              </p:nvSpPr>
              <p:spPr>
                <a:xfrm>
                  <a:off x="320471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0" name="pg2680">
                  <a:extLst>
                    <a:ext uri="{FF2B5EF4-FFF2-40B4-BE49-F238E27FC236}">
                      <a16:creationId xmlns:a16="http://schemas.microsoft.com/office/drawing/2014/main" id="{04EB6CD0-FB61-5262-D84D-D3212A8C1686}"/>
                    </a:ext>
                  </a:extLst>
                </p:cNvPr>
                <p:cNvSpPr/>
                <p:nvPr/>
              </p:nvSpPr>
              <p:spPr>
                <a:xfrm>
                  <a:off x="321634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1" name="pg2681">
                  <a:extLst>
                    <a:ext uri="{FF2B5EF4-FFF2-40B4-BE49-F238E27FC236}">
                      <a16:creationId xmlns:a16="http://schemas.microsoft.com/office/drawing/2014/main" id="{E3FE0593-5AF1-963F-9450-7B630B7128F2}"/>
                    </a:ext>
                  </a:extLst>
                </p:cNvPr>
                <p:cNvSpPr/>
                <p:nvPr/>
              </p:nvSpPr>
              <p:spPr>
                <a:xfrm>
                  <a:off x="322798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2" name="pg2682">
                  <a:extLst>
                    <a:ext uri="{FF2B5EF4-FFF2-40B4-BE49-F238E27FC236}">
                      <a16:creationId xmlns:a16="http://schemas.microsoft.com/office/drawing/2014/main" id="{D7DEAE10-72ED-8CDF-7CF5-EB651F418A3F}"/>
                    </a:ext>
                  </a:extLst>
                </p:cNvPr>
                <p:cNvSpPr/>
                <p:nvPr/>
              </p:nvSpPr>
              <p:spPr>
                <a:xfrm>
                  <a:off x="3239622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2AC">
                    <a:alpha val="100000"/>
                  </a:srgbClr>
                </a:solidFill>
                <a:ln w="5420" cap="flat">
                  <a:solidFill>
                    <a:srgbClr val="59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3" name="pg2683">
                  <a:extLst>
                    <a:ext uri="{FF2B5EF4-FFF2-40B4-BE49-F238E27FC236}">
                      <a16:creationId xmlns:a16="http://schemas.microsoft.com/office/drawing/2014/main" id="{B17A04DC-13A7-269F-112D-83CBCD3719EA}"/>
                    </a:ext>
                  </a:extLst>
                </p:cNvPr>
                <p:cNvSpPr/>
                <p:nvPr/>
              </p:nvSpPr>
              <p:spPr>
                <a:xfrm>
                  <a:off x="325125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2AC">
                    <a:alpha val="100000"/>
                  </a:srgbClr>
                </a:solidFill>
                <a:ln w="5420" cap="flat">
                  <a:solidFill>
                    <a:srgbClr val="59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4" name="pg2684">
                  <a:extLst>
                    <a:ext uri="{FF2B5EF4-FFF2-40B4-BE49-F238E27FC236}">
                      <a16:creationId xmlns:a16="http://schemas.microsoft.com/office/drawing/2014/main" id="{E68C85AA-8546-AE1A-11D6-B534F073D866}"/>
                    </a:ext>
                  </a:extLst>
                </p:cNvPr>
                <p:cNvSpPr/>
                <p:nvPr/>
              </p:nvSpPr>
              <p:spPr>
                <a:xfrm>
                  <a:off x="326289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5" name="pg2685">
                  <a:extLst>
                    <a:ext uri="{FF2B5EF4-FFF2-40B4-BE49-F238E27FC236}">
                      <a16:creationId xmlns:a16="http://schemas.microsoft.com/office/drawing/2014/main" id="{494EA5ED-1F03-DCEA-9140-8DDF512ECEF1}"/>
                    </a:ext>
                  </a:extLst>
                </p:cNvPr>
                <p:cNvSpPr/>
                <p:nvPr/>
              </p:nvSpPr>
              <p:spPr>
                <a:xfrm>
                  <a:off x="327453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6" name="pg2686">
                  <a:extLst>
                    <a:ext uri="{FF2B5EF4-FFF2-40B4-BE49-F238E27FC236}">
                      <a16:creationId xmlns:a16="http://schemas.microsoft.com/office/drawing/2014/main" id="{1136E27D-4433-FDEA-BEF0-F234CEBB25B3}"/>
                    </a:ext>
                  </a:extLst>
                </p:cNvPr>
                <p:cNvSpPr/>
                <p:nvPr/>
              </p:nvSpPr>
              <p:spPr>
                <a:xfrm>
                  <a:off x="328617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7" name="pg2687">
                  <a:extLst>
                    <a:ext uri="{FF2B5EF4-FFF2-40B4-BE49-F238E27FC236}">
                      <a16:creationId xmlns:a16="http://schemas.microsoft.com/office/drawing/2014/main" id="{F4B1CBA7-4CAD-37BB-4DDD-152B1B8E8B56}"/>
                    </a:ext>
                  </a:extLst>
                </p:cNvPr>
                <p:cNvSpPr/>
                <p:nvPr/>
              </p:nvSpPr>
              <p:spPr>
                <a:xfrm>
                  <a:off x="329780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8" name="pg2688">
                  <a:extLst>
                    <a:ext uri="{FF2B5EF4-FFF2-40B4-BE49-F238E27FC236}">
                      <a16:creationId xmlns:a16="http://schemas.microsoft.com/office/drawing/2014/main" id="{28769C95-305B-0C63-170D-D73C039FF6E4}"/>
                    </a:ext>
                  </a:extLst>
                </p:cNvPr>
                <p:cNvSpPr/>
                <p:nvPr/>
              </p:nvSpPr>
              <p:spPr>
                <a:xfrm>
                  <a:off x="330944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9" name="pg2689">
                  <a:extLst>
                    <a:ext uri="{FF2B5EF4-FFF2-40B4-BE49-F238E27FC236}">
                      <a16:creationId xmlns:a16="http://schemas.microsoft.com/office/drawing/2014/main" id="{BE71BD44-C553-2C2A-E852-1D70EB9F685C}"/>
                    </a:ext>
                  </a:extLst>
                </p:cNvPr>
                <p:cNvSpPr/>
                <p:nvPr/>
              </p:nvSpPr>
              <p:spPr>
                <a:xfrm>
                  <a:off x="332108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0" name="pg2690">
                  <a:extLst>
                    <a:ext uri="{FF2B5EF4-FFF2-40B4-BE49-F238E27FC236}">
                      <a16:creationId xmlns:a16="http://schemas.microsoft.com/office/drawing/2014/main" id="{6F1D2553-7C9F-11D7-529F-C6CF7D284DD0}"/>
                    </a:ext>
                  </a:extLst>
                </p:cNvPr>
                <p:cNvSpPr/>
                <p:nvPr/>
              </p:nvSpPr>
              <p:spPr>
                <a:xfrm>
                  <a:off x="333272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1" name="pg2691">
                  <a:extLst>
                    <a:ext uri="{FF2B5EF4-FFF2-40B4-BE49-F238E27FC236}">
                      <a16:creationId xmlns:a16="http://schemas.microsoft.com/office/drawing/2014/main" id="{04428416-F27D-BEE1-24B7-2A439C080ED7}"/>
                    </a:ext>
                  </a:extLst>
                </p:cNvPr>
                <p:cNvSpPr/>
                <p:nvPr/>
              </p:nvSpPr>
              <p:spPr>
                <a:xfrm>
                  <a:off x="334435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2" name="pg2692">
                  <a:extLst>
                    <a:ext uri="{FF2B5EF4-FFF2-40B4-BE49-F238E27FC236}">
                      <a16:creationId xmlns:a16="http://schemas.microsoft.com/office/drawing/2014/main" id="{2ED02EBC-6487-C633-2973-48B6C652C4EE}"/>
                    </a:ext>
                  </a:extLst>
                </p:cNvPr>
                <p:cNvSpPr/>
                <p:nvPr/>
              </p:nvSpPr>
              <p:spPr>
                <a:xfrm>
                  <a:off x="335599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3" name="pg2693">
                  <a:extLst>
                    <a:ext uri="{FF2B5EF4-FFF2-40B4-BE49-F238E27FC236}">
                      <a16:creationId xmlns:a16="http://schemas.microsoft.com/office/drawing/2014/main" id="{ABCA3790-A419-8F63-9EC3-A43127E0906C}"/>
                    </a:ext>
                  </a:extLst>
                </p:cNvPr>
                <p:cNvSpPr/>
                <p:nvPr/>
              </p:nvSpPr>
              <p:spPr>
                <a:xfrm>
                  <a:off x="336763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4" name="pg2694">
                  <a:extLst>
                    <a:ext uri="{FF2B5EF4-FFF2-40B4-BE49-F238E27FC236}">
                      <a16:creationId xmlns:a16="http://schemas.microsoft.com/office/drawing/2014/main" id="{7DF70E12-49D0-E0B0-EFA2-55DCABE13919}"/>
                    </a:ext>
                  </a:extLst>
                </p:cNvPr>
                <p:cNvSpPr/>
                <p:nvPr/>
              </p:nvSpPr>
              <p:spPr>
                <a:xfrm>
                  <a:off x="337927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EAD">
                    <a:alpha val="100000"/>
                  </a:srgbClr>
                </a:solidFill>
                <a:ln w="5420" cap="flat">
                  <a:solidFill>
                    <a:srgbClr val="62CE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5" name="pg2695">
                  <a:extLst>
                    <a:ext uri="{FF2B5EF4-FFF2-40B4-BE49-F238E27FC236}">
                      <a16:creationId xmlns:a16="http://schemas.microsoft.com/office/drawing/2014/main" id="{2AD8F9C4-4D46-E3D0-92CF-A3318ACCEBB3}"/>
                    </a:ext>
                  </a:extLst>
                </p:cNvPr>
                <p:cNvSpPr/>
                <p:nvPr/>
              </p:nvSpPr>
              <p:spPr>
                <a:xfrm>
                  <a:off x="339090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6" name="pg2696">
                  <a:extLst>
                    <a:ext uri="{FF2B5EF4-FFF2-40B4-BE49-F238E27FC236}">
                      <a16:creationId xmlns:a16="http://schemas.microsoft.com/office/drawing/2014/main" id="{95CD6053-7F98-2B18-F076-F4544B2A6539}"/>
                    </a:ext>
                  </a:extLst>
                </p:cNvPr>
                <p:cNvSpPr/>
                <p:nvPr/>
              </p:nvSpPr>
              <p:spPr>
                <a:xfrm>
                  <a:off x="340254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7" name="pg2697">
                  <a:extLst>
                    <a:ext uri="{FF2B5EF4-FFF2-40B4-BE49-F238E27FC236}">
                      <a16:creationId xmlns:a16="http://schemas.microsoft.com/office/drawing/2014/main" id="{0F6DF2A7-4D0A-023C-95FD-4A328C408F57}"/>
                    </a:ext>
                  </a:extLst>
                </p:cNvPr>
                <p:cNvSpPr/>
                <p:nvPr/>
              </p:nvSpPr>
              <p:spPr>
                <a:xfrm>
                  <a:off x="3414182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8" name="pg2698">
                  <a:extLst>
                    <a:ext uri="{FF2B5EF4-FFF2-40B4-BE49-F238E27FC236}">
                      <a16:creationId xmlns:a16="http://schemas.microsoft.com/office/drawing/2014/main" id="{3B43330C-8115-8023-C4FB-C5CDF83CFFEB}"/>
                    </a:ext>
                  </a:extLst>
                </p:cNvPr>
                <p:cNvSpPr/>
                <p:nvPr/>
              </p:nvSpPr>
              <p:spPr>
                <a:xfrm>
                  <a:off x="342581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9" name="pg2699">
                  <a:extLst>
                    <a:ext uri="{FF2B5EF4-FFF2-40B4-BE49-F238E27FC236}">
                      <a16:creationId xmlns:a16="http://schemas.microsoft.com/office/drawing/2014/main" id="{392629DE-2A1A-D8A6-A2F8-2FE995A42619}"/>
                    </a:ext>
                  </a:extLst>
                </p:cNvPr>
                <p:cNvSpPr/>
                <p:nvPr/>
              </p:nvSpPr>
              <p:spPr>
                <a:xfrm>
                  <a:off x="343745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0" name="pg2700">
                  <a:extLst>
                    <a:ext uri="{FF2B5EF4-FFF2-40B4-BE49-F238E27FC236}">
                      <a16:creationId xmlns:a16="http://schemas.microsoft.com/office/drawing/2014/main" id="{CD74E200-C35F-FE0A-15B0-A24807020C5A}"/>
                    </a:ext>
                  </a:extLst>
                </p:cNvPr>
                <p:cNvSpPr/>
                <p:nvPr/>
              </p:nvSpPr>
              <p:spPr>
                <a:xfrm>
                  <a:off x="344909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1" name="pg2701">
                  <a:extLst>
                    <a:ext uri="{FF2B5EF4-FFF2-40B4-BE49-F238E27FC236}">
                      <a16:creationId xmlns:a16="http://schemas.microsoft.com/office/drawing/2014/main" id="{9046D4CE-2005-8E07-B648-44424D005C91}"/>
                    </a:ext>
                  </a:extLst>
                </p:cNvPr>
                <p:cNvSpPr/>
                <p:nvPr/>
              </p:nvSpPr>
              <p:spPr>
                <a:xfrm>
                  <a:off x="346073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2" name="pg2702">
                  <a:extLst>
                    <a:ext uri="{FF2B5EF4-FFF2-40B4-BE49-F238E27FC236}">
                      <a16:creationId xmlns:a16="http://schemas.microsoft.com/office/drawing/2014/main" id="{1F699238-4C27-3D39-20FC-0929AF1276F5}"/>
                    </a:ext>
                  </a:extLst>
                </p:cNvPr>
                <p:cNvSpPr/>
                <p:nvPr/>
              </p:nvSpPr>
              <p:spPr>
                <a:xfrm>
                  <a:off x="347236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3" name="pg2703">
                  <a:extLst>
                    <a:ext uri="{FF2B5EF4-FFF2-40B4-BE49-F238E27FC236}">
                      <a16:creationId xmlns:a16="http://schemas.microsoft.com/office/drawing/2014/main" id="{DD75D4C7-7843-23EC-0F44-CE7473D36E12}"/>
                    </a:ext>
                  </a:extLst>
                </p:cNvPr>
                <p:cNvSpPr/>
                <p:nvPr/>
              </p:nvSpPr>
              <p:spPr>
                <a:xfrm>
                  <a:off x="348400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4" name="pg2704">
                  <a:extLst>
                    <a:ext uri="{FF2B5EF4-FFF2-40B4-BE49-F238E27FC236}">
                      <a16:creationId xmlns:a16="http://schemas.microsoft.com/office/drawing/2014/main" id="{6259990D-5A70-B3B6-8955-9C784EFA5B5D}"/>
                    </a:ext>
                  </a:extLst>
                </p:cNvPr>
                <p:cNvSpPr/>
                <p:nvPr/>
              </p:nvSpPr>
              <p:spPr>
                <a:xfrm>
                  <a:off x="349564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5" name="pg2705">
                  <a:extLst>
                    <a:ext uri="{FF2B5EF4-FFF2-40B4-BE49-F238E27FC236}">
                      <a16:creationId xmlns:a16="http://schemas.microsoft.com/office/drawing/2014/main" id="{97CBF627-E605-C00F-68DE-3CC84C96872D}"/>
                    </a:ext>
                  </a:extLst>
                </p:cNvPr>
                <p:cNvSpPr/>
                <p:nvPr/>
              </p:nvSpPr>
              <p:spPr>
                <a:xfrm>
                  <a:off x="350728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6" name="pg2706">
                  <a:extLst>
                    <a:ext uri="{FF2B5EF4-FFF2-40B4-BE49-F238E27FC236}">
                      <a16:creationId xmlns:a16="http://schemas.microsoft.com/office/drawing/2014/main" id="{683EEAD8-02C9-68E2-234B-FC82F41B90C1}"/>
                    </a:ext>
                  </a:extLst>
                </p:cNvPr>
                <p:cNvSpPr/>
                <p:nvPr/>
              </p:nvSpPr>
              <p:spPr>
                <a:xfrm>
                  <a:off x="351891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7" name="pg2707">
                  <a:extLst>
                    <a:ext uri="{FF2B5EF4-FFF2-40B4-BE49-F238E27FC236}">
                      <a16:creationId xmlns:a16="http://schemas.microsoft.com/office/drawing/2014/main" id="{81B68E0C-0161-8334-87AB-9BC2D547680A}"/>
                    </a:ext>
                  </a:extLst>
                </p:cNvPr>
                <p:cNvSpPr/>
                <p:nvPr/>
              </p:nvSpPr>
              <p:spPr>
                <a:xfrm>
                  <a:off x="353055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8" name="pg2708">
                  <a:extLst>
                    <a:ext uri="{FF2B5EF4-FFF2-40B4-BE49-F238E27FC236}">
                      <a16:creationId xmlns:a16="http://schemas.microsoft.com/office/drawing/2014/main" id="{3B8C2A17-C5F4-60CF-C27C-862511FAB484}"/>
                    </a:ext>
                  </a:extLst>
                </p:cNvPr>
                <p:cNvSpPr/>
                <p:nvPr/>
              </p:nvSpPr>
              <p:spPr>
                <a:xfrm>
                  <a:off x="354219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6B8">
                    <a:alpha val="100000"/>
                  </a:srgbClr>
                </a:solidFill>
                <a:ln w="5420" cap="flat">
                  <a:solidFill>
                    <a:srgbClr val="7F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9" name="pg2709">
                  <a:extLst>
                    <a:ext uri="{FF2B5EF4-FFF2-40B4-BE49-F238E27FC236}">
                      <a16:creationId xmlns:a16="http://schemas.microsoft.com/office/drawing/2014/main" id="{934E3116-92B2-C120-4864-8D86AFA80ABC}"/>
                    </a:ext>
                  </a:extLst>
                </p:cNvPr>
                <p:cNvSpPr/>
                <p:nvPr/>
              </p:nvSpPr>
              <p:spPr>
                <a:xfrm>
                  <a:off x="363529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0" name="pg2710">
                  <a:extLst>
                    <a:ext uri="{FF2B5EF4-FFF2-40B4-BE49-F238E27FC236}">
                      <a16:creationId xmlns:a16="http://schemas.microsoft.com/office/drawing/2014/main" id="{0016E8DD-290D-2440-E02A-A279E1AB86C4}"/>
                    </a:ext>
                  </a:extLst>
                </p:cNvPr>
                <p:cNvSpPr/>
                <p:nvPr/>
              </p:nvSpPr>
              <p:spPr>
                <a:xfrm>
                  <a:off x="364692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1" name="pg2711">
                  <a:extLst>
                    <a:ext uri="{FF2B5EF4-FFF2-40B4-BE49-F238E27FC236}">
                      <a16:creationId xmlns:a16="http://schemas.microsoft.com/office/drawing/2014/main" id="{EB50484D-6514-8230-73BA-DCAFD98172B5}"/>
                    </a:ext>
                  </a:extLst>
                </p:cNvPr>
                <p:cNvSpPr/>
                <p:nvPr/>
              </p:nvSpPr>
              <p:spPr>
                <a:xfrm>
                  <a:off x="365856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2" name="pg2712">
                  <a:extLst>
                    <a:ext uri="{FF2B5EF4-FFF2-40B4-BE49-F238E27FC236}">
                      <a16:creationId xmlns:a16="http://schemas.microsoft.com/office/drawing/2014/main" id="{65ABFEF7-A6F8-2825-D98E-02DD23FD43C9}"/>
                    </a:ext>
                  </a:extLst>
                </p:cNvPr>
                <p:cNvSpPr/>
                <p:nvPr/>
              </p:nvSpPr>
              <p:spPr>
                <a:xfrm>
                  <a:off x="368184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3" name="pg2713">
                  <a:extLst>
                    <a:ext uri="{FF2B5EF4-FFF2-40B4-BE49-F238E27FC236}">
                      <a16:creationId xmlns:a16="http://schemas.microsoft.com/office/drawing/2014/main" id="{4C71102E-9199-0A8F-19B1-288E192208E2}"/>
                    </a:ext>
                  </a:extLst>
                </p:cNvPr>
                <p:cNvSpPr/>
                <p:nvPr/>
              </p:nvSpPr>
              <p:spPr>
                <a:xfrm>
                  <a:off x="369347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4" name="pg2714">
                  <a:extLst>
                    <a:ext uri="{FF2B5EF4-FFF2-40B4-BE49-F238E27FC236}">
                      <a16:creationId xmlns:a16="http://schemas.microsoft.com/office/drawing/2014/main" id="{7F18A6B7-C177-D5A7-89CC-C28B6E3A9844}"/>
                    </a:ext>
                  </a:extLst>
                </p:cNvPr>
                <p:cNvSpPr/>
                <p:nvPr/>
              </p:nvSpPr>
              <p:spPr>
                <a:xfrm>
                  <a:off x="370511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5" name="pg2715">
                  <a:extLst>
                    <a:ext uri="{FF2B5EF4-FFF2-40B4-BE49-F238E27FC236}">
                      <a16:creationId xmlns:a16="http://schemas.microsoft.com/office/drawing/2014/main" id="{C68AA308-1E85-BE21-D5AC-F9281F85CE8D}"/>
                    </a:ext>
                  </a:extLst>
                </p:cNvPr>
                <p:cNvSpPr/>
                <p:nvPr/>
              </p:nvSpPr>
              <p:spPr>
                <a:xfrm>
                  <a:off x="3716752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6" name="pg2716">
                  <a:extLst>
                    <a:ext uri="{FF2B5EF4-FFF2-40B4-BE49-F238E27FC236}">
                      <a16:creationId xmlns:a16="http://schemas.microsoft.com/office/drawing/2014/main" id="{A5353E57-575B-8726-09CD-933BA4E546F6}"/>
                    </a:ext>
                  </a:extLst>
                </p:cNvPr>
                <p:cNvSpPr/>
                <p:nvPr/>
              </p:nvSpPr>
              <p:spPr>
                <a:xfrm>
                  <a:off x="372839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7" name="pg2717">
                  <a:extLst>
                    <a:ext uri="{FF2B5EF4-FFF2-40B4-BE49-F238E27FC236}">
                      <a16:creationId xmlns:a16="http://schemas.microsoft.com/office/drawing/2014/main" id="{8C543375-A0D9-2532-A212-A041292B492F}"/>
                    </a:ext>
                  </a:extLst>
                </p:cNvPr>
                <p:cNvSpPr/>
                <p:nvPr/>
              </p:nvSpPr>
              <p:spPr>
                <a:xfrm>
                  <a:off x="374002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8" name="pg2718">
                  <a:extLst>
                    <a:ext uri="{FF2B5EF4-FFF2-40B4-BE49-F238E27FC236}">
                      <a16:creationId xmlns:a16="http://schemas.microsoft.com/office/drawing/2014/main" id="{0ECA67E7-3EE0-5C79-B9EB-4AA2D1F05816}"/>
                    </a:ext>
                  </a:extLst>
                </p:cNvPr>
                <p:cNvSpPr/>
                <p:nvPr/>
              </p:nvSpPr>
              <p:spPr>
                <a:xfrm>
                  <a:off x="375166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9" name="pg2719">
                  <a:extLst>
                    <a:ext uri="{FF2B5EF4-FFF2-40B4-BE49-F238E27FC236}">
                      <a16:creationId xmlns:a16="http://schemas.microsoft.com/office/drawing/2014/main" id="{0974ABA1-7A2B-6716-DD7E-F4C183EF3DBF}"/>
                    </a:ext>
                  </a:extLst>
                </p:cNvPr>
                <p:cNvSpPr/>
                <p:nvPr/>
              </p:nvSpPr>
              <p:spPr>
                <a:xfrm>
                  <a:off x="412405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0" name="pg2720">
                  <a:extLst>
                    <a:ext uri="{FF2B5EF4-FFF2-40B4-BE49-F238E27FC236}">
                      <a16:creationId xmlns:a16="http://schemas.microsoft.com/office/drawing/2014/main" id="{4DFF199F-98B7-B8E2-CFBC-4B6D8F8F8D38}"/>
                    </a:ext>
                  </a:extLst>
                </p:cNvPr>
                <p:cNvSpPr/>
                <p:nvPr/>
              </p:nvSpPr>
              <p:spPr>
                <a:xfrm>
                  <a:off x="413569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1" name="pg2721">
                  <a:extLst>
                    <a:ext uri="{FF2B5EF4-FFF2-40B4-BE49-F238E27FC236}">
                      <a16:creationId xmlns:a16="http://schemas.microsoft.com/office/drawing/2014/main" id="{4333DDA0-0545-8461-E24B-6E95C9804A6F}"/>
                    </a:ext>
                  </a:extLst>
                </p:cNvPr>
                <p:cNvSpPr/>
                <p:nvPr/>
              </p:nvSpPr>
              <p:spPr>
                <a:xfrm>
                  <a:off x="414733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2" name="pg2722">
                  <a:extLst>
                    <a:ext uri="{FF2B5EF4-FFF2-40B4-BE49-F238E27FC236}">
                      <a16:creationId xmlns:a16="http://schemas.microsoft.com/office/drawing/2014/main" id="{F2AAF928-9BE9-DA51-E9D1-044C629B7154}"/>
                    </a:ext>
                  </a:extLst>
                </p:cNvPr>
                <p:cNvSpPr/>
                <p:nvPr/>
              </p:nvSpPr>
              <p:spPr>
                <a:xfrm>
                  <a:off x="415897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3" name="pg2723">
                  <a:extLst>
                    <a:ext uri="{FF2B5EF4-FFF2-40B4-BE49-F238E27FC236}">
                      <a16:creationId xmlns:a16="http://schemas.microsoft.com/office/drawing/2014/main" id="{C54B1888-EFF8-264B-6783-EE1E5092A446}"/>
                    </a:ext>
                  </a:extLst>
                </p:cNvPr>
                <p:cNvSpPr/>
                <p:nvPr/>
              </p:nvSpPr>
              <p:spPr>
                <a:xfrm>
                  <a:off x="417060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4" name="pg2724">
                  <a:extLst>
                    <a:ext uri="{FF2B5EF4-FFF2-40B4-BE49-F238E27FC236}">
                      <a16:creationId xmlns:a16="http://schemas.microsoft.com/office/drawing/2014/main" id="{5E8E0BF4-1DC0-51F8-280B-B5D193AC0CC4}"/>
                    </a:ext>
                  </a:extLst>
                </p:cNvPr>
                <p:cNvSpPr/>
                <p:nvPr/>
              </p:nvSpPr>
              <p:spPr>
                <a:xfrm>
                  <a:off x="418224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5" name="pg2725">
                  <a:extLst>
                    <a:ext uri="{FF2B5EF4-FFF2-40B4-BE49-F238E27FC236}">
                      <a16:creationId xmlns:a16="http://schemas.microsoft.com/office/drawing/2014/main" id="{C022D56A-73C8-0F41-455B-D065D3CBE0A9}"/>
                    </a:ext>
                  </a:extLst>
                </p:cNvPr>
                <p:cNvSpPr/>
                <p:nvPr/>
              </p:nvSpPr>
              <p:spPr>
                <a:xfrm>
                  <a:off x="419388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6" name="pg2726">
                  <a:extLst>
                    <a:ext uri="{FF2B5EF4-FFF2-40B4-BE49-F238E27FC236}">
                      <a16:creationId xmlns:a16="http://schemas.microsoft.com/office/drawing/2014/main" id="{BA60C4D7-AA68-554A-E176-8CFD262E099F}"/>
                    </a:ext>
                  </a:extLst>
                </p:cNvPr>
                <p:cNvSpPr/>
                <p:nvPr/>
              </p:nvSpPr>
              <p:spPr>
                <a:xfrm>
                  <a:off x="420552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7" name="pg2727">
                  <a:extLst>
                    <a:ext uri="{FF2B5EF4-FFF2-40B4-BE49-F238E27FC236}">
                      <a16:creationId xmlns:a16="http://schemas.microsoft.com/office/drawing/2014/main" id="{EA7BA99B-C57A-DB41-6575-F4851F64DCC6}"/>
                    </a:ext>
                  </a:extLst>
                </p:cNvPr>
                <p:cNvSpPr/>
                <p:nvPr/>
              </p:nvSpPr>
              <p:spPr>
                <a:xfrm>
                  <a:off x="421715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8" name="pg2728">
                  <a:extLst>
                    <a:ext uri="{FF2B5EF4-FFF2-40B4-BE49-F238E27FC236}">
                      <a16:creationId xmlns:a16="http://schemas.microsoft.com/office/drawing/2014/main" id="{BFF2BA25-F91B-748B-C798-F8AB91627BD3}"/>
                    </a:ext>
                  </a:extLst>
                </p:cNvPr>
                <p:cNvSpPr/>
                <p:nvPr/>
              </p:nvSpPr>
              <p:spPr>
                <a:xfrm>
                  <a:off x="422879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9" name="pg2729">
                  <a:extLst>
                    <a:ext uri="{FF2B5EF4-FFF2-40B4-BE49-F238E27FC236}">
                      <a16:creationId xmlns:a16="http://schemas.microsoft.com/office/drawing/2014/main" id="{85EE8508-B24F-5D6F-87B4-2249692A9FDF}"/>
                    </a:ext>
                  </a:extLst>
                </p:cNvPr>
                <p:cNvSpPr/>
                <p:nvPr/>
              </p:nvSpPr>
              <p:spPr>
                <a:xfrm>
                  <a:off x="4240432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0" name="pg2730">
                  <a:extLst>
                    <a:ext uri="{FF2B5EF4-FFF2-40B4-BE49-F238E27FC236}">
                      <a16:creationId xmlns:a16="http://schemas.microsoft.com/office/drawing/2014/main" id="{D7BA7722-E398-210A-6D53-979AEF7F081A}"/>
                    </a:ext>
                  </a:extLst>
                </p:cNvPr>
                <p:cNvSpPr/>
                <p:nvPr/>
              </p:nvSpPr>
              <p:spPr>
                <a:xfrm>
                  <a:off x="425207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1" name="pg2731">
                  <a:extLst>
                    <a:ext uri="{FF2B5EF4-FFF2-40B4-BE49-F238E27FC236}">
                      <a16:creationId xmlns:a16="http://schemas.microsoft.com/office/drawing/2014/main" id="{14C1ABA1-6614-4EB2-6688-AAD0F3426F5B}"/>
                    </a:ext>
                  </a:extLst>
                </p:cNvPr>
                <p:cNvSpPr/>
                <p:nvPr/>
              </p:nvSpPr>
              <p:spPr>
                <a:xfrm>
                  <a:off x="426370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2" name="pg2732">
                  <a:extLst>
                    <a:ext uri="{FF2B5EF4-FFF2-40B4-BE49-F238E27FC236}">
                      <a16:creationId xmlns:a16="http://schemas.microsoft.com/office/drawing/2014/main" id="{C5AE2BCE-BEF0-72B9-F4EB-63A8846052B4}"/>
                    </a:ext>
                  </a:extLst>
                </p:cNvPr>
                <p:cNvSpPr/>
                <p:nvPr/>
              </p:nvSpPr>
              <p:spPr>
                <a:xfrm>
                  <a:off x="427534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3" name="pg2733">
                  <a:extLst>
                    <a:ext uri="{FF2B5EF4-FFF2-40B4-BE49-F238E27FC236}">
                      <a16:creationId xmlns:a16="http://schemas.microsoft.com/office/drawing/2014/main" id="{C394D391-B36B-3DBB-43B2-2F6C7CC96E4A}"/>
                    </a:ext>
                  </a:extLst>
                </p:cNvPr>
                <p:cNvSpPr/>
                <p:nvPr/>
              </p:nvSpPr>
              <p:spPr>
                <a:xfrm>
                  <a:off x="431025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4" name="pg2734">
                  <a:extLst>
                    <a:ext uri="{FF2B5EF4-FFF2-40B4-BE49-F238E27FC236}">
                      <a16:creationId xmlns:a16="http://schemas.microsoft.com/office/drawing/2014/main" id="{9F018814-A570-5B81-7205-6B0A82EA54AD}"/>
                    </a:ext>
                  </a:extLst>
                </p:cNvPr>
                <p:cNvSpPr/>
                <p:nvPr/>
              </p:nvSpPr>
              <p:spPr>
                <a:xfrm>
                  <a:off x="432189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5" name="pg2735">
                  <a:extLst>
                    <a:ext uri="{FF2B5EF4-FFF2-40B4-BE49-F238E27FC236}">
                      <a16:creationId xmlns:a16="http://schemas.microsoft.com/office/drawing/2014/main" id="{EF41BD33-9253-5DC4-9E0D-C01DD432C58F}"/>
                    </a:ext>
                  </a:extLst>
                </p:cNvPr>
                <p:cNvSpPr/>
                <p:nvPr/>
              </p:nvSpPr>
              <p:spPr>
                <a:xfrm>
                  <a:off x="433353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6" name="pg2736">
                  <a:extLst>
                    <a:ext uri="{FF2B5EF4-FFF2-40B4-BE49-F238E27FC236}">
                      <a16:creationId xmlns:a16="http://schemas.microsoft.com/office/drawing/2014/main" id="{C51607A3-F53E-2E96-66DD-A15DE073666B}"/>
                    </a:ext>
                  </a:extLst>
                </p:cNvPr>
                <p:cNvSpPr/>
                <p:nvPr/>
              </p:nvSpPr>
              <p:spPr>
                <a:xfrm>
                  <a:off x="434516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7" name="pg2737">
                  <a:extLst>
                    <a:ext uri="{FF2B5EF4-FFF2-40B4-BE49-F238E27FC236}">
                      <a16:creationId xmlns:a16="http://schemas.microsoft.com/office/drawing/2014/main" id="{B4A5EA21-CD9F-1854-9C51-485312445330}"/>
                    </a:ext>
                  </a:extLst>
                </p:cNvPr>
                <p:cNvSpPr/>
                <p:nvPr/>
              </p:nvSpPr>
              <p:spPr>
                <a:xfrm>
                  <a:off x="435680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8" name="pg2738">
                  <a:extLst>
                    <a:ext uri="{FF2B5EF4-FFF2-40B4-BE49-F238E27FC236}">
                      <a16:creationId xmlns:a16="http://schemas.microsoft.com/office/drawing/2014/main" id="{3DA87356-66DD-852A-8B27-CE122D787A28}"/>
                    </a:ext>
                  </a:extLst>
                </p:cNvPr>
                <p:cNvSpPr/>
                <p:nvPr/>
              </p:nvSpPr>
              <p:spPr>
                <a:xfrm>
                  <a:off x="436844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9" name="pg2739">
                  <a:extLst>
                    <a:ext uri="{FF2B5EF4-FFF2-40B4-BE49-F238E27FC236}">
                      <a16:creationId xmlns:a16="http://schemas.microsoft.com/office/drawing/2014/main" id="{DFE8622B-DB4C-58CD-0BD4-DA600C571525}"/>
                    </a:ext>
                  </a:extLst>
                </p:cNvPr>
                <p:cNvSpPr/>
                <p:nvPr/>
              </p:nvSpPr>
              <p:spPr>
                <a:xfrm>
                  <a:off x="438008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0" name="pg2740">
                  <a:extLst>
                    <a:ext uri="{FF2B5EF4-FFF2-40B4-BE49-F238E27FC236}">
                      <a16:creationId xmlns:a16="http://schemas.microsoft.com/office/drawing/2014/main" id="{A1A8FCE7-89EF-A1F1-79F2-3BE6E55718CD}"/>
                    </a:ext>
                  </a:extLst>
                </p:cNvPr>
                <p:cNvSpPr/>
                <p:nvPr/>
              </p:nvSpPr>
              <p:spPr>
                <a:xfrm>
                  <a:off x="456627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1" name="pg2741">
                  <a:extLst>
                    <a:ext uri="{FF2B5EF4-FFF2-40B4-BE49-F238E27FC236}">
                      <a16:creationId xmlns:a16="http://schemas.microsoft.com/office/drawing/2014/main" id="{937284AD-14FB-683A-B428-CEC936335BD4}"/>
                    </a:ext>
                  </a:extLst>
                </p:cNvPr>
                <p:cNvSpPr/>
                <p:nvPr/>
              </p:nvSpPr>
              <p:spPr>
                <a:xfrm>
                  <a:off x="457791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2" name="pg2742">
                  <a:extLst>
                    <a:ext uri="{FF2B5EF4-FFF2-40B4-BE49-F238E27FC236}">
                      <a16:creationId xmlns:a16="http://schemas.microsoft.com/office/drawing/2014/main" id="{F6A411F1-00A3-7D5C-A25C-115C831EBED4}"/>
                    </a:ext>
                  </a:extLst>
                </p:cNvPr>
                <p:cNvSpPr/>
                <p:nvPr/>
              </p:nvSpPr>
              <p:spPr>
                <a:xfrm>
                  <a:off x="4589552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3" name="pg2743">
                  <a:extLst>
                    <a:ext uri="{FF2B5EF4-FFF2-40B4-BE49-F238E27FC236}">
                      <a16:creationId xmlns:a16="http://schemas.microsoft.com/office/drawing/2014/main" id="{B2F78DE1-0EB0-541C-DB3A-96D3516058AD}"/>
                    </a:ext>
                  </a:extLst>
                </p:cNvPr>
                <p:cNvSpPr/>
                <p:nvPr/>
              </p:nvSpPr>
              <p:spPr>
                <a:xfrm>
                  <a:off x="460119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4" name="pg2744">
                  <a:extLst>
                    <a:ext uri="{FF2B5EF4-FFF2-40B4-BE49-F238E27FC236}">
                      <a16:creationId xmlns:a16="http://schemas.microsoft.com/office/drawing/2014/main" id="{A0C60935-DE94-1408-2B3E-E7AF50A3E603}"/>
                    </a:ext>
                  </a:extLst>
                </p:cNvPr>
                <p:cNvSpPr/>
                <p:nvPr/>
              </p:nvSpPr>
              <p:spPr>
                <a:xfrm>
                  <a:off x="461282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5" name="pg2745">
                  <a:extLst>
                    <a:ext uri="{FF2B5EF4-FFF2-40B4-BE49-F238E27FC236}">
                      <a16:creationId xmlns:a16="http://schemas.microsoft.com/office/drawing/2014/main" id="{DBB03D7E-CEEF-B3F7-4F4E-FB7F364CC2CE}"/>
                    </a:ext>
                  </a:extLst>
                </p:cNvPr>
                <p:cNvSpPr/>
                <p:nvPr/>
              </p:nvSpPr>
              <p:spPr>
                <a:xfrm>
                  <a:off x="311161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6" name="pg2746">
                  <a:extLst>
                    <a:ext uri="{FF2B5EF4-FFF2-40B4-BE49-F238E27FC236}">
                      <a16:creationId xmlns:a16="http://schemas.microsoft.com/office/drawing/2014/main" id="{B815AA8C-90DB-E78C-42A9-617B8F412F90}"/>
                    </a:ext>
                  </a:extLst>
                </p:cNvPr>
                <p:cNvSpPr/>
                <p:nvPr/>
              </p:nvSpPr>
              <p:spPr>
                <a:xfrm>
                  <a:off x="3123249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7" name="pg2747">
                  <a:extLst>
                    <a:ext uri="{FF2B5EF4-FFF2-40B4-BE49-F238E27FC236}">
                      <a16:creationId xmlns:a16="http://schemas.microsoft.com/office/drawing/2014/main" id="{619F8B91-2F2C-9DF5-E5E7-F8BC9A5E694D}"/>
                    </a:ext>
                  </a:extLst>
                </p:cNvPr>
                <p:cNvSpPr/>
                <p:nvPr/>
              </p:nvSpPr>
              <p:spPr>
                <a:xfrm>
                  <a:off x="313488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8" name="pg2748">
                  <a:extLst>
                    <a:ext uri="{FF2B5EF4-FFF2-40B4-BE49-F238E27FC236}">
                      <a16:creationId xmlns:a16="http://schemas.microsoft.com/office/drawing/2014/main" id="{C5216A74-A63D-52BF-9793-0A51860F4932}"/>
                    </a:ext>
                  </a:extLst>
                </p:cNvPr>
                <p:cNvSpPr/>
                <p:nvPr/>
              </p:nvSpPr>
              <p:spPr>
                <a:xfrm>
                  <a:off x="314652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9" name="pg2749">
                  <a:extLst>
                    <a:ext uri="{FF2B5EF4-FFF2-40B4-BE49-F238E27FC236}">
                      <a16:creationId xmlns:a16="http://schemas.microsoft.com/office/drawing/2014/main" id="{02511F5D-BDC6-D7EB-D2F4-6D3875678315}"/>
                    </a:ext>
                  </a:extLst>
                </p:cNvPr>
                <p:cNvSpPr/>
                <p:nvPr/>
              </p:nvSpPr>
              <p:spPr>
                <a:xfrm>
                  <a:off x="315816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0" name="pg2750">
                  <a:extLst>
                    <a:ext uri="{FF2B5EF4-FFF2-40B4-BE49-F238E27FC236}">
                      <a16:creationId xmlns:a16="http://schemas.microsoft.com/office/drawing/2014/main" id="{CE239DB6-13E8-E566-9E95-A2C6BB7B0CEE}"/>
                    </a:ext>
                  </a:extLst>
                </p:cNvPr>
                <p:cNvSpPr/>
                <p:nvPr/>
              </p:nvSpPr>
              <p:spPr>
                <a:xfrm>
                  <a:off x="316979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1" name="pg2751">
                  <a:extLst>
                    <a:ext uri="{FF2B5EF4-FFF2-40B4-BE49-F238E27FC236}">
                      <a16:creationId xmlns:a16="http://schemas.microsoft.com/office/drawing/2014/main" id="{CB8C6217-4898-5192-E1BB-8E661712E3D1}"/>
                    </a:ext>
                  </a:extLst>
                </p:cNvPr>
                <p:cNvSpPr/>
                <p:nvPr/>
              </p:nvSpPr>
              <p:spPr>
                <a:xfrm>
                  <a:off x="318143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2" name="pg2752">
                  <a:extLst>
                    <a:ext uri="{FF2B5EF4-FFF2-40B4-BE49-F238E27FC236}">
                      <a16:creationId xmlns:a16="http://schemas.microsoft.com/office/drawing/2014/main" id="{B43A8F5F-D52D-BADC-54C6-9AB2F2E9098D}"/>
                    </a:ext>
                  </a:extLst>
                </p:cNvPr>
                <p:cNvSpPr/>
                <p:nvPr/>
              </p:nvSpPr>
              <p:spPr>
                <a:xfrm>
                  <a:off x="319307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3" name="pg2753">
                  <a:extLst>
                    <a:ext uri="{FF2B5EF4-FFF2-40B4-BE49-F238E27FC236}">
                      <a16:creationId xmlns:a16="http://schemas.microsoft.com/office/drawing/2014/main" id="{B747E824-4839-A279-D5BF-6A4269F14654}"/>
                    </a:ext>
                  </a:extLst>
                </p:cNvPr>
                <p:cNvSpPr/>
                <p:nvPr/>
              </p:nvSpPr>
              <p:spPr>
                <a:xfrm>
                  <a:off x="320471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4" name="pg2754">
                  <a:extLst>
                    <a:ext uri="{FF2B5EF4-FFF2-40B4-BE49-F238E27FC236}">
                      <a16:creationId xmlns:a16="http://schemas.microsoft.com/office/drawing/2014/main" id="{8FA3FA96-5C95-31BA-090B-5529E7C13262}"/>
                    </a:ext>
                  </a:extLst>
                </p:cNvPr>
                <p:cNvSpPr/>
                <p:nvPr/>
              </p:nvSpPr>
              <p:spPr>
                <a:xfrm>
                  <a:off x="321634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5" name="pg2755">
                  <a:extLst>
                    <a:ext uri="{FF2B5EF4-FFF2-40B4-BE49-F238E27FC236}">
                      <a16:creationId xmlns:a16="http://schemas.microsoft.com/office/drawing/2014/main" id="{98DBAF3B-F9CF-4290-F6E8-984232C671B9}"/>
                    </a:ext>
                  </a:extLst>
                </p:cNvPr>
                <p:cNvSpPr/>
                <p:nvPr/>
              </p:nvSpPr>
              <p:spPr>
                <a:xfrm>
                  <a:off x="322798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6" name="pg2756">
                  <a:extLst>
                    <a:ext uri="{FF2B5EF4-FFF2-40B4-BE49-F238E27FC236}">
                      <a16:creationId xmlns:a16="http://schemas.microsoft.com/office/drawing/2014/main" id="{BA373407-518C-A968-FB0A-9A4D45CFFC5B}"/>
                    </a:ext>
                  </a:extLst>
                </p:cNvPr>
                <p:cNvSpPr/>
                <p:nvPr/>
              </p:nvSpPr>
              <p:spPr>
                <a:xfrm>
                  <a:off x="3239622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7" name="pg2757">
                  <a:extLst>
                    <a:ext uri="{FF2B5EF4-FFF2-40B4-BE49-F238E27FC236}">
                      <a16:creationId xmlns:a16="http://schemas.microsoft.com/office/drawing/2014/main" id="{6C3D8B32-E00D-3034-48F2-D5739CC3EC6B}"/>
                    </a:ext>
                  </a:extLst>
                </p:cNvPr>
                <p:cNvSpPr/>
                <p:nvPr/>
              </p:nvSpPr>
              <p:spPr>
                <a:xfrm>
                  <a:off x="3251259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8" name="pg2758">
                  <a:extLst>
                    <a:ext uri="{FF2B5EF4-FFF2-40B4-BE49-F238E27FC236}">
                      <a16:creationId xmlns:a16="http://schemas.microsoft.com/office/drawing/2014/main" id="{5D232EFF-6162-F137-300C-4D402BB2E308}"/>
                    </a:ext>
                  </a:extLst>
                </p:cNvPr>
                <p:cNvSpPr/>
                <p:nvPr/>
              </p:nvSpPr>
              <p:spPr>
                <a:xfrm>
                  <a:off x="326289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9" name="pg2759">
                  <a:extLst>
                    <a:ext uri="{FF2B5EF4-FFF2-40B4-BE49-F238E27FC236}">
                      <a16:creationId xmlns:a16="http://schemas.microsoft.com/office/drawing/2014/main" id="{64A7E19F-0189-646D-7B09-E75E1264F4D3}"/>
                    </a:ext>
                  </a:extLst>
                </p:cNvPr>
                <p:cNvSpPr/>
                <p:nvPr/>
              </p:nvSpPr>
              <p:spPr>
                <a:xfrm>
                  <a:off x="327453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0" name="pg2760">
                  <a:extLst>
                    <a:ext uri="{FF2B5EF4-FFF2-40B4-BE49-F238E27FC236}">
                      <a16:creationId xmlns:a16="http://schemas.microsoft.com/office/drawing/2014/main" id="{9BA2542B-37F4-ED76-000F-E940E61E51EF}"/>
                    </a:ext>
                  </a:extLst>
                </p:cNvPr>
                <p:cNvSpPr/>
                <p:nvPr/>
              </p:nvSpPr>
              <p:spPr>
                <a:xfrm>
                  <a:off x="328617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1" name="pg2761">
                  <a:extLst>
                    <a:ext uri="{FF2B5EF4-FFF2-40B4-BE49-F238E27FC236}">
                      <a16:creationId xmlns:a16="http://schemas.microsoft.com/office/drawing/2014/main" id="{F920D3B6-D6C8-6689-0B85-3166E734D3DF}"/>
                    </a:ext>
                  </a:extLst>
                </p:cNvPr>
                <p:cNvSpPr/>
                <p:nvPr/>
              </p:nvSpPr>
              <p:spPr>
                <a:xfrm>
                  <a:off x="3297809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2" name="pg2762">
                  <a:extLst>
                    <a:ext uri="{FF2B5EF4-FFF2-40B4-BE49-F238E27FC236}">
                      <a16:creationId xmlns:a16="http://schemas.microsoft.com/office/drawing/2014/main" id="{03718B09-FB66-310F-8195-3269A10A46C2}"/>
                    </a:ext>
                  </a:extLst>
                </p:cNvPr>
                <p:cNvSpPr/>
                <p:nvPr/>
              </p:nvSpPr>
              <p:spPr>
                <a:xfrm>
                  <a:off x="330944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3" name="pg2763">
                  <a:extLst>
                    <a:ext uri="{FF2B5EF4-FFF2-40B4-BE49-F238E27FC236}">
                      <a16:creationId xmlns:a16="http://schemas.microsoft.com/office/drawing/2014/main" id="{C3841478-85BE-63F9-4742-17C249AEA40D}"/>
                    </a:ext>
                  </a:extLst>
                </p:cNvPr>
                <p:cNvSpPr/>
                <p:nvPr/>
              </p:nvSpPr>
              <p:spPr>
                <a:xfrm>
                  <a:off x="332108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4" name="pg2764">
                  <a:extLst>
                    <a:ext uri="{FF2B5EF4-FFF2-40B4-BE49-F238E27FC236}">
                      <a16:creationId xmlns:a16="http://schemas.microsoft.com/office/drawing/2014/main" id="{313A477B-ACDE-6769-9F67-1CA88F0C0F53}"/>
                    </a:ext>
                  </a:extLst>
                </p:cNvPr>
                <p:cNvSpPr/>
                <p:nvPr/>
              </p:nvSpPr>
              <p:spPr>
                <a:xfrm>
                  <a:off x="333272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5" name="pg2765">
                  <a:extLst>
                    <a:ext uri="{FF2B5EF4-FFF2-40B4-BE49-F238E27FC236}">
                      <a16:creationId xmlns:a16="http://schemas.microsoft.com/office/drawing/2014/main" id="{B98FE4DE-4838-C2CE-2D46-E10091E959FF}"/>
                    </a:ext>
                  </a:extLst>
                </p:cNvPr>
                <p:cNvSpPr/>
                <p:nvPr/>
              </p:nvSpPr>
              <p:spPr>
                <a:xfrm>
                  <a:off x="334435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6" name="pg2766">
                  <a:extLst>
                    <a:ext uri="{FF2B5EF4-FFF2-40B4-BE49-F238E27FC236}">
                      <a16:creationId xmlns:a16="http://schemas.microsoft.com/office/drawing/2014/main" id="{B9619D71-4356-E01C-176F-74C75F5B8816}"/>
                    </a:ext>
                  </a:extLst>
                </p:cNvPr>
                <p:cNvSpPr/>
                <p:nvPr/>
              </p:nvSpPr>
              <p:spPr>
                <a:xfrm>
                  <a:off x="335599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7" name="pg2767">
                  <a:extLst>
                    <a:ext uri="{FF2B5EF4-FFF2-40B4-BE49-F238E27FC236}">
                      <a16:creationId xmlns:a16="http://schemas.microsoft.com/office/drawing/2014/main" id="{5CD47571-869B-1FA0-68F8-360514F2BE5B}"/>
                    </a:ext>
                  </a:extLst>
                </p:cNvPr>
                <p:cNvSpPr/>
                <p:nvPr/>
              </p:nvSpPr>
              <p:spPr>
                <a:xfrm>
                  <a:off x="336763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8" name="pg2768">
                  <a:extLst>
                    <a:ext uri="{FF2B5EF4-FFF2-40B4-BE49-F238E27FC236}">
                      <a16:creationId xmlns:a16="http://schemas.microsoft.com/office/drawing/2014/main" id="{6C536194-94A8-7FD7-6332-A67C42BD6DA4}"/>
                    </a:ext>
                  </a:extLst>
                </p:cNvPr>
                <p:cNvSpPr/>
                <p:nvPr/>
              </p:nvSpPr>
              <p:spPr>
                <a:xfrm>
                  <a:off x="337927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9" name="pg2769">
                  <a:extLst>
                    <a:ext uri="{FF2B5EF4-FFF2-40B4-BE49-F238E27FC236}">
                      <a16:creationId xmlns:a16="http://schemas.microsoft.com/office/drawing/2014/main" id="{7E0F6CAC-FC9C-1B0C-14CB-49D9796F53FA}"/>
                    </a:ext>
                  </a:extLst>
                </p:cNvPr>
                <p:cNvSpPr/>
                <p:nvPr/>
              </p:nvSpPr>
              <p:spPr>
                <a:xfrm>
                  <a:off x="339090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0" name="pg2770">
                  <a:extLst>
                    <a:ext uri="{FF2B5EF4-FFF2-40B4-BE49-F238E27FC236}">
                      <a16:creationId xmlns:a16="http://schemas.microsoft.com/office/drawing/2014/main" id="{A299C98B-E1DA-B15D-63EA-16EE2C307668}"/>
                    </a:ext>
                  </a:extLst>
                </p:cNvPr>
                <p:cNvSpPr/>
                <p:nvPr/>
              </p:nvSpPr>
              <p:spPr>
                <a:xfrm>
                  <a:off x="340254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1" name="pg2771">
                  <a:extLst>
                    <a:ext uri="{FF2B5EF4-FFF2-40B4-BE49-F238E27FC236}">
                      <a16:creationId xmlns:a16="http://schemas.microsoft.com/office/drawing/2014/main" id="{99A75892-26A7-7B1B-A2DB-D276A0C3365C}"/>
                    </a:ext>
                  </a:extLst>
                </p:cNvPr>
                <p:cNvSpPr/>
                <p:nvPr/>
              </p:nvSpPr>
              <p:spPr>
                <a:xfrm>
                  <a:off x="3414182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2" name="pg2772">
                  <a:extLst>
                    <a:ext uri="{FF2B5EF4-FFF2-40B4-BE49-F238E27FC236}">
                      <a16:creationId xmlns:a16="http://schemas.microsoft.com/office/drawing/2014/main" id="{06883717-57B3-A0E8-BC86-45C0224423D7}"/>
                    </a:ext>
                  </a:extLst>
                </p:cNvPr>
                <p:cNvSpPr/>
                <p:nvPr/>
              </p:nvSpPr>
              <p:spPr>
                <a:xfrm>
                  <a:off x="3425819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3" name="pg2773">
                  <a:extLst>
                    <a:ext uri="{FF2B5EF4-FFF2-40B4-BE49-F238E27FC236}">
                      <a16:creationId xmlns:a16="http://schemas.microsoft.com/office/drawing/2014/main" id="{0FBFA535-EEEF-E444-8353-86377F43882C}"/>
                    </a:ext>
                  </a:extLst>
                </p:cNvPr>
                <p:cNvSpPr/>
                <p:nvPr/>
              </p:nvSpPr>
              <p:spPr>
                <a:xfrm>
                  <a:off x="343745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4" name="pg2774">
                  <a:extLst>
                    <a:ext uri="{FF2B5EF4-FFF2-40B4-BE49-F238E27FC236}">
                      <a16:creationId xmlns:a16="http://schemas.microsoft.com/office/drawing/2014/main" id="{802E9099-7EF0-9C0B-6089-FBCE17195E0F}"/>
                    </a:ext>
                  </a:extLst>
                </p:cNvPr>
                <p:cNvSpPr/>
                <p:nvPr/>
              </p:nvSpPr>
              <p:spPr>
                <a:xfrm>
                  <a:off x="344909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5" name="pg2775">
                  <a:extLst>
                    <a:ext uri="{FF2B5EF4-FFF2-40B4-BE49-F238E27FC236}">
                      <a16:creationId xmlns:a16="http://schemas.microsoft.com/office/drawing/2014/main" id="{F4E0010D-1558-DA7D-A5EA-C2F3763771DD}"/>
                    </a:ext>
                  </a:extLst>
                </p:cNvPr>
                <p:cNvSpPr/>
                <p:nvPr/>
              </p:nvSpPr>
              <p:spPr>
                <a:xfrm>
                  <a:off x="346073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6" name="pg2776">
                  <a:extLst>
                    <a:ext uri="{FF2B5EF4-FFF2-40B4-BE49-F238E27FC236}">
                      <a16:creationId xmlns:a16="http://schemas.microsoft.com/office/drawing/2014/main" id="{C580ED02-2EC9-F5AE-8E16-25D59291DFF6}"/>
                    </a:ext>
                  </a:extLst>
                </p:cNvPr>
                <p:cNvSpPr/>
                <p:nvPr/>
              </p:nvSpPr>
              <p:spPr>
                <a:xfrm>
                  <a:off x="3472369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7" name="pg2777">
                  <a:extLst>
                    <a:ext uri="{FF2B5EF4-FFF2-40B4-BE49-F238E27FC236}">
                      <a16:creationId xmlns:a16="http://schemas.microsoft.com/office/drawing/2014/main" id="{808C2FFF-FB55-0DA7-99F3-B60FC4338B64}"/>
                    </a:ext>
                  </a:extLst>
                </p:cNvPr>
                <p:cNvSpPr/>
                <p:nvPr/>
              </p:nvSpPr>
              <p:spPr>
                <a:xfrm>
                  <a:off x="348400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8" name="pg2778">
                  <a:extLst>
                    <a:ext uri="{FF2B5EF4-FFF2-40B4-BE49-F238E27FC236}">
                      <a16:creationId xmlns:a16="http://schemas.microsoft.com/office/drawing/2014/main" id="{D5141F0F-983F-7039-0CA8-C3B0B0EBD1B4}"/>
                    </a:ext>
                  </a:extLst>
                </p:cNvPr>
                <p:cNvSpPr/>
                <p:nvPr/>
              </p:nvSpPr>
              <p:spPr>
                <a:xfrm>
                  <a:off x="349564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9" name="pg2779">
                  <a:extLst>
                    <a:ext uri="{FF2B5EF4-FFF2-40B4-BE49-F238E27FC236}">
                      <a16:creationId xmlns:a16="http://schemas.microsoft.com/office/drawing/2014/main" id="{F8FAE056-3320-7024-0866-F91E7FC0FDF8}"/>
                    </a:ext>
                  </a:extLst>
                </p:cNvPr>
                <p:cNvSpPr/>
                <p:nvPr/>
              </p:nvSpPr>
              <p:spPr>
                <a:xfrm>
                  <a:off x="350728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0" name="pg2780">
                  <a:extLst>
                    <a:ext uri="{FF2B5EF4-FFF2-40B4-BE49-F238E27FC236}">
                      <a16:creationId xmlns:a16="http://schemas.microsoft.com/office/drawing/2014/main" id="{DCD6D5CF-9FE8-4B9E-FBCF-6131FEEF4D3D}"/>
                    </a:ext>
                  </a:extLst>
                </p:cNvPr>
                <p:cNvSpPr/>
                <p:nvPr/>
              </p:nvSpPr>
              <p:spPr>
                <a:xfrm>
                  <a:off x="351891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1" name="pg2781">
                  <a:extLst>
                    <a:ext uri="{FF2B5EF4-FFF2-40B4-BE49-F238E27FC236}">
                      <a16:creationId xmlns:a16="http://schemas.microsoft.com/office/drawing/2014/main" id="{BEB1617C-E893-95DC-3861-5E32CA2D477A}"/>
                    </a:ext>
                  </a:extLst>
                </p:cNvPr>
                <p:cNvSpPr/>
                <p:nvPr/>
              </p:nvSpPr>
              <p:spPr>
                <a:xfrm>
                  <a:off x="353055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2" name="pg2782">
                  <a:extLst>
                    <a:ext uri="{FF2B5EF4-FFF2-40B4-BE49-F238E27FC236}">
                      <a16:creationId xmlns:a16="http://schemas.microsoft.com/office/drawing/2014/main" id="{E4830CBD-C715-67F3-BE4D-EEDBB0FAA926}"/>
                    </a:ext>
                  </a:extLst>
                </p:cNvPr>
                <p:cNvSpPr/>
                <p:nvPr/>
              </p:nvSpPr>
              <p:spPr>
                <a:xfrm>
                  <a:off x="354219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3" name="pg2783">
                  <a:extLst>
                    <a:ext uri="{FF2B5EF4-FFF2-40B4-BE49-F238E27FC236}">
                      <a16:creationId xmlns:a16="http://schemas.microsoft.com/office/drawing/2014/main" id="{7229867A-A8CE-879B-1039-1FED131D7386}"/>
                    </a:ext>
                  </a:extLst>
                </p:cNvPr>
                <p:cNvSpPr/>
                <p:nvPr/>
              </p:nvSpPr>
              <p:spPr>
                <a:xfrm>
                  <a:off x="355383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4" name="pg2784">
                  <a:extLst>
                    <a:ext uri="{FF2B5EF4-FFF2-40B4-BE49-F238E27FC236}">
                      <a16:creationId xmlns:a16="http://schemas.microsoft.com/office/drawing/2014/main" id="{3EDF3C61-3EC0-C374-2644-620628FA2152}"/>
                    </a:ext>
                  </a:extLst>
                </p:cNvPr>
                <p:cNvSpPr/>
                <p:nvPr/>
              </p:nvSpPr>
              <p:spPr>
                <a:xfrm>
                  <a:off x="362365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5" name="pg2785">
                  <a:extLst>
                    <a:ext uri="{FF2B5EF4-FFF2-40B4-BE49-F238E27FC236}">
                      <a16:creationId xmlns:a16="http://schemas.microsoft.com/office/drawing/2014/main" id="{098CFD5B-2BD2-007F-A7CF-D70864B55C8D}"/>
                    </a:ext>
                  </a:extLst>
                </p:cNvPr>
                <p:cNvSpPr/>
                <p:nvPr/>
              </p:nvSpPr>
              <p:spPr>
                <a:xfrm>
                  <a:off x="363529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6" name="pg2786">
                  <a:extLst>
                    <a:ext uri="{FF2B5EF4-FFF2-40B4-BE49-F238E27FC236}">
                      <a16:creationId xmlns:a16="http://schemas.microsoft.com/office/drawing/2014/main" id="{742810A5-A5CB-821C-90A7-36F951837664}"/>
                    </a:ext>
                  </a:extLst>
                </p:cNvPr>
                <p:cNvSpPr/>
                <p:nvPr/>
              </p:nvSpPr>
              <p:spPr>
                <a:xfrm>
                  <a:off x="364692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7" name="pg2787">
                  <a:extLst>
                    <a:ext uri="{FF2B5EF4-FFF2-40B4-BE49-F238E27FC236}">
                      <a16:creationId xmlns:a16="http://schemas.microsoft.com/office/drawing/2014/main" id="{FEBB223A-63A0-62AC-69FD-287EBFB50737}"/>
                    </a:ext>
                  </a:extLst>
                </p:cNvPr>
                <p:cNvSpPr/>
                <p:nvPr/>
              </p:nvSpPr>
              <p:spPr>
                <a:xfrm>
                  <a:off x="365856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8" name="pg2788">
                  <a:extLst>
                    <a:ext uri="{FF2B5EF4-FFF2-40B4-BE49-F238E27FC236}">
                      <a16:creationId xmlns:a16="http://schemas.microsoft.com/office/drawing/2014/main" id="{59A1F8DB-327C-077C-2FC4-2EE2EABBD619}"/>
                    </a:ext>
                  </a:extLst>
                </p:cNvPr>
                <p:cNvSpPr/>
                <p:nvPr/>
              </p:nvSpPr>
              <p:spPr>
                <a:xfrm>
                  <a:off x="367020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9" name="pg2789">
                  <a:extLst>
                    <a:ext uri="{FF2B5EF4-FFF2-40B4-BE49-F238E27FC236}">
                      <a16:creationId xmlns:a16="http://schemas.microsoft.com/office/drawing/2014/main" id="{59E07663-CF38-CCED-4C39-7F8C92920BBA}"/>
                    </a:ext>
                  </a:extLst>
                </p:cNvPr>
                <p:cNvSpPr/>
                <p:nvPr/>
              </p:nvSpPr>
              <p:spPr>
                <a:xfrm>
                  <a:off x="368184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0" name="pg2790">
                  <a:extLst>
                    <a:ext uri="{FF2B5EF4-FFF2-40B4-BE49-F238E27FC236}">
                      <a16:creationId xmlns:a16="http://schemas.microsoft.com/office/drawing/2014/main" id="{72D3A85B-2BBC-EF97-7A8B-1D7FBACFBF95}"/>
                    </a:ext>
                  </a:extLst>
                </p:cNvPr>
                <p:cNvSpPr/>
                <p:nvPr/>
              </p:nvSpPr>
              <p:spPr>
                <a:xfrm>
                  <a:off x="369347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1" name="pg2791">
                  <a:extLst>
                    <a:ext uri="{FF2B5EF4-FFF2-40B4-BE49-F238E27FC236}">
                      <a16:creationId xmlns:a16="http://schemas.microsoft.com/office/drawing/2014/main" id="{AF6F5762-B6E9-74A3-70A8-6F0F95FB8C7A}"/>
                    </a:ext>
                  </a:extLst>
                </p:cNvPr>
                <p:cNvSpPr/>
                <p:nvPr/>
              </p:nvSpPr>
              <p:spPr>
                <a:xfrm>
                  <a:off x="370511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2" name="pg2792">
                  <a:extLst>
                    <a:ext uri="{FF2B5EF4-FFF2-40B4-BE49-F238E27FC236}">
                      <a16:creationId xmlns:a16="http://schemas.microsoft.com/office/drawing/2014/main" id="{BBCD2409-A032-EA6D-980F-3DDFF3ED6BCB}"/>
                    </a:ext>
                  </a:extLst>
                </p:cNvPr>
                <p:cNvSpPr/>
                <p:nvPr/>
              </p:nvSpPr>
              <p:spPr>
                <a:xfrm>
                  <a:off x="3716752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3" name="pg2793">
                  <a:extLst>
                    <a:ext uri="{FF2B5EF4-FFF2-40B4-BE49-F238E27FC236}">
                      <a16:creationId xmlns:a16="http://schemas.microsoft.com/office/drawing/2014/main" id="{20BB050C-6FF1-5DE4-5FC9-003CE90B48B4}"/>
                    </a:ext>
                  </a:extLst>
                </p:cNvPr>
                <p:cNvSpPr/>
                <p:nvPr/>
              </p:nvSpPr>
              <p:spPr>
                <a:xfrm>
                  <a:off x="372839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9BB">
                    <a:alpha val="100000"/>
                  </a:srgbClr>
                </a:solidFill>
                <a:ln w="5420" cap="flat">
                  <a:solidFill>
                    <a:srgbClr val="85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4" name="pg2794">
                  <a:extLst>
                    <a:ext uri="{FF2B5EF4-FFF2-40B4-BE49-F238E27FC236}">
                      <a16:creationId xmlns:a16="http://schemas.microsoft.com/office/drawing/2014/main" id="{58F29D72-F216-4401-AF95-0ACECCB3F10D}"/>
                    </a:ext>
                  </a:extLst>
                </p:cNvPr>
                <p:cNvSpPr/>
                <p:nvPr/>
              </p:nvSpPr>
              <p:spPr>
                <a:xfrm>
                  <a:off x="374002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5" name="pg2795">
                  <a:extLst>
                    <a:ext uri="{FF2B5EF4-FFF2-40B4-BE49-F238E27FC236}">
                      <a16:creationId xmlns:a16="http://schemas.microsoft.com/office/drawing/2014/main" id="{FB63122A-77C2-33C7-1F0D-48D7169FD280}"/>
                    </a:ext>
                  </a:extLst>
                </p:cNvPr>
                <p:cNvSpPr/>
                <p:nvPr/>
              </p:nvSpPr>
              <p:spPr>
                <a:xfrm>
                  <a:off x="413569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6" name="pg2796">
                  <a:extLst>
                    <a:ext uri="{FF2B5EF4-FFF2-40B4-BE49-F238E27FC236}">
                      <a16:creationId xmlns:a16="http://schemas.microsoft.com/office/drawing/2014/main" id="{EFE5A38B-58F1-A314-D33E-BF007CF19486}"/>
                    </a:ext>
                  </a:extLst>
                </p:cNvPr>
                <p:cNvSpPr/>
                <p:nvPr/>
              </p:nvSpPr>
              <p:spPr>
                <a:xfrm>
                  <a:off x="414733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7" name="pg2797">
                  <a:extLst>
                    <a:ext uri="{FF2B5EF4-FFF2-40B4-BE49-F238E27FC236}">
                      <a16:creationId xmlns:a16="http://schemas.microsoft.com/office/drawing/2014/main" id="{352F6B0D-8C64-DC97-D2D8-3383E805C96D}"/>
                    </a:ext>
                  </a:extLst>
                </p:cNvPr>
                <p:cNvSpPr/>
                <p:nvPr/>
              </p:nvSpPr>
              <p:spPr>
                <a:xfrm>
                  <a:off x="415897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8" name="pg2798">
                  <a:extLst>
                    <a:ext uri="{FF2B5EF4-FFF2-40B4-BE49-F238E27FC236}">
                      <a16:creationId xmlns:a16="http://schemas.microsoft.com/office/drawing/2014/main" id="{258BF394-9A10-4C6A-59F3-59B5B48DFA16}"/>
                    </a:ext>
                  </a:extLst>
                </p:cNvPr>
                <p:cNvSpPr/>
                <p:nvPr/>
              </p:nvSpPr>
              <p:spPr>
                <a:xfrm>
                  <a:off x="417060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9" name="pg2799">
                  <a:extLst>
                    <a:ext uri="{FF2B5EF4-FFF2-40B4-BE49-F238E27FC236}">
                      <a16:creationId xmlns:a16="http://schemas.microsoft.com/office/drawing/2014/main" id="{E03B0414-03C6-CF4A-9989-208A7B141DE6}"/>
                    </a:ext>
                  </a:extLst>
                </p:cNvPr>
                <p:cNvSpPr/>
                <p:nvPr/>
              </p:nvSpPr>
              <p:spPr>
                <a:xfrm>
                  <a:off x="418224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0" name="pg2800">
                  <a:extLst>
                    <a:ext uri="{FF2B5EF4-FFF2-40B4-BE49-F238E27FC236}">
                      <a16:creationId xmlns:a16="http://schemas.microsoft.com/office/drawing/2014/main" id="{77F65795-8789-616C-4B6D-445A10EB9720}"/>
                    </a:ext>
                  </a:extLst>
                </p:cNvPr>
                <p:cNvSpPr/>
                <p:nvPr/>
              </p:nvSpPr>
              <p:spPr>
                <a:xfrm>
                  <a:off x="419388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1" name="pg2801">
                  <a:extLst>
                    <a:ext uri="{FF2B5EF4-FFF2-40B4-BE49-F238E27FC236}">
                      <a16:creationId xmlns:a16="http://schemas.microsoft.com/office/drawing/2014/main" id="{1DEB49A5-56D1-E364-1DB8-623121EF5E40}"/>
                    </a:ext>
                  </a:extLst>
                </p:cNvPr>
                <p:cNvSpPr/>
                <p:nvPr/>
              </p:nvSpPr>
              <p:spPr>
                <a:xfrm>
                  <a:off x="420552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2" name="pg2802">
                  <a:extLst>
                    <a:ext uri="{FF2B5EF4-FFF2-40B4-BE49-F238E27FC236}">
                      <a16:creationId xmlns:a16="http://schemas.microsoft.com/office/drawing/2014/main" id="{12CF00CE-1970-88C6-1896-6E6E56CA621D}"/>
                    </a:ext>
                  </a:extLst>
                </p:cNvPr>
                <p:cNvSpPr/>
                <p:nvPr/>
              </p:nvSpPr>
              <p:spPr>
                <a:xfrm>
                  <a:off x="421715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3" name="pg2803">
                  <a:extLst>
                    <a:ext uri="{FF2B5EF4-FFF2-40B4-BE49-F238E27FC236}">
                      <a16:creationId xmlns:a16="http://schemas.microsoft.com/office/drawing/2014/main" id="{F7E7A084-9942-F64E-A182-2A3831A1A4D4}"/>
                    </a:ext>
                  </a:extLst>
                </p:cNvPr>
                <p:cNvSpPr/>
                <p:nvPr/>
              </p:nvSpPr>
              <p:spPr>
                <a:xfrm>
                  <a:off x="422879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4" name="pg2804">
                  <a:extLst>
                    <a:ext uri="{FF2B5EF4-FFF2-40B4-BE49-F238E27FC236}">
                      <a16:creationId xmlns:a16="http://schemas.microsoft.com/office/drawing/2014/main" id="{345AF1EA-033C-40E5-8BB1-351828D9237B}"/>
                    </a:ext>
                  </a:extLst>
                </p:cNvPr>
                <p:cNvSpPr/>
                <p:nvPr/>
              </p:nvSpPr>
              <p:spPr>
                <a:xfrm>
                  <a:off x="4240432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5" name="pg2805">
                  <a:extLst>
                    <a:ext uri="{FF2B5EF4-FFF2-40B4-BE49-F238E27FC236}">
                      <a16:creationId xmlns:a16="http://schemas.microsoft.com/office/drawing/2014/main" id="{24490831-A7BD-E902-BF0B-50ACE06EBA00}"/>
                    </a:ext>
                  </a:extLst>
                </p:cNvPr>
                <p:cNvSpPr/>
                <p:nvPr/>
              </p:nvSpPr>
              <p:spPr>
                <a:xfrm>
                  <a:off x="432189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6" name="pg2806">
                  <a:extLst>
                    <a:ext uri="{FF2B5EF4-FFF2-40B4-BE49-F238E27FC236}">
                      <a16:creationId xmlns:a16="http://schemas.microsoft.com/office/drawing/2014/main" id="{3F1A80CE-8B27-0FF4-354C-E87713A5E940}"/>
                    </a:ext>
                  </a:extLst>
                </p:cNvPr>
                <p:cNvSpPr/>
                <p:nvPr/>
              </p:nvSpPr>
              <p:spPr>
                <a:xfrm>
                  <a:off x="433353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7" name="pg2807">
                  <a:extLst>
                    <a:ext uri="{FF2B5EF4-FFF2-40B4-BE49-F238E27FC236}">
                      <a16:creationId xmlns:a16="http://schemas.microsoft.com/office/drawing/2014/main" id="{D3B5234C-4605-4E75-B55D-310A6B44E218}"/>
                    </a:ext>
                  </a:extLst>
                </p:cNvPr>
                <p:cNvSpPr/>
                <p:nvPr/>
              </p:nvSpPr>
              <p:spPr>
                <a:xfrm>
                  <a:off x="434516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8" name="pg2808">
                  <a:extLst>
                    <a:ext uri="{FF2B5EF4-FFF2-40B4-BE49-F238E27FC236}">
                      <a16:creationId xmlns:a16="http://schemas.microsoft.com/office/drawing/2014/main" id="{A554690C-59AC-733F-4B5E-4E0B5466723A}"/>
                    </a:ext>
                  </a:extLst>
                </p:cNvPr>
                <p:cNvSpPr/>
                <p:nvPr/>
              </p:nvSpPr>
              <p:spPr>
                <a:xfrm>
                  <a:off x="435680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9" name="pg2809">
                  <a:extLst>
                    <a:ext uri="{FF2B5EF4-FFF2-40B4-BE49-F238E27FC236}">
                      <a16:creationId xmlns:a16="http://schemas.microsoft.com/office/drawing/2014/main" id="{4534D5D5-D324-9BCF-500B-011A2DC4BE1D}"/>
                    </a:ext>
                  </a:extLst>
                </p:cNvPr>
                <p:cNvSpPr/>
                <p:nvPr/>
              </p:nvSpPr>
              <p:spPr>
                <a:xfrm>
                  <a:off x="436844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0" name="pg2810">
                  <a:extLst>
                    <a:ext uri="{FF2B5EF4-FFF2-40B4-BE49-F238E27FC236}">
                      <a16:creationId xmlns:a16="http://schemas.microsoft.com/office/drawing/2014/main" id="{8DD6DFAC-B527-7BC5-A0AE-91BDE88F0126}"/>
                    </a:ext>
                  </a:extLst>
                </p:cNvPr>
                <p:cNvSpPr/>
                <p:nvPr/>
              </p:nvSpPr>
              <p:spPr>
                <a:xfrm>
                  <a:off x="438008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1" name="pg2811">
                  <a:extLst>
                    <a:ext uri="{FF2B5EF4-FFF2-40B4-BE49-F238E27FC236}">
                      <a16:creationId xmlns:a16="http://schemas.microsoft.com/office/drawing/2014/main" id="{53393900-9209-EE04-4532-E4EDA48422A6}"/>
                    </a:ext>
                  </a:extLst>
                </p:cNvPr>
                <p:cNvSpPr/>
                <p:nvPr/>
              </p:nvSpPr>
              <p:spPr>
                <a:xfrm>
                  <a:off x="457791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2" name="pg2812">
                  <a:extLst>
                    <a:ext uri="{FF2B5EF4-FFF2-40B4-BE49-F238E27FC236}">
                      <a16:creationId xmlns:a16="http://schemas.microsoft.com/office/drawing/2014/main" id="{B51D7DE7-9E8F-A93C-1825-B53DEFB62300}"/>
                    </a:ext>
                  </a:extLst>
                </p:cNvPr>
                <p:cNvSpPr/>
                <p:nvPr/>
              </p:nvSpPr>
              <p:spPr>
                <a:xfrm>
                  <a:off x="4589552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3" name="pg2813">
                  <a:extLst>
                    <a:ext uri="{FF2B5EF4-FFF2-40B4-BE49-F238E27FC236}">
                      <a16:creationId xmlns:a16="http://schemas.microsoft.com/office/drawing/2014/main" id="{CACDE026-6B2E-6230-0C2F-AFF52064F08C}"/>
                    </a:ext>
                  </a:extLst>
                </p:cNvPr>
                <p:cNvSpPr/>
                <p:nvPr/>
              </p:nvSpPr>
              <p:spPr>
                <a:xfrm>
                  <a:off x="460119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4" name="pg2814">
                  <a:extLst>
                    <a:ext uri="{FF2B5EF4-FFF2-40B4-BE49-F238E27FC236}">
                      <a16:creationId xmlns:a16="http://schemas.microsoft.com/office/drawing/2014/main" id="{69CDD875-90DB-DA66-5EC1-6C57ABBF45D6}"/>
                    </a:ext>
                  </a:extLst>
                </p:cNvPr>
                <p:cNvSpPr/>
                <p:nvPr/>
              </p:nvSpPr>
              <p:spPr>
                <a:xfrm>
                  <a:off x="461282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5" name="pg2815">
                  <a:extLst>
                    <a:ext uri="{FF2B5EF4-FFF2-40B4-BE49-F238E27FC236}">
                      <a16:creationId xmlns:a16="http://schemas.microsoft.com/office/drawing/2014/main" id="{BB3420C2-BB74-0B97-8FCC-BAAD52A11221}"/>
                    </a:ext>
                  </a:extLst>
                </p:cNvPr>
                <p:cNvSpPr/>
                <p:nvPr/>
              </p:nvSpPr>
              <p:spPr>
                <a:xfrm>
                  <a:off x="462446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6" name="pg2816">
                  <a:extLst>
                    <a:ext uri="{FF2B5EF4-FFF2-40B4-BE49-F238E27FC236}">
                      <a16:creationId xmlns:a16="http://schemas.microsoft.com/office/drawing/2014/main" id="{AE3CB015-8DFC-D6FF-36A2-205BC8520CB5}"/>
                    </a:ext>
                  </a:extLst>
                </p:cNvPr>
                <p:cNvSpPr/>
                <p:nvPr/>
              </p:nvSpPr>
              <p:spPr>
                <a:xfrm>
                  <a:off x="311161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7" name="pg2817">
                  <a:extLst>
                    <a:ext uri="{FF2B5EF4-FFF2-40B4-BE49-F238E27FC236}">
                      <a16:creationId xmlns:a16="http://schemas.microsoft.com/office/drawing/2014/main" id="{FCB73CD2-6A64-205F-FEE4-5856281D8736}"/>
                    </a:ext>
                  </a:extLst>
                </p:cNvPr>
                <p:cNvSpPr/>
                <p:nvPr/>
              </p:nvSpPr>
              <p:spPr>
                <a:xfrm>
                  <a:off x="3123249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8" name="pg2818">
                  <a:extLst>
                    <a:ext uri="{FF2B5EF4-FFF2-40B4-BE49-F238E27FC236}">
                      <a16:creationId xmlns:a16="http://schemas.microsoft.com/office/drawing/2014/main" id="{411F6F42-F78F-0CFC-EF43-BC51C4D0BC56}"/>
                    </a:ext>
                  </a:extLst>
                </p:cNvPr>
                <p:cNvSpPr/>
                <p:nvPr/>
              </p:nvSpPr>
              <p:spPr>
                <a:xfrm>
                  <a:off x="313488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9" name="pg2819">
                  <a:extLst>
                    <a:ext uri="{FF2B5EF4-FFF2-40B4-BE49-F238E27FC236}">
                      <a16:creationId xmlns:a16="http://schemas.microsoft.com/office/drawing/2014/main" id="{FAC368C3-E36E-C0AE-C3F3-D2320D3AF264}"/>
                    </a:ext>
                  </a:extLst>
                </p:cNvPr>
                <p:cNvSpPr/>
                <p:nvPr/>
              </p:nvSpPr>
              <p:spPr>
                <a:xfrm>
                  <a:off x="314652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0" name="pg2820">
                  <a:extLst>
                    <a:ext uri="{FF2B5EF4-FFF2-40B4-BE49-F238E27FC236}">
                      <a16:creationId xmlns:a16="http://schemas.microsoft.com/office/drawing/2014/main" id="{77734D8E-A65D-6BF4-29F8-2488AA5C286B}"/>
                    </a:ext>
                  </a:extLst>
                </p:cNvPr>
                <p:cNvSpPr/>
                <p:nvPr/>
              </p:nvSpPr>
              <p:spPr>
                <a:xfrm>
                  <a:off x="315816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1" name="pg2821">
                  <a:extLst>
                    <a:ext uri="{FF2B5EF4-FFF2-40B4-BE49-F238E27FC236}">
                      <a16:creationId xmlns:a16="http://schemas.microsoft.com/office/drawing/2014/main" id="{50F37449-F838-7CC1-BF60-A951780B6A1C}"/>
                    </a:ext>
                  </a:extLst>
                </p:cNvPr>
                <p:cNvSpPr/>
                <p:nvPr/>
              </p:nvSpPr>
              <p:spPr>
                <a:xfrm>
                  <a:off x="316979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2" name="pg2822">
                  <a:extLst>
                    <a:ext uri="{FF2B5EF4-FFF2-40B4-BE49-F238E27FC236}">
                      <a16:creationId xmlns:a16="http://schemas.microsoft.com/office/drawing/2014/main" id="{2B73F235-8695-0EFA-CC55-88E25C207C86}"/>
                    </a:ext>
                  </a:extLst>
                </p:cNvPr>
                <p:cNvSpPr/>
                <p:nvPr/>
              </p:nvSpPr>
              <p:spPr>
                <a:xfrm>
                  <a:off x="318143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3" name="pg2823">
                  <a:extLst>
                    <a:ext uri="{FF2B5EF4-FFF2-40B4-BE49-F238E27FC236}">
                      <a16:creationId xmlns:a16="http://schemas.microsoft.com/office/drawing/2014/main" id="{006D0C0A-F506-69F5-0138-DC060917CF5E}"/>
                    </a:ext>
                  </a:extLst>
                </p:cNvPr>
                <p:cNvSpPr/>
                <p:nvPr/>
              </p:nvSpPr>
              <p:spPr>
                <a:xfrm>
                  <a:off x="319307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4" name="pg2824">
                  <a:extLst>
                    <a:ext uri="{FF2B5EF4-FFF2-40B4-BE49-F238E27FC236}">
                      <a16:creationId xmlns:a16="http://schemas.microsoft.com/office/drawing/2014/main" id="{B1490E06-3AA8-9D28-0FD0-4CDD6B031F8D}"/>
                    </a:ext>
                  </a:extLst>
                </p:cNvPr>
                <p:cNvSpPr/>
                <p:nvPr/>
              </p:nvSpPr>
              <p:spPr>
                <a:xfrm>
                  <a:off x="320471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FAD">
                    <a:alpha val="100000"/>
                  </a:srgbClr>
                </a:solidFill>
                <a:ln w="5420" cap="flat">
                  <a:solidFill>
                    <a:srgbClr val="62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5" name="pg2825">
                  <a:extLst>
                    <a:ext uri="{FF2B5EF4-FFF2-40B4-BE49-F238E27FC236}">
                      <a16:creationId xmlns:a16="http://schemas.microsoft.com/office/drawing/2014/main" id="{CF4AF9DD-8A21-F7AA-4619-598732F3E10B}"/>
                    </a:ext>
                  </a:extLst>
                </p:cNvPr>
                <p:cNvSpPr/>
                <p:nvPr/>
              </p:nvSpPr>
              <p:spPr>
                <a:xfrm>
                  <a:off x="321634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6" name="pg2826">
                  <a:extLst>
                    <a:ext uri="{FF2B5EF4-FFF2-40B4-BE49-F238E27FC236}">
                      <a16:creationId xmlns:a16="http://schemas.microsoft.com/office/drawing/2014/main" id="{43E1A51E-BF82-F0DA-7114-5C70A7AF1557}"/>
                    </a:ext>
                  </a:extLst>
                </p:cNvPr>
                <p:cNvSpPr/>
                <p:nvPr/>
              </p:nvSpPr>
              <p:spPr>
                <a:xfrm>
                  <a:off x="322798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7" name="pg2827">
                  <a:extLst>
                    <a:ext uri="{FF2B5EF4-FFF2-40B4-BE49-F238E27FC236}">
                      <a16:creationId xmlns:a16="http://schemas.microsoft.com/office/drawing/2014/main" id="{CB0D545C-7AAB-A6D6-3367-78C258FCB213}"/>
                    </a:ext>
                  </a:extLst>
                </p:cNvPr>
                <p:cNvSpPr/>
                <p:nvPr/>
              </p:nvSpPr>
              <p:spPr>
                <a:xfrm>
                  <a:off x="3239622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8" name="pg2828">
                  <a:extLst>
                    <a:ext uri="{FF2B5EF4-FFF2-40B4-BE49-F238E27FC236}">
                      <a16:creationId xmlns:a16="http://schemas.microsoft.com/office/drawing/2014/main" id="{1F7ACA17-1601-F59F-6851-B1FABB842A5F}"/>
                    </a:ext>
                  </a:extLst>
                </p:cNvPr>
                <p:cNvSpPr/>
                <p:nvPr/>
              </p:nvSpPr>
              <p:spPr>
                <a:xfrm>
                  <a:off x="3251259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9" name="pg2829">
                  <a:extLst>
                    <a:ext uri="{FF2B5EF4-FFF2-40B4-BE49-F238E27FC236}">
                      <a16:creationId xmlns:a16="http://schemas.microsoft.com/office/drawing/2014/main" id="{13AA4CF8-F9FA-3043-08A6-87159B5B11D6}"/>
                    </a:ext>
                  </a:extLst>
                </p:cNvPr>
                <p:cNvSpPr/>
                <p:nvPr/>
              </p:nvSpPr>
              <p:spPr>
                <a:xfrm>
                  <a:off x="326289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0" name="pg2830">
                  <a:extLst>
                    <a:ext uri="{FF2B5EF4-FFF2-40B4-BE49-F238E27FC236}">
                      <a16:creationId xmlns:a16="http://schemas.microsoft.com/office/drawing/2014/main" id="{EE51C6C5-FC11-1775-1B94-5474CA23DDE3}"/>
                    </a:ext>
                  </a:extLst>
                </p:cNvPr>
                <p:cNvSpPr/>
                <p:nvPr/>
              </p:nvSpPr>
              <p:spPr>
                <a:xfrm>
                  <a:off x="327453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1" name="pg2831">
                  <a:extLst>
                    <a:ext uri="{FF2B5EF4-FFF2-40B4-BE49-F238E27FC236}">
                      <a16:creationId xmlns:a16="http://schemas.microsoft.com/office/drawing/2014/main" id="{D5E4CD2E-BAA0-25D8-DFEE-DF712A2DCDEB}"/>
                    </a:ext>
                  </a:extLst>
                </p:cNvPr>
                <p:cNvSpPr/>
                <p:nvPr/>
              </p:nvSpPr>
              <p:spPr>
                <a:xfrm>
                  <a:off x="328617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2" name="pg2832">
                  <a:extLst>
                    <a:ext uri="{FF2B5EF4-FFF2-40B4-BE49-F238E27FC236}">
                      <a16:creationId xmlns:a16="http://schemas.microsoft.com/office/drawing/2014/main" id="{3B517F08-7C65-B433-1F51-208326E04480}"/>
                    </a:ext>
                  </a:extLst>
                </p:cNvPr>
                <p:cNvSpPr/>
                <p:nvPr/>
              </p:nvSpPr>
              <p:spPr>
                <a:xfrm>
                  <a:off x="3297809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3" name="pg2833">
                  <a:extLst>
                    <a:ext uri="{FF2B5EF4-FFF2-40B4-BE49-F238E27FC236}">
                      <a16:creationId xmlns:a16="http://schemas.microsoft.com/office/drawing/2014/main" id="{B10D17DB-CF31-B0E8-D005-5476AFA8B326}"/>
                    </a:ext>
                  </a:extLst>
                </p:cNvPr>
                <p:cNvSpPr/>
                <p:nvPr/>
              </p:nvSpPr>
              <p:spPr>
                <a:xfrm>
                  <a:off x="330944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4" name="pg2834">
                  <a:extLst>
                    <a:ext uri="{FF2B5EF4-FFF2-40B4-BE49-F238E27FC236}">
                      <a16:creationId xmlns:a16="http://schemas.microsoft.com/office/drawing/2014/main" id="{866CBCD8-BA0A-8DC6-69C5-31ECDF604CDD}"/>
                    </a:ext>
                  </a:extLst>
                </p:cNvPr>
                <p:cNvSpPr/>
                <p:nvPr/>
              </p:nvSpPr>
              <p:spPr>
                <a:xfrm>
                  <a:off x="332108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5" name="pg2835">
                  <a:extLst>
                    <a:ext uri="{FF2B5EF4-FFF2-40B4-BE49-F238E27FC236}">
                      <a16:creationId xmlns:a16="http://schemas.microsoft.com/office/drawing/2014/main" id="{39A62609-9BFC-4A7C-E8AD-7D4A588A06AC}"/>
                    </a:ext>
                  </a:extLst>
                </p:cNvPr>
                <p:cNvSpPr/>
                <p:nvPr/>
              </p:nvSpPr>
              <p:spPr>
                <a:xfrm>
                  <a:off x="333272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6" name="pg2836">
                  <a:extLst>
                    <a:ext uri="{FF2B5EF4-FFF2-40B4-BE49-F238E27FC236}">
                      <a16:creationId xmlns:a16="http://schemas.microsoft.com/office/drawing/2014/main" id="{4B386656-E39E-7C7E-5996-128783DCEA25}"/>
                    </a:ext>
                  </a:extLst>
                </p:cNvPr>
                <p:cNvSpPr/>
                <p:nvPr/>
              </p:nvSpPr>
              <p:spPr>
                <a:xfrm>
                  <a:off x="334435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7" name="pg2837">
                  <a:extLst>
                    <a:ext uri="{FF2B5EF4-FFF2-40B4-BE49-F238E27FC236}">
                      <a16:creationId xmlns:a16="http://schemas.microsoft.com/office/drawing/2014/main" id="{4A71597E-DF95-3E9B-8E32-558F05884BD9}"/>
                    </a:ext>
                  </a:extLst>
                </p:cNvPr>
                <p:cNvSpPr/>
                <p:nvPr/>
              </p:nvSpPr>
              <p:spPr>
                <a:xfrm>
                  <a:off x="335599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8" name="pg2838">
                  <a:extLst>
                    <a:ext uri="{FF2B5EF4-FFF2-40B4-BE49-F238E27FC236}">
                      <a16:creationId xmlns:a16="http://schemas.microsoft.com/office/drawing/2014/main" id="{482BAEEE-F4E7-1070-F796-0FB035D82172}"/>
                    </a:ext>
                  </a:extLst>
                </p:cNvPr>
                <p:cNvSpPr/>
                <p:nvPr/>
              </p:nvSpPr>
              <p:spPr>
                <a:xfrm>
                  <a:off x="336763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EAD">
                    <a:alpha val="100000"/>
                  </a:srgbClr>
                </a:solidFill>
                <a:ln w="5420" cap="flat">
                  <a:solidFill>
                    <a:srgbClr val="62CE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9" name="pg2839">
                  <a:extLst>
                    <a:ext uri="{FF2B5EF4-FFF2-40B4-BE49-F238E27FC236}">
                      <a16:creationId xmlns:a16="http://schemas.microsoft.com/office/drawing/2014/main" id="{CB90570A-072F-742E-7FB4-F9760FE26775}"/>
                    </a:ext>
                  </a:extLst>
                </p:cNvPr>
                <p:cNvSpPr/>
                <p:nvPr/>
              </p:nvSpPr>
              <p:spPr>
                <a:xfrm>
                  <a:off x="337927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0" name="pg2840">
                  <a:extLst>
                    <a:ext uri="{FF2B5EF4-FFF2-40B4-BE49-F238E27FC236}">
                      <a16:creationId xmlns:a16="http://schemas.microsoft.com/office/drawing/2014/main" id="{99AF645B-8A00-3402-FBA1-D0287C63DD00}"/>
                    </a:ext>
                  </a:extLst>
                </p:cNvPr>
                <p:cNvSpPr/>
                <p:nvPr/>
              </p:nvSpPr>
              <p:spPr>
                <a:xfrm>
                  <a:off x="339090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1" name="pg2841">
                  <a:extLst>
                    <a:ext uri="{FF2B5EF4-FFF2-40B4-BE49-F238E27FC236}">
                      <a16:creationId xmlns:a16="http://schemas.microsoft.com/office/drawing/2014/main" id="{3CF2AD7D-44D4-BA35-3A44-F23E41B13B61}"/>
                    </a:ext>
                  </a:extLst>
                </p:cNvPr>
                <p:cNvSpPr/>
                <p:nvPr/>
              </p:nvSpPr>
              <p:spPr>
                <a:xfrm>
                  <a:off x="340254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2" name="pg2842">
                  <a:extLst>
                    <a:ext uri="{FF2B5EF4-FFF2-40B4-BE49-F238E27FC236}">
                      <a16:creationId xmlns:a16="http://schemas.microsoft.com/office/drawing/2014/main" id="{C31DE6E6-2A70-7EC5-273E-88BD3BCCC058}"/>
                    </a:ext>
                  </a:extLst>
                </p:cNvPr>
                <p:cNvSpPr/>
                <p:nvPr/>
              </p:nvSpPr>
              <p:spPr>
                <a:xfrm>
                  <a:off x="3414182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3" name="pg2843">
                  <a:extLst>
                    <a:ext uri="{FF2B5EF4-FFF2-40B4-BE49-F238E27FC236}">
                      <a16:creationId xmlns:a16="http://schemas.microsoft.com/office/drawing/2014/main" id="{64E06423-BE4A-DF6E-6B1A-1C85171E4F36}"/>
                    </a:ext>
                  </a:extLst>
                </p:cNvPr>
                <p:cNvSpPr/>
                <p:nvPr/>
              </p:nvSpPr>
              <p:spPr>
                <a:xfrm>
                  <a:off x="3425819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4" name="pg2844">
                  <a:extLst>
                    <a:ext uri="{FF2B5EF4-FFF2-40B4-BE49-F238E27FC236}">
                      <a16:creationId xmlns:a16="http://schemas.microsoft.com/office/drawing/2014/main" id="{4078F828-EC2C-8102-800F-64DAFCE7A955}"/>
                    </a:ext>
                  </a:extLst>
                </p:cNvPr>
                <p:cNvSpPr/>
                <p:nvPr/>
              </p:nvSpPr>
              <p:spPr>
                <a:xfrm>
                  <a:off x="343745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5" name="pg2845">
                  <a:extLst>
                    <a:ext uri="{FF2B5EF4-FFF2-40B4-BE49-F238E27FC236}">
                      <a16:creationId xmlns:a16="http://schemas.microsoft.com/office/drawing/2014/main" id="{264C338A-9AFE-E76E-FBBA-CCCA3DAA02E3}"/>
                    </a:ext>
                  </a:extLst>
                </p:cNvPr>
                <p:cNvSpPr/>
                <p:nvPr/>
              </p:nvSpPr>
              <p:spPr>
                <a:xfrm>
                  <a:off x="344909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6" name="pg2846">
                  <a:extLst>
                    <a:ext uri="{FF2B5EF4-FFF2-40B4-BE49-F238E27FC236}">
                      <a16:creationId xmlns:a16="http://schemas.microsoft.com/office/drawing/2014/main" id="{A89E29EB-957F-17CB-262E-575F6ADFD413}"/>
                    </a:ext>
                  </a:extLst>
                </p:cNvPr>
                <p:cNvSpPr/>
                <p:nvPr/>
              </p:nvSpPr>
              <p:spPr>
                <a:xfrm>
                  <a:off x="346073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7" name="pg2847">
                  <a:extLst>
                    <a:ext uri="{FF2B5EF4-FFF2-40B4-BE49-F238E27FC236}">
                      <a16:creationId xmlns:a16="http://schemas.microsoft.com/office/drawing/2014/main" id="{CB8CAB61-D6CB-48CA-50C8-053DE1A95659}"/>
                    </a:ext>
                  </a:extLst>
                </p:cNvPr>
                <p:cNvSpPr/>
                <p:nvPr/>
              </p:nvSpPr>
              <p:spPr>
                <a:xfrm>
                  <a:off x="3472369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FDCBF">
                    <a:alpha val="100000"/>
                  </a:srgbClr>
                </a:solidFill>
                <a:ln w="5420" cap="flat">
                  <a:solidFill>
                    <a:srgbClr val="8F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8" name="pg2848">
                  <a:extLst>
                    <a:ext uri="{FF2B5EF4-FFF2-40B4-BE49-F238E27FC236}">
                      <a16:creationId xmlns:a16="http://schemas.microsoft.com/office/drawing/2014/main" id="{228D9DA1-9914-ED2F-66A4-ECD7771A96A4}"/>
                    </a:ext>
                  </a:extLst>
                </p:cNvPr>
                <p:cNvSpPr/>
                <p:nvPr/>
              </p:nvSpPr>
              <p:spPr>
                <a:xfrm>
                  <a:off x="348400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FDCBF">
                    <a:alpha val="100000"/>
                  </a:srgbClr>
                </a:solidFill>
                <a:ln w="5420" cap="flat">
                  <a:solidFill>
                    <a:srgbClr val="8F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9" name="pg2849">
                  <a:extLst>
                    <a:ext uri="{FF2B5EF4-FFF2-40B4-BE49-F238E27FC236}">
                      <a16:creationId xmlns:a16="http://schemas.microsoft.com/office/drawing/2014/main" id="{5F751D0D-9307-E258-73AB-480760D5DA7F}"/>
                    </a:ext>
                  </a:extLst>
                </p:cNvPr>
                <p:cNvSpPr/>
                <p:nvPr/>
              </p:nvSpPr>
              <p:spPr>
                <a:xfrm>
                  <a:off x="349564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E">
                    <a:alpha val="100000"/>
                  </a:srgbClr>
                </a:solidFill>
                <a:ln w="5420" cap="flat">
                  <a:solidFill>
                    <a:srgbClr val="8E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0" name="pg2850">
                  <a:extLst>
                    <a:ext uri="{FF2B5EF4-FFF2-40B4-BE49-F238E27FC236}">
                      <a16:creationId xmlns:a16="http://schemas.microsoft.com/office/drawing/2014/main" id="{AB698761-2BC4-1CA1-1F2C-6B5275DF637D}"/>
                    </a:ext>
                  </a:extLst>
                </p:cNvPr>
                <p:cNvSpPr/>
                <p:nvPr/>
              </p:nvSpPr>
              <p:spPr>
                <a:xfrm>
                  <a:off x="350728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1" name="pg2851">
                  <a:extLst>
                    <a:ext uri="{FF2B5EF4-FFF2-40B4-BE49-F238E27FC236}">
                      <a16:creationId xmlns:a16="http://schemas.microsoft.com/office/drawing/2014/main" id="{29FAAE9B-B8E4-2672-139D-DF53EC24D88D}"/>
                    </a:ext>
                  </a:extLst>
                </p:cNvPr>
                <p:cNvSpPr/>
                <p:nvPr/>
              </p:nvSpPr>
              <p:spPr>
                <a:xfrm>
                  <a:off x="351891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2" name="pg2852">
                  <a:extLst>
                    <a:ext uri="{FF2B5EF4-FFF2-40B4-BE49-F238E27FC236}">
                      <a16:creationId xmlns:a16="http://schemas.microsoft.com/office/drawing/2014/main" id="{CB787914-E7D3-6397-550C-F49DA8A0C559}"/>
                    </a:ext>
                  </a:extLst>
                </p:cNvPr>
                <p:cNvSpPr/>
                <p:nvPr/>
              </p:nvSpPr>
              <p:spPr>
                <a:xfrm>
                  <a:off x="353055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3" name="pg2853">
                  <a:extLst>
                    <a:ext uri="{FF2B5EF4-FFF2-40B4-BE49-F238E27FC236}">
                      <a16:creationId xmlns:a16="http://schemas.microsoft.com/office/drawing/2014/main" id="{12D4672E-26C9-2ADE-BB0F-5958560F186C}"/>
                    </a:ext>
                  </a:extLst>
                </p:cNvPr>
                <p:cNvSpPr/>
                <p:nvPr/>
              </p:nvSpPr>
              <p:spPr>
                <a:xfrm>
                  <a:off x="354219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4" name="pg2854">
                  <a:extLst>
                    <a:ext uri="{FF2B5EF4-FFF2-40B4-BE49-F238E27FC236}">
                      <a16:creationId xmlns:a16="http://schemas.microsoft.com/office/drawing/2014/main" id="{5D65DBF3-A8F0-7644-D496-C39FCA1C561F}"/>
                    </a:ext>
                  </a:extLst>
                </p:cNvPr>
                <p:cNvSpPr/>
                <p:nvPr/>
              </p:nvSpPr>
              <p:spPr>
                <a:xfrm>
                  <a:off x="355383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5" name="pg2855">
                  <a:extLst>
                    <a:ext uri="{FF2B5EF4-FFF2-40B4-BE49-F238E27FC236}">
                      <a16:creationId xmlns:a16="http://schemas.microsoft.com/office/drawing/2014/main" id="{34485237-2076-CB9B-10A0-9754733252EB}"/>
                    </a:ext>
                  </a:extLst>
                </p:cNvPr>
                <p:cNvSpPr/>
                <p:nvPr/>
              </p:nvSpPr>
              <p:spPr>
                <a:xfrm>
                  <a:off x="361201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6" name="pg2856">
                  <a:extLst>
                    <a:ext uri="{FF2B5EF4-FFF2-40B4-BE49-F238E27FC236}">
                      <a16:creationId xmlns:a16="http://schemas.microsoft.com/office/drawing/2014/main" id="{D28BAC79-032D-FB0E-2705-009DFA1C75F6}"/>
                    </a:ext>
                  </a:extLst>
                </p:cNvPr>
                <p:cNvSpPr/>
                <p:nvPr/>
              </p:nvSpPr>
              <p:spPr>
                <a:xfrm>
                  <a:off x="362365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7" name="pg2857">
                  <a:extLst>
                    <a:ext uri="{FF2B5EF4-FFF2-40B4-BE49-F238E27FC236}">
                      <a16:creationId xmlns:a16="http://schemas.microsoft.com/office/drawing/2014/main" id="{0A7E6441-0857-AFAB-1EC7-BD06728A5F12}"/>
                    </a:ext>
                  </a:extLst>
                </p:cNvPr>
                <p:cNvSpPr/>
                <p:nvPr/>
              </p:nvSpPr>
              <p:spPr>
                <a:xfrm>
                  <a:off x="363529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8" name="pg2858">
                  <a:extLst>
                    <a:ext uri="{FF2B5EF4-FFF2-40B4-BE49-F238E27FC236}">
                      <a16:creationId xmlns:a16="http://schemas.microsoft.com/office/drawing/2014/main" id="{D656FE48-5D2D-6CF5-D3B3-F821FE9ADF42}"/>
                    </a:ext>
                  </a:extLst>
                </p:cNvPr>
                <p:cNvSpPr/>
                <p:nvPr/>
              </p:nvSpPr>
              <p:spPr>
                <a:xfrm>
                  <a:off x="364692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9" name="pg2859">
                  <a:extLst>
                    <a:ext uri="{FF2B5EF4-FFF2-40B4-BE49-F238E27FC236}">
                      <a16:creationId xmlns:a16="http://schemas.microsoft.com/office/drawing/2014/main" id="{D325FD0B-6E02-3F51-CBF6-8F1E8DB6AC7C}"/>
                    </a:ext>
                  </a:extLst>
                </p:cNvPr>
                <p:cNvSpPr/>
                <p:nvPr/>
              </p:nvSpPr>
              <p:spPr>
                <a:xfrm>
                  <a:off x="365856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0" name="pg2860">
                  <a:extLst>
                    <a:ext uri="{FF2B5EF4-FFF2-40B4-BE49-F238E27FC236}">
                      <a16:creationId xmlns:a16="http://schemas.microsoft.com/office/drawing/2014/main" id="{6485FA1F-0F56-ABB7-788E-2322BC0D0D4C}"/>
                    </a:ext>
                  </a:extLst>
                </p:cNvPr>
                <p:cNvSpPr/>
                <p:nvPr/>
              </p:nvSpPr>
              <p:spPr>
                <a:xfrm>
                  <a:off x="367020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1" name="pg2861">
                  <a:extLst>
                    <a:ext uri="{FF2B5EF4-FFF2-40B4-BE49-F238E27FC236}">
                      <a16:creationId xmlns:a16="http://schemas.microsoft.com/office/drawing/2014/main" id="{0C521D98-D18F-9FE2-3152-6FD870495295}"/>
                    </a:ext>
                  </a:extLst>
                </p:cNvPr>
                <p:cNvSpPr/>
                <p:nvPr/>
              </p:nvSpPr>
              <p:spPr>
                <a:xfrm>
                  <a:off x="368184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2" name="pg2862">
                  <a:extLst>
                    <a:ext uri="{FF2B5EF4-FFF2-40B4-BE49-F238E27FC236}">
                      <a16:creationId xmlns:a16="http://schemas.microsoft.com/office/drawing/2014/main" id="{CDD18FE0-2A8C-4465-2809-B0D5A31833E9}"/>
                    </a:ext>
                  </a:extLst>
                </p:cNvPr>
                <p:cNvSpPr/>
                <p:nvPr/>
              </p:nvSpPr>
              <p:spPr>
                <a:xfrm>
                  <a:off x="369347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3" name="pg2863">
                  <a:extLst>
                    <a:ext uri="{FF2B5EF4-FFF2-40B4-BE49-F238E27FC236}">
                      <a16:creationId xmlns:a16="http://schemas.microsoft.com/office/drawing/2014/main" id="{5BFD823D-AA3B-B11C-B1F6-07DCA57AAB80}"/>
                    </a:ext>
                  </a:extLst>
                </p:cNvPr>
                <p:cNvSpPr/>
                <p:nvPr/>
              </p:nvSpPr>
              <p:spPr>
                <a:xfrm>
                  <a:off x="370511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4" name="pg2864">
                  <a:extLst>
                    <a:ext uri="{FF2B5EF4-FFF2-40B4-BE49-F238E27FC236}">
                      <a16:creationId xmlns:a16="http://schemas.microsoft.com/office/drawing/2014/main" id="{301457C9-48C3-5FC0-A0CD-4100C093B079}"/>
                    </a:ext>
                  </a:extLst>
                </p:cNvPr>
                <p:cNvSpPr/>
                <p:nvPr/>
              </p:nvSpPr>
              <p:spPr>
                <a:xfrm>
                  <a:off x="3716752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5" name="pg2865">
                  <a:extLst>
                    <a:ext uri="{FF2B5EF4-FFF2-40B4-BE49-F238E27FC236}">
                      <a16:creationId xmlns:a16="http://schemas.microsoft.com/office/drawing/2014/main" id="{07CA4649-1513-984A-7A5F-CF1B506F6C32}"/>
                    </a:ext>
                  </a:extLst>
                </p:cNvPr>
                <p:cNvSpPr/>
                <p:nvPr/>
              </p:nvSpPr>
              <p:spPr>
                <a:xfrm>
                  <a:off x="372839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6" name="pg2866">
                  <a:extLst>
                    <a:ext uri="{FF2B5EF4-FFF2-40B4-BE49-F238E27FC236}">
                      <a16:creationId xmlns:a16="http://schemas.microsoft.com/office/drawing/2014/main" id="{A5A2019E-E1D7-5FF9-3F19-16916D958345}"/>
                    </a:ext>
                  </a:extLst>
                </p:cNvPr>
                <p:cNvSpPr/>
                <p:nvPr/>
              </p:nvSpPr>
              <p:spPr>
                <a:xfrm>
                  <a:off x="374002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7" name="pg2867">
                  <a:extLst>
                    <a:ext uri="{FF2B5EF4-FFF2-40B4-BE49-F238E27FC236}">
                      <a16:creationId xmlns:a16="http://schemas.microsoft.com/office/drawing/2014/main" id="{B78B2C27-6C24-C356-24D3-9DFAF63F660F}"/>
                    </a:ext>
                  </a:extLst>
                </p:cNvPr>
                <p:cNvSpPr/>
                <p:nvPr/>
              </p:nvSpPr>
              <p:spPr>
                <a:xfrm>
                  <a:off x="375166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8" name="pg2868">
                  <a:extLst>
                    <a:ext uri="{FF2B5EF4-FFF2-40B4-BE49-F238E27FC236}">
                      <a16:creationId xmlns:a16="http://schemas.microsoft.com/office/drawing/2014/main" id="{B5920584-41F0-85D6-ABA2-9F38ABE156CE}"/>
                    </a:ext>
                  </a:extLst>
                </p:cNvPr>
                <p:cNvSpPr/>
                <p:nvPr/>
              </p:nvSpPr>
              <p:spPr>
                <a:xfrm>
                  <a:off x="3763302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9" name="pg2869">
                  <a:extLst>
                    <a:ext uri="{FF2B5EF4-FFF2-40B4-BE49-F238E27FC236}">
                      <a16:creationId xmlns:a16="http://schemas.microsoft.com/office/drawing/2014/main" id="{416DE296-31AA-A83C-6B6F-2BD2711CD801}"/>
                    </a:ext>
                  </a:extLst>
                </p:cNvPr>
                <p:cNvSpPr/>
                <p:nvPr/>
              </p:nvSpPr>
              <p:spPr>
                <a:xfrm>
                  <a:off x="413569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0" name="pg2870">
                  <a:extLst>
                    <a:ext uri="{FF2B5EF4-FFF2-40B4-BE49-F238E27FC236}">
                      <a16:creationId xmlns:a16="http://schemas.microsoft.com/office/drawing/2014/main" id="{B4A9AD64-CB53-0F3E-9E24-6A8698F93578}"/>
                    </a:ext>
                  </a:extLst>
                </p:cNvPr>
                <p:cNvSpPr/>
                <p:nvPr/>
              </p:nvSpPr>
              <p:spPr>
                <a:xfrm>
                  <a:off x="414733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1" name="pg2871">
                  <a:extLst>
                    <a:ext uri="{FF2B5EF4-FFF2-40B4-BE49-F238E27FC236}">
                      <a16:creationId xmlns:a16="http://schemas.microsoft.com/office/drawing/2014/main" id="{D4A1C8A6-B207-76A1-8C0E-B8EF3F392C7A}"/>
                    </a:ext>
                  </a:extLst>
                </p:cNvPr>
                <p:cNvSpPr/>
                <p:nvPr/>
              </p:nvSpPr>
              <p:spPr>
                <a:xfrm>
                  <a:off x="415897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2" name="pg2872">
                  <a:extLst>
                    <a:ext uri="{FF2B5EF4-FFF2-40B4-BE49-F238E27FC236}">
                      <a16:creationId xmlns:a16="http://schemas.microsoft.com/office/drawing/2014/main" id="{0BEEA258-A6A2-3650-17C1-341C12A2E1CA}"/>
                    </a:ext>
                  </a:extLst>
                </p:cNvPr>
                <p:cNvSpPr/>
                <p:nvPr/>
              </p:nvSpPr>
              <p:spPr>
                <a:xfrm>
                  <a:off x="417060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3" name="pg2873">
                  <a:extLst>
                    <a:ext uri="{FF2B5EF4-FFF2-40B4-BE49-F238E27FC236}">
                      <a16:creationId xmlns:a16="http://schemas.microsoft.com/office/drawing/2014/main" id="{0A77DE64-D8FF-D874-1EA8-C245A134430F}"/>
                    </a:ext>
                  </a:extLst>
                </p:cNvPr>
                <p:cNvSpPr/>
                <p:nvPr/>
              </p:nvSpPr>
              <p:spPr>
                <a:xfrm>
                  <a:off x="418224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4" name="pg2874">
                  <a:extLst>
                    <a:ext uri="{FF2B5EF4-FFF2-40B4-BE49-F238E27FC236}">
                      <a16:creationId xmlns:a16="http://schemas.microsoft.com/office/drawing/2014/main" id="{28B6FCFE-3E52-F1D6-EDD2-16EF4CF03BF7}"/>
                    </a:ext>
                  </a:extLst>
                </p:cNvPr>
                <p:cNvSpPr/>
                <p:nvPr/>
              </p:nvSpPr>
              <p:spPr>
                <a:xfrm>
                  <a:off x="419388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5" name="pg2875">
                  <a:extLst>
                    <a:ext uri="{FF2B5EF4-FFF2-40B4-BE49-F238E27FC236}">
                      <a16:creationId xmlns:a16="http://schemas.microsoft.com/office/drawing/2014/main" id="{9BD10ABB-8161-2DB6-9A5E-5D2252A85853}"/>
                    </a:ext>
                  </a:extLst>
                </p:cNvPr>
                <p:cNvSpPr/>
                <p:nvPr/>
              </p:nvSpPr>
              <p:spPr>
                <a:xfrm>
                  <a:off x="420552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6" name="pg2876">
                  <a:extLst>
                    <a:ext uri="{FF2B5EF4-FFF2-40B4-BE49-F238E27FC236}">
                      <a16:creationId xmlns:a16="http://schemas.microsoft.com/office/drawing/2014/main" id="{4A0F8083-AC23-7F2E-456A-756BB4FECD7E}"/>
                    </a:ext>
                  </a:extLst>
                </p:cNvPr>
                <p:cNvSpPr/>
                <p:nvPr/>
              </p:nvSpPr>
              <p:spPr>
                <a:xfrm>
                  <a:off x="421715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7" name="pg2877">
                  <a:extLst>
                    <a:ext uri="{FF2B5EF4-FFF2-40B4-BE49-F238E27FC236}">
                      <a16:creationId xmlns:a16="http://schemas.microsoft.com/office/drawing/2014/main" id="{4513D444-DD5F-2091-CE54-2C7286B5F154}"/>
                    </a:ext>
                  </a:extLst>
                </p:cNvPr>
                <p:cNvSpPr/>
                <p:nvPr/>
              </p:nvSpPr>
              <p:spPr>
                <a:xfrm>
                  <a:off x="433353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8" name="pg2878">
                  <a:extLst>
                    <a:ext uri="{FF2B5EF4-FFF2-40B4-BE49-F238E27FC236}">
                      <a16:creationId xmlns:a16="http://schemas.microsoft.com/office/drawing/2014/main" id="{D672D999-0EA4-2056-192D-C3103A0C0D86}"/>
                    </a:ext>
                  </a:extLst>
                </p:cNvPr>
                <p:cNvSpPr/>
                <p:nvPr/>
              </p:nvSpPr>
              <p:spPr>
                <a:xfrm>
                  <a:off x="434516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9" name="pg2879">
                  <a:extLst>
                    <a:ext uri="{FF2B5EF4-FFF2-40B4-BE49-F238E27FC236}">
                      <a16:creationId xmlns:a16="http://schemas.microsoft.com/office/drawing/2014/main" id="{B9D8F7F9-0549-584D-64FC-FE5A953ED2B5}"/>
                    </a:ext>
                  </a:extLst>
                </p:cNvPr>
                <p:cNvSpPr/>
                <p:nvPr/>
              </p:nvSpPr>
              <p:spPr>
                <a:xfrm>
                  <a:off x="435680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0" name="pg2880">
                  <a:extLst>
                    <a:ext uri="{FF2B5EF4-FFF2-40B4-BE49-F238E27FC236}">
                      <a16:creationId xmlns:a16="http://schemas.microsoft.com/office/drawing/2014/main" id="{851E7667-0405-4DFC-8D45-22C88A695B15}"/>
                    </a:ext>
                  </a:extLst>
                </p:cNvPr>
                <p:cNvSpPr/>
                <p:nvPr/>
              </p:nvSpPr>
              <p:spPr>
                <a:xfrm>
                  <a:off x="436844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1" name="pg2881">
                  <a:extLst>
                    <a:ext uri="{FF2B5EF4-FFF2-40B4-BE49-F238E27FC236}">
                      <a16:creationId xmlns:a16="http://schemas.microsoft.com/office/drawing/2014/main" id="{6A3399E2-D439-DD62-BD8E-8129F89B22D5}"/>
                    </a:ext>
                  </a:extLst>
                </p:cNvPr>
                <p:cNvSpPr/>
                <p:nvPr/>
              </p:nvSpPr>
              <p:spPr>
                <a:xfrm>
                  <a:off x="438008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2" name="pg2882">
                  <a:extLst>
                    <a:ext uri="{FF2B5EF4-FFF2-40B4-BE49-F238E27FC236}">
                      <a16:creationId xmlns:a16="http://schemas.microsoft.com/office/drawing/2014/main" id="{336AED12-B2F7-1582-C96C-F79AAE079288}"/>
                    </a:ext>
                  </a:extLst>
                </p:cNvPr>
                <p:cNvSpPr/>
                <p:nvPr/>
              </p:nvSpPr>
              <p:spPr>
                <a:xfrm>
                  <a:off x="439171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3" name="pg2883">
                  <a:extLst>
                    <a:ext uri="{FF2B5EF4-FFF2-40B4-BE49-F238E27FC236}">
                      <a16:creationId xmlns:a16="http://schemas.microsoft.com/office/drawing/2014/main" id="{C01645B6-811D-E776-5C98-2789DFED32AA}"/>
                    </a:ext>
                  </a:extLst>
                </p:cNvPr>
                <p:cNvSpPr/>
                <p:nvPr/>
              </p:nvSpPr>
              <p:spPr>
                <a:xfrm>
                  <a:off x="440335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4" name="pg2884">
                  <a:extLst>
                    <a:ext uri="{FF2B5EF4-FFF2-40B4-BE49-F238E27FC236}">
                      <a16:creationId xmlns:a16="http://schemas.microsoft.com/office/drawing/2014/main" id="{B06C0663-CB38-799E-ECD3-D8500D0095FB}"/>
                    </a:ext>
                  </a:extLst>
                </p:cNvPr>
                <p:cNvSpPr/>
                <p:nvPr/>
              </p:nvSpPr>
              <p:spPr>
                <a:xfrm>
                  <a:off x="457791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5" name="pg2885">
                  <a:extLst>
                    <a:ext uri="{FF2B5EF4-FFF2-40B4-BE49-F238E27FC236}">
                      <a16:creationId xmlns:a16="http://schemas.microsoft.com/office/drawing/2014/main" id="{54A08296-10E6-CB52-2B72-8045EC49CE75}"/>
                    </a:ext>
                  </a:extLst>
                </p:cNvPr>
                <p:cNvSpPr/>
                <p:nvPr/>
              </p:nvSpPr>
              <p:spPr>
                <a:xfrm>
                  <a:off x="4589552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6" name="pg2886">
                  <a:extLst>
                    <a:ext uri="{FF2B5EF4-FFF2-40B4-BE49-F238E27FC236}">
                      <a16:creationId xmlns:a16="http://schemas.microsoft.com/office/drawing/2014/main" id="{352C9488-0450-BD1F-2976-0C00E6330CBF}"/>
                    </a:ext>
                  </a:extLst>
                </p:cNvPr>
                <p:cNvSpPr/>
                <p:nvPr/>
              </p:nvSpPr>
              <p:spPr>
                <a:xfrm>
                  <a:off x="460119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7" name="pg2887">
                  <a:extLst>
                    <a:ext uri="{FF2B5EF4-FFF2-40B4-BE49-F238E27FC236}">
                      <a16:creationId xmlns:a16="http://schemas.microsoft.com/office/drawing/2014/main" id="{37341CB1-F7A3-F482-6F49-66F5EA3897C9}"/>
                    </a:ext>
                  </a:extLst>
                </p:cNvPr>
                <p:cNvSpPr/>
                <p:nvPr/>
              </p:nvSpPr>
              <p:spPr>
                <a:xfrm>
                  <a:off x="461282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8" name="pg2888">
                  <a:extLst>
                    <a:ext uri="{FF2B5EF4-FFF2-40B4-BE49-F238E27FC236}">
                      <a16:creationId xmlns:a16="http://schemas.microsoft.com/office/drawing/2014/main" id="{7D27C4FC-33AA-F879-AE1B-6B7B9B56C80B}"/>
                    </a:ext>
                  </a:extLst>
                </p:cNvPr>
                <p:cNvSpPr/>
                <p:nvPr/>
              </p:nvSpPr>
              <p:spPr>
                <a:xfrm>
                  <a:off x="462446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9" name="pg2889">
                  <a:extLst>
                    <a:ext uri="{FF2B5EF4-FFF2-40B4-BE49-F238E27FC236}">
                      <a16:creationId xmlns:a16="http://schemas.microsoft.com/office/drawing/2014/main" id="{058715EB-396A-A2B7-D92B-303DE08EAF03}"/>
                    </a:ext>
                  </a:extLst>
                </p:cNvPr>
                <p:cNvSpPr/>
                <p:nvPr/>
              </p:nvSpPr>
              <p:spPr>
                <a:xfrm>
                  <a:off x="311161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0" name="pg2890">
                  <a:extLst>
                    <a:ext uri="{FF2B5EF4-FFF2-40B4-BE49-F238E27FC236}">
                      <a16:creationId xmlns:a16="http://schemas.microsoft.com/office/drawing/2014/main" id="{13C5BBBD-DE43-7CFE-1DD6-34FB6463FF7B}"/>
                    </a:ext>
                  </a:extLst>
                </p:cNvPr>
                <p:cNvSpPr/>
                <p:nvPr/>
              </p:nvSpPr>
              <p:spPr>
                <a:xfrm>
                  <a:off x="3123249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1" name="pg2891">
                  <a:extLst>
                    <a:ext uri="{FF2B5EF4-FFF2-40B4-BE49-F238E27FC236}">
                      <a16:creationId xmlns:a16="http://schemas.microsoft.com/office/drawing/2014/main" id="{50202AF9-8358-C38F-D172-406606272C8C}"/>
                    </a:ext>
                  </a:extLst>
                </p:cNvPr>
                <p:cNvSpPr/>
                <p:nvPr/>
              </p:nvSpPr>
              <p:spPr>
                <a:xfrm>
                  <a:off x="3134886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2" name="pg2892">
                  <a:extLst>
                    <a:ext uri="{FF2B5EF4-FFF2-40B4-BE49-F238E27FC236}">
                      <a16:creationId xmlns:a16="http://schemas.microsoft.com/office/drawing/2014/main" id="{954D2D2A-3420-A53D-142C-C4FD11D884D7}"/>
                    </a:ext>
                  </a:extLst>
                </p:cNvPr>
                <p:cNvSpPr/>
                <p:nvPr/>
              </p:nvSpPr>
              <p:spPr>
                <a:xfrm>
                  <a:off x="314652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3" name="pg2893">
                  <a:extLst>
                    <a:ext uri="{FF2B5EF4-FFF2-40B4-BE49-F238E27FC236}">
                      <a16:creationId xmlns:a16="http://schemas.microsoft.com/office/drawing/2014/main" id="{A0F32793-D150-A055-CB3D-36B25F847536}"/>
                    </a:ext>
                  </a:extLst>
                </p:cNvPr>
                <p:cNvSpPr/>
                <p:nvPr/>
              </p:nvSpPr>
              <p:spPr>
                <a:xfrm>
                  <a:off x="315816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4" name="pg2894">
                  <a:extLst>
                    <a:ext uri="{FF2B5EF4-FFF2-40B4-BE49-F238E27FC236}">
                      <a16:creationId xmlns:a16="http://schemas.microsoft.com/office/drawing/2014/main" id="{9133BF56-A70F-1E3C-32CC-0746F382B10C}"/>
                    </a:ext>
                  </a:extLst>
                </p:cNvPr>
                <p:cNvSpPr/>
                <p:nvPr/>
              </p:nvSpPr>
              <p:spPr>
                <a:xfrm>
                  <a:off x="316979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5" name="pg2895">
                  <a:extLst>
                    <a:ext uri="{FF2B5EF4-FFF2-40B4-BE49-F238E27FC236}">
                      <a16:creationId xmlns:a16="http://schemas.microsoft.com/office/drawing/2014/main" id="{03AD039F-452B-2589-C5FC-08AD228F1790}"/>
                    </a:ext>
                  </a:extLst>
                </p:cNvPr>
                <p:cNvSpPr/>
                <p:nvPr/>
              </p:nvSpPr>
              <p:spPr>
                <a:xfrm>
                  <a:off x="318143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6" name="pg2896">
                  <a:extLst>
                    <a:ext uri="{FF2B5EF4-FFF2-40B4-BE49-F238E27FC236}">
                      <a16:creationId xmlns:a16="http://schemas.microsoft.com/office/drawing/2014/main" id="{2FA4322D-552A-3C72-B437-6EE77A52E5FB}"/>
                    </a:ext>
                  </a:extLst>
                </p:cNvPr>
                <p:cNvSpPr/>
                <p:nvPr/>
              </p:nvSpPr>
              <p:spPr>
                <a:xfrm>
                  <a:off x="319307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1">
                    <a:alpha val="100000"/>
                  </a:srgbClr>
                </a:solidFill>
                <a:ln w="5420" cap="flat">
                  <a:solidFill>
                    <a:srgbClr val="6C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7" name="pg2897">
                  <a:extLst>
                    <a:ext uri="{FF2B5EF4-FFF2-40B4-BE49-F238E27FC236}">
                      <a16:creationId xmlns:a16="http://schemas.microsoft.com/office/drawing/2014/main" id="{1E5D39F3-39AE-EED5-3887-4D5FB2555CF3}"/>
                    </a:ext>
                  </a:extLst>
                </p:cNvPr>
                <p:cNvSpPr/>
                <p:nvPr/>
              </p:nvSpPr>
              <p:spPr>
                <a:xfrm>
                  <a:off x="320471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D">
                    <a:alpha val="100000"/>
                  </a:srgbClr>
                </a:solidFill>
                <a:ln w="5420" cap="flat">
                  <a:solidFill>
                    <a:srgbClr val="64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8" name="pg2898">
                  <a:extLst>
                    <a:ext uri="{FF2B5EF4-FFF2-40B4-BE49-F238E27FC236}">
                      <a16:creationId xmlns:a16="http://schemas.microsoft.com/office/drawing/2014/main" id="{9C5D990C-093C-7194-5A0E-F24837F708C6}"/>
                    </a:ext>
                  </a:extLst>
                </p:cNvPr>
                <p:cNvSpPr/>
                <p:nvPr/>
              </p:nvSpPr>
              <p:spPr>
                <a:xfrm>
                  <a:off x="321634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9" name="pg2899">
                  <a:extLst>
                    <a:ext uri="{FF2B5EF4-FFF2-40B4-BE49-F238E27FC236}">
                      <a16:creationId xmlns:a16="http://schemas.microsoft.com/office/drawing/2014/main" id="{E5751B26-B111-7078-A2B5-5EE5476CDD78}"/>
                    </a:ext>
                  </a:extLst>
                </p:cNvPr>
                <p:cNvSpPr/>
                <p:nvPr/>
              </p:nvSpPr>
              <p:spPr>
                <a:xfrm>
                  <a:off x="322798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0" name="pg2900">
                  <a:extLst>
                    <a:ext uri="{FF2B5EF4-FFF2-40B4-BE49-F238E27FC236}">
                      <a16:creationId xmlns:a16="http://schemas.microsoft.com/office/drawing/2014/main" id="{C9E27AF3-941A-82EC-5D50-B8414E04EB9D}"/>
                    </a:ext>
                  </a:extLst>
                </p:cNvPr>
                <p:cNvSpPr/>
                <p:nvPr/>
              </p:nvSpPr>
              <p:spPr>
                <a:xfrm>
                  <a:off x="323962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1" name="pg2901">
                  <a:extLst>
                    <a:ext uri="{FF2B5EF4-FFF2-40B4-BE49-F238E27FC236}">
                      <a16:creationId xmlns:a16="http://schemas.microsoft.com/office/drawing/2014/main" id="{13D4E81C-63D5-6E8D-A678-2B17B61909DB}"/>
                    </a:ext>
                  </a:extLst>
                </p:cNvPr>
                <p:cNvSpPr/>
                <p:nvPr/>
              </p:nvSpPr>
              <p:spPr>
                <a:xfrm>
                  <a:off x="335599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2" name="pg2902">
                  <a:extLst>
                    <a:ext uri="{FF2B5EF4-FFF2-40B4-BE49-F238E27FC236}">
                      <a16:creationId xmlns:a16="http://schemas.microsoft.com/office/drawing/2014/main" id="{B1768DEE-ED18-E6E5-DCFE-F1C8C158AA1B}"/>
                    </a:ext>
                  </a:extLst>
                </p:cNvPr>
                <p:cNvSpPr/>
                <p:nvPr/>
              </p:nvSpPr>
              <p:spPr>
                <a:xfrm>
                  <a:off x="336763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3" name="pg2903">
                  <a:extLst>
                    <a:ext uri="{FF2B5EF4-FFF2-40B4-BE49-F238E27FC236}">
                      <a16:creationId xmlns:a16="http://schemas.microsoft.com/office/drawing/2014/main" id="{9135A212-59A4-FDEF-D645-289224E4A262}"/>
                    </a:ext>
                  </a:extLst>
                </p:cNvPr>
                <p:cNvSpPr/>
                <p:nvPr/>
              </p:nvSpPr>
              <p:spPr>
                <a:xfrm>
                  <a:off x="337927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4" name="pg2904">
                  <a:extLst>
                    <a:ext uri="{FF2B5EF4-FFF2-40B4-BE49-F238E27FC236}">
                      <a16:creationId xmlns:a16="http://schemas.microsoft.com/office/drawing/2014/main" id="{C5551360-5C75-9E7B-3CA3-B2663E00E54F}"/>
                    </a:ext>
                  </a:extLst>
                </p:cNvPr>
                <p:cNvSpPr/>
                <p:nvPr/>
              </p:nvSpPr>
              <p:spPr>
                <a:xfrm>
                  <a:off x="339090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1">
                    <a:alpha val="100000"/>
                  </a:srgbClr>
                </a:solidFill>
                <a:ln w="5420" cap="flat">
                  <a:solidFill>
                    <a:srgbClr val="6C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5" name="pg2905">
                  <a:extLst>
                    <a:ext uri="{FF2B5EF4-FFF2-40B4-BE49-F238E27FC236}">
                      <a16:creationId xmlns:a16="http://schemas.microsoft.com/office/drawing/2014/main" id="{2655C2EC-929A-5AE1-733E-53CBE19EBAA2}"/>
                    </a:ext>
                  </a:extLst>
                </p:cNvPr>
                <p:cNvSpPr/>
                <p:nvPr/>
              </p:nvSpPr>
              <p:spPr>
                <a:xfrm>
                  <a:off x="340254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6" name="pg2906">
                  <a:extLst>
                    <a:ext uri="{FF2B5EF4-FFF2-40B4-BE49-F238E27FC236}">
                      <a16:creationId xmlns:a16="http://schemas.microsoft.com/office/drawing/2014/main" id="{515FF0D7-D201-C1BF-1EB8-4E677B9EF863}"/>
                    </a:ext>
                  </a:extLst>
                </p:cNvPr>
                <p:cNvSpPr/>
                <p:nvPr/>
              </p:nvSpPr>
              <p:spPr>
                <a:xfrm>
                  <a:off x="341418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7" name="pg2907">
                  <a:extLst>
                    <a:ext uri="{FF2B5EF4-FFF2-40B4-BE49-F238E27FC236}">
                      <a16:creationId xmlns:a16="http://schemas.microsoft.com/office/drawing/2014/main" id="{2FB62779-A25A-FCEE-2155-C08301CEABB4}"/>
                    </a:ext>
                  </a:extLst>
                </p:cNvPr>
                <p:cNvSpPr/>
                <p:nvPr/>
              </p:nvSpPr>
              <p:spPr>
                <a:xfrm>
                  <a:off x="3425819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8" name="pg2908">
                  <a:extLst>
                    <a:ext uri="{FF2B5EF4-FFF2-40B4-BE49-F238E27FC236}">
                      <a16:creationId xmlns:a16="http://schemas.microsoft.com/office/drawing/2014/main" id="{29B6B5E1-AF95-D8C0-F30C-BDE7DBD7C338}"/>
                    </a:ext>
                  </a:extLst>
                </p:cNvPr>
                <p:cNvSpPr/>
                <p:nvPr/>
              </p:nvSpPr>
              <p:spPr>
                <a:xfrm>
                  <a:off x="343745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9" name="pg2909">
                  <a:extLst>
                    <a:ext uri="{FF2B5EF4-FFF2-40B4-BE49-F238E27FC236}">
                      <a16:creationId xmlns:a16="http://schemas.microsoft.com/office/drawing/2014/main" id="{C55AC0D6-AF42-A8AA-20A4-976DD15AA2DA}"/>
                    </a:ext>
                  </a:extLst>
                </p:cNvPr>
                <p:cNvSpPr/>
                <p:nvPr/>
              </p:nvSpPr>
              <p:spPr>
                <a:xfrm>
                  <a:off x="3449094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0" name="pg2910">
                  <a:extLst>
                    <a:ext uri="{FF2B5EF4-FFF2-40B4-BE49-F238E27FC236}">
                      <a16:creationId xmlns:a16="http://schemas.microsoft.com/office/drawing/2014/main" id="{B3A6BCCF-F80A-6E76-215A-150096F09923}"/>
                    </a:ext>
                  </a:extLst>
                </p:cNvPr>
                <p:cNvSpPr/>
                <p:nvPr/>
              </p:nvSpPr>
              <p:spPr>
                <a:xfrm>
                  <a:off x="346073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1" name="pg2911">
                  <a:extLst>
                    <a:ext uri="{FF2B5EF4-FFF2-40B4-BE49-F238E27FC236}">
                      <a16:creationId xmlns:a16="http://schemas.microsoft.com/office/drawing/2014/main" id="{30D473F9-CBE6-80DE-86F8-38EC17711218}"/>
                    </a:ext>
                  </a:extLst>
                </p:cNvPr>
                <p:cNvSpPr/>
                <p:nvPr/>
              </p:nvSpPr>
              <p:spPr>
                <a:xfrm>
                  <a:off x="3484006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2" name="pg2912">
                  <a:extLst>
                    <a:ext uri="{FF2B5EF4-FFF2-40B4-BE49-F238E27FC236}">
                      <a16:creationId xmlns:a16="http://schemas.microsoft.com/office/drawing/2014/main" id="{BBF037C0-6B56-2EFD-1E87-4CAE6B71DD54}"/>
                    </a:ext>
                  </a:extLst>
                </p:cNvPr>
                <p:cNvSpPr/>
                <p:nvPr/>
              </p:nvSpPr>
              <p:spPr>
                <a:xfrm>
                  <a:off x="349564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3" name="pg2913">
                  <a:extLst>
                    <a:ext uri="{FF2B5EF4-FFF2-40B4-BE49-F238E27FC236}">
                      <a16:creationId xmlns:a16="http://schemas.microsoft.com/office/drawing/2014/main" id="{D84F4366-AAE2-E870-8C5F-A4EB73E87D24}"/>
                    </a:ext>
                  </a:extLst>
                </p:cNvPr>
                <p:cNvSpPr/>
                <p:nvPr/>
              </p:nvSpPr>
              <p:spPr>
                <a:xfrm>
                  <a:off x="350728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4" name="pg2914">
                  <a:extLst>
                    <a:ext uri="{FF2B5EF4-FFF2-40B4-BE49-F238E27FC236}">
                      <a16:creationId xmlns:a16="http://schemas.microsoft.com/office/drawing/2014/main" id="{430E43DB-6221-1241-BED2-F82A5AFFCA89}"/>
                    </a:ext>
                  </a:extLst>
                </p:cNvPr>
                <p:cNvSpPr/>
                <p:nvPr/>
              </p:nvSpPr>
              <p:spPr>
                <a:xfrm>
                  <a:off x="351891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5" name="pg2915">
                  <a:extLst>
                    <a:ext uri="{FF2B5EF4-FFF2-40B4-BE49-F238E27FC236}">
                      <a16:creationId xmlns:a16="http://schemas.microsoft.com/office/drawing/2014/main" id="{C431948A-5AC5-7188-C9C2-9EE2FF44D211}"/>
                    </a:ext>
                  </a:extLst>
                </p:cNvPr>
                <p:cNvSpPr/>
                <p:nvPr/>
              </p:nvSpPr>
              <p:spPr>
                <a:xfrm>
                  <a:off x="353055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6" name="pg2916">
                  <a:extLst>
                    <a:ext uri="{FF2B5EF4-FFF2-40B4-BE49-F238E27FC236}">
                      <a16:creationId xmlns:a16="http://schemas.microsoft.com/office/drawing/2014/main" id="{3745E9D0-99CD-28E0-57E6-540268B98528}"/>
                    </a:ext>
                  </a:extLst>
                </p:cNvPr>
                <p:cNvSpPr/>
                <p:nvPr/>
              </p:nvSpPr>
              <p:spPr>
                <a:xfrm>
                  <a:off x="354219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7" name="pg2917">
                  <a:extLst>
                    <a:ext uri="{FF2B5EF4-FFF2-40B4-BE49-F238E27FC236}">
                      <a16:creationId xmlns:a16="http://schemas.microsoft.com/office/drawing/2014/main" id="{9DE064DD-FA61-105B-D70E-E70AD6F3BADD}"/>
                    </a:ext>
                  </a:extLst>
                </p:cNvPr>
                <p:cNvSpPr/>
                <p:nvPr/>
              </p:nvSpPr>
              <p:spPr>
                <a:xfrm>
                  <a:off x="355383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8" name="pg2918">
                  <a:extLst>
                    <a:ext uri="{FF2B5EF4-FFF2-40B4-BE49-F238E27FC236}">
                      <a16:creationId xmlns:a16="http://schemas.microsoft.com/office/drawing/2014/main" id="{7C24901B-6339-CFA8-C0FD-BEB61A67AB04}"/>
                    </a:ext>
                  </a:extLst>
                </p:cNvPr>
                <p:cNvSpPr/>
                <p:nvPr/>
              </p:nvSpPr>
              <p:spPr>
                <a:xfrm>
                  <a:off x="356546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9" name="pg2919">
                  <a:extLst>
                    <a:ext uri="{FF2B5EF4-FFF2-40B4-BE49-F238E27FC236}">
                      <a16:creationId xmlns:a16="http://schemas.microsoft.com/office/drawing/2014/main" id="{F622F879-DBB8-F434-F42D-3EC5E6A932E7}"/>
                    </a:ext>
                  </a:extLst>
                </p:cNvPr>
                <p:cNvSpPr/>
                <p:nvPr/>
              </p:nvSpPr>
              <p:spPr>
                <a:xfrm>
                  <a:off x="358874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0" name="pg2920">
                  <a:extLst>
                    <a:ext uri="{FF2B5EF4-FFF2-40B4-BE49-F238E27FC236}">
                      <a16:creationId xmlns:a16="http://schemas.microsoft.com/office/drawing/2014/main" id="{531E8AA1-13C6-2BB3-47CD-4486E577E62B}"/>
                    </a:ext>
                  </a:extLst>
                </p:cNvPr>
                <p:cNvSpPr/>
                <p:nvPr/>
              </p:nvSpPr>
              <p:spPr>
                <a:xfrm>
                  <a:off x="3600379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1" name="pg2921">
                  <a:extLst>
                    <a:ext uri="{FF2B5EF4-FFF2-40B4-BE49-F238E27FC236}">
                      <a16:creationId xmlns:a16="http://schemas.microsoft.com/office/drawing/2014/main" id="{63AEEF7E-E753-B04D-F3AE-C56590225C0F}"/>
                    </a:ext>
                  </a:extLst>
                </p:cNvPr>
                <p:cNvSpPr/>
                <p:nvPr/>
              </p:nvSpPr>
              <p:spPr>
                <a:xfrm>
                  <a:off x="3612016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2" name="pg2922">
                  <a:extLst>
                    <a:ext uri="{FF2B5EF4-FFF2-40B4-BE49-F238E27FC236}">
                      <a16:creationId xmlns:a16="http://schemas.microsoft.com/office/drawing/2014/main" id="{B89692F8-C89B-99DB-2E92-ED1547912731}"/>
                    </a:ext>
                  </a:extLst>
                </p:cNvPr>
                <p:cNvSpPr/>
                <p:nvPr/>
              </p:nvSpPr>
              <p:spPr>
                <a:xfrm>
                  <a:off x="3623654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3" name="pg2923">
                  <a:extLst>
                    <a:ext uri="{FF2B5EF4-FFF2-40B4-BE49-F238E27FC236}">
                      <a16:creationId xmlns:a16="http://schemas.microsoft.com/office/drawing/2014/main" id="{40853B96-F285-FD50-52B5-76BF2CC0434C}"/>
                    </a:ext>
                  </a:extLst>
                </p:cNvPr>
                <p:cNvSpPr/>
                <p:nvPr/>
              </p:nvSpPr>
              <p:spPr>
                <a:xfrm>
                  <a:off x="363529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4" name="pg2924">
                  <a:extLst>
                    <a:ext uri="{FF2B5EF4-FFF2-40B4-BE49-F238E27FC236}">
                      <a16:creationId xmlns:a16="http://schemas.microsoft.com/office/drawing/2014/main" id="{62425773-AF2D-706E-7BD6-E40D87871186}"/>
                    </a:ext>
                  </a:extLst>
                </p:cNvPr>
                <p:cNvSpPr/>
                <p:nvPr/>
              </p:nvSpPr>
              <p:spPr>
                <a:xfrm>
                  <a:off x="364692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AF">
                    <a:alpha val="100000"/>
                  </a:srgbClr>
                </a:solidFill>
                <a:ln w="5420" cap="flat">
                  <a:solidFill>
                    <a:srgbClr val="6AD1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5" name="pg2925">
                  <a:extLst>
                    <a:ext uri="{FF2B5EF4-FFF2-40B4-BE49-F238E27FC236}">
                      <a16:creationId xmlns:a16="http://schemas.microsoft.com/office/drawing/2014/main" id="{20D48E98-2E0B-29CD-517E-D22838D22187}"/>
                    </a:ext>
                  </a:extLst>
                </p:cNvPr>
                <p:cNvSpPr/>
                <p:nvPr/>
              </p:nvSpPr>
              <p:spPr>
                <a:xfrm>
                  <a:off x="3658566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6" name="pg2926">
                  <a:extLst>
                    <a:ext uri="{FF2B5EF4-FFF2-40B4-BE49-F238E27FC236}">
                      <a16:creationId xmlns:a16="http://schemas.microsoft.com/office/drawing/2014/main" id="{83700403-0BF8-1C7B-FE0B-890B6F2C0060}"/>
                    </a:ext>
                  </a:extLst>
                </p:cNvPr>
                <p:cNvSpPr/>
                <p:nvPr/>
              </p:nvSpPr>
              <p:spPr>
                <a:xfrm>
                  <a:off x="367020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7" name="pg2927">
                  <a:extLst>
                    <a:ext uri="{FF2B5EF4-FFF2-40B4-BE49-F238E27FC236}">
                      <a16:creationId xmlns:a16="http://schemas.microsoft.com/office/drawing/2014/main" id="{A45441A1-3A80-DF4E-3FC5-81BE7E4BB24F}"/>
                    </a:ext>
                  </a:extLst>
                </p:cNvPr>
                <p:cNvSpPr/>
                <p:nvPr/>
              </p:nvSpPr>
              <p:spPr>
                <a:xfrm>
                  <a:off x="368184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8" name="pg2928">
                  <a:extLst>
                    <a:ext uri="{FF2B5EF4-FFF2-40B4-BE49-F238E27FC236}">
                      <a16:creationId xmlns:a16="http://schemas.microsoft.com/office/drawing/2014/main" id="{A20F3754-EF35-62FB-5B81-54AFA2A0F3FE}"/>
                    </a:ext>
                  </a:extLst>
                </p:cNvPr>
                <p:cNvSpPr/>
                <p:nvPr/>
              </p:nvSpPr>
              <p:spPr>
                <a:xfrm>
                  <a:off x="369347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9" name="pg2929">
                  <a:extLst>
                    <a:ext uri="{FF2B5EF4-FFF2-40B4-BE49-F238E27FC236}">
                      <a16:creationId xmlns:a16="http://schemas.microsoft.com/office/drawing/2014/main" id="{D8090E37-D3BF-4576-388E-39D0C3AE332A}"/>
                    </a:ext>
                  </a:extLst>
                </p:cNvPr>
                <p:cNvSpPr/>
                <p:nvPr/>
              </p:nvSpPr>
              <p:spPr>
                <a:xfrm>
                  <a:off x="370511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0" name="pg2930">
                  <a:extLst>
                    <a:ext uri="{FF2B5EF4-FFF2-40B4-BE49-F238E27FC236}">
                      <a16:creationId xmlns:a16="http://schemas.microsoft.com/office/drawing/2014/main" id="{FFF218BC-7CDC-FB2C-73DF-6DD02A920A9C}"/>
                    </a:ext>
                  </a:extLst>
                </p:cNvPr>
                <p:cNvSpPr/>
                <p:nvPr/>
              </p:nvSpPr>
              <p:spPr>
                <a:xfrm>
                  <a:off x="371675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1" name="pg2931">
                  <a:extLst>
                    <a:ext uri="{FF2B5EF4-FFF2-40B4-BE49-F238E27FC236}">
                      <a16:creationId xmlns:a16="http://schemas.microsoft.com/office/drawing/2014/main" id="{F48037A2-6D95-D470-84D9-09CA9302D221}"/>
                    </a:ext>
                  </a:extLst>
                </p:cNvPr>
                <p:cNvSpPr/>
                <p:nvPr/>
              </p:nvSpPr>
              <p:spPr>
                <a:xfrm>
                  <a:off x="372839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2" name="pg2932">
                  <a:extLst>
                    <a:ext uri="{FF2B5EF4-FFF2-40B4-BE49-F238E27FC236}">
                      <a16:creationId xmlns:a16="http://schemas.microsoft.com/office/drawing/2014/main" id="{D0624BC4-34A6-914B-773D-D73D51127C3E}"/>
                    </a:ext>
                  </a:extLst>
                </p:cNvPr>
                <p:cNvSpPr/>
                <p:nvPr/>
              </p:nvSpPr>
              <p:spPr>
                <a:xfrm>
                  <a:off x="374002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3" name="pg2933">
                  <a:extLst>
                    <a:ext uri="{FF2B5EF4-FFF2-40B4-BE49-F238E27FC236}">
                      <a16:creationId xmlns:a16="http://schemas.microsoft.com/office/drawing/2014/main" id="{10CD4226-1A8F-75F5-6599-1D6254096CA5}"/>
                    </a:ext>
                  </a:extLst>
                </p:cNvPr>
                <p:cNvSpPr/>
                <p:nvPr/>
              </p:nvSpPr>
              <p:spPr>
                <a:xfrm>
                  <a:off x="3751664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4" name="pg2934">
                  <a:extLst>
                    <a:ext uri="{FF2B5EF4-FFF2-40B4-BE49-F238E27FC236}">
                      <a16:creationId xmlns:a16="http://schemas.microsoft.com/office/drawing/2014/main" id="{B176D010-A627-5FBD-4373-D78464191B84}"/>
                    </a:ext>
                  </a:extLst>
                </p:cNvPr>
                <p:cNvSpPr/>
                <p:nvPr/>
              </p:nvSpPr>
              <p:spPr>
                <a:xfrm>
                  <a:off x="376330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5" name="pg2935">
                  <a:extLst>
                    <a:ext uri="{FF2B5EF4-FFF2-40B4-BE49-F238E27FC236}">
                      <a16:creationId xmlns:a16="http://schemas.microsoft.com/office/drawing/2014/main" id="{F0FC6A80-73DB-92D7-AA75-8456BA42A531}"/>
                    </a:ext>
                  </a:extLst>
                </p:cNvPr>
                <p:cNvSpPr/>
                <p:nvPr/>
              </p:nvSpPr>
              <p:spPr>
                <a:xfrm>
                  <a:off x="3774939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6" name="pg2936">
                  <a:extLst>
                    <a:ext uri="{FF2B5EF4-FFF2-40B4-BE49-F238E27FC236}">
                      <a16:creationId xmlns:a16="http://schemas.microsoft.com/office/drawing/2014/main" id="{EC87A9E7-B713-BC20-A59F-2EAB43C36350}"/>
                    </a:ext>
                  </a:extLst>
                </p:cNvPr>
                <p:cNvSpPr/>
                <p:nvPr/>
              </p:nvSpPr>
              <p:spPr>
                <a:xfrm>
                  <a:off x="415897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7" name="pg2937">
                  <a:extLst>
                    <a:ext uri="{FF2B5EF4-FFF2-40B4-BE49-F238E27FC236}">
                      <a16:creationId xmlns:a16="http://schemas.microsoft.com/office/drawing/2014/main" id="{3906F9B7-0CAC-7552-8BE2-B9A92797633D}"/>
                    </a:ext>
                  </a:extLst>
                </p:cNvPr>
                <p:cNvSpPr/>
                <p:nvPr/>
              </p:nvSpPr>
              <p:spPr>
                <a:xfrm>
                  <a:off x="434516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8" name="pg2938">
                  <a:extLst>
                    <a:ext uri="{FF2B5EF4-FFF2-40B4-BE49-F238E27FC236}">
                      <a16:creationId xmlns:a16="http://schemas.microsoft.com/office/drawing/2014/main" id="{EEEF17AA-8C8B-5ABF-FDFB-9F6C22DC7C3A}"/>
                    </a:ext>
                  </a:extLst>
                </p:cNvPr>
                <p:cNvSpPr/>
                <p:nvPr/>
              </p:nvSpPr>
              <p:spPr>
                <a:xfrm>
                  <a:off x="4356806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9" name="pg2939">
                  <a:extLst>
                    <a:ext uri="{FF2B5EF4-FFF2-40B4-BE49-F238E27FC236}">
                      <a16:creationId xmlns:a16="http://schemas.microsoft.com/office/drawing/2014/main" id="{6BAC2635-976F-B8D4-8367-AF9557902068}"/>
                    </a:ext>
                  </a:extLst>
                </p:cNvPr>
                <p:cNvSpPr/>
                <p:nvPr/>
              </p:nvSpPr>
              <p:spPr>
                <a:xfrm>
                  <a:off x="436844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0" name="pg2940">
                  <a:extLst>
                    <a:ext uri="{FF2B5EF4-FFF2-40B4-BE49-F238E27FC236}">
                      <a16:creationId xmlns:a16="http://schemas.microsoft.com/office/drawing/2014/main" id="{4E4A696A-3B50-8C1E-8694-1EB99F43B6B9}"/>
                    </a:ext>
                  </a:extLst>
                </p:cNvPr>
                <p:cNvSpPr/>
                <p:nvPr/>
              </p:nvSpPr>
              <p:spPr>
                <a:xfrm>
                  <a:off x="438008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1" name="pg2941">
                  <a:extLst>
                    <a:ext uri="{FF2B5EF4-FFF2-40B4-BE49-F238E27FC236}">
                      <a16:creationId xmlns:a16="http://schemas.microsoft.com/office/drawing/2014/main" id="{0564CF47-7991-9ACE-7B32-B331495116A4}"/>
                    </a:ext>
                  </a:extLst>
                </p:cNvPr>
                <p:cNvSpPr/>
                <p:nvPr/>
              </p:nvSpPr>
              <p:spPr>
                <a:xfrm>
                  <a:off x="439171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2" name="pg2942">
                  <a:extLst>
                    <a:ext uri="{FF2B5EF4-FFF2-40B4-BE49-F238E27FC236}">
                      <a16:creationId xmlns:a16="http://schemas.microsoft.com/office/drawing/2014/main" id="{456C95C6-1094-DE50-5757-C0FCBB3AED0F}"/>
                    </a:ext>
                  </a:extLst>
                </p:cNvPr>
                <p:cNvSpPr/>
                <p:nvPr/>
              </p:nvSpPr>
              <p:spPr>
                <a:xfrm>
                  <a:off x="440335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3" name="pg2943">
                  <a:extLst>
                    <a:ext uri="{FF2B5EF4-FFF2-40B4-BE49-F238E27FC236}">
                      <a16:creationId xmlns:a16="http://schemas.microsoft.com/office/drawing/2014/main" id="{D7415639-A719-0D6D-3179-68003DE62BA3}"/>
                    </a:ext>
                  </a:extLst>
                </p:cNvPr>
                <p:cNvSpPr/>
                <p:nvPr/>
              </p:nvSpPr>
              <p:spPr>
                <a:xfrm>
                  <a:off x="441499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4" name="pg2944">
                  <a:extLst>
                    <a:ext uri="{FF2B5EF4-FFF2-40B4-BE49-F238E27FC236}">
                      <a16:creationId xmlns:a16="http://schemas.microsoft.com/office/drawing/2014/main" id="{CD9645E7-E294-F1CE-2B30-E501BEBF2093}"/>
                    </a:ext>
                  </a:extLst>
                </p:cNvPr>
                <p:cNvSpPr/>
                <p:nvPr/>
              </p:nvSpPr>
              <p:spPr>
                <a:xfrm>
                  <a:off x="457791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5" name="pg2945">
                  <a:extLst>
                    <a:ext uri="{FF2B5EF4-FFF2-40B4-BE49-F238E27FC236}">
                      <a16:creationId xmlns:a16="http://schemas.microsoft.com/office/drawing/2014/main" id="{09CE6197-6B98-E464-7797-D5DFF7814265}"/>
                    </a:ext>
                  </a:extLst>
                </p:cNvPr>
                <p:cNvSpPr/>
                <p:nvPr/>
              </p:nvSpPr>
              <p:spPr>
                <a:xfrm>
                  <a:off x="458955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6" name="pg2946">
                  <a:extLst>
                    <a:ext uri="{FF2B5EF4-FFF2-40B4-BE49-F238E27FC236}">
                      <a16:creationId xmlns:a16="http://schemas.microsoft.com/office/drawing/2014/main" id="{3FFBCDC0-8199-D5A8-9E60-BACD28F4DD9A}"/>
                    </a:ext>
                  </a:extLst>
                </p:cNvPr>
                <p:cNvSpPr/>
                <p:nvPr/>
              </p:nvSpPr>
              <p:spPr>
                <a:xfrm>
                  <a:off x="460119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7" name="pg2947">
                  <a:extLst>
                    <a:ext uri="{FF2B5EF4-FFF2-40B4-BE49-F238E27FC236}">
                      <a16:creationId xmlns:a16="http://schemas.microsoft.com/office/drawing/2014/main" id="{08CE791A-7432-BEF9-492D-BBBFCAD5D645}"/>
                    </a:ext>
                  </a:extLst>
                </p:cNvPr>
                <p:cNvSpPr/>
                <p:nvPr/>
              </p:nvSpPr>
              <p:spPr>
                <a:xfrm>
                  <a:off x="461282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8" name="pg2948">
                  <a:extLst>
                    <a:ext uri="{FF2B5EF4-FFF2-40B4-BE49-F238E27FC236}">
                      <a16:creationId xmlns:a16="http://schemas.microsoft.com/office/drawing/2014/main" id="{4AEF1640-B1AA-D916-92AA-D888C96C33A6}"/>
                    </a:ext>
                  </a:extLst>
                </p:cNvPr>
                <p:cNvSpPr/>
                <p:nvPr/>
              </p:nvSpPr>
              <p:spPr>
                <a:xfrm>
                  <a:off x="4624464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9" name="pg2949">
                  <a:extLst>
                    <a:ext uri="{FF2B5EF4-FFF2-40B4-BE49-F238E27FC236}">
                      <a16:creationId xmlns:a16="http://schemas.microsoft.com/office/drawing/2014/main" id="{7B1A9D9B-A609-641A-03F2-BD85B3DCAEFD}"/>
                    </a:ext>
                  </a:extLst>
                </p:cNvPr>
                <p:cNvSpPr/>
                <p:nvPr/>
              </p:nvSpPr>
              <p:spPr>
                <a:xfrm>
                  <a:off x="3099974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0" name="pg2950">
                  <a:extLst>
                    <a:ext uri="{FF2B5EF4-FFF2-40B4-BE49-F238E27FC236}">
                      <a16:creationId xmlns:a16="http://schemas.microsoft.com/office/drawing/2014/main" id="{DF647C6A-7A43-63D0-A5F1-DAE47F1B765F}"/>
                    </a:ext>
                  </a:extLst>
                </p:cNvPr>
                <p:cNvSpPr/>
                <p:nvPr/>
              </p:nvSpPr>
              <p:spPr>
                <a:xfrm>
                  <a:off x="3111611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1" name="pg2951">
                  <a:extLst>
                    <a:ext uri="{FF2B5EF4-FFF2-40B4-BE49-F238E27FC236}">
                      <a16:creationId xmlns:a16="http://schemas.microsoft.com/office/drawing/2014/main" id="{5938A88F-683A-0676-A7F6-E2F26D3F93EC}"/>
                    </a:ext>
                  </a:extLst>
                </p:cNvPr>
                <p:cNvSpPr/>
                <p:nvPr/>
              </p:nvSpPr>
              <p:spPr>
                <a:xfrm>
                  <a:off x="3123249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2" name="pg2952">
                  <a:extLst>
                    <a:ext uri="{FF2B5EF4-FFF2-40B4-BE49-F238E27FC236}">
                      <a16:creationId xmlns:a16="http://schemas.microsoft.com/office/drawing/2014/main" id="{908703B4-F9FB-1CDF-04B0-FDBC07AB9D08}"/>
                    </a:ext>
                  </a:extLst>
                </p:cNvPr>
                <p:cNvSpPr/>
                <p:nvPr/>
              </p:nvSpPr>
              <p:spPr>
                <a:xfrm>
                  <a:off x="3134886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3" name="pg2953">
                  <a:extLst>
                    <a:ext uri="{FF2B5EF4-FFF2-40B4-BE49-F238E27FC236}">
                      <a16:creationId xmlns:a16="http://schemas.microsoft.com/office/drawing/2014/main" id="{633E8C2F-6378-9486-B2D1-D74B1E504A3B}"/>
                    </a:ext>
                  </a:extLst>
                </p:cNvPr>
                <p:cNvSpPr/>
                <p:nvPr/>
              </p:nvSpPr>
              <p:spPr>
                <a:xfrm>
                  <a:off x="314652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4" name="pg2954">
                  <a:extLst>
                    <a:ext uri="{FF2B5EF4-FFF2-40B4-BE49-F238E27FC236}">
                      <a16:creationId xmlns:a16="http://schemas.microsoft.com/office/drawing/2014/main" id="{29980BB9-691E-C628-C38C-C2F9456B4667}"/>
                    </a:ext>
                  </a:extLst>
                </p:cNvPr>
                <p:cNvSpPr/>
                <p:nvPr/>
              </p:nvSpPr>
              <p:spPr>
                <a:xfrm>
                  <a:off x="3158161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5" name="pg2955">
                  <a:extLst>
                    <a:ext uri="{FF2B5EF4-FFF2-40B4-BE49-F238E27FC236}">
                      <a16:creationId xmlns:a16="http://schemas.microsoft.com/office/drawing/2014/main" id="{0ABC7CF3-CB6C-FE99-7489-1C22F1239978}"/>
                    </a:ext>
                  </a:extLst>
                </p:cNvPr>
                <p:cNvSpPr/>
                <p:nvPr/>
              </p:nvSpPr>
              <p:spPr>
                <a:xfrm>
                  <a:off x="3169798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6" name="pg2956">
                  <a:extLst>
                    <a:ext uri="{FF2B5EF4-FFF2-40B4-BE49-F238E27FC236}">
                      <a16:creationId xmlns:a16="http://schemas.microsoft.com/office/drawing/2014/main" id="{3297B8C0-2E8C-1FFD-055C-BB3E2AAD3B67}"/>
                    </a:ext>
                  </a:extLst>
                </p:cNvPr>
                <p:cNvSpPr/>
                <p:nvPr/>
              </p:nvSpPr>
              <p:spPr>
                <a:xfrm>
                  <a:off x="3181435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7" name="pg2957">
                  <a:extLst>
                    <a:ext uri="{FF2B5EF4-FFF2-40B4-BE49-F238E27FC236}">
                      <a16:creationId xmlns:a16="http://schemas.microsoft.com/office/drawing/2014/main" id="{B3F6B3F0-4AD5-7AF7-FE79-A4E09173CF83}"/>
                    </a:ext>
                  </a:extLst>
                </p:cNvPr>
                <p:cNvSpPr/>
                <p:nvPr/>
              </p:nvSpPr>
              <p:spPr>
                <a:xfrm>
                  <a:off x="319307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8" name="pg2958">
                  <a:extLst>
                    <a:ext uri="{FF2B5EF4-FFF2-40B4-BE49-F238E27FC236}">
                      <a16:creationId xmlns:a16="http://schemas.microsoft.com/office/drawing/2014/main" id="{04E2CD79-762B-C18A-9454-09F783145064}"/>
                    </a:ext>
                  </a:extLst>
                </p:cNvPr>
                <p:cNvSpPr/>
                <p:nvPr/>
              </p:nvSpPr>
              <p:spPr>
                <a:xfrm>
                  <a:off x="320471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9" name="pg2959">
                  <a:extLst>
                    <a:ext uri="{FF2B5EF4-FFF2-40B4-BE49-F238E27FC236}">
                      <a16:creationId xmlns:a16="http://schemas.microsoft.com/office/drawing/2014/main" id="{FE743103-E29F-730A-5524-21ECD1D2441D}"/>
                    </a:ext>
                  </a:extLst>
                </p:cNvPr>
                <p:cNvSpPr/>
                <p:nvPr/>
              </p:nvSpPr>
              <p:spPr>
                <a:xfrm>
                  <a:off x="341418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0" name="pg2960">
                  <a:extLst>
                    <a:ext uri="{FF2B5EF4-FFF2-40B4-BE49-F238E27FC236}">
                      <a16:creationId xmlns:a16="http://schemas.microsoft.com/office/drawing/2014/main" id="{9AFD9CDA-6C08-DA1C-0955-376765A17177}"/>
                    </a:ext>
                  </a:extLst>
                </p:cNvPr>
                <p:cNvSpPr/>
                <p:nvPr/>
              </p:nvSpPr>
              <p:spPr>
                <a:xfrm>
                  <a:off x="3425819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1" name="pg2961">
                  <a:extLst>
                    <a:ext uri="{FF2B5EF4-FFF2-40B4-BE49-F238E27FC236}">
                      <a16:creationId xmlns:a16="http://schemas.microsoft.com/office/drawing/2014/main" id="{B6F0D6A1-65D7-926B-924A-BB59617DA566}"/>
                    </a:ext>
                  </a:extLst>
                </p:cNvPr>
                <p:cNvSpPr/>
                <p:nvPr/>
              </p:nvSpPr>
              <p:spPr>
                <a:xfrm>
                  <a:off x="349564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2" name="pg2962">
                  <a:extLst>
                    <a:ext uri="{FF2B5EF4-FFF2-40B4-BE49-F238E27FC236}">
                      <a16:creationId xmlns:a16="http://schemas.microsoft.com/office/drawing/2014/main" id="{B1C6482B-06E9-E9EA-C8F0-9B8765DA1E35}"/>
                    </a:ext>
                  </a:extLst>
                </p:cNvPr>
                <p:cNvSpPr/>
                <p:nvPr/>
              </p:nvSpPr>
              <p:spPr>
                <a:xfrm>
                  <a:off x="3507281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3" name="pg2963">
                  <a:extLst>
                    <a:ext uri="{FF2B5EF4-FFF2-40B4-BE49-F238E27FC236}">
                      <a16:creationId xmlns:a16="http://schemas.microsoft.com/office/drawing/2014/main" id="{FD6DAB4A-5524-0D16-9A26-E745E06051AB}"/>
                    </a:ext>
                  </a:extLst>
                </p:cNvPr>
                <p:cNvSpPr/>
                <p:nvPr/>
              </p:nvSpPr>
              <p:spPr>
                <a:xfrm>
                  <a:off x="3518918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4" name="pg2964">
                  <a:extLst>
                    <a:ext uri="{FF2B5EF4-FFF2-40B4-BE49-F238E27FC236}">
                      <a16:creationId xmlns:a16="http://schemas.microsoft.com/office/drawing/2014/main" id="{15321245-A51F-1481-F559-0F3FD587BE79}"/>
                    </a:ext>
                  </a:extLst>
                </p:cNvPr>
                <p:cNvSpPr/>
                <p:nvPr/>
              </p:nvSpPr>
              <p:spPr>
                <a:xfrm>
                  <a:off x="3530555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5" name="pg2965">
                  <a:extLst>
                    <a:ext uri="{FF2B5EF4-FFF2-40B4-BE49-F238E27FC236}">
                      <a16:creationId xmlns:a16="http://schemas.microsoft.com/office/drawing/2014/main" id="{2C38DA53-951B-433D-87CF-1852FA0CBC4A}"/>
                    </a:ext>
                  </a:extLst>
                </p:cNvPr>
                <p:cNvSpPr/>
                <p:nvPr/>
              </p:nvSpPr>
              <p:spPr>
                <a:xfrm>
                  <a:off x="354219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6" name="pg2966">
                  <a:extLst>
                    <a:ext uri="{FF2B5EF4-FFF2-40B4-BE49-F238E27FC236}">
                      <a16:creationId xmlns:a16="http://schemas.microsoft.com/office/drawing/2014/main" id="{69C797F5-F969-A43F-D4CA-918D38CB4F05}"/>
                    </a:ext>
                  </a:extLst>
                </p:cNvPr>
                <p:cNvSpPr/>
                <p:nvPr/>
              </p:nvSpPr>
              <p:spPr>
                <a:xfrm>
                  <a:off x="355383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7" name="pg2967">
                  <a:extLst>
                    <a:ext uri="{FF2B5EF4-FFF2-40B4-BE49-F238E27FC236}">
                      <a16:creationId xmlns:a16="http://schemas.microsoft.com/office/drawing/2014/main" id="{863508A7-F942-5981-A0C3-F8C77014173B}"/>
                    </a:ext>
                  </a:extLst>
                </p:cNvPr>
                <p:cNvSpPr/>
                <p:nvPr/>
              </p:nvSpPr>
              <p:spPr>
                <a:xfrm>
                  <a:off x="3565467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8" name="pg2968">
                  <a:extLst>
                    <a:ext uri="{FF2B5EF4-FFF2-40B4-BE49-F238E27FC236}">
                      <a16:creationId xmlns:a16="http://schemas.microsoft.com/office/drawing/2014/main" id="{DE1AED57-9816-163A-880F-0B2CA8960598}"/>
                    </a:ext>
                  </a:extLst>
                </p:cNvPr>
                <p:cNvSpPr/>
                <p:nvPr/>
              </p:nvSpPr>
              <p:spPr>
                <a:xfrm>
                  <a:off x="3577105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9" name="pg2969">
                  <a:extLst>
                    <a:ext uri="{FF2B5EF4-FFF2-40B4-BE49-F238E27FC236}">
                      <a16:creationId xmlns:a16="http://schemas.microsoft.com/office/drawing/2014/main" id="{136F1614-0C50-78D7-C2E6-2046D6D0E446}"/>
                    </a:ext>
                  </a:extLst>
                </p:cNvPr>
                <p:cNvSpPr/>
                <p:nvPr/>
              </p:nvSpPr>
              <p:spPr>
                <a:xfrm>
                  <a:off x="358874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0" name="pg2970">
                  <a:extLst>
                    <a:ext uri="{FF2B5EF4-FFF2-40B4-BE49-F238E27FC236}">
                      <a16:creationId xmlns:a16="http://schemas.microsoft.com/office/drawing/2014/main" id="{0D601167-A261-E61A-6705-8039FFD3188A}"/>
                    </a:ext>
                  </a:extLst>
                </p:cNvPr>
                <p:cNvSpPr/>
                <p:nvPr/>
              </p:nvSpPr>
              <p:spPr>
                <a:xfrm>
                  <a:off x="3600379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1" name="pg2971">
                  <a:extLst>
                    <a:ext uri="{FF2B5EF4-FFF2-40B4-BE49-F238E27FC236}">
                      <a16:creationId xmlns:a16="http://schemas.microsoft.com/office/drawing/2014/main" id="{48CD5A83-23D8-D3BF-70F2-4198D542F043}"/>
                    </a:ext>
                  </a:extLst>
                </p:cNvPr>
                <p:cNvSpPr/>
                <p:nvPr/>
              </p:nvSpPr>
              <p:spPr>
                <a:xfrm>
                  <a:off x="3612016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2" name="pg2972">
                  <a:extLst>
                    <a:ext uri="{FF2B5EF4-FFF2-40B4-BE49-F238E27FC236}">
                      <a16:creationId xmlns:a16="http://schemas.microsoft.com/office/drawing/2014/main" id="{F0D9B951-3C83-A4EF-633B-8204AE9D90C9}"/>
                    </a:ext>
                  </a:extLst>
                </p:cNvPr>
                <p:cNvSpPr/>
                <p:nvPr/>
              </p:nvSpPr>
              <p:spPr>
                <a:xfrm>
                  <a:off x="3623654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3" name="pg2973">
                  <a:extLst>
                    <a:ext uri="{FF2B5EF4-FFF2-40B4-BE49-F238E27FC236}">
                      <a16:creationId xmlns:a16="http://schemas.microsoft.com/office/drawing/2014/main" id="{C9A3C196-C241-675C-31A8-D4C90C0D1215}"/>
                    </a:ext>
                  </a:extLst>
                </p:cNvPr>
                <p:cNvSpPr/>
                <p:nvPr/>
              </p:nvSpPr>
              <p:spPr>
                <a:xfrm>
                  <a:off x="3635291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4" name="pg2974">
                  <a:extLst>
                    <a:ext uri="{FF2B5EF4-FFF2-40B4-BE49-F238E27FC236}">
                      <a16:creationId xmlns:a16="http://schemas.microsoft.com/office/drawing/2014/main" id="{98E2D0AD-CBA4-3C85-F133-D22AEDF49006}"/>
                    </a:ext>
                  </a:extLst>
                </p:cNvPr>
                <p:cNvSpPr/>
                <p:nvPr/>
              </p:nvSpPr>
              <p:spPr>
                <a:xfrm>
                  <a:off x="3646928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5" name="pg2975">
                  <a:extLst>
                    <a:ext uri="{FF2B5EF4-FFF2-40B4-BE49-F238E27FC236}">
                      <a16:creationId xmlns:a16="http://schemas.microsoft.com/office/drawing/2014/main" id="{E94D9A90-8C40-E9AC-A111-8F267B57DC63}"/>
                    </a:ext>
                  </a:extLst>
                </p:cNvPr>
                <p:cNvSpPr/>
                <p:nvPr/>
              </p:nvSpPr>
              <p:spPr>
                <a:xfrm>
                  <a:off x="3658566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6" name="pg2976">
                  <a:extLst>
                    <a:ext uri="{FF2B5EF4-FFF2-40B4-BE49-F238E27FC236}">
                      <a16:creationId xmlns:a16="http://schemas.microsoft.com/office/drawing/2014/main" id="{91594682-9A97-09EB-D511-2C48585D5D07}"/>
                    </a:ext>
                  </a:extLst>
                </p:cNvPr>
                <p:cNvSpPr/>
                <p:nvPr/>
              </p:nvSpPr>
              <p:spPr>
                <a:xfrm>
                  <a:off x="367020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AF">
                    <a:alpha val="100000"/>
                  </a:srgbClr>
                </a:solidFill>
                <a:ln w="5420" cap="flat">
                  <a:solidFill>
                    <a:srgbClr val="6AD1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7" name="pg2977">
                  <a:extLst>
                    <a:ext uri="{FF2B5EF4-FFF2-40B4-BE49-F238E27FC236}">
                      <a16:creationId xmlns:a16="http://schemas.microsoft.com/office/drawing/2014/main" id="{4635A99E-2829-4CF5-9B30-85D9A14F382D}"/>
                    </a:ext>
                  </a:extLst>
                </p:cNvPr>
                <p:cNvSpPr/>
                <p:nvPr/>
              </p:nvSpPr>
              <p:spPr>
                <a:xfrm>
                  <a:off x="368184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8" name="pg2978">
                  <a:extLst>
                    <a:ext uri="{FF2B5EF4-FFF2-40B4-BE49-F238E27FC236}">
                      <a16:creationId xmlns:a16="http://schemas.microsoft.com/office/drawing/2014/main" id="{F525EA73-F7CA-5FF8-1B8B-2902D51A3653}"/>
                    </a:ext>
                  </a:extLst>
                </p:cNvPr>
                <p:cNvSpPr/>
                <p:nvPr/>
              </p:nvSpPr>
              <p:spPr>
                <a:xfrm>
                  <a:off x="3693478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9" name="pg2979">
                  <a:extLst>
                    <a:ext uri="{FF2B5EF4-FFF2-40B4-BE49-F238E27FC236}">
                      <a16:creationId xmlns:a16="http://schemas.microsoft.com/office/drawing/2014/main" id="{722AD4F9-4335-30F1-4B67-7179C25455FD}"/>
                    </a:ext>
                  </a:extLst>
                </p:cNvPr>
                <p:cNvSpPr/>
                <p:nvPr/>
              </p:nvSpPr>
              <p:spPr>
                <a:xfrm>
                  <a:off x="3705115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0" name="pg2980">
                  <a:extLst>
                    <a:ext uri="{FF2B5EF4-FFF2-40B4-BE49-F238E27FC236}">
                      <a16:creationId xmlns:a16="http://schemas.microsoft.com/office/drawing/2014/main" id="{CD5FEE88-780B-F0AA-473B-EA55B74925A1}"/>
                    </a:ext>
                  </a:extLst>
                </p:cNvPr>
                <p:cNvSpPr/>
                <p:nvPr/>
              </p:nvSpPr>
              <p:spPr>
                <a:xfrm>
                  <a:off x="371675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1" name="pg2981">
                  <a:extLst>
                    <a:ext uri="{FF2B5EF4-FFF2-40B4-BE49-F238E27FC236}">
                      <a16:creationId xmlns:a16="http://schemas.microsoft.com/office/drawing/2014/main" id="{AFF71B5C-AC6E-9649-1D01-808F60C941A8}"/>
                    </a:ext>
                  </a:extLst>
                </p:cNvPr>
                <p:cNvSpPr/>
                <p:nvPr/>
              </p:nvSpPr>
              <p:spPr>
                <a:xfrm>
                  <a:off x="372839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2" name="pg2982">
                  <a:extLst>
                    <a:ext uri="{FF2B5EF4-FFF2-40B4-BE49-F238E27FC236}">
                      <a16:creationId xmlns:a16="http://schemas.microsoft.com/office/drawing/2014/main" id="{DCFA0D3D-3741-AE73-3A07-6510D83D4DBB}"/>
                    </a:ext>
                  </a:extLst>
                </p:cNvPr>
                <p:cNvSpPr/>
                <p:nvPr/>
              </p:nvSpPr>
              <p:spPr>
                <a:xfrm>
                  <a:off x="3740027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3" name="pg2983">
                  <a:extLst>
                    <a:ext uri="{FF2B5EF4-FFF2-40B4-BE49-F238E27FC236}">
                      <a16:creationId xmlns:a16="http://schemas.microsoft.com/office/drawing/2014/main" id="{71E6A04A-9740-B05F-5894-285410138A14}"/>
                    </a:ext>
                  </a:extLst>
                </p:cNvPr>
                <p:cNvSpPr/>
                <p:nvPr/>
              </p:nvSpPr>
              <p:spPr>
                <a:xfrm>
                  <a:off x="3751664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4" name="pg2984">
                  <a:extLst>
                    <a:ext uri="{FF2B5EF4-FFF2-40B4-BE49-F238E27FC236}">
                      <a16:creationId xmlns:a16="http://schemas.microsoft.com/office/drawing/2014/main" id="{E99F853B-880B-C684-D3DF-71EB889A18B0}"/>
                    </a:ext>
                  </a:extLst>
                </p:cNvPr>
                <p:cNvSpPr/>
                <p:nvPr/>
              </p:nvSpPr>
              <p:spPr>
                <a:xfrm>
                  <a:off x="376330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5" name="pg2985">
                  <a:extLst>
                    <a:ext uri="{FF2B5EF4-FFF2-40B4-BE49-F238E27FC236}">
                      <a16:creationId xmlns:a16="http://schemas.microsoft.com/office/drawing/2014/main" id="{F480F4E9-8A2B-66A4-FA7A-F4F30B19FA6A}"/>
                    </a:ext>
                  </a:extLst>
                </p:cNvPr>
                <p:cNvSpPr/>
                <p:nvPr/>
              </p:nvSpPr>
              <p:spPr>
                <a:xfrm>
                  <a:off x="3774939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6" name="pg2986">
                  <a:extLst>
                    <a:ext uri="{FF2B5EF4-FFF2-40B4-BE49-F238E27FC236}">
                      <a16:creationId xmlns:a16="http://schemas.microsoft.com/office/drawing/2014/main" id="{B87CCC72-FD79-373C-3DCA-2080E1495FC0}"/>
                    </a:ext>
                  </a:extLst>
                </p:cNvPr>
                <p:cNvSpPr/>
                <p:nvPr/>
              </p:nvSpPr>
              <p:spPr>
                <a:xfrm>
                  <a:off x="3786576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7" name="pg2987">
                  <a:extLst>
                    <a:ext uri="{FF2B5EF4-FFF2-40B4-BE49-F238E27FC236}">
                      <a16:creationId xmlns:a16="http://schemas.microsoft.com/office/drawing/2014/main" id="{884E1C93-8EFA-6B2E-6262-784E0C25A4E9}"/>
                    </a:ext>
                  </a:extLst>
                </p:cNvPr>
                <p:cNvSpPr/>
                <p:nvPr/>
              </p:nvSpPr>
              <p:spPr>
                <a:xfrm>
                  <a:off x="4356806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8" name="pg2988">
                  <a:extLst>
                    <a:ext uri="{FF2B5EF4-FFF2-40B4-BE49-F238E27FC236}">
                      <a16:creationId xmlns:a16="http://schemas.microsoft.com/office/drawing/2014/main" id="{AF924180-3047-BE81-7280-D3DCA5955DC7}"/>
                    </a:ext>
                  </a:extLst>
                </p:cNvPr>
                <p:cNvSpPr/>
                <p:nvPr/>
              </p:nvSpPr>
              <p:spPr>
                <a:xfrm>
                  <a:off x="436844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9" name="pg2989">
                  <a:extLst>
                    <a:ext uri="{FF2B5EF4-FFF2-40B4-BE49-F238E27FC236}">
                      <a16:creationId xmlns:a16="http://schemas.microsoft.com/office/drawing/2014/main" id="{ADBE7EDF-3FFD-A61B-E1F1-C1DC0FA9F972}"/>
                    </a:ext>
                  </a:extLst>
                </p:cNvPr>
                <p:cNvSpPr/>
                <p:nvPr/>
              </p:nvSpPr>
              <p:spPr>
                <a:xfrm>
                  <a:off x="438008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0" name="pg2990">
                  <a:extLst>
                    <a:ext uri="{FF2B5EF4-FFF2-40B4-BE49-F238E27FC236}">
                      <a16:creationId xmlns:a16="http://schemas.microsoft.com/office/drawing/2014/main" id="{660FBD3C-A8C8-3A51-0215-0782D32FF161}"/>
                    </a:ext>
                  </a:extLst>
                </p:cNvPr>
                <p:cNvSpPr/>
                <p:nvPr/>
              </p:nvSpPr>
              <p:spPr>
                <a:xfrm>
                  <a:off x="4391718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1" name="pg2991">
                  <a:extLst>
                    <a:ext uri="{FF2B5EF4-FFF2-40B4-BE49-F238E27FC236}">
                      <a16:creationId xmlns:a16="http://schemas.microsoft.com/office/drawing/2014/main" id="{1D7BC06E-D2F1-59BB-54EB-09D04EC43613}"/>
                    </a:ext>
                  </a:extLst>
                </p:cNvPr>
                <p:cNvSpPr/>
                <p:nvPr/>
              </p:nvSpPr>
              <p:spPr>
                <a:xfrm>
                  <a:off x="4403355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2" name="pg2992">
                  <a:extLst>
                    <a:ext uri="{FF2B5EF4-FFF2-40B4-BE49-F238E27FC236}">
                      <a16:creationId xmlns:a16="http://schemas.microsoft.com/office/drawing/2014/main" id="{6D67A5CB-830F-932F-9D86-6C97B5D05AC2}"/>
                    </a:ext>
                  </a:extLst>
                </p:cNvPr>
                <p:cNvSpPr/>
                <p:nvPr/>
              </p:nvSpPr>
              <p:spPr>
                <a:xfrm>
                  <a:off x="441499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3" name="pg2993">
                  <a:extLst>
                    <a:ext uri="{FF2B5EF4-FFF2-40B4-BE49-F238E27FC236}">
                      <a16:creationId xmlns:a16="http://schemas.microsoft.com/office/drawing/2014/main" id="{3E71D8F2-6F66-559D-DEC8-76C9430908CC}"/>
                    </a:ext>
                  </a:extLst>
                </p:cNvPr>
                <p:cNvSpPr/>
                <p:nvPr/>
              </p:nvSpPr>
              <p:spPr>
                <a:xfrm>
                  <a:off x="442663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4" name="pg2994">
                  <a:extLst>
                    <a:ext uri="{FF2B5EF4-FFF2-40B4-BE49-F238E27FC236}">
                      <a16:creationId xmlns:a16="http://schemas.microsoft.com/office/drawing/2014/main" id="{DB5C7588-8CD4-023F-2528-A99B17DAC3F8}"/>
                    </a:ext>
                  </a:extLst>
                </p:cNvPr>
                <p:cNvSpPr/>
                <p:nvPr/>
              </p:nvSpPr>
              <p:spPr>
                <a:xfrm>
                  <a:off x="458955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8A9">
                    <a:alpha val="100000"/>
                  </a:srgbClr>
                </a:solidFill>
                <a:ln w="5420" cap="flat">
                  <a:solidFill>
                    <a:srgbClr val="36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5" name="pg2995">
                  <a:extLst>
                    <a:ext uri="{FF2B5EF4-FFF2-40B4-BE49-F238E27FC236}">
                      <a16:creationId xmlns:a16="http://schemas.microsoft.com/office/drawing/2014/main" id="{37C07D4A-9161-69C9-5AC7-6C3E8065E93D}"/>
                    </a:ext>
                  </a:extLst>
                </p:cNvPr>
                <p:cNvSpPr/>
                <p:nvPr/>
              </p:nvSpPr>
              <p:spPr>
                <a:xfrm>
                  <a:off x="460119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8A9">
                    <a:alpha val="100000"/>
                  </a:srgbClr>
                </a:solidFill>
                <a:ln w="5420" cap="flat">
                  <a:solidFill>
                    <a:srgbClr val="36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6" name="pg2996">
                  <a:extLst>
                    <a:ext uri="{FF2B5EF4-FFF2-40B4-BE49-F238E27FC236}">
                      <a16:creationId xmlns:a16="http://schemas.microsoft.com/office/drawing/2014/main" id="{BC3DE395-86E8-5ECE-7411-C07FE29B0CF6}"/>
                    </a:ext>
                  </a:extLst>
                </p:cNvPr>
                <p:cNvSpPr/>
                <p:nvPr/>
              </p:nvSpPr>
              <p:spPr>
                <a:xfrm>
                  <a:off x="4612827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7" name="pg2997">
                  <a:extLst>
                    <a:ext uri="{FF2B5EF4-FFF2-40B4-BE49-F238E27FC236}">
                      <a16:creationId xmlns:a16="http://schemas.microsoft.com/office/drawing/2014/main" id="{4F61BA33-DA5B-C286-3185-926B6DAB9160}"/>
                    </a:ext>
                  </a:extLst>
                </p:cNvPr>
                <p:cNvSpPr/>
                <p:nvPr/>
              </p:nvSpPr>
              <p:spPr>
                <a:xfrm>
                  <a:off x="4624464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8" name="pg2998">
                  <a:extLst>
                    <a:ext uri="{FF2B5EF4-FFF2-40B4-BE49-F238E27FC236}">
                      <a16:creationId xmlns:a16="http://schemas.microsoft.com/office/drawing/2014/main" id="{E239D720-3E2C-6295-45CF-B1B3850CEAE2}"/>
                    </a:ext>
                  </a:extLst>
                </p:cNvPr>
                <p:cNvSpPr/>
                <p:nvPr/>
              </p:nvSpPr>
              <p:spPr>
                <a:xfrm>
                  <a:off x="4636101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9" name="pg2999">
                  <a:extLst>
                    <a:ext uri="{FF2B5EF4-FFF2-40B4-BE49-F238E27FC236}">
                      <a16:creationId xmlns:a16="http://schemas.microsoft.com/office/drawing/2014/main" id="{C479C029-2606-A852-16EF-23587D797997}"/>
                    </a:ext>
                  </a:extLst>
                </p:cNvPr>
                <p:cNvSpPr/>
                <p:nvPr/>
              </p:nvSpPr>
              <p:spPr>
                <a:xfrm>
                  <a:off x="3099974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0" name="pg3000">
                  <a:extLst>
                    <a:ext uri="{FF2B5EF4-FFF2-40B4-BE49-F238E27FC236}">
                      <a16:creationId xmlns:a16="http://schemas.microsoft.com/office/drawing/2014/main" id="{E39847AE-17DE-1406-0554-C6A15E92B7C5}"/>
                    </a:ext>
                  </a:extLst>
                </p:cNvPr>
                <p:cNvSpPr/>
                <p:nvPr/>
              </p:nvSpPr>
              <p:spPr>
                <a:xfrm>
                  <a:off x="3111611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1" name="pg3001">
                  <a:extLst>
                    <a:ext uri="{FF2B5EF4-FFF2-40B4-BE49-F238E27FC236}">
                      <a16:creationId xmlns:a16="http://schemas.microsoft.com/office/drawing/2014/main" id="{B434C7FE-3614-4B19-FABE-73E327C863AC}"/>
                    </a:ext>
                  </a:extLst>
                </p:cNvPr>
                <p:cNvSpPr/>
                <p:nvPr/>
              </p:nvSpPr>
              <p:spPr>
                <a:xfrm>
                  <a:off x="3123249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2" name="pg3002">
                  <a:extLst>
                    <a:ext uri="{FF2B5EF4-FFF2-40B4-BE49-F238E27FC236}">
                      <a16:creationId xmlns:a16="http://schemas.microsoft.com/office/drawing/2014/main" id="{F7CC5D55-9D1C-D835-09B6-8A60C298DA0B}"/>
                    </a:ext>
                  </a:extLst>
                </p:cNvPr>
                <p:cNvSpPr/>
                <p:nvPr/>
              </p:nvSpPr>
              <p:spPr>
                <a:xfrm>
                  <a:off x="3134886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3" name="pg3003">
                  <a:extLst>
                    <a:ext uri="{FF2B5EF4-FFF2-40B4-BE49-F238E27FC236}">
                      <a16:creationId xmlns:a16="http://schemas.microsoft.com/office/drawing/2014/main" id="{199F5FA3-411E-52A0-D740-F6BB694B99FB}"/>
                    </a:ext>
                  </a:extLst>
                </p:cNvPr>
                <p:cNvSpPr/>
                <p:nvPr/>
              </p:nvSpPr>
              <p:spPr>
                <a:xfrm>
                  <a:off x="3146523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4" name="pg3004">
                  <a:extLst>
                    <a:ext uri="{FF2B5EF4-FFF2-40B4-BE49-F238E27FC236}">
                      <a16:creationId xmlns:a16="http://schemas.microsoft.com/office/drawing/2014/main" id="{E95519D7-295E-25A7-6A8B-CC0DBC612AF7}"/>
                    </a:ext>
                  </a:extLst>
                </p:cNvPr>
                <p:cNvSpPr/>
                <p:nvPr/>
              </p:nvSpPr>
              <p:spPr>
                <a:xfrm>
                  <a:off x="3158161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5" name="pg3005">
                  <a:extLst>
                    <a:ext uri="{FF2B5EF4-FFF2-40B4-BE49-F238E27FC236}">
                      <a16:creationId xmlns:a16="http://schemas.microsoft.com/office/drawing/2014/main" id="{1D6DFAE2-0007-934E-B83A-5D326A6AE686}"/>
                    </a:ext>
                  </a:extLst>
                </p:cNvPr>
                <p:cNvSpPr/>
                <p:nvPr/>
              </p:nvSpPr>
              <p:spPr>
                <a:xfrm>
                  <a:off x="3169798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6" name="pg3006">
                  <a:extLst>
                    <a:ext uri="{FF2B5EF4-FFF2-40B4-BE49-F238E27FC236}">
                      <a16:creationId xmlns:a16="http://schemas.microsoft.com/office/drawing/2014/main" id="{51AA62F9-7520-753B-D3DA-44B2CC397EE8}"/>
                    </a:ext>
                  </a:extLst>
                </p:cNvPr>
                <p:cNvSpPr/>
                <p:nvPr/>
              </p:nvSpPr>
              <p:spPr>
                <a:xfrm>
                  <a:off x="3181435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7" name="pg3007">
                  <a:extLst>
                    <a:ext uri="{FF2B5EF4-FFF2-40B4-BE49-F238E27FC236}">
                      <a16:creationId xmlns:a16="http://schemas.microsoft.com/office/drawing/2014/main" id="{FCF17701-8AC3-0D9E-0E6E-854C56B65063}"/>
                    </a:ext>
                  </a:extLst>
                </p:cNvPr>
                <p:cNvSpPr/>
                <p:nvPr/>
              </p:nvSpPr>
              <p:spPr>
                <a:xfrm>
                  <a:off x="3507281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C">
                    <a:alpha val="100000"/>
                  </a:srgbClr>
                </a:solidFill>
                <a:ln w="5420" cap="flat">
                  <a:solidFill>
                    <a:srgbClr val="87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8" name="pg3008">
                  <a:extLst>
                    <a:ext uri="{FF2B5EF4-FFF2-40B4-BE49-F238E27FC236}">
                      <a16:creationId xmlns:a16="http://schemas.microsoft.com/office/drawing/2014/main" id="{5225BB29-DB7E-CE53-CC34-65669FDEE752}"/>
                    </a:ext>
                  </a:extLst>
                </p:cNvPr>
                <p:cNvSpPr/>
                <p:nvPr/>
              </p:nvSpPr>
              <p:spPr>
                <a:xfrm>
                  <a:off x="3518918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9" name="pg3009">
                  <a:extLst>
                    <a:ext uri="{FF2B5EF4-FFF2-40B4-BE49-F238E27FC236}">
                      <a16:creationId xmlns:a16="http://schemas.microsoft.com/office/drawing/2014/main" id="{00BD80E3-5E68-B79A-6AF2-FC626A51E67E}"/>
                    </a:ext>
                  </a:extLst>
                </p:cNvPr>
                <p:cNvSpPr/>
                <p:nvPr/>
              </p:nvSpPr>
              <p:spPr>
                <a:xfrm>
                  <a:off x="3530555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9">
                    <a:alpha val="100000"/>
                  </a:srgbClr>
                </a:solidFill>
                <a:ln w="5420" cap="flat">
                  <a:solidFill>
                    <a:srgbClr val="83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0" name="pg3010">
                  <a:extLst>
                    <a:ext uri="{FF2B5EF4-FFF2-40B4-BE49-F238E27FC236}">
                      <a16:creationId xmlns:a16="http://schemas.microsoft.com/office/drawing/2014/main" id="{F457F3DB-0EE3-9C7D-FD7F-6979707675DF}"/>
                    </a:ext>
                  </a:extLst>
                </p:cNvPr>
                <p:cNvSpPr/>
                <p:nvPr/>
              </p:nvSpPr>
              <p:spPr>
                <a:xfrm>
                  <a:off x="3542193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1" name="pg3011">
                  <a:extLst>
                    <a:ext uri="{FF2B5EF4-FFF2-40B4-BE49-F238E27FC236}">
                      <a16:creationId xmlns:a16="http://schemas.microsoft.com/office/drawing/2014/main" id="{A42328FF-51E6-C57F-EF36-0A3E6EDCCBE8}"/>
                    </a:ext>
                  </a:extLst>
                </p:cNvPr>
                <p:cNvSpPr/>
                <p:nvPr/>
              </p:nvSpPr>
              <p:spPr>
                <a:xfrm>
                  <a:off x="355383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2" name="pg3012">
                  <a:extLst>
                    <a:ext uri="{FF2B5EF4-FFF2-40B4-BE49-F238E27FC236}">
                      <a16:creationId xmlns:a16="http://schemas.microsoft.com/office/drawing/2014/main" id="{C9CE98AB-3713-48A0-4F28-20CD952CCC8F}"/>
                    </a:ext>
                  </a:extLst>
                </p:cNvPr>
                <p:cNvSpPr/>
                <p:nvPr/>
              </p:nvSpPr>
              <p:spPr>
                <a:xfrm>
                  <a:off x="3565467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3" name="pg3013">
                  <a:extLst>
                    <a:ext uri="{FF2B5EF4-FFF2-40B4-BE49-F238E27FC236}">
                      <a16:creationId xmlns:a16="http://schemas.microsoft.com/office/drawing/2014/main" id="{ABD9C95A-C8E3-261F-AC2D-D1BBB7E9A58F}"/>
                    </a:ext>
                  </a:extLst>
                </p:cNvPr>
                <p:cNvSpPr/>
                <p:nvPr/>
              </p:nvSpPr>
              <p:spPr>
                <a:xfrm>
                  <a:off x="3577105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4" name="pg3014">
                  <a:extLst>
                    <a:ext uri="{FF2B5EF4-FFF2-40B4-BE49-F238E27FC236}">
                      <a16:creationId xmlns:a16="http://schemas.microsoft.com/office/drawing/2014/main" id="{A78B695D-F6BA-FEA4-C338-2337AA2E3F3C}"/>
                    </a:ext>
                  </a:extLst>
                </p:cNvPr>
                <p:cNvSpPr/>
                <p:nvPr/>
              </p:nvSpPr>
              <p:spPr>
                <a:xfrm>
                  <a:off x="3588742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5" name="pg3015">
                  <a:extLst>
                    <a:ext uri="{FF2B5EF4-FFF2-40B4-BE49-F238E27FC236}">
                      <a16:creationId xmlns:a16="http://schemas.microsoft.com/office/drawing/2014/main" id="{202338F5-BC3D-7E33-31E1-4D479441DCE2}"/>
                    </a:ext>
                  </a:extLst>
                </p:cNvPr>
                <p:cNvSpPr/>
                <p:nvPr/>
              </p:nvSpPr>
              <p:spPr>
                <a:xfrm>
                  <a:off x="3600379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6" name="pg3016">
                  <a:extLst>
                    <a:ext uri="{FF2B5EF4-FFF2-40B4-BE49-F238E27FC236}">
                      <a16:creationId xmlns:a16="http://schemas.microsoft.com/office/drawing/2014/main" id="{959B50E6-B360-9BDF-6EC9-2A9FBE29B2FE}"/>
                    </a:ext>
                  </a:extLst>
                </p:cNvPr>
                <p:cNvSpPr/>
                <p:nvPr/>
              </p:nvSpPr>
              <p:spPr>
                <a:xfrm>
                  <a:off x="3612016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7" name="pg3017">
                  <a:extLst>
                    <a:ext uri="{FF2B5EF4-FFF2-40B4-BE49-F238E27FC236}">
                      <a16:creationId xmlns:a16="http://schemas.microsoft.com/office/drawing/2014/main" id="{63F7A80E-7FD8-32E4-F063-88452531DCAA}"/>
                    </a:ext>
                  </a:extLst>
                </p:cNvPr>
                <p:cNvSpPr/>
                <p:nvPr/>
              </p:nvSpPr>
              <p:spPr>
                <a:xfrm>
                  <a:off x="3623654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8" name="pg3018">
                  <a:extLst>
                    <a:ext uri="{FF2B5EF4-FFF2-40B4-BE49-F238E27FC236}">
                      <a16:creationId xmlns:a16="http://schemas.microsoft.com/office/drawing/2014/main" id="{326D545D-2DE1-7031-4228-577266C952A5}"/>
                    </a:ext>
                  </a:extLst>
                </p:cNvPr>
                <p:cNvSpPr/>
                <p:nvPr/>
              </p:nvSpPr>
              <p:spPr>
                <a:xfrm>
                  <a:off x="3635291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9" name="pg3019">
                  <a:extLst>
                    <a:ext uri="{FF2B5EF4-FFF2-40B4-BE49-F238E27FC236}">
                      <a16:creationId xmlns:a16="http://schemas.microsoft.com/office/drawing/2014/main" id="{14CA40A4-C82E-C885-56E2-ED4150666F1F}"/>
                    </a:ext>
                  </a:extLst>
                </p:cNvPr>
                <p:cNvSpPr/>
                <p:nvPr/>
              </p:nvSpPr>
              <p:spPr>
                <a:xfrm>
                  <a:off x="3646928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0" name="pg3020">
                  <a:extLst>
                    <a:ext uri="{FF2B5EF4-FFF2-40B4-BE49-F238E27FC236}">
                      <a16:creationId xmlns:a16="http://schemas.microsoft.com/office/drawing/2014/main" id="{B6B66398-D4A2-2E37-6DF9-6166A115A6FD}"/>
                    </a:ext>
                  </a:extLst>
                </p:cNvPr>
                <p:cNvSpPr/>
                <p:nvPr/>
              </p:nvSpPr>
              <p:spPr>
                <a:xfrm>
                  <a:off x="3658566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1" name="pg3021">
                  <a:extLst>
                    <a:ext uri="{FF2B5EF4-FFF2-40B4-BE49-F238E27FC236}">
                      <a16:creationId xmlns:a16="http://schemas.microsoft.com/office/drawing/2014/main" id="{4D345E92-08D4-5DF8-AFEC-9519AD289426}"/>
                    </a:ext>
                  </a:extLst>
                </p:cNvPr>
                <p:cNvSpPr/>
                <p:nvPr/>
              </p:nvSpPr>
              <p:spPr>
                <a:xfrm>
                  <a:off x="3670203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2" name="pg3022">
                  <a:extLst>
                    <a:ext uri="{FF2B5EF4-FFF2-40B4-BE49-F238E27FC236}">
                      <a16:creationId xmlns:a16="http://schemas.microsoft.com/office/drawing/2014/main" id="{3ABE6C90-A6D8-ACAA-4F08-CC900C2BC747}"/>
                    </a:ext>
                  </a:extLst>
                </p:cNvPr>
                <p:cNvSpPr/>
                <p:nvPr/>
              </p:nvSpPr>
              <p:spPr>
                <a:xfrm>
                  <a:off x="368184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3" name="pg3023">
                  <a:extLst>
                    <a:ext uri="{FF2B5EF4-FFF2-40B4-BE49-F238E27FC236}">
                      <a16:creationId xmlns:a16="http://schemas.microsoft.com/office/drawing/2014/main" id="{6316B199-0171-DA11-8EA6-0CB23517DC0B}"/>
                    </a:ext>
                  </a:extLst>
                </p:cNvPr>
                <p:cNvSpPr/>
                <p:nvPr/>
              </p:nvSpPr>
              <p:spPr>
                <a:xfrm>
                  <a:off x="3693478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4" name="pg3024">
                  <a:extLst>
                    <a:ext uri="{FF2B5EF4-FFF2-40B4-BE49-F238E27FC236}">
                      <a16:creationId xmlns:a16="http://schemas.microsoft.com/office/drawing/2014/main" id="{216522CC-8837-D8B2-F504-7A81D879488B}"/>
                    </a:ext>
                  </a:extLst>
                </p:cNvPr>
                <p:cNvSpPr/>
                <p:nvPr/>
              </p:nvSpPr>
              <p:spPr>
                <a:xfrm>
                  <a:off x="3705115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5" name="pg3025">
                  <a:extLst>
                    <a:ext uri="{FF2B5EF4-FFF2-40B4-BE49-F238E27FC236}">
                      <a16:creationId xmlns:a16="http://schemas.microsoft.com/office/drawing/2014/main" id="{F21F588E-8F3B-DF0B-3E43-A95216F3E158}"/>
                    </a:ext>
                  </a:extLst>
                </p:cNvPr>
                <p:cNvSpPr/>
                <p:nvPr/>
              </p:nvSpPr>
              <p:spPr>
                <a:xfrm>
                  <a:off x="3716752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6" name="pg3026">
                  <a:extLst>
                    <a:ext uri="{FF2B5EF4-FFF2-40B4-BE49-F238E27FC236}">
                      <a16:creationId xmlns:a16="http://schemas.microsoft.com/office/drawing/2014/main" id="{9EB3DF03-E9EA-675D-A1E4-C0A05439DEC5}"/>
                    </a:ext>
                  </a:extLst>
                </p:cNvPr>
                <p:cNvSpPr/>
                <p:nvPr/>
              </p:nvSpPr>
              <p:spPr>
                <a:xfrm>
                  <a:off x="372839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7" name="pg3027">
                  <a:extLst>
                    <a:ext uri="{FF2B5EF4-FFF2-40B4-BE49-F238E27FC236}">
                      <a16:creationId xmlns:a16="http://schemas.microsoft.com/office/drawing/2014/main" id="{9E92AF8F-1539-C2D6-00BD-037E9122DA52}"/>
                    </a:ext>
                  </a:extLst>
                </p:cNvPr>
                <p:cNvSpPr/>
                <p:nvPr/>
              </p:nvSpPr>
              <p:spPr>
                <a:xfrm>
                  <a:off x="3740027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8" name="pg3028">
                  <a:extLst>
                    <a:ext uri="{FF2B5EF4-FFF2-40B4-BE49-F238E27FC236}">
                      <a16:creationId xmlns:a16="http://schemas.microsoft.com/office/drawing/2014/main" id="{F953FE4B-ECCD-61C0-3A0C-A345F8FB9C73}"/>
                    </a:ext>
                  </a:extLst>
                </p:cNvPr>
                <p:cNvSpPr/>
                <p:nvPr/>
              </p:nvSpPr>
              <p:spPr>
                <a:xfrm>
                  <a:off x="3751664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9" name="pg3029">
                  <a:extLst>
                    <a:ext uri="{FF2B5EF4-FFF2-40B4-BE49-F238E27FC236}">
                      <a16:creationId xmlns:a16="http://schemas.microsoft.com/office/drawing/2014/main" id="{1724732B-C972-C355-1A9A-F083D5CEE0CD}"/>
                    </a:ext>
                  </a:extLst>
                </p:cNvPr>
                <p:cNvSpPr/>
                <p:nvPr/>
              </p:nvSpPr>
              <p:spPr>
                <a:xfrm>
                  <a:off x="3763302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4">
                    <a:alpha val="100000"/>
                  </a:srgbClr>
                </a:solidFill>
                <a:ln w="5420" cap="flat">
                  <a:solidFill>
                    <a:srgbClr val="77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0" name="pg3030">
                  <a:extLst>
                    <a:ext uri="{FF2B5EF4-FFF2-40B4-BE49-F238E27FC236}">
                      <a16:creationId xmlns:a16="http://schemas.microsoft.com/office/drawing/2014/main" id="{488DCF49-0038-325C-6BEA-6B4142FEC71C}"/>
                    </a:ext>
                  </a:extLst>
                </p:cNvPr>
                <p:cNvSpPr/>
                <p:nvPr/>
              </p:nvSpPr>
              <p:spPr>
                <a:xfrm>
                  <a:off x="3774939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1" name="pg3031">
                  <a:extLst>
                    <a:ext uri="{FF2B5EF4-FFF2-40B4-BE49-F238E27FC236}">
                      <a16:creationId xmlns:a16="http://schemas.microsoft.com/office/drawing/2014/main" id="{0453B961-CF0A-91E8-A61D-DF00FFE445D8}"/>
                    </a:ext>
                  </a:extLst>
                </p:cNvPr>
                <p:cNvSpPr/>
                <p:nvPr/>
              </p:nvSpPr>
              <p:spPr>
                <a:xfrm>
                  <a:off x="3786576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2" name="pg3032">
                  <a:extLst>
                    <a:ext uri="{FF2B5EF4-FFF2-40B4-BE49-F238E27FC236}">
                      <a16:creationId xmlns:a16="http://schemas.microsoft.com/office/drawing/2014/main" id="{7AEBCB78-3EE3-9B87-AB4C-2DD77B49769A}"/>
                    </a:ext>
                  </a:extLst>
                </p:cNvPr>
                <p:cNvSpPr/>
                <p:nvPr/>
              </p:nvSpPr>
              <p:spPr>
                <a:xfrm>
                  <a:off x="4368443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3" name="pg3033">
                  <a:extLst>
                    <a:ext uri="{FF2B5EF4-FFF2-40B4-BE49-F238E27FC236}">
                      <a16:creationId xmlns:a16="http://schemas.microsoft.com/office/drawing/2014/main" id="{AADB318F-52F1-4BD2-36D5-7A114EF95CB0}"/>
                    </a:ext>
                  </a:extLst>
                </p:cNvPr>
                <p:cNvSpPr/>
                <p:nvPr/>
              </p:nvSpPr>
              <p:spPr>
                <a:xfrm>
                  <a:off x="438008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4" name="pg3034">
                  <a:extLst>
                    <a:ext uri="{FF2B5EF4-FFF2-40B4-BE49-F238E27FC236}">
                      <a16:creationId xmlns:a16="http://schemas.microsoft.com/office/drawing/2014/main" id="{86AA5AC3-D062-0D2E-5B19-754749E36ACA}"/>
                    </a:ext>
                  </a:extLst>
                </p:cNvPr>
                <p:cNvSpPr/>
                <p:nvPr/>
              </p:nvSpPr>
              <p:spPr>
                <a:xfrm>
                  <a:off x="4391718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5" name="pg3035">
                  <a:extLst>
                    <a:ext uri="{FF2B5EF4-FFF2-40B4-BE49-F238E27FC236}">
                      <a16:creationId xmlns:a16="http://schemas.microsoft.com/office/drawing/2014/main" id="{D120E3ED-58E5-F019-C0C5-051932ED625D}"/>
                    </a:ext>
                  </a:extLst>
                </p:cNvPr>
                <p:cNvSpPr/>
                <p:nvPr/>
              </p:nvSpPr>
              <p:spPr>
                <a:xfrm>
                  <a:off x="4403355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6" name="pg3036">
                  <a:extLst>
                    <a:ext uri="{FF2B5EF4-FFF2-40B4-BE49-F238E27FC236}">
                      <a16:creationId xmlns:a16="http://schemas.microsoft.com/office/drawing/2014/main" id="{994B7B99-C325-8304-E5F0-DA13A5DD32B7}"/>
                    </a:ext>
                  </a:extLst>
                </p:cNvPr>
                <p:cNvSpPr/>
                <p:nvPr/>
              </p:nvSpPr>
              <p:spPr>
                <a:xfrm>
                  <a:off x="4414992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7" name="pg3037">
                  <a:extLst>
                    <a:ext uri="{FF2B5EF4-FFF2-40B4-BE49-F238E27FC236}">
                      <a16:creationId xmlns:a16="http://schemas.microsoft.com/office/drawing/2014/main" id="{C8F55F45-51DC-3E8E-1BD6-9CEE1790B52C}"/>
                    </a:ext>
                  </a:extLst>
                </p:cNvPr>
                <p:cNvSpPr/>
                <p:nvPr/>
              </p:nvSpPr>
              <p:spPr>
                <a:xfrm>
                  <a:off x="442663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8" name="pg3038">
                  <a:extLst>
                    <a:ext uri="{FF2B5EF4-FFF2-40B4-BE49-F238E27FC236}">
                      <a16:creationId xmlns:a16="http://schemas.microsoft.com/office/drawing/2014/main" id="{DBB928EB-2DA5-2EA5-9E55-D67B6B72BA5B}"/>
                    </a:ext>
                  </a:extLst>
                </p:cNvPr>
                <p:cNvSpPr/>
                <p:nvPr/>
              </p:nvSpPr>
              <p:spPr>
                <a:xfrm>
                  <a:off x="4438267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9" name="pg3039">
                  <a:extLst>
                    <a:ext uri="{FF2B5EF4-FFF2-40B4-BE49-F238E27FC236}">
                      <a16:creationId xmlns:a16="http://schemas.microsoft.com/office/drawing/2014/main" id="{534DBEDE-60EB-2EFD-9B53-EA3357B11A6B}"/>
                    </a:ext>
                  </a:extLst>
                </p:cNvPr>
                <p:cNvSpPr/>
                <p:nvPr/>
              </p:nvSpPr>
              <p:spPr>
                <a:xfrm>
                  <a:off x="4589552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0" name="pg3040">
                  <a:extLst>
                    <a:ext uri="{FF2B5EF4-FFF2-40B4-BE49-F238E27FC236}">
                      <a16:creationId xmlns:a16="http://schemas.microsoft.com/office/drawing/2014/main" id="{01370D6F-66DB-147F-264B-8EF22E97716D}"/>
                    </a:ext>
                  </a:extLst>
                </p:cNvPr>
                <p:cNvSpPr/>
                <p:nvPr/>
              </p:nvSpPr>
              <p:spPr>
                <a:xfrm>
                  <a:off x="460119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1" name="pg3041">
                  <a:extLst>
                    <a:ext uri="{FF2B5EF4-FFF2-40B4-BE49-F238E27FC236}">
                      <a16:creationId xmlns:a16="http://schemas.microsoft.com/office/drawing/2014/main" id="{6A1255F1-487E-33D0-874C-336A73911F2E}"/>
                    </a:ext>
                  </a:extLst>
                </p:cNvPr>
                <p:cNvSpPr/>
                <p:nvPr/>
              </p:nvSpPr>
              <p:spPr>
                <a:xfrm>
                  <a:off x="4612827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2" name="pg3042">
                  <a:extLst>
                    <a:ext uri="{FF2B5EF4-FFF2-40B4-BE49-F238E27FC236}">
                      <a16:creationId xmlns:a16="http://schemas.microsoft.com/office/drawing/2014/main" id="{6C922FEC-CBC2-8E5C-790D-F8E65BFBFE29}"/>
                    </a:ext>
                  </a:extLst>
                </p:cNvPr>
                <p:cNvSpPr/>
                <p:nvPr/>
              </p:nvSpPr>
              <p:spPr>
                <a:xfrm>
                  <a:off x="4624464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3" name="pg3043">
                  <a:extLst>
                    <a:ext uri="{FF2B5EF4-FFF2-40B4-BE49-F238E27FC236}">
                      <a16:creationId xmlns:a16="http://schemas.microsoft.com/office/drawing/2014/main" id="{7D372325-28A5-31F4-54FB-22A6A6FC8E61}"/>
                    </a:ext>
                  </a:extLst>
                </p:cNvPr>
                <p:cNvSpPr/>
                <p:nvPr/>
              </p:nvSpPr>
              <p:spPr>
                <a:xfrm>
                  <a:off x="4636101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AA9">
                    <a:alpha val="100000"/>
                  </a:srgbClr>
                </a:solidFill>
                <a:ln w="5420" cap="flat">
                  <a:solidFill>
                    <a:srgbClr val="38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4" name="pg3044">
                  <a:extLst>
                    <a:ext uri="{FF2B5EF4-FFF2-40B4-BE49-F238E27FC236}">
                      <a16:creationId xmlns:a16="http://schemas.microsoft.com/office/drawing/2014/main" id="{C4CE3F53-9512-B254-2A4A-FBE0265F3D3E}"/>
                    </a:ext>
                  </a:extLst>
                </p:cNvPr>
                <p:cNvSpPr/>
                <p:nvPr/>
              </p:nvSpPr>
              <p:spPr>
                <a:xfrm>
                  <a:off x="3088337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5" name="pg3045">
                  <a:extLst>
                    <a:ext uri="{FF2B5EF4-FFF2-40B4-BE49-F238E27FC236}">
                      <a16:creationId xmlns:a16="http://schemas.microsoft.com/office/drawing/2014/main" id="{10D991E7-0EA7-3457-C82D-6250698FAE1A}"/>
                    </a:ext>
                  </a:extLst>
                </p:cNvPr>
                <p:cNvSpPr/>
                <p:nvPr/>
              </p:nvSpPr>
              <p:spPr>
                <a:xfrm>
                  <a:off x="3099974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6" name="pg3046">
                  <a:extLst>
                    <a:ext uri="{FF2B5EF4-FFF2-40B4-BE49-F238E27FC236}">
                      <a16:creationId xmlns:a16="http://schemas.microsoft.com/office/drawing/2014/main" id="{653BCF26-2086-1A02-50A4-3E57D6FFBC7E}"/>
                    </a:ext>
                  </a:extLst>
                </p:cNvPr>
                <p:cNvSpPr/>
                <p:nvPr/>
              </p:nvSpPr>
              <p:spPr>
                <a:xfrm>
                  <a:off x="3111611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7" name="pg3047">
                  <a:extLst>
                    <a:ext uri="{FF2B5EF4-FFF2-40B4-BE49-F238E27FC236}">
                      <a16:creationId xmlns:a16="http://schemas.microsoft.com/office/drawing/2014/main" id="{FF278013-E659-847A-9B35-2B5BAE56ED9A}"/>
                    </a:ext>
                  </a:extLst>
                </p:cNvPr>
                <p:cNvSpPr/>
                <p:nvPr/>
              </p:nvSpPr>
              <p:spPr>
                <a:xfrm>
                  <a:off x="3123249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8" name="pg3048">
                  <a:extLst>
                    <a:ext uri="{FF2B5EF4-FFF2-40B4-BE49-F238E27FC236}">
                      <a16:creationId xmlns:a16="http://schemas.microsoft.com/office/drawing/2014/main" id="{C7C68254-3DDB-FD7F-B4F9-EEDA06864ACA}"/>
                    </a:ext>
                  </a:extLst>
                </p:cNvPr>
                <p:cNvSpPr/>
                <p:nvPr/>
              </p:nvSpPr>
              <p:spPr>
                <a:xfrm>
                  <a:off x="3134886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9" name="pg3049">
                  <a:extLst>
                    <a:ext uri="{FF2B5EF4-FFF2-40B4-BE49-F238E27FC236}">
                      <a16:creationId xmlns:a16="http://schemas.microsoft.com/office/drawing/2014/main" id="{05047821-10D7-9D64-94A0-039CC8A43501}"/>
                    </a:ext>
                  </a:extLst>
                </p:cNvPr>
                <p:cNvSpPr/>
                <p:nvPr/>
              </p:nvSpPr>
              <p:spPr>
                <a:xfrm>
                  <a:off x="3146523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0" name="pg3050">
                  <a:extLst>
                    <a:ext uri="{FF2B5EF4-FFF2-40B4-BE49-F238E27FC236}">
                      <a16:creationId xmlns:a16="http://schemas.microsoft.com/office/drawing/2014/main" id="{DF08C6C6-35F7-C461-0DDA-A1F813923094}"/>
                    </a:ext>
                  </a:extLst>
                </p:cNvPr>
                <p:cNvSpPr/>
                <p:nvPr/>
              </p:nvSpPr>
              <p:spPr>
                <a:xfrm>
                  <a:off x="3518918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1" name="pg3051">
                  <a:extLst>
                    <a:ext uri="{FF2B5EF4-FFF2-40B4-BE49-F238E27FC236}">
                      <a16:creationId xmlns:a16="http://schemas.microsoft.com/office/drawing/2014/main" id="{4D5F94C2-508C-8A97-21A2-9C4571195638}"/>
                    </a:ext>
                  </a:extLst>
                </p:cNvPr>
                <p:cNvSpPr/>
                <p:nvPr/>
              </p:nvSpPr>
              <p:spPr>
                <a:xfrm>
                  <a:off x="3530555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2" name="pg3052">
                  <a:extLst>
                    <a:ext uri="{FF2B5EF4-FFF2-40B4-BE49-F238E27FC236}">
                      <a16:creationId xmlns:a16="http://schemas.microsoft.com/office/drawing/2014/main" id="{9DC2DC7F-CD98-7DE8-B8A4-97CD271E57FF}"/>
                    </a:ext>
                  </a:extLst>
                </p:cNvPr>
                <p:cNvSpPr/>
                <p:nvPr/>
              </p:nvSpPr>
              <p:spPr>
                <a:xfrm>
                  <a:off x="3542193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3" name="pg3053">
                  <a:extLst>
                    <a:ext uri="{FF2B5EF4-FFF2-40B4-BE49-F238E27FC236}">
                      <a16:creationId xmlns:a16="http://schemas.microsoft.com/office/drawing/2014/main" id="{5CCACBBB-9434-5694-6896-BF6076AD459C}"/>
                    </a:ext>
                  </a:extLst>
                </p:cNvPr>
                <p:cNvSpPr/>
                <p:nvPr/>
              </p:nvSpPr>
              <p:spPr>
                <a:xfrm>
                  <a:off x="355383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4" name="pg3054">
                  <a:extLst>
                    <a:ext uri="{FF2B5EF4-FFF2-40B4-BE49-F238E27FC236}">
                      <a16:creationId xmlns:a16="http://schemas.microsoft.com/office/drawing/2014/main" id="{08533F9C-5BC7-30EC-75D9-66EE0E87FB38}"/>
                    </a:ext>
                  </a:extLst>
                </p:cNvPr>
                <p:cNvSpPr/>
                <p:nvPr/>
              </p:nvSpPr>
              <p:spPr>
                <a:xfrm>
                  <a:off x="3565467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5" name="pg3055">
                  <a:extLst>
                    <a:ext uri="{FF2B5EF4-FFF2-40B4-BE49-F238E27FC236}">
                      <a16:creationId xmlns:a16="http://schemas.microsoft.com/office/drawing/2014/main" id="{7708FAD0-1519-67ED-9293-195049A02002}"/>
                    </a:ext>
                  </a:extLst>
                </p:cNvPr>
                <p:cNvSpPr/>
                <p:nvPr/>
              </p:nvSpPr>
              <p:spPr>
                <a:xfrm>
                  <a:off x="3577105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6" name="pg3056">
                  <a:extLst>
                    <a:ext uri="{FF2B5EF4-FFF2-40B4-BE49-F238E27FC236}">
                      <a16:creationId xmlns:a16="http://schemas.microsoft.com/office/drawing/2014/main" id="{5726CBFC-2A15-E9EF-43FA-94F148156667}"/>
                    </a:ext>
                  </a:extLst>
                </p:cNvPr>
                <p:cNvSpPr/>
                <p:nvPr/>
              </p:nvSpPr>
              <p:spPr>
                <a:xfrm>
                  <a:off x="3588742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7" name="pg3057">
                  <a:extLst>
                    <a:ext uri="{FF2B5EF4-FFF2-40B4-BE49-F238E27FC236}">
                      <a16:creationId xmlns:a16="http://schemas.microsoft.com/office/drawing/2014/main" id="{D6B20D5C-831A-EB65-A866-C85E15ED72AE}"/>
                    </a:ext>
                  </a:extLst>
                </p:cNvPr>
                <p:cNvSpPr/>
                <p:nvPr/>
              </p:nvSpPr>
              <p:spPr>
                <a:xfrm>
                  <a:off x="3600379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8" name="pg3058">
                  <a:extLst>
                    <a:ext uri="{FF2B5EF4-FFF2-40B4-BE49-F238E27FC236}">
                      <a16:creationId xmlns:a16="http://schemas.microsoft.com/office/drawing/2014/main" id="{55797A0B-C7A2-B0B0-41BF-F6E639F8EE73}"/>
                    </a:ext>
                  </a:extLst>
                </p:cNvPr>
                <p:cNvSpPr/>
                <p:nvPr/>
              </p:nvSpPr>
              <p:spPr>
                <a:xfrm>
                  <a:off x="3612016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9" name="pg3059">
                  <a:extLst>
                    <a:ext uri="{FF2B5EF4-FFF2-40B4-BE49-F238E27FC236}">
                      <a16:creationId xmlns:a16="http://schemas.microsoft.com/office/drawing/2014/main" id="{EE5D0848-52B4-BAF2-7BA8-23D59FE29406}"/>
                    </a:ext>
                  </a:extLst>
                </p:cNvPr>
                <p:cNvSpPr/>
                <p:nvPr/>
              </p:nvSpPr>
              <p:spPr>
                <a:xfrm>
                  <a:off x="3623654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0" name="pg3060">
                  <a:extLst>
                    <a:ext uri="{FF2B5EF4-FFF2-40B4-BE49-F238E27FC236}">
                      <a16:creationId xmlns:a16="http://schemas.microsoft.com/office/drawing/2014/main" id="{A53AA9C2-3C7B-402D-8F1F-16A1DBD04A9D}"/>
                    </a:ext>
                  </a:extLst>
                </p:cNvPr>
                <p:cNvSpPr/>
                <p:nvPr/>
              </p:nvSpPr>
              <p:spPr>
                <a:xfrm>
                  <a:off x="3635291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1" name="pg3061">
                  <a:extLst>
                    <a:ext uri="{FF2B5EF4-FFF2-40B4-BE49-F238E27FC236}">
                      <a16:creationId xmlns:a16="http://schemas.microsoft.com/office/drawing/2014/main" id="{148BDA74-D3ED-9A26-57A4-9C19AE3A990B}"/>
                    </a:ext>
                  </a:extLst>
                </p:cNvPr>
                <p:cNvSpPr/>
                <p:nvPr/>
              </p:nvSpPr>
              <p:spPr>
                <a:xfrm>
                  <a:off x="3646928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2" name="pg3062">
                  <a:extLst>
                    <a:ext uri="{FF2B5EF4-FFF2-40B4-BE49-F238E27FC236}">
                      <a16:creationId xmlns:a16="http://schemas.microsoft.com/office/drawing/2014/main" id="{DC7673F5-E452-258E-718C-7AA4C2432CD9}"/>
                    </a:ext>
                  </a:extLst>
                </p:cNvPr>
                <p:cNvSpPr/>
                <p:nvPr/>
              </p:nvSpPr>
              <p:spPr>
                <a:xfrm>
                  <a:off x="3658566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3" name="pg3063">
                  <a:extLst>
                    <a:ext uri="{FF2B5EF4-FFF2-40B4-BE49-F238E27FC236}">
                      <a16:creationId xmlns:a16="http://schemas.microsoft.com/office/drawing/2014/main" id="{CA843935-A743-5E18-FBE1-E43FA44F2C95}"/>
                    </a:ext>
                  </a:extLst>
                </p:cNvPr>
                <p:cNvSpPr/>
                <p:nvPr/>
              </p:nvSpPr>
              <p:spPr>
                <a:xfrm>
                  <a:off x="3670203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4" name="pg3064">
                  <a:extLst>
                    <a:ext uri="{FF2B5EF4-FFF2-40B4-BE49-F238E27FC236}">
                      <a16:creationId xmlns:a16="http://schemas.microsoft.com/office/drawing/2014/main" id="{01B5101D-269F-A6CE-178F-898F796E347B}"/>
                    </a:ext>
                  </a:extLst>
                </p:cNvPr>
                <p:cNvSpPr/>
                <p:nvPr/>
              </p:nvSpPr>
              <p:spPr>
                <a:xfrm>
                  <a:off x="368184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5" name="pg3065">
                  <a:extLst>
                    <a:ext uri="{FF2B5EF4-FFF2-40B4-BE49-F238E27FC236}">
                      <a16:creationId xmlns:a16="http://schemas.microsoft.com/office/drawing/2014/main" id="{68435E36-EB03-C2B4-FDEE-95EFD77F7BE8}"/>
                    </a:ext>
                  </a:extLst>
                </p:cNvPr>
                <p:cNvSpPr/>
                <p:nvPr/>
              </p:nvSpPr>
              <p:spPr>
                <a:xfrm>
                  <a:off x="3693478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6" name="pg3066">
                  <a:extLst>
                    <a:ext uri="{FF2B5EF4-FFF2-40B4-BE49-F238E27FC236}">
                      <a16:creationId xmlns:a16="http://schemas.microsoft.com/office/drawing/2014/main" id="{9223BDAB-87AF-A090-89CB-98D8BBE417CD}"/>
                    </a:ext>
                  </a:extLst>
                </p:cNvPr>
                <p:cNvSpPr/>
                <p:nvPr/>
              </p:nvSpPr>
              <p:spPr>
                <a:xfrm>
                  <a:off x="3705115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7" name="pg3067">
                  <a:extLst>
                    <a:ext uri="{FF2B5EF4-FFF2-40B4-BE49-F238E27FC236}">
                      <a16:creationId xmlns:a16="http://schemas.microsoft.com/office/drawing/2014/main" id="{5D70D1C0-7003-0CDE-67DC-93CA13988301}"/>
                    </a:ext>
                  </a:extLst>
                </p:cNvPr>
                <p:cNvSpPr/>
                <p:nvPr/>
              </p:nvSpPr>
              <p:spPr>
                <a:xfrm>
                  <a:off x="3716752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8" name="pg3068">
                  <a:extLst>
                    <a:ext uri="{FF2B5EF4-FFF2-40B4-BE49-F238E27FC236}">
                      <a16:creationId xmlns:a16="http://schemas.microsoft.com/office/drawing/2014/main" id="{D6B47934-0A37-B20C-05A6-1F5DD2ED3500}"/>
                    </a:ext>
                  </a:extLst>
                </p:cNvPr>
                <p:cNvSpPr/>
                <p:nvPr/>
              </p:nvSpPr>
              <p:spPr>
                <a:xfrm>
                  <a:off x="372839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9" name="pg3069">
                  <a:extLst>
                    <a:ext uri="{FF2B5EF4-FFF2-40B4-BE49-F238E27FC236}">
                      <a16:creationId xmlns:a16="http://schemas.microsoft.com/office/drawing/2014/main" id="{6F1E3FBB-7072-9145-6ECE-8FF34CCBB405}"/>
                    </a:ext>
                  </a:extLst>
                </p:cNvPr>
                <p:cNvSpPr/>
                <p:nvPr/>
              </p:nvSpPr>
              <p:spPr>
                <a:xfrm>
                  <a:off x="3740027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0" name="pg3070">
                  <a:extLst>
                    <a:ext uri="{FF2B5EF4-FFF2-40B4-BE49-F238E27FC236}">
                      <a16:creationId xmlns:a16="http://schemas.microsoft.com/office/drawing/2014/main" id="{4E3905B0-136B-16A8-4533-D8BF85152D2B}"/>
                    </a:ext>
                  </a:extLst>
                </p:cNvPr>
                <p:cNvSpPr/>
                <p:nvPr/>
              </p:nvSpPr>
              <p:spPr>
                <a:xfrm>
                  <a:off x="3751664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1" name="pg3071">
                  <a:extLst>
                    <a:ext uri="{FF2B5EF4-FFF2-40B4-BE49-F238E27FC236}">
                      <a16:creationId xmlns:a16="http://schemas.microsoft.com/office/drawing/2014/main" id="{634605B1-D8CC-76DD-A44A-5889F569ECBF}"/>
                    </a:ext>
                  </a:extLst>
                </p:cNvPr>
                <p:cNvSpPr/>
                <p:nvPr/>
              </p:nvSpPr>
              <p:spPr>
                <a:xfrm>
                  <a:off x="3763302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2" name="pg3072">
                  <a:extLst>
                    <a:ext uri="{FF2B5EF4-FFF2-40B4-BE49-F238E27FC236}">
                      <a16:creationId xmlns:a16="http://schemas.microsoft.com/office/drawing/2014/main" id="{FAFAAF5E-62D3-E670-0DE7-55FA742CA98E}"/>
                    </a:ext>
                  </a:extLst>
                </p:cNvPr>
                <p:cNvSpPr/>
                <p:nvPr/>
              </p:nvSpPr>
              <p:spPr>
                <a:xfrm>
                  <a:off x="3774939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3" name="pg3073">
                  <a:extLst>
                    <a:ext uri="{FF2B5EF4-FFF2-40B4-BE49-F238E27FC236}">
                      <a16:creationId xmlns:a16="http://schemas.microsoft.com/office/drawing/2014/main" id="{779B3296-9DDD-B3B9-7644-47CBA32FF638}"/>
                    </a:ext>
                  </a:extLst>
                </p:cNvPr>
                <p:cNvSpPr/>
                <p:nvPr/>
              </p:nvSpPr>
              <p:spPr>
                <a:xfrm>
                  <a:off x="3786576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4" name="pg3074">
                  <a:extLst>
                    <a:ext uri="{FF2B5EF4-FFF2-40B4-BE49-F238E27FC236}">
                      <a16:creationId xmlns:a16="http://schemas.microsoft.com/office/drawing/2014/main" id="{56215015-EB39-3845-615D-8B71FAD329DA}"/>
                    </a:ext>
                  </a:extLst>
                </p:cNvPr>
                <p:cNvSpPr/>
                <p:nvPr/>
              </p:nvSpPr>
              <p:spPr>
                <a:xfrm>
                  <a:off x="438008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5" name="pg3075">
                  <a:extLst>
                    <a:ext uri="{FF2B5EF4-FFF2-40B4-BE49-F238E27FC236}">
                      <a16:creationId xmlns:a16="http://schemas.microsoft.com/office/drawing/2014/main" id="{FA699BD4-9675-8C62-9DFD-DF783A27CBE6}"/>
                    </a:ext>
                  </a:extLst>
                </p:cNvPr>
                <p:cNvSpPr/>
                <p:nvPr/>
              </p:nvSpPr>
              <p:spPr>
                <a:xfrm>
                  <a:off x="4391718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6" name="pg3076">
                  <a:extLst>
                    <a:ext uri="{FF2B5EF4-FFF2-40B4-BE49-F238E27FC236}">
                      <a16:creationId xmlns:a16="http://schemas.microsoft.com/office/drawing/2014/main" id="{071E0759-08A7-B7BB-32E9-9C7C2027D0D2}"/>
                    </a:ext>
                  </a:extLst>
                </p:cNvPr>
                <p:cNvSpPr/>
                <p:nvPr/>
              </p:nvSpPr>
              <p:spPr>
                <a:xfrm>
                  <a:off x="4403355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7" name="pg3077">
                  <a:extLst>
                    <a:ext uri="{FF2B5EF4-FFF2-40B4-BE49-F238E27FC236}">
                      <a16:creationId xmlns:a16="http://schemas.microsoft.com/office/drawing/2014/main" id="{95819316-059B-17DF-A800-7AB28AEB42DE}"/>
                    </a:ext>
                  </a:extLst>
                </p:cNvPr>
                <p:cNvSpPr/>
                <p:nvPr/>
              </p:nvSpPr>
              <p:spPr>
                <a:xfrm>
                  <a:off x="4414992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8" name="pg3078">
                  <a:extLst>
                    <a:ext uri="{FF2B5EF4-FFF2-40B4-BE49-F238E27FC236}">
                      <a16:creationId xmlns:a16="http://schemas.microsoft.com/office/drawing/2014/main" id="{8ADC29FF-DFF1-0C75-42FE-F825C7DEA400}"/>
                    </a:ext>
                  </a:extLst>
                </p:cNvPr>
                <p:cNvSpPr/>
                <p:nvPr/>
              </p:nvSpPr>
              <p:spPr>
                <a:xfrm>
                  <a:off x="442663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6AA">
                    <a:alpha val="100000"/>
                  </a:srgbClr>
                </a:solidFill>
                <a:ln w="5420" cap="flat">
                  <a:solidFill>
                    <a:srgbClr val="42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9" name="pg3079">
                  <a:extLst>
                    <a:ext uri="{FF2B5EF4-FFF2-40B4-BE49-F238E27FC236}">
                      <a16:creationId xmlns:a16="http://schemas.microsoft.com/office/drawing/2014/main" id="{A5E78BC3-9CE7-EACE-9236-BC1445AA970E}"/>
                    </a:ext>
                  </a:extLst>
                </p:cNvPr>
                <p:cNvSpPr/>
                <p:nvPr/>
              </p:nvSpPr>
              <p:spPr>
                <a:xfrm>
                  <a:off x="4438267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0" name="pg3080">
                  <a:extLst>
                    <a:ext uri="{FF2B5EF4-FFF2-40B4-BE49-F238E27FC236}">
                      <a16:creationId xmlns:a16="http://schemas.microsoft.com/office/drawing/2014/main" id="{41B2AC46-65F9-8415-E36E-4861C16DE2DE}"/>
                    </a:ext>
                  </a:extLst>
                </p:cNvPr>
                <p:cNvSpPr/>
                <p:nvPr/>
              </p:nvSpPr>
              <p:spPr>
                <a:xfrm>
                  <a:off x="4449904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1" name="pg3081">
                  <a:extLst>
                    <a:ext uri="{FF2B5EF4-FFF2-40B4-BE49-F238E27FC236}">
                      <a16:creationId xmlns:a16="http://schemas.microsoft.com/office/drawing/2014/main" id="{D8A44E52-21A9-71FB-227A-B3F31E1C3EFB}"/>
                    </a:ext>
                  </a:extLst>
                </p:cNvPr>
                <p:cNvSpPr/>
                <p:nvPr/>
              </p:nvSpPr>
              <p:spPr>
                <a:xfrm>
                  <a:off x="460119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2" name="pg3082">
                  <a:extLst>
                    <a:ext uri="{FF2B5EF4-FFF2-40B4-BE49-F238E27FC236}">
                      <a16:creationId xmlns:a16="http://schemas.microsoft.com/office/drawing/2014/main" id="{72848FE2-F164-2674-3B52-2EBBDA9896E5}"/>
                    </a:ext>
                  </a:extLst>
                </p:cNvPr>
                <p:cNvSpPr/>
                <p:nvPr/>
              </p:nvSpPr>
              <p:spPr>
                <a:xfrm>
                  <a:off x="4612827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3" name="pg3083">
                  <a:extLst>
                    <a:ext uri="{FF2B5EF4-FFF2-40B4-BE49-F238E27FC236}">
                      <a16:creationId xmlns:a16="http://schemas.microsoft.com/office/drawing/2014/main" id="{4263D071-CDB6-376D-C92B-E0D7B866C5E8}"/>
                    </a:ext>
                  </a:extLst>
                </p:cNvPr>
                <p:cNvSpPr/>
                <p:nvPr/>
              </p:nvSpPr>
              <p:spPr>
                <a:xfrm>
                  <a:off x="4624464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4" name="pg3084">
                  <a:extLst>
                    <a:ext uri="{FF2B5EF4-FFF2-40B4-BE49-F238E27FC236}">
                      <a16:creationId xmlns:a16="http://schemas.microsoft.com/office/drawing/2014/main" id="{976BB66F-1DA2-9116-938F-D22D7FA607B1}"/>
                    </a:ext>
                  </a:extLst>
                </p:cNvPr>
                <p:cNvSpPr/>
                <p:nvPr/>
              </p:nvSpPr>
              <p:spPr>
                <a:xfrm>
                  <a:off x="4636101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5" name="pg3085">
                  <a:extLst>
                    <a:ext uri="{FF2B5EF4-FFF2-40B4-BE49-F238E27FC236}">
                      <a16:creationId xmlns:a16="http://schemas.microsoft.com/office/drawing/2014/main" id="{B9E8372A-70E2-DBFA-8B05-E57A35DDEDEB}"/>
                    </a:ext>
                  </a:extLst>
                </p:cNvPr>
                <p:cNvSpPr/>
                <p:nvPr/>
              </p:nvSpPr>
              <p:spPr>
                <a:xfrm>
                  <a:off x="4647739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6" name="pg3086">
                  <a:extLst>
                    <a:ext uri="{FF2B5EF4-FFF2-40B4-BE49-F238E27FC236}">
                      <a16:creationId xmlns:a16="http://schemas.microsoft.com/office/drawing/2014/main" id="{0733F3AB-F310-18E6-8879-809F0193AF28}"/>
                    </a:ext>
                  </a:extLst>
                </p:cNvPr>
                <p:cNvSpPr/>
                <p:nvPr/>
              </p:nvSpPr>
              <p:spPr>
                <a:xfrm>
                  <a:off x="306506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7" name="pg3087">
                  <a:extLst>
                    <a:ext uri="{FF2B5EF4-FFF2-40B4-BE49-F238E27FC236}">
                      <a16:creationId xmlns:a16="http://schemas.microsoft.com/office/drawing/2014/main" id="{FCFAC581-B646-7FB6-88C8-D05A4397EF97}"/>
                    </a:ext>
                  </a:extLst>
                </p:cNvPr>
                <p:cNvSpPr/>
                <p:nvPr/>
              </p:nvSpPr>
              <p:spPr>
                <a:xfrm>
                  <a:off x="3076699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8" name="pg3088">
                  <a:extLst>
                    <a:ext uri="{FF2B5EF4-FFF2-40B4-BE49-F238E27FC236}">
                      <a16:creationId xmlns:a16="http://schemas.microsoft.com/office/drawing/2014/main" id="{763B0B5E-AE4A-7F3C-973E-E78F2B075325}"/>
                    </a:ext>
                  </a:extLst>
                </p:cNvPr>
                <p:cNvSpPr/>
                <p:nvPr/>
              </p:nvSpPr>
              <p:spPr>
                <a:xfrm>
                  <a:off x="3088337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9" name="pg3089">
                  <a:extLst>
                    <a:ext uri="{FF2B5EF4-FFF2-40B4-BE49-F238E27FC236}">
                      <a16:creationId xmlns:a16="http://schemas.microsoft.com/office/drawing/2014/main" id="{413B7802-1782-3A25-3F60-464B9AF75C73}"/>
                    </a:ext>
                  </a:extLst>
                </p:cNvPr>
                <p:cNvSpPr/>
                <p:nvPr/>
              </p:nvSpPr>
              <p:spPr>
                <a:xfrm>
                  <a:off x="3099974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0" name="pg3090">
                  <a:extLst>
                    <a:ext uri="{FF2B5EF4-FFF2-40B4-BE49-F238E27FC236}">
                      <a16:creationId xmlns:a16="http://schemas.microsoft.com/office/drawing/2014/main" id="{114ED54F-C704-A13F-5C22-30E211E7DD3D}"/>
                    </a:ext>
                  </a:extLst>
                </p:cNvPr>
                <p:cNvSpPr/>
                <p:nvPr/>
              </p:nvSpPr>
              <p:spPr>
                <a:xfrm>
                  <a:off x="3111611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1" name="pg3091">
                  <a:extLst>
                    <a:ext uri="{FF2B5EF4-FFF2-40B4-BE49-F238E27FC236}">
                      <a16:creationId xmlns:a16="http://schemas.microsoft.com/office/drawing/2014/main" id="{7A4E3B4E-B9C9-C99B-607F-57DC4331C096}"/>
                    </a:ext>
                  </a:extLst>
                </p:cNvPr>
                <p:cNvSpPr/>
                <p:nvPr/>
              </p:nvSpPr>
              <p:spPr>
                <a:xfrm>
                  <a:off x="3123249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2" name="pg3092">
                  <a:extLst>
                    <a:ext uri="{FF2B5EF4-FFF2-40B4-BE49-F238E27FC236}">
                      <a16:creationId xmlns:a16="http://schemas.microsoft.com/office/drawing/2014/main" id="{76ED6ED0-8BE6-3EF4-D85E-BF31BC650FA5}"/>
                    </a:ext>
                  </a:extLst>
                </p:cNvPr>
                <p:cNvSpPr/>
                <p:nvPr/>
              </p:nvSpPr>
              <p:spPr>
                <a:xfrm>
                  <a:off x="3134886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3" name="pg3093">
                  <a:extLst>
                    <a:ext uri="{FF2B5EF4-FFF2-40B4-BE49-F238E27FC236}">
                      <a16:creationId xmlns:a16="http://schemas.microsoft.com/office/drawing/2014/main" id="{3C8657A0-27F0-0A6B-C9F2-7D6B99EE4AFF}"/>
                    </a:ext>
                  </a:extLst>
                </p:cNvPr>
                <p:cNvSpPr/>
                <p:nvPr/>
              </p:nvSpPr>
              <p:spPr>
                <a:xfrm>
                  <a:off x="3542193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9">
                    <a:alpha val="100000"/>
                  </a:srgbClr>
                </a:solidFill>
                <a:ln w="5420" cap="flat">
                  <a:solidFill>
                    <a:srgbClr val="80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4" name="pg3094">
                  <a:extLst>
                    <a:ext uri="{FF2B5EF4-FFF2-40B4-BE49-F238E27FC236}">
                      <a16:creationId xmlns:a16="http://schemas.microsoft.com/office/drawing/2014/main" id="{672FBB5E-8F8B-47CB-2FCD-6DCDA62A64CC}"/>
                    </a:ext>
                  </a:extLst>
                </p:cNvPr>
                <p:cNvSpPr/>
                <p:nvPr/>
              </p:nvSpPr>
              <p:spPr>
                <a:xfrm>
                  <a:off x="3553830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5" name="pg3095">
                  <a:extLst>
                    <a:ext uri="{FF2B5EF4-FFF2-40B4-BE49-F238E27FC236}">
                      <a16:creationId xmlns:a16="http://schemas.microsoft.com/office/drawing/2014/main" id="{426F714A-0EA3-E7D6-3456-831E84741E3F}"/>
                    </a:ext>
                  </a:extLst>
                </p:cNvPr>
                <p:cNvSpPr/>
                <p:nvPr/>
              </p:nvSpPr>
              <p:spPr>
                <a:xfrm>
                  <a:off x="3565467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6" name="pg3096">
                  <a:extLst>
                    <a:ext uri="{FF2B5EF4-FFF2-40B4-BE49-F238E27FC236}">
                      <a16:creationId xmlns:a16="http://schemas.microsoft.com/office/drawing/2014/main" id="{DA5C5B3C-12C3-B5A2-3862-08624686E181}"/>
                    </a:ext>
                  </a:extLst>
                </p:cNvPr>
                <p:cNvSpPr/>
                <p:nvPr/>
              </p:nvSpPr>
              <p:spPr>
                <a:xfrm>
                  <a:off x="3577105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7" name="pg3097">
                  <a:extLst>
                    <a:ext uri="{FF2B5EF4-FFF2-40B4-BE49-F238E27FC236}">
                      <a16:creationId xmlns:a16="http://schemas.microsoft.com/office/drawing/2014/main" id="{D8113509-7787-D934-90D0-5D94E717E506}"/>
                    </a:ext>
                  </a:extLst>
                </p:cNvPr>
                <p:cNvSpPr/>
                <p:nvPr/>
              </p:nvSpPr>
              <p:spPr>
                <a:xfrm>
                  <a:off x="358874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8" name="pg3098">
                  <a:extLst>
                    <a:ext uri="{FF2B5EF4-FFF2-40B4-BE49-F238E27FC236}">
                      <a16:creationId xmlns:a16="http://schemas.microsoft.com/office/drawing/2014/main" id="{2BB6627F-46D5-D47A-A635-0F571D43710E}"/>
                    </a:ext>
                  </a:extLst>
                </p:cNvPr>
                <p:cNvSpPr/>
                <p:nvPr/>
              </p:nvSpPr>
              <p:spPr>
                <a:xfrm>
                  <a:off x="3600379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9" name="pg3099">
                  <a:extLst>
                    <a:ext uri="{FF2B5EF4-FFF2-40B4-BE49-F238E27FC236}">
                      <a16:creationId xmlns:a16="http://schemas.microsoft.com/office/drawing/2014/main" id="{4F83714A-9527-671C-B17A-EF4D7DCC3D91}"/>
                    </a:ext>
                  </a:extLst>
                </p:cNvPr>
                <p:cNvSpPr/>
                <p:nvPr/>
              </p:nvSpPr>
              <p:spPr>
                <a:xfrm>
                  <a:off x="3612016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0" name="pg3100">
                  <a:extLst>
                    <a:ext uri="{FF2B5EF4-FFF2-40B4-BE49-F238E27FC236}">
                      <a16:creationId xmlns:a16="http://schemas.microsoft.com/office/drawing/2014/main" id="{323F5485-7E7E-E401-2530-755D7106E257}"/>
                    </a:ext>
                  </a:extLst>
                </p:cNvPr>
                <p:cNvSpPr/>
                <p:nvPr/>
              </p:nvSpPr>
              <p:spPr>
                <a:xfrm>
                  <a:off x="3623654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1" name="pg3101">
                  <a:extLst>
                    <a:ext uri="{FF2B5EF4-FFF2-40B4-BE49-F238E27FC236}">
                      <a16:creationId xmlns:a16="http://schemas.microsoft.com/office/drawing/2014/main" id="{3422A2BD-22FD-0DA8-F172-A64F3320156B}"/>
                    </a:ext>
                  </a:extLst>
                </p:cNvPr>
                <p:cNvSpPr/>
                <p:nvPr/>
              </p:nvSpPr>
              <p:spPr>
                <a:xfrm>
                  <a:off x="3635291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2" name="pg3102">
                  <a:extLst>
                    <a:ext uri="{FF2B5EF4-FFF2-40B4-BE49-F238E27FC236}">
                      <a16:creationId xmlns:a16="http://schemas.microsoft.com/office/drawing/2014/main" id="{C767D12D-2F8F-DA70-E77F-A520B69A8CA5}"/>
                    </a:ext>
                  </a:extLst>
                </p:cNvPr>
                <p:cNvSpPr/>
                <p:nvPr/>
              </p:nvSpPr>
              <p:spPr>
                <a:xfrm>
                  <a:off x="3646928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3" name="pg3103">
                  <a:extLst>
                    <a:ext uri="{FF2B5EF4-FFF2-40B4-BE49-F238E27FC236}">
                      <a16:creationId xmlns:a16="http://schemas.microsoft.com/office/drawing/2014/main" id="{DBC76DD2-CD96-32C7-A651-C7C38636945E}"/>
                    </a:ext>
                  </a:extLst>
                </p:cNvPr>
                <p:cNvSpPr/>
                <p:nvPr/>
              </p:nvSpPr>
              <p:spPr>
                <a:xfrm>
                  <a:off x="3658566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4" name="pg3104">
                  <a:extLst>
                    <a:ext uri="{FF2B5EF4-FFF2-40B4-BE49-F238E27FC236}">
                      <a16:creationId xmlns:a16="http://schemas.microsoft.com/office/drawing/2014/main" id="{333B1C68-55ED-F800-A77A-EC2EBAC08975}"/>
                    </a:ext>
                  </a:extLst>
                </p:cNvPr>
                <p:cNvSpPr/>
                <p:nvPr/>
              </p:nvSpPr>
              <p:spPr>
                <a:xfrm>
                  <a:off x="3670203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5" name="pg3105">
                  <a:extLst>
                    <a:ext uri="{FF2B5EF4-FFF2-40B4-BE49-F238E27FC236}">
                      <a16:creationId xmlns:a16="http://schemas.microsoft.com/office/drawing/2014/main" id="{17CBCA8E-5875-EB62-D3C3-B109C4F6AC1C}"/>
                    </a:ext>
                  </a:extLst>
                </p:cNvPr>
                <p:cNvSpPr/>
                <p:nvPr/>
              </p:nvSpPr>
              <p:spPr>
                <a:xfrm>
                  <a:off x="3705115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6" name="pg3106">
                  <a:extLst>
                    <a:ext uri="{FF2B5EF4-FFF2-40B4-BE49-F238E27FC236}">
                      <a16:creationId xmlns:a16="http://schemas.microsoft.com/office/drawing/2014/main" id="{855C0258-1BA3-209D-E322-6C397085ADC4}"/>
                    </a:ext>
                  </a:extLst>
                </p:cNvPr>
                <p:cNvSpPr/>
                <p:nvPr/>
              </p:nvSpPr>
              <p:spPr>
                <a:xfrm>
                  <a:off x="371675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7" name="pg3107">
                  <a:extLst>
                    <a:ext uri="{FF2B5EF4-FFF2-40B4-BE49-F238E27FC236}">
                      <a16:creationId xmlns:a16="http://schemas.microsoft.com/office/drawing/2014/main" id="{234093A1-E4CC-F28D-2712-5B7410A9C720}"/>
                    </a:ext>
                  </a:extLst>
                </p:cNvPr>
                <p:cNvSpPr/>
                <p:nvPr/>
              </p:nvSpPr>
              <p:spPr>
                <a:xfrm>
                  <a:off x="3728390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8" name="pg3108">
                  <a:extLst>
                    <a:ext uri="{FF2B5EF4-FFF2-40B4-BE49-F238E27FC236}">
                      <a16:creationId xmlns:a16="http://schemas.microsoft.com/office/drawing/2014/main" id="{8577FD93-259B-3F74-CE25-DA1BCBB677AC}"/>
                    </a:ext>
                  </a:extLst>
                </p:cNvPr>
                <p:cNvSpPr/>
                <p:nvPr/>
              </p:nvSpPr>
              <p:spPr>
                <a:xfrm>
                  <a:off x="3740027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9" name="pg3109">
                  <a:extLst>
                    <a:ext uri="{FF2B5EF4-FFF2-40B4-BE49-F238E27FC236}">
                      <a16:creationId xmlns:a16="http://schemas.microsoft.com/office/drawing/2014/main" id="{F037E222-E480-8937-3DD3-C2686DC3E510}"/>
                    </a:ext>
                  </a:extLst>
                </p:cNvPr>
                <p:cNvSpPr/>
                <p:nvPr/>
              </p:nvSpPr>
              <p:spPr>
                <a:xfrm>
                  <a:off x="3751664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0" name="pg3110">
                  <a:extLst>
                    <a:ext uri="{FF2B5EF4-FFF2-40B4-BE49-F238E27FC236}">
                      <a16:creationId xmlns:a16="http://schemas.microsoft.com/office/drawing/2014/main" id="{3EAEE0AB-CAB4-763A-9363-B04D70380F5F}"/>
                    </a:ext>
                  </a:extLst>
                </p:cNvPr>
                <p:cNvSpPr/>
                <p:nvPr/>
              </p:nvSpPr>
              <p:spPr>
                <a:xfrm>
                  <a:off x="376330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1" name="pg3111">
                  <a:extLst>
                    <a:ext uri="{FF2B5EF4-FFF2-40B4-BE49-F238E27FC236}">
                      <a16:creationId xmlns:a16="http://schemas.microsoft.com/office/drawing/2014/main" id="{94D03D60-E16F-DFFD-B974-C35C20AB6603}"/>
                    </a:ext>
                  </a:extLst>
                </p:cNvPr>
                <p:cNvSpPr/>
                <p:nvPr/>
              </p:nvSpPr>
              <p:spPr>
                <a:xfrm>
                  <a:off x="3774939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2" name="pg3112">
                  <a:extLst>
                    <a:ext uri="{FF2B5EF4-FFF2-40B4-BE49-F238E27FC236}">
                      <a16:creationId xmlns:a16="http://schemas.microsoft.com/office/drawing/2014/main" id="{FCBCCE5E-4A6B-4B3D-DF86-9F72A83608B4}"/>
                    </a:ext>
                  </a:extLst>
                </p:cNvPr>
                <p:cNvSpPr/>
                <p:nvPr/>
              </p:nvSpPr>
              <p:spPr>
                <a:xfrm>
                  <a:off x="3786576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3" name="pg3113">
                  <a:extLst>
                    <a:ext uri="{FF2B5EF4-FFF2-40B4-BE49-F238E27FC236}">
                      <a16:creationId xmlns:a16="http://schemas.microsoft.com/office/drawing/2014/main" id="{B60DB9BA-51DB-3174-7BB5-B8AD3C5616F0}"/>
                    </a:ext>
                  </a:extLst>
                </p:cNvPr>
                <p:cNvSpPr/>
                <p:nvPr/>
              </p:nvSpPr>
              <p:spPr>
                <a:xfrm>
                  <a:off x="4403355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4" name="pg3114">
                  <a:extLst>
                    <a:ext uri="{FF2B5EF4-FFF2-40B4-BE49-F238E27FC236}">
                      <a16:creationId xmlns:a16="http://schemas.microsoft.com/office/drawing/2014/main" id="{68632291-8E34-1754-66A1-CC7223DE3F8D}"/>
                    </a:ext>
                  </a:extLst>
                </p:cNvPr>
                <p:cNvSpPr/>
                <p:nvPr/>
              </p:nvSpPr>
              <p:spPr>
                <a:xfrm>
                  <a:off x="441499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5" name="pg3115">
                  <a:extLst>
                    <a:ext uri="{FF2B5EF4-FFF2-40B4-BE49-F238E27FC236}">
                      <a16:creationId xmlns:a16="http://schemas.microsoft.com/office/drawing/2014/main" id="{935B5411-0703-5075-731B-3E40CB9BB22D}"/>
                    </a:ext>
                  </a:extLst>
                </p:cNvPr>
                <p:cNvSpPr/>
                <p:nvPr/>
              </p:nvSpPr>
              <p:spPr>
                <a:xfrm>
                  <a:off x="4426630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6" name="pg3116">
                  <a:extLst>
                    <a:ext uri="{FF2B5EF4-FFF2-40B4-BE49-F238E27FC236}">
                      <a16:creationId xmlns:a16="http://schemas.microsoft.com/office/drawing/2014/main" id="{92FFF757-B9AA-6E13-2630-8997E6F5E18B}"/>
                    </a:ext>
                  </a:extLst>
                </p:cNvPr>
                <p:cNvSpPr/>
                <p:nvPr/>
              </p:nvSpPr>
              <p:spPr>
                <a:xfrm>
                  <a:off x="4438267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7" name="pg3117">
                  <a:extLst>
                    <a:ext uri="{FF2B5EF4-FFF2-40B4-BE49-F238E27FC236}">
                      <a16:creationId xmlns:a16="http://schemas.microsoft.com/office/drawing/2014/main" id="{829DC109-23E4-26C3-4165-E176099E2E5B}"/>
                    </a:ext>
                  </a:extLst>
                </p:cNvPr>
                <p:cNvSpPr/>
                <p:nvPr/>
              </p:nvSpPr>
              <p:spPr>
                <a:xfrm>
                  <a:off x="4449904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8" name="pg3118">
                  <a:extLst>
                    <a:ext uri="{FF2B5EF4-FFF2-40B4-BE49-F238E27FC236}">
                      <a16:creationId xmlns:a16="http://schemas.microsoft.com/office/drawing/2014/main" id="{ED7D76B4-9D0B-93F9-11BE-DC614BFF18BB}"/>
                    </a:ext>
                  </a:extLst>
                </p:cNvPr>
                <p:cNvSpPr/>
                <p:nvPr/>
              </p:nvSpPr>
              <p:spPr>
                <a:xfrm>
                  <a:off x="446154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9" name="pg3119">
                  <a:extLst>
                    <a:ext uri="{FF2B5EF4-FFF2-40B4-BE49-F238E27FC236}">
                      <a16:creationId xmlns:a16="http://schemas.microsoft.com/office/drawing/2014/main" id="{88309FAF-8315-36DC-E4C7-D58906B2D5AC}"/>
                    </a:ext>
                  </a:extLst>
                </p:cNvPr>
                <p:cNvSpPr/>
                <p:nvPr/>
              </p:nvSpPr>
              <p:spPr>
                <a:xfrm>
                  <a:off x="4601190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0" name="pg3120">
                  <a:extLst>
                    <a:ext uri="{FF2B5EF4-FFF2-40B4-BE49-F238E27FC236}">
                      <a16:creationId xmlns:a16="http://schemas.microsoft.com/office/drawing/2014/main" id="{ADA14CE5-D4E4-393B-E628-206D5A4580DB}"/>
                    </a:ext>
                  </a:extLst>
                </p:cNvPr>
                <p:cNvSpPr/>
                <p:nvPr/>
              </p:nvSpPr>
              <p:spPr>
                <a:xfrm>
                  <a:off x="4612827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1" name="pg3121">
                  <a:extLst>
                    <a:ext uri="{FF2B5EF4-FFF2-40B4-BE49-F238E27FC236}">
                      <a16:creationId xmlns:a16="http://schemas.microsoft.com/office/drawing/2014/main" id="{3820CB4E-34D4-656A-1768-DD95264F856D}"/>
                    </a:ext>
                  </a:extLst>
                </p:cNvPr>
                <p:cNvSpPr/>
                <p:nvPr/>
              </p:nvSpPr>
              <p:spPr>
                <a:xfrm>
                  <a:off x="4624464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2" name="pg3122">
                  <a:extLst>
                    <a:ext uri="{FF2B5EF4-FFF2-40B4-BE49-F238E27FC236}">
                      <a16:creationId xmlns:a16="http://schemas.microsoft.com/office/drawing/2014/main" id="{623D8062-E08C-1225-065C-6E2AB75A1FA5}"/>
                    </a:ext>
                  </a:extLst>
                </p:cNvPr>
                <p:cNvSpPr/>
                <p:nvPr/>
              </p:nvSpPr>
              <p:spPr>
                <a:xfrm>
                  <a:off x="4636101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3" name="pg3123">
                  <a:extLst>
                    <a:ext uri="{FF2B5EF4-FFF2-40B4-BE49-F238E27FC236}">
                      <a16:creationId xmlns:a16="http://schemas.microsoft.com/office/drawing/2014/main" id="{9A02EFD1-84C3-C08A-7E94-FF5F3C285B5A}"/>
                    </a:ext>
                  </a:extLst>
                </p:cNvPr>
                <p:cNvSpPr/>
                <p:nvPr/>
              </p:nvSpPr>
              <p:spPr>
                <a:xfrm>
                  <a:off x="4647739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4" name="pg3124">
                  <a:extLst>
                    <a:ext uri="{FF2B5EF4-FFF2-40B4-BE49-F238E27FC236}">
                      <a16:creationId xmlns:a16="http://schemas.microsoft.com/office/drawing/2014/main" id="{BE389D89-E076-6FCE-5714-D817EF3581AC}"/>
                    </a:ext>
                  </a:extLst>
                </p:cNvPr>
                <p:cNvSpPr/>
                <p:nvPr/>
              </p:nvSpPr>
              <p:spPr>
                <a:xfrm>
                  <a:off x="4659376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5" name="pg3125">
                  <a:extLst>
                    <a:ext uri="{FF2B5EF4-FFF2-40B4-BE49-F238E27FC236}">
                      <a16:creationId xmlns:a16="http://schemas.microsoft.com/office/drawing/2014/main" id="{4BC59463-7041-02E6-EF85-392DEC4EB44A}"/>
                    </a:ext>
                  </a:extLst>
                </p:cNvPr>
                <p:cNvSpPr/>
                <p:nvPr/>
              </p:nvSpPr>
              <p:spPr>
                <a:xfrm>
                  <a:off x="2948689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6" name="pg3126">
                  <a:extLst>
                    <a:ext uri="{FF2B5EF4-FFF2-40B4-BE49-F238E27FC236}">
                      <a16:creationId xmlns:a16="http://schemas.microsoft.com/office/drawing/2014/main" id="{D042C156-2F58-2FDC-4E27-C098B249F227}"/>
                    </a:ext>
                  </a:extLst>
                </p:cNvPr>
                <p:cNvSpPr/>
                <p:nvPr/>
              </p:nvSpPr>
              <p:spPr>
                <a:xfrm>
                  <a:off x="2960326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7" name="pg3127">
                  <a:extLst>
                    <a:ext uri="{FF2B5EF4-FFF2-40B4-BE49-F238E27FC236}">
                      <a16:creationId xmlns:a16="http://schemas.microsoft.com/office/drawing/2014/main" id="{772A1A6E-906B-3BD1-9413-8735C9431B45}"/>
                    </a:ext>
                  </a:extLst>
                </p:cNvPr>
                <p:cNvSpPr/>
                <p:nvPr/>
              </p:nvSpPr>
              <p:spPr>
                <a:xfrm>
                  <a:off x="2971963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8" name="pg3128">
                  <a:extLst>
                    <a:ext uri="{FF2B5EF4-FFF2-40B4-BE49-F238E27FC236}">
                      <a16:creationId xmlns:a16="http://schemas.microsoft.com/office/drawing/2014/main" id="{2439B0B2-E785-B06D-DF55-02A928F3E207}"/>
                    </a:ext>
                  </a:extLst>
                </p:cNvPr>
                <p:cNvSpPr/>
                <p:nvPr/>
              </p:nvSpPr>
              <p:spPr>
                <a:xfrm>
                  <a:off x="2983601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9" name="pg3129">
                  <a:extLst>
                    <a:ext uri="{FF2B5EF4-FFF2-40B4-BE49-F238E27FC236}">
                      <a16:creationId xmlns:a16="http://schemas.microsoft.com/office/drawing/2014/main" id="{B0319C69-8B0B-C3CD-9A0E-B74882B7A34E}"/>
                    </a:ext>
                  </a:extLst>
                </p:cNvPr>
                <p:cNvSpPr/>
                <p:nvPr/>
              </p:nvSpPr>
              <p:spPr>
                <a:xfrm>
                  <a:off x="2995238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0" name="pg3130">
                  <a:extLst>
                    <a:ext uri="{FF2B5EF4-FFF2-40B4-BE49-F238E27FC236}">
                      <a16:creationId xmlns:a16="http://schemas.microsoft.com/office/drawing/2014/main" id="{7AC042B9-1C47-4B8C-876D-1D7D6DF8CBD1}"/>
                    </a:ext>
                  </a:extLst>
                </p:cNvPr>
                <p:cNvSpPr/>
                <p:nvPr/>
              </p:nvSpPr>
              <p:spPr>
                <a:xfrm>
                  <a:off x="3006875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1" name="pg3131">
                  <a:extLst>
                    <a:ext uri="{FF2B5EF4-FFF2-40B4-BE49-F238E27FC236}">
                      <a16:creationId xmlns:a16="http://schemas.microsoft.com/office/drawing/2014/main" id="{75CFC615-3D1F-09CD-36E9-BA2E817E500A}"/>
                    </a:ext>
                  </a:extLst>
                </p:cNvPr>
                <p:cNvSpPr/>
                <p:nvPr/>
              </p:nvSpPr>
              <p:spPr>
                <a:xfrm>
                  <a:off x="3041787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2" name="pg3132">
                  <a:extLst>
                    <a:ext uri="{FF2B5EF4-FFF2-40B4-BE49-F238E27FC236}">
                      <a16:creationId xmlns:a16="http://schemas.microsoft.com/office/drawing/2014/main" id="{2CCB2BD9-2F2C-089B-57C8-C60CEED390F0}"/>
                    </a:ext>
                  </a:extLst>
                </p:cNvPr>
                <p:cNvSpPr/>
                <p:nvPr/>
              </p:nvSpPr>
              <p:spPr>
                <a:xfrm>
                  <a:off x="3053425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3" name="pg3133">
                  <a:extLst>
                    <a:ext uri="{FF2B5EF4-FFF2-40B4-BE49-F238E27FC236}">
                      <a16:creationId xmlns:a16="http://schemas.microsoft.com/office/drawing/2014/main" id="{8993E19B-82FA-2B86-69A5-8D6B19F41556}"/>
                    </a:ext>
                  </a:extLst>
                </p:cNvPr>
                <p:cNvSpPr/>
                <p:nvPr/>
              </p:nvSpPr>
              <p:spPr>
                <a:xfrm>
                  <a:off x="3065062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4" name="pg3134">
                  <a:extLst>
                    <a:ext uri="{FF2B5EF4-FFF2-40B4-BE49-F238E27FC236}">
                      <a16:creationId xmlns:a16="http://schemas.microsoft.com/office/drawing/2014/main" id="{B5C62EBE-15FC-68DD-AC13-ABA03CA90B79}"/>
                    </a:ext>
                  </a:extLst>
                </p:cNvPr>
                <p:cNvSpPr/>
                <p:nvPr/>
              </p:nvSpPr>
              <p:spPr>
                <a:xfrm>
                  <a:off x="3076699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5" name="pg3135">
                  <a:extLst>
                    <a:ext uri="{FF2B5EF4-FFF2-40B4-BE49-F238E27FC236}">
                      <a16:creationId xmlns:a16="http://schemas.microsoft.com/office/drawing/2014/main" id="{5981960E-4FA4-D9BF-033E-D53ED5F42CEE}"/>
                    </a:ext>
                  </a:extLst>
                </p:cNvPr>
                <p:cNvSpPr/>
                <p:nvPr/>
              </p:nvSpPr>
              <p:spPr>
                <a:xfrm>
                  <a:off x="3088337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FAD">
                    <a:alpha val="100000"/>
                  </a:srgbClr>
                </a:solidFill>
                <a:ln w="5420" cap="flat">
                  <a:solidFill>
                    <a:srgbClr val="62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6" name="pg3136">
                  <a:extLst>
                    <a:ext uri="{FF2B5EF4-FFF2-40B4-BE49-F238E27FC236}">
                      <a16:creationId xmlns:a16="http://schemas.microsoft.com/office/drawing/2014/main" id="{F0CF4C85-40E5-D051-4127-BFDEB16526EC}"/>
                    </a:ext>
                  </a:extLst>
                </p:cNvPr>
                <p:cNvSpPr/>
                <p:nvPr/>
              </p:nvSpPr>
              <p:spPr>
                <a:xfrm>
                  <a:off x="3099974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E">
                    <a:alpha val="100000"/>
                  </a:srgbClr>
                </a:solidFill>
                <a:ln w="5420" cap="flat">
                  <a:solidFill>
                    <a:srgbClr val="64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7" name="pg3137">
                  <a:extLst>
                    <a:ext uri="{FF2B5EF4-FFF2-40B4-BE49-F238E27FC236}">
                      <a16:creationId xmlns:a16="http://schemas.microsoft.com/office/drawing/2014/main" id="{829CF0DB-0791-4071-C11F-ABF63A75B419}"/>
                    </a:ext>
                  </a:extLst>
                </p:cNvPr>
                <p:cNvSpPr/>
                <p:nvPr/>
              </p:nvSpPr>
              <p:spPr>
                <a:xfrm>
                  <a:off x="3111611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8" name="pg3138">
                  <a:extLst>
                    <a:ext uri="{FF2B5EF4-FFF2-40B4-BE49-F238E27FC236}">
                      <a16:creationId xmlns:a16="http://schemas.microsoft.com/office/drawing/2014/main" id="{0ED265FB-33E4-3235-3001-A722E6E2EC30}"/>
                    </a:ext>
                  </a:extLst>
                </p:cNvPr>
                <p:cNvSpPr/>
                <p:nvPr/>
              </p:nvSpPr>
              <p:spPr>
                <a:xfrm>
                  <a:off x="3123249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1AF">
                    <a:alpha val="100000"/>
                  </a:srgbClr>
                </a:solidFill>
                <a:ln w="5420" cap="flat">
                  <a:solidFill>
                    <a:srgbClr val="69D1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9" name="pg3139">
                  <a:extLst>
                    <a:ext uri="{FF2B5EF4-FFF2-40B4-BE49-F238E27FC236}">
                      <a16:creationId xmlns:a16="http://schemas.microsoft.com/office/drawing/2014/main" id="{3F5E2160-002C-DFDF-EA4A-0F24FB632ED7}"/>
                    </a:ext>
                  </a:extLst>
                </p:cNvPr>
                <p:cNvSpPr/>
                <p:nvPr/>
              </p:nvSpPr>
              <p:spPr>
                <a:xfrm>
                  <a:off x="3635291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0" name="pg3140">
                  <a:extLst>
                    <a:ext uri="{FF2B5EF4-FFF2-40B4-BE49-F238E27FC236}">
                      <a16:creationId xmlns:a16="http://schemas.microsoft.com/office/drawing/2014/main" id="{1F154142-75C2-DDA6-E5EC-07DB87A5B4E5}"/>
                    </a:ext>
                  </a:extLst>
                </p:cNvPr>
                <p:cNvSpPr/>
                <p:nvPr/>
              </p:nvSpPr>
              <p:spPr>
                <a:xfrm>
                  <a:off x="3646928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1" name="pg3141">
                  <a:extLst>
                    <a:ext uri="{FF2B5EF4-FFF2-40B4-BE49-F238E27FC236}">
                      <a16:creationId xmlns:a16="http://schemas.microsoft.com/office/drawing/2014/main" id="{5F4757C5-390D-5FAD-4C93-2179CCF060F3}"/>
                    </a:ext>
                  </a:extLst>
                </p:cNvPr>
                <p:cNvSpPr/>
                <p:nvPr/>
              </p:nvSpPr>
              <p:spPr>
                <a:xfrm>
                  <a:off x="3716752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2" name="pg3142">
                  <a:extLst>
                    <a:ext uri="{FF2B5EF4-FFF2-40B4-BE49-F238E27FC236}">
                      <a16:creationId xmlns:a16="http://schemas.microsoft.com/office/drawing/2014/main" id="{7165C77F-72AC-49A6-F1C6-1DD3E489A6AC}"/>
                    </a:ext>
                  </a:extLst>
                </p:cNvPr>
                <p:cNvSpPr/>
                <p:nvPr/>
              </p:nvSpPr>
              <p:spPr>
                <a:xfrm>
                  <a:off x="3728390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3" name="pg3143">
                  <a:extLst>
                    <a:ext uri="{FF2B5EF4-FFF2-40B4-BE49-F238E27FC236}">
                      <a16:creationId xmlns:a16="http://schemas.microsoft.com/office/drawing/2014/main" id="{824FE104-3E8C-64B6-3428-50B986EFED22}"/>
                    </a:ext>
                  </a:extLst>
                </p:cNvPr>
                <p:cNvSpPr/>
                <p:nvPr/>
              </p:nvSpPr>
              <p:spPr>
                <a:xfrm>
                  <a:off x="3740027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4" name="pg3144">
                  <a:extLst>
                    <a:ext uri="{FF2B5EF4-FFF2-40B4-BE49-F238E27FC236}">
                      <a16:creationId xmlns:a16="http://schemas.microsoft.com/office/drawing/2014/main" id="{47640862-6859-D9D9-2237-E3B44168BB7E}"/>
                    </a:ext>
                  </a:extLst>
                </p:cNvPr>
                <p:cNvSpPr/>
                <p:nvPr/>
              </p:nvSpPr>
              <p:spPr>
                <a:xfrm>
                  <a:off x="3751664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5" name="pg3145">
                  <a:extLst>
                    <a:ext uri="{FF2B5EF4-FFF2-40B4-BE49-F238E27FC236}">
                      <a16:creationId xmlns:a16="http://schemas.microsoft.com/office/drawing/2014/main" id="{A8ED0B8B-5363-2B48-6A16-F9E9B9975252}"/>
                    </a:ext>
                  </a:extLst>
                </p:cNvPr>
                <p:cNvSpPr/>
                <p:nvPr/>
              </p:nvSpPr>
              <p:spPr>
                <a:xfrm>
                  <a:off x="3763302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6" name="pg3146">
                  <a:extLst>
                    <a:ext uri="{FF2B5EF4-FFF2-40B4-BE49-F238E27FC236}">
                      <a16:creationId xmlns:a16="http://schemas.microsoft.com/office/drawing/2014/main" id="{3C12F6E8-0EBC-0669-E634-31F09F6B22BE}"/>
                    </a:ext>
                  </a:extLst>
                </p:cNvPr>
                <p:cNvSpPr/>
                <p:nvPr/>
              </p:nvSpPr>
              <p:spPr>
                <a:xfrm>
                  <a:off x="3774939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7" name="pg3147">
                  <a:extLst>
                    <a:ext uri="{FF2B5EF4-FFF2-40B4-BE49-F238E27FC236}">
                      <a16:creationId xmlns:a16="http://schemas.microsoft.com/office/drawing/2014/main" id="{38AED31A-1593-4B2F-100A-909A3A8E4B91}"/>
                    </a:ext>
                  </a:extLst>
                </p:cNvPr>
                <p:cNvSpPr/>
                <p:nvPr/>
              </p:nvSpPr>
              <p:spPr>
                <a:xfrm>
                  <a:off x="4414992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8" name="pg3148">
                  <a:extLst>
                    <a:ext uri="{FF2B5EF4-FFF2-40B4-BE49-F238E27FC236}">
                      <a16:creationId xmlns:a16="http://schemas.microsoft.com/office/drawing/2014/main" id="{6ABFA865-92A9-7273-B02D-B625C550A7E6}"/>
                    </a:ext>
                  </a:extLst>
                </p:cNvPr>
                <p:cNvSpPr/>
                <p:nvPr/>
              </p:nvSpPr>
              <p:spPr>
                <a:xfrm>
                  <a:off x="4426630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9" name="pg3149">
                  <a:extLst>
                    <a:ext uri="{FF2B5EF4-FFF2-40B4-BE49-F238E27FC236}">
                      <a16:creationId xmlns:a16="http://schemas.microsoft.com/office/drawing/2014/main" id="{B59220EA-D62C-718A-8A58-53AAEF938FB5}"/>
                    </a:ext>
                  </a:extLst>
                </p:cNvPr>
                <p:cNvSpPr/>
                <p:nvPr/>
              </p:nvSpPr>
              <p:spPr>
                <a:xfrm>
                  <a:off x="4438267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0" name="pg3150">
                  <a:extLst>
                    <a:ext uri="{FF2B5EF4-FFF2-40B4-BE49-F238E27FC236}">
                      <a16:creationId xmlns:a16="http://schemas.microsoft.com/office/drawing/2014/main" id="{DB751DD7-5AB1-201F-BA1A-36FF8AD60806}"/>
                    </a:ext>
                  </a:extLst>
                </p:cNvPr>
                <p:cNvSpPr/>
                <p:nvPr/>
              </p:nvSpPr>
              <p:spPr>
                <a:xfrm>
                  <a:off x="4449904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1" name="pg3151">
                  <a:extLst>
                    <a:ext uri="{FF2B5EF4-FFF2-40B4-BE49-F238E27FC236}">
                      <a16:creationId xmlns:a16="http://schemas.microsoft.com/office/drawing/2014/main" id="{0B3EEB6B-D830-EDEF-4613-85BF4B4A99FE}"/>
                    </a:ext>
                  </a:extLst>
                </p:cNvPr>
                <p:cNvSpPr/>
                <p:nvPr/>
              </p:nvSpPr>
              <p:spPr>
                <a:xfrm>
                  <a:off x="4461542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2" name="pg3152">
                  <a:extLst>
                    <a:ext uri="{FF2B5EF4-FFF2-40B4-BE49-F238E27FC236}">
                      <a16:creationId xmlns:a16="http://schemas.microsoft.com/office/drawing/2014/main" id="{90AF6F66-1836-F25C-2EC9-E9CE38E76B27}"/>
                    </a:ext>
                  </a:extLst>
                </p:cNvPr>
                <p:cNvSpPr/>
                <p:nvPr/>
              </p:nvSpPr>
              <p:spPr>
                <a:xfrm>
                  <a:off x="4612827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3" name="pg3153">
                  <a:extLst>
                    <a:ext uri="{FF2B5EF4-FFF2-40B4-BE49-F238E27FC236}">
                      <a16:creationId xmlns:a16="http://schemas.microsoft.com/office/drawing/2014/main" id="{7D2A2E5B-B640-CD40-D01E-FF1501EE2E36}"/>
                    </a:ext>
                  </a:extLst>
                </p:cNvPr>
                <p:cNvSpPr/>
                <p:nvPr/>
              </p:nvSpPr>
              <p:spPr>
                <a:xfrm>
                  <a:off x="4624464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4" name="pg3154">
                  <a:extLst>
                    <a:ext uri="{FF2B5EF4-FFF2-40B4-BE49-F238E27FC236}">
                      <a16:creationId xmlns:a16="http://schemas.microsoft.com/office/drawing/2014/main" id="{4C6161A1-4E22-EABC-CAC8-98F468A4B56D}"/>
                    </a:ext>
                  </a:extLst>
                </p:cNvPr>
                <p:cNvSpPr/>
                <p:nvPr/>
              </p:nvSpPr>
              <p:spPr>
                <a:xfrm>
                  <a:off x="4636101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5" name="pg3155">
                  <a:extLst>
                    <a:ext uri="{FF2B5EF4-FFF2-40B4-BE49-F238E27FC236}">
                      <a16:creationId xmlns:a16="http://schemas.microsoft.com/office/drawing/2014/main" id="{6A03FA07-1CC1-DAC6-7598-AF20339259CB}"/>
                    </a:ext>
                  </a:extLst>
                </p:cNvPr>
                <p:cNvSpPr/>
                <p:nvPr/>
              </p:nvSpPr>
              <p:spPr>
                <a:xfrm>
                  <a:off x="4647739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6" name="pg3156">
                  <a:extLst>
                    <a:ext uri="{FF2B5EF4-FFF2-40B4-BE49-F238E27FC236}">
                      <a16:creationId xmlns:a16="http://schemas.microsoft.com/office/drawing/2014/main" id="{EA6B1957-3853-17E8-2805-CACDD56FD0F9}"/>
                    </a:ext>
                  </a:extLst>
                </p:cNvPr>
                <p:cNvSpPr/>
                <p:nvPr/>
              </p:nvSpPr>
              <p:spPr>
                <a:xfrm>
                  <a:off x="4659376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7" name="pg3157">
                  <a:extLst>
                    <a:ext uri="{FF2B5EF4-FFF2-40B4-BE49-F238E27FC236}">
                      <a16:creationId xmlns:a16="http://schemas.microsoft.com/office/drawing/2014/main" id="{7DE3CE86-7751-58C5-5F09-7039F2577902}"/>
                    </a:ext>
                  </a:extLst>
                </p:cNvPr>
                <p:cNvSpPr/>
                <p:nvPr/>
              </p:nvSpPr>
              <p:spPr>
                <a:xfrm>
                  <a:off x="2937051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8" name="pg3158">
                  <a:extLst>
                    <a:ext uri="{FF2B5EF4-FFF2-40B4-BE49-F238E27FC236}">
                      <a16:creationId xmlns:a16="http://schemas.microsoft.com/office/drawing/2014/main" id="{AEFC8620-45BC-34CA-AC6D-76938BF375BC}"/>
                    </a:ext>
                  </a:extLst>
                </p:cNvPr>
                <p:cNvSpPr/>
                <p:nvPr/>
              </p:nvSpPr>
              <p:spPr>
                <a:xfrm>
                  <a:off x="2948689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9" name="pg3159">
                  <a:extLst>
                    <a:ext uri="{FF2B5EF4-FFF2-40B4-BE49-F238E27FC236}">
                      <a16:creationId xmlns:a16="http://schemas.microsoft.com/office/drawing/2014/main" id="{74A45B04-597F-8E19-04BE-DB0402DA2BB4}"/>
                    </a:ext>
                  </a:extLst>
                </p:cNvPr>
                <p:cNvSpPr/>
                <p:nvPr/>
              </p:nvSpPr>
              <p:spPr>
                <a:xfrm>
                  <a:off x="2960326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0" name="pg3160">
                  <a:extLst>
                    <a:ext uri="{FF2B5EF4-FFF2-40B4-BE49-F238E27FC236}">
                      <a16:creationId xmlns:a16="http://schemas.microsoft.com/office/drawing/2014/main" id="{4C3FE35E-DE0F-5459-96BC-EE0C6F4574CF}"/>
                    </a:ext>
                  </a:extLst>
                </p:cNvPr>
                <p:cNvSpPr/>
                <p:nvPr/>
              </p:nvSpPr>
              <p:spPr>
                <a:xfrm>
                  <a:off x="2971963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1" name="pg3161">
                  <a:extLst>
                    <a:ext uri="{FF2B5EF4-FFF2-40B4-BE49-F238E27FC236}">
                      <a16:creationId xmlns:a16="http://schemas.microsoft.com/office/drawing/2014/main" id="{69FE6030-9D83-456F-7759-6DE87581E211}"/>
                    </a:ext>
                  </a:extLst>
                </p:cNvPr>
                <p:cNvSpPr/>
                <p:nvPr/>
              </p:nvSpPr>
              <p:spPr>
                <a:xfrm>
                  <a:off x="2983601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2" name="pg3162">
                  <a:extLst>
                    <a:ext uri="{FF2B5EF4-FFF2-40B4-BE49-F238E27FC236}">
                      <a16:creationId xmlns:a16="http://schemas.microsoft.com/office/drawing/2014/main" id="{98CBA445-2013-AE32-377A-14AC235F20CF}"/>
                    </a:ext>
                  </a:extLst>
                </p:cNvPr>
                <p:cNvSpPr/>
                <p:nvPr/>
              </p:nvSpPr>
              <p:spPr>
                <a:xfrm>
                  <a:off x="2995238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3" name="pg3163">
                  <a:extLst>
                    <a:ext uri="{FF2B5EF4-FFF2-40B4-BE49-F238E27FC236}">
                      <a16:creationId xmlns:a16="http://schemas.microsoft.com/office/drawing/2014/main" id="{CC0A2A67-0223-7D61-26B1-AD9FE1F9404A}"/>
                    </a:ext>
                  </a:extLst>
                </p:cNvPr>
                <p:cNvSpPr/>
                <p:nvPr/>
              </p:nvSpPr>
              <p:spPr>
                <a:xfrm>
                  <a:off x="3006875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4" name="pg3164">
                  <a:extLst>
                    <a:ext uri="{FF2B5EF4-FFF2-40B4-BE49-F238E27FC236}">
                      <a16:creationId xmlns:a16="http://schemas.microsoft.com/office/drawing/2014/main" id="{E6E58182-0CF3-F836-96E4-8C5142B0B195}"/>
                    </a:ext>
                  </a:extLst>
                </p:cNvPr>
                <p:cNvSpPr/>
                <p:nvPr/>
              </p:nvSpPr>
              <p:spPr>
                <a:xfrm>
                  <a:off x="3018513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5" name="pg3165">
                  <a:extLst>
                    <a:ext uri="{FF2B5EF4-FFF2-40B4-BE49-F238E27FC236}">
                      <a16:creationId xmlns:a16="http://schemas.microsoft.com/office/drawing/2014/main" id="{7EB72AF7-F632-F677-1B40-E9E2A4D63C78}"/>
                    </a:ext>
                  </a:extLst>
                </p:cNvPr>
                <p:cNvSpPr/>
                <p:nvPr/>
              </p:nvSpPr>
              <p:spPr>
                <a:xfrm>
                  <a:off x="3030150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6" name="pg3166">
                  <a:extLst>
                    <a:ext uri="{FF2B5EF4-FFF2-40B4-BE49-F238E27FC236}">
                      <a16:creationId xmlns:a16="http://schemas.microsoft.com/office/drawing/2014/main" id="{D256230F-BB9C-ECE9-B0DA-32A91B8741B6}"/>
                    </a:ext>
                  </a:extLst>
                </p:cNvPr>
                <p:cNvSpPr/>
                <p:nvPr/>
              </p:nvSpPr>
              <p:spPr>
                <a:xfrm>
                  <a:off x="3041787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7" name="pg3167">
                  <a:extLst>
                    <a:ext uri="{FF2B5EF4-FFF2-40B4-BE49-F238E27FC236}">
                      <a16:creationId xmlns:a16="http://schemas.microsoft.com/office/drawing/2014/main" id="{5ECCFFE9-F6C9-F2E7-2D3B-B2585AC35CB1}"/>
                    </a:ext>
                  </a:extLst>
                </p:cNvPr>
                <p:cNvSpPr/>
                <p:nvPr/>
              </p:nvSpPr>
              <p:spPr>
                <a:xfrm>
                  <a:off x="3053425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8" name="pg3168">
                  <a:extLst>
                    <a:ext uri="{FF2B5EF4-FFF2-40B4-BE49-F238E27FC236}">
                      <a16:creationId xmlns:a16="http://schemas.microsoft.com/office/drawing/2014/main" id="{00264CB8-D0B4-9DAA-5CA2-48D95258728B}"/>
                    </a:ext>
                  </a:extLst>
                </p:cNvPr>
                <p:cNvSpPr/>
                <p:nvPr/>
              </p:nvSpPr>
              <p:spPr>
                <a:xfrm>
                  <a:off x="3065062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9" name="pg3169">
                  <a:extLst>
                    <a:ext uri="{FF2B5EF4-FFF2-40B4-BE49-F238E27FC236}">
                      <a16:creationId xmlns:a16="http://schemas.microsoft.com/office/drawing/2014/main" id="{633D6204-5944-D838-8B7F-1ED8D804FF4A}"/>
                    </a:ext>
                  </a:extLst>
                </p:cNvPr>
                <p:cNvSpPr/>
                <p:nvPr/>
              </p:nvSpPr>
              <p:spPr>
                <a:xfrm>
                  <a:off x="3076699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0" name="pg3170">
                  <a:extLst>
                    <a:ext uri="{FF2B5EF4-FFF2-40B4-BE49-F238E27FC236}">
                      <a16:creationId xmlns:a16="http://schemas.microsoft.com/office/drawing/2014/main" id="{6569FF70-1A3B-F161-765B-FAB16922886B}"/>
                    </a:ext>
                  </a:extLst>
                </p:cNvPr>
                <p:cNvSpPr/>
                <p:nvPr/>
              </p:nvSpPr>
              <p:spPr>
                <a:xfrm>
                  <a:off x="3088337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1" name="pg3171">
                  <a:extLst>
                    <a:ext uri="{FF2B5EF4-FFF2-40B4-BE49-F238E27FC236}">
                      <a16:creationId xmlns:a16="http://schemas.microsoft.com/office/drawing/2014/main" id="{520DFA0F-AC84-2316-0668-2751D8744DE8}"/>
                    </a:ext>
                  </a:extLst>
                </p:cNvPr>
                <p:cNvSpPr/>
                <p:nvPr/>
              </p:nvSpPr>
              <p:spPr>
                <a:xfrm>
                  <a:off x="3099974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EAD">
                    <a:alpha val="100000"/>
                  </a:srgbClr>
                </a:solidFill>
                <a:ln w="5420" cap="flat">
                  <a:solidFill>
                    <a:srgbClr val="62CE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2" name="pg3172">
                  <a:extLst>
                    <a:ext uri="{FF2B5EF4-FFF2-40B4-BE49-F238E27FC236}">
                      <a16:creationId xmlns:a16="http://schemas.microsoft.com/office/drawing/2014/main" id="{1B4052F1-BD8B-36D5-E86F-ACB6CA74A501}"/>
                    </a:ext>
                  </a:extLst>
                </p:cNvPr>
                <p:cNvSpPr/>
                <p:nvPr/>
              </p:nvSpPr>
              <p:spPr>
                <a:xfrm>
                  <a:off x="3111611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3" name="pg3173">
                  <a:extLst>
                    <a:ext uri="{FF2B5EF4-FFF2-40B4-BE49-F238E27FC236}">
                      <a16:creationId xmlns:a16="http://schemas.microsoft.com/office/drawing/2014/main" id="{7C946D88-0FE9-AC11-3A12-D6B823A1AED6}"/>
                    </a:ext>
                  </a:extLst>
                </p:cNvPr>
                <p:cNvSpPr/>
                <p:nvPr/>
              </p:nvSpPr>
              <p:spPr>
                <a:xfrm>
                  <a:off x="3716752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4" name="pg3174">
                  <a:extLst>
                    <a:ext uri="{FF2B5EF4-FFF2-40B4-BE49-F238E27FC236}">
                      <a16:creationId xmlns:a16="http://schemas.microsoft.com/office/drawing/2014/main" id="{B3E7D0B9-154E-668E-A60A-E76659E2ECB9}"/>
                    </a:ext>
                  </a:extLst>
                </p:cNvPr>
                <p:cNvSpPr/>
                <p:nvPr/>
              </p:nvSpPr>
              <p:spPr>
                <a:xfrm>
                  <a:off x="3728390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5" name="pg3175">
                  <a:extLst>
                    <a:ext uri="{FF2B5EF4-FFF2-40B4-BE49-F238E27FC236}">
                      <a16:creationId xmlns:a16="http://schemas.microsoft.com/office/drawing/2014/main" id="{4D1DCACE-C392-C27B-2EEC-F0D44BFE9F4D}"/>
                    </a:ext>
                  </a:extLst>
                </p:cNvPr>
                <p:cNvSpPr/>
                <p:nvPr/>
              </p:nvSpPr>
              <p:spPr>
                <a:xfrm>
                  <a:off x="3740027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6" name="pg3176">
                  <a:extLst>
                    <a:ext uri="{FF2B5EF4-FFF2-40B4-BE49-F238E27FC236}">
                      <a16:creationId xmlns:a16="http://schemas.microsoft.com/office/drawing/2014/main" id="{662159CD-D859-B2AE-134D-56A151562AB9}"/>
                    </a:ext>
                  </a:extLst>
                </p:cNvPr>
                <p:cNvSpPr/>
                <p:nvPr/>
              </p:nvSpPr>
              <p:spPr>
                <a:xfrm>
                  <a:off x="3751664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7" name="pg3177">
                  <a:extLst>
                    <a:ext uri="{FF2B5EF4-FFF2-40B4-BE49-F238E27FC236}">
                      <a16:creationId xmlns:a16="http://schemas.microsoft.com/office/drawing/2014/main" id="{D778A4F5-4B36-2AFA-E06F-B7D1929D6257}"/>
                    </a:ext>
                  </a:extLst>
                </p:cNvPr>
                <p:cNvSpPr/>
                <p:nvPr/>
              </p:nvSpPr>
              <p:spPr>
                <a:xfrm>
                  <a:off x="4414992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8" name="pg3178">
                  <a:extLst>
                    <a:ext uri="{FF2B5EF4-FFF2-40B4-BE49-F238E27FC236}">
                      <a16:creationId xmlns:a16="http://schemas.microsoft.com/office/drawing/2014/main" id="{E7A7414B-07AF-1744-E13A-6F11BF122F68}"/>
                    </a:ext>
                  </a:extLst>
                </p:cNvPr>
                <p:cNvSpPr/>
                <p:nvPr/>
              </p:nvSpPr>
              <p:spPr>
                <a:xfrm>
                  <a:off x="4426630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9" name="pg3179">
                  <a:extLst>
                    <a:ext uri="{FF2B5EF4-FFF2-40B4-BE49-F238E27FC236}">
                      <a16:creationId xmlns:a16="http://schemas.microsoft.com/office/drawing/2014/main" id="{32A04D85-4E0E-B62F-1F5B-1C3F7D2D28F5}"/>
                    </a:ext>
                  </a:extLst>
                </p:cNvPr>
                <p:cNvSpPr/>
                <p:nvPr/>
              </p:nvSpPr>
              <p:spPr>
                <a:xfrm>
                  <a:off x="4438267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0" name="pg3180">
                  <a:extLst>
                    <a:ext uri="{FF2B5EF4-FFF2-40B4-BE49-F238E27FC236}">
                      <a16:creationId xmlns:a16="http://schemas.microsoft.com/office/drawing/2014/main" id="{87E85E3D-7402-6885-A301-88E36F87D6ED}"/>
                    </a:ext>
                  </a:extLst>
                </p:cNvPr>
                <p:cNvSpPr/>
                <p:nvPr/>
              </p:nvSpPr>
              <p:spPr>
                <a:xfrm>
                  <a:off x="4449904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6AA">
                    <a:alpha val="100000"/>
                  </a:srgbClr>
                </a:solidFill>
                <a:ln w="5420" cap="flat">
                  <a:solidFill>
                    <a:srgbClr val="42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1" name="pg3181">
                  <a:extLst>
                    <a:ext uri="{FF2B5EF4-FFF2-40B4-BE49-F238E27FC236}">
                      <a16:creationId xmlns:a16="http://schemas.microsoft.com/office/drawing/2014/main" id="{F9E9F343-129D-22AF-7978-A05589897EBB}"/>
                    </a:ext>
                  </a:extLst>
                </p:cNvPr>
                <p:cNvSpPr/>
                <p:nvPr/>
              </p:nvSpPr>
              <p:spPr>
                <a:xfrm>
                  <a:off x="4461542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2" name="pg3182">
                  <a:extLst>
                    <a:ext uri="{FF2B5EF4-FFF2-40B4-BE49-F238E27FC236}">
                      <a16:creationId xmlns:a16="http://schemas.microsoft.com/office/drawing/2014/main" id="{BB8A5E9F-F391-0286-2145-EB61F4C586B0}"/>
                    </a:ext>
                  </a:extLst>
                </p:cNvPr>
                <p:cNvSpPr/>
                <p:nvPr/>
              </p:nvSpPr>
              <p:spPr>
                <a:xfrm>
                  <a:off x="4612827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3" name="pg3183">
                  <a:extLst>
                    <a:ext uri="{FF2B5EF4-FFF2-40B4-BE49-F238E27FC236}">
                      <a16:creationId xmlns:a16="http://schemas.microsoft.com/office/drawing/2014/main" id="{9EACC101-92C7-0C71-3AE0-9C83CF772A5D}"/>
                    </a:ext>
                  </a:extLst>
                </p:cNvPr>
                <p:cNvSpPr/>
                <p:nvPr/>
              </p:nvSpPr>
              <p:spPr>
                <a:xfrm>
                  <a:off x="4624464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4" name="pg3184">
                  <a:extLst>
                    <a:ext uri="{FF2B5EF4-FFF2-40B4-BE49-F238E27FC236}">
                      <a16:creationId xmlns:a16="http://schemas.microsoft.com/office/drawing/2014/main" id="{B0FA98A5-CB3C-BC40-4839-C9DF24DE2BCF}"/>
                    </a:ext>
                  </a:extLst>
                </p:cNvPr>
                <p:cNvSpPr/>
                <p:nvPr/>
              </p:nvSpPr>
              <p:spPr>
                <a:xfrm>
                  <a:off x="4636101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5" name="pg3185">
                  <a:extLst>
                    <a:ext uri="{FF2B5EF4-FFF2-40B4-BE49-F238E27FC236}">
                      <a16:creationId xmlns:a16="http://schemas.microsoft.com/office/drawing/2014/main" id="{D44E8C83-4C50-8130-69F4-0C71F8DD6F04}"/>
                    </a:ext>
                  </a:extLst>
                </p:cNvPr>
                <p:cNvSpPr/>
                <p:nvPr/>
              </p:nvSpPr>
              <p:spPr>
                <a:xfrm>
                  <a:off x="4647739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6" name="pg3186">
                  <a:extLst>
                    <a:ext uri="{FF2B5EF4-FFF2-40B4-BE49-F238E27FC236}">
                      <a16:creationId xmlns:a16="http://schemas.microsoft.com/office/drawing/2014/main" id="{64CEEDD5-1A29-CC54-D9EF-392B38431771}"/>
                    </a:ext>
                  </a:extLst>
                </p:cNvPr>
                <p:cNvSpPr/>
                <p:nvPr/>
              </p:nvSpPr>
              <p:spPr>
                <a:xfrm>
                  <a:off x="4659376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7" name="pg3187">
                  <a:extLst>
                    <a:ext uri="{FF2B5EF4-FFF2-40B4-BE49-F238E27FC236}">
                      <a16:creationId xmlns:a16="http://schemas.microsoft.com/office/drawing/2014/main" id="{E7DB5A94-6D77-4F08-7B15-5E0976AA8674}"/>
                    </a:ext>
                  </a:extLst>
                </p:cNvPr>
                <p:cNvSpPr/>
                <p:nvPr/>
              </p:nvSpPr>
              <p:spPr>
                <a:xfrm>
                  <a:off x="4671013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8" name="pg3188">
                  <a:extLst>
                    <a:ext uri="{FF2B5EF4-FFF2-40B4-BE49-F238E27FC236}">
                      <a16:creationId xmlns:a16="http://schemas.microsoft.com/office/drawing/2014/main" id="{07E00C7C-66CB-B629-57AB-F3653A2781E3}"/>
                    </a:ext>
                  </a:extLst>
                </p:cNvPr>
                <p:cNvSpPr/>
                <p:nvPr/>
              </p:nvSpPr>
              <p:spPr>
                <a:xfrm>
                  <a:off x="2937051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9" name="pg3189">
                  <a:extLst>
                    <a:ext uri="{FF2B5EF4-FFF2-40B4-BE49-F238E27FC236}">
                      <a16:creationId xmlns:a16="http://schemas.microsoft.com/office/drawing/2014/main" id="{FEFC07CA-0014-2D83-98E3-8C67365F2BC2}"/>
                    </a:ext>
                  </a:extLst>
                </p:cNvPr>
                <p:cNvSpPr/>
                <p:nvPr/>
              </p:nvSpPr>
              <p:spPr>
                <a:xfrm>
                  <a:off x="2948689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0" name="pg3190">
                  <a:extLst>
                    <a:ext uri="{FF2B5EF4-FFF2-40B4-BE49-F238E27FC236}">
                      <a16:creationId xmlns:a16="http://schemas.microsoft.com/office/drawing/2014/main" id="{EB37A5F0-56D8-273A-66DD-B9CBFD9C469B}"/>
                    </a:ext>
                  </a:extLst>
                </p:cNvPr>
                <p:cNvSpPr/>
                <p:nvPr/>
              </p:nvSpPr>
              <p:spPr>
                <a:xfrm>
                  <a:off x="2960326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1" name="pg3191">
                  <a:extLst>
                    <a:ext uri="{FF2B5EF4-FFF2-40B4-BE49-F238E27FC236}">
                      <a16:creationId xmlns:a16="http://schemas.microsoft.com/office/drawing/2014/main" id="{8A55E2C5-F3C6-7717-0101-C238978B8D14}"/>
                    </a:ext>
                  </a:extLst>
                </p:cNvPr>
                <p:cNvSpPr/>
                <p:nvPr/>
              </p:nvSpPr>
              <p:spPr>
                <a:xfrm>
                  <a:off x="2971963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2" name="pg3192">
                  <a:extLst>
                    <a:ext uri="{FF2B5EF4-FFF2-40B4-BE49-F238E27FC236}">
                      <a16:creationId xmlns:a16="http://schemas.microsoft.com/office/drawing/2014/main" id="{89EB67DB-AAB1-2AD8-DC53-99D7823ACF3B}"/>
                    </a:ext>
                  </a:extLst>
                </p:cNvPr>
                <p:cNvSpPr/>
                <p:nvPr/>
              </p:nvSpPr>
              <p:spPr>
                <a:xfrm>
                  <a:off x="2983601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3" name="pg3193">
                  <a:extLst>
                    <a:ext uri="{FF2B5EF4-FFF2-40B4-BE49-F238E27FC236}">
                      <a16:creationId xmlns:a16="http://schemas.microsoft.com/office/drawing/2014/main" id="{09FFE44E-B10E-5920-E51A-C164BC445282}"/>
                    </a:ext>
                  </a:extLst>
                </p:cNvPr>
                <p:cNvSpPr/>
                <p:nvPr/>
              </p:nvSpPr>
              <p:spPr>
                <a:xfrm>
                  <a:off x="2995238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4" name="pg3194">
                  <a:extLst>
                    <a:ext uri="{FF2B5EF4-FFF2-40B4-BE49-F238E27FC236}">
                      <a16:creationId xmlns:a16="http://schemas.microsoft.com/office/drawing/2014/main" id="{DE117865-F9E5-735A-30C9-BC9DEF756341}"/>
                    </a:ext>
                  </a:extLst>
                </p:cNvPr>
                <p:cNvSpPr/>
                <p:nvPr/>
              </p:nvSpPr>
              <p:spPr>
                <a:xfrm>
                  <a:off x="3006875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5" name="pg3195">
                  <a:extLst>
                    <a:ext uri="{FF2B5EF4-FFF2-40B4-BE49-F238E27FC236}">
                      <a16:creationId xmlns:a16="http://schemas.microsoft.com/office/drawing/2014/main" id="{D8406A16-AA4D-F9C1-41ED-7868E57067E5}"/>
                    </a:ext>
                  </a:extLst>
                </p:cNvPr>
                <p:cNvSpPr/>
                <p:nvPr/>
              </p:nvSpPr>
              <p:spPr>
                <a:xfrm>
                  <a:off x="3018513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6" name="pg3196">
                  <a:extLst>
                    <a:ext uri="{FF2B5EF4-FFF2-40B4-BE49-F238E27FC236}">
                      <a16:creationId xmlns:a16="http://schemas.microsoft.com/office/drawing/2014/main" id="{3BE7CC73-1B5B-78FF-C8CC-77265C244F01}"/>
                    </a:ext>
                  </a:extLst>
                </p:cNvPr>
                <p:cNvSpPr/>
                <p:nvPr/>
              </p:nvSpPr>
              <p:spPr>
                <a:xfrm>
                  <a:off x="3030150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7" name="pg3197">
                  <a:extLst>
                    <a:ext uri="{FF2B5EF4-FFF2-40B4-BE49-F238E27FC236}">
                      <a16:creationId xmlns:a16="http://schemas.microsoft.com/office/drawing/2014/main" id="{356F7C80-E882-1D6C-2A55-D3CD462D91D2}"/>
                    </a:ext>
                  </a:extLst>
                </p:cNvPr>
                <p:cNvSpPr/>
                <p:nvPr/>
              </p:nvSpPr>
              <p:spPr>
                <a:xfrm>
                  <a:off x="3041787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8" name="pg3198">
                  <a:extLst>
                    <a:ext uri="{FF2B5EF4-FFF2-40B4-BE49-F238E27FC236}">
                      <a16:creationId xmlns:a16="http://schemas.microsoft.com/office/drawing/2014/main" id="{65A31024-66D3-A174-03F8-9C4C4CACC467}"/>
                    </a:ext>
                  </a:extLst>
                </p:cNvPr>
                <p:cNvSpPr/>
                <p:nvPr/>
              </p:nvSpPr>
              <p:spPr>
                <a:xfrm>
                  <a:off x="3053425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9" name="pg3199">
                  <a:extLst>
                    <a:ext uri="{FF2B5EF4-FFF2-40B4-BE49-F238E27FC236}">
                      <a16:creationId xmlns:a16="http://schemas.microsoft.com/office/drawing/2014/main" id="{7970933C-A019-ECD2-5743-BDD29463B428}"/>
                    </a:ext>
                  </a:extLst>
                </p:cNvPr>
                <p:cNvSpPr/>
                <p:nvPr/>
              </p:nvSpPr>
              <p:spPr>
                <a:xfrm>
                  <a:off x="3065062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0" name="pg3200">
                  <a:extLst>
                    <a:ext uri="{FF2B5EF4-FFF2-40B4-BE49-F238E27FC236}">
                      <a16:creationId xmlns:a16="http://schemas.microsoft.com/office/drawing/2014/main" id="{3D77FC3A-F6CC-C293-2968-C0D75072C9FC}"/>
                    </a:ext>
                  </a:extLst>
                </p:cNvPr>
                <p:cNvSpPr/>
                <p:nvPr/>
              </p:nvSpPr>
              <p:spPr>
                <a:xfrm>
                  <a:off x="3076699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1" name="pg3201">
                  <a:extLst>
                    <a:ext uri="{FF2B5EF4-FFF2-40B4-BE49-F238E27FC236}">
                      <a16:creationId xmlns:a16="http://schemas.microsoft.com/office/drawing/2014/main" id="{711CD3FA-AA1B-E7AC-8348-1AD6E1C3F22C}"/>
                    </a:ext>
                  </a:extLst>
                </p:cNvPr>
                <p:cNvSpPr/>
                <p:nvPr/>
              </p:nvSpPr>
              <p:spPr>
                <a:xfrm>
                  <a:off x="3088337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2" name="pg3202">
                  <a:extLst>
                    <a:ext uri="{FF2B5EF4-FFF2-40B4-BE49-F238E27FC236}">
                      <a16:creationId xmlns:a16="http://schemas.microsoft.com/office/drawing/2014/main" id="{49B86FC9-E5EF-25F8-E269-6FBB57F1935A}"/>
                    </a:ext>
                  </a:extLst>
                </p:cNvPr>
                <p:cNvSpPr/>
                <p:nvPr/>
              </p:nvSpPr>
              <p:spPr>
                <a:xfrm>
                  <a:off x="3099974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3" name="pg3203">
                  <a:extLst>
                    <a:ext uri="{FF2B5EF4-FFF2-40B4-BE49-F238E27FC236}">
                      <a16:creationId xmlns:a16="http://schemas.microsoft.com/office/drawing/2014/main" id="{06311453-D58D-BA60-F315-8F2D7C9077BE}"/>
                    </a:ext>
                  </a:extLst>
                </p:cNvPr>
                <p:cNvSpPr/>
                <p:nvPr/>
              </p:nvSpPr>
              <p:spPr>
                <a:xfrm>
                  <a:off x="4414992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4" name="pg3204">
                  <a:extLst>
                    <a:ext uri="{FF2B5EF4-FFF2-40B4-BE49-F238E27FC236}">
                      <a16:creationId xmlns:a16="http://schemas.microsoft.com/office/drawing/2014/main" id="{72ECDA0C-5337-D2B9-837B-6FC387075B53}"/>
                    </a:ext>
                  </a:extLst>
                </p:cNvPr>
                <p:cNvSpPr/>
                <p:nvPr/>
              </p:nvSpPr>
              <p:spPr>
                <a:xfrm>
                  <a:off x="4426630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5" name="pg3205">
                  <a:extLst>
                    <a:ext uri="{FF2B5EF4-FFF2-40B4-BE49-F238E27FC236}">
                      <a16:creationId xmlns:a16="http://schemas.microsoft.com/office/drawing/2014/main" id="{EDA0F93A-F3B1-9935-DC8D-23E18FB45CAC}"/>
                    </a:ext>
                  </a:extLst>
                </p:cNvPr>
                <p:cNvSpPr/>
                <p:nvPr/>
              </p:nvSpPr>
              <p:spPr>
                <a:xfrm>
                  <a:off x="4438267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6" name="pg3206">
                  <a:extLst>
                    <a:ext uri="{FF2B5EF4-FFF2-40B4-BE49-F238E27FC236}">
                      <a16:creationId xmlns:a16="http://schemas.microsoft.com/office/drawing/2014/main" id="{4A0F37C2-7643-F5B9-798D-76D73E9244EB}"/>
                    </a:ext>
                  </a:extLst>
                </p:cNvPr>
                <p:cNvSpPr/>
                <p:nvPr/>
              </p:nvSpPr>
              <p:spPr>
                <a:xfrm>
                  <a:off x="4449904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7" name="pg3207">
                  <a:extLst>
                    <a:ext uri="{FF2B5EF4-FFF2-40B4-BE49-F238E27FC236}">
                      <a16:creationId xmlns:a16="http://schemas.microsoft.com/office/drawing/2014/main" id="{8D691539-1BCC-B555-D70F-02705BE1523E}"/>
                    </a:ext>
                  </a:extLst>
                </p:cNvPr>
                <p:cNvSpPr/>
                <p:nvPr/>
              </p:nvSpPr>
              <p:spPr>
                <a:xfrm>
                  <a:off x="4461542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8" name="pg3208">
                  <a:extLst>
                    <a:ext uri="{FF2B5EF4-FFF2-40B4-BE49-F238E27FC236}">
                      <a16:creationId xmlns:a16="http://schemas.microsoft.com/office/drawing/2014/main" id="{75BD30BB-2544-AD69-0F6D-97484E4DAEF3}"/>
                    </a:ext>
                  </a:extLst>
                </p:cNvPr>
                <p:cNvSpPr/>
                <p:nvPr/>
              </p:nvSpPr>
              <p:spPr>
                <a:xfrm>
                  <a:off x="4612827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9" name="pg3209">
                  <a:extLst>
                    <a:ext uri="{FF2B5EF4-FFF2-40B4-BE49-F238E27FC236}">
                      <a16:creationId xmlns:a16="http://schemas.microsoft.com/office/drawing/2014/main" id="{786EA8A7-3BE6-88B2-EDC1-E517AD6CA95B}"/>
                    </a:ext>
                  </a:extLst>
                </p:cNvPr>
                <p:cNvSpPr/>
                <p:nvPr/>
              </p:nvSpPr>
              <p:spPr>
                <a:xfrm>
                  <a:off x="4624464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0" name="pg3210">
                  <a:extLst>
                    <a:ext uri="{FF2B5EF4-FFF2-40B4-BE49-F238E27FC236}">
                      <a16:creationId xmlns:a16="http://schemas.microsoft.com/office/drawing/2014/main" id="{F7A1A836-FB3F-760E-C3A3-C836E660E4B5}"/>
                    </a:ext>
                  </a:extLst>
                </p:cNvPr>
                <p:cNvSpPr/>
                <p:nvPr/>
              </p:nvSpPr>
              <p:spPr>
                <a:xfrm>
                  <a:off x="4636101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1" name="pg3211">
                  <a:extLst>
                    <a:ext uri="{FF2B5EF4-FFF2-40B4-BE49-F238E27FC236}">
                      <a16:creationId xmlns:a16="http://schemas.microsoft.com/office/drawing/2014/main" id="{59A95254-DB1F-F467-ABD1-4A16BC7C5A3C}"/>
                    </a:ext>
                  </a:extLst>
                </p:cNvPr>
                <p:cNvSpPr/>
                <p:nvPr/>
              </p:nvSpPr>
              <p:spPr>
                <a:xfrm>
                  <a:off x="4647739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2" name="pg3212">
                  <a:extLst>
                    <a:ext uri="{FF2B5EF4-FFF2-40B4-BE49-F238E27FC236}">
                      <a16:creationId xmlns:a16="http://schemas.microsoft.com/office/drawing/2014/main" id="{C76F35F3-BF12-A861-D544-AE5AAC284CF4}"/>
                    </a:ext>
                  </a:extLst>
                </p:cNvPr>
                <p:cNvSpPr/>
                <p:nvPr/>
              </p:nvSpPr>
              <p:spPr>
                <a:xfrm>
                  <a:off x="4659376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3" name="pg3213">
                  <a:extLst>
                    <a:ext uri="{FF2B5EF4-FFF2-40B4-BE49-F238E27FC236}">
                      <a16:creationId xmlns:a16="http://schemas.microsoft.com/office/drawing/2014/main" id="{B4201E6A-9454-C4FC-6A91-5FC106243F36}"/>
                    </a:ext>
                  </a:extLst>
                </p:cNvPr>
                <p:cNvSpPr/>
                <p:nvPr/>
              </p:nvSpPr>
              <p:spPr>
                <a:xfrm>
                  <a:off x="4671013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4" name="pg3214">
                  <a:extLst>
                    <a:ext uri="{FF2B5EF4-FFF2-40B4-BE49-F238E27FC236}">
                      <a16:creationId xmlns:a16="http://schemas.microsoft.com/office/drawing/2014/main" id="{8BB73656-3721-13B0-EA5C-7E546B8575AA}"/>
                    </a:ext>
                  </a:extLst>
                </p:cNvPr>
                <p:cNvSpPr/>
                <p:nvPr/>
              </p:nvSpPr>
              <p:spPr>
                <a:xfrm>
                  <a:off x="4682651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5" name="pg3215">
                  <a:extLst>
                    <a:ext uri="{FF2B5EF4-FFF2-40B4-BE49-F238E27FC236}">
                      <a16:creationId xmlns:a16="http://schemas.microsoft.com/office/drawing/2014/main" id="{9C10D56A-C7F0-9214-42AC-B0D8C5429374}"/>
                    </a:ext>
                  </a:extLst>
                </p:cNvPr>
                <p:cNvSpPr/>
                <p:nvPr/>
              </p:nvSpPr>
              <p:spPr>
                <a:xfrm>
                  <a:off x="2925414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6" name="pg3216">
                  <a:extLst>
                    <a:ext uri="{FF2B5EF4-FFF2-40B4-BE49-F238E27FC236}">
                      <a16:creationId xmlns:a16="http://schemas.microsoft.com/office/drawing/2014/main" id="{3A09F4AF-0609-8D07-CDA9-4B015135B0B5}"/>
                    </a:ext>
                  </a:extLst>
                </p:cNvPr>
                <p:cNvSpPr/>
                <p:nvPr/>
              </p:nvSpPr>
              <p:spPr>
                <a:xfrm>
                  <a:off x="2937051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7" name="pg3217">
                  <a:extLst>
                    <a:ext uri="{FF2B5EF4-FFF2-40B4-BE49-F238E27FC236}">
                      <a16:creationId xmlns:a16="http://schemas.microsoft.com/office/drawing/2014/main" id="{3DACD317-BE39-4AF1-BCE7-48DF57BA9F44}"/>
                    </a:ext>
                  </a:extLst>
                </p:cNvPr>
                <p:cNvSpPr/>
                <p:nvPr/>
              </p:nvSpPr>
              <p:spPr>
                <a:xfrm>
                  <a:off x="2948689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8" name="pg3218">
                  <a:extLst>
                    <a:ext uri="{FF2B5EF4-FFF2-40B4-BE49-F238E27FC236}">
                      <a16:creationId xmlns:a16="http://schemas.microsoft.com/office/drawing/2014/main" id="{0769BA18-E73E-5E54-4364-84D530ECCF62}"/>
                    </a:ext>
                  </a:extLst>
                </p:cNvPr>
                <p:cNvSpPr/>
                <p:nvPr/>
              </p:nvSpPr>
              <p:spPr>
                <a:xfrm>
                  <a:off x="2960326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9" name="pg3219">
                  <a:extLst>
                    <a:ext uri="{FF2B5EF4-FFF2-40B4-BE49-F238E27FC236}">
                      <a16:creationId xmlns:a16="http://schemas.microsoft.com/office/drawing/2014/main" id="{D8188866-135E-A3C6-CF59-D81B1046B75A}"/>
                    </a:ext>
                  </a:extLst>
                </p:cNvPr>
                <p:cNvSpPr/>
                <p:nvPr/>
              </p:nvSpPr>
              <p:spPr>
                <a:xfrm>
                  <a:off x="2971963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0" name="pg3220">
                  <a:extLst>
                    <a:ext uri="{FF2B5EF4-FFF2-40B4-BE49-F238E27FC236}">
                      <a16:creationId xmlns:a16="http://schemas.microsoft.com/office/drawing/2014/main" id="{57897A34-2FFF-A4CC-E653-3565666BA129}"/>
                    </a:ext>
                  </a:extLst>
                </p:cNvPr>
                <p:cNvSpPr/>
                <p:nvPr/>
              </p:nvSpPr>
              <p:spPr>
                <a:xfrm>
                  <a:off x="2983601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CAC">
                    <a:alpha val="100000"/>
                  </a:srgbClr>
                </a:solidFill>
                <a:ln w="5420" cap="flat">
                  <a:solidFill>
                    <a:srgbClr val="5E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1" name="pg3221">
                  <a:extLst>
                    <a:ext uri="{FF2B5EF4-FFF2-40B4-BE49-F238E27FC236}">
                      <a16:creationId xmlns:a16="http://schemas.microsoft.com/office/drawing/2014/main" id="{1C9AE8F8-DC36-957C-B72F-65E9D20AD025}"/>
                    </a:ext>
                  </a:extLst>
                </p:cNvPr>
                <p:cNvSpPr/>
                <p:nvPr/>
              </p:nvSpPr>
              <p:spPr>
                <a:xfrm>
                  <a:off x="2995238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2" name="pg3222">
                  <a:extLst>
                    <a:ext uri="{FF2B5EF4-FFF2-40B4-BE49-F238E27FC236}">
                      <a16:creationId xmlns:a16="http://schemas.microsoft.com/office/drawing/2014/main" id="{6A645A16-96E6-45A5-B486-823C1CA58E51}"/>
                    </a:ext>
                  </a:extLst>
                </p:cNvPr>
                <p:cNvSpPr/>
                <p:nvPr/>
              </p:nvSpPr>
              <p:spPr>
                <a:xfrm>
                  <a:off x="3006875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3" name="pg3223">
                  <a:extLst>
                    <a:ext uri="{FF2B5EF4-FFF2-40B4-BE49-F238E27FC236}">
                      <a16:creationId xmlns:a16="http://schemas.microsoft.com/office/drawing/2014/main" id="{F67492C2-FE0D-5217-884D-687A3651BEC0}"/>
                    </a:ext>
                  </a:extLst>
                </p:cNvPr>
                <p:cNvSpPr/>
                <p:nvPr/>
              </p:nvSpPr>
              <p:spPr>
                <a:xfrm>
                  <a:off x="3018513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4" name="pg3224">
                  <a:extLst>
                    <a:ext uri="{FF2B5EF4-FFF2-40B4-BE49-F238E27FC236}">
                      <a16:creationId xmlns:a16="http://schemas.microsoft.com/office/drawing/2014/main" id="{EBAA3160-4E32-104C-9F01-D8FE26C74CDB}"/>
                    </a:ext>
                  </a:extLst>
                </p:cNvPr>
                <p:cNvSpPr/>
                <p:nvPr/>
              </p:nvSpPr>
              <p:spPr>
                <a:xfrm>
                  <a:off x="3030150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5" name="pg3225">
                  <a:extLst>
                    <a:ext uri="{FF2B5EF4-FFF2-40B4-BE49-F238E27FC236}">
                      <a16:creationId xmlns:a16="http://schemas.microsoft.com/office/drawing/2014/main" id="{905F7654-5588-E2FF-DDDE-25BEF983D11B}"/>
                    </a:ext>
                  </a:extLst>
                </p:cNvPr>
                <p:cNvSpPr/>
                <p:nvPr/>
              </p:nvSpPr>
              <p:spPr>
                <a:xfrm>
                  <a:off x="3041787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6" name="pg3226">
                  <a:extLst>
                    <a:ext uri="{FF2B5EF4-FFF2-40B4-BE49-F238E27FC236}">
                      <a16:creationId xmlns:a16="http://schemas.microsoft.com/office/drawing/2014/main" id="{77C4CE38-A9BF-6D45-79BD-69B35DF367F7}"/>
                    </a:ext>
                  </a:extLst>
                </p:cNvPr>
                <p:cNvSpPr/>
                <p:nvPr/>
              </p:nvSpPr>
              <p:spPr>
                <a:xfrm>
                  <a:off x="3053425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7" name="pg3227">
                  <a:extLst>
                    <a:ext uri="{FF2B5EF4-FFF2-40B4-BE49-F238E27FC236}">
                      <a16:creationId xmlns:a16="http://schemas.microsoft.com/office/drawing/2014/main" id="{B0E44698-E85E-37A1-15B5-06B0541C3A38}"/>
                    </a:ext>
                  </a:extLst>
                </p:cNvPr>
                <p:cNvSpPr/>
                <p:nvPr/>
              </p:nvSpPr>
              <p:spPr>
                <a:xfrm>
                  <a:off x="3065062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8" name="pg3228">
                  <a:extLst>
                    <a:ext uri="{FF2B5EF4-FFF2-40B4-BE49-F238E27FC236}">
                      <a16:creationId xmlns:a16="http://schemas.microsoft.com/office/drawing/2014/main" id="{B80B1F9E-7FB8-FFA7-CA3C-91CE5DAA83C4}"/>
                    </a:ext>
                  </a:extLst>
                </p:cNvPr>
                <p:cNvSpPr/>
                <p:nvPr/>
              </p:nvSpPr>
              <p:spPr>
                <a:xfrm>
                  <a:off x="3076699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9" name="pg3229">
                  <a:extLst>
                    <a:ext uri="{FF2B5EF4-FFF2-40B4-BE49-F238E27FC236}">
                      <a16:creationId xmlns:a16="http://schemas.microsoft.com/office/drawing/2014/main" id="{ED71C19C-7CBB-E4C9-0F7B-ED13482E757E}"/>
                    </a:ext>
                  </a:extLst>
                </p:cNvPr>
                <p:cNvSpPr/>
                <p:nvPr/>
              </p:nvSpPr>
              <p:spPr>
                <a:xfrm>
                  <a:off x="4414992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0" name="pg3230">
                  <a:extLst>
                    <a:ext uri="{FF2B5EF4-FFF2-40B4-BE49-F238E27FC236}">
                      <a16:creationId xmlns:a16="http://schemas.microsoft.com/office/drawing/2014/main" id="{32031BDD-64AA-070C-8BB1-9AA7263A5CC7}"/>
                    </a:ext>
                  </a:extLst>
                </p:cNvPr>
                <p:cNvSpPr/>
                <p:nvPr/>
              </p:nvSpPr>
              <p:spPr>
                <a:xfrm>
                  <a:off x="4426630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1" name="pg3231">
                  <a:extLst>
                    <a:ext uri="{FF2B5EF4-FFF2-40B4-BE49-F238E27FC236}">
                      <a16:creationId xmlns:a16="http://schemas.microsoft.com/office/drawing/2014/main" id="{208E1838-CB77-6652-093E-E2965EB410AF}"/>
                    </a:ext>
                  </a:extLst>
                </p:cNvPr>
                <p:cNvSpPr/>
                <p:nvPr/>
              </p:nvSpPr>
              <p:spPr>
                <a:xfrm>
                  <a:off x="4438267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2" name="pg3232">
                  <a:extLst>
                    <a:ext uri="{FF2B5EF4-FFF2-40B4-BE49-F238E27FC236}">
                      <a16:creationId xmlns:a16="http://schemas.microsoft.com/office/drawing/2014/main" id="{734A500F-C173-3804-913D-676AD2ECA249}"/>
                    </a:ext>
                  </a:extLst>
                </p:cNvPr>
                <p:cNvSpPr/>
                <p:nvPr/>
              </p:nvSpPr>
              <p:spPr>
                <a:xfrm>
                  <a:off x="4449904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3" name="pg3233">
                  <a:extLst>
                    <a:ext uri="{FF2B5EF4-FFF2-40B4-BE49-F238E27FC236}">
                      <a16:creationId xmlns:a16="http://schemas.microsoft.com/office/drawing/2014/main" id="{301E266F-DC54-5ADE-D565-318438F6A95D}"/>
                    </a:ext>
                  </a:extLst>
                </p:cNvPr>
                <p:cNvSpPr/>
                <p:nvPr/>
              </p:nvSpPr>
              <p:spPr>
                <a:xfrm>
                  <a:off x="4461542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4" name="pg3234">
                  <a:extLst>
                    <a:ext uri="{FF2B5EF4-FFF2-40B4-BE49-F238E27FC236}">
                      <a16:creationId xmlns:a16="http://schemas.microsoft.com/office/drawing/2014/main" id="{544EABA9-72CB-47CD-A907-E9C68D98E24A}"/>
                    </a:ext>
                  </a:extLst>
                </p:cNvPr>
                <p:cNvSpPr/>
                <p:nvPr/>
              </p:nvSpPr>
              <p:spPr>
                <a:xfrm>
                  <a:off x="4612827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5" name="pg3235">
                  <a:extLst>
                    <a:ext uri="{FF2B5EF4-FFF2-40B4-BE49-F238E27FC236}">
                      <a16:creationId xmlns:a16="http://schemas.microsoft.com/office/drawing/2014/main" id="{038A6183-3634-6E55-5CBB-E21F7E91B429}"/>
                    </a:ext>
                  </a:extLst>
                </p:cNvPr>
                <p:cNvSpPr/>
                <p:nvPr/>
              </p:nvSpPr>
              <p:spPr>
                <a:xfrm>
                  <a:off x="4624464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6" name="pg3236">
                  <a:extLst>
                    <a:ext uri="{FF2B5EF4-FFF2-40B4-BE49-F238E27FC236}">
                      <a16:creationId xmlns:a16="http://schemas.microsoft.com/office/drawing/2014/main" id="{8338A399-3087-BA3D-1198-98278B256B41}"/>
                    </a:ext>
                  </a:extLst>
                </p:cNvPr>
                <p:cNvSpPr/>
                <p:nvPr/>
              </p:nvSpPr>
              <p:spPr>
                <a:xfrm>
                  <a:off x="4636101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7" name="pg3237">
                  <a:extLst>
                    <a:ext uri="{FF2B5EF4-FFF2-40B4-BE49-F238E27FC236}">
                      <a16:creationId xmlns:a16="http://schemas.microsoft.com/office/drawing/2014/main" id="{C0D761AD-59F9-1E7E-1731-0EC2FDB82F52}"/>
                    </a:ext>
                  </a:extLst>
                </p:cNvPr>
                <p:cNvSpPr/>
                <p:nvPr/>
              </p:nvSpPr>
              <p:spPr>
                <a:xfrm>
                  <a:off x="4647739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8" name="pg3238">
                  <a:extLst>
                    <a:ext uri="{FF2B5EF4-FFF2-40B4-BE49-F238E27FC236}">
                      <a16:creationId xmlns:a16="http://schemas.microsoft.com/office/drawing/2014/main" id="{0C7366E9-351D-6633-C6B5-7A4B195B3467}"/>
                    </a:ext>
                  </a:extLst>
                </p:cNvPr>
                <p:cNvSpPr/>
                <p:nvPr/>
              </p:nvSpPr>
              <p:spPr>
                <a:xfrm>
                  <a:off x="4659376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9" name="pg3239">
                  <a:extLst>
                    <a:ext uri="{FF2B5EF4-FFF2-40B4-BE49-F238E27FC236}">
                      <a16:creationId xmlns:a16="http://schemas.microsoft.com/office/drawing/2014/main" id="{3867A4D3-F741-677A-C40C-40723A399F66}"/>
                    </a:ext>
                  </a:extLst>
                </p:cNvPr>
                <p:cNvSpPr/>
                <p:nvPr/>
              </p:nvSpPr>
              <p:spPr>
                <a:xfrm>
                  <a:off x="4671013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0" name="pg3240">
                  <a:extLst>
                    <a:ext uri="{FF2B5EF4-FFF2-40B4-BE49-F238E27FC236}">
                      <a16:creationId xmlns:a16="http://schemas.microsoft.com/office/drawing/2014/main" id="{BF6577C3-5197-13F5-64E5-B2F8CAE75563}"/>
                    </a:ext>
                  </a:extLst>
                </p:cNvPr>
                <p:cNvSpPr/>
                <p:nvPr/>
              </p:nvSpPr>
              <p:spPr>
                <a:xfrm>
                  <a:off x="4682651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1" name="pg3241">
                  <a:extLst>
                    <a:ext uri="{FF2B5EF4-FFF2-40B4-BE49-F238E27FC236}">
                      <a16:creationId xmlns:a16="http://schemas.microsoft.com/office/drawing/2014/main" id="{193B7461-9E18-AF8D-AE69-5FE9FC6EFA7B}"/>
                    </a:ext>
                  </a:extLst>
                </p:cNvPr>
                <p:cNvSpPr/>
                <p:nvPr/>
              </p:nvSpPr>
              <p:spPr>
                <a:xfrm>
                  <a:off x="2925414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2" name="pg3242">
                  <a:extLst>
                    <a:ext uri="{FF2B5EF4-FFF2-40B4-BE49-F238E27FC236}">
                      <a16:creationId xmlns:a16="http://schemas.microsoft.com/office/drawing/2014/main" id="{3E30495D-7DF1-E39E-E9A9-DA3AD19ACA54}"/>
                    </a:ext>
                  </a:extLst>
                </p:cNvPr>
                <p:cNvSpPr/>
                <p:nvPr/>
              </p:nvSpPr>
              <p:spPr>
                <a:xfrm>
                  <a:off x="2937051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3" name="pg3243">
                  <a:extLst>
                    <a:ext uri="{FF2B5EF4-FFF2-40B4-BE49-F238E27FC236}">
                      <a16:creationId xmlns:a16="http://schemas.microsoft.com/office/drawing/2014/main" id="{217DB46E-CC21-AD76-2934-1EE74ACBBCA7}"/>
                    </a:ext>
                  </a:extLst>
                </p:cNvPr>
                <p:cNvSpPr/>
                <p:nvPr/>
              </p:nvSpPr>
              <p:spPr>
                <a:xfrm>
                  <a:off x="2948689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4" name="pg3244">
                  <a:extLst>
                    <a:ext uri="{FF2B5EF4-FFF2-40B4-BE49-F238E27FC236}">
                      <a16:creationId xmlns:a16="http://schemas.microsoft.com/office/drawing/2014/main" id="{F4C65AC7-1BD5-483D-8E91-4914379D00EF}"/>
                    </a:ext>
                  </a:extLst>
                </p:cNvPr>
                <p:cNvSpPr/>
                <p:nvPr/>
              </p:nvSpPr>
              <p:spPr>
                <a:xfrm>
                  <a:off x="2960326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5" name="pg3245">
                  <a:extLst>
                    <a:ext uri="{FF2B5EF4-FFF2-40B4-BE49-F238E27FC236}">
                      <a16:creationId xmlns:a16="http://schemas.microsoft.com/office/drawing/2014/main" id="{6FCE50D9-0BD6-EC3A-0C1D-0CB0AAE93FAB}"/>
                    </a:ext>
                  </a:extLst>
                </p:cNvPr>
                <p:cNvSpPr/>
                <p:nvPr/>
              </p:nvSpPr>
              <p:spPr>
                <a:xfrm>
                  <a:off x="2971963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6" name="pg3246">
                  <a:extLst>
                    <a:ext uri="{FF2B5EF4-FFF2-40B4-BE49-F238E27FC236}">
                      <a16:creationId xmlns:a16="http://schemas.microsoft.com/office/drawing/2014/main" id="{E5DBED3A-A0D1-CED3-9292-6EF736053922}"/>
                    </a:ext>
                  </a:extLst>
                </p:cNvPr>
                <p:cNvSpPr/>
                <p:nvPr/>
              </p:nvSpPr>
              <p:spPr>
                <a:xfrm>
                  <a:off x="2983601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7" name="pg3247">
                  <a:extLst>
                    <a:ext uri="{FF2B5EF4-FFF2-40B4-BE49-F238E27FC236}">
                      <a16:creationId xmlns:a16="http://schemas.microsoft.com/office/drawing/2014/main" id="{0F5FF797-E0A9-5D98-9E0E-1E59A8477F89}"/>
                    </a:ext>
                  </a:extLst>
                </p:cNvPr>
                <p:cNvSpPr/>
                <p:nvPr/>
              </p:nvSpPr>
              <p:spPr>
                <a:xfrm>
                  <a:off x="2995238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8" name="pg3248">
                  <a:extLst>
                    <a:ext uri="{FF2B5EF4-FFF2-40B4-BE49-F238E27FC236}">
                      <a16:creationId xmlns:a16="http://schemas.microsoft.com/office/drawing/2014/main" id="{2A12F8BD-597B-A3FD-B451-597D12F3574F}"/>
                    </a:ext>
                  </a:extLst>
                </p:cNvPr>
                <p:cNvSpPr/>
                <p:nvPr/>
              </p:nvSpPr>
              <p:spPr>
                <a:xfrm>
                  <a:off x="3006875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9" name="pg3249">
                  <a:extLst>
                    <a:ext uri="{FF2B5EF4-FFF2-40B4-BE49-F238E27FC236}">
                      <a16:creationId xmlns:a16="http://schemas.microsoft.com/office/drawing/2014/main" id="{EEA43D88-6C0D-953D-FE73-CDBB1B1E9DA6}"/>
                    </a:ext>
                  </a:extLst>
                </p:cNvPr>
                <p:cNvSpPr/>
                <p:nvPr/>
              </p:nvSpPr>
              <p:spPr>
                <a:xfrm>
                  <a:off x="3018513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0" name="pg3250">
                  <a:extLst>
                    <a:ext uri="{FF2B5EF4-FFF2-40B4-BE49-F238E27FC236}">
                      <a16:creationId xmlns:a16="http://schemas.microsoft.com/office/drawing/2014/main" id="{E2520AB5-4027-F85C-CF51-2614358BC6F5}"/>
                    </a:ext>
                  </a:extLst>
                </p:cNvPr>
                <p:cNvSpPr/>
                <p:nvPr/>
              </p:nvSpPr>
              <p:spPr>
                <a:xfrm>
                  <a:off x="3030150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1" name="pg3251">
                  <a:extLst>
                    <a:ext uri="{FF2B5EF4-FFF2-40B4-BE49-F238E27FC236}">
                      <a16:creationId xmlns:a16="http://schemas.microsoft.com/office/drawing/2014/main" id="{6BF4F256-98FC-8DE7-7C12-0A659C239E47}"/>
                    </a:ext>
                  </a:extLst>
                </p:cNvPr>
                <p:cNvSpPr/>
                <p:nvPr/>
              </p:nvSpPr>
              <p:spPr>
                <a:xfrm>
                  <a:off x="3041787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2" name="pg3252">
                  <a:extLst>
                    <a:ext uri="{FF2B5EF4-FFF2-40B4-BE49-F238E27FC236}">
                      <a16:creationId xmlns:a16="http://schemas.microsoft.com/office/drawing/2014/main" id="{13DA1FA0-4C20-E2D2-A6E4-103887C613AF}"/>
                    </a:ext>
                  </a:extLst>
                </p:cNvPr>
                <p:cNvSpPr/>
                <p:nvPr/>
              </p:nvSpPr>
              <p:spPr>
                <a:xfrm>
                  <a:off x="3053425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3" name="pg3253">
                  <a:extLst>
                    <a:ext uri="{FF2B5EF4-FFF2-40B4-BE49-F238E27FC236}">
                      <a16:creationId xmlns:a16="http://schemas.microsoft.com/office/drawing/2014/main" id="{578BA2B0-421E-8558-ABE3-00D955CA4BFC}"/>
                    </a:ext>
                  </a:extLst>
                </p:cNvPr>
                <p:cNvSpPr/>
                <p:nvPr/>
              </p:nvSpPr>
              <p:spPr>
                <a:xfrm>
                  <a:off x="4414992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4" name="pg3254">
                  <a:extLst>
                    <a:ext uri="{FF2B5EF4-FFF2-40B4-BE49-F238E27FC236}">
                      <a16:creationId xmlns:a16="http://schemas.microsoft.com/office/drawing/2014/main" id="{4D309774-0E97-C698-73AB-9E7FE802243B}"/>
                    </a:ext>
                  </a:extLst>
                </p:cNvPr>
                <p:cNvSpPr/>
                <p:nvPr/>
              </p:nvSpPr>
              <p:spPr>
                <a:xfrm>
                  <a:off x="4426630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5" name="pg3255">
                  <a:extLst>
                    <a:ext uri="{FF2B5EF4-FFF2-40B4-BE49-F238E27FC236}">
                      <a16:creationId xmlns:a16="http://schemas.microsoft.com/office/drawing/2014/main" id="{A3AFD4E1-CF01-4D41-88D1-DEB59DA4F04A}"/>
                    </a:ext>
                  </a:extLst>
                </p:cNvPr>
                <p:cNvSpPr/>
                <p:nvPr/>
              </p:nvSpPr>
              <p:spPr>
                <a:xfrm>
                  <a:off x="4438267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6" name="pg3256">
                  <a:extLst>
                    <a:ext uri="{FF2B5EF4-FFF2-40B4-BE49-F238E27FC236}">
                      <a16:creationId xmlns:a16="http://schemas.microsoft.com/office/drawing/2014/main" id="{99D42C61-77DE-6FB4-FE35-6356D32DDCF1}"/>
                    </a:ext>
                  </a:extLst>
                </p:cNvPr>
                <p:cNvSpPr/>
                <p:nvPr/>
              </p:nvSpPr>
              <p:spPr>
                <a:xfrm>
                  <a:off x="4449904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7" name="pg3257">
                  <a:extLst>
                    <a:ext uri="{FF2B5EF4-FFF2-40B4-BE49-F238E27FC236}">
                      <a16:creationId xmlns:a16="http://schemas.microsoft.com/office/drawing/2014/main" id="{786BAAA5-3130-8CDC-BE11-5C8B32F96065}"/>
                    </a:ext>
                  </a:extLst>
                </p:cNvPr>
                <p:cNvSpPr/>
                <p:nvPr/>
              </p:nvSpPr>
              <p:spPr>
                <a:xfrm>
                  <a:off x="4461542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8" name="pg3258">
                  <a:extLst>
                    <a:ext uri="{FF2B5EF4-FFF2-40B4-BE49-F238E27FC236}">
                      <a16:creationId xmlns:a16="http://schemas.microsoft.com/office/drawing/2014/main" id="{536C0EE3-49DD-08B7-428B-A37196FD37D2}"/>
                    </a:ext>
                  </a:extLst>
                </p:cNvPr>
                <p:cNvSpPr/>
                <p:nvPr/>
              </p:nvSpPr>
              <p:spPr>
                <a:xfrm>
                  <a:off x="4624464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9" name="pg3259">
                  <a:extLst>
                    <a:ext uri="{FF2B5EF4-FFF2-40B4-BE49-F238E27FC236}">
                      <a16:creationId xmlns:a16="http://schemas.microsoft.com/office/drawing/2014/main" id="{2784005C-B501-B29A-C3B4-6494F05A3172}"/>
                    </a:ext>
                  </a:extLst>
                </p:cNvPr>
                <p:cNvSpPr/>
                <p:nvPr/>
              </p:nvSpPr>
              <p:spPr>
                <a:xfrm>
                  <a:off x="4636101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0" name="pg3260">
                  <a:extLst>
                    <a:ext uri="{FF2B5EF4-FFF2-40B4-BE49-F238E27FC236}">
                      <a16:creationId xmlns:a16="http://schemas.microsoft.com/office/drawing/2014/main" id="{5DB397BD-7F25-B1F0-CA13-2B2AEF65646A}"/>
                    </a:ext>
                  </a:extLst>
                </p:cNvPr>
                <p:cNvSpPr/>
                <p:nvPr/>
              </p:nvSpPr>
              <p:spPr>
                <a:xfrm>
                  <a:off x="4647739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1" name="pg3261">
                  <a:extLst>
                    <a:ext uri="{FF2B5EF4-FFF2-40B4-BE49-F238E27FC236}">
                      <a16:creationId xmlns:a16="http://schemas.microsoft.com/office/drawing/2014/main" id="{8F35CF2D-FE4F-170C-3DFE-3C485FF0BC85}"/>
                    </a:ext>
                  </a:extLst>
                </p:cNvPr>
                <p:cNvSpPr/>
                <p:nvPr/>
              </p:nvSpPr>
              <p:spPr>
                <a:xfrm>
                  <a:off x="4659376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2" name="pg3262">
                  <a:extLst>
                    <a:ext uri="{FF2B5EF4-FFF2-40B4-BE49-F238E27FC236}">
                      <a16:creationId xmlns:a16="http://schemas.microsoft.com/office/drawing/2014/main" id="{577335C8-BD0C-270E-0939-6F882C7358C4}"/>
                    </a:ext>
                  </a:extLst>
                </p:cNvPr>
                <p:cNvSpPr/>
                <p:nvPr/>
              </p:nvSpPr>
              <p:spPr>
                <a:xfrm>
                  <a:off x="4671013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3" name="pg3263">
                  <a:extLst>
                    <a:ext uri="{FF2B5EF4-FFF2-40B4-BE49-F238E27FC236}">
                      <a16:creationId xmlns:a16="http://schemas.microsoft.com/office/drawing/2014/main" id="{6C498CA8-660A-E488-06B5-F92BB89526DA}"/>
                    </a:ext>
                  </a:extLst>
                </p:cNvPr>
                <p:cNvSpPr/>
                <p:nvPr/>
              </p:nvSpPr>
              <p:spPr>
                <a:xfrm>
                  <a:off x="4682651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4" name="pg3264">
                  <a:extLst>
                    <a:ext uri="{FF2B5EF4-FFF2-40B4-BE49-F238E27FC236}">
                      <a16:creationId xmlns:a16="http://schemas.microsoft.com/office/drawing/2014/main" id="{D5C1ADF5-B3E5-CF1F-8D82-3F03D2982299}"/>
                    </a:ext>
                  </a:extLst>
                </p:cNvPr>
                <p:cNvSpPr/>
                <p:nvPr/>
              </p:nvSpPr>
              <p:spPr>
                <a:xfrm>
                  <a:off x="2890502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5" name="pg3265">
                  <a:extLst>
                    <a:ext uri="{FF2B5EF4-FFF2-40B4-BE49-F238E27FC236}">
                      <a16:creationId xmlns:a16="http://schemas.microsoft.com/office/drawing/2014/main" id="{2062C082-E0A5-CA46-6C40-E302FEA97CDC}"/>
                    </a:ext>
                  </a:extLst>
                </p:cNvPr>
                <p:cNvSpPr/>
                <p:nvPr/>
              </p:nvSpPr>
              <p:spPr>
                <a:xfrm>
                  <a:off x="2902139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6" name="pg3266">
                  <a:extLst>
                    <a:ext uri="{FF2B5EF4-FFF2-40B4-BE49-F238E27FC236}">
                      <a16:creationId xmlns:a16="http://schemas.microsoft.com/office/drawing/2014/main" id="{520DBE5A-D734-6B64-A954-EF4F296E991F}"/>
                    </a:ext>
                  </a:extLst>
                </p:cNvPr>
                <p:cNvSpPr/>
                <p:nvPr/>
              </p:nvSpPr>
              <p:spPr>
                <a:xfrm>
                  <a:off x="2913777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7" name="pg3267">
                  <a:extLst>
                    <a:ext uri="{FF2B5EF4-FFF2-40B4-BE49-F238E27FC236}">
                      <a16:creationId xmlns:a16="http://schemas.microsoft.com/office/drawing/2014/main" id="{52D1CEFB-8583-FAF2-6FA2-B4CE22934320}"/>
                    </a:ext>
                  </a:extLst>
                </p:cNvPr>
                <p:cNvSpPr/>
                <p:nvPr/>
              </p:nvSpPr>
              <p:spPr>
                <a:xfrm>
                  <a:off x="2925414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8" name="pg3268">
                  <a:extLst>
                    <a:ext uri="{FF2B5EF4-FFF2-40B4-BE49-F238E27FC236}">
                      <a16:creationId xmlns:a16="http://schemas.microsoft.com/office/drawing/2014/main" id="{5D2C8FA0-47DE-EA0B-ADA2-12E570C64458}"/>
                    </a:ext>
                  </a:extLst>
                </p:cNvPr>
                <p:cNvSpPr/>
                <p:nvPr/>
              </p:nvSpPr>
              <p:spPr>
                <a:xfrm>
                  <a:off x="2937051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9" name="pg3269">
                  <a:extLst>
                    <a:ext uri="{FF2B5EF4-FFF2-40B4-BE49-F238E27FC236}">
                      <a16:creationId xmlns:a16="http://schemas.microsoft.com/office/drawing/2014/main" id="{63E33127-9A50-CD89-9980-7CCB82411B5C}"/>
                    </a:ext>
                  </a:extLst>
                </p:cNvPr>
                <p:cNvSpPr/>
                <p:nvPr/>
              </p:nvSpPr>
              <p:spPr>
                <a:xfrm>
                  <a:off x="2948689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0" name="pg3270">
                  <a:extLst>
                    <a:ext uri="{FF2B5EF4-FFF2-40B4-BE49-F238E27FC236}">
                      <a16:creationId xmlns:a16="http://schemas.microsoft.com/office/drawing/2014/main" id="{3E7EE1C2-BBA3-8205-3263-A1878F34C9AC}"/>
                    </a:ext>
                  </a:extLst>
                </p:cNvPr>
                <p:cNvSpPr/>
                <p:nvPr/>
              </p:nvSpPr>
              <p:spPr>
                <a:xfrm>
                  <a:off x="2960326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1" name="pg3271">
                  <a:extLst>
                    <a:ext uri="{FF2B5EF4-FFF2-40B4-BE49-F238E27FC236}">
                      <a16:creationId xmlns:a16="http://schemas.microsoft.com/office/drawing/2014/main" id="{8A4F0191-F21B-10B9-216D-86155B7BFC66}"/>
                    </a:ext>
                  </a:extLst>
                </p:cNvPr>
                <p:cNvSpPr/>
                <p:nvPr/>
              </p:nvSpPr>
              <p:spPr>
                <a:xfrm>
                  <a:off x="2971963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2" name="pg3272">
                  <a:extLst>
                    <a:ext uri="{FF2B5EF4-FFF2-40B4-BE49-F238E27FC236}">
                      <a16:creationId xmlns:a16="http://schemas.microsoft.com/office/drawing/2014/main" id="{4B578633-D69F-C6F2-481E-632D9F30191A}"/>
                    </a:ext>
                  </a:extLst>
                </p:cNvPr>
                <p:cNvSpPr/>
                <p:nvPr/>
              </p:nvSpPr>
              <p:spPr>
                <a:xfrm>
                  <a:off x="2983601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3" name="pg3273">
                  <a:extLst>
                    <a:ext uri="{FF2B5EF4-FFF2-40B4-BE49-F238E27FC236}">
                      <a16:creationId xmlns:a16="http://schemas.microsoft.com/office/drawing/2014/main" id="{E0965C37-316B-9252-24BD-36C7A27938B3}"/>
                    </a:ext>
                  </a:extLst>
                </p:cNvPr>
                <p:cNvSpPr/>
                <p:nvPr/>
              </p:nvSpPr>
              <p:spPr>
                <a:xfrm>
                  <a:off x="2995238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4" name="pg3274">
                  <a:extLst>
                    <a:ext uri="{FF2B5EF4-FFF2-40B4-BE49-F238E27FC236}">
                      <a16:creationId xmlns:a16="http://schemas.microsoft.com/office/drawing/2014/main" id="{C3B26ED4-2D42-AA90-518B-984353B8456A}"/>
                    </a:ext>
                  </a:extLst>
                </p:cNvPr>
                <p:cNvSpPr/>
                <p:nvPr/>
              </p:nvSpPr>
              <p:spPr>
                <a:xfrm>
                  <a:off x="3006875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5" name="pg3275">
                  <a:extLst>
                    <a:ext uri="{FF2B5EF4-FFF2-40B4-BE49-F238E27FC236}">
                      <a16:creationId xmlns:a16="http://schemas.microsoft.com/office/drawing/2014/main" id="{3B50515B-584B-05E0-B827-174F21A4D306}"/>
                    </a:ext>
                  </a:extLst>
                </p:cNvPr>
                <p:cNvSpPr/>
                <p:nvPr/>
              </p:nvSpPr>
              <p:spPr>
                <a:xfrm>
                  <a:off x="3018513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6" name="pg3276">
                  <a:extLst>
                    <a:ext uri="{FF2B5EF4-FFF2-40B4-BE49-F238E27FC236}">
                      <a16:creationId xmlns:a16="http://schemas.microsoft.com/office/drawing/2014/main" id="{070B8332-C4C8-086F-2903-0B959E7A961F}"/>
                    </a:ext>
                  </a:extLst>
                </p:cNvPr>
                <p:cNvSpPr/>
                <p:nvPr/>
              </p:nvSpPr>
              <p:spPr>
                <a:xfrm>
                  <a:off x="3030150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7" name="pg3277">
                  <a:extLst>
                    <a:ext uri="{FF2B5EF4-FFF2-40B4-BE49-F238E27FC236}">
                      <a16:creationId xmlns:a16="http://schemas.microsoft.com/office/drawing/2014/main" id="{AE74E408-5416-88B4-3664-8A77887A76D6}"/>
                    </a:ext>
                  </a:extLst>
                </p:cNvPr>
                <p:cNvSpPr/>
                <p:nvPr/>
              </p:nvSpPr>
              <p:spPr>
                <a:xfrm>
                  <a:off x="4414992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8" name="pg3278">
                  <a:extLst>
                    <a:ext uri="{FF2B5EF4-FFF2-40B4-BE49-F238E27FC236}">
                      <a16:creationId xmlns:a16="http://schemas.microsoft.com/office/drawing/2014/main" id="{A8CE6B11-5340-7822-6985-7A4F496FC432}"/>
                    </a:ext>
                  </a:extLst>
                </p:cNvPr>
                <p:cNvSpPr/>
                <p:nvPr/>
              </p:nvSpPr>
              <p:spPr>
                <a:xfrm>
                  <a:off x="4426630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9" name="pg3279">
                  <a:extLst>
                    <a:ext uri="{FF2B5EF4-FFF2-40B4-BE49-F238E27FC236}">
                      <a16:creationId xmlns:a16="http://schemas.microsoft.com/office/drawing/2014/main" id="{C4E36D2D-E96A-76E5-D7F5-7937450CE144}"/>
                    </a:ext>
                  </a:extLst>
                </p:cNvPr>
                <p:cNvSpPr/>
                <p:nvPr/>
              </p:nvSpPr>
              <p:spPr>
                <a:xfrm>
                  <a:off x="4438267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0" name="pg3280">
                  <a:extLst>
                    <a:ext uri="{FF2B5EF4-FFF2-40B4-BE49-F238E27FC236}">
                      <a16:creationId xmlns:a16="http://schemas.microsoft.com/office/drawing/2014/main" id="{BF8E1F84-1976-B23F-A948-74163932F005}"/>
                    </a:ext>
                  </a:extLst>
                </p:cNvPr>
                <p:cNvSpPr/>
                <p:nvPr/>
              </p:nvSpPr>
              <p:spPr>
                <a:xfrm>
                  <a:off x="4449904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1" name="pg3281">
                  <a:extLst>
                    <a:ext uri="{FF2B5EF4-FFF2-40B4-BE49-F238E27FC236}">
                      <a16:creationId xmlns:a16="http://schemas.microsoft.com/office/drawing/2014/main" id="{9578CB43-A518-B21D-2B87-CB13F8959D51}"/>
                    </a:ext>
                  </a:extLst>
                </p:cNvPr>
                <p:cNvSpPr/>
                <p:nvPr/>
              </p:nvSpPr>
              <p:spPr>
                <a:xfrm>
                  <a:off x="4461542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2" name="pg3282">
                  <a:extLst>
                    <a:ext uri="{FF2B5EF4-FFF2-40B4-BE49-F238E27FC236}">
                      <a16:creationId xmlns:a16="http://schemas.microsoft.com/office/drawing/2014/main" id="{941F996D-C55E-DA8E-464A-46BDDBD13B9E}"/>
                    </a:ext>
                  </a:extLst>
                </p:cNvPr>
                <p:cNvSpPr/>
                <p:nvPr/>
              </p:nvSpPr>
              <p:spPr>
                <a:xfrm>
                  <a:off x="4624464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3" name="pg3283">
                  <a:extLst>
                    <a:ext uri="{FF2B5EF4-FFF2-40B4-BE49-F238E27FC236}">
                      <a16:creationId xmlns:a16="http://schemas.microsoft.com/office/drawing/2014/main" id="{8A036229-9EDE-6604-70B2-9E8BE33C39EE}"/>
                    </a:ext>
                  </a:extLst>
                </p:cNvPr>
                <p:cNvSpPr/>
                <p:nvPr/>
              </p:nvSpPr>
              <p:spPr>
                <a:xfrm>
                  <a:off x="4636101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4" name="pg3284">
                  <a:extLst>
                    <a:ext uri="{FF2B5EF4-FFF2-40B4-BE49-F238E27FC236}">
                      <a16:creationId xmlns:a16="http://schemas.microsoft.com/office/drawing/2014/main" id="{4F6653B7-F1BB-BB85-AEF1-6F42A3326DDB}"/>
                    </a:ext>
                  </a:extLst>
                </p:cNvPr>
                <p:cNvSpPr/>
                <p:nvPr/>
              </p:nvSpPr>
              <p:spPr>
                <a:xfrm>
                  <a:off x="4647739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5" name="pg3285">
                  <a:extLst>
                    <a:ext uri="{FF2B5EF4-FFF2-40B4-BE49-F238E27FC236}">
                      <a16:creationId xmlns:a16="http://schemas.microsoft.com/office/drawing/2014/main" id="{4F1F4265-B2C8-73F6-BB91-219FEC141B88}"/>
                    </a:ext>
                  </a:extLst>
                </p:cNvPr>
                <p:cNvSpPr/>
                <p:nvPr/>
              </p:nvSpPr>
              <p:spPr>
                <a:xfrm>
                  <a:off x="4659376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6" name="pg3286">
                  <a:extLst>
                    <a:ext uri="{FF2B5EF4-FFF2-40B4-BE49-F238E27FC236}">
                      <a16:creationId xmlns:a16="http://schemas.microsoft.com/office/drawing/2014/main" id="{86F389AF-B7FA-759F-641E-9A796C648A0B}"/>
                    </a:ext>
                  </a:extLst>
                </p:cNvPr>
                <p:cNvSpPr/>
                <p:nvPr/>
              </p:nvSpPr>
              <p:spPr>
                <a:xfrm>
                  <a:off x="4671013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7" name="pg3287">
                  <a:extLst>
                    <a:ext uri="{FF2B5EF4-FFF2-40B4-BE49-F238E27FC236}">
                      <a16:creationId xmlns:a16="http://schemas.microsoft.com/office/drawing/2014/main" id="{1D6DD759-8982-087A-A6BD-A4DC6499B855}"/>
                    </a:ext>
                  </a:extLst>
                </p:cNvPr>
                <p:cNvSpPr/>
                <p:nvPr/>
              </p:nvSpPr>
              <p:spPr>
                <a:xfrm>
                  <a:off x="4682651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8" name="pg3288">
                  <a:extLst>
                    <a:ext uri="{FF2B5EF4-FFF2-40B4-BE49-F238E27FC236}">
                      <a16:creationId xmlns:a16="http://schemas.microsoft.com/office/drawing/2014/main" id="{59927602-B663-A399-7FE2-50E5B3BF8219}"/>
                    </a:ext>
                  </a:extLst>
                </p:cNvPr>
                <p:cNvSpPr/>
                <p:nvPr/>
              </p:nvSpPr>
              <p:spPr>
                <a:xfrm>
                  <a:off x="2890502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9" name="pg3289">
                  <a:extLst>
                    <a:ext uri="{FF2B5EF4-FFF2-40B4-BE49-F238E27FC236}">
                      <a16:creationId xmlns:a16="http://schemas.microsoft.com/office/drawing/2014/main" id="{7D506B1E-8691-781A-4E54-9D4E016CFBD7}"/>
                    </a:ext>
                  </a:extLst>
                </p:cNvPr>
                <p:cNvSpPr/>
                <p:nvPr/>
              </p:nvSpPr>
              <p:spPr>
                <a:xfrm>
                  <a:off x="2902139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0" name="pg3290">
                  <a:extLst>
                    <a:ext uri="{FF2B5EF4-FFF2-40B4-BE49-F238E27FC236}">
                      <a16:creationId xmlns:a16="http://schemas.microsoft.com/office/drawing/2014/main" id="{B07A8226-4994-BEBF-D1B3-73DCD42E9E90}"/>
                    </a:ext>
                  </a:extLst>
                </p:cNvPr>
                <p:cNvSpPr/>
                <p:nvPr/>
              </p:nvSpPr>
              <p:spPr>
                <a:xfrm>
                  <a:off x="2913777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1" name="pg3291">
                  <a:extLst>
                    <a:ext uri="{FF2B5EF4-FFF2-40B4-BE49-F238E27FC236}">
                      <a16:creationId xmlns:a16="http://schemas.microsoft.com/office/drawing/2014/main" id="{9F045099-3FC0-D6A3-2DD8-633073F42572}"/>
                    </a:ext>
                  </a:extLst>
                </p:cNvPr>
                <p:cNvSpPr/>
                <p:nvPr/>
              </p:nvSpPr>
              <p:spPr>
                <a:xfrm>
                  <a:off x="2925414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2" name="pg3292">
                  <a:extLst>
                    <a:ext uri="{FF2B5EF4-FFF2-40B4-BE49-F238E27FC236}">
                      <a16:creationId xmlns:a16="http://schemas.microsoft.com/office/drawing/2014/main" id="{127FFA2F-A8FF-33AA-5161-261F35925A8C}"/>
                    </a:ext>
                  </a:extLst>
                </p:cNvPr>
                <p:cNvSpPr/>
                <p:nvPr/>
              </p:nvSpPr>
              <p:spPr>
                <a:xfrm>
                  <a:off x="2937051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3" name="pg3293">
                  <a:extLst>
                    <a:ext uri="{FF2B5EF4-FFF2-40B4-BE49-F238E27FC236}">
                      <a16:creationId xmlns:a16="http://schemas.microsoft.com/office/drawing/2014/main" id="{9FF4E291-0042-EA21-517C-B0B2B68F5D9A}"/>
                    </a:ext>
                  </a:extLst>
                </p:cNvPr>
                <p:cNvSpPr/>
                <p:nvPr/>
              </p:nvSpPr>
              <p:spPr>
                <a:xfrm>
                  <a:off x="2948689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4" name="pg3294">
                  <a:extLst>
                    <a:ext uri="{FF2B5EF4-FFF2-40B4-BE49-F238E27FC236}">
                      <a16:creationId xmlns:a16="http://schemas.microsoft.com/office/drawing/2014/main" id="{933412AA-3D8E-52BC-C00B-59D0605B3EB2}"/>
                    </a:ext>
                  </a:extLst>
                </p:cNvPr>
                <p:cNvSpPr/>
                <p:nvPr/>
              </p:nvSpPr>
              <p:spPr>
                <a:xfrm>
                  <a:off x="2960326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5" name="pg3295">
                  <a:extLst>
                    <a:ext uri="{FF2B5EF4-FFF2-40B4-BE49-F238E27FC236}">
                      <a16:creationId xmlns:a16="http://schemas.microsoft.com/office/drawing/2014/main" id="{AD3CC269-3192-AB2F-0705-AF2D04FE8B8B}"/>
                    </a:ext>
                  </a:extLst>
                </p:cNvPr>
                <p:cNvSpPr/>
                <p:nvPr/>
              </p:nvSpPr>
              <p:spPr>
                <a:xfrm>
                  <a:off x="2971963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6" name="pg3296">
                  <a:extLst>
                    <a:ext uri="{FF2B5EF4-FFF2-40B4-BE49-F238E27FC236}">
                      <a16:creationId xmlns:a16="http://schemas.microsoft.com/office/drawing/2014/main" id="{3301EBF6-2A13-8E79-B721-DA384928727C}"/>
                    </a:ext>
                  </a:extLst>
                </p:cNvPr>
                <p:cNvSpPr/>
                <p:nvPr/>
              </p:nvSpPr>
              <p:spPr>
                <a:xfrm>
                  <a:off x="2983601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7" name="pg3297">
                  <a:extLst>
                    <a:ext uri="{FF2B5EF4-FFF2-40B4-BE49-F238E27FC236}">
                      <a16:creationId xmlns:a16="http://schemas.microsoft.com/office/drawing/2014/main" id="{7C54526F-1210-8478-2C7A-DAA30E894857}"/>
                    </a:ext>
                  </a:extLst>
                </p:cNvPr>
                <p:cNvSpPr/>
                <p:nvPr/>
              </p:nvSpPr>
              <p:spPr>
                <a:xfrm>
                  <a:off x="4403355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8" name="pg3298">
                  <a:extLst>
                    <a:ext uri="{FF2B5EF4-FFF2-40B4-BE49-F238E27FC236}">
                      <a16:creationId xmlns:a16="http://schemas.microsoft.com/office/drawing/2014/main" id="{BB536CBE-BE3A-2C6F-04F8-DC50AD649686}"/>
                    </a:ext>
                  </a:extLst>
                </p:cNvPr>
                <p:cNvSpPr/>
                <p:nvPr/>
              </p:nvSpPr>
              <p:spPr>
                <a:xfrm>
                  <a:off x="4414992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9" name="pg3299">
                  <a:extLst>
                    <a:ext uri="{FF2B5EF4-FFF2-40B4-BE49-F238E27FC236}">
                      <a16:creationId xmlns:a16="http://schemas.microsoft.com/office/drawing/2014/main" id="{D21DEE1E-D74D-4AFE-4DCC-136867EC79B7}"/>
                    </a:ext>
                  </a:extLst>
                </p:cNvPr>
                <p:cNvSpPr/>
                <p:nvPr/>
              </p:nvSpPr>
              <p:spPr>
                <a:xfrm>
                  <a:off x="4426630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0" name="pg3300">
                  <a:extLst>
                    <a:ext uri="{FF2B5EF4-FFF2-40B4-BE49-F238E27FC236}">
                      <a16:creationId xmlns:a16="http://schemas.microsoft.com/office/drawing/2014/main" id="{AC3FC267-AA89-D8EB-AD8D-24697AFD9C08}"/>
                    </a:ext>
                  </a:extLst>
                </p:cNvPr>
                <p:cNvSpPr/>
                <p:nvPr/>
              </p:nvSpPr>
              <p:spPr>
                <a:xfrm>
                  <a:off x="4438267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1" name="pg3301">
                  <a:extLst>
                    <a:ext uri="{FF2B5EF4-FFF2-40B4-BE49-F238E27FC236}">
                      <a16:creationId xmlns:a16="http://schemas.microsoft.com/office/drawing/2014/main" id="{3E151BDA-3A2D-05D4-5F60-595E38B3AB4F}"/>
                    </a:ext>
                  </a:extLst>
                </p:cNvPr>
                <p:cNvSpPr/>
                <p:nvPr/>
              </p:nvSpPr>
              <p:spPr>
                <a:xfrm>
                  <a:off x="4449904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2" name="pg3302">
                  <a:extLst>
                    <a:ext uri="{FF2B5EF4-FFF2-40B4-BE49-F238E27FC236}">
                      <a16:creationId xmlns:a16="http://schemas.microsoft.com/office/drawing/2014/main" id="{0F0BB851-D360-B62D-9EB1-BF915745EE40}"/>
                    </a:ext>
                  </a:extLst>
                </p:cNvPr>
                <p:cNvSpPr/>
                <p:nvPr/>
              </p:nvSpPr>
              <p:spPr>
                <a:xfrm>
                  <a:off x="4624464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3" name="pg3303">
                  <a:extLst>
                    <a:ext uri="{FF2B5EF4-FFF2-40B4-BE49-F238E27FC236}">
                      <a16:creationId xmlns:a16="http://schemas.microsoft.com/office/drawing/2014/main" id="{2668E70C-EA97-DA68-EA4E-7B930D83FB47}"/>
                    </a:ext>
                  </a:extLst>
                </p:cNvPr>
                <p:cNvSpPr/>
                <p:nvPr/>
              </p:nvSpPr>
              <p:spPr>
                <a:xfrm>
                  <a:off x="4636101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4" name="pg3304">
                  <a:extLst>
                    <a:ext uri="{FF2B5EF4-FFF2-40B4-BE49-F238E27FC236}">
                      <a16:creationId xmlns:a16="http://schemas.microsoft.com/office/drawing/2014/main" id="{CD442093-B4F4-0493-4681-9800137C90EB}"/>
                    </a:ext>
                  </a:extLst>
                </p:cNvPr>
                <p:cNvSpPr/>
                <p:nvPr/>
              </p:nvSpPr>
              <p:spPr>
                <a:xfrm>
                  <a:off x="4647739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5" name="pg3305">
                  <a:extLst>
                    <a:ext uri="{FF2B5EF4-FFF2-40B4-BE49-F238E27FC236}">
                      <a16:creationId xmlns:a16="http://schemas.microsoft.com/office/drawing/2014/main" id="{40594439-9AC0-014B-D765-DD7FD2F2D0E7}"/>
                    </a:ext>
                  </a:extLst>
                </p:cNvPr>
                <p:cNvSpPr/>
                <p:nvPr/>
              </p:nvSpPr>
              <p:spPr>
                <a:xfrm>
                  <a:off x="4659376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6" name="pg3306">
                  <a:extLst>
                    <a:ext uri="{FF2B5EF4-FFF2-40B4-BE49-F238E27FC236}">
                      <a16:creationId xmlns:a16="http://schemas.microsoft.com/office/drawing/2014/main" id="{065BF55E-272A-C90D-EE55-B7D35AFC7FF2}"/>
                    </a:ext>
                  </a:extLst>
                </p:cNvPr>
                <p:cNvSpPr/>
                <p:nvPr/>
              </p:nvSpPr>
              <p:spPr>
                <a:xfrm>
                  <a:off x="4671013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7" name="pg3307">
                  <a:extLst>
                    <a:ext uri="{FF2B5EF4-FFF2-40B4-BE49-F238E27FC236}">
                      <a16:creationId xmlns:a16="http://schemas.microsoft.com/office/drawing/2014/main" id="{6C999573-3182-FBD0-5F6E-552C86610FD3}"/>
                    </a:ext>
                  </a:extLst>
                </p:cNvPr>
                <p:cNvSpPr/>
                <p:nvPr/>
              </p:nvSpPr>
              <p:spPr>
                <a:xfrm>
                  <a:off x="4682651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8" name="pg3308">
                  <a:extLst>
                    <a:ext uri="{FF2B5EF4-FFF2-40B4-BE49-F238E27FC236}">
                      <a16:creationId xmlns:a16="http://schemas.microsoft.com/office/drawing/2014/main" id="{C09CB0C0-BD0E-D10F-C3E5-479275AB4587}"/>
                    </a:ext>
                  </a:extLst>
                </p:cNvPr>
                <p:cNvSpPr/>
                <p:nvPr/>
              </p:nvSpPr>
              <p:spPr>
                <a:xfrm>
                  <a:off x="2878865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9" name="pg3309">
                  <a:extLst>
                    <a:ext uri="{FF2B5EF4-FFF2-40B4-BE49-F238E27FC236}">
                      <a16:creationId xmlns:a16="http://schemas.microsoft.com/office/drawing/2014/main" id="{B12CB7F9-3BAE-6090-FBBB-A434CC21307B}"/>
                    </a:ext>
                  </a:extLst>
                </p:cNvPr>
                <p:cNvSpPr/>
                <p:nvPr/>
              </p:nvSpPr>
              <p:spPr>
                <a:xfrm>
                  <a:off x="2890502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0" name="pg3310">
                  <a:extLst>
                    <a:ext uri="{FF2B5EF4-FFF2-40B4-BE49-F238E27FC236}">
                      <a16:creationId xmlns:a16="http://schemas.microsoft.com/office/drawing/2014/main" id="{0DD6BA11-92EB-1E3A-06C2-D25BDF16A827}"/>
                    </a:ext>
                  </a:extLst>
                </p:cNvPr>
                <p:cNvSpPr/>
                <p:nvPr/>
              </p:nvSpPr>
              <p:spPr>
                <a:xfrm>
                  <a:off x="2902139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1" name="pg3311">
                  <a:extLst>
                    <a:ext uri="{FF2B5EF4-FFF2-40B4-BE49-F238E27FC236}">
                      <a16:creationId xmlns:a16="http://schemas.microsoft.com/office/drawing/2014/main" id="{F4BDEA75-A6D2-0D34-599A-C2C170CB3B9A}"/>
                    </a:ext>
                  </a:extLst>
                </p:cNvPr>
                <p:cNvSpPr/>
                <p:nvPr/>
              </p:nvSpPr>
              <p:spPr>
                <a:xfrm>
                  <a:off x="2913777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2" name="pg3312">
                  <a:extLst>
                    <a:ext uri="{FF2B5EF4-FFF2-40B4-BE49-F238E27FC236}">
                      <a16:creationId xmlns:a16="http://schemas.microsoft.com/office/drawing/2014/main" id="{0255C878-F3FC-CE7C-B954-241AA7E37CAC}"/>
                    </a:ext>
                  </a:extLst>
                </p:cNvPr>
                <p:cNvSpPr/>
                <p:nvPr/>
              </p:nvSpPr>
              <p:spPr>
                <a:xfrm>
                  <a:off x="2925414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3" name="pg3313">
                  <a:extLst>
                    <a:ext uri="{FF2B5EF4-FFF2-40B4-BE49-F238E27FC236}">
                      <a16:creationId xmlns:a16="http://schemas.microsoft.com/office/drawing/2014/main" id="{39F19BA9-0080-637F-E270-F1D9D0AED994}"/>
                    </a:ext>
                  </a:extLst>
                </p:cNvPr>
                <p:cNvSpPr/>
                <p:nvPr/>
              </p:nvSpPr>
              <p:spPr>
                <a:xfrm>
                  <a:off x="2937051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4" name="pg3314">
                  <a:extLst>
                    <a:ext uri="{FF2B5EF4-FFF2-40B4-BE49-F238E27FC236}">
                      <a16:creationId xmlns:a16="http://schemas.microsoft.com/office/drawing/2014/main" id="{39BB33C1-2FBE-A4BD-63B8-D444976DC812}"/>
                    </a:ext>
                  </a:extLst>
                </p:cNvPr>
                <p:cNvSpPr/>
                <p:nvPr/>
              </p:nvSpPr>
              <p:spPr>
                <a:xfrm>
                  <a:off x="2948689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5" name="pg3315">
                  <a:extLst>
                    <a:ext uri="{FF2B5EF4-FFF2-40B4-BE49-F238E27FC236}">
                      <a16:creationId xmlns:a16="http://schemas.microsoft.com/office/drawing/2014/main" id="{5D8E5A22-D1D6-AE1A-357B-DDCB18EE5E31}"/>
                    </a:ext>
                  </a:extLst>
                </p:cNvPr>
                <p:cNvSpPr/>
                <p:nvPr/>
              </p:nvSpPr>
              <p:spPr>
                <a:xfrm>
                  <a:off x="2960326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6" name="pg3316">
                  <a:extLst>
                    <a:ext uri="{FF2B5EF4-FFF2-40B4-BE49-F238E27FC236}">
                      <a16:creationId xmlns:a16="http://schemas.microsoft.com/office/drawing/2014/main" id="{A42B5B4D-E61A-B257-262B-04A34A5042AA}"/>
                    </a:ext>
                  </a:extLst>
                </p:cNvPr>
                <p:cNvSpPr/>
                <p:nvPr/>
              </p:nvSpPr>
              <p:spPr>
                <a:xfrm>
                  <a:off x="4403355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7" name="pg3317">
                  <a:extLst>
                    <a:ext uri="{FF2B5EF4-FFF2-40B4-BE49-F238E27FC236}">
                      <a16:creationId xmlns:a16="http://schemas.microsoft.com/office/drawing/2014/main" id="{B3D721D4-485A-E71D-66B1-20E28D2DC933}"/>
                    </a:ext>
                  </a:extLst>
                </p:cNvPr>
                <p:cNvSpPr/>
                <p:nvPr/>
              </p:nvSpPr>
              <p:spPr>
                <a:xfrm>
                  <a:off x="4414992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8" name="pg3318">
                  <a:extLst>
                    <a:ext uri="{FF2B5EF4-FFF2-40B4-BE49-F238E27FC236}">
                      <a16:creationId xmlns:a16="http://schemas.microsoft.com/office/drawing/2014/main" id="{36A2DD2F-418E-02C0-C33C-23EC2B8A7E71}"/>
                    </a:ext>
                  </a:extLst>
                </p:cNvPr>
                <p:cNvSpPr/>
                <p:nvPr/>
              </p:nvSpPr>
              <p:spPr>
                <a:xfrm>
                  <a:off x="4426630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9" name="pg3319">
                  <a:extLst>
                    <a:ext uri="{FF2B5EF4-FFF2-40B4-BE49-F238E27FC236}">
                      <a16:creationId xmlns:a16="http://schemas.microsoft.com/office/drawing/2014/main" id="{58D7DA71-7026-F1D8-9DF2-4A4249B465E8}"/>
                    </a:ext>
                  </a:extLst>
                </p:cNvPr>
                <p:cNvSpPr/>
                <p:nvPr/>
              </p:nvSpPr>
              <p:spPr>
                <a:xfrm>
                  <a:off x="4438267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0" name="pg3320">
                  <a:extLst>
                    <a:ext uri="{FF2B5EF4-FFF2-40B4-BE49-F238E27FC236}">
                      <a16:creationId xmlns:a16="http://schemas.microsoft.com/office/drawing/2014/main" id="{D7156224-F109-C493-B2B1-2BEB94F271D2}"/>
                    </a:ext>
                  </a:extLst>
                </p:cNvPr>
                <p:cNvSpPr/>
                <p:nvPr/>
              </p:nvSpPr>
              <p:spPr>
                <a:xfrm>
                  <a:off x="4449904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1" name="pg3321">
                  <a:extLst>
                    <a:ext uri="{FF2B5EF4-FFF2-40B4-BE49-F238E27FC236}">
                      <a16:creationId xmlns:a16="http://schemas.microsoft.com/office/drawing/2014/main" id="{4A1D4A3E-0819-D406-02F2-7EE063DEF8D5}"/>
                    </a:ext>
                  </a:extLst>
                </p:cNvPr>
                <p:cNvSpPr/>
                <p:nvPr/>
              </p:nvSpPr>
              <p:spPr>
                <a:xfrm>
                  <a:off x="4461542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2" name="pg3322">
                  <a:extLst>
                    <a:ext uri="{FF2B5EF4-FFF2-40B4-BE49-F238E27FC236}">
                      <a16:creationId xmlns:a16="http://schemas.microsoft.com/office/drawing/2014/main" id="{5C05E22C-6C02-3EC8-48E1-537A6D20DBEE}"/>
                    </a:ext>
                  </a:extLst>
                </p:cNvPr>
                <p:cNvSpPr/>
                <p:nvPr/>
              </p:nvSpPr>
              <p:spPr>
                <a:xfrm>
                  <a:off x="4473179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3" name="pg3323">
                  <a:extLst>
                    <a:ext uri="{FF2B5EF4-FFF2-40B4-BE49-F238E27FC236}">
                      <a16:creationId xmlns:a16="http://schemas.microsoft.com/office/drawing/2014/main" id="{9DBA871D-E3F7-FC1F-3614-B4ED4C126195}"/>
                    </a:ext>
                  </a:extLst>
                </p:cNvPr>
                <p:cNvSpPr/>
                <p:nvPr/>
              </p:nvSpPr>
              <p:spPr>
                <a:xfrm>
                  <a:off x="4636101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4" name="pg3324">
                  <a:extLst>
                    <a:ext uri="{FF2B5EF4-FFF2-40B4-BE49-F238E27FC236}">
                      <a16:creationId xmlns:a16="http://schemas.microsoft.com/office/drawing/2014/main" id="{3F5F931B-965C-395E-F953-4D8E0BE7D87B}"/>
                    </a:ext>
                  </a:extLst>
                </p:cNvPr>
                <p:cNvSpPr/>
                <p:nvPr/>
              </p:nvSpPr>
              <p:spPr>
                <a:xfrm>
                  <a:off x="4647739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5" name="pg3325">
                  <a:extLst>
                    <a:ext uri="{FF2B5EF4-FFF2-40B4-BE49-F238E27FC236}">
                      <a16:creationId xmlns:a16="http://schemas.microsoft.com/office/drawing/2014/main" id="{B573E515-4E57-FC1F-4BC3-0AA17D28A568}"/>
                    </a:ext>
                  </a:extLst>
                </p:cNvPr>
                <p:cNvSpPr/>
                <p:nvPr/>
              </p:nvSpPr>
              <p:spPr>
                <a:xfrm>
                  <a:off x="4659376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6" name="pg3326">
                  <a:extLst>
                    <a:ext uri="{FF2B5EF4-FFF2-40B4-BE49-F238E27FC236}">
                      <a16:creationId xmlns:a16="http://schemas.microsoft.com/office/drawing/2014/main" id="{6A5D6449-996C-0022-DC02-B86A194227C4}"/>
                    </a:ext>
                  </a:extLst>
                </p:cNvPr>
                <p:cNvSpPr/>
                <p:nvPr/>
              </p:nvSpPr>
              <p:spPr>
                <a:xfrm>
                  <a:off x="4671013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7" name="pg3327">
                  <a:extLst>
                    <a:ext uri="{FF2B5EF4-FFF2-40B4-BE49-F238E27FC236}">
                      <a16:creationId xmlns:a16="http://schemas.microsoft.com/office/drawing/2014/main" id="{502AF2AD-2869-5938-822A-9D5C704D2D6A}"/>
                    </a:ext>
                  </a:extLst>
                </p:cNvPr>
                <p:cNvSpPr/>
                <p:nvPr/>
              </p:nvSpPr>
              <p:spPr>
                <a:xfrm>
                  <a:off x="4682651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8" name="pg3328">
                  <a:extLst>
                    <a:ext uri="{FF2B5EF4-FFF2-40B4-BE49-F238E27FC236}">
                      <a16:creationId xmlns:a16="http://schemas.microsoft.com/office/drawing/2014/main" id="{3643155D-0EAA-7A83-0F4A-AE13FA76FC39}"/>
                    </a:ext>
                  </a:extLst>
                </p:cNvPr>
                <p:cNvSpPr/>
                <p:nvPr/>
              </p:nvSpPr>
              <p:spPr>
                <a:xfrm>
                  <a:off x="2867227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9" name="pg3329">
                  <a:extLst>
                    <a:ext uri="{FF2B5EF4-FFF2-40B4-BE49-F238E27FC236}">
                      <a16:creationId xmlns:a16="http://schemas.microsoft.com/office/drawing/2014/main" id="{5DFC3E3D-341D-6E1E-9D66-DE014B8FE9A1}"/>
                    </a:ext>
                  </a:extLst>
                </p:cNvPr>
                <p:cNvSpPr/>
                <p:nvPr/>
              </p:nvSpPr>
              <p:spPr>
                <a:xfrm>
                  <a:off x="2878865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0" name="pg3330">
                  <a:extLst>
                    <a:ext uri="{FF2B5EF4-FFF2-40B4-BE49-F238E27FC236}">
                      <a16:creationId xmlns:a16="http://schemas.microsoft.com/office/drawing/2014/main" id="{5BEF396D-F8A6-2F77-EC51-757B82BAA83C}"/>
                    </a:ext>
                  </a:extLst>
                </p:cNvPr>
                <p:cNvSpPr/>
                <p:nvPr/>
              </p:nvSpPr>
              <p:spPr>
                <a:xfrm>
                  <a:off x="2890502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1" name="pg3331">
                  <a:extLst>
                    <a:ext uri="{FF2B5EF4-FFF2-40B4-BE49-F238E27FC236}">
                      <a16:creationId xmlns:a16="http://schemas.microsoft.com/office/drawing/2014/main" id="{8D3FB639-6F72-C138-7402-D45229C7FDD7}"/>
                    </a:ext>
                  </a:extLst>
                </p:cNvPr>
                <p:cNvSpPr/>
                <p:nvPr/>
              </p:nvSpPr>
              <p:spPr>
                <a:xfrm>
                  <a:off x="2902139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2" name="pg3332">
                  <a:extLst>
                    <a:ext uri="{FF2B5EF4-FFF2-40B4-BE49-F238E27FC236}">
                      <a16:creationId xmlns:a16="http://schemas.microsoft.com/office/drawing/2014/main" id="{C150F384-CC9B-03E3-5A4F-63ACEC97A81F}"/>
                    </a:ext>
                  </a:extLst>
                </p:cNvPr>
                <p:cNvSpPr/>
                <p:nvPr/>
              </p:nvSpPr>
              <p:spPr>
                <a:xfrm>
                  <a:off x="2913777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3" name="pg3333">
                  <a:extLst>
                    <a:ext uri="{FF2B5EF4-FFF2-40B4-BE49-F238E27FC236}">
                      <a16:creationId xmlns:a16="http://schemas.microsoft.com/office/drawing/2014/main" id="{6D673709-7EAA-FD06-FB76-B2AC1CB88D4F}"/>
                    </a:ext>
                  </a:extLst>
                </p:cNvPr>
                <p:cNvSpPr/>
                <p:nvPr/>
              </p:nvSpPr>
              <p:spPr>
                <a:xfrm>
                  <a:off x="2925414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4" name="pg3334">
                  <a:extLst>
                    <a:ext uri="{FF2B5EF4-FFF2-40B4-BE49-F238E27FC236}">
                      <a16:creationId xmlns:a16="http://schemas.microsoft.com/office/drawing/2014/main" id="{F5A8F57C-1FF5-094E-2E96-B1D6BDD21B85}"/>
                    </a:ext>
                  </a:extLst>
                </p:cNvPr>
                <p:cNvSpPr/>
                <p:nvPr/>
              </p:nvSpPr>
              <p:spPr>
                <a:xfrm>
                  <a:off x="2937051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5" name="pg3335">
                  <a:extLst>
                    <a:ext uri="{FF2B5EF4-FFF2-40B4-BE49-F238E27FC236}">
                      <a16:creationId xmlns:a16="http://schemas.microsoft.com/office/drawing/2014/main" id="{8B964983-ACFF-3077-0926-7F0C32F4EA82}"/>
                    </a:ext>
                  </a:extLst>
                </p:cNvPr>
                <p:cNvSpPr/>
                <p:nvPr/>
              </p:nvSpPr>
              <p:spPr>
                <a:xfrm>
                  <a:off x="2948689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6" name="pg3336">
                  <a:extLst>
                    <a:ext uri="{FF2B5EF4-FFF2-40B4-BE49-F238E27FC236}">
                      <a16:creationId xmlns:a16="http://schemas.microsoft.com/office/drawing/2014/main" id="{C13FEF4E-9366-B053-C689-195026099B0F}"/>
                    </a:ext>
                  </a:extLst>
                </p:cNvPr>
                <p:cNvSpPr/>
                <p:nvPr/>
              </p:nvSpPr>
              <p:spPr>
                <a:xfrm>
                  <a:off x="4403355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7" name="pg3337">
                  <a:extLst>
                    <a:ext uri="{FF2B5EF4-FFF2-40B4-BE49-F238E27FC236}">
                      <a16:creationId xmlns:a16="http://schemas.microsoft.com/office/drawing/2014/main" id="{79DAD4F1-51D0-35D2-B6B2-7F6FD60098E0}"/>
                    </a:ext>
                  </a:extLst>
                </p:cNvPr>
                <p:cNvSpPr/>
                <p:nvPr/>
              </p:nvSpPr>
              <p:spPr>
                <a:xfrm>
                  <a:off x="4414992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8" name="pg3338">
                  <a:extLst>
                    <a:ext uri="{FF2B5EF4-FFF2-40B4-BE49-F238E27FC236}">
                      <a16:creationId xmlns:a16="http://schemas.microsoft.com/office/drawing/2014/main" id="{3184D5B6-F55B-B0CA-ACFE-8AA776280642}"/>
                    </a:ext>
                  </a:extLst>
                </p:cNvPr>
                <p:cNvSpPr/>
                <p:nvPr/>
              </p:nvSpPr>
              <p:spPr>
                <a:xfrm>
                  <a:off x="4426630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9" name="pg3339">
                  <a:extLst>
                    <a:ext uri="{FF2B5EF4-FFF2-40B4-BE49-F238E27FC236}">
                      <a16:creationId xmlns:a16="http://schemas.microsoft.com/office/drawing/2014/main" id="{7DFC6B3A-4CE3-41DF-4FA1-B56A8050BA01}"/>
                    </a:ext>
                  </a:extLst>
                </p:cNvPr>
                <p:cNvSpPr/>
                <p:nvPr/>
              </p:nvSpPr>
              <p:spPr>
                <a:xfrm>
                  <a:off x="4438267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0" name="pg3340">
                  <a:extLst>
                    <a:ext uri="{FF2B5EF4-FFF2-40B4-BE49-F238E27FC236}">
                      <a16:creationId xmlns:a16="http://schemas.microsoft.com/office/drawing/2014/main" id="{91166F79-FD63-2FD5-193A-18AF984006AD}"/>
                    </a:ext>
                  </a:extLst>
                </p:cNvPr>
                <p:cNvSpPr/>
                <p:nvPr/>
              </p:nvSpPr>
              <p:spPr>
                <a:xfrm>
                  <a:off x="4449904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1" name="pg3341">
                  <a:extLst>
                    <a:ext uri="{FF2B5EF4-FFF2-40B4-BE49-F238E27FC236}">
                      <a16:creationId xmlns:a16="http://schemas.microsoft.com/office/drawing/2014/main" id="{F2721B7A-C582-4A34-7A41-4E21D951699E}"/>
                    </a:ext>
                  </a:extLst>
                </p:cNvPr>
                <p:cNvSpPr/>
                <p:nvPr/>
              </p:nvSpPr>
              <p:spPr>
                <a:xfrm>
                  <a:off x="4461542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2" name="pg3342">
                  <a:extLst>
                    <a:ext uri="{FF2B5EF4-FFF2-40B4-BE49-F238E27FC236}">
                      <a16:creationId xmlns:a16="http://schemas.microsoft.com/office/drawing/2014/main" id="{D68566F6-BA81-3537-3306-502E7B3AC1BF}"/>
                    </a:ext>
                  </a:extLst>
                </p:cNvPr>
                <p:cNvSpPr/>
                <p:nvPr/>
              </p:nvSpPr>
              <p:spPr>
                <a:xfrm>
                  <a:off x="4473179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3" name="pg3343">
                  <a:extLst>
                    <a:ext uri="{FF2B5EF4-FFF2-40B4-BE49-F238E27FC236}">
                      <a16:creationId xmlns:a16="http://schemas.microsoft.com/office/drawing/2014/main" id="{71FBC018-2299-9B9C-B14F-2AD33945C77F}"/>
                    </a:ext>
                  </a:extLst>
                </p:cNvPr>
                <p:cNvSpPr/>
                <p:nvPr/>
              </p:nvSpPr>
              <p:spPr>
                <a:xfrm>
                  <a:off x="4484816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4" name="pg3344">
                  <a:extLst>
                    <a:ext uri="{FF2B5EF4-FFF2-40B4-BE49-F238E27FC236}">
                      <a16:creationId xmlns:a16="http://schemas.microsoft.com/office/drawing/2014/main" id="{0186AB73-EB96-0AC8-798E-8E57C98818B1}"/>
                    </a:ext>
                  </a:extLst>
                </p:cNvPr>
                <p:cNvSpPr/>
                <p:nvPr/>
              </p:nvSpPr>
              <p:spPr>
                <a:xfrm>
                  <a:off x="4636101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5" name="pg3345">
                  <a:extLst>
                    <a:ext uri="{FF2B5EF4-FFF2-40B4-BE49-F238E27FC236}">
                      <a16:creationId xmlns:a16="http://schemas.microsoft.com/office/drawing/2014/main" id="{11905948-471A-44BE-88A6-8BCA5CC64BF8}"/>
                    </a:ext>
                  </a:extLst>
                </p:cNvPr>
                <p:cNvSpPr/>
                <p:nvPr/>
              </p:nvSpPr>
              <p:spPr>
                <a:xfrm>
                  <a:off x="4647739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6" name="pg3346">
                  <a:extLst>
                    <a:ext uri="{FF2B5EF4-FFF2-40B4-BE49-F238E27FC236}">
                      <a16:creationId xmlns:a16="http://schemas.microsoft.com/office/drawing/2014/main" id="{1709CF1E-3F71-05CA-671C-3D9890C09466}"/>
                    </a:ext>
                  </a:extLst>
                </p:cNvPr>
                <p:cNvSpPr/>
                <p:nvPr/>
              </p:nvSpPr>
              <p:spPr>
                <a:xfrm>
                  <a:off x="4659376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7" name="pg3347">
                  <a:extLst>
                    <a:ext uri="{FF2B5EF4-FFF2-40B4-BE49-F238E27FC236}">
                      <a16:creationId xmlns:a16="http://schemas.microsoft.com/office/drawing/2014/main" id="{B7D50E3D-C315-FDB0-5AEB-0AD6D19BC59E}"/>
                    </a:ext>
                  </a:extLst>
                </p:cNvPr>
                <p:cNvSpPr/>
                <p:nvPr/>
              </p:nvSpPr>
              <p:spPr>
                <a:xfrm>
                  <a:off x="4671013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8" name="pg3348">
                  <a:extLst>
                    <a:ext uri="{FF2B5EF4-FFF2-40B4-BE49-F238E27FC236}">
                      <a16:creationId xmlns:a16="http://schemas.microsoft.com/office/drawing/2014/main" id="{001D4C77-13B5-100A-200B-3C94307260C7}"/>
                    </a:ext>
                  </a:extLst>
                </p:cNvPr>
                <p:cNvSpPr/>
                <p:nvPr/>
              </p:nvSpPr>
              <p:spPr>
                <a:xfrm>
                  <a:off x="4682651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9" name="pg3349">
                  <a:extLst>
                    <a:ext uri="{FF2B5EF4-FFF2-40B4-BE49-F238E27FC236}">
                      <a16:creationId xmlns:a16="http://schemas.microsoft.com/office/drawing/2014/main" id="{DCFC4166-6AF4-38B5-9E87-CF2F50853E2A}"/>
                    </a:ext>
                  </a:extLst>
                </p:cNvPr>
                <p:cNvSpPr/>
                <p:nvPr/>
              </p:nvSpPr>
              <p:spPr>
                <a:xfrm>
                  <a:off x="4694288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0" name="pg3350">
                  <a:extLst>
                    <a:ext uri="{FF2B5EF4-FFF2-40B4-BE49-F238E27FC236}">
                      <a16:creationId xmlns:a16="http://schemas.microsoft.com/office/drawing/2014/main" id="{2841DCF6-9CDD-C4BB-B47D-541CA8591C5D}"/>
                    </a:ext>
                  </a:extLst>
                </p:cNvPr>
                <p:cNvSpPr/>
                <p:nvPr/>
              </p:nvSpPr>
              <p:spPr>
                <a:xfrm>
                  <a:off x="2855590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1" name="pg3351">
                  <a:extLst>
                    <a:ext uri="{FF2B5EF4-FFF2-40B4-BE49-F238E27FC236}">
                      <a16:creationId xmlns:a16="http://schemas.microsoft.com/office/drawing/2014/main" id="{A420BEEF-DEBF-7523-7669-756CDEC0B6DB}"/>
                    </a:ext>
                  </a:extLst>
                </p:cNvPr>
                <p:cNvSpPr/>
                <p:nvPr/>
              </p:nvSpPr>
              <p:spPr>
                <a:xfrm>
                  <a:off x="2867227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2" name="pg3352">
                  <a:extLst>
                    <a:ext uri="{FF2B5EF4-FFF2-40B4-BE49-F238E27FC236}">
                      <a16:creationId xmlns:a16="http://schemas.microsoft.com/office/drawing/2014/main" id="{943D8B73-0B1D-5260-1AF9-CAA8F9F6E6B4}"/>
                    </a:ext>
                  </a:extLst>
                </p:cNvPr>
                <p:cNvSpPr/>
                <p:nvPr/>
              </p:nvSpPr>
              <p:spPr>
                <a:xfrm>
                  <a:off x="2878865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3" name="pg3353">
                  <a:extLst>
                    <a:ext uri="{FF2B5EF4-FFF2-40B4-BE49-F238E27FC236}">
                      <a16:creationId xmlns:a16="http://schemas.microsoft.com/office/drawing/2014/main" id="{FF678C0F-1AAC-AB5A-DC2C-CF0CB3640027}"/>
                    </a:ext>
                  </a:extLst>
                </p:cNvPr>
                <p:cNvSpPr/>
                <p:nvPr/>
              </p:nvSpPr>
              <p:spPr>
                <a:xfrm>
                  <a:off x="2890502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4" name="pg3354">
                  <a:extLst>
                    <a:ext uri="{FF2B5EF4-FFF2-40B4-BE49-F238E27FC236}">
                      <a16:creationId xmlns:a16="http://schemas.microsoft.com/office/drawing/2014/main" id="{CCB6D0F6-A641-2BAF-E33E-8B17E95CDB4F}"/>
                    </a:ext>
                  </a:extLst>
                </p:cNvPr>
                <p:cNvSpPr/>
                <p:nvPr/>
              </p:nvSpPr>
              <p:spPr>
                <a:xfrm>
                  <a:off x="2902139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5" name="pg3355">
                  <a:extLst>
                    <a:ext uri="{FF2B5EF4-FFF2-40B4-BE49-F238E27FC236}">
                      <a16:creationId xmlns:a16="http://schemas.microsoft.com/office/drawing/2014/main" id="{D30B3F28-8FEB-8EF7-4BC1-B288069DB0E1}"/>
                    </a:ext>
                  </a:extLst>
                </p:cNvPr>
                <p:cNvSpPr/>
                <p:nvPr/>
              </p:nvSpPr>
              <p:spPr>
                <a:xfrm>
                  <a:off x="2913777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6" name="pg3356">
                  <a:extLst>
                    <a:ext uri="{FF2B5EF4-FFF2-40B4-BE49-F238E27FC236}">
                      <a16:creationId xmlns:a16="http://schemas.microsoft.com/office/drawing/2014/main" id="{E018145F-774D-A9A9-D81E-F0721FCBC86F}"/>
                    </a:ext>
                  </a:extLst>
                </p:cNvPr>
                <p:cNvSpPr/>
                <p:nvPr/>
              </p:nvSpPr>
              <p:spPr>
                <a:xfrm>
                  <a:off x="2925414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7" name="pg3357">
                  <a:extLst>
                    <a:ext uri="{FF2B5EF4-FFF2-40B4-BE49-F238E27FC236}">
                      <a16:creationId xmlns:a16="http://schemas.microsoft.com/office/drawing/2014/main" id="{0D7BC5BF-747A-F2C4-2A8A-058FE806228D}"/>
                    </a:ext>
                  </a:extLst>
                </p:cNvPr>
                <p:cNvSpPr/>
                <p:nvPr/>
              </p:nvSpPr>
              <p:spPr>
                <a:xfrm>
                  <a:off x="2937051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8" name="pg3358">
                  <a:extLst>
                    <a:ext uri="{FF2B5EF4-FFF2-40B4-BE49-F238E27FC236}">
                      <a16:creationId xmlns:a16="http://schemas.microsoft.com/office/drawing/2014/main" id="{A3919EF3-1518-0F5E-89DA-2395F568210F}"/>
                    </a:ext>
                  </a:extLst>
                </p:cNvPr>
                <p:cNvSpPr/>
                <p:nvPr/>
              </p:nvSpPr>
              <p:spPr>
                <a:xfrm>
                  <a:off x="4403355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9" name="pg3359">
                  <a:extLst>
                    <a:ext uri="{FF2B5EF4-FFF2-40B4-BE49-F238E27FC236}">
                      <a16:creationId xmlns:a16="http://schemas.microsoft.com/office/drawing/2014/main" id="{A4F1FE9F-5A2E-B71B-0625-A0D3899B6D28}"/>
                    </a:ext>
                  </a:extLst>
                </p:cNvPr>
                <p:cNvSpPr/>
                <p:nvPr/>
              </p:nvSpPr>
              <p:spPr>
                <a:xfrm>
                  <a:off x="4414992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0" name="pg3360">
                  <a:extLst>
                    <a:ext uri="{FF2B5EF4-FFF2-40B4-BE49-F238E27FC236}">
                      <a16:creationId xmlns:a16="http://schemas.microsoft.com/office/drawing/2014/main" id="{530F27BD-B558-3EAC-2D81-FD51ECE5C843}"/>
                    </a:ext>
                  </a:extLst>
                </p:cNvPr>
                <p:cNvSpPr/>
                <p:nvPr/>
              </p:nvSpPr>
              <p:spPr>
                <a:xfrm>
                  <a:off x="4426630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1" name="pg3361">
                  <a:extLst>
                    <a:ext uri="{FF2B5EF4-FFF2-40B4-BE49-F238E27FC236}">
                      <a16:creationId xmlns:a16="http://schemas.microsoft.com/office/drawing/2014/main" id="{067C0AC1-6372-C753-F356-D9C07FE39708}"/>
                    </a:ext>
                  </a:extLst>
                </p:cNvPr>
                <p:cNvSpPr/>
                <p:nvPr/>
              </p:nvSpPr>
              <p:spPr>
                <a:xfrm>
                  <a:off x="4438267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2" name="pg3362">
                  <a:extLst>
                    <a:ext uri="{FF2B5EF4-FFF2-40B4-BE49-F238E27FC236}">
                      <a16:creationId xmlns:a16="http://schemas.microsoft.com/office/drawing/2014/main" id="{718BB317-1F79-2A03-53E0-9F215CB6BB99}"/>
                    </a:ext>
                  </a:extLst>
                </p:cNvPr>
                <p:cNvSpPr/>
                <p:nvPr/>
              </p:nvSpPr>
              <p:spPr>
                <a:xfrm>
                  <a:off x="4449904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3" name="pg3363">
                  <a:extLst>
                    <a:ext uri="{FF2B5EF4-FFF2-40B4-BE49-F238E27FC236}">
                      <a16:creationId xmlns:a16="http://schemas.microsoft.com/office/drawing/2014/main" id="{898F5EBF-C687-8F1C-2523-FD4BF7583FEE}"/>
                    </a:ext>
                  </a:extLst>
                </p:cNvPr>
                <p:cNvSpPr/>
                <p:nvPr/>
              </p:nvSpPr>
              <p:spPr>
                <a:xfrm>
                  <a:off x="4461542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4" name="pg3364">
                  <a:extLst>
                    <a:ext uri="{FF2B5EF4-FFF2-40B4-BE49-F238E27FC236}">
                      <a16:creationId xmlns:a16="http://schemas.microsoft.com/office/drawing/2014/main" id="{F4FF1C73-1449-05A2-8697-7F8524C2801D}"/>
                    </a:ext>
                  </a:extLst>
                </p:cNvPr>
                <p:cNvSpPr/>
                <p:nvPr/>
              </p:nvSpPr>
              <p:spPr>
                <a:xfrm>
                  <a:off x="4473179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5" name="pg3365">
                  <a:extLst>
                    <a:ext uri="{FF2B5EF4-FFF2-40B4-BE49-F238E27FC236}">
                      <a16:creationId xmlns:a16="http://schemas.microsoft.com/office/drawing/2014/main" id="{6B4E75C8-D3CD-0E4F-51AE-747E4DC2D80F}"/>
                    </a:ext>
                  </a:extLst>
                </p:cNvPr>
                <p:cNvSpPr/>
                <p:nvPr/>
              </p:nvSpPr>
              <p:spPr>
                <a:xfrm>
                  <a:off x="4484816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6" name="pg3366">
                  <a:extLst>
                    <a:ext uri="{FF2B5EF4-FFF2-40B4-BE49-F238E27FC236}">
                      <a16:creationId xmlns:a16="http://schemas.microsoft.com/office/drawing/2014/main" id="{B28B4743-4E5E-33B0-D5E2-481FDC7BF3BA}"/>
                    </a:ext>
                  </a:extLst>
                </p:cNvPr>
                <p:cNvSpPr/>
                <p:nvPr/>
              </p:nvSpPr>
              <p:spPr>
                <a:xfrm>
                  <a:off x="4647739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7" name="pg3367">
                  <a:extLst>
                    <a:ext uri="{FF2B5EF4-FFF2-40B4-BE49-F238E27FC236}">
                      <a16:creationId xmlns:a16="http://schemas.microsoft.com/office/drawing/2014/main" id="{4DAB26D6-8145-AC69-403A-00C9AA45BF90}"/>
                    </a:ext>
                  </a:extLst>
                </p:cNvPr>
                <p:cNvSpPr/>
                <p:nvPr/>
              </p:nvSpPr>
              <p:spPr>
                <a:xfrm>
                  <a:off x="4659376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8" name="pg3368">
                  <a:extLst>
                    <a:ext uri="{FF2B5EF4-FFF2-40B4-BE49-F238E27FC236}">
                      <a16:creationId xmlns:a16="http://schemas.microsoft.com/office/drawing/2014/main" id="{4F131BE0-3827-7612-4958-64789A522F70}"/>
                    </a:ext>
                  </a:extLst>
                </p:cNvPr>
                <p:cNvSpPr/>
                <p:nvPr/>
              </p:nvSpPr>
              <p:spPr>
                <a:xfrm>
                  <a:off x="4671013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9" name="pg3369">
                  <a:extLst>
                    <a:ext uri="{FF2B5EF4-FFF2-40B4-BE49-F238E27FC236}">
                      <a16:creationId xmlns:a16="http://schemas.microsoft.com/office/drawing/2014/main" id="{6ABE5550-5E9B-E2CF-74DB-6FD8D4E64705}"/>
                    </a:ext>
                  </a:extLst>
                </p:cNvPr>
                <p:cNvSpPr/>
                <p:nvPr/>
              </p:nvSpPr>
              <p:spPr>
                <a:xfrm>
                  <a:off x="4682651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0" name="pg3370">
                  <a:extLst>
                    <a:ext uri="{FF2B5EF4-FFF2-40B4-BE49-F238E27FC236}">
                      <a16:creationId xmlns:a16="http://schemas.microsoft.com/office/drawing/2014/main" id="{8B2E3FF6-2C9F-C2E3-32BA-52281CCDB755}"/>
                    </a:ext>
                  </a:extLst>
                </p:cNvPr>
                <p:cNvSpPr/>
                <p:nvPr/>
              </p:nvSpPr>
              <p:spPr>
                <a:xfrm>
                  <a:off x="4694288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1" name="pg3371">
                  <a:extLst>
                    <a:ext uri="{FF2B5EF4-FFF2-40B4-BE49-F238E27FC236}">
                      <a16:creationId xmlns:a16="http://schemas.microsoft.com/office/drawing/2014/main" id="{7C926FEE-E4F3-2876-96F2-7F91AB788E4F}"/>
                    </a:ext>
                  </a:extLst>
                </p:cNvPr>
                <p:cNvSpPr/>
                <p:nvPr/>
              </p:nvSpPr>
              <p:spPr>
                <a:xfrm>
                  <a:off x="2855590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2" name="pg3372">
                  <a:extLst>
                    <a:ext uri="{FF2B5EF4-FFF2-40B4-BE49-F238E27FC236}">
                      <a16:creationId xmlns:a16="http://schemas.microsoft.com/office/drawing/2014/main" id="{48F77BE1-E1AB-8321-64B8-AB5BABEBD88B}"/>
                    </a:ext>
                  </a:extLst>
                </p:cNvPr>
                <p:cNvSpPr/>
                <p:nvPr/>
              </p:nvSpPr>
              <p:spPr>
                <a:xfrm>
                  <a:off x="2867227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3" name="pg3373">
                  <a:extLst>
                    <a:ext uri="{FF2B5EF4-FFF2-40B4-BE49-F238E27FC236}">
                      <a16:creationId xmlns:a16="http://schemas.microsoft.com/office/drawing/2014/main" id="{F21BB283-9CBD-49DC-5CD5-4D4C3B77815C}"/>
                    </a:ext>
                  </a:extLst>
                </p:cNvPr>
                <p:cNvSpPr/>
                <p:nvPr/>
              </p:nvSpPr>
              <p:spPr>
                <a:xfrm>
                  <a:off x="2878865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4" name="pg3374">
                  <a:extLst>
                    <a:ext uri="{FF2B5EF4-FFF2-40B4-BE49-F238E27FC236}">
                      <a16:creationId xmlns:a16="http://schemas.microsoft.com/office/drawing/2014/main" id="{17A4F343-4076-6B1E-765D-FA6C5E53E978}"/>
                    </a:ext>
                  </a:extLst>
                </p:cNvPr>
                <p:cNvSpPr/>
                <p:nvPr/>
              </p:nvSpPr>
              <p:spPr>
                <a:xfrm>
                  <a:off x="2890502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5" name="pg3375">
                  <a:extLst>
                    <a:ext uri="{FF2B5EF4-FFF2-40B4-BE49-F238E27FC236}">
                      <a16:creationId xmlns:a16="http://schemas.microsoft.com/office/drawing/2014/main" id="{A844B0E4-C966-8DC3-86B6-676C8D74C939}"/>
                    </a:ext>
                  </a:extLst>
                </p:cNvPr>
                <p:cNvSpPr/>
                <p:nvPr/>
              </p:nvSpPr>
              <p:spPr>
                <a:xfrm>
                  <a:off x="2902139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6" name="pg3376">
                  <a:extLst>
                    <a:ext uri="{FF2B5EF4-FFF2-40B4-BE49-F238E27FC236}">
                      <a16:creationId xmlns:a16="http://schemas.microsoft.com/office/drawing/2014/main" id="{5BE8C2D1-3A36-9104-FE49-F881094C2989}"/>
                    </a:ext>
                  </a:extLst>
                </p:cNvPr>
                <p:cNvSpPr/>
                <p:nvPr/>
              </p:nvSpPr>
              <p:spPr>
                <a:xfrm>
                  <a:off x="2913777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7" name="pg3377">
                  <a:extLst>
                    <a:ext uri="{FF2B5EF4-FFF2-40B4-BE49-F238E27FC236}">
                      <a16:creationId xmlns:a16="http://schemas.microsoft.com/office/drawing/2014/main" id="{6E6A2A46-43F0-AA28-ED6D-7D567348544F}"/>
                    </a:ext>
                  </a:extLst>
                </p:cNvPr>
                <p:cNvSpPr/>
                <p:nvPr/>
              </p:nvSpPr>
              <p:spPr>
                <a:xfrm>
                  <a:off x="2925414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8" name="pg3378">
                  <a:extLst>
                    <a:ext uri="{FF2B5EF4-FFF2-40B4-BE49-F238E27FC236}">
                      <a16:creationId xmlns:a16="http://schemas.microsoft.com/office/drawing/2014/main" id="{38C62751-A161-24D6-976A-F5197092E953}"/>
                    </a:ext>
                  </a:extLst>
                </p:cNvPr>
                <p:cNvSpPr/>
                <p:nvPr/>
              </p:nvSpPr>
              <p:spPr>
                <a:xfrm>
                  <a:off x="4403355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9" name="pg3379">
                  <a:extLst>
                    <a:ext uri="{FF2B5EF4-FFF2-40B4-BE49-F238E27FC236}">
                      <a16:creationId xmlns:a16="http://schemas.microsoft.com/office/drawing/2014/main" id="{75B32B0A-F84D-3841-1432-FE27FF5C1C67}"/>
                    </a:ext>
                  </a:extLst>
                </p:cNvPr>
                <p:cNvSpPr/>
                <p:nvPr/>
              </p:nvSpPr>
              <p:spPr>
                <a:xfrm>
                  <a:off x="4414992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0" name="pg3380">
                  <a:extLst>
                    <a:ext uri="{FF2B5EF4-FFF2-40B4-BE49-F238E27FC236}">
                      <a16:creationId xmlns:a16="http://schemas.microsoft.com/office/drawing/2014/main" id="{81C3CC99-930C-519B-A1C5-7E5EF1A2F38C}"/>
                    </a:ext>
                  </a:extLst>
                </p:cNvPr>
                <p:cNvSpPr/>
                <p:nvPr/>
              </p:nvSpPr>
              <p:spPr>
                <a:xfrm>
                  <a:off x="4426630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1" name="pg3381">
                  <a:extLst>
                    <a:ext uri="{FF2B5EF4-FFF2-40B4-BE49-F238E27FC236}">
                      <a16:creationId xmlns:a16="http://schemas.microsoft.com/office/drawing/2014/main" id="{AC1623E4-D6E5-11AD-71D2-75D17BB6645A}"/>
                    </a:ext>
                  </a:extLst>
                </p:cNvPr>
                <p:cNvSpPr/>
                <p:nvPr/>
              </p:nvSpPr>
              <p:spPr>
                <a:xfrm>
                  <a:off x="4438267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2" name="pg3382">
                  <a:extLst>
                    <a:ext uri="{FF2B5EF4-FFF2-40B4-BE49-F238E27FC236}">
                      <a16:creationId xmlns:a16="http://schemas.microsoft.com/office/drawing/2014/main" id="{6BB1A0D7-FA15-C102-C059-C781C8A1C642}"/>
                    </a:ext>
                  </a:extLst>
                </p:cNvPr>
                <p:cNvSpPr/>
                <p:nvPr/>
              </p:nvSpPr>
              <p:spPr>
                <a:xfrm>
                  <a:off x="4449904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3" name="pg3383">
                  <a:extLst>
                    <a:ext uri="{FF2B5EF4-FFF2-40B4-BE49-F238E27FC236}">
                      <a16:creationId xmlns:a16="http://schemas.microsoft.com/office/drawing/2014/main" id="{A8CAE264-D144-633B-D893-D7B5D8B1C2B1}"/>
                    </a:ext>
                  </a:extLst>
                </p:cNvPr>
                <p:cNvSpPr/>
                <p:nvPr/>
              </p:nvSpPr>
              <p:spPr>
                <a:xfrm>
                  <a:off x="4461542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4" name="pg3384">
                  <a:extLst>
                    <a:ext uri="{FF2B5EF4-FFF2-40B4-BE49-F238E27FC236}">
                      <a16:creationId xmlns:a16="http://schemas.microsoft.com/office/drawing/2014/main" id="{BDA0D1A4-5459-9852-AE5C-7E9EDE7E9844}"/>
                    </a:ext>
                  </a:extLst>
                </p:cNvPr>
                <p:cNvSpPr/>
                <p:nvPr/>
              </p:nvSpPr>
              <p:spPr>
                <a:xfrm>
                  <a:off x="4473179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5" name="pg3385">
                  <a:extLst>
                    <a:ext uri="{FF2B5EF4-FFF2-40B4-BE49-F238E27FC236}">
                      <a16:creationId xmlns:a16="http://schemas.microsoft.com/office/drawing/2014/main" id="{DDB58213-5BD8-07EA-3D8C-81301A1A46D9}"/>
                    </a:ext>
                  </a:extLst>
                </p:cNvPr>
                <p:cNvSpPr/>
                <p:nvPr/>
              </p:nvSpPr>
              <p:spPr>
                <a:xfrm>
                  <a:off x="4484816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6" name="pg3386">
                  <a:extLst>
                    <a:ext uri="{FF2B5EF4-FFF2-40B4-BE49-F238E27FC236}">
                      <a16:creationId xmlns:a16="http://schemas.microsoft.com/office/drawing/2014/main" id="{2F2D4507-8E95-A7B0-7E60-501C3EAB2423}"/>
                    </a:ext>
                  </a:extLst>
                </p:cNvPr>
                <p:cNvSpPr/>
                <p:nvPr/>
              </p:nvSpPr>
              <p:spPr>
                <a:xfrm>
                  <a:off x="4647739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7" name="pg3387">
                  <a:extLst>
                    <a:ext uri="{FF2B5EF4-FFF2-40B4-BE49-F238E27FC236}">
                      <a16:creationId xmlns:a16="http://schemas.microsoft.com/office/drawing/2014/main" id="{12C72B37-D943-872C-95DB-F3F400CD2985}"/>
                    </a:ext>
                  </a:extLst>
                </p:cNvPr>
                <p:cNvSpPr/>
                <p:nvPr/>
              </p:nvSpPr>
              <p:spPr>
                <a:xfrm>
                  <a:off x="4659376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8" name="pg3388">
                  <a:extLst>
                    <a:ext uri="{FF2B5EF4-FFF2-40B4-BE49-F238E27FC236}">
                      <a16:creationId xmlns:a16="http://schemas.microsoft.com/office/drawing/2014/main" id="{049925A0-7BE9-4D8D-C12B-543A7E250EBE}"/>
                    </a:ext>
                  </a:extLst>
                </p:cNvPr>
                <p:cNvSpPr/>
                <p:nvPr/>
              </p:nvSpPr>
              <p:spPr>
                <a:xfrm>
                  <a:off x="4671013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9" name="pg3389">
                  <a:extLst>
                    <a:ext uri="{FF2B5EF4-FFF2-40B4-BE49-F238E27FC236}">
                      <a16:creationId xmlns:a16="http://schemas.microsoft.com/office/drawing/2014/main" id="{F75E65CF-087B-5A70-7B0D-BFC501A388BC}"/>
                    </a:ext>
                  </a:extLst>
                </p:cNvPr>
                <p:cNvSpPr/>
                <p:nvPr/>
              </p:nvSpPr>
              <p:spPr>
                <a:xfrm>
                  <a:off x="4682651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0" name="pg3390">
                  <a:extLst>
                    <a:ext uri="{FF2B5EF4-FFF2-40B4-BE49-F238E27FC236}">
                      <a16:creationId xmlns:a16="http://schemas.microsoft.com/office/drawing/2014/main" id="{1701B347-B445-91CE-2719-167ED2F85920}"/>
                    </a:ext>
                  </a:extLst>
                </p:cNvPr>
                <p:cNvSpPr/>
                <p:nvPr/>
              </p:nvSpPr>
              <p:spPr>
                <a:xfrm>
                  <a:off x="4694288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1" name="pg3391">
                  <a:extLst>
                    <a:ext uri="{FF2B5EF4-FFF2-40B4-BE49-F238E27FC236}">
                      <a16:creationId xmlns:a16="http://schemas.microsoft.com/office/drawing/2014/main" id="{FD8632A9-9761-9573-5FE7-7813F986C0D6}"/>
                    </a:ext>
                  </a:extLst>
                </p:cNvPr>
                <p:cNvSpPr/>
                <p:nvPr/>
              </p:nvSpPr>
              <p:spPr>
                <a:xfrm>
                  <a:off x="2832315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2" name="pg3392">
                  <a:extLst>
                    <a:ext uri="{FF2B5EF4-FFF2-40B4-BE49-F238E27FC236}">
                      <a16:creationId xmlns:a16="http://schemas.microsoft.com/office/drawing/2014/main" id="{8352287C-7914-3AAA-3D79-16F59046017C}"/>
                    </a:ext>
                  </a:extLst>
                </p:cNvPr>
                <p:cNvSpPr/>
                <p:nvPr/>
              </p:nvSpPr>
              <p:spPr>
                <a:xfrm>
                  <a:off x="2843953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3" name="pg3393">
                  <a:extLst>
                    <a:ext uri="{FF2B5EF4-FFF2-40B4-BE49-F238E27FC236}">
                      <a16:creationId xmlns:a16="http://schemas.microsoft.com/office/drawing/2014/main" id="{9CDCEF21-7CC1-F7C4-A072-4AD752A09AE9}"/>
                    </a:ext>
                  </a:extLst>
                </p:cNvPr>
                <p:cNvSpPr/>
                <p:nvPr/>
              </p:nvSpPr>
              <p:spPr>
                <a:xfrm>
                  <a:off x="2867227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4" name="pg3394">
                  <a:extLst>
                    <a:ext uri="{FF2B5EF4-FFF2-40B4-BE49-F238E27FC236}">
                      <a16:creationId xmlns:a16="http://schemas.microsoft.com/office/drawing/2014/main" id="{5F8C55BD-4590-76C5-A24C-FF9ADF46C5F3}"/>
                    </a:ext>
                  </a:extLst>
                </p:cNvPr>
                <p:cNvSpPr/>
                <p:nvPr/>
              </p:nvSpPr>
              <p:spPr>
                <a:xfrm>
                  <a:off x="2878865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5" name="pg3395">
                  <a:extLst>
                    <a:ext uri="{FF2B5EF4-FFF2-40B4-BE49-F238E27FC236}">
                      <a16:creationId xmlns:a16="http://schemas.microsoft.com/office/drawing/2014/main" id="{238BF33D-8B0E-40DC-503E-6E5F47044C87}"/>
                    </a:ext>
                  </a:extLst>
                </p:cNvPr>
                <p:cNvSpPr/>
                <p:nvPr/>
              </p:nvSpPr>
              <p:spPr>
                <a:xfrm>
                  <a:off x="2890502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6" name="pg3396">
                  <a:extLst>
                    <a:ext uri="{FF2B5EF4-FFF2-40B4-BE49-F238E27FC236}">
                      <a16:creationId xmlns:a16="http://schemas.microsoft.com/office/drawing/2014/main" id="{8853AE96-05E4-AE9A-C82F-D2F4AEE02B4D}"/>
                    </a:ext>
                  </a:extLst>
                </p:cNvPr>
                <p:cNvSpPr/>
                <p:nvPr/>
              </p:nvSpPr>
              <p:spPr>
                <a:xfrm>
                  <a:off x="2902139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7" name="pg3397">
                  <a:extLst>
                    <a:ext uri="{FF2B5EF4-FFF2-40B4-BE49-F238E27FC236}">
                      <a16:creationId xmlns:a16="http://schemas.microsoft.com/office/drawing/2014/main" id="{4C68DEA1-72A9-B485-CB30-DA00937FFE15}"/>
                    </a:ext>
                  </a:extLst>
                </p:cNvPr>
                <p:cNvSpPr/>
                <p:nvPr/>
              </p:nvSpPr>
              <p:spPr>
                <a:xfrm>
                  <a:off x="2913777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8" name="pg3398">
                  <a:extLst>
                    <a:ext uri="{FF2B5EF4-FFF2-40B4-BE49-F238E27FC236}">
                      <a16:creationId xmlns:a16="http://schemas.microsoft.com/office/drawing/2014/main" id="{55202149-99B0-D1B9-492C-8DDD4C4A1C39}"/>
                    </a:ext>
                  </a:extLst>
                </p:cNvPr>
                <p:cNvSpPr/>
                <p:nvPr/>
              </p:nvSpPr>
              <p:spPr>
                <a:xfrm>
                  <a:off x="4403355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9" name="pg3399">
                  <a:extLst>
                    <a:ext uri="{FF2B5EF4-FFF2-40B4-BE49-F238E27FC236}">
                      <a16:creationId xmlns:a16="http://schemas.microsoft.com/office/drawing/2014/main" id="{51D3FD14-A6AD-239F-5056-653032DBFE01}"/>
                    </a:ext>
                  </a:extLst>
                </p:cNvPr>
                <p:cNvSpPr/>
                <p:nvPr/>
              </p:nvSpPr>
              <p:spPr>
                <a:xfrm>
                  <a:off x="4414992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0" name="pg3400">
                  <a:extLst>
                    <a:ext uri="{FF2B5EF4-FFF2-40B4-BE49-F238E27FC236}">
                      <a16:creationId xmlns:a16="http://schemas.microsoft.com/office/drawing/2014/main" id="{E07E1C33-6131-42FC-610C-7ACA99F7C737}"/>
                    </a:ext>
                  </a:extLst>
                </p:cNvPr>
                <p:cNvSpPr/>
                <p:nvPr/>
              </p:nvSpPr>
              <p:spPr>
                <a:xfrm>
                  <a:off x="4426630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1" name="pg3401">
                  <a:extLst>
                    <a:ext uri="{FF2B5EF4-FFF2-40B4-BE49-F238E27FC236}">
                      <a16:creationId xmlns:a16="http://schemas.microsoft.com/office/drawing/2014/main" id="{144A94BE-8FEF-7A9B-9811-B76FDEBAE2D0}"/>
                    </a:ext>
                  </a:extLst>
                </p:cNvPr>
                <p:cNvSpPr/>
                <p:nvPr/>
              </p:nvSpPr>
              <p:spPr>
                <a:xfrm>
                  <a:off x="4438267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BAA">
                    <a:alpha val="100000"/>
                  </a:srgbClr>
                </a:solidFill>
                <a:ln w="5420" cap="flat">
                  <a:solidFill>
                    <a:srgbClr val="48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2" name="pg3402">
                  <a:extLst>
                    <a:ext uri="{FF2B5EF4-FFF2-40B4-BE49-F238E27FC236}">
                      <a16:creationId xmlns:a16="http://schemas.microsoft.com/office/drawing/2014/main" id="{FF063A33-E704-F71E-C2D3-D0A9B14DDAEF}"/>
                    </a:ext>
                  </a:extLst>
                </p:cNvPr>
                <p:cNvSpPr/>
                <p:nvPr/>
              </p:nvSpPr>
              <p:spPr>
                <a:xfrm>
                  <a:off x="4449904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3" name="pg3403">
                  <a:extLst>
                    <a:ext uri="{FF2B5EF4-FFF2-40B4-BE49-F238E27FC236}">
                      <a16:creationId xmlns:a16="http://schemas.microsoft.com/office/drawing/2014/main" id="{7C6C770B-07D5-05B5-FC31-EB1A2171275D}"/>
                    </a:ext>
                  </a:extLst>
                </p:cNvPr>
                <p:cNvSpPr/>
                <p:nvPr/>
              </p:nvSpPr>
              <p:spPr>
                <a:xfrm>
                  <a:off x="4461542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4" name="pg3404">
                  <a:extLst>
                    <a:ext uri="{FF2B5EF4-FFF2-40B4-BE49-F238E27FC236}">
                      <a16:creationId xmlns:a16="http://schemas.microsoft.com/office/drawing/2014/main" id="{BA8B9D16-D8C8-0A08-5C52-3ABF4FCF1648}"/>
                    </a:ext>
                  </a:extLst>
                </p:cNvPr>
                <p:cNvSpPr/>
                <p:nvPr/>
              </p:nvSpPr>
              <p:spPr>
                <a:xfrm>
                  <a:off x="4473179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5" name="pg3405">
                  <a:extLst>
                    <a:ext uri="{FF2B5EF4-FFF2-40B4-BE49-F238E27FC236}">
                      <a16:creationId xmlns:a16="http://schemas.microsoft.com/office/drawing/2014/main" id="{8F44BC26-C544-3932-40A4-BBEE4A949E6D}"/>
                    </a:ext>
                  </a:extLst>
                </p:cNvPr>
                <p:cNvSpPr/>
                <p:nvPr/>
              </p:nvSpPr>
              <p:spPr>
                <a:xfrm>
                  <a:off x="4484816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6" name="pg3406">
                  <a:extLst>
                    <a:ext uri="{FF2B5EF4-FFF2-40B4-BE49-F238E27FC236}">
                      <a16:creationId xmlns:a16="http://schemas.microsoft.com/office/drawing/2014/main" id="{1763FAA3-7FDA-4479-233B-88380626EF22}"/>
                    </a:ext>
                  </a:extLst>
                </p:cNvPr>
                <p:cNvSpPr/>
                <p:nvPr/>
              </p:nvSpPr>
              <p:spPr>
                <a:xfrm>
                  <a:off x="4647739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7" name="pg3407">
                  <a:extLst>
                    <a:ext uri="{FF2B5EF4-FFF2-40B4-BE49-F238E27FC236}">
                      <a16:creationId xmlns:a16="http://schemas.microsoft.com/office/drawing/2014/main" id="{E054FCAC-C33A-5473-2EFC-1637BF62845D}"/>
                    </a:ext>
                  </a:extLst>
                </p:cNvPr>
                <p:cNvSpPr/>
                <p:nvPr/>
              </p:nvSpPr>
              <p:spPr>
                <a:xfrm>
                  <a:off x="4659376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8" name="pg3408">
                  <a:extLst>
                    <a:ext uri="{FF2B5EF4-FFF2-40B4-BE49-F238E27FC236}">
                      <a16:creationId xmlns:a16="http://schemas.microsoft.com/office/drawing/2014/main" id="{ED802E34-1371-0901-6B0B-A83E8D5D41EE}"/>
                    </a:ext>
                  </a:extLst>
                </p:cNvPr>
                <p:cNvSpPr/>
                <p:nvPr/>
              </p:nvSpPr>
              <p:spPr>
                <a:xfrm>
                  <a:off x="4671013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9" name="pg3409">
                  <a:extLst>
                    <a:ext uri="{FF2B5EF4-FFF2-40B4-BE49-F238E27FC236}">
                      <a16:creationId xmlns:a16="http://schemas.microsoft.com/office/drawing/2014/main" id="{DC3C73E5-F1FD-B21B-0DF5-142A10A303C9}"/>
                    </a:ext>
                  </a:extLst>
                </p:cNvPr>
                <p:cNvSpPr/>
                <p:nvPr/>
              </p:nvSpPr>
              <p:spPr>
                <a:xfrm>
                  <a:off x="4682651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0" name="pg3410">
                  <a:extLst>
                    <a:ext uri="{FF2B5EF4-FFF2-40B4-BE49-F238E27FC236}">
                      <a16:creationId xmlns:a16="http://schemas.microsoft.com/office/drawing/2014/main" id="{520CCFE6-60B5-DDFE-8D6B-58EFE86ECCB7}"/>
                    </a:ext>
                  </a:extLst>
                </p:cNvPr>
                <p:cNvSpPr/>
                <p:nvPr/>
              </p:nvSpPr>
              <p:spPr>
                <a:xfrm>
                  <a:off x="4694288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1" name="pg3411">
                  <a:extLst>
                    <a:ext uri="{FF2B5EF4-FFF2-40B4-BE49-F238E27FC236}">
                      <a16:creationId xmlns:a16="http://schemas.microsoft.com/office/drawing/2014/main" id="{848862AD-F070-DF20-09ED-69F82A614F37}"/>
                    </a:ext>
                  </a:extLst>
                </p:cNvPr>
                <p:cNvSpPr/>
                <p:nvPr/>
              </p:nvSpPr>
              <p:spPr>
                <a:xfrm>
                  <a:off x="2820678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2" name="pg3412">
                  <a:extLst>
                    <a:ext uri="{FF2B5EF4-FFF2-40B4-BE49-F238E27FC236}">
                      <a16:creationId xmlns:a16="http://schemas.microsoft.com/office/drawing/2014/main" id="{7CAFFEFC-20AD-D8D1-CF1C-9B9D9DC68D9B}"/>
                    </a:ext>
                  </a:extLst>
                </p:cNvPr>
                <p:cNvSpPr/>
                <p:nvPr/>
              </p:nvSpPr>
              <p:spPr>
                <a:xfrm>
                  <a:off x="2832315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3" name="pg3413">
                  <a:extLst>
                    <a:ext uri="{FF2B5EF4-FFF2-40B4-BE49-F238E27FC236}">
                      <a16:creationId xmlns:a16="http://schemas.microsoft.com/office/drawing/2014/main" id="{6D6DE26C-C4A2-ED12-F0EE-24E86E7F61CF}"/>
                    </a:ext>
                  </a:extLst>
                </p:cNvPr>
                <p:cNvSpPr/>
                <p:nvPr/>
              </p:nvSpPr>
              <p:spPr>
                <a:xfrm>
                  <a:off x="2843953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4" name="pg3414">
                  <a:extLst>
                    <a:ext uri="{FF2B5EF4-FFF2-40B4-BE49-F238E27FC236}">
                      <a16:creationId xmlns:a16="http://schemas.microsoft.com/office/drawing/2014/main" id="{E562D9EB-209F-98EB-773C-198385CEACEF}"/>
                    </a:ext>
                  </a:extLst>
                </p:cNvPr>
                <p:cNvSpPr/>
                <p:nvPr/>
              </p:nvSpPr>
              <p:spPr>
                <a:xfrm>
                  <a:off x="2855590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4AB">
                    <a:alpha val="100000"/>
                  </a:srgbClr>
                </a:solidFill>
                <a:ln w="5420" cap="flat">
                  <a:solidFill>
                    <a:srgbClr val="4F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5" name="pg3415">
                  <a:extLst>
                    <a:ext uri="{FF2B5EF4-FFF2-40B4-BE49-F238E27FC236}">
                      <a16:creationId xmlns:a16="http://schemas.microsoft.com/office/drawing/2014/main" id="{3E1DB24C-4EF9-D4D2-7094-E0BB876E03CE}"/>
                    </a:ext>
                  </a:extLst>
                </p:cNvPr>
                <p:cNvSpPr/>
                <p:nvPr/>
              </p:nvSpPr>
              <p:spPr>
                <a:xfrm>
                  <a:off x="2867227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6" name="pg3416">
                  <a:extLst>
                    <a:ext uri="{FF2B5EF4-FFF2-40B4-BE49-F238E27FC236}">
                      <a16:creationId xmlns:a16="http://schemas.microsoft.com/office/drawing/2014/main" id="{1BBD03C1-78F7-3AA3-E4A3-0F22B103569B}"/>
                    </a:ext>
                  </a:extLst>
                </p:cNvPr>
                <p:cNvSpPr/>
                <p:nvPr/>
              </p:nvSpPr>
              <p:spPr>
                <a:xfrm>
                  <a:off x="2878865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7" name="pg3417">
                  <a:extLst>
                    <a:ext uri="{FF2B5EF4-FFF2-40B4-BE49-F238E27FC236}">
                      <a16:creationId xmlns:a16="http://schemas.microsoft.com/office/drawing/2014/main" id="{376F0D36-A57C-0C60-D874-D7726002E3C6}"/>
                    </a:ext>
                  </a:extLst>
                </p:cNvPr>
                <p:cNvSpPr/>
                <p:nvPr/>
              </p:nvSpPr>
              <p:spPr>
                <a:xfrm>
                  <a:off x="2890502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8" name="pg3418">
                  <a:extLst>
                    <a:ext uri="{FF2B5EF4-FFF2-40B4-BE49-F238E27FC236}">
                      <a16:creationId xmlns:a16="http://schemas.microsoft.com/office/drawing/2014/main" id="{80ABDD29-E213-269F-BDD4-F320289E9DA0}"/>
                    </a:ext>
                  </a:extLst>
                </p:cNvPr>
                <p:cNvSpPr/>
                <p:nvPr/>
              </p:nvSpPr>
              <p:spPr>
                <a:xfrm>
                  <a:off x="2902139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9" name="pg3419">
                  <a:extLst>
                    <a:ext uri="{FF2B5EF4-FFF2-40B4-BE49-F238E27FC236}">
                      <a16:creationId xmlns:a16="http://schemas.microsoft.com/office/drawing/2014/main" id="{2F0E674B-B870-17E8-8C5B-9D4870CCF422}"/>
                    </a:ext>
                  </a:extLst>
                </p:cNvPr>
                <p:cNvSpPr/>
                <p:nvPr/>
              </p:nvSpPr>
              <p:spPr>
                <a:xfrm>
                  <a:off x="2913777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0" name="pg3420">
                  <a:extLst>
                    <a:ext uri="{FF2B5EF4-FFF2-40B4-BE49-F238E27FC236}">
                      <a16:creationId xmlns:a16="http://schemas.microsoft.com/office/drawing/2014/main" id="{D7BAD0A7-E608-B3E5-C331-4170D6F2EC20}"/>
                    </a:ext>
                  </a:extLst>
                </p:cNvPr>
                <p:cNvSpPr/>
                <p:nvPr/>
              </p:nvSpPr>
              <p:spPr>
                <a:xfrm>
                  <a:off x="4414992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1" name="pg3421">
                  <a:extLst>
                    <a:ext uri="{FF2B5EF4-FFF2-40B4-BE49-F238E27FC236}">
                      <a16:creationId xmlns:a16="http://schemas.microsoft.com/office/drawing/2014/main" id="{84428BED-9CB1-C163-28C6-E49687A63EF8}"/>
                    </a:ext>
                  </a:extLst>
                </p:cNvPr>
                <p:cNvSpPr/>
                <p:nvPr/>
              </p:nvSpPr>
              <p:spPr>
                <a:xfrm>
                  <a:off x="4426630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2" name="pg3422">
                  <a:extLst>
                    <a:ext uri="{FF2B5EF4-FFF2-40B4-BE49-F238E27FC236}">
                      <a16:creationId xmlns:a16="http://schemas.microsoft.com/office/drawing/2014/main" id="{CDC5FAF5-59DF-8FB8-C147-72B52E8B6BA6}"/>
                    </a:ext>
                  </a:extLst>
                </p:cNvPr>
                <p:cNvSpPr/>
                <p:nvPr/>
              </p:nvSpPr>
              <p:spPr>
                <a:xfrm>
                  <a:off x="4438267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3" name="pg3423">
                  <a:extLst>
                    <a:ext uri="{FF2B5EF4-FFF2-40B4-BE49-F238E27FC236}">
                      <a16:creationId xmlns:a16="http://schemas.microsoft.com/office/drawing/2014/main" id="{CFE265FE-1C5B-E175-3417-A6FFD00096F6}"/>
                    </a:ext>
                  </a:extLst>
                </p:cNvPr>
                <p:cNvSpPr/>
                <p:nvPr/>
              </p:nvSpPr>
              <p:spPr>
                <a:xfrm>
                  <a:off x="4449904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4" name="pg3424">
                  <a:extLst>
                    <a:ext uri="{FF2B5EF4-FFF2-40B4-BE49-F238E27FC236}">
                      <a16:creationId xmlns:a16="http://schemas.microsoft.com/office/drawing/2014/main" id="{E1110A34-6003-72CD-82F7-240B97399B38}"/>
                    </a:ext>
                  </a:extLst>
                </p:cNvPr>
                <p:cNvSpPr/>
                <p:nvPr/>
              </p:nvSpPr>
              <p:spPr>
                <a:xfrm>
                  <a:off x="4461542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5" name="pg3425">
                  <a:extLst>
                    <a:ext uri="{FF2B5EF4-FFF2-40B4-BE49-F238E27FC236}">
                      <a16:creationId xmlns:a16="http://schemas.microsoft.com/office/drawing/2014/main" id="{8458DF6B-1C34-E4BA-CBF7-C965B0272F48}"/>
                    </a:ext>
                  </a:extLst>
                </p:cNvPr>
                <p:cNvSpPr/>
                <p:nvPr/>
              </p:nvSpPr>
              <p:spPr>
                <a:xfrm>
                  <a:off x="4473179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6" name="pg3426">
                  <a:extLst>
                    <a:ext uri="{FF2B5EF4-FFF2-40B4-BE49-F238E27FC236}">
                      <a16:creationId xmlns:a16="http://schemas.microsoft.com/office/drawing/2014/main" id="{148EF6C5-0F67-B23D-B932-25F7A915BEE3}"/>
                    </a:ext>
                  </a:extLst>
                </p:cNvPr>
                <p:cNvSpPr/>
                <p:nvPr/>
              </p:nvSpPr>
              <p:spPr>
                <a:xfrm>
                  <a:off x="4659376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7" name="pg3427">
                  <a:extLst>
                    <a:ext uri="{FF2B5EF4-FFF2-40B4-BE49-F238E27FC236}">
                      <a16:creationId xmlns:a16="http://schemas.microsoft.com/office/drawing/2014/main" id="{832CE6E3-45C5-8A8D-80A8-2F3D12DA9A9A}"/>
                    </a:ext>
                  </a:extLst>
                </p:cNvPr>
                <p:cNvSpPr/>
                <p:nvPr/>
              </p:nvSpPr>
              <p:spPr>
                <a:xfrm>
                  <a:off x="4671013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8" name="pg3428">
                  <a:extLst>
                    <a:ext uri="{FF2B5EF4-FFF2-40B4-BE49-F238E27FC236}">
                      <a16:creationId xmlns:a16="http://schemas.microsoft.com/office/drawing/2014/main" id="{00B8FC79-2D44-2E08-AB05-32945D32CBE7}"/>
                    </a:ext>
                  </a:extLst>
                </p:cNvPr>
                <p:cNvSpPr/>
                <p:nvPr/>
              </p:nvSpPr>
              <p:spPr>
                <a:xfrm>
                  <a:off x="4682651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9" name="pg3429">
                  <a:extLst>
                    <a:ext uri="{FF2B5EF4-FFF2-40B4-BE49-F238E27FC236}">
                      <a16:creationId xmlns:a16="http://schemas.microsoft.com/office/drawing/2014/main" id="{3BE07A6D-93C1-27C2-7027-EFABFE3F3C27}"/>
                    </a:ext>
                  </a:extLst>
                </p:cNvPr>
                <p:cNvSpPr/>
                <p:nvPr/>
              </p:nvSpPr>
              <p:spPr>
                <a:xfrm>
                  <a:off x="4694288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0" name="pg3430">
                  <a:extLst>
                    <a:ext uri="{FF2B5EF4-FFF2-40B4-BE49-F238E27FC236}">
                      <a16:creationId xmlns:a16="http://schemas.microsoft.com/office/drawing/2014/main" id="{FB56A0F1-4361-BDDB-8761-BBFAE215A8F2}"/>
                    </a:ext>
                  </a:extLst>
                </p:cNvPr>
                <p:cNvSpPr/>
                <p:nvPr/>
              </p:nvSpPr>
              <p:spPr>
                <a:xfrm>
                  <a:off x="4705925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1" name="pg3431">
                  <a:extLst>
                    <a:ext uri="{FF2B5EF4-FFF2-40B4-BE49-F238E27FC236}">
                      <a16:creationId xmlns:a16="http://schemas.microsoft.com/office/drawing/2014/main" id="{60B41699-BC92-8A31-BE31-09CBBE80C562}"/>
                    </a:ext>
                  </a:extLst>
                </p:cNvPr>
                <p:cNvSpPr/>
                <p:nvPr/>
              </p:nvSpPr>
              <p:spPr>
                <a:xfrm>
                  <a:off x="2820678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2" name="pg3432">
                  <a:extLst>
                    <a:ext uri="{FF2B5EF4-FFF2-40B4-BE49-F238E27FC236}">
                      <a16:creationId xmlns:a16="http://schemas.microsoft.com/office/drawing/2014/main" id="{4D390404-016C-8235-DDE1-D01F4F0A0947}"/>
                    </a:ext>
                  </a:extLst>
                </p:cNvPr>
                <p:cNvSpPr/>
                <p:nvPr/>
              </p:nvSpPr>
              <p:spPr>
                <a:xfrm>
                  <a:off x="2832315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3" name="pg3433">
                  <a:extLst>
                    <a:ext uri="{FF2B5EF4-FFF2-40B4-BE49-F238E27FC236}">
                      <a16:creationId xmlns:a16="http://schemas.microsoft.com/office/drawing/2014/main" id="{2B94AA34-C8EE-1D06-A333-350B71127723}"/>
                    </a:ext>
                  </a:extLst>
                </p:cNvPr>
                <p:cNvSpPr/>
                <p:nvPr/>
              </p:nvSpPr>
              <p:spPr>
                <a:xfrm>
                  <a:off x="2843953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4" name="pg3434">
                  <a:extLst>
                    <a:ext uri="{FF2B5EF4-FFF2-40B4-BE49-F238E27FC236}">
                      <a16:creationId xmlns:a16="http://schemas.microsoft.com/office/drawing/2014/main" id="{3EC8980C-8B3D-2F67-5CD8-B32FE0F0548A}"/>
                    </a:ext>
                  </a:extLst>
                </p:cNvPr>
                <p:cNvSpPr/>
                <p:nvPr/>
              </p:nvSpPr>
              <p:spPr>
                <a:xfrm>
                  <a:off x="2855590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6AB">
                    <a:alpha val="100000"/>
                  </a:srgbClr>
                </a:solidFill>
                <a:ln w="5420" cap="flat">
                  <a:solidFill>
                    <a:srgbClr val="4F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5" name="pg3435">
                  <a:extLst>
                    <a:ext uri="{FF2B5EF4-FFF2-40B4-BE49-F238E27FC236}">
                      <a16:creationId xmlns:a16="http://schemas.microsoft.com/office/drawing/2014/main" id="{E7C0FD60-B79A-8920-00D2-672A14952730}"/>
                    </a:ext>
                  </a:extLst>
                </p:cNvPr>
                <p:cNvSpPr/>
                <p:nvPr/>
              </p:nvSpPr>
              <p:spPr>
                <a:xfrm>
                  <a:off x="2867227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6" name="pg3436">
                  <a:extLst>
                    <a:ext uri="{FF2B5EF4-FFF2-40B4-BE49-F238E27FC236}">
                      <a16:creationId xmlns:a16="http://schemas.microsoft.com/office/drawing/2014/main" id="{1A27DBB1-9C47-6164-A46A-9AB82CB834CF}"/>
                    </a:ext>
                  </a:extLst>
                </p:cNvPr>
                <p:cNvSpPr/>
                <p:nvPr/>
              </p:nvSpPr>
              <p:spPr>
                <a:xfrm>
                  <a:off x="2878865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4AB">
                    <a:alpha val="100000"/>
                  </a:srgbClr>
                </a:solidFill>
                <a:ln w="5420" cap="flat">
                  <a:solidFill>
                    <a:srgbClr val="4F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7" name="pg3437">
                  <a:extLst>
                    <a:ext uri="{FF2B5EF4-FFF2-40B4-BE49-F238E27FC236}">
                      <a16:creationId xmlns:a16="http://schemas.microsoft.com/office/drawing/2014/main" id="{1139AD2B-D8C6-82AA-6BC1-EFD567E74673}"/>
                    </a:ext>
                  </a:extLst>
                </p:cNvPr>
                <p:cNvSpPr/>
                <p:nvPr/>
              </p:nvSpPr>
              <p:spPr>
                <a:xfrm>
                  <a:off x="2890502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4AB">
                    <a:alpha val="100000"/>
                  </a:srgbClr>
                </a:solidFill>
                <a:ln w="5420" cap="flat">
                  <a:solidFill>
                    <a:srgbClr val="4F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8" name="pg3438">
                  <a:extLst>
                    <a:ext uri="{FF2B5EF4-FFF2-40B4-BE49-F238E27FC236}">
                      <a16:creationId xmlns:a16="http://schemas.microsoft.com/office/drawing/2014/main" id="{8AF85736-5B47-C3E4-7BFB-29D5139042AF}"/>
                    </a:ext>
                  </a:extLst>
                </p:cNvPr>
                <p:cNvSpPr/>
                <p:nvPr/>
              </p:nvSpPr>
              <p:spPr>
                <a:xfrm>
                  <a:off x="2902139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9" name="pg3439">
                  <a:extLst>
                    <a:ext uri="{FF2B5EF4-FFF2-40B4-BE49-F238E27FC236}">
                      <a16:creationId xmlns:a16="http://schemas.microsoft.com/office/drawing/2014/main" id="{B5405AAE-BBA8-5E80-60FF-7AA29652BE90}"/>
                    </a:ext>
                  </a:extLst>
                </p:cNvPr>
                <p:cNvSpPr/>
                <p:nvPr/>
              </p:nvSpPr>
              <p:spPr>
                <a:xfrm>
                  <a:off x="4414992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0" name="pg3440">
                  <a:extLst>
                    <a:ext uri="{FF2B5EF4-FFF2-40B4-BE49-F238E27FC236}">
                      <a16:creationId xmlns:a16="http://schemas.microsoft.com/office/drawing/2014/main" id="{967FE39C-6261-7A6F-3991-6DA85D630300}"/>
                    </a:ext>
                  </a:extLst>
                </p:cNvPr>
                <p:cNvSpPr/>
                <p:nvPr/>
              </p:nvSpPr>
              <p:spPr>
                <a:xfrm>
                  <a:off x="4426630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1" name="pg3441">
                  <a:extLst>
                    <a:ext uri="{FF2B5EF4-FFF2-40B4-BE49-F238E27FC236}">
                      <a16:creationId xmlns:a16="http://schemas.microsoft.com/office/drawing/2014/main" id="{DA1A35F9-1FC7-DE0E-D7CA-56BCBBF0BA94}"/>
                    </a:ext>
                  </a:extLst>
                </p:cNvPr>
                <p:cNvSpPr/>
                <p:nvPr/>
              </p:nvSpPr>
              <p:spPr>
                <a:xfrm>
                  <a:off x="4438267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2" name="pg3442">
                  <a:extLst>
                    <a:ext uri="{FF2B5EF4-FFF2-40B4-BE49-F238E27FC236}">
                      <a16:creationId xmlns:a16="http://schemas.microsoft.com/office/drawing/2014/main" id="{F507FA2D-C8E4-FE26-14DA-72180192ED3C}"/>
                    </a:ext>
                  </a:extLst>
                </p:cNvPr>
                <p:cNvSpPr/>
                <p:nvPr/>
              </p:nvSpPr>
              <p:spPr>
                <a:xfrm>
                  <a:off x="4449904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3" name="pg3443">
                  <a:extLst>
                    <a:ext uri="{FF2B5EF4-FFF2-40B4-BE49-F238E27FC236}">
                      <a16:creationId xmlns:a16="http://schemas.microsoft.com/office/drawing/2014/main" id="{12F3FD44-DEF8-D638-CC08-E60133934B27}"/>
                    </a:ext>
                  </a:extLst>
                </p:cNvPr>
                <p:cNvSpPr/>
                <p:nvPr/>
              </p:nvSpPr>
              <p:spPr>
                <a:xfrm>
                  <a:off x="4461542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4" name="pg3444">
                  <a:extLst>
                    <a:ext uri="{FF2B5EF4-FFF2-40B4-BE49-F238E27FC236}">
                      <a16:creationId xmlns:a16="http://schemas.microsoft.com/office/drawing/2014/main" id="{7A07E6A0-0004-CEA6-3523-988CAA850FAE}"/>
                    </a:ext>
                  </a:extLst>
                </p:cNvPr>
                <p:cNvSpPr/>
                <p:nvPr/>
              </p:nvSpPr>
              <p:spPr>
                <a:xfrm>
                  <a:off x="4659376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5" name="pg3445">
                  <a:extLst>
                    <a:ext uri="{FF2B5EF4-FFF2-40B4-BE49-F238E27FC236}">
                      <a16:creationId xmlns:a16="http://schemas.microsoft.com/office/drawing/2014/main" id="{3C0357E7-288C-EBA0-9F0D-7E7404F9D11B}"/>
                    </a:ext>
                  </a:extLst>
                </p:cNvPr>
                <p:cNvSpPr/>
                <p:nvPr/>
              </p:nvSpPr>
              <p:spPr>
                <a:xfrm>
                  <a:off x="4671013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6" name="pg3446">
                  <a:extLst>
                    <a:ext uri="{FF2B5EF4-FFF2-40B4-BE49-F238E27FC236}">
                      <a16:creationId xmlns:a16="http://schemas.microsoft.com/office/drawing/2014/main" id="{9F4FA5B0-64C7-599B-3D95-BD2B1D0E782F}"/>
                    </a:ext>
                  </a:extLst>
                </p:cNvPr>
                <p:cNvSpPr/>
                <p:nvPr/>
              </p:nvSpPr>
              <p:spPr>
                <a:xfrm>
                  <a:off x="4682651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7" name="pg3447">
                  <a:extLst>
                    <a:ext uri="{FF2B5EF4-FFF2-40B4-BE49-F238E27FC236}">
                      <a16:creationId xmlns:a16="http://schemas.microsoft.com/office/drawing/2014/main" id="{1292B554-292F-3F9C-A44C-6BC0A30D2BF2}"/>
                    </a:ext>
                  </a:extLst>
                </p:cNvPr>
                <p:cNvSpPr/>
                <p:nvPr/>
              </p:nvSpPr>
              <p:spPr>
                <a:xfrm>
                  <a:off x="4694288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8" name="pg3448">
                  <a:extLst>
                    <a:ext uri="{FF2B5EF4-FFF2-40B4-BE49-F238E27FC236}">
                      <a16:creationId xmlns:a16="http://schemas.microsoft.com/office/drawing/2014/main" id="{52049A7D-5496-DD9A-C615-78F5BB9BBA98}"/>
                    </a:ext>
                  </a:extLst>
                </p:cNvPr>
                <p:cNvSpPr/>
                <p:nvPr/>
              </p:nvSpPr>
              <p:spPr>
                <a:xfrm>
                  <a:off x="4705925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9" name="pg3449">
                  <a:extLst>
                    <a:ext uri="{FF2B5EF4-FFF2-40B4-BE49-F238E27FC236}">
                      <a16:creationId xmlns:a16="http://schemas.microsoft.com/office/drawing/2014/main" id="{8D86677B-6675-1D2D-5280-2680131E6149}"/>
                    </a:ext>
                  </a:extLst>
                </p:cNvPr>
                <p:cNvSpPr/>
                <p:nvPr/>
              </p:nvSpPr>
              <p:spPr>
                <a:xfrm>
                  <a:off x="2820678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0" name="pg3450">
                  <a:extLst>
                    <a:ext uri="{FF2B5EF4-FFF2-40B4-BE49-F238E27FC236}">
                      <a16:creationId xmlns:a16="http://schemas.microsoft.com/office/drawing/2014/main" id="{63FC9E47-22BC-CFCB-778F-F2C623089C62}"/>
                    </a:ext>
                  </a:extLst>
                </p:cNvPr>
                <p:cNvSpPr/>
                <p:nvPr/>
              </p:nvSpPr>
              <p:spPr>
                <a:xfrm>
                  <a:off x="2832315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1" name="pg3451">
                  <a:extLst>
                    <a:ext uri="{FF2B5EF4-FFF2-40B4-BE49-F238E27FC236}">
                      <a16:creationId xmlns:a16="http://schemas.microsoft.com/office/drawing/2014/main" id="{18F121A7-2ED4-5D3C-F5B9-A1A31D6ACA1A}"/>
                    </a:ext>
                  </a:extLst>
                </p:cNvPr>
                <p:cNvSpPr/>
                <p:nvPr/>
              </p:nvSpPr>
              <p:spPr>
                <a:xfrm>
                  <a:off x="2843953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2" name="pg3452">
                  <a:extLst>
                    <a:ext uri="{FF2B5EF4-FFF2-40B4-BE49-F238E27FC236}">
                      <a16:creationId xmlns:a16="http://schemas.microsoft.com/office/drawing/2014/main" id="{DDA62CEE-6565-0EA0-5BB3-304773E43470}"/>
                    </a:ext>
                  </a:extLst>
                </p:cNvPr>
                <p:cNvSpPr/>
                <p:nvPr/>
              </p:nvSpPr>
              <p:spPr>
                <a:xfrm>
                  <a:off x="2855590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3" name="pg3453">
                  <a:extLst>
                    <a:ext uri="{FF2B5EF4-FFF2-40B4-BE49-F238E27FC236}">
                      <a16:creationId xmlns:a16="http://schemas.microsoft.com/office/drawing/2014/main" id="{D45158B3-4501-1FB9-4EFA-D58081E8FC20}"/>
                    </a:ext>
                  </a:extLst>
                </p:cNvPr>
                <p:cNvSpPr/>
                <p:nvPr/>
              </p:nvSpPr>
              <p:spPr>
                <a:xfrm>
                  <a:off x="2867227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4" name="pg3454">
                  <a:extLst>
                    <a:ext uri="{FF2B5EF4-FFF2-40B4-BE49-F238E27FC236}">
                      <a16:creationId xmlns:a16="http://schemas.microsoft.com/office/drawing/2014/main" id="{A0409ED9-4931-E029-2325-B84F5310ED53}"/>
                    </a:ext>
                  </a:extLst>
                </p:cNvPr>
                <p:cNvSpPr/>
                <p:nvPr/>
              </p:nvSpPr>
              <p:spPr>
                <a:xfrm>
                  <a:off x="2878865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5" name="pg3455">
                  <a:extLst>
                    <a:ext uri="{FF2B5EF4-FFF2-40B4-BE49-F238E27FC236}">
                      <a16:creationId xmlns:a16="http://schemas.microsoft.com/office/drawing/2014/main" id="{6A3576AD-D737-7B19-320B-F26CB8DE88C5}"/>
                    </a:ext>
                  </a:extLst>
                </p:cNvPr>
                <p:cNvSpPr/>
                <p:nvPr/>
              </p:nvSpPr>
              <p:spPr>
                <a:xfrm>
                  <a:off x="2890502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6" name="pg3456">
                  <a:extLst>
                    <a:ext uri="{FF2B5EF4-FFF2-40B4-BE49-F238E27FC236}">
                      <a16:creationId xmlns:a16="http://schemas.microsoft.com/office/drawing/2014/main" id="{B21316F5-33C3-B6E1-6AE2-68990A63A3C2}"/>
                    </a:ext>
                  </a:extLst>
                </p:cNvPr>
                <p:cNvSpPr/>
                <p:nvPr/>
              </p:nvSpPr>
              <p:spPr>
                <a:xfrm>
                  <a:off x="2902139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7" name="pg3457">
                  <a:extLst>
                    <a:ext uri="{FF2B5EF4-FFF2-40B4-BE49-F238E27FC236}">
                      <a16:creationId xmlns:a16="http://schemas.microsoft.com/office/drawing/2014/main" id="{1220696C-2008-0A12-0E95-BF49ABBB0AEB}"/>
                    </a:ext>
                  </a:extLst>
                </p:cNvPr>
                <p:cNvSpPr/>
                <p:nvPr/>
              </p:nvSpPr>
              <p:spPr>
                <a:xfrm>
                  <a:off x="4414992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8" name="pg3458">
                  <a:extLst>
                    <a:ext uri="{FF2B5EF4-FFF2-40B4-BE49-F238E27FC236}">
                      <a16:creationId xmlns:a16="http://schemas.microsoft.com/office/drawing/2014/main" id="{D3AC5BA1-1550-8E7F-CDB2-2E88A27B6D78}"/>
                    </a:ext>
                  </a:extLst>
                </p:cNvPr>
                <p:cNvSpPr/>
                <p:nvPr/>
              </p:nvSpPr>
              <p:spPr>
                <a:xfrm>
                  <a:off x="4426630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9" name="pg3459">
                  <a:extLst>
                    <a:ext uri="{FF2B5EF4-FFF2-40B4-BE49-F238E27FC236}">
                      <a16:creationId xmlns:a16="http://schemas.microsoft.com/office/drawing/2014/main" id="{B0DF5032-86E7-DB5B-FDE8-CB6B92879B9F}"/>
                    </a:ext>
                  </a:extLst>
                </p:cNvPr>
                <p:cNvSpPr/>
                <p:nvPr/>
              </p:nvSpPr>
              <p:spPr>
                <a:xfrm>
                  <a:off x="4438267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0" name="pg3460">
                  <a:extLst>
                    <a:ext uri="{FF2B5EF4-FFF2-40B4-BE49-F238E27FC236}">
                      <a16:creationId xmlns:a16="http://schemas.microsoft.com/office/drawing/2014/main" id="{520AEEAB-79A1-208F-AE2F-625A097DE8E0}"/>
                    </a:ext>
                  </a:extLst>
                </p:cNvPr>
                <p:cNvSpPr/>
                <p:nvPr/>
              </p:nvSpPr>
              <p:spPr>
                <a:xfrm>
                  <a:off x="4449904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1" name="pg3461">
                  <a:extLst>
                    <a:ext uri="{FF2B5EF4-FFF2-40B4-BE49-F238E27FC236}">
                      <a16:creationId xmlns:a16="http://schemas.microsoft.com/office/drawing/2014/main" id="{257F7FA2-C0DD-C87D-4DB8-E13718823A14}"/>
                    </a:ext>
                  </a:extLst>
                </p:cNvPr>
                <p:cNvSpPr/>
                <p:nvPr/>
              </p:nvSpPr>
              <p:spPr>
                <a:xfrm>
                  <a:off x="4461542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2" name="pg3462">
                  <a:extLst>
                    <a:ext uri="{FF2B5EF4-FFF2-40B4-BE49-F238E27FC236}">
                      <a16:creationId xmlns:a16="http://schemas.microsoft.com/office/drawing/2014/main" id="{4E5CC20E-0687-BD7F-18F4-D84A8CBFD670}"/>
                    </a:ext>
                  </a:extLst>
                </p:cNvPr>
                <p:cNvSpPr/>
                <p:nvPr/>
              </p:nvSpPr>
              <p:spPr>
                <a:xfrm>
                  <a:off x="4473179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3" name="pg3463">
                  <a:extLst>
                    <a:ext uri="{FF2B5EF4-FFF2-40B4-BE49-F238E27FC236}">
                      <a16:creationId xmlns:a16="http://schemas.microsoft.com/office/drawing/2014/main" id="{F14B0B10-41DB-E976-DE8B-606E463CEA5F}"/>
                    </a:ext>
                  </a:extLst>
                </p:cNvPr>
                <p:cNvSpPr/>
                <p:nvPr/>
              </p:nvSpPr>
              <p:spPr>
                <a:xfrm>
                  <a:off x="4671013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4" name="pg3464">
                  <a:extLst>
                    <a:ext uri="{FF2B5EF4-FFF2-40B4-BE49-F238E27FC236}">
                      <a16:creationId xmlns:a16="http://schemas.microsoft.com/office/drawing/2014/main" id="{C75040D4-8978-B5C6-59B4-A4AC1E008E63}"/>
                    </a:ext>
                  </a:extLst>
                </p:cNvPr>
                <p:cNvSpPr/>
                <p:nvPr/>
              </p:nvSpPr>
              <p:spPr>
                <a:xfrm>
                  <a:off x="4682651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5" name="pg3465">
                  <a:extLst>
                    <a:ext uri="{FF2B5EF4-FFF2-40B4-BE49-F238E27FC236}">
                      <a16:creationId xmlns:a16="http://schemas.microsoft.com/office/drawing/2014/main" id="{C01CFFCE-15D8-D4B6-85B3-01FF416F7927}"/>
                    </a:ext>
                  </a:extLst>
                </p:cNvPr>
                <p:cNvSpPr/>
                <p:nvPr/>
              </p:nvSpPr>
              <p:spPr>
                <a:xfrm>
                  <a:off x="4694288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6" name="pg3466">
                  <a:extLst>
                    <a:ext uri="{FF2B5EF4-FFF2-40B4-BE49-F238E27FC236}">
                      <a16:creationId xmlns:a16="http://schemas.microsoft.com/office/drawing/2014/main" id="{3F1A2941-17B0-08AB-B467-BBC5E7FD4491}"/>
                    </a:ext>
                  </a:extLst>
                </p:cNvPr>
                <p:cNvSpPr/>
                <p:nvPr/>
              </p:nvSpPr>
              <p:spPr>
                <a:xfrm>
                  <a:off x="4705925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7" name="pg3467">
                  <a:extLst>
                    <a:ext uri="{FF2B5EF4-FFF2-40B4-BE49-F238E27FC236}">
                      <a16:creationId xmlns:a16="http://schemas.microsoft.com/office/drawing/2014/main" id="{9D3AD8E3-4E9F-3BC6-B252-6DAA71A503C8}"/>
                    </a:ext>
                  </a:extLst>
                </p:cNvPr>
                <p:cNvSpPr/>
                <p:nvPr/>
              </p:nvSpPr>
              <p:spPr>
                <a:xfrm>
                  <a:off x="4717563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8" name="pg3468">
                  <a:extLst>
                    <a:ext uri="{FF2B5EF4-FFF2-40B4-BE49-F238E27FC236}">
                      <a16:creationId xmlns:a16="http://schemas.microsoft.com/office/drawing/2014/main" id="{E6A454B8-0598-ACE3-63AA-9707F20842BA}"/>
                    </a:ext>
                  </a:extLst>
                </p:cNvPr>
                <p:cNvSpPr/>
                <p:nvPr/>
              </p:nvSpPr>
              <p:spPr>
                <a:xfrm>
                  <a:off x="2832315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9" name="pg3469">
                  <a:extLst>
                    <a:ext uri="{FF2B5EF4-FFF2-40B4-BE49-F238E27FC236}">
                      <a16:creationId xmlns:a16="http://schemas.microsoft.com/office/drawing/2014/main" id="{8E89AA56-4203-3201-812A-9EC4131FF3EB}"/>
                    </a:ext>
                  </a:extLst>
                </p:cNvPr>
                <p:cNvSpPr/>
                <p:nvPr/>
              </p:nvSpPr>
              <p:spPr>
                <a:xfrm>
                  <a:off x="2843953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0" name="pg3470">
                  <a:extLst>
                    <a:ext uri="{FF2B5EF4-FFF2-40B4-BE49-F238E27FC236}">
                      <a16:creationId xmlns:a16="http://schemas.microsoft.com/office/drawing/2014/main" id="{5BC2124C-2E78-24FA-0E59-66DC98C72B82}"/>
                    </a:ext>
                  </a:extLst>
                </p:cNvPr>
                <p:cNvSpPr/>
                <p:nvPr/>
              </p:nvSpPr>
              <p:spPr>
                <a:xfrm>
                  <a:off x="2855590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1" name="pg3471">
                  <a:extLst>
                    <a:ext uri="{FF2B5EF4-FFF2-40B4-BE49-F238E27FC236}">
                      <a16:creationId xmlns:a16="http://schemas.microsoft.com/office/drawing/2014/main" id="{70604960-5C92-381E-36E7-BCD569ED67E3}"/>
                    </a:ext>
                  </a:extLst>
                </p:cNvPr>
                <p:cNvSpPr/>
                <p:nvPr/>
              </p:nvSpPr>
              <p:spPr>
                <a:xfrm>
                  <a:off x="2867227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2" name="pg3472">
                  <a:extLst>
                    <a:ext uri="{FF2B5EF4-FFF2-40B4-BE49-F238E27FC236}">
                      <a16:creationId xmlns:a16="http://schemas.microsoft.com/office/drawing/2014/main" id="{AF96FAC9-3E47-DC0A-49CD-EBCF59135AD2}"/>
                    </a:ext>
                  </a:extLst>
                </p:cNvPr>
                <p:cNvSpPr/>
                <p:nvPr/>
              </p:nvSpPr>
              <p:spPr>
                <a:xfrm>
                  <a:off x="2878865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3" name="pg3473">
                  <a:extLst>
                    <a:ext uri="{FF2B5EF4-FFF2-40B4-BE49-F238E27FC236}">
                      <a16:creationId xmlns:a16="http://schemas.microsoft.com/office/drawing/2014/main" id="{F862F4C7-9054-841D-CDD0-4E5BA44BD966}"/>
                    </a:ext>
                  </a:extLst>
                </p:cNvPr>
                <p:cNvSpPr/>
                <p:nvPr/>
              </p:nvSpPr>
              <p:spPr>
                <a:xfrm>
                  <a:off x="2890502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4" name="pg3474">
                  <a:extLst>
                    <a:ext uri="{FF2B5EF4-FFF2-40B4-BE49-F238E27FC236}">
                      <a16:creationId xmlns:a16="http://schemas.microsoft.com/office/drawing/2014/main" id="{E4AE037C-E459-D485-6278-CE1632C3FFA0}"/>
                    </a:ext>
                  </a:extLst>
                </p:cNvPr>
                <p:cNvSpPr/>
                <p:nvPr/>
              </p:nvSpPr>
              <p:spPr>
                <a:xfrm>
                  <a:off x="4426630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5" name="pg3475">
                  <a:extLst>
                    <a:ext uri="{FF2B5EF4-FFF2-40B4-BE49-F238E27FC236}">
                      <a16:creationId xmlns:a16="http://schemas.microsoft.com/office/drawing/2014/main" id="{8EE1352A-4591-E52B-F862-1E3EF4C8A03F}"/>
                    </a:ext>
                  </a:extLst>
                </p:cNvPr>
                <p:cNvSpPr/>
                <p:nvPr/>
              </p:nvSpPr>
              <p:spPr>
                <a:xfrm>
                  <a:off x="4438267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6" name="pg3476">
                  <a:extLst>
                    <a:ext uri="{FF2B5EF4-FFF2-40B4-BE49-F238E27FC236}">
                      <a16:creationId xmlns:a16="http://schemas.microsoft.com/office/drawing/2014/main" id="{8F09DC62-B3FD-D278-139E-DAA2900C13F3}"/>
                    </a:ext>
                  </a:extLst>
                </p:cNvPr>
                <p:cNvSpPr/>
                <p:nvPr/>
              </p:nvSpPr>
              <p:spPr>
                <a:xfrm>
                  <a:off x="4449904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7" name="pg3477">
                  <a:extLst>
                    <a:ext uri="{FF2B5EF4-FFF2-40B4-BE49-F238E27FC236}">
                      <a16:creationId xmlns:a16="http://schemas.microsoft.com/office/drawing/2014/main" id="{738EA7F4-1ED7-61C6-38F1-715BBA9A7797}"/>
                    </a:ext>
                  </a:extLst>
                </p:cNvPr>
                <p:cNvSpPr/>
                <p:nvPr/>
              </p:nvSpPr>
              <p:spPr>
                <a:xfrm>
                  <a:off x="4461542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8" name="pg3478">
                  <a:extLst>
                    <a:ext uri="{FF2B5EF4-FFF2-40B4-BE49-F238E27FC236}">
                      <a16:creationId xmlns:a16="http://schemas.microsoft.com/office/drawing/2014/main" id="{EF141EFD-3835-08EC-F36D-11D10746B333}"/>
                    </a:ext>
                  </a:extLst>
                </p:cNvPr>
                <p:cNvSpPr/>
                <p:nvPr/>
              </p:nvSpPr>
              <p:spPr>
                <a:xfrm>
                  <a:off x="4473179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9" name="pg3479">
                  <a:extLst>
                    <a:ext uri="{FF2B5EF4-FFF2-40B4-BE49-F238E27FC236}">
                      <a16:creationId xmlns:a16="http://schemas.microsoft.com/office/drawing/2014/main" id="{F3636F97-F89E-80AD-0EDE-260FCE14F043}"/>
                    </a:ext>
                  </a:extLst>
                </p:cNvPr>
                <p:cNvSpPr/>
                <p:nvPr/>
              </p:nvSpPr>
              <p:spPr>
                <a:xfrm>
                  <a:off x="4671013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0" name="pg3480">
                  <a:extLst>
                    <a:ext uri="{FF2B5EF4-FFF2-40B4-BE49-F238E27FC236}">
                      <a16:creationId xmlns:a16="http://schemas.microsoft.com/office/drawing/2014/main" id="{0FD04E0D-6970-DC6B-2762-447315AA166C}"/>
                    </a:ext>
                  </a:extLst>
                </p:cNvPr>
                <p:cNvSpPr/>
                <p:nvPr/>
              </p:nvSpPr>
              <p:spPr>
                <a:xfrm>
                  <a:off x="4682651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1" name="pg3481">
                  <a:extLst>
                    <a:ext uri="{FF2B5EF4-FFF2-40B4-BE49-F238E27FC236}">
                      <a16:creationId xmlns:a16="http://schemas.microsoft.com/office/drawing/2014/main" id="{3530660F-9AAC-647F-D312-56E9E70C6E79}"/>
                    </a:ext>
                  </a:extLst>
                </p:cNvPr>
                <p:cNvSpPr/>
                <p:nvPr/>
              </p:nvSpPr>
              <p:spPr>
                <a:xfrm>
                  <a:off x="4694288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2" name="pg3482">
                  <a:extLst>
                    <a:ext uri="{FF2B5EF4-FFF2-40B4-BE49-F238E27FC236}">
                      <a16:creationId xmlns:a16="http://schemas.microsoft.com/office/drawing/2014/main" id="{A54DDEC4-98F7-26C2-1549-5317A2494B46}"/>
                    </a:ext>
                  </a:extLst>
                </p:cNvPr>
                <p:cNvSpPr/>
                <p:nvPr/>
              </p:nvSpPr>
              <p:spPr>
                <a:xfrm>
                  <a:off x="4705925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3" name="pg3483">
                  <a:extLst>
                    <a:ext uri="{FF2B5EF4-FFF2-40B4-BE49-F238E27FC236}">
                      <a16:creationId xmlns:a16="http://schemas.microsoft.com/office/drawing/2014/main" id="{4CF9F968-BB78-FB70-1411-0D3C12024C20}"/>
                    </a:ext>
                  </a:extLst>
                </p:cNvPr>
                <p:cNvSpPr/>
                <p:nvPr/>
              </p:nvSpPr>
              <p:spPr>
                <a:xfrm>
                  <a:off x="4717563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4" name="pg3484">
                  <a:extLst>
                    <a:ext uri="{FF2B5EF4-FFF2-40B4-BE49-F238E27FC236}">
                      <a16:creationId xmlns:a16="http://schemas.microsoft.com/office/drawing/2014/main" id="{19298395-DF5F-60FF-BB0C-5FF88AFCA45A}"/>
                    </a:ext>
                  </a:extLst>
                </p:cNvPr>
                <p:cNvSpPr/>
                <p:nvPr/>
              </p:nvSpPr>
              <p:spPr>
                <a:xfrm>
                  <a:off x="4729200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5" name="pg3485">
                  <a:extLst>
                    <a:ext uri="{FF2B5EF4-FFF2-40B4-BE49-F238E27FC236}">
                      <a16:creationId xmlns:a16="http://schemas.microsoft.com/office/drawing/2014/main" id="{1AAE4BAC-CB99-8084-8DF4-9390AB464B07}"/>
                    </a:ext>
                  </a:extLst>
                </p:cNvPr>
                <p:cNvSpPr/>
                <p:nvPr/>
              </p:nvSpPr>
              <p:spPr>
                <a:xfrm>
                  <a:off x="2832315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6" name="pg3486">
                  <a:extLst>
                    <a:ext uri="{FF2B5EF4-FFF2-40B4-BE49-F238E27FC236}">
                      <a16:creationId xmlns:a16="http://schemas.microsoft.com/office/drawing/2014/main" id="{42FDA95B-3C37-3E2E-F123-58968479ED8C}"/>
                    </a:ext>
                  </a:extLst>
                </p:cNvPr>
                <p:cNvSpPr/>
                <p:nvPr/>
              </p:nvSpPr>
              <p:spPr>
                <a:xfrm>
                  <a:off x="2843953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7" name="pg3487">
                  <a:extLst>
                    <a:ext uri="{FF2B5EF4-FFF2-40B4-BE49-F238E27FC236}">
                      <a16:creationId xmlns:a16="http://schemas.microsoft.com/office/drawing/2014/main" id="{35B08206-C5A5-CA05-535F-16C426B67374}"/>
                    </a:ext>
                  </a:extLst>
                </p:cNvPr>
                <p:cNvSpPr/>
                <p:nvPr/>
              </p:nvSpPr>
              <p:spPr>
                <a:xfrm>
                  <a:off x="2855590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8" name="pg3488">
                  <a:extLst>
                    <a:ext uri="{FF2B5EF4-FFF2-40B4-BE49-F238E27FC236}">
                      <a16:creationId xmlns:a16="http://schemas.microsoft.com/office/drawing/2014/main" id="{5285486E-AC72-59FD-142F-D4E5C8F58107}"/>
                    </a:ext>
                  </a:extLst>
                </p:cNvPr>
                <p:cNvSpPr/>
                <p:nvPr/>
              </p:nvSpPr>
              <p:spPr>
                <a:xfrm>
                  <a:off x="2867227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9" name="pg3489">
                  <a:extLst>
                    <a:ext uri="{FF2B5EF4-FFF2-40B4-BE49-F238E27FC236}">
                      <a16:creationId xmlns:a16="http://schemas.microsoft.com/office/drawing/2014/main" id="{2B161ED3-29EF-B384-06F2-E7E4494C6541}"/>
                    </a:ext>
                  </a:extLst>
                </p:cNvPr>
                <p:cNvSpPr/>
                <p:nvPr/>
              </p:nvSpPr>
              <p:spPr>
                <a:xfrm>
                  <a:off x="2878865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0" name="pg3490">
                  <a:extLst>
                    <a:ext uri="{FF2B5EF4-FFF2-40B4-BE49-F238E27FC236}">
                      <a16:creationId xmlns:a16="http://schemas.microsoft.com/office/drawing/2014/main" id="{EB90B03A-3B9D-42AC-5B03-0B1E14B3723B}"/>
                    </a:ext>
                  </a:extLst>
                </p:cNvPr>
                <p:cNvSpPr/>
                <p:nvPr/>
              </p:nvSpPr>
              <p:spPr>
                <a:xfrm>
                  <a:off x="2890502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1" name="pg3491">
                  <a:extLst>
                    <a:ext uri="{FF2B5EF4-FFF2-40B4-BE49-F238E27FC236}">
                      <a16:creationId xmlns:a16="http://schemas.microsoft.com/office/drawing/2014/main" id="{0DEDB50D-CF85-3A84-5A15-FC55A127A13D}"/>
                    </a:ext>
                  </a:extLst>
                </p:cNvPr>
                <p:cNvSpPr/>
                <p:nvPr/>
              </p:nvSpPr>
              <p:spPr>
                <a:xfrm>
                  <a:off x="4438267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2" name="pg3492">
                  <a:extLst>
                    <a:ext uri="{FF2B5EF4-FFF2-40B4-BE49-F238E27FC236}">
                      <a16:creationId xmlns:a16="http://schemas.microsoft.com/office/drawing/2014/main" id="{777A39A5-242F-8644-3629-BF9B5EBF4895}"/>
                    </a:ext>
                  </a:extLst>
                </p:cNvPr>
                <p:cNvSpPr/>
                <p:nvPr/>
              </p:nvSpPr>
              <p:spPr>
                <a:xfrm>
                  <a:off x="4449904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3" name="pg3493">
                  <a:extLst>
                    <a:ext uri="{FF2B5EF4-FFF2-40B4-BE49-F238E27FC236}">
                      <a16:creationId xmlns:a16="http://schemas.microsoft.com/office/drawing/2014/main" id="{B264D3D2-DB0E-CCE8-8C05-F4E75D9245C7}"/>
                    </a:ext>
                  </a:extLst>
                </p:cNvPr>
                <p:cNvSpPr/>
                <p:nvPr/>
              </p:nvSpPr>
              <p:spPr>
                <a:xfrm>
                  <a:off x="4461542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4" name="pg3494">
                  <a:extLst>
                    <a:ext uri="{FF2B5EF4-FFF2-40B4-BE49-F238E27FC236}">
                      <a16:creationId xmlns:a16="http://schemas.microsoft.com/office/drawing/2014/main" id="{DC2FF949-0E55-6B73-183C-D15F9EA8A4CD}"/>
                    </a:ext>
                  </a:extLst>
                </p:cNvPr>
                <p:cNvSpPr/>
                <p:nvPr/>
              </p:nvSpPr>
              <p:spPr>
                <a:xfrm>
                  <a:off x="4473179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5" name="pg3495">
                  <a:extLst>
                    <a:ext uri="{FF2B5EF4-FFF2-40B4-BE49-F238E27FC236}">
                      <a16:creationId xmlns:a16="http://schemas.microsoft.com/office/drawing/2014/main" id="{8C35994E-89F4-22BA-B265-0EF16EFE7177}"/>
                    </a:ext>
                  </a:extLst>
                </p:cNvPr>
                <p:cNvSpPr/>
                <p:nvPr/>
              </p:nvSpPr>
              <p:spPr>
                <a:xfrm>
                  <a:off x="4484816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6" name="pg3496">
                  <a:extLst>
                    <a:ext uri="{FF2B5EF4-FFF2-40B4-BE49-F238E27FC236}">
                      <a16:creationId xmlns:a16="http://schemas.microsoft.com/office/drawing/2014/main" id="{41B718FF-6FB8-7A9B-EE26-EC94C0717E0C}"/>
                    </a:ext>
                  </a:extLst>
                </p:cNvPr>
                <p:cNvSpPr/>
                <p:nvPr/>
              </p:nvSpPr>
              <p:spPr>
                <a:xfrm>
                  <a:off x="4496454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7" name="pg3497">
                  <a:extLst>
                    <a:ext uri="{FF2B5EF4-FFF2-40B4-BE49-F238E27FC236}">
                      <a16:creationId xmlns:a16="http://schemas.microsoft.com/office/drawing/2014/main" id="{F8A50411-3403-E6E1-8D09-2D19AF19F0C4}"/>
                    </a:ext>
                  </a:extLst>
                </p:cNvPr>
                <p:cNvSpPr/>
                <p:nvPr/>
              </p:nvSpPr>
              <p:spPr>
                <a:xfrm>
                  <a:off x="4508091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8" name="pg3498">
                  <a:extLst>
                    <a:ext uri="{FF2B5EF4-FFF2-40B4-BE49-F238E27FC236}">
                      <a16:creationId xmlns:a16="http://schemas.microsoft.com/office/drawing/2014/main" id="{31399462-DD52-4E5A-9DDB-B0E06BCD450C}"/>
                    </a:ext>
                  </a:extLst>
                </p:cNvPr>
                <p:cNvSpPr/>
                <p:nvPr/>
              </p:nvSpPr>
              <p:spPr>
                <a:xfrm>
                  <a:off x="4519728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9" name="pg3499">
                  <a:extLst>
                    <a:ext uri="{FF2B5EF4-FFF2-40B4-BE49-F238E27FC236}">
                      <a16:creationId xmlns:a16="http://schemas.microsoft.com/office/drawing/2014/main" id="{88256356-7635-64D2-1FDD-5C443C39E406}"/>
                    </a:ext>
                  </a:extLst>
                </p:cNvPr>
                <p:cNvSpPr/>
                <p:nvPr/>
              </p:nvSpPr>
              <p:spPr>
                <a:xfrm>
                  <a:off x="4682651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0" name="pg3500">
                  <a:extLst>
                    <a:ext uri="{FF2B5EF4-FFF2-40B4-BE49-F238E27FC236}">
                      <a16:creationId xmlns:a16="http://schemas.microsoft.com/office/drawing/2014/main" id="{20B12E45-D8E2-960A-23D7-F97D7DFDCFBD}"/>
                    </a:ext>
                  </a:extLst>
                </p:cNvPr>
                <p:cNvSpPr/>
                <p:nvPr/>
              </p:nvSpPr>
              <p:spPr>
                <a:xfrm>
                  <a:off x="4694288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1" name="pg3501">
                  <a:extLst>
                    <a:ext uri="{FF2B5EF4-FFF2-40B4-BE49-F238E27FC236}">
                      <a16:creationId xmlns:a16="http://schemas.microsoft.com/office/drawing/2014/main" id="{ED093BF0-C82A-F0DA-A556-EC5FCB3A687C}"/>
                    </a:ext>
                  </a:extLst>
                </p:cNvPr>
                <p:cNvSpPr/>
                <p:nvPr/>
              </p:nvSpPr>
              <p:spPr>
                <a:xfrm>
                  <a:off x="4705925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2" name="pg3502">
                  <a:extLst>
                    <a:ext uri="{FF2B5EF4-FFF2-40B4-BE49-F238E27FC236}">
                      <a16:creationId xmlns:a16="http://schemas.microsoft.com/office/drawing/2014/main" id="{1B37022A-AC09-CEA2-2B7F-ECB965F976D2}"/>
                    </a:ext>
                  </a:extLst>
                </p:cNvPr>
                <p:cNvSpPr/>
                <p:nvPr/>
              </p:nvSpPr>
              <p:spPr>
                <a:xfrm>
                  <a:off x="4717563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3" name="pg3503">
                  <a:extLst>
                    <a:ext uri="{FF2B5EF4-FFF2-40B4-BE49-F238E27FC236}">
                      <a16:creationId xmlns:a16="http://schemas.microsoft.com/office/drawing/2014/main" id="{9D246D08-DDED-74C4-A725-64DE69EADE3F}"/>
                    </a:ext>
                  </a:extLst>
                </p:cNvPr>
                <p:cNvSpPr/>
                <p:nvPr/>
              </p:nvSpPr>
              <p:spPr>
                <a:xfrm>
                  <a:off x="4729200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4" name="pg3504">
                  <a:extLst>
                    <a:ext uri="{FF2B5EF4-FFF2-40B4-BE49-F238E27FC236}">
                      <a16:creationId xmlns:a16="http://schemas.microsoft.com/office/drawing/2014/main" id="{9F1A2451-6CD5-AE28-E802-521B0B458F47}"/>
                    </a:ext>
                  </a:extLst>
                </p:cNvPr>
                <p:cNvSpPr/>
                <p:nvPr/>
              </p:nvSpPr>
              <p:spPr>
                <a:xfrm>
                  <a:off x="2843953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5" name="pg3505">
                  <a:extLst>
                    <a:ext uri="{FF2B5EF4-FFF2-40B4-BE49-F238E27FC236}">
                      <a16:creationId xmlns:a16="http://schemas.microsoft.com/office/drawing/2014/main" id="{72BC22FF-9486-657B-B0E1-E0D07279885C}"/>
                    </a:ext>
                  </a:extLst>
                </p:cNvPr>
                <p:cNvSpPr/>
                <p:nvPr/>
              </p:nvSpPr>
              <p:spPr>
                <a:xfrm>
                  <a:off x="2855590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6" name="pg3506">
                  <a:extLst>
                    <a:ext uri="{FF2B5EF4-FFF2-40B4-BE49-F238E27FC236}">
                      <a16:creationId xmlns:a16="http://schemas.microsoft.com/office/drawing/2014/main" id="{601AAB08-F3D4-2727-6318-F5EC73D2D089}"/>
                    </a:ext>
                  </a:extLst>
                </p:cNvPr>
                <p:cNvSpPr/>
                <p:nvPr/>
              </p:nvSpPr>
              <p:spPr>
                <a:xfrm>
                  <a:off x="2867227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7" name="pg3507">
                  <a:extLst>
                    <a:ext uri="{FF2B5EF4-FFF2-40B4-BE49-F238E27FC236}">
                      <a16:creationId xmlns:a16="http://schemas.microsoft.com/office/drawing/2014/main" id="{BCAD333E-9A1E-BDB0-DEC0-E1A60DA5B659}"/>
                    </a:ext>
                  </a:extLst>
                </p:cNvPr>
                <p:cNvSpPr/>
                <p:nvPr/>
              </p:nvSpPr>
              <p:spPr>
                <a:xfrm>
                  <a:off x="2878865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8" name="pg3508">
                  <a:extLst>
                    <a:ext uri="{FF2B5EF4-FFF2-40B4-BE49-F238E27FC236}">
                      <a16:creationId xmlns:a16="http://schemas.microsoft.com/office/drawing/2014/main" id="{AFD237A2-B890-889B-465F-4386167DC11F}"/>
                    </a:ext>
                  </a:extLst>
                </p:cNvPr>
                <p:cNvSpPr/>
                <p:nvPr/>
              </p:nvSpPr>
              <p:spPr>
                <a:xfrm>
                  <a:off x="2890502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9" name="pg3509">
                  <a:extLst>
                    <a:ext uri="{FF2B5EF4-FFF2-40B4-BE49-F238E27FC236}">
                      <a16:creationId xmlns:a16="http://schemas.microsoft.com/office/drawing/2014/main" id="{60F975D9-2D6C-0BA5-C5F2-70C3F364376B}"/>
                    </a:ext>
                  </a:extLst>
                </p:cNvPr>
                <p:cNvSpPr/>
                <p:nvPr/>
              </p:nvSpPr>
              <p:spPr>
                <a:xfrm>
                  <a:off x="4438267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0" name="pg3510">
                  <a:extLst>
                    <a:ext uri="{FF2B5EF4-FFF2-40B4-BE49-F238E27FC236}">
                      <a16:creationId xmlns:a16="http://schemas.microsoft.com/office/drawing/2014/main" id="{C43A9793-04E9-27DC-D409-5FD6C7FB85C4}"/>
                    </a:ext>
                  </a:extLst>
                </p:cNvPr>
                <p:cNvSpPr/>
                <p:nvPr/>
              </p:nvSpPr>
              <p:spPr>
                <a:xfrm>
                  <a:off x="4449904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1" name="pg3511">
                  <a:extLst>
                    <a:ext uri="{FF2B5EF4-FFF2-40B4-BE49-F238E27FC236}">
                      <a16:creationId xmlns:a16="http://schemas.microsoft.com/office/drawing/2014/main" id="{9F56A872-A0E7-07D4-ECB9-38B0F0034798}"/>
                    </a:ext>
                  </a:extLst>
                </p:cNvPr>
                <p:cNvSpPr/>
                <p:nvPr/>
              </p:nvSpPr>
              <p:spPr>
                <a:xfrm>
                  <a:off x="4461542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2" name="pg3512">
                  <a:extLst>
                    <a:ext uri="{FF2B5EF4-FFF2-40B4-BE49-F238E27FC236}">
                      <a16:creationId xmlns:a16="http://schemas.microsoft.com/office/drawing/2014/main" id="{88730C4B-9911-2BFA-1B06-A5B1990A26F5}"/>
                    </a:ext>
                  </a:extLst>
                </p:cNvPr>
                <p:cNvSpPr/>
                <p:nvPr/>
              </p:nvSpPr>
              <p:spPr>
                <a:xfrm>
                  <a:off x="4473179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3" name="pg3513">
                  <a:extLst>
                    <a:ext uri="{FF2B5EF4-FFF2-40B4-BE49-F238E27FC236}">
                      <a16:creationId xmlns:a16="http://schemas.microsoft.com/office/drawing/2014/main" id="{36DD38E3-1E8B-B077-16A1-3C24C7EA0850}"/>
                    </a:ext>
                  </a:extLst>
                </p:cNvPr>
                <p:cNvSpPr/>
                <p:nvPr/>
              </p:nvSpPr>
              <p:spPr>
                <a:xfrm>
                  <a:off x="4484816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4" name="pg3514">
                  <a:extLst>
                    <a:ext uri="{FF2B5EF4-FFF2-40B4-BE49-F238E27FC236}">
                      <a16:creationId xmlns:a16="http://schemas.microsoft.com/office/drawing/2014/main" id="{99D06526-B7DE-17AD-AA59-B2330A9F4DFE}"/>
                    </a:ext>
                  </a:extLst>
                </p:cNvPr>
                <p:cNvSpPr/>
                <p:nvPr/>
              </p:nvSpPr>
              <p:spPr>
                <a:xfrm>
                  <a:off x="4496454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5" name="pg3515">
                  <a:extLst>
                    <a:ext uri="{FF2B5EF4-FFF2-40B4-BE49-F238E27FC236}">
                      <a16:creationId xmlns:a16="http://schemas.microsoft.com/office/drawing/2014/main" id="{C3FA9EAD-A45B-B76D-38EF-6F3DB9AFC153}"/>
                    </a:ext>
                  </a:extLst>
                </p:cNvPr>
                <p:cNvSpPr/>
                <p:nvPr/>
              </p:nvSpPr>
              <p:spPr>
                <a:xfrm>
                  <a:off x="4508091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6" name="pg3516">
                  <a:extLst>
                    <a:ext uri="{FF2B5EF4-FFF2-40B4-BE49-F238E27FC236}">
                      <a16:creationId xmlns:a16="http://schemas.microsoft.com/office/drawing/2014/main" id="{133D946D-6F60-2004-876B-346100C0D1B9}"/>
                    </a:ext>
                  </a:extLst>
                </p:cNvPr>
                <p:cNvSpPr/>
                <p:nvPr/>
              </p:nvSpPr>
              <p:spPr>
                <a:xfrm>
                  <a:off x="4519728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7" name="pg3517">
                  <a:extLst>
                    <a:ext uri="{FF2B5EF4-FFF2-40B4-BE49-F238E27FC236}">
                      <a16:creationId xmlns:a16="http://schemas.microsoft.com/office/drawing/2014/main" id="{8B0BE260-1255-9A29-172A-98A59EE76F78}"/>
                    </a:ext>
                  </a:extLst>
                </p:cNvPr>
                <p:cNvSpPr/>
                <p:nvPr/>
              </p:nvSpPr>
              <p:spPr>
                <a:xfrm>
                  <a:off x="4531366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8" name="pg3518">
                  <a:extLst>
                    <a:ext uri="{FF2B5EF4-FFF2-40B4-BE49-F238E27FC236}">
                      <a16:creationId xmlns:a16="http://schemas.microsoft.com/office/drawing/2014/main" id="{3866DD68-AEF6-094C-AA77-087E199B386F}"/>
                    </a:ext>
                  </a:extLst>
                </p:cNvPr>
                <p:cNvSpPr/>
                <p:nvPr/>
              </p:nvSpPr>
              <p:spPr>
                <a:xfrm>
                  <a:off x="4682651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9" name="pg3519">
                  <a:extLst>
                    <a:ext uri="{FF2B5EF4-FFF2-40B4-BE49-F238E27FC236}">
                      <a16:creationId xmlns:a16="http://schemas.microsoft.com/office/drawing/2014/main" id="{4A03FABF-948D-C037-3DFC-F3FB0923B3E8}"/>
                    </a:ext>
                  </a:extLst>
                </p:cNvPr>
                <p:cNvSpPr/>
                <p:nvPr/>
              </p:nvSpPr>
              <p:spPr>
                <a:xfrm>
                  <a:off x="4694288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0" name="pg3520">
                  <a:extLst>
                    <a:ext uri="{FF2B5EF4-FFF2-40B4-BE49-F238E27FC236}">
                      <a16:creationId xmlns:a16="http://schemas.microsoft.com/office/drawing/2014/main" id="{5FE11F43-99D2-2018-A69E-E7A94A3EC013}"/>
                    </a:ext>
                  </a:extLst>
                </p:cNvPr>
                <p:cNvSpPr/>
                <p:nvPr/>
              </p:nvSpPr>
              <p:spPr>
                <a:xfrm>
                  <a:off x="4705925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1" name="pg3521">
                  <a:extLst>
                    <a:ext uri="{FF2B5EF4-FFF2-40B4-BE49-F238E27FC236}">
                      <a16:creationId xmlns:a16="http://schemas.microsoft.com/office/drawing/2014/main" id="{7D45134C-5482-FA07-67DA-F90E1924B910}"/>
                    </a:ext>
                  </a:extLst>
                </p:cNvPr>
                <p:cNvSpPr/>
                <p:nvPr/>
              </p:nvSpPr>
              <p:spPr>
                <a:xfrm>
                  <a:off x="4717563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2" name="pg3522">
                  <a:extLst>
                    <a:ext uri="{FF2B5EF4-FFF2-40B4-BE49-F238E27FC236}">
                      <a16:creationId xmlns:a16="http://schemas.microsoft.com/office/drawing/2014/main" id="{C799AE87-6DE0-EFBD-FCD9-5B026CBE1857}"/>
                    </a:ext>
                  </a:extLst>
                </p:cNvPr>
                <p:cNvSpPr/>
                <p:nvPr/>
              </p:nvSpPr>
              <p:spPr>
                <a:xfrm>
                  <a:off x="4729200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3" name="pg3523">
                  <a:extLst>
                    <a:ext uri="{FF2B5EF4-FFF2-40B4-BE49-F238E27FC236}">
                      <a16:creationId xmlns:a16="http://schemas.microsoft.com/office/drawing/2014/main" id="{AFA4FC3A-7B02-62AC-CC1E-6FEA3494F0C8}"/>
                    </a:ext>
                  </a:extLst>
                </p:cNvPr>
                <p:cNvSpPr/>
                <p:nvPr/>
              </p:nvSpPr>
              <p:spPr>
                <a:xfrm>
                  <a:off x="2843953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4" name="pg3524">
                  <a:extLst>
                    <a:ext uri="{FF2B5EF4-FFF2-40B4-BE49-F238E27FC236}">
                      <a16:creationId xmlns:a16="http://schemas.microsoft.com/office/drawing/2014/main" id="{12099473-7DDA-B766-FA22-C5FEE63ABB18}"/>
                    </a:ext>
                  </a:extLst>
                </p:cNvPr>
                <p:cNvSpPr/>
                <p:nvPr/>
              </p:nvSpPr>
              <p:spPr>
                <a:xfrm>
                  <a:off x="2855590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5" name="pg3525">
                  <a:extLst>
                    <a:ext uri="{FF2B5EF4-FFF2-40B4-BE49-F238E27FC236}">
                      <a16:creationId xmlns:a16="http://schemas.microsoft.com/office/drawing/2014/main" id="{E154C4C2-1E99-D68F-C4D9-E9667D92ACC1}"/>
                    </a:ext>
                  </a:extLst>
                </p:cNvPr>
                <p:cNvSpPr/>
                <p:nvPr/>
              </p:nvSpPr>
              <p:spPr>
                <a:xfrm>
                  <a:off x="2867227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6" name="pg3526">
                  <a:extLst>
                    <a:ext uri="{FF2B5EF4-FFF2-40B4-BE49-F238E27FC236}">
                      <a16:creationId xmlns:a16="http://schemas.microsoft.com/office/drawing/2014/main" id="{60518456-60CD-20A8-1A30-E84FDBE88F29}"/>
                    </a:ext>
                  </a:extLst>
                </p:cNvPr>
                <p:cNvSpPr/>
                <p:nvPr/>
              </p:nvSpPr>
              <p:spPr>
                <a:xfrm>
                  <a:off x="2878865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7" name="pg3527">
                  <a:extLst>
                    <a:ext uri="{FF2B5EF4-FFF2-40B4-BE49-F238E27FC236}">
                      <a16:creationId xmlns:a16="http://schemas.microsoft.com/office/drawing/2014/main" id="{13D43F05-F419-602E-D855-57688F3FD2BE}"/>
                    </a:ext>
                  </a:extLst>
                </p:cNvPr>
                <p:cNvSpPr/>
                <p:nvPr/>
              </p:nvSpPr>
              <p:spPr>
                <a:xfrm>
                  <a:off x="2890502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8" name="pg3528">
                  <a:extLst>
                    <a:ext uri="{FF2B5EF4-FFF2-40B4-BE49-F238E27FC236}">
                      <a16:creationId xmlns:a16="http://schemas.microsoft.com/office/drawing/2014/main" id="{660EE6C2-C95A-E533-9FD1-A233439C2664}"/>
                    </a:ext>
                  </a:extLst>
                </p:cNvPr>
                <p:cNvSpPr/>
                <p:nvPr/>
              </p:nvSpPr>
              <p:spPr>
                <a:xfrm>
                  <a:off x="4449904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9" name="pg3529">
                  <a:extLst>
                    <a:ext uri="{FF2B5EF4-FFF2-40B4-BE49-F238E27FC236}">
                      <a16:creationId xmlns:a16="http://schemas.microsoft.com/office/drawing/2014/main" id="{A66E56BA-20AE-C9F8-3103-23E770601F91}"/>
                    </a:ext>
                  </a:extLst>
                </p:cNvPr>
                <p:cNvSpPr/>
                <p:nvPr/>
              </p:nvSpPr>
              <p:spPr>
                <a:xfrm>
                  <a:off x="4461542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0" name="pg3530">
                  <a:extLst>
                    <a:ext uri="{FF2B5EF4-FFF2-40B4-BE49-F238E27FC236}">
                      <a16:creationId xmlns:a16="http://schemas.microsoft.com/office/drawing/2014/main" id="{EB60CD8C-4993-4793-DB37-93725CE4756F}"/>
                    </a:ext>
                  </a:extLst>
                </p:cNvPr>
                <p:cNvSpPr/>
                <p:nvPr/>
              </p:nvSpPr>
              <p:spPr>
                <a:xfrm>
                  <a:off x="4473179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1" name="pg3531">
                  <a:extLst>
                    <a:ext uri="{FF2B5EF4-FFF2-40B4-BE49-F238E27FC236}">
                      <a16:creationId xmlns:a16="http://schemas.microsoft.com/office/drawing/2014/main" id="{BDE3527D-CCCD-BCF9-11E8-3739955E5E3E}"/>
                    </a:ext>
                  </a:extLst>
                </p:cNvPr>
                <p:cNvSpPr/>
                <p:nvPr/>
              </p:nvSpPr>
              <p:spPr>
                <a:xfrm>
                  <a:off x="4484816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2" name="pg3532">
                  <a:extLst>
                    <a:ext uri="{FF2B5EF4-FFF2-40B4-BE49-F238E27FC236}">
                      <a16:creationId xmlns:a16="http://schemas.microsoft.com/office/drawing/2014/main" id="{F0FE4290-7AD4-721D-209A-E04BEF2980E7}"/>
                    </a:ext>
                  </a:extLst>
                </p:cNvPr>
                <p:cNvSpPr/>
                <p:nvPr/>
              </p:nvSpPr>
              <p:spPr>
                <a:xfrm>
                  <a:off x="4496454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3" name="pg3533">
                  <a:extLst>
                    <a:ext uri="{FF2B5EF4-FFF2-40B4-BE49-F238E27FC236}">
                      <a16:creationId xmlns:a16="http://schemas.microsoft.com/office/drawing/2014/main" id="{F5081C46-4AE3-9DF2-9BEA-9735CBA00F32}"/>
                    </a:ext>
                  </a:extLst>
                </p:cNvPr>
                <p:cNvSpPr/>
                <p:nvPr/>
              </p:nvSpPr>
              <p:spPr>
                <a:xfrm>
                  <a:off x="4508091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4" name="pg3534">
                  <a:extLst>
                    <a:ext uri="{FF2B5EF4-FFF2-40B4-BE49-F238E27FC236}">
                      <a16:creationId xmlns:a16="http://schemas.microsoft.com/office/drawing/2014/main" id="{0DF013B6-98E5-4860-50F8-4C3C7D237456}"/>
                    </a:ext>
                  </a:extLst>
                </p:cNvPr>
                <p:cNvSpPr/>
                <p:nvPr/>
              </p:nvSpPr>
              <p:spPr>
                <a:xfrm>
                  <a:off x="4519728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5" name="pg3535">
                  <a:extLst>
                    <a:ext uri="{FF2B5EF4-FFF2-40B4-BE49-F238E27FC236}">
                      <a16:creationId xmlns:a16="http://schemas.microsoft.com/office/drawing/2014/main" id="{09BA0D36-BB06-AC50-B8D5-DE35C0C6D36F}"/>
                    </a:ext>
                  </a:extLst>
                </p:cNvPr>
                <p:cNvSpPr/>
                <p:nvPr/>
              </p:nvSpPr>
              <p:spPr>
                <a:xfrm>
                  <a:off x="4531366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6" name="pg3536">
                  <a:extLst>
                    <a:ext uri="{FF2B5EF4-FFF2-40B4-BE49-F238E27FC236}">
                      <a16:creationId xmlns:a16="http://schemas.microsoft.com/office/drawing/2014/main" id="{3A43B4ED-9721-3D0F-85DE-12A959BF7C40}"/>
                    </a:ext>
                  </a:extLst>
                </p:cNvPr>
                <p:cNvSpPr/>
                <p:nvPr/>
              </p:nvSpPr>
              <p:spPr>
                <a:xfrm>
                  <a:off x="4694288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7" name="pg3537">
                  <a:extLst>
                    <a:ext uri="{FF2B5EF4-FFF2-40B4-BE49-F238E27FC236}">
                      <a16:creationId xmlns:a16="http://schemas.microsoft.com/office/drawing/2014/main" id="{E75E3A38-B603-8C0B-E269-41A963668331}"/>
                    </a:ext>
                  </a:extLst>
                </p:cNvPr>
                <p:cNvSpPr/>
                <p:nvPr/>
              </p:nvSpPr>
              <p:spPr>
                <a:xfrm>
                  <a:off x="4705925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8" name="pg3538">
                  <a:extLst>
                    <a:ext uri="{FF2B5EF4-FFF2-40B4-BE49-F238E27FC236}">
                      <a16:creationId xmlns:a16="http://schemas.microsoft.com/office/drawing/2014/main" id="{EFD0B38E-DEB0-1A6B-204B-EE966E3F58D9}"/>
                    </a:ext>
                  </a:extLst>
                </p:cNvPr>
                <p:cNvSpPr/>
                <p:nvPr/>
              </p:nvSpPr>
              <p:spPr>
                <a:xfrm>
                  <a:off x="4717563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9" name="pg3539">
                  <a:extLst>
                    <a:ext uri="{FF2B5EF4-FFF2-40B4-BE49-F238E27FC236}">
                      <a16:creationId xmlns:a16="http://schemas.microsoft.com/office/drawing/2014/main" id="{D044E685-306C-68D1-BB64-5E2020F7C0E6}"/>
                    </a:ext>
                  </a:extLst>
                </p:cNvPr>
                <p:cNvSpPr/>
                <p:nvPr/>
              </p:nvSpPr>
              <p:spPr>
                <a:xfrm>
                  <a:off x="4729200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0" name="pg3540">
                  <a:extLst>
                    <a:ext uri="{FF2B5EF4-FFF2-40B4-BE49-F238E27FC236}">
                      <a16:creationId xmlns:a16="http://schemas.microsoft.com/office/drawing/2014/main" id="{48ADC7F5-E392-4A4A-D6A4-33829D9CDE59}"/>
                    </a:ext>
                  </a:extLst>
                </p:cNvPr>
                <p:cNvSpPr/>
                <p:nvPr/>
              </p:nvSpPr>
              <p:spPr>
                <a:xfrm>
                  <a:off x="4740837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1" name="pg3541">
                  <a:extLst>
                    <a:ext uri="{FF2B5EF4-FFF2-40B4-BE49-F238E27FC236}">
                      <a16:creationId xmlns:a16="http://schemas.microsoft.com/office/drawing/2014/main" id="{5A0450D0-1A04-EEC1-BEFD-BA253A693115}"/>
                    </a:ext>
                  </a:extLst>
                </p:cNvPr>
                <p:cNvSpPr/>
                <p:nvPr/>
              </p:nvSpPr>
              <p:spPr>
                <a:xfrm>
                  <a:off x="2843953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2" name="pg3542">
                  <a:extLst>
                    <a:ext uri="{FF2B5EF4-FFF2-40B4-BE49-F238E27FC236}">
                      <a16:creationId xmlns:a16="http://schemas.microsoft.com/office/drawing/2014/main" id="{AE5C9852-EB2D-0710-69B9-98D2BADC1A78}"/>
                    </a:ext>
                  </a:extLst>
                </p:cNvPr>
                <p:cNvSpPr/>
                <p:nvPr/>
              </p:nvSpPr>
              <p:spPr>
                <a:xfrm>
                  <a:off x="2855590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3" name="pg3543">
                  <a:extLst>
                    <a:ext uri="{FF2B5EF4-FFF2-40B4-BE49-F238E27FC236}">
                      <a16:creationId xmlns:a16="http://schemas.microsoft.com/office/drawing/2014/main" id="{6638B9E8-AACC-CD09-E31F-894A433DA8BF}"/>
                    </a:ext>
                  </a:extLst>
                </p:cNvPr>
                <p:cNvSpPr/>
                <p:nvPr/>
              </p:nvSpPr>
              <p:spPr>
                <a:xfrm>
                  <a:off x="2867227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4" name="pg3544">
                  <a:extLst>
                    <a:ext uri="{FF2B5EF4-FFF2-40B4-BE49-F238E27FC236}">
                      <a16:creationId xmlns:a16="http://schemas.microsoft.com/office/drawing/2014/main" id="{FD7FF4BA-2B27-74D8-E4B6-9B63525A232F}"/>
                    </a:ext>
                  </a:extLst>
                </p:cNvPr>
                <p:cNvSpPr/>
                <p:nvPr/>
              </p:nvSpPr>
              <p:spPr>
                <a:xfrm>
                  <a:off x="2878865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5" name="pg3545">
                  <a:extLst>
                    <a:ext uri="{FF2B5EF4-FFF2-40B4-BE49-F238E27FC236}">
                      <a16:creationId xmlns:a16="http://schemas.microsoft.com/office/drawing/2014/main" id="{1BA9758A-36EE-1026-C761-8B896AA419E5}"/>
                    </a:ext>
                  </a:extLst>
                </p:cNvPr>
                <p:cNvSpPr/>
                <p:nvPr/>
              </p:nvSpPr>
              <p:spPr>
                <a:xfrm>
                  <a:off x="2890502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6" name="pg3546">
                  <a:extLst>
                    <a:ext uri="{FF2B5EF4-FFF2-40B4-BE49-F238E27FC236}">
                      <a16:creationId xmlns:a16="http://schemas.microsoft.com/office/drawing/2014/main" id="{A13213A1-2FF8-057D-3BC2-6A5B6A4E4EEC}"/>
                    </a:ext>
                  </a:extLst>
                </p:cNvPr>
                <p:cNvSpPr/>
                <p:nvPr/>
              </p:nvSpPr>
              <p:spPr>
                <a:xfrm>
                  <a:off x="4461542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7" name="pg3547">
                  <a:extLst>
                    <a:ext uri="{FF2B5EF4-FFF2-40B4-BE49-F238E27FC236}">
                      <a16:creationId xmlns:a16="http://schemas.microsoft.com/office/drawing/2014/main" id="{32461812-B291-43CD-AE62-7F769F9FB8AB}"/>
                    </a:ext>
                  </a:extLst>
                </p:cNvPr>
                <p:cNvSpPr/>
                <p:nvPr/>
              </p:nvSpPr>
              <p:spPr>
                <a:xfrm>
                  <a:off x="4473179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8" name="pg3548">
                  <a:extLst>
                    <a:ext uri="{FF2B5EF4-FFF2-40B4-BE49-F238E27FC236}">
                      <a16:creationId xmlns:a16="http://schemas.microsoft.com/office/drawing/2014/main" id="{71358CCC-6A93-68AE-4B8F-750882725D5E}"/>
                    </a:ext>
                  </a:extLst>
                </p:cNvPr>
                <p:cNvSpPr/>
                <p:nvPr/>
              </p:nvSpPr>
              <p:spPr>
                <a:xfrm>
                  <a:off x="4484816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9" name="pg3549">
                  <a:extLst>
                    <a:ext uri="{FF2B5EF4-FFF2-40B4-BE49-F238E27FC236}">
                      <a16:creationId xmlns:a16="http://schemas.microsoft.com/office/drawing/2014/main" id="{094AF6D6-3A9B-C237-8FFA-2E65F2DA32A2}"/>
                    </a:ext>
                  </a:extLst>
                </p:cNvPr>
                <p:cNvSpPr/>
                <p:nvPr/>
              </p:nvSpPr>
              <p:spPr>
                <a:xfrm>
                  <a:off x="4496454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0" name="pg3550">
                  <a:extLst>
                    <a:ext uri="{FF2B5EF4-FFF2-40B4-BE49-F238E27FC236}">
                      <a16:creationId xmlns:a16="http://schemas.microsoft.com/office/drawing/2014/main" id="{A2251A47-9062-EEBC-8CEB-6D4BD97901AF}"/>
                    </a:ext>
                  </a:extLst>
                </p:cNvPr>
                <p:cNvSpPr/>
                <p:nvPr/>
              </p:nvSpPr>
              <p:spPr>
                <a:xfrm>
                  <a:off x="4508091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1" name="pg3551">
                  <a:extLst>
                    <a:ext uri="{FF2B5EF4-FFF2-40B4-BE49-F238E27FC236}">
                      <a16:creationId xmlns:a16="http://schemas.microsoft.com/office/drawing/2014/main" id="{6823E9A9-5F8F-EE6C-6686-22598C268780}"/>
                    </a:ext>
                  </a:extLst>
                </p:cNvPr>
                <p:cNvSpPr/>
                <p:nvPr/>
              </p:nvSpPr>
              <p:spPr>
                <a:xfrm>
                  <a:off x="4519728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2" name="pg3552">
                  <a:extLst>
                    <a:ext uri="{FF2B5EF4-FFF2-40B4-BE49-F238E27FC236}">
                      <a16:creationId xmlns:a16="http://schemas.microsoft.com/office/drawing/2014/main" id="{ADDE8E40-D887-7921-B09F-B0F6BD94C68C}"/>
                    </a:ext>
                  </a:extLst>
                </p:cNvPr>
                <p:cNvSpPr/>
                <p:nvPr/>
              </p:nvSpPr>
              <p:spPr>
                <a:xfrm>
                  <a:off x="4531366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3" name="pg3553">
                  <a:extLst>
                    <a:ext uri="{FF2B5EF4-FFF2-40B4-BE49-F238E27FC236}">
                      <a16:creationId xmlns:a16="http://schemas.microsoft.com/office/drawing/2014/main" id="{FE28B8CF-6B44-D0BD-AAC6-3DEB44866313}"/>
                    </a:ext>
                  </a:extLst>
                </p:cNvPr>
                <p:cNvSpPr/>
                <p:nvPr/>
              </p:nvSpPr>
              <p:spPr>
                <a:xfrm>
                  <a:off x="4543003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4" name="pg3554">
                  <a:extLst>
                    <a:ext uri="{FF2B5EF4-FFF2-40B4-BE49-F238E27FC236}">
                      <a16:creationId xmlns:a16="http://schemas.microsoft.com/office/drawing/2014/main" id="{FD8A4E27-A147-C27F-2DB1-0D4C7237C198}"/>
                    </a:ext>
                  </a:extLst>
                </p:cNvPr>
                <p:cNvSpPr/>
                <p:nvPr/>
              </p:nvSpPr>
              <p:spPr>
                <a:xfrm>
                  <a:off x="4694288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5" name="pg3555">
                  <a:extLst>
                    <a:ext uri="{FF2B5EF4-FFF2-40B4-BE49-F238E27FC236}">
                      <a16:creationId xmlns:a16="http://schemas.microsoft.com/office/drawing/2014/main" id="{7D932A4A-73D5-8643-4A04-FB8057CDFF32}"/>
                    </a:ext>
                  </a:extLst>
                </p:cNvPr>
                <p:cNvSpPr/>
                <p:nvPr/>
              </p:nvSpPr>
              <p:spPr>
                <a:xfrm>
                  <a:off x="4705925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6" name="pg3556">
                  <a:extLst>
                    <a:ext uri="{FF2B5EF4-FFF2-40B4-BE49-F238E27FC236}">
                      <a16:creationId xmlns:a16="http://schemas.microsoft.com/office/drawing/2014/main" id="{DADAEFF5-C826-EE6C-9687-D2EF08BC1A66}"/>
                    </a:ext>
                  </a:extLst>
                </p:cNvPr>
                <p:cNvSpPr/>
                <p:nvPr/>
              </p:nvSpPr>
              <p:spPr>
                <a:xfrm>
                  <a:off x="4717563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7" name="pg3557">
                  <a:extLst>
                    <a:ext uri="{FF2B5EF4-FFF2-40B4-BE49-F238E27FC236}">
                      <a16:creationId xmlns:a16="http://schemas.microsoft.com/office/drawing/2014/main" id="{6598597A-0189-926B-EA40-AC1753640E17}"/>
                    </a:ext>
                  </a:extLst>
                </p:cNvPr>
                <p:cNvSpPr/>
                <p:nvPr/>
              </p:nvSpPr>
              <p:spPr>
                <a:xfrm>
                  <a:off x="4729200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8" name="pg3558">
                  <a:extLst>
                    <a:ext uri="{FF2B5EF4-FFF2-40B4-BE49-F238E27FC236}">
                      <a16:creationId xmlns:a16="http://schemas.microsoft.com/office/drawing/2014/main" id="{45A60E4D-9821-27DA-4A13-0EE49D3AFA2E}"/>
                    </a:ext>
                  </a:extLst>
                </p:cNvPr>
                <p:cNvSpPr/>
                <p:nvPr/>
              </p:nvSpPr>
              <p:spPr>
                <a:xfrm>
                  <a:off x="4740837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9" name="pg3559">
                  <a:extLst>
                    <a:ext uri="{FF2B5EF4-FFF2-40B4-BE49-F238E27FC236}">
                      <a16:creationId xmlns:a16="http://schemas.microsoft.com/office/drawing/2014/main" id="{8CE6066E-BD50-41F1-3E1B-6B4A362D2797}"/>
                    </a:ext>
                  </a:extLst>
                </p:cNvPr>
                <p:cNvSpPr/>
                <p:nvPr/>
              </p:nvSpPr>
              <p:spPr>
                <a:xfrm>
                  <a:off x="2855590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0" name="pg3560">
                  <a:extLst>
                    <a:ext uri="{FF2B5EF4-FFF2-40B4-BE49-F238E27FC236}">
                      <a16:creationId xmlns:a16="http://schemas.microsoft.com/office/drawing/2014/main" id="{90F5A059-69EC-F48E-8BED-E33E0BBFEF6A}"/>
                    </a:ext>
                  </a:extLst>
                </p:cNvPr>
                <p:cNvSpPr/>
                <p:nvPr/>
              </p:nvSpPr>
              <p:spPr>
                <a:xfrm>
                  <a:off x="2867227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1" name="pg3561">
                  <a:extLst>
                    <a:ext uri="{FF2B5EF4-FFF2-40B4-BE49-F238E27FC236}">
                      <a16:creationId xmlns:a16="http://schemas.microsoft.com/office/drawing/2014/main" id="{DC739697-D23B-2849-6EA3-BC7775C41A78}"/>
                    </a:ext>
                  </a:extLst>
                </p:cNvPr>
                <p:cNvSpPr/>
                <p:nvPr/>
              </p:nvSpPr>
              <p:spPr>
                <a:xfrm>
                  <a:off x="2878865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2" name="pg3562">
                  <a:extLst>
                    <a:ext uri="{FF2B5EF4-FFF2-40B4-BE49-F238E27FC236}">
                      <a16:creationId xmlns:a16="http://schemas.microsoft.com/office/drawing/2014/main" id="{00B922B1-0267-D506-549A-92BD3C921634}"/>
                    </a:ext>
                  </a:extLst>
                </p:cNvPr>
                <p:cNvSpPr/>
                <p:nvPr/>
              </p:nvSpPr>
              <p:spPr>
                <a:xfrm>
                  <a:off x="2890502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3" name="pg3563">
                  <a:extLst>
                    <a:ext uri="{FF2B5EF4-FFF2-40B4-BE49-F238E27FC236}">
                      <a16:creationId xmlns:a16="http://schemas.microsoft.com/office/drawing/2014/main" id="{D4B6D8C5-A51E-3F40-065A-E5DE4AD4433B}"/>
                    </a:ext>
                  </a:extLst>
                </p:cNvPr>
                <p:cNvSpPr/>
                <p:nvPr/>
              </p:nvSpPr>
              <p:spPr>
                <a:xfrm>
                  <a:off x="4473179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4" name="pg3564">
                  <a:extLst>
                    <a:ext uri="{FF2B5EF4-FFF2-40B4-BE49-F238E27FC236}">
                      <a16:creationId xmlns:a16="http://schemas.microsoft.com/office/drawing/2014/main" id="{6CB81F9A-4051-9F78-80BA-F8847C0FB065}"/>
                    </a:ext>
                  </a:extLst>
                </p:cNvPr>
                <p:cNvSpPr/>
                <p:nvPr/>
              </p:nvSpPr>
              <p:spPr>
                <a:xfrm>
                  <a:off x="4484816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5" name="pg3565">
                  <a:extLst>
                    <a:ext uri="{FF2B5EF4-FFF2-40B4-BE49-F238E27FC236}">
                      <a16:creationId xmlns:a16="http://schemas.microsoft.com/office/drawing/2014/main" id="{1A6B3B6A-914C-2E84-2C9E-5378A9998BC6}"/>
                    </a:ext>
                  </a:extLst>
                </p:cNvPr>
                <p:cNvSpPr/>
                <p:nvPr/>
              </p:nvSpPr>
              <p:spPr>
                <a:xfrm>
                  <a:off x="4496454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6" name="pg3566">
                  <a:extLst>
                    <a:ext uri="{FF2B5EF4-FFF2-40B4-BE49-F238E27FC236}">
                      <a16:creationId xmlns:a16="http://schemas.microsoft.com/office/drawing/2014/main" id="{8F7CDA77-CAC1-C561-6976-051FEB5705BC}"/>
                    </a:ext>
                  </a:extLst>
                </p:cNvPr>
                <p:cNvSpPr/>
                <p:nvPr/>
              </p:nvSpPr>
              <p:spPr>
                <a:xfrm>
                  <a:off x="4508091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7" name="pg3567">
                  <a:extLst>
                    <a:ext uri="{FF2B5EF4-FFF2-40B4-BE49-F238E27FC236}">
                      <a16:creationId xmlns:a16="http://schemas.microsoft.com/office/drawing/2014/main" id="{2226FA74-CB03-E3D4-A2E6-62881D0F4A4F}"/>
                    </a:ext>
                  </a:extLst>
                </p:cNvPr>
                <p:cNvSpPr/>
                <p:nvPr/>
              </p:nvSpPr>
              <p:spPr>
                <a:xfrm>
                  <a:off x="4519728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8" name="pg3568">
                  <a:extLst>
                    <a:ext uri="{FF2B5EF4-FFF2-40B4-BE49-F238E27FC236}">
                      <a16:creationId xmlns:a16="http://schemas.microsoft.com/office/drawing/2014/main" id="{81FE75AA-F0B2-08C7-1546-71F3FD4AB35D}"/>
                    </a:ext>
                  </a:extLst>
                </p:cNvPr>
                <p:cNvSpPr/>
                <p:nvPr/>
              </p:nvSpPr>
              <p:spPr>
                <a:xfrm>
                  <a:off x="4531366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9" name="pg3569">
                  <a:extLst>
                    <a:ext uri="{FF2B5EF4-FFF2-40B4-BE49-F238E27FC236}">
                      <a16:creationId xmlns:a16="http://schemas.microsoft.com/office/drawing/2014/main" id="{384DB22A-E2D3-8CE7-D2EF-5BA4493AF66A}"/>
                    </a:ext>
                  </a:extLst>
                </p:cNvPr>
                <p:cNvSpPr/>
                <p:nvPr/>
              </p:nvSpPr>
              <p:spPr>
                <a:xfrm>
                  <a:off x="4543003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0" name="pg3570">
                  <a:extLst>
                    <a:ext uri="{FF2B5EF4-FFF2-40B4-BE49-F238E27FC236}">
                      <a16:creationId xmlns:a16="http://schemas.microsoft.com/office/drawing/2014/main" id="{140D31AC-9185-4F99-1F12-DD4D21BE9F7D}"/>
                    </a:ext>
                  </a:extLst>
                </p:cNvPr>
                <p:cNvSpPr/>
                <p:nvPr/>
              </p:nvSpPr>
              <p:spPr>
                <a:xfrm>
                  <a:off x="4554640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1" name="pg3571">
                  <a:extLst>
                    <a:ext uri="{FF2B5EF4-FFF2-40B4-BE49-F238E27FC236}">
                      <a16:creationId xmlns:a16="http://schemas.microsoft.com/office/drawing/2014/main" id="{5A467CDB-9184-E84D-9CE8-463C18EEA327}"/>
                    </a:ext>
                  </a:extLst>
                </p:cNvPr>
                <p:cNvSpPr/>
                <p:nvPr/>
              </p:nvSpPr>
              <p:spPr>
                <a:xfrm>
                  <a:off x="4694288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2" name="pg3572">
                  <a:extLst>
                    <a:ext uri="{FF2B5EF4-FFF2-40B4-BE49-F238E27FC236}">
                      <a16:creationId xmlns:a16="http://schemas.microsoft.com/office/drawing/2014/main" id="{26DE107A-5590-B7DE-1D0A-3370EBA41883}"/>
                    </a:ext>
                  </a:extLst>
                </p:cNvPr>
                <p:cNvSpPr/>
                <p:nvPr/>
              </p:nvSpPr>
              <p:spPr>
                <a:xfrm>
                  <a:off x="4705925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3" name="pg3573">
                  <a:extLst>
                    <a:ext uri="{FF2B5EF4-FFF2-40B4-BE49-F238E27FC236}">
                      <a16:creationId xmlns:a16="http://schemas.microsoft.com/office/drawing/2014/main" id="{4173BC23-7718-3693-7577-7A5850D81589}"/>
                    </a:ext>
                  </a:extLst>
                </p:cNvPr>
                <p:cNvSpPr/>
                <p:nvPr/>
              </p:nvSpPr>
              <p:spPr>
                <a:xfrm>
                  <a:off x="4717563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4" name="pg3574">
                  <a:extLst>
                    <a:ext uri="{FF2B5EF4-FFF2-40B4-BE49-F238E27FC236}">
                      <a16:creationId xmlns:a16="http://schemas.microsoft.com/office/drawing/2014/main" id="{B84C2184-2789-8EB7-EAC5-0E7A0AEDC69B}"/>
                    </a:ext>
                  </a:extLst>
                </p:cNvPr>
                <p:cNvSpPr/>
                <p:nvPr/>
              </p:nvSpPr>
              <p:spPr>
                <a:xfrm>
                  <a:off x="4729200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5" name="pg3575">
                  <a:extLst>
                    <a:ext uri="{FF2B5EF4-FFF2-40B4-BE49-F238E27FC236}">
                      <a16:creationId xmlns:a16="http://schemas.microsoft.com/office/drawing/2014/main" id="{E8A61380-8CC4-6214-7DEB-A3F8810F7DF6}"/>
                    </a:ext>
                  </a:extLst>
                </p:cNvPr>
                <p:cNvSpPr/>
                <p:nvPr/>
              </p:nvSpPr>
              <p:spPr>
                <a:xfrm>
                  <a:off x="4740837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6" name="pg3576">
                  <a:extLst>
                    <a:ext uri="{FF2B5EF4-FFF2-40B4-BE49-F238E27FC236}">
                      <a16:creationId xmlns:a16="http://schemas.microsoft.com/office/drawing/2014/main" id="{C9BC653E-CDBB-4133-DDFA-C561A354D442}"/>
                    </a:ext>
                  </a:extLst>
                </p:cNvPr>
                <p:cNvSpPr/>
                <p:nvPr/>
              </p:nvSpPr>
              <p:spPr>
                <a:xfrm>
                  <a:off x="2855590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7" name="pg3577">
                  <a:extLst>
                    <a:ext uri="{FF2B5EF4-FFF2-40B4-BE49-F238E27FC236}">
                      <a16:creationId xmlns:a16="http://schemas.microsoft.com/office/drawing/2014/main" id="{6805CA08-690E-6B25-A5E2-B1F43F849AAA}"/>
                    </a:ext>
                  </a:extLst>
                </p:cNvPr>
                <p:cNvSpPr/>
                <p:nvPr/>
              </p:nvSpPr>
              <p:spPr>
                <a:xfrm>
                  <a:off x="2867227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8" name="pg3578">
                  <a:extLst>
                    <a:ext uri="{FF2B5EF4-FFF2-40B4-BE49-F238E27FC236}">
                      <a16:creationId xmlns:a16="http://schemas.microsoft.com/office/drawing/2014/main" id="{BCF94729-DA57-D306-16E8-B193B643FCA1}"/>
                    </a:ext>
                  </a:extLst>
                </p:cNvPr>
                <p:cNvSpPr/>
                <p:nvPr/>
              </p:nvSpPr>
              <p:spPr>
                <a:xfrm>
                  <a:off x="2878865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9" name="pg3579">
                  <a:extLst>
                    <a:ext uri="{FF2B5EF4-FFF2-40B4-BE49-F238E27FC236}">
                      <a16:creationId xmlns:a16="http://schemas.microsoft.com/office/drawing/2014/main" id="{0A1CA23E-CA78-E753-60FE-06F97121F78B}"/>
                    </a:ext>
                  </a:extLst>
                </p:cNvPr>
                <p:cNvSpPr/>
                <p:nvPr/>
              </p:nvSpPr>
              <p:spPr>
                <a:xfrm>
                  <a:off x="2890502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0" name="pg3580">
                  <a:extLst>
                    <a:ext uri="{FF2B5EF4-FFF2-40B4-BE49-F238E27FC236}">
                      <a16:creationId xmlns:a16="http://schemas.microsoft.com/office/drawing/2014/main" id="{EE9D4B21-43B1-6690-6E2E-8AAC9F035076}"/>
                    </a:ext>
                  </a:extLst>
                </p:cNvPr>
                <p:cNvSpPr/>
                <p:nvPr/>
              </p:nvSpPr>
              <p:spPr>
                <a:xfrm>
                  <a:off x="4484816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1" name="pg3581">
                  <a:extLst>
                    <a:ext uri="{FF2B5EF4-FFF2-40B4-BE49-F238E27FC236}">
                      <a16:creationId xmlns:a16="http://schemas.microsoft.com/office/drawing/2014/main" id="{0976E9FF-E858-1595-9EE0-C246A66A681D}"/>
                    </a:ext>
                  </a:extLst>
                </p:cNvPr>
                <p:cNvSpPr/>
                <p:nvPr/>
              </p:nvSpPr>
              <p:spPr>
                <a:xfrm>
                  <a:off x="4496454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2" name="pg3582">
                  <a:extLst>
                    <a:ext uri="{FF2B5EF4-FFF2-40B4-BE49-F238E27FC236}">
                      <a16:creationId xmlns:a16="http://schemas.microsoft.com/office/drawing/2014/main" id="{6ED952D6-E2B8-1AE5-9409-61A15BC564E8}"/>
                    </a:ext>
                  </a:extLst>
                </p:cNvPr>
                <p:cNvSpPr/>
                <p:nvPr/>
              </p:nvSpPr>
              <p:spPr>
                <a:xfrm>
                  <a:off x="4508091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3" name="pg3583">
                  <a:extLst>
                    <a:ext uri="{FF2B5EF4-FFF2-40B4-BE49-F238E27FC236}">
                      <a16:creationId xmlns:a16="http://schemas.microsoft.com/office/drawing/2014/main" id="{ED820AFB-C6DB-2B93-75FF-1F38A622141A}"/>
                    </a:ext>
                  </a:extLst>
                </p:cNvPr>
                <p:cNvSpPr/>
                <p:nvPr/>
              </p:nvSpPr>
              <p:spPr>
                <a:xfrm>
                  <a:off x="4519728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4" name="pg3584">
                  <a:extLst>
                    <a:ext uri="{FF2B5EF4-FFF2-40B4-BE49-F238E27FC236}">
                      <a16:creationId xmlns:a16="http://schemas.microsoft.com/office/drawing/2014/main" id="{C0445895-76DF-D5A8-D375-FC3ACEEDC6D8}"/>
                    </a:ext>
                  </a:extLst>
                </p:cNvPr>
                <p:cNvSpPr/>
                <p:nvPr/>
              </p:nvSpPr>
              <p:spPr>
                <a:xfrm>
                  <a:off x="4531366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5" name="pg3585">
                  <a:extLst>
                    <a:ext uri="{FF2B5EF4-FFF2-40B4-BE49-F238E27FC236}">
                      <a16:creationId xmlns:a16="http://schemas.microsoft.com/office/drawing/2014/main" id="{46310B00-8EE6-02FD-53A0-83229C290A03}"/>
                    </a:ext>
                  </a:extLst>
                </p:cNvPr>
                <p:cNvSpPr/>
                <p:nvPr/>
              </p:nvSpPr>
              <p:spPr>
                <a:xfrm>
                  <a:off x="4543003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6" name="pg3586">
                  <a:extLst>
                    <a:ext uri="{FF2B5EF4-FFF2-40B4-BE49-F238E27FC236}">
                      <a16:creationId xmlns:a16="http://schemas.microsoft.com/office/drawing/2014/main" id="{1ACA9DFF-BDB2-76E5-D2A3-8B0A21A32191}"/>
                    </a:ext>
                  </a:extLst>
                </p:cNvPr>
                <p:cNvSpPr/>
                <p:nvPr/>
              </p:nvSpPr>
              <p:spPr>
                <a:xfrm>
                  <a:off x="4694288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7" name="pg3587">
                  <a:extLst>
                    <a:ext uri="{FF2B5EF4-FFF2-40B4-BE49-F238E27FC236}">
                      <a16:creationId xmlns:a16="http://schemas.microsoft.com/office/drawing/2014/main" id="{40340431-253D-734F-CA33-8074C6A8B5B5}"/>
                    </a:ext>
                  </a:extLst>
                </p:cNvPr>
                <p:cNvSpPr/>
                <p:nvPr/>
              </p:nvSpPr>
              <p:spPr>
                <a:xfrm>
                  <a:off x="4705925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8" name="pg3588">
                  <a:extLst>
                    <a:ext uri="{FF2B5EF4-FFF2-40B4-BE49-F238E27FC236}">
                      <a16:creationId xmlns:a16="http://schemas.microsoft.com/office/drawing/2014/main" id="{08EE83F9-5985-059E-0F87-FA119F42F93B}"/>
                    </a:ext>
                  </a:extLst>
                </p:cNvPr>
                <p:cNvSpPr/>
                <p:nvPr/>
              </p:nvSpPr>
              <p:spPr>
                <a:xfrm>
                  <a:off x="4717563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9" name="pg3589">
                  <a:extLst>
                    <a:ext uri="{FF2B5EF4-FFF2-40B4-BE49-F238E27FC236}">
                      <a16:creationId xmlns:a16="http://schemas.microsoft.com/office/drawing/2014/main" id="{06A3A964-8FD7-C169-766D-40C712D39D39}"/>
                    </a:ext>
                  </a:extLst>
                </p:cNvPr>
                <p:cNvSpPr/>
                <p:nvPr/>
              </p:nvSpPr>
              <p:spPr>
                <a:xfrm>
                  <a:off x="4729200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0" name="pg3590">
                  <a:extLst>
                    <a:ext uri="{FF2B5EF4-FFF2-40B4-BE49-F238E27FC236}">
                      <a16:creationId xmlns:a16="http://schemas.microsoft.com/office/drawing/2014/main" id="{6ECEDE7C-342B-B8DB-0BB8-655A1E5896A2}"/>
                    </a:ext>
                  </a:extLst>
                </p:cNvPr>
                <p:cNvSpPr/>
                <p:nvPr/>
              </p:nvSpPr>
              <p:spPr>
                <a:xfrm>
                  <a:off x="4740837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1" name="pg3591">
                  <a:extLst>
                    <a:ext uri="{FF2B5EF4-FFF2-40B4-BE49-F238E27FC236}">
                      <a16:creationId xmlns:a16="http://schemas.microsoft.com/office/drawing/2014/main" id="{3DCD20CB-2B9E-153A-07F9-9B6D906E9F8D}"/>
                    </a:ext>
                  </a:extLst>
                </p:cNvPr>
                <p:cNvSpPr/>
                <p:nvPr/>
              </p:nvSpPr>
              <p:spPr>
                <a:xfrm>
                  <a:off x="2855590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2" name="pg3592">
                  <a:extLst>
                    <a:ext uri="{FF2B5EF4-FFF2-40B4-BE49-F238E27FC236}">
                      <a16:creationId xmlns:a16="http://schemas.microsoft.com/office/drawing/2014/main" id="{611A119F-F53B-E4DB-51E8-AD147065A474}"/>
                    </a:ext>
                  </a:extLst>
                </p:cNvPr>
                <p:cNvSpPr/>
                <p:nvPr/>
              </p:nvSpPr>
              <p:spPr>
                <a:xfrm>
                  <a:off x="2867227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3" name="pg3593">
                  <a:extLst>
                    <a:ext uri="{FF2B5EF4-FFF2-40B4-BE49-F238E27FC236}">
                      <a16:creationId xmlns:a16="http://schemas.microsoft.com/office/drawing/2014/main" id="{F186A1FA-4747-C54F-0F96-CF74F10E879A}"/>
                    </a:ext>
                  </a:extLst>
                </p:cNvPr>
                <p:cNvSpPr/>
                <p:nvPr/>
              </p:nvSpPr>
              <p:spPr>
                <a:xfrm>
                  <a:off x="2878865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4" name="pg3594">
                  <a:extLst>
                    <a:ext uri="{FF2B5EF4-FFF2-40B4-BE49-F238E27FC236}">
                      <a16:creationId xmlns:a16="http://schemas.microsoft.com/office/drawing/2014/main" id="{B19A395C-B4B0-0729-BD4D-327538BC0B15}"/>
                    </a:ext>
                  </a:extLst>
                </p:cNvPr>
                <p:cNvSpPr/>
                <p:nvPr/>
              </p:nvSpPr>
              <p:spPr>
                <a:xfrm>
                  <a:off x="2890502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5" name="pg3595">
                  <a:extLst>
                    <a:ext uri="{FF2B5EF4-FFF2-40B4-BE49-F238E27FC236}">
                      <a16:creationId xmlns:a16="http://schemas.microsoft.com/office/drawing/2014/main" id="{1C17C456-2C72-92C3-E3A1-3A2CD3915947}"/>
                    </a:ext>
                  </a:extLst>
                </p:cNvPr>
                <p:cNvSpPr/>
                <p:nvPr/>
              </p:nvSpPr>
              <p:spPr>
                <a:xfrm>
                  <a:off x="2902139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6" name="pg3596">
                  <a:extLst>
                    <a:ext uri="{FF2B5EF4-FFF2-40B4-BE49-F238E27FC236}">
                      <a16:creationId xmlns:a16="http://schemas.microsoft.com/office/drawing/2014/main" id="{FB5E274B-8C72-2078-4A07-88FA35846193}"/>
                    </a:ext>
                  </a:extLst>
                </p:cNvPr>
                <p:cNvSpPr/>
                <p:nvPr/>
              </p:nvSpPr>
              <p:spPr>
                <a:xfrm>
                  <a:off x="4484816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7" name="pg3597">
                  <a:extLst>
                    <a:ext uri="{FF2B5EF4-FFF2-40B4-BE49-F238E27FC236}">
                      <a16:creationId xmlns:a16="http://schemas.microsoft.com/office/drawing/2014/main" id="{1EC26903-FA70-5A8C-F779-418A3CF74C71}"/>
                    </a:ext>
                  </a:extLst>
                </p:cNvPr>
                <p:cNvSpPr/>
                <p:nvPr/>
              </p:nvSpPr>
              <p:spPr>
                <a:xfrm>
                  <a:off x="4496454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8" name="pg3598">
                  <a:extLst>
                    <a:ext uri="{FF2B5EF4-FFF2-40B4-BE49-F238E27FC236}">
                      <a16:creationId xmlns:a16="http://schemas.microsoft.com/office/drawing/2014/main" id="{D5520B43-0BBE-91DB-71D7-3A2F97A52160}"/>
                    </a:ext>
                  </a:extLst>
                </p:cNvPr>
                <p:cNvSpPr/>
                <p:nvPr/>
              </p:nvSpPr>
              <p:spPr>
                <a:xfrm>
                  <a:off x="4508091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9" name="pg3599">
                  <a:extLst>
                    <a:ext uri="{FF2B5EF4-FFF2-40B4-BE49-F238E27FC236}">
                      <a16:creationId xmlns:a16="http://schemas.microsoft.com/office/drawing/2014/main" id="{4C5A5E0C-14C4-BD6D-1619-9C5C388D564C}"/>
                    </a:ext>
                  </a:extLst>
                </p:cNvPr>
                <p:cNvSpPr/>
                <p:nvPr/>
              </p:nvSpPr>
              <p:spPr>
                <a:xfrm>
                  <a:off x="4519728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0" name="pg3600">
                  <a:extLst>
                    <a:ext uri="{FF2B5EF4-FFF2-40B4-BE49-F238E27FC236}">
                      <a16:creationId xmlns:a16="http://schemas.microsoft.com/office/drawing/2014/main" id="{99F0FA9B-3966-F712-B8D2-D976867353FC}"/>
                    </a:ext>
                  </a:extLst>
                </p:cNvPr>
                <p:cNvSpPr/>
                <p:nvPr/>
              </p:nvSpPr>
              <p:spPr>
                <a:xfrm>
                  <a:off x="4531366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1" name="pg3601">
                  <a:extLst>
                    <a:ext uri="{FF2B5EF4-FFF2-40B4-BE49-F238E27FC236}">
                      <a16:creationId xmlns:a16="http://schemas.microsoft.com/office/drawing/2014/main" id="{B5E3B804-8406-97D1-F0B6-1B62486103F1}"/>
                    </a:ext>
                  </a:extLst>
                </p:cNvPr>
                <p:cNvSpPr/>
                <p:nvPr/>
              </p:nvSpPr>
              <p:spPr>
                <a:xfrm>
                  <a:off x="4543003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2" name="pg3602">
                  <a:extLst>
                    <a:ext uri="{FF2B5EF4-FFF2-40B4-BE49-F238E27FC236}">
                      <a16:creationId xmlns:a16="http://schemas.microsoft.com/office/drawing/2014/main" id="{CCA01CE1-AD16-E9BE-2C78-172D4112B27C}"/>
                    </a:ext>
                  </a:extLst>
                </p:cNvPr>
                <p:cNvSpPr/>
                <p:nvPr/>
              </p:nvSpPr>
              <p:spPr>
                <a:xfrm>
                  <a:off x="4694288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3" name="pg3603">
                  <a:extLst>
                    <a:ext uri="{FF2B5EF4-FFF2-40B4-BE49-F238E27FC236}">
                      <a16:creationId xmlns:a16="http://schemas.microsoft.com/office/drawing/2014/main" id="{78C057D8-C95A-2F88-B709-1BD566480898}"/>
                    </a:ext>
                  </a:extLst>
                </p:cNvPr>
                <p:cNvSpPr/>
                <p:nvPr/>
              </p:nvSpPr>
              <p:spPr>
                <a:xfrm>
                  <a:off x="4705925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4" name="pg3604">
                  <a:extLst>
                    <a:ext uri="{FF2B5EF4-FFF2-40B4-BE49-F238E27FC236}">
                      <a16:creationId xmlns:a16="http://schemas.microsoft.com/office/drawing/2014/main" id="{FA1F0DD9-3BF4-5A87-57C4-A347AD0D7ACF}"/>
                    </a:ext>
                  </a:extLst>
                </p:cNvPr>
                <p:cNvSpPr/>
                <p:nvPr/>
              </p:nvSpPr>
              <p:spPr>
                <a:xfrm>
                  <a:off x="4717563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5" name="pg3605">
                  <a:extLst>
                    <a:ext uri="{FF2B5EF4-FFF2-40B4-BE49-F238E27FC236}">
                      <a16:creationId xmlns:a16="http://schemas.microsoft.com/office/drawing/2014/main" id="{BBDE93FB-E49E-6CB7-D76D-4212106FDE94}"/>
                    </a:ext>
                  </a:extLst>
                </p:cNvPr>
                <p:cNvSpPr/>
                <p:nvPr/>
              </p:nvSpPr>
              <p:spPr>
                <a:xfrm>
                  <a:off x="4729200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6" name="pg3606">
                  <a:extLst>
                    <a:ext uri="{FF2B5EF4-FFF2-40B4-BE49-F238E27FC236}">
                      <a16:creationId xmlns:a16="http://schemas.microsoft.com/office/drawing/2014/main" id="{EA34152E-70A3-95BF-6D13-F5AA342F4BF9}"/>
                    </a:ext>
                  </a:extLst>
                </p:cNvPr>
                <p:cNvSpPr/>
                <p:nvPr/>
              </p:nvSpPr>
              <p:spPr>
                <a:xfrm>
                  <a:off x="4740837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7" name="pg3607">
                  <a:extLst>
                    <a:ext uri="{FF2B5EF4-FFF2-40B4-BE49-F238E27FC236}">
                      <a16:creationId xmlns:a16="http://schemas.microsoft.com/office/drawing/2014/main" id="{DEB3F13A-413C-B30A-C907-12C924199A37}"/>
                    </a:ext>
                  </a:extLst>
                </p:cNvPr>
                <p:cNvSpPr/>
                <p:nvPr/>
              </p:nvSpPr>
              <p:spPr>
                <a:xfrm>
                  <a:off x="2855590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8" name="pg3608">
                  <a:extLst>
                    <a:ext uri="{FF2B5EF4-FFF2-40B4-BE49-F238E27FC236}">
                      <a16:creationId xmlns:a16="http://schemas.microsoft.com/office/drawing/2014/main" id="{B7246B8A-18FE-3C18-A770-BD3370DF8491}"/>
                    </a:ext>
                  </a:extLst>
                </p:cNvPr>
                <p:cNvSpPr/>
                <p:nvPr/>
              </p:nvSpPr>
              <p:spPr>
                <a:xfrm>
                  <a:off x="2867227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9" name="pg3609">
                  <a:extLst>
                    <a:ext uri="{FF2B5EF4-FFF2-40B4-BE49-F238E27FC236}">
                      <a16:creationId xmlns:a16="http://schemas.microsoft.com/office/drawing/2014/main" id="{52A8A93F-2A3A-A89E-7AB7-2CABF0DA8668}"/>
                    </a:ext>
                  </a:extLst>
                </p:cNvPr>
                <p:cNvSpPr/>
                <p:nvPr/>
              </p:nvSpPr>
              <p:spPr>
                <a:xfrm>
                  <a:off x="2878865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0" name="pg3610">
                  <a:extLst>
                    <a:ext uri="{FF2B5EF4-FFF2-40B4-BE49-F238E27FC236}">
                      <a16:creationId xmlns:a16="http://schemas.microsoft.com/office/drawing/2014/main" id="{BDCBA6D7-6CF5-F70B-091D-3B72DA68FDF3}"/>
                    </a:ext>
                  </a:extLst>
                </p:cNvPr>
                <p:cNvSpPr/>
                <p:nvPr/>
              </p:nvSpPr>
              <p:spPr>
                <a:xfrm>
                  <a:off x="2890502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1" name="pg3611">
                  <a:extLst>
                    <a:ext uri="{FF2B5EF4-FFF2-40B4-BE49-F238E27FC236}">
                      <a16:creationId xmlns:a16="http://schemas.microsoft.com/office/drawing/2014/main" id="{F4935AD9-7A97-3A6E-A206-40F43C5F32FA}"/>
                    </a:ext>
                  </a:extLst>
                </p:cNvPr>
                <p:cNvSpPr/>
                <p:nvPr/>
              </p:nvSpPr>
              <p:spPr>
                <a:xfrm>
                  <a:off x="2902139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2" name="pg3612">
                  <a:extLst>
                    <a:ext uri="{FF2B5EF4-FFF2-40B4-BE49-F238E27FC236}">
                      <a16:creationId xmlns:a16="http://schemas.microsoft.com/office/drawing/2014/main" id="{1B3DCB6C-F99C-26B9-772C-33FC8AA98720}"/>
                    </a:ext>
                  </a:extLst>
                </p:cNvPr>
                <p:cNvSpPr/>
                <p:nvPr/>
              </p:nvSpPr>
              <p:spPr>
                <a:xfrm>
                  <a:off x="4496454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3" name="pg3613">
                  <a:extLst>
                    <a:ext uri="{FF2B5EF4-FFF2-40B4-BE49-F238E27FC236}">
                      <a16:creationId xmlns:a16="http://schemas.microsoft.com/office/drawing/2014/main" id="{117BE93A-9141-FB74-5453-340D09350727}"/>
                    </a:ext>
                  </a:extLst>
                </p:cNvPr>
                <p:cNvSpPr/>
                <p:nvPr/>
              </p:nvSpPr>
              <p:spPr>
                <a:xfrm>
                  <a:off x="4508091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4" name="pg3614">
                  <a:extLst>
                    <a:ext uri="{FF2B5EF4-FFF2-40B4-BE49-F238E27FC236}">
                      <a16:creationId xmlns:a16="http://schemas.microsoft.com/office/drawing/2014/main" id="{357DA0D4-F0EA-52B8-B10D-8E558980E74A}"/>
                    </a:ext>
                  </a:extLst>
                </p:cNvPr>
                <p:cNvSpPr/>
                <p:nvPr/>
              </p:nvSpPr>
              <p:spPr>
                <a:xfrm>
                  <a:off x="4519728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5" name="pg3615">
                  <a:extLst>
                    <a:ext uri="{FF2B5EF4-FFF2-40B4-BE49-F238E27FC236}">
                      <a16:creationId xmlns:a16="http://schemas.microsoft.com/office/drawing/2014/main" id="{D53EF66D-A265-E7E2-766A-CE00509625AC}"/>
                    </a:ext>
                  </a:extLst>
                </p:cNvPr>
                <p:cNvSpPr/>
                <p:nvPr/>
              </p:nvSpPr>
              <p:spPr>
                <a:xfrm>
                  <a:off x="4531366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6" name="pg3616">
                  <a:extLst>
                    <a:ext uri="{FF2B5EF4-FFF2-40B4-BE49-F238E27FC236}">
                      <a16:creationId xmlns:a16="http://schemas.microsoft.com/office/drawing/2014/main" id="{F97F4D23-F48A-F438-26C2-7EFFB0F2F4BB}"/>
                    </a:ext>
                  </a:extLst>
                </p:cNvPr>
                <p:cNvSpPr/>
                <p:nvPr/>
              </p:nvSpPr>
              <p:spPr>
                <a:xfrm>
                  <a:off x="4543003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7" name="pg3617">
                  <a:extLst>
                    <a:ext uri="{FF2B5EF4-FFF2-40B4-BE49-F238E27FC236}">
                      <a16:creationId xmlns:a16="http://schemas.microsoft.com/office/drawing/2014/main" id="{2C17672B-66B8-EDBD-8132-E3D3DB7699F6}"/>
                    </a:ext>
                  </a:extLst>
                </p:cNvPr>
                <p:cNvSpPr/>
                <p:nvPr/>
              </p:nvSpPr>
              <p:spPr>
                <a:xfrm>
                  <a:off x="4694288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8" name="pg3618">
                  <a:extLst>
                    <a:ext uri="{FF2B5EF4-FFF2-40B4-BE49-F238E27FC236}">
                      <a16:creationId xmlns:a16="http://schemas.microsoft.com/office/drawing/2014/main" id="{E46442C1-2AF5-E872-0241-36E465955D36}"/>
                    </a:ext>
                  </a:extLst>
                </p:cNvPr>
                <p:cNvSpPr/>
                <p:nvPr/>
              </p:nvSpPr>
              <p:spPr>
                <a:xfrm>
                  <a:off x="4705925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9" name="pg3619">
                  <a:extLst>
                    <a:ext uri="{FF2B5EF4-FFF2-40B4-BE49-F238E27FC236}">
                      <a16:creationId xmlns:a16="http://schemas.microsoft.com/office/drawing/2014/main" id="{25B3FEED-7B53-D751-D012-E29787232CB2}"/>
                    </a:ext>
                  </a:extLst>
                </p:cNvPr>
                <p:cNvSpPr/>
                <p:nvPr/>
              </p:nvSpPr>
              <p:spPr>
                <a:xfrm>
                  <a:off x="4717563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0" name="pg3620">
                  <a:extLst>
                    <a:ext uri="{FF2B5EF4-FFF2-40B4-BE49-F238E27FC236}">
                      <a16:creationId xmlns:a16="http://schemas.microsoft.com/office/drawing/2014/main" id="{92BF4B1E-1CA4-A08A-A976-ADB9B22BDB9E}"/>
                    </a:ext>
                  </a:extLst>
                </p:cNvPr>
                <p:cNvSpPr/>
                <p:nvPr/>
              </p:nvSpPr>
              <p:spPr>
                <a:xfrm>
                  <a:off x="4729200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1" name="pg3621">
                  <a:extLst>
                    <a:ext uri="{FF2B5EF4-FFF2-40B4-BE49-F238E27FC236}">
                      <a16:creationId xmlns:a16="http://schemas.microsoft.com/office/drawing/2014/main" id="{DA63C558-DDE7-5CA1-0628-6B1C3767D161}"/>
                    </a:ext>
                  </a:extLst>
                </p:cNvPr>
                <p:cNvSpPr/>
                <p:nvPr/>
              </p:nvSpPr>
              <p:spPr>
                <a:xfrm>
                  <a:off x="2867227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2" name="pg3622">
                  <a:extLst>
                    <a:ext uri="{FF2B5EF4-FFF2-40B4-BE49-F238E27FC236}">
                      <a16:creationId xmlns:a16="http://schemas.microsoft.com/office/drawing/2014/main" id="{6A313D6B-0121-1920-6BC2-F2206557AC4D}"/>
                    </a:ext>
                  </a:extLst>
                </p:cNvPr>
                <p:cNvSpPr/>
                <p:nvPr/>
              </p:nvSpPr>
              <p:spPr>
                <a:xfrm>
                  <a:off x="2878865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3" name="pg3623">
                  <a:extLst>
                    <a:ext uri="{FF2B5EF4-FFF2-40B4-BE49-F238E27FC236}">
                      <a16:creationId xmlns:a16="http://schemas.microsoft.com/office/drawing/2014/main" id="{16D9A0FE-736C-F099-BE4E-792F92E23C95}"/>
                    </a:ext>
                  </a:extLst>
                </p:cNvPr>
                <p:cNvSpPr/>
                <p:nvPr/>
              </p:nvSpPr>
              <p:spPr>
                <a:xfrm>
                  <a:off x="2890502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4" name="pg3624">
                  <a:extLst>
                    <a:ext uri="{FF2B5EF4-FFF2-40B4-BE49-F238E27FC236}">
                      <a16:creationId xmlns:a16="http://schemas.microsoft.com/office/drawing/2014/main" id="{4A4FC259-7FD0-8FA7-4DEA-05FEED1608C0}"/>
                    </a:ext>
                  </a:extLst>
                </p:cNvPr>
                <p:cNvSpPr/>
                <p:nvPr/>
              </p:nvSpPr>
              <p:spPr>
                <a:xfrm>
                  <a:off x="2902139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5" name="pg3625">
                  <a:extLst>
                    <a:ext uri="{FF2B5EF4-FFF2-40B4-BE49-F238E27FC236}">
                      <a16:creationId xmlns:a16="http://schemas.microsoft.com/office/drawing/2014/main" id="{62830B73-0165-4764-8C14-C5E44B7BCD28}"/>
                    </a:ext>
                  </a:extLst>
                </p:cNvPr>
                <p:cNvSpPr/>
                <p:nvPr/>
              </p:nvSpPr>
              <p:spPr>
                <a:xfrm>
                  <a:off x="2913777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6" name="pg3626">
                  <a:extLst>
                    <a:ext uri="{FF2B5EF4-FFF2-40B4-BE49-F238E27FC236}">
                      <a16:creationId xmlns:a16="http://schemas.microsoft.com/office/drawing/2014/main" id="{649CCC0B-D9C4-F606-08EC-80656CF0E877}"/>
                    </a:ext>
                  </a:extLst>
                </p:cNvPr>
                <p:cNvSpPr/>
                <p:nvPr/>
              </p:nvSpPr>
              <p:spPr>
                <a:xfrm>
                  <a:off x="4508091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7" name="pg3627">
                  <a:extLst>
                    <a:ext uri="{FF2B5EF4-FFF2-40B4-BE49-F238E27FC236}">
                      <a16:creationId xmlns:a16="http://schemas.microsoft.com/office/drawing/2014/main" id="{97F845C7-0513-EB17-CFB0-8C362351711C}"/>
                    </a:ext>
                  </a:extLst>
                </p:cNvPr>
                <p:cNvSpPr/>
                <p:nvPr/>
              </p:nvSpPr>
              <p:spPr>
                <a:xfrm>
                  <a:off x="4519728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8" name="pg3628">
                  <a:extLst>
                    <a:ext uri="{FF2B5EF4-FFF2-40B4-BE49-F238E27FC236}">
                      <a16:creationId xmlns:a16="http://schemas.microsoft.com/office/drawing/2014/main" id="{631707B6-4D95-473D-B987-B83658D6CE57}"/>
                    </a:ext>
                  </a:extLst>
                </p:cNvPr>
                <p:cNvSpPr/>
                <p:nvPr/>
              </p:nvSpPr>
              <p:spPr>
                <a:xfrm>
                  <a:off x="4531366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9" name="pg3629">
                  <a:extLst>
                    <a:ext uri="{FF2B5EF4-FFF2-40B4-BE49-F238E27FC236}">
                      <a16:creationId xmlns:a16="http://schemas.microsoft.com/office/drawing/2014/main" id="{68263451-C217-7213-7319-2999DD722C13}"/>
                    </a:ext>
                  </a:extLst>
                </p:cNvPr>
                <p:cNvSpPr/>
                <p:nvPr/>
              </p:nvSpPr>
              <p:spPr>
                <a:xfrm>
                  <a:off x="4543003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0" name="pg3630">
                  <a:extLst>
                    <a:ext uri="{FF2B5EF4-FFF2-40B4-BE49-F238E27FC236}">
                      <a16:creationId xmlns:a16="http://schemas.microsoft.com/office/drawing/2014/main" id="{BA60CD79-8C25-DACF-3769-CE8E5EB96EFB}"/>
                    </a:ext>
                  </a:extLst>
                </p:cNvPr>
                <p:cNvSpPr/>
                <p:nvPr/>
              </p:nvSpPr>
              <p:spPr>
                <a:xfrm>
                  <a:off x="4554640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1" name="pg3631">
                  <a:extLst>
                    <a:ext uri="{FF2B5EF4-FFF2-40B4-BE49-F238E27FC236}">
                      <a16:creationId xmlns:a16="http://schemas.microsoft.com/office/drawing/2014/main" id="{AB11CDCF-0DBE-F3AE-4568-12C4502A76A4}"/>
                    </a:ext>
                  </a:extLst>
                </p:cNvPr>
                <p:cNvSpPr/>
                <p:nvPr/>
              </p:nvSpPr>
              <p:spPr>
                <a:xfrm>
                  <a:off x="4694288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2" name="pg3632">
                  <a:extLst>
                    <a:ext uri="{FF2B5EF4-FFF2-40B4-BE49-F238E27FC236}">
                      <a16:creationId xmlns:a16="http://schemas.microsoft.com/office/drawing/2014/main" id="{64040D54-90D4-5789-7976-CACAB9261777}"/>
                    </a:ext>
                  </a:extLst>
                </p:cNvPr>
                <p:cNvSpPr/>
                <p:nvPr/>
              </p:nvSpPr>
              <p:spPr>
                <a:xfrm>
                  <a:off x="4705925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3" name="pg3633">
                  <a:extLst>
                    <a:ext uri="{FF2B5EF4-FFF2-40B4-BE49-F238E27FC236}">
                      <a16:creationId xmlns:a16="http://schemas.microsoft.com/office/drawing/2014/main" id="{DBE4E510-657B-86FD-E9E2-3DB42DF731D8}"/>
                    </a:ext>
                  </a:extLst>
                </p:cNvPr>
                <p:cNvSpPr/>
                <p:nvPr/>
              </p:nvSpPr>
              <p:spPr>
                <a:xfrm>
                  <a:off x="4717563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4" name="pg3634">
                  <a:extLst>
                    <a:ext uri="{FF2B5EF4-FFF2-40B4-BE49-F238E27FC236}">
                      <a16:creationId xmlns:a16="http://schemas.microsoft.com/office/drawing/2014/main" id="{CD2B53BD-B2D2-EDB4-2EFE-B82E0ABD9F33}"/>
                    </a:ext>
                  </a:extLst>
                </p:cNvPr>
                <p:cNvSpPr/>
                <p:nvPr/>
              </p:nvSpPr>
              <p:spPr>
                <a:xfrm>
                  <a:off x="4729200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5" name="pg3635">
                  <a:extLst>
                    <a:ext uri="{FF2B5EF4-FFF2-40B4-BE49-F238E27FC236}">
                      <a16:creationId xmlns:a16="http://schemas.microsoft.com/office/drawing/2014/main" id="{58AEC6E1-BAC6-D575-5336-25FFDAF160ED}"/>
                    </a:ext>
                  </a:extLst>
                </p:cNvPr>
                <p:cNvSpPr/>
                <p:nvPr/>
              </p:nvSpPr>
              <p:spPr>
                <a:xfrm>
                  <a:off x="2867227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BFAB">
                    <a:alpha val="100000"/>
                  </a:srgbClr>
                </a:solidFill>
                <a:ln w="5420" cap="flat">
                  <a:solidFill>
                    <a:srgbClr val="57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6" name="pg3636">
                  <a:extLst>
                    <a:ext uri="{FF2B5EF4-FFF2-40B4-BE49-F238E27FC236}">
                      <a16:creationId xmlns:a16="http://schemas.microsoft.com/office/drawing/2014/main" id="{9ED0745C-3794-AFA6-A0D6-79552356373E}"/>
                    </a:ext>
                  </a:extLst>
                </p:cNvPr>
                <p:cNvSpPr/>
                <p:nvPr/>
              </p:nvSpPr>
              <p:spPr>
                <a:xfrm>
                  <a:off x="2878865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7" name="pg3637">
                  <a:extLst>
                    <a:ext uri="{FF2B5EF4-FFF2-40B4-BE49-F238E27FC236}">
                      <a16:creationId xmlns:a16="http://schemas.microsoft.com/office/drawing/2014/main" id="{4CA3741C-BBBC-448F-94A3-0737BF2658FA}"/>
                    </a:ext>
                  </a:extLst>
                </p:cNvPr>
                <p:cNvSpPr/>
                <p:nvPr/>
              </p:nvSpPr>
              <p:spPr>
                <a:xfrm>
                  <a:off x="2890502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8" name="pg3638">
                  <a:extLst>
                    <a:ext uri="{FF2B5EF4-FFF2-40B4-BE49-F238E27FC236}">
                      <a16:creationId xmlns:a16="http://schemas.microsoft.com/office/drawing/2014/main" id="{A9C49637-182E-A3B4-9B96-816D1D3C168F}"/>
                    </a:ext>
                  </a:extLst>
                </p:cNvPr>
                <p:cNvSpPr/>
                <p:nvPr/>
              </p:nvSpPr>
              <p:spPr>
                <a:xfrm>
                  <a:off x="2902139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9" name="pg3639">
                  <a:extLst>
                    <a:ext uri="{FF2B5EF4-FFF2-40B4-BE49-F238E27FC236}">
                      <a16:creationId xmlns:a16="http://schemas.microsoft.com/office/drawing/2014/main" id="{A36FF166-16A5-FF1E-CEA6-170E93B3F6C5}"/>
                    </a:ext>
                  </a:extLst>
                </p:cNvPr>
                <p:cNvSpPr/>
                <p:nvPr/>
              </p:nvSpPr>
              <p:spPr>
                <a:xfrm>
                  <a:off x="2913777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0" name="pg3640">
                  <a:extLst>
                    <a:ext uri="{FF2B5EF4-FFF2-40B4-BE49-F238E27FC236}">
                      <a16:creationId xmlns:a16="http://schemas.microsoft.com/office/drawing/2014/main" id="{A1D26912-2249-DA56-8C80-F478C464F3DB}"/>
                    </a:ext>
                  </a:extLst>
                </p:cNvPr>
                <p:cNvSpPr/>
                <p:nvPr/>
              </p:nvSpPr>
              <p:spPr>
                <a:xfrm>
                  <a:off x="2925414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1" name="pg3641">
                  <a:extLst>
                    <a:ext uri="{FF2B5EF4-FFF2-40B4-BE49-F238E27FC236}">
                      <a16:creationId xmlns:a16="http://schemas.microsoft.com/office/drawing/2014/main" id="{51A1DB5D-02BE-2203-3BBE-16FDFF2D4E3A}"/>
                    </a:ext>
                  </a:extLst>
                </p:cNvPr>
                <p:cNvSpPr/>
                <p:nvPr/>
              </p:nvSpPr>
              <p:spPr>
                <a:xfrm>
                  <a:off x="4508091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2" name="pg3642">
                  <a:extLst>
                    <a:ext uri="{FF2B5EF4-FFF2-40B4-BE49-F238E27FC236}">
                      <a16:creationId xmlns:a16="http://schemas.microsoft.com/office/drawing/2014/main" id="{4F6DBD4C-3D0E-71D0-847F-8B70BE2EF920}"/>
                    </a:ext>
                  </a:extLst>
                </p:cNvPr>
                <p:cNvSpPr/>
                <p:nvPr/>
              </p:nvSpPr>
              <p:spPr>
                <a:xfrm>
                  <a:off x="4519728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3" name="pg3643">
                  <a:extLst>
                    <a:ext uri="{FF2B5EF4-FFF2-40B4-BE49-F238E27FC236}">
                      <a16:creationId xmlns:a16="http://schemas.microsoft.com/office/drawing/2014/main" id="{068D8A9D-B2EC-545C-1E0A-92880CAD837A}"/>
                    </a:ext>
                  </a:extLst>
                </p:cNvPr>
                <p:cNvSpPr/>
                <p:nvPr/>
              </p:nvSpPr>
              <p:spPr>
                <a:xfrm>
                  <a:off x="4531366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4" name="pg3644">
                  <a:extLst>
                    <a:ext uri="{FF2B5EF4-FFF2-40B4-BE49-F238E27FC236}">
                      <a16:creationId xmlns:a16="http://schemas.microsoft.com/office/drawing/2014/main" id="{7160E84B-A51D-7C53-F78D-292428F2E3F4}"/>
                    </a:ext>
                  </a:extLst>
                </p:cNvPr>
                <p:cNvSpPr/>
                <p:nvPr/>
              </p:nvSpPr>
              <p:spPr>
                <a:xfrm>
                  <a:off x="4543003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5" name="pg3645">
                  <a:extLst>
                    <a:ext uri="{FF2B5EF4-FFF2-40B4-BE49-F238E27FC236}">
                      <a16:creationId xmlns:a16="http://schemas.microsoft.com/office/drawing/2014/main" id="{1DD1DE4C-1CFF-6CA9-6178-EDC07576D9D0}"/>
                    </a:ext>
                  </a:extLst>
                </p:cNvPr>
                <p:cNvSpPr/>
                <p:nvPr/>
              </p:nvSpPr>
              <p:spPr>
                <a:xfrm>
                  <a:off x="4554640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6" name="pg3646">
                  <a:extLst>
                    <a:ext uri="{FF2B5EF4-FFF2-40B4-BE49-F238E27FC236}">
                      <a16:creationId xmlns:a16="http://schemas.microsoft.com/office/drawing/2014/main" id="{9547323F-1993-5585-8939-D07F5D792F5C}"/>
                    </a:ext>
                  </a:extLst>
                </p:cNvPr>
                <p:cNvSpPr/>
                <p:nvPr/>
              </p:nvSpPr>
              <p:spPr>
                <a:xfrm>
                  <a:off x="4694288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7" name="pg3647">
                  <a:extLst>
                    <a:ext uri="{FF2B5EF4-FFF2-40B4-BE49-F238E27FC236}">
                      <a16:creationId xmlns:a16="http://schemas.microsoft.com/office/drawing/2014/main" id="{40E07D51-4C5B-B9C6-DB2C-CAE41C6546D7}"/>
                    </a:ext>
                  </a:extLst>
                </p:cNvPr>
                <p:cNvSpPr/>
                <p:nvPr/>
              </p:nvSpPr>
              <p:spPr>
                <a:xfrm>
                  <a:off x="4705925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8" name="pg3648">
                  <a:extLst>
                    <a:ext uri="{FF2B5EF4-FFF2-40B4-BE49-F238E27FC236}">
                      <a16:creationId xmlns:a16="http://schemas.microsoft.com/office/drawing/2014/main" id="{BA6B240E-A931-BCCF-5ECC-D3D117B66349}"/>
                    </a:ext>
                  </a:extLst>
                </p:cNvPr>
                <p:cNvSpPr/>
                <p:nvPr/>
              </p:nvSpPr>
              <p:spPr>
                <a:xfrm>
                  <a:off x="4717563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9" name="pg3649">
                  <a:extLst>
                    <a:ext uri="{FF2B5EF4-FFF2-40B4-BE49-F238E27FC236}">
                      <a16:creationId xmlns:a16="http://schemas.microsoft.com/office/drawing/2014/main" id="{4FF1499A-214A-86A6-3F2D-F76219F8F248}"/>
                    </a:ext>
                  </a:extLst>
                </p:cNvPr>
                <p:cNvSpPr/>
                <p:nvPr/>
              </p:nvSpPr>
              <p:spPr>
                <a:xfrm>
                  <a:off x="4729200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0" name="pg3650">
                  <a:extLst>
                    <a:ext uri="{FF2B5EF4-FFF2-40B4-BE49-F238E27FC236}">
                      <a16:creationId xmlns:a16="http://schemas.microsoft.com/office/drawing/2014/main" id="{279C7774-8073-B13F-9948-5E0BF8FDE477}"/>
                    </a:ext>
                  </a:extLst>
                </p:cNvPr>
                <p:cNvSpPr/>
                <p:nvPr/>
              </p:nvSpPr>
              <p:spPr>
                <a:xfrm>
                  <a:off x="2878865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1" name="pg3651">
                  <a:extLst>
                    <a:ext uri="{FF2B5EF4-FFF2-40B4-BE49-F238E27FC236}">
                      <a16:creationId xmlns:a16="http://schemas.microsoft.com/office/drawing/2014/main" id="{B401F73A-AC1F-0F11-AD76-70B8AF6B0B58}"/>
                    </a:ext>
                  </a:extLst>
                </p:cNvPr>
                <p:cNvSpPr/>
                <p:nvPr/>
              </p:nvSpPr>
              <p:spPr>
                <a:xfrm>
                  <a:off x="2890502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2" name="pg3652">
                  <a:extLst>
                    <a:ext uri="{FF2B5EF4-FFF2-40B4-BE49-F238E27FC236}">
                      <a16:creationId xmlns:a16="http://schemas.microsoft.com/office/drawing/2014/main" id="{FA9B88B3-92EE-582E-E78A-441359AFCD29}"/>
                    </a:ext>
                  </a:extLst>
                </p:cNvPr>
                <p:cNvSpPr/>
                <p:nvPr/>
              </p:nvSpPr>
              <p:spPr>
                <a:xfrm>
                  <a:off x="2902139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3" name="pg3653">
                  <a:extLst>
                    <a:ext uri="{FF2B5EF4-FFF2-40B4-BE49-F238E27FC236}">
                      <a16:creationId xmlns:a16="http://schemas.microsoft.com/office/drawing/2014/main" id="{72AE835E-B9FD-B533-1C9E-60713C4F0134}"/>
                    </a:ext>
                  </a:extLst>
                </p:cNvPr>
                <p:cNvSpPr/>
                <p:nvPr/>
              </p:nvSpPr>
              <p:spPr>
                <a:xfrm>
                  <a:off x="2913777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4" name="pg3654">
                  <a:extLst>
                    <a:ext uri="{FF2B5EF4-FFF2-40B4-BE49-F238E27FC236}">
                      <a16:creationId xmlns:a16="http://schemas.microsoft.com/office/drawing/2014/main" id="{18FBD825-59CD-6C67-83DF-FD8DB7CC272F}"/>
                    </a:ext>
                  </a:extLst>
                </p:cNvPr>
                <p:cNvSpPr/>
                <p:nvPr/>
              </p:nvSpPr>
              <p:spPr>
                <a:xfrm>
                  <a:off x="2925414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5" name="pg3655">
                  <a:extLst>
                    <a:ext uri="{FF2B5EF4-FFF2-40B4-BE49-F238E27FC236}">
                      <a16:creationId xmlns:a16="http://schemas.microsoft.com/office/drawing/2014/main" id="{D08443B4-FB40-970C-C629-CBA6F15F1B7E}"/>
                    </a:ext>
                  </a:extLst>
                </p:cNvPr>
                <p:cNvSpPr/>
                <p:nvPr/>
              </p:nvSpPr>
              <p:spPr>
                <a:xfrm>
                  <a:off x="4508091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6" name="pg3656">
                  <a:extLst>
                    <a:ext uri="{FF2B5EF4-FFF2-40B4-BE49-F238E27FC236}">
                      <a16:creationId xmlns:a16="http://schemas.microsoft.com/office/drawing/2014/main" id="{7303ED02-D718-3D12-A1F6-4E5D7D2BC0E1}"/>
                    </a:ext>
                  </a:extLst>
                </p:cNvPr>
                <p:cNvSpPr/>
                <p:nvPr/>
              </p:nvSpPr>
              <p:spPr>
                <a:xfrm>
                  <a:off x="4519728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7" name="pg3657">
                  <a:extLst>
                    <a:ext uri="{FF2B5EF4-FFF2-40B4-BE49-F238E27FC236}">
                      <a16:creationId xmlns:a16="http://schemas.microsoft.com/office/drawing/2014/main" id="{C676849F-599A-3A6E-EFDD-E57A2CFB66C5}"/>
                    </a:ext>
                  </a:extLst>
                </p:cNvPr>
                <p:cNvSpPr/>
                <p:nvPr/>
              </p:nvSpPr>
              <p:spPr>
                <a:xfrm>
                  <a:off x="4531366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8" name="pg3658">
                  <a:extLst>
                    <a:ext uri="{FF2B5EF4-FFF2-40B4-BE49-F238E27FC236}">
                      <a16:creationId xmlns:a16="http://schemas.microsoft.com/office/drawing/2014/main" id="{232BD8D5-9598-47B3-A7F5-1AE7C6B1DA09}"/>
                    </a:ext>
                  </a:extLst>
                </p:cNvPr>
                <p:cNvSpPr/>
                <p:nvPr/>
              </p:nvSpPr>
              <p:spPr>
                <a:xfrm>
                  <a:off x="4543003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9" name="pg3659">
                  <a:extLst>
                    <a:ext uri="{FF2B5EF4-FFF2-40B4-BE49-F238E27FC236}">
                      <a16:creationId xmlns:a16="http://schemas.microsoft.com/office/drawing/2014/main" id="{16D68F88-2E0C-DCDE-BB4D-DF127673FCD3}"/>
                    </a:ext>
                  </a:extLst>
                </p:cNvPr>
                <p:cNvSpPr/>
                <p:nvPr/>
              </p:nvSpPr>
              <p:spPr>
                <a:xfrm>
                  <a:off x="4554640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0" name="pg3660">
                  <a:extLst>
                    <a:ext uri="{FF2B5EF4-FFF2-40B4-BE49-F238E27FC236}">
                      <a16:creationId xmlns:a16="http://schemas.microsoft.com/office/drawing/2014/main" id="{5F782EF1-5EA9-30AE-D0D0-7B8F539595EF}"/>
                    </a:ext>
                  </a:extLst>
                </p:cNvPr>
                <p:cNvSpPr/>
                <p:nvPr/>
              </p:nvSpPr>
              <p:spPr>
                <a:xfrm>
                  <a:off x="4566278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1" name="pg3661">
                  <a:extLst>
                    <a:ext uri="{FF2B5EF4-FFF2-40B4-BE49-F238E27FC236}">
                      <a16:creationId xmlns:a16="http://schemas.microsoft.com/office/drawing/2014/main" id="{6B4BFF6B-CE66-E7B8-F4A5-EA0AAD57E8C8}"/>
                    </a:ext>
                  </a:extLst>
                </p:cNvPr>
                <p:cNvSpPr/>
                <p:nvPr/>
              </p:nvSpPr>
              <p:spPr>
                <a:xfrm>
                  <a:off x="4577915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2" name="pg3662">
                  <a:extLst>
                    <a:ext uri="{FF2B5EF4-FFF2-40B4-BE49-F238E27FC236}">
                      <a16:creationId xmlns:a16="http://schemas.microsoft.com/office/drawing/2014/main" id="{124BE77E-F84B-020E-2751-FFFC814D6366}"/>
                    </a:ext>
                  </a:extLst>
                </p:cNvPr>
                <p:cNvSpPr/>
                <p:nvPr/>
              </p:nvSpPr>
              <p:spPr>
                <a:xfrm>
                  <a:off x="4589552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3" name="pg3663">
                  <a:extLst>
                    <a:ext uri="{FF2B5EF4-FFF2-40B4-BE49-F238E27FC236}">
                      <a16:creationId xmlns:a16="http://schemas.microsoft.com/office/drawing/2014/main" id="{C0D9556B-F41B-525A-496D-7D9F7E89CC2F}"/>
                    </a:ext>
                  </a:extLst>
                </p:cNvPr>
                <p:cNvSpPr/>
                <p:nvPr/>
              </p:nvSpPr>
              <p:spPr>
                <a:xfrm>
                  <a:off x="4694288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4" name="pg3664">
                  <a:extLst>
                    <a:ext uri="{FF2B5EF4-FFF2-40B4-BE49-F238E27FC236}">
                      <a16:creationId xmlns:a16="http://schemas.microsoft.com/office/drawing/2014/main" id="{FCD4EF68-E954-6EE5-6778-FA23BB6607EF}"/>
                    </a:ext>
                  </a:extLst>
                </p:cNvPr>
                <p:cNvSpPr/>
                <p:nvPr/>
              </p:nvSpPr>
              <p:spPr>
                <a:xfrm>
                  <a:off x="4705925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5" name="pg3665">
                  <a:extLst>
                    <a:ext uri="{FF2B5EF4-FFF2-40B4-BE49-F238E27FC236}">
                      <a16:creationId xmlns:a16="http://schemas.microsoft.com/office/drawing/2014/main" id="{B00B74B9-829D-FC40-1CAA-E4BA71749CE5}"/>
                    </a:ext>
                  </a:extLst>
                </p:cNvPr>
                <p:cNvSpPr/>
                <p:nvPr/>
              </p:nvSpPr>
              <p:spPr>
                <a:xfrm>
                  <a:off x="4717563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6" name="pg3666">
                  <a:extLst>
                    <a:ext uri="{FF2B5EF4-FFF2-40B4-BE49-F238E27FC236}">
                      <a16:creationId xmlns:a16="http://schemas.microsoft.com/office/drawing/2014/main" id="{7726174E-9D1A-A725-F3D8-AB681019A8C5}"/>
                    </a:ext>
                  </a:extLst>
                </p:cNvPr>
                <p:cNvSpPr/>
                <p:nvPr/>
              </p:nvSpPr>
              <p:spPr>
                <a:xfrm>
                  <a:off x="4729200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7" name="pg3667">
                  <a:extLst>
                    <a:ext uri="{FF2B5EF4-FFF2-40B4-BE49-F238E27FC236}">
                      <a16:creationId xmlns:a16="http://schemas.microsoft.com/office/drawing/2014/main" id="{A4DB64B5-1879-125D-F2E7-3D753C78080C}"/>
                    </a:ext>
                  </a:extLst>
                </p:cNvPr>
                <p:cNvSpPr/>
                <p:nvPr/>
              </p:nvSpPr>
              <p:spPr>
                <a:xfrm>
                  <a:off x="2890502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8" name="pg3668">
                  <a:extLst>
                    <a:ext uri="{FF2B5EF4-FFF2-40B4-BE49-F238E27FC236}">
                      <a16:creationId xmlns:a16="http://schemas.microsoft.com/office/drawing/2014/main" id="{419BC2FD-06A9-3EFA-E8FA-589B0205059E}"/>
                    </a:ext>
                  </a:extLst>
                </p:cNvPr>
                <p:cNvSpPr/>
                <p:nvPr/>
              </p:nvSpPr>
              <p:spPr>
                <a:xfrm>
                  <a:off x="2902139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9" name="pg3669">
                  <a:extLst>
                    <a:ext uri="{FF2B5EF4-FFF2-40B4-BE49-F238E27FC236}">
                      <a16:creationId xmlns:a16="http://schemas.microsoft.com/office/drawing/2014/main" id="{80122ED4-FAB2-EA69-606D-DBE4848C33C0}"/>
                    </a:ext>
                  </a:extLst>
                </p:cNvPr>
                <p:cNvSpPr/>
                <p:nvPr/>
              </p:nvSpPr>
              <p:spPr>
                <a:xfrm>
                  <a:off x="2913777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0" name="pg3670">
                  <a:extLst>
                    <a:ext uri="{FF2B5EF4-FFF2-40B4-BE49-F238E27FC236}">
                      <a16:creationId xmlns:a16="http://schemas.microsoft.com/office/drawing/2014/main" id="{F8695C18-6267-1142-A996-0246F66ADC8E}"/>
                    </a:ext>
                  </a:extLst>
                </p:cNvPr>
                <p:cNvSpPr/>
                <p:nvPr/>
              </p:nvSpPr>
              <p:spPr>
                <a:xfrm>
                  <a:off x="2925414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1" name="pg3671">
                  <a:extLst>
                    <a:ext uri="{FF2B5EF4-FFF2-40B4-BE49-F238E27FC236}">
                      <a16:creationId xmlns:a16="http://schemas.microsoft.com/office/drawing/2014/main" id="{6DDAC520-9B0E-4433-9775-A17B88E6B2B1}"/>
                    </a:ext>
                  </a:extLst>
                </p:cNvPr>
                <p:cNvSpPr/>
                <p:nvPr/>
              </p:nvSpPr>
              <p:spPr>
                <a:xfrm>
                  <a:off x="4519728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2" name="pg3672">
                  <a:extLst>
                    <a:ext uri="{FF2B5EF4-FFF2-40B4-BE49-F238E27FC236}">
                      <a16:creationId xmlns:a16="http://schemas.microsoft.com/office/drawing/2014/main" id="{4DFF5FEB-8F95-45B6-AAF9-93541C0BCD7B}"/>
                    </a:ext>
                  </a:extLst>
                </p:cNvPr>
                <p:cNvSpPr/>
                <p:nvPr/>
              </p:nvSpPr>
              <p:spPr>
                <a:xfrm>
                  <a:off x="4531366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3" name="pg3673">
                  <a:extLst>
                    <a:ext uri="{FF2B5EF4-FFF2-40B4-BE49-F238E27FC236}">
                      <a16:creationId xmlns:a16="http://schemas.microsoft.com/office/drawing/2014/main" id="{9898308B-463F-A39C-651E-A9366F3512DB}"/>
                    </a:ext>
                  </a:extLst>
                </p:cNvPr>
                <p:cNvSpPr/>
                <p:nvPr/>
              </p:nvSpPr>
              <p:spPr>
                <a:xfrm>
                  <a:off x="4543003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4" name="pg3674">
                  <a:extLst>
                    <a:ext uri="{FF2B5EF4-FFF2-40B4-BE49-F238E27FC236}">
                      <a16:creationId xmlns:a16="http://schemas.microsoft.com/office/drawing/2014/main" id="{3640E708-7679-9360-4D1A-2F960AFB6C9C}"/>
                    </a:ext>
                  </a:extLst>
                </p:cNvPr>
                <p:cNvSpPr/>
                <p:nvPr/>
              </p:nvSpPr>
              <p:spPr>
                <a:xfrm>
                  <a:off x="4554640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5" name="pg3675">
                  <a:extLst>
                    <a:ext uri="{FF2B5EF4-FFF2-40B4-BE49-F238E27FC236}">
                      <a16:creationId xmlns:a16="http://schemas.microsoft.com/office/drawing/2014/main" id="{F370DD42-F362-40FC-34B7-9EA3439875FA}"/>
                    </a:ext>
                  </a:extLst>
                </p:cNvPr>
                <p:cNvSpPr/>
                <p:nvPr/>
              </p:nvSpPr>
              <p:spPr>
                <a:xfrm>
                  <a:off x="4566278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6" name="pg3676">
                  <a:extLst>
                    <a:ext uri="{FF2B5EF4-FFF2-40B4-BE49-F238E27FC236}">
                      <a16:creationId xmlns:a16="http://schemas.microsoft.com/office/drawing/2014/main" id="{102A763A-0036-A456-D4F1-57A6BEA07F90}"/>
                    </a:ext>
                  </a:extLst>
                </p:cNvPr>
                <p:cNvSpPr/>
                <p:nvPr/>
              </p:nvSpPr>
              <p:spPr>
                <a:xfrm>
                  <a:off x="4577915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7" name="pg3677">
                  <a:extLst>
                    <a:ext uri="{FF2B5EF4-FFF2-40B4-BE49-F238E27FC236}">
                      <a16:creationId xmlns:a16="http://schemas.microsoft.com/office/drawing/2014/main" id="{9D796F45-A6E8-DD94-FA60-D02EF77FC4BA}"/>
                    </a:ext>
                  </a:extLst>
                </p:cNvPr>
                <p:cNvSpPr/>
                <p:nvPr/>
              </p:nvSpPr>
              <p:spPr>
                <a:xfrm>
                  <a:off x="4589552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8" name="pg3678">
                  <a:extLst>
                    <a:ext uri="{FF2B5EF4-FFF2-40B4-BE49-F238E27FC236}">
                      <a16:creationId xmlns:a16="http://schemas.microsoft.com/office/drawing/2014/main" id="{01C0CDEA-9ABF-FFAB-FFD9-52004E8527AF}"/>
                    </a:ext>
                  </a:extLst>
                </p:cNvPr>
                <p:cNvSpPr/>
                <p:nvPr/>
              </p:nvSpPr>
              <p:spPr>
                <a:xfrm>
                  <a:off x="4601190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9" name="pg3679">
                  <a:extLst>
                    <a:ext uri="{FF2B5EF4-FFF2-40B4-BE49-F238E27FC236}">
                      <a16:creationId xmlns:a16="http://schemas.microsoft.com/office/drawing/2014/main" id="{90249D2D-E75C-CD50-A967-E2EB28CC88ED}"/>
                    </a:ext>
                  </a:extLst>
                </p:cNvPr>
                <p:cNvSpPr/>
                <p:nvPr/>
              </p:nvSpPr>
              <p:spPr>
                <a:xfrm>
                  <a:off x="4682651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0" name="pg3680">
                  <a:extLst>
                    <a:ext uri="{FF2B5EF4-FFF2-40B4-BE49-F238E27FC236}">
                      <a16:creationId xmlns:a16="http://schemas.microsoft.com/office/drawing/2014/main" id="{C25E08C4-F8CC-8E85-F5B9-D4BC58B4B872}"/>
                    </a:ext>
                  </a:extLst>
                </p:cNvPr>
                <p:cNvSpPr/>
                <p:nvPr/>
              </p:nvSpPr>
              <p:spPr>
                <a:xfrm>
                  <a:off x="4694288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1" name="pg3681">
                  <a:extLst>
                    <a:ext uri="{FF2B5EF4-FFF2-40B4-BE49-F238E27FC236}">
                      <a16:creationId xmlns:a16="http://schemas.microsoft.com/office/drawing/2014/main" id="{71902661-B04D-DE23-0568-5C9E53B57CFF}"/>
                    </a:ext>
                  </a:extLst>
                </p:cNvPr>
                <p:cNvSpPr/>
                <p:nvPr/>
              </p:nvSpPr>
              <p:spPr>
                <a:xfrm>
                  <a:off x="4705925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2" name="pg3682">
                  <a:extLst>
                    <a:ext uri="{FF2B5EF4-FFF2-40B4-BE49-F238E27FC236}">
                      <a16:creationId xmlns:a16="http://schemas.microsoft.com/office/drawing/2014/main" id="{F2AFDA63-3D3F-1434-FFD9-653792702043}"/>
                    </a:ext>
                  </a:extLst>
                </p:cNvPr>
                <p:cNvSpPr/>
                <p:nvPr/>
              </p:nvSpPr>
              <p:spPr>
                <a:xfrm>
                  <a:off x="4717563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3" name="pg3683">
                  <a:extLst>
                    <a:ext uri="{FF2B5EF4-FFF2-40B4-BE49-F238E27FC236}">
                      <a16:creationId xmlns:a16="http://schemas.microsoft.com/office/drawing/2014/main" id="{628F214F-D1B3-6081-6A50-4789C3DE43A6}"/>
                    </a:ext>
                  </a:extLst>
                </p:cNvPr>
                <p:cNvSpPr/>
                <p:nvPr/>
              </p:nvSpPr>
              <p:spPr>
                <a:xfrm>
                  <a:off x="4729200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4" name="pg3684">
                  <a:extLst>
                    <a:ext uri="{FF2B5EF4-FFF2-40B4-BE49-F238E27FC236}">
                      <a16:creationId xmlns:a16="http://schemas.microsoft.com/office/drawing/2014/main" id="{C7E1EE78-5E28-24D3-D29A-FA2374213B2C}"/>
                    </a:ext>
                  </a:extLst>
                </p:cNvPr>
                <p:cNvSpPr/>
                <p:nvPr/>
              </p:nvSpPr>
              <p:spPr>
                <a:xfrm>
                  <a:off x="2890502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5" name="pg3685">
                  <a:extLst>
                    <a:ext uri="{FF2B5EF4-FFF2-40B4-BE49-F238E27FC236}">
                      <a16:creationId xmlns:a16="http://schemas.microsoft.com/office/drawing/2014/main" id="{41EDE513-222D-81EF-207A-5F97868140ED}"/>
                    </a:ext>
                  </a:extLst>
                </p:cNvPr>
                <p:cNvSpPr/>
                <p:nvPr/>
              </p:nvSpPr>
              <p:spPr>
                <a:xfrm>
                  <a:off x="2902139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6" name="pg3686">
                  <a:extLst>
                    <a:ext uri="{FF2B5EF4-FFF2-40B4-BE49-F238E27FC236}">
                      <a16:creationId xmlns:a16="http://schemas.microsoft.com/office/drawing/2014/main" id="{10217FC0-0FC4-E7F9-B2BF-DD00F5AE01D1}"/>
                    </a:ext>
                  </a:extLst>
                </p:cNvPr>
                <p:cNvSpPr/>
                <p:nvPr/>
              </p:nvSpPr>
              <p:spPr>
                <a:xfrm>
                  <a:off x="2913777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7" name="pg3687">
                  <a:extLst>
                    <a:ext uri="{FF2B5EF4-FFF2-40B4-BE49-F238E27FC236}">
                      <a16:creationId xmlns:a16="http://schemas.microsoft.com/office/drawing/2014/main" id="{0FFA544C-B89D-C7EB-1709-D3C51EE3CA7F}"/>
                    </a:ext>
                  </a:extLst>
                </p:cNvPr>
                <p:cNvSpPr/>
                <p:nvPr/>
              </p:nvSpPr>
              <p:spPr>
                <a:xfrm>
                  <a:off x="2925414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8" name="pg3688">
                  <a:extLst>
                    <a:ext uri="{FF2B5EF4-FFF2-40B4-BE49-F238E27FC236}">
                      <a16:creationId xmlns:a16="http://schemas.microsoft.com/office/drawing/2014/main" id="{48C79C23-612D-80B3-5A76-5946CC94A9B7}"/>
                    </a:ext>
                  </a:extLst>
                </p:cNvPr>
                <p:cNvSpPr/>
                <p:nvPr/>
              </p:nvSpPr>
              <p:spPr>
                <a:xfrm>
                  <a:off x="4531366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9" name="pg3689">
                  <a:extLst>
                    <a:ext uri="{FF2B5EF4-FFF2-40B4-BE49-F238E27FC236}">
                      <a16:creationId xmlns:a16="http://schemas.microsoft.com/office/drawing/2014/main" id="{EED72B0E-F101-12BC-FE48-6C4BCC7B9363}"/>
                    </a:ext>
                  </a:extLst>
                </p:cNvPr>
                <p:cNvSpPr/>
                <p:nvPr/>
              </p:nvSpPr>
              <p:spPr>
                <a:xfrm>
                  <a:off x="4543003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0" name="pg3690">
                  <a:extLst>
                    <a:ext uri="{FF2B5EF4-FFF2-40B4-BE49-F238E27FC236}">
                      <a16:creationId xmlns:a16="http://schemas.microsoft.com/office/drawing/2014/main" id="{FD72C775-E505-2B19-4758-4BE11B65927F}"/>
                    </a:ext>
                  </a:extLst>
                </p:cNvPr>
                <p:cNvSpPr/>
                <p:nvPr/>
              </p:nvSpPr>
              <p:spPr>
                <a:xfrm>
                  <a:off x="4554640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1" name="pg3691">
                  <a:extLst>
                    <a:ext uri="{FF2B5EF4-FFF2-40B4-BE49-F238E27FC236}">
                      <a16:creationId xmlns:a16="http://schemas.microsoft.com/office/drawing/2014/main" id="{72E2EFF7-DB83-EC1E-97B3-23815FBDE276}"/>
                    </a:ext>
                  </a:extLst>
                </p:cNvPr>
                <p:cNvSpPr/>
                <p:nvPr/>
              </p:nvSpPr>
              <p:spPr>
                <a:xfrm>
                  <a:off x="4566278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2" name="pg3692">
                  <a:extLst>
                    <a:ext uri="{FF2B5EF4-FFF2-40B4-BE49-F238E27FC236}">
                      <a16:creationId xmlns:a16="http://schemas.microsoft.com/office/drawing/2014/main" id="{E397822F-2B65-A07D-B358-CD4BE9FD34A6}"/>
                    </a:ext>
                  </a:extLst>
                </p:cNvPr>
                <p:cNvSpPr/>
                <p:nvPr/>
              </p:nvSpPr>
              <p:spPr>
                <a:xfrm>
                  <a:off x="4577915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3" name="pg3693">
                  <a:extLst>
                    <a:ext uri="{FF2B5EF4-FFF2-40B4-BE49-F238E27FC236}">
                      <a16:creationId xmlns:a16="http://schemas.microsoft.com/office/drawing/2014/main" id="{A22FA737-2BE6-2961-E151-B5310AAF7676}"/>
                    </a:ext>
                  </a:extLst>
                </p:cNvPr>
                <p:cNvSpPr/>
                <p:nvPr/>
              </p:nvSpPr>
              <p:spPr>
                <a:xfrm>
                  <a:off x="4589552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4" name="pg3694">
                  <a:extLst>
                    <a:ext uri="{FF2B5EF4-FFF2-40B4-BE49-F238E27FC236}">
                      <a16:creationId xmlns:a16="http://schemas.microsoft.com/office/drawing/2014/main" id="{EB87BFB7-722B-36F9-C8F8-CF4F69E56537}"/>
                    </a:ext>
                  </a:extLst>
                </p:cNvPr>
                <p:cNvSpPr/>
                <p:nvPr/>
              </p:nvSpPr>
              <p:spPr>
                <a:xfrm>
                  <a:off x="4601190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5" name="pg3695">
                  <a:extLst>
                    <a:ext uri="{FF2B5EF4-FFF2-40B4-BE49-F238E27FC236}">
                      <a16:creationId xmlns:a16="http://schemas.microsoft.com/office/drawing/2014/main" id="{F7D7EED4-A7C4-2FDD-3203-A07847578AC2}"/>
                    </a:ext>
                  </a:extLst>
                </p:cNvPr>
                <p:cNvSpPr/>
                <p:nvPr/>
              </p:nvSpPr>
              <p:spPr>
                <a:xfrm>
                  <a:off x="4682651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6" name="pg3696">
                  <a:extLst>
                    <a:ext uri="{FF2B5EF4-FFF2-40B4-BE49-F238E27FC236}">
                      <a16:creationId xmlns:a16="http://schemas.microsoft.com/office/drawing/2014/main" id="{912ACED8-56F5-34F8-1DA6-68E3613FAC14}"/>
                    </a:ext>
                  </a:extLst>
                </p:cNvPr>
                <p:cNvSpPr/>
                <p:nvPr/>
              </p:nvSpPr>
              <p:spPr>
                <a:xfrm>
                  <a:off x="4694288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7" name="pg3697">
                  <a:extLst>
                    <a:ext uri="{FF2B5EF4-FFF2-40B4-BE49-F238E27FC236}">
                      <a16:creationId xmlns:a16="http://schemas.microsoft.com/office/drawing/2014/main" id="{3DAC8E5C-55F6-F971-95F2-6DBDEB3ED74E}"/>
                    </a:ext>
                  </a:extLst>
                </p:cNvPr>
                <p:cNvSpPr/>
                <p:nvPr/>
              </p:nvSpPr>
              <p:spPr>
                <a:xfrm>
                  <a:off x="4705925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8" name="pg3698">
                  <a:extLst>
                    <a:ext uri="{FF2B5EF4-FFF2-40B4-BE49-F238E27FC236}">
                      <a16:creationId xmlns:a16="http://schemas.microsoft.com/office/drawing/2014/main" id="{3A0DF79D-B631-53D8-95AD-328BC4520B4A}"/>
                    </a:ext>
                  </a:extLst>
                </p:cNvPr>
                <p:cNvSpPr/>
                <p:nvPr/>
              </p:nvSpPr>
              <p:spPr>
                <a:xfrm>
                  <a:off x="4717563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9" name="pg3699">
                  <a:extLst>
                    <a:ext uri="{FF2B5EF4-FFF2-40B4-BE49-F238E27FC236}">
                      <a16:creationId xmlns:a16="http://schemas.microsoft.com/office/drawing/2014/main" id="{69D52CE7-AE77-DD9C-20F6-C6B1FEA9146C}"/>
                    </a:ext>
                  </a:extLst>
                </p:cNvPr>
                <p:cNvSpPr/>
                <p:nvPr/>
              </p:nvSpPr>
              <p:spPr>
                <a:xfrm>
                  <a:off x="4729200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BAA">
                    <a:alpha val="100000"/>
                  </a:srgbClr>
                </a:solidFill>
                <a:ln w="5420" cap="flat">
                  <a:solidFill>
                    <a:srgbClr val="48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0" name="pg3700">
                  <a:extLst>
                    <a:ext uri="{FF2B5EF4-FFF2-40B4-BE49-F238E27FC236}">
                      <a16:creationId xmlns:a16="http://schemas.microsoft.com/office/drawing/2014/main" id="{B7FDF0E7-04CE-6D2A-E8D4-D01E768E7C2B}"/>
                    </a:ext>
                  </a:extLst>
                </p:cNvPr>
                <p:cNvSpPr/>
                <p:nvPr/>
              </p:nvSpPr>
              <p:spPr>
                <a:xfrm>
                  <a:off x="2878865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1" name="pg3701">
                  <a:extLst>
                    <a:ext uri="{FF2B5EF4-FFF2-40B4-BE49-F238E27FC236}">
                      <a16:creationId xmlns:a16="http://schemas.microsoft.com/office/drawing/2014/main" id="{A0358C40-278B-6F4B-FDDC-383C1F579E51}"/>
                    </a:ext>
                  </a:extLst>
                </p:cNvPr>
                <p:cNvSpPr/>
                <p:nvPr/>
              </p:nvSpPr>
              <p:spPr>
                <a:xfrm>
                  <a:off x="2890502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2" name="pg3702">
                  <a:extLst>
                    <a:ext uri="{FF2B5EF4-FFF2-40B4-BE49-F238E27FC236}">
                      <a16:creationId xmlns:a16="http://schemas.microsoft.com/office/drawing/2014/main" id="{4A5087BC-5D9F-A73D-E1E4-BB4B0D6B1EE7}"/>
                    </a:ext>
                  </a:extLst>
                </p:cNvPr>
                <p:cNvSpPr/>
                <p:nvPr/>
              </p:nvSpPr>
              <p:spPr>
                <a:xfrm>
                  <a:off x="2902139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3" name="pg3703">
                  <a:extLst>
                    <a:ext uri="{FF2B5EF4-FFF2-40B4-BE49-F238E27FC236}">
                      <a16:creationId xmlns:a16="http://schemas.microsoft.com/office/drawing/2014/main" id="{9F84E03B-60C3-C158-CA43-400E90388600}"/>
                    </a:ext>
                  </a:extLst>
                </p:cNvPr>
                <p:cNvSpPr/>
                <p:nvPr/>
              </p:nvSpPr>
              <p:spPr>
                <a:xfrm>
                  <a:off x="2913777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4" name="pg3704">
                  <a:extLst>
                    <a:ext uri="{FF2B5EF4-FFF2-40B4-BE49-F238E27FC236}">
                      <a16:creationId xmlns:a16="http://schemas.microsoft.com/office/drawing/2014/main" id="{8F76165A-D735-8507-7C4C-31C1F7DA5E1F}"/>
                    </a:ext>
                  </a:extLst>
                </p:cNvPr>
                <p:cNvSpPr/>
                <p:nvPr/>
              </p:nvSpPr>
              <p:spPr>
                <a:xfrm>
                  <a:off x="2925414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5" name="pg3705">
                  <a:extLst>
                    <a:ext uri="{FF2B5EF4-FFF2-40B4-BE49-F238E27FC236}">
                      <a16:creationId xmlns:a16="http://schemas.microsoft.com/office/drawing/2014/main" id="{ACFCD31D-C532-90DD-95C1-433CBDB3553B}"/>
                    </a:ext>
                  </a:extLst>
                </p:cNvPr>
                <p:cNvSpPr/>
                <p:nvPr/>
              </p:nvSpPr>
              <p:spPr>
                <a:xfrm>
                  <a:off x="4543003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6" name="pg3706">
                  <a:extLst>
                    <a:ext uri="{FF2B5EF4-FFF2-40B4-BE49-F238E27FC236}">
                      <a16:creationId xmlns:a16="http://schemas.microsoft.com/office/drawing/2014/main" id="{875722E6-79A6-DDCA-58A8-463EB51A4888}"/>
                    </a:ext>
                  </a:extLst>
                </p:cNvPr>
                <p:cNvSpPr/>
                <p:nvPr/>
              </p:nvSpPr>
              <p:spPr>
                <a:xfrm>
                  <a:off x="4554640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7" name="pg3707">
                  <a:extLst>
                    <a:ext uri="{FF2B5EF4-FFF2-40B4-BE49-F238E27FC236}">
                      <a16:creationId xmlns:a16="http://schemas.microsoft.com/office/drawing/2014/main" id="{8A0BA381-4623-71D4-1FB7-F37F0FA66C22}"/>
                    </a:ext>
                  </a:extLst>
                </p:cNvPr>
                <p:cNvSpPr/>
                <p:nvPr/>
              </p:nvSpPr>
              <p:spPr>
                <a:xfrm>
                  <a:off x="4566278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8" name="pg3708">
                  <a:extLst>
                    <a:ext uri="{FF2B5EF4-FFF2-40B4-BE49-F238E27FC236}">
                      <a16:creationId xmlns:a16="http://schemas.microsoft.com/office/drawing/2014/main" id="{714F4896-0A71-F2AA-9FF1-26E75713FE2A}"/>
                    </a:ext>
                  </a:extLst>
                </p:cNvPr>
                <p:cNvSpPr/>
                <p:nvPr/>
              </p:nvSpPr>
              <p:spPr>
                <a:xfrm>
                  <a:off x="4577915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9" name="pg3709">
                  <a:extLst>
                    <a:ext uri="{FF2B5EF4-FFF2-40B4-BE49-F238E27FC236}">
                      <a16:creationId xmlns:a16="http://schemas.microsoft.com/office/drawing/2014/main" id="{4BE17B4A-1A6B-85B2-9858-02361A61E578}"/>
                    </a:ext>
                  </a:extLst>
                </p:cNvPr>
                <p:cNvSpPr/>
                <p:nvPr/>
              </p:nvSpPr>
              <p:spPr>
                <a:xfrm>
                  <a:off x="4589552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0" name="pg3710">
                  <a:extLst>
                    <a:ext uri="{FF2B5EF4-FFF2-40B4-BE49-F238E27FC236}">
                      <a16:creationId xmlns:a16="http://schemas.microsoft.com/office/drawing/2014/main" id="{0452A771-D28B-BF6C-77CA-1AAD76E496D9}"/>
                    </a:ext>
                  </a:extLst>
                </p:cNvPr>
                <p:cNvSpPr/>
                <p:nvPr/>
              </p:nvSpPr>
              <p:spPr>
                <a:xfrm>
                  <a:off x="4601190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1" name="pg3711">
                  <a:extLst>
                    <a:ext uri="{FF2B5EF4-FFF2-40B4-BE49-F238E27FC236}">
                      <a16:creationId xmlns:a16="http://schemas.microsoft.com/office/drawing/2014/main" id="{A562CD67-494C-29FF-689F-7924575CACDB}"/>
                    </a:ext>
                  </a:extLst>
                </p:cNvPr>
                <p:cNvSpPr/>
                <p:nvPr/>
              </p:nvSpPr>
              <p:spPr>
                <a:xfrm>
                  <a:off x="4612827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2" name="pg3712">
                  <a:extLst>
                    <a:ext uri="{FF2B5EF4-FFF2-40B4-BE49-F238E27FC236}">
                      <a16:creationId xmlns:a16="http://schemas.microsoft.com/office/drawing/2014/main" id="{7B834701-F60D-6452-0647-1B2DF862F0A4}"/>
                    </a:ext>
                  </a:extLst>
                </p:cNvPr>
                <p:cNvSpPr/>
                <p:nvPr/>
              </p:nvSpPr>
              <p:spPr>
                <a:xfrm>
                  <a:off x="4671013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3" name="pg3713">
                  <a:extLst>
                    <a:ext uri="{FF2B5EF4-FFF2-40B4-BE49-F238E27FC236}">
                      <a16:creationId xmlns:a16="http://schemas.microsoft.com/office/drawing/2014/main" id="{AB1A04A4-5ACB-77FF-E7B6-2B332035CE01}"/>
                    </a:ext>
                  </a:extLst>
                </p:cNvPr>
                <p:cNvSpPr/>
                <p:nvPr/>
              </p:nvSpPr>
              <p:spPr>
                <a:xfrm>
                  <a:off x="4682651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4" name="pg3714">
                  <a:extLst>
                    <a:ext uri="{FF2B5EF4-FFF2-40B4-BE49-F238E27FC236}">
                      <a16:creationId xmlns:a16="http://schemas.microsoft.com/office/drawing/2014/main" id="{AE50C572-C33A-F608-2F6A-2B3E9CA6A45F}"/>
                    </a:ext>
                  </a:extLst>
                </p:cNvPr>
                <p:cNvSpPr/>
                <p:nvPr/>
              </p:nvSpPr>
              <p:spPr>
                <a:xfrm>
                  <a:off x="4694288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5" name="pg3715">
                  <a:extLst>
                    <a:ext uri="{FF2B5EF4-FFF2-40B4-BE49-F238E27FC236}">
                      <a16:creationId xmlns:a16="http://schemas.microsoft.com/office/drawing/2014/main" id="{F4B6B1FC-A7C3-EDA1-00F5-6A1C0EA9F929}"/>
                    </a:ext>
                  </a:extLst>
                </p:cNvPr>
                <p:cNvSpPr/>
                <p:nvPr/>
              </p:nvSpPr>
              <p:spPr>
                <a:xfrm>
                  <a:off x="4705925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6" name="pg3716">
                  <a:extLst>
                    <a:ext uri="{FF2B5EF4-FFF2-40B4-BE49-F238E27FC236}">
                      <a16:creationId xmlns:a16="http://schemas.microsoft.com/office/drawing/2014/main" id="{BE5724E7-A12B-60E0-E658-CB82904EBA1C}"/>
                    </a:ext>
                  </a:extLst>
                </p:cNvPr>
                <p:cNvSpPr/>
                <p:nvPr/>
              </p:nvSpPr>
              <p:spPr>
                <a:xfrm>
                  <a:off x="4717563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7" name="pg3717">
                  <a:extLst>
                    <a:ext uri="{FF2B5EF4-FFF2-40B4-BE49-F238E27FC236}">
                      <a16:creationId xmlns:a16="http://schemas.microsoft.com/office/drawing/2014/main" id="{92B72D48-DB84-B2B0-9A53-F370BBC9198C}"/>
                    </a:ext>
                  </a:extLst>
                </p:cNvPr>
                <p:cNvSpPr/>
                <p:nvPr/>
              </p:nvSpPr>
              <p:spPr>
                <a:xfrm>
                  <a:off x="4729200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8" name="pg3718">
                  <a:extLst>
                    <a:ext uri="{FF2B5EF4-FFF2-40B4-BE49-F238E27FC236}">
                      <a16:creationId xmlns:a16="http://schemas.microsoft.com/office/drawing/2014/main" id="{97769A41-D0E5-4B47-AA4E-CF709ECB642E}"/>
                    </a:ext>
                  </a:extLst>
                </p:cNvPr>
                <p:cNvSpPr/>
                <p:nvPr/>
              </p:nvSpPr>
              <p:spPr>
                <a:xfrm>
                  <a:off x="2878865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9" name="pg3719">
                  <a:extLst>
                    <a:ext uri="{FF2B5EF4-FFF2-40B4-BE49-F238E27FC236}">
                      <a16:creationId xmlns:a16="http://schemas.microsoft.com/office/drawing/2014/main" id="{3F73D88C-9BC1-6FFA-8B06-89C3F53745FA}"/>
                    </a:ext>
                  </a:extLst>
                </p:cNvPr>
                <p:cNvSpPr/>
                <p:nvPr/>
              </p:nvSpPr>
              <p:spPr>
                <a:xfrm>
                  <a:off x="2890502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0" name="pg3720">
                  <a:extLst>
                    <a:ext uri="{FF2B5EF4-FFF2-40B4-BE49-F238E27FC236}">
                      <a16:creationId xmlns:a16="http://schemas.microsoft.com/office/drawing/2014/main" id="{166F74F9-2B3C-FAA4-E691-05D91F64C75D}"/>
                    </a:ext>
                  </a:extLst>
                </p:cNvPr>
                <p:cNvSpPr/>
                <p:nvPr/>
              </p:nvSpPr>
              <p:spPr>
                <a:xfrm>
                  <a:off x="2902139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1" name="pg3721">
                  <a:extLst>
                    <a:ext uri="{FF2B5EF4-FFF2-40B4-BE49-F238E27FC236}">
                      <a16:creationId xmlns:a16="http://schemas.microsoft.com/office/drawing/2014/main" id="{E4B8F5D8-441F-E575-61A1-B01BB0BBF0D2}"/>
                    </a:ext>
                  </a:extLst>
                </p:cNvPr>
                <p:cNvSpPr/>
                <p:nvPr/>
              </p:nvSpPr>
              <p:spPr>
                <a:xfrm>
                  <a:off x="2913777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2" name="pg3722">
                  <a:extLst>
                    <a:ext uri="{FF2B5EF4-FFF2-40B4-BE49-F238E27FC236}">
                      <a16:creationId xmlns:a16="http://schemas.microsoft.com/office/drawing/2014/main" id="{BAAE75B2-6F32-438C-A9C5-1B0A47C7D8B0}"/>
                    </a:ext>
                  </a:extLst>
                </p:cNvPr>
                <p:cNvSpPr/>
                <p:nvPr/>
              </p:nvSpPr>
              <p:spPr>
                <a:xfrm>
                  <a:off x="2925414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3" name="pg3723">
                  <a:extLst>
                    <a:ext uri="{FF2B5EF4-FFF2-40B4-BE49-F238E27FC236}">
                      <a16:creationId xmlns:a16="http://schemas.microsoft.com/office/drawing/2014/main" id="{8C18D102-5827-CF74-17DB-55872E6B28E7}"/>
                    </a:ext>
                  </a:extLst>
                </p:cNvPr>
                <p:cNvSpPr/>
                <p:nvPr/>
              </p:nvSpPr>
              <p:spPr>
                <a:xfrm>
                  <a:off x="4566278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4" name="pg3724">
                  <a:extLst>
                    <a:ext uri="{FF2B5EF4-FFF2-40B4-BE49-F238E27FC236}">
                      <a16:creationId xmlns:a16="http://schemas.microsoft.com/office/drawing/2014/main" id="{3E3D758B-D38A-E505-D7F3-96F11DC6C0C9}"/>
                    </a:ext>
                  </a:extLst>
                </p:cNvPr>
                <p:cNvSpPr/>
                <p:nvPr/>
              </p:nvSpPr>
              <p:spPr>
                <a:xfrm>
                  <a:off x="4577915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5" name="pg3725">
                  <a:extLst>
                    <a:ext uri="{FF2B5EF4-FFF2-40B4-BE49-F238E27FC236}">
                      <a16:creationId xmlns:a16="http://schemas.microsoft.com/office/drawing/2014/main" id="{60FDE264-4377-F0CC-EE47-0CADCE2AB31E}"/>
                    </a:ext>
                  </a:extLst>
                </p:cNvPr>
                <p:cNvSpPr/>
                <p:nvPr/>
              </p:nvSpPr>
              <p:spPr>
                <a:xfrm>
                  <a:off x="4589552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6" name="pg3726">
                  <a:extLst>
                    <a:ext uri="{FF2B5EF4-FFF2-40B4-BE49-F238E27FC236}">
                      <a16:creationId xmlns:a16="http://schemas.microsoft.com/office/drawing/2014/main" id="{8B1D31EE-3DD2-CD4E-B121-A1CD0E16B4E9}"/>
                    </a:ext>
                  </a:extLst>
                </p:cNvPr>
                <p:cNvSpPr/>
                <p:nvPr/>
              </p:nvSpPr>
              <p:spPr>
                <a:xfrm>
                  <a:off x="4601190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7" name="pg3727">
                  <a:extLst>
                    <a:ext uri="{FF2B5EF4-FFF2-40B4-BE49-F238E27FC236}">
                      <a16:creationId xmlns:a16="http://schemas.microsoft.com/office/drawing/2014/main" id="{BA3B2804-90FF-541B-ECFE-14C42EA19137}"/>
                    </a:ext>
                  </a:extLst>
                </p:cNvPr>
                <p:cNvSpPr/>
                <p:nvPr/>
              </p:nvSpPr>
              <p:spPr>
                <a:xfrm>
                  <a:off x="4612827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8" name="pg3728">
                  <a:extLst>
                    <a:ext uri="{FF2B5EF4-FFF2-40B4-BE49-F238E27FC236}">
                      <a16:creationId xmlns:a16="http://schemas.microsoft.com/office/drawing/2014/main" id="{B6D9AB41-8E4F-E58E-A867-D5AB7A301824}"/>
                    </a:ext>
                  </a:extLst>
                </p:cNvPr>
                <p:cNvSpPr/>
                <p:nvPr/>
              </p:nvSpPr>
              <p:spPr>
                <a:xfrm>
                  <a:off x="4671013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9" name="pg3729">
                  <a:extLst>
                    <a:ext uri="{FF2B5EF4-FFF2-40B4-BE49-F238E27FC236}">
                      <a16:creationId xmlns:a16="http://schemas.microsoft.com/office/drawing/2014/main" id="{B9ACC002-48B7-8E6E-47AE-8365A2A2AE57}"/>
                    </a:ext>
                  </a:extLst>
                </p:cNvPr>
                <p:cNvSpPr/>
                <p:nvPr/>
              </p:nvSpPr>
              <p:spPr>
                <a:xfrm>
                  <a:off x="4682651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0" name="pg3730">
                  <a:extLst>
                    <a:ext uri="{FF2B5EF4-FFF2-40B4-BE49-F238E27FC236}">
                      <a16:creationId xmlns:a16="http://schemas.microsoft.com/office/drawing/2014/main" id="{2E4F86B2-DEC6-9159-2FEE-2612EA4E75B1}"/>
                    </a:ext>
                  </a:extLst>
                </p:cNvPr>
                <p:cNvSpPr/>
                <p:nvPr/>
              </p:nvSpPr>
              <p:spPr>
                <a:xfrm>
                  <a:off x="4694288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1" name="pg3731">
                  <a:extLst>
                    <a:ext uri="{FF2B5EF4-FFF2-40B4-BE49-F238E27FC236}">
                      <a16:creationId xmlns:a16="http://schemas.microsoft.com/office/drawing/2014/main" id="{E7677AA9-4805-BCAC-E6DF-D45F208BE8BB}"/>
                    </a:ext>
                  </a:extLst>
                </p:cNvPr>
                <p:cNvSpPr/>
                <p:nvPr/>
              </p:nvSpPr>
              <p:spPr>
                <a:xfrm>
                  <a:off x="4705925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2" name="pg3732">
                  <a:extLst>
                    <a:ext uri="{FF2B5EF4-FFF2-40B4-BE49-F238E27FC236}">
                      <a16:creationId xmlns:a16="http://schemas.microsoft.com/office/drawing/2014/main" id="{BD9D563C-2E70-AAB2-0D2E-568329084968}"/>
                    </a:ext>
                  </a:extLst>
                </p:cNvPr>
                <p:cNvSpPr/>
                <p:nvPr/>
              </p:nvSpPr>
              <p:spPr>
                <a:xfrm>
                  <a:off x="4717563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3" name="pg3733">
                  <a:extLst>
                    <a:ext uri="{FF2B5EF4-FFF2-40B4-BE49-F238E27FC236}">
                      <a16:creationId xmlns:a16="http://schemas.microsoft.com/office/drawing/2014/main" id="{68F811D9-BC68-0D7F-4269-5D7CA720C3C6}"/>
                    </a:ext>
                  </a:extLst>
                </p:cNvPr>
                <p:cNvSpPr/>
                <p:nvPr/>
              </p:nvSpPr>
              <p:spPr>
                <a:xfrm>
                  <a:off x="2867227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4" name="pg3734">
                  <a:extLst>
                    <a:ext uri="{FF2B5EF4-FFF2-40B4-BE49-F238E27FC236}">
                      <a16:creationId xmlns:a16="http://schemas.microsoft.com/office/drawing/2014/main" id="{E1AD1AAF-FE36-9A8E-3973-29E8C5CE847F}"/>
                    </a:ext>
                  </a:extLst>
                </p:cNvPr>
                <p:cNvSpPr/>
                <p:nvPr/>
              </p:nvSpPr>
              <p:spPr>
                <a:xfrm>
                  <a:off x="2878865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5" name="pg3735">
                  <a:extLst>
                    <a:ext uri="{FF2B5EF4-FFF2-40B4-BE49-F238E27FC236}">
                      <a16:creationId xmlns:a16="http://schemas.microsoft.com/office/drawing/2014/main" id="{CFB6EF11-44D9-46D0-0C2D-C50A22190690}"/>
                    </a:ext>
                  </a:extLst>
                </p:cNvPr>
                <p:cNvSpPr/>
                <p:nvPr/>
              </p:nvSpPr>
              <p:spPr>
                <a:xfrm>
                  <a:off x="2890502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6" name="pg3736">
                  <a:extLst>
                    <a:ext uri="{FF2B5EF4-FFF2-40B4-BE49-F238E27FC236}">
                      <a16:creationId xmlns:a16="http://schemas.microsoft.com/office/drawing/2014/main" id="{3360B32A-D03F-0C6F-A21A-FE594C12D009}"/>
                    </a:ext>
                  </a:extLst>
                </p:cNvPr>
                <p:cNvSpPr/>
                <p:nvPr/>
              </p:nvSpPr>
              <p:spPr>
                <a:xfrm>
                  <a:off x="2902139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7" name="pg3737">
                  <a:extLst>
                    <a:ext uri="{FF2B5EF4-FFF2-40B4-BE49-F238E27FC236}">
                      <a16:creationId xmlns:a16="http://schemas.microsoft.com/office/drawing/2014/main" id="{8C87CCF0-FF1F-08E8-1953-D05F7CB4AF6F}"/>
                    </a:ext>
                  </a:extLst>
                </p:cNvPr>
                <p:cNvSpPr/>
                <p:nvPr/>
              </p:nvSpPr>
              <p:spPr>
                <a:xfrm>
                  <a:off x="2913777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8" name="pg3738">
                  <a:extLst>
                    <a:ext uri="{FF2B5EF4-FFF2-40B4-BE49-F238E27FC236}">
                      <a16:creationId xmlns:a16="http://schemas.microsoft.com/office/drawing/2014/main" id="{99304583-542C-A8E0-F898-47A749811583}"/>
                    </a:ext>
                  </a:extLst>
                </p:cNvPr>
                <p:cNvSpPr/>
                <p:nvPr/>
              </p:nvSpPr>
              <p:spPr>
                <a:xfrm>
                  <a:off x="4577915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9" name="pg3739">
                  <a:extLst>
                    <a:ext uri="{FF2B5EF4-FFF2-40B4-BE49-F238E27FC236}">
                      <a16:creationId xmlns:a16="http://schemas.microsoft.com/office/drawing/2014/main" id="{30F53910-B170-868A-CDFA-C7948D464328}"/>
                    </a:ext>
                  </a:extLst>
                </p:cNvPr>
                <p:cNvSpPr/>
                <p:nvPr/>
              </p:nvSpPr>
              <p:spPr>
                <a:xfrm>
                  <a:off x="4589552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0" name="pg3740">
                  <a:extLst>
                    <a:ext uri="{FF2B5EF4-FFF2-40B4-BE49-F238E27FC236}">
                      <a16:creationId xmlns:a16="http://schemas.microsoft.com/office/drawing/2014/main" id="{5770A735-103D-CD42-17EC-71B24B3D3894}"/>
                    </a:ext>
                  </a:extLst>
                </p:cNvPr>
                <p:cNvSpPr/>
                <p:nvPr/>
              </p:nvSpPr>
              <p:spPr>
                <a:xfrm>
                  <a:off x="4601190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1" name="pg3741">
                  <a:extLst>
                    <a:ext uri="{FF2B5EF4-FFF2-40B4-BE49-F238E27FC236}">
                      <a16:creationId xmlns:a16="http://schemas.microsoft.com/office/drawing/2014/main" id="{9D19A286-870B-9E38-A8C9-FB74C478B480}"/>
                    </a:ext>
                  </a:extLst>
                </p:cNvPr>
                <p:cNvSpPr/>
                <p:nvPr/>
              </p:nvSpPr>
              <p:spPr>
                <a:xfrm>
                  <a:off x="4612827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2" name="pg3742">
                  <a:extLst>
                    <a:ext uri="{FF2B5EF4-FFF2-40B4-BE49-F238E27FC236}">
                      <a16:creationId xmlns:a16="http://schemas.microsoft.com/office/drawing/2014/main" id="{49F6D4DB-CAD8-075C-8018-44BEBC8B0FF1}"/>
                    </a:ext>
                  </a:extLst>
                </p:cNvPr>
                <p:cNvSpPr/>
                <p:nvPr/>
              </p:nvSpPr>
              <p:spPr>
                <a:xfrm>
                  <a:off x="4624464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3" name="pg3743">
                  <a:extLst>
                    <a:ext uri="{FF2B5EF4-FFF2-40B4-BE49-F238E27FC236}">
                      <a16:creationId xmlns:a16="http://schemas.microsoft.com/office/drawing/2014/main" id="{DBFEDA6F-E87B-6A52-D4D5-E98036959893}"/>
                    </a:ext>
                  </a:extLst>
                </p:cNvPr>
                <p:cNvSpPr/>
                <p:nvPr/>
              </p:nvSpPr>
              <p:spPr>
                <a:xfrm>
                  <a:off x="4636101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4" name="pg3744">
                  <a:extLst>
                    <a:ext uri="{FF2B5EF4-FFF2-40B4-BE49-F238E27FC236}">
                      <a16:creationId xmlns:a16="http://schemas.microsoft.com/office/drawing/2014/main" id="{2A271775-AB29-C0F4-54E6-B82AF7E7EA3F}"/>
                    </a:ext>
                  </a:extLst>
                </p:cNvPr>
                <p:cNvSpPr/>
                <p:nvPr/>
              </p:nvSpPr>
              <p:spPr>
                <a:xfrm>
                  <a:off x="4659376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5" name="pg3745">
                  <a:extLst>
                    <a:ext uri="{FF2B5EF4-FFF2-40B4-BE49-F238E27FC236}">
                      <a16:creationId xmlns:a16="http://schemas.microsoft.com/office/drawing/2014/main" id="{92B9783E-CC8D-7462-2B2E-BF8D98E015E5}"/>
                    </a:ext>
                  </a:extLst>
                </p:cNvPr>
                <p:cNvSpPr/>
                <p:nvPr/>
              </p:nvSpPr>
              <p:spPr>
                <a:xfrm>
                  <a:off x="4671013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6" name="pg3746">
                  <a:extLst>
                    <a:ext uri="{FF2B5EF4-FFF2-40B4-BE49-F238E27FC236}">
                      <a16:creationId xmlns:a16="http://schemas.microsoft.com/office/drawing/2014/main" id="{817C159B-3E15-BE41-F64E-B02F5D6C0FE5}"/>
                    </a:ext>
                  </a:extLst>
                </p:cNvPr>
                <p:cNvSpPr/>
                <p:nvPr/>
              </p:nvSpPr>
              <p:spPr>
                <a:xfrm>
                  <a:off x="4682651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7" name="pg3747">
                  <a:extLst>
                    <a:ext uri="{FF2B5EF4-FFF2-40B4-BE49-F238E27FC236}">
                      <a16:creationId xmlns:a16="http://schemas.microsoft.com/office/drawing/2014/main" id="{62F81B5B-B985-2AF2-3805-C543064A035D}"/>
                    </a:ext>
                  </a:extLst>
                </p:cNvPr>
                <p:cNvSpPr/>
                <p:nvPr/>
              </p:nvSpPr>
              <p:spPr>
                <a:xfrm>
                  <a:off x="4694288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8" name="pg3748">
                  <a:extLst>
                    <a:ext uri="{FF2B5EF4-FFF2-40B4-BE49-F238E27FC236}">
                      <a16:creationId xmlns:a16="http://schemas.microsoft.com/office/drawing/2014/main" id="{C39E9578-B3F9-5879-EF66-344F2930DCB4}"/>
                    </a:ext>
                  </a:extLst>
                </p:cNvPr>
                <p:cNvSpPr/>
                <p:nvPr/>
              </p:nvSpPr>
              <p:spPr>
                <a:xfrm>
                  <a:off x="4705925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9" name="pg3749">
                  <a:extLst>
                    <a:ext uri="{FF2B5EF4-FFF2-40B4-BE49-F238E27FC236}">
                      <a16:creationId xmlns:a16="http://schemas.microsoft.com/office/drawing/2014/main" id="{4B297A56-E991-A298-788C-1D63071C958D}"/>
                    </a:ext>
                  </a:extLst>
                </p:cNvPr>
                <p:cNvSpPr/>
                <p:nvPr/>
              </p:nvSpPr>
              <p:spPr>
                <a:xfrm>
                  <a:off x="2855590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0" name="pg3750">
                  <a:extLst>
                    <a:ext uri="{FF2B5EF4-FFF2-40B4-BE49-F238E27FC236}">
                      <a16:creationId xmlns:a16="http://schemas.microsoft.com/office/drawing/2014/main" id="{C2997007-C3D7-34D5-8901-17B002BBF2BC}"/>
                    </a:ext>
                  </a:extLst>
                </p:cNvPr>
                <p:cNvSpPr/>
                <p:nvPr/>
              </p:nvSpPr>
              <p:spPr>
                <a:xfrm>
                  <a:off x="2867227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1" name="pg3751">
                  <a:extLst>
                    <a:ext uri="{FF2B5EF4-FFF2-40B4-BE49-F238E27FC236}">
                      <a16:creationId xmlns:a16="http://schemas.microsoft.com/office/drawing/2014/main" id="{4E8A1182-1C34-705B-E41D-3093F055AA1E}"/>
                    </a:ext>
                  </a:extLst>
                </p:cNvPr>
                <p:cNvSpPr/>
                <p:nvPr/>
              </p:nvSpPr>
              <p:spPr>
                <a:xfrm>
                  <a:off x="2878865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2" name="pg3752">
                  <a:extLst>
                    <a:ext uri="{FF2B5EF4-FFF2-40B4-BE49-F238E27FC236}">
                      <a16:creationId xmlns:a16="http://schemas.microsoft.com/office/drawing/2014/main" id="{890AABAC-4C25-9990-4007-01B70374ABBD}"/>
                    </a:ext>
                  </a:extLst>
                </p:cNvPr>
                <p:cNvSpPr/>
                <p:nvPr/>
              </p:nvSpPr>
              <p:spPr>
                <a:xfrm>
                  <a:off x="2890502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3" name="pg3753">
                  <a:extLst>
                    <a:ext uri="{FF2B5EF4-FFF2-40B4-BE49-F238E27FC236}">
                      <a16:creationId xmlns:a16="http://schemas.microsoft.com/office/drawing/2014/main" id="{DBAC33A0-B985-DF89-231B-12CA5589949D}"/>
                    </a:ext>
                  </a:extLst>
                </p:cNvPr>
                <p:cNvSpPr/>
                <p:nvPr/>
              </p:nvSpPr>
              <p:spPr>
                <a:xfrm>
                  <a:off x="2902139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4" name="pg3754">
                  <a:extLst>
                    <a:ext uri="{FF2B5EF4-FFF2-40B4-BE49-F238E27FC236}">
                      <a16:creationId xmlns:a16="http://schemas.microsoft.com/office/drawing/2014/main" id="{0AF70E9C-594F-78DD-B948-954E9D5ADF7E}"/>
                    </a:ext>
                  </a:extLst>
                </p:cNvPr>
                <p:cNvSpPr/>
                <p:nvPr/>
              </p:nvSpPr>
              <p:spPr>
                <a:xfrm>
                  <a:off x="2913777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5" name="pg3755">
                  <a:extLst>
                    <a:ext uri="{FF2B5EF4-FFF2-40B4-BE49-F238E27FC236}">
                      <a16:creationId xmlns:a16="http://schemas.microsoft.com/office/drawing/2014/main" id="{E659D94B-64C7-4DB4-C559-9A30993DA82D}"/>
                    </a:ext>
                  </a:extLst>
                </p:cNvPr>
                <p:cNvSpPr/>
                <p:nvPr/>
              </p:nvSpPr>
              <p:spPr>
                <a:xfrm>
                  <a:off x="4577915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6" name="pg3756">
                  <a:extLst>
                    <a:ext uri="{FF2B5EF4-FFF2-40B4-BE49-F238E27FC236}">
                      <a16:creationId xmlns:a16="http://schemas.microsoft.com/office/drawing/2014/main" id="{1CC66E34-EAEC-1111-E33A-212183961FB7}"/>
                    </a:ext>
                  </a:extLst>
                </p:cNvPr>
                <p:cNvSpPr/>
                <p:nvPr/>
              </p:nvSpPr>
              <p:spPr>
                <a:xfrm>
                  <a:off x="4589552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7" name="pg3757">
                  <a:extLst>
                    <a:ext uri="{FF2B5EF4-FFF2-40B4-BE49-F238E27FC236}">
                      <a16:creationId xmlns:a16="http://schemas.microsoft.com/office/drawing/2014/main" id="{37B2BC0B-46C0-35DA-A0F8-D93FC2615B13}"/>
                    </a:ext>
                  </a:extLst>
                </p:cNvPr>
                <p:cNvSpPr/>
                <p:nvPr/>
              </p:nvSpPr>
              <p:spPr>
                <a:xfrm>
                  <a:off x="4601190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8" name="pg3758">
                  <a:extLst>
                    <a:ext uri="{FF2B5EF4-FFF2-40B4-BE49-F238E27FC236}">
                      <a16:creationId xmlns:a16="http://schemas.microsoft.com/office/drawing/2014/main" id="{E6FBA5A5-E405-074D-69D8-B7FF22BBCB1D}"/>
                    </a:ext>
                  </a:extLst>
                </p:cNvPr>
                <p:cNvSpPr/>
                <p:nvPr/>
              </p:nvSpPr>
              <p:spPr>
                <a:xfrm>
                  <a:off x="4612827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9" name="pg3759">
                  <a:extLst>
                    <a:ext uri="{FF2B5EF4-FFF2-40B4-BE49-F238E27FC236}">
                      <a16:creationId xmlns:a16="http://schemas.microsoft.com/office/drawing/2014/main" id="{547D938F-A633-286C-A64B-01E8F72BFFE7}"/>
                    </a:ext>
                  </a:extLst>
                </p:cNvPr>
                <p:cNvSpPr/>
                <p:nvPr/>
              </p:nvSpPr>
              <p:spPr>
                <a:xfrm>
                  <a:off x="4624464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0" name="pg3760">
                  <a:extLst>
                    <a:ext uri="{FF2B5EF4-FFF2-40B4-BE49-F238E27FC236}">
                      <a16:creationId xmlns:a16="http://schemas.microsoft.com/office/drawing/2014/main" id="{5B920A45-2448-2BBF-1A35-AFB5A63711C6}"/>
                    </a:ext>
                  </a:extLst>
                </p:cNvPr>
                <p:cNvSpPr/>
                <p:nvPr/>
              </p:nvSpPr>
              <p:spPr>
                <a:xfrm>
                  <a:off x="4636101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1" name="pg3761">
                  <a:extLst>
                    <a:ext uri="{FF2B5EF4-FFF2-40B4-BE49-F238E27FC236}">
                      <a16:creationId xmlns:a16="http://schemas.microsoft.com/office/drawing/2014/main" id="{460A67BD-C12A-F03A-AEE2-3C918C8BC442}"/>
                    </a:ext>
                  </a:extLst>
                </p:cNvPr>
                <p:cNvSpPr/>
                <p:nvPr/>
              </p:nvSpPr>
              <p:spPr>
                <a:xfrm>
                  <a:off x="4647739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2" name="pg3762">
                  <a:extLst>
                    <a:ext uri="{FF2B5EF4-FFF2-40B4-BE49-F238E27FC236}">
                      <a16:creationId xmlns:a16="http://schemas.microsoft.com/office/drawing/2014/main" id="{54E47CE9-0663-6B62-4C90-7E7DC1CBCBF2}"/>
                    </a:ext>
                  </a:extLst>
                </p:cNvPr>
                <p:cNvSpPr/>
                <p:nvPr/>
              </p:nvSpPr>
              <p:spPr>
                <a:xfrm>
                  <a:off x="4659376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3" name="pg3763">
                  <a:extLst>
                    <a:ext uri="{FF2B5EF4-FFF2-40B4-BE49-F238E27FC236}">
                      <a16:creationId xmlns:a16="http://schemas.microsoft.com/office/drawing/2014/main" id="{CDEC2BE4-0151-A785-4B34-F88407D2A57E}"/>
                    </a:ext>
                  </a:extLst>
                </p:cNvPr>
                <p:cNvSpPr/>
                <p:nvPr/>
              </p:nvSpPr>
              <p:spPr>
                <a:xfrm>
                  <a:off x="4671013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4" name="pg3764">
                  <a:extLst>
                    <a:ext uri="{FF2B5EF4-FFF2-40B4-BE49-F238E27FC236}">
                      <a16:creationId xmlns:a16="http://schemas.microsoft.com/office/drawing/2014/main" id="{FD2D60E4-273D-4DB0-F06B-4754EFADE035}"/>
                    </a:ext>
                  </a:extLst>
                </p:cNvPr>
                <p:cNvSpPr/>
                <p:nvPr/>
              </p:nvSpPr>
              <p:spPr>
                <a:xfrm>
                  <a:off x="4682651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5" name="pg3765">
                  <a:extLst>
                    <a:ext uri="{FF2B5EF4-FFF2-40B4-BE49-F238E27FC236}">
                      <a16:creationId xmlns:a16="http://schemas.microsoft.com/office/drawing/2014/main" id="{8DD4A459-651B-8AFF-7AEA-4640B61F0592}"/>
                    </a:ext>
                  </a:extLst>
                </p:cNvPr>
                <p:cNvSpPr/>
                <p:nvPr/>
              </p:nvSpPr>
              <p:spPr>
                <a:xfrm>
                  <a:off x="4694288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6" name="pg3766">
                  <a:extLst>
                    <a:ext uri="{FF2B5EF4-FFF2-40B4-BE49-F238E27FC236}">
                      <a16:creationId xmlns:a16="http://schemas.microsoft.com/office/drawing/2014/main" id="{BE23B49D-CAAA-39AF-7D04-04ECDF575936}"/>
                    </a:ext>
                  </a:extLst>
                </p:cNvPr>
                <p:cNvSpPr/>
                <p:nvPr/>
              </p:nvSpPr>
              <p:spPr>
                <a:xfrm>
                  <a:off x="4705925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7" name="pg3767">
                  <a:extLst>
                    <a:ext uri="{FF2B5EF4-FFF2-40B4-BE49-F238E27FC236}">
                      <a16:creationId xmlns:a16="http://schemas.microsoft.com/office/drawing/2014/main" id="{98944F2E-2A5D-B622-640D-B0BD74F7C84C}"/>
                    </a:ext>
                  </a:extLst>
                </p:cNvPr>
                <p:cNvSpPr/>
                <p:nvPr/>
              </p:nvSpPr>
              <p:spPr>
                <a:xfrm>
                  <a:off x="2855590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8" name="pg3768">
                  <a:extLst>
                    <a:ext uri="{FF2B5EF4-FFF2-40B4-BE49-F238E27FC236}">
                      <a16:creationId xmlns:a16="http://schemas.microsoft.com/office/drawing/2014/main" id="{617606C4-ACB5-851F-2980-8478A7C512CE}"/>
                    </a:ext>
                  </a:extLst>
                </p:cNvPr>
                <p:cNvSpPr/>
                <p:nvPr/>
              </p:nvSpPr>
              <p:spPr>
                <a:xfrm>
                  <a:off x="2867227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9" name="pg3769">
                  <a:extLst>
                    <a:ext uri="{FF2B5EF4-FFF2-40B4-BE49-F238E27FC236}">
                      <a16:creationId xmlns:a16="http://schemas.microsoft.com/office/drawing/2014/main" id="{E91B652F-1C1F-9C0B-58EB-5F312ACAD48D}"/>
                    </a:ext>
                  </a:extLst>
                </p:cNvPr>
                <p:cNvSpPr/>
                <p:nvPr/>
              </p:nvSpPr>
              <p:spPr>
                <a:xfrm>
                  <a:off x="2878865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0" name="pg3770">
                  <a:extLst>
                    <a:ext uri="{FF2B5EF4-FFF2-40B4-BE49-F238E27FC236}">
                      <a16:creationId xmlns:a16="http://schemas.microsoft.com/office/drawing/2014/main" id="{A57A8E74-3F18-988D-8997-F26DA15CC817}"/>
                    </a:ext>
                  </a:extLst>
                </p:cNvPr>
                <p:cNvSpPr/>
                <p:nvPr/>
              </p:nvSpPr>
              <p:spPr>
                <a:xfrm>
                  <a:off x="2890502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1" name="pg3771">
                  <a:extLst>
                    <a:ext uri="{FF2B5EF4-FFF2-40B4-BE49-F238E27FC236}">
                      <a16:creationId xmlns:a16="http://schemas.microsoft.com/office/drawing/2014/main" id="{E2D3F0F7-ABDD-A09D-43DF-7188AA14DCA3}"/>
                    </a:ext>
                  </a:extLst>
                </p:cNvPr>
                <p:cNvSpPr/>
                <p:nvPr/>
              </p:nvSpPr>
              <p:spPr>
                <a:xfrm>
                  <a:off x="2902139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2" name="pg3772">
                  <a:extLst>
                    <a:ext uri="{FF2B5EF4-FFF2-40B4-BE49-F238E27FC236}">
                      <a16:creationId xmlns:a16="http://schemas.microsoft.com/office/drawing/2014/main" id="{CD3867CC-3B95-C3FC-2544-4F52C2071084}"/>
                    </a:ext>
                  </a:extLst>
                </p:cNvPr>
                <p:cNvSpPr/>
                <p:nvPr/>
              </p:nvSpPr>
              <p:spPr>
                <a:xfrm>
                  <a:off x="4577915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3" name="pg3773">
                  <a:extLst>
                    <a:ext uri="{FF2B5EF4-FFF2-40B4-BE49-F238E27FC236}">
                      <a16:creationId xmlns:a16="http://schemas.microsoft.com/office/drawing/2014/main" id="{02F1D5DD-60D1-F760-EC43-5EF7EB57683C}"/>
                    </a:ext>
                  </a:extLst>
                </p:cNvPr>
                <p:cNvSpPr/>
                <p:nvPr/>
              </p:nvSpPr>
              <p:spPr>
                <a:xfrm>
                  <a:off x="4589552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4" name="pg3774">
                  <a:extLst>
                    <a:ext uri="{FF2B5EF4-FFF2-40B4-BE49-F238E27FC236}">
                      <a16:creationId xmlns:a16="http://schemas.microsoft.com/office/drawing/2014/main" id="{27EED0F8-2D25-54E9-36A6-5559CF766167}"/>
                    </a:ext>
                  </a:extLst>
                </p:cNvPr>
                <p:cNvSpPr/>
                <p:nvPr/>
              </p:nvSpPr>
              <p:spPr>
                <a:xfrm>
                  <a:off x="4601190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5" name="pg3775">
                  <a:extLst>
                    <a:ext uri="{FF2B5EF4-FFF2-40B4-BE49-F238E27FC236}">
                      <a16:creationId xmlns:a16="http://schemas.microsoft.com/office/drawing/2014/main" id="{BB1AC118-B028-244F-3DC8-D2EBA8CDF5C9}"/>
                    </a:ext>
                  </a:extLst>
                </p:cNvPr>
                <p:cNvSpPr/>
                <p:nvPr/>
              </p:nvSpPr>
              <p:spPr>
                <a:xfrm>
                  <a:off x="4612827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6" name="pg3776">
                  <a:extLst>
                    <a:ext uri="{FF2B5EF4-FFF2-40B4-BE49-F238E27FC236}">
                      <a16:creationId xmlns:a16="http://schemas.microsoft.com/office/drawing/2014/main" id="{06721ACA-7D66-0DAA-EFB5-3D242C2E26C4}"/>
                    </a:ext>
                  </a:extLst>
                </p:cNvPr>
                <p:cNvSpPr/>
                <p:nvPr/>
              </p:nvSpPr>
              <p:spPr>
                <a:xfrm>
                  <a:off x="4624464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7" name="pg3777">
                  <a:extLst>
                    <a:ext uri="{FF2B5EF4-FFF2-40B4-BE49-F238E27FC236}">
                      <a16:creationId xmlns:a16="http://schemas.microsoft.com/office/drawing/2014/main" id="{F7A41E32-136C-6D85-146A-2F0ECDDB278D}"/>
                    </a:ext>
                  </a:extLst>
                </p:cNvPr>
                <p:cNvSpPr/>
                <p:nvPr/>
              </p:nvSpPr>
              <p:spPr>
                <a:xfrm>
                  <a:off x="4636101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8" name="pg3778">
                  <a:extLst>
                    <a:ext uri="{FF2B5EF4-FFF2-40B4-BE49-F238E27FC236}">
                      <a16:creationId xmlns:a16="http://schemas.microsoft.com/office/drawing/2014/main" id="{718AF064-0BD7-5B2F-8454-BCC1F51D1967}"/>
                    </a:ext>
                  </a:extLst>
                </p:cNvPr>
                <p:cNvSpPr/>
                <p:nvPr/>
              </p:nvSpPr>
              <p:spPr>
                <a:xfrm>
                  <a:off x="4647739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9" name="pg3779">
                  <a:extLst>
                    <a:ext uri="{FF2B5EF4-FFF2-40B4-BE49-F238E27FC236}">
                      <a16:creationId xmlns:a16="http://schemas.microsoft.com/office/drawing/2014/main" id="{8EFF0EE6-91D3-965A-8CDD-AF7E3AE5AAF9}"/>
                    </a:ext>
                  </a:extLst>
                </p:cNvPr>
                <p:cNvSpPr/>
                <p:nvPr/>
              </p:nvSpPr>
              <p:spPr>
                <a:xfrm>
                  <a:off x="4659376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0" name="pg3780">
                  <a:extLst>
                    <a:ext uri="{FF2B5EF4-FFF2-40B4-BE49-F238E27FC236}">
                      <a16:creationId xmlns:a16="http://schemas.microsoft.com/office/drawing/2014/main" id="{53E97D06-7F49-E658-5464-D88F2B40572B}"/>
                    </a:ext>
                  </a:extLst>
                </p:cNvPr>
                <p:cNvSpPr/>
                <p:nvPr/>
              </p:nvSpPr>
              <p:spPr>
                <a:xfrm>
                  <a:off x="4671013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1" name="pg3781">
                  <a:extLst>
                    <a:ext uri="{FF2B5EF4-FFF2-40B4-BE49-F238E27FC236}">
                      <a16:creationId xmlns:a16="http://schemas.microsoft.com/office/drawing/2014/main" id="{4B065B12-3695-D2FC-564B-098991E39FEC}"/>
                    </a:ext>
                  </a:extLst>
                </p:cNvPr>
                <p:cNvSpPr/>
                <p:nvPr/>
              </p:nvSpPr>
              <p:spPr>
                <a:xfrm>
                  <a:off x="4682651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2" name="pg3782">
                  <a:extLst>
                    <a:ext uri="{FF2B5EF4-FFF2-40B4-BE49-F238E27FC236}">
                      <a16:creationId xmlns:a16="http://schemas.microsoft.com/office/drawing/2014/main" id="{759765CE-843F-0E10-2AA5-1A6405B69ABD}"/>
                    </a:ext>
                  </a:extLst>
                </p:cNvPr>
                <p:cNvSpPr/>
                <p:nvPr/>
              </p:nvSpPr>
              <p:spPr>
                <a:xfrm>
                  <a:off x="4694288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3" name="pg3783">
                  <a:extLst>
                    <a:ext uri="{FF2B5EF4-FFF2-40B4-BE49-F238E27FC236}">
                      <a16:creationId xmlns:a16="http://schemas.microsoft.com/office/drawing/2014/main" id="{0CFD5A6F-E69E-6F06-97DE-6D13F430D1ED}"/>
                    </a:ext>
                  </a:extLst>
                </p:cNvPr>
                <p:cNvSpPr/>
                <p:nvPr/>
              </p:nvSpPr>
              <p:spPr>
                <a:xfrm>
                  <a:off x="4705925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4" name="pg3784">
                  <a:extLst>
                    <a:ext uri="{FF2B5EF4-FFF2-40B4-BE49-F238E27FC236}">
                      <a16:creationId xmlns:a16="http://schemas.microsoft.com/office/drawing/2014/main" id="{0AD109A8-0E3F-A6E6-016F-74A0B6774C2F}"/>
                    </a:ext>
                  </a:extLst>
                </p:cNvPr>
                <p:cNvSpPr/>
                <p:nvPr/>
              </p:nvSpPr>
              <p:spPr>
                <a:xfrm>
                  <a:off x="2855590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5" name="pg3785">
                  <a:extLst>
                    <a:ext uri="{FF2B5EF4-FFF2-40B4-BE49-F238E27FC236}">
                      <a16:creationId xmlns:a16="http://schemas.microsoft.com/office/drawing/2014/main" id="{BDD6870F-F5BA-FD46-7972-F2D67A756278}"/>
                    </a:ext>
                  </a:extLst>
                </p:cNvPr>
                <p:cNvSpPr/>
                <p:nvPr/>
              </p:nvSpPr>
              <p:spPr>
                <a:xfrm>
                  <a:off x="2867227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6" name="pg3786">
                  <a:extLst>
                    <a:ext uri="{FF2B5EF4-FFF2-40B4-BE49-F238E27FC236}">
                      <a16:creationId xmlns:a16="http://schemas.microsoft.com/office/drawing/2014/main" id="{E14FFE6D-E0A9-1A3E-7738-3406D7C4AF23}"/>
                    </a:ext>
                  </a:extLst>
                </p:cNvPr>
                <p:cNvSpPr/>
                <p:nvPr/>
              </p:nvSpPr>
              <p:spPr>
                <a:xfrm>
                  <a:off x="2878865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7" name="pg3787">
                  <a:extLst>
                    <a:ext uri="{FF2B5EF4-FFF2-40B4-BE49-F238E27FC236}">
                      <a16:creationId xmlns:a16="http://schemas.microsoft.com/office/drawing/2014/main" id="{658CC01A-8549-6DC9-20A4-4FEEC57D4E21}"/>
                    </a:ext>
                  </a:extLst>
                </p:cNvPr>
                <p:cNvSpPr/>
                <p:nvPr/>
              </p:nvSpPr>
              <p:spPr>
                <a:xfrm>
                  <a:off x="2890502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8" name="pg3788">
                  <a:extLst>
                    <a:ext uri="{FF2B5EF4-FFF2-40B4-BE49-F238E27FC236}">
                      <a16:creationId xmlns:a16="http://schemas.microsoft.com/office/drawing/2014/main" id="{0F63D57C-3220-4D0A-A0B3-005FD5147F43}"/>
                    </a:ext>
                  </a:extLst>
                </p:cNvPr>
                <p:cNvSpPr/>
                <p:nvPr/>
              </p:nvSpPr>
              <p:spPr>
                <a:xfrm>
                  <a:off x="2902139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9" name="pg3789">
                  <a:extLst>
                    <a:ext uri="{FF2B5EF4-FFF2-40B4-BE49-F238E27FC236}">
                      <a16:creationId xmlns:a16="http://schemas.microsoft.com/office/drawing/2014/main" id="{E0A12B75-B6C6-76E6-4FDF-3C4209BEE75A}"/>
                    </a:ext>
                  </a:extLst>
                </p:cNvPr>
                <p:cNvSpPr/>
                <p:nvPr/>
              </p:nvSpPr>
              <p:spPr>
                <a:xfrm>
                  <a:off x="4577915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0" name="pg3790">
                  <a:extLst>
                    <a:ext uri="{FF2B5EF4-FFF2-40B4-BE49-F238E27FC236}">
                      <a16:creationId xmlns:a16="http://schemas.microsoft.com/office/drawing/2014/main" id="{93D7278C-789D-1E42-B4EE-094E26BBB6E4}"/>
                    </a:ext>
                  </a:extLst>
                </p:cNvPr>
                <p:cNvSpPr/>
                <p:nvPr/>
              </p:nvSpPr>
              <p:spPr>
                <a:xfrm>
                  <a:off x="4589552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1" name="pg3791">
                  <a:extLst>
                    <a:ext uri="{FF2B5EF4-FFF2-40B4-BE49-F238E27FC236}">
                      <a16:creationId xmlns:a16="http://schemas.microsoft.com/office/drawing/2014/main" id="{4B8E5352-1A84-61D7-6901-103DDB13CBAE}"/>
                    </a:ext>
                  </a:extLst>
                </p:cNvPr>
                <p:cNvSpPr/>
                <p:nvPr/>
              </p:nvSpPr>
              <p:spPr>
                <a:xfrm>
                  <a:off x="4601190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2" name="pg3792">
                  <a:extLst>
                    <a:ext uri="{FF2B5EF4-FFF2-40B4-BE49-F238E27FC236}">
                      <a16:creationId xmlns:a16="http://schemas.microsoft.com/office/drawing/2014/main" id="{34819261-2372-2EB6-0DEF-297A6BA33901}"/>
                    </a:ext>
                  </a:extLst>
                </p:cNvPr>
                <p:cNvSpPr/>
                <p:nvPr/>
              </p:nvSpPr>
              <p:spPr>
                <a:xfrm>
                  <a:off x="4612827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3" name="pg3793">
                  <a:extLst>
                    <a:ext uri="{FF2B5EF4-FFF2-40B4-BE49-F238E27FC236}">
                      <a16:creationId xmlns:a16="http://schemas.microsoft.com/office/drawing/2014/main" id="{6E8D3921-0EC2-285D-8F65-5B98A6AB60B9}"/>
                    </a:ext>
                  </a:extLst>
                </p:cNvPr>
                <p:cNvSpPr/>
                <p:nvPr/>
              </p:nvSpPr>
              <p:spPr>
                <a:xfrm>
                  <a:off x="4624464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4" name="pg3794">
                  <a:extLst>
                    <a:ext uri="{FF2B5EF4-FFF2-40B4-BE49-F238E27FC236}">
                      <a16:creationId xmlns:a16="http://schemas.microsoft.com/office/drawing/2014/main" id="{13A82EDF-38F8-64A4-47C9-0E34FFAC96BE}"/>
                    </a:ext>
                  </a:extLst>
                </p:cNvPr>
                <p:cNvSpPr/>
                <p:nvPr/>
              </p:nvSpPr>
              <p:spPr>
                <a:xfrm>
                  <a:off x="4636101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5" name="pg3795">
                  <a:extLst>
                    <a:ext uri="{FF2B5EF4-FFF2-40B4-BE49-F238E27FC236}">
                      <a16:creationId xmlns:a16="http://schemas.microsoft.com/office/drawing/2014/main" id="{590F6D55-B96F-BB88-C56E-67B11FB33567}"/>
                    </a:ext>
                  </a:extLst>
                </p:cNvPr>
                <p:cNvSpPr/>
                <p:nvPr/>
              </p:nvSpPr>
              <p:spPr>
                <a:xfrm>
                  <a:off x="4647739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6" name="pg3796">
                  <a:extLst>
                    <a:ext uri="{FF2B5EF4-FFF2-40B4-BE49-F238E27FC236}">
                      <a16:creationId xmlns:a16="http://schemas.microsoft.com/office/drawing/2014/main" id="{7F40B9B8-E8F4-8CF5-91FF-4A9B9B71C842}"/>
                    </a:ext>
                  </a:extLst>
                </p:cNvPr>
                <p:cNvSpPr/>
                <p:nvPr/>
              </p:nvSpPr>
              <p:spPr>
                <a:xfrm>
                  <a:off x="4659376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7" name="pg3797">
                  <a:extLst>
                    <a:ext uri="{FF2B5EF4-FFF2-40B4-BE49-F238E27FC236}">
                      <a16:creationId xmlns:a16="http://schemas.microsoft.com/office/drawing/2014/main" id="{18B20FC0-4764-50E5-785E-8BC9A8D9CA4A}"/>
                    </a:ext>
                  </a:extLst>
                </p:cNvPr>
                <p:cNvSpPr/>
                <p:nvPr/>
              </p:nvSpPr>
              <p:spPr>
                <a:xfrm>
                  <a:off x="4671013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8" name="pg3798">
                  <a:extLst>
                    <a:ext uri="{FF2B5EF4-FFF2-40B4-BE49-F238E27FC236}">
                      <a16:creationId xmlns:a16="http://schemas.microsoft.com/office/drawing/2014/main" id="{A797899A-7AE2-DB61-F2F5-E5F5033A9DE0}"/>
                    </a:ext>
                  </a:extLst>
                </p:cNvPr>
                <p:cNvSpPr/>
                <p:nvPr/>
              </p:nvSpPr>
              <p:spPr>
                <a:xfrm>
                  <a:off x="4682651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9" name="pg3799">
                  <a:extLst>
                    <a:ext uri="{FF2B5EF4-FFF2-40B4-BE49-F238E27FC236}">
                      <a16:creationId xmlns:a16="http://schemas.microsoft.com/office/drawing/2014/main" id="{4263D10F-C8C5-101F-CC44-029B883DD7F9}"/>
                    </a:ext>
                  </a:extLst>
                </p:cNvPr>
                <p:cNvSpPr/>
                <p:nvPr/>
              </p:nvSpPr>
              <p:spPr>
                <a:xfrm>
                  <a:off x="4694288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0" name="pg3800">
                  <a:extLst>
                    <a:ext uri="{FF2B5EF4-FFF2-40B4-BE49-F238E27FC236}">
                      <a16:creationId xmlns:a16="http://schemas.microsoft.com/office/drawing/2014/main" id="{3B474BCD-A594-926C-A745-C89DFE73F371}"/>
                    </a:ext>
                  </a:extLst>
                </p:cNvPr>
                <p:cNvSpPr/>
                <p:nvPr/>
              </p:nvSpPr>
              <p:spPr>
                <a:xfrm>
                  <a:off x="2843953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1" name="pg3801">
                  <a:extLst>
                    <a:ext uri="{FF2B5EF4-FFF2-40B4-BE49-F238E27FC236}">
                      <a16:creationId xmlns:a16="http://schemas.microsoft.com/office/drawing/2014/main" id="{9FACCF4A-C742-FE74-98E6-D8BD7171B822}"/>
                    </a:ext>
                  </a:extLst>
                </p:cNvPr>
                <p:cNvSpPr/>
                <p:nvPr/>
              </p:nvSpPr>
              <p:spPr>
                <a:xfrm>
                  <a:off x="2855590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2" name="pg3802">
                  <a:extLst>
                    <a:ext uri="{FF2B5EF4-FFF2-40B4-BE49-F238E27FC236}">
                      <a16:creationId xmlns:a16="http://schemas.microsoft.com/office/drawing/2014/main" id="{862EC9DD-123F-187A-2C59-EBB965352C3E}"/>
                    </a:ext>
                  </a:extLst>
                </p:cNvPr>
                <p:cNvSpPr/>
                <p:nvPr/>
              </p:nvSpPr>
              <p:spPr>
                <a:xfrm>
                  <a:off x="2867227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3" name="pg3803">
                  <a:extLst>
                    <a:ext uri="{FF2B5EF4-FFF2-40B4-BE49-F238E27FC236}">
                      <a16:creationId xmlns:a16="http://schemas.microsoft.com/office/drawing/2014/main" id="{083DEDA4-B983-B070-4BF5-3911457F0AA8}"/>
                    </a:ext>
                  </a:extLst>
                </p:cNvPr>
                <p:cNvSpPr/>
                <p:nvPr/>
              </p:nvSpPr>
              <p:spPr>
                <a:xfrm>
                  <a:off x="2878865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4" name="pg3804">
                  <a:extLst>
                    <a:ext uri="{FF2B5EF4-FFF2-40B4-BE49-F238E27FC236}">
                      <a16:creationId xmlns:a16="http://schemas.microsoft.com/office/drawing/2014/main" id="{5CBD0516-3834-29DE-1FB1-986FEC1C7284}"/>
                    </a:ext>
                  </a:extLst>
                </p:cNvPr>
                <p:cNvSpPr/>
                <p:nvPr/>
              </p:nvSpPr>
              <p:spPr>
                <a:xfrm>
                  <a:off x="2890502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5" name="pg3805">
                  <a:extLst>
                    <a:ext uri="{FF2B5EF4-FFF2-40B4-BE49-F238E27FC236}">
                      <a16:creationId xmlns:a16="http://schemas.microsoft.com/office/drawing/2014/main" id="{058F6E3D-4EB6-8FDA-CAF5-6C9DC26C34E3}"/>
                    </a:ext>
                  </a:extLst>
                </p:cNvPr>
                <p:cNvSpPr/>
                <p:nvPr/>
              </p:nvSpPr>
              <p:spPr>
                <a:xfrm>
                  <a:off x="4589552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6" name="pg3806">
                  <a:extLst>
                    <a:ext uri="{FF2B5EF4-FFF2-40B4-BE49-F238E27FC236}">
                      <a16:creationId xmlns:a16="http://schemas.microsoft.com/office/drawing/2014/main" id="{54B1A069-B7F4-75D9-3506-07CF0D6B53FE}"/>
                    </a:ext>
                  </a:extLst>
                </p:cNvPr>
                <p:cNvSpPr/>
                <p:nvPr/>
              </p:nvSpPr>
              <p:spPr>
                <a:xfrm>
                  <a:off x="4601190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7" name="pg3807">
                  <a:extLst>
                    <a:ext uri="{FF2B5EF4-FFF2-40B4-BE49-F238E27FC236}">
                      <a16:creationId xmlns:a16="http://schemas.microsoft.com/office/drawing/2014/main" id="{55BF61C8-6697-C28C-D669-6447081EF911}"/>
                    </a:ext>
                  </a:extLst>
                </p:cNvPr>
                <p:cNvSpPr/>
                <p:nvPr/>
              </p:nvSpPr>
              <p:spPr>
                <a:xfrm>
                  <a:off x="4612827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8" name="pg3808">
                  <a:extLst>
                    <a:ext uri="{FF2B5EF4-FFF2-40B4-BE49-F238E27FC236}">
                      <a16:creationId xmlns:a16="http://schemas.microsoft.com/office/drawing/2014/main" id="{055B5462-6E23-C29A-A116-5DFAA46E47A0}"/>
                    </a:ext>
                  </a:extLst>
                </p:cNvPr>
                <p:cNvSpPr/>
                <p:nvPr/>
              </p:nvSpPr>
              <p:spPr>
                <a:xfrm>
                  <a:off x="4624464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9" name="pg3809">
                  <a:extLst>
                    <a:ext uri="{FF2B5EF4-FFF2-40B4-BE49-F238E27FC236}">
                      <a16:creationId xmlns:a16="http://schemas.microsoft.com/office/drawing/2014/main" id="{D2EA124B-4B03-90B6-B937-891690A0C503}"/>
                    </a:ext>
                  </a:extLst>
                </p:cNvPr>
                <p:cNvSpPr/>
                <p:nvPr/>
              </p:nvSpPr>
              <p:spPr>
                <a:xfrm>
                  <a:off x="4636101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0" name="pg3810">
                  <a:extLst>
                    <a:ext uri="{FF2B5EF4-FFF2-40B4-BE49-F238E27FC236}">
                      <a16:creationId xmlns:a16="http://schemas.microsoft.com/office/drawing/2014/main" id="{0D156CB5-EFC9-FA31-E749-A8DE9F790756}"/>
                    </a:ext>
                  </a:extLst>
                </p:cNvPr>
                <p:cNvSpPr/>
                <p:nvPr/>
              </p:nvSpPr>
              <p:spPr>
                <a:xfrm>
                  <a:off x="4647739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1" name="pg3811">
                  <a:extLst>
                    <a:ext uri="{FF2B5EF4-FFF2-40B4-BE49-F238E27FC236}">
                      <a16:creationId xmlns:a16="http://schemas.microsoft.com/office/drawing/2014/main" id="{76E0B41F-3F89-36C1-D1B2-830D6A19C467}"/>
                    </a:ext>
                  </a:extLst>
                </p:cNvPr>
                <p:cNvSpPr/>
                <p:nvPr/>
              </p:nvSpPr>
              <p:spPr>
                <a:xfrm>
                  <a:off x="4659376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2" name="pg3812">
                  <a:extLst>
                    <a:ext uri="{FF2B5EF4-FFF2-40B4-BE49-F238E27FC236}">
                      <a16:creationId xmlns:a16="http://schemas.microsoft.com/office/drawing/2014/main" id="{8842BC18-121C-6399-74FD-D5AA93A3888A}"/>
                    </a:ext>
                  </a:extLst>
                </p:cNvPr>
                <p:cNvSpPr/>
                <p:nvPr/>
              </p:nvSpPr>
              <p:spPr>
                <a:xfrm>
                  <a:off x="4671013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3" name="pg3813">
                  <a:extLst>
                    <a:ext uri="{FF2B5EF4-FFF2-40B4-BE49-F238E27FC236}">
                      <a16:creationId xmlns:a16="http://schemas.microsoft.com/office/drawing/2014/main" id="{63BDADD1-2CF9-C02B-A8D1-E25AC4DD2804}"/>
                    </a:ext>
                  </a:extLst>
                </p:cNvPr>
                <p:cNvSpPr/>
                <p:nvPr/>
              </p:nvSpPr>
              <p:spPr>
                <a:xfrm>
                  <a:off x="4682651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4" name="pg3814">
                  <a:extLst>
                    <a:ext uri="{FF2B5EF4-FFF2-40B4-BE49-F238E27FC236}">
                      <a16:creationId xmlns:a16="http://schemas.microsoft.com/office/drawing/2014/main" id="{3D8401BA-8C4E-595E-D1AD-52D265EEF284}"/>
                    </a:ext>
                  </a:extLst>
                </p:cNvPr>
                <p:cNvSpPr/>
                <p:nvPr/>
              </p:nvSpPr>
              <p:spPr>
                <a:xfrm>
                  <a:off x="2843953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5" name="pg3815">
                  <a:extLst>
                    <a:ext uri="{FF2B5EF4-FFF2-40B4-BE49-F238E27FC236}">
                      <a16:creationId xmlns:a16="http://schemas.microsoft.com/office/drawing/2014/main" id="{7DE709BD-C43D-A336-28ED-3F0635F69F1C}"/>
                    </a:ext>
                  </a:extLst>
                </p:cNvPr>
                <p:cNvSpPr/>
                <p:nvPr/>
              </p:nvSpPr>
              <p:spPr>
                <a:xfrm>
                  <a:off x="2855590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6" name="pg3816">
                  <a:extLst>
                    <a:ext uri="{FF2B5EF4-FFF2-40B4-BE49-F238E27FC236}">
                      <a16:creationId xmlns:a16="http://schemas.microsoft.com/office/drawing/2014/main" id="{7BF3B3CC-E293-4EC2-85AD-93CEB82A0770}"/>
                    </a:ext>
                  </a:extLst>
                </p:cNvPr>
                <p:cNvSpPr/>
                <p:nvPr/>
              </p:nvSpPr>
              <p:spPr>
                <a:xfrm>
                  <a:off x="2867227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7" name="pg3817">
                  <a:extLst>
                    <a:ext uri="{FF2B5EF4-FFF2-40B4-BE49-F238E27FC236}">
                      <a16:creationId xmlns:a16="http://schemas.microsoft.com/office/drawing/2014/main" id="{86AD3C3C-3D9D-BA0E-FDE3-947852CCEEFE}"/>
                    </a:ext>
                  </a:extLst>
                </p:cNvPr>
                <p:cNvSpPr/>
                <p:nvPr/>
              </p:nvSpPr>
              <p:spPr>
                <a:xfrm>
                  <a:off x="2878865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8" name="pg3818">
                  <a:extLst>
                    <a:ext uri="{FF2B5EF4-FFF2-40B4-BE49-F238E27FC236}">
                      <a16:creationId xmlns:a16="http://schemas.microsoft.com/office/drawing/2014/main" id="{F32A4646-69DA-B894-1CB7-03D3C5776665}"/>
                    </a:ext>
                  </a:extLst>
                </p:cNvPr>
                <p:cNvSpPr/>
                <p:nvPr/>
              </p:nvSpPr>
              <p:spPr>
                <a:xfrm>
                  <a:off x="2890502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9" name="pg3819">
                  <a:extLst>
                    <a:ext uri="{FF2B5EF4-FFF2-40B4-BE49-F238E27FC236}">
                      <a16:creationId xmlns:a16="http://schemas.microsoft.com/office/drawing/2014/main" id="{A81EB386-E45C-4BC5-6572-DC1539E11FEE}"/>
                    </a:ext>
                  </a:extLst>
                </p:cNvPr>
                <p:cNvSpPr/>
                <p:nvPr/>
              </p:nvSpPr>
              <p:spPr>
                <a:xfrm>
                  <a:off x="4601190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0" name="pg3820">
                  <a:extLst>
                    <a:ext uri="{FF2B5EF4-FFF2-40B4-BE49-F238E27FC236}">
                      <a16:creationId xmlns:a16="http://schemas.microsoft.com/office/drawing/2014/main" id="{0F636D87-76A5-BFDA-6891-14DFE7597748}"/>
                    </a:ext>
                  </a:extLst>
                </p:cNvPr>
                <p:cNvSpPr/>
                <p:nvPr/>
              </p:nvSpPr>
              <p:spPr>
                <a:xfrm>
                  <a:off x="4612827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1" name="pg3821">
                  <a:extLst>
                    <a:ext uri="{FF2B5EF4-FFF2-40B4-BE49-F238E27FC236}">
                      <a16:creationId xmlns:a16="http://schemas.microsoft.com/office/drawing/2014/main" id="{6DDBF144-A31E-439A-87D2-9E4596F2FB82}"/>
                    </a:ext>
                  </a:extLst>
                </p:cNvPr>
                <p:cNvSpPr/>
                <p:nvPr/>
              </p:nvSpPr>
              <p:spPr>
                <a:xfrm>
                  <a:off x="4624464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2" name="pg3822">
                  <a:extLst>
                    <a:ext uri="{FF2B5EF4-FFF2-40B4-BE49-F238E27FC236}">
                      <a16:creationId xmlns:a16="http://schemas.microsoft.com/office/drawing/2014/main" id="{BF6E3D80-CC0D-865F-3AFB-1DCC7C03123D}"/>
                    </a:ext>
                  </a:extLst>
                </p:cNvPr>
                <p:cNvSpPr/>
                <p:nvPr/>
              </p:nvSpPr>
              <p:spPr>
                <a:xfrm>
                  <a:off x="4636101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3" name="pg3823">
                  <a:extLst>
                    <a:ext uri="{FF2B5EF4-FFF2-40B4-BE49-F238E27FC236}">
                      <a16:creationId xmlns:a16="http://schemas.microsoft.com/office/drawing/2014/main" id="{DD3B0099-6E9E-78F6-1734-DD2011E7CF80}"/>
                    </a:ext>
                  </a:extLst>
                </p:cNvPr>
                <p:cNvSpPr/>
                <p:nvPr/>
              </p:nvSpPr>
              <p:spPr>
                <a:xfrm>
                  <a:off x="4647739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4" name="pg3824">
                  <a:extLst>
                    <a:ext uri="{FF2B5EF4-FFF2-40B4-BE49-F238E27FC236}">
                      <a16:creationId xmlns:a16="http://schemas.microsoft.com/office/drawing/2014/main" id="{EB44A8FA-64AF-FC4F-C2E8-92C41E9D645B}"/>
                    </a:ext>
                  </a:extLst>
                </p:cNvPr>
                <p:cNvSpPr/>
                <p:nvPr/>
              </p:nvSpPr>
              <p:spPr>
                <a:xfrm>
                  <a:off x="2843953" y="54249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5" name="pg3825">
                  <a:extLst>
                    <a:ext uri="{FF2B5EF4-FFF2-40B4-BE49-F238E27FC236}">
                      <a16:creationId xmlns:a16="http://schemas.microsoft.com/office/drawing/2014/main" id="{FC471286-021A-2493-3464-1190DB137F72}"/>
                    </a:ext>
                  </a:extLst>
                </p:cNvPr>
                <p:cNvSpPr/>
                <p:nvPr/>
              </p:nvSpPr>
              <p:spPr>
                <a:xfrm>
                  <a:off x="2855590" y="54249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6" name="pg3826">
                  <a:extLst>
                    <a:ext uri="{FF2B5EF4-FFF2-40B4-BE49-F238E27FC236}">
                      <a16:creationId xmlns:a16="http://schemas.microsoft.com/office/drawing/2014/main" id="{B72F0FD7-ABBB-B4E9-A797-19229DF4049F}"/>
                    </a:ext>
                  </a:extLst>
                </p:cNvPr>
                <p:cNvSpPr/>
                <p:nvPr/>
              </p:nvSpPr>
              <p:spPr>
                <a:xfrm>
                  <a:off x="2867227" y="54249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7" name="pg3827">
                  <a:extLst>
                    <a:ext uri="{FF2B5EF4-FFF2-40B4-BE49-F238E27FC236}">
                      <a16:creationId xmlns:a16="http://schemas.microsoft.com/office/drawing/2014/main" id="{7EB8C30F-CB98-6588-C976-3C88FB93257E}"/>
                    </a:ext>
                  </a:extLst>
                </p:cNvPr>
                <p:cNvSpPr/>
                <p:nvPr/>
              </p:nvSpPr>
              <p:spPr>
                <a:xfrm>
                  <a:off x="2878865" y="54249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8" name="pg3828">
                  <a:extLst>
                    <a:ext uri="{FF2B5EF4-FFF2-40B4-BE49-F238E27FC236}">
                      <a16:creationId xmlns:a16="http://schemas.microsoft.com/office/drawing/2014/main" id="{D2638BA6-1B12-C63D-FDD5-7196BEA43C9F}"/>
                    </a:ext>
                  </a:extLst>
                </p:cNvPr>
                <p:cNvSpPr/>
                <p:nvPr/>
              </p:nvSpPr>
              <p:spPr>
                <a:xfrm>
                  <a:off x="2890502" y="54249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9" name="pg3829">
                  <a:extLst>
                    <a:ext uri="{FF2B5EF4-FFF2-40B4-BE49-F238E27FC236}">
                      <a16:creationId xmlns:a16="http://schemas.microsoft.com/office/drawing/2014/main" id="{26C9B099-2C7D-8253-B5F3-563383C43B3F}"/>
                    </a:ext>
                  </a:extLst>
                </p:cNvPr>
                <p:cNvSpPr/>
                <p:nvPr/>
              </p:nvSpPr>
              <p:spPr>
                <a:xfrm>
                  <a:off x="2843953" y="54392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0" name="pg3830">
                  <a:extLst>
                    <a:ext uri="{FF2B5EF4-FFF2-40B4-BE49-F238E27FC236}">
                      <a16:creationId xmlns:a16="http://schemas.microsoft.com/office/drawing/2014/main" id="{6848C16C-44A2-667B-653C-664339D2F813}"/>
                    </a:ext>
                  </a:extLst>
                </p:cNvPr>
                <p:cNvSpPr/>
                <p:nvPr/>
              </p:nvSpPr>
              <p:spPr>
                <a:xfrm>
                  <a:off x="2855590" y="54392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1" name="pg3831">
                  <a:extLst>
                    <a:ext uri="{FF2B5EF4-FFF2-40B4-BE49-F238E27FC236}">
                      <a16:creationId xmlns:a16="http://schemas.microsoft.com/office/drawing/2014/main" id="{5B653994-DCFC-8068-814C-12F04EE7CF5E}"/>
                    </a:ext>
                  </a:extLst>
                </p:cNvPr>
                <p:cNvSpPr/>
                <p:nvPr/>
              </p:nvSpPr>
              <p:spPr>
                <a:xfrm>
                  <a:off x="2867227" y="54392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2" name="pg3832">
                  <a:extLst>
                    <a:ext uri="{FF2B5EF4-FFF2-40B4-BE49-F238E27FC236}">
                      <a16:creationId xmlns:a16="http://schemas.microsoft.com/office/drawing/2014/main" id="{DA2FEF19-860B-2CFC-4CDB-225ACFDCD6AE}"/>
                    </a:ext>
                  </a:extLst>
                </p:cNvPr>
                <p:cNvSpPr/>
                <p:nvPr/>
              </p:nvSpPr>
              <p:spPr>
                <a:xfrm>
                  <a:off x="2878865" y="54392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3" name="pg3833">
                  <a:extLst>
                    <a:ext uri="{FF2B5EF4-FFF2-40B4-BE49-F238E27FC236}">
                      <a16:creationId xmlns:a16="http://schemas.microsoft.com/office/drawing/2014/main" id="{E155D10C-BFC8-0E88-859E-534EF4AB0494}"/>
                    </a:ext>
                  </a:extLst>
                </p:cNvPr>
                <p:cNvSpPr/>
                <p:nvPr/>
              </p:nvSpPr>
              <p:spPr>
                <a:xfrm>
                  <a:off x="2832315" y="54535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4" name="pg3834">
                  <a:extLst>
                    <a:ext uri="{FF2B5EF4-FFF2-40B4-BE49-F238E27FC236}">
                      <a16:creationId xmlns:a16="http://schemas.microsoft.com/office/drawing/2014/main" id="{D4AFCAA7-AE6B-2446-765E-7AF21DEE83F9}"/>
                    </a:ext>
                  </a:extLst>
                </p:cNvPr>
                <p:cNvSpPr/>
                <p:nvPr/>
              </p:nvSpPr>
              <p:spPr>
                <a:xfrm>
                  <a:off x="2843953" y="54535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5" name="pg3835">
                  <a:extLst>
                    <a:ext uri="{FF2B5EF4-FFF2-40B4-BE49-F238E27FC236}">
                      <a16:creationId xmlns:a16="http://schemas.microsoft.com/office/drawing/2014/main" id="{E315A5C6-D8F8-78CE-F509-BA60C70FB065}"/>
                    </a:ext>
                  </a:extLst>
                </p:cNvPr>
                <p:cNvSpPr/>
                <p:nvPr/>
              </p:nvSpPr>
              <p:spPr>
                <a:xfrm>
                  <a:off x="2855590" y="54535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6" name="pg3836">
                  <a:extLst>
                    <a:ext uri="{FF2B5EF4-FFF2-40B4-BE49-F238E27FC236}">
                      <a16:creationId xmlns:a16="http://schemas.microsoft.com/office/drawing/2014/main" id="{A9B5DF14-3785-DCF0-163C-BE61BF80CB24}"/>
                    </a:ext>
                  </a:extLst>
                </p:cNvPr>
                <p:cNvSpPr/>
                <p:nvPr/>
              </p:nvSpPr>
              <p:spPr>
                <a:xfrm>
                  <a:off x="2867227" y="54535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7" name="pg3837">
                  <a:extLst>
                    <a:ext uri="{FF2B5EF4-FFF2-40B4-BE49-F238E27FC236}">
                      <a16:creationId xmlns:a16="http://schemas.microsoft.com/office/drawing/2014/main" id="{BA098664-3680-1328-F866-91BFF36DCA99}"/>
                    </a:ext>
                  </a:extLst>
                </p:cNvPr>
                <p:cNvSpPr/>
                <p:nvPr/>
              </p:nvSpPr>
              <p:spPr>
                <a:xfrm>
                  <a:off x="2878865" y="54535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8" name="pg3838">
                  <a:extLst>
                    <a:ext uri="{FF2B5EF4-FFF2-40B4-BE49-F238E27FC236}">
                      <a16:creationId xmlns:a16="http://schemas.microsoft.com/office/drawing/2014/main" id="{56D11F4E-1250-FEAA-A3FA-E46A8C98FDDA}"/>
                    </a:ext>
                  </a:extLst>
                </p:cNvPr>
                <p:cNvSpPr/>
                <p:nvPr/>
              </p:nvSpPr>
              <p:spPr>
                <a:xfrm>
                  <a:off x="2832315" y="54678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9" name="pg3839">
                  <a:extLst>
                    <a:ext uri="{FF2B5EF4-FFF2-40B4-BE49-F238E27FC236}">
                      <a16:creationId xmlns:a16="http://schemas.microsoft.com/office/drawing/2014/main" id="{2E3BB6AC-5C70-22E0-27BF-4FB7CB8E6DAA}"/>
                    </a:ext>
                  </a:extLst>
                </p:cNvPr>
                <p:cNvSpPr/>
                <p:nvPr/>
              </p:nvSpPr>
              <p:spPr>
                <a:xfrm>
                  <a:off x="2843953" y="54678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0" name="pg3840">
                  <a:extLst>
                    <a:ext uri="{FF2B5EF4-FFF2-40B4-BE49-F238E27FC236}">
                      <a16:creationId xmlns:a16="http://schemas.microsoft.com/office/drawing/2014/main" id="{823904B6-DFA3-E461-6AA3-A4B7BD9928AF}"/>
                    </a:ext>
                  </a:extLst>
                </p:cNvPr>
                <p:cNvSpPr/>
                <p:nvPr/>
              </p:nvSpPr>
              <p:spPr>
                <a:xfrm>
                  <a:off x="2855590" y="54678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1" name="pg3841">
                  <a:extLst>
                    <a:ext uri="{FF2B5EF4-FFF2-40B4-BE49-F238E27FC236}">
                      <a16:creationId xmlns:a16="http://schemas.microsoft.com/office/drawing/2014/main" id="{3213F40F-214F-ECEC-CB94-8657818307E3}"/>
                    </a:ext>
                  </a:extLst>
                </p:cNvPr>
                <p:cNvSpPr/>
                <p:nvPr/>
              </p:nvSpPr>
              <p:spPr>
                <a:xfrm>
                  <a:off x="2867227" y="54678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2" name="pg3842">
                  <a:extLst>
                    <a:ext uri="{FF2B5EF4-FFF2-40B4-BE49-F238E27FC236}">
                      <a16:creationId xmlns:a16="http://schemas.microsoft.com/office/drawing/2014/main" id="{F9E7979F-E973-EBAA-4A7F-E5E94E04D8D2}"/>
                    </a:ext>
                  </a:extLst>
                </p:cNvPr>
                <p:cNvSpPr/>
                <p:nvPr/>
              </p:nvSpPr>
              <p:spPr>
                <a:xfrm>
                  <a:off x="2878865" y="54678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3" name="pg3843">
                  <a:extLst>
                    <a:ext uri="{FF2B5EF4-FFF2-40B4-BE49-F238E27FC236}">
                      <a16:creationId xmlns:a16="http://schemas.microsoft.com/office/drawing/2014/main" id="{75921C34-A30E-3EAD-BAEF-69AA958C163C}"/>
                    </a:ext>
                  </a:extLst>
                </p:cNvPr>
                <p:cNvSpPr/>
                <p:nvPr/>
              </p:nvSpPr>
              <p:spPr>
                <a:xfrm>
                  <a:off x="2832315" y="54821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4" name="pg3844">
                  <a:extLst>
                    <a:ext uri="{FF2B5EF4-FFF2-40B4-BE49-F238E27FC236}">
                      <a16:creationId xmlns:a16="http://schemas.microsoft.com/office/drawing/2014/main" id="{C3D12715-2A0B-3AD7-282D-9EA3286E9916}"/>
                    </a:ext>
                  </a:extLst>
                </p:cNvPr>
                <p:cNvSpPr/>
                <p:nvPr/>
              </p:nvSpPr>
              <p:spPr>
                <a:xfrm>
                  <a:off x="2843953" y="54821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5" name="pg3845">
                  <a:extLst>
                    <a:ext uri="{FF2B5EF4-FFF2-40B4-BE49-F238E27FC236}">
                      <a16:creationId xmlns:a16="http://schemas.microsoft.com/office/drawing/2014/main" id="{FA3868BE-12EA-4851-31C7-EC38C5D2D858}"/>
                    </a:ext>
                  </a:extLst>
                </p:cNvPr>
                <p:cNvSpPr/>
                <p:nvPr/>
              </p:nvSpPr>
              <p:spPr>
                <a:xfrm>
                  <a:off x="2855590" y="54821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6" name="pg3846">
                  <a:extLst>
                    <a:ext uri="{FF2B5EF4-FFF2-40B4-BE49-F238E27FC236}">
                      <a16:creationId xmlns:a16="http://schemas.microsoft.com/office/drawing/2014/main" id="{45DF8BC7-994F-4687-6090-864228FDEED8}"/>
                    </a:ext>
                  </a:extLst>
                </p:cNvPr>
                <p:cNvSpPr/>
                <p:nvPr/>
              </p:nvSpPr>
              <p:spPr>
                <a:xfrm>
                  <a:off x="2867227" y="54821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7" name="pg3847">
                  <a:extLst>
                    <a:ext uri="{FF2B5EF4-FFF2-40B4-BE49-F238E27FC236}">
                      <a16:creationId xmlns:a16="http://schemas.microsoft.com/office/drawing/2014/main" id="{E8A51C52-5BBD-8FA2-D657-7A8F90F0B01A}"/>
                    </a:ext>
                  </a:extLst>
                </p:cNvPr>
                <p:cNvSpPr/>
                <p:nvPr/>
              </p:nvSpPr>
              <p:spPr>
                <a:xfrm>
                  <a:off x="2878865" y="54821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8" name="pg3848">
                  <a:extLst>
                    <a:ext uri="{FF2B5EF4-FFF2-40B4-BE49-F238E27FC236}">
                      <a16:creationId xmlns:a16="http://schemas.microsoft.com/office/drawing/2014/main" id="{BB45770C-F5FC-EE94-DEF2-2DB5189E409E}"/>
                    </a:ext>
                  </a:extLst>
                </p:cNvPr>
                <p:cNvSpPr/>
                <p:nvPr/>
              </p:nvSpPr>
              <p:spPr>
                <a:xfrm>
                  <a:off x="2832315" y="54964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9" name="pg3849">
                  <a:extLst>
                    <a:ext uri="{FF2B5EF4-FFF2-40B4-BE49-F238E27FC236}">
                      <a16:creationId xmlns:a16="http://schemas.microsoft.com/office/drawing/2014/main" id="{B4B6A5D0-78B3-C300-E7C8-809072624E92}"/>
                    </a:ext>
                  </a:extLst>
                </p:cNvPr>
                <p:cNvSpPr/>
                <p:nvPr/>
              </p:nvSpPr>
              <p:spPr>
                <a:xfrm>
                  <a:off x="2843953" y="54964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0" name="pg3850">
                  <a:extLst>
                    <a:ext uri="{FF2B5EF4-FFF2-40B4-BE49-F238E27FC236}">
                      <a16:creationId xmlns:a16="http://schemas.microsoft.com/office/drawing/2014/main" id="{ABAAEA94-1E80-C93F-6758-6FBBB4CCC314}"/>
                    </a:ext>
                  </a:extLst>
                </p:cNvPr>
                <p:cNvSpPr/>
                <p:nvPr/>
              </p:nvSpPr>
              <p:spPr>
                <a:xfrm>
                  <a:off x="2855590" y="54964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1" name="pg3851">
                  <a:extLst>
                    <a:ext uri="{FF2B5EF4-FFF2-40B4-BE49-F238E27FC236}">
                      <a16:creationId xmlns:a16="http://schemas.microsoft.com/office/drawing/2014/main" id="{B05114DA-3C66-AB7E-F029-D9C14D62C770}"/>
                    </a:ext>
                  </a:extLst>
                </p:cNvPr>
                <p:cNvSpPr/>
                <p:nvPr/>
              </p:nvSpPr>
              <p:spPr>
                <a:xfrm>
                  <a:off x="2867227" y="54964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2" name="pg3852">
                  <a:extLst>
                    <a:ext uri="{FF2B5EF4-FFF2-40B4-BE49-F238E27FC236}">
                      <a16:creationId xmlns:a16="http://schemas.microsoft.com/office/drawing/2014/main" id="{E242AF9C-2629-9951-8E1A-AE1F0B9D3EBC}"/>
                    </a:ext>
                  </a:extLst>
                </p:cNvPr>
                <p:cNvSpPr/>
                <p:nvPr/>
              </p:nvSpPr>
              <p:spPr>
                <a:xfrm>
                  <a:off x="2832315" y="55107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3" name="pg3853">
                  <a:extLst>
                    <a:ext uri="{FF2B5EF4-FFF2-40B4-BE49-F238E27FC236}">
                      <a16:creationId xmlns:a16="http://schemas.microsoft.com/office/drawing/2014/main" id="{C9E9829C-C0CB-04AB-CB9F-2EDE2878DBA9}"/>
                    </a:ext>
                  </a:extLst>
                </p:cNvPr>
                <p:cNvSpPr/>
                <p:nvPr/>
              </p:nvSpPr>
              <p:spPr>
                <a:xfrm>
                  <a:off x="2843953" y="55107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4" name="pg3854">
                  <a:extLst>
                    <a:ext uri="{FF2B5EF4-FFF2-40B4-BE49-F238E27FC236}">
                      <a16:creationId xmlns:a16="http://schemas.microsoft.com/office/drawing/2014/main" id="{B5989E82-2BE8-6474-5B79-FC114E91E8BC}"/>
                    </a:ext>
                  </a:extLst>
                </p:cNvPr>
                <p:cNvSpPr/>
                <p:nvPr/>
              </p:nvSpPr>
              <p:spPr>
                <a:xfrm>
                  <a:off x="2855590" y="55107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5" name="pg3855">
                  <a:extLst>
                    <a:ext uri="{FF2B5EF4-FFF2-40B4-BE49-F238E27FC236}">
                      <a16:creationId xmlns:a16="http://schemas.microsoft.com/office/drawing/2014/main" id="{62076873-26E0-CFEC-6249-B30BD502C34E}"/>
                    </a:ext>
                  </a:extLst>
                </p:cNvPr>
                <p:cNvSpPr/>
                <p:nvPr/>
              </p:nvSpPr>
              <p:spPr>
                <a:xfrm>
                  <a:off x="2867227" y="55107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6" name="pg3856">
                  <a:extLst>
                    <a:ext uri="{FF2B5EF4-FFF2-40B4-BE49-F238E27FC236}">
                      <a16:creationId xmlns:a16="http://schemas.microsoft.com/office/drawing/2014/main" id="{FBD820F9-57A8-94AA-90F2-0A0A6AF7807C}"/>
                    </a:ext>
                  </a:extLst>
                </p:cNvPr>
                <p:cNvSpPr/>
                <p:nvPr/>
              </p:nvSpPr>
              <p:spPr>
                <a:xfrm>
                  <a:off x="2832315" y="55250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7" name="pg3857">
                  <a:extLst>
                    <a:ext uri="{FF2B5EF4-FFF2-40B4-BE49-F238E27FC236}">
                      <a16:creationId xmlns:a16="http://schemas.microsoft.com/office/drawing/2014/main" id="{B8E3466F-800D-2067-A924-DCE3C9842888}"/>
                    </a:ext>
                  </a:extLst>
                </p:cNvPr>
                <p:cNvSpPr/>
                <p:nvPr/>
              </p:nvSpPr>
              <p:spPr>
                <a:xfrm>
                  <a:off x="2843953" y="55250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8" name="pg3858">
                  <a:extLst>
                    <a:ext uri="{FF2B5EF4-FFF2-40B4-BE49-F238E27FC236}">
                      <a16:creationId xmlns:a16="http://schemas.microsoft.com/office/drawing/2014/main" id="{86FA0DBF-9C2E-B108-DD54-DFA737C4479C}"/>
                    </a:ext>
                  </a:extLst>
                </p:cNvPr>
                <p:cNvSpPr/>
                <p:nvPr/>
              </p:nvSpPr>
              <p:spPr>
                <a:xfrm>
                  <a:off x="2855590" y="55250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9" name="pg3859">
                  <a:extLst>
                    <a:ext uri="{FF2B5EF4-FFF2-40B4-BE49-F238E27FC236}">
                      <a16:creationId xmlns:a16="http://schemas.microsoft.com/office/drawing/2014/main" id="{5E3C7884-6CEA-7191-078E-156F8BCB4721}"/>
                    </a:ext>
                  </a:extLst>
                </p:cNvPr>
                <p:cNvSpPr/>
                <p:nvPr/>
              </p:nvSpPr>
              <p:spPr>
                <a:xfrm>
                  <a:off x="2867227" y="55250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0" name="pg3860">
                  <a:extLst>
                    <a:ext uri="{FF2B5EF4-FFF2-40B4-BE49-F238E27FC236}">
                      <a16:creationId xmlns:a16="http://schemas.microsoft.com/office/drawing/2014/main" id="{5784B102-8CC7-DB80-F585-8ADA929622BC}"/>
                    </a:ext>
                  </a:extLst>
                </p:cNvPr>
                <p:cNvSpPr/>
                <p:nvPr/>
              </p:nvSpPr>
              <p:spPr>
                <a:xfrm>
                  <a:off x="2832315" y="55393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1" name="pg3861">
                  <a:extLst>
                    <a:ext uri="{FF2B5EF4-FFF2-40B4-BE49-F238E27FC236}">
                      <a16:creationId xmlns:a16="http://schemas.microsoft.com/office/drawing/2014/main" id="{92DB9E0B-9F1B-2869-DB68-07C2CC657FED}"/>
                    </a:ext>
                  </a:extLst>
                </p:cNvPr>
                <p:cNvSpPr/>
                <p:nvPr/>
              </p:nvSpPr>
              <p:spPr>
                <a:xfrm>
                  <a:off x="2843953" y="55393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2" name="pg3862">
                  <a:extLst>
                    <a:ext uri="{FF2B5EF4-FFF2-40B4-BE49-F238E27FC236}">
                      <a16:creationId xmlns:a16="http://schemas.microsoft.com/office/drawing/2014/main" id="{1A700ACB-BC13-2F82-A494-3019884895F7}"/>
                    </a:ext>
                  </a:extLst>
                </p:cNvPr>
                <p:cNvSpPr/>
                <p:nvPr/>
              </p:nvSpPr>
              <p:spPr>
                <a:xfrm>
                  <a:off x="2855590" y="55393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3" name="pg3863">
                  <a:extLst>
                    <a:ext uri="{FF2B5EF4-FFF2-40B4-BE49-F238E27FC236}">
                      <a16:creationId xmlns:a16="http://schemas.microsoft.com/office/drawing/2014/main" id="{7296B16F-2816-5676-E916-F46B91390E5F}"/>
                    </a:ext>
                  </a:extLst>
                </p:cNvPr>
                <p:cNvSpPr/>
                <p:nvPr/>
              </p:nvSpPr>
              <p:spPr>
                <a:xfrm>
                  <a:off x="2867227" y="55393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4" name="pg3864">
                  <a:extLst>
                    <a:ext uri="{FF2B5EF4-FFF2-40B4-BE49-F238E27FC236}">
                      <a16:creationId xmlns:a16="http://schemas.microsoft.com/office/drawing/2014/main" id="{50DF6587-4DC7-9B0D-31E0-F53D6CF87096}"/>
                    </a:ext>
                  </a:extLst>
                </p:cNvPr>
                <p:cNvSpPr/>
                <p:nvPr/>
              </p:nvSpPr>
              <p:spPr>
                <a:xfrm>
                  <a:off x="2832315" y="55536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5" name="pg3865">
                  <a:extLst>
                    <a:ext uri="{FF2B5EF4-FFF2-40B4-BE49-F238E27FC236}">
                      <a16:creationId xmlns:a16="http://schemas.microsoft.com/office/drawing/2014/main" id="{4F2480FF-6CAE-F31C-B624-3E6590C2EE40}"/>
                    </a:ext>
                  </a:extLst>
                </p:cNvPr>
                <p:cNvSpPr/>
                <p:nvPr/>
              </p:nvSpPr>
              <p:spPr>
                <a:xfrm>
                  <a:off x="2843953" y="55536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6" name="pg3866">
                  <a:extLst>
                    <a:ext uri="{FF2B5EF4-FFF2-40B4-BE49-F238E27FC236}">
                      <a16:creationId xmlns:a16="http://schemas.microsoft.com/office/drawing/2014/main" id="{2F437988-5A23-18DB-0637-97DCCD42CCF2}"/>
                    </a:ext>
                  </a:extLst>
                </p:cNvPr>
                <p:cNvSpPr/>
                <p:nvPr/>
              </p:nvSpPr>
              <p:spPr>
                <a:xfrm>
                  <a:off x="2855590" y="55536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7" name="pg3867">
                  <a:extLst>
                    <a:ext uri="{FF2B5EF4-FFF2-40B4-BE49-F238E27FC236}">
                      <a16:creationId xmlns:a16="http://schemas.microsoft.com/office/drawing/2014/main" id="{920D931B-7A39-6548-3CF9-B57206006AB5}"/>
                    </a:ext>
                  </a:extLst>
                </p:cNvPr>
                <p:cNvSpPr/>
                <p:nvPr/>
              </p:nvSpPr>
              <p:spPr>
                <a:xfrm>
                  <a:off x="2399291" y="2540116"/>
                  <a:ext cx="3705599" cy="285040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705599" h="2850404">
                      <a:moveTo>
                        <a:pt x="2893187" y="266106"/>
                      </a:moveTo>
                      <a:lnTo>
                        <a:pt x="2917831" y="266068"/>
                      </a:lnTo>
                      <a:lnTo>
                        <a:pt x="2961871" y="266005"/>
                      </a:lnTo>
                      <a:lnTo>
                        <a:pt x="3005910" y="265941"/>
                      </a:lnTo>
                      <a:lnTo>
                        <a:pt x="3049950" y="265884"/>
                      </a:lnTo>
                      <a:lnTo>
                        <a:pt x="3093989" y="265820"/>
                      </a:lnTo>
                      <a:lnTo>
                        <a:pt x="3138033" y="265757"/>
                      </a:lnTo>
                      <a:lnTo>
                        <a:pt x="3182073" y="265693"/>
                      </a:lnTo>
                      <a:lnTo>
                        <a:pt x="3226112" y="265630"/>
                      </a:lnTo>
                      <a:lnTo>
                        <a:pt x="3236535" y="240559"/>
                      </a:lnTo>
                      <a:lnTo>
                        <a:pt x="3246246" y="228887"/>
                      </a:lnTo>
                      <a:lnTo>
                        <a:pt x="3259547" y="232754"/>
                      </a:lnTo>
                      <a:lnTo>
                        <a:pt x="3266632" y="232430"/>
                      </a:lnTo>
                      <a:lnTo>
                        <a:pt x="3274508" y="226410"/>
                      </a:lnTo>
                      <a:lnTo>
                        <a:pt x="3280895" y="222752"/>
                      </a:lnTo>
                      <a:lnTo>
                        <a:pt x="3285102" y="223292"/>
                      </a:lnTo>
                      <a:lnTo>
                        <a:pt x="3288693" y="228804"/>
                      </a:lnTo>
                      <a:lnTo>
                        <a:pt x="3291680" y="232481"/>
                      </a:lnTo>
                      <a:lnTo>
                        <a:pt x="3295168" y="231408"/>
                      </a:lnTo>
                      <a:lnTo>
                        <a:pt x="3298155" y="226207"/>
                      </a:lnTo>
                      <a:lnTo>
                        <a:pt x="3298052" y="218993"/>
                      </a:lnTo>
                      <a:lnTo>
                        <a:pt x="3302140" y="213970"/>
                      </a:lnTo>
                      <a:lnTo>
                        <a:pt x="3306992" y="213201"/>
                      </a:lnTo>
                      <a:lnTo>
                        <a:pt x="3311478" y="213360"/>
                      </a:lnTo>
                      <a:lnTo>
                        <a:pt x="3313715" y="210909"/>
                      </a:lnTo>
                      <a:lnTo>
                        <a:pt x="3313467" y="207391"/>
                      </a:lnTo>
                      <a:lnTo>
                        <a:pt x="3311850" y="201726"/>
                      </a:lnTo>
                      <a:lnTo>
                        <a:pt x="3312398" y="194906"/>
                      </a:lnTo>
                      <a:lnTo>
                        <a:pt x="3323601" y="182859"/>
                      </a:lnTo>
                      <a:lnTo>
                        <a:pt x="3337337" y="174686"/>
                      </a:lnTo>
                      <a:lnTo>
                        <a:pt x="3342153" y="170603"/>
                      </a:lnTo>
                      <a:lnTo>
                        <a:pt x="3343554" y="162322"/>
                      </a:lnTo>
                      <a:lnTo>
                        <a:pt x="3351429" y="153717"/>
                      </a:lnTo>
                      <a:lnTo>
                        <a:pt x="3355367" y="148770"/>
                      </a:lnTo>
                      <a:lnTo>
                        <a:pt x="3356328" y="144471"/>
                      </a:lnTo>
                      <a:lnTo>
                        <a:pt x="3354287" y="139181"/>
                      </a:lnTo>
                      <a:lnTo>
                        <a:pt x="3354494" y="129097"/>
                      </a:lnTo>
                      <a:lnTo>
                        <a:pt x="3357202" y="117050"/>
                      </a:lnTo>
                      <a:lnTo>
                        <a:pt x="3360442" y="103930"/>
                      </a:lnTo>
                      <a:lnTo>
                        <a:pt x="3367703" y="92099"/>
                      </a:lnTo>
                      <a:lnTo>
                        <a:pt x="3379609" y="79195"/>
                      </a:lnTo>
                      <a:lnTo>
                        <a:pt x="3382673" y="62240"/>
                      </a:lnTo>
                      <a:lnTo>
                        <a:pt x="3385903" y="44357"/>
                      </a:lnTo>
                      <a:lnTo>
                        <a:pt x="3400295" y="26932"/>
                      </a:lnTo>
                      <a:lnTo>
                        <a:pt x="3416615" y="7169"/>
                      </a:lnTo>
                      <a:lnTo>
                        <a:pt x="3422535" y="0"/>
                      </a:lnTo>
                      <a:lnTo>
                        <a:pt x="3618932" y="0"/>
                      </a:lnTo>
                      <a:lnTo>
                        <a:pt x="3619257" y="14859"/>
                      </a:lnTo>
                      <a:lnTo>
                        <a:pt x="3619521" y="35130"/>
                      </a:lnTo>
                      <a:lnTo>
                        <a:pt x="3619800" y="56493"/>
                      </a:lnTo>
                      <a:lnTo>
                        <a:pt x="3620001" y="71740"/>
                      </a:lnTo>
                      <a:lnTo>
                        <a:pt x="3620347" y="92677"/>
                      </a:lnTo>
                      <a:lnTo>
                        <a:pt x="3620621" y="109334"/>
                      </a:lnTo>
                      <a:lnTo>
                        <a:pt x="3620988" y="131078"/>
                      </a:lnTo>
                      <a:lnTo>
                        <a:pt x="3621179" y="142699"/>
                      </a:lnTo>
                      <a:lnTo>
                        <a:pt x="3623045" y="146052"/>
                      </a:lnTo>
                      <a:lnTo>
                        <a:pt x="3621924" y="150631"/>
                      </a:lnTo>
                      <a:lnTo>
                        <a:pt x="3621433" y="152923"/>
                      </a:lnTo>
                      <a:lnTo>
                        <a:pt x="3621552" y="154746"/>
                      </a:lnTo>
                      <a:lnTo>
                        <a:pt x="3622296" y="157038"/>
                      </a:lnTo>
                      <a:lnTo>
                        <a:pt x="3622172" y="160245"/>
                      </a:lnTo>
                      <a:lnTo>
                        <a:pt x="3620435" y="163147"/>
                      </a:lnTo>
                      <a:lnTo>
                        <a:pt x="3619567" y="166500"/>
                      </a:lnTo>
                      <a:lnTo>
                        <a:pt x="3619319" y="171993"/>
                      </a:lnTo>
                      <a:lnTo>
                        <a:pt x="3621179" y="175353"/>
                      </a:lnTo>
                      <a:lnTo>
                        <a:pt x="3624285" y="177334"/>
                      </a:lnTo>
                      <a:lnTo>
                        <a:pt x="3626895" y="177334"/>
                      </a:lnTo>
                      <a:lnTo>
                        <a:pt x="3630249" y="179322"/>
                      </a:lnTo>
                      <a:lnTo>
                        <a:pt x="3634595" y="182834"/>
                      </a:lnTo>
                      <a:lnTo>
                        <a:pt x="3641173" y="185882"/>
                      </a:lnTo>
                      <a:lnTo>
                        <a:pt x="3648005" y="186949"/>
                      </a:lnTo>
                      <a:lnTo>
                        <a:pt x="3652723" y="186187"/>
                      </a:lnTo>
                      <a:lnTo>
                        <a:pt x="3658434" y="188174"/>
                      </a:lnTo>
                      <a:lnTo>
                        <a:pt x="3660423" y="193058"/>
                      </a:lnTo>
                      <a:lnTo>
                        <a:pt x="3659307" y="197630"/>
                      </a:lnTo>
                      <a:lnTo>
                        <a:pt x="3656077" y="199770"/>
                      </a:lnTo>
                      <a:lnTo>
                        <a:pt x="3652599" y="201453"/>
                      </a:lnTo>
                      <a:lnTo>
                        <a:pt x="3651979" y="204958"/>
                      </a:lnTo>
                      <a:lnTo>
                        <a:pt x="3653715" y="208623"/>
                      </a:lnTo>
                      <a:lnTo>
                        <a:pt x="3656201" y="211829"/>
                      </a:lnTo>
                      <a:lnTo>
                        <a:pt x="3658935" y="217462"/>
                      </a:lnTo>
                      <a:lnTo>
                        <a:pt x="3657813" y="222346"/>
                      </a:lnTo>
                      <a:lnTo>
                        <a:pt x="3655333" y="226467"/>
                      </a:lnTo>
                      <a:lnTo>
                        <a:pt x="3654212" y="230735"/>
                      </a:lnTo>
                      <a:lnTo>
                        <a:pt x="3656325" y="234405"/>
                      </a:lnTo>
                      <a:lnTo>
                        <a:pt x="3661912" y="239282"/>
                      </a:lnTo>
                      <a:lnTo>
                        <a:pt x="3665389" y="244013"/>
                      </a:lnTo>
                      <a:lnTo>
                        <a:pt x="3670857" y="246611"/>
                      </a:lnTo>
                      <a:lnTo>
                        <a:pt x="3673461" y="244775"/>
                      </a:lnTo>
                      <a:lnTo>
                        <a:pt x="3675575" y="242330"/>
                      </a:lnTo>
                      <a:lnTo>
                        <a:pt x="3677807" y="240501"/>
                      </a:lnTo>
                      <a:lnTo>
                        <a:pt x="3681657" y="241575"/>
                      </a:lnTo>
                      <a:lnTo>
                        <a:pt x="3686127" y="242946"/>
                      </a:lnTo>
                      <a:lnTo>
                        <a:pt x="3691011" y="244578"/>
                      </a:lnTo>
                      <a:lnTo>
                        <a:pt x="3690427" y="248535"/>
                      </a:lnTo>
                      <a:lnTo>
                        <a:pt x="3693404" y="255203"/>
                      </a:lnTo>
                      <a:lnTo>
                        <a:pt x="3695708" y="268024"/>
                      </a:lnTo>
                      <a:lnTo>
                        <a:pt x="3692169" y="273847"/>
                      </a:lnTo>
                      <a:lnTo>
                        <a:pt x="3692928" y="281563"/>
                      </a:lnTo>
                      <a:lnTo>
                        <a:pt x="3702742" y="283811"/>
                      </a:lnTo>
                      <a:lnTo>
                        <a:pt x="3705129" y="286173"/>
                      </a:lnTo>
                      <a:lnTo>
                        <a:pt x="3705599" y="289025"/>
                      </a:lnTo>
                      <a:lnTo>
                        <a:pt x="3683983" y="308806"/>
                      </a:lnTo>
                      <a:lnTo>
                        <a:pt x="3665694" y="306037"/>
                      </a:lnTo>
                      <a:lnTo>
                        <a:pt x="3655772" y="311283"/>
                      </a:lnTo>
                      <a:lnTo>
                        <a:pt x="3645380" y="312813"/>
                      </a:lnTo>
                      <a:lnTo>
                        <a:pt x="3640822" y="321653"/>
                      </a:lnTo>
                      <a:lnTo>
                        <a:pt x="3635117" y="323526"/>
                      </a:lnTo>
                      <a:lnTo>
                        <a:pt x="3627303" y="322993"/>
                      </a:lnTo>
                      <a:lnTo>
                        <a:pt x="3620565" y="320497"/>
                      </a:lnTo>
                      <a:lnTo>
                        <a:pt x="3615423" y="321723"/>
                      </a:lnTo>
                      <a:lnTo>
                        <a:pt x="3608229" y="337675"/>
                      </a:lnTo>
                      <a:lnTo>
                        <a:pt x="3602338" y="336284"/>
                      </a:lnTo>
                      <a:lnTo>
                        <a:pt x="3599992" y="342025"/>
                      </a:lnTo>
                      <a:lnTo>
                        <a:pt x="3596912" y="344534"/>
                      </a:lnTo>
                      <a:lnTo>
                        <a:pt x="3592395" y="346686"/>
                      </a:lnTo>
                      <a:lnTo>
                        <a:pt x="3588473" y="339599"/>
                      </a:lnTo>
                      <a:lnTo>
                        <a:pt x="3585977" y="332862"/>
                      </a:lnTo>
                      <a:lnTo>
                        <a:pt x="3582298" y="331382"/>
                      </a:lnTo>
                      <a:lnTo>
                        <a:pt x="3577409" y="329661"/>
                      </a:lnTo>
                      <a:lnTo>
                        <a:pt x="3572381" y="329718"/>
                      </a:lnTo>
                      <a:lnTo>
                        <a:pt x="3569027" y="330683"/>
                      </a:lnTo>
                      <a:lnTo>
                        <a:pt x="3564867" y="335040"/>
                      </a:lnTo>
                      <a:lnTo>
                        <a:pt x="3558836" y="338780"/>
                      </a:lnTo>
                      <a:lnTo>
                        <a:pt x="3554273" y="335662"/>
                      </a:lnTo>
                      <a:lnTo>
                        <a:pt x="3550702" y="330652"/>
                      </a:lnTo>
                      <a:lnTo>
                        <a:pt x="3547648" y="338710"/>
                      </a:lnTo>
                      <a:lnTo>
                        <a:pt x="3543204" y="347220"/>
                      </a:lnTo>
                      <a:lnTo>
                        <a:pt x="3543943" y="357145"/>
                      </a:lnTo>
                      <a:lnTo>
                        <a:pt x="3542031" y="363032"/>
                      </a:lnTo>
                      <a:lnTo>
                        <a:pt x="3537814" y="361445"/>
                      </a:lnTo>
                      <a:lnTo>
                        <a:pt x="3533618" y="356282"/>
                      </a:lnTo>
                      <a:lnTo>
                        <a:pt x="3521840" y="352154"/>
                      </a:lnTo>
                      <a:lnTo>
                        <a:pt x="3512461" y="352535"/>
                      </a:lnTo>
                      <a:lnTo>
                        <a:pt x="3514368" y="347023"/>
                      </a:lnTo>
                      <a:lnTo>
                        <a:pt x="3523236" y="339110"/>
                      </a:lnTo>
                      <a:lnTo>
                        <a:pt x="3520507" y="337561"/>
                      </a:lnTo>
                      <a:lnTo>
                        <a:pt x="3516156" y="338659"/>
                      </a:lnTo>
                      <a:lnTo>
                        <a:pt x="3514259" y="337561"/>
                      </a:lnTo>
                      <a:lnTo>
                        <a:pt x="3517370" y="330372"/>
                      </a:lnTo>
                      <a:lnTo>
                        <a:pt x="3517670" y="322441"/>
                      </a:lnTo>
                      <a:lnTo>
                        <a:pt x="3513701" y="325216"/>
                      </a:lnTo>
                      <a:lnTo>
                        <a:pt x="3508709" y="333585"/>
                      </a:lnTo>
                      <a:lnTo>
                        <a:pt x="3496632" y="340247"/>
                      </a:lnTo>
                      <a:lnTo>
                        <a:pt x="3497195" y="351398"/>
                      </a:lnTo>
                      <a:lnTo>
                        <a:pt x="3485826" y="374253"/>
                      </a:lnTo>
                      <a:lnTo>
                        <a:pt x="3485320" y="383982"/>
                      </a:lnTo>
                      <a:lnTo>
                        <a:pt x="3478028" y="391749"/>
                      </a:lnTo>
                      <a:lnTo>
                        <a:pt x="3468628" y="398429"/>
                      </a:lnTo>
                      <a:lnTo>
                        <a:pt x="3456091" y="396550"/>
                      </a:lnTo>
                      <a:lnTo>
                        <a:pt x="3446521" y="402354"/>
                      </a:lnTo>
                      <a:lnTo>
                        <a:pt x="3441663" y="409015"/>
                      </a:lnTo>
                      <a:lnTo>
                        <a:pt x="3437441" y="410019"/>
                      </a:lnTo>
                      <a:lnTo>
                        <a:pt x="3435240" y="401535"/>
                      </a:lnTo>
                      <a:lnTo>
                        <a:pt x="3433638" y="398912"/>
                      </a:lnTo>
                      <a:lnTo>
                        <a:pt x="3430113" y="411422"/>
                      </a:lnTo>
                      <a:lnTo>
                        <a:pt x="3426522" y="412197"/>
                      </a:lnTo>
                      <a:lnTo>
                        <a:pt x="3425163" y="403325"/>
                      </a:lnTo>
                      <a:lnTo>
                        <a:pt x="3423457" y="397464"/>
                      </a:lnTo>
                      <a:lnTo>
                        <a:pt x="3418563" y="402519"/>
                      </a:lnTo>
                      <a:lnTo>
                        <a:pt x="3415313" y="415918"/>
                      </a:lnTo>
                      <a:lnTo>
                        <a:pt x="3411907" y="414788"/>
                      </a:lnTo>
                      <a:lnTo>
                        <a:pt x="3410822" y="409803"/>
                      </a:lnTo>
                      <a:lnTo>
                        <a:pt x="3408383" y="408291"/>
                      </a:lnTo>
                      <a:lnTo>
                        <a:pt x="3407546" y="413988"/>
                      </a:lnTo>
                      <a:lnTo>
                        <a:pt x="3408776" y="422002"/>
                      </a:lnTo>
                      <a:lnTo>
                        <a:pt x="3407003" y="426282"/>
                      </a:lnTo>
                      <a:lnTo>
                        <a:pt x="3403618" y="423996"/>
                      </a:lnTo>
                      <a:lnTo>
                        <a:pt x="3400213" y="420141"/>
                      </a:lnTo>
                      <a:lnTo>
                        <a:pt x="3394595" y="423069"/>
                      </a:lnTo>
                      <a:lnTo>
                        <a:pt x="3389438" y="424256"/>
                      </a:lnTo>
                      <a:lnTo>
                        <a:pt x="3389417" y="420332"/>
                      </a:lnTo>
                      <a:lnTo>
                        <a:pt x="3390399" y="415518"/>
                      </a:lnTo>
                      <a:lnTo>
                        <a:pt x="3380121" y="418179"/>
                      </a:lnTo>
                      <a:lnTo>
                        <a:pt x="3367796" y="427057"/>
                      </a:lnTo>
                      <a:lnTo>
                        <a:pt x="3358225" y="439339"/>
                      </a:lnTo>
                      <a:lnTo>
                        <a:pt x="3361543" y="441383"/>
                      </a:lnTo>
                      <a:lnTo>
                        <a:pt x="3365279" y="445295"/>
                      </a:lnTo>
                      <a:lnTo>
                        <a:pt x="3348654" y="464270"/>
                      </a:lnTo>
                      <a:lnTo>
                        <a:pt x="3331611" y="481359"/>
                      </a:lnTo>
                      <a:lnTo>
                        <a:pt x="3318738" y="509244"/>
                      </a:lnTo>
                      <a:lnTo>
                        <a:pt x="3313571" y="512508"/>
                      </a:lnTo>
                      <a:lnTo>
                        <a:pt x="3309132" y="517620"/>
                      </a:lnTo>
                      <a:lnTo>
                        <a:pt x="3304419" y="534455"/>
                      </a:lnTo>
                      <a:lnTo>
                        <a:pt x="3298977" y="549442"/>
                      </a:lnTo>
                      <a:lnTo>
                        <a:pt x="3302021" y="556116"/>
                      </a:lnTo>
                      <a:lnTo>
                        <a:pt x="3304026" y="562981"/>
                      </a:lnTo>
                      <a:lnTo>
                        <a:pt x="3308858" y="569737"/>
                      </a:lnTo>
                      <a:lnTo>
                        <a:pt x="3312966" y="570347"/>
                      </a:lnTo>
                      <a:lnTo>
                        <a:pt x="3317415" y="569128"/>
                      </a:lnTo>
                      <a:lnTo>
                        <a:pt x="3320681" y="569414"/>
                      </a:lnTo>
                      <a:lnTo>
                        <a:pt x="3322780" y="572284"/>
                      </a:lnTo>
                      <a:lnTo>
                        <a:pt x="3321849" y="575726"/>
                      </a:lnTo>
                      <a:lnTo>
                        <a:pt x="3316718" y="576583"/>
                      </a:lnTo>
                      <a:lnTo>
                        <a:pt x="3307147" y="582603"/>
                      </a:lnTo>
                      <a:lnTo>
                        <a:pt x="3298755" y="584915"/>
                      </a:lnTo>
                      <a:lnTo>
                        <a:pt x="3294548" y="592192"/>
                      </a:lnTo>
                      <a:lnTo>
                        <a:pt x="3288244" y="600600"/>
                      </a:lnTo>
                      <a:lnTo>
                        <a:pt x="3275996" y="613720"/>
                      </a:lnTo>
                      <a:lnTo>
                        <a:pt x="3281231" y="617765"/>
                      </a:lnTo>
                      <a:lnTo>
                        <a:pt x="3300150" y="622325"/>
                      </a:lnTo>
                      <a:lnTo>
                        <a:pt x="3308584" y="627018"/>
                      </a:lnTo>
                      <a:lnTo>
                        <a:pt x="3321348" y="651524"/>
                      </a:lnTo>
                      <a:lnTo>
                        <a:pt x="3318433" y="653975"/>
                      </a:lnTo>
                      <a:lnTo>
                        <a:pt x="3317276" y="658465"/>
                      </a:lnTo>
                      <a:lnTo>
                        <a:pt x="3328624" y="664765"/>
                      </a:lnTo>
                      <a:lnTo>
                        <a:pt x="3332247" y="682362"/>
                      </a:lnTo>
                      <a:lnTo>
                        <a:pt x="3341564" y="688350"/>
                      </a:lnTo>
                      <a:lnTo>
                        <a:pt x="3355450" y="692033"/>
                      </a:lnTo>
                      <a:lnTo>
                        <a:pt x="3372431" y="686712"/>
                      </a:lnTo>
                      <a:lnTo>
                        <a:pt x="3386570" y="679390"/>
                      </a:lnTo>
                      <a:lnTo>
                        <a:pt x="3386074" y="673388"/>
                      </a:lnTo>
                      <a:lnTo>
                        <a:pt x="3377191" y="659424"/>
                      </a:lnTo>
                      <a:lnTo>
                        <a:pt x="3375051" y="652864"/>
                      </a:lnTo>
                      <a:lnTo>
                        <a:pt x="3368457" y="648616"/>
                      </a:lnTo>
                      <a:lnTo>
                        <a:pt x="3365951" y="652216"/>
                      </a:lnTo>
                      <a:lnTo>
                        <a:pt x="3361687" y="647542"/>
                      </a:lnTo>
                      <a:lnTo>
                        <a:pt x="3361207" y="644920"/>
                      </a:lnTo>
                      <a:lnTo>
                        <a:pt x="3365181" y="643643"/>
                      </a:lnTo>
                      <a:lnTo>
                        <a:pt x="3369801" y="644151"/>
                      </a:lnTo>
                      <a:lnTo>
                        <a:pt x="3375191" y="646596"/>
                      </a:lnTo>
                      <a:lnTo>
                        <a:pt x="3389061" y="661818"/>
                      </a:lnTo>
                      <a:lnTo>
                        <a:pt x="3392900" y="681771"/>
                      </a:lnTo>
                      <a:lnTo>
                        <a:pt x="3393722" y="694440"/>
                      </a:lnTo>
                      <a:lnTo>
                        <a:pt x="3392156" y="698771"/>
                      </a:lnTo>
                      <a:lnTo>
                        <a:pt x="3388120" y="697882"/>
                      </a:lnTo>
                      <a:lnTo>
                        <a:pt x="3380420" y="698746"/>
                      </a:lnTo>
                      <a:lnTo>
                        <a:pt x="3343890" y="705306"/>
                      </a:lnTo>
                      <a:lnTo>
                        <a:pt x="3335776" y="711084"/>
                      </a:lnTo>
                      <a:lnTo>
                        <a:pt x="3317173" y="717359"/>
                      </a:lnTo>
                      <a:lnTo>
                        <a:pt x="3316015" y="714228"/>
                      </a:lnTo>
                      <a:lnTo>
                        <a:pt x="3317359" y="707750"/>
                      </a:lnTo>
                      <a:lnTo>
                        <a:pt x="3316186" y="694484"/>
                      </a:lnTo>
                      <a:lnTo>
                        <a:pt x="3312516" y="693868"/>
                      </a:lnTo>
                      <a:lnTo>
                        <a:pt x="3283613" y="715498"/>
                      </a:lnTo>
                      <a:lnTo>
                        <a:pt x="3272441" y="716857"/>
                      </a:lnTo>
                      <a:lnTo>
                        <a:pt x="3263046" y="723188"/>
                      </a:lnTo>
                      <a:lnTo>
                        <a:pt x="3260943" y="719676"/>
                      </a:lnTo>
                      <a:lnTo>
                        <a:pt x="3259263" y="703458"/>
                      </a:lnTo>
                      <a:lnTo>
                        <a:pt x="3265144" y="689855"/>
                      </a:lnTo>
                      <a:lnTo>
                        <a:pt x="3262012" y="690071"/>
                      </a:lnTo>
                      <a:lnTo>
                        <a:pt x="3252194" y="698238"/>
                      </a:lnTo>
                      <a:lnTo>
                        <a:pt x="3247997" y="693214"/>
                      </a:lnTo>
                      <a:lnTo>
                        <a:pt x="3245894" y="687702"/>
                      </a:lnTo>
                      <a:lnTo>
                        <a:pt x="3242871" y="684584"/>
                      </a:lnTo>
                      <a:lnTo>
                        <a:pt x="3239595" y="683403"/>
                      </a:lnTo>
                      <a:lnTo>
                        <a:pt x="3242396" y="695443"/>
                      </a:lnTo>
                      <a:lnTo>
                        <a:pt x="3235740" y="704474"/>
                      </a:lnTo>
                      <a:lnTo>
                        <a:pt x="3233915" y="727830"/>
                      </a:lnTo>
                      <a:lnTo>
                        <a:pt x="3225549" y="737553"/>
                      </a:lnTo>
                      <a:lnTo>
                        <a:pt x="3199467" y="743802"/>
                      </a:lnTo>
                      <a:lnTo>
                        <a:pt x="3182465" y="742481"/>
                      </a:lnTo>
                      <a:lnTo>
                        <a:pt x="3167231" y="744424"/>
                      </a:lnTo>
                      <a:lnTo>
                        <a:pt x="3146974" y="748907"/>
                      </a:lnTo>
                      <a:lnTo>
                        <a:pt x="3135780" y="746240"/>
                      </a:lnTo>
                      <a:lnTo>
                        <a:pt x="3124313" y="750971"/>
                      </a:lnTo>
                      <a:lnTo>
                        <a:pt x="3085390" y="752260"/>
                      </a:lnTo>
                      <a:lnTo>
                        <a:pt x="3077183" y="749752"/>
                      </a:lnTo>
                      <a:lnTo>
                        <a:pt x="3066703" y="758687"/>
                      </a:lnTo>
                      <a:lnTo>
                        <a:pt x="3049924" y="763970"/>
                      </a:lnTo>
                      <a:lnTo>
                        <a:pt x="3007512" y="783993"/>
                      </a:lnTo>
                      <a:lnTo>
                        <a:pt x="2998159" y="791277"/>
                      </a:lnTo>
                      <a:lnTo>
                        <a:pt x="2986769" y="802651"/>
                      </a:lnTo>
                      <a:lnTo>
                        <a:pt x="2979121" y="808766"/>
                      </a:lnTo>
                      <a:lnTo>
                        <a:pt x="2972832" y="810754"/>
                      </a:lnTo>
                      <a:lnTo>
                        <a:pt x="2968966" y="815847"/>
                      </a:lnTo>
                      <a:lnTo>
                        <a:pt x="2964744" y="819174"/>
                      </a:lnTo>
                      <a:lnTo>
                        <a:pt x="2968821" y="807807"/>
                      </a:lnTo>
                      <a:lnTo>
                        <a:pt x="2973250" y="798224"/>
                      </a:lnTo>
                      <a:lnTo>
                        <a:pt x="2976930" y="779662"/>
                      </a:lnTo>
                      <a:lnTo>
                        <a:pt x="2975844" y="764650"/>
                      </a:lnTo>
                      <a:lnTo>
                        <a:pt x="2971281" y="758477"/>
                      </a:lnTo>
                      <a:lnTo>
                        <a:pt x="2966563" y="754362"/>
                      </a:lnTo>
                      <a:lnTo>
                        <a:pt x="2972093" y="769178"/>
                      </a:lnTo>
                      <a:lnTo>
                        <a:pt x="2972987" y="787346"/>
                      </a:lnTo>
                      <a:lnTo>
                        <a:pt x="2971085" y="797989"/>
                      </a:lnTo>
                      <a:lnTo>
                        <a:pt x="2960682" y="818520"/>
                      </a:lnTo>
                      <a:lnTo>
                        <a:pt x="2956253" y="823302"/>
                      </a:lnTo>
                      <a:lnTo>
                        <a:pt x="2951075" y="827506"/>
                      </a:lnTo>
                      <a:lnTo>
                        <a:pt x="2947174" y="829335"/>
                      </a:lnTo>
                      <a:lnTo>
                        <a:pt x="2943572" y="832618"/>
                      </a:lnTo>
                      <a:lnTo>
                        <a:pt x="2939386" y="837819"/>
                      </a:lnTo>
                      <a:lnTo>
                        <a:pt x="2935417" y="848145"/>
                      </a:lnTo>
                      <a:lnTo>
                        <a:pt x="2937820" y="857556"/>
                      </a:lnTo>
                      <a:lnTo>
                        <a:pt x="2958104" y="860992"/>
                      </a:lnTo>
                      <a:lnTo>
                        <a:pt x="2963545" y="858090"/>
                      </a:lnTo>
                      <a:lnTo>
                        <a:pt x="2966315" y="864827"/>
                      </a:lnTo>
                      <a:lnTo>
                        <a:pt x="2967865" y="874188"/>
                      </a:lnTo>
                      <a:lnTo>
                        <a:pt x="2966346" y="884310"/>
                      </a:lnTo>
                      <a:lnTo>
                        <a:pt x="2962956" y="894611"/>
                      </a:lnTo>
                      <a:lnTo>
                        <a:pt x="2960382" y="907400"/>
                      </a:lnTo>
                      <a:lnTo>
                        <a:pt x="2958202" y="926902"/>
                      </a:lnTo>
                      <a:lnTo>
                        <a:pt x="2954920" y="944449"/>
                      </a:lnTo>
                      <a:lnTo>
                        <a:pt x="2954491" y="939121"/>
                      </a:lnTo>
                      <a:lnTo>
                        <a:pt x="2956543" y="917790"/>
                      </a:lnTo>
                      <a:lnTo>
                        <a:pt x="2953220" y="920019"/>
                      </a:lnTo>
                      <a:lnTo>
                        <a:pt x="2950931" y="924940"/>
                      </a:lnTo>
                      <a:lnTo>
                        <a:pt x="2944740" y="952450"/>
                      </a:lnTo>
                      <a:lnTo>
                        <a:pt x="2936229" y="967113"/>
                      </a:lnTo>
                      <a:lnTo>
                        <a:pt x="2928389" y="977255"/>
                      </a:lnTo>
                      <a:lnTo>
                        <a:pt x="2920302" y="975578"/>
                      </a:lnTo>
                      <a:lnTo>
                        <a:pt x="2922121" y="983637"/>
                      </a:lnTo>
                      <a:lnTo>
                        <a:pt x="2919899" y="987834"/>
                      </a:lnTo>
                      <a:lnTo>
                        <a:pt x="2917997" y="996592"/>
                      </a:lnTo>
                      <a:lnTo>
                        <a:pt x="2913175" y="1002396"/>
                      </a:lnTo>
                      <a:lnTo>
                        <a:pt x="2908643" y="1001837"/>
                      </a:lnTo>
                      <a:lnTo>
                        <a:pt x="2902132" y="1005838"/>
                      </a:lnTo>
                      <a:lnTo>
                        <a:pt x="2899564" y="1008899"/>
                      </a:lnTo>
                      <a:lnTo>
                        <a:pt x="2899372" y="1014760"/>
                      </a:lnTo>
                      <a:lnTo>
                        <a:pt x="2895016" y="1019917"/>
                      </a:lnTo>
                      <a:lnTo>
                        <a:pt x="2879296" y="1046703"/>
                      </a:lnTo>
                      <a:lnTo>
                        <a:pt x="2865648" y="1054609"/>
                      </a:lnTo>
                      <a:lnTo>
                        <a:pt x="2862382" y="1053459"/>
                      </a:lnTo>
                      <a:lnTo>
                        <a:pt x="2865978" y="1040816"/>
                      </a:lnTo>
                      <a:lnTo>
                        <a:pt x="2868443" y="1028032"/>
                      </a:lnTo>
                      <a:lnTo>
                        <a:pt x="2860160" y="1022469"/>
                      </a:lnTo>
                      <a:lnTo>
                        <a:pt x="2852232" y="1019529"/>
                      </a:lnTo>
                      <a:lnTo>
                        <a:pt x="2843137" y="1019917"/>
                      </a:lnTo>
                      <a:lnTo>
                        <a:pt x="2833091" y="1009978"/>
                      </a:lnTo>
                      <a:lnTo>
                        <a:pt x="2820141" y="1002751"/>
                      </a:lnTo>
                      <a:lnTo>
                        <a:pt x="2802064" y="983199"/>
                      </a:lnTo>
                      <a:lnTo>
                        <a:pt x="2802591" y="977775"/>
                      </a:lnTo>
                      <a:lnTo>
                        <a:pt x="2802136" y="968675"/>
                      </a:lnTo>
                      <a:lnTo>
                        <a:pt x="2807630" y="954298"/>
                      </a:lnTo>
                      <a:lnTo>
                        <a:pt x="2812896" y="944245"/>
                      </a:lnTo>
                      <a:lnTo>
                        <a:pt x="2820167" y="939038"/>
                      </a:lnTo>
                      <a:lnTo>
                        <a:pt x="2841266" y="933735"/>
                      </a:lnTo>
                      <a:lnTo>
                        <a:pt x="2846558" y="925759"/>
                      </a:lnTo>
                      <a:lnTo>
                        <a:pt x="2849695" y="919041"/>
                      </a:lnTo>
                      <a:lnTo>
                        <a:pt x="2839241" y="930579"/>
                      </a:lnTo>
                      <a:lnTo>
                        <a:pt x="2823582" y="934491"/>
                      </a:lnTo>
                      <a:lnTo>
                        <a:pt x="2815144" y="938797"/>
                      </a:lnTo>
                      <a:lnTo>
                        <a:pt x="2808395" y="945382"/>
                      </a:lnTo>
                      <a:lnTo>
                        <a:pt x="2804400" y="953650"/>
                      </a:lnTo>
                      <a:lnTo>
                        <a:pt x="2795356" y="963614"/>
                      </a:lnTo>
                      <a:lnTo>
                        <a:pt x="2795992" y="970288"/>
                      </a:lnTo>
                      <a:lnTo>
                        <a:pt x="2797506" y="975032"/>
                      </a:lnTo>
                      <a:lnTo>
                        <a:pt x="2796808" y="984920"/>
                      </a:lnTo>
                      <a:lnTo>
                        <a:pt x="2802529" y="994559"/>
                      </a:lnTo>
                      <a:lnTo>
                        <a:pt x="2813872" y="1010353"/>
                      </a:lnTo>
                      <a:lnTo>
                        <a:pt x="2816038" y="1034884"/>
                      </a:lnTo>
                      <a:lnTo>
                        <a:pt x="2824694" y="1051300"/>
                      </a:lnTo>
                      <a:lnTo>
                        <a:pt x="2837959" y="1070440"/>
                      </a:lnTo>
                      <a:lnTo>
                        <a:pt x="2848160" y="1075883"/>
                      </a:lnTo>
                      <a:lnTo>
                        <a:pt x="2848656" y="1083001"/>
                      </a:lnTo>
                      <a:lnTo>
                        <a:pt x="2843948" y="1094756"/>
                      </a:lnTo>
                      <a:lnTo>
                        <a:pt x="2837742" y="1100128"/>
                      </a:lnTo>
                      <a:lnTo>
                        <a:pt x="2845814" y="1099055"/>
                      </a:lnTo>
                      <a:lnTo>
                        <a:pt x="2849835" y="1101741"/>
                      </a:lnTo>
                      <a:lnTo>
                        <a:pt x="2853746" y="1111546"/>
                      </a:lnTo>
                      <a:lnTo>
                        <a:pt x="2853442" y="1121555"/>
                      </a:lnTo>
                      <a:lnTo>
                        <a:pt x="2852119" y="1127194"/>
                      </a:lnTo>
                      <a:lnTo>
                        <a:pt x="2849674" y="1129442"/>
                      </a:lnTo>
                      <a:lnTo>
                        <a:pt x="2849778" y="1123682"/>
                      </a:lnTo>
                      <a:lnTo>
                        <a:pt x="2848046" y="1121682"/>
                      </a:lnTo>
                      <a:lnTo>
                        <a:pt x="2845189" y="1124177"/>
                      </a:lnTo>
                      <a:lnTo>
                        <a:pt x="2843339" y="1127022"/>
                      </a:lnTo>
                      <a:lnTo>
                        <a:pt x="2842569" y="1138231"/>
                      </a:lnTo>
                      <a:lnTo>
                        <a:pt x="2840610" y="1143832"/>
                      </a:lnTo>
                      <a:lnTo>
                        <a:pt x="2833685" y="1145496"/>
                      </a:lnTo>
                      <a:lnTo>
                        <a:pt x="2826662" y="1160203"/>
                      </a:lnTo>
                      <a:lnTo>
                        <a:pt x="2820130" y="1168547"/>
                      </a:lnTo>
                      <a:lnTo>
                        <a:pt x="2794426" y="1224971"/>
                      </a:lnTo>
                      <a:lnTo>
                        <a:pt x="2795408" y="1234401"/>
                      </a:lnTo>
                      <a:lnTo>
                        <a:pt x="2790705" y="1237436"/>
                      </a:lnTo>
                      <a:lnTo>
                        <a:pt x="2783584" y="1239907"/>
                      </a:lnTo>
                      <a:lnTo>
                        <a:pt x="2776380" y="1245546"/>
                      </a:lnTo>
                      <a:lnTo>
                        <a:pt x="2771600" y="1251763"/>
                      </a:lnTo>
                      <a:lnTo>
                        <a:pt x="2767161" y="1268484"/>
                      </a:lnTo>
                      <a:lnTo>
                        <a:pt x="2758655" y="1287306"/>
                      </a:lnTo>
                      <a:lnTo>
                        <a:pt x="2753348" y="1279463"/>
                      </a:lnTo>
                      <a:lnTo>
                        <a:pt x="2751989" y="1272751"/>
                      </a:lnTo>
                      <a:lnTo>
                        <a:pt x="2754350" y="1255243"/>
                      </a:lnTo>
                      <a:lnTo>
                        <a:pt x="2763549" y="1226539"/>
                      </a:lnTo>
                      <a:lnTo>
                        <a:pt x="2773683" y="1208695"/>
                      </a:lnTo>
                      <a:lnTo>
                        <a:pt x="2781414" y="1200236"/>
                      </a:lnTo>
                      <a:lnTo>
                        <a:pt x="2787770" y="1182995"/>
                      </a:lnTo>
                      <a:lnTo>
                        <a:pt x="2779739" y="1180423"/>
                      </a:lnTo>
                      <a:lnTo>
                        <a:pt x="2767497" y="1180702"/>
                      </a:lnTo>
                      <a:lnTo>
                        <a:pt x="2769802" y="1172745"/>
                      </a:lnTo>
                      <a:lnTo>
                        <a:pt x="2773373" y="1165734"/>
                      </a:lnTo>
                      <a:lnTo>
                        <a:pt x="2766991" y="1158749"/>
                      </a:lnTo>
                      <a:lnTo>
                        <a:pt x="2763213" y="1157860"/>
                      </a:lnTo>
                      <a:lnTo>
                        <a:pt x="2759322" y="1154996"/>
                      </a:lnTo>
                      <a:lnTo>
                        <a:pt x="2763885" y="1149179"/>
                      </a:lnTo>
                      <a:lnTo>
                        <a:pt x="2766112" y="1143032"/>
                      </a:lnTo>
                      <a:lnTo>
                        <a:pt x="2764753" y="1135551"/>
                      </a:lnTo>
                      <a:lnTo>
                        <a:pt x="2766665" y="1129918"/>
                      </a:lnTo>
                      <a:lnTo>
                        <a:pt x="2763477" y="1130769"/>
                      </a:lnTo>
                      <a:lnTo>
                        <a:pt x="2758350" y="1136732"/>
                      </a:lnTo>
                      <a:lnTo>
                        <a:pt x="2755162" y="1139113"/>
                      </a:lnTo>
                      <a:lnTo>
                        <a:pt x="2753219" y="1133836"/>
                      </a:lnTo>
                      <a:lnTo>
                        <a:pt x="2751002" y="1135030"/>
                      </a:lnTo>
                      <a:lnTo>
                        <a:pt x="2749560" y="1138656"/>
                      </a:lnTo>
                      <a:lnTo>
                        <a:pt x="2746289" y="1140650"/>
                      </a:lnTo>
                      <a:lnTo>
                        <a:pt x="2739380" y="1135691"/>
                      </a:lnTo>
                      <a:lnTo>
                        <a:pt x="2729308" y="1130013"/>
                      </a:lnTo>
                      <a:lnTo>
                        <a:pt x="2723701" y="1120246"/>
                      </a:lnTo>
                      <a:lnTo>
                        <a:pt x="2720502" y="1112677"/>
                      </a:lnTo>
                      <a:lnTo>
                        <a:pt x="2723752" y="1098979"/>
                      </a:lnTo>
                      <a:lnTo>
                        <a:pt x="2730713" y="1096547"/>
                      </a:lnTo>
                      <a:lnTo>
                        <a:pt x="2739757" y="1098769"/>
                      </a:lnTo>
                      <a:lnTo>
                        <a:pt x="2751612" y="1098750"/>
                      </a:lnTo>
                      <a:lnTo>
                        <a:pt x="2749917" y="1095708"/>
                      </a:lnTo>
                      <a:lnTo>
                        <a:pt x="2745684" y="1096210"/>
                      </a:lnTo>
                      <a:lnTo>
                        <a:pt x="2733189" y="1085097"/>
                      </a:lnTo>
                      <a:lnTo>
                        <a:pt x="2729168" y="1078385"/>
                      </a:lnTo>
                      <a:lnTo>
                        <a:pt x="2722254" y="1076543"/>
                      </a:lnTo>
                      <a:lnTo>
                        <a:pt x="2719101" y="1082995"/>
                      </a:lnTo>
                      <a:lnTo>
                        <a:pt x="2715603" y="1084710"/>
                      </a:lnTo>
                      <a:lnTo>
                        <a:pt x="2719923" y="1070593"/>
                      </a:lnTo>
                      <a:lnTo>
                        <a:pt x="2725571" y="1070015"/>
                      </a:lnTo>
                      <a:lnTo>
                        <a:pt x="2733912" y="1066103"/>
                      </a:lnTo>
                      <a:lnTo>
                        <a:pt x="2731488" y="1057930"/>
                      </a:lnTo>
                      <a:lnTo>
                        <a:pt x="2726223" y="1054355"/>
                      </a:lnTo>
                      <a:lnTo>
                        <a:pt x="2716714" y="1058838"/>
                      </a:lnTo>
                      <a:lnTo>
                        <a:pt x="2716828" y="1053091"/>
                      </a:lnTo>
                      <a:lnTo>
                        <a:pt x="2718610" y="1045731"/>
                      </a:lnTo>
                      <a:lnTo>
                        <a:pt x="2725778" y="1045756"/>
                      </a:lnTo>
                      <a:lnTo>
                        <a:pt x="2732057" y="1048157"/>
                      </a:lnTo>
                      <a:lnTo>
                        <a:pt x="2737400" y="1036269"/>
                      </a:lnTo>
                      <a:lnTo>
                        <a:pt x="2737638" y="1030960"/>
                      </a:lnTo>
                      <a:lnTo>
                        <a:pt x="2728760" y="1038676"/>
                      </a:lnTo>
                      <a:lnTo>
                        <a:pt x="2726765" y="1022031"/>
                      </a:lnTo>
                      <a:lnTo>
                        <a:pt x="2735504" y="1005977"/>
                      </a:lnTo>
                      <a:lnTo>
                        <a:pt x="2743839" y="998979"/>
                      </a:lnTo>
                      <a:lnTo>
                        <a:pt x="2754252" y="999183"/>
                      </a:lnTo>
                      <a:lnTo>
                        <a:pt x="2764836" y="998052"/>
                      </a:lnTo>
                      <a:lnTo>
                        <a:pt x="2758195" y="995112"/>
                      </a:lnTo>
                      <a:lnTo>
                        <a:pt x="2751379" y="993518"/>
                      </a:lnTo>
                      <a:lnTo>
                        <a:pt x="2756500" y="987174"/>
                      </a:lnTo>
                      <a:lnTo>
                        <a:pt x="2760867" y="986037"/>
                      </a:lnTo>
                      <a:lnTo>
                        <a:pt x="2765156" y="980506"/>
                      </a:lnTo>
                      <a:lnTo>
                        <a:pt x="2754841" y="981325"/>
                      </a:lnTo>
                      <a:lnTo>
                        <a:pt x="2756056" y="970860"/>
                      </a:lnTo>
                      <a:lnTo>
                        <a:pt x="2751043" y="972987"/>
                      </a:lnTo>
                      <a:lnTo>
                        <a:pt x="2745043" y="973971"/>
                      </a:lnTo>
                      <a:lnTo>
                        <a:pt x="2742708" y="978410"/>
                      </a:lnTo>
                      <a:lnTo>
                        <a:pt x="2743168" y="985783"/>
                      </a:lnTo>
                      <a:lnTo>
                        <a:pt x="2741416" y="990622"/>
                      </a:lnTo>
                      <a:lnTo>
                        <a:pt x="2736749" y="994509"/>
                      </a:lnTo>
                      <a:lnTo>
                        <a:pt x="2728868" y="997538"/>
                      </a:lnTo>
                      <a:lnTo>
                        <a:pt x="2728104" y="992286"/>
                      </a:lnTo>
                      <a:lnTo>
                        <a:pt x="2725499" y="989905"/>
                      </a:lnTo>
                      <a:lnTo>
                        <a:pt x="2724528" y="1001151"/>
                      </a:lnTo>
                      <a:lnTo>
                        <a:pt x="2722460" y="1004974"/>
                      </a:lnTo>
                      <a:lnTo>
                        <a:pt x="2716698" y="994420"/>
                      </a:lnTo>
                      <a:lnTo>
                        <a:pt x="2714967" y="996547"/>
                      </a:lnTo>
                      <a:lnTo>
                        <a:pt x="2715189" y="999545"/>
                      </a:lnTo>
                      <a:lnTo>
                        <a:pt x="2713717" y="1004726"/>
                      </a:lnTo>
                      <a:lnTo>
                        <a:pt x="2708776" y="1007425"/>
                      </a:lnTo>
                      <a:lnTo>
                        <a:pt x="2709081" y="1014068"/>
                      </a:lnTo>
                      <a:lnTo>
                        <a:pt x="2707164" y="1017688"/>
                      </a:lnTo>
                      <a:lnTo>
                        <a:pt x="2691340" y="1011921"/>
                      </a:lnTo>
                      <a:lnTo>
                        <a:pt x="2690968" y="1013877"/>
                      </a:lnTo>
                      <a:lnTo>
                        <a:pt x="2699919" y="1026311"/>
                      </a:lnTo>
                      <a:lnTo>
                        <a:pt x="2706456" y="1030560"/>
                      </a:lnTo>
                      <a:lnTo>
                        <a:pt x="2707252" y="1037342"/>
                      </a:lnTo>
                      <a:lnTo>
                        <a:pt x="2701640" y="1042968"/>
                      </a:lnTo>
                      <a:lnTo>
                        <a:pt x="2693898" y="1038110"/>
                      </a:lnTo>
                      <a:lnTo>
                        <a:pt x="2692596" y="1038466"/>
                      </a:lnTo>
                      <a:lnTo>
                        <a:pt x="2696803" y="1046798"/>
                      </a:lnTo>
                      <a:lnTo>
                        <a:pt x="2699454" y="1054075"/>
                      </a:lnTo>
                      <a:lnTo>
                        <a:pt x="2696725" y="1060172"/>
                      </a:lnTo>
                      <a:lnTo>
                        <a:pt x="2697149" y="1067678"/>
                      </a:lnTo>
                      <a:lnTo>
                        <a:pt x="2696560" y="1074485"/>
                      </a:lnTo>
                      <a:lnTo>
                        <a:pt x="2694891" y="1080423"/>
                      </a:lnTo>
                      <a:lnTo>
                        <a:pt x="2698653" y="1107793"/>
                      </a:lnTo>
                      <a:lnTo>
                        <a:pt x="2703185" y="1115236"/>
                      </a:lnTo>
                      <a:lnTo>
                        <a:pt x="2707639" y="1122355"/>
                      </a:lnTo>
                      <a:lnTo>
                        <a:pt x="2710001" y="1129016"/>
                      </a:lnTo>
                      <a:lnTo>
                        <a:pt x="2705273" y="1129988"/>
                      </a:lnTo>
                      <a:lnTo>
                        <a:pt x="2697743" y="1124507"/>
                      </a:lnTo>
                      <a:lnTo>
                        <a:pt x="2691129" y="1120329"/>
                      </a:lnTo>
                      <a:lnTo>
                        <a:pt x="2683248" y="1106968"/>
                      </a:lnTo>
                      <a:lnTo>
                        <a:pt x="2681945" y="1101633"/>
                      </a:lnTo>
                      <a:lnTo>
                        <a:pt x="2680023" y="1097417"/>
                      </a:lnTo>
                      <a:lnTo>
                        <a:pt x="2680953" y="1107101"/>
                      </a:lnTo>
                      <a:lnTo>
                        <a:pt x="2683765" y="1117916"/>
                      </a:lnTo>
                      <a:lnTo>
                        <a:pt x="2708446" y="1142117"/>
                      </a:lnTo>
                      <a:lnTo>
                        <a:pt x="2713003" y="1151401"/>
                      </a:lnTo>
                      <a:lnTo>
                        <a:pt x="2716476" y="1158698"/>
                      </a:lnTo>
                      <a:lnTo>
                        <a:pt x="2715603" y="1165690"/>
                      </a:lnTo>
                      <a:lnTo>
                        <a:pt x="2709169" y="1160743"/>
                      </a:lnTo>
                      <a:lnTo>
                        <a:pt x="2703619" y="1154437"/>
                      </a:lnTo>
                      <a:lnTo>
                        <a:pt x="2688886" y="1147312"/>
                      </a:lnTo>
                      <a:lnTo>
                        <a:pt x="2670308" y="1142809"/>
                      </a:lnTo>
                      <a:lnTo>
                        <a:pt x="2659833" y="1126247"/>
                      </a:lnTo>
                      <a:lnTo>
                        <a:pt x="2659869" y="1133157"/>
                      </a:lnTo>
                      <a:lnTo>
                        <a:pt x="2657543" y="1139018"/>
                      </a:lnTo>
                      <a:lnTo>
                        <a:pt x="2651141" y="1131874"/>
                      </a:lnTo>
                      <a:lnTo>
                        <a:pt x="2647105" y="1125778"/>
                      </a:lnTo>
                      <a:lnTo>
                        <a:pt x="2645751" y="1119097"/>
                      </a:lnTo>
                      <a:lnTo>
                        <a:pt x="2637756" y="1119554"/>
                      </a:lnTo>
                      <a:lnTo>
                        <a:pt x="2629374" y="1125358"/>
                      </a:lnTo>
                      <a:lnTo>
                        <a:pt x="2621266" y="1123980"/>
                      </a:lnTo>
                      <a:lnTo>
                        <a:pt x="2620305" y="1112651"/>
                      </a:lnTo>
                      <a:lnTo>
                        <a:pt x="2622496" y="1106650"/>
                      </a:lnTo>
                      <a:lnTo>
                        <a:pt x="2631596" y="1092457"/>
                      </a:lnTo>
                      <a:lnTo>
                        <a:pt x="2640170" y="1085211"/>
                      </a:lnTo>
                      <a:lnTo>
                        <a:pt x="2643952" y="1075857"/>
                      </a:lnTo>
                      <a:lnTo>
                        <a:pt x="2642660" y="1061353"/>
                      </a:lnTo>
                      <a:lnTo>
                        <a:pt x="2641048" y="1076111"/>
                      </a:lnTo>
                      <a:lnTo>
                        <a:pt x="2636149" y="1083427"/>
                      </a:lnTo>
                      <a:lnTo>
                        <a:pt x="2628449" y="1089015"/>
                      </a:lnTo>
                      <a:lnTo>
                        <a:pt x="2618315" y="1098973"/>
                      </a:lnTo>
                      <a:lnTo>
                        <a:pt x="2615840" y="1108181"/>
                      </a:lnTo>
                      <a:lnTo>
                        <a:pt x="2612677" y="1125422"/>
                      </a:lnTo>
                      <a:lnTo>
                        <a:pt x="2616956" y="1131258"/>
                      </a:lnTo>
                      <a:lnTo>
                        <a:pt x="2621328" y="1132782"/>
                      </a:lnTo>
                      <a:lnTo>
                        <a:pt x="2634242" y="1128870"/>
                      </a:lnTo>
                      <a:lnTo>
                        <a:pt x="2640924" y="1130617"/>
                      </a:lnTo>
                      <a:lnTo>
                        <a:pt x="2655786" y="1151376"/>
                      </a:lnTo>
                      <a:lnTo>
                        <a:pt x="2683460" y="1159587"/>
                      </a:lnTo>
                      <a:lnTo>
                        <a:pt x="2693552" y="1164718"/>
                      </a:lnTo>
                      <a:lnTo>
                        <a:pt x="2701779" y="1175552"/>
                      </a:lnTo>
                      <a:lnTo>
                        <a:pt x="2714146" y="1181788"/>
                      </a:lnTo>
                      <a:lnTo>
                        <a:pt x="2723742" y="1190850"/>
                      </a:lnTo>
                      <a:lnTo>
                        <a:pt x="2724000" y="1196762"/>
                      </a:lnTo>
                      <a:lnTo>
                        <a:pt x="2720678" y="1203754"/>
                      </a:lnTo>
                      <a:lnTo>
                        <a:pt x="2719365" y="1213216"/>
                      </a:lnTo>
                      <a:lnTo>
                        <a:pt x="2715288" y="1219185"/>
                      </a:lnTo>
                      <a:lnTo>
                        <a:pt x="2705500" y="1219871"/>
                      </a:lnTo>
                      <a:lnTo>
                        <a:pt x="2699588" y="1218334"/>
                      </a:lnTo>
                      <a:lnTo>
                        <a:pt x="2667807" y="1185071"/>
                      </a:lnTo>
                      <a:lnTo>
                        <a:pt x="2664013" y="1182010"/>
                      </a:lnTo>
                      <a:lnTo>
                        <a:pt x="2652226" y="1164591"/>
                      </a:lnTo>
                      <a:lnTo>
                        <a:pt x="2638397" y="1155262"/>
                      </a:lnTo>
                      <a:lnTo>
                        <a:pt x="2634118" y="1155459"/>
                      </a:lnTo>
                      <a:lnTo>
                        <a:pt x="2653802" y="1172713"/>
                      </a:lnTo>
                      <a:lnTo>
                        <a:pt x="2661838" y="1184779"/>
                      </a:lnTo>
                      <a:lnTo>
                        <a:pt x="2675992" y="1201696"/>
                      </a:lnTo>
                      <a:lnTo>
                        <a:pt x="2686111" y="1208860"/>
                      </a:lnTo>
                      <a:lnTo>
                        <a:pt x="2693557" y="1220036"/>
                      </a:lnTo>
                      <a:lnTo>
                        <a:pt x="2700477" y="1225275"/>
                      </a:lnTo>
                      <a:lnTo>
                        <a:pt x="2719370" y="1232737"/>
                      </a:lnTo>
                      <a:lnTo>
                        <a:pt x="2712802" y="1238097"/>
                      </a:lnTo>
                      <a:lnTo>
                        <a:pt x="2723287" y="1242663"/>
                      </a:lnTo>
                      <a:lnTo>
                        <a:pt x="2724786" y="1251058"/>
                      </a:lnTo>
                      <a:lnTo>
                        <a:pt x="2723825" y="1260628"/>
                      </a:lnTo>
                      <a:lnTo>
                        <a:pt x="2709272" y="1256843"/>
                      </a:lnTo>
                      <a:lnTo>
                        <a:pt x="2708797" y="1263892"/>
                      </a:lnTo>
                      <a:lnTo>
                        <a:pt x="2710099" y="1268052"/>
                      </a:lnTo>
                      <a:lnTo>
                        <a:pt x="2703671" y="1271487"/>
                      </a:lnTo>
                      <a:lnTo>
                        <a:pt x="2694730" y="1266826"/>
                      </a:lnTo>
                      <a:lnTo>
                        <a:pt x="2671517" y="1241329"/>
                      </a:lnTo>
                      <a:lnTo>
                        <a:pt x="2671713" y="1244739"/>
                      </a:lnTo>
                      <a:lnTo>
                        <a:pt x="2673594" y="1248696"/>
                      </a:lnTo>
                      <a:lnTo>
                        <a:pt x="2687056" y="1265111"/>
                      </a:lnTo>
                      <a:lnTo>
                        <a:pt x="2699071" y="1274955"/>
                      </a:lnTo>
                      <a:lnTo>
                        <a:pt x="2709257" y="1279400"/>
                      </a:lnTo>
                      <a:lnTo>
                        <a:pt x="2717107" y="1287649"/>
                      </a:lnTo>
                      <a:lnTo>
                        <a:pt x="2719877" y="1292640"/>
                      </a:lnTo>
                      <a:lnTo>
                        <a:pt x="2721727" y="1300210"/>
                      </a:lnTo>
                      <a:lnTo>
                        <a:pt x="2715908" y="1305354"/>
                      </a:lnTo>
                      <a:lnTo>
                        <a:pt x="2709283" y="1308193"/>
                      </a:lnTo>
                      <a:lnTo>
                        <a:pt x="2702813" y="1303061"/>
                      </a:lnTo>
                      <a:lnTo>
                        <a:pt x="2698069" y="1297657"/>
                      </a:lnTo>
                      <a:lnTo>
                        <a:pt x="2687966" y="1288481"/>
                      </a:lnTo>
                      <a:lnTo>
                        <a:pt x="2684938" y="1278225"/>
                      </a:lnTo>
                      <a:lnTo>
                        <a:pt x="2677253" y="1278752"/>
                      </a:lnTo>
                      <a:lnTo>
                        <a:pt x="2645136" y="1265747"/>
                      </a:lnTo>
                      <a:lnTo>
                        <a:pt x="2619323" y="1264248"/>
                      </a:lnTo>
                      <a:lnTo>
                        <a:pt x="2621845" y="1266864"/>
                      </a:lnTo>
                      <a:lnTo>
                        <a:pt x="2625111" y="1268604"/>
                      </a:lnTo>
                      <a:lnTo>
                        <a:pt x="2645668" y="1271811"/>
                      </a:lnTo>
                      <a:lnTo>
                        <a:pt x="2653792" y="1277800"/>
                      </a:lnTo>
                      <a:lnTo>
                        <a:pt x="2670700" y="1283115"/>
                      </a:lnTo>
                      <a:lnTo>
                        <a:pt x="2680602" y="1284569"/>
                      </a:lnTo>
                      <a:lnTo>
                        <a:pt x="2684617" y="1300896"/>
                      </a:lnTo>
                      <a:lnTo>
                        <a:pt x="2698301" y="1312130"/>
                      </a:lnTo>
                      <a:lnTo>
                        <a:pt x="2700079" y="1320455"/>
                      </a:lnTo>
                      <a:lnTo>
                        <a:pt x="2709422" y="1321389"/>
                      </a:lnTo>
                      <a:lnTo>
                        <a:pt x="2725861" y="1313222"/>
                      </a:lnTo>
                      <a:lnTo>
                        <a:pt x="2736470" y="1316086"/>
                      </a:lnTo>
                      <a:lnTo>
                        <a:pt x="2751772" y="1318423"/>
                      </a:lnTo>
                      <a:lnTo>
                        <a:pt x="2755270" y="1325015"/>
                      </a:lnTo>
                      <a:lnTo>
                        <a:pt x="2757896" y="1337557"/>
                      </a:lnTo>
                      <a:lnTo>
                        <a:pt x="2763306" y="1351667"/>
                      </a:lnTo>
                      <a:lnTo>
                        <a:pt x="2777337" y="1407303"/>
                      </a:lnTo>
                      <a:lnTo>
                        <a:pt x="2798416" y="1452810"/>
                      </a:lnTo>
                      <a:lnTo>
                        <a:pt x="2801010" y="1460646"/>
                      </a:lnTo>
                      <a:lnTo>
                        <a:pt x="2796111" y="1453769"/>
                      </a:lnTo>
                      <a:lnTo>
                        <a:pt x="2780473" y="1423630"/>
                      </a:lnTo>
                      <a:lnTo>
                        <a:pt x="2771843" y="1401867"/>
                      </a:lnTo>
                      <a:lnTo>
                        <a:pt x="2762975" y="1363441"/>
                      </a:lnTo>
                      <a:lnTo>
                        <a:pt x="2760402" y="1354836"/>
                      </a:lnTo>
                      <a:lnTo>
                        <a:pt x="2757374" y="1351401"/>
                      </a:lnTo>
                      <a:lnTo>
                        <a:pt x="2755379" y="1354195"/>
                      </a:lnTo>
                      <a:lnTo>
                        <a:pt x="2754521" y="1359091"/>
                      </a:lnTo>
                      <a:lnTo>
                        <a:pt x="2755968" y="1362850"/>
                      </a:lnTo>
                      <a:lnTo>
                        <a:pt x="2752475" y="1375500"/>
                      </a:lnTo>
                      <a:lnTo>
                        <a:pt x="2753989" y="1381305"/>
                      </a:lnTo>
                      <a:lnTo>
                        <a:pt x="2759663" y="1387306"/>
                      </a:lnTo>
                      <a:lnTo>
                        <a:pt x="2765828" y="1402280"/>
                      </a:lnTo>
                      <a:lnTo>
                        <a:pt x="2770753" y="1422442"/>
                      </a:lnTo>
                      <a:lnTo>
                        <a:pt x="2764092" y="1414269"/>
                      </a:lnTo>
                      <a:lnTo>
                        <a:pt x="2756981" y="1409938"/>
                      </a:lnTo>
                      <a:lnTo>
                        <a:pt x="2745917" y="1406617"/>
                      </a:lnTo>
                      <a:lnTo>
                        <a:pt x="2736062" y="1400794"/>
                      </a:lnTo>
                      <a:lnTo>
                        <a:pt x="2736780" y="1409145"/>
                      </a:lnTo>
                      <a:lnTo>
                        <a:pt x="2735835" y="1418162"/>
                      </a:lnTo>
                      <a:lnTo>
                        <a:pt x="2728238" y="1415412"/>
                      </a:lnTo>
                      <a:lnTo>
                        <a:pt x="2723070" y="1412421"/>
                      </a:lnTo>
                      <a:lnTo>
                        <a:pt x="2727644" y="1422030"/>
                      </a:lnTo>
                      <a:lnTo>
                        <a:pt x="2717716" y="1419147"/>
                      </a:lnTo>
                      <a:lnTo>
                        <a:pt x="2711102" y="1419750"/>
                      </a:lnTo>
                      <a:lnTo>
                        <a:pt x="2706802" y="1428278"/>
                      </a:lnTo>
                      <a:lnTo>
                        <a:pt x="2701035" y="1433454"/>
                      </a:lnTo>
                      <a:lnTo>
                        <a:pt x="2692508" y="1435124"/>
                      </a:lnTo>
                      <a:lnTo>
                        <a:pt x="2679858" y="1427326"/>
                      </a:lnTo>
                      <a:lnTo>
                        <a:pt x="2675760" y="1417857"/>
                      </a:lnTo>
                      <a:lnTo>
                        <a:pt x="2674065" y="1407316"/>
                      </a:lnTo>
                      <a:lnTo>
                        <a:pt x="2673388" y="1419782"/>
                      </a:lnTo>
                      <a:lnTo>
                        <a:pt x="2675641" y="1432762"/>
                      </a:lnTo>
                      <a:lnTo>
                        <a:pt x="2674850" y="1442630"/>
                      </a:lnTo>
                      <a:lnTo>
                        <a:pt x="2687031" y="1444446"/>
                      </a:lnTo>
                      <a:lnTo>
                        <a:pt x="2698420" y="1442833"/>
                      </a:lnTo>
                      <a:lnTo>
                        <a:pt x="2713789" y="1443246"/>
                      </a:lnTo>
                      <a:lnTo>
                        <a:pt x="2723814" y="1441398"/>
                      </a:lnTo>
                      <a:lnTo>
                        <a:pt x="2729850" y="1438261"/>
                      </a:lnTo>
                      <a:lnTo>
                        <a:pt x="2744325" y="1440979"/>
                      </a:lnTo>
                      <a:lnTo>
                        <a:pt x="2745353" y="1452899"/>
                      </a:lnTo>
                      <a:lnTo>
                        <a:pt x="2743700" y="1464749"/>
                      </a:lnTo>
                      <a:lnTo>
                        <a:pt x="2742863" y="1477367"/>
                      </a:lnTo>
                      <a:lnTo>
                        <a:pt x="2746873" y="1477284"/>
                      </a:lnTo>
                      <a:lnTo>
                        <a:pt x="2751586" y="1473252"/>
                      </a:lnTo>
                      <a:lnTo>
                        <a:pt x="2753942" y="1450651"/>
                      </a:lnTo>
                      <a:lnTo>
                        <a:pt x="2767172" y="1442300"/>
                      </a:lnTo>
                      <a:lnTo>
                        <a:pt x="2771605" y="1442872"/>
                      </a:lnTo>
                      <a:lnTo>
                        <a:pt x="2775817" y="1450136"/>
                      </a:lnTo>
                      <a:lnTo>
                        <a:pt x="2777233" y="1457503"/>
                      </a:lnTo>
                      <a:lnTo>
                        <a:pt x="2778727" y="1467619"/>
                      </a:lnTo>
                      <a:lnTo>
                        <a:pt x="2775636" y="1483031"/>
                      </a:lnTo>
                      <a:lnTo>
                        <a:pt x="2755312" y="1501054"/>
                      </a:lnTo>
                      <a:lnTo>
                        <a:pt x="2740754" y="1517717"/>
                      </a:lnTo>
                      <a:lnTo>
                        <a:pt x="2733313" y="1521115"/>
                      </a:lnTo>
                      <a:lnTo>
                        <a:pt x="2722579" y="1519178"/>
                      </a:lnTo>
                      <a:lnTo>
                        <a:pt x="2710409" y="1514987"/>
                      </a:lnTo>
                      <a:lnTo>
                        <a:pt x="2704441" y="1514142"/>
                      </a:lnTo>
                      <a:lnTo>
                        <a:pt x="2699903" y="1515539"/>
                      </a:lnTo>
                      <a:lnTo>
                        <a:pt x="2697139" y="1510408"/>
                      </a:lnTo>
                      <a:lnTo>
                        <a:pt x="2695356" y="1501047"/>
                      </a:lnTo>
                      <a:lnTo>
                        <a:pt x="2690622" y="1497942"/>
                      </a:lnTo>
                      <a:lnTo>
                        <a:pt x="2687041" y="1498285"/>
                      </a:lnTo>
                      <a:lnTo>
                        <a:pt x="2684597" y="1508230"/>
                      </a:lnTo>
                      <a:lnTo>
                        <a:pt x="2673243" y="1511056"/>
                      </a:lnTo>
                      <a:lnTo>
                        <a:pt x="2657807" y="1506947"/>
                      </a:lnTo>
                      <a:lnTo>
                        <a:pt x="2641642" y="1498584"/>
                      </a:lnTo>
                      <a:lnTo>
                        <a:pt x="2648577" y="1507557"/>
                      </a:lnTo>
                      <a:lnTo>
                        <a:pt x="2688689" y="1524296"/>
                      </a:lnTo>
                      <a:lnTo>
                        <a:pt x="2693206" y="1527427"/>
                      </a:lnTo>
                      <a:lnTo>
                        <a:pt x="2697423" y="1532006"/>
                      </a:lnTo>
                      <a:lnTo>
                        <a:pt x="2691811" y="1539188"/>
                      </a:lnTo>
                      <a:lnTo>
                        <a:pt x="2687413" y="1547278"/>
                      </a:lnTo>
                      <a:lnTo>
                        <a:pt x="2686793" y="1553629"/>
                      </a:lnTo>
                      <a:lnTo>
                        <a:pt x="2685242" y="1557636"/>
                      </a:lnTo>
                      <a:lnTo>
                        <a:pt x="2669248" y="1568431"/>
                      </a:lnTo>
                      <a:lnTo>
                        <a:pt x="2660582" y="1566526"/>
                      </a:lnTo>
                      <a:lnTo>
                        <a:pt x="2638438" y="1547062"/>
                      </a:lnTo>
                      <a:lnTo>
                        <a:pt x="2648526" y="1563897"/>
                      </a:lnTo>
                      <a:lnTo>
                        <a:pt x="2656603" y="1571041"/>
                      </a:lnTo>
                      <a:lnTo>
                        <a:pt x="2672866" y="1574852"/>
                      </a:lnTo>
                      <a:lnTo>
                        <a:pt x="2703371" y="1568558"/>
                      </a:lnTo>
                      <a:lnTo>
                        <a:pt x="2713376" y="1575430"/>
                      </a:lnTo>
                      <a:lnTo>
                        <a:pt x="2705164" y="1587603"/>
                      </a:lnTo>
                      <a:lnTo>
                        <a:pt x="2697004" y="1596145"/>
                      </a:lnTo>
                      <a:lnTo>
                        <a:pt x="2686302" y="1597097"/>
                      </a:lnTo>
                      <a:lnTo>
                        <a:pt x="2676876" y="1599409"/>
                      </a:lnTo>
                      <a:lnTo>
                        <a:pt x="2674111" y="1605283"/>
                      </a:lnTo>
                      <a:lnTo>
                        <a:pt x="2667393" y="1605651"/>
                      </a:lnTo>
                      <a:lnTo>
                        <a:pt x="2656892" y="1606000"/>
                      </a:lnTo>
                      <a:lnTo>
                        <a:pt x="2640635" y="1606534"/>
                      </a:lnTo>
                      <a:lnTo>
                        <a:pt x="2631705" y="1605162"/>
                      </a:lnTo>
                      <a:lnTo>
                        <a:pt x="2619230" y="1617164"/>
                      </a:lnTo>
                      <a:lnTo>
                        <a:pt x="2614522" y="1618815"/>
                      </a:lnTo>
                      <a:lnTo>
                        <a:pt x="2607944" y="1616561"/>
                      </a:lnTo>
                      <a:lnTo>
                        <a:pt x="2605184" y="1606921"/>
                      </a:lnTo>
                      <a:lnTo>
                        <a:pt x="2602244" y="1602184"/>
                      </a:lnTo>
                      <a:lnTo>
                        <a:pt x="2602171" y="1620219"/>
                      </a:lnTo>
                      <a:lnTo>
                        <a:pt x="2603324" y="1625077"/>
                      </a:lnTo>
                      <a:lnTo>
                        <a:pt x="2605680" y="1628741"/>
                      </a:lnTo>
                      <a:lnTo>
                        <a:pt x="2591087" y="1638527"/>
                      </a:lnTo>
                      <a:lnTo>
                        <a:pt x="2577118" y="1650733"/>
                      </a:lnTo>
                      <a:lnTo>
                        <a:pt x="2572111" y="1654054"/>
                      </a:lnTo>
                      <a:lnTo>
                        <a:pt x="2566421" y="1660169"/>
                      </a:lnTo>
                      <a:lnTo>
                        <a:pt x="2554768" y="1677830"/>
                      </a:lnTo>
                      <a:lnTo>
                        <a:pt x="2551889" y="1690708"/>
                      </a:lnTo>
                      <a:lnTo>
                        <a:pt x="2547678" y="1705066"/>
                      </a:lnTo>
                      <a:lnTo>
                        <a:pt x="2547145" y="1698602"/>
                      </a:lnTo>
                      <a:lnTo>
                        <a:pt x="2547869" y="1687717"/>
                      </a:lnTo>
                      <a:lnTo>
                        <a:pt x="2544985" y="1675251"/>
                      </a:lnTo>
                      <a:lnTo>
                        <a:pt x="2543156" y="1698087"/>
                      </a:lnTo>
                      <a:lnTo>
                        <a:pt x="2538629" y="1708699"/>
                      </a:lnTo>
                      <a:lnTo>
                        <a:pt x="2497086" y="1707950"/>
                      </a:lnTo>
                      <a:lnTo>
                        <a:pt x="2478900" y="1713716"/>
                      </a:lnTo>
                      <a:lnTo>
                        <a:pt x="2450984" y="1733116"/>
                      </a:lnTo>
                      <a:lnTo>
                        <a:pt x="2442638" y="1741619"/>
                      </a:lnTo>
                      <a:lnTo>
                        <a:pt x="2419580" y="1774495"/>
                      </a:lnTo>
                      <a:lnTo>
                        <a:pt x="2413694" y="1795534"/>
                      </a:lnTo>
                      <a:lnTo>
                        <a:pt x="2408976" y="1786688"/>
                      </a:lnTo>
                      <a:lnTo>
                        <a:pt x="2410144" y="1780052"/>
                      </a:lnTo>
                      <a:lnTo>
                        <a:pt x="2410237" y="1774629"/>
                      </a:lnTo>
                      <a:lnTo>
                        <a:pt x="2404428" y="1786263"/>
                      </a:lnTo>
                      <a:lnTo>
                        <a:pt x="2409942" y="1803205"/>
                      </a:lnTo>
                      <a:lnTo>
                        <a:pt x="2404992" y="1809676"/>
                      </a:lnTo>
                      <a:lnTo>
                        <a:pt x="2389762" y="1821755"/>
                      </a:lnTo>
                      <a:lnTo>
                        <a:pt x="2381427" y="1823736"/>
                      </a:lnTo>
                      <a:lnTo>
                        <a:pt x="2372068" y="1827172"/>
                      </a:lnTo>
                      <a:lnTo>
                        <a:pt x="2369122" y="1839085"/>
                      </a:lnTo>
                      <a:lnTo>
                        <a:pt x="2356415" y="1850071"/>
                      </a:lnTo>
                      <a:lnTo>
                        <a:pt x="2349010" y="1854936"/>
                      </a:lnTo>
                      <a:lnTo>
                        <a:pt x="2335449" y="1851989"/>
                      </a:lnTo>
                      <a:lnTo>
                        <a:pt x="2339625" y="1862569"/>
                      </a:lnTo>
                      <a:lnTo>
                        <a:pt x="2334643" y="1870577"/>
                      </a:lnTo>
                      <a:lnTo>
                        <a:pt x="2326065" y="1876718"/>
                      </a:lnTo>
                      <a:lnTo>
                        <a:pt x="2315399" y="1880725"/>
                      </a:lnTo>
                      <a:lnTo>
                        <a:pt x="2309285" y="1880236"/>
                      </a:lnTo>
                      <a:lnTo>
                        <a:pt x="2304061" y="1882363"/>
                      </a:lnTo>
                      <a:lnTo>
                        <a:pt x="2299968" y="1887456"/>
                      </a:lnTo>
                      <a:lnTo>
                        <a:pt x="2289968" y="1892219"/>
                      </a:lnTo>
                      <a:lnTo>
                        <a:pt x="2279581" y="1889539"/>
                      </a:lnTo>
                      <a:lnTo>
                        <a:pt x="2267809" y="1887932"/>
                      </a:lnTo>
                      <a:lnTo>
                        <a:pt x="2261251" y="1890790"/>
                      </a:lnTo>
                      <a:lnTo>
                        <a:pt x="2272274" y="1895515"/>
                      </a:lnTo>
                      <a:lnTo>
                        <a:pt x="2278176" y="1902360"/>
                      </a:lnTo>
                      <a:lnTo>
                        <a:pt x="2276961" y="1911588"/>
                      </a:lnTo>
                      <a:lnTo>
                        <a:pt x="2274010" y="1915150"/>
                      </a:lnTo>
                      <a:lnTo>
                        <a:pt x="2267055" y="1919976"/>
                      </a:lnTo>
                      <a:lnTo>
                        <a:pt x="2264001" y="1919259"/>
                      </a:lnTo>
                      <a:lnTo>
                        <a:pt x="2262135" y="1914909"/>
                      </a:lnTo>
                      <a:lnTo>
                        <a:pt x="2259872" y="1905847"/>
                      </a:lnTo>
                      <a:lnTo>
                        <a:pt x="2256637" y="1907777"/>
                      </a:lnTo>
                      <a:lnTo>
                        <a:pt x="2256078" y="1912000"/>
                      </a:lnTo>
                      <a:lnTo>
                        <a:pt x="2253298" y="1913505"/>
                      </a:lnTo>
                      <a:lnTo>
                        <a:pt x="2243433" y="1899071"/>
                      </a:lnTo>
                      <a:lnTo>
                        <a:pt x="2243924" y="1910082"/>
                      </a:lnTo>
                      <a:lnTo>
                        <a:pt x="2247371" y="1918541"/>
                      </a:lnTo>
                      <a:lnTo>
                        <a:pt x="2250704" y="1922834"/>
                      </a:lnTo>
                      <a:lnTo>
                        <a:pt x="2254068" y="1925361"/>
                      </a:lnTo>
                      <a:lnTo>
                        <a:pt x="2254895" y="1929286"/>
                      </a:lnTo>
                      <a:lnTo>
                        <a:pt x="2248146" y="1938850"/>
                      </a:lnTo>
                      <a:lnTo>
                        <a:pt x="2244673" y="1940977"/>
                      </a:lnTo>
                      <a:lnTo>
                        <a:pt x="2238493" y="1942527"/>
                      </a:lnTo>
                      <a:lnTo>
                        <a:pt x="2235015" y="1948420"/>
                      </a:lnTo>
                      <a:lnTo>
                        <a:pt x="2236043" y="1953494"/>
                      </a:lnTo>
                      <a:lnTo>
                        <a:pt x="2230638" y="1964505"/>
                      </a:lnTo>
                      <a:lnTo>
                        <a:pt x="2217713" y="1971383"/>
                      </a:lnTo>
                      <a:lnTo>
                        <a:pt x="2213765" y="1971116"/>
                      </a:lnTo>
                      <a:lnTo>
                        <a:pt x="2210546" y="1973129"/>
                      </a:lnTo>
                      <a:lnTo>
                        <a:pt x="2212427" y="1978032"/>
                      </a:lnTo>
                      <a:lnTo>
                        <a:pt x="2215651" y="1981601"/>
                      </a:lnTo>
                      <a:lnTo>
                        <a:pt x="2215538" y="1984915"/>
                      </a:lnTo>
                      <a:lnTo>
                        <a:pt x="2212122" y="1989418"/>
                      </a:lnTo>
                      <a:lnTo>
                        <a:pt x="2205378" y="1990675"/>
                      </a:lnTo>
                      <a:lnTo>
                        <a:pt x="2201590" y="1995813"/>
                      </a:lnTo>
                      <a:lnTo>
                        <a:pt x="2202789" y="2000658"/>
                      </a:lnTo>
                      <a:lnTo>
                        <a:pt x="2205016" y="2003363"/>
                      </a:lnTo>
                      <a:lnTo>
                        <a:pt x="2204551" y="2008025"/>
                      </a:lnTo>
                      <a:lnTo>
                        <a:pt x="2196882" y="2012705"/>
                      </a:lnTo>
                      <a:lnTo>
                        <a:pt x="2195084" y="2017309"/>
                      </a:lnTo>
                      <a:lnTo>
                        <a:pt x="2198892" y="2018668"/>
                      </a:lnTo>
                      <a:lnTo>
                        <a:pt x="2201822" y="2017309"/>
                      </a:lnTo>
                      <a:lnTo>
                        <a:pt x="2203967" y="2018299"/>
                      </a:lnTo>
                      <a:lnTo>
                        <a:pt x="2199368" y="2025996"/>
                      </a:lnTo>
                      <a:lnTo>
                        <a:pt x="2195239" y="2030689"/>
                      </a:lnTo>
                      <a:lnTo>
                        <a:pt x="2191316" y="2039122"/>
                      </a:lnTo>
                      <a:lnTo>
                        <a:pt x="2182216" y="2041453"/>
                      </a:lnTo>
                      <a:lnTo>
                        <a:pt x="2182557" y="2044177"/>
                      </a:lnTo>
                      <a:lnTo>
                        <a:pt x="2187699" y="2046590"/>
                      </a:lnTo>
                      <a:lnTo>
                        <a:pt x="2192004" y="2053074"/>
                      </a:lnTo>
                      <a:lnTo>
                        <a:pt x="2183916" y="2065045"/>
                      </a:lnTo>
                      <a:lnTo>
                        <a:pt x="2178867" y="2064060"/>
                      </a:lnTo>
                      <a:lnTo>
                        <a:pt x="2175782" y="2061425"/>
                      </a:lnTo>
                      <a:lnTo>
                        <a:pt x="2173813" y="2070874"/>
                      </a:lnTo>
                      <a:lnTo>
                        <a:pt x="2174568" y="2075917"/>
                      </a:lnTo>
                      <a:lnTo>
                        <a:pt x="2172645" y="2086223"/>
                      </a:lnTo>
                      <a:lnTo>
                        <a:pt x="2169555" y="2098613"/>
                      </a:lnTo>
                      <a:lnTo>
                        <a:pt x="2167457" y="2103699"/>
                      </a:lnTo>
                      <a:lnTo>
                        <a:pt x="2167902" y="2113174"/>
                      </a:lnTo>
                      <a:lnTo>
                        <a:pt x="2169199" y="2122325"/>
                      </a:lnTo>
                      <a:lnTo>
                        <a:pt x="2174149" y="2134118"/>
                      </a:lnTo>
                      <a:lnTo>
                        <a:pt x="2181710" y="2182343"/>
                      </a:lnTo>
                      <a:lnTo>
                        <a:pt x="2186857" y="2199089"/>
                      </a:lnTo>
                      <a:lnTo>
                        <a:pt x="2196128" y="2244272"/>
                      </a:lnTo>
                      <a:lnTo>
                        <a:pt x="2211471" y="2288077"/>
                      </a:lnTo>
                      <a:lnTo>
                        <a:pt x="2233118" y="2341026"/>
                      </a:lnTo>
                      <a:lnTo>
                        <a:pt x="2268646" y="2405203"/>
                      </a:lnTo>
                      <a:lnTo>
                        <a:pt x="2272899" y="2414348"/>
                      </a:lnTo>
                      <a:lnTo>
                        <a:pt x="2268274" y="2422102"/>
                      </a:lnTo>
                      <a:lnTo>
                        <a:pt x="2266863" y="2430135"/>
                      </a:lnTo>
                      <a:lnTo>
                        <a:pt x="2266460" y="2442245"/>
                      </a:lnTo>
                      <a:lnTo>
                        <a:pt x="2267742" y="2454044"/>
                      </a:lnTo>
                      <a:lnTo>
                        <a:pt x="2271943" y="2468453"/>
                      </a:lnTo>
                      <a:lnTo>
                        <a:pt x="2280015" y="2490483"/>
                      </a:lnTo>
                      <a:lnTo>
                        <a:pt x="2275499" y="2486088"/>
                      </a:lnTo>
                      <a:lnTo>
                        <a:pt x="2263809" y="2454470"/>
                      </a:lnTo>
                      <a:lnTo>
                        <a:pt x="2262450" y="2435901"/>
                      </a:lnTo>
                      <a:lnTo>
                        <a:pt x="2264135" y="2409560"/>
                      </a:lnTo>
                      <a:lnTo>
                        <a:pt x="2261391" y="2410195"/>
                      </a:lnTo>
                      <a:lnTo>
                        <a:pt x="2259164" y="2418755"/>
                      </a:lnTo>
                      <a:lnTo>
                        <a:pt x="2257939" y="2428808"/>
                      </a:lnTo>
                      <a:lnTo>
                        <a:pt x="2254973" y="2432700"/>
                      </a:lnTo>
                      <a:lnTo>
                        <a:pt x="2250926" y="2417364"/>
                      </a:lnTo>
                      <a:lnTo>
                        <a:pt x="2251210" y="2410430"/>
                      </a:lnTo>
                      <a:lnTo>
                        <a:pt x="2255505" y="2402327"/>
                      </a:lnTo>
                      <a:lnTo>
                        <a:pt x="2254259" y="2399412"/>
                      </a:lnTo>
                      <a:lnTo>
                        <a:pt x="2247309" y="2395265"/>
                      </a:lnTo>
                      <a:lnTo>
                        <a:pt x="2245831" y="2388743"/>
                      </a:lnTo>
                      <a:lnTo>
                        <a:pt x="2246771" y="2382304"/>
                      </a:lnTo>
                      <a:lnTo>
                        <a:pt x="2242782" y="2378862"/>
                      </a:lnTo>
                      <a:lnTo>
                        <a:pt x="2239661" y="2379027"/>
                      </a:lnTo>
                      <a:lnTo>
                        <a:pt x="2241753" y="2394903"/>
                      </a:lnTo>
                      <a:lnTo>
                        <a:pt x="2245056" y="2404651"/>
                      </a:lnTo>
                      <a:lnTo>
                        <a:pt x="2249138" y="2428014"/>
                      </a:lnTo>
                      <a:lnTo>
                        <a:pt x="2255727" y="2442169"/>
                      </a:lnTo>
                      <a:lnTo>
                        <a:pt x="2259567" y="2454038"/>
                      </a:lnTo>
                      <a:lnTo>
                        <a:pt x="2304438" y="2580696"/>
                      </a:lnTo>
                      <a:lnTo>
                        <a:pt x="2315058" y="2596826"/>
                      </a:lnTo>
                      <a:lnTo>
                        <a:pt x="2318985" y="2608409"/>
                      </a:lnTo>
                      <a:lnTo>
                        <a:pt x="2323073" y="2632630"/>
                      </a:lnTo>
                      <a:lnTo>
                        <a:pt x="2323998" y="2663728"/>
                      </a:lnTo>
                      <a:lnTo>
                        <a:pt x="2316665" y="2720564"/>
                      </a:lnTo>
                      <a:lnTo>
                        <a:pt x="2314996" y="2759333"/>
                      </a:lnTo>
                      <a:lnTo>
                        <a:pt x="2313947" y="2758145"/>
                      </a:lnTo>
                      <a:lnTo>
                        <a:pt x="2313244" y="2754062"/>
                      </a:lnTo>
                      <a:lnTo>
                        <a:pt x="2311549" y="2753503"/>
                      </a:lnTo>
                      <a:lnTo>
                        <a:pt x="2305182" y="2771265"/>
                      </a:lnTo>
                      <a:lnTo>
                        <a:pt x="2296531" y="2787287"/>
                      </a:lnTo>
                      <a:lnTo>
                        <a:pt x="2293684" y="2812187"/>
                      </a:lnTo>
                      <a:lnTo>
                        <a:pt x="2289534" y="2824653"/>
                      </a:lnTo>
                      <a:lnTo>
                        <a:pt x="2277075" y="2837843"/>
                      </a:lnTo>
                      <a:lnTo>
                        <a:pt x="2269354" y="2837506"/>
                      </a:lnTo>
                      <a:lnTo>
                        <a:pt x="2250420" y="2847400"/>
                      </a:lnTo>
                      <a:lnTo>
                        <a:pt x="2237118" y="2844822"/>
                      </a:lnTo>
                      <a:lnTo>
                        <a:pt x="2221269" y="2850404"/>
                      </a:lnTo>
                      <a:lnTo>
                        <a:pt x="2210840" y="2849781"/>
                      </a:lnTo>
                      <a:lnTo>
                        <a:pt x="2204820" y="2838014"/>
                      </a:lnTo>
                      <a:lnTo>
                        <a:pt x="2205740" y="2832750"/>
                      </a:lnTo>
                      <a:lnTo>
                        <a:pt x="2208137" y="2827460"/>
                      </a:lnTo>
                      <a:lnTo>
                        <a:pt x="2212199" y="2826228"/>
                      </a:lnTo>
                      <a:lnTo>
                        <a:pt x="2226199" y="2838560"/>
                      </a:lnTo>
                      <a:lnTo>
                        <a:pt x="2228839" y="2833372"/>
                      </a:lnTo>
                      <a:lnTo>
                        <a:pt x="2224612" y="2827199"/>
                      </a:lnTo>
                      <a:lnTo>
                        <a:pt x="2216519" y="2823757"/>
                      </a:lnTo>
                      <a:lnTo>
                        <a:pt x="2210540" y="2819973"/>
                      </a:lnTo>
                      <a:lnTo>
                        <a:pt x="2198494" y="2791859"/>
                      </a:lnTo>
                      <a:lnTo>
                        <a:pt x="2186014" y="2772554"/>
                      </a:lnTo>
                      <a:lnTo>
                        <a:pt x="2183911" y="2759650"/>
                      </a:lnTo>
                      <a:lnTo>
                        <a:pt x="2162393" y="2751782"/>
                      </a:lnTo>
                      <a:lnTo>
                        <a:pt x="2146812" y="2739869"/>
                      </a:lnTo>
                      <a:lnTo>
                        <a:pt x="2136652" y="2718678"/>
                      </a:lnTo>
                      <a:lnTo>
                        <a:pt x="2130823" y="2681102"/>
                      </a:lnTo>
                      <a:lnTo>
                        <a:pt x="2123950" y="2676879"/>
                      </a:lnTo>
                      <a:lnTo>
                        <a:pt x="2121046" y="2673958"/>
                      </a:lnTo>
                      <a:lnTo>
                        <a:pt x="2127759" y="2660013"/>
                      </a:lnTo>
                      <a:lnTo>
                        <a:pt x="2134833" y="2648322"/>
                      </a:lnTo>
                      <a:lnTo>
                        <a:pt x="2129237" y="2651230"/>
                      </a:lnTo>
                      <a:lnTo>
                        <a:pt x="2125108" y="2655555"/>
                      </a:lnTo>
                      <a:lnTo>
                        <a:pt x="2119857" y="2665880"/>
                      </a:lnTo>
                      <a:lnTo>
                        <a:pt x="2116023" y="2667468"/>
                      </a:lnTo>
                      <a:lnTo>
                        <a:pt x="2112509" y="2665880"/>
                      </a:lnTo>
                      <a:lnTo>
                        <a:pt x="2108457" y="2646074"/>
                      </a:lnTo>
                      <a:lnTo>
                        <a:pt x="2109615" y="2621726"/>
                      </a:lnTo>
                      <a:lnTo>
                        <a:pt x="2115294" y="2612620"/>
                      </a:lnTo>
                      <a:lnTo>
                        <a:pt x="2106571" y="2612378"/>
                      </a:lnTo>
                      <a:lnTo>
                        <a:pt x="2097533" y="2615846"/>
                      </a:lnTo>
                      <a:lnTo>
                        <a:pt x="2098856" y="2623962"/>
                      </a:lnTo>
                      <a:lnTo>
                        <a:pt x="2097579" y="2628420"/>
                      </a:lnTo>
                      <a:lnTo>
                        <a:pt x="2090995" y="2627276"/>
                      </a:lnTo>
                      <a:lnTo>
                        <a:pt x="2086003" y="2624425"/>
                      </a:lnTo>
                      <a:lnTo>
                        <a:pt x="2079229" y="2615979"/>
                      </a:lnTo>
                      <a:lnTo>
                        <a:pt x="2069989" y="2599862"/>
                      </a:lnTo>
                      <a:lnTo>
                        <a:pt x="2051033" y="2555460"/>
                      </a:lnTo>
                      <a:lnTo>
                        <a:pt x="2047338" y="2549198"/>
                      </a:lnTo>
                      <a:lnTo>
                        <a:pt x="2041070" y="2542645"/>
                      </a:lnTo>
                      <a:lnTo>
                        <a:pt x="2044021" y="2540606"/>
                      </a:lnTo>
                      <a:lnTo>
                        <a:pt x="2049406" y="2539400"/>
                      </a:lnTo>
                      <a:lnTo>
                        <a:pt x="2061576" y="2519409"/>
                      </a:lnTo>
                      <a:lnTo>
                        <a:pt x="2071136" y="2507330"/>
                      </a:lnTo>
                      <a:lnTo>
                        <a:pt x="2074309" y="2498973"/>
                      </a:lnTo>
                      <a:lnTo>
                        <a:pt x="2073756" y="2495398"/>
                      </a:lnTo>
                      <a:lnTo>
                        <a:pt x="2069529" y="2490203"/>
                      </a:lnTo>
                      <a:lnTo>
                        <a:pt x="2063979" y="2494744"/>
                      </a:lnTo>
                      <a:lnTo>
                        <a:pt x="2061601" y="2493448"/>
                      </a:lnTo>
                      <a:lnTo>
                        <a:pt x="2055359" y="2482970"/>
                      </a:lnTo>
                      <a:lnTo>
                        <a:pt x="2049395" y="2480011"/>
                      </a:lnTo>
                      <a:lnTo>
                        <a:pt x="2045240" y="2482278"/>
                      </a:lnTo>
                      <a:lnTo>
                        <a:pt x="2049623" y="2490864"/>
                      </a:lnTo>
                      <a:lnTo>
                        <a:pt x="2053560" y="2494052"/>
                      </a:lnTo>
                      <a:lnTo>
                        <a:pt x="2052036" y="2506536"/>
                      </a:lnTo>
                      <a:lnTo>
                        <a:pt x="2050444" y="2510601"/>
                      </a:lnTo>
                      <a:lnTo>
                        <a:pt x="2046755" y="2514189"/>
                      </a:lnTo>
                      <a:lnTo>
                        <a:pt x="2040993" y="2512277"/>
                      </a:lnTo>
                      <a:lnTo>
                        <a:pt x="2038078" y="2515364"/>
                      </a:lnTo>
                      <a:lnTo>
                        <a:pt x="2034647" y="2512112"/>
                      </a:lnTo>
                      <a:lnTo>
                        <a:pt x="2031231" y="2506625"/>
                      </a:lnTo>
                      <a:lnTo>
                        <a:pt x="2027427" y="2497595"/>
                      </a:lnTo>
                      <a:lnTo>
                        <a:pt x="2037478" y="2446767"/>
                      </a:lnTo>
                      <a:lnTo>
                        <a:pt x="2046780" y="2414380"/>
                      </a:lnTo>
                      <a:lnTo>
                        <a:pt x="2047845" y="2377433"/>
                      </a:lnTo>
                      <a:lnTo>
                        <a:pt x="2048537" y="2371959"/>
                      </a:lnTo>
                      <a:lnTo>
                        <a:pt x="2047752" y="2362141"/>
                      </a:lnTo>
                      <a:lnTo>
                        <a:pt x="2035277" y="2340804"/>
                      </a:lnTo>
                      <a:lnTo>
                        <a:pt x="1980122" y="2288737"/>
                      </a:lnTo>
                      <a:lnTo>
                        <a:pt x="1937374" y="2227081"/>
                      </a:lnTo>
                      <a:lnTo>
                        <a:pt x="1900348" y="2203953"/>
                      </a:lnTo>
                      <a:lnTo>
                        <a:pt x="1872256" y="2209033"/>
                      </a:lnTo>
                      <a:lnTo>
                        <a:pt x="1867393" y="2213682"/>
                      </a:lnTo>
                      <a:lnTo>
                        <a:pt x="1865305" y="2219759"/>
                      </a:lnTo>
                      <a:lnTo>
                        <a:pt x="1867068" y="2226637"/>
                      </a:lnTo>
                      <a:lnTo>
                        <a:pt x="1864515" y="2229501"/>
                      </a:lnTo>
                      <a:lnTo>
                        <a:pt x="1856975" y="2229139"/>
                      </a:lnTo>
                      <a:lnTo>
                        <a:pt x="1846820" y="2230739"/>
                      </a:lnTo>
                      <a:lnTo>
                        <a:pt x="1820305" y="2246971"/>
                      </a:lnTo>
                      <a:lnTo>
                        <a:pt x="1810951" y="2246374"/>
                      </a:lnTo>
                      <a:lnTo>
                        <a:pt x="1802455" y="2250578"/>
                      </a:lnTo>
                      <a:lnTo>
                        <a:pt x="1796094" y="2253727"/>
                      </a:lnTo>
                      <a:lnTo>
                        <a:pt x="1779506" y="2255442"/>
                      </a:lnTo>
                      <a:lnTo>
                        <a:pt x="1765439" y="2259043"/>
                      </a:lnTo>
                      <a:lnTo>
                        <a:pt x="1759362" y="2257093"/>
                      </a:lnTo>
                      <a:lnTo>
                        <a:pt x="1755398" y="2247682"/>
                      </a:lnTo>
                      <a:lnTo>
                        <a:pt x="1755398" y="2237940"/>
                      </a:lnTo>
                      <a:lnTo>
                        <a:pt x="1758613" y="2245408"/>
                      </a:lnTo>
                      <a:lnTo>
                        <a:pt x="1763589" y="2251251"/>
                      </a:lnTo>
                      <a:lnTo>
                        <a:pt x="1765868" y="2248914"/>
                      </a:lnTo>
                      <a:lnTo>
                        <a:pt x="1766721" y="2243745"/>
                      </a:lnTo>
                      <a:lnTo>
                        <a:pt x="1761770" y="2233616"/>
                      </a:lnTo>
                      <a:lnTo>
                        <a:pt x="1745822" y="2220604"/>
                      </a:lnTo>
                      <a:lnTo>
                        <a:pt x="1727673" y="2201597"/>
                      </a:lnTo>
                      <a:lnTo>
                        <a:pt x="1733208" y="2202226"/>
                      </a:lnTo>
                      <a:lnTo>
                        <a:pt x="1734608" y="2198155"/>
                      </a:lnTo>
                      <a:lnTo>
                        <a:pt x="1728981" y="2192815"/>
                      </a:lnTo>
                      <a:lnTo>
                        <a:pt x="1731358" y="2186642"/>
                      </a:lnTo>
                      <a:lnTo>
                        <a:pt x="1735322" y="2180158"/>
                      </a:lnTo>
                      <a:lnTo>
                        <a:pt x="1727663" y="2181130"/>
                      </a:lnTo>
                      <a:lnTo>
                        <a:pt x="1720790" y="2185670"/>
                      </a:lnTo>
                      <a:lnTo>
                        <a:pt x="1720563" y="2191278"/>
                      </a:lnTo>
                      <a:lnTo>
                        <a:pt x="1719203" y="2195736"/>
                      </a:lnTo>
                      <a:lnTo>
                        <a:pt x="1715503" y="2195088"/>
                      </a:lnTo>
                      <a:lnTo>
                        <a:pt x="1708635" y="2189569"/>
                      </a:lnTo>
                      <a:lnTo>
                        <a:pt x="1674823" y="2174208"/>
                      </a:lnTo>
                      <a:lnTo>
                        <a:pt x="1645264" y="2165546"/>
                      </a:lnTo>
                      <a:lnTo>
                        <a:pt x="1667950" y="2161647"/>
                      </a:lnTo>
                      <a:lnTo>
                        <a:pt x="1680254" y="2164676"/>
                      </a:lnTo>
                      <a:lnTo>
                        <a:pt x="1678787" y="2160027"/>
                      </a:lnTo>
                      <a:lnTo>
                        <a:pt x="1675826" y="2157075"/>
                      </a:lnTo>
                      <a:lnTo>
                        <a:pt x="1666121" y="2153334"/>
                      </a:lnTo>
                      <a:lnTo>
                        <a:pt x="1653759" y="2154757"/>
                      </a:lnTo>
                      <a:lnTo>
                        <a:pt x="1645951" y="2152998"/>
                      </a:lnTo>
                      <a:lnTo>
                        <a:pt x="1637967" y="2156706"/>
                      </a:lnTo>
                      <a:lnTo>
                        <a:pt x="1629218" y="2162218"/>
                      </a:lnTo>
                      <a:lnTo>
                        <a:pt x="1621430" y="2165057"/>
                      </a:lnTo>
                      <a:lnTo>
                        <a:pt x="1590951" y="2169026"/>
                      </a:lnTo>
                      <a:lnTo>
                        <a:pt x="1566234" y="2173332"/>
                      </a:lnTo>
                      <a:lnTo>
                        <a:pt x="1570197" y="2168785"/>
                      </a:lnTo>
                      <a:lnTo>
                        <a:pt x="1574424" y="2165863"/>
                      </a:lnTo>
                      <a:lnTo>
                        <a:pt x="1589028" y="2161418"/>
                      </a:lnTo>
                      <a:lnTo>
                        <a:pt x="1591214" y="2152178"/>
                      </a:lnTo>
                      <a:lnTo>
                        <a:pt x="1587783" y="2143281"/>
                      </a:lnTo>
                      <a:lnTo>
                        <a:pt x="1583938" y="2145415"/>
                      </a:lnTo>
                      <a:lnTo>
                        <a:pt x="1579902" y="2152369"/>
                      </a:lnTo>
                      <a:lnTo>
                        <a:pt x="1574952" y="2147358"/>
                      </a:lnTo>
                      <a:lnTo>
                        <a:pt x="1569469" y="2147384"/>
                      </a:lnTo>
                      <a:lnTo>
                        <a:pt x="1567980" y="2158446"/>
                      </a:lnTo>
                      <a:lnTo>
                        <a:pt x="1560952" y="2165863"/>
                      </a:lnTo>
                      <a:lnTo>
                        <a:pt x="1557779" y="2173332"/>
                      </a:lnTo>
                      <a:lnTo>
                        <a:pt x="1537170" y="2179180"/>
                      </a:lnTo>
                      <a:lnTo>
                        <a:pt x="1534530" y="2177231"/>
                      </a:lnTo>
                      <a:lnTo>
                        <a:pt x="1540560" y="2170137"/>
                      </a:lnTo>
                      <a:lnTo>
                        <a:pt x="1540080" y="2166194"/>
                      </a:lnTo>
                      <a:lnTo>
                        <a:pt x="1533202" y="2169578"/>
                      </a:lnTo>
                      <a:lnTo>
                        <a:pt x="1521667" y="2183022"/>
                      </a:lnTo>
                      <a:lnTo>
                        <a:pt x="1481059" y="2187423"/>
                      </a:lnTo>
                      <a:lnTo>
                        <a:pt x="1483276" y="2184368"/>
                      </a:lnTo>
                      <a:lnTo>
                        <a:pt x="1491849" y="2183759"/>
                      </a:lnTo>
                      <a:lnTo>
                        <a:pt x="1503885" y="2179504"/>
                      </a:lnTo>
                      <a:lnTo>
                        <a:pt x="1501451" y="2172341"/>
                      </a:lnTo>
                      <a:lnTo>
                        <a:pt x="1496810" y="2164466"/>
                      </a:lnTo>
                      <a:lnTo>
                        <a:pt x="1492526" y="2163590"/>
                      </a:lnTo>
                      <a:lnTo>
                        <a:pt x="1489700" y="2158973"/>
                      </a:lnTo>
                      <a:lnTo>
                        <a:pt x="1489839" y="2144425"/>
                      </a:lnTo>
                      <a:lnTo>
                        <a:pt x="1487100" y="2135921"/>
                      </a:lnTo>
                      <a:lnTo>
                        <a:pt x="1480491" y="2127171"/>
                      </a:lnTo>
                      <a:lnTo>
                        <a:pt x="1478258" y="2128853"/>
                      </a:lnTo>
                      <a:lnTo>
                        <a:pt x="1473395" y="2143815"/>
                      </a:lnTo>
                      <a:lnTo>
                        <a:pt x="1469354" y="2163438"/>
                      </a:lnTo>
                      <a:lnTo>
                        <a:pt x="1467354" y="2169775"/>
                      </a:lnTo>
                      <a:lnTo>
                        <a:pt x="1455314" y="2170220"/>
                      </a:lnTo>
                      <a:lnTo>
                        <a:pt x="1444658" y="2168880"/>
                      </a:lnTo>
                      <a:lnTo>
                        <a:pt x="1408442" y="2171236"/>
                      </a:lnTo>
                      <a:lnTo>
                        <a:pt x="1394913" y="2164587"/>
                      </a:lnTo>
                      <a:lnTo>
                        <a:pt x="1389301" y="2163311"/>
                      </a:lnTo>
                      <a:lnTo>
                        <a:pt x="1385885" y="2163463"/>
                      </a:lnTo>
                      <a:lnTo>
                        <a:pt x="1370134" y="2169559"/>
                      </a:lnTo>
                      <a:lnTo>
                        <a:pt x="1352186" y="2174227"/>
                      </a:lnTo>
                      <a:lnTo>
                        <a:pt x="1347959" y="2172760"/>
                      </a:lnTo>
                      <a:lnTo>
                        <a:pt x="1341929" y="2172544"/>
                      </a:lnTo>
                      <a:lnTo>
                        <a:pt x="1328916" y="2188433"/>
                      </a:lnTo>
                      <a:lnTo>
                        <a:pt x="1313573" y="2195869"/>
                      </a:lnTo>
                      <a:lnTo>
                        <a:pt x="1274862" y="2182501"/>
                      </a:lnTo>
                      <a:lnTo>
                        <a:pt x="1265234" y="2171750"/>
                      </a:lnTo>
                      <a:lnTo>
                        <a:pt x="1256687" y="2169451"/>
                      </a:lnTo>
                      <a:lnTo>
                        <a:pt x="1246176" y="2168124"/>
                      </a:lnTo>
                      <a:lnTo>
                        <a:pt x="1234884" y="2181352"/>
                      </a:lnTo>
                      <a:lnTo>
                        <a:pt x="1226306" y="2199203"/>
                      </a:lnTo>
                      <a:lnTo>
                        <a:pt x="1239861" y="2208989"/>
                      </a:lnTo>
                      <a:lnTo>
                        <a:pt x="1251462" y="2213669"/>
                      </a:lnTo>
                      <a:lnTo>
                        <a:pt x="1270635" y="2209745"/>
                      </a:lnTo>
                      <a:lnTo>
                        <a:pt x="1281234" y="2201083"/>
                      </a:lnTo>
                      <a:lnTo>
                        <a:pt x="1289890" y="2201368"/>
                      </a:lnTo>
                      <a:lnTo>
                        <a:pt x="1294029" y="2199609"/>
                      </a:lnTo>
                      <a:lnTo>
                        <a:pt x="1297806" y="2195088"/>
                      </a:lnTo>
                      <a:lnTo>
                        <a:pt x="1305207" y="2198657"/>
                      </a:lnTo>
                      <a:lnTo>
                        <a:pt x="1305470" y="2202232"/>
                      </a:lnTo>
                      <a:lnTo>
                        <a:pt x="1300215" y="2207268"/>
                      </a:lnTo>
                      <a:lnTo>
                        <a:pt x="1293595" y="2211510"/>
                      </a:lnTo>
                      <a:lnTo>
                        <a:pt x="1289579" y="2216508"/>
                      </a:lnTo>
                      <a:lnTo>
                        <a:pt x="1297135" y="2226580"/>
                      </a:lnTo>
                      <a:lnTo>
                        <a:pt x="1309000" y="2229964"/>
                      </a:lnTo>
                      <a:lnTo>
                        <a:pt x="1313465" y="2228504"/>
                      </a:lnTo>
                      <a:lnTo>
                        <a:pt x="1316229" y="2217181"/>
                      </a:lnTo>
                      <a:lnTo>
                        <a:pt x="1323526" y="2209891"/>
                      </a:lnTo>
                      <a:lnTo>
                        <a:pt x="1333443" y="2211466"/>
                      </a:lnTo>
                      <a:lnTo>
                        <a:pt x="1332032" y="2216038"/>
                      </a:lnTo>
                      <a:lnTo>
                        <a:pt x="1333422" y="2220356"/>
                      </a:lnTo>
                      <a:lnTo>
                        <a:pt x="1337980" y="2227729"/>
                      </a:lnTo>
                      <a:lnTo>
                        <a:pt x="1337458" y="2238290"/>
                      </a:lnTo>
                      <a:lnTo>
                        <a:pt x="1338342" y="2240836"/>
                      </a:lnTo>
                      <a:lnTo>
                        <a:pt x="1327655" y="2245497"/>
                      </a:lnTo>
                      <a:lnTo>
                        <a:pt x="1319692" y="2247079"/>
                      </a:lnTo>
                      <a:lnTo>
                        <a:pt x="1313320" y="2253181"/>
                      </a:lnTo>
                      <a:lnTo>
                        <a:pt x="1316658" y="2256725"/>
                      </a:lnTo>
                      <a:lnTo>
                        <a:pt x="1310168" y="2259837"/>
                      </a:lnTo>
                      <a:lnTo>
                        <a:pt x="1305780" y="2258592"/>
                      </a:lnTo>
                      <a:lnTo>
                        <a:pt x="1303574" y="2259741"/>
                      </a:lnTo>
                      <a:lnTo>
                        <a:pt x="1302912" y="2263488"/>
                      </a:lnTo>
                      <a:lnTo>
                        <a:pt x="1299558" y="2266968"/>
                      </a:lnTo>
                      <a:lnTo>
                        <a:pt x="1304437" y="2277453"/>
                      </a:lnTo>
                      <a:lnTo>
                        <a:pt x="1314436" y="2284298"/>
                      </a:lnTo>
                      <a:lnTo>
                        <a:pt x="1321490" y="2292878"/>
                      </a:lnTo>
                      <a:lnTo>
                        <a:pt x="1349851" y="2304175"/>
                      </a:lnTo>
                      <a:lnTo>
                        <a:pt x="1356724" y="2303851"/>
                      </a:lnTo>
                      <a:lnTo>
                        <a:pt x="1363488" y="2315225"/>
                      </a:lnTo>
                      <a:lnTo>
                        <a:pt x="1368940" y="2319136"/>
                      </a:lnTo>
                      <a:lnTo>
                        <a:pt x="1374191" y="2321124"/>
                      </a:lnTo>
                      <a:lnTo>
                        <a:pt x="1373591" y="2328948"/>
                      </a:lnTo>
                      <a:lnTo>
                        <a:pt x="1364263" y="2334676"/>
                      </a:lnTo>
                      <a:lnTo>
                        <a:pt x="1361742" y="2341509"/>
                      </a:lnTo>
                      <a:lnTo>
                        <a:pt x="1359395" y="2345351"/>
                      </a:lnTo>
                      <a:lnTo>
                        <a:pt x="1355189" y="2340486"/>
                      </a:lnTo>
                      <a:lnTo>
                        <a:pt x="1350869" y="2336962"/>
                      </a:lnTo>
                      <a:lnTo>
                        <a:pt x="1340869" y="2347681"/>
                      </a:lnTo>
                      <a:lnTo>
                        <a:pt x="1336048" y="2349936"/>
                      </a:lnTo>
                      <a:lnTo>
                        <a:pt x="1338440" y="2338378"/>
                      </a:lnTo>
                      <a:lnTo>
                        <a:pt x="1334663" y="2333850"/>
                      </a:lnTo>
                      <a:lnTo>
                        <a:pt x="1328952" y="2322261"/>
                      </a:lnTo>
                      <a:lnTo>
                        <a:pt x="1320632" y="2315091"/>
                      </a:lnTo>
                      <a:lnTo>
                        <a:pt x="1314772" y="2312716"/>
                      </a:lnTo>
                      <a:lnTo>
                        <a:pt x="1310209" y="2308182"/>
                      </a:lnTo>
                      <a:lnTo>
                        <a:pt x="1304685" y="2306347"/>
                      </a:lnTo>
                      <a:lnTo>
                        <a:pt x="1299972" y="2306817"/>
                      </a:lnTo>
                      <a:lnTo>
                        <a:pt x="1291993" y="2304175"/>
                      </a:lnTo>
                      <a:lnTo>
                        <a:pt x="1291466" y="2298009"/>
                      </a:lnTo>
                      <a:lnTo>
                        <a:pt x="1289254" y="2293392"/>
                      </a:lnTo>
                      <a:lnTo>
                        <a:pt x="1283011" y="2287943"/>
                      </a:lnTo>
                      <a:lnTo>
                        <a:pt x="1253183" y="2277649"/>
                      </a:lnTo>
                      <a:lnTo>
                        <a:pt x="1253002" y="2281910"/>
                      </a:lnTo>
                      <a:lnTo>
                        <a:pt x="1255069" y="2285117"/>
                      </a:lnTo>
                      <a:lnTo>
                        <a:pt x="1259353" y="2287251"/>
                      </a:lnTo>
                      <a:lnTo>
                        <a:pt x="1264480" y="2291404"/>
                      </a:lnTo>
                      <a:lnTo>
                        <a:pt x="1264433" y="2303705"/>
                      </a:lnTo>
                      <a:lnTo>
                        <a:pt x="1262216" y="2308912"/>
                      </a:lnTo>
                      <a:lnTo>
                        <a:pt x="1261265" y="2316330"/>
                      </a:lnTo>
                      <a:lnTo>
                        <a:pt x="1259291" y="2323868"/>
                      </a:lnTo>
                      <a:lnTo>
                        <a:pt x="1255643" y="2329811"/>
                      </a:lnTo>
                      <a:lnTo>
                        <a:pt x="1247499" y="2333863"/>
                      </a:lnTo>
                      <a:lnTo>
                        <a:pt x="1243907" y="2330472"/>
                      </a:lnTo>
                      <a:lnTo>
                        <a:pt x="1238099" y="2314240"/>
                      </a:lnTo>
                      <a:lnTo>
                        <a:pt x="1229887" y="2309128"/>
                      </a:lnTo>
                      <a:lnTo>
                        <a:pt x="1216839" y="2308525"/>
                      </a:lnTo>
                      <a:lnTo>
                        <a:pt x="1207976" y="2312195"/>
                      </a:lnTo>
                      <a:lnTo>
                        <a:pt x="1198317" y="2327919"/>
                      </a:lnTo>
                      <a:lnTo>
                        <a:pt x="1190535" y="2330491"/>
                      </a:lnTo>
                      <a:lnTo>
                        <a:pt x="1163895" y="2322343"/>
                      </a:lnTo>
                      <a:lnTo>
                        <a:pt x="1133478" y="2309928"/>
                      </a:lnTo>
                      <a:lnTo>
                        <a:pt x="1134263" y="2305794"/>
                      </a:lnTo>
                      <a:lnTo>
                        <a:pt x="1139049" y="2304467"/>
                      </a:lnTo>
                      <a:lnTo>
                        <a:pt x="1148227" y="2306163"/>
                      </a:lnTo>
                      <a:lnTo>
                        <a:pt x="1147741" y="2301902"/>
                      </a:lnTo>
                      <a:lnTo>
                        <a:pt x="1138361" y="2288032"/>
                      </a:lnTo>
                      <a:lnTo>
                        <a:pt x="1136641" y="2281771"/>
                      </a:lnTo>
                      <a:lnTo>
                        <a:pt x="1137850" y="2274131"/>
                      </a:lnTo>
                      <a:lnTo>
                        <a:pt x="1134791" y="2274303"/>
                      </a:lnTo>
                      <a:lnTo>
                        <a:pt x="1129158" y="2280717"/>
                      </a:lnTo>
                      <a:lnTo>
                        <a:pt x="1109763" y="2275281"/>
                      </a:lnTo>
                      <a:lnTo>
                        <a:pt x="1104410" y="2268784"/>
                      </a:lnTo>
                      <a:lnTo>
                        <a:pt x="1093015" y="2250476"/>
                      </a:lnTo>
                      <a:lnTo>
                        <a:pt x="1076933" y="2249879"/>
                      </a:lnTo>
                      <a:lnTo>
                        <a:pt x="1069657" y="2238779"/>
                      </a:lnTo>
                      <a:lnTo>
                        <a:pt x="1056515" y="2243427"/>
                      </a:lnTo>
                      <a:lnTo>
                        <a:pt x="1049859" y="2248571"/>
                      </a:lnTo>
                      <a:lnTo>
                        <a:pt x="1044009" y="2256541"/>
                      </a:lnTo>
                      <a:lnTo>
                        <a:pt x="1046288" y="2260675"/>
                      </a:lnTo>
                      <a:lnTo>
                        <a:pt x="1052117" y="2267241"/>
                      </a:lnTo>
                      <a:lnTo>
                        <a:pt x="1049456" y="2270410"/>
                      </a:lnTo>
                      <a:lnTo>
                        <a:pt x="1030744" y="2275090"/>
                      </a:lnTo>
                      <a:lnTo>
                        <a:pt x="987304" y="2269857"/>
                      </a:lnTo>
                      <a:lnTo>
                        <a:pt x="974601" y="2264968"/>
                      </a:lnTo>
                      <a:lnTo>
                        <a:pt x="957553" y="2254629"/>
                      </a:lnTo>
                      <a:lnTo>
                        <a:pt x="933921" y="2246202"/>
                      </a:lnTo>
                      <a:lnTo>
                        <a:pt x="922542" y="2244843"/>
                      </a:lnTo>
                      <a:lnTo>
                        <a:pt x="911400" y="2246513"/>
                      </a:lnTo>
                      <a:lnTo>
                        <a:pt x="878978" y="2247377"/>
                      </a:lnTo>
                      <a:lnTo>
                        <a:pt x="871454" y="2249619"/>
                      </a:lnTo>
                      <a:lnTo>
                        <a:pt x="865046" y="2253200"/>
                      </a:lnTo>
                      <a:lnTo>
                        <a:pt x="860891" y="2249238"/>
                      </a:lnTo>
                      <a:lnTo>
                        <a:pt x="858968" y="2242163"/>
                      </a:lnTo>
                      <a:lnTo>
                        <a:pt x="862731" y="2241014"/>
                      </a:lnTo>
                      <a:lnTo>
                        <a:pt x="866916" y="2236854"/>
                      </a:lnTo>
                      <a:lnTo>
                        <a:pt x="870694" y="2228631"/>
                      </a:lnTo>
                      <a:lnTo>
                        <a:pt x="871123" y="2223658"/>
                      </a:lnTo>
                      <a:lnTo>
                        <a:pt x="868482" y="2220413"/>
                      </a:lnTo>
                      <a:lnTo>
                        <a:pt x="863459" y="2220089"/>
                      </a:lnTo>
                      <a:lnTo>
                        <a:pt x="852364" y="2241516"/>
                      </a:lnTo>
                      <a:lnTo>
                        <a:pt x="858705" y="2253524"/>
                      </a:lnTo>
                      <a:lnTo>
                        <a:pt x="858271" y="2257855"/>
                      </a:lnTo>
                      <a:lnTo>
                        <a:pt x="836132" y="2260319"/>
                      </a:lnTo>
                      <a:lnTo>
                        <a:pt x="785881" y="2284495"/>
                      </a:lnTo>
                      <a:lnTo>
                        <a:pt x="766285" y="2297532"/>
                      </a:lnTo>
                      <a:lnTo>
                        <a:pt x="767288" y="2293144"/>
                      </a:lnTo>
                      <a:lnTo>
                        <a:pt x="790982" y="2276246"/>
                      </a:lnTo>
                      <a:lnTo>
                        <a:pt x="782615" y="2273661"/>
                      </a:lnTo>
                      <a:lnTo>
                        <a:pt x="769143" y="2277884"/>
                      </a:lnTo>
                      <a:lnTo>
                        <a:pt x="764311" y="2276259"/>
                      </a:lnTo>
                      <a:lnTo>
                        <a:pt x="770016" y="2262288"/>
                      </a:lnTo>
                      <a:lnTo>
                        <a:pt x="768156" y="2249968"/>
                      </a:lnTo>
                      <a:lnTo>
                        <a:pt x="758591" y="2249631"/>
                      </a:lnTo>
                      <a:lnTo>
                        <a:pt x="752498" y="2259468"/>
                      </a:lnTo>
                      <a:lnTo>
                        <a:pt x="748265" y="2259049"/>
                      </a:lnTo>
                      <a:lnTo>
                        <a:pt x="742720" y="2254832"/>
                      </a:lnTo>
                      <a:lnTo>
                        <a:pt x="738426" y="2256166"/>
                      </a:lnTo>
                      <a:lnTo>
                        <a:pt x="741604" y="2278456"/>
                      </a:lnTo>
                      <a:lnTo>
                        <a:pt x="747630" y="2287626"/>
                      </a:lnTo>
                      <a:lnTo>
                        <a:pt x="752668" y="2299317"/>
                      </a:lnTo>
                      <a:lnTo>
                        <a:pt x="738907" y="2313764"/>
                      </a:lnTo>
                      <a:lnTo>
                        <a:pt x="726127" y="2325684"/>
                      </a:lnTo>
                      <a:lnTo>
                        <a:pt x="724742" y="2337203"/>
                      </a:lnTo>
                      <a:lnTo>
                        <a:pt x="711900" y="2352209"/>
                      </a:lnTo>
                      <a:lnTo>
                        <a:pt x="699818" y="2360719"/>
                      </a:lnTo>
                      <a:lnTo>
                        <a:pt x="671432" y="2380723"/>
                      </a:lnTo>
                      <a:lnTo>
                        <a:pt x="663334" y="2385003"/>
                      </a:lnTo>
                      <a:lnTo>
                        <a:pt x="650523" y="2394287"/>
                      </a:lnTo>
                      <a:lnTo>
                        <a:pt x="632849" y="2401247"/>
                      </a:lnTo>
                      <a:lnTo>
                        <a:pt x="615904" y="2412297"/>
                      </a:lnTo>
                      <a:lnTo>
                        <a:pt x="610189" y="2413973"/>
                      </a:lnTo>
                      <a:lnTo>
                        <a:pt x="621010" y="2404619"/>
                      </a:lnTo>
                      <a:lnTo>
                        <a:pt x="633842" y="2395379"/>
                      </a:lnTo>
                      <a:lnTo>
                        <a:pt x="622834" y="2396643"/>
                      </a:lnTo>
                      <a:lnTo>
                        <a:pt x="605869" y="2392363"/>
                      </a:lnTo>
                      <a:lnTo>
                        <a:pt x="595487" y="2392115"/>
                      </a:lnTo>
                      <a:lnTo>
                        <a:pt x="595414" y="2395487"/>
                      </a:lnTo>
                      <a:lnTo>
                        <a:pt x="587518" y="2400250"/>
                      </a:lnTo>
                      <a:lnTo>
                        <a:pt x="579338" y="2393252"/>
                      </a:lnTo>
                      <a:lnTo>
                        <a:pt x="575772" y="2388546"/>
                      </a:lnTo>
                      <a:lnTo>
                        <a:pt x="574082" y="2384482"/>
                      </a:lnTo>
                      <a:lnTo>
                        <a:pt x="570609" y="2383498"/>
                      </a:lnTo>
                      <a:lnTo>
                        <a:pt x="567271" y="2385384"/>
                      </a:lnTo>
                      <a:lnTo>
                        <a:pt x="579482" y="2414005"/>
                      </a:lnTo>
                      <a:lnTo>
                        <a:pt x="584686" y="2415243"/>
                      </a:lnTo>
                      <a:lnTo>
                        <a:pt x="590443" y="2418088"/>
                      </a:lnTo>
                      <a:lnTo>
                        <a:pt x="583275" y="2424756"/>
                      </a:lnTo>
                      <a:lnTo>
                        <a:pt x="575560" y="2429817"/>
                      </a:lnTo>
                      <a:lnTo>
                        <a:pt x="563426" y="2433177"/>
                      </a:lnTo>
                      <a:lnTo>
                        <a:pt x="553142" y="2422730"/>
                      </a:lnTo>
                      <a:lnTo>
                        <a:pt x="550915" y="2435838"/>
                      </a:lnTo>
                      <a:lnTo>
                        <a:pt x="549613" y="2448926"/>
                      </a:lnTo>
                      <a:lnTo>
                        <a:pt x="546161" y="2452285"/>
                      </a:lnTo>
                      <a:lnTo>
                        <a:pt x="540647" y="2457073"/>
                      </a:lnTo>
                      <a:lnTo>
                        <a:pt x="537655" y="2453460"/>
                      </a:lnTo>
                      <a:lnTo>
                        <a:pt x="536234" y="2448399"/>
                      </a:lnTo>
                      <a:lnTo>
                        <a:pt x="532704" y="2452914"/>
                      </a:lnTo>
                      <a:lnTo>
                        <a:pt x="527536" y="2456305"/>
                      </a:lnTo>
                      <a:lnTo>
                        <a:pt x="519010" y="2456984"/>
                      </a:lnTo>
                      <a:lnTo>
                        <a:pt x="512612" y="2458794"/>
                      </a:lnTo>
                      <a:lnTo>
                        <a:pt x="512762" y="2464217"/>
                      </a:lnTo>
                      <a:lnTo>
                        <a:pt x="514224" y="2469666"/>
                      </a:lnTo>
                      <a:lnTo>
                        <a:pt x="525542" y="2465361"/>
                      </a:lnTo>
                      <a:lnTo>
                        <a:pt x="521438" y="2479376"/>
                      </a:lnTo>
                      <a:lnTo>
                        <a:pt x="511031" y="2493226"/>
                      </a:lnTo>
                      <a:lnTo>
                        <a:pt x="502550" y="2496497"/>
                      </a:lnTo>
                      <a:lnTo>
                        <a:pt x="489579" y="2494471"/>
                      </a:lnTo>
                      <a:lnTo>
                        <a:pt x="486375" y="2495861"/>
                      </a:lnTo>
                      <a:lnTo>
                        <a:pt x="483507" y="2498738"/>
                      </a:lnTo>
                      <a:lnTo>
                        <a:pt x="498618" y="2520406"/>
                      </a:lnTo>
                      <a:lnTo>
                        <a:pt x="488908" y="2553085"/>
                      </a:lnTo>
                      <a:lnTo>
                        <a:pt x="482701" y="2564928"/>
                      </a:lnTo>
                      <a:lnTo>
                        <a:pt x="478396" y="2566446"/>
                      </a:lnTo>
                      <a:lnTo>
                        <a:pt x="473730" y="2566789"/>
                      </a:lnTo>
                      <a:lnTo>
                        <a:pt x="456981" y="2556260"/>
                      </a:lnTo>
                      <a:lnTo>
                        <a:pt x="447845" y="2548119"/>
                      </a:lnTo>
                      <a:lnTo>
                        <a:pt x="455896" y="2570275"/>
                      </a:lnTo>
                      <a:lnTo>
                        <a:pt x="477833" y="2576746"/>
                      </a:lnTo>
                      <a:lnTo>
                        <a:pt x="478955" y="2585129"/>
                      </a:lnTo>
                      <a:lnTo>
                        <a:pt x="478831" y="2592292"/>
                      </a:lnTo>
                      <a:lnTo>
                        <a:pt x="474510" y="2600700"/>
                      </a:lnTo>
                      <a:lnTo>
                        <a:pt x="470469" y="2611870"/>
                      </a:lnTo>
                      <a:lnTo>
                        <a:pt x="473451" y="2619650"/>
                      </a:lnTo>
                      <a:lnTo>
                        <a:pt x="476913" y="2638885"/>
                      </a:lnTo>
                      <a:lnTo>
                        <a:pt x="479874" y="2647712"/>
                      </a:lnTo>
                      <a:lnTo>
                        <a:pt x="483130" y="2674492"/>
                      </a:lnTo>
                      <a:lnTo>
                        <a:pt x="486592" y="2686106"/>
                      </a:lnTo>
                      <a:lnTo>
                        <a:pt x="506535" y="2728851"/>
                      </a:lnTo>
                      <a:lnTo>
                        <a:pt x="513258" y="2729181"/>
                      </a:lnTo>
                      <a:lnTo>
                        <a:pt x="514338" y="2733811"/>
                      </a:lnTo>
                      <a:lnTo>
                        <a:pt x="513697" y="2742688"/>
                      </a:lnTo>
                      <a:lnTo>
                        <a:pt x="499352" y="2745273"/>
                      </a:lnTo>
                      <a:lnTo>
                        <a:pt x="493331" y="2749229"/>
                      </a:lnTo>
                      <a:lnTo>
                        <a:pt x="492158" y="2752665"/>
                      </a:lnTo>
                      <a:lnTo>
                        <a:pt x="491269" y="2754519"/>
                      </a:lnTo>
                      <a:lnTo>
                        <a:pt x="489419" y="2754348"/>
                      </a:lnTo>
                      <a:lnTo>
                        <a:pt x="482577" y="2751877"/>
                      </a:lnTo>
                      <a:lnTo>
                        <a:pt x="467022" y="2739735"/>
                      </a:lnTo>
                      <a:lnTo>
                        <a:pt x="444357" y="2732210"/>
                      </a:lnTo>
                      <a:lnTo>
                        <a:pt x="414575" y="2729295"/>
                      </a:lnTo>
                      <a:lnTo>
                        <a:pt x="394230" y="2723218"/>
                      </a:lnTo>
                      <a:lnTo>
                        <a:pt x="383321" y="2713959"/>
                      </a:lnTo>
                      <a:lnTo>
                        <a:pt x="371916" y="2708473"/>
                      </a:lnTo>
                      <a:lnTo>
                        <a:pt x="360019" y="2706745"/>
                      </a:lnTo>
                      <a:lnTo>
                        <a:pt x="350165" y="2701722"/>
                      </a:lnTo>
                      <a:lnTo>
                        <a:pt x="342351" y="2693403"/>
                      </a:lnTo>
                      <a:lnTo>
                        <a:pt x="330925" y="2688094"/>
                      </a:lnTo>
                      <a:lnTo>
                        <a:pt x="315887" y="2685789"/>
                      </a:lnTo>
                      <a:lnTo>
                        <a:pt x="306099" y="2679553"/>
                      </a:lnTo>
                      <a:lnTo>
                        <a:pt x="299293" y="2664306"/>
                      </a:lnTo>
                      <a:lnTo>
                        <a:pt x="299262" y="2664077"/>
                      </a:lnTo>
                      <a:lnTo>
                        <a:pt x="293170" y="2638586"/>
                      </a:lnTo>
                      <a:lnTo>
                        <a:pt x="285496" y="2622615"/>
                      </a:lnTo>
                      <a:lnTo>
                        <a:pt x="270561" y="2602853"/>
                      </a:lnTo>
                      <a:lnTo>
                        <a:pt x="269186" y="2600249"/>
                      </a:lnTo>
                      <a:lnTo>
                        <a:pt x="269062" y="2596998"/>
                      </a:lnTo>
                      <a:lnTo>
                        <a:pt x="270912" y="2585497"/>
                      </a:lnTo>
                      <a:lnTo>
                        <a:pt x="269336" y="2577229"/>
                      </a:lnTo>
                      <a:lnTo>
                        <a:pt x="264608" y="2570491"/>
                      </a:lnTo>
                      <a:lnTo>
                        <a:pt x="263522" y="2563360"/>
                      </a:lnTo>
                      <a:lnTo>
                        <a:pt x="266086" y="2555854"/>
                      </a:lnTo>
                      <a:lnTo>
                        <a:pt x="266251" y="2546836"/>
                      </a:lnTo>
                      <a:lnTo>
                        <a:pt x="264024" y="2536307"/>
                      </a:lnTo>
                      <a:lnTo>
                        <a:pt x="254500" y="2524921"/>
                      </a:lnTo>
                      <a:lnTo>
                        <a:pt x="237679" y="2512690"/>
                      </a:lnTo>
                      <a:lnTo>
                        <a:pt x="223349" y="2494826"/>
                      </a:lnTo>
                      <a:lnTo>
                        <a:pt x="211520" y="2471343"/>
                      </a:lnTo>
                      <a:lnTo>
                        <a:pt x="199820" y="2455073"/>
                      </a:lnTo>
                      <a:lnTo>
                        <a:pt x="188249" y="2446011"/>
                      </a:lnTo>
                      <a:lnTo>
                        <a:pt x="180338" y="2434949"/>
                      </a:lnTo>
                      <a:lnTo>
                        <a:pt x="176079" y="2421886"/>
                      </a:lnTo>
                      <a:lnTo>
                        <a:pt x="174824" y="2414303"/>
                      </a:lnTo>
                      <a:lnTo>
                        <a:pt x="176560" y="2412208"/>
                      </a:lnTo>
                      <a:lnTo>
                        <a:pt x="169449" y="2397684"/>
                      </a:lnTo>
                      <a:lnTo>
                        <a:pt x="153491" y="2370746"/>
                      </a:lnTo>
                      <a:lnTo>
                        <a:pt x="144324" y="2351047"/>
                      </a:lnTo>
                      <a:lnTo>
                        <a:pt x="141962" y="2338594"/>
                      </a:lnTo>
                      <a:lnTo>
                        <a:pt x="131807" y="2323772"/>
                      </a:lnTo>
                      <a:lnTo>
                        <a:pt x="113865" y="2306582"/>
                      </a:lnTo>
                      <a:lnTo>
                        <a:pt x="104108" y="2295399"/>
                      </a:lnTo>
                      <a:lnTo>
                        <a:pt x="101711" y="2287632"/>
                      </a:lnTo>
                      <a:lnTo>
                        <a:pt x="73712" y="2265044"/>
                      </a:lnTo>
                      <a:lnTo>
                        <a:pt x="65578" y="2250933"/>
                      </a:lnTo>
                      <a:lnTo>
                        <a:pt x="59227" y="2246475"/>
                      </a:lnTo>
                      <a:lnTo>
                        <a:pt x="51935" y="2246958"/>
                      </a:lnTo>
                      <a:lnTo>
                        <a:pt x="48194" y="2245605"/>
                      </a:lnTo>
                      <a:lnTo>
                        <a:pt x="48008" y="2242417"/>
                      </a:lnTo>
                      <a:lnTo>
                        <a:pt x="45646" y="2242265"/>
                      </a:lnTo>
                      <a:lnTo>
                        <a:pt x="41104" y="2245161"/>
                      </a:lnTo>
                      <a:lnTo>
                        <a:pt x="26210" y="2245745"/>
                      </a:lnTo>
                      <a:lnTo>
                        <a:pt x="961" y="2244024"/>
                      </a:lnTo>
                      <a:lnTo>
                        <a:pt x="0" y="2243821"/>
                      </a:lnTo>
                      <a:lnTo>
                        <a:pt x="0" y="0"/>
                      </a:lnTo>
                      <a:lnTo>
                        <a:pt x="1773799" y="0"/>
                      </a:lnTo>
                      <a:lnTo>
                        <a:pt x="1791779" y="9112"/>
                      </a:lnTo>
                      <a:lnTo>
                        <a:pt x="1812321" y="19521"/>
                      </a:lnTo>
                      <a:lnTo>
                        <a:pt x="1817499" y="36825"/>
                      </a:lnTo>
                      <a:lnTo>
                        <a:pt x="1822542" y="53673"/>
                      </a:lnTo>
                      <a:lnTo>
                        <a:pt x="1834568" y="65904"/>
                      </a:lnTo>
                      <a:lnTo>
                        <a:pt x="1845575" y="77074"/>
                      </a:lnTo>
                      <a:lnTo>
                        <a:pt x="1851947" y="76490"/>
                      </a:lnTo>
                      <a:lnTo>
                        <a:pt x="1858412" y="71772"/>
                      </a:lnTo>
                      <a:lnTo>
                        <a:pt x="1862515" y="69498"/>
                      </a:lnTo>
                      <a:lnTo>
                        <a:pt x="1869393" y="69123"/>
                      </a:lnTo>
                      <a:lnTo>
                        <a:pt x="1884690" y="65085"/>
                      </a:lnTo>
                      <a:lnTo>
                        <a:pt x="1889211" y="65967"/>
                      </a:lnTo>
                      <a:lnTo>
                        <a:pt x="1891780" y="67987"/>
                      </a:lnTo>
                      <a:lnTo>
                        <a:pt x="1891992" y="71149"/>
                      </a:lnTo>
                      <a:lnTo>
                        <a:pt x="1891470" y="73664"/>
                      </a:lnTo>
                      <a:lnTo>
                        <a:pt x="1889103" y="78713"/>
                      </a:lnTo>
                      <a:lnTo>
                        <a:pt x="1892839" y="88333"/>
                      </a:lnTo>
                      <a:lnTo>
                        <a:pt x="1893625" y="99021"/>
                      </a:lnTo>
                      <a:lnTo>
                        <a:pt x="1895676" y="107099"/>
                      </a:lnTo>
                      <a:lnTo>
                        <a:pt x="1901939" y="117437"/>
                      </a:lnTo>
                      <a:lnTo>
                        <a:pt x="1907381" y="125515"/>
                      </a:lnTo>
                      <a:lnTo>
                        <a:pt x="1914233" y="127077"/>
                      </a:lnTo>
                      <a:lnTo>
                        <a:pt x="1930093" y="122372"/>
                      </a:lnTo>
                      <a:lnTo>
                        <a:pt x="1940031" y="120593"/>
                      </a:lnTo>
                      <a:lnTo>
                        <a:pt x="1945674" y="121362"/>
                      </a:lnTo>
                      <a:lnTo>
                        <a:pt x="1955327" y="128925"/>
                      </a:lnTo>
                      <a:lnTo>
                        <a:pt x="1960050" y="133472"/>
                      </a:lnTo>
                      <a:lnTo>
                        <a:pt x="1961177" y="137250"/>
                      </a:lnTo>
                      <a:lnTo>
                        <a:pt x="1948139" y="160340"/>
                      </a:lnTo>
                      <a:lnTo>
                        <a:pt x="1968815" y="171797"/>
                      </a:lnTo>
                      <a:lnTo>
                        <a:pt x="1991889" y="184320"/>
                      </a:lnTo>
                      <a:lnTo>
                        <a:pt x="2019402" y="199249"/>
                      </a:lnTo>
                      <a:lnTo>
                        <a:pt x="2036223" y="208388"/>
                      </a:lnTo>
                      <a:lnTo>
                        <a:pt x="2058377" y="221438"/>
                      </a:lnTo>
                      <a:lnTo>
                        <a:pt x="2062170" y="240032"/>
                      </a:lnTo>
                      <a:lnTo>
                        <a:pt x="2065364" y="255723"/>
                      </a:lnTo>
                      <a:lnTo>
                        <a:pt x="2069436" y="277600"/>
                      </a:lnTo>
                      <a:lnTo>
                        <a:pt x="2073585" y="299916"/>
                      </a:lnTo>
                      <a:lnTo>
                        <a:pt x="2077725" y="322148"/>
                      </a:lnTo>
                      <a:lnTo>
                        <a:pt x="2082112" y="345746"/>
                      </a:lnTo>
                      <a:lnTo>
                        <a:pt x="2086934" y="371669"/>
                      </a:lnTo>
                      <a:lnTo>
                        <a:pt x="2091218" y="394676"/>
                      </a:lnTo>
                      <a:lnTo>
                        <a:pt x="2095894" y="419792"/>
                      </a:lnTo>
                      <a:lnTo>
                        <a:pt x="2102111" y="452477"/>
                      </a:lnTo>
                      <a:lnTo>
                        <a:pt x="2096551" y="465070"/>
                      </a:lnTo>
                      <a:lnTo>
                        <a:pt x="2084443" y="492491"/>
                      </a:lnTo>
                      <a:lnTo>
                        <a:pt x="2073498" y="517277"/>
                      </a:lnTo>
                      <a:lnTo>
                        <a:pt x="2072541" y="524465"/>
                      </a:lnTo>
                      <a:lnTo>
                        <a:pt x="2065017" y="560606"/>
                      </a:lnTo>
                      <a:lnTo>
                        <a:pt x="2058987" y="575535"/>
                      </a:lnTo>
                      <a:lnTo>
                        <a:pt x="2048424" y="584204"/>
                      </a:lnTo>
                      <a:lnTo>
                        <a:pt x="2037938" y="592605"/>
                      </a:lnTo>
                      <a:lnTo>
                        <a:pt x="2024859" y="606684"/>
                      </a:lnTo>
                      <a:lnTo>
                        <a:pt x="2010472" y="613638"/>
                      </a:lnTo>
                      <a:lnTo>
                        <a:pt x="2003123" y="617727"/>
                      </a:lnTo>
                      <a:lnTo>
                        <a:pt x="1999273" y="624179"/>
                      </a:lnTo>
                      <a:lnTo>
                        <a:pt x="1995026" y="638322"/>
                      </a:lnTo>
                      <a:lnTo>
                        <a:pt x="1995842" y="659919"/>
                      </a:lnTo>
                      <a:lnTo>
                        <a:pt x="2007692" y="678507"/>
                      </a:lnTo>
                      <a:lnTo>
                        <a:pt x="2025024" y="688902"/>
                      </a:lnTo>
                      <a:lnTo>
                        <a:pt x="2043669" y="699025"/>
                      </a:lnTo>
                      <a:lnTo>
                        <a:pt x="2070232" y="699069"/>
                      </a:lnTo>
                      <a:lnTo>
                        <a:pt x="2094122" y="685562"/>
                      </a:lnTo>
                      <a:lnTo>
                        <a:pt x="2119433" y="671255"/>
                      </a:lnTo>
                      <a:lnTo>
                        <a:pt x="2142001" y="658497"/>
                      </a:lnTo>
                      <a:lnTo>
                        <a:pt x="2168842" y="643326"/>
                      </a:lnTo>
                      <a:lnTo>
                        <a:pt x="2193151" y="629577"/>
                      </a:lnTo>
                      <a:lnTo>
                        <a:pt x="2219548" y="624637"/>
                      </a:lnTo>
                      <a:lnTo>
                        <a:pt x="2256125" y="617797"/>
                      </a:lnTo>
                      <a:lnTo>
                        <a:pt x="2302169" y="609180"/>
                      </a:lnTo>
                      <a:lnTo>
                        <a:pt x="2324587" y="599368"/>
                      </a:lnTo>
                      <a:lnTo>
                        <a:pt x="2353557" y="586687"/>
                      </a:lnTo>
                      <a:lnTo>
                        <a:pt x="2386977" y="572055"/>
                      </a:lnTo>
                      <a:lnTo>
                        <a:pt x="2415818" y="559431"/>
                      </a:lnTo>
                      <a:lnTo>
                        <a:pt x="2430319" y="552433"/>
                      </a:lnTo>
                      <a:lnTo>
                        <a:pt x="2440633" y="544450"/>
                      </a:lnTo>
                      <a:lnTo>
                        <a:pt x="2443191" y="538544"/>
                      </a:lnTo>
                      <a:lnTo>
                        <a:pt x="2442582" y="535153"/>
                      </a:lnTo>
                      <a:lnTo>
                        <a:pt x="2439920" y="531756"/>
                      </a:lnTo>
                      <a:lnTo>
                        <a:pt x="2436241" y="529247"/>
                      </a:lnTo>
                      <a:lnTo>
                        <a:pt x="2432970" y="527114"/>
                      </a:lnTo>
                      <a:lnTo>
                        <a:pt x="2431435" y="524472"/>
                      </a:lnTo>
                      <a:lnTo>
                        <a:pt x="2431130" y="518693"/>
                      </a:lnTo>
                      <a:lnTo>
                        <a:pt x="2429125" y="515372"/>
                      </a:lnTo>
                      <a:lnTo>
                        <a:pt x="2427213" y="512927"/>
                      </a:lnTo>
                      <a:lnTo>
                        <a:pt x="2427936" y="490561"/>
                      </a:lnTo>
                      <a:lnTo>
                        <a:pt x="2425414" y="483626"/>
                      </a:lnTo>
                      <a:lnTo>
                        <a:pt x="2416014" y="466048"/>
                      </a:lnTo>
                      <a:lnTo>
                        <a:pt x="2433941" y="458167"/>
                      </a:lnTo>
                      <a:lnTo>
                        <a:pt x="2450550" y="450858"/>
                      </a:lnTo>
                      <a:lnTo>
                        <a:pt x="2463795" y="445448"/>
                      </a:lnTo>
                      <a:lnTo>
                        <a:pt x="2491541" y="444597"/>
                      </a:lnTo>
                      <a:lnTo>
                        <a:pt x="2517307" y="444705"/>
                      </a:lnTo>
                      <a:lnTo>
                        <a:pt x="2552820" y="444851"/>
                      </a:lnTo>
                      <a:lnTo>
                        <a:pt x="2582741" y="444971"/>
                      </a:lnTo>
                      <a:lnTo>
                        <a:pt x="2617649" y="445117"/>
                      </a:lnTo>
                      <a:lnTo>
                        <a:pt x="2638113" y="445200"/>
                      </a:lnTo>
                      <a:lnTo>
                        <a:pt x="2664928" y="444946"/>
                      </a:lnTo>
                      <a:lnTo>
                        <a:pt x="2677997" y="424656"/>
                      </a:lnTo>
                      <a:lnTo>
                        <a:pt x="2689676" y="406513"/>
                      </a:lnTo>
                      <a:lnTo>
                        <a:pt x="2702539" y="389177"/>
                      </a:lnTo>
                      <a:lnTo>
                        <a:pt x="2725406" y="368824"/>
                      </a:lnTo>
                      <a:lnTo>
                        <a:pt x="2732047" y="365166"/>
                      </a:lnTo>
                      <a:lnTo>
                        <a:pt x="2735710" y="357139"/>
                      </a:lnTo>
                      <a:lnTo>
                        <a:pt x="2749570" y="349512"/>
                      </a:lnTo>
                      <a:lnTo>
                        <a:pt x="2764841" y="342438"/>
                      </a:lnTo>
                      <a:lnTo>
                        <a:pt x="2770830" y="335802"/>
                      </a:lnTo>
                      <a:lnTo>
                        <a:pt x="2773729" y="332023"/>
                      </a:lnTo>
                      <a:lnTo>
                        <a:pt x="2815076" y="296232"/>
                      </a:lnTo>
                      <a:lnTo>
                        <a:pt x="2838559" y="279702"/>
                      </a:lnTo>
                      <a:lnTo>
                        <a:pt x="2857953" y="270501"/>
                      </a:lnTo>
                      <a:lnTo>
                        <a:pt x="2872717" y="266106"/>
                      </a:lnTo>
                      <a:lnTo>
                        <a:pt x="2882686" y="266735"/>
                      </a:lnTo>
                      <a:lnTo>
                        <a:pt x="2888355" y="26611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8" name="pg3868">
                  <a:extLst>
                    <a:ext uri="{FF2B5EF4-FFF2-40B4-BE49-F238E27FC236}">
                      <a16:creationId xmlns:a16="http://schemas.microsoft.com/office/drawing/2014/main" id="{912132B7-42D2-21CB-ACD8-B4905F6539C1}"/>
                    </a:ext>
                  </a:extLst>
                </p:cNvPr>
                <p:cNvSpPr/>
                <p:nvPr/>
              </p:nvSpPr>
              <p:spPr>
                <a:xfrm>
                  <a:off x="5359282" y="3307053"/>
                  <a:ext cx="225302" cy="7576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25302" h="75760">
                      <a:moveTo>
                        <a:pt x="153584" y="30132"/>
                      </a:moveTo>
                      <a:lnTo>
                        <a:pt x="160385" y="30983"/>
                      </a:lnTo>
                      <a:lnTo>
                        <a:pt x="166235" y="28513"/>
                      </a:lnTo>
                      <a:lnTo>
                        <a:pt x="171775" y="23521"/>
                      </a:lnTo>
                      <a:lnTo>
                        <a:pt x="184637" y="16771"/>
                      </a:lnTo>
                      <a:lnTo>
                        <a:pt x="195598" y="13818"/>
                      </a:lnTo>
                      <a:lnTo>
                        <a:pt x="199050" y="13208"/>
                      </a:lnTo>
                      <a:lnTo>
                        <a:pt x="204275" y="17946"/>
                      </a:lnTo>
                      <a:lnTo>
                        <a:pt x="214641" y="14142"/>
                      </a:lnTo>
                      <a:lnTo>
                        <a:pt x="225302" y="12008"/>
                      </a:lnTo>
                      <a:lnTo>
                        <a:pt x="179185" y="33669"/>
                      </a:lnTo>
                      <a:lnTo>
                        <a:pt x="169754" y="36108"/>
                      </a:lnTo>
                      <a:lnTo>
                        <a:pt x="156261" y="42560"/>
                      </a:lnTo>
                      <a:lnTo>
                        <a:pt x="143507" y="47132"/>
                      </a:lnTo>
                      <a:lnTo>
                        <a:pt x="134324" y="48796"/>
                      </a:lnTo>
                      <a:lnTo>
                        <a:pt x="88662" y="64875"/>
                      </a:lnTo>
                      <a:lnTo>
                        <a:pt x="85040" y="65224"/>
                      </a:lnTo>
                      <a:lnTo>
                        <a:pt x="81122" y="63656"/>
                      </a:lnTo>
                      <a:lnTo>
                        <a:pt x="43512" y="71937"/>
                      </a:lnTo>
                      <a:lnTo>
                        <a:pt x="28076" y="72870"/>
                      </a:lnTo>
                      <a:lnTo>
                        <a:pt x="14020" y="75760"/>
                      </a:lnTo>
                      <a:lnTo>
                        <a:pt x="24417" y="69092"/>
                      </a:lnTo>
                      <a:lnTo>
                        <a:pt x="24644" y="66596"/>
                      </a:lnTo>
                      <a:lnTo>
                        <a:pt x="22159" y="64646"/>
                      </a:lnTo>
                      <a:lnTo>
                        <a:pt x="16598" y="65212"/>
                      </a:lnTo>
                      <a:lnTo>
                        <a:pt x="10903" y="72076"/>
                      </a:lnTo>
                      <a:lnTo>
                        <a:pt x="1813" y="74369"/>
                      </a:lnTo>
                      <a:lnTo>
                        <a:pt x="0" y="66895"/>
                      </a:lnTo>
                      <a:lnTo>
                        <a:pt x="3033" y="61109"/>
                      </a:lnTo>
                      <a:lnTo>
                        <a:pt x="7141" y="55623"/>
                      </a:lnTo>
                      <a:lnTo>
                        <a:pt x="16169" y="46999"/>
                      </a:lnTo>
                      <a:lnTo>
                        <a:pt x="29083" y="41531"/>
                      </a:lnTo>
                      <a:lnTo>
                        <a:pt x="35646" y="36806"/>
                      </a:lnTo>
                      <a:lnTo>
                        <a:pt x="40194" y="40966"/>
                      </a:lnTo>
                      <a:lnTo>
                        <a:pt x="41191" y="35346"/>
                      </a:lnTo>
                      <a:lnTo>
                        <a:pt x="44690" y="32101"/>
                      </a:lnTo>
                      <a:lnTo>
                        <a:pt x="48493" y="30354"/>
                      </a:lnTo>
                      <a:lnTo>
                        <a:pt x="57640" y="30310"/>
                      </a:lnTo>
                      <a:lnTo>
                        <a:pt x="62565" y="29427"/>
                      </a:lnTo>
                      <a:lnTo>
                        <a:pt x="66126" y="27560"/>
                      </a:lnTo>
                      <a:lnTo>
                        <a:pt x="69779" y="27211"/>
                      </a:lnTo>
                      <a:lnTo>
                        <a:pt x="79784" y="29757"/>
                      </a:lnTo>
                      <a:lnTo>
                        <a:pt x="89556" y="29027"/>
                      </a:lnTo>
                      <a:lnTo>
                        <a:pt x="97447" y="25509"/>
                      </a:lnTo>
                      <a:lnTo>
                        <a:pt x="105648" y="24328"/>
                      </a:lnTo>
                      <a:lnTo>
                        <a:pt x="127343" y="23534"/>
                      </a:lnTo>
                      <a:lnTo>
                        <a:pt x="148902" y="20962"/>
                      </a:lnTo>
                      <a:lnTo>
                        <a:pt x="157522" y="16390"/>
                      </a:lnTo>
                      <a:lnTo>
                        <a:pt x="175630" y="3575"/>
                      </a:lnTo>
                      <a:lnTo>
                        <a:pt x="186048" y="0"/>
                      </a:lnTo>
                      <a:lnTo>
                        <a:pt x="169826" y="14891"/>
                      </a:lnTo>
                      <a:lnTo>
                        <a:pt x="161108" y="2171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9" name="pg3869">
                  <a:extLst>
                    <a:ext uri="{FF2B5EF4-FFF2-40B4-BE49-F238E27FC236}">
                      <a16:creationId xmlns:a16="http://schemas.microsoft.com/office/drawing/2014/main" id="{D3490352-CFF7-7E7F-3AAD-5AE219FA8797}"/>
                    </a:ext>
                  </a:extLst>
                </p:cNvPr>
                <p:cNvSpPr/>
                <p:nvPr/>
              </p:nvSpPr>
              <p:spPr>
                <a:xfrm>
                  <a:off x="5954108" y="2877417"/>
                  <a:ext cx="23756" cy="2689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3756" h="26893">
                      <a:moveTo>
                        <a:pt x="17596" y="18663"/>
                      </a:moveTo>
                      <a:lnTo>
                        <a:pt x="10841" y="17558"/>
                      </a:lnTo>
                      <a:lnTo>
                        <a:pt x="10981" y="24423"/>
                      </a:lnTo>
                      <a:lnTo>
                        <a:pt x="10226" y="26893"/>
                      </a:lnTo>
                      <a:lnTo>
                        <a:pt x="2744" y="23363"/>
                      </a:lnTo>
                      <a:lnTo>
                        <a:pt x="0" y="21089"/>
                      </a:lnTo>
                      <a:lnTo>
                        <a:pt x="237" y="11995"/>
                      </a:lnTo>
                      <a:lnTo>
                        <a:pt x="6847" y="3397"/>
                      </a:lnTo>
                      <a:lnTo>
                        <a:pt x="11885" y="0"/>
                      </a:lnTo>
                      <a:lnTo>
                        <a:pt x="18381" y="2355"/>
                      </a:lnTo>
                      <a:lnTo>
                        <a:pt x="23368" y="11983"/>
                      </a:lnTo>
                      <a:lnTo>
                        <a:pt x="23756" y="16129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0" name="pg3870">
                  <a:extLst>
                    <a:ext uri="{FF2B5EF4-FFF2-40B4-BE49-F238E27FC236}">
                      <a16:creationId xmlns:a16="http://schemas.microsoft.com/office/drawing/2014/main" id="{E19C4913-B61B-EE2B-36C2-CF612E344E71}"/>
                    </a:ext>
                  </a:extLst>
                </p:cNvPr>
                <p:cNvSpPr/>
                <p:nvPr/>
              </p:nvSpPr>
              <p:spPr>
                <a:xfrm>
                  <a:off x="5337706" y="3371376"/>
                  <a:ext cx="17833" cy="1817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7833" h="18174">
                      <a:moveTo>
                        <a:pt x="0" y="18174"/>
                      </a:moveTo>
                      <a:lnTo>
                        <a:pt x="5048" y="5702"/>
                      </a:lnTo>
                      <a:lnTo>
                        <a:pt x="14330" y="0"/>
                      </a:lnTo>
                      <a:lnTo>
                        <a:pt x="17689" y="1187"/>
                      </a:lnTo>
                      <a:lnTo>
                        <a:pt x="17833" y="5594"/>
                      </a:lnTo>
                      <a:lnTo>
                        <a:pt x="16531" y="9360"/>
                      </a:lnTo>
                      <a:lnTo>
                        <a:pt x="10304" y="15164"/>
                      </a:lnTo>
                      <a:lnTo>
                        <a:pt x="5054" y="1763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1" name="pg3871">
                  <a:extLst>
                    <a:ext uri="{FF2B5EF4-FFF2-40B4-BE49-F238E27FC236}">
                      <a16:creationId xmlns:a16="http://schemas.microsoft.com/office/drawing/2014/main" id="{1022AC46-D86E-5650-8D57-74ADF5FB6B24}"/>
                    </a:ext>
                  </a:extLst>
                </p:cNvPr>
                <p:cNvSpPr/>
                <p:nvPr/>
              </p:nvSpPr>
              <p:spPr>
                <a:xfrm>
                  <a:off x="5698253" y="3267490"/>
                  <a:ext cx="33791" cy="1687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3791" h="16879">
                      <a:moveTo>
                        <a:pt x="4645" y="16879"/>
                      </a:moveTo>
                      <a:lnTo>
                        <a:pt x="0" y="12776"/>
                      </a:lnTo>
                      <a:lnTo>
                        <a:pt x="7270" y="10878"/>
                      </a:lnTo>
                      <a:lnTo>
                        <a:pt x="16454" y="1130"/>
                      </a:lnTo>
                      <a:lnTo>
                        <a:pt x="22562" y="0"/>
                      </a:lnTo>
                      <a:lnTo>
                        <a:pt x="32158" y="5518"/>
                      </a:lnTo>
                      <a:lnTo>
                        <a:pt x="33791" y="1052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2" name="pg3872">
                  <a:extLst>
                    <a:ext uri="{FF2B5EF4-FFF2-40B4-BE49-F238E27FC236}">
                      <a16:creationId xmlns:a16="http://schemas.microsoft.com/office/drawing/2014/main" id="{B385CE92-2AB4-9D47-6503-141375CE54E3}"/>
                    </a:ext>
                  </a:extLst>
                </p:cNvPr>
                <p:cNvSpPr/>
                <p:nvPr/>
              </p:nvSpPr>
              <p:spPr>
                <a:xfrm>
                  <a:off x="5643532" y="3241859"/>
                  <a:ext cx="12087" cy="2467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2087" h="24671">
                      <a:moveTo>
                        <a:pt x="5855" y="24671"/>
                      </a:moveTo>
                      <a:lnTo>
                        <a:pt x="0" y="24048"/>
                      </a:lnTo>
                      <a:lnTo>
                        <a:pt x="2971" y="19248"/>
                      </a:lnTo>
                      <a:lnTo>
                        <a:pt x="4103" y="12199"/>
                      </a:lnTo>
                      <a:lnTo>
                        <a:pt x="6991" y="4457"/>
                      </a:lnTo>
                      <a:lnTo>
                        <a:pt x="8655" y="2089"/>
                      </a:lnTo>
                      <a:lnTo>
                        <a:pt x="12087" y="0"/>
                      </a:lnTo>
                      <a:lnTo>
                        <a:pt x="11095" y="2111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3" name="pg3873">
                  <a:extLst>
                    <a:ext uri="{FF2B5EF4-FFF2-40B4-BE49-F238E27FC236}">
                      <a16:creationId xmlns:a16="http://schemas.microsoft.com/office/drawing/2014/main" id="{187FA5C3-7DD8-7F8A-0545-367398B49663}"/>
                    </a:ext>
                  </a:extLst>
                </p:cNvPr>
                <p:cNvSpPr/>
                <p:nvPr/>
              </p:nvSpPr>
              <p:spPr>
                <a:xfrm>
                  <a:off x="5761346" y="3275262"/>
                  <a:ext cx="27001" cy="1924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7001" h="19248">
                      <a:moveTo>
                        <a:pt x="18836" y="19248"/>
                      </a:moveTo>
                      <a:lnTo>
                        <a:pt x="0" y="14453"/>
                      </a:lnTo>
                      <a:lnTo>
                        <a:pt x="15498" y="10389"/>
                      </a:lnTo>
                      <a:lnTo>
                        <a:pt x="18030" y="8973"/>
                      </a:lnTo>
                      <a:lnTo>
                        <a:pt x="20050" y="2997"/>
                      </a:lnTo>
                      <a:lnTo>
                        <a:pt x="20303" y="0"/>
                      </a:lnTo>
                      <a:lnTo>
                        <a:pt x="26190" y="12853"/>
                      </a:lnTo>
                      <a:lnTo>
                        <a:pt x="27001" y="1715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4" name="pg3874">
                  <a:extLst>
                    <a:ext uri="{FF2B5EF4-FFF2-40B4-BE49-F238E27FC236}">
                      <a16:creationId xmlns:a16="http://schemas.microsoft.com/office/drawing/2014/main" id="{7867F074-830C-A4E6-6765-3259CAD15526}"/>
                    </a:ext>
                  </a:extLst>
                </p:cNvPr>
                <p:cNvSpPr/>
                <p:nvPr/>
              </p:nvSpPr>
              <p:spPr>
                <a:xfrm>
                  <a:off x="5180933" y="3984239"/>
                  <a:ext cx="8624" cy="1437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624" h="14377">
                      <a:moveTo>
                        <a:pt x="7028" y="14377"/>
                      </a:moveTo>
                      <a:lnTo>
                        <a:pt x="0" y="0"/>
                      </a:lnTo>
                      <a:lnTo>
                        <a:pt x="7229" y="4648"/>
                      </a:lnTo>
                      <a:lnTo>
                        <a:pt x="8521" y="8515"/>
                      </a:lnTo>
                      <a:lnTo>
                        <a:pt x="8624" y="1173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5" name="pg3875">
                  <a:extLst>
                    <a:ext uri="{FF2B5EF4-FFF2-40B4-BE49-F238E27FC236}">
                      <a16:creationId xmlns:a16="http://schemas.microsoft.com/office/drawing/2014/main" id="{C29FA31A-913C-9359-5C96-8C546215F27E}"/>
                    </a:ext>
                  </a:extLst>
                </p:cNvPr>
                <p:cNvSpPr/>
                <p:nvPr/>
              </p:nvSpPr>
              <p:spPr>
                <a:xfrm>
                  <a:off x="5183801" y="4007259"/>
                  <a:ext cx="24727" cy="7234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4727" h="72349">
                      <a:moveTo>
                        <a:pt x="1250" y="72349"/>
                      </a:moveTo>
                      <a:lnTo>
                        <a:pt x="0" y="71213"/>
                      </a:lnTo>
                      <a:lnTo>
                        <a:pt x="16267" y="63796"/>
                      </a:lnTo>
                      <a:lnTo>
                        <a:pt x="21399" y="37670"/>
                      </a:lnTo>
                      <a:lnTo>
                        <a:pt x="22102" y="25623"/>
                      </a:lnTo>
                      <a:lnTo>
                        <a:pt x="19663" y="4388"/>
                      </a:lnTo>
                      <a:lnTo>
                        <a:pt x="19745" y="0"/>
                      </a:lnTo>
                      <a:lnTo>
                        <a:pt x="22391" y="6845"/>
                      </a:lnTo>
                      <a:lnTo>
                        <a:pt x="24727" y="26658"/>
                      </a:lnTo>
                      <a:lnTo>
                        <a:pt x="23849" y="41683"/>
                      </a:lnTo>
                      <a:lnTo>
                        <a:pt x="19130" y="63573"/>
                      </a:lnTo>
                      <a:lnTo>
                        <a:pt x="15446" y="6880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6" name="pg3876">
                  <a:extLst>
                    <a:ext uri="{FF2B5EF4-FFF2-40B4-BE49-F238E27FC236}">
                      <a16:creationId xmlns:a16="http://schemas.microsoft.com/office/drawing/2014/main" id="{69B0968B-BF5B-4080-E75B-BB6F98BF498D}"/>
                    </a:ext>
                  </a:extLst>
                </p:cNvPr>
                <p:cNvSpPr/>
                <p:nvPr/>
              </p:nvSpPr>
              <p:spPr>
                <a:xfrm>
                  <a:off x="5152676" y="4082556"/>
                  <a:ext cx="21404" cy="927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1404" h="9277">
                      <a:moveTo>
                        <a:pt x="2170" y="9277"/>
                      </a:moveTo>
                      <a:lnTo>
                        <a:pt x="0" y="8725"/>
                      </a:lnTo>
                      <a:lnTo>
                        <a:pt x="12619" y="2089"/>
                      </a:lnTo>
                      <a:lnTo>
                        <a:pt x="21404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7" name="pg3877">
                  <a:extLst>
                    <a:ext uri="{FF2B5EF4-FFF2-40B4-BE49-F238E27FC236}">
                      <a16:creationId xmlns:a16="http://schemas.microsoft.com/office/drawing/2014/main" id="{F9929F0E-CA77-9739-D5D2-24BA7B3B63B9}"/>
                    </a:ext>
                  </a:extLst>
                </p:cNvPr>
                <p:cNvSpPr/>
                <p:nvPr/>
              </p:nvSpPr>
              <p:spPr>
                <a:xfrm>
                  <a:off x="5095061" y="4115235"/>
                  <a:ext cx="33993" cy="3998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3993" h="39982">
                      <a:moveTo>
                        <a:pt x="0" y="39982"/>
                      </a:moveTo>
                      <a:lnTo>
                        <a:pt x="9689" y="23744"/>
                      </a:lnTo>
                      <a:lnTo>
                        <a:pt x="28825" y="3149"/>
                      </a:lnTo>
                      <a:lnTo>
                        <a:pt x="33993" y="0"/>
                      </a:lnTo>
                      <a:lnTo>
                        <a:pt x="18081" y="17590"/>
                      </a:lnTo>
                      <a:lnTo>
                        <a:pt x="2635" y="38489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8" name="pg3878">
                  <a:extLst>
                    <a:ext uri="{FF2B5EF4-FFF2-40B4-BE49-F238E27FC236}">
                      <a16:creationId xmlns:a16="http://schemas.microsoft.com/office/drawing/2014/main" id="{B0EAD8D9-4615-4C57-3FA4-9E1BDF63B36B}"/>
                    </a:ext>
                  </a:extLst>
                </p:cNvPr>
                <p:cNvSpPr/>
                <p:nvPr/>
              </p:nvSpPr>
              <p:spPr>
                <a:xfrm>
                  <a:off x="4494680" y="5206518"/>
                  <a:ext cx="17373" cy="1567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7373" h="15672">
                      <a:moveTo>
                        <a:pt x="13601" y="15672"/>
                      </a:moveTo>
                      <a:lnTo>
                        <a:pt x="5968" y="13183"/>
                      </a:lnTo>
                      <a:lnTo>
                        <a:pt x="1798" y="8725"/>
                      </a:lnTo>
                      <a:lnTo>
                        <a:pt x="0" y="0"/>
                      </a:lnTo>
                      <a:lnTo>
                        <a:pt x="6645" y="9239"/>
                      </a:lnTo>
                      <a:lnTo>
                        <a:pt x="9028" y="11329"/>
                      </a:lnTo>
                      <a:lnTo>
                        <a:pt x="17373" y="12281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9" name="pg3879">
                  <a:extLst>
                    <a:ext uri="{FF2B5EF4-FFF2-40B4-BE49-F238E27FC236}">
                      <a16:creationId xmlns:a16="http://schemas.microsoft.com/office/drawing/2014/main" id="{D2FFF6CF-22E6-00F2-F8C5-6375C4A32896}"/>
                    </a:ext>
                  </a:extLst>
                </p:cNvPr>
                <p:cNvSpPr/>
                <p:nvPr/>
              </p:nvSpPr>
              <p:spPr>
                <a:xfrm>
                  <a:off x="4498091" y="5186660"/>
                  <a:ext cx="9033" cy="2693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9033" h="26938">
                      <a:moveTo>
                        <a:pt x="8883" y="26938"/>
                      </a:moveTo>
                      <a:lnTo>
                        <a:pt x="3550" y="14142"/>
                      </a:lnTo>
                      <a:lnTo>
                        <a:pt x="0" y="0"/>
                      </a:lnTo>
                      <a:lnTo>
                        <a:pt x="5079" y="4578"/>
                      </a:lnTo>
                      <a:lnTo>
                        <a:pt x="9033" y="1929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0" name="pg3880">
                  <a:extLst>
                    <a:ext uri="{FF2B5EF4-FFF2-40B4-BE49-F238E27FC236}">
                      <a16:creationId xmlns:a16="http://schemas.microsoft.com/office/drawing/2014/main" id="{99940BAC-5240-D446-531D-3BF756B3EDD9}"/>
                    </a:ext>
                  </a:extLst>
                </p:cNvPr>
                <p:cNvSpPr/>
                <p:nvPr/>
              </p:nvSpPr>
              <p:spPr>
                <a:xfrm>
                  <a:off x="4666217" y="5362642"/>
                  <a:ext cx="34236" cy="5115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236" h="51158">
                      <a:moveTo>
                        <a:pt x="0" y="51158"/>
                      </a:moveTo>
                      <a:lnTo>
                        <a:pt x="2330" y="45036"/>
                      </a:lnTo>
                      <a:lnTo>
                        <a:pt x="10531" y="31948"/>
                      </a:lnTo>
                      <a:lnTo>
                        <a:pt x="13182" y="25788"/>
                      </a:lnTo>
                      <a:lnTo>
                        <a:pt x="18722" y="21883"/>
                      </a:lnTo>
                      <a:lnTo>
                        <a:pt x="23880" y="14821"/>
                      </a:lnTo>
                      <a:lnTo>
                        <a:pt x="24267" y="6585"/>
                      </a:lnTo>
                      <a:lnTo>
                        <a:pt x="31760" y="825"/>
                      </a:lnTo>
                      <a:lnTo>
                        <a:pt x="34236" y="0"/>
                      </a:lnTo>
                      <a:lnTo>
                        <a:pt x="21032" y="2670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1" name="pg3881">
                  <a:extLst>
                    <a:ext uri="{FF2B5EF4-FFF2-40B4-BE49-F238E27FC236}">
                      <a16:creationId xmlns:a16="http://schemas.microsoft.com/office/drawing/2014/main" id="{8F9D81B4-E820-33E8-3425-EF4D164CAC45}"/>
                    </a:ext>
                  </a:extLst>
                </p:cNvPr>
                <p:cNvSpPr/>
                <p:nvPr/>
              </p:nvSpPr>
              <p:spPr>
                <a:xfrm>
                  <a:off x="3456939" y="4803878"/>
                  <a:ext cx="26706" cy="2048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6706" h="20480">
                      <a:moveTo>
                        <a:pt x="18603" y="20480"/>
                      </a:moveTo>
                      <a:lnTo>
                        <a:pt x="1100" y="9214"/>
                      </a:lnTo>
                      <a:lnTo>
                        <a:pt x="0" y="4375"/>
                      </a:lnTo>
                      <a:lnTo>
                        <a:pt x="8635" y="0"/>
                      </a:lnTo>
                      <a:lnTo>
                        <a:pt x="13906" y="387"/>
                      </a:lnTo>
                      <a:lnTo>
                        <a:pt x="22241" y="6109"/>
                      </a:lnTo>
                      <a:lnTo>
                        <a:pt x="25290" y="7703"/>
                      </a:lnTo>
                      <a:lnTo>
                        <a:pt x="26706" y="10020"/>
                      </a:lnTo>
                      <a:lnTo>
                        <a:pt x="25900" y="13646"/>
                      </a:lnTo>
                      <a:lnTo>
                        <a:pt x="22536" y="1862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2" name="pg3882">
                  <a:extLst>
                    <a:ext uri="{FF2B5EF4-FFF2-40B4-BE49-F238E27FC236}">
                      <a16:creationId xmlns:a16="http://schemas.microsoft.com/office/drawing/2014/main" id="{43797676-3B7B-D8DB-243D-B98758F66700}"/>
                    </a:ext>
                  </a:extLst>
                </p:cNvPr>
                <p:cNvSpPr/>
                <p:nvPr/>
              </p:nvSpPr>
              <p:spPr>
                <a:xfrm>
                  <a:off x="2924653" y="5000397"/>
                  <a:ext cx="20774" cy="3039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0774" h="30399">
                      <a:moveTo>
                        <a:pt x="0" y="30399"/>
                      </a:moveTo>
                      <a:lnTo>
                        <a:pt x="5121" y="19749"/>
                      </a:lnTo>
                      <a:lnTo>
                        <a:pt x="6072" y="15482"/>
                      </a:lnTo>
                      <a:lnTo>
                        <a:pt x="14469" y="2006"/>
                      </a:lnTo>
                      <a:lnTo>
                        <a:pt x="18903" y="0"/>
                      </a:lnTo>
                      <a:lnTo>
                        <a:pt x="20774" y="5734"/>
                      </a:lnTo>
                      <a:lnTo>
                        <a:pt x="12138" y="15202"/>
                      </a:lnTo>
                      <a:lnTo>
                        <a:pt x="2294" y="30081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3" name="pg3883">
                  <a:extLst>
                    <a:ext uri="{FF2B5EF4-FFF2-40B4-BE49-F238E27FC236}">
                      <a16:creationId xmlns:a16="http://schemas.microsoft.com/office/drawing/2014/main" id="{5A1813B4-FCA4-C034-91E0-396D3A0B0C20}"/>
                    </a:ext>
                  </a:extLst>
                </p:cNvPr>
                <p:cNvSpPr/>
                <p:nvPr/>
              </p:nvSpPr>
              <p:spPr>
                <a:xfrm>
                  <a:off x="2949515" y="4968054"/>
                  <a:ext cx="42075" cy="3032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2075" h="30323">
                      <a:moveTo>
                        <a:pt x="0" y="30323"/>
                      </a:moveTo>
                      <a:lnTo>
                        <a:pt x="4816" y="23299"/>
                      </a:lnTo>
                      <a:lnTo>
                        <a:pt x="12645" y="19756"/>
                      </a:lnTo>
                      <a:lnTo>
                        <a:pt x="29822" y="6261"/>
                      </a:lnTo>
                      <a:lnTo>
                        <a:pt x="36830" y="5334"/>
                      </a:lnTo>
                      <a:lnTo>
                        <a:pt x="40478" y="685"/>
                      </a:lnTo>
                      <a:lnTo>
                        <a:pt x="42075" y="0"/>
                      </a:lnTo>
                      <a:lnTo>
                        <a:pt x="41042" y="5696"/>
                      </a:lnTo>
                      <a:lnTo>
                        <a:pt x="27223" y="13786"/>
                      </a:lnTo>
                      <a:lnTo>
                        <a:pt x="3886" y="2978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4" name="pg3884">
                  <a:extLst>
                    <a:ext uri="{FF2B5EF4-FFF2-40B4-BE49-F238E27FC236}">
                      <a16:creationId xmlns:a16="http://schemas.microsoft.com/office/drawing/2014/main" id="{FF0E5599-DABD-BC16-405E-F34EDB66E955}"/>
                    </a:ext>
                  </a:extLst>
                </p:cNvPr>
                <p:cNvSpPr/>
                <p:nvPr/>
              </p:nvSpPr>
              <p:spPr>
                <a:xfrm>
                  <a:off x="2887740" y="5040830"/>
                  <a:ext cx="34318" cy="7536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318" h="75366">
                      <a:moveTo>
                        <a:pt x="0" y="75366"/>
                      </a:moveTo>
                      <a:lnTo>
                        <a:pt x="909" y="64215"/>
                      </a:lnTo>
                      <a:lnTo>
                        <a:pt x="9503" y="38877"/>
                      </a:lnTo>
                      <a:lnTo>
                        <a:pt x="26965" y="5575"/>
                      </a:lnTo>
                      <a:lnTo>
                        <a:pt x="34318" y="0"/>
                      </a:lnTo>
                      <a:lnTo>
                        <a:pt x="14175" y="36521"/>
                      </a:lnTo>
                      <a:lnTo>
                        <a:pt x="3302" y="6788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5" name="pg3885">
                  <a:extLst>
                    <a:ext uri="{FF2B5EF4-FFF2-40B4-BE49-F238E27FC236}">
                      <a16:creationId xmlns:a16="http://schemas.microsoft.com/office/drawing/2014/main" id="{A38FBBFD-7217-6726-B54D-3377D9B7FA2D}"/>
                    </a:ext>
                  </a:extLst>
                </p:cNvPr>
                <p:cNvSpPr/>
                <p:nvPr/>
              </p:nvSpPr>
              <p:spPr>
                <a:xfrm>
                  <a:off x="3130649" y="4843237"/>
                  <a:ext cx="34081" cy="2665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081" h="26658">
                      <a:moveTo>
                        <a:pt x="0" y="26658"/>
                      </a:moveTo>
                      <a:lnTo>
                        <a:pt x="23068" y="6655"/>
                      </a:lnTo>
                      <a:lnTo>
                        <a:pt x="27905" y="0"/>
                      </a:lnTo>
                      <a:lnTo>
                        <a:pt x="34081" y="292"/>
                      </a:lnTo>
                      <a:lnTo>
                        <a:pt x="23781" y="11500"/>
                      </a:lnTo>
                      <a:lnTo>
                        <a:pt x="5286" y="25414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6" name="pg3886">
                  <a:extLst>
                    <a:ext uri="{FF2B5EF4-FFF2-40B4-BE49-F238E27FC236}">
                      <a16:creationId xmlns:a16="http://schemas.microsoft.com/office/drawing/2014/main" id="{262F0F81-E39B-630F-500B-D5652927B51D}"/>
                    </a:ext>
                  </a:extLst>
                </p:cNvPr>
                <p:cNvSpPr/>
                <p:nvPr/>
              </p:nvSpPr>
              <p:spPr>
                <a:xfrm>
                  <a:off x="2885373" y="5122184"/>
                  <a:ext cx="25027" cy="14092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5027" h="140921">
                      <a:moveTo>
                        <a:pt x="23564" y="140921"/>
                      </a:moveTo>
                      <a:lnTo>
                        <a:pt x="14800" y="112719"/>
                      </a:lnTo>
                      <a:lnTo>
                        <a:pt x="537" y="48898"/>
                      </a:lnTo>
                      <a:lnTo>
                        <a:pt x="0" y="12522"/>
                      </a:lnTo>
                      <a:lnTo>
                        <a:pt x="2242" y="0"/>
                      </a:lnTo>
                      <a:lnTo>
                        <a:pt x="5922" y="51374"/>
                      </a:lnTo>
                      <a:lnTo>
                        <a:pt x="21688" y="116618"/>
                      </a:lnTo>
                      <a:lnTo>
                        <a:pt x="25027" y="13488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7" name="pg3887">
                  <a:extLst>
                    <a:ext uri="{FF2B5EF4-FFF2-40B4-BE49-F238E27FC236}">
                      <a16:creationId xmlns:a16="http://schemas.microsoft.com/office/drawing/2014/main" id="{1DF14C77-A5DB-4D3A-E86E-EFACD73F11E2}"/>
                    </a:ext>
                  </a:extLst>
                </p:cNvPr>
                <p:cNvSpPr/>
                <p:nvPr/>
              </p:nvSpPr>
              <p:spPr>
                <a:xfrm>
                  <a:off x="5637481" y="3252585"/>
                  <a:ext cx="5178" cy="1366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178" h="13666">
                      <a:moveTo>
                        <a:pt x="1095" y="13666"/>
                      </a:moveTo>
                      <a:lnTo>
                        <a:pt x="0" y="7385"/>
                      </a:lnTo>
                      <a:lnTo>
                        <a:pt x="2056" y="165"/>
                      </a:lnTo>
                      <a:lnTo>
                        <a:pt x="4139" y="0"/>
                      </a:lnTo>
                      <a:lnTo>
                        <a:pt x="5178" y="3841"/>
                      </a:lnTo>
                      <a:lnTo>
                        <a:pt x="4030" y="11259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8" name="pg3888">
                  <a:extLst>
                    <a:ext uri="{FF2B5EF4-FFF2-40B4-BE49-F238E27FC236}">
                      <a16:creationId xmlns:a16="http://schemas.microsoft.com/office/drawing/2014/main" id="{46AB03B5-6FF6-D000-090E-8E9805F235E3}"/>
                    </a:ext>
                  </a:extLst>
                </p:cNvPr>
                <p:cNvSpPr/>
                <p:nvPr/>
              </p:nvSpPr>
              <p:spPr>
                <a:xfrm>
                  <a:off x="5335877" y="3489988"/>
                  <a:ext cx="15498" cy="2822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5498" h="28227">
                      <a:moveTo>
                        <a:pt x="284" y="28227"/>
                      </a:moveTo>
                      <a:lnTo>
                        <a:pt x="0" y="24442"/>
                      </a:lnTo>
                      <a:lnTo>
                        <a:pt x="15498" y="0"/>
                      </a:lnTo>
                      <a:lnTo>
                        <a:pt x="12697" y="8541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9" name="pg3889">
                  <a:extLst>
                    <a:ext uri="{FF2B5EF4-FFF2-40B4-BE49-F238E27FC236}">
                      <a16:creationId xmlns:a16="http://schemas.microsoft.com/office/drawing/2014/main" id="{398DAE5E-D289-D2A2-456B-7C768BDF290C}"/>
                    </a:ext>
                  </a:extLst>
                </p:cNvPr>
                <p:cNvSpPr/>
                <p:nvPr/>
              </p:nvSpPr>
              <p:spPr>
                <a:xfrm>
                  <a:off x="5216776" y="3678353"/>
                  <a:ext cx="29698" cy="5540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9698" h="55407">
                      <a:moveTo>
                        <a:pt x="0" y="55407"/>
                      </a:moveTo>
                      <a:lnTo>
                        <a:pt x="16143" y="29364"/>
                      </a:lnTo>
                      <a:lnTo>
                        <a:pt x="25518" y="7544"/>
                      </a:lnTo>
                      <a:lnTo>
                        <a:pt x="29698" y="0"/>
                      </a:lnTo>
                      <a:lnTo>
                        <a:pt x="25642" y="15291"/>
                      </a:lnTo>
                      <a:lnTo>
                        <a:pt x="18552" y="29351"/>
                      </a:lnTo>
                      <a:lnTo>
                        <a:pt x="4811" y="5329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0" name="pg3890">
                  <a:extLst>
                    <a:ext uri="{FF2B5EF4-FFF2-40B4-BE49-F238E27FC236}">
                      <a16:creationId xmlns:a16="http://schemas.microsoft.com/office/drawing/2014/main" id="{EE8B9A45-4D75-501E-F509-95C4D9CB3803}"/>
                    </a:ext>
                  </a:extLst>
                </p:cNvPr>
                <p:cNvSpPr/>
                <p:nvPr/>
              </p:nvSpPr>
              <p:spPr>
                <a:xfrm>
                  <a:off x="5079677" y="4146288"/>
                  <a:ext cx="13513" cy="619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3513" h="6191">
                      <a:moveTo>
                        <a:pt x="11157" y="6191"/>
                      </a:moveTo>
                      <a:lnTo>
                        <a:pt x="6997" y="4756"/>
                      </a:lnTo>
                      <a:lnTo>
                        <a:pt x="1266" y="2013"/>
                      </a:lnTo>
                      <a:lnTo>
                        <a:pt x="0" y="0"/>
                      </a:lnTo>
                      <a:lnTo>
                        <a:pt x="5467" y="730"/>
                      </a:lnTo>
                      <a:lnTo>
                        <a:pt x="13513" y="588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1" name="pg3891">
                  <a:extLst>
                    <a:ext uri="{FF2B5EF4-FFF2-40B4-BE49-F238E27FC236}">
                      <a16:creationId xmlns:a16="http://schemas.microsoft.com/office/drawing/2014/main" id="{FE7E088F-1FA6-4273-0BE6-17E878B9A859}"/>
                    </a:ext>
                  </a:extLst>
                </p:cNvPr>
                <p:cNvSpPr/>
                <p:nvPr/>
              </p:nvSpPr>
              <p:spPr>
                <a:xfrm>
                  <a:off x="4577198" y="5440364"/>
                  <a:ext cx="10779" cy="15615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779" h="15615">
                      <a:moveTo>
                        <a:pt x="6020" y="15615"/>
                      </a:moveTo>
                      <a:lnTo>
                        <a:pt x="4511" y="14790"/>
                      </a:lnTo>
                      <a:lnTo>
                        <a:pt x="4511" y="10890"/>
                      </a:lnTo>
                      <a:lnTo>
                        <a:pt x="0" y="2260"/>
                      </a:lnTo>
                      <a:lnTo>
                        <a:pt x="170" y="0"/>
                      </a:lnTo>
                      <a:lnTo>
                        <a:pt x="10516" y="8446"/>
                      </a:lnTo>
                      <a:lnTo>
                        <a:pt x="10779" y="10713"/>
                      </a:lnTo>
                      <a:lnTo>
                        <a:pt x="9193" y="1294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2" name="pg3892">
                  <a:extLst>
                    <a:ext uri="{FF2B5EF4-FFF2-40B4-BE49-F238E27FC236}">
                      <a16:creationId xmlns:a16="http://schemas.microsoft.com/office/drawing/2014/main" id="{011F9D16-EEDD-A647-3719-72E6C9890CCC}"/>
                    </a:ext>
                  </a:extLst>
                </p:cNvPr>
                <p:cNvSpPr/>
                <p:nvPr/>
              </p:nvSpPr>
              <p:spPr>
                <a:xfrm>
                  <a:off x="4637878" y="5427841"/>
                  <a:ext cx="6681" cy="554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6681" h="5543">
                      <a:moveTo>
                        <a:pt x="0" y="5543"/>
                      </a:moveTo>
                      <a:lnTo>
                        <a:pt x="1002" y="3695"/>
                      </a:lnTo>
                      <a:lnTo>
                        <a:pt x="5178" y="0"/>
                      </a:lnTo>
                      <a:lnTo>
                        <a:pt x="6681" y="1435"/>
                      </a:lnTo>
                      <a:lnTo>
                        <a:pt x="6516" y="3283"/>
                      </a:lnTo>
                      <a:lnTo>
                        <a:pt x="2005" y="554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3" name="pg3893">
                  <a:extLst>
                    <a:ext uri="{FF2B5EF4-FFF2-40B4-BE49-F238E27FC236}">
                      <a16:creationId xmlns:a16="http://schemas.microsoft.com/office/drawing/2014/main" id="{62E4399F-11B2-E5C1-245C-1293FA9633C4}"/>
                    </a:ext>
                  </a:extLst>
                </p:cNvPr>
                <p:cNvSpPr/>
                <p:nvPr/>
              </p:nvSpPr>
              <p:spPr>
                <a:xfrm>
                  <a:off x="4657267" y="5415509"/>
                  <a:ext cx="5348" cy="555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348" h="5550">
                      <a:moveTo>
                        <a:pt x="0" y="5550"/>
                      </a:moveTo>
                      <a:lnTo>
                        <a:pt x="4175" y="0"/>
                      </a:lnTo>
                      <a:lnTo>
                        <a:pt x="5348" y="412"/>
                      </a:lnTo>
                      <a:lnTo>
                        <a:pt x="2842" y="4934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4" name="pg3894">
                  <a:extLst>
                    <a:ext uri="{FF2B5EF4-FFF2-40B4-BE49-F238E27FC236}">
                      <a16:creationId xmlns:a16="http://schemas.microsoft.com/office/drawing/2014/main" id="{536C7F66-DA83-FF0C-0F6F-4E0ADC2A9571}"/>
                    </a:ext>
                  </a:extLst>
                </p:cNvPr>
                <p:cNvSpPr/>
                <p:nvPr/>
              </p:nvSpPr>
              <p:spPr>
                <a:xfrm>
                  <a:off x="4607290" y="5439132"/>
                  <a:ext cx="21895" cy="86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1895" h="8630">
                      <a:moveTo>
                        <a:pt x="5012" y="8630"/>
                      </a:moveTo>
                      <a:lnTo>
                        <a:pt x="0" y="6369"/>
                      </a:lnTo>
                      <a:lnTo>
                        <a:pt x="5513" y="3289"/>
                      </a:lnTo>
                      <a:lnTo>
                        <a:pt x="21895" y="0"/>
                      </a:lnTo>
                      <a:lnTo>
                        <a:pt x="15709" y="4108"/>
                      </a:lnTo>
                      <a:lnTo>
                        <a:pt x="9860" y="555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5" name="pg3895">
                  <a:extLst>
                    <a:ext uri="{FF2B5EF4-FFF2-40B4-BE49-F238E27FC236}">
                      <a16:creationId xmlns:a16="http://schemas.microsoft.com/office/drawing/2014/main" id="{0D1CA3C0-8D94-431A-7A60-DD82C24935DF}"/>
                    </a:ext>
                  </a:extLst>
                </p:cNvPr>
                <p:cNvSpPr/>
                <p:nvPr/>
              </p:nvSpPr>
              <p:spPr>
                <a:xfrm>
                  <a:off x="4570537" y="4631229"/>
                  <a:ext cx="6945" cy="3168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6945" h="31688">
                      <a:moveTo>
                        <a:pt x="2237" y="31688"/>
                      </a:moveTo>
                      <a:lnTo>
                        <a:pt x="201" y="20467"/>
                      </a:lnTo>
                      <a:lnTo>
                        <a:pt x="0" y="9570"/>
                      </a:lnTo>
                      <a:lnTo>
                        <a:pt x="3565" y="3124"/>
                      </a:lnTo>
                      <a:lnTo>
                        <a:pt x="6945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6" name="pg3896">
                  <a:extLst>
                    <a:ext uri="{FF2B5EF4-FFF2-40B4-BE49-F238E27FC236}">
                      <a16:creationId xmlns:a16="http://schemas.microsoft.com/office/drawing/2014/main" id="{C0C73470-7FC1-BD5F-DF18-BA4D9633657C}"/>
                    </a:ext>
                  </a:extLst>
                </p:cNvPr>
                <p:cNvSpPr/>
                <p:nvPr/>
              </p:nvSpPr>
              <p:spPr>
                <a:xfrm>
                  <a:off x="4554992" y="5448277"/>
                  <a:ext cx="10567" cy="1289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567" h="12891">
                      <a:moveTo>
                        <a:pt x="0" y="12891"/>
                      </a:moveTo>
                      <a:lnTo>
                        <a:pt x="5529" y="7772"/>
                      </a:lnTo>
                      <a:lnTo>
                        <a:pt x="7322" y="0"/>
                      </a:lnTo>
                      <a:lnTo>
                        <a:pt x="10567" y="6070"/>
                      </a:lnTo>
                      <a:lnTo>
                        <a:pt x="10505" y="9754"/>
                      </a:lnTo>
                      <a:lnTo>
                        <a:pt x="6857" y="1160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7" name="pg3897">
                  <a:extLst>
                    <a:ext uri="{FF2B5EF4-FFF2-40B4-BE49-F238E27FC236}">
                      <a16:creationId xmlns:a16="http://schemas.microsoft.com/office/drawing/2014/main" id="{48332115-E7E2-CB27-108A-8FCABB47F593}"/>
                    </a:ext>
                  </a:extLst>
                </p:cNvPr>
                <p:cNvSpPr/>
                <p:nvPr/>
              </p:nvSpPr>
              <p:spPr>
                <a:xfrm>
                  <a:off x="4681421" y="5037121"/>
                  <a:ext cx="28195" cy="8398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8195" h="83983">
                      <a:moveTo>
                        <a:pt x="28195" y="83983"/>
                      </a:moveTo>
                      <a:lnTo>
                        <a:pt x="18464" y="61770"/>
                      </a:lnTo>
                      <a:lnTo>
                        <a:pt x="6438" y="26938"/>
                      </a:lnTo>
                      <a:lnTo>
                        <a:pt x="0" y="0"/>
                      </a:lnTo>
                      <a:lnTo>
                        <a:pt x="4356" y="7283"/>
                      </a:lnTo>
                      <a:lnTo>
                        <a:pt x="8614" y="22359"/>
                      </a:lnTo>
                      <a:lnTo>
                        <a:pt x="26474" y="74407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8" name="pg3898">
                  <a:extLst>
                    <a:ext uri="{FF2B5EF4-FFF2-40B4-BE49-F238E27FC236}">
                      <a16:creationId xmlns:a16="http://schemas.microsoft.com/office/drawing/2014/main" id="{0FFB04A7-038A-5D75-7D98-1F91220C0158}"/>
                    </a:ext>
                  </a:extLst>
                </p:cNvPr>
                <p:cNvSpPr/>
                <p:nvPr/>
              </p:nvSpPr>
              <p:spPr>
                <a:xfrm>
                  <a:off x="4535949" y="5462902"/>
                  <a:ext cx="7699" cy="447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7699" h="4470">
                      <a:moveTo>
                        <a:pt x="232" y="4470"/>
                      </a:moveTo>
                      <a:lnTo>
                        <a:pt x="0" y="2457"/>
                      </a:lnTo>
                      <a:lnTo>
                        <a:pt x="4630" y="0"/>
                      </a:lnTo>
                      <a:lnTo>
                        <a:pt x="7699" y="165"/>
                      </a:lnTo>
                      <a:lnTo>
                        <a:pt x="7586" y="2889"/>
                      </a:lnTo>
                      <a:lnTo>
                        <a:pt x="2919" y="417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9" name="pg3899">
                  <a:extLst>
                    <a:ext uri="{FF2B5EF4-FFF2-40B4-BE49-F238E27FC236}">
                      <a16:creationId xmlns:a16="http://schemas.microsoft.com/office/drawing/2014/main" id="{4203B10C-2653-248D-7AC7-062568EEDB9A}"/>
                    </a:ext>
                  </a:extLst>
                </p:cNvPr>
                <p:cNvSpPr/>
                <p:nvPr/>
              </p:nvSpPr>
              <p:spPr>
                <a:xfrm>
                  <a:off x="3781115" y="4789697"/>
                  <a:ext cx="7508" cy="1205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7508" h="12059">
                      <a:moveTo>
                        <a:pt x="0" y="12059"/>
                      </a:moveTo>
                      <a:lnTo>
                        <a:pt x="263" y="9462"/>
                      </a:lnTo>
                      <a:lnTo>
                        <a:pt x="4490" y="2648"/>
                      </a:lnTo>
                      <a:lnTo>
                        <a:pt x="7508" y="0"/>
                      </a:lnTo>
                      <a:lnTo>
                        <a:pt x="5746" y="5251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0" name="pg3900">
                  <a:extLst>
                    <a:ext uri="{FF2B5EF4-FFF2-40B4-BE49-F238E27FC236}">
                      <a16:creationId xmlns:a16="http://schemas.microsoft.com/office/drawing/2014/main" id="{1F8D1552-8B48-C309-9529-03C52A7CFE1C}"/>
                    </a:ext>
                  </a:extLst>
                </p:cNvPr>
                <p:cNvSpPr/>
                <p:nvPr/>
              </p:nvSpPr>
              <p:spPr>
                <a:xfrm>
                  <a:off x="3804479" y="4723202"/>
                  <a:ext cx="17435" cy="773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7435" h="7734">
                      <a:moveTo>
                        <a:pt x="16107" y="7734"/>
                      </a:moveTo>
                      <a:lnTo>
                        <a:pt x="6733" y="5029"/>
                      </a:lnTo>
                      <a:lnTo>
                        <a:pt x="1033" y="2514"/>
                      </a:lnTo>
                      <a:lnTo>
                        <a:pt x="0" y="0"/>
                      </a:lnTo>
                      <a:lnTo>
                        <a:pt x="15756" y="4565"/>
                      </a:lnTo>
                      <a:lnTo>
                        <a:pt x="17435" y="628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1" name="pg3901">
                  <a:extLst>
                    <a:ext uri="{FF2B5EF4-FFF2-40B4-BE49-F238E27FC236}">
                      <a16:creationId xmlns:a16="http://schemas.microsoft.com/office/drawing/2014/main" id="{0A899E88-86FF-C5AE-BA9C-ED8E6E995D50}"/>
                    </a:ext>
                  </a:extLst>
                </p:cNvPr>
                <p:cNvSpPr/>
                <p:nvPr/>
              </p:nvSpPr>
              <p:spPr>
                <a:xfrm>
                  <a:off x="3847510" y="4721970"/>
                  <a:ext cx="25921" cy="556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5921" h="5569">
                      <a:moveTo>
                        <a:pt x="16609" y="5569"/>
                      </a:moveTo>
                      <a:lnTo>
                        <a:pt x="2806" y="5308"/>
                      </a:lnTo>
                      <a:lnTo>
                        <a:pt x="0" y="4330"/>
                      </a:lnTo>
                      <a:lnTo>
                        <a:pt x="5539" y="2470"/>
                      </a:lnTo>
                      <a:lnTo>
                        <a:pt x="21895" y="0"/>
                      </a:lnTo>
                      <a:lnTo>
                        <a:pt x="25921" y="2781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2" name="pg3902">
                  <a:extLst>
                    <a:ext uri="{FF2B5EF4-FFF2-40B4-BE49-F238E27FC236}">
                      <a16:creationId xmlns:a16="http://schemas.microsoft.com/office/drawing/2014/main" id="{7ACC87B1-941F-40B4-9F7F-BBE3587C3A53}"/>
                    </a:ext>
                  </a:extLst>
                </p:cNvPr>
                <p:cNvSpPr/>
                <p:nvPr/>
              </p:nvSpPr>
              <p:spPr>
                <a:xfrm>
                  <a:off x="3738952" y="4735636"/>
                  <a:ext cx="16650" cy="1704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6650" h="17044">
                      <a:moveTo>
                        <a:pt x="12862" y="17044"/>
                      </a:moveTo>
                      <a:lnTo>
                        <a:pt x="7679" y="14034"/>
                      </a:lnTo>
                      <a:lnTo>
                        <a:pt x="0" y="13761"/>
                      </a:lnTo>
                      <a:lnTo>
                        <a:pt x="3379" y="11697"/>
                      </a:lnTo>
                      <a:lnTo>
                        <a:pt x="5751" y="9684"/>
                      </a:lnTo>
                      <a:lnTo>
                        <a:pt x="6935" y="7518"/>
                      </a:lnTo>
                      <a:lnTo>
                        <a:pt x="16650" y="0"/>
                      </a:lnTo>
                      <a:lnTo>
                        <a:pt x="13896" y="5518"/>
                      </a:lnTo>
                      <a:lnTo>
                        <a:pt x="12490" y="1099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3" name="pg3903">
                  <a:extLst>
                    <a:ext uri="{FF2B5EF4-FFF2-40B4-BE49-F238E27FC236}">
                      <a16:creationId xmlns:a16="http://schemas.microsoft.com/office/drawing/2014/main" id="{A27928FF-2F0F-2E71-1149-6F5041F66D84}"/>
                    </a:ext>
                  </a:extLst>
                </p:cNvPr>
                <p:cNvSpPr/>
                <p:nvPr/>
              </p:nvSpPr>
              <p:spPr>
                <a:xfrm>
                  <a:off x="3789234" y="4750191"/>
                  <a:ext cx="5746" cy="3652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746" h="36527">
                      <a:moveTo>
                        <a:pt x="1188" y="36527"/>
                      </a:moveTo>
                      <a:lnTo>
                        <a:pt x="4118" y="16695"/>
                      </a:lnTo>
                      <a:lnTo>
                        <a:pt x="0" y="0"/>
                      </a:lnTo>
                      <a:lnTo>
                        <a:pt x="4340" y="7328"/>
                      </a:lnTo>
                      <a:lnTo>
                        <a:pt x="5746" y="16047"/>
                      </a:lnTo>
                      <a:lnTo>
                        <a:pt x="4175" y="3238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4" name="pg3904">
                  <a:extLst>
                    <a:ext uri="{FF2B5EF4-FFF2-40B4-BE49-F238E27FC236}">
                      <a16:creationId xmlns:a16="http://schemas.microsoft.com/office/drawing/2014/main" id="{7024B371-B8ED-79EC-3571-F568D7ADA97D}"/>
                    </a:ext>
                  </a:extLst>
                </p:cNvPr>
                <p:cNvSpPr/>
                <p:nvPr/>
              </p:nvSpPr>
              <p:spPr>
                <a:xfrm>
                  <a:off x="4186131" y="4792371"/>
                  <a:ext cx="40173" cy="1635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0173" h="16358">
                      <a:moveTo>
                        <a:pt x="11482" y="16358"/>
                      </a:moveTo>
                      <a:lnTo>
                        <a:pt x="0" y="12954"/>
                      </a:lnTo>
                      <a:lnTo>
                        <a:pt x="7136" y="12307"/>
                      </a:lnTo>
                      <a:lnTo>
                        <a:pt x="12299" y="13685"/>
                      </a:lnTo>
                      <a:lnTo>
                        <a:pt x="25373" y="6991"/>
                      </a:lnTo>
                      <a:lnTo>
                        <a:pt x="32231" y="1924"/>
                      </a:lnTo>
                      <a:lnTo>
                        <a:pt x="40173" y="0"/>
                      </a:lnTo>
                      <a:lnTo>
                        <a:pt x="22102" y="1167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5" name="pg3905">
                  <a:extLst>
                    <a:ext uri="{FF2B5EF4-FFF2-40B4-BE49-F238E27FC236}">
                      <a16:creationId xmlns:a16="http://schemas.microsoft.com/office/drawing/2014/main" id="{FBBC9FAB-1EF7-088F-C8DE-2EECA943CDB9}"/>
                    </a:ext>
                  </a:extLst>
                </p:cNvPr>
                <p:cNvSpPr/>
                <p:nvPr/>
              </p:nvSpPr>
              <p:spPr>
                <a:xfrm>
                  <a:off x="5923277" y="2903466"/>
                  <a:ext cx="8449" cy="10395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449" h="10395">
                      <a:moveTo>
                        <a:pt x="4428" y="10395"/>
                      </a:moveTo>
                      <a:lnTo>
                        <a:pt x="139" y="9563"/>
                      </a:lnTo>
                      <a:lnTo>
                        <a:pt x="0" y="3149"/>
                      </a:lnTo>
                      <a:lnTo>
                        <a:pt x="1297" y="971"/>
                      </a:lnTo>
                      <a:lnTo>
                        <a:pt x="2780" y="0"/>
                      </a:lnTo>
                      <a:lnTo>
                        <a:pt x="4981" y="1803"/>
                      </a:lnTo>
                      <a:lnTo>
                        <a:pt x="8449" y="782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6" name="pg3906">
                  <a:extLst>
                    <a:ext uri="{FF2B5EF4-FFF2-40B4-BE49-F238E27FC236}">
                      <a16:creationId xmlns:a16="http://schemas.microsoft.com/office/drawing/2014/main" id="{55CA3294-C5B8-4929-5E65-2D85C2B616BE}"/>
                    </a:ext>
                  </a:extLst>
                </p:cNvPr>
                <p:cNvSpPr/>
                <p:nvPr/>
              </p:nvSpPr>
              <p:spPr>
                <a:xfrm>
                  <a:off x="2399291" y="4782381"/>
                  <a:ext cx="513697" cy="75552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13697" h="755524">
                      <a:moveTo>
                        <a:pt x="961" y="1759"/>
                      </a:moveTo>
                      <a:lnTo>
                        <a:pt x="26210" y="3480"/>
                      </a:lnTo>
                      <a:lnTo>
                        <a:pt x="41104" y="2895"/>
                      </a:lnTo>
                      <a:lnTo>
                        <a:pt x="45646" y="0"/>
                      </a:lnTo>
                      <a:lnTo>
                        <a:pt x="48008" y="152"/>
                      </a:lnTo>
                      <a:lnTo>
                        <a:pt x="48194" y="3340"/>
                      </a:lnTo>
                      <a:lnTo>
                        <a:pt x="51935" y="4692"/>
                      </a:lnTo>
                      <a:lnTo>
                        <a:pt x="59227" y="4210"/>
                      </a:lnTo>
                      <a:lnTo>
                        <a:pt x="65578" y="8668"/>
                      </a:lnTo>
                      <a:lnTo>
                        <a:pt x="73712" y="22778"/>
                      </a:lnTo>
                      <a:lnTo>
                        <a:pt x="101747" y="45379"/>
                      </a:lnTo>
                      <a:lnTo>
                        <a:pt x="104108" y="53133"/>
                      </a:lnTo>
                      <a:lnTo>
                        <a:pt x="113865" y="64316"/>
                      </a:lnTo>
                      <a:lnTo>
                        <a:pt x="131807" y="81507"/>
                      </a:lnTo>
                      <a:lnTo>
                        <a:pt x="141962" y="96329"/>
                      </a:lnTo>
                      <a:lnTo>
                        <a:pt x="144324" y="108782"/>
                      </a:lnTo>
                      <a:lnTo>
                        <a:pt x="153491" y="128481"/>
                      </a:lnTo>
                      <a:lnTo>
                        <a:pt x="169449" y="155419"/>
                      </a:lnTo>
                      <a:lnTo>
                        <a:pt x="176560" y="169942"/>
                      </a:lnTo>
                      <a:lnTo>
                        <a:pt x="174824" y="172038"/>
                      </a:lnTo>
                      <a:lnTo>
                        <a:pt x="176079" y="179620"/>
                      </a:lnTo>
                      <a:lnTo>
                        <a:pt x="180338" y="192683"/>
                      </a:lnTo>
                      <a:lnTo>
                        <a:pt x="188249" y="203745"/>
                      </a:lnTo>
                      <a:lnTo>
                        <a:pt x="199820" y="212807"/>
                      </a:lnTo>
                      <a:lnTo>
                        <a:pt x="211520" y="229077"/>
                      </a:lnTo>
                      <a:lnTo>
                        <a:pt x="223349" y="252561"/>
                      </a:lnTo>
                      <a:lnTo>
                        <a:pt x="237679" y="270425"/>
                      </a:lnTo>
                      <a:lnTo>
                        <a:pt x="254500" y="282655"/>
                      </a:lnTo>
                      <a:lnTo>
                        <a:pt x="264024" y="294042"/>
                      </a:lnTo>
                      <a:lnTo>
                        <a:pt x="266251" y="304571"/>
                      </a:lnTo>
                      <a:lnTo>
                        <a:pt x="266086" y="313588"/>
                      </a:lnTo>
                      <a:lnTo>
                        <a:pt x="263522" y="321094"/>
                      </a:lnTo>
                      <a:lnTo>
                        <a:pt x="264608" y="328226"/>
                      </a:lnTo>
                      <a:lnTo>
                        <a:pt x="269336" y="334964"/>
                      </a:lnTo>
                      <a:lnTo>
                        <a:pt x="270912" y="343232"/>
                      </a:lnTo>
                      <a:lnTo>
                        <a:pt x="269062" y="354732"/>
                      </a:lnTo>
                      <a:lnTo>
                        <a:pt x="269191" y="357990"/>
                      </a:lnTo>
                      <a:lnTo>
                        <a:pt x="270561" y="360587"/>
                      </a:lnTo>
                      <a:lnTo>
                        <a:pt x="285496" y="380350"/>
                      </a:lnTo>
                      <a:lnTo>
                        <a:pt x="293170" y="396321"/>
                      </a:lnTo>
                      <a:lnTo>
                        <a:pt x="299262" y="421811"/>
                      </a:lnTo>
                      <a:lnTo>
                        <a:pt x="299293" y="422040"/>
                      </a:lnTo>
                      <a:lnTo>
                        <a:pt x="306099" y="437287"/>
                      </a:lnTo>
                      <a:lnTo>
                        <a:pt x="315887" y="443523"/>
                      </a:lnTo>
                      <a:lnTo>
                        <a:pt x="330925" y="445829"/>
                      </a:lnTo>
                      <a:lnTo>
                        <a:pt x="342351" y="451138"/>
                      </a:lnTo>
                      <a:lnTo>
                        <a:pt x="350165" y="459457"/>
                      </a:lnTo>
                      <a:lnTo>
                        <a:pt x="360019" y="464480"/>
                      </a:lnTo>
                      <a:lnTo>
                        <a:pt x="371916" y="466207"/>
                      </a:lnTo>
                      <a:lnTo>
                        <a:pt x="383321" y="471694"/>
                      </a:lnTo>
                      <a:lnTo>
                        <a:pt x="394230" y="480953"/>
                      </a:lnTo>
                      <a:lnTo>
                        <a:pt x="414575" y="487030"/>
                      </a:lnTo>
                      <a:lnTo>
                        <a:pt x="444357" y="489945"/>
                      </a:lnTo>
                      <a:lnTo>
                        <a:pt x="467022" y="497470"/>
                      </a:lnTo>
                      <a:lnTo>
                        <a:pt x="482577" y="509612"/>
                      </a:lnTo>
                      <a:lnTo>
                        <a:pt x="489419" y="512082"/>
                      </a:lnTo>
                      <a:lnTo>
                        <a:pt x="491269" y="512254"/>
                      </a:lnTo>
                      <a:lnTo>
                        <a:pt x="492158" y="510399"/>
                      </a:lnTo>
                      <a:lnTo>
                        <a:pt x="493331" y="506964"/>
                      </a:lnTo>
                      <a:lnTo>
                        <a:pt x="499352" y="503008"/>
                      </a:lnTo>
                      <a:lnTo>
                        <a:pt x="513697" y="500423"/>
                      </a:lnTo>
                      <a:lnTo>
                        <a:pt x="511770" y="527285"/>
                      </a:lnTo>
                      <a:lnTo>
                        <a:pt x="505372" y="549327"/>
                      </a:lnTo>
                      <a:lnTo>
                        <a:pt x="484293" y="595152"/>
                      </a:lnTo>
                      <a:lnTo>
                        <a:pt x="475508" y="623576"/>
                      </a:lnTo>
                      <a:lnTo>
                        <a:pt x="458511" y="704804"/>
                      </a:lnTo>
                      <a:lnTo>
                        <a:pt x="453534" y="755524"/>
                      </a:lnTo>
                      <a:lnTo>
                        <a:pt x="0" y="755524"/>
                      </a:lnTo>
                      <a:lnTo>
                        <a:pt x="0" y="155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7" name="pg3907">
                  <a:extLst>
                    <a:ext uri="{FF2B5EF4-FFF2-40B4-BE49-F238E27FC236}">
                      <a16:creationId xmlns:a16="http://schemas.microsoft.com/office/drawing/2014/main" id="{11E7DBBF-714B-EA1A-2311-F57BCFA21FE1}"/>
                    </a:ext>
                  </a:extLst>
                </p:cNvPr>
                <p:cNvSpPr/>
                <p:nvPr/>
              </p:nvSpPr>
              <p:spPr>
                <a:xfrm>
                  <a:off x="4173090" y="2540116"/>
                  <a:ext cx="1519164" cy="69906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519164" h="699069">
                      <a:moveTo>
                        <a:pt x="1509975" y="5632"/>
                      </a:moveTo>
                      <a:lnTo>
                        <a:pt x="1494849" y="16263"/>
                      </a:lnTo>
                      <a:lnTo>
                        <a:pt x="1478746" y="33041"/>
                      </a:lnTo>
                      <a:lnTo>
                        <a:pt x="1440965" y="45729"/>
                      </a:lnTo>
                      <a:lnTo>
                        <a:pt x="1426940" y="48955"/>
                      </a:lnTo>
                      <a:lnTo>
                        <a:pt x="1413994" y="47234"/>
                      </a:lnTo>
                      <a:lnTo>
                        <a:pt x="1398238" y="57559"/>
                      </a:lnTo>
                      <a:lnTo>
                        <a:pt x="1379593" y="63872"/>
                      </a:lnTo>
                      <a:lnTo>
                        <a:pt x="1374089" y="73474"/>
                      </a:lnTo>
                      <a:lnTo>
                        <a:pt x="1329270" y="99193"/>
                      </a:lnTo>
                      <a:lnTo>
                        <a:pt x="1312066" y="102431"/>
                      </a:lnTo>
                      <a:lnTo>
                        <a:pt x="1297426" y="109283"/>
                      </a:lnTo>
                      <a:lnTo>
                        <a:pt x="1293095" y="120917"/>
                      </a:lnTo>
                      <a:lnTo>
                        <a:pt x="1280026" y="127934"/>
                      </a:lnTo>
                      <a:lnTo>
                        <a:pt x="1276399" y="133307"/>
                      </a:lnTo>
                      <a:lnTo>
                        <a:pt x="1265407" y="149583"/>
                      </a:lnTo>
                      <a:lnTo>
                        <a:pt x="1244974" y="170603"/>
                      </a:lnTo>
                      <a:lnTo>
                        <a:pt x="1220075" y="174121"/>
                      </a:lnTo>
                      <a:lnTo>
                        <a:pt x="1210975" y="181436"/>
                      </a:lnTo>
                      <a:lnTo>
                        <a:pt x="1200438" y="193242"/>
                      </a:lnTo>
                      <a:lnTo>
                        <a:pt x="1185576" y="201345"/>
                      </a:lnTo>
                      <a:lnTo>
                        <a:pt x="1156233" y="197547"/>
                      </a:lnTo>
                      <a:lnTo>
                        <a:pt x="1163370" y="202513"/>
                      </a:lnTo>
                      <a:lnTo>
                        <a:pt x="1189622" y="210255"/>
                      </a:lnTo>
                      <a:lnTo>
                        <a:pt x="1192351" y="221730"/>
                      </a:lnTo>
                      <a:lnTo>
                        <a:pt x="1179199" y="224473"/>
                      </a:lnTo>
                      <a:lnTo>
                        <a:pt x="1151660" y="239771"/>
                      </a:lnTo>
                      <a:lnTo>
                        <a:pt x="1114556" y="266113"/>
                      </a:lnTo>
                      <a:lnTo>
                        <a:pt x="1108887" y="266735"/>
                      </a:lnTo>
                      <a:lnTo>
                        <a:pt x="1098918" y="266106"/>
                      </a:lnTo>
                      <a:lnTo>
                        <a:pt x="1084154" y="270501"/>
                      </a:lnTo>
                      <a:lnTo>
                        <a:pt x="1064759" y="279702"/>
                      </a:lnTo>
                      <a:lnTo>
                        <a:pt x="1041277" y="296232"/>
                      </a:lnTo>
                      <a:lnTo>
                        <a:pt x="999930" y="332023"/>
                      </a:lnTo>
                      <a:lnTo>
                        <a:pt x="997031" y="335802"/>
                      </a:lnTo>
                      <a:lnTo>
                        <a:pt x="991042" y="342438"/>
                      </a:lnTo>
                      <a:lnTo>
                        <a:pt x="975771" y="349512"/>
                      </a:lnTo>
                      <a:lnTo>
                        <a:pt x="961911" y="357139"/>
                      </a:lnTo>
                      <a:lnTo>
                        <a:pt x="958248" y="365166"/>
                      </a:lnTo>
                      <a:lnTo>
                        <a:pt x="951607" y="368824"/>
                      </a:lnTo>
                      <a:lnTo>
                        <a:pt x="928740" y="389177"/>
                      </a:lnTo>
                      <a:lnTo>
                        <a:pt x="915877" y="406513"/>
                      </a:lnTo>
                      <a:lnTo>
                        <a:pt x="904198" y="424656"/>
                      </a:lnTo>
                      <a:lnTo>
                        <a:pt x="891129" y="444946"/>
                      </a:lnTo>
                      <a:lnTo>
                        <a:pt x="864314" y="445200"/>
                      </a:lnTo>
                      <a:lnTo>
                        <a:pt x="843850" y="445117"/>
                      </a:lnTo>
                      <a:lnTo>
                        <a:pt x="808942" y="444971"/>
                      </a:lnTo>
                      <a:lnTo>
                        <a:pt x="779020" y="444851"/>
                      </a:lnTo>
                      <a:lnTo>
                        <a:pt x="743508" y="444705"/>
                      </a:lnTo>
                      <a:lnTo>
                        <a:pt x="717742" y="444597"/>
                      </a:lnTo>
                      <a:lnTo>
                        <a:pt x="689996" y="445448"/>
                      </a:lnTo>
                      <a:lnTo>
                        <a:pt x="676751" y="450858"/>
                      </a:lnTo>
                      <a:lnTo>
                        <a:pt x="660142" y="458167"/>
                      </a:lnTo>
                      <a:lnTo>
                        <a:pt x="642215" y="466048"/>
                      </a:lnTo>
                      <a:lnTo>
                        <a:pt x="651615" y="483626"/>
                      </a:lnTo>
                      <a:lnTo>
                        <a:pt x="654137" y="490561"/>
                      </a:lnTo>
                      <a:lnTo>
                        <a:pt x="653414" y="512927"/>
                      </a:lnTo>
                      <a:lnTo>
                        <a:pt x="655326" y="515372"/>
                      </a:lnTo>
                      <a:lnTo>
                        <a:pt x="657331" y="518693"/>
                      </a:lnTo>
                      <a:lnTo>
                        <a:pt x="657636" y="524472"/>
                      </a:lnTo>
                      <a:lnTo>
                        <a:pt x="659171" y="527114"/>
                      </a:lnTo>
                      <a:lnTo>
                        <a:pt x="662442" y="529247"/>
                      </a:lnTo>
                      <a:lnTo>
                        <a:pt x="666121" y="531756"/>
                      </a:lnTo>
                      <a:lnTo>
                        <a:pt x="668783" y="535153"/>
                      </a:lnTo>
                      <a:lnTo>
                        <a:pt x="669392" y="538544"/>
                      </a:lnTo>
                      <a:lnTo>
                        <a:pt x="666834" y="544450"/>
                      </a:lnTo>
                      <a:lnTo>
                        <a:pt x="656520" y="552433"/>
                      </a:lnTo>
                      <a:lnTo>
                        <a:pt x="642019" y="559431"/>
                      </a:lnTo>
                      <a:lnTo>
                        <a:pt x="613178" y="572055"/>
                      </a:lnTo>
                      <a:lnTo>
                        <a:pt x="579758" y="586687"/>
                      </a:lnTo>
                      <a:lnTo>
                        <a:pt x="550788" y="599368"/>
                      </a:lnTo>
                      <a:lnTo>
                        <a:pt x="528370" y="609180"/>
                      </a:lnTo>
                      <a:lnTo>
                        <a:pt x="482326" y="617797"/>
                      </a:lnTo>
                      <a:lnTo>
                        <a:pt x="445749" y="624637"/>
                      </a:lnTo>
                      <a:lnTo>
                        <a:pt x="419352" y="629577"/>
                      </a:lnTo>
                      <a:lnTo>
                        <a:pt x="395043" y="643326"/>
                      </a:lnTo>
                      <a:lnTo>
                        <a:pt x="368202" y="658497"/>
                      </a:lnTo>
                      <a:lnTo>
                        <a:pt x="345634" y="671255"/>
                      </a:lnTo>
                      <a:lnTo>
                        <a:pt x="320323" y="685562"/>
                      </a:lnTo>
                      <a:lnTo>
                        <a:pt x="296432" y="699069"/>
                      </a:lnTo>
                      <a:lnTo>
                        <a:pt x="269870" y="699025"/>
                      </a:lnTo>
                      <a:lnTo>
                        <a:pt x="251225" y="688902"/>
                      </a:lnTo>
                      <a:lnTo>
                        <a:pt x="233893" y="678507"/>
                      </a:lnTo>
                      <a:lnTo>
                        <a:pt x="222043" y="659919"/>
                      </a:lnTo>
                      <a:lnTo>
                        <a:pt x="221227" y="638322"/>
                      </a:lnTo>
                      <a:lnTo>
                        <a:pt x="225474" y="624179"/>
                      </a:lnTo>
                      <a:lnTo>
                        <a:pt x="229324" y="617727"/>
                      </a:lnTo>
                      <a:lnTo>
                        <a:pt x="236673" y="613638"/>
                      </a:lnTo>
                      <a:lnTo>
                        <a:pt x="251060" y="606684"/>
                      </a:lnTo>
                      <a:lnTo>
                        <a:pt x="264139" y="592605"/>
                      </a:lnTo>
                      <a:lnTo>
                        <a:pt x="274625" y="584204"/>
                      </a:lnTo>
                      <a:lnTo>
                        <a:pt x="285187" y="575535"/>
                      </a:lnTo>
                      <a:lnTo>
                        <a:pt x="291218" y="560606"/>
                      </a:lnTo>
                      <a:lnTo>
                        <a:pt x="298742" y="524465"/>
                      </a:lnTo>
                      <a:lnTo>
                        <a:pt x="299698" y="517277"/>
                      </a:lnTo>
                      <a:lnTo>
                        <a:pt x="310644" y="492491"/>
                      </a:lnTo>
                      <a:lnTo>
                        <a:pt x="322752" y="465070"/>
                      </a:lnTo>
                      <a:lnTo>
                        <a:pt x="328312" y="452477"/>
                      </a:lnTo>
                      <a:lnTo>
                        <a:pt x="322095" y="419792"/>
                      </a:lnTo>
                      <a:lnTo>
                        <a:pt x="317419" y="394676"/>
                      </a:lnTo>
                      <a:lnTo>
                        <a:pt x="313135" y="371669"/>
                      </a:lnTo>
                      <a:lnTo>
                        <a:pt x="308313" y="345746"/>
                      </a:lnTo>
                      <a:lnTo>
                        <a:pt x="303926" y="322148"/>
                      </a:lnTo>
                      <a:lnTo>
                        <a:pt x="299786" y="299916"/>
                      </a:lnTo>
                      <a:lnTo>
                        <a:pt x="295637" y="277600"/>
                      </a:lnTo>
                      <a:lnTo>
                        <a:pt x="291564" y="255723"/>
                      </a:lnTo>
                      <a:lnTo>
                        <a:pt x="288371" y="240032"/>
                      </a:lnTo>
                      <a:lnTo>
                        <a:pt x="284578" y="221438"/>
                      </a:lnTo>
                      <a:lnTo>
                        <a:pt x="262424" y="208388"/>
                      </a:lnTo>
                      <a:lnTo>
                        <a:pt x="245603" y="199249"/>
                      </a:lnTo>
                      <a:lnTo>
                        <a:pt x="218090" y="184320"/>
                      </a:lnTo>
                      <a:lnTo>
                        <a:pt x="195016" y="171797"/>
                      </a:lnTo>
                      <a:lnTo>
                        <a:pt x="174340" y="160340"/>
                      </a:lnTo>
                      <a:lnTo>
                        <a:pt x="187378" y="137250"/>
                      </a:lnTo>
                      <a:lnTo>
                        <a:pt x="186251" y="133472"/>
                      </a:lnTo>
                      <a:lnTo>
                        <a:pt x="181528" y="128925"/>
                      </a:lnTo>
                      <a:lnTo>
                        <a:pt x="171875" y="121362"/>
                      </a:lnTo>
                      <a:lnTo>
                        <a:pt x="166232" y="120593"/>
                      </a:lnTo>
                      <a:lnTo>
                        <a:pt x="156294" y="122372"/>
                      </a:lnTo>
                      <a:lnTo>
                        <a:pt x="140434" y="127077"/>
                      </a:lnTo>
                      <a:lnTo>
                        <a:pt x="133582" y="125515"/>
                      </a:lnTo>
                      <a:lnTo>
                        <a:pt x="128140" y="117437"/>
                      </a:lnTo>
                      <a:lnTo>
                        <a:pt x="121877" y="107099"/>
                      </a:lnTo>
                      <a:lnTo>
                        <a:pt x="119825" y="99021"/>
                      </a:lnTo>
                      <a:lnTo>
                        <a:pt x="119040" y="88333"/>
                      </a:lnTo>
                      <a:lnTo>
                        <a:pt x="115304" y="78713"/>
                      </a:lnTo>
                      <a:lnTo>
                        <a:pt x="117671" y="73664"/>
                      </a:lnTo>
                      <a:lnTo>
                        <a:pt x="118192" y="71149"/>
                      </a:lnTo>
                      <a:lnTo>
                        <a:pt x="117981" y="67987"/>
                      </a:lnTo>
                      <a:lnTo>
                        <a:pt x="115412" y="65967"/>
                      </a:lnTo>
                      <a:lnTo>
                        <a:pt x="110890" y="65085"/>
                      </a:lnTo>
                      <a:lnTo>
                        <a:pt x="95594" y="69123"/>
                      </a:lnTo>
                      <a:lnTo>
                        <a:pt x="88716" y="69498"/>
                      </a:lnTo>
                      <a:lnTo>
                        <a:pt x="84613" y="71772"/>
                      </a:lnTo>
                      <a:lnTo>
                        <a:pt x="78148" y="76490"/>
                      </a:lnTo>
                      <a:lnTo>
                        <a:pt x="71776" y="77074"/>
                      </a:lnTo>
                      <a:lnTo>
                        <a:pt x="60769" y="65904"/>
                      </a:lnTo>
                      <a:lnTo>
                        <a:pt x="48743" y="53673"/>
                      </a:lnTo>
                      <a:lnTo>
                        <a:pt x="43700" y="36825"/>
                      </a:lnTo>
                      <a:lnTo>
                        <a:pt x="38522" y="19521"/>
                      </a:lnTo>
                      <a:lnTo>
                        <a:pt x="17980" y="9112"/>
                      </a:lnTo>
                      <a:lnTo>
                        <a:pt x="0" y="0"/>
                      </a:lnTo>
                      <a:lnTo>
                        <a:pt x="1519164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8" name="pg3908">
                  <a:extLst>
                    <a:ext uri="{FF2B5EF4-FFF2-40B4-BE49-F238E27FC236}">
                      <a16:creationId xmlns:a16="http://schemas.microsoft.com/office/drawing/2014/main" id="{2BC542AB-8A11-B414-E942-2FA6735F5E81}"/>
                    </a:ext>
                  </a:extLst>
                </p:cNvPr>
                <p:cNvSpPr/>
                <p:nvPr/>
              </p:nvSpPr>
              <p:spPr>
                <a:xfrm>
                  <a:off x="6018224" y="2540116"/>
                  <a:ext cx="296962" cy="25786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96962" h="257863">
                      <a:moveTo>
                        <a:pt x="67195" y="242946"/>
                      </a:moveTo>
                      <a:lnTo>
                        <a:pt x="62725" y="241575"/>
                      </a:lnTo>
                      <a:lnTo>
                        <a:pt x="58875" y="240501"/>
                      </a:lnTo>
                      <a:lnTo>
                        <a:pt x="56643" y="242330"/>
                      </a:lnTo>
                      <a:lnTo>
                        <a:pt x="54529" y="244775"/>
                      </a:lnTo>
                      <a:lnTo>
                        <a:pt x="51924" y="246611"/>
                      </a:lnTo>
                      <a:lnTo>
                        <a:pt x="46457" y="244013"/>
                      </a:lnTo>
                      <a:lnTo>
                        <a:pt x="42979" y="239282"/>
                      </a:lnTo>
                      <a:lnTo>
                        <a:pt x="37393" y="234405"/>
                      </a:lnTo>
                      <a:lnTo>
                        <a:pt x="35279" y="230735"/>
                      </a:lnTo>
                      <a:lnTo>
                        <a:pt x="36401" y="226467"/>
                      </a:lnTo>
                      <a:lnTo>
                        <a:pt x="38881" y="222346"/>
                      </a:lnTo>
                      <a:lnTo>
                        <a:pt x="40002" y="217462"/>
                      </a:lnTo>
                      <a:lnTo>
                        <a:pt x="37269" y="211829"/>
                      </a:lnTo>
                      <a:lnTo>
                        <a:pt x="34783" y="208623"/>
                      </a:lnTo>
                      <a:lnTo>
                        <a:pt x="33047" y="204958"/>
                      </a:lnTo>
                      <a:lnTo>
                        <a:pt x="33667" y="201453"/>
                      </a:lnTo>
                      <a:lnTo>
                        <a:pt x="37145" y="199770"/>
                      </a:lnTo>
                      <a:lnTo>
                        <a:pt x="40375" y="197630"/>
                      </a:lnTo>
                      <a:lnTo>
                        <a:pt x="41491" y="193058"/>
                      </a:lnTo>
                      <a:lnTo>
                        <a:pt x="39501" y="188174"/>
                      </a:lnTo>
                      <a:lnTo>
                        <a:pt x="33791" y="186187"/>
                      </a:lnTo>
                      <a:lnTo>
                        <a:pt x="29073" y="186949"/>
                      </a:lnTo>
                      <a:lnTo>
                        <a:pt x="22241" y="185882"/>
                      </a:lnTo>
                      <a:lnTo>
                        <a:pt x="15663" y="182834"/>
                      </a:lnTo>
                      <a:lnTo>
                        <a:pt x="11316" y="179322"/>
                      </a:lnTo>
                      <a:lnTo>
                        <a:pt x="7963" y="177334"/>
                      </a:lnTo>
                      <a:lnTo>
                        <a:pt x="5353" y="177334"/>
                      </a:lnTo>
                      <a:lnTo>
                        <a:pt x="2247" y="175353"/>
                      </a:lnTo>
                      <a:lnTo>
                        <a:pt x="387" y="171993"/>
                      </a:lnTo>
                      <a:lnTo>
                        <a:pt x="635" y="166500"/>
                      </a:lnTo>
                      <a:lnTo>
                        <a:pt x="1503" y="163147"/>
                      </a:lnTo>
                      <a:lnTo>
                        <a:pt x="3239" y="160245"/>
                      </a:lnTo>
                      <a:lnTo>
                        <a:pt x="3363" y="157038"/>
                      </a:lnTo>
                      <a:lnTo>
                        <a:pt x="2619" y="154746"/>
                      </a:lnTo>
                      <a:lnTo>
                        <a:pt x="2500" y="152923"/>
                      </a:lnTo>
                      <a:lnTo>
                        <a:pt x="2991" y="150631"/>
                      </a:lnTo>
                      <a:lnTo>
                        <a:pt x="4113" y="146052"/>
                      </a:lnTo>
                      <a:lnTo>
                        <a:pt x="2247" y="142699"/>
                      </a:lnTo>
                      <a:lnTo>
                        <a:pt x="2056" y="131078"/>
                      </a:lnTo>
                      <a:lnTo>
                        <a:pt x="1689" y="109334"/>
                      </a:lnTo>
                      <a:lnTo>
                        <a:pt x="1415" y="92677"/>
                      </a:lnTo>
                      <a:lnTo>
                        <a:pt x="1069" y="71740"/>
                      </a:lnTo>
                      <a:lnTo>
                        <a:pt x="867" y="56493"/>
                      </a:lnTo>
                      <a:lnTo>
                        <a:pt x="588" y="35130"/>
                      </a:lnTo>
                      <a:lnTo>
                        <a:pt x="325" y="14859"/>
                      </a:lnTo>
                      <a:lnTo>
                        <a:pt x="0" y="0"/>
                      </a:lnTo>
                      <a:lnTo>
                        <a:pt x="276472" y="0"/>
                      </a:lnTo>
                      <a:lnTo>
                        <a:pt x="276633" y="57"/>
                      </a:lnTo>
                      <a:lnTo>
                        <a:pt x="276810" y="0"/>
                      </a:lnTo>
                      <a:lnTo>
                        <a:pt x="296962" y="0"/>
                      </a:lnTo>
                      <a:lnTo>
                        <a:pt x="296962" y="192012"/>
                      </a:lnTo>
                      <a:lnTo>
                        <a:pt x="290901" y="195833"/>
                      </a:lnTo>
                      <a:lnTo>
                        <a:pt x="267083" y="205085"/>
                      </a:lnTo>
                      <a:lnTo>
                        <a:pt x="239280" y="222746"/>
                      </a:lnTo>
                      <a:lnTo>
                        <a:pt x="203354" y="237625"/>
                      </a:lnTo>
                      <a:lnTo>
                        <a:pt x="195825" y="237682"/>
                      </a:lnTo>
                      <a:lnTo>
                        <a:pt x="179510" y="225438"/>
                      </a:lnTo>
                      <a:lnTo>
                        <a:pt x="184073" y="219863"/>
                      </a:lnTo>
                      <a:lnTo>
                        <a:pt x="188316" y="212306"/>
                      </a:lnTo>
                      <a:lnTo>
                        <a:pt x="184260" y="214484"/>
                      </a:lnTo>
                      <a:lnTo>
                        <a:pt x="181629" y="217761"/>
                      </a:lnTo>
                      <a:lnTo>
                        <a:pt x="171790" y="223019"/>
                      </a:lnTo>
                      <a:lnTo>
                        <a:pt x="179769" y="233199"/>
                      </a:lnTo>
                      <a:lnTo>
                        <a:pt x="175914" y="237015"/>
                      </a:lnTo>
                      <a:lnTo>
                        <a:pt x="164503" y="242032"/>
                      </a:lnTo>
                      <a:lnTo>
                        <a:pt x="153878" y="249290"/>
                      </a:lnTo>
                      <a:lnTo>
                        <a:pt x="144577" y="254142"/>
                      </a:lnTo>
                      <a:lnTo>
                        <a:pt x="137052" y="247970"/>
                      </a:lnTo>
                      <a:lnTo>
                        <a:pt x="116283" y="255768"/>
                      </a:lnTo>
                      <a:lnTo>
                        <a:pt x="98791" y="257863"/>
                      </a:lnTo>
                      <a:lnTo>
                        <a:pt x="95008" y="253913"/>
                      </a:lnTo>
                      <a:lnTo>
                        <a:pt x="93897" y="247677"/>
                      </a:lnTo>
                      <a:lnTo>
                        <a:pt x="87773" y="246172"/>
                      </a:lnTo>
                      <a:lnTo>
                        <a:pt x="76394" y="247893"/>
                      </a:lnTo>
                      <a:lnTo>
                        <a:pt x="72079" y="24457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9" name="pg3909">
                  <a:extLst>
                    <a:ext uri="{FF2B5EF4-FFF2-40B4-BE49-F238E27FC236}">
                      <a16:creationId xmlns:a16="http://schemas.microsoft.com/office/drawing/2014/main" id="{4E72D6FE-3F5A-0320-4F4B-C3A710523AE6}"/>
                    </a:ext>
                  </a:extLst>
                </p:cNvPr>
                <p:cNvSpPr/>
                <p:nvPr/>
              </p:nvSpPr>
              <p:spPr>
                <a:xfrm>
                  <a:off x="5287647" y="2540116"/>
                  <a:ext cx="534180" cy="26611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34180" h="266113">
                      <a:moveTo>
                        <a:pt x="528260" y="7169"/>
                      </a:moveTo>
                      <a:lnTo>
                        <a:pt x="511940" y="26932"/>
                      </a:lnTo>
                      <a:lnTo>
                        <a:pt x="497548" y="44357"/>
                      </a:lnTo>
                      <a:lnTo>
                        <a:pt x="494318" y="62240"/>
                      </a:lnTo>
                      <a:lnTo>
                        <a:pt x="491254" y="79195"/>
                      </a:lnTo>
                      <a:lnTo>
                        <a:pt x="479347" y="92099"/>
                      </a:lnTo>
                      <a:lnTo>
                        <a:pt x="472087" y="103930"/>
                      </a:lnTo>
                      <a:lnTo>
                        <a:pt x="468847" y="117050"/>
                      </a:lnTo>
                      <a:lnTo>
                        <a:pt x="466139" y="129097"/>
                      </a:lnTo>
                      <a:lnTo>
                        <a:pt x="465932" y="139181"/>
                      </a:lnTo>
                      <a:lnTo>
                        <a:pt x="467973" y="144471"/>
                      </a:lnTo>
                      <a:lnTo>
                        <a:pt x="467012" y="148770"/>
                      </a:lnTo>
                      <a:lnTo>
                        <a:pt x="463074" y="153717"/>
                      </a:lnTo>
                      <a:lnTo>
                        <a:pt x="455199" y="162322"/>
                      </a:lnTo>
                      <a:lnTo>
                        <a:pt x="453798" y="170603"/>
                      </a:lnTo>
                      <a:lnTo>
                        <a:pt x="448982" y="174686"/>
                      </a:lnTo>
                      <a:lnTo>
                        <a:pt x="435246" y="182859"/>
                      </a:lnTo>
                      <a:lnTo>
                        <a:pt x="424042" y="194906"/>
                      </a:lnTo>
                      <a:lnTo>
                        <a:pt x="423495" y="201726"/>
                      </a:lnTo>
                      <a:lnTo>
                        <a:pt x="425112" y="207391"/>
                      </a:lnTo>
                      <a:lnTo>
                        <a:pt x="425360" y="210909"/>
                      </a:lnTo>
                      <a:lnTo>
                        <a:pt x="423122" y="213360"/>
                      </a:lnTo>
                      <a:lnTo>
                        <a:pt x="418637" y="213201"/>
                      </a:lnTo>
                      <a:lnTo>
                        <a:pt x="413784" y="213970"/>
                      </a:lnTo>
                      <a:lnTo>
                        <a:pt x="409697" y="218993"/>
                      </a:lnTo>
                      <a:lnTo>
                        <a:pt x="409800" y="226207"/>
                      </a:lnTo>
                      <a:lnTo>
                        <a:pt x="406813" y="231408"/>
                      </a:lnTo>
                      <a:lnTo>
                        <a:pt x="403325" y="232481"/>
                      </a:lnTo>
                      <a:lnTo>
                        <a:pt x="400338" y="228804"/>
                      </a:lnTo>
                      <a:lnTo>
                        <a:pt x="396746" y="223292"/>
                      </a:lnTo>
                      <a:lnTo>
                        <a:pt x="392540" y="222752"/>
                      </a:lnTo>
                      <a:lnTo>
                        <a:pt x="386153" y="226410"/>
                      </a:lnTo>
                      <a:lnTo>
                        <a:pt x="378277" y="232430"/>
                      </a:lnTo>
                      <a:lnTo>
                        <a:pt x="371192" y="232754"/>
                      </a:lnTo>
                      <a:lnTo>
                        <a:pt x="357890" y="228887"/>
                      </a:lnTo>
                      <a:lnTo>
                        <a:pt x="348180" y="240559"/>
                      </a:lnTo>
                      <a:lnTo>
                        <a:pt x="337757" y="265630"/>
                      </a:lnTo>
                      <a:lnTo>
                        <a:pt x="293717" y="265693"/>
                      </a:lnTo>
                      <a:lnTo>
                        <a:pt x="249678" y="265757"/>
                      </a:lnTo>
                      <a:lnTo>
                        <a:pt x="205634" y="265820"/>
                      </a:lnTo>
                      <a:lnTo>
                        <a:pt x="161594" y="265884"/>
                      </a:lnTo>
                      <a:lnTo>
                        <a:pt x="117555" y="265941"/>
                      </a:lnTo>
                      <a:lnTo>
                        <a:pt x="73516" y="266005"/>
                      </a:lnTo>
                      <a:lnTo>
                        <a:pt x="29476" y="266068"/>
                      </a:lnTo>
                      <a:lnTo>
                        <a:pt x="4831" y="266106"/>
                      </a:lnTo>
                      <a:lnTo>
                        <a:pt x="0" y="266113"/>
                      </a:lnTo>
                      <a:lnTo>
                        <a:pt x="15089" y="261204"/>
                      </a:lnTo>
                      <a:lnTo>
                        <a:pt x="46550" y="242127"/>
                      </a:lnTo>
                      <a:lnTo>
                        <a:pt x="69753" y="235218"/>
                      </a:lnTo>
                      <a:lnTo>
                        <a:pt x="99933" y="215182"/>
                      </a:lnTo>
                      <a:lnTo>
                        <a:pt x="121792" y="211328"/>
                      </a:lnTo>
                      <a:lnTo>
                        <a:pt x="125952" y="206921"/>
                      </a:lnTo>
                      <a:lnTo>
                        <a:pt x="129616" y="190302"/>
                      </a:lnTo>
                      <a:lnTo>
                        <a:pt x="131616" y="184377"/>
                      </a:lnTo>
                      <a:lnTo>
                        <a:pt x="141823" y="168056"/>
                      </a:lnTo>
                      <a:lnTo>
                        <a:pt x="154080" y="154289"/>
                      </a:lnTo>
                      <a:lnTo>
                        <a:pt x="163971" y="135250"/>
                      </a:lnTo>
                      <a:lnTo>
                        <a:pt x="181924" y="123083"/>
                      </a:lnTo>
                      <a:lnTo>
                        <a:pt x="209070" y="112909"/>
                      </a:lnTo>
                      <a:lnTo>
                        <a:pt x="234180" y="90689"/>
                      </a:lnTo>
                      <a:lnTo>
                        <a:pt x="247942" y="83914"/>
                      </a:lnTo>
                      <a:lnTo>
                        <a:pt x="261280" y="79062"/>
                      </a:lnTo>
                      <a:lnTo>
                        <a:pt x="266881" y="70032"/>
                      </a:lnTo>
                      <a:lnTo>
                        <a:pt x="275129" y="64869"/>
                      </a:lnTo>
                      <a:lnTo>
                        <a:pt x="297180" y="54372"/>
                      </a:lnTo>
                      <a:lnTo>
                        <a:pt x="321484" y="51533"/>
                      </a:lnTo>
                      <a:lnTo>
                        <a:pt x="346046" y="42820"/>
                      </a:lnTo>
                      <a:lnTo>
                        <a:pt x="364887" y="38203"/>
                      </a:lnTo>
                      <a:lnTo>
                        <a:pt x="376442" y="30030"/>
                      </a:lnTo>
                      <a:lnTo>
                        <a:pt x="393243" y="25725"/>
                      </a:lnTo>
                      <a:lnTo>
                        <a:pt x="443385" y="2273"/>
                      </a:lnTo>
                      <a:lnTo>
                        <a:pt x="446265" y="0"/>
                      </a:lnTo>
                      <a:lnTo>
                        <a:pt x="534180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0" name="pg3910">
                  <a:extLst>
                    <a:ext uri="{FF2B5EF4-FFF2-40B4-BE49-F238E27FC236}">
                      <a16:creationId xmlns:a16="http://schemas.microsoft.com/office/drawing/2014/main" id="{A3554C38-C9F1-A6F5-BEB0-74C521F41BCE}"/>
                    </a:ext>
                  </a:extLst>
                </p:cNvPr>
                <p:cNvSpPr/>
                <p:nvPr/>
              </p:nvSpPr>
              <p:spPr>
                <a:xfrm>
                  <a:off x="6188919" y="2797057"/>
                  <a:ext cx="126268" cy="20240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26268" h="202407">
                      <a:moveTo>
                        <a:pt x="117079" y="175208"/>
                      </a:moveTo>
                      <a:lnTo>
                        <a:pt x="108057" y="174662"/>
                      </a:lnTo>
                      <a:lnTo>
                        <a:pt x="101406" y="175266"/>
                      </a:lnTo>
                      <a:lnTo>
                        <a:pt x="91386" y="182892"/>
                      </a:lnTo>
                      <a:lnTo>
                        <a:pt x="89830" y="198305"/>
                      </a:lnTo>
                      <a:lnTo>
                        <a:pt x="85406" y="196266"/>
                      </a:lnTo>
                      <a:lnTo>
                        <a:pt x="80916" y="196768"/>
                      </a:lnTo>
                      <a:lnTo>
                        <a:pt x="78595" y="201607"/>
                      </a:lnTo>
                      <a:lnTo>
                        <a:pt x="75288" y="202407"/>
                      </a:lnTo>
                      <a:lnTo>
                        <a:pt x="66529" y="197829"/>
                      </a:lnTo>
                      <a:lnTo>
                        <a:pt x="56214" y="200331"/>
                      </a:lnTo>
                      <a:lnTo>
                        <a:pt x="48147" y="196857"/>
                      </a:lnTo>
                      <a:lnTo>
                        <a:pt x="37863" y="174275"/>
                      </a:lnTo>
                      <a:lnTo>
                        <a:pt x="32401" y="166362"/>
                      </a:lnTo>
                      <a:lnTo>
                        <a:pt x="22717" y="163810"/>
                      </a:lnTo>
                      <a:lnTo>
                        <a:pt x="20205" y="168585"/>
                      </a:lnTo>
                      <a:lnTo>
                        <a:pt x="16448" y="173259"/>
                      </a:lnTo>
                      <a:lnTo>
                        <a:pt x="7126" y="163943"/>
                      </a:lnTo>
                      <a:lnTo>
                        <a:pt x="56" y="129365"/>
                      </a:lnTo>
                      <a:lnTo>
                        <a:pt x="0" y="121021"/>
                      </a:lnTo>
                      <a:lnTo>
                        <a:pt x="9896" y="91936"/>
                      </a:lnTo>
                      <a:lnTo>
                        <a:pt x="34401" y="65753"/>
                      </a:lnTo>
                      <a:lnTo>
                        <a:pt x="26577" y="64877"/>
                      </a:lnTo>
                      <a:lnTo>
                        <a:pt x="4940" y="83033"/>
                      </a:lnTo>
                      <a:lnTo>
                        <a:pt x="7172" y="78638"/>
                      </a:lnTo>
                      <a:lnTo>
                        <a:pt x="10841" y="74059"/>
                      </a:lnTo>
                      <a:lnTo>
                        <a:pt x="18138" y="66674"/>
                      </a:lnTo>
                      <a:lnTo>
                        <a:pt x="29213" y="59733"/>
                      </a:lnTo>
                      <a:lnTo>
                        <a:pt x="43961" y="55688"/>
                      </a:lnTo>
                      <a:lnTo>
                        <a:pt x="54106" y="55072"/>
                      </a:lnTo>
                      <a:lnTo>
                        <a:pt x="61098" y="51236"/>
                      </a:lnTo>
                      <a:lnTo>
                        <a:pt x="71231" y="44441"/>
                      </a:lnTo>
                      <a:lnTo>
                        <a:pt x="73112" y="40834"/>
                      </a:lnTo>
                      <a:lnTo>
                        <a:pt x="64126" y="44981"/>
                      </a:lnTo>
                      <a:lnTo>
                        <a:pt x="49196" y="49064"/>
                      </a:lnTo>
                      <a:lnTo>
                        <a:pt x="53026" y="43711"/>
                      </a:lnTo>
                      <a:lnTo>
                        <a:pt x="56762" y="40847"/>
                      </a:lnTo>
                      <a:lnTo>
                        <a:pt x="126268" y="0"/>
                      </a:lnTo>
                      <a:lnTo>
                        <a:pt x="126268" y="16813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1" name="pg3911">
                  <a:extLst>
                    <a:ext uri="{FF2B5EF4-FFF2-40B4-BE49-F238E27FC236}">
                      <a16:creationId xmlns:a16="http://schemas.microsoft.com/office/drawing/2014/main" id="{C6DBF202-1E6A-00E1-8D0E-F39A13330D3D}"/>
                    </a:ext>
                  </a:extLst>
                </p:cNvPr>
                <p:cNvSpPr/>
                <p:nvPr/>
              </p:nvSpPr>
              <p:spPr>
                <a:xfrm>
                  <a:off x="6175048" y="2885799"/>
                  <a:ext cx="12040" cy="1752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2040" h="17520">
                      <a:moveTo>
                        <a:pt x="0" y="17520"/>
                      </a:moveTo>
                      <a:lnTo>
                        <a:pt x="1291" y="13062"/>
                      </a:lnTo>
                      <a:lnTo>
                        <a:pt x="7792" y="1695"/>
                      </a:lnTo>
                      <a:lnTo>
                        <a:pt x="12040" y="0"/>
                      </a:lnTo>
                      <a:lnTo>
                        <a:pt x="5327" y="1297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2" name="pg3912">
                  <a:extLst>
                    <a:ext uri="{FF2B5EF4-FFF2-40B4-BE49-F238E27FC236}">
                      <a16:creationId xmlns:a16="http://schemas.microsoft.com/office/drawing/2014/main" id="{A2923859-BD12-1B02-409F-821844449B1C}"/>
                    </a:ext>
                  </a:extLst>
                </p:cNvPr>
                <p:cNvSpPr/>
                <p:nvPr/>
              </p:nvSpPr>
              <p:spPr>
                <a:xfrm>
                  <a:off x="6114410" y="2832043"/>
                  <a:ext cx="16050" cy="2295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6050" h="22950">
                      <a:moveTo>
                        <a:pt x="0" y="22950"/>
                      </a:moveTo>
                      <a:lnTo>
                        <a:pt x="5539" y="5391"/>
                      </a:lnTo>
                      <a:lnTo>
                        <a:pt x="10046" y="0"/>
                      </a:lnTo>
                      <a:lnTo>
                        <a:pt x="16050" y="1816"/>
                      </a:lnTo>
                      <a:lnTo>
                        <a:pt x="15208" y="12427"/>
                      </a:lnTo>
                      <a:lnTo>
                        <a:pt x="14242" y="1607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3" name="pg3913">
                  <a:extLst>
                    <a:ext uri="{FF2B5EF4-FFF2-40B4-BE49-F238E27FC236}">
                      <a16:creationId xmlns:a16="http://schemas.microsoft.com/office/drawing/2014/main" id="{08B4101B-22B7-39ED-1B4B-3D836ED3E4AA}"/>
                    </a:ext>
                  </a:extLst>
                </p:cNvPr>
                <p:cNvSpPr/>
                <p:nvPr/>
              </p:nvSpPr>
              <p:spPr>
                <a:xfrm>
                  <a:off x="5366847" y="2715076"/>
                  <a:ext cx="51274" cy="3424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1274" h="34247">
                      <a:moveTo>
                        <a:pt x="33548" y="33244"/>
                      </a:moveTo>
                      <a:lnTo>
                        <a:pt x="19601" y="30837"/>
                      </a:lnTo>
                      <a:lnTo>
                        <a:pt x="4268" y="34177"/>
                      </a:lnTo>
                      <a:lnTo>
                        <a:pt x="0" y="34247"/>
                      </a:lnTo>
                      <a:lnTo>
                        <a:pt x="11389" y="24582"/>
                      </a:lnTo>
                      <a:lnTo>
                        <a:pt x="28903" y="18638"/>
                      </a:lnTo>
                      <a:lnTo>
                        <a:pt x="46364" y="463"/>
                      </a:lnTo>
                      <a:lnTo>
                        <a:pt x="51274" y="0"/>
                      </a:lnTo>
                      <a:lnTo>
                        <a:pt x="44628" y="20587"/>
                      </a:lnTo>
                      <a:lnTo>
                        <a:pt x="43274" y="27948"/>
                      </a:lnTo>
                      <a:lnTo>
                        <a:pt x="41703" y="3064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4" name="pg3914">
                  <a:extLst>
                    <a:ext uri="{FF2B5EF4-FFF2-40B4-BE49-F238E27FC236}">
                      <a16:creationId xmlns:a16="http://schemas.microsoft.com/office/drawing/2014/main" id="{E6FB59EB-F6DD-36F7-1C90-FC738318D097}"/>
                    </a:ext>
                  </a:extLst>
                </p:cNvPr>
                <p:cNvSpPr/>
                <p:nvPr/>
              </p:nvSpPr>
              <p:spPr>
                <a:xfrm>
                  <a:off x="5377730" y="2716409"/>
                  <a:ext cx="30200" cy="1685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0200" h="16853">
                      <a:moveTo>
                        <a:pt x="4423" y="16853"/>
                      </a:moveTo>
                      <a:lnTo>
                        <a:pt x="0" y="15723"/>
                      </a:lnTo>
                      <a:lnTo>
                        <a:pt x="14082" y="2946"/>
                      </a:lnTo>
                      <a:lnTo>
                        <a:pt x="30200" y="0"/>
                      </a:lnTo>
                      <a:lnTo>
                        <a:pt x="17187" y="14174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5" name="pg3915">
                  <a:extLst>
                    <a:ext uri="{FF2B5EF4-FFF2-40B4-BE49-F238E27FC236}">
                      <a16:creationId xmlns:a16="http://schemas.microsoft.com/office/drawing/2014/main" id="{FF2D9DC8-E62B-F121-69FF-8D65D6E70985}"/>
                    </a:ext>
                  </a:extLst>
                </p:cNvPr>
                <p:cNvSpPr/>
                <p:nvPr/>
              </p:nvSpPr>
              <p:spPr>
                <a:xfrm>
                  <a:off x="5667831" y="2547127"/>
                  <a:ext cx="30784" cy="1706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0784" h="17069">
                      <a:moveTo>
                        <a:pt x="0" y="17069"/>
                      </a:moveTo>
                      <a:lnTo>
                        <a:pt x="2294" y="12554"/>
                      </a:lnTo>
                      <a:lnTo>
                        <a:pt x="15430" y="4508"/>
                      </a:lnTo>
                      <a:lnTo>
                        <a:pt x="25084" y="0"/>
                      </a:lnTo>
                      <a:lnTo>
                        <a:pt x="30784" y="95"/>
                      </a:lnTo>
                      <a:lnTo>
                        <a:pt x="21502" y="9957"/>
                      </a:lnTo>
                      <a:lnTo>
                        <a:pt x="9622" y="1601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6" name="pg3916">
                  <a:extLst>
                    <a:ext uri="{FF2B5EF4-FFF2-40B4-BE49-F238E27FC236}">
                      <a16:creationId xmlns:a16="http://schemas.microsoft.com/office/drawing/2014/main" id="{394FEC8F-7807-D85B-172A-D69B952E92AC}"/>
                    </a:ext>
                  </a:extLst>
                </p:cNvPr>
                <p:cNvSpPr/>
                <p:nvPr/>
              </p:nvSpPr>
              <p:spPr>
                <a:xfrm>
                  <a:off x="4939342" y="5500509"/>
                  <a:ext cx="49258" cy="3739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9258" h="37397">
                      <a:moveTo>
                        <a:pt x="36380" y="7931"/>
                      </a:moveTo>
                      <a:lnTo>
                        <a:pt x="25890" y="16136"/>
                      </a:lnTo>
                      <a:lnTo>
                        <a:pt x="33512" y="21991"/>
                      </a:lnTo>
                      <a:lnTo>
                        <a:pt x="40695" y="9258"/>
                      </a:lnTo>
                      <a:lnTo>
                        <a:pt x="46395" y="19603"/>
                      </a:lnTo>
                      <a:lnTo>
                        <a:pt x="49258" y="37397"/>
                      </a:lnTo>
                      <a:lnTo>
                        <a:pt x="16879" y="37397"/>
                      </a:lnTo>
                      <a:lnTo>
                        <a:pt x="15627" y="32145"/>
                      </a:lnTo>
                      <a:lnTo>
                        <a:pt x="9084" y="25573"/>
                      </a:lnTo>
                      <a:lnTo>
                        <a:pt x="0" y="8807"/>
                      </a:lnTo>
                      <a:lnTo>
                        <a:pt x="5276" y="4483"/>
                      </a:lnTo>
                      <a:lnTo>
                        <a:pt x="12309" y="5924"/>
                      </a:lnTo>
                      <a:lnTo>
                        <a:pt x="15911" y="3905"/>
                      </a:lnTo>
                      <a:lnTo>
                        <a:pt x="25662" y="2292"/>
                      </a:lnTo>
                      <a:lnTo>
                        <a:pt x="31585" y="0"/>
                      </a:lnTo>
                      <a:lnTo>
                        <a:pt x="36215" y="495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7" name="pg3917">
                  <a:extLst>
                    <a:ext uri="{FF2B5EF4-FFF2-40B4-BE49-F238E27FC236}">
                      <a16:creationId xmlns:a16="http://schemas.microsoft.com/office/drawing/2014/main" id="{3C192D03-2DCC-7E7A-DC81-E32B55D15F07}"/>
                    </a:ext>
                  </a:extLst>
                </p:cNvPr>
                <p:cNvSpPr/>
                <p:nvPr/>
              </p:nvSpPr>
              <p:spPr>
                <a:xfrm>
                  <a:off x="4945285" y="5155530"/>
                  <a:ext cx="95830" cy="13586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95830" h="135860">
                      <a:moveTo>
                        <a:pt x="73800" y="135860"/>
                      </a:moveTo>
                      <a:lnTo>
                        <a:pt x="64612" y="122835"/>
                      </a:lnTo>
                      <a:lnTo>
                        <a:pt x="57211" y="119050"/>
                      </a:lnTo>
                      <a:lnTo>
                        <a:pt x="68772" y="109842"/>
                      </a:lnTo>
                      <a:lnTo>
                        <a:pt x="73764" y="101930"/>
                      </a:lnTo>
                      <a:lnTo>
                        <a:pt x="73660" y="84669"/>
                      </a:lnTo>
                      <a:lnTo>
                        <a:pt x="76482" y="75214"/>
                      </a:lnTo>
                      <a:lnTo>
                        <a:pt x="75526" y="67028"/>
                      </a:lnTo>
                      <a:lnTo>
                        <a:pt x="78073" y="58671"/>
                      </a:lnTo>
                      <a:lnTo>
                        <a:pt x="74627" y="49285"/>
                      </a:lnTo>
                      <a:lnTo>
                        <a:pt x="64963" y="41842"/>
                      </a:lnTo>
                      <a:lnTo>
                        <a:pt x="45842" y="12237"/>
                      </a:lnTo>
                      <a:lnTo>
                        <a:pt x="15637" y="5048"/>
                      </a:lnTo>
                      <a:lnTo>
                        <a:pt x="0" y="4750"/>
                      </a:lnTo>
                      <a:lnTo>
                        <a:pt x="8593" y="0"/>
                      </a:lnTo>
                      <a:lnTo>
                        <a:pt x="16531" y="577"/>
                      </a:lnTo>
                      <a:lnTo>
                        <a:pt x="28748" y="3403"/>
                      </a:lnTo>
                      <a:lnTo>
                        <a:pt x="43377" y="4769"/>
                      </a:lnTo>
                      <a:lnTo>
                        <a:pt x="52318" y="13481"/>
                      </a:lnTo>
                      <a:lnTo>
                        <a:pt x="60855" y="25033"/>
                      </a:lnTo>
                      <a:lnTo>
                        <a:pt x="68565" y="29707"/>
                      </a:lnTo>
                      <a:lnTo>
                        <a:pt x="71738" y="32679"/>
                      </a:lnTo>
                      <a:lnTo>
                        <a:pt x="71381" y="36032"/>
                      </a:lnTo>
                      <a:lnTo>
                        <a:pt x="72663" y="39181"/>
                      </a:lnTo>
                      <a:lnTo>
                        <a:pt x="82724" y="44586"/>
                      </a:lnTo>
                      <a:lnTo>
                        <a:pt x="92858" y="53311"/>
                      </a:lnTo>
                      <a:lnTo>
                        <a:pt x="95830" y="78897"/>
                      </a:lnTo>
                      <a:lnTo>
                        <a:pt x="82177" y="91007"/>
                      </a:lnTo>
                      <a:lnTo>
                        <a:pt x="79665" y="128055"/>
                      </a:lnTo>
                      <a:lnTo>
                        <a:pt x="76001" y="13472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8" name="pg3918">
                  <a:extLst>
                    <a:ext uri="{FF2B5EF4-FFF2-40B4-BE49-F238E27FC236}">
                      <a16:creationId xmlns:a16="http://schemas.microsoft.com/office/drawing/2014/main" id="{8B6CE248-87C6-D6D7-5EF8-E0CA18BABECF}"/>
                    </a:ext>
                  </a:extLst>
                </p:cNvPr>
                <p:cNvSpPr/>
                <p:nvPr/>
              </p:nvSpPr>
              <p:spPr>
                <a:xfrm>
                  <a:off x="4893261" y="5381534"/>
                  <a:ext cx="74105" cy="11898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74105" h="118987">
                      <a:moveTo>
                        <a:pt x="72947" y="80116"/>
                      </a:moveTo>
                      <a:lnTo>
                        <a:pt x="74105" y="91896"/>
                      </a:lnTo>
                      <a:lnTo>
                        <a:pt x="73035" y="96094"/>
                      </a:lnTo>
                      <a:lnTo>
                        <a:pt x="61583" y="103968"/>
                      </a:lnTo>
                      <a:lnTo>
                        <a:pt x="58643" y="108369"/>
                      </a:lnTo>
                      <a:lnTo>
                        <a:pt x="47847" y="112808"/>
                      </a:lnTo>
                      <a:lnTo>
                        <a:pt x="41315" y="118987"/>
                      </a:lnTo>
                      <a:lnTo>
                        <a:pt x="38044" y="108947"/>
                      </a:lnTo>
                      <a:lnTo>
                        <a:pt x="31703" y="102742"/>
                      </a:lnTo>
                      <a:lnTo>
                        <a:pt x="30639" y="92194"/>
                      </a:lnTo>
                      <a:lnTo>
                        <a:pt x="25792" y="95757"/>
                      </a:lnTo>
                      <a:lnTo>
                        <a:pt x="18805" y="93585"/>
                      </a:lnTo>
                      <a:lnTo>
                        <a:pt x="7281" y="85596"/>
                      </a:lnTo>
                      <a:lnTo>
                        <a:pt x="0" y="74750"/>
                      </a:lnTo>
                      <a:lnTo>
                        <a:pt x="10201" y="72870"/>
                      </a:lnTo>
                      <a:lnTo>
                        <a:pt x="12309" y="79608"/>
                      </a:lnTo>
                      <a:lnTo>
                        <a:pt x="20381" y="71340"/>
                      </a:lnTo>
                      <a:lnTo>
                        <a:pt x="18546" y="66983"/>
                      </a:lnTo>
                      <a:lnTo>
                        <a:pt x="17089" y="66425"/>
                      </a:lnTo>
                      <a:lnTo>
                        <a:pt x="14443" y="58321"/>
                      </a:lnTo>
                      <a:lnTo>
                        <a:pt x="26587" y="37098"/>
                      </a:lnTo>
                      <a:lnTo>
                        <a:pt x="29207" y="23407"/>
                      </a:lnTo>
                      <a:lnTo>
                        <a:pt x="23699" y="1441"/>
                      </a:lnTo>
                      <a:lnTo>
                        <a:pt x="28841" y="0"/>
                      </a:lnTo>
                      <a:lnTo>
                        <a:pt x="42545" y="7703"/>
                      </a:lnTo>
                      <a:lnTo>
                        <a:pt x="48685" y="15285"/>
                      </a:lnTo>
                      <a:lnTo>
                        <a:pt x="48886" y="25693"/>
                      </a:lnTo>
                      <a:lnTo>
                        <a:pt x="54648" y="33752"/>
                      </a:lnTo>
                      <a:lnTo>
                        <a:pt x="62989" y="53057"/>
                      </a:lnTo>
                      <a:lnTo>
                        <a:pt x="73180" y="64367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9" name="pg3919">
                  <a:extLst>
                    <a:ext uri="{FF2B5EF4-FFF2-40B4-BE49-F238E27FC236}">
                      <a16:creationId xmlns:a16="http://schemas.microsoft.com/office/drawing/2014/main" id="{6D1378D1-91AA-74E8-9135-6667FFD5B15A}"/>
                    </a:ext>
                  </a:extLst>
                </p:cNvPr>
                <p:cNvSpPr/>
                <p:nvPr/>
              </p:nvSpPr>
              <p:spPr>
                <a:xfrm>
                  <a:off x="4835016" y="5174016"/>
                  <a:ext cx="112522" cy="386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2522" h="38661">
                      <a:moveTo>
                        <a:pt x="64973" y="13005"/>
                      </a:moveTo>
                      <a:lnTo>
                        <a:pt x="71841" y="12453"/>
                      </a:lnTo>
                      <a:lnTo>
                        <a:pt x="75960" y="9792"/>
                      </a:lnTo>
                      <a:lnTo>
                        <a:pt x="94931" y="10878"/>
                      </a:lnTo>
                      <a:lnTo>
                        <a:pt x="110248" y="6985"/>
                      </a:lnTo>
                      <a:lnTo>
                        <a:pt x="112522" y="13894"/>
                      </a:lnTo>
                      <a:lnTo>
                        <a:pt x="112134" y="17501"/>
                      </a:lnTo>
                      <a:lnTo>
                        <a:pt x="79562" y="20886"/>
                      </a:lnTo>
                      <a:lnTo>
                        <a:pt x="49682" y="31028"/>
                      </a:lnTo>
                      <a:lnTo>
                        <a:pt x="33305" y="37899"/>
                      </a:lnTo>
                      <a:lnTo>
                        <a:pt x="25611" y="38661"/>
                      </a:lnTo>
                      <a:lnTo>
                        <a:pt x="19730" y="35047"/>
                      </a:lnTo>
                      <a:lnTo>
                        <a:pt x="0" y="14104"/>
                      </a:lnTo>
                      <a:lnTo>
                        <a:pt x="5276" y="16193"/>
                      </a:lnTo>
                      <a:lnTo>
                        <a:pt x="19854" y="28030"/>
                      </a:lnTo>
                      <a:lnTo>
                        <a:pt x="28908" y="25871"/>
                      </a:lnTo>
                      <a:lnTo>
                        <a:pt x="37295" y="18047"/>
                      </a:lnTo>
                      <a:lnTo>
                        <a:pt x="38577" y="12135"/>
                      </a:lnTo>
                      <a:lnTo>
                        <a:pt x="37326" y="9335"/>
                      </a:lnTo>
                      <a:lnTo>
                        <a:pt x="41119" y="0"/>
                      </a:lnTo>
                      <a:lnTo>
                        <a:pt x="52152" y="896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0" name="pg3920">
                  <a:extLst>
                    <a:ext uri="{FF2B5EF4-FFF2-40B4-BE49-F238E27FC236}">
                      <a16:creationId xmlns:a16="http://schemas.microsoft.com/office/drawing/2014/main" id="{AB21046F-93D5-EEC2-7FF8-93420C2C7D1E}"/>
                    </a:ext>
                  </a:extLst>
                </p:cNvPr>
                <p:cNvSpPr/>
                <p:nvPr/>
              </p:nvSpPr>
              <p:spPr>
                <a:xfrm>
                  <a:off x="4985696" y="5397055"/>
                  <a:ext cx="30985" cy="1169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0985" h="11691">
                      <a:moveTo>
                        <a:pt x="10733" y="11691"/>
                      </a:moveTo>
                      <a:lnTo>
                        <a:pt x="2191" y="9030"/>
                      </a:lnTo>
                      <a:lnTo>
                        <a:pt x="0" y="6890"/>
                      </a:lnTo>
                      <a:lnTo>
                        <a:pt x="3658" y="3295"/>
                      </a:lnTo>
                      <a:lnTo>
                        <a:pt x="11710" y="298"/>
                      </a:lnTo>
                      <a:lnTo>
                        <a:pt x="24639" y="0"/>
                      </a:lnTo>
                      <a:lnTo>
                        <a:pt x="30303" y="3543"/>
                      </a:lnTo>
                      <a:lnTo>
                        <a:pt x="30985" y="5093"/>
                      </a:lnTo>
                      <a:lnTo>
                        <a:pt x="22686" y="899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1" name="pg3921">
                  <a:extLst>
                    <a:ext uri="{FF2B5EF4-FFF2-40B4-BE49-F238E27FC236}">
                      <a16:creationId xmlns:a16="http://schemas.microsoft.com/office/drawing/2014/main" id="{C9F719D0-3BC5-C0C5-F54E-134AB886D615}"/>
                    </a:ext>
                  </a:extLst>
                </p:cNvPr>
                <p:cNvSpPr/>
                <p:nvPr/>
              </p:nvSpPr>
              <p:spPr>
                <a:xfrm>
                  <a:off x="5304944" y="5521433"/>
                  <a:ext cx="12277" cy="1647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2277" h="16472">
                      <a:moveTo>
                        <a:pt x="7008" y="16472"/>
                      </a:moveTo>
                      <a:lnTo>
                        <a:pt x="0" y="16472"/>
                      </a:lnTo>
                      <a:lnTo>
                        <a:pt x="1962" y="2806"/>
                      </a:lnTo>
                      <a:lnTo>
                        <a:pt x="7771" y="0"/>
                      </a:lnTo>
                      <a:lnTo>
                        <a:pt x="10050" y="152"/>
                      </a:lnTo>
                      <a:lnTo>
                        <a:pt x="12277" y="762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2" name="pg3922">
                  <a:extLst>
                    <a:ext uri="{FF2B5EF4-FFF2-40B4-BE49-F238E27FC236}">
                      <a16:creationId xmlns:a16="http://schemas.microsoft.com/office/drawing/2014/main" id="{83581F35-4376-2262-DDE4-D2061DF8EBFE}"/>
                    </a:ext>
                  </a:extLst>
                </p:cNvPr>
                <p:cNvSpPr/>
                <p:nvPr/>
              </p:nvSpPr>
              <p:spPr>
                <a:xfrm>
                  <a:off x="5068380" y="5334383"/>
                  <a:ext cx="70456" cy="11906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70456" h="119063">
                      <a:moveTo>
                        <a:pt x="31373" y="24747"/>
                      </a:moveTo>
                      <a:lnTo>
                        <a:pt x="46235" y="30285"/>
                      </a:lnTo>
                      <a:lnTo>
                        <a:pt x="62302" y="48650"/>
                      </a:lnTo>
                      <a:lnTo>
                        <a:pt x="69221" y="55191"/>
                      </a:lnTo>
                      <a:lnTo>
                        <a:pt x="70456" y="61147"/>
                      </a:lnTo>
                      <a:lnTo>
                        <a:pt x="67748" y="88340"/>
                      </a:lnTo>
                      <a:lnTo>
                        <a:pt x="64136" y="104711"/>
                      </a:lnTo>
                      <a:lnTo>
                        <a:pt x="64679" y="119063"/>
                      </a:lnTo>
                      <a:lnTo>
                        <a:pt x="60906" y="114815"/>
                      </a:lnTo>
                      <a:lnTo>
                        <a:pt x="57093" y="105416"/>
                      </a:lnTo>
                      <a:lnTo>
                        <a:pt x="50840" y="100012"/>
                      </a:lnTo>
                      <a:lnTo>
                        <a:pt x="48757" y="97180"/>
                      </a:lnTo>
                      <a:lnTo>
                        <a:pt x="59997" y="96557"/>
                      </a:lnTo>
                      <a:lnTo>
                        <a:pt x="60994" y="81761"/>
                      </a:lnTo>
                      <a:lnTo>
                        <a:pt x="66477" y="70089"/>
                      </a:lnTo>
                      <a:lnTo>
                        <a:pt x="65645" y="57947"/>
                      </a:lnTo>
                      <a:lnTo>
                        <a:pt x="52529" y="44579"/>
                      </a:lnTo>
                      <a:lnTo>
                        <a:pt x="43538" y="32812"/>
                      </a:lnTo>
                      <a:lnTo>
                        <a:pt x="29714" y="29046"/>
                      </a:lnTo>
                      <a:lnTo>
                        <a:pt x="16929" y="17330"/>
                      </a:lnTo>
                      <a:lnTo>
                        <a:pt x="9301" y="15888"/>
                      </a:lnTo>
                      <a:lnTo>
                        <a:pt x="0" y="17952"/>
                      </a:lnTo>
                      <a:lnTo>
                        <a:pt x="3359" y="10967"/>
                      </a:lnTo>
                      <a:lnTo>
                        <a:pt x="5684" y="1727"/>
                      </a:lnTo>
                      <a:lnTo>
                        <a:pt x="7389" y="0"/>
                      </a:lnTo>
                      <a:lnTo>
                        <a:pt x="13952" y="1007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3" name="pg3923">
                  <a:extLst>
                    <a:ext uri="{FF2B5EF4-FFF2-40B4-BE49-F238E27FC236}">
                      <a16:creationId xmlns:a16="http://schemas.microsoft.com/office/drawing/2014/main" id="{91578FE3-493F-0125-E101-21197BEA63F6}"/>
                    </a:ext>
                  </a:extLst>
                </p:cNvPr>
                <p:cNvSpPr/>
                <p:nvPr/>
              </p:nvSpPr>
              <p:spPr>
                <a:xfrm>
                  <a:off x="5178096" y="5447191"/>
                  <a:ext cx="46804" cy="7262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6804" h="72629">
                      <a:moveTo>
                        <a:pt x="46804" y="71314"/>
                      </a:moveTo>
                      <a:lnTo>
                        <a:pt x="39713" y="69974"/>
                      </a:lnTo>
                      <a:lnTo>
                        <a:pt x="29249" y="72559"/>
                      </a:lnTo>
                      <a:lnTo>
                        <a:pt x="25482" y="72629"/>
                      </a:lnTo>
                      <a:lnTo>
                        <a:pt x="27828" y="68101"/>
                      </a:lnTo>
                      <a:lnTo>
                        <a:pt x="35094" y="61979"/>
                      </a:lnTo>
                      <a:lnTo>
                        <a:pt x="35460" y="56150"/>
                      </a:lnTo>
                      <a:lnTo>
                        <a:pt x="26469" y="47742"/>
                      </a:lnTo>
                      <a:lnTo>
                        <a:pt x="16004" y="26824"/>
                      </a:lnTo>
                      <a:lnTo>
                        <a:pt x="11105" y="21864"/>
                      </a:lnTo>
                      <a:lnTo>
                        <a:pt x="8779" y="14002"/>
                      </a:lnTo>
                      <a:lnTo>
                        <a:pt x="0" y="5569"/>
                      </a:lnTo>
                      <a:lnTo>
                        <a:pt x="1834" y="1060"/>
                      </a:lnTo>
                      <a:lnTo>
                        <a:pt x="3638" y="0"/>
                      </a:lnTo>
                      <a:lnTo>
                        <a:pt x="9575" y="2165"/>
                      </a:lnTo>
                      <a:lnTo>
                        <a:pt x="23022" y="32253"/>
                      </a:lnTo>
                      <a:lnTo>
                        <a:pt x="23900" y="35136"/>
                      </a:lnTo>
                      <a:lnTo>
                        <a:pt x="46101" y="64704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4" name="pt3924">
                  <a:extLst>
                    <a:ext uri="{FF2B5EF4-FFF2-40B4-BE49-F238E27FC236}">
                      <a16:creationId xmlns:a16="http://schemas.microsoft.com/office/drawing/2014/main" id="{0BB54E3D-29A2-5336-4231-FDF3C02F4258}"/>
                    </a:ext>
                  </a:extLst>
                </p:cNvPr>
                <p:cNvSpPr/>
                <p:nvPr/>
              </p:nvSpPr>
              <p:spPr>
                <a:xfrm>
                  <a:off x="5411954" y="3276309"/>
                  <a:ext cx="63202" cy="63202"/>
                </a:xfrm>
                <a:prstGeom prst="ellipse">
                  <a:avLst/>
                </a:prstGeom>
                <a:solidFill>
                  <a:srgbClr val="3985A5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5" name="pt3925">
                  <a:extLst>
                    <a:ext uri="{FF2B5EF4-FFF2-40B4-BE49-F238E27FC236}">
                      <a16:creationId xmlns:a16="http://schemas.microsoft.com/office/drawing/2014/main" id="{10BF884C-D4D9-D86B-4154-12085F08BCDA}"/>
                    </a:ext>
                  </a:extLst>
                </p:cNvPr>
                <p:cNvSpPr/>
                <p:nvPr/>
              </p:nvSpPr>
              <p:spPr>
                <a:xfrm>
                  <a:off x="3286560" y="4746129"/>
                  <a:ext cx="63202" cy="63202"/>
                </a:xfrm>
                <a:prstGeom prst="ellipse">
                  <a:avLst/>
                </a:prstGeom>
                <a:solidFill>
                  <a:srgbClr val="5DCAA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6" name="pt3926">
                  <a:extLst>
                    <a:ext uri="{FF2B5EF4-FFF2-40B4-BE49-F238E27FC236}">
                      <a16:creationId xmlns:a16="http://schemas.microsoft.com/office/drawing/2014/main" id="{B4C4EA48-285E-D969-83ED-702DB2CBEE78}"/>
                    </a:ext>
                  </a:extLst>
                </p:cNvPr>
                <p:cNvSpPr/>
                <p:nvPr/>
              </p:nvSpPr>
              <p:spPr>
                <a:xfrm>
                  <a:off x="5154968" y="3735383"/>
                  <a:ext cx="63202" cy="63202"/>
                </a:xfrm>
                <a:prstGeom prst="ellipse">
                  <a:avLst/>
                </a:prstGeom>
                <a:solidFill>
                  <a:srgbClr val="7DD6B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7" name="pt3927">
                  <a:extLst>
                    <a:ext uri="{FF2B5EF4-FFF2-40B4-BE49-F238E27FC236}">
                      <a16:creationId xmlns:a16="http://schemas.microsoft.com/office/drawing/2014/main" id="{FAAF1D0D-21D4-A96B-8C65-D30C7ACF0F8F}"/>
                    </a:ext>
                  </a:extLst>
                </p:cNvPr>
                <p:cNvSpPr/>
                <p:nvPr/>
              </p:nvSpPr>
              <p:spPr>
                <a:xfrm>
                  <a:off x="3815690" y="4677487"/>
                  <a:ext cx="63202" cy="63202"/>
                </a:xfrm>
                <a:prstGeom prst="ellipse">
                  <a:avLst/>
                </a:prstGeom>
                <a:solidFill>
                  <a:srgbClr val="7ED6B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8" name="pt3928">
                  <a:extLst>
                    <a:ext uri="{FF2B5EF4-FFF2-40B4-BE49-F238E27FC236}">
                      <a16:creationId xmlns:a16="http://schemas.microsoft.com/office/drawing/2014/main" id="{1FFABF2A-CD67-F68A-7534-A62015FEB055}"/>
                    </a:ext>
                  </a:extLst>
                </p:cNvPr>
                <p:cNvSpPr/>
                <p:nvPr/>
              </p:nvSpPr>
              <p:spPr>
                <a:xfrm>
                  <a:off x="5234441" y="3545894"/>
                  <a:ext cx="63202" cy="63202"/>
                </a:xfrm>
                <a:prstGeom prst="ellipse">
                  <a:avLst/>
                </a:prstGeom>
                <a:solidFill>
                  <a:srgbClr val="7AD5B6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9" name="pt3929">
                  <a:extLst>
                    <a:ext uri="{FF2B5EF4-FFF2-40B4-BE49-F238E27FC236}">
                      <a16:creationId xmlns:a16="http://schemas.microsoft.com/office/drawing/2014/main" id="{1C672F1F-C64D-F96D-78FA-4497AF107B1A}"/>
                    </a:ext>
                  </a:extLst>
                </p:cNvPr>
                <p:cNvSpPr/>
                <p:nvPr/>
              </p:nvSpPr>
              <p:spPr>
                <a:xfrm>
                  <a:off x="3635685" y="4800931"/>
                  <a:ext cx="63202" cy="63202"/>
                </a:xfrm>
                <a:prstGeom prst="ellipse">
                  <a:avLst/>
                </a:prstGeom>
                <a:solidFill>
                  <a:srgbClr val="67D0AF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0" name="pt3930">
                  <a:extLst>
                    <a:ext uri="{FF2B5EF4-FFF2-40B4-BE49-F238E27FC236}">
                      <a16:creationId xmlns:a16="http://schemas.microsoft.com/office/drawing/2014/main" id="{95F0F7F2-AE03-AE57-D4B9-152905D0A6FF}"/>
                    </a:ext>
                  </a:extLst>
                </p:cNvPr>
                <p:cNvSpPr/>
                <p:nvPr/>
              </p:nvSpPr>
              <p:spPr>
                <a:xfrm>
                  <a:off x="5602232" y="3222656"/>
                  <a:ext cx="63202" cy="63202"/>
                </a:xfrm>
                <a:prstGeom prst="ellipse">
                  <a:avLst/>
                </a:prstGeom>
                <a:solidFill>
                  <a:srgbClr val="3A679E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1" name="pt3931">
                  <a:extLst>
                    <a:ext uri="{FF2B5EF4-FFF2-40B4-BE49-F238E27FC236}">
                      <a16:creationId xmlns:a16="http://schemas.microsoft.com/office/drawing/2014/main" id="{0C04CC56-291F-3C8F-F380-9E9A66C80F99}"/>
                    </a:ext>
                  </a:extLst>
                </p:cNvPr>
                <p:cNvSpPr/>
                <p:nvPr/>
              </p:nvSpPr>
              <p:spPr>
                <a:xfrm>
                  <a:off x="4189184" y="4765547"/>
                  <a:ext cx="63202" cy="63202"/>
                </a:xfrm>
                <a:prstGeom prst="ellipse">
                  <a:avLst/>
                </a:prstGeom>
                <a:solidFill>
                  <a:srgbClr val="52B8AB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2" name="pt3932">
                  <a:extLst>
                    <a:ext uri="{FF2B5EF4-FFF2-40B4-BE49-F238E27FC236}">
                      <a16:creationId xmlns:a16="http://schemas.microsoft.com/office/drawing/2014/main" id="{5F58EAD6-1FEB-38B8-6D41-EA4630A45EB7}"/>
                    </a:ext>
                  </a:extLst>
                </p:cNvPr>
                <p:cNvSpPr/>
                <p:nvPr/>
              </p:nvSpPr>
              <p:spPr>
                <a:xfrm>
                  <a:off x="4913887" y="4211118"/>
                  <a:ext cx="63202" cy="63202"/>
                </a:xfrm>
                <a:prstGeom prst="ellipse">
                  <a:avLst/>
                </a:prstGeom>
                <a:solidFill>
                  <a:srgbClr val="46AAAA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3" name="pt3933">
                  <a:extLst>
                    <a:ext uri="{FF2B5EF4-FFF2-40B4-BE49-F238E27FC236}">
                      <a16:creationId xmlns:a16="http://schemas.microsoft.com/office/drawing/2014/main" id="{90FE48FF-65E9-8457-52FD-79A30E334CAB}"/>
                    </a:ext>
                  </a:extLst>
                </p:cNvPr>
                <p:cNvSpPr/>
                <p:nvPr/>
              </p:nvSpPr>
              <p:spPr>
                <a:xfrm>
                  <a:off x="4598477" y="4463619"/>
                  <a:ext cx="63202" cy="63202"/>
                </a:xfrm>
                <a:prstGeom prst="ellipse">
                  <a:avLst/>
                </a:prstGeom>
                <a:solidFill>
                  <a:srgbClr val="3690A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4" name="pt3934">
                  <a:extLst>
                    <a:ext uri="{FF2B5EF4-FFF2-40B4-BE49-F238E27FC236}">
                      <a16:creationId xmlns:a16="http://schemas.microsoft.com/office/drawing/2014/main" id="{0B66AC0C-39B8-57E4-C098-7BBC57693775}"/>
                    </a:ext>
                  </a:extLst>
                </p:cNvPr>
                <p:cNvSpPr/>
                <p:nvPr/>
              </p:nvSpPr>
              <p:spPr>
                <a:xfrm>
                  <a:off x="3118737" y="4784820"/>
                  <a:ext cx="63202" cy="63202"/>
                </a:xfrm>
                <a:prstGeom prst="ellipse">
                  <a:avLst/>
                </a:prstGeom>
                <a:solidFill>
                  <a:srgbClr val="84D8BA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5" name="pt3935">
                  <a:extLst>
                    <a:ext uri="{FF2B5EF4-FFF2-40B4-BE49-F238E27FC236}">
                      <a16:creationId xmlns:a16="http://schemas.microsoft.com/office/drawing/2014/main" id="{8A11BB05-ECD6-4036-1FAF-D897DE05D9DD}"/>
                    </a:ext>
                  </a:extLst>
                </p:cNvPr>
                <p:cNvSpPr/>
                <p:nvPr/>
              </p:nvSpPr>
              <p:spPr>
                <a:xfrm>
                  <a:off x="4706891" y="4368015"/>
                  <a:ext cx="63202" cy="63202"/>
                </a:xfrm>
                <a:prstGeom prst="ellipse">
                  <a:avLst/>
                </a:prstGeom>
                <a:solidFill>
                  <a:srgbClr val="5AC5A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6" name="pt3936">
                  <a:extLst>
                    <a:ext uri="{FF2B5EF4-FFF2-40B4-BE49-F238E27FC236}">
                      <a16:creationId xmlns:a16="http://schemas.microsoft.com/office/drawing/2014/main" id="{EF28FEC8-00F7-54B7-3F72-48AB340359CE}"/>
                    </a:ext>
                  </a:extLst>
                </p:cNvPr>
                <p:cNvSpPr/>
                <p:nvPr/>
              </p:nvSpPr>
              <p:spPr>
                <a:xfrm>
                  <a:off x="5170525" y="3498927"/>
                  <a:ext cx="63202" cy="63202"/>
                </a:xfrm>
                <a:prstGeom prst="ellipse">
                  <a:avLst/>
                </a:prstGeom>
                <a:solidFill>
                  <a:srgbClr val="7BD5B6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7" name="pt3937">
                  <a:extLst>
                    <a:ext uri="{FF2B5EF4-FFF2-40B4-BE49-F238E27FC236}">
                      <a16:creationId xmlns:a16="http://schemas.microsoft.com/office/drawing/2014/main" id="{DBDCD18B-A447-6C82-2768-2B6773A17DF9}"/>
                    </a:ext>
                  </a:extLst>
                </p:cNvPr>
                <p:cNvSpPr/>
                <p:nvPr/>
              </p:nvSpPr>
              <p:spPr>
                <a:xfrm>
                  <a:off x="4143523" y="4766403"/>
                  <a:ext cx="63202" cy="63202"/>
                </a:xfrm>
                <a:prstGeom prst="ellipse">
                  <a:avLst/>
                </a:prstGeom>
                <a:solidFill>
                  <a:srgbClr val="52B9AB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8" name="pt3938">
                  <a:extLst>
                    <a:ext uri="{FF2B5EF4-FFF2-40B4-BE49-F238E27FC236}">
                      <a16:creationId xmlns:a16="http://schemas.microsoft.com/office/drawing/2014/main" id="{7A1FB2C4-EF6C-D287-6639-984F36B4CE64}"/>
                    </a:ext>
                  </a:extLst>
                </p:cNvPr>
                <p:cNvSpPr/>
                <p:nvPr/>
              </p:nvSpPr>
              <p:spPr>
                <a:xfrm>
                  <a:off x="3690881" y="4772296"/>
                  <a:ext cx="63202" cy="63202"/>
                </a:xfrm>
                <a:prstGeom prst="ellipse">
                  <a:avLst/>
                </a:prstGeom>
                <a:solidFill>
                  <a:srgbClr val="87D9BB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9" name="pt3939">
                  <a:extLst>
                    <a:ext uri="{FF2B5EF4-FFF2-40B4-BE49-F238E27FC236}">
                      <a16:creationId xmlns:a16="http://schemas.microsoft.com/office/drawing/2014/main" id="{64984D4F-75D8-EED1-B606-BEEFEFE13CCD}"/>
                    </a:ext>
                  </a:extLst>
                </p:cNvPr>
                <p:cNvSpPr/>
                <p:nvPr/>
              </p:nvSpPr>
              <p:spPr>
                <a:xfrm>
                  <a:off x="5016032" y="3641698"/>
                  <a:ext cx="63202" cy="63202"/>
                </a:xfrm>
                <a:prstGeom prst="ellipse">
                  <a:avLst/>
                </a:prstGeom>
                <a:solidFill>
                  <a:srgbClr val="A3E2C8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0" name="pt3940">
                  <a:extLst>
                    <a:ext uri="{FF2B5EF4-FFF2-40B4-BE49-F238E27FC236}">
                      <a16:creationId xmlns:a16="http://schemas.microsoft.com/office/drawing/2014/main" id="{3F8C2D07-41C0-C1AF-803E-5AAAA02A53E8}"/>
                    </a:ext>
                  </a:extLst>
                </p:cNvPr>
                <p:cNvSpPr/>
                <p:nvPr/>
              </p:nvSpPr>
              <p:spPr>
                <a:xfrm>
                  <a:off x="4551789" y="4536931"/>
                  <a:ext cx="63202" cy="63202"/>
                </a:xfrm>
                <a:prstGeom prst="ellipse">
                  <a:avLst/>
                </a:prstGeom>
                <a:solidFill>
                  <a:srgbClr val="3691A8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1" name="pt3941">
                  <a:extLst>
                    <a:ext uri="{FF2B5EF4-FFF2-40B4-BE49-F238E27FC236}">
                      <a16:creationId xmlns:a16="http://schemas.microsoft.com/office/drawing/2014/main" id="{0A730662-6961-2A7D-BD9B-D57CED723D75}"/>
                    </a:ext>
                  </a:extLst>
                </p:cNvPr>
                <p:cNvSpPr/>
                <p:nvPr/>
              </p:nvSpPr>
              <p:spPr>
                <a:xfrm>
                  <a:off x="3457033" y="4801454"/>
                  <a:ext cx="63202" cy="63202"/>
                </a:xfrm>
                <a:prstGeom prst="ellipse">
                  <a:avLst/>
                </a:prstGeom>
                <a:solidFill>
                  <a:srgbClr val="90DCBF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2" name="pt3942">
                  <a:extLst>
                    <a:ext uri="{FF2B5EF4-FFF2-40B4-BE49-F238E27FC236}">
                      <a16:creationId xmlns:a16="http://schemas.microsoft.com/office/drawing/2014/main" id="{3FB112E9-D6AB-6440-C779-573BCB311F07}"/>
                    </a:ext>
                  </a:extLst>
                </p:cNvPr>
                <p:cNvSpPr/>
                <p:nvPr/>
              </p:nvSpPr>
              <p:spPr>
                <a:xfrm>
                  <a:off x="4795350" y="4267713"/>
                  <a:ext cx="63202" cy="63202"/>
                </a:xfrm>
                <a:prstGeom prst="ellipse">
                  <a:avLst/>
                </a:prstGeom>
                <a:solidFill>
                  <a:srgbClr val="4EB3AB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3" name="pt3943">
                  <a:extLst>
                    <a:ext uri="{FF2B5EF4-FFF2-40B4-BE49-F238E27FC236}">
                      <a16:creationId xmlns:a16="http://schemas.microsoft.com/office/drawing/2014/main" id="{32F676DB-4283-6073-2129-41488B8E9AE2}"/>
                    </a:ext>
                  </a:extLst>
                </p:cNvPr>
                <p:cNvSpPr/>
                <p:nvPr/>
              </p:nvSpPr>
              <p:spPr>
                <a:xfrm>
                  <a:off x="5763373" y="2927118"/>
                  <a:ext cx="63202" cy="63202"/>
                </a:xfrm>
                <a:prstGeom prst="ellipse">
                  <a:avLst/>
                </a:prstGeom>
                <a:solidFill>
                  <a:srgbClr val="3A73A1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4" name="pt3944">
                  <a:extLst>
                    <a:ext uri="{FF2B5EF4-FFF2-40B4-BE49-F238E27FC236}">
                      <a16:creationId xmlns:a16="http://schemas.microsoft.com/office/drawing/2014/main" id="{C8F7886C-1924-17F6-F3A7-2B8D7CEAAB02}"/>
                    </a:ext>
                  </a:extLst>
                </p:cNvPr>
                <p:cNvSpPr/>
                <p:nvPr/>
              </p:nvSpPr>
              <p:spPr>
                <a:xfrm>
                  <a:off x="3223042" y="4753931"/>
                  <a:ext cx="63202" cy="63202"/>
                </a:xfrm>
                <a:prstGeom prst="ellipse">
                  <a:avLst/>
                </a:prstGeom>
                <a:solidFill>
                  <a:srgbClr val="58C2A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5" name="pt3945">
                  <a:extLst>
                    <a:ext uri="{FF2B5EF4-FFF2-40B4-BE49-F238E27FC236}">
                      <a16:creationId xmlns:a16="http://schemas.microsoft.com/office/drawing/2014/main" id="{F302583D-0596-E695-B772-28A80406FD3F}"/>
                    </a:ext>
                  </a:extLst>
                </p:cNvPr>
                <p:cNvSpPr/>
                <p:nvPr/>
              </p:nvSpPr>
              <p:spPr>
                <a:xfrm>
                  <a:off x="6187218" y="2929573"/>
                  <a:ext cx="63202" cy="63202"/>
                </a:xfrm>
                <a:prstGeom prst="ellipse">
                  <a:avLst/>
                </a:prstGeom>
                <a:solidFill>
                  <a:srgbClr val="3497A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6" name="pt3946">
                  <a:extLst>
                    <a:ext uri="{FF2B5EF4-FFF2-40B4-BE49-F238E27FC236}">
                      <a16:creationId xmlns:a16="http://schemas.microsoft.com/office/drawing/2014/main" id="{2F167CD4-D6E7-F4C6-2CA7-01684F5151CA}"/>
                    </a:ext>
                  </a:extLst>
                </p:cNvPr>
                <p:cNvSpPr/>
                <p:nvPr/>
              </p:nvSpPr>
              <p:spPr>
                <a:xfrm>
                  <a:off x="4558922" y="4541579"/>
                  <a:ext cx="63202" cy="63202"/>
                </a:xfrm>
                <a:prstGeom prst="ellipse">
                  <a:avLst/>
                </a:prstGeom>
                <a:solidFill>
                  <a:srgbClr val="40A3AA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7" name="pt3947">
                  <a:extLst>
                    <a:ext uri="{FF2B5EF4-FFF2-40B4-BE49-F238E27FC236}">
                      <a16:creationId xmlns:a16="http://schemas.microsoft.com/office/drawing/2014/main" id="{FB31FB51-3377-6F3C-2EB9-EAD45D9C5E88}"/>
                    </a:ext>
                  </a:extLst>
                </p:cNvPr>
                <p:cNvSpPr/>
                <p:nvPr/>
              </p:nvSpPr>
              <p:spPr>
                <a:xfrm>
                  <a:off x="5665872" y="3067530"/>
                  <a:ext cx="63202" cy="63202"/>
                </a:xfrm>
                <a:prstGeom prst="ellipse">
                  <a:avLst/>
                </a:prstGeom>
                <a:solidFill>
                  <a:srgbClr val="3A6EA0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8" name="pt3948">
                  <a:extLst>
                    <a:ext uri="{FF2B5EF4-FFF2-40B4-BE49-F238E27FC236}">
                      <a16:creationId xmlns:a16="http://schemas.microsoft.com/office/drawing/2014/main" id="{F615D106-4E6B-D7A7-FF12-6ADE2D019A82}"/>
                    </a:ext>
                  </a:extLst>
                </p:cNvPr>
                <p:cNvSpPr/>
                <p:nvPr/>
              </p:nvSpPr>
              <p:spPr>
                <a:xfrm>
                  <a:off x="4587926" y="4467164"/>
                  <a:ext cx="63202" cy="63202"/>
                </a:xfrm>
                <a:prstGeom prst="ellipse">
                  <a:avLst/>
                </a:prstGeom>
                <a:solidFill>
                  <a:srgbClr val="3A79A3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9" name="pt3949">
                  <a:extLst>
                    <a:ext uri="{FF2B5EF4-FFF2-40B4-BE49-F238E27FC236}">
                      <a16:creationId xmlns:a16="http://schemas.microsoft.com/office/drawing/2014/main" id="{BD85E2E0-43EE-DCE8-6726-2F9988B981E1}"/>
                    </a:ext>
                  </a:extLst>
                </p:cNvPr>
                <p:cNvSpPr/>
                <p:nvPr/>
              </p:nvSpPr>
              <p:spPr>
                <a:xfrm>
                  <a:off x="2979067" y="4895874"/>
                  <a:ext cx="63202" cy="63202"/>
                </a:xfrm>
                <a:prstGeom prst="ellipse">
                  <a:avLst/>
                </a:prstGeom>
                <a:solidFill>
                  <a:srgbClr val="60CEA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0" name="pt3950">
                  <a:extLst>
                    <a:ext uri="{FF2B5EF4-FFF2-40B4-BE49-F238E27FC236}">
                      <a16:creationId xmlns:a16="http://schemas.microsoft.com/office/drawing/2014/main" id="{273ABEFC-77CE-D925-9AC8-4F80E67E2900}"/>
                    </a:ext>
                  </a:extLst>
                </p:cNvPr>
                <p:cNvSpPr/>
                <p:nvPr/>
              </p:nvSpPr>
              <p:spPr>
                <a:xfrm>
                  <a:off x="4922163" y="4187507"/>
                  <a:ext cx="63202" cy="63202"/>
                </a:xfrm>
                <a:prstGeom prst="ellipse">
                  <a:avLst/>
                </a:prstGeom>
                <a:solidFill>
                  <a:srgbClr val="3496A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1" name="pt3951">
                  <a:extLst>
                    <a:ext uri="{FF2B5EF4-FFF2-40B4-BE49-F238E27FC236}">
                      <a16:creationId xmlns:a16="http://schemas.microsoft.com/office/drawing/2014/main" id="{DE3DD726-671C-2E77-04FB-DBD28C746B40}"/>
                    </a:ext>
                  </a:extLst>
                </p:cNvPr>
                <p:cNvSpPr/>
                <p:nvPr/>
              </p:nvSpPr>
              <p:spPr>
                <a:xfrm>
                  <a:off x="2878450" y="4973596"/>
                  <a:ext cx="63202" cy="63202"/>
                </a:xfrm>
                <a:prstGeom prst="ellipse">
                  <a:avLst/>
                </a:prstGeom>
                <a:solidFill>
                  <a:srgbClr val="48ADAB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2" name="pt3952">
                  <a:extLst>
                    <a:ext uri="{FF2B5EF4-FFF2-40B4-BE49-F238E27FC236}">
                      <a16:creationId xmlns:a16="http://schemas.microsoft.com/office/drawing/2014/main" id="{B9F51026-BA48-ADD5-BB29-BF137D2B1AC3}"/>
                    </a:ext>
                  </a:extLst>
                </p:cNvPr>
                <p:cNvSpPr/>
                <p:nvPr/>
              </p:nvSpPr>
              <p:spPr>
                <a:xfrm>
                  <a:off x="5803938" y="2901996"/>
                  <a:ext cx="63202" cy="63202"/>
                </a:xfrm>
                <a:prstGeom prst="ellipse">
                  <a:avLst/>
                </a:prstGeom>
                <a:solidFill>
                  <a:srgbClr val="281E3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3" name="pt3953">
                  <a:extLst>
                    <a:ext uri="{FF2B5EF4-FFF2-40B4-BE49-F238E27FC236}">
                      <a16:creationId xmlns:a16="http://schemas.microsoft.com/office/drawing/2014/main" id="{79E1F50A-AE80-7296-608F-AE48A6D8A093}"/>
                    </a:ext>
                  </a:extLst>
                </p:cNvPr>
                <p:cNvSpPr/>
                <p:nvPr/>
              </p:nvSpPr>
              <p:spPr>
                <a:xfrm>
                  <a:off x="4544041" y="4668741"/>
                  <a:ext cx="63202" cy="63202"/>
                </a:xfrm>
                <a:prstGeom prst="ellipse">
                  <a:avLst/>
                </a:prstGeom>
                <a:solidFill>
                  <a:srgbClr val="3A7FA4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4" name="pt3954">
                  <a:extLst>
                    <a:ext uri="{FF2B5EF4-FFF2-40B4-BE49-F238E27FC236}">
                      <a16:creationId xmlns:a16="http://schemas.microsoft.com/office/drawing/2014/main" id="{604220FC-327F-8915-2C92-591EF2F2C48A}"/>
                    </a:ext>
                  </a:extLst>
                </p:cNvPr>
                <p:cNvSpPr/>
                <p:nvPr/>
              </p:nvSpPr>
              <p:spPr>
                <a:xfrm>
                  <a:off x="3541256" y="4824822"/>
                  <a:ext cx="63202" cy="63202"/>
                </a:xfrm>
                <a:prstGeom prst="ellipse">
                  <a:avLst/>
                </a:prstGeom>
                <a:solidFill>
                  <a:srgbClr val="83D8B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5" name="pt3955">
                  <a:extLst>
                    <a:ext uri="{FF2B5EF4-FFF2-40B4-BE49-F238E27FC236}">
                      <a16:creationId xmlns:a16="http://schemas.microsoft.com/office/drawing/2014/main" id="{0A555199-5E2A-F4D5-ACE7-89051732E816}"/>
                    </a:ext>
                  </a:extLst>
                </p:cNvPr>
                <p:cNvSpPr/>
                <p:nvPr/>
              </p:nvSpPr>
              <p:spPr>
                <a:xfrm>
                  <a:off x="5657937" y="3028251"/>
                  <a:ext cx="63202" cy="63202"/>
                </a:xfrm>
                <a:prstGeom prst="ellipse">
                  <a:avLst/>
                </a:prstGeom>
                <a:solidFill>
                  <a:srgbClr val="378CA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6" name="pt3956">
                  <a:extLst>
                    <a:ext uri="{FF2B5EF4-FFF2-40B4-BE49-F238E27FC236}">
                      <a16:creationId xmlns:a16="http://schemas.microsoft.com/office/drawing/2014/main" id="{A9AF1C10-AAE6-DDB4-D265-796B51C836B8}"/>
                    </a:ext>
                  </a:extLst>
                </p:cNvPr>
                <p:cNvSpPr/>
                <p:nvPr/>
              </p:nvSpPr>
              <p:spPr>
                <a:xfrm>
                  <a:off x="5059838" y="3807278"/>
                  <a:ext cx="63202" cy="63202"/>
                </a:xfrm>
                <a:prstGeom prst="ellipse">
                  <a:avLst/>
                </a:prstGeom>
                <a:solidFill>
                  <a:srgbClr val="3799A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7" name="pt3957">
                  <a:extLst>
                    <a:ext uri="{FF2B5EF4-FFF2-40B4-BE49-F238E27FC236}">
                      <a16:creationId xmlns:a16="http://schemas.microsoft.com/office/drawing/2014/main" id="{1A4612A1-7F3F-2DBC-7A1F-1E213BA6BEF2}"/>
                    </a:ext>
                  </a:extLst>
                </p:cNvPr>
                <p:cNvSpPr/>
                <p:nvPr/>
              </p:nvSpPr>
              <p:spPr>
                <a:xfrm>
                  <a:off x="5070515" y="3688083"/>
                  <a:ext cx="63202" cy="63202"/>
                </a:xfrm>
                <a:prstGeom prst="ellipse">
                  <a:avLst/>
                </a:prstGeom>
                <a:solidFill>
                  <a:srgbClr val="DCF4E4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8" name="pt3958">
                  <a:extLst>
                    <a:ext uri="{FF2B5EF4-FFF2-40B4-BE49-F238E27FC236}">
                      <a16:creationId xmlns:a16="http://schemas.microsoft.com/office/drawing/2014/main" id="{B2855A04-E5F6-F1A5-64AE-A3407FA32A6A}"/>
                    </a:ext>
                  </a:extLst>
                </p:cNvPr>
                <p:cNvSpPr/>
                <p:nvPr/>
              </p:nvSpPr>
              <p:spPr>
                <a:xfrm>
                  <a:off x="5066550" y="3783417"/>
                  <a:ext cx="63202" cy="63202"/>
                </a:xfrm>
                <a:prstGeom prst="ellipse">
                  <a:avLst/>
                </a:prstGeom>
                <a:solidFill>
                  <a:srgbClr val="60CEA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9" name="pt3959">
                  <a:extLst>
                    <a:ext uri="{FF2B5EF4-FFF2-40B4-BE49-F238E27FC236}">
                      <a16:creationId xmlns:a16="http://schemas.microsoft.com/office/drawing/2014/main" id="{D64A1268-349A-9AEB-4FDA-1F44B963A7D4}"/>
                    </a:ext>
                  </a:extLst>
                </p:cNvPr>
                <p:cNvSpPr/>
                <p:nvPr/>
              </p:nvSpPr>
              <p:spPr>
                <a:xfrm>
                  <a:off x="2851349" y="4946495"/>
                  <a:ext cx="117405" cy="117405"/>
                </a:xfrm>
                <a:prstGeom prst="ellipse">
                  <a:avLst/>
                </a:prstGeom>
                <a:solidFill>
                  <a:srgbClr val="48ADAB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0" name="pt3960">
                  <a:extLst>
                    <a:ext uri="{FF2B5EF4-FFF2-40B4-BE49-F238E27FC236}">
                      <a16:creationId xmlns:a16="http://schemas.microsoft.com/office/drawing/2014/main" id="{F4C85D89-D324-860A-A51B-575BFA2ADF15}"/>
                    </a:ext>
                  </a:extLst>
                </p:cNvPr>
                <p:cNvSpPr/>
                <p:nvPr/>
              </p:nvSpPr>
              <p:spPr>
                <a:xfrm>
                  <a:off x="5776837" y="2874895"/>
                  <a:ext cx="117405" cy="117405"/>
                </a:xfrm>
                <a:prstGeom prst="ellipse">
                  <a:avLst/>
                </a:prstGeom>
                <a:solidFill>
                  <a:srgbClr val="281E3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1" name="pt3961">
                  <a:extLst>
                    <a:ext uri="{FF2B5EF4-FFF2-40B4-BE49-F238E27FC236}">
                      <a16:creationId xmlns:a16="http://schemas.microsoft.com/office/drawing/2014/main" id="{2EF381E3-A30F-8965-B154-F95FF5FC9BBD}"/>
                    </a:ext>
                  </a:extLst>
                </p:cNvPr>
                <p:cNvSpPr/>
                <p:nvPr/>
              </p:nvSpPr>
              <p:spPr>
                <a:xfrm>
                  <a:off x="4516940" y="4641639"/>
                  <a:ext cx="117405" cy="117405"/>
                </a:xfrm>
                <a:prstGeom prst="ellipse">
                  <a:avLst/>
                </a:prstGeom>
                <a:solidFill>
                  <a:srgbClr val="3A7FA4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2" name="pt3962">
                  <a:extLst>
                    <a:ext uri="{FF2B5EF4-FFF2-40B4-BE49-F238E27FC236}">
                      <a16:creationId xmlns:a16="http://schemas.microsoft.com/office/drawing/2014/main" id="{0D955443-7B09-8117-9A3E-BE3430B7D361}"/>
                    </a:ext>
                  </a:extLst>
                </p:cNvPr>
                <p:cNvSpPr/>
                <p:nvPr/>
              </p:nvSpPr>
              <p:spPr>
                <a:xfrm>
                  <a:off x="3514155" y="4797720"/>
                  <a:ext cx="117405" cy="117405"/>
                </a:xfrm>
                <a:prstGeom prst="ellipse">
                  <a:avLst/>
                </a:prstGeom>
                <a:solidFill>
                  <a:srgbClr val="83D8B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3" name="pt3963">
                  <a:extLst>
                    <a:ext uri="{FF2B5EF4-FFF2-40B4-BE49-F238E27FC236}">
                      <a16:creationId xmlns:a16="http://schemas.microsoft.com/office/drawing/2014/main" id="{91B4DCA4-1C8B-E3DA-0CB7-A69744E76804}"/>
                    </a:ext>
                  </a:extLst>
                </p:cNvPr>
                <p:cNvSpPr/>
                <p:nvPr/>
              </p:nvSpPr>
              <p:spPr>
                <a:xfrm>
                  <a:off x="5630836" y="3001150"/>
                  <a:ext cx="117405" cy="117405"/>
                </a:xfrm>
                <a:prstGeom prst="ellipse">
                  <a:avLst/>
                </a:prstGeom>
                <a:solidFill>
                  <a:srgbClr val="378CA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4" name="pl3964">
                  <a:extLst>
                    <a:ext uri="{FF2B5EF4-FFF2-40B4-BE49-F238E27FC236}">
                      <a16:creationId xmlns:a16="http://schemas.microsoft.com/office/drawing/2014/main" id="{A9BA20E1-D0F7-A56D-6CEC-7407DFAA5337}"/>
                    </a:ext>
                  </a:extLst>
                </p:cNvPr>
                <p:cNvSpPr/>
                <p:nvPr/>
              </p:nvSpPr>
              <p:spPr>
                <a:xfrm>
                  <a:off x="2850464" y="4909126"/>
                  <a:ext cx="52349" cy="8440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2349" h="84401">
                      <a:moveTo>
                        <a:pt x="0" y="0"/>
                      </a:moveTo>
                      <a:lnTo>
                        <a:pt x="52349" y="84401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5" name="pl3965">
                  <a:extLst>
                    <a:ext uri="{FF2B5EF4-FFF2-40B4-BE49-F238E27FC236}">
                      <a16:creationId xmlns:a16="http://schemas.microsoft.com/office/drawing/2014/main" id="{B7CDDA19-B69D-1F02-4414-E2652D62D2AB}"/>
                    </a:ext>
                  </a:extLst>
                </p:cNvPr>
                <p:cNvSpPr/>
                <p:nvPr/>
              </p:nvSpPr>
              <p:spPr>
                <a:xfrm>
                  <a:off x="5709506" y="2783174"/>
                  <a:ext cx="116935" cy="139565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935" h="139565">
                      <a:moveTo>
                        <a:pt x="0" y="0"/>
                      </a:moveTo>
                      <a:lnTo>
                        <a:pt x="116935" y="139565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6" name="pl3966">
                  <a:extLst>
                    <a:ext uri="{FF2B5EF4-FFF2-40B4-BE49-F238E27FC236}">
                      <a16:creationId xmlns:a16="http://schemas.microsoft.com/office/drawing/2014/main" id="{71C4B50C-F666-FD92-E705-4034B922F2AB}"/>
                    </a:ext>
                  </a:extLst>
                </p:cNvPr>
                <p:cNvSpPr/>
                <p:nvPr/>
              </p:nvSpPr>
              <p:spPr>
                <a:xfrm>
                  <a:off x="4513508" y="4609346"/>
                  <a:ext cx="54320" cy="7955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4320" h="79552">
                      <a:moveTo>
                        <a:pt x="0" y="0"/>
                      </a:moveTo>
                      <a:lnTo>
                        <a:pt x="54320" y="79552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7" name="pl3967">
                  <a:extLst>
                    <a:ext uri="{FF2B5EF4-FFF2-40B4-BE49-F238E27FC236}">
                      <a16:creationId xmlns:a16="http://schemas.microsoft.com/office/drawing/2014/main" id="{4C3B33C0-6643-0617-855E-B43521232DA4}"/>
                    </a:ext>
                  </a:extLst>
                </p:cNvPr>
                <p:cNvSpPr/>
                <p:nvPr/>
              </p:nvSpPr>
              <p:spPr>
                <a:xfrm>
                  <a:off x="3511676" y="4762463"/>
                  <a:ext cx="53654" cy="8240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3654" h="82401">
                      <a:moveTo>
                        <a:pt x="0" y="0"/>
                      </a:moveTo>
                      <a:lnTo>
                        <a:pt x="53654" y="82401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8" name="pl3968">
                  <a:extLst>
                    <a:ext uri="{FF2B5EF4-FFF2-40B4-BE49-F238E27FC236}">
                      <a16:creationId xmlns:a16="http://schemas.microsoft.com/office/drawing/2014/main" id="{7924708A-0669-932D-BCFC-F89632579490}"/>
                    </a:ext>
                  </a:extLst>
                </p:cNvPr>
                <p:cNvSpPr/>
                <p:nvPr/>
              </p:nvSpPr>
              <p:spPr>
                <a:xfrm>
                  <a:off x="5595128" y="3003238"/>
                  <a:ext cx="81199" cy="4869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199" h="48692">
                      <a:moveTo>
                        <a:pt x="0" y="0"/>
                      </a:moveTo>
                      <a:lnTo>
                        <a:pt x="81199" y="48692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9" name="pg3969">
                  <a:extLst>
                    <a:ext uri="{FF2B5EF4-FFF2-40B4-BE49-F238E27FC236}">
                      <a16:creationId xmlns:a16="http://schemas.microsoft.com/office/drawing/2014/main" id="{7A04BD87-4CA8-8670-9363-FF707EB86B8E}"/>
                    </a:ext>
                  </a:extLst>
                </p:cNvPr>
                <p:cNvSpPr/>
                <p:nvPr/>
              </p:nvSpPr>
              <p:spPr>
                <a:xfrm>
                  <a:off x="2291948" y="4760423"/>
                  <a:ext cx="558515" cy="191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58515" h="191932">
                      <a:moveTo>
                        <a:pt x="27431" y="191932"/>
                      </a:moveTo>
                      <a:lnTo>
                        <a:pt x="531083" y="191932"/>
                      </a:lnTo>
                      <a:lnTo>
                        <a:pt x="529978" y="191910"/>
                      </a:lnTo>
                      <a:lnTo>
                        <a:pt x="534390" y="191732"/>
                      </a:lnTo>
                      <a:lnTo>
                        <a:pt x="538715" y="190849"/>
                      </a:lnTo>
                      <a:lnTo>
                        <a:pt x="542843" y="189284"/>
                      </a:lnTo>
                      <a:lnTo>
                        <a:pt x="546666" y="187076"/>
                      </a:lnTo>
                      <a:lnTo>
                        <a:pt x="550086" y="184284"/>
                      </a:lnTo>
                      <a:lnTo>
                        <a:pt x="553013" y="180980"/>
                      </a:lnTo>
                      <a:lnTo>
                        <a:pt x="555373" y="177248"/>
                      </a:lnTo>
                      <a:lnTo>
                        <a:pt x="557103" y="173187"/>
                      </a:lnTo>
                      <a:lnTo>
                        <a:pt x="558160" y="168900"/>
                      </a:lnTo>
                      <a:lnTo>
                        <a:pt x="558515" y="164500"/>
                      </a:lnTo>
                      <a:lnTo>
                        <a:pt x="558515" y="27431"/>
                      </a:lnTo>
                      <a:lnTo>
                        <a:pt x="558160" y="23031"/>
                      </a:lnTo>
                      <a:lnTo>
                        <a:pt x="557103" y="18745"/>
                      </a:lnTo>
                      <a:lnTo>
                        <a:pt x="555373" y="14683"/>
                      </a:lnTo>
                      <a:lnTo>
                        <a:pt x="553013" y="10952"/>
                      </a:lnTo>
                      <a:lnTo>
                        <a:pt x="550086" y="7647"/>
                      </a:lnTo>
                      <a:lnTo>
                        <a:pt x="546666" y="4855"/>
                      </a:lnTo>
                      <a:lnTo>
                        <a:pt x="542843" y="2648"/>
                      </a:lnTo>
                      <a:lnTo>
                        <a:pt x="538715" y="1083"/>
                      </a:lnTo>
                      <a:lnTo>
                        <a:pt x="534390" y="200"/>
                      </a:lnTo>
                      <a:lnTo>
                        <a:pt x="531083" y="0"/>
                      </a:lnTo>
                      <a:lnTo>
                        <a:pt x="27431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6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1"/>
                      </a:lnTo>
                      <a:lnTo>
                        <a:pt x="0" y="164500"/>
                      </a:lnTo>
                      <a:lnTo>
                        <a:pt x="88" y="162293"/>
                      </a:lnTo>
                      <a:lnTo>
                        <a:pt x="88" y="166707"/>
                      </a:lnTo>
                      <a:lnTo>
                        <a:pt x="797" y="171065"/>
                      </a:lnTo>
                      <a:lnTo>
                        <a:pt x="2195" y="175252"/>
                      </a:lnTo>
                      <a:lnTo>
                        <a:pt x="4246" y="179162"/>
                      </a:lnTo>
                      <a:lnTo>
                        <a:pt x="6898" y="182691"/>
                      </a:lnTo>
                      <a:lnTo>
                        <a:pt x="10082" y="185749"/>
                      </a:lnTo>
                      <a:lnTo>
                        <a:pt x="13716" y="188257"/>
                      </a:lnTo>
                      <a:lnTo>
                        <a:pt x="17704" y="190149"/>
                      </a:lnTo>
                      <a:lnTo>
                        <a:pt x="21944" y="191378"/>
                      </a:lnTo>
                      <a:lnTo>
                        <a:pt x="26327" y="191910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0" name="tx3970">
                  <a:extLst>
                    <a:ext uri="{FF2B5EF4-FFF2-40B4-BE49-F238E27FC236}">
                      <a16:creationId xmlns:a16="http://schemas.microsoft.com/office/drawing/2014/main" id="{EA683322-6ABA-CABB-AA75-D1D87CA0D39B}"/>
                    </a:ext>
                  </a:extLst>
                </p:cNvPr>
                <p:cNvSpPr/>
                <p:nvPr/>
              </p:nvSpPr>
              <p:spPr>
                <a:xfrm>
                  <a:off x="2337668" y="4806143"/>
                  <a:ext cx="467075" cy="1004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3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W1</a:t>
                  </a:r>
                  <a:r>
                    <a:rPr lang="en-US"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TX</a:t>
                  </a:r>
                </a:p>
              </p:txBody>
            </p:sp>
            <p:sp>
              <p:nvSpPr>
                <p:cNvPr id="3971" name="pg3971">
                  <a:extLst>
                    <a:ext uri="{FF2B5EF4-FFF2-40B4-BE49-F238E27FC236}">
                      <a16:creationId xmlns:a16="http://schemas.microsoft.com/office/drawing/2014/main" id="{AB9EAA7B-320F-C2D2-61B8-9AF82939D70D}"/>
                    </a:ext>
                  </a:extLst>
                </p:cNvPr>
                <p:cNvSpPr/>
                <p:nvPr/>
              </p:nvSpPr>
              <p:spPr>
                <a:xfrm>
                  <a:off x="5374972" y="2591241"/>
                  <a:ext cx="589605" cy="191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89605" h="191932">
                      <a:moveTo>
                        <a:pt x="27432" y="191932"/>
                      </a:moveTo>
                      <a:lnTo>
                        <a:pt x="562173" y="191932"/>
                      </a:lnTo>
                      <a:lnTo>
                        <a:pt x="561068" y="191910"/>
                      </a:lnTo>
                      <a:lnTo>
                        <a:pt x="565479" y="191732"/>
                      </a:lnTo>
                      <a:lnTo>
                        <a:pt x="569805" y="190849"/>
                      </a:lnTo>
                      <a:lnTo>
                        <a:pt x="573933" y="189284"/>
                      </a:lnTo>
                      <a:lnTo>
                        <a:pt x="577756" y="187076"/>
                      </a:lnTo>
                      <a:lnTo>
                        <a:pt x="581175" y="184284"/>
                      </a:lnTo>
                      <a:lnTo>
                        <a:pt x="584103" y="180980"/>
                      </a:lnTo>
                      <a:lnTo>
                        <a:pt x="586462" y="177248"/>
                      </a:lnTo>
                      <a:lnTo>
                        <a:pt x="588193" y="173187"/>
                      </a:lnTo>
                      <a:lnTo>
                        <a:pt x="589249" y="168900"/>
                      </a:lnTo>
                      <a:lnTo>
                        <a:pt x="589605" y="164500"/>
                      </a:lnTo>
                      <a:lnTo>
                        <a:pt x="589605" y="27432"/>
                      </a:lnTo>
                      <a:lnTo>
                        <a:pt x="589249" y="23031"/>
                      </a:lnTo>
                      <a:lnTo>
                        <a:pt x="588193" y="18745"/>
                      </a:lnTo>
                      <a:lnTo>
                        <a:pt x="586462" y="14683"/>
                      </a:lnTo>
                      <a:lnTo>
                        <a:pt x="584103" y="10952"/>
                      </a:lnTo>
                      <a:lnTo>
                        <a:pt x="581175" y="7647"/>
                      </a:lnTo>
                      <a:lnTo>
                        <a:pt x="577756" y="4855"/>
                      </a:lnTo>
                      <a:lnTo>
                        <a:pt x="573933" y="2648"/>
                      </a:lnTo>
                      <a:lnTo>
                        <a:pt x="569805" y="1083"/>
                      </a:lnTo>
                      <a:lnTo>
                        <a:pt x="565479" y="200"/>
                      </a:lnTo>
                      <a:lnTo>
                        <a:pt x="562173" y="0"/>
                      </a:lnTo>
                      <a:lnTo>
                        <a:pt x="27432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5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2"/>
                      </a:lnTo>
                      <a:lnTo>
                        <a:pt x="0" y="164500"/>
                      </a:lnTo>
                      <a:lnTo>
                        <a:pt x="88" y="162293"/>
                      </a:lnTo>
                      <a:lnTo>
                        <a:pt x="88" y="166707"/>
                      </a:lnTo>
                      <a:lnTo>
                        <a:pt x="797" y="171065"/>
                      </a:lnTo>
                      <a:lnTo>
                        <a:pt x="2195" y="175252"/>
                      </a:lnTo>
                      <a:lnTo>
                        <a:pt x="4246" y="179162"/>
                      </a:lnTo>
                      <a:lnTo>
                        <a:pt x="6898" y="182691"/>
                      </a:lnTo>
                      <a:lnTo>
                        <a:pt x="10082" y="185749"/>
                      </a:lnTo>
                      <a:lnTo>
                        <a:pt x="13715" y="188257"/>
                      </a:lnTo>
                      <a:lnTo>
                        <a:pt x="17704" y="190149"/>
                      </a:lnTo>
                      <a:lnTo>
                        <a:pt x="21944" y="191378"/>
                      </a:lnTo>
                      <a:lnTo>
                        <a:pt x="26327" y="191910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2" name="tx3972">
                  <a:extLst>
                    <a:ext uri="{FF2B5EF4-FFF2-40B4-BE49-F238E27FC236}">
                      <a16:creationId xmlns:a16="http://schemas.microsoft.com/office/drawing/2014/main" id="{04F5B89E-CEEE-3B6E-980D-D5F80D9E77FA}"/>
                    </a:ext>
                  </a:extLst>
                </p:cNvPr>
                <p:cNvSpPr/>
                <p:nvPr/>
              </p:nvSpPr>
              <p:spPr>
                <a:xfrm>
                  <a:off x="5420692" y="2636961"/>
                  <a:ext cx="498165" cy="1004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3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W6</a:t>
                  </a:r>
                  <a:r>
                    <a:rPr lang="en-US"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ME</a:t>
                  </a:r>
                </a:p>
              </p:txBody>
            </p:sp>
            <p:sp>
              <p:nvSpPr>
                <p:cNvPr id="3973" name="pg3973">
                  <a:extLst>
                    <a:ext uri="{FF2B5EF4-FFF2-40B4-BE49-F238E27FC236}">
                      <a16:creationId xmlns:a16="http://schemas.microsoft.com/office/drawing/2014/main" id="{1A7D0770-A59C-8572-5A17-EB3E7C4E82F7}"/>
                    </a:ext>
                  </a:extLst>
                </p:cNvPr>
                <p:cNvSpPr/>
                <p:nvPr/>
              </p:nvSpPr>
              <p:spPr>
                <a:xfrm>
                  <a:off x="3970538" y="4460402"/>
                  <a:ext cx="542970" cy="191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42970" h="191932">
                      <a:moveTo>
                        <a:pt x="27431" y="191932"/>
                      </a:moveTo>
                      <a:lnTo>
                        <a:pt x="515538" y="191932"/>
                      </a:lnTo>
                      <a:lnTo>
                        <a:pt x="514434" y="191910"/>
                      </a:lnTo>
                      <a:lnTo>
                        <a:pt x="518845" y="191732"/>
                      </a:lnTo>
                      <a:lnTo>
                        <a:pt x="523170" y="190849"/>
                      </a:lnTo>
                      <a:lnTo>
                        <a:pt x="527298" y="189284"/>
                      </a:lnTo>
                      <a:lnTo>
                        <a:pt x="531121" y="187076"/>
                      </a:lnTo>
                      <a:lnTo>
                        <a:pt x="534541" y="184284"/>
                      </a:lnTo>
                      <a:lnTo>
                        <a:pt x="537469" y="180980"/>
                      </a:lnTo>
                      <a:lnTo>
                        <a:pt x="539828" y="177248"/>
                      </a:lnTo>
                      <a:lnTo>
                        <a:pt x="541558" y="173187"/>
                      </a:lnTo>
                      <a:lnTo>
                        <a:pt x="542615" y="168900"/>
                      </a:lnTo>
                      <a:lnTo>
                        <a:pt x="542970" y="164500"/>
                      </a:lnTo>
                      <a:lnTo>
                        <a:pt x="542970" y="27432"/>
                      </a:lnTo>
                      <a:lnTo>
                        <a:pt x="542615" y="23031"/>
                      </a:lnTo>
                      <a:lnTo>
                        <a:pt x="541558" y="18745"/>
                      </a:lnTo>
                      <a:lnTo>
                        <a:pt x="539828" y="14683"/>
                      </a:lnTo>
                      <a:lnTo>
                        <a:pt x="537469" y="10952"/>
                      </a:lnTo>
                      <a:lnTo>
                        <a:pt x="534541" y="7647"/>
                      </a:lnTo>
                      <a:lnTo>
                        <a:pt x="531121" y="4855"/>
                      </a:lnTo>
                      <a:lnTo>
                        <a:pt x="527298" y="2648"/>
                      </a:lnTo>
                      <a:lnTo>
                        <a:pt x="523170" y="1083"/>
                      </a:lnTo>
                      <a:lnTo>
                        <a:pt x="518845" y="200"/>
                      </a:lnTo>
                      <a:lnTo>
                        <a:pt x="515538" y="0"/>
                      </a:lnTo>
                      <a:lnTo>
                        <a:pt x="27431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5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2"/>
                      </a:lnTo>
                      <a:lnTo>
                        <a:pt x="0" y="164500"/>
                      </a:lnTo>
                      <a:lnTo>
                        <a:pt x="88" y="162293"/>
                      </a:lnTo>
                      <a:lnTo>
                        <a:pt x="88" y="166707"/>
                      </a:lnTo>
                      <a:lnTo>
                        <a:pt x="797" y="171065"/>
                      </a:lnTo>
                      <a:lnTo>
                        <a:pt x="2195" y="175252"/>
                      </a:lnTo>
                      <a:lnTo>
                        <a:pt x="4246" y="179162"/>
                      </a:lnTo>
                      <a:lnTo>
                        <a:pt x="6898" y="182691"/>
                      </a:lnTo>
                      <a:lnTo>
                        <a:pt x="10082" y="185749"/>
                      </a:lnTo>
                      <a:lnTo>
                        <a:pt x="13715" y="188257"/>
                      </a:lnTo>
                      <a:lnTo>
                        <a:pt x="17704" y="190149"/>
                      </a:lnTo>
                      <a:lnTo>
                        <a:pt x="21944" y="191378"/>
                      </a:lnTo>
                      <a:lnTo>
                        <a:pt x="26327" y="191910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4" name="tx3974">
                  <a:extLst>
                    <a:ext uri="{FF2B5EF4-FFF2-40B4-BE49-F238E27FC236}">
                      <a16:creationId xmlns:a16="http://schemas.microsoft.com/office/drawing/2014/main" id="{8480BFC7-8D2A-251E-5070-B223577CCE66}"/>
                    </a:ext>
                  </a:extLst>
                </p:cNvPr>
                <p:cNvSpPr/>
                <p:nvPr/>
              </p:nvSpPr>
              <p:spPr>
                <a:xfrm>
                  <a:off x="4016258" y="4506122"/>
                  <a:ext cx="451530" cy="1004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3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W3</a:t>
                  </a:r>
                  <a:r>
                    <a:rPr lang="en-US"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FL</a:t>
                  </a:r>
                </a:p>
              </p:txBody>
            </p:sp>
            <p:sp>
              <p:nvSpPr>
                <p:cNvPr id="3975" name="pg3975">
                  <a:extLst>
                    <a:ext uri="{FF2B5EF4-FFF2-40B4-BE49-F238E27FC236}">
                      <a16:creationId xmlns:a16="http://schemas.microsoft.com/office/drawing/2014/main" id="{32AB1233-66DB-C6DB-169E-61FEF69EC9D0}"/>
                    </a:ext>
                  </a:extLst>
                </p:cNvPr>
                <p:cNvSpPr/>
                <p:nvPr/>
              </p:nvSpPr>
              <p:spPr>
                <a:xfrm>
                  <a:off x="2960842" y="4613760"/>
                  <a:ext cx="550834" cy="191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50834" h="191932">
                      <a:moveTo>
                        <a:pt x="27432" y="191932"/>
                      </a:moveTo>
                      <a:lnTo>
                        <a:pt x="523402" y="191932"/>
                      </a:lnTo>
                      <a:lnTo>
                        <a:pt x="522297" y="191910"/>
                      </a:lnTo>
                      <a:lnTo>
                        <a:pt x="526709" y="191732"/>
                      </a:lnTo>
                      <a:lnTo>
                        <a:pt x="531034" y="190849"/>
                      </a:lnTo>
                      <a:lnTo>
                        <a:pt x="535162" y="189284"/>
                      </a:lnTo>
                      <a:lnTo>
                        <a:pt x="538985" y="187076"/>
                      </a:lnTo>
                      <a:lnTo>
                        <a:pt x="542405" y="184284"/>
                      </a:lnTo>
                      <a:lnTo>
                        <a:pt x="545332" y="180980"/>
                      </a:lnTo>
                      <a:lnTo>
                        <a:pt x="547692" y="177248"/>
                      </a:lnTo>
                      <a:lnTo>
                        <a:pt x="549422" y="173187"/>
                      </a:lnTo>
                      <a:lnTo>
                        <a:pt x="550479" y="168900"/>
                      </a:lnTo>
                      <a:lnTo>
                        <a:pt x="550834" y="164500"/>
                      </a:lnTo>
                      <a:lnTo>
                        <a:pt x="550834" y="27431"/>
                      </a:lnTo>
                      <a:lnTo>
                        <a:pt x="550479" y="23031"/>
                      </a:lnTo>
                      <a:lnTo>
                        <a:pt x="549422" y="18745"/>
                      </a:lnTo>
                      <a:lnTo>
                        <a:pt x="547692" y="14683"/>
                      </a:lnTo>
                      <a:lnTo>
                        <a:pt x="545332" y="10952"/>
                      </a:lnTo>
                      <a:lnTo>
                        <a:pt x="542405" y="7647"/>
                      </a:lnTo>
                      <a:lnTo>
                        <a:pt x="538985" y="4855"/>
                      </a:lnTo>
                      <a:lnTo>
                        <a:pt x="535162" y="2648"/>
                      </a:lnTo>
                      <a:lnTo>
                        <a:pt x="531034" y="1083"/>
                      </a:lnTo>
                      <a:lnTo>
                        <a:pt x="526709" y="200"/>
                      </a:lnTo>
                      <a:lnTo>
                        <a:pt x="523402" y="0"/>
                      </a:lnTo>
                      <a:lnTo>
                        <a:pt x="27432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6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1"/>
                      </a:lnTo>
                      <a:lnTo>
                        <a:pt x="0" y="164500"/>
                      </a:lnTo>
                      <a:lnTo>
                        <a:pt x="88" y="162293"/>
                      </a:lnTo>
                      <a:lnTo>
                        <a:pt x="88" y="166707"/>
                      </a:lnTo>
                      <a:lnTo>
                        <a:pt x="797" y="171065"/>
                      </a:lnTo>
                      <a:lnTo>
                        <a:pt x="2195" y="175252"/>
                      </a:lnTo>
                      <a:lnTo>
                        <a:pt x="4246" y="179162"/>
                      </a:lnTo>
                      <a:lnTo>
                        <a:pt x="6898" y="182691"/>
                      </a:lnTo>
                      <a:lnTo>
                        <a:pt x="10082" y="185749"/>
                      </a:lnTo>
                      <a:lnTo>
                        <a:pt x="13716" y="188257"/>
                      </a:lnTo>
                      <a:lnTo>
                        <a:pt x="17704" y="190149"/>
                      </a:lnTo>
                      <a:lnTo>
                        <a:pt x="21944" y="191378"/>
                      </a:lnTo>
                      <a:lnTo>
                        <a:pt x="26327" y="191910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6" name="tx3976">
                  <a:extLst>
                    <a:ext uri="{FF2B5EF4-FFF2-40B4-BE49-F238E27FC236}">
                      <a16:creationId xmlns:a16="http://schemas.microsoft.com/office/drawing/2014/main" id="{24DC6DD3-C2F1-5A6A-13B8-1E1F9ED5709B}"/>
                    </a:ext>
                  </a:extLst>
                </p:cNvPr>
                <p:cNvSpPr/>
                <p:nvPr/>
              </p:nvSpPr>
              <p:spPr>
                <a:xfrm>
                  <a:off x="3006562" y="4659480"/>
                  <a:ext cx="459394" cy="1004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3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W2</a:t>
                  </a:r>
                  <a:r>
                    <a:rPr lang="en-US"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LA</a:t>
                  </a:r>
                </a:p>
              </p:txBody>
            </p:sp>
            <p:sp>
              <p:nvSpPr>
                <p:cNvPr id="3977" name="pg3977">
                  <a:extLst>
                    <a:ext uri="{FF2B5EF4-FFF2-40B4-BE49-F238E27FC236}">
                      <a16:creationId xmlns:a16="http://schemas.microsoft.com/office/drawing/2014/main" id="{6CDD663E-41B1-BDED-DD33-FBFB78417D23}"/>
                    </a:ext>
                  </a:extLst>
                </p:cNvPr>
                <p:cNvSpPr/>
                <p:nvPr/>
              </p:nvSpPr>
              <p:spPr>
                <a:xfrm>
                  <a:off x="5013387" y="2874559"/>
                  <a:ext cx="581741" cy="191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81741" h="191932">
                      <a:moveTo>
                        <a:pt x="27431" y="191932"/>
                      </a:moveTo>
                      <a:lnTo>
                        <a:pt x="554309" y="191932"/>
                      </a:lnTo>
                      <a:lnTo>
                        <a:pt x="553204" y="191910"/>
                      </a:lnTo>
                      <a:lnTo>
                        <a:pt x="557615" y="191732"/>
                      </a:lnTo>
                      <a:lnTo>
                        <a:pt x="561941" y="190849"/>
                      </a:lnTo>
                      <a:lnTo>
                        <a:pt x="566069" y="189284"/>
                      </a:lnTo>
                      <a:lnTo>
                        <a:pt x="569892" y="187076"/>
                      </a:lnTo>
                      <a:lnTo>
                        <a:pt x="573312" y="184284"/>
                      </a:lnTo>
                      <a:lnTo>
                        <a:pt x="576239" y="180980"/>
                      </a:lnTo>
                      <a:lnTo>
                        <a:pt x="578599" y="177248"/>
                      </a:lnTo>
                      <a:lnTo>
                        <a:pt x="580329" y="173187"/>
                      </a:lnTo>
                      <a:lnTo>
                        <a:pt x="581386" y="168900"/>
                      </a:lnTo>
                      <a:lnTo>
                        <a:pt x="581741" y="164500"/>
                      </a:lnTo>
                      <a:lnTo>
                        <a:pt x="581741" y="27432"/>
                      </a:lnTo>
                      <a:lnTo>
                        <a:pt x="581386" y="23031"/>
                      </a:lnTo>
                      <a:lnTo>
                        <a:pt x="580329" y="18745"/>
                      </a:lnTo>
                      <a:lnTo>
                        <a:pt x="578599" y="14683"/>
                      </a:lnTo>
                      <a:lnTo>
                        <a:pt x="576239" y="10952"/>
                      </a:lnTo>
                      <a:lnTo>
                        <a:pt x="573312" y="7647"/>
                      </a:lnTo>
                      <a:lnTo>
                        <a:pt x="569892" y="4855"/>
                      </a:lnTo>
                      <a:lnTo>
                        <a:pt x="566069" y="2648"/>
                      </a:lnTo>
                      <a:lnTo>
                        <a:pt x="561941" y="1083"/>
                      </a:lnTo>
                      <a:lnTo>
                        <a:pt x="557615" y="200"/>
                      </a:lnTo>
                      <a:lnTo>
                        <a:pt x="554309" y="0"/>
                      </a:lnTo>
                      <a:lnTo>
                        <a:pt x="27431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5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2"/>
                      </a:lnTo>
                      <a:lnTo>
                        <a:pt x="0" y="164500"/>
                      </a:lnTo>
                      <a:lnTo>
                        <a:pt x="88" y="162293"/>
                      </a:lnTo>
                      <a:lnTo>
                        <a:pt x="88" y="166707"/>
                      </a:lnTo>
                      <a:lnTo>
                        <a:pt x="797" y="171065"/>
                      </a:lnTo>
                      <a:lnTo>
                        <a:pt x="2195" y="175252"/>
                      </a:lnTo>
                      <a:lnTo>
                        <a:pt x="4246" y="179162"/>
                      </a:lnTo>
                      <a:lnTo>
                        <a:pt x="6898" y="182691"/>
                      </a:lnTo>
                      <a:lnTo>
                        <a:pt x="10082" y="185749"/>
                      </a:lnTo>
                      <a:lnTo>
                        <a:pt x="13715" y="188257"/>
                      </a:lnTo>
                      <a:lnTo>
                        <a:pt x="17704" y="190149"/>
                      </a:lnTo>
                      <a:lnTo>
                        <a:pt x="21944" y="191378"/>
                      </a:lnTo>
                      <a:lnTo>
                        <a:pt x="26327" y="191910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8" name="tx3978">
                  <a:extLst>
                    <a:ext uri="{FF2B5EF4-FFF2-40B4-BE49-F238E27FC236}">
                      <a16:creationId xmlns:a16="http://schemas.microsoft.com/office/drawing/2014/main" id="{D536BB38-82CA-9FE5-650F-8AEF0F5244FD}"/>
                    </a:ext>
                  </a:extLst>
                </p:cNvPr>
                <p:cNvSpPr/>
                <p:nvPr/>
              </p:nvSpPr>
              <p:spPr>
                <a:xfrm>
                  <a:off x="5059107" y="2920279"/>
                  <a:ext cx="490301" cy="1004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3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W5</a:t>
                  </a:r>
                  <a:r>
                    <a:rPr lang="en-US"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NH</a:t>
                  </a:r>
                </a:p>
              </p:txBody>
            </p:sp>
            <p:sp>
              <p:nvSpPr>
                <p:cNvPr id="3979" name="rc3979">
                  <a:extLst>
                    <a:ext uri="{FF2B5EF4-FFF2-40B4-BE49-F238E27FC236}">
                      <a16:creationId xmlns:a16="http://schemas.microsoft.com/office/drawing/2014/main" id="{645BD5CA-090C-3B91-2C61-393262419AB4}"/>
                    </a:ext>
                  </a:extLst>
                </p:cNvPr>
                <p:cNvSpPr/>
                <p:nvPr/>
              </p:nvSpPr>
              <p:spPr>
                <a:xfrm>
                  <a:off x="2201917" y="2354586"/>
                  <a:ext cx="4342247" cy="3366361"/>
                </a:xfrm>
                <a:prstGeom prst="rect">
                  <a:avLst/>
                </a:prstGeom>
                <a:ln w="13550" cap="rnd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80" name="tx3980">
                  <a:extLst>
                    <a:ext uri="{FF2B5EF4-FFF2-40B4-BE49-F238E27FC236}">
                      <a16:creationId xmlns:a16="http://schemas.microsoft.com/office/drawing/2014/main" id="{46AA35A6-C52C-ADCD-5B7C-6FC783D3E657}"/>
                    </a:ext>
                  </a:extLst>
                </p:cNvPr>
                <p:cNvSpPr/>
                <p:nvPr/>
              </p:nvSpPr>
              <p:spPr>
                <a:xfrm>
                  <a:off x="1889564" y="5366840"/>
                  <a:ext cx="124358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25</a:t>
                  </a:r>
                </a:p>
              </p:txBody>
            </p:sp>
            <p:sp>
              <p:nvSpPr>
                <p:cNvPr id="3981" name="tx3981">
                  <a:extLst>
                    <a:ext uri="{FF2B5EF4-FFF2-40B4-BE49-F238E27FC236}">
                      <a16:creationId xmlns:a16="http://schemas.microsoft.com/office/drawing/2014/main" id="{B1A54DBD-CAE9-E0C6-32C5-8F93BA490F0E}"/>
                    </a:ext>
                  </a:extLst>
                </p:cNvPr>
                <p:cNvSpPr/>
                <p:nvPr/>
              </p:nvSpPr>
              <p:spPr>
                <a:xfrm>
                  <a:off x="2013922" y="5348460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3982" name="tx3982">
                  <a:extLst>
                    <a:ext uri="{FF2B5EF4-FFF2-40B4-BE49-F238E27FC236}">
                      <a16:creationId xmlns:a16="http://schemas.microsoft.com/office/drawing/2014/main" id="{0195AF1A-1E74-2F77-3F4E-CE577195AD02}"/>
                    </a:ext>
                  </a:extLst>
                </p:cNvPr>
                <p:cNvSpPr/>
                <p:nvPr/>
              </p:nvSpPr>
              <p:spPr>
                <a:xfrm>
                  <a:off x="2058636" y="5366840"/>
                  <a:ext cx="8065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</a:t>
                  </a:r>
                </a:p>
              </p:txBody>
            </p:sp>
            <p:sp>
              <p:nvSpPr>
                <p:cNvPr id="3983" name="tx3983">
                  <a:extLst>
                    <a:ext uri="{FF2B5EF4-FFF2-40B4-BE49-F238E27FC236}">
                      <a16:creationId xmlns:a16="http://schemas.microsoft.com/office/drawing/2014/main" id="{966A7311-32FD-AB55-3EF4-E8555E6E7DBF}"/>
                    </a:ext>
                  </a:extLst>
                </p:cNvPr>
                <p:cNvSpPr/>
                <p:nvPr/>
              </p:nvSpPr>
              <p:spPr>
                <a:xfrm>
                  <a:off x="1889564" y="4716468"/>
                  <a:ext cx="124358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30</a:t>
                  </a:r>
                </a:p>
              </p:txBody>
            </p:sp>
            <p:sp>
              <p:nvSpPr>
                <p:cNvPr id="3984" name="tx3984">
                  <a:extLst>
                    <a:ext uri="{FF2B5EF4-FFF2-40B4-BE49-F238E27FC236}">
                      <a16:creationId xmlns:a16="http://schemas.microsoft.com/office/drawing/2014/main" id="{10D27008-4246-35B7-20D4-358FD81427D7}"/>
                    </a:ext>
                  </a:extLst>
                </p:cNvPr>
                <p:cNvSpPr/>
                <p:nvPr/>
              </p:nvSpPr>
              <p:spPr>
                <a:xfrm>
                  <a:off x="2013922" y="4698089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3985" name="tx3985">
                  <a:extLst>
                    <a:ext uri="{FF2B5EF4-FFF2-40B4-BE49-F238E27FC236}">
                      <a16:creationId xmlns:a16="http://schemas.microsoft.com/office/drawing/2014/main" id="{78CD4F76-72A7-9ED1-3A97-AB2F370ECA17}"/>
                    </a:ext>
                  </a:extLst>
                </p:cNvPr>
                <p:cNvSpPr/>
                <p:nvPr/>
              </p:nvSpPr>
              <p:spPr>
                <a:xfrm>
                  <a:off x="2058636" y="4716468"/>
                  <a:ext cx="8065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</a:t>
                  </a:r>
                </a:p>
              </p:txBody>
            </p:sp>
            <p:sp>
              <p:nvSpPr>
                <p:cNvPr id="3986" name="tx3986">
                  <a:extLst>
                    <a:ext uri="{FF2B5EF4-FFF2-40B4-BE49-F238E27FC236}">
                      <a16:creationId xmlns:a16="http://schemas.microsoft.com/office/drawing/2014/main" id="{3D2ED525-3663-F66E-6343-5BC133F1FD89}"/>
                    </a:ext>
                  </a:extLst>
                </p:cNvPr>
                <p:cNvSpPr/>
                <p:nvPr/>
              </p:nvSpPr>
              <p:spPr>
                <a:xfrm>
                  <a:off x="1889564" y="4066188"/>
                  <a:ext cx="124358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 dirty="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35</a:t>
                  </a:r>
                </a:p>
              </p:txBody>
            </p:sp>
            <p:sp>
              <p:nvSpPr>
                <p:cNvPr id="3987" name="tx3987">
                  <a:extLst>
                    <a:ext uri="{FF2B5EF4-FFF2-40B4-BE49-F238E27FC236}">
                      <a16:creationId xmlns:a16="http://schemas.microsoft.com/office/drawing/2014/main" id="{015337A5-ED7B-5ADA-82A7-8A64CAB3E856}"/>
                    </a:ext>
                  </a:extLst>
                </p:cNvPr>
                <p:cNvSpPr/>
                <p:nvPr/>
              </p:nvSpPr>
              <p:spPr>
                <a:xfrm>
                  <a:off x="2013922" y="4047809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3988" name="tx3988">
                  <a:extLst>
                    <a:ext uri="{FF2B5EF4-FFF2-40B4-BE49-F238E27FC236}">
                      <a16:creationId xmlns:a16="http://schemas.microsoft.com/office/drawing/2014/main" id="{D8B7CEA1-D65A-AC83-27A1-AA2E6E2C0FC8}"/>
                    </a:ext>
                  </a:extLst>
                </p:cNvPr>
                <p:cNvSpPr/>
                <p:nvPr/>
              </p:nvSpPr>
              <p:spPr>
                <a:xfrm>
                  <a:off x="2058636" y="4066188"/>
                  <a:ext cx="8065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</a:t>
                  </a:r>
                </a:p>
              </p:txBody>
            </p:sp>
            <p:sp>
              <p:nvSpPr>
                <p:cNvPr id="3989" name="tx3989">
                  <a:extLst>
                    <a:ext uri="{FF2B5EF4-FFF2-40B4-BE49-F238E27FC236}">
                      <a16:creationId xmlns:a16="http://schemas.microsoft.com/office/drawing/2014/main" id="{4F5DBB9A-0933-39FF-B1B8-BDE1CD7146A8}"/>
                    </a:ext>
                  </a:extLst>
                </p:cNvPr>
                <p:cNvSpPr/>
                <p:nvPr/>
              </p:nvSpPr>
              <p:spPr>
                <a:xfrm>
                  <a:off x="1889564" y="3415908"/>
                  <a:ext cx="124358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40</a:t>
                  </a:r>
                </a:p>
              </p:txBody>
            </p:sp>
            <p:sp>
              <p:nvSpPr>
                <p:cNvPr id="3990" name="tx3990">
                  <a:extLst>
                    <a:ext uri="{FF2B5EF4-FFF2-40B4-BE49-F238E27FC236}">
                      <a16:creationId xmlns:a16="http://schemas.microsoft.com/office/drawing/2014/main" id="{FCBC9377-4DEB-FD21-4C27-4276E4B2AD92}"/>
                    </a:ext>
                  </a:extLst>
                </p:cNvPr>
                <p:cNvSpPr/>
                <p:nvPr/>
              </p:nvSpPr>
              <p:spPr>
                <a:xfrm>
                  <a:off x="2013922" y="3397529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3991" name="tx3991">
                  <a:extLst>
                    <a:ext uri="{FF2B5EF4-FFF2-40B4-BE49-F238E27FC236}">
                      <a16:creationId xmlns:a16="http://schemas.microsoft.com/office/drawing/2014/main" id="{6984ECDF-6C45-5903-32EB-C2A078DFABF0}"/>
                    </a:ext>
                  </a:extLst>
                </p:cNvPr>
                <p:cNvSpPr/>
                <p:nvPr/>
              </p:nvSpPr>
              <p:spPr>
                <a:xfrm>
                  <a:off x="2058636" y="3415908"/>
                  <a:ext cx="8065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</a:t>
                  </a:r>
                </a:p>
              </p:txBody>
            </p:sp>
            <p:sp>
              <p:nvSpPr>
                <p:cNvPr id="3992" name="tx3992">
                  <a:extLst>
                    <a:ext uri="{FF2B5EF4-FFF2-40B4-BE49-F238E27FC236}">
                      <a16:creationId xmlns:a16="http://schemas.microsoft.com/office/drawing/2014/main" id="{26DE828F-1671-506C-0F7E-D3B995F05B3B}"/>
                    </a:ext>
                  </a:extLst>
                </p:cNvPr>
                <p:cNvSpPr/>
                <p:nvPr/>
              </p:nvSpPr>
              <p:spPr>
                <a:xfrm>
                  <a:off x="1889564" y="2765720"/>
                  <a:ext cx="124358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45</a:t>
                  </a:r>
                </a:p>
              </p:txBody>
            </p:sp>
            <p:sp>
              <p:nvSpPr>
                <p:cNvPr id="3993" name="tx3993">
                  <a:extLst>
                    <a:ext uri="{FF2B5EF4-FFF2-40B4-BE49-F238E27FC236}">
                      <a16:creationId xmlns:a16="http://schemas.microsoft.com/office/drawing/2014/main" id="{84E51BEB-3D4B-40CF-DA8F-C40D69102F1B}"/>
                    </a:ext>
                  </a:extLst>
                </p:cNvPr>
                <p:cNvSpPr/>
                <p:nvPr/>
              </p:nvSpPr>
              <p:spPr>
                <a:xfrm>
                  <a:off x="2013922" y="2747340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3994" name="tx3994">
                  <a:extLst>
                    <a:ext uri="{FF2B5EF4-FFF2-40B4-BE49-F238E27FC236}">
                      <a16:creationId xmlns:a16="http://schemas.microsoft.com/office/drawing/2014/main" id="{2EAC9983-419B-F180-B895-7EB60366CFEC}"/>
                    </a:ext>
                  </a:extLst>
                </p:cNvPr>
                <p:cNvSpPr/>
                <p:nvPr/>
              </p:nvSpPr>
              <p:spPr>
                <a:xfrm>
                  <a:off x="2058636" y="2765720"/>
                  <a:ext cx="8065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</a:t>
                  </a:r>
                </a:p>
              </p:txBody>
            </p:sp>
            <p:sp>
              <p:nvSpPr>
                <p:cNvPr id="3995" name="pl3995">
                  <a:extLst>
                    <a:ext uri="{FF2B5EF4-FFF2-40B4-BE49-F238E27FC236}">
                      <a16:creationId xmlns:a16="http://schemas.microsoft.com/office/drawing/2014/main" id="{677D025D-6711-355F-3E54-F28621C9A5E3}"/>
                    </a:ext>
                  </a:extLst>
                </p:cNvPr>
                <p:cNvSpPr/>
                <p:nvPr/>
              </p:nvSpPr>
              <p:spPr>
                <a:xfrm>
                  <a:off x="2167122" y="5407850"/>
                  <a:ext cx="34794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794">
                      <a:moveTo>
                        <a:pt x="0" y="0"/>
                      </a:moveTo>
                      <a:lnTo>
                        <a:pt x="34794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6" name="pl3996">
                  <a:extLst>
                    <a:ext uri="{FF2B5EF4-FFF2-40B4-BE49-F238E27FC236}">
                      <a16:creationId xmlns:a16="http://schemas.microsoft.com/office/drawing/2014/main" id="{54C9F74A-382F-794F-62C8-331D171C0895}"/>
                    </a:ext>
                  </a:extLst>
                </p:cNvPr>
                <p:cNvSpPr/>
                <p:nvPr/>
              </p:nvSpPr>
              <p:spPr>
                <a:xfrm>
                  <a:off x="2167122" y="4757570"/>
                  <a:ext cx="34794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794">
                      <a:moveTo>
                        <a:pt x="0" y="0"/>
                      </a:moveTo>
                      <a:lnTo>
                        <a:pt x="34794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7" name="pl3997">
                  <a:extLst>
                    <a:ext uri="{FF2B5EF4-FFF2-40B4-BE49-F238E27FC236}">
                      <a16:creationId xmlns:a16="http://schemas.microsoft.com/office/drawing/2014/main" id="{C6FEC1F3-BE8B-EF59-B2F7-58538E340C81}"/>
                    </a:ext>
                  </a:extLst>
                </p:cNvPr>
                <p:cNvSpPr/>
                <p:nvPr/>
              </p:nvSpPr>
              <p:spPr>
                <a:xfrm>
                  <a:off x="2167122" y="4107291"/>
                  <a:ext cx="34794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794">
                      <a:moveTo>
                        <a:pt x="0" y="0"/>
                      </a:moveTo>
                      <a:lnTo>
                        <a:pt x="34794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8" name="pl3998">
                  <a:extLst>
                    <a:ext uri="{FF2B5EF4-FFF2-40B4-BE49-F238E27FC236}">
                      <a16:creationId xmlns:a16="http://schemas.microsoft.com/office/drawing/2014/main" id="{66621240-42DD-3B38-F2D4-43F214D5B7D9}"/>
                    </a:ext>
                  </a:extLst>
                </p:cNvPr>
                <p:cNvSpPr/>
                <p:nvPr/>
              </p:nvSpPr>
              <p:spPr>
                <a:xfrm>
                  <a:off x="2167122" y="3457011"/>
                  <a:ext cx="34794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794">
                      <a:moveTo>
                        <a:pt x="0" y="0"/>
                      </a:moveTo>
                      <a:lnTo>
                        <a:pt x="34794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9" name="pl3999">
                  <a:extLst>
                    <a:ext uri="{FF2B5EF4-FFF2-40B4-BE49-F238E27FC236}">
                      <a16:creationId xmlns:a16="http://schemas.microsoft.com/office/drawing/2014/main" id="{E5A5FE2E-BA90-8BC8-53E1-585BE522A8E1}"/>
                    </a:ext>
                  </a:extLst>
                </p:cNvPr>
                <p:cNvSpPr/>
                <p:nvPr/>
              </p:nvSpPr>
              <p:spPr>
                <a:xfrm>
                  <a:off x="2167122" y="2806731"/>
                  <a:ext cx="34794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794">
                      <a:moveTo>
                        <a:pt x="0" y="0"/>
                      </a:moveTo>
                      <a:lnTo>
                        <a:pt x="34794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0" name="pl4000">
                  <a:extLst>
                    <a:ext uri="{FF2B5EF4-FFF2-40B4-BE49-F238E27FC236}">
                      <a16:creationId xmlns:a16="http://schemas.microsoft.com/office/drawing/2014/main" id="{ADE010A0-9A4D-04B4-C43B-6C1C5D99FE2F}"/>
                    </a:ext>
                  </a:extLst>
                </p:cNvPr>
                <p:cNvSpPr/>
                <p:nvPr/>
              </p:nvSpPr>
              <p:spPr>
                <a:xfrm>
                  <a:off x="2610961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1" name="pl4001">
                  <a:extLst>
                    <a:ext uri="{FF2B5EF4-FFF2-40B4-BE49-F238E27FC236}">
                      <a16:creationId xmlns:a16="http://schemas.microsoft.com/office/drawing/2014/main" id="{DA735A53-C82A-A306-E111-FB4B00FAC142}"/>
                    </a:ext>
                  </a:extLst>
                </p:cNvPr>
                <p:cNvSpPr/>
                <p:nvPr/>
              </p:nvSpPr>
              <p:spPr>
                <a:xfrm>
                  <a:off x="3140137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2" name="pl4002">
                  <a:extLst>
                    <a:ext uri="{FF2B5EF4-FFF2-40B4-BE49-F238E27FC236}">
                      <a16:creationId xmlns:a16="http://schemas.microsoft.com/office/drawing/2014/main" id="{7FA65CD0-AFA0-50CD-FB2C-1834AED20C32}"/>
                    </a:ext>
                  </a:extLst>
                </p:cNvPr>
                <p:cNvSpPr/>
                <p:nvPr/>
              </p:nvSpPr>
              <p:spPr>
                <a:xfrm>
                  <a:off x="3669312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3" name="pl4003">
                  <a:extLst>
                    <a:ext uri="{FF2B5EF4-FFF2-40B4-BE49-F238E27FC236}">
                      <a16:creationId xmlns:a16="http://schemas.microsoft.com/office/drawing/2014/main" id="{9753039A-0730-14CE-CCBA-C7DCA3C20287}"/>
                    </a:ext>
                  </a:extLst>
                </p:cNvPr>
                <p:cNvSpPr/>
                <p:nvPr/>
              </p:nvSpPr>
              <p:spPr>
                <a:xfrm>
                  <a:off x="4198487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4" name="pl4004">
                  <a:extLst>
                    <a:ext uri="{FF2B5EF4-FFF2-40B4-BE49-F238E27FC236}">
                      <a16:creationId xmlns:a16="http://schemas.microsoft.com/office/drawing/2014/main" id="{208E90E7-443B-3D3B-52F8-AF834BB187A6}"/>
                    </a:ext>
                  </a:extLst>
                </p:cNvPr>
                <p:cNvSpPr/>
                <p:nvPr/>
              </p:nvSpPr>
              <p:spPr>
                <a:xfrm>
                  <a:off x="4727662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5" name="pl4005">
                  <a:extLst>
                    <a:ext uri="{FF2B5EF4-FFF2-40B4-BE49-F238E27FC236}">
                      <a16:creationId xmlns:a16="http://schemas.microsoft.com/office/drawing/2014/main" id="{47490DC3-5021-1349-42AA-7306AEAE197F}"/>
                    </a:ext>
                  </a:extLst>
                </p:cNvPr>
                <p:cNvSpPr/>
                <p:nvPr/>
              </p:nvSpPr>
              <p:spPr>
                <a:xfrm>
                  <a:off x="5256837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6" name="pl4006">
                  <a:extLst>
                    <a:ext uri="{FF2B5EF4-FFF2-40B4-BE49-F238E27FC236}">
                      <a16:creationId xmlns:a16="http://schemas.microsoft.com/office/drawing/2014/main" id="{0E0AAD94-75F7-B0D1-5535-D28EF92B632F}"/>
                    </a:ext>
                  </a:extLst>
                </p:cNvPr>
                <p:cNvSpPr/>
                <p:nvPr/>
              </p:nvSpPr>
              <p:spPr>
                <a:xfrm>
                  <a:off x="5786012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7" name="pl4007">
                  <a:extLst>
                    <a:ext uri="{FF2B5EF4-FFF2-40B4-BE49-F238E27FC236}">
                      <a16:creationId xmlns:a16="http://schemas.microsoft.com/office/drawing/2014/main" id="{257223F9-4182-5A38-D64F-8A5EBAACF068}"/>
                    </a:ext>
                  </a:extLst>
                </p:cNvPr>
                <p:cNvSpPr/>
                <p:nvPr/>
              </p:nvSpPr>
              <p:spPr>
                <a:xfrm>
                  <a:off x="6315187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8" name="tx4008">
                  <a:extLst>
                    <a:ext uri="{FF2B5EF4-FFF2-40B4-BE49-F238E27FC236}">
                      <a16:creationId xmlns:a16="http://schemas.microsoft.com/office/drawing/2014/main" id="{796E46FA-1F2F-DE82-EE8F-0EE3FBDC0564}"/>
                    </a:ext>
                  </a:extLst>
                </p:cNvPr>
                <p:cNvSpPr/>
                <p:nvPr/>
              </p:nvSpPr>
              <p:spPr>
                <a:xfrm>
                  <a:off x="2442620" y="5783578"/>
                  <a:ext cx="186537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100</a:t>
                  </a:r>
                </a:p>
              </p:txBody>
            </p:sp>
            <p:sp>
              <p:nvSpPr>
                <p:cNvPr id="4009" name="tx4009">
                  <a:extLst>
                    <a:ext uri="{FF2B5EF4-FFF2-40B4-BE49-F238E27FC236}">
                      <a16:creationId xmlns:a16="http://schemas.microsoft.com/office/drawing/2014/main" id="{6B0F7F4F-6843-EB23-9818-B3C20CBBA048}"/>
                    </a:ext>
                  </a:extLst>
                </p:cNvPr>
                <p:cNvSpPr/>
                <p:nvPr/>
              </p:nvSpPr>
              <p:spPr>
                <a:xfrm>
                  <a:off x="2629158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10" name="tx4010">
                  <a:extLst>
                    <a:ext uri="{FF2B5EF4-FFF2-40B4-BE49-F238E27FC236}">
                      <a16:creationId xmlns:a16="http://schemas.microsoft.com/office/drawing/2014/main" id="{47557BB4-E691-6EB8-934C-0C71C55C28BD}"/>
                    </a:ext>
                  </a:extLst>
                </p:cNvPr>
                <p:cNvSpPr/>
                <p:nvPr/>
              </p:nvSpPr>
              <p:spPr>
                <a:xfrm>
                  <a:off x="2673872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11" name="tx4011">
                  <a:extLst>
                    <a:ext uri="{FF2B5EF4-FFF2-40B4-BE49-F238E27FC236}">
                      <a16:creationId xmlns:a16="http://schemas.microsoft.com/office/drawing/2014/main" id="{18520DA3-34E3-7D79-BEDD-CAC63DAE9873}"/>
                    </a:ext>
                  </a:extLst>
                </p:cNvPr>
                <p:cNvSpPr/>
                <p:nvPr/>
              </p:nvSpPr>
              <p:spPr>
                <a:xfrm>
                  <a:off x="2987386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95</a:t>
                  </a:r>
                </a:p>
              </p:txBody>
            </p:sp>
            <p:sp>
              <p:nvSpPr>
                <p:cNvPr id="4012" name="tx4012">
                  <a:extLst>
                    <a:ext uri="{FF2B5EF4-FFF2-40B4-BE49-F238E27FC236}">
                      <a16:creationId xmlns:a16="http://schemas.microsoft.com/office/drawing/2014/main" id="{878FEDE8-6DC2-AC36-EBEF-BA8B46F33ECB}"/>
                    </a:ext>
                  </a:extLst>
                </p:cNvPr>
                <p:cNvSpPr/>
                <p:nvPr/>
              </p:nvSpPr>
              <p:spPr>
                <a:xfrm>
                  <a:off x="3142743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13" name="tx4013">
                  <a:extLst>
                    <a:ext uri="{FF2B5EF4-FFF2-40B4-BE49-F238E27FC236}">
                      <a16:creationId xmlns:a16="http://schemas.microsoft.com/office/drawing/2014/main" id="{BD55697E-BB33-9EF5-8AB8-7B5C9B8D5760}"/>
                    </a:ext>
                  </a:extLst>
                </p:cNvPr>
                <p:cNvSpPr/>
                <p:nvPr/>
              </p:nvSpPr>
              <p:spPr>
                <a:xfrm>
                  <a:off x="3187457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14" name="tx4014">
                  <a:extLst>
                    <a:ext uri="{FF2B5EF4-FFF2-40B4-BE49-F238E27FC236}">
                      <a16:creationId xmlns:a16="http://schemas.microsoft.com/office/drawing/2014/main" id="{34FD9736-FEAB-654B-6DD3-8B83BDC64B76}"/>
                    </a:ext>
                  </a:extLst>
                </p:cNvPr>
                <p:cNvSpPr/>
                <p:nvPr/>
              </p:nvSpPr>
              <p:spPr>
                <a:xfrm>
                  <a:off x="3516561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90</a:t>
                  </a:r>
                </a:p>
              </p:txBody>
            </p:sp>
            <p:sp>
              <p:nvSpPr>
                <p:cNvPr id="4015" name="tx4015">
                  <a:extLst>
                    <a:ext uri="{FF2B5EF4-FFF2-40B4-BE49-F238E27FC236}">
                      <a16:creationId xmlns:a16="http://schemas.microsoft.com/office/drawing/2014/main" id="{63DBE0BC-FE81-313F-40A0-8A70EC61F9ED}"/>
                    </a:ext>
                  </a:extLst>
                </p:cNvPr>
                <p:cNvSpPr/>
                <p:nvPr/>
              </p:nvSpPr>
              <p:spPr>
                <a:xfrm>
                  <a:off x="3671918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16" name="tx4016">
                  <a:extLst>
                    <a:ext uri="{FF2B5EF4-FFF2-40B4-BE49-F238E27FC236}">
                      <a16:creationId xmlns:a16="http://schemas.microsoft.com/office/drawing/2014/main" id="{088645B5-4D81-9C5A-D5BE-71C0F4EFFFA3}"/>
                    </a:ext>
                  </a:extLst>
                </p:cNvPr>
                <p:cNvSpPr/>
                <p:nvPr/>
              </p:nvSpPr>
              <p:spPr>
                <a:xfrm>
                  <a:off x="3716632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17" name="tx4017">
                  <a:extLst>
                    <a:ext uri="{FF2B5EF4-FFF2-40B4-BE49-F238E27FC236}">
                      <a16:creationId xmlns:a16="http://schemas.microsoft.com/office/drawing/2014/main" id="{C7FAC178-1383-CE20-EEF9-0BAB5CF95719}"/>
                    </a:ext>
                  </a:extLst>
                </p:cNvPr>
                <p:cNvSpPr/>
                <p:nvPr/>
              </p:nvSpPr>
              <p:spPr>
                <a:xfrm>
                  <a:off x="4045736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85</a:t>
                  </a:r>
                </a:p>
              </p:txBody>
            </p:sp>
            <p:sp>
              <p:nvSpPr>
                <p:cNvPr id="4018" name="tx4018">
                  <a:extLst>
                    <a:ext uri="{FF2B5EF4-FFF2-40B4-BE49-F238E27FC236}">
                      <a16:creationId xmlns:a16="http://schemas.microsoft.com/office/drawing/2014/main" id="{F9A692C4-2B9F-BE5C-A822-A7BC65E76DBD}"/>
                    </a:ext>
                  </a:extLst>
                </p:cNvPr>
                <p:cNvSpPr/>
                <p:nvPr/>
              </p:nvSpPr>
              <p:spPr>
                <a:xfrm>
                  <a:off x="4201093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19" name="tx4019">
                  <a:extLst>
                    <a:ext uri="{FF2B5EF4-FFF2-40B4-BE49-F238E27FC236}">
                      <a16:creationId xmlns:a16="http://schemas.microsoft.com/office/drawing/2014/main" id="{64EB4023-5E5C-1CCF-D6F7-A82B0001861A}"/>
                    </a:ext>
                  </a:extLst>
                </p:cNvPr>
                <p:cNvSpPr/>
                <p:nvPr/>
              </p:nvSpPr>
              <p:spPr>
                <a:xfrm>
                  <a:off x="4245807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20" name="tx4020">
                  <a:extLst>
                    <a:ext uri="{FF2B5EF4-FFF2-40B4-BE49-F238E27FC236}">
                      <a16:creationId xmlns:a16="http://schemas.microsoft.com/office/drawing/2014/main" id="{FE160863-4AD1-AABE-D4F1-E6B737F7727F}"/>
                    </a:ext>
                  </a:extLst>
                </p:cNvPr>
                <p:cNvSpPr/>
                <p:nvPr/>
              </p:nvSpPr>
              <p:spPr>
                <a:xfrm>
                  <a:off x="4574911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80</a:t>
                  </a:r>
                </a:p>
              </p:txBody>
            </p:sp>
            <p:sp>
              <p:nvSpPr>
                <p:cNvPr id="4021" name="tx4021">
                  <a:extLst>
                    <a:ext uri="{FF2B5EF4-FFF2-40B4-BE49-F238E27FC236}">
                      <a16:creationId xmlns:a16="http://schemas.microsoft.com/office/drawing/2014/main" id="{267B8144-C0DC-F6BE-8F48-A090B01AC4CB}"/>
                    </a:ext>
                  </a:extLst>
                </p:cNvPr>
                <p:cNvSpPr/>
                <p:nvPr/>
              </p:nvSpPr>
              <p:spPr>
                <a:xfrm>
                  <a:off x="4730268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22" name="tx4022">
                  <a:extLst>
                    <a:ext uri="{FF2B5EF4-FFF2-40B4-BE49-F238E27FC236}">
                      <a16:creationId xmlns:a16="http://schemas.microsoft.com/office/drawing/2014/main" id="{299AEFF1-3033-271E-AC7A-497BF5A662B6}"/>
                    </a:ext>
                  </a:extLst>
                </p:cNvPr>
                <p:cNvSpPr/>
                <p:nvPr/>
              </p:nvSpPr>
              <p:spPr>
                <a:xfrm>
                  <a:off x="4774982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23" name="tx4023">
                  <a:extLst>
                    <a:ext uri="{FF2B5EF4-FFF2-40B4-BE49-F238E27FC236}">
                      <a16:creationId xmlns:a16="http://schemas.microsoft.com/office/drawing/2014/main" id="{523915B4-70DA-5416-7FCD-04CCBE5FF57B}"/>
                    </a:ext>
                  </a:extLst>
                </p:cNvPr>
                <p:cNvSpPr/>
                <p:nvPr/>
              </p:nvSpPr>
              <p:spPr>
                <a:xfrm>
                  <a:off x="5104086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75</a:t>
                  </a:r>
                </a:p>
              </p:txBody>
            </p:sp>
            <p:sp>
              <p:nvSpPr>
                <p:cNvPr id="4024" name="tx4024">
                  <a:extLst>
                    <a:ext uri="{FF2B5EF4-FFF2-40B4-BE49-F238E27FC236}">
                      <a16:creationId xmlns:a16="http://schemas.microsoft.com/office/drawing/2014/main" id="{41CE69FB-D174-1B3F-2D7E-98F9F11DEC7D}"/>
                    </a:ext>
                  </a:extLst>
                </p:cNvPr>
                <p:cNvSpPr/>
                <p:nvPr/>
              </p:nvSpPr>
              <p:spPr>
                <a:xfrm>
                  <a:off x="5259443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25" name="tx4025">
                  <a:extLst>
                    <a:ext uri="{FF2B5EF4-FFF2-40B4-BE49-F238E27FC236}">
                      <a16:creationId xmlns:a16="http://schemas.microsoft.com/office/drawing/2014/main" id="{C56066F3-9150-025F-1D00-739E8BD5AF7E}"/>
                    </a:ext>
                  </a:extLst>
                </p:cNvPr>
                <p:cNvSpPr/>
                <p:nvPr/>
              </p:nvSpPr>
              <p:spPr>
                <a:xfrm>
                  <a:off x="5304157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26" name="tx4026">
                  <a:extLst>
                    <a:ext uri="{FF2B5EF4-FFF2-40B4-BE49-F238E27FC236}">
                      <a16:creationId xmlns:a16="http://schemas.microsoft.com/office/drawing/2014/main" id="{D1410E49-9ACB-E097-281F-184224939EC9}"/>
                    </a:ext>
                  </a:extLst>
                </p:cNvPr>
                <p:cNvSpPr/>
                <p:nvPr/>
              </p:nvSpPr>
              <p:spPr>
                <a:xfrm>
                  <a:off x="5633261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70</a:t>
                  </a:r>
                </a:p>
              </p:txBody>
            </p:sp>
            <p:sp>
              <p:nvSpPr>
                <p:cNvPr id="4027" name="tx4027">
                  <a:extLst>
                    <a:ext uri="{FF2B5EF4-FFF2-40B4-BE49-F238E27FC236}">
                      <a16:creationId xmlns:a16="http://schemas.microsoft.com/office/drawing/2014/main" id="{EB31382F-D0E2-3573-B6C4-6EAD7187B060}"/>
                    </a:ext>
                  </a:extLst>
                </p:cNvPr>
                <p:cNvSpPr/>
                <p:nvPr/>
              </p:nvSpPr>
              <p:spPr>
                <a:xfrm>
                  <a:off x="5788618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28" name="tx4028">
                  <a:extLst>
                    <a:ext uri="{FF2B5EF4-FFF2-40B4-BE49-F238E27FC236}">
                      <a16:creationId xmlns:a16="http://schemas.microsoft.com/office/drawing/2014/main" id="{EAC065A9-0293-4874-D630-21F5CB175DD2}"/>
                    </a:ext>
                  </a:extLst>
                </p:cNvPr>
                <p:cNvSpPr/>
                <p:nvPr/>
              </p:nvSpPr>
              <p:spPr>
                <a:xfrm>
                  <a:off x="5833332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29" name="tx4029">
                  <a:extLst>
                    <a:ext uri="{FF2B5EF4-FFF2-40B4-BE49-F238E27FC236}">
                      <a16:creationId xmlns:a16="http://schemas.microsoft.com/office/drawing/2014/main" id="{A00BC278-771E-5DFA-03E6-9E4F959870C7}"/>
                    </a:ext>
                  </a:extLst>
                </p:cNvPr>
                <p:cNvSpPr/>
                <p:nvPr/>
              </p:nvSpPr>
              <p:spPr>
                <a:xfrm>
                  <a:off x="6162436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65</a:t>
                  </a:r>
                </a:p>
              </p:txBody>
            </p:sp>
            <p:sp>
              <p:nvSpPr>
                <p:cNvPr id="4030" name="tx4030">
                  <a:extLst>
                    <a:ext uri="{FF2B5EF4-FFF2-40B4-BE49-F238E27FC236}">
                      <a16:creationId xmlns:a16="http://schemas.microsoft.com/office/drawing/2014/main" id="{2CEBC423-4E4A-4041-6241-196E2C1DB20C}"/>
                    </a:ext>
                  </a:extLst>
                </p:cNvPr>
                <p:cNvSpPr/>
                <p:nvPr/>
              </p:nvSpPr>
              <p:spPr>
                <a:xfrm>
                  <a:off x="6317793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31" name="tx4031">
                  <a:extLst>
                    <a:ext uri="{FF2B5EF4-FFF2-40B4-BE49-F238E27FC236}">
                      <a16:creationId xmlns:a16="http://schemas.microsoft.com/office/drawing/2014/main" id="{331286D8-CBA6-1023-72C0-96A5FDEA8EB7}"/>
                    </a:ext>
                  </a:extLst>
                </p:cNvPr>
                <p:cNvSpPr/>
                <p:nvPr/>
              </p:nvSpPr>
              <p:spPr>
                <a:xfrm>
                  <a:off x="6362507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32" name="tx4032">
                  <a:extLst>
                    <a:ext uri="{FF2B5EF4-FFF2-40B4-BE49-F238E27FC236}">
                      <a16:creationId xmlns:a16="http://schemas.microsoft.com/office/drawing/2014/main" id="{371BA383-56CB-B7B5-DA10-795EB890414C}"/>
                    </a:ext>
                  </a:extLst>
                </p:cNvPr>
                <p:cNvSpPr/>
                <p:nvPr/>
              </p:nvSpPr>
              <p:spPr>
                <a:xfrm>
                  <a:off x="4066122" y="5925448"/>
                  <a:ext cx="613836" cy="100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Longitude</a:t>
                  </a:r>
                </a:p>
              </p:txBody>
            </p:sp>
            <p:sp>
              <p:nvSpPr>
                <p:cNvPr id="4033" name="tx4033">
                  <a:extLst>
                    <a:ext uri="{FF2B5EF4-FFF2-40B4-BE49-F238E27FC236}">
                      <a16:creationId xmlns:a16="http://schemas.microsoft.com/office/drawing/2014/main" id="{D35A819C-6799-7627-C8B1-68F39AD9AFFD}"/>
                    </a:ext>
                  </a:extLst>
                </p:cNvPr>
                <p:cNvSpPr/>
                <p:nvPr/>
              </p:nvSpPr>
              <p:spPr>
                <a:xfrm rot="-5400000">
                  <a:off x="1525174" y="3987658"/>
                  <a:ext cx="497159" cy="100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Latitude</a:t>
                  </a:r>
                </a:p>
              </p:txBody>
            </p:sp>
            <p:sp>
              <p:nvSpPr>
                <p:cNvPr id="4034" name="rc4034">
                  <a:extLst>
                    <a:ext uri="{FF2B5EF4-FFF2-40B4-BE49-F238E27FC236}">
                      <a16:creationId xmlns:a16="http://schemas.microsoft.com/office/drawing/2014/main" id="{03612BC7-AE16-BD0E-F8F4-15FD4B550787}"/>
                    </a:ext>
                  </a:extLst>
                </p:cNvPr>
                <p:cNvSpPr/>
                <p:nvPr/>
              </p:nvSpPr>
              <p:spPr>
                <a:xfrm>
                  <a:off x="6683342" y="3243743"/>
                  <a:ext cx="737012" cy="1588048"/>
                </a:xfrm>
                <a:prstGeom prst="rect">
                  <a:avLst/>
                </a:prstGeom>
                <a:solidFill>
                  <a:srgbClr val="FFFFFF">
                    <a:alpha val="100000"/>
                  </a:srgbClr>
                </a:solidFill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35" name="tx4035">
                  <a:extLst>
                    <a:ext uri="{FF2B5EF4-FFF2-40B4-BE49-F238E27FC236}">
                      <a16:creationId xmlns:a16="http://schemas.microsoft.com/office/drawing/2014/main" id="{7A8BA38F-B2A5-AEBF-A9E7-4256D31D1729}"/>
                    </a:ext>
                  </a:extLst>
                </p:cNvPr>
                <p:cNvSpPr/>
                <p:nvPr/>
              </p:nvSpPr>
              <p:spPr>
                <a:xfrm>
                  <a:off x="6752931" y="3328785"/>
                  <a:ext cx="597834" cy="100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Genomic </a:t>
                  </a:r>
                </a:p>
              </p:txBody>
            </p:sp>
            <p:sp>
              <p:nvSpPr>
                <p:cNvPr id="4036" name="tx4036">
                  <a:extLst>
                    <a:ext uri="{FF2B5EF4-FFF2-40B4-BE49-F238E27FC236}">
                      <a16:creationId xmlns:a16="http://schemas.microsoft.com/office/drawing/2014/main" id="{8EB5A150-2592-72CE-682D-3FF70B69903B}"/>
                    </a:ext>
                  </a:extLst>
                </p:cNvPr>
                <p:cNvSpPr/>
                <p:nvPr/>
              </p:nvSpPr>
              <p:spPr>
                <a:xfrm>
                  <a:off x="6752931" y="3479661"/>
                  <a:ext cx="372526" cy="100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Offset</a:t>
                  </a:r>
                </a:p>
              </p:txBody>
            </p:sp>
            <p:pic>
              <p:nvPicPr>
                <p:cNvPr id="4037" name="pic4037">
                  <a:extLst>
                    <a:ext uri="{FF2B5EF4-FFF2-40B4-BE49-F238E27FC236}">
                      <a16:creationId xmlns:a16="http://schemas.microsoft.com/office/drawing/2014/main" id="{B5329A02-8D78-60CB-0B10-B15885E3EDC3}"/>
                    </a:ext>
                  </a:extLst>
                </p:cNvPr>
                <p:cNvPicPr/>
                <p:nvPr/>
              </p:nvPicPr>
              <p:blipFill>
                <a:blip r:embed="rId3" cstate="print"/>
                <a:stretch>
                  <a:fillRect/>
                </a:stretch>
              </p:blipFill>
              <p:spPr>
                <a:xfrm>
                  <a:off x="6752931" y="3664922"/>
                  <a:ext cx="219455" cy="1097280"/>
                </a:xfrm>
                <a:prstGeom prst="rect">
                  <a:avLst/>
                </a:prstGeom>
              </p:spPr>
            </p:pic>
            <p:sp>
              <p:nvSpPr>
                <p:cNvPr id="4038" name="pl4038">
                  <a:extLst>
                    <a:ext uri="{FF2B5EF4-FFF2-40B4-BE49-F238E27FC236}">
                      <a16:creationId xmlns:a16="http://schemas.microsoft.com/office/drawing/2014/main" id="{680C3A59-C856-AB76-9AAF-BED9C80D1078}"/>
                    </a:ext>
                  </a:extLst>
                </p:cNvPr>
                <p:cNvSpPr/>
                <p:nvPr/>
              </p:nvSpPr>
              <p:spPr>
                <a:xfrm>
                  <a:off x="6928496" y="4760373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39" name="pl4039">
                  <a:extLst>
                    <a:ext uri="{FF2B5EF4-FFF2-40B4-BE49-F238E27FC236}">
                      <a16:creationId xmlns:a16="http://schemas.microsoft.com/office/drawing/2014/main" id="{6DD303DF-C5F5-14F6-DDC2-E66C3F566811}"/>
                    </a:ext>
                  </a:extLst>
                </p:cNvPr>
                <p:cNvSpPr/>
                <p:nvPr/>
              </p:nvSpPr>
              <p:spPr>
                <a:xfrm>
                  <a:off x="6928496" y="4486967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0" name="pl4040">
                  <a:extLst>
                    <a:ext uri="{FF2B5EF4-FFF2-40B4-BE49-F238E27FC236}">
                      <a16:creationId xmlns:a16="http://schemas.microsoft.com/office/drawing/2014/main" id="{0D285344-E6BC-650E-BDA7-716F14AAF961}"/>
                    </a:ext>
                  </a:extLst>
                </p:cNvPr>
                <p:cNvSpPr/>
                <p:nvPr/>
              </p:nvSpPr>
              <p:spPr>
                <a:xfrm>
                  <a:off x="6928496" y="4213562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1" name="pl4041">
                  <a:extLst>
                    <a:ext uri="{FF2B5EF4-FFF2-40B4-BE49-F238E27FC236}">
                      <a16:creationId xmlns:a16="http://schemas.microsoft.com/office/drawing/2014/main" id="{B2DD59A2-6102-CD43-4211-B74155929E3A}"/>
                    </a:ext>
                  </a:extLst>
                </p:cNvPr>
                <p:cNvSpPr/>
                <p:nvPr/>
              </p:nvSpPr>
              <p:spPr>
                <a:xfrm>
                  <a:off x="6928496" y="3940156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2" name="pl4042">
                  <a:extLst>
                    <a:ext uri="{FF2B5EF4-FFF2-40B4-BE49-F238E27FC236}">
                      <a16:creationId xmlns:a16="http://schemas.microsoft.com/office/drawing/2014/main" id="{441FA3FC-9F6A-C77F-55B0-695DBB766CC7}"/>
                    </a:ext>
                  </a:extLst>
                </p:cNvPr>
                <p:cNvSpPr/>
                <p:nvPr/>
              </p:nvSpPr>
              <p:spPr>
                <a:xfrm>
                  <a:off x="6928496" y="3666751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3" name="pl4043">
                  <a:extLst>
                    <a:ext uri="{FF2B5EF4-FFF2-40B4-BE49-F238E27FC236}">
                      <a16:creationId xmlns:a16="http://schemas.microsoft.com/office/drawing/2014/main" id="{36C73D39-D7D1-2443-822F-67836D89A224}"/>
                    </a:ext>
                  </a:extLst>
                </p:cNvPr>
                <p:cNvSpPr/>
                <p:nvPr/>
              </p:nvSpPr>
              <p:spPr>
                <a:xfrm>
                  <a:off x="6752931" y="4760373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4" name="pl4044">
                  <a:extLst>
                    <a:ext uri="{FF2B5EF4-FFF2-40B4-BE49-F238E27FC236}">
                      <a16:creationId xmlns:a16="http://schemas.microsoft.com/office/drawing/2014/main" id="{6F231213-C1F3-AC29-45DF-219E9732F206}"/>
                    </a:ext>
                  </a:extLst>
                </p:cNvPr>
                <p:cNvSpPr/>
                <p:nvPr/>
              </p:nvSpPr>
              <p:spPr>
                <a:xfrm>
                  <a:off x="6752931" y="4486967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5" name="pl4045">
                  <a:extLst>
                    <a:ext uri="{FF2B5EF4-FFF2-40B4-BE49-F238E27FC236}">
                      <a16:creationId xmlns:a16="http://schemas.microsoft.com/office/drawing/2014/main" id="{CA718973-F08D-78C0-3E8F-1F41514FDB69}"/>
                    </a:ext>
                  </a:extLst>
                </p:cNvPr>
                <p:cNvSpPr/>
                <p:nvPr/>
              </p:nvSpPr>
              <p:spPr>
                <a:xfrm>
                  <a:off x="6752931" y="4213562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6" name="pl4046">
                  <a:extLst>
                    <a:ext uri="{FF2B5EF4-FFF2-40B4-BE49-F238E27FC236}">
                      <a16:creationId xmlns:a16="http://schemas.microsoft.com/office/drawing/2014/main" id="{6E7C7B1F-A6C3-88DF-2FB8-E024840A48F7}"/>
                    </a:ext>
                  </a:extLst>
                </p:cNvPr>
                <p:cNvSpPr/>
                <p:nvPr/>
              </p:nvSpPr>
              <p:spPr>
                <a:xfrm>
                  <a:off x="6752931" y="3940156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7" name="pl4047">
                  <a:extLst>
                    <a:ext uri="{FF2B5EF4-FFF2-40B4-BE49-F238E27FC236}">
                      <a16:creationId xmlns:a16="http://schemas.microsoft.com/office/drawing/2014/main" id="{C622093B-5A26-F920-0F12-20D2DB4D8948}"/>
                    </a:ext>
                  </a:extLst>
                </p:cNvPr>
                <p:cNvSpPr/>
                <p:nvPr/>
              </p:nvSpPr>
              <p:spPr>
                <a:xfrm>
                  <a:off x="6752931" y="3666751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8" name="tx4048">
                  <a:extLst>
                    <a:ext uri="{FF2B5EF4-FFF2-40B4-BE49-F238E27FC236}">
                      <a16:creationId xmlns:a16="http://schemas.microsoft.com/office/drawing/2014/main" id="{C8F73DFA-2EB0-CF2C-F30F-0D36EAEABEA4}"/>
                    </a:ext>
                  </a:extLst>
                </p:cNvPr>
                <p:cNvSpPr/>
                <p:nvPr/>
              </p:nvSpPr>
              <p:spPr>
                <a:xfrm>
                  <a:off x="7041976" y="4720322"/>
                  <a:ext cx="217535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0.00</a:t>
                  </a:r>
                </a:p>
              </p:txBody>
            </p:sp>
            <p:sp>
              <p:nvSpPr>
                <p:cNvPr id="4049" name="tx4049">
                  <a:extLst>
                    <a:ext uri="{FF2B5EF4-FFF2-40B4-BE49-F238E27FC236}">
                      <a16:creationId xmlns:a16="http://schemas.microsoft.com/office/drawing/2014/main" id="{97E26773-3E34-B750-04B0-BD41A17C0A69}"/>
                    </a:ext>
                  </a:extLst>
                </p:cNvPr>
                <p:cNvSpPr/>
                <p:nvPr/>
              </p:nvSpPr>
              <p:spPr>
                <a:xfrm>
                  <a:off x="7041976" y="4446917"/>
                  <a:ext cx="217535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0.02</a:t>
                  </a:r>
                </a:p>
              </p:txBody>
            </p:sp>
            <p:sp>
              <p:nvSpPr>
                <p:cNvPr id="4050" name="tx4050">
                  <a:extLst>
                    <a:ext uri="{FF2B5EF4-FFF2-40B4-BE49-F238E27FC236}">
                      <a16:creationId xmlns:a16="http://schemas.microsoft.com/office/drawing/2014/main" id="{3EFF4817-3821-6D84-E877-E3D1A0DD9228}"/>
                    </a:ext>
                  </a:extLst>
                </p:cNvPr>
                <p:cNvSpPr/>
                <p:nvPr/>
              </p:nvSpPr>
              <p:spPr>
                <a:xfrm>
                  <a:off x="7041976" y="4173511"/>
                  <a:ext cx="217535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0.04</a:t>
                  </a:r>
                </a:p>
              </p:txBody>
            </p:sp>
            <p:sp>
              <p:nvSpPr>
                <p:cNvPr id="4051" name="tx4051">
                  <a:extLst>
                    <a:ext uri="{FF2B5EF4-FFF2-40B4-BE49-F238E27FC236}">
                      <a16:creationId xmlns:a16="http://schemas.microsoft.com/office/drawing/2014/main" id="{25493F79-2338-52E0-8C56-280B18364D9B}"/>
                    </a:ext>
                  </a:extLst>
                </p:cNvPr>
                <p:cNvSpPr/>
                <p:nvPr/>
              </p:nvSpPr>
              <p:spPr>
                <a:xfrm>
                  <a:off x="7041976" y="3900105"/>
                  <a:ext cx="217535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0.06</a:t>
                  </a:r>
                </a:p>
              </p:txBody>
            </p:sp>
            <p:sp>
              <p:nvSpPr>
                <p:cNvPr id="4052" name="tx4052">
                  <a:extLst>
                    <a:ext uri="{FF2B5EF4-FFF2-40B4-BE49-F238E27FC236}">
                      <a16:creationId xmlns:a16="http://schemas.microsoft.com/office/drawing/2014/main" id="{146544F4-35A4-788A-EB7B-0D6E16A3E691}"/>
                    </a:ext>
                  </a:extLst>
                </p:cNvPr>
                <p:cNvSpPr/>
                <p:nvPr/>
              </p:nvSpPr>
              <p:spPr>
                <a:xfrm>
                  <a:off x="7041976" y="3626700"/>
                  <a:ext cx="217535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0.08</a:t>
                  </a:r>
                </a:p>
              </p:txBody>
            </p:sp>
            <p:sp>
              <p:nvSpPr>
                <p:cNvPr id="4053" name="tx4053">
                  <a:extLst>
                    <a:ext uri="{FF2B5EF4-FFF2-40B4-BE49-F238E27FC236}">
                      <a16:creationId xmlns:a16="http://schemas.microsoft.com/office/drawing/2014/main" id="{C88EFFAF-0978-733E-EEA7-8E14CF45BDA4}"/>
                    </a:ext>
                  </a:extLst>
                </p:cNvPr>
                <p:cNvSpPr/>
                <p:nvPr/>
              </p:nvSpPr>
              <p:spPr>
                <a:xfrm>
                  <a:off x="2201917" y="1669789"/>
                  <a:ext cx="2541117" cy="2186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24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24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Genomic Offset to </a:t>
                  </a:r>
                </a:p>
              </p:txBody>
            </p:sp>
            <p:sp>
              <p:nvSpPr>
                <p:cNvPr id="4054" name="tx4054">
                  <a:extLst>
                    <a:ext uri="{FF2B5EF4-FFF2-40B4-BE49-F238E27FC236}">
                      <a16:creationId xmlns:a16="http://schemas.microsoft.com/office/drawing/2014/main" id="{A5A3A549-A2FC-DB07-114B-893B2D2B33AB}"/>
                    </a:ext>
                  </a:extLst>
                </p:cNvPr>
                <p:cNvSpPr/>
                <p:nvPr/>
              </p:nvSpPr>
              <p:spPr>
                <a:xfrm>
                  <a:off x="2201917" y="1998973"/>
                  <a:ext cx="2151491" cy="2186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24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24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Lewisetta (LEA)</a:t>
                  </a:r>
                </a:p>
              </p:txBody>
            </p:sp>
          </p:grpSp>
          <p:grpSp>
            <p:nvGrpSpPr>
              <p:cNvPr id="4809" name="Group 4808">
                <a:extLst>
                  <a:ext uri="{FF2B5EF4-FFF2-40B4-BE49-F238E27FC236}">
                    <a16:creationId xmlns:a16="http://schemas.microsoft.com/office/drawing/2014/main" id="{7EF0A1A2-E895-0FAC-6362-A64F9C034FCC}"/>
                  </a:ext>
                </a:extLst>
              </p:cNvPr>
              <p:cNvGrpSpPr/>
              <p:nvPr/>
            </p:nvGrpSpPr>
            <p:grpSpPr>
              <a:xfrm>
                <a:off x="2123728" y="3068960"/>
                <a:ext cx="1856488" cy="1743342"/>
                <a:chOff x="6592923" y="1058626"/>
                <a:chExt cx="1856488" cy="1743342"/>
              </a:xfrm>
            </p:grpSpPr>
            <p:sp>
              <p:nvSpPr>
                <p:cNvPr id="4058" name="rc5">
                  <a:extLst>
                    <a:ext uri="{FF2B5EF4-FFF2-40B4-BE49-F238E27FC236}">
                      <a16:creationId xmlns:a16="http://schemas.microsoft.com/office/drawing/2014/main" id="{68CB7F27-75D0-2251-F7D1-285D9C8E043B}"/>
                    </a:ext>
                  </a:extLst>
                </p:cNvPr>
                <p:cNvSpPr/>
                <p:nvPr/>
              </p:nvSpPr>
              <p:spPr>
                <a:xfrm>
                  <a:off x="6592923" y="1058626"/>
                  <a:ext cx="1856488" cy="1732130"/>
                </a:xfrm>
                <a:prstGeom prst="rect">
                  <a:avLst/>
                </a:prstGeom>
                <a:solidFill>
                  <a:srgbClr val="F0F8FF">
                    <a:alpha val="100000"/>
                  </a:srgbClr>
                </a:solidFill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82" name="pg29">
                  <a:extLst>
                    <a:ext uri="{FF2B5EF4-FFF2-40B4-BE49-F238E27FC236}">
                      <a16:creationId xmlns:a16="http://schemas.microsoft.com/office/drawing/2014/main" id="{34C6ADCE-D1FA-2522-4ADB-91FA0AEC7785}"/>
                    </a:ext>
                  </a:extLst>
                </p:cNvPr>
                <p:cNvSpPr/>
                <p:nvPr/>
              </p:nvSpPr>
              <p:spPr>
                <a:xfrm>
                  <a:off x="7349117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83" name="pg30">
                  <a:extLst>
                    <a:ext uri="{FF2B5EF4-FFF2-40B4-BE49-F238E27FC236}">
                      <a16:creationId xmlns:a16="http://schemas.microsoft.com/office/drawing/2014/main" id="{2D50E7B9-63FA-F854-59BF-DBD5116069CA}"/>
                    </a:ext>
                  </a:extLst>
                </p:cNvPr>
                <p:cNvSpPr/>
                <p:nvPr/>
              </p:nvSpPr>
              <p:spPr>
                <a:xfrm>
                  <a:off x="7387055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84" name="pg31">
                  <a:extLst>
                    <a:ext uri="{FF2B5EF4-FFF2-40B4-BE49-F238E27FC236}">
                      <a16:creationId xmlns:a16="http://schemas.microsoft.com/office/drawing/2014/main" id="{4DA734AB-98EF-005B-FCFC-F5330FEA14D9}"/>
                    </a:ext>
                  </a:extLst>
                </p:cNvPr>
                <p:cNvSpPr/>
                <p:nvPr/>
              </p:nvSpPr>
              <p:spPr>
                <a:xfrm>
                  <a:off x="7424993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85" name="pg32">
                  <a:extLst>
                    <a:ext uri="{FF2B5EF4-FFF2-40B4-BE49-F238E27FC236}">
                      <a16:creationId xmlns:a16="http://schemas.microsoft.com/office/drawing/2014/main" id="{B4BBBDE0-0320-0E2E-BA0D-2EEA5F3C2E89}"/>
                    </a:ext>
                  </a:extLst>
                </p:cNvPr>
                <p:cNvSpPr/>
                <p:nvPr/>
              </p:nvSpPr>
              <p:spPr>
                <a:xfrm>
                  <a:off x="7462931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86" name="pg33">
                  <a:extLst>
                    <a:ext uri="{FF2B5EF4-FFF2-40B4-BE49-F238E27FC236}">
                      <a16:creationId xmlns:a16="http://schemas.microsoft.com/office/drawing/2014/main" id="{8DAC6B85-2D89-6A42-2EE1-2F8130455E72}"/>
                    </a:ext>
                  </a:extLst>
                </p:cNvPr>
                <p:cNvSpPr/>
                <p:nvPr/>
              </p:nvSpPr>
              <p:spPr>
                <a:xfrm>
                  <a:off x="7500869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4CFAE">
                    <a:alpha val="100000"/>
                  </a:srgbClr>
                </a:solidFill>
                <a:ln w="5420" cap="flat">
                  <a:solidFill>
                    <a:srgbClr val="64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87" name="pg34">
                  <a:extLst>
                    <a:ext uri="{FF2B5EF4-FFF2-40B4-BE49-F238E27FC236}">
                      <a16:creationId xmlns:a16="http://schemas.microsoft.com/office/drawing/2014/main" id="{C3E7DE56-3E85-01A1-E935-858A3B570251}"/>
                    </a:ext>
                  </a:extLst>
                </p:cNvPr>
                <p:cNvSpPr/>
                <p:nvPr/>
              </p:nvSpPr>
              <p:spPr>
                <a:xfrm>
                  <a:off x="7538807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1CEAD">
                    <a:alpha val="100000"/>
                  </a:srgbClr>
                </a:solidFill>
                <a:ln w="5420" cap="flat">
                  <a:solidFill>
                    <a:srgbClr val="61CE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88" name="pg35">
                  <a:extLst>
                    <a:ext uri="{FF2B5EF4-FFF2-40B4-BE49-F238E27FC236}">
                      <a16:creationId xmlns:a16="http://schemas.microsoft.com/office/drawing/2014/main" id="{4E527AFE-EDAD-08C8-FE39-CFBBA623C185}"/>
                    </a:ext>
                  </a:extLst>
                </p:cNvPr>
                <p:cNvSpPr/>
                <p:nvPr/>
              </p:nvSpPr>
              <p:spPr>
                <a:xfrm>
                  <a:off x="7576745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89" name="pg36">
                  <a:extLst>
                    <a:ext uri="{FF2B5EF4-FFF2-40B4-BE49-F238E27FC236}">
                      <a16:creationId xmlns:a16="http://schemas.microsoft.com/office/drawing/2014/main" id="{B4CC8CE6-217B-D348-A4BA-0EB2FD28F1D7}"/>
                    </a:ext>
                  </a:extLst>
                </p:cNvPr>
                <p:cNvSpPr/>
                <p:nvPr/>
              </p:nvSpPr>
              <p:spPr>
                <a:xfrm>
                  <a:off x="7614683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0" name="pg37">
                  <a:extLst>
                    <a:ext uri="{FF2B5EF4-FFF2-40B4-BE49-F238E27FC236}">
                      <a16:creationId xmlns:a16="http://schemas.microsoft.com/office/drawing/2014/main" id="{B5706DAA-AFE6-73F7-2D85-834AE9782BDC}"/>
                    </a:ext>
                  </a:extLst>
                </p:cNvPr>
                <p:cNvSpPr/>
                <p:nvPr/>
              </p:nvSpPr>
              <p:spPr>
                <a:xfrm>
                  <a:off x="7804373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1" name="pg38">
                  <a:extLst>
                    <a:ext uri="{FF2B5EF4-FFF2-40B4-BE49-F238E27FC236}">
                      <a16:creationId xmlns:a16="http://schemas.microsoft.com/office/drawing/2014/main" id="{E466184B-FC56-7916-CE16-39A643407ED7}"/>
                    </a:ext>
                  </a:extLst>
                </p:cNvPr>
                <p:cNvSpPr/>
                <p:nvPr/>
              </p:nvSpPr>
              <p:spPr>
                <a:xfrm>
                  <a:off x="7842311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2" name="pg39">
                  <a:extLst>
                    <a:ext uri="{FF2B5EF4-FFF2-40B4-BE49-F238E27FC236}">
                      <a16:creationId xmlns:a16="http://schemas.microsoft.com/office/drawing/2014/main" id="{B76A50FD-54A8-DEA3-48C6-B74A997D951E}"/>
                    </a:ext>
                  </a:extLst>
                </p:cNvPr>
                <p:cNvSpPr/>
                <p:nvPr/>
              </p:nvSpPr>
              <p:spPr>
                <a:xfrm>
                  <a:off x="7880249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3" name="pg40">
                  <a:extLst>
                    <a:ext uri="{FF2B5EF4-FFF2-40B4-BE49-F238E27FC236}">
                      <a16:creationId xmlns:a16="http://schemas.microsoft.com/office/drawing/2014/main" id="{8CBC74CD-8A50-CF6B-F99E-3B151027B6C5}"/>
                    </a:ext>
                  </a:extLst>
                </p:cNvPr>
                <p:cNvSpPr/>
                <p:nvPr/>
              </p:nvSpPr>
              <p:spPr>
                <a:xfrm>
                  <a:off x="7918187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4" name="pg41">
                  <a:extLst>
                    <a:ext uri="{FF2B5EF4-FFF2-40B4-BE49-F238E27FC236}">
                      <a16:creationId xmlns:a16="http://schemas.microsoft.com/office/drawing/2014/main" id="{B567B1BF-7C5E-7003-8A97-3AAD976B49B7}"/>
                    </a:ext>
                  </a:extLst>
                </p:cNvPr>
                <p:cNvSpPr/>
                <p:nvPr/>
              </p:nvSpPr>
              <p:spPr>
                <a:xfrm>
                  <a:off x="7956125" y="106927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5" name="pg42">
                  <a:extLst>
                    <a:ext uri="{FF2B5EF4-FFF2-40B4-BE49-F238E27FC236}">
                      <a16:creationId xmlns:a16="http://schemas.microsoft.com/office/drawing/2014/main" id="{D2E9E159-DF29-A823-1B0F-CE876EDBB5A1}"/>
                    </a:ext>
                  </a:extLst>
                </p:cNvPr>
                <p:cNvSpPr/>
                <p:nvPr/>
              </p:nvSpPr>
              <p:spPr>
                <a:xfrm>
                  <a:off x="7159427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6" name="pg43">
                  <a:extLst>
                    <a:ext uri="{FF2B5EF4-FFF2-40B4-BE49-F238E27FC236}">
                      <a16:creationId xmlns:a16="http://schemas.microsoft.com/office/drawing/2014/main" id="{9B5E5147-05A8-3B3B-0248-668DF8CA1383}"/>
                    </a:ext>
                  </a:extLst>
                </p:cNvPr>
                <p:cNvSpPr/>
                <p:nvPr/>
              </p:nvSpPr>
              <p:spPr>
                <a:xfrm>
                  <a:off x="7197365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7" name="pg44">
                  <a:extLst>
                    <a:ext uri="{FF2B5EF4-FFF2-40B4-BE49-F238E27FC236}">
                      <a16:creationId xmlns:a16="http://schemas.microsoft.com/office/drawing/2014/main" id="{0D7F34CE-80FC-B720-D9A9-491551FE42A3}"/>
                    </a:ext>
                  </a:extLst>
                </p:cNvPr>
                <p:cNvSpPr/>
                <p:nvPr/>
              </p:nvSpPr>
              <p:spPr>
                <a:xfrm>
                  <a:off x="7235303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8" name="pg45">
                  <a:extLst>
                    <a:ext uri="{FF2B5EF4-FFF2-40B4-BE49-F238E27FC236}">
                      <a16:creationId xmlns:a16="http://schemas.microsoft.com/office/drawing/2014/main" id="{EBA825F6-05B1-7C56-459A-A1B1F88BBC60}"/>
                    </a:ext>
                  </a:extLst>
                </p:cNvPr>
                <p:cNvSpPr/>
                <p:nvPr/>
              </p:nvSpPr>
              <p:spPr>
                <a:xfrm>
                  <a:off x="7273241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9" name="pg46">
                  <a:extLst>
                    <a:ext uri="{FF2B5EF4-FFF2-40B4-BE49-F238E27FC236}">
                      <a16:creationId xmlns:a16="http://schemas.microsoft.com/office/drawing/2014/main" id="{15BE7F35-FF92-3984-FD43-B164649D59F4}"/>
                    </a:ext>
                  </a:extLst>
                </p:cNvPr>
                <p:cNvSpPr/>
                <p:nvPr/>
              </p:nvSpPr>
              <p:spPr>
                <a:xfrm>
                  <a:off x="7311179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0" name="pg47">
                  <a:extLst>
                    <a:ext uri="{FF2B5EF4-FFF2-40B4-BE49-F238E27FC236}">
                      <a16:creationId xmlns:a16="http://schemas.microsoft.com/office/drawing/2014/main" id="{B878D7FC-CF52-F08A-AE7E-4AFA6FDFAD50}"/>
                    </a:ext>
                  </a:extLst>
                </p:cNvPr>
                <p:cNvSpPr/>
                <p:nvPr/>
              </p:nvSpPr>
              <p:spPr>
                <a:xfrm>
                  <a:off x="7349117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1" name="pg48">
                  <a:extLst>
                    <a:ext uri="{FF2B5EF4-FFF2-40B4-BE49-F238E27FC236}">
                      <a16:creationId xmlns:a16="http://schemas.microsoft.com/office/drawing/2014/main" id="{8B341768-9CA1-57BA-0F95-9DF164E37EB1}"/>
                    </a:ext>
                  </a:extLst>
                </p:cNvPr>
                <p:cNvSpPr/>
                <p:nvPr/>
              </p:nvSpPr>
              <p:spPr>
                <a:xfrm>
                  <a:off x="7387055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2" name="pg49">
                  <a:extLst>
                    <a:ext uri="{FF2B5EF4-FFF2-40B4-BE49-F238E27FC236}">
                      <a16:creationId xmlns:a16="http://schemas.microsoft.com/office/drawing/2014/main" id="{1D5E2C77-787C-BFB3-061D-94F2694B253F}"/>
                    </a:ext>
                  </a:extLst>
                </p:cNvPr>
                <p:cNvSpPr/>
                <p:nvPr/>
              </p:nvSpPr>
              <p:spPr>
                <a:xfrm>
                  <a:off x="7424993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3" name="pg50">
                  <a:extLst>
                    <a:ext uri="{FF2B5EF4-FFF2-40B4-BE49-F238E27FC236}">
                      <a16:creationId xmlns:a16="http://schemas.microsoft.com/office/drawing/2014/main" id="{D2CA1CDE-49B4-199A-22F4-4C9BA71D12CF}"/>
                    </a:ext>
                  </a:extLst>
                </p:cNvPr>
                <p:cNvSpPr/>
                <p:nvPr/>
              </p:nvSpPr>
              <p:spPr>
                <a:xfrm>
                  <a:off x="7462931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4" name="pg51">
                  <a:extLst>
                    <a:ext uri="{FF2B5EF4-FFF2-40B4-BE49-F238E27FC236}">
                      <a16:creationId xmlns:a16="http://schemas.microsoft.com/office/drawing/2014/main" id="{31362191-956D-531B-9287-5A86BA08B94B}"/>
                    </a:ext>
                  </a:extLst>
                </p:cNvPr>
                <p:cNvSpPr/>
                <p:nvPr/>
              </p:nvSpPr>
              <p:spPr>
                <a:xfrm>
                  <a:off x="7500869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5" name="pg52">
                  <a:extLst>
                    <a:ext uri="{FF2B5EF4-FFF2-40B4-BE49-F238E27FC236}">
                      <a16:creationId xmlns:a16="http://schemas.microsoft.com/office/drawing/2014/main" id="{2802B2AA-1CE9-9B88-7B5F-7069ECF9F366}"/>
                    </a:ext>
                  </a:extLst>
                </p:cNvPr>
                <p:cNvSpPr/>
                <p:nvPr/>
              </p:nvSpPr>
              <p:spPr>
                <a:xfrm>
                  <a:off x="7538807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6" name="pg53">
                  <a:extLst>
                    <a:ext uri="{FF2B5EF4-FFF2-40B4-BE49-F238E27FC236}">
                      <a16:creationId xmlns:a16="http://schemas.microsoft.com/office/drawing/2014/main" id="{56C0B1F1-9251-2D8A-0EDF-35ABA44C057E}"/>
                    </a:ext>
                  </a:extLst>
                </p:cNvPr>
                <p:cNvSpPr/>
                <p:nvPr/>
              </p:nvSpPr>
              <p:spPr>
                <a:xfrm>
                  <a:off x="7576745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4CFAE">
                    <a:alpha val="100000"/>
                  </a:srgbClr>
                </a:solidFill>
                <a:ln w="5420" cap="flat">
                  <a:solidFill>
                    <a:srgbClr val="64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7" name="pg54">
                  <a:extLst>
                    <a:ext uri="{FF2B5EF4-FFF2-40B4-BE49-F238E27FC236}">
                      <a16:creationId xmlns:a16="http://schemas.microsoft.com/office/drawing/2014/main" id="{FE537F59-352C-FAB6-1725-2778883DD4C2}"/>
                    </a:ext>
                  </a:extLst>
                </p:cNvPr>
                <p:cNvSpPr/>
                <p:nvPr/>
              </p:nvSpPr>
              <p:spPr>
                <a:xfrm>
                  <a:off x="7766435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8" name="pg55">
                  <a:extLst>
                    <a:ext uri="{FF2B5EF4-FFF2-40B4-BE49-F238E27FC236}">
                      <a16:creationId xmlns:a16="http://schemas.microsoft.com/office/drawing/2014/main" id="{E8E6C70F-A992-49BB-90C0-5426F913DD73}"/>
                    </a:ext>
                  </a:extLst>
                </p:cNvPr>
                <p:cNvSpPr/>
                <p:nvPr/>
              </p:nvSpPr>
              <p:spPr>
                <a:xfrm>
                  <a:off x="7804373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9" name="pg56">
                  <a:extLst>
                    <a:ext uri="{FF2B5EF4-FFF2-40B4-BE49-F238E27FC236}">
                      <a16:creationId xmlns:a16="http://schemas.microsoft.com/office/drawing/2014/main" id="{B3E46700-3797-DC7D-B6FF-73D6BD413881}"/>
                    </a:ext>
                  </a:extLst>
                </p:cNvPr>
                <p:cNvSpPr/>
                <p:nvPr/>
              </p:nvSpPr>
              <p:spPr>
                <a:xfrm>
                  <a:off x="7842311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0" name="pg57">
                  <a:extLst>
                    <a:ext uri="{FF2B5EF4-FFF2-40B4-BE49-F238E27FC236}">
                      <a16:creationId xmlns:a16="http://schemas.microsoft.com/office/drawing/2014/main" id="{71243D55-31E8-286D-D4E1-F6B4FB826565}"/>
                    </a:ext>
                  </a:extLst>
                </p:cNvPr>
                <p:cNvSpPr/>
                <p:nvPr/>
              </p:nvSpPr>
              <p:spPr>
                <a:xfrm>
                  <a:off x="7880249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1" name="pg58">
                  <a:extLst>
                    <a:ext uri="{FF2B5EF4-FFF2-40B4-BE49-F238E27FC236}">
                      <a16:creationId xmlns:a16="http://schemas.microsoft.com/office/drawing/2014/main" id="{0DB1551F-46AC-52E6-4976-7608B566CB33}"/>
                    </a:ext>
                  </a:extLst>
                </p:cNvPr>
                <p:cNvSpPr/>
                <p:nvPr/>
              </p:nvSpPr>
              <p:spPr>
                <a:xfrm>
                  <a:off x="7918187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2" name="pg59">
                  <a:extLst>
                    <a:ext uri="{FF2B5EF4-FFF2-40B4-BE49-F238E27FC236}">
                      <a16:creationId xmlns:a16="http://schemas.microsoft.com/office/drawing/2014/main" id="{2B1EB7F1-6B85-ACA8-D30B-DC356F7AB080}"/>
                    </a:ext>
                  </a:extLst>
                </p:cNvPr>
                <p:cNvSpPr/>
                <p:nvPr/>
              </p:nvSpPr>
              <p:spPr>
                <a:xfrm>
                  <a:off x="7956125" y="111740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3" name="pg60">
                  <a:extLst>
                    <a:ext uri="{FF2B5EF4-FFF2-40B4-BE49-F238E27FC236}">
                      <a16:creationId xmlns:a16="http://schemas.microsoft.com/office/drawing/2014/main" id="{2C1A2657-557C-2767-6F43-A51A03566220}"/>
                    </a:ext>
                  </a:extLst>
                </p:cNvPr>
                <p:cNvSpPr/>
                <p:nvPr/>
              </p:nvSpPr>
              <p:spPr>
                <a:xfrm>
                  <a:off x="7121489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4" name="pg61">
                  <a:extLst>
                    <a:ext uri="{FF2B5EF4-FFF2-40B4-BE49-F238E27FC236}">
                      <a16:creationId xmlns:a16="http://schemas.microsoft.com/office/drawing/2014/main" id="{C54048D8-2AB6-F00B-2CD8-5F35DFE8EE73}"/>
                    </a:ext>
                  </a:extLst>
                </p:cNvPr>
                <p:cNvSpPr/>
                <p:nvPr/>
              </p:nvSpPr>
              <p:spPr>
                <a:xfrm>
                  <a:off x="7159427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5" name="pg62">
                  <a:extLst>
                    <a:ext uri="{FF2B5EF4-FFF2-40B4-BE49-F238E27FC236}">
                      <a16:creationId xmlns:a16="http://schemas.microsoft.com/office/drawing/2014/main" id="{D46A22C4-5A91-54A4-614B-3FD6CE6DA340}"/>
                    </a:ext>
                  </a:extLst>
                </p:cNvPr>
                <p:cNvSpPr/>
                <p:nvPr/>
              </p:nvSpPr>
              <p:spPr>
                <a:xfrm>
                  <a:off x="7197365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6" name="pg63">
                  <a:extLst>
                    <a:ext uri="{FF2B5EF4-FFF2-40B4-BE49-F238E27FC236}">
                      <a16:creationId xmlns:a16="http://schemas.microsoft.com/office/drawing/2014/main" id="{127C4808-143E-2F34-0A5D-50B9A0DE177C}"/>
                    </a:ext>
                  </a:extLst>
                </p:cNvPr>
                <p:cNvSpPr/>
                <p:nvPr/>
              </p:nvSpPr>
              <p:spPr>
                <a:xfrm>
                  <a:off x="7235303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7" name="pg64">
                  <a:extLst>
                    <a:ext uri="{FF2B5EF4-FFF2-40B4-BE49-F238E27FC236}">
                      <a16:creationId xmlns:a16="http://schemas.microsoft.com/office/drawing/2014/main" id="{164FBE28-E251-A2F8-36EA-E4C2CA1A6FF5}"/>
                    </a:ext>
                  </a:extLst>
                </p:cNvPr>
                <p:cNvSpPr/>
                <p:nvPr/>
              </p:nvSpPr>
              <p:spPr>
                <a:xfrm>
                  <a:off x="7273241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8" name="pg65">
                  <a:extLst>
                    <a:ext uri="{FF2B5EF4-FFF2-40B4-BE49-F238E27FC236}">
                      <a16:creationId xmlns:a16="http://schemas.microsoft.com/office/drawing/2014/main" id="{CD9F5A4E-C9E4-4DEF-020D-E4C08499317C}"/>
                    </a:ext>
                  </a:extLst>
                </p:cNvPr>
                <p:cNvSpPr/>
                <p:nvPr/>
              </p:nvSpPr>
              <p:spPr>
                <a:xfrm>
                  <a:off x="7311179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9" name="pg66">
                  <a:extLst>
                    <a:ext uri="{FF2B5EF4-FFF2-40B4-BE49-F238E27FC236}">
                      <a16:creationId xmlns:a16="http://schemas.microsoft.com/office/drawing/2014/main" id="{B3BBD979-6FE2-36BD-9378-0BED1D08620F}"/>
                    </a:ext>
                  </a:extLst>
                </p:cNvPr>
                <p:cNvSpPr/>
                <p:nvPr/>
              </p:nvSpPr>
              <p:spPr>
                <a:xfrm>
                  <a:off x="7349117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0" name="pg67">
                  <a:extLst>
                    <a:ext uri="{FF2B5EF4-FFF2-40B4-BE49-F238E27FC236}">
                      <a16:creationId xmlns:a16="http://schemas.microsoft.com/office/drawing/2014/main" id="{70C5BB66-F2EF-BE10-1AA1-EA289CE3F231}"/>
                    </a:ext>
                  </a:extLst>
                </p:cNvPr>
                <p:cNvSpPr/>
                <p:nvPr/>
              </p:nvSpPr>
              <p:spPr>
                <a:xfrm>
                  <a:off x="7387055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1" name="pg68">
                  <a:extLst>
                    <a:ext uri="{FF2B5EF4-FFF2-40B4-BE49-F238E27FC236}">
                      <a16:creationId xmlns:a16="http://schemas.microsoft.com/office/drawing/2014/main" id="{170C6071-5207-D745-9C3C-A4C2600207B5}"/>
                    </a:ext>
                  </a:extLst>
                </p:cNvPr>
                <p:cNvSpPr/>
                <p:nvPr/>
              </p:nvSpPr>
              <p:spPr>
                <a:xfrm>
                  <a:off x="7424993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2" name="pg69">
                  <a:extLst>
                    <a:ext uri="{FF2B5EF4-FFF2-40B4-BE49-F238E27FC236}">
                      <a16:creationId xmlns:a16="http://schemas.microsoft.com/office/drawing/2014/main" id="{5EEE8A52-12F0-6DB9-10CC-198E01893D20}"/>
                    </a:ext>
                  </a:extLst>
                </p:cNvPr>
                <p:cNvSpPr/>
                <p:nvPr/>
              </p:nvSpPr>
              <p:spPr>
                <a:xfrm>
                  <a:off x="7462931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3" name="pg70">
                  <a:extLst>
                    <a:ext uri="{FF2B5EF4-FFF2-40B4-BE49-F238E27FC236}">
                      <a16:creationId xmlns:a16="http://schemas.microsoft.com/office/drawing/2014/main" id="{9B72334C-2AA4-967C-1DF4-7A94E28F7AF7}"/>
                    </a:ext>
                  </a:extLst>
                </p:cNvPr>
                <p:cNvSpPr/>
                <p:nvPr/>
              </p:nvSpPr>
              <p:spPr>
                <a:xfrm>
                  <a:off x="7500869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4" name="pg71">
                  <a:extLst>
                    <a:ext uri="{FF2B5EF4-FFF2-40B4-BE49-F238E27FC236}">
                      <a16:creationId xmlns:a16="http://schemas.microsoft.com/office/drawing/2014/main" id="{D4F72607-97D3-DE9B-991C-1194C24336F5}"/>
                    </a:ext>
                  </a:extLst>
                </p:cNvPr>
                <p:cNvSpPr/>
                <p:nvPr/>
              </p:nvSpPr>
              <p:spPr>
                <a:xfrm>
                  <a:off x="7538807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5" name="pg72">
                  <a:extLst>
                    <a:ext uri="{FF2B5EF4-FFF2-40B4-BE49-F238E27FC236}">
                      <a16:creationId xmlns:a16="http://schemas.microsoft.com/office/drawing/2014/main" id="{04DDF6DE-CC51-668D-6564-BA8771EFC7A6}"/>
                    </a:ext>
                  </a:extLst>
                </p:cNvPr>
                <p:cNvSpPr/>
                <p:nvPr/>
              </p:nvSpPr>
              <p:spPr>
                <a:xfrm>
                  <a:off x="7728497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6" name="pg73">
                  <a:extLst>
                    <a:ext uri="{FF2B5EF4-FFF2-40B4-BE49-F238E27FC236}">
                      <a16:creationId xmlns:a16="http://schemas.microsoft.com/office/drawing/2014/main" id="{0D977FD1-1E33-AF7B-67BC-D3D1D6363734}"/>
                    </a:ext>
                  </a:extLst>
                </p:cNvPr>
                <p:cNvSpPr/>
                <p:nvPr/>
              </p:nvSpPr>
              <p:spPr>
                <a:xfrm>
                  <a:off x="7766435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7" name="pg74">
                  <a:extLst>
                    <a:ext uri="{FF2B5EF4-FFF2-40B4-BE49-F238E27FC236}">
                      <a16:creationId xmlns:a16="http://schemas.microsoft.com/office/drawing/2014/main" id="{BA58E42C-1A1D-6716-3C34-F124D0A0AA07}"/>
                    </a:ext>
                  </a:extLst>
                </p:cNvPr>
                <p:cNvSpPr/>
                <p:nvPr/>
              </p:nvSpPr>
              <p:spPr>
                <a:xfrm>
                  <a:off x="7804373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8" name="pg75">
                  <a:extLst>
                    <a:ext uri="{FF2B5EF4-FFF2-40B4-BE49-F238E27FC236}">
                      <a16:creationId xmlns:a16="http://schemas.microsoft.com/office/drawing/2014/main" id="{1C6AC267-91FF-11F6-773F-61A63003BC51}"/>
                    </a:ext>
                  </a:extLst>
                </p:cNvPr>
                <p:cNvSpPr/>
                <p:nvPr/>
              </p:nvSpPr>
              <p:spPr>
                <a:xfrm>
                  <a:off x="7842311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9" name="pg76">
                  <a:extLst>
                    <a:ext uri="{FF2B5EF4-FFF2-40B4-BE49-F238E27FC236}">
                      <a16:creationId xmlns:a16="http://schemas.microsoft.com/office/drawing/2014/main" id="{FDC29665-EA23-24DD-06FE-69E620B16726}"/>
                    </a:ext>
                  </a:extLst>
                </p:cNvPr>
                <p:cNvSpPr/>
                <p:nvPr/>
              </p:nvSpPr>
              <p:spPr>
                <a:xfrm>
                  <a:off x="7880249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9C2AC">
                    <a:alpha val="100000"/>
                  </a:srgbClr>
                </a:solidFill>
                <a:ln w="5420" cap="flat">
                  <a:solidFill>
                    <a:srgbClr val="59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0" name="pg77">
                  <a:extLst>
                    <a:ext uri="{FF2B5EF4-FFF2-40B4-BE49-F238E27FC236}">
                      <a16:creationId xmlns:a16="http://schemas.microsoft.com/office/drawing/2014/main" id="{482C0C1F-9673-FF67-47AC-32B7A792FA81}"/>
                    </a:ext>
                  </a:extLst>
                </p:cNvPr>
                <p:cNvSpPr/>
                <p:nvPr/>
              </p:nvSpPr>
              <p:spPr>
                <a:xfrm>
                  <a:off x="7918187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1" name="pg78">
                  <a:extLst>
                    <a:ext uri="{FF2B5EF4-FFF2-40B4-BE49-F238E27FC236}">
                      <a16:creationId xmlns:a16="http://schemas.microsoft.com/office/drawing/2014/main" id="{A150367A-AA54-B832-E8C8-4B7E6AB84783}"/>
                    </a:ext>
                  </a:extLst>
                </p:cNvPr>
                <p:cNvSpPr/>
                <p:nvPr/>
              </p:nvSpPr>
              <p:spPr>
                <a:xfrm>
                  <a:off x="7956125" y="116553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2" name="pg79">
                  <a:extLst>
                    <a:ext uri="{FF2B5EF4-FFF2-40B4-BE49-F238E27FC236}">
                      <a16:creationId xmlns:a16="http://schemas.microsoft.com/office/drawing/2014/main" id="{2DE40EBD-682C-98D8-A0F7-203435C26A8E}"/>
                    </a:ext>
                  </a:extLst>
                </p:cNvPr>
                <p:cNvSpPr/>
                <p:nvPr/>
              </p:nvSpPr>
              <p:spPr>
                <a:xfrm>
                  <a:off x="7045613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3" name="pg80">
                  <a:extLst>
                    <a:ext uri="{FF2B5EF4-FFF2-40B4-BE49-F238E27FC236}">
                      <a16:creationId xmlns:a16="http://schemas.microsoft.com/office/drawing/2014/main" id="{D0C6DDEF-576F-E3B8-0924-25BBC14175B0}"/>
                    </a:ext>
                  </a:extLst>
                </p:cNvPr>
                <p:cNvSpPr/>
                <p:nvPr/>
              </p:nvSpPr>
              <p:spPr>
                <a:xfrm>
                  <a:off x="7083551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4" name="pg81">
                  <a:extLst>
                    <a:ext uri="{FF2B5EF4-FFF2-40B4-BE49-F238E27FC236}">
                      <a16:creationId xmlns:a16="http://schemas.microsoft.com/office/drawing/2014/main" id="{46647F5A-A38F-66E9-3AC3-E191E52D7B83}"/>
                    </a:ext>
                  </a:extLst>
                </p:cNvPr>
                <p:cNvSpPr/>
                <p:nvPr/>
              </p:nvSpPr>
              <p:spPr>
                <a:xfrm>
                  <a:off x="7121489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5" name="pg82">
                  <a:extLst>
                    <a:ext uri="{FF2B5EF4-FFF2-40B4-BE49-F238E27FC236}">
                      <a16:creationId xmlns:a16="http://schemas.microsoft.com/office/drawing/2014/main" id="{3230085F-E50D-D516-C458-AC8570BD01E9}"/>
                    </a:ext>
                  </a:extLst>
                </p:cNvPr>
                <p:cNvSpPr/>
                <p:nvPr/>
              </p:nvSpPr>
              <p:spPr>
                <a:xfrm>
                  <a:off x="7159427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6" name="pg83">
                  <a:extLst>
                    <a:ext uri="{FF2B5EF4-FFF2-40B4-BE49-F238E27FC236}">
                      <a16:creationId xmlns:a16="http://schemas.microsoft.com/office/drawing/2014/main" id="{23492EC6-BE93-6D9A-728C-908DE8C0410F}"/>
                    </a:ext>
                  </a:extLst>
                </p:cNvPr>
                <p:cNvSpPr/>
                <p:nvPr/>
              </p:nvSpPr>
              <p:spPr>
                <a:xfrm>
                  <a:off x="7197365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7" name="pg84">
                  <a:extLst>
                    <a:ext uri="{FF2B5EF4-FFF2-40B4-BE49-F238E27FC236}">
                      <a16:creationId xmlns:a16="http://schemas.microsoft.com/office/drawing/2014/main" id="{7B9AB3EE-0F27-4119-1BC1-2B28BFBED2F2}"/>
                    </a:ext>
                  </a:extLst>
                </p:cNvPr>
                <p:cNvSpPr/>
                <p:nvPr/>
              </p:nvSpPr>
              <p:spPr>
                <a:xfrm>
                  <a:off x="7235303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8" name="pg85">
                  <a:extLst>
                    <a:ext uri="{FF2B5EF4-FFF2-40B4-BE49-F238E27FC236}">
                      <a16:creationId xmlns:a16="http://schemas.microsoft.com/office/drawing/2014/main" id="{A7FC8BE5-C14E-0BDC-9EF0-4B21D98ECC2D}"/>
                    </a:ext>
                  </a:extLst>
                </p:cNvPr>
                <p:cNvSpPr/>
                <p:nvPr/>
              </p:nvSpPr>
              <p:spPr>
                <a:xfrm>
                  <a:off x="7273241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9" name="pg86">
                  <a:extLst>
                    <a:ext uri="{FF2B5EF4-FFF2-40B4-BE49-F238E27FC236}">
                      <a16:creationId xmlns:a16="http://schemas.microsoft.com/office/drawing/2014/main" id="{2BAAC735-924C-9435-B279-D3B28E6AA5DC}"/>
                    </a:ext>
                  </a:extLst>
                </p:cNvPr>
                <p:cNvSpPr/>
                <p:nvPr/>
              </p:nvSpPr>
              <p:spPr>
                <a:xfrm>
                  <a:off x="7311179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0" name="pg87">
                  <a:extLst>
                    <a:ext uri="{FF2B5EF4-FFF2-40B4-BE49-F238E27FC236}">
                      <a16:creationId xmlns:a16="http://schemas.microsoft.com/office/drawing/2014/main" id="{FAEA6A9A-69A9-1135-88D0-777497549353}"/>
                    </a:ext>
                  </a:extLst>
                </p:cNvPr>
                <p:cNvSpPr/>
                <p:nvPr/>
              </p:nvSpPr>
              <p:spPr>
                <a:xfrm>
                  <a:off x="7349117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1" name="pg88">
                  <a:extLst>
                    <a:ext uri="{FF2B5EF4-FFF2-40B4-BE49-F238E27FC236}">
                      <a16:creationId xmlns:a16="http://schemas.microsoft.com/office/drawing/2014/main" id="{139BA4AC-790B-6B25-9245-ADE1B77719C0}"/>
                    </a:ext>
                  </a:extLst>
                </p:cNvPr>
                <p:cNvSpPr/>
                <p:nvPr/>
              </p:nvSpPr>
              <p:spPr>
                <a:xfrm>
                  <a:off x="7387055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2" name="pg89">
                  <a:extLst>
                    <a:ext uri="{FF2B5EF4-FFF2-40B4-BE49-F238E27FC236}">
                      <a16:creationId xmlns:a16="http://schemas.microsoft.com/office/drawing/2014/main" id="{0234CA93-7E65-661D-F88A-1CE0294F37D1}"/>
                    </a:ext>
                  </a:extLst>
                </p:cNvPr>
                <p:cNvSpPr/>
                <p:nvPr/>
              </p:nvSpPr>
              <p:spPr>
                <a:xfrm>
                  <a:off x="7424993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3" name="pg90">
                  <a:extLst>
                    <a:ext uri="{FF2B5EF4-FFF2-40B4-BE49-F238E27FC236}">
                      <a16:creationId xmlns:a16="http://schemas.microsoft.com/office/drawing/2014/main" id="{F9515717-1295-2D8E-A0B3-B649B5FF8BD4}"/>
                    </a:ext>
                  </a:extLst>
                </p:cNvPr>
                <p:cNvSpPr/>
                <p:nvPr/>
              </p:nvSpPr>
              <p:spPr>
                <a:xfrm>
                  <a:off x="7462931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4" name="pg91">
                  <a:extLst>
                    <a:ext uri="{FF2B5EF4-FFF2-40B4-BE49-F238E27FC236}">
                      <a16:creationId xmlns:a16="http://schemas.microsoft.com/office/drawing/2014/main" id="{E04BDB33-E30C-77F1-65A0-57B80827B8D4}"/>
                    </a:ext>
                  </a:extLst>
                </p:cNvPr>
                <p:cNvSpPr/>
                <p:nvPr/>
              </p:nvSpPr>
              <p:spPr>
                <a:xfrm>
                  <a:off x="7690559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5" name="pg92">
                  <a:extLst>
                    <a:ext uri="{FF2B5EF4-FFF2-40B4-BE49-F238E27FC236}">
                      <a16:creationId xmlns:a16="http://schemas.microsoft.com/office/drawing/2014/main" id="{16FAFCFC-82CD-B207-E29B-0B3E35F20079}"/>
                    </a:ext>
                  </a:extLst>
                </p:cNvPr>
                <p:cNvSpPr/>
                <p:nvPr/>
              </p:nvSpPr>
              <p:spPr>
                <a:xfrm>
                  <a:off x="7728497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6" name="pg93">
                  <a:extLst>
                    <a:ext uri="{FF2B5EF4-FFF2-40B4-BE49-F238E27FC236}">
                      <a16:creationId xmlns:a16="http://schemas.microsoft.com/office/drawing/2014/main" id="{5613FB2B-B3A9-804F-F318-2954F4ADE2DF}"/>
                    </a:ext>
                  </a:extLst>
                </p:cNvPr>
                <p:cNvSpPr/>
                <p:nvPr/>
              </p:nvSpPr>
              <p:spPr>
                <a:xfrm>
                  <a:off x="7766435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7" name="pg94">
                  <a:extLst>
                    <a:ext uri="{FF2B5EF4-FFF2-40B4-BE49-F238E27FC236}">
                      <a16:creationId xmlns:a16="http://schemas.microsoft.com/office/drawing/2014/main" id="{7D483122-8E11-6C53-9EB0-DD1EAD93878B}"/>
                    </a:ext>
                  </a:extLst>
                </p:cNvPr>
                <p:cNvSpPr/>
                <p:nvPr/>
              </p:nvSpPr>
              <p:spPr>
                <a:xfrm>
                  <a:off x="7804373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8" name="pg95">
                  <a:extLst>
                    <a:ext uri="{FF2B5EF4-FFF2-40B4-BE49-F238E27FC236}">
                      <a16:creationId xmlns:a16="http://schemas.microsoft.com/office/drawing/2014/main" id="{C0663418-6503-A891-E627-503D517D409A}"/>
                    </a:ext>
                  </a:extLst>
                </p:cNvPr>
                <p:cNvSpPr/>
                <p:nvPr/>
              </p:nvSpPr>
              <p:spPr>
                <a:xfrm>
                  <a:off x="7842311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9" name="pg96">
                  <a:extLst>
                    <a:ext uri="{FF2B5EF4-FFF2-40B4-BE49-F238E27FC236}">
                      <a16:creationId xmlns:a16="http://schemas.microsoft.com/office/drawing/2014/main" id="{92DF5290-17CF-A18F-8EA8-34F36B590CEB}"/>
                    </a:ext>
                  </a:extLst>
                </p:cNvPr>
                <p:cNvSpPr/>
                <p:nvPr/>
              </p:nvSpPr>
              <p:spPr>
                <a:xfrm>
                  <a:off x="7880249" y="121366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0" name="pg97">
                  <a:extLst>
                    <a:ext uri="{FF2B5EF4-FFF2-40B4-BE49-F238E27FC236}">
                      <a16:creationId xmlns:a16="http://schemas.microsoft.com/office/drawing/2014/main" id="{422AC1CF-B9DA-B066-72E3-01A14AD537EF}"/>
                    </a:ext>
                  </a:extLst>
                </p:cNvPr>
                <p:cNvSpPr/>
                <p:nvPr/>
              </p:nvSpPr>
              <p:spPr>
                <a:xfrm>
                  <a:off x="6969737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1" name="pg98">
                  <a:extLst>
                    <a:ext uri="{FF2B5EF4-FFF2-40B4-BE49-F238E27FC236}">
                      <a16:creationId xmlns:a16="http://schemas.microsoft.com/office/drawing/2014/main" id="{D929FF75-38C9-A263-01B6-C5205892CD2E}"/>
                    </a:ext>
                  </a:extLst>
                </p:cNvPr>
                <p:cNvSpPr/>
                <p:nvPr/>
              </p:nvSpPr>
              <p:spPr>
                <a:xfrm>
                  <a:off x="7007675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2" name="pg99">
                  <a:extLst>
                    <a:ext uri="{FF2B5EF4-FFF2-40B4-BE49-F238E27FC236}">
                      <a16:creationId xmlns:a16="http://schemas.microsoft.com/office/drawing/2014/main" id="{FA46993E-0745-21AA-DC89-74AC154456D4}"/>
                    </a:ext>
                  </a:extLst>
                </p:cNvPr>
                <p:cNvSpPr/>
                <p:nvPr/>
              </p:nvSpPr>
              <p:spPr>
                <a:xfrm>
                  <a:off x="7045613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3" name="pg100">
                  <a:extLst>
                    <a:ext uri="{FF2B5EF4-FFF2-40B4-BE49-F238E27FC236}">
                      <a16:creationId xmlns:a16="http://schemas.microsoft.com/office/drawing/2014/main" id="{BB38F4F6-92A4-5994-656D-3256D2FD360D}"/>
                    </a:ext>
                  </a:extLst>
                </p:cNvPr>
                <p:cNvSpPr/>
                <p:nvPr/>
              </p:nvSpPr>
              <p:spPr>
                <a:xfrm>
                  <a:off x="7083551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4" name="pg101">
                  <a:extLst>
                    <a:ext uri="{FF2B5EF4-FFF2-40B4-BE49-F238E27FC236}">
                      <a16:creationId xmlns:a16="http://schemas.microsoft.com/office/drawing/2014/main" id="{C5EE50F9-4254-8931-ECFA-B6CADA9A6060}"/>
                    </a:ext>
                  </a:extLst>
                </p:cNvPr>
                <p:cNvSpPr/>
                <p:nvPr/>
              </p:nvSpPr>
              <p:spPr>
                <a:xfrm>
                  <a:off x="7121489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5" name="pg102">
                  <a:extLst>
                    <a:ext uri="{FF2B5EF4-FFF2-40B4-BE49-F238E27FC236}">
                      <a16:creationId xmlns:a16="http://schemas.microsoft.com/office/drawing/2014/main" id="{5C349024-DEC9-D928-3251-C987AEBC636F}"/>
                    </a:ext>
                  </a:extLst>
                </p:cNvPr>
                <p:cNvSpPr/>
                <p:nvPr/>
              </p:nvSpPr>
              <p:spPr>
                <a:xfrm>
                  <a:off x="7159427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6" name="pg103">
                  <a:extLst>
                    <a:ext uri="{FF2B5EF4-FFF2-40B4-BE49-F238E27FC236}">
                      <a16:creationId xmlns:a16="http://schemas.microsoft.com/office/drawing/2014/main" id="{57E90E61-1CB0-CA6C-0130-9734D9F35C39}"/>
                    </a:ext>
                  </a:extLst>
                </p:cNvPr>
                <p:cNvSpPr/>
                <p:nvPr/>
              </p:nvSpPr>
              <p:spPr>
                <a:xfrm>
                  <a:off x="7197365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7" name="pg104">
                  <a:extLst>
                    <a:ext uri="{FF2B5EF4-FFF2-40B4-BE49-F238E27FC236}">
                      <a16:creationId xmlns:a16="http://schemas.microsoft.com/office/drawing/2014/main" id="{066A2E7B-1D1A-95D0-0455-8ED19B067AAE}"/>
                    </a:ext>
                  </a:extLst>
                </p:cNvPr>
                <p:cNvSpPr/>
                <p:nvPr/>
              </p:nvSpPr>
              <p:spPr>
                <a:xfrm>
                  <a:off x="7235303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8" name="pg105">
                  <a:extLst>
                    <a:ext uri="{FF2B5EF4-FFF2-40B4-BE49-F238E27FC236}">
                      <a16:creationId xmlns:a16="http://schemas.microsoft.com/office/drawing/2014/main" id="{0610E8BE-AE26-6E8C-D5C7-6D259849C159}"/>
                    </a:ext>
                  </a:extLst>
                </p:cNvPr>
                <p:cNvSpPr/>
                <p:nvPr/>
              </p:nvSpPr>
              <p:spPr>
                <a:xfrm>
                  <a:off x="7273241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9" name="pg106">
                  <a:extLst>
                    <a:ext uri="{FF2B5EF4-FFF2-40B4-BE49-F238E27FC236}">
                      <a16:creationId xmlns:a16="http://schemas.microsoft.com/office/drawing/2014/main" id="{4AF1A767-DEA3-58B3-8CDE-BA4843DC2417}"/>
                    </a:ext>
                  </a:extLst>
                </p:cNvPr>
                <p:cNvSpPr/>
                <p:nvPr/>
              </p:nvSpPr>
              <p:spPr>
                <a:xfrm>
                  <a:off x="7311179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0" name="pg107">
                  <a:extLst>
                    <a:ext uri="{FF2B5EF4-FFF2-40B4-BE49-F238E27FC236}">
                      <a16:creationId xmlns:a16="http://schemas.microsoft.com/office/drawing/2014/main" id="{3BDB557A-F186-1E3F-FAC6-5EC333F5478F}"/>
                    </a:ext>
                  </a:extLst>
                </p:cNvPr>
                <p:cNvSpPr/>
                <p:nvPr/>
              </p:nvSpPr>
              <p:spPr>
                <a:xfrm>
                  <a:off x="7349117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1" name="pg108">
                  <a:extLst>
                    <a:ext uri="{FF2B5EF4-FFF2-40B4-BE49-F238E27FC236}">
                      <a16:creationId xmlns:a16="http://schemas.microsoft.com/office/drawing/2014/main" id="{4BD6FF53-280A-69AF-4868-9CAF900A9256}"/>
                    </a:ext>
                  </a:extLst>
                </p:cNvPr>
                <p:cNvSpPr/>
                <p:nvPr/>
              </p:nvSpPr>
              <p:spPr>
                <a:xfrm>
                  <a:off x="7387055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2" name="pg109">
                  <a:extLst>
                    <a:ext uri="{FF2B5EF4-FFF2-40B4-BE49-F238E27FC236}">
                      <a16:creationId xmlns:a16="http://schemas.microsoft.com/office/drawing/2014/main" id="{DDE0B0C9-F977-CC11-A002-34666B130580}"/>
                    </a:ext>
                  </a:extLst>
                </p:cNvPr>
                <p:cNvSpPr/>
                <p:nvPr/>
              </p:nvSpPr>
              <p:spPr>
                <a:xfrm>
                  <a:off x="7424993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3" name="pg110">
                  <a:extLst>
                    <a:ext uri="{FF2B5EF4-FFF2-40B4-BE49-F238E27FC236}">
                      <a16:creationId xmlns:a16="http://schemas.microsoft.com/office/drawing/2014/main" id="{4ABB89AC-25F1-9CD5-AA48-BCC767CDC642}"/>
                    </a:ext>
                  </a:extLst>
                </p:cNvPr>
                <p:cNvSpPr/>
                <p:nvPr/>
              </p:nvSpPr>
              <p:spPr>
                <a:xfrm>
                  <a:off x="7462931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4" name="pg111">
                  <a:extLst>
                    <a:ext uri="{FF2B5EF4-FFF2-40B4-BE49-F238E27FC236}">
                      <a16:creationId xmlns:a16="http://schemas.microsoft.com/office/drawing/2014/main" id="{D6C69548-420D-A50F-9949-EE7B89902EDE}"/>
                    </a:ext>
                  </a:extLst>
                </p:cNvPr>
                <p:cNvSpPr/>
                <p:nvPr/>
              </p:nvSpPr>
              <p:spPr>
                <a:xfrm>
                  <a:off x="7500869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5" name="pg112">
                  <a:extLst>
                    <a:ext uri="{FF2B5EF4-FFF2-40B4-BE49-F238E27FC236}">
                      <a16:creationId xmlns:a16="http://schemas.microsoft.com/office/drawing/2014/main" id="{0DCF3E4B-639A-25AF-8700-B0A6C0AB6F4B}"/>
                    </a:ext>
                  </a:extLst>
                </p:cNvPr>
                <p:cNvSpPr/>
                <p:nvPr/>
              </p:nvSpPr>
              <p:spPr>
                <a:xfrm>
                  <a:off x="7538807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6" name="pg113">
                  <a:extLst>
                    <a:ext uri="{FF2B5EF4-FFF2-40B4-BE49-F238E27FC236}">
                      <a16:creationId xmlns:a16="http://schemas.microsoft.com/office/drawing/2014/main" id="{07AD1A22-FBAE-E6EA-B9C4-B0F44E7F9CC2}"/>
                    </a:ext>
                  </a:extLst>
                </p:cNvPr>
                <p:cNvSpPr/>
                <p:nvPr/>
              </p:nvSpPr>
              <p:spPr>
                <a:xfrm>
                  <a:off x="7576745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7" name="pg114">
                  <a:extLst>
                    <a:ext uri="{FF2B5EF4-FFF2-40B4-BE49-F238E27FC236}">
                      <a16:creationId xmlns:a16="http://schemas.microsoft.com/office/drawing/2014/main" id="{48F9E2D1-47C4-ECEF-4384-9BCAA903A49B}"/>
                    </a:ext>
                  </a:extLst>
                </p:cNvPr>
                <p:cNvSpPr/>
                <p:nvPr/>
              </p:nvSpPr>
              <p:spPr>
                <a:xfrm>
                  <a:off x="7652621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8" name="pg115">
                  <a:extLst>
                    <a:ext uri="{FF2B5EF4-FFF2-40B4-BE49-F238E27FC236}">
                      <a16:creationId xmlns:a16="http://schemas.microsoft.com/office/drawing/2014/main" id="{95FEED42-F8C1-2A1B-2371-3B5ED3CA3839}"/>
                    </a:ext>
                  </a:extLst>
                </p:cNvPr>
                <p:cNvSpPr/>
                <p:nvPr/>
              </p:nvSpPr>
              <p:spPr>
                <a:xfrm>
                  <a:off x="7690559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9" name="pg116">
                  <a:extLst>
                    <a:ext uri="{FF2B5EF4-FFF2-40B4-BE49-F238E27FC236}">
                      <a16:creationId xmlns:a16="http://schemas.microsoft.com/office/drawing/2014/main" id="{2F5DB3D3-8F14-75A4-0311-2AD70BB50EEA}"/>
                    </a:ext>
                  </a:extLst>
                </p:cNvPr>
                <p:cNvSpPr/>
                <p:nvPr/>
              </p:nvSpPr>
              <p:spPr>
                <a:xfrm>
                  <a:off x="7728497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0" name="pg117">
                  <a:extLst>
                    <a:ext uri="{FF2B5EF4-FFF2-40B4-BE49-F238E27FC236}">
                      <a16:creationId xmlns:a16="http://schemas.microsoft.com/office/drawing/2014/main" id="{641BA26F-FBFF-2231-AC7C-24F06F570078}"/>
                    </a:ext>
                  </a:extLst>
                </p:cNvPr>
                <p:cNvSpPr/>
                <p:nvPr/>
              </p:nvSpPr>
              <p:spPr>
                <a:xfrm>
                  <a:off x="7766435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1" name="pg118">
                  <a:extLst>
                    <a:ext uri="{FF2B5EF4-FFF2-40B4-BE49-F238E27FC236}">
                      <a16:creationId xmlns:a16="http://schemas.microsoft.com/office/drawing/2014/main" id="{CE920A64-FC63-1EBD-DBDD-02AF55AF1D9B}"/>
                    </a:ext>
                  </a:extLst>
                </p:cNvPr>
                <p:cNvSpPr/>
                <p:nvPr/>
              </p:nvSpPr>
              <p:spPr>
                <a:xfrm>
                  <a:off x="7804373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2" name="pg119">
                  <a:extLst>
                    <a:ext uri="{FF2B5EF4-FFF2-40B4-BE49-F238E27FC236}">
                      <a16:creationId xmlns:a16="http://schemas.microsoft.com/office/drawing/2014/main" id="{88247095-D4F4-1733-FC6E-9CD547391EFE}"/>
                    </a:ext>
                  </a:extLst>
                </p:cNvPr>
                <p:cNvSpPr/>
                <p:nvPr/>
              </p:nvSpPr>
              <p:spPr>
                <a:xfrm>
                  <a:off x="7842311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3" name="pg120">
                  <a:extLst>
                    <a:ext uri="{FF2B5EF4-FFF2-40B4-BE49-F238E27FC236}">
                      <a16:creationId xmlns:a16="http://schemas.microsoft.com/office/drawing/2014/main" id="{D4DCDE62-92CF-F329-BA12-8C2CE925E5A8}"/>
                    </a:ext>
                  </a:extLst>
                </p:cNvPr>
                <p:cNvSpPr/>
                <p:nvPr/>
              </p:nvSpPr>
              <p:spPr>
                <a:xfrm>
                  <a:off x="7880249" y="1261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4" name="pg121">
                  <a:extLst>
                    <a:ext uri="{FF2B5EF4-FFF2-40B4-BE49-F238E27FC236}">
                      <a16:creationId xmlns:a16="http://schemas.microsoft.com/office/drawing/2014/main" id="{30EE1E56-E64B-EEA7-B168-3A62AE6786C3}"/>
                    </a:ext>
                  </a:extLst>
                </p:cNvPr>
                <p:cNvSpPr/>
                <p:nvPr/>
              </p:nvSpPr>
              <p:spPr>
                <a:xfrm>
                  <a:off x="6969737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5" name="pg122">
                  <a:extLst>
                    <a:ext uri="{FF2B5EF4-FFF2-40B4-BE49-F238E27FC236}">
                      <a16:creationId xmlns:a16="http://schemas.microsoft.com/office/drawing/2014/main" id="{06F90EB6-0A0C-267F-FDCB-B8F615762588}"/>
                    </a:ext>
                  </a:extLst>
                </p:cNvPr>
                <p:cNvSpPr/>
                <p:nvPr/>
              </p:nvSpPr>
              <p:spPr>
                <a:xfrm>
                  <a:off x="7007675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6" name="pg123">
                  <a:extLst>
                    <a:ext uri="{FF2B5EF4-FFF2-40B4-BE49-F238E27FC236}">
                      <a16:creationId xmlns:a16="http://schemas.microsoft.com/office/drawing/2014/main" id="{512ACA2E-F70F-64DE-5C8C-A015D9D4A880}"/>
                    </a:ext>
                  </a:extLst>
                </p:cNvPr>
                <p:cNvSpPr/>
                <p:nvPr/>
              </p:nvSpPr>
              <p:spPr>
                <a:xfrm>
                  <a:off x="7045613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7" name="pg124">
                  <a:extLst>
                    <a:ext uri="{FF2B5EF4-FFF2-40B4-BE49-F238E27FC236}">
                      <a16:creationId xmlns:a16="http://schemas.microsoft.com/office/drawing/2014/main" id="{4D5C0835-2DA8-BDE9-B0D6-60C7F3D2AE9E}"/>
                    </a:ext>
                  </a:extLst>
                </p:cNvPr>
                <p:cNvSpPr/>
                <p:nvPr/>
              </p:nvSpPr>
              <p:spPr>
                <a:xfrm>
                  <a:off x="7083551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8" name="pg125">
                  <a:extLst>
                    <a:ext uri="{FF2B5EF4-FFF2-40B4-BE49-F238E27FC236}">
                      <a16:creationId xmlns:a16="http://schemas.microsoft.com/office/drawing/2014/main" id="{06F4D919-881E-5D0E-B3B8-EEDE621C88AC}"/>
                    </a:ext>
                  </a:extLst>
                </p:cNvPr>
                <p:cNvSpPr/>
                <p:nvPr/>
              </p:nvSpPr>
              <p:spPr>
                <a:xfrm>
                  <a:off x="7121489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9" name="pg126">
                  <a:extLst>
                    <a:ext uri="{FF2B5EF4-FFF2-40B4-BE49-F238E27FC236}">
                      <a16:creationId xmlns:a16="http://schemas.microsoft.com/office/drawing/2014/main" id="{73CBFE11-C48A-46A1-FB5A-810880DBA454}"/>
                    </a:ext>
                  </a:extLst>
                </p:cNvPr>
                <p:cNvSpPr/>
                <p:nvPr/>
              </p:nvSpPr>
              <p:spPr>
                <a:xfrm>
                  <a:off x="7159427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0" name="pg127">
                  <a:extLst>
                    <a:ext uri="{FF2B5EF4-FFF2-40B4-BE49-F238E27FC236}">
                      <a16:creationId xmlns:a16="http://schemas.microsoft.com/office/drawing/2014/main" id="{D60BAC57-184A-B760-9ABE-3357DC214B4E}"/>
                    </a:ext>
                  </a:extLst>
                </p:cNvPr>
                <p:cNvSpPr/>
                <p:nvPr/>
              </p:nvSpPr>
              <p:spPr>
                <a:xfrm>
                  <a:off x="7197365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1" name="pg128">
                  <a:extLst>
                    <a:ext uri="{FF2B5EF4-FFF2-40B4-BE49-F238E27FC236}">
                      <a16:creationId xmlns:a16="http://schemas.microsoft.com/office/drawing/2014/main" id="{A2573727-2568-2C82-CAC9-193E1A3930F6}"/>
                    </a:ext>
                  </a:extLst>
                </p:cNvPr>
                <p:cNvSpPr/>
                <p:nvPr/>
              </p:nvSpPr>
              <p:spPr>
                <a:xfrm>
                  <a:off x="7235303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2" name="pg129">
                  <a:extLst>
                    <a:ext uri="{FF2B5EF4-FFF2-40B4-BE49-F238E27FC236}">
                      <a16:creationId xmlns:a16="http://schemas.microsoft.com/office/drawing/2014/main" id="{1E8500D8-290A-1A76-8859-94EB62751962}"/>
                    </a:ext>
                  </a:extLst>
                </p:cNvPr>
                <p:cNvSpPr/>
                <p:nvPr/>
              </p:nvSpPr>
              <p:spPr>
                <a:xfrm>
                  <a:off x="7273241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3" name="pg130">
                  <a:extLst>
                    <a:ext uri="{FF2B5EF4-FFF2-40B4-BE49-F238E27FC236}">
                      <a16:creationId xmlns:a16="http://schemas.microsoft.com/office/drawing/2014/main" id="{164A13EC-CE93-1921-9AA6-471B8BD14AB4}"/>
                    </a:ext>
                  </a:extLst>
                </p:cNvPr>
                <p:cNvSpPr/>
                <p:nvPr/>
              </p:nvSpPr>
              <p:spPr>
                <a:xfrm>
                  <a:off x="7311179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4" name="pg131">
                  <a:extLst>
                    <a:ext uri="{FF2B5EF4-FFF2-40B4-BE49-F238E27FC236}">
                      <a16:creationId xmlns:a16="http://schemas.microsoft.com/office/drawing/2014/main" id="{6241E5FA-7F28-F195-E596-AD0BBC091BF1}"/>
                    </a:ext>
                  </a:extLst>
                </p:cNvPr>
                <p:cNvSpPr/>
                <p:nvPr/>
              </p:nvSpPr>
              <p:spPr>
                <a:xfrm>
                  <a:off x="7349117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5" name="pg132">
                  <a:extLst>
                    <a:ext uri="{FF2B5EF4-FFF2-40B4-BE49-F238E27FC236}">
                      <a16:creationId xmlns:a16="http://schemas.microsoft.com/office/drawing/2014/main" id="{ED565C43-811F-342E-1899-B4360E310DBB}"/>
                    </a:ext>
                  </a:extLst>
                </p:cNvPr>
                <p:cNvSpPr/>
                <p:nvPr/>
              </p:nvSpPr>
              <p:spPr>
                <a:xfrm>
                  <a:off x="7387055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6" name="pg133">
                  <a:extLst>
                    <a:ext uri="{FF2B5EF4-FFF2-40B4-BE49-F238E27FC236}">
                      <a16:creationId xmlns:a16="http://schemas.microsoft.com/office/drawing/2014/main" id="{DA0BF00F-05DD-4E66-B5BE-0D16D887A4AF}"/>
                    </a:ext>
                  </a:extLst>
                </p:cNvPr>
                <p:cNvSpPr/>
                <p:nvPr/>
              </p:nvSpPr>
              <p:spPr>
                <a:xfrm>
                  <a:off x="7424993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7" name="pg134">
                  <a:extLst>
                    <a:ext uri="{FF2B5EF4-FFF2-40B4-BE49-F238E27FC236}">
                      <a16:creationId xmlns:a16="http://schemas.microsoft.com/office/drawing/2014/main" id="{0C916619-BC47-7465-3A5C-E2FC2FDDB0FB}"/>
                    </a:ext>
                  </a:extLst>
                </p:cNvPr>
                <p:cNvSpPr/>
                <p:nvPr/>
              </p:nvSpPr>
              <p:spPr>
                <a:xfrm>
                  <a:off x="7462931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8" name="pg135">
                  <a:extLst>
                    <a:ext uri="{FF2B5EF4-FFF2-40B4-BE49-F238E27FC236}">
                      <a16:creationId xmlns:a16="http://schemas.microsoft.com/office/drawing/2014/main" id="{9E4EC59F-5E93-E6F8-6595-EE510515225D}"/>
                    </a:ext>
                  </a:extLst>
                </p:cNvPr>
                <p:cNvSpPr/>
                <p:nvPr/>
              </p:nvSpPr>
              <p:spPr>
                <a:xfrm>
                  <a:off x="7500869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9" name="pg136">
                  <a:extLst>
                    <a:ext uri="{FF2B5EF4-FFF2-40B4-BE49-F238E27FC236}">
                      <a16:creationId xmlns:a16="http://schemas.microsoft.com/office/drawing/2014/main" id="{CD6F52A6-BF55-3B58-BF51-B87DB55B6FDC}"/>
                    </a:ext>
                  </a:extLst>
                </p:cNvPr>
                <p:cNvSpPr/>
                <p:nvPr/>
              </p:nvSpPr>
              <p:spPr>
                <a:xfrm>
                  <a:off x="7538807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0" name="pg137">
                  <a:extLst>
                    <a:ext uri="{FF2B5EF4-FFF2-40B4-BE49-F238E27FC236}">
                      <a16:creationId xmlns:a16="http://schemas.microsoft.com/office/drawing/2014/main" id="{84939E5F-D36E-BCEA-932E-C379F56B5E61}"/>
                    </a:ext>
                  </a:extLst>
                </p:cNvPr>
                <p:cNvSpPr/>
                <p:nvPr/>
              </p:nvSpPr>
              <p:spPr>
                <a:xfrm>
                  <a:off x="7576745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1" name="pg138">
                  <a:extLst>
                    <a:ext uri="{FF2B5EF4-FFF2-40B4-BE49-F238E27FC236}">
                      <a16:creationId xmlns:a16="http://schemas.microsoft.com/office/drawing/2014/main" id="{147F2207-2072-D8AD-9617-FD9B4C903205}"/>
                    </a:ext>
                  </a:extLst>
                </p:cNvPr>
                <p:cNvSpPr/>
                <p:nvPr/>
              </p:nvSpPr>
              <p:spPr>
                <a:xfrm>
                  <a:off x="7614683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2" name="pg139">
                  <a:extLst>
                    <a:ext uri="{FF2B5EF4-FFF2-40B4-BE49-F238E27FC236}">
                      <a16:creationId xmlns:a16="http://schemas.microsoft.com/office/drawing/2014/main" id="{A3678FA5-43C5-6819-8C76-75D1D4CC910B}"/>
                    </a:ext>
                  </a:extLst>
                </p:cNvPr>
                <p:cNvSpPr/>
                <p:nvPr/>
              </p:nvSpPr>
              <p:spPr>
                <a:xfrm>
                  <a:off x="7652621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3" name="pg140">
                  <a:extLst>
                    <a:ext uri="{FF2B5EF4-FFF2-40B4-BE49-F238E27FC236}">
                      <a16:creationId xmlns:a16="http://schemas.microsoft.com/office/drawing/2014/main" id="{95E69E82-0D49-B10E-7C12-3050F13E35A5}"/>
                    </a:ext>
                  </a:extLst>
                </p:cNvPr>
                <p:cNvSpPr/>
                <p:nvPr/>
              </p:nvSpPr>
              <p:spPr>
                <a:xfrm>
                  <a:off x="7690559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4" name="pg141">
                  <a:extLst>
                    <a:ext uri="{FF2B5EF4-FFF2-40B4-BE49-F238E27FC236}">
                      <a16:creationId xmlns:a16="http://schemas.microsoft.com/office/drawing/2014/main" id="{2B63F1FF-A296-EE92-8414-A7B12D95B45D}"/>
                    </a:ext>
                  </a:extLst>
                </p:cNvPr>
                <p:cNvSpPr/>
                <p:nvPr/>
              </p:nvSpPr>
              <p:spPr>
                <a:xfrm>
                  <a:off x="7728497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5" name="pg142">
                  <a:extLst>
                    <a:ext uri="{FF2B5EF4-FFF2-40B4-BE49-F238E27FC236}">
                      <a16:creationId xmlns:a16="http://schemas.microsoft.com/office/drawing/2014/main" id="{12CB4409-0784-9213-36E3-CEAC96977709}"/>
                    </a:ext>
                  </a:extLst>
                </p:cNvPr>
                <p:cNvSpPr/>
                <p:nvPr/>
              </p:nvSpPr>
              <p:spPr>
                <a:xfrm>
                  <a:off x="7766435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6" name="pg143">
                  <a:extLst>
                    <a:ext uri="{FF2B5EF4-FFF2-40B4-BE49-F238E27FC236}">
                      <a16:creationId xmlns:a16="http://schemas.microsoft.com/office/drawing/2014/main" id="{0AD90A23-08C8-75C8-15DE-462EC109582D}"/>
                    </a:ext>
                  </a:extLst>
                </p:cNvPr>
                <p:cNvSpPr/>
                <p:nvPr/>
              </p:nvSpPr>
              <p:spPr>
                <a:xfrm>
                  <a:off x="7804373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7" name="pg144">
                  <a:extLst>
                    <a:ext uri="{FF2B5EF4-FFF2-40B4-BE49-F238E27FC236}">
                      <a16:creationId xmlns:a16="http://schemas.microsoft.com/office/drawing/2014/main" id="{ECFC86AC-3E82-A710-3550-5CD6E22DEDF9}"/>
                    </a:ext>
                  </a:extLst>
                </p:cNvPr>
                <p:cNvSpPr/>
                <p:nvPr/>
              </p:nvSpPr>
              <p:spPr>
                <a:xfrm>
                  <a:off x="7842311" y="130992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8" name="pg145">
                  <a:extLst>
                    <a:ext uri="{FF2B5EF4-FFF2-40B4-BE49-F238E27FC236}">
                      <a16:creationId xmlns:a16="http://schemas.microsoft.com/office/drawing/2014/main" id="{87140FCD-0799-B3A1-FC76-01EBDD723287}"/>
                    </a:ext>
                  </a:extLst>
                </p:cNvPr>
                <p:cNvSpPr/>
                <p:nvPr/>
              </p:nvSpPr>
              <p:spPr>
                <a:xfrm>
                  <a:off x="6969737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9" name="pg146">
                  <a:extLst>
                    <a:ext uri="{FF2B5EF4-FFF2-40B4-BE49-F238E27FC236}">
                      <a16:creationId xmlns:a16="http://schemas.microsoft.com/office/drawing/2014/main" id="{9E0A9909-FDEC-01D7-6D1D-969C75CD9FC8}"/>
                    </a:ext>
                  </a:extLst>
                </p:cNvPr>
                <p:cNvSpPr/>
                <p:nvPr/>
              </p:nvSpPr>
              <p:spPr>
                <a:xfrm>
                  <a:off x="7007675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0" name="pg147">
                  <a:extLst>
                    <a:ext uri="{FF2B5EF4-FFF2-40B4-BE49-F238E27FC236}">
                      <a16:creationId xmlns:a16="http://schemas.microsoft.com/office/drawing/2014/main" id="{F3D0C4AC-872B-4241-5614-A51DDCFD2F3F}"/>
                    </a:ext>
                  </a:extLst>
                </p:cNvPr>
                <p:cNvSpPr/>
                <p:nvPr/>
              </p:nvSpPr>
              <p:spPr>
                <a:xfrm>
                  <a:off x="7045613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1" name="pg148">
                  <a:extLst>
                    <a:ext uri="{FF2B5EF4-FFF2-40B4-BE49-F238E27FC236}">
                      <a16:creationId xmlns:a16="http://schemas.microsoft.com/office/drawing/2014/main" id="{1397E1F9-848C-5A52-BEE4-C17C351B347D}"/>
                    </a:ext>
                  </a:extLst>
                </p:cNvPr>
                <p:cNvSpPr/>
                <p:nvPr/>
              </p:nvSpPr>
              <p:spPr>
                <a:xfrm>
                  <a:off x="7083551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2" name="pg149">
                  <a:extLst>
                    <a:ext uri="{FF2B5EF4-FFF2-40B4-BE49-F238E27FC236}">
                      <a16:creationId xmlns:a16="http://schemas.microsoft.com/office/drawing/2014/main" id="{B45EA56A-E724-818D-A859-621CACDDDB18}"/>
                    </a:ext>
                  </a:extLst>
                </p:cNvPr>
                <p:cNvSpPr/>
                <p:nvPr/>
              </p:nvSpPr>
              <p:spPr>
                <a:xfrm>
                  <a:off x="7121489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3" name="pg150">
                  <a:extLst>
                    <a:ext uri="{FF2B5EF4-FFF2-40B4-BE49-F238E27FC236}">
                      <a16:creationId xmlns:a16="http://schemas.microsoft.com/office/drawing/2014/main" id="{7DDD73B1-62FE-5267-C36B-1ED72B5F3265}"/>
                    </a:ext>
                  </a:extLst>
                </p:cNvPr>
                <p:cNvSpPr/>
                <p:nvPr/>
              </p:nvSpPr>
              <p:spPr>
                <a:xfrm>
                  <a:off x="7159427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4" name="pg151">
                  <a:extLst>
                    <a:ext uri="{FF2B5EF4-FFF2-40B4-BE49-F238E27FC236}">
                      <a16:creationId xmlns:a16="http://schemas.microsoft.com/office/drawing/2014/main" id="{44A42C6B-97CC-C340-A20C-56966844F8BB}"/>
                    </a:ext>
                  </a:extLst>
                </p:cNvPr>
                <p:cNvSpPr/>
                <p:nvPr/>
              </p:nvSpPr>
              <p:spPr>
                <a:xfrm>
                  <a:off x="7197365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5" name="pg152">
                  <a:extLst>
                    <a:ext uri="{FF2B5EF4-FFF2-40B4-BE49-F238E27FC236}">
                      <a16:creationId xmlns:a16="http://schemas.microsoft.com/office/drawing/2014/main" id="{70E46FAA-DB3E-A0FD-9C2E-1F6D65A8061F}"/>
                    </a:ext>
                  </a:extLst>
                </p:cNvPr>
                <p:cNvSpPr/>
                <p:nvPr/>
              </p:nvSpPr>
              <p:spPr>
                <a:xfrm>
                  <a:off x="7235303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4">
                    <a:alpha val="100000"/>
                  </a:srgbClr>
                </a:solidFill>
                <a:ln w="5420" cap="flat">
                  <a:solidFill>
                    <a:srgbClr val="77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6" name="pg153">
                  <a:extLst>
                    <a:ext uri="{FF2B5EF4-FFF2-40B4-BE49-F238E27FC236}">
                      <a16:creationId xmlns:a16="http://schemas.microsoft.com/office/drawing/2014/main" id="{DDE183AB-FC55-FEC0-7295-6BFC7DBA8ED6}"/>
                    </a:ext>
                  </a:extLst>
                </p:cNvPr>
                <p:cNvSpPr/>
                <p:nvPr/>
              </p:nvSpPr>
              <p:spPr>
                <a:xfrm>
                  <a:off x="7273241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7" name="pg154">
                  <a:extLst>
                    <a:ext uri="{FF2B5EF4-FFF2-40B4-BE49-F238E27FC236}">
                      <a16:creationId xmlns:a16="http://schemas.microsoft.com/office/drawing/2014/main" id="{B794058C-558F-85B1-9281-8CB00B12514B}"/>
                    </a:ext>
                  </a:extLst>
                </p:cNvPr>
                <p:cNvSpPr/>
                <p:nvPr/>
              </p:nvSpPr>
              <p:spPr>
                <a:xfrm>
                  <a:off x="7311179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8" name="pg155">
                  <a:extLst>
                    <a:ext uri="{FF2B5EF4-FFF2-40B4-BE49-F238E27FC236}">
                      <a16:creationId xmlns:a16="http://schemas.microsoft.com/office/drawing/2014/main" id="{D8094FA8-BD67-D4FB-B02B-0A9C5C939920}"/>
                    </a:ext>
                  </a:extLst>
                </p:cNvPr>
                <p:cNvSpPr/>
                <p:nvPr/>
              </p:nvSpPr>
              <p:spPr>
                <a:xfrm>
                  <a:off x="7349117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9" name="pg156">
                  <a:extLst>
                    <a:ext uri="{FF2B5EF4-FFF2-40B4-BE49-F238E27FC236}">
                      <a16:creationId xmlns:a16="http://schemas.microsoft.com/office/drawing/2014/main" id="{8E3C1588-C61C-E7AE-7FAD-A5C6D275632E}"/>
                    </a:ext>
                  </a:extLst>
                </p:cNvPr>
                <p:cNvSpPr/>
                <p:nvPr/>
              </p:nvSpPr>
              <p:spPr>
                <a:xfrm>
                  <a:off x="7387055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0" name="pg157">
                  <a:extLst>
                    <a:ext uri="{FF2B5EF4-FFF2-40B4-BE49-F238E27FC236}">
                      <a16:creationId xmlns:a16="http://schemas.microsoft.com/office/drawing/2014/main" id="{219A685F-DE91-9114-530D-6479D72C3BBB}"/>
                    </a:ext>
                  </a:extLst>
                </p:cNvPr>
                <p:cNvSpPr/>
                <p:nvPr/>
              </p:nvSpPr>
              <p:spPr>
                <a:xfrm>
                  <a:off x="7424993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1" name="pg158">
                  <a:extLst>
                    <a:ext uri="{FF2B5EF4-FFF2-40B4-BE49-F238E27FC236}">
                      <a16:creationId xmlns:a16="http://schemas.microsoft.com/office/drawing/2014/main" id="{1EDBBE6E-90C8-C498-CA43-0B6887AED959}"/>
                    </a:ext>
                  </a:extLst>
                </p:cNvPr>
                <p:cNvSpPr/>
                <p:nvPr/>
              </p:nvSpPr>
              <p:spPr>
                <a:xfrm>
                  <a:off x="7462931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2" name="pg159">
                  <a:extLst>
                    <a:ext uri="{FF2B5EF4-FFF2-40B4-BE49-F238E27FC236}">
                      <a16:creationId xmlns:a16="http://schemas.microsoft.com/office/drawing/2014/main" id="{42E7D9FA-4596-9986-522B-3328EFE2F127}"/>
                    </a:ext>
                  </a:extLst>
                </p:cNvPr>
                <p:cNvSpPr/>
                <p:nvPr/>
              </p:nvSpPr>
              <p:spPr>
                <a:xfrm>
                  <a:off x="7500869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3" name="pg160">
                  <a:extLst>
                    <a:ext uri="{FF2B5EF4-FFF2-40B4-BE49-F238E27FC236}">
                      <a16:creationId xmlns:a16="http://schemas.microsoft.com/office/drawing/2014/main" id="{912599FD-6C0A-1EF3-3609-6C678983D927}"/>
                    </a:ext>
                  </a:extLst>
                </p:cNvPr>
                <p:cNvSpPr/>
                <p:nvPr/>
              </p:nvSpPr>
              <p:spPr>
                <a:xfrm>
                  <a:off x="7538807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4" name="pg161">
                  <a:extLst>
                    <a:ext uri="{FF2B5EF4-FFF2-40B4-BE49-F238E27FC236}">
                      <a16:creationId xmlns:a16="http://schemas.microsoft.com/office/drawing/2014/main" id="{92CC9855-F9B4-21F8-62CC-3B09C55C67C6}"/>
                    </a:ext>
                  </a:extLst>
                </p:cNvPr>
                <p:cNvSpPr/>
                <p:nvPr/>
              </p:nvSpPr>
              <p:spPr>
                <a:xfrm>
                  <a:off x="7576745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5" name="pg162">
                  <a:extLst>
                    <a:ext uri="{FF2B5EF4-FFF2-40B4-BE49-F238E27FC236}">
                      <a16:creationId xmlns:a16="http://schemas.microsoft.com/office/drawing/2014/main" id="{0DA98864-6548-0E92-BF77-EAA5CA948C39}"/>
                    </a:ext>
                  </a:extLst>
                </p:cNvPr>
                <p:cNvSpPr/>
                <p:nvPr/>
              </p:nvSpPr>
              <p:spPr>
                <a:xfrm>
                  <a:off x="7614683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6" name="pg163">
                  <a:extLst>
                    <a:ext uri="{FF2B5EF4-FFF2-40B4-BE49-F238E27FC236}">
                      <a16:creationId xmlns:a16="http://schemas.microsoft.com/office/drawing/2014/main" id="{7D46624B-2AEB-DDC8-4DBA-090861A7CE9C}"/>
                    </a:ext>
                  </a:extLst>
                </p:cNvPr>
                <p:cNvSpPr/>
                <p:nvPr/>
              </p:nvSpPr>
              <p:spPr>
                <a:xfrm>
                  <a:off x="7652621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7" name="pg164">
                  <a:extLst>
                    <a:ext uri="{FF2B5EF4-FFF2-40B4-BE49-F238E27FC236}">
                      <a16:creationId xmlns:a16="http://schemas.microsoft.com/office/drawing/2014/main" id="{5A5B7C92-2A36-A887-AAA2-FC60EC4B80EF}"/>
                    </a:ext>
                  </a:extLst>
                </p:cNvPr>
                <p:cNvSpPr/>
                <p:nvPr/>
              </p:nvSpPr>
              <p:spPr>
                <a:xfrm>
                  <a:off x="7690559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8" name="pg165">
                  <a:extLst>
                    <a:ext uri="{FF2B5EF4-FFF2-40B4-BE49-F238E27FC236}">
                      <a16:creationId xmlns:a16="http://schemas.microsoft.com/office/drawing/2014/main" id="{CC1E61BB-65ED-6DA3-3735-DD2D7810CFD0}"/>
                    </a:ext>
                  </a:extLst>
                </p:cNvPr>
                <p:cNvSpPr/>
                <p:nvPr/>
              </p:nvSpPr>
              <p:spPr>
                <a:xfrm>
                  <a:off x="7728497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9" name="pg166">
                  <a:extLst>
                    <a:ext uri="{FF2B5EF4-FFF2-40B4-BE49-F238E27FC236}">
                      <a16:creationId xmlns:a16="http://schemas.microsoft.com/office/drawing/2014/main" id="{B5D97D63-F6F5-9951-4AD6-7F88164E38AB}"/>
                    </a:ext>
                  </a:extLst>
                </p:cNvPr>
                <p:cNvSpPr/>
                <p:nvPr/>
              </p:nvSpPr>
              <p:spPr>
                <a:xfrm>
                  <a:off x="7766435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0" name="pg167">
                  <a:extLst>
                    <a:ext uri="{FF2B5EF4-FFF2-40B4-BE49-F238E27FC236}">
                      <a16:creationId xmlns:a16="http://schemas.microsoft.com/office/drawing/2014/main" id="{82F20A17-76C0-4CA8-DE36-B1BD45CA1D65}"/>
                    </a:ext>
                  </a:extLst>
                </p:cNvPr>
                <p:cNvSpPr/>
                <p:nvPr/>
              </p:nvSpPr>
              <p:spPr>
                <a:xfrm>
                  <a:off x="7804373" y="135805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AD1AF">
                    <a:alpha val="100000"/>
                  </a:srgbClr>
                </a:solidFill>
                <a:ln w="5420" cap="flat">
                  <a:solidFill>
                    <a:srgbClr val="6AD1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1" name="pg168">
                  <a:extLst>
                    <a:ext uri="{FF2B5EF4-FFF2-40B4-BE49-F238E27FC236}">
                      <a16:creationId xmlns:a16="http://schemas.microsoft.com/office/drawing/2014/main" id="{AB28D5C5-967F-AC48-28DF-B0336F952E69}"/>
                    </a:ext>
                  </a:extLst>
                </p:cNvPr>
                <p:cNvSpPr/>
                <p:nvPr/>
              </p:nvSpPr>
              <p:spPr>
                <a:xfrm>
                  <a:off x="6855923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2" name="pg169">
                  <a:extLst>
                    <a:ext uri="{FF2B5EF4-FFF2-40B4-BE49-F238E27FC236}">
                      <a16:creationId xmlns:a16="http://schemas.microsoft.com/office/drawing/2014/main" id="{5FF62CA7-F414-4283-00AE-CC45DC3962FD}"/>
                    </a:ext>
                  </a:extLst>
                </p:cNvPr>
                <p:cNvSpPr/>
                <p:nvPr/>
              </p:nvSpPr>
              <p:spPr>
                <a:xfrm>
                  <a:off x="6893861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3" name="pg170">
                  <a:extLst>
                    <a:ext uri="{FF2B5EF4-FFF2-40B4-BE49-F238E27FC236}">
                      <a16:creationId xmlns:a16="http://schemas.microsoft.com/office/drawing/2014/main" id="{CC9C5835-4B24-6F63-CA72-44E817B3854C}"/>
                    </a:ext>
                  </a:extLst>
                </p:cNvPr>
                <p:cNvSpPr/>
                <p:nvPr/>
              </p:nvSpPr>
              <p:spPr>
                <a:xfrm>
                  <a:off x="6969737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4" name="pg171">
                  <a:extLst>
                    <a:ext uri="{FF2B5EF4-FFF2-40B4-BE49-F238E27FC236}">
                      <a16:creationId xmlns:a16="http://schemas.microsoft.com/office/drawing/2014/main" id="{71CCB665-378A-6F13-8B25-AB7A83DA5D8A}"/>
                    </a:ext>
                  </a:extLst>
                </p:cNvPr>
                <p:cNvSpPr/>
                <p:nvPr/>
              </p:nvSpPr>
              <p:spPr>
                <a:xfrm>
                  <a:off x="7007675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5" name="pg172">
                  <a:extLst>
                    <a:ext uri="{FF2B5EF4-FFF2-40B4-BE49-F238E27FC236}">
                      <a16:creationId xmlns:a16="http://schemas.microsoft.com/office/drawing/2014/main" id="{D44DCA36-0D74-A58E-4EE6-17C2E43B088B}"/>
                    </a:ext>
                  </a:extLst>
                </p:cNvPr>
                <p:cNvSpPr/>
                <p:nvPr/>
              </p:nvSpPr>
              <p:spPr>
                <a:xfrm>
                  <a:off x="7045613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6" name="pg173">
                  <a:extLst>
                    <a:ext uri="{FF2B5EF4-FFF2-40B4-BE49-F238E27FC236}">
                      <a16:creationId xmlns:a16="http://schemas.microsoft.com/office/drawing/2014/main" id="{8F07AF6B-B6D1-4954-D85D-09A061A8D173}"/>
                    </a:ext>
                  </a:extLst>
                </p:cNvPr>
                <p:cNvSpPr/>
                <p:nvPr/>
              </p:nvSpPr>
              <p:spPr>
                <a:xfrm>
                  <a:off x="7083551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7" name="pg174">
                  <a:extLst>
                    <a:ext uri="{FF2B5EF4-FFF2-40B4-BE49-F238E27FC236}">
                      <a16:creationId xmlns:a16="http://schemas.microsoft.com/office/drawing/2014/main" id="{15CCF3A4-9A7A-F1E3-1CBA-71BE2AC89DC6}"/>
                    </a:ext>
                  </a:extLst>
                </p:cNvPr>
                <p:cNvSpPr/>
                <p:nvPr/>
              </p:nvSpPr>
              <p:spPr>
                <a:xfrm>
                  <a:off x="7121489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8" name="pg175">
                  <a:extLst>
                    <a:ext uri="{FF2B5EF4-FFF2-40B4-BE49-F238E27FC236}">
                      <a16:creationId xmlns:a16="http://schemas.microsoft.com/office/drawing/2014/main" id="{78FEF036-24E0-E800-48AB-F0007AE79C1E}"/>
                    </a:ext>
                  </a:extLst>
                </p:cNvPr>
                <p:cNvSpPr/>
                <p:nvPr/>
              </p:nvSpPr>
              <p:spPr>
                <a:xfrm>
                  <a:off x="7159427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9" name="pg176">
                  <a:extLst>
                    <a:ext uri="{FF2B5EF4-FFF2-40B4-BE49-F238E27FC236}">
                      <a16:creationId xmlns:a16="http://schemas.microsoft.com/office/drawing/2014/main" id="{E51A454F-B46B-CEEC-37F3-BC46CD0F5481}"/>
                    </a:ext>
                  </a:extLst>
                </p:cNvPr>
                <p:cNvSpPr/>
                <p:nvPr/>
              </p:nvSpPr>
              <p:spPr>
                <a:xfrm>
                  <a:off x="7197365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0" name="pg177">
                  <a:extLst>
                    <a:ext uri="{FF2B5EF4-FFF2-40B4-BE49-F238E27FC236}">
                      <a16:creationId xmlns:a16="http://schemas.microsoft.com/office/drawing/2014/main" id="{F7A18BFB-7811-0088-267C-96EA1C590D5C}"/>
                    </a:ext>
                  </a:extLst>
                </p:cNvPr>
                <p:cNvSpPr/>
                <p:nvPr/>
              </p:nvSpPr>
              <p:spPr>
                <a:xfrm>
                  <a:off x="7235303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1" name="pg178">
                  <a:extLst>
                    <a:ext uri="{FF2B5EF4-FFF2-40B4-BE49-F238E27FC236}">
                      <a16:creationId xmlns:a16="http://schemas.microsoft.com/office/drawing/2014/main" id="{57B8F001-A4D3-B45C-8125-23CDCE34CB84}"/>
                    </a:ext>
                  </a:extLst>
                </p:cNvPr>
                <p:cNvSpPr/>
                <p:nvPr/>
              </p:nvSpPr>
              <p:spPr>
                <a:xfrm>
                  <a:off x="7349117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2" name="pg179">
                  <a:extLst>
                    <a:ext uri="{FF2B5EF4-FFF2-40B4-BE49-F238E27FC236}">
                      <a16:creationId xmlns:a16="http://schemas.microsoft.com/office/drawing/2014/main" id="{3FA7CE40-017B-FB05-9433-336EF17E3C82}"/>
                    </a:ext>
                  </a:extLst>
                </p:cNvPr>
                <p:cNvSpPr/>
                <p:nvPr/>
              </p:nvSpPr>
              <p:spPr>
                <a:xfrm>
                  <a:off x="7387055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3" name="pg180">
                  <a:extLst>
                    <a:ext uri="{FF2B5EF4-FFF2-40B4-BE49-F238E27FC236}">
                      <a16:creationId xmlns:a16="http://schemas.microsoft.com/office/drawing/2014/main" id="{CA3BBB58-E0AF-0FB8-7D72-2A2580F6E2C6}"/>
                    </a:ext>
                  </a:extLst>
                </p:cNvPr>
                <p:cNvSpPr/>
                <p:nvPr/>
              </p:nvSpPr>
              <p:spPr>
                <a:xfrm>
                  <a:off x="7424993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4" name="pg181">
                  <a:extLst>
                    <a:ext uri="{FF2B5EF4-FFF2-40B4-BE49-F238E27FC236}">
                      <a16:creationId xmlns:a16="http://schemas.microsoft.com/office/drawing/2014/main" id="{DD361AD2-C382-093C-DFE6-1F2B7EC0B0D3}"/>
                    </a:ext>
                  </a:extLst>
                </p:cNvPr>
                <p:cNvSpPr/>
                <p:nvPr/>
              </p:nvSpPr>
              <p:spPr>
                <a:xfrm>
                  <a:off x="7462931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5" name="pg182">
                  <a:extLst>
                    <a:ext uri="{FF2B5EF4-FFF2-40B4-BE49-F238E27FC236}">
                      <a16:creationId xmlns:a16="http://schemas.microsoft.com/office/drawing/2014/main" id="{EE9DA95E-05D9-F9A8-3576-FE5459E614C0}"/>
                    </a:ext>
                  </a:extLst>
                </p:cNvPr>
                <p:cNvSpPr/>
                <p:nvPr/>
              </p:nvSpPr>
              <p:spPr>
                <a:xfrm>
                  <a:off x="7500869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6" name="pg183">
                  <a:extLst>
                    <a:ext uri="{FF2B5EF4-FFF2-40B4-BE49-F238E27FC236}">
                      <a16:creationId xmlns:a16="http://schemas.microsoft.com/office/drawing/2014/main" id="{EC61F0AC-6AF6-1E9B-A8A0-651BFF9B8E43}"/>
                    </a:ext>
                  </a:extLst>
                </p:cNvPr>
                <p:cNvSpPr/>
                <p:nvPr/>
              </p:nvSpPr>
              <p:spPr>
                <a:xfrm>
                  <a:off x="7538807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7" name="pg184">
                  <a:extLst>
                    <a:ext uri="{FF2B5EF4-FFF2-40B4-BE49-F238E27FC236}">
                      <a16:creationId xmlns:a16="http://schemas.microsoft.com/office/drawing/2014/main" id="{DA030BEA-A7DC-FF48-AD32-98E67D97AB6C}"/>
                    </a:ext>
                  </a:extLst>
                </p:cNvPr>
                <p:cNvSpPr/>
                <p:nvPr/>
              </p:nvSpPr>
              <p:spPr>
                <a:xfrm>
                  <a:off x="7576745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8" name="pg185">
                  <a:extLst>
                    <a:ext uri="{FF2B5EF4-FFF2-40B4-BE49-F238E27FC236}">
                      <a16:creationId xmlns:a16="http://schemas.microsoft.com/office/drawing/2014/main" id="{FB7A8094-CFCC-8F2C-D9A9-C8D952ED9B44}"/>
                    </a:ext>
                  </a:extLst>
                </p:cNvPr>
                <p:cNvSpPr/>
                <p:nvPr/>
              </p:nvSpPr>
              <p:spPr>
                <a:xfrm>
                  <a:off x="7614683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9" name="pg186">
                  <a:extLst>
                    <a:ext uri="{FF2B5EF4-FFF2-40B4-BE49-F238E27FC236}">
                      <a16:creationId xmlns:a16="http://schemas.microsoft.com/office/drawing/2014/main" id="{B87EF828-68A0-AA26-1ED6-6E35B2588E21}"/>
                    </a:ext>
                  </a:extLst>
                </p:cNvPr>
                <p:cNvSpPr/>
                <p:nvPr/>
              </p:nvSpPr>
              <p:spPr>
                <a:xfrm>
                  <a:off x="7652621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0" name="pg187">
                  <a:extLst>
                    <a:ext uri="{FF2B5EF4-FFF2-40B4-BE49-F238E27FC236}">
                      <a16:creationId xmlns:a16="http://schemas.microsoft.com/office/drawing/2014/main" id="{BE901481-AAFC-7D5D-D1DB-E4CD14D6C1D3}"/>
                    </a:ext>
                  </a:extLst>
                </p:cNvPr>
                <p:cNvSpPr/>
                <p:nvPr/>
              </p:nvSpPr>
              <p:spPr>
                <a:xfrm>
                  <a:off x="7690559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1" name="pg188">
                  <a:extLst>
                    <a:ext uri="{FF2B5EF4-FFF2-40B4-BE49-F238E27FC236}">
                      <a16:creationId xmlns:a16="http://schemas.microsoft.com/office/drawing/2014/main" id="{68950B19-214C-9ADC-23CE-EC389938AC07}"/>
                    </a:ext>
                  </a:extLst>
                </p:cNvPr>
                <p:cNvSpPr/>
                <p:nvPr/>
              </p:nvSpPr>
              <p:spPr>
                <a:xfrm>
                  <a:off x="7728497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2" name="pg189">
                  <a:extLst>
                    <a:ext uri="{FF2B5EF4-FFF2-40B4-BE49-F238E27FC236}">
                      <a16:creationId xmlns:a16="http://schemas.microsoft.com/office/drawing/2014/main" id="{2286EA20-9D06-AAA5-625B-FEDB1E023D44}"/>
                    </a:ext>
                  </a:extLst>
                </p:cNvPr>
                <p:cNvSpPr/>
                <p:nvPr/>
              </p:nvSpPr>
              <p:spPr>
                <a:xfrm>
                  <a:off x="7766435" y="140618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3" name="pg190">
                  <a:extLst>
                    <a:ext uri="{FF2B5EF4-FFF2-40B4-BE49-F238E27FC236}">
                      <a16:creationId xmlns:a16="http://schemas.microsoft.com/office/drawing/2014/main" id="{713CEE8E-773E-41FF-734E-6E920D241EE0}"/>
                    </a:ext>
                  </a:extLst>
                </p:cNvPr>
                <p:cNvSpPr/>
                <p:nvPr/>
              </p:nvSpPr>
              <p:spPr>
                <a:xfrm>
                  <a:off x="6817985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4" name="pg191">
                  <a:extLst>
                    <a:ext uri="{FF2B5EF4-FFF2-40B4-BE49-F238E27FC236}">
                      <a16:creationId xmlns:a16="http://schemas.microsoft.com/office/drawing/2014/main" id="{A66C73EC-4069-2992-87E6-180F4FFC69EA}"/>
                    </a:ext>
                  </a:extLst>
                </p:cNvPr>
                <p:cNvSpPr/>
                <p:nvPr/>
              </p:nvSpPr>
              <p:spPr>
                <a:xfrm>
                  <a:off x="6855923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5" name="pg192">
                  <a:extLst>
                    <a:ext uri="{FF2B5EF4-FFF2-40B4-BE49-F238E27FC236}">
                      <a16:creationId xmlns:a16="http://schemas.microsoft.com/office/drawing/2014/main" id="{C640543B-7E61-44AE-E43C-0285857EC97F}"/>
                    </a:ext>
                  </a:extLst>
                </p:cNvPr>
                <p:cNvSpPr/>
                <p:nvPr/>
              </p:nvSpPr>
              <p:spPr>
                <a:xfrm>
                  <a:off x="6893861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6" name="pg193">
                  <a:extLst>
                    <a:ext uri="{FF2B5EF4-FFF2-40B4-BE49-F238E27FC236}">
                      <a16:creationId xmlns:a16="http://schemas.microsoft.com/office/drawing/2014/main" id="{77911D04-C1F6-274F-3259-EB3C05635108}"/>
                    </a:ext>
                  </a:extLst>
                </p:cNvPr>
                <p:cNvSpPr/>
                <p:nvPr/>
              </p:nvSpPr>
              <p:spPr>
                <a:xfrm>
                  <a:off x="6931799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7" name="pg194">
                  <a:extLst>
                    <a:ext uri="{FF2B5EF4-FFF2-40B4-BE49-F238E27FC236}">
                      <a16:creationId xmlns:a16="http://schemas.microsoft.com/office/drawing/2014/main" id="{87A05183-A3AD-3644-8825-8C3BFE6D5CFE}"/>
                    </a:ext>
                  </a:extLst>
                </p:cNvPr>
                <p:cNvSpPr/>
                <p:nvPr/>
              </p:nvSpPr>
              <p:spPr>
                <a:xfrm>
                  <a:off x="6969737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8" name="pg195">
                  <a:extLst>
                    <a:ext uri="{FF2B5EF4-FFF2-40B4-BE49-F238E27FC236}">
                      <a16:creationId xmlns:a16="http://schemas.microsoft.com/office/drawing/2014/main" id="{09D05BD9-73F2-7003-1DDA-7ABA770545B8}"/>
                    </a:ext>
                  </a:extLst>
                </p:cNvPr>
                <p:cNvSpPr/>
                <p:nvPr/>
              </p:nvSpPr>
              <p:spPr>
                <a:xfrm>
                  <a:off x="7007675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9" name="pg196">
                  <a:extLst>
                    <a:ext uri="{FF2B5EF4-FFF2-40B4-BE49-F238E27FC236}">
                      <a16:creationId xmlns:a16="http://schemas.microsoft.com/office/drawing/2014/main" id="{D58F730E-851F-F3A6-7428-5DB722D50CA0}"/>
                    </a:ext>
                  </a:extLst>
                </p:cNvPr>
                <p:cNvSpPr/>
                <p:nvPr/>
              </p:nvSpPr>
              <p:spPr>
                <a:xfrm>
                  <a:off x="7045613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0" name="pg197">
                  <a:extLst>
                    <a:ext uri="{FF2B5EF4-FFF2-40B4-BE49-F238E27FC236}">
                      <a16:creationId xmlns:a16="http://schemas.microsoft.com/office/drawing/2014/main" id="{9CF3384D-09CF-0F23-8886-35FF590D80DA}"/>
                    </a:ext>
                  </a:extLst>
                </p:cNvPr>
                <p:cNvSpPr/>
                <p:nvPr/>
              </p:nvSpPr>
              <p:spPr>
                <a:xfrm>
                  <a:off x="7083551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1" name="pg198">
                  <a:extLst>
                    <a:ext uri="{FF2B5EF4-FFF2-40B4-BE49-F238E27FC236}">
                      <a16:creationId xmlns:a16="http://schemas.microsoft.com/office/drawing/2014/main" id="{0320D22E-EBA0-624E-8D95-5490CAB4FA26}"/>
                    </a:ext>
                  </a:extLst>
                </p:cNvPr>
                <p:cNvSpPr/>
                <p:nvPr/>
              </p:nvSpPr>
              <p:spPr>
                <a:xfrm>
                  <a:off x="7121489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2" name="pg199">
                  <a:extLst>
                    <a:ext uri="{FF2B5EF4-FFF2-40B4-BE49-F238E27FC236}">
                      <a16:creationId xmlns:a16="http://schemas.microsoft.com/office/drawing/2014/main" id="{A651F98D-D467-7796-B35E-43F7C6FEAAF0}"/>
                    </a:ext>
                  </a:extLst>
                </p:cNvPr>
                <p:cNvSpPr/>
                <p:nvPr/>
              </p:nvSpPr>
              <p:spPr>
                <a:xfrm>
                  <a:off x="7159427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3" name="pg200">
                  <a:extLst>
                    <a:ext uri="{FF2B5EF4-FFF2-40B4-BE49-F238E27FC236}">
                      <a16:creationId xmlns:a16="http://schemas.microsoft.com/office/drawing/2014/main" id="{462124FA-77DA-0FD9-6B41-C1462F4C3523}"/>
                    </a:ext>
                  </a:extLst>
                </p:cNvPr>
                <p:cNvSpPr/>
                <p:nvPr/>
              </p:nvSpPr>
              <p:spPr>
                <a:xfrm>
                  <a:off x="7197365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4" name="pg201">
                  <a:extLst>
                    <a:ext uri="{FF2B5EF4-FFF2-40B4-BE49-F238E27FC236}">
                      <a16:creationId xmlns:a16="http://schemas.microsoft.com/office/drawing/2014/main" id="{D2D26C9F-A7FC-1AA2-34B8-6D950BAF3521}"/>
                    </a:ext>
                  </a:extLst>
                </p:cNvPr>
                <p:cNvSpPr/>
                <p:nvPr/>
              </p:nvSpPr>
              <p:spPr>
                <a:xfrm>
                  <a:off x="7235303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5" name="pg202">
                  <a:extLst>
                    <a:ext uri="{FF2B5EF4-FFF2-40B4-BE49-F238E27FC236}">
                      <a16:creationId xmlns:a16="http://schemas.microsoft.com/office/drawing/2014/main" id="{2CD29532-2299-F56C-8C01-F093A0A56566}"/>
                    </a:ext>
                  </a:extLst>
                </p:cNvPr>
                <p:cNvSpPr/>
                <p:nvPr/>
              </p:nvSpPr>
              <p:spPr>
                <a:xfrm>
                  <a:off x="7387055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6" name="pg203">
                  <a:extLst>
                    <a:ext uri="{FF2B5EF4-FFF2-40B4-BE49-F238E27FC236}">
                      <a16:creationId xmlns:a16="http://schemas.microsoft.com/office/drawing/2014/main" id="{F0CA3824-37DF-4848-BACE-3C0C943E9F87}"/>
                    </a:ext>
                  </a:extLst>
                </p:cNvPr>
                <p:cNvSpPr/>
                <p:nvPr/>
              </p:nvSpPr>
              <p:spPr>
                <a:xfrm>
                  <a:off x="7424993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7" name="pg204">
                  <a:extLst>
                    <a:ext uri="{FF2B5EF4-FFF2-40B4-BE49-F238E27FC236}">
                      <a16:creationId xmlns:a16="http://schemas.microsoft.com/office/drawing/2014/main" id="{70DA9877-35A1-2F5E-9201-5DD9D183DDED}"/>
                    </a:ext>
                  </a:extLst>
                </p:cNvPr>
                <p:cNvSpPr/>
                <p:nvPr/>
              </p:nvSpPr>
              <p:spPr>
                <a:xfrm>
                  <a:off x="7462931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8" name="pg205">
                  <a:extLst>
                    <a:ext uri="{FF2B5EF4-FFF2-40B4-BE49-F238E27FC236}">
                      <a16:creationId xmlns:a16="http://schemas.microsoft.com/office/drawing/2014/main" id="{940A5DD4-3809-CB27-8253-DBF204946507}"/>
                    </a:ext>
                  </a:extLst>
                </p:cNvPr>
                <p:cNvSpPr/>
                <p:nvPr/>
              </p:nvSpPr>
              <p:spPr>
                <a:xfrm>
                  <a:off x="7500869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9" name="pg206">
                  <a:extLst>
                    <a:ext uri="{FF2B5EF4-FFF2-40B4-BE49-F238E27FC236}">
                      <a16:creationId xmlns:a16="http://schemas.microsoft.com/office/drawing/2014/main" id="{9A8BE8B0-8291-F602-C8DA-1FB55DEF4650}"/>
                    </a:ext>
                  </a:extLst>
                </p:cNvPr>
                <p:cNvSpPr/>
                <p:nvPr/>
              </p:nvSpPr>
              <p:spPr>
                <a:xfrm>
                  <a:off x="7538807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0" name="pg207">
                  <a:extLst>
                    <a:ext uri="{FF2B5EF4-FFF2-40B4-BE49-F238E27FC236}">
                      <a16:creationId xmlns:a16="http://schemas.microsoft.com/office/drawing/2014/main" id="{6BECE183-42B2-905B-0389-C9DCDE54F9FE}"/>
                    </a:ext>
                  </a:extLst>
                </p:cNvPr>
                <p:cNvSpPr/>
                <p:nvPr/>
              </p:nvSpPr>
              <p:spPr>
                <a:xfrm>
                  <a:off x="7576745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1" name="pg208">
                  <a:extLst>
                    <a:ext uri="{FF2B5EF4-FFF2-40B4-BE49-F238E27FC236}">
                      <a16:creationId xmlns:a16="http://schemas.microsoft.com/office/drawing/2014/main" id="{A0B4FB6D-617D-E484-08C3-44AC0BB43678}"/>
                    </a:ext>
                  </a:extLst>
                </p:cNvPr>
                <p:cNvSpPr/>
                <p:nvPr/>
              </p:nvSpPr>
              <p:spPr>
                <a:xfrm>
                  <a:off x="7614683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2" name="pg209">
                  <a:extLst>
                    <a:ext uri="{FF2B5EF4-FFF2-40B4-BE49-F238E27FC236}">
                      <a16:creationId xmlns:a16="http://schemas.microsoft.com/office/drawing/2014/main" id="{D196BA7E-E2DE-DD6B-DF20-261ABD85F445}"/>
                    </a:ext>
                  </a:extLst>
                </p:cNvPr>
                <p:cNvSpPr/>
                <p:nvPr/>
              </p:nvSpPr>
              <p:spPr>
                <a:xfrm>
                  <a:off x="7652621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3" name="pg210">
                  <a:extLst>
                    <a:ext uri="{FF2B5EF4-FFF2-40B4-BE49-F238E27FC236}">
                      <a16:creationId xmlns:a16="http://schemas.microsoft.com/office/drawing/2014/main" id="{FFBAB936-45D8-593A-C5A3-4F666E0F9CCB}"/>
                    </a:ext>
                  </a:extLst>
                </p:cNvPr>
                <p:cNvSpPr/>
                <p:nvPr/>
              </p:nvSpPr>
              <p:spPr>
                <a:xfrm>
                  <a:off x="7690559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4" name="pg211">
                  <a:extLst>
                    <a:ext uri="{FF2B5EF4-FFF2-40B4-BE49-F238E27FC236}">
                      <a16:creationId xmlns:a16="http://schemas.microsoft.com/office/drawing/2014/main" id="{90A1FBBB-5A60-7A11-24C5-9C782A65ABDC}"/>
                    </a:ext>
                  </a:extLst>
                </p:cNvPr>
                <p:cNvSpPr/>
                <p:nvPr/>
              </p:nvSpPr>
              <p:spPr>
                <a:xfrm>
                  <a:off x="7728497" y="145431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5" name="pg212">
                  <a:extLst>
                    <a:ext uri="{FF2B5EF4-FFF2-40B4-BE49-F238E27FC236}">
                      <a16:creationId xmlns:a16="http://schemas.microsoft.com/office/drawing/2014/main" id="{98F4B7EE-C39E-3B0F-D0FC-94A9141995F5}"/>
                    </a:ext>
                  </a:extLst>
                </p:cNvPr>
                <p:cNvSpPr/>
                <p:nvPr/>
              </p:nvSpPr>
              <p:spPr>
                <a:xfrm>
                  <a:off x="6780047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6" name="pg213">
                  <a:extLst>
                    <a:ext uri="{FF2B5EF4-FFF2-40B4-BE49-F238E27FC236}">
                      <a16:creationId xmlns:a16="http://schemas.microsoft.com/office/drawing/2014/main" id="{74179FA3-0A9A-AAE7-6737-5B2609B63566}"/>
                    </a:ext>
                  </a:extLst>
                </p:cNvPr>
                <p:cNvSpPr/>
                <p:nvPr/>
              </p:nvSpPr>
              <p:spPr>
                <a:xfrm>
                  <a:off x="6817985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7" name="pg214">
                  <a:extLst>
                    <a:ext uri="{FF2B5EF4-FFF2-40B4-BE49-F238E27FC236}">
                      <a16:creationId xmlns:a16="http://schemas.microsoft.com/office/drawing/2014/main" id="{527178BD-AEC0-0475-A919-F2E78EFEB7A4}"/>
                    </a:ext>
                  </a:extLst>
                </p:cNvPr>
                <p:cNvSpPr/>
                <p:nvPr/>
              </p:nvSpPr>
              <p:spPr>
                <a:xfrm>
                  <a:off x="6855923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8" name="pg215">
                  <a:extLst>
                    <a:ext uri="{FF2B5EF4-FFF2-40B4-BE49-F238E27FC236}">
                      <a16:creationId xmlns:a16="http://schemas.microsoft.com/office/drawing/2014/main" id="{AF3B1D6D-A87D-EC42-1391-36283CBBA668}"/>
                    </a:ext>
                  </a:extLst>
                </p:cNvPr>
                <p:cNvSpPr/>
                <p:nvPr/>
              </p:nvSpPr>
              <p:spPr>
                <a:xfrm>
                  <a:off x="6893861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9" name="pg216">
                  <a:extLst>
                    <a:ext uri="{FF2B5EF4-FFF2-40B4-BE49-F238E27FC236}">
                      <a16:creationId xmlns:a16="http://schemas.microsoft.com/office/drawing/2014/main" id="{70D2AB9B-ADA2-CA56-364A-614FD8F61268}"/>
                    </a:ext>
                  </a:extLst>
                </p:cNvPr>
                <p:cNvSpPr/>
                <p:nvPr/>
              </p:nvSpPr>
              <p:spPr>
                <a:xfrm>
                  <a:off x="6931799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0" name="pg217">
                  <a:extLst>
                    <a:ext uri="{FF2B5EF4-FFF2-40B4-BE49-F238E27FC236}">
                      <a16:creationId xmlns:a16="http://schemas.microsoft.com/office/drawing/2014/main" id="{8DD1D029-3252-DFE2-95F7-04E6F6B221D1}"/>
                    </a:ext>
                  </a:extLst>
                </p:cNvPr>
                <p:cNvSpPr/>
                <p:nvPr/>
              </p:nvSpPr>
              <p:spPr>
                <a:xfrm>
                  <a:off x="6969737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ADABC">
                    <a:alpha val="100000"/>
                  </a:srgbClr>
                </a:solidFill>
                <a:ln w="5420" cap="flat">
                  <a:solidFill>
                    <a:srgbClr val="8A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1" name="pg218">
                  <a:extLst>
                    <a:ext uri="{FF2B5EF4-FFF2-40B4-BE49-F238E27FC236}">
                      <a16:creationId xmlns:a16="http://schemas.microsoft.com/office/drawing/2014/main" id="{918D86FE-584D-25EE-9663-0B2B66547BAC}"/>
                    </a:ext>
                  </a:extLst>
                </p:cNvPr>
                <p:cNvSpPr/>
                <p:nvPr/>
              </p:nvSpPr>
              <p:spPr>
                <a:xfrm>
                  <a:off x="7007675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2" name="pg219">
                  <a:extLst>
                    <a:ext uri="{FF2B5EF4-FFF2-40B4-BE49-F238E27FC236}">
                      <a16:creationId xmlns:a16="http://schemas.microsoft.com/office/drawing/2014/main" id="{B0174A99-9BE6-E866-D4B9-AA21ABE9B41B}"/>
                    </a:ext>
                  </a:extLst>
                </p:cNvPr>
                <p:cNvSpPr/>
                <p:nvPr/>
              </p:nvSpPr>
              <p:spPr>
                <a:xfrm>
                  <a:off x="7045613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3" name="pg220">
                  <a:extLst>
                    <a:ext uri="{FF2B5EF4-FFF2-40B4-BE49-F238E27FC236}">
                      <a16:creationId xmlns:a16="http://schemas.microsoft.com/office/drawing/2014/main" id="{C274F32E-6F94-28EA-1DEA-D6D743083228}"/>
                    </a:ext>
                  </a:extLst>
                </p:cNvPr>
                <p:cNvSpPr/>
                <p:nvPr/>
              </p:nvSpPr>
              <p:spPr>
                <a:xfrm>
                  <a:off x="7083551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4" name="pg221">
                  <a:extLst>
                    <a:ext uri="{FF2B5EF4-FFF2-40B4-BE49-F238E27FC236}">
                      <a16:creationId xmlns:a16="http://schemas.microsoft.com/office/drawing/2014/main" id="{6D4A603B-70DE-885F-46DE-DD71FA120EC1}"/>
                    </a:ext>
                  </a:extLst>
                </p:cNvPr>
                <p:cNvSpPr/>
                <p:nvPr/>
              </p:nvSpPr>
              <p:spPr>
                <a:xfrm>
                  <a:off x="7121489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5" name="pg222">
                  <a:extLst>
                    <a:ext uri="{FF2B5EF4-FFF2-40B4-BE49-F238E27FC236}">
                      <a16:creationId xmlns:a16="http://schemas.microsoft.com/office/drawing/2014/main" id="{036AB70C-BDBD-37F7-82CD-FD13EDF7FFF3}"/>
                    </a:ext>
                  </a:extLst>
                </p:cNvPr>
                <p:cNvSpPr/>
                <p:nvPr/>
              </p:nvSpPr>
              <p:spPr>
                <a:xfrm>
                  <a:off x="7159427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6" name="pg223">
                  <a:extLst>
                    <a:ext uri="{FF2B5EF4-FFF2-40B4-BE49-F238E27FC236}">
                      <a16:creationId xmlns:a16="http://schemas.microsoft.com/office/drawing/2014/main" id="{2445D561-802B-CBF9-1819-74943F725801}"/>
                    </a:ext>
                  </a:extLst>
                </p:cNvPr>
                <p:cNvSpPr/>
                <p:nvPr/>
              </p:nvSpPr>
              <p:spPr>
                <a:xfrm>
                  <a:off x="7197365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7" name="pg224">
                  <a:extLst>
                    <a:ext uri="{FF2B5EF4-FFF2-40B4-BE49-F238E27FC236}">
                      <a16:creationId xmlns:a16="http://schemas.microsoft.com/office/drawing/2014/main" id="{85A262A9-7B84-02C5-4607-AABAC2EE167C}"/>
                    </a:ext>
                  </a:extLst>
                </p:cNvPr>
                <p:cNvSpPr/>
                <p:nvPr/>
              </p:nvSpPr>
              <p:spPr>
                <a:xfrm>
                  <a:off x="7235303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8" name="pg225">
                  <a:extLst>
                    <a:ext uri="{FF2B5EF4-FFF2-40B4-BE49-F238E27FC236}">
                      <a16:creationId xmlns:a16="http://schemas.microsoft.com/office/drawing/2014/main" id="{2724AD27-22C6-0379-2C34-1CF9B2B7D868}"/>
                    </a:ext>
                  </a:extLst>
                </p:cNvPr>
                <p:cNvSpPr/>
                <p:nvPr/>
              </p:nvSpPr>
              <p:spPr>
                <a:xfrm>
                  <a:off x="7387055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9" name="pg226">
                  <a:extLst>
                    <a:ext uri="{FF2B5EF4-FFF2-40B4-BE49-F238E27FC236}">
                      <a16:creationId xmlns:a16="http://schemas.microsoft.com/office/drawing/2014/main" id="{0D7E8011-4EA6-97AB-ADFA-9BF6DE54DAAF}"/>
                    </a:ext>
                  </a:extLst>
                </p:cNvPr>
                <p:cNvSpPr/>
                <p:nvPr/>
              </p:nvSpPr>
              <p:spPr>
                <a:xfrm>
                  <a:off x="7424993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0" name="pg227">
                  <a:extLst>
                    <a:ext uri="{FF2B5EF4-FFF2-40B4-BE49-F238E27FC236}">
                      <a16:creationId xmlns:a16="http://schemas.microsoft.com/office/drawing/2014/main" id="{F3360CEC-2596-6CA2-9D05-0288F1662D87}"/>
                    </a:ext>
                  </a:extLst>
                </p:cNvPr>
                <p:cNvSpPr/>
                <p:nvPr/>
              </p:nvSpPr>
              <p:spPr>
                <a:xfrm>
                  <a:off x="7462931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1" name="pg228">
                  <a:extLst>
                    <a:ext uri="{FF2B5EF4-FFF2-40B4-BE49-F238E27FC236}">
                      <a16:creationId xmlns:a16="http://schemas.microsoft.com/office/drawing/2014/main" id="{AA08434A-0872-6A2A-2403-408782A8084D}"/>
                    </a:ext>
                  </a:extLst>
                </p:cNvPr>
                <p:cNvSpPr/>
                <p:nvPr/>
              </p:nvSpPr>
              <p:spPr>
                <a:xfrm>
                  <a:off x="7500869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2" name="pg229">
                  <a:extLst>
                    <a:ext uri="{FF2B5EF4-FFF2-40B4-BE49-F238E27FC236}">
                      <a16:creationId xmlns:a16="http://schemas.microsoft.com/office/drawing/2014/main" id="{AD8760EB-E787-AC7E-25C2-CF8A6A8F7703}"/>
                    </a:ext>
                  </a:extLst>
                </p:cNvPr>
                <p:cNvSpPr/>
                <p:nvPr/>
              </p:nvSpPr>
              <p:spPr>
                <a:xfrm>
                  <a:off x="7538807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3" name="pg230">
                  <a:extLst>
                    <a:ext uri="{FF2B5EF4-FFF2-40B4-BE49-F238E27FC236}">
                      <a16:creationId xmlns:a16="http://schemas.microsoft.com/office/drawing/2014/main" id="{141C79B9-CFCC-079B-EFEA-4D71941D6F2F}"/>
                    </a:ext>
                  </a:extLst>
                </p:cNvPr>
                <p:cNvSpPr/>
                <p:nvPr/>
              </p:nvSpPr>
              <p:spPr>
                <a:xfrm>
                  <a:off x="7576745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4" name="pg231">
                  <a:extLst>
                    <a:ext uri="{FF2B5EF4-FFF2-40B4-BE49-F238E27FC236}">
                      <a16:creationId xmlns:a16="http://schemas.microsoft.com/office/drawing/2014/main" id="{2397442C-8B96-E2E9-744C-48C5FDBC2226}"/>
                    </a:ext>
                  </a:extLst>
                </p:cNvPr>
                <p:cNvSpPr/>
                <p:nvPr/>
              </p:nvSpPr>
              <p:spPr>
                <a:xfrm>
                  <a:off x="7614683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5" name="pg232">
                  <a:extLst>
                    <a:ext uri="{FF2B5EF4-FFF2-40B4-BE49-F238E27FC236}">
                      <a16:creationId xmlns:a16="http://schemas.microsoft.com/office/drawing/2014/main" id="{467393CF-C13B-5A59-03E0-DD668A20EF6B}"/>
                    </a:ext>
                  </a:extLst>
                </p:cNvPr>
                <p:cNvSpPr/>
                <p:nvPr/>
              </p:nvSpPr>
              <p:spPr>
                <a:xfrm>
                  <a:off x="7652621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6" name="pg233">
                  <a:extLst>
                    <a:ext uri="{FF2B5EF4-FFF2-40B4-BE49-F238E27FC236}">
                      <a16:creationId xmlns:a16="http://schemas.microsoft.com/office/drawing/2014/main" id="{FAD56DC8-0353-9070-C60C-2176CC900C79}"/>
                    </a:ext>
                  </a:extLst>
                </p:cNvPr>
                <p:cNvSpPr/>
                <p:nvPr/>
              </p:nvSpPr>
              <p:spPr>
                <a:xfrm>
                  <a:off x="7690559" y="1502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7" name="pg234">
                  <a:extLst>
                    <a:ext uri="{FF2B5EF4-FFF2-40B4-BE49-F238E27FC236}">
                      <a16:creationId xmlns:a16="http://schemas.microsoft.com/office/drawing/2014/main" id="{ED234EDC-A937-FF2B-3340-D3D0D230102F}"/>
                    </a:ext>
                  </a:extLst>
                </p:cNvPr>
                <p:cNvSpPr/>
                <p:nvPr/>
              </p:nvSpPr>
              <p:spPr>
                <a:xfrm>
                  <a:off x="6742109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8" name="pg235">
                  <a:extLst>
                    <a:ext uri="{FF2B5EF4-FFF2-40B4-BE49-F238E27FC236}">
                      <a16:creationId xmlns:a16="http://schemas.microsoft.com/office/drawing/2014/main" id="{4DE855FE-11B0-1FCE-6846-64F2096C0460}"/>
                    </a:ext>
                  </a:extLst>
                </p:cNvPr>
                <p:cNvSpPr/>
                <p:nvPr/>
              </p:nvSpPr>
              <p:spPr>
                <a:xfrm>
                  <a:off x="6780047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CDBBE">
                    <a:alpha val="100000"/>
                  </a:srgbClr>
                </a:solidFill>
                <a:ln w="5420" cap="flat">
                  <a:solidFill>
                    <a:srgbClr val="8C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9" name="pg236">
                  <a:extLst>
                    <a:ext uri="{FF2B5EF4-FFF2-40B4-BE49-F238E27FC236}">
                      <a16:creationId xmlns:a16="http://schemas.microsoft.com/office/drawing/2014/main" id="{E4E4304D-CA44-96D6-D26F-4AE944FBA5C4}"/>
                    </a:ext>
                  </a:extLst>
                </p:cNvPr>
                <p:cNvSpPr/>
                <p:nvPr/>
              </p:nvSpPr>
              <p:spPr>
                <a:xfrm>
                  <a:off x="6817985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0" name="pg237">
                  <a:extLst>
                    <a:ext uri="{FF2B5EF4-FFF2-40B4-BE49-F238E27FC236}">
                      <a16:creationId xmlns:a16="http://schemas.microsoft.com/office/drawing/2014/main" id="{4F6525C0-27C1-9095-2AE3-9EC5DBDD8DD9}"/>
                    </a:ext>
                  </a:extLst>
                </p:cNvPr>
                <p:cNvSpPr/>
                <p:nvPr/>
              </p:nvSpPr>
              <p:spPr>
                <a:xfrm>
                  <a:off x="6855923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1" name="pg238">
                  <a:extLst>
                    <a:ext uri="{FF2B5EF4-FFF2-40B4-BE49-F238E27FC236}">
                      <a16:creationId xmlns:a16="http://schemas.microsoft.com/office/drawing/2014/main" id="{59DD179C-9376-023C-CB72-C8BBA3436E10}"/>
                    </a:ext>
                  </a:extLst>
                </p:cNvPr>
                <p:cNvSpPr/>
                <p:nvPr/>
              </p:nvSpPr>
              <p:spPr>
                <a:xfrm>
                  <a:off x="6893861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2" name="pg239">
                  <a:extLst>
                    <a:ext uri="{FF2B5EF4-FFF2-40B4-BE49-F238E27FC236}">
                      <a16:creationId xmlns:a16="http://schemas.microsoft.com/office/drawing/2014/main" id="{42D7883E-97C3-0C6D-8F5E-52E3CCFE933A}"/>
                    </a:ext>
                  </a:extLst>
                </p:cNvPr>
                <p:cNvSpPr/>
                <p:nvPr/>
              </p:nvSpPr>
              <p:spPr>
                <a:xfrm>
                  <a:off x="6931799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3" name="pg240">
                  <a:extLst>
                    <a:ext uri="{FF2B5EF4-FFF2-40B4-BE49-F238E27FC236}">
                      <a16:creationId xmlns:a16="http://schemas.microsoft.com/office/drawing/2014/main" id="{08DCE86B-A733-C723-41ED-31C488A66160}"/>
                    </a:ext>
                  </a:extLst>
                </p:cNvPr>
                <p:cNvSpPr/>
                <p:nvPr/>
              </p:nvSpPr>
              <p:spPr>
                <a:xfrm>
                  <a:off x="6969737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4" name="pg241">
                  <a:extLst>
                    <a:ext uri="{FF2B5EF4-FFF2-40B4-BE49-F238E27FC236}">
                      <a16:creationId xmlns:a16="http://schemas.microsoft.com/office/drawing/2014/main" id="{7CD50E48-BB73-6DAA-85AD-B2785391BF5B}"/>
                    </a:ext>
                  </a:extLst>
                </p:cNvPr>
                <p:cNvSpPr/>
                <p:nvPr/>
              </p:nvSpPr>
              <p:spPr>
                <a:xfrm>
                  <a:off x="7007675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5" name="pg242">
                  <a:extLst>
                    <a:ext uri="{FF2B5EF4-FFF2-40B4-BE49-F238E27FC236}">
                      <a16:creationId xmlns:a16="http://schemas.microsoft.com/office/drawing/2014/main" id="{261A31F6-01E2-5335-302A-108BDC8F2AA5}"/>
                    </a:ext>
                  </a:extLst>
                </p:cNvPr>
                <p:cNvSpPr/>
                <p:nvPr/>
              </p:nvSpPr>
              <p:spPr>
                <a:xfrm>
                  <a:off x="7045613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6" name="pg243">
                  <a:extLst>
                    <a:ext uri="{FF2B5EF4-FFF2-40B4-BE49-F238E27FC236}">
                      <a16:creationId xmlns:a16="http://schemas.microsoft.com/office/drawing/2014/main" id="{28EF622F-0C0B-CBA7-576E-DFF8215E744B}"/>
                    </a:ext>
                  </a:extLst>
                </p:cNvPr>
                <p:cNvSpPr/>
                <p:nvPr/>
              </p:nvSpPr>
              <p:spPr>
                <a:xfrm>
                  <a:off x="7083551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7" name="pg244">
                  <a:extLst>
                    <a:ext uri="{FF2B5EF4-FFF2-40B4-BE49-F238E27FC236}">
                      <a16:creationId xmlns:a16="http://schemas.microsoft.com/office/drawing/2014/main" id="{A069EE45-4A7C-ED14-3F67-73AC177C4B74}"/>
                    </a:ext>
                  </a:extLst>
                </p:cNvPr>
                <p:cNvSpPr/>
                <p:nvPr/>
              </p:nvSpPr>
              <p:spPr>
                <a:xfrm>
                  <a:off x="7121489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8" name="pg245">
                  <a:extLst>
                    <a:ext uri="{FF2B5EF4-FFF2-40B4-BE49-F238E27FC236}">
                      <a16:creationId xmlns:a16="http://schemas.microsoft.com/office/drawing/2014/main" id="{8F975FB6-E565-E5DD-2D73-67AA241458E0}"/>
                    </a:ext>
                  </a:extLst>
                </p:cNvPr>
                <p:cNvSpPr/>
                <p:nvPr/>
              </p:nvSpPr>
              <p:spPr>
                <a:xfrm>
                  <a:off x="7159427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9" name="pg246">
                  <a:extLst>
                    <a:ext uri="{FF2B5EF4-FFF2-40B4-BE49-F238E27FC236}">
                      <a16:creationId xmlns:a16="http://schemas.microsoft.com/office/drawing/2014/main" id="{B5B7C14C-3A7A-F656-0D09-1AC801EE8E7C}"/>
                    </a:ext>
                  </a:extLst>
                </p:cNvPr>
                <p:cNvSpPr/>
                <p:nvPr/>
              </p:nvSpPr>
              <p:spPr>
                <a:xfrm>
                  <a:off x="7197365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0" name="pg247">
                  <a:extLst>
                    <a:ext uri="{FF2B5EF4-FFF2-40B4-BE49-F238E27FC236}">
                      <a16:creationId xmlns:a16="http://schemas.microsoft.com/office/drawing/2014/main" id="{92E5B755-DFFA-0D47-7ACA-645D5DCB69DB}"/>
                    </a:ext>
                  </a:extLst>
                </p:cNvPr>
                <p:cNvSpPr/>
                <p:nvPr/>
              </p:nvSpPr>
              <p:spPr>
                <a:xfrm>
                  <a:off x="7235303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1" name="pg248">
                  <a:extLst>
                    <a:ext uri="{FF2B5EF4-FFF2-40B4-BE49-F238E27FC236}">
                      <a16:creationId xmlns:a16="http://schemas.microsoft.com/office/drawing/2014/main" id="{693BEDAE-4747-5932-2BCF-828034A82213}"/>
                    </a:ext>
                  </a:extLst>
                </p:cNvPr>
                <p:cNvSpPr/>
                <p:nvPr/>
              </p:nvSpPr>
              <p:spPr>
                <a:xfrm>
                  <a:off x="7273241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2" name="pg249">
                  <a:extLst>
                    <a:ext uri="{FF2B5EF4-FFF2-40B4-BE49-F238E27FC236}">
                      <a16:creationId xmlns:a16="http://schemas.microsoft.com/office/drawing/2014/main" id="{CCB81DAB-349E-92FC-D058-A17C338D21C9}"/>
                    </a:ext>
                  </a:extLst>
                </p:cNvPr>
                <p:cNvSpPr/>
                <p:nvPr/>
              </p:nvSpPr>
              <p:spPr>
                <a:xfrm>
                  <a:off x="7424993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3" name="pg250">
                  <a:extLst>
                    <a:ext uri="{FF2B5EF4-FFF2-40B4-BE49-F238E27FC236}">
                      <a16:creationId xmlns:a16="http://schemas.microsoft.com/office/drawing/2014/main" id="{5A1546C1-05CA-6FA0-5ACD-25367E01EFF8}"/>
                    </a:ext>
                  </a:extLst>
                </p:cNvPr>
                <p:cNvSpPr/>
                <p:nvPr/>
              </p:nvSpPr>
              <p:spPr>
                <a:xfrm>
                  <a:off x="7462931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4" name="pg251">
                  <a:extLst>
                    <a:ext uri="{FF2B5EF4-FFF2-40B4-BE49-F238E27FC236}">
                      <a16:creationId xmlns:a16="http://schemas.microsoft.com/office/drawing/2014/main" id="{828E6099-087B-50E6-325C-C61A4F925D02}"/>
                    </a:ext>
                  </a:extLst>
                </p:cNvPr>
                <p:cNvSpPr/>
                <p:nvPr/>
              </p:nvSpPr>
              <p:spPr>
                <a:xfrm>
                  <a:off x="7500869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5" name="pg252">
                  <a:extLst>
                    <a:ext uri="{FF2B5EF4-FFF2-40B4-BE49-F238E27FC236}">
                      <a16:creationId xmlns:a16="http://schemas.microsoft.com/office/drawing/2014/main" id="{24AAD233-E23F-5BEA-7292-59F61595152E}"/>
                    </a:ext>
                  </a:extLst>
                </p:cNvPr>
                <p:cNvSpPr/>
                <p:nvPr/>
              </p:nvSpPr>
              <p:spPr>
                <a:xfrm>
                  <a:off x="7538807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6" name="pg253">
                  <a:extLst>
                    <a:ext uri="{FF2B5EF4-FFF2-40B4-BE49-F238E27FC236}">
                      <a16:creationId xmlns:a16="http://schemas.microsoft.com/office/drawing/2014/main" id="{4FEBCAA1-F41C-A245-25F4-0466A0140424}"/>
                    </a:ext>
                  </a:extLst>
                </p:cNvPr>
                <p:cNvSpPr/>
                <p:nvPr/>
              </p:nvSpPr>
              <p:spPr>
                <a:xfrm>
                  <a:off x="7576745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7" name="pg254">
                  <a:extLst>
                    <a:ext uri="{FF2B5EF4-FFF2-40B4-BE49-F238E27FC236}">
                      <a16:creationId xmlns:a16="http://schemas.microsoft.com/office/drawing/2014/main" id="{16708CFB-99C7-E89D-B934-2B8D6BECB30F}"/>
                    </a:ext>
                  </a:extLst>
                </p:cNvPr>
                <p:cNvSpPr/>
                <p:nvPr/>
              </p:nvSpPr>
              <p:spPr>
                <a:xfrm>
                  <a:off x="7614683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8" name="pg255">
                  <a:extLst>
                    <a:ext uri="{FF2B5EF4-FFF2-40B4-BE49-F238E27FC236}">
                      <a16:creationId xmlns:a16="http://schemas.microsoft.com/office/drawing/2014/main" id="{B449536E-9257-91F5-8505-031CC8BFB730}"/>
                    </a:ext>
                  </a:extLst>
                </p:cNvPr>
                <p:cNvSpPr/>
                <p:nvPr/>
              </p:nvSpPr>
              <p:spPr>
                <a:xfrm>
                  <a:off x="7652621" y="155057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9" name="pg256">
                  <a:extLst>
                    <a:ext uri="{FF2B5EF4-FFF2-40B4-BE49-F238E27FC236}">
                      <a16:creationId xmlns:a16="http://schemas.microsoft.com/office/drawing/2014/main" id="{12D8C433-3355-8D41-CB75-CBD4B5A32DF9}"/>
                    </a:ext>
                  </a:extLst>
                </p:cNvPr>
                <p:cNvSpPr/>
                <p:nvPr/>
              </p:nvSpPr>
              <p:spPr>
                <a:xfrm>
                  <a:off x="6742109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FDBBF">
                    <a:alpha val="100000"/>
                  </a:srgbClr>
                </a:solidFill>
                <a:ln w="5420" cap="flat">
                  <a:solidFill>
                    <a:srgbClr val="8F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0" name="pg257">
                  <a:extLst>
                    <a:ext uri="{FF2B5EF4-FFF2-40B4-BE49-F238E27FC236}">
                      <a16:creationId xmlns:a16="http://schemas.microsoft.com/office/drawing/2014/main" id="{2F4AFED9-8E0B-8E07-0837-039E8AE799C8}"/>
                    </a:ext>
                  </a:extLst>
                </p:cNvPr>
                <p:cNvSpPr/>
                <p:nvPr/>
              </p:nvSpPr>
              <p:spPr>
                <a:xfrm>
                  <a:off x="6780047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1" name="pg258">
                  <a:extLst>
                    <a:ext uri="{FF2B5EF4-FFF2-40B4-BE49-F238E27FC236}">
                      <a16:creationId xmlns:a16="http://schemas.microsoft.com/office/drawing/2014/main" id="{C33A3902-C748-4AF9-F150-BCCABC59A92D}"/>
                    </a:ext>
                  </a:extLst>
                </p:cNvPr>
                <p:cNvSpPr/>
                <p:nvPr/>
              </p:nvSpPr>
              <p:spPr>
                <a:xfrm>
                  <a:off x="6817985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2" name="pg259">
                  <a:extLst>
                    <a:ext uri="{FF2B5EF4-FFF2-40B4-BE49-F238E27FC236}">
                      <a16:creationId xmlns:a16="http://schemas.microsoft.com/office/drawing/2014/main" id="{B80C379F-F830-4B65-FF19-7F1C924F692A}"/>
                    </a:ext>
                  </a:extLst>
                </p:cNvPr>
                <p:cNvSpPr/>
                <p:nvPr/>
              </p:nvSpPr>
              <p:spPr>
                <a:xfrm>
                  <a:off x="6855923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5DDC2">
                    <a:alpha val="100000"/>
                  </a:srgbClr>
                </a:solidFill>
                <a:ln w="5420" cap="flat">
                  <a:solidFill>
                    <a:srgbClr val="95DD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3" name="pg260">
                  <a:extLst>
                    <a:ext uri="{FF2B5EF4-FFF2-40B4-BE49-F238E27FC236}">
                      <a16:creationId xmlns:a16="http://schemas.microsoft.com/office/drawing/2014/main" id="{0099D46A-1F04-1B69-1E59-17879747B36C}"/>
                    </a:ext>
                  </a:extLst>
                </p:cNvPr>
                <p:cNvSpPr/>
                <p:nvPr/>
              </p:nvSpPr>
              <p:spPr>
                <a:xfrm>
                  <a:off x="6893861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4" name="pg261">
                  <a:extLst>
                    <a:ext uri="{FF2B5EF4-FFF2-40B4-BE49-F238E27FC236}">
                      <a16:creationId xmlns:a16="http://schemas.microsoft.com/office/drawing/2014/main" id="{137DFDF3-AE77-DFCD-5FF4-0CB74045F4FD}"/>
                    </a:ext>
                  </a:extLst>
                </p:cNvPr>
                <p:cNvSpPr/>
                <p:nvPr/>
              </p:nvSpPr>
              <p:spPr>
                <a:xfrm>
                  <a:off x="6931799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5" name="pg262">
                  <a:extLst>
                    <a:ext uri="{FF2B5EF4-FFF2-40B4-BE49-F238E27FC236}">
                      <a16:creationId xmlns:a16="http://schemas.microsoft.com/office/drawing/2014/main" id="{B2F2A8B9-CF30-AD60-6A66-2B86709F1F11}"/>
                    </a:ext>
                  </a:extLst>
                </p:cNvPr>
                <p:cNvSpPr/>
                <p:nvPr/>
              </p:nvSpPr>
              <p:spPr>
                <a:xfrm>
                  <a:off x="6969737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5DDC2">
                    <a:alpha val="100000"/>
                  </a:srgbClr>
                </a:solidFill>
                <a:ln w="5420" cap="flat">
                  <a:solidFill>
                    <a:srgbClr val="95DD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6" name="pg263">
                  <a:extLst>
                    <a:ext uri="{FF2B5EF4-FFF2-40B4-BE49-F238E27FC236}">
                      <a16:creationId xmlns:a16="http://schemas.microsoft.com/office/drawing/2014/main" id="{FCAF1ED0-BE67-841E-CA96-8FF583EB79E3}"/>
                    </a:ext>
                  </a:extLst>
                </p:cNvPr>
                <p:cNvSpPr/>
                <p:nvPr/>
              </p:nvSpPr>
              <p:spPr>
                <a:xfrm>
                  <a:off x="7007675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7" name="pg264">
                  <a:extLst>
                    <a:ext uri="{FF2B5EF4-FFF2-40B4-BE49-F238E27FC236}">
                      <a16:creationId xmlns:a16="http://schemas.microsoft.com/office/drawing/2014/main" id="{84CA7352-6D43-B755-36B7-60E516AAA49E}"/>
                    </a:ext>
                  </a:extLst>
                </p:cNvPr>
                <p:cNvSpPr/>
                <p:nvPr/>
              </p:nvSpPr>
              <p:spPr>
                <a:xfrm>
                  <a:off x="7045613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8" name="pg265">
                  <a:extLst>
                    <a:ext uri="{FF2B5EF4-FFF2-40B4-BE49-F238E27FC236}">
                      <a16:creationId xmlns:a16="http://schemas.microsoft.com/office/drawing/2014/main" id="{2A532BE4-A654-FCB8-7C4A-7BF37F330EAB}"/>
                    </a:ext>
                  </a:extLst>
                </p:cNvPr>
                <p:cNvSpPr/>
                <p:nvPr/>
              </p:nvSpPr>
              <p:spPr>
                <a:xfrm>
                  <a:off x="7083551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9" name="pg266">
                  <a:extLst>
                    <a:ext uri="{FF2B5EF4-FFF2-40B4-BE49-F238E27FC236}">
                      <a16:creationId xmlns:a16="http://schemas.microsoft.com/office/drawing/2014/main" id="{E6A8619E-C101-FCB9-0E93-8EE642F8A01D}"/>
                    </a:ext>
                  </a:extLst>
                </p:cNvPr>
                <p:cNvSpPr/>
                <p:nvPr/>
              </p:nvSpPr>
              <p:spPr>
                <a:xfrm>
                  <a:off x="7121489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CDABD">
                    <a:alpha val="100000"/>
                  </a:srgbClr>
                </a:solidFill>
                <a:ln w="5420" cap="flat">
                  <a:solidFill>
                    <a:srgbClr val="8C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0" name="pg267">
                  <a:extLst>
                    <a:ext uri="{FF2B5EF4-FFF2-40B4-BE49-F238E27FC236}">
                      <a16:creationId xmlns:a16="http://schemas.microsoft.com/office/drawing/2014/main" id="{5BEC0EA3-73B2-787A-BB7A-175336056B90}"/>
                    </a:ext>
                  </a:extLst>
                </p:cNvPr>
                <p:cNvSpPr/>
                <p:nvPr/>
              </p:nvSpPr>
              <p:spPr>
                <a:xfrm>
                  <a:off x="7159427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1" name="pg268">
                  <a:extLst>
                    <a:ext uri="{FF2B5EF4-FFF2-40B4-BE49-F238E27FC236}">
                      <a16:creationId xmlns:a16="http://schemas.microsoft.com/office/drawing/2014/main" id="{A1B06E40-2E7F-868D-0680-21605CCC7C25}"/>
                    </a:ext>
                  </a:extLst>
                </p:cNvPr>
                <p:cNvSpPr/>
                <p:nvPr/>
              </p:nvSpPr>
              <p:spPr>
                <a:xfrm>
                  <a:off x="7197365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2" name="pg269">
                  <a:extLst>
                    <a:ext uri="{FF2B5EF4-FFF2-40B4-BE49-F238E27FC236}">
                      <a16:creationId xmlns:a16="http://schemas.microsoft.com/office/drawing/2014/main" id="{6913486F-A4BF-A6A3-430C-389C846E6AF6}"/>
                    </a:ext>
                  </a:extLst>
                </p:cNvPr>
                <p:cNvSpPr/>
                <p:nvPr/>
              </p:nvSpPr>
              <p:spPr>
                <a:xfrm>
                  <a:off x="7235303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3" name="pg270">
                  <a:extLst>
                    <a:ext uri="{FF2B5EF4-FFF2-40B4-BE49-F238E27FC236}">
                      <a16:creationId xmlns:a16="http://schemas.microsoft.com/office/drawing/2014/main" id="{7CC629CA-63BF-A3B4-1D81-6047BD4F41CB}"/>
                    </a:ext>
                  </a:extLst>
                </p:cNvPr>
                <p:cNvSpPr/>
                <p:nvPr/>
              </p:nvSpPr>
              <p:spPr>
                <a:xfrm>
                  <a:off x="7273241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4" name="pg271">
                  <a:extLst>
                    <a:ext uri="{FF2B5EF4-FFF2-40B4-BE49-F238E27FC236}">
                      <a16:creationId xmlns:a16="http://schemas.microsoft.com/office/drawing/2014/main" id="{10C15F7A-94B9-3A76-63E5-C977A0FE0F73}"/>
                    </a:ext>
                  </a:extLst>
                </p:cNvPr>
                <p:cNvSpPr/>
                <p:nvPr/>
              </p:nvSpPr>
              <p:spPr>
                <a:xfrm>
                  <a:off x="7424993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5" name="pg272">
                  <a:extLst>
                    <a:ext uri="{FF2B5EF4-FFF2-40B4-BE49-F238E27FC236}">
                      <a16:creationId xmlns:a16="http://schemas.microsoft.com/office/drawing/2014/main" id="{24739B9E-BAFD-9BBB-CD9F-27650D0E1CA4}"/>
                    </a:ext>
                  </a:extLst>
                </p:cNvPr>
                <p:cNvSpPr/>
                <p:nvPr/>
              </p:nvSpPr>
              <p:spPr>
                <a:xfrm>
                  <a:off x="7462931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6" name="pg273">
                  <a:extLst>
                    <a:ext uri="{FF2B5EF4-FFF2-40B4-BE49-F238E27FC236}">
                      <a16:creationId xmlns:a16="http://schemas.microsoft.com/office/drawing/2014/main" id="{1F27BAB0-94A0-7249-DC1E-7AA70316AF92}"/>
                    </a:ext>
                  </a:extLst>
                </p:cNvPr>
                <p:cNvSpPr/>
                <p:nvPr/>
              </p:nvSpPr>
              <p:spPr>
                <a:xfrm>
                  <a:off x="7500869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7" name="pg274">
                  <a:extLst>
                    <a:ext uri="{FF2B5EF4-FFF2-40B4-BE49-F238E27FC236}">
                      <a16:creationId xmlns:a16="http://schemas.microsoft.com/office/drawing/2014/main" id="{04ADE27C-B565-4A91-2F76-023F00674FD6}"/>
                    </a:ext>
                  </a:extLst>
                </p:cNvPr>
                <p:cNvSpPr/>
                <p:nvPr/>
              </p:nvSpPr>
              <p:spPr>
                <a:xfrm>
                  <a:off x="7538807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8" name="pg275">
                  <a:extLst>
                    <a:ext uri="{FF2B5EF4-FFF2-40B4-BE49-F238E27FC236}">
                      <a16:creationId xmlns:a16="http://schemas.microsoft.com/office/drawing/2014/main" id="{974271E3-93D8-B990-59ED-02BD5CB6EA29}"/>
                    </a:ext>
                  </a:extLst>
                </p:cNvPr>
                <p:cNvSpPr/>
                <p:nvPr/>
              </p:nvSpPr>
              <p:spPr>
                <a:xfrm>
                  <a:off x="7576745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9" name="pg276">
                  <a:extLst>
                    <a:ext uri="{FF2B5EF4-FFF2-40B4-BE49-F238E27FC236}">
                      <a16:creationId xmlns:a16="http://schemas.microsoft.com/office/drawing/2014/main" id="{8E29F50C-2664-501C-B3B9-436224108336}"/>
                    </a:ext>
                  </a:extLst>
                </p:cNvPr>
                <p:cNvSpPr/>
                <p:nvPr/>
              </p:nvSpPr>
              <p:spPr>
                <a:xfrm>
                  <a:off x="7614683" y="159870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0" name="pg277">
                  <a:extLst>
                    <a:ext uri="{FF2B5EF4-FFF2-40B4-BE49-F238E27FC236}">
                      <a16:creationId xmlns:a16="http://schemas.microsoft.com/office/drawing/2014/main" id="{7AEB7B91-7A35-23C6-6408-262B9D10776E}"/>
                    </a:ext>
                  </a:extLst>
                </p:cNvPr>
                <p:cNvSpPr/>
                <p:nvPr/>
              </p:nvSpPr>
              <p:spPr>
                <a:xfrm>
                  <a:off x="6704171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FDBBF">
                    <a:alpha val="100000"/>
                  </a:srgbClr>
                </a:solidFill>
                <a:ln w="5420" cap="flat">
                  <a:solidFill>
                    <a:srgbClr val="8F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1" name="pg278">
                  <a:extLst>
                    <a:ext uri="{FF2B5EF4-FFF2-40B4-BE49-F238E27FC236}">
                      <a16:creationId xmlns:a16="http://schemas.microsoft.com/office/drawing/2014/main" id="{C866A99E-06AC-2005-883F-25F49FA20731}"/>
                    </a:ext>
                  </a:extLst>
                </p:cNvPr>
                <p:cNvSpPr/>
                <p:nvPr/>
              </p:nvSpPr>
              <p:spPr>
                <a:xfrm>
                  <a:off x="6742109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2" name="pg279">
                  <a:extLst>
                    <a:ext uri="{FF2B5EF4-FFF2-40B4-BE49-F238E27FC236}">
                      <a16:creationId xmlns:a16="http://schemas.microsoft.com/office/drawing/2014/main" id="{432C8DA5-3362-0070-38FF-3E9363320BA6}"/>
                    </a:ext>
                  </a:extLst>
                </p:cNvPr>
                <p:cNvSpPr/>
                <p:nvPr/>
              </p:nvSpPr>
              <p:spPr>
                <a:xfrm>
                  <a:off x="6780047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3" name="pg280">
                  <a:extLst>
                    <a:ext uri="{FF2B5EF4-FFF2-40B4-BE49-F238E27FC236}">
                      <a16:creationId xmlns:a16="http://schemas.microsoft.com/office/drawing/2014/main" id="{53C3ADDB-C06B-8153-B7FB-C8E5631449EF}"/>
                    </a:ext>
                  </a:extLst>
                </p:cNvPr>
                <p:cNvSpPr/>
                <p:nvPr/>
              </p:nvSpPr>
              <p:spPr>
                <a:xfrm>
                  <a:off x="6817985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9DFC3">
                    <a:alpha val="100000"/>
                  </a:srgbClr>
                </a:solidFill>
                <a:ln w="5420" cap="flat">
                  <a:solidFill>
                    <a:srgbClr val="99DF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4" name="pg281">
                  <a:extLst>
                    <a:ext uri="{FF2B5EF4-FFF2-40B4-BE49-F238E27FC236}">
                      <a16:creationId xmlns:a16="http://schemas.microsoft.com/office/drawing/2014/main" id="{2279BBE3-2E79-210E-7A25-E7D74BBC871F}"/>
                    </a:ext>
                  </a:extLst>
                </p:cNvPr>
                <p:cNvSpPr/>
                <p:nvPr/>
              </p:nvSpPr>
              <p:spPr>
                <a:xfrm>
                  <a:off x="6855923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5" name="pg282">
                  <a:extLst>
                    <a:ext uri="{FF2B5EF4-FFF2-40B4-BE49-F238E27FC236}">
                      <a16:creationId xmlns:a16="http://schemas.microsoft.com/office/drawing/2014/main" id="{AFFED0F7-99B3-DBA6-D1D7-CFDF3B0B3CAE}"/>
                    </a:ext>
                  </a:extLst>
                </p:cNvPr>
                <p:cNvSpPr/>
                <p:nvPr/>
              </p:nvSpPr>
              <p:spPr>
                <a:xfrm>
                  <a:off x="6893861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CDFC4">
                    <a:alpha val="100000"/>
                  </a:srgbClr>
                </a:solidFill>
                <a:ln w="5420" cap="flat">
                  <a:solidFill>
                    <a:srgbClr val="9C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6" name="pg283">
                  <a:extLst>
                    <a:ext uri="{FF2B5EF4-FFF2-40B4-BE49-F238E27FC236}">
                      <a16:creationId xmlns:a16="http://schemas.microsoft.com/office/drawing/2014/main" id="{B03F9EE8-C45F-1948-B393-F7F378D633BB}"/>
                    </a:ext>
                  </a:extLst>
                </p:cNvPr>
                <p:cNvSpPr/>
                <p:nvPr/>
              </p:nvSpPr>
              <p:spPr>
                <a:xfrm>
                  <a:off x="6931799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CDFC4">
                    <a:alpha val="100000"/>
                  </a:srgbClr>
                </a:solidFill>
                <a:ln w="5420" cap="flat">
                  <a:solidFill>
                    <a:srgbClr val="9C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7" name="pg284">
                  <a:extLst>
                    <a:ext uri="{FF2B5EF4-FFF2-40B4-BE49-F238E27FC236}">
                      <a16:creationId xmlns:a16="http://schemas.microsoft.com/office/drawing/2014/main" id="{CDBDE18B-56D3-4E7A-D98B-8302CFC70B2A}"/>
                    </a:ext>
                  </a:extLst>
                </p:cNvPr>
                <p:cNvSpPr/>
                <p:nvPr/>
              </p:nvSpPr>
              <p:spPr>
                <a:xfrm>
                  <a:off x="6969737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8" name="pg285">
                  <a:extLst>
                    <a:ext uri="{FF2B5EF4-FFF2-40B4-BE49-F238E27FC236}">
                      <a16:creationId xmlns:a16="http://schemas.microsoft.com/office/drawing/2014/main" id="{BE2DC6F3-FD9A-28A4-47B0-EABE3F8A944A}"/>
                    </a:ext>
                  </a:extLst>
                </p:cNvPr>
                <p:cNvSpPr/>
                <p:nvPr/>
              </p:nvSpPr>
              <p:spPr>
                <a:xfrm>
                  <a:off x="7007675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ADFC4">
                    <a:alpha val="100000"/>
                  </a:srgbClr>
                </a:solidFill>
                <a:ln w="5420" cap="flat">
                  <a:solidFill>
                    <a:srgbClr val="9A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9" name="pg286">
                  <a:extLst>
                    <a:ext uri="{FF2B5EF4-FFF2-40B4-BE49-F238E27FC236}">
                      <a16:creationId xmlns:a16="http://schemas.microsoft.com/office/drawing/2014/main" id="{A25D55C8-7FEE-A703-83C6-FD2B06A35C8D}"/>
                    </a:ext>
                  </a:extLst>
                </p:cNvPr>
                <p:cNvSpPr/>
                <p:nvPr/>
              </p:nvSpPr>
              <p:spPr>
                <a:xfrm>
                  <a:off x="7045613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0" name="pg287">
                  <a:extLst>
                    <a:ext uri="{FF2B5EF4-FFF2-40B4-BE49-F238E27FC236}">
                      <a16:creationId xmlns:a16="http://schemas.microsoft.com/office/drawing/2014/main" id="{A208061B-5D50-C0A1-7036-451B6B495A48}"/>
                    </a:ext>
                  </a:extLst>
                </p:cNvPr>
                <p:cNvSpPr/>
                <p:nvPr/>
              </p:nvSpPr>
              <p:spPr>
                <a:xfrm>
                  <a:off x="7083551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1" name="pg288">
                  <a:extLst>
                    <a:ext uri="{FF2B5EF4-FFF2-40B4-BE49-F238E27FC236}">
                      <a16:creationId xmlns:a16="http://schemas.microsoft.com/office/drawing/2014/main" id="{83976C9D-27D5-8BD3-F79F-BCC50CD5AE80}"/>
                    </a:ext>
                  </a:extLst>
                </p:cNvPr>
                <p:cNvSpPr/>
                <p:nvPr/>
              </p:nvSpPr>
              <p:spPr>
                <a:xfrm>
                  <a:off x="7121489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2DCC0">
                    <a:alpha val="100000"/>
                  </a:srgbClr>
                </a:solidFill>
                <a:ln w="5420" cap="flat">
                  <a:solidFill>
                    <a:srgbClr val="92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2" name="pg289">
                  <a:extLst>
                    <a:ext uri="{FF2B5EF4-FFF2-40B4-BE49-F238E27FC236}">
                      <a16:creationId xmlns:a16="http://schemas.microsoft.com/office/drawing/2014/main" id="{A1CE7E50-707F-980C-2EB5-7A94630013A9}"/>
                    </a:ext>
                  </a:extLst>
                </p:cNvPr>
                <p:cNvSpPr/>
                <p:nvPr/>
              </p:nvSpPr>
              <p:spPr>
                <a:xfrm>
                  <a:off x="7159427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3" name="pg290">
                  <a:extLst>
                    <a:ext uri="{FF2B5EF4-FFF2-40B4-BE49-F238E27FC236}">
                      <a16:creationId xmlns:a16="http://schemas.microsoft.com/office/drawing/2014/main" id="{405A9562-0F26-7B45-5F6D-1288F534378D}"/>
                    </a:ext>
                  </a:extLst>
                </p:cNvPr>
                <p:cNvSpPr/>
                <p:nvPr/>
              </p:nvSpPr>
              <p:spPr>
                <a:xfrm>
                  <a:off x="7197365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4" name="pg291">
                  <a:extLst>
                    <a:ext uri="{FF2B5EF4-FFF2-40B4-BE49-F238E27FC236}">
                      <a16:creationId xmlns:a16="http://schemas.microsoft.com/office/drawing/2014/main" id="{C7C267BF-FDDA-1E39-A836-A91D06AC5D8F}"/>
                    </a:ext>
                  </a:extLst>
                </p:cNvPr>
                <p:cNvSpPr/>
                <p:nvPr/>
              </p:nvSpPr>
              <p:spPr>
                <a:xfrm>
                  <a:off x="7235303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5" name="pg292">
                  <a:extLst>
                    <a:ext uri="{FF2B5EF4-FFF2-40B4-BE49-F238E27FC236}">
                      <a16:creationId xmlns:a16="http://schemas.microsoft.com/office/drawing/2014/main" id="{45A9A36E-6532-5E46-D700-158286508260}"/>
                    </a:ext>
                  </a:extLst>
                </p:cNvPr>
                <p:cNvSpPr/>
                <p:nvPr/>
              </p:nvSpPr>
              <p:spPr>
                <a:xfrm>
                  <a:off x="7273241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6" name="pg293">
                  <a:extLst>
                    <a:ext uri="{FF2B5EF4-FFF2-40B4-BE49-F238E27FC236}">
                      <a16:creationId xmlns:a16="http://schemas.microsoft.com/office/drawing/2014/main" id="{65F6C67B-8C75-8011-2450-6818DA1389B8}"/>
                    </a:ext>
                  </a:extLst>
                </p:cNvPr>
                <p:cNvSpPr/>
                <p:nvPr/>
              </p:nvSpPr>
              <p:spPr>
                <a:xfrm>
                  <a:off x="7311179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7" name="pg294">
                  <a:extLst>
                    <a:ext uri="{FF2B5EF4-FFF2-40B4-BE49-F238E27FC236}">
                      <a16:creationId xmlns:a16="http://schemas.microsoft.com/office/drawing/2014/main" id="{A2613120-DF2D-B6BF-2961-F3AE699F64A0}"/>
                    </a:ext>
                  </a:extLst>
                </p:cNvPr>
                <p:cNvSpPr/>
                <p:nvPr/>
              </p:nvSpPr>
              <p:spPr>
                <a:xfrm>
                  <a:off x="7424993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8" name="pg295">
                  <a:extLst>
                    <a:ext uri="{FF2B5EF4-FFF2-40B4-BE49-F238E27FC236}">
                      <a16:creationId xmlns:a16="http://schemas.microsoft.com/office/drawing/2014/main" id="{7CADAF56-2745-2841-A879-6CEDC164F708}"/>
                    </a:ext>
                  </a:extLst>
                </p:cNvPr>
                <p:cNvSpPr/>
                <p:nvPr/>
              </p:nvSpPr>
              <p:spPr>
                <a:xfrm>
                  <a:off x="7462931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9" name="pg296">
                  <a:extLst>
                    <a:ext uri="{FF2B5EF4-FFF2-40B4-BE49-F238E27FC236}">
                      <a16:creationId xmlns:a16="http://schemas.microsoft.com/office/drawing/2014/main" id="{F3871525-9A28-83FC-7436-7491FCD0E0A4}"/>
                    </a:ext>
                  </a:extLst>
                </p:cNvPr>
                <p:cNvSpPr/>
                <p:nvPr/>
              </p:nvSpPr>
              <p:spPr>
                <a:xfrm>
                  <a:off x="7500869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0" name="pg297">
                  <a:extLst>
                    <a:ext uri="{FF2B5EF4-FFF2-40B4-BE49-F238E27FC236}">
                      <a16:creationId xmlns:a16="http://schemas.microsoft.com/office/drawing/2014/main" id="{ADF89523-BE6C-C6D6-89F3-78A19682A448}"/>
                    </a:ext>
                  </a:extLst>
                </p:cNvPr>
                <p:cNvSpPr/>
                <p:nvPr/>
              </p:nvSpPr>
              <p:spPr>
                <a:xfrm>
                  <a:off x="7538807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1" name="pg298">
                  <a:extLst>
                    <a:ext uri="{FF2B5EF4-FFF2-40B4-BE49-F238E27FC236}">
                      <a16:creationId xmlns:a16="http://schemas.microsoft.com/office/drawing/2014/main" id="{DE3154EC-BA61-3EF1-7618-4C4BD44A21EF}"/>
                    </a:ext>
                  </a:extLst>
                </p:cNvPr>
                <p:cNvSpPr/>
                <p:nvPr/>
              </p:nvSpPr>
              <p:spPr>
                <a:xfrm>
                  <a:off x="7576745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2" name="pg299">
                  <a:extLst>
                    <a:ext uri="{FF2B5EF4-FFF2-40B4-BE49-F238E27FC236}">
                      <a16:creationId xmlns:a16="http://schemas.microsoft.com/office/drawing/2014/main" id="{7951CCA9-DECB-DC8D-7895-EC32B9E94C43}"/>
                    </a:ext>
                  </a:extLst>
                </p:cNvPr>
                <p:cNvSpPr/>
                <p:nvPr/>
              </p:nvSpPr>
              <p:spPr>
                <a:xfrm>
                  <a:off x="7614683" y="164683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3" name="pg300">
                  <a:extLst>
                    <a:ext uri="{FF2B5EF4-FFF2-40B4-BE49-F238E27FC236}">
                      <a16:creationId xmlns:a16="http://schemas.microsoft.com/office/drawing/2014/main" id="{973E959C-E54B-0228-57D9-7A9B4485AEEE}"/>
                    </a:ext>
                  </a:extLst>
                </p:cNvPr>
                <p:cNvSpPr/>
                <p:nvPr/>
              </p:nvSpPr>
              <p:spPr>
                <a:xfrm>
                  <a:off x="6704171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4" name="pg301">
                  <a:extLst>
                    <a:ext uri="{FF2B5EF4-FFF2-40B4-BE49-F238E27FC236}">
                      <a16:creationId xmlns:a16="http://schemas.microsoft.com/office/drawing/2014/main" id="{DF614D7F-8FA0-A851-1D93-D0FA82E35293}"/>
                    </a:ext>
                  </a:extLst>
                </p:cNvPr>
                <p:cNvSpPr/>
                <p:nvPr/>
              </p:nvSpPr>
              <p:spPr>
                <a:xfrm>
                  <a:off x="6742109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5" name="pg302">
                  <a:extLst>
                    <a:ext uri="{FF2B5EF4-FFF2-40B4-BE49-F238E27FC236}">
                      <a16:creationId xmlns:a16="http://schemas.microsoft.com/office/drawing/2014/main" id="{907611A6-082C-2480-589A-D539C4B3433B}"/>
                    </a:ext>
                  </a:extLst>
                </p:cNvPr>
                <p:cNvSpPr/>
                <p:nvPr/>
              </p:nvSpPr>
              <p:spPr>
                <a:xfrm>
                  <a:off x="6780047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CE0C5">
                    <a:alpha val="100000"/>
                  </a:srgbClr>
                </a:solidFill>
                <a:ln w="5420" cap="flat">
                  <a:solidFill>
                    <a:srgbClr val="9C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6" name="pg303">
                  <a:extLst>
                    <a:ext uri="{FF2B5EF4-FFF2-40B4-BE49-F238E27FC236}">
                      <a16:creationId xmlns:a16="http://schemas.microsoft.com/office/drawing/2014/main" id="{44298027-4C63-317D-D111-759747D6A33F}"/>
                    </a:ext>
                  </a:extLst>
                </p:cNvPr>
                <p:cNvSpPr/>
                <p:nvPr/>
              </p:nvSpPr>
              <p:spPr>
                <a:xfrm>
                  <a:off x="6817985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0E1C6">
                    <a:alpha val="100000"/>
                  </a:srgbClr>
                </a:solidFill>
                <a:ln w="5420" cap="flat">
                  <a:solidFill>
                    <a:srgbClr val="A0E1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7" name="pg304">
                  <a:extLst>
                    <a:ext uri="{FF2B5EF4-FFF2-40B4-BE49-F238E27FC236}">
                      <a16:creationId xmlns:a16="http://schemas.microsoft.com/office/drawing/2014/main" id="{31D479E5-9599-A93D-F249-3C6485050F18}"/>
                    </a:ext>
                  </a:extLst>
                </p:cNvPr>
                <p:cNvSpPr/>
                <p:nvPr/>
              </p:nvSpPr>
              <p:spPr>
                <a:xfrm>
                  <a:off x="6855923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2E1C7">
                    <a:alpha val="100000"/>
                  </a:srgbClr>
                </a:solidFill>
                <a:ln w="5420" cap="flat">
                  <a:solidFill>
                    <a:srgbClr val="A2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8" name="pg305">
                  <a:extLst>
                    <a:ext uri="{FF2B5EF4-FFF2-40B4-BE49-F238E27FC236}">
                      <a16:creationId xmlns:a16="http://schemas.microsoft.com/office/drawing/2014/main" id="{ABCFAB89-3B52-9303-0099-651E2D58919A}"/>
                    </a:ext>
                  </a:extLst>
                </p:cNvPr>
                <p:cNvSpPr/>
                <p:nvPr/>
              </p:nvSpPr>
              <p:spPr>
                <a:xfrm>
                  <a:off x="6893861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2E2C8">
                    <a:alpha val="100000"/>
                  </a:srgbClr>
                </a:solidFill>
                <a:ln w="5420" cap="flat">
                  <a:solidFill>
                    <a:srgbClr val="A2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9" name="pg306">
                  <a:extLst>
                    <a:ext uri="{FF2B5EF4-FFF2-40B4-BE49-F238E27FC236}">
                      <a16:creationId xmlns:a16="http://schemas.microsoft.com/office/drawing/2014/main" id="{32DDC705-F151-41FA-723A-F5888C655CD6}"/>
                    </a:ext>
                  </a:extLst>
                </p:cNvPr>
                <p:cNvSpPr/>
                <p:nvPr/>
              </p:nvSpPr>
              <p:spPr>
                <a:xfrm>
                  <a:off x="6931799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2E1C8">
                    <a:alpha val="100000"/>
                  </a:srgbClr>
                </a:solidFill>
                <a:ln w="5420" cap="flat">
                  <a:solidFill>
                    <a:srgbClr val="A2E1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0" name="pg307">
                  <a:extLst>
                    <a:ext uri="{FF2B5EF4-FFF2-40B4-BE49-F238E27FC236}">
                      <a16:creationId xmlns:a16="http://schemas.microsoft.com/office/drawing/2014/main" id="{22DD9150-DA6B-252E-7F33-C5D76E87E660}"/>
                    </a:ext>
                  </a:extLst>
                </p:cNvPr>
                <p:cNvSpPr/>
                <p:nvPr/>
              </p:nvSpPr>
              <p:spPr>
                <a:xfrm>
                  <a:off x="6969737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2E1C7">
                    <a:alpha val="100000"/>
                  </a:srgbClr>
                </a:solidFill>
                <a:ln w="5420" cap="flat">
                  <a:solidFill>
                    <a:srgbClr val="A2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1" name="pg308">
                  <a:extLst>
                    <a:ext uri="{FF2B5EF4-FFF2-40B4-BE49-F238E27FC236}">
                      <a16:creationId xmlns:a16="http://schemas.microsoft.com/office/drawing/2014/main" id="{11D5A03E-9797-526D-DB9A-62B74B928A1B}"/>
                    </a:ext>
                  </a:extLst>
                </p:cNvPr>
                <p:cNvSpPr/>
                <p:nvPr/>
              </p:nvSpPr>
              <p:spPr>
                <a:xfrm>
                  <a:off x="7007675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2" name="pg309">
                  <a:extLst>
                    <a:ext uri="{FF2B5EF4-FFF2-40B4-BE49-F238E27FC236}">
                      <a16:creationId xmlns:a16="http://schemas.microsoft.com/office/drawing/2014/main" id="{4BBB47BE-3199-A36E-98ED-3B44F4C34620}"/>
                    </a:ext>
                  </a:extLst>
                </p:cNvPr>
                <p:cNvSpPr/>
                <p:nvPr/>
              </p:nvSpPr>
              <p:spPr>
                <a:xfrm>
                  <a:off x="7045613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4E2C8">
                    <a:alpha val="100000"/>
                  </a:srgbClr>
                </a:solidFill>
                <a:ln w="5420" cap="flat">
                  <a:solidFill>
                    <a:srgbClr val="A4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3" name="pg310">
                  <a:extLst>
                    <a:ext uri="{FF2B5EF4-FFF2-40B4-BE49-F238E27FC236}">
                      <a16:creationId xmlns:a16="http://schemas.microsoft.com/office/drawing/2014/main" id="{51040F9B-F3CB-4FC0-1DF8-AE7ADDA5F2C8}"/>
                    </a:ext>
                  </a:extLst>
                </p:cNvPr>
                <p:cNvSpPr/>
                <p:nvPr/>
              </p:nvSpPr>
              <p:spPr>
                <a:xfrm>
                  <a:off x="7083551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4" name="pg311">
                  <a:extLst>
                    <a:ext uri="{FF2B5EF4-FFF2-40B4-BE49-F238E27FC236}">
                      <a16:creationId xmlns:a16="http://schemas.microsoft.com/office/drawing/2014/main" id="{6E0C4AF0-9233-BEF1-E6DF-CAE5D61EBCA8}"/>
                    </a:ext>
                  </a:extLst>
                </p:cNvPr>
                <p:cNvSpPr/>
                <p:nvPr/>
              </p:nvSpPr>
              <p:spPr>
                <a:xfrm>
                  <a:off x="7121489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0E1C7">
                    <a:alpha val="100000"/>
                  </a:srgbClr>
                </a:solidFill>
                <a:ln w="5420" cap="flat">
                  <a:solidFill>
                    <a:srgbClr val="A0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5" name="pg312">
                  <a:extLst>
                    <a:ext uri="{FF2B5EF4-FFF2-40B4-BE49-F238E27FC236}">
                      <a16:creationId xmlns:a16="http://schemas.microsoft.com/office/drawing/2014/main" id="{5ABC02AA-EB20-72FE-1116-AE6CC9902536}"/>
                    </a:ext>
                  </a:extLst>
                </p:cNvPr>
                <p:cNvSpPr/>
                <p:nvPr/>
              </p:nvSpPr>
              <p:spPr>
                <a:xfrm>
                  <a:off x="7159427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CDFC5">
                    <a:alpha val="100000"/>
                  </a:srgbClr>
                </a:solidFill>
                <a:ln w="5420" cap="flat">
                  <a:solidFill>
                    <a:srgbClr val="9CDF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6" name="pg313">
                  <a:extLst>
                    <a:ext uri="{FF2B5EF4-FFF2-40B4-BE49-F238E27FC236}">
                      <a16:creationId xmlns:a16="http://schemas.microsoft.com/office/drawing/2014/main" id="{1FCFA647-086A-6E97-FB80-2CC1E10F6131}"/>
                    </a:ext>
                  </a:extLst>
                </p:cNvPr>
                <p:cNvSpPr/>
                <p:nvPr/>
              </p:nvSpPr>
              <p:spPr>
                <a:xfrm>
                  <a:off x="7197365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7DEC2">
                    <a:alpha val="100000"/>
                  </a:srgbClr>
                </a:solidFill>
                <a:ln w="5420" cap="flat">
                  <a:solidFill>
                    <a:srgbClr val="97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7" name="pg314">
                  <a:extLst>
                    <a:ext uri="{FF2B5EF4-FFF2-40B4-BE49-F238E27FC236}">
                      <a16:creationId xmlns:a16="http://schemas.microsoft.com/office/drawing/2014/main" id="{020E3684-26A3-A971-093B-2E7574090234}"/>
                    </a:ext>
                  </a:extLst>
                </p:cNvPr>
                <p:cNvSpPr/>
                <p:nvPr/>
              </p:nvSpPr>
              <p:spPr>
                <a:xfrm>
                  <a:off x="7235303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8" name="pg315">
                  <a:extLst>
                    <a:ext uri="{FF2B5EF4-FFF2-40B4-BE49-F238E27FC236}">
                      <a16:creationId xmlns:a16="http://schemas.microsoft.com/office/drawing/2014/main" id="{97335A3D-0704-A1DF-772B-E17C65D301F4}"/>
                    </a:ext>
                  </a:extLst>
                </p:cNvPr>
                <p:cNvSpPr/>
                <p:nvPr/>
              </p:nvSpPr>
              <p:spPr>
                <a:xfrm>
                  <a:off x="7273241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CDABD">
                    <a:alpha val="100000"/>
                  </a:srgbClr>
                </a:solidFill>
                <a:ln w="5420" cap="flat">
                  <a:solidFill>
                    <a:srgbClr val="8C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9" name="pg316">
                  <a:extLst>
                    <a:ext uri="{FF2B5EF4-FFF2-40B4-BE49-F238E27FC236}">
                      <a16:creationId xmlns:a16="http://schemas.microsoft.com/office/drawing/2014/main" id="{D6922CC8-02D6-6CFE-6A37-9E8A9F33FB15}"/>
                    </a:ext>
                  </a:extLst>
                </p:cNvPr>
                <p:cNvSpPr/>
                <p:nvPr/>
              </p:nvSpPr>
              <p:spPr>
                <a:xfrm>
                  <a:off x="7311179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0" name="pg317">
                  <a:extLst>
                    <a:ext uri="{FF2B5EF4-FFF2-40B4-BE49-F238E27FC236}">
                      <a16:creationId xmlns:a16="http://schemas.microsoft.com/office/drawing/2014/main" id="{3D3DA123-C8D7-0D05-7B26-783D90E9D445}"/>
                    </a:ext>
                  </a:extLst>
                </p:cNvPr>
                <p:cNvSpPr/>
                <p:nvPr/>
              </p:nvSpPr>
              <p:spPr>
                <a:xfrm>
                  <a:off x="7349117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1" name="pg318">
                  <a:extLst>
                    <a:ext uri="{FF2B5EF4-FFF2-40B4-BE49-F238E27FC236}">
                      <a16:creationId xmlns:a16="http://schemas.microsoft.com/office/drawing/2014/main" id="{CB565C34-4C46-F84A-8AF9-80772B3E0378}"/>
                    </a:ext>
                  </a:extLst>
                </p:cNvPr>
                <p:cNvSpPr/>
                <p:nvPr/>
              </p:nvSpPr>
              <p:spPr>
                <a:xfrm>
                  <a:off x="7462931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2" name="pg319">
                  <a:extLst>
                    <a:ext uri="{FF2B5EF4-FFF2-40B4-BE49-F238E27FC236}">
                      <a16:creationId xmlns:a16="http://schemas.microsoft.com/office/drawing/2014/main" id="{05EEB480-769A-3294-442E-297CD1C3338F}"/>
                    </a:ext>
                  </a:extLst>
                </p:cNvPr>
                <p:cNvSpPr/>
                <p:nvPr/>
              </p:nvSpPr>
              <p:spPr>
                <a:xfrm>
                  <a:off x="7500869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3" name="pg320">
                  <a:extLst>
                    <a:ext uri="{FF2B5EF4-FFF2-40B4-BE49-F238E27FC236}">
                      <a16:creationId xmlns:a16="http://schemas.microsoft.com/office/drawing/2014/main" id="{EC9BB420-AA37-7AD2-94D8-5F1B7A0D2540}"/>
                    </a:ext>
                  </a:extLst>
                </p:cNvPr>
                <p:cNvSpPr/>
                <p:nvPr/>
              </p:nvSpPr>
              <p:spPr>
                <a:xfrm>
                  <a:off x="7538807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4" name="pg321">
                  <a:extLst>
                    <a:ext uri="{FF2B5EF4-FFF2-40B4-BE49-F238E27FC236}">
                      <a16:creationId xmlns:a16="http://schemas.microsoft.com/office/drawing/2014/main" id="{D912C7DC-2EC7-01E0-10F1-674DCEF0B6DD}"/>
                    </a:ext>
                  </a:extLst>
                </p:cNvPr>
                <p:cNvSpPr/>
                <p:nvPr/>
              </p:nvSpPr>
              <p:spPr>
                <a:xfrm>
                  <a:off x="7576745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5" name="pg322">
                  <a:extLst>
                    <a:ext uri="{FF2B5EF4-FFF2-40B4-BE49-F238E27FC236}">
                      <a16:creationId xmlns:a16="http://schemas.microsoft.com/office/drawing/2014/main" id="{78DAA057-586C-02AF-8ACC-ED2AA962363A}"/>
                    </a:ext>
                  </a:extLst>
                </p:cNvPr>
                <p:cNvSpPr/>
                <p:nvPr/>
              </p:nvSpPr>
              <p:spPr>
                <a:xfrm>
                  <a:off x="7614683" y="169496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6" name="pg323">
                  <a:extLst>
                    <a:ext uri="{FF2B5EF4-FFF2-40B4-BE49-F238E27FC236}">
                      <a16:creationId xmlns:a16="http://schemas.microsoft.com/office/drawing/2014/main" id="{6B26A908-87DC-0352-7E68-73EB22907030}"/>
                    </a:ext>
                  </a:extLst>
                </p:cNvPr>
                <p:cNvSpPr/>
                <p:nvPr/>
              </p:nvSpPr>
              <p:spPr>
                <a:xfrm>
                  <a:off x="6704171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7" name="pg324">
                  <a:extLst>
                    <a:ext uri="{FF2B5EF4-FFF2-40B4-BE49-F238E27FC236}">
                      <a16:creationId xmlns:a16="http://schemas.microsoft.com/office/drawing/2014/main" id="{01805FDE-2AE0-4EAC-D32C-D1D05895F517}"/>
                    </a:ext>
                  </a:extLst>
                </p:cNvPr>
                <p:cNvSpPr/>
                <p:nvPr/>
              </p:nvSpPr>
              <p:spPr>
                <a:xfrm>
                  <a:off x="6742109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8" name="pg325">
                  <a:extLst>
                    <a:ext uri="{FF2B5EF4-FFF2-40B4-BE49-F238E27FC236}">
                      <a16:creationId xmlns:a16="http://schemas.microsoft.com/office/drawing/2014/main" id="{0024B1C8-9BAC-9F8F-6CAC-BF3EA5DA9C79}"/>
                    </a:ext>
                  </a:extLst>
                </p:cNvPr>
                <p:cNvSpPr/>
                <p:nvPr/>
              </p:nvSpPr>
              <p:spPr>
                <a:xfrm>
                  <a:off x="6780047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CE0C5">
                    <a:alpha val="100000"/>
                  </a:srgbClr>
                </a:solidFill>
                <a:ln w="5420" cap="flat">
                  <a:solidFill>
                    <a:srgbClr val="9C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9" name="pg326">
                  <a:extLst>
                    <a:ext uri="{FF2B5EF4-FFF2-40B4-BE49-F238E27FC236}">
                      <a16:creationId xmlns:a16="http://schemas.microsoft.com/office/drawing/2014/main" id="{FE41B981-59C6-A16C-04C0-CBA5B40BAC52}"/>
                    </a:ext>
                  </a:extLst>
                </p:cNvPr>
                <p:cNvSpPr/>
                <p:nvPr/>
              </p:nvSpPr>
              <p:spPr>
                <a:xfrm>
                  <a:off x="6817985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0E1C6">
                    <a:alpha val="100000"/>
                  </a:srgbClr>
                </a:solidFill>
                <a:ln w="5420" cap="flat">
                  <a:solidFill>
                    <a:srgbClr val="A0E1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0" name="pg327">
                  <a:extLst>
                    <a:ext uri="{FF2B5EF4-FFF2-40B4-BE49-F238E27FC236}">
                      <a16:creationId xmlns:a16="http://schemas.microsoft.com/office/drawing/2014/main" id="{E8CD1E2E-7BAB-6958-2DA9-C57E25FD908A}"/>
                    </a:ext>
                  </a:extLst>
                </p:cNvPr>
                <p:cNvSpPr/>
                <p:nvPr/>
              </p:nvSpPr>
              <p:spPr>
                <a:xfrm>
                  <a:off x="6855923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2E1C8">
                    <a:alpha val="100000"/>
                  </a:srgbClr>
                </a:solidFill>
                <a:ln w="5420" cap="flat">
                  <a:solidFill>
                    <a:srgbClr val="A2E1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1" name="pg328">
                  <a:extLst>
                    <a:ext uri="{FF2B5EF4-FFF2-40B4-BE49-F238E27FC236}">
                      <a16:creationId xmlns:a16="http://schemas.microsoft.com/office/drawing/2014/main" id="{9A38298B-4782-FED4-F8F1-6D7848AC853C}"/>
                    </a:ext>
                  </a:extLst>
                </p:cNvPr>
                <p:cNvSpPr/>
                <p:nvPr/>
              </p:nvSpPr>
              <p:spPr>
                <a:xfrm>
                  <a:off x="6893861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2" name="pg329">
                  <a:extLst>
                    <a:ext uri="{FF2B5EF4-FFF2-40B4-BE49-F238E27FC236}">
                      <a16:creationId xmlns:a16="http://schemas.microsoft.com/office/drawing/2014/main" id="{C0198F5C-5C7C-568D-8C13-8DA0720F1E9B}"/>
                    </a:ext>
                  </a:extLst>
                </p:cNvPr>
                <p:cNvSpPr/>
                <p:nvPr/>
              </p:nvSpPr>
              <p:spPr>
                <a:xfrm>
                  <a:off x="6931799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3" name="pg330">
                  <a:extLst>
                    <a:ext uri="{FF2B5EF4-FFF2-40B4-BE49-F238E27FC236}">
                      <a16:creationId xmlns:a16="http://schemas.microsoft.com/office/drawing/2014/main" id="{A5EBA3E2-9D0A-EA85-74BA-D8D527462191}"/>
                    </a:ext>
                  </a:extLst>
                </p:cNvPr>
                <p:cNvSpPr/>
                <p:nvPr/>
              </p:nvSpPr>
              <p:spPr>
                <a:xfrm>
                  <a:off x="6969737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4E2C8">
                    <a:alpha val="100000"/>
                  </a:srgbClr>
                </a:solidFill>
                <a:ln w="5420" cap="flat">
                  <a:solidFill>
                    <a:srgbClr val="A4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4" name="pg331">
                  <a:extLst>
                    <a:ext uri="{FF2B5EF4-FFF2-40B4-BE49-F238E27FC236}">
                      <a16:creationId xmlns:a16="http://schemas.microsoft.com/office/drawing/2014/main" id="{D3228BB0-25D5-4F21-B2BF-C2C550F4EF79}"/>
                    </a:ext>
                  </a:extLst>
                </p:cNvPr>
                <p:cNvSpPr/>
                <p:nvPr/>
              </p:nvSpPr>
              <p:spPr>
                <a:xfrm>
                  <a:off x="7007675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8E3CA">
                    <a:alpha val="100000"/>
                  </a:srgbClr>
                </a:solidFill>
                <a:ln w="5420" cap="flat">
                  <a:solidFill>
                    <a:srgbClr val="A8E3C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5" name="pg332">
                  <a:extLst>
                    <a:ext uri="{FF2B5EF4-FFF2-40B4-BE49-F238E27FC236}">
                      <a16:creationId xmlns:a16="http://schemas.microsoft.com/office/drawing/2014/main" id="{D24601D5-F927-9DD1-6169-3029CDB1A13E}"/>
                    </a:ext>
                  </a:extLst>
                </p:cNvPr>
                <p:cNvSpPr/>
                <p:nvPr/>
              </p:nvSpPr>
              <p:spPr>
                <a:xfrm>
                  <a:off x="7045613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6" name="pg333">
                  <a:extLst>
                    <a:ext uri="{FF2B5EF4-FFF2-40B4-BE49-F238E27FC236}">
                      <a16:creationId xmlns:a16="http://schemas.microsoft.com/office/drawing/2014/main" id="{CE1BF0AC-FD4D-CFE4-8466-5FCF6DA73C64}"/>
                    </a:ext>
                  </a:extLst>
                </p:cNvPr>
                <p:cNvSpPr/>
                <p:nvPr/>
              </p:nvSpPr>
              <p:spPr>
                <a:xfrm>
                  <a:off x="7083551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7" name="pg334">
                  <a:extLst>
                    <a:ext uri="{FF2B5EF4-FFF2-40B4-BE49-F238E27FC236}">
                      <a16:creationId xmlns:a16="http://schemas.microsoft.com/office/drawing/2014/main" id="{96F319D9-4A69-99C9-A0ED-C173540746D7}"/>
                    </a:ext>
                  </a:extLst>
                </p:cNvPr>
                <p:cNvSpPr/>
                <p:nvPr/>
              </p:nvSpPr>
              <p:spPr>
                <a:xfrm>
                  <a:off x="7121489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AE4CB">
                    <a:alpha val="100000"/>
                  </a:srgbClr>
                </a:solidFill>
                <a:ln w="5420" cap="flat">
                  <a:solidFill>
                    <a:srgbClr val="AAE4C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8" name="pg335">
                  <a:extLst>
                    <a:ext uri="{FF2B5EF4-FFF2-40B4-BE49-F238E27FC236}">
                      <a16:creationId xmlns:a16="http://schemas.microsoft.com/office/drawing/2014/main" id="{3AA7C1AA-AF19-CA67-B338-18532D92EDD7}"/>
                    </a:ext>
                  </a:extLst>
                </p:cNvPr>
                <p:cNvSpPr/>
                <p:nvPr/>
              </p:nvSpPr>
              <p:spPr>
                <a:xfrm>
                  <a:off x="7159427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4E2C8">
                    <a:alpha val="100000"/>
                  </a:srgbClr>
                </a:solidFill>
                <a:ln w="5420" cap="flat">
                  <a:solidFill>
                    <a:srgbClr val="A4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9" name="pg336">
                  <a:extLst>
                    <a:ext uri="{FF2B5EF4-FFF2-40B4-BE49-F238E27FC236}">
                      <a16:creationId xmlns:a16="http://schemas.microsoft.com/office/drawing/2014/main" id="{ED87E250-9821-1AC4-4BAC-D0EB144A7B95}"/>
                    </a:ext>
                  </a:extLst>
                </p:cNvPr>
                <p:cNvSpPr/>
                <p:nvPr/>
              </p:nvSpPr>
              <p:spPr>
                <a:xfrm>
                  <a:off x="7197365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DE0C5">
                    <a:alpha val="100000"/>
                  </a:srgbClr>
                </a:solidFill>
                <a:ln w="5420" cap="flat">
                  <a:solidFill>
                    <a:srgbClr val="9D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0" name="pg337">
                  <a:extLst>
                    <a:ext uri="{FF2B5EF4-FFF2-40B4-BE49-F238E27FC236}">
                      <a16:creationId xmlns:a16="http://schemas.microsoft.com/office/drawing/2014/main" id="{B834B493-6F4F-810C-A5AA-A3CBB912D6C7}"/>
                    </a:ext>
                  </a:extLst>
                </p:cNvPr>
                <p:cNvSpPr/>
                <p:nvPr/>
              </p:nvSpPr>
              <p:spPr>
                <a:xfrm>
                  <a:off x="7235303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1" name="pg338">
                  <a:extLst>
                    <a:ext uri="{FF2B5EF4-FFF2-40B4-BE49-F238E27FC236}">
                      <a16:creationId xmlns:a16="http://schemas.microsoft.com/office/drawing/2014/main" id="{30233148-E9E2-7E90-40A4-995651796A46}"/>
                    </a:ext>
                  </a:extLst>
                </p:cNvPr>
                <p:cNvSpPr/>
                <p:nvPr/>
              </p:nvSpPr>
              <p:spPr>
                <a:xfrm>
                  <a:off x="7273241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FDBBF">
                    <a:alpha val="100000"/>
                  </a:srgbClr>
                </a:solidFill>
                <a:ln w="5420" cap="flat">
                  <a:solidFill>
                    <a:srgbClr val="8F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2" name="pg339">
                  <a:extLst>
                    <a:ext uri="{FF2B5EF4-FFF2-40B4-BE49-F238E27FC236}">
                      <a16:creationId xmlns:a16="http://schemas.microsoft.com/office/drawing/2014/main" id="{735CEEC5-9E3D-3EE3-4ED9-2798FE60CE49}"/>
                    </a:ext>
                  </a:extLst>
                </p:cNvPr>
                <p:cNvSpPr/>
                <p:nvPr/>
              </p:nvSpPr>
              <p:spPr>
                <a:xfrm>
                  <a:off x="7311179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3" name="pg340">
                  <a:extLst>
                    <a:ext uri="{FF2B5EF4-FFF2-40B4-BE49-F238E27FC236}">
                      <a16:creationId xmlns:a16="http://schemas.microsoft.com/office/drawing/2014/main" id="{92F9F0ED-3002-06E6-4099-D7957A1054E7}"/>
                    </a:ext>
                  </a:extLst>
                </p:cNvPr>
                <p:cNvSpPr/>
                <p:nvPr/>
              </p:nvSpPr>
              <p:spPr>
                <a:xfrm>
                  <a:off x="7349117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4" name="pg341">
                  <a:extLst>
                    <a:ext uri="{FF2B5EF4-FFF2-40B4-BE49-F238E27FC236}">
                      <a16:creationId xmlns:a16="http://schemas.microsoft.com/office/drawing/2014/main" id="{5F603829-F93F-D7AC-452B-7371D09F54A3}"/>
                    </a:ext>
                  </a:extLst>
                </p:cNvPr>
                <p:cNvSpPr/>
                <p:nvPr/>
              </p:nvSpPr>
              <p:spPr>
                <a:xfrm>
                  <a:off x="7424993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5" name="pg342">
                  <a:extLst>
                    <a:ext uri="{FF2B5EF4-FFF2-40B4-BE49-F238E27FC236}">
                      <a16:creationId xmlns:a16="http://schemas.microsoft.com/office/drawing/2014/main" id="{9AAD8CDF-8004-011E-2EC4-B9D941FF5637}"/>
                    </a:ext>
                  </a:extLst>
                </p:cNvPr>
                <p:cNvSpPr/>
                <p:nvPr/>
              </p:nvSpPr>
              <p:spPr>
                <a:xfrm>
                  <a:off x="7462931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6" name="pg343">
                  <a:extLst>
                    <a:ext uri="{FF2B5EF4-FFF2-40B4-BE49-F238E27FC236}">
                      <a16:creationId xmlns:a16="http://schemas.microsoft.com/office/drawing/2014/main" id="{4033FDC9-E31C-97FE-1104-729160AC7233}"/>
                    </a:ext>
                  </a:extLst>
                </p:cNvPr>
                <p:cNvSpPr/>
                <p:nvPr/>
              </p:nvSpPr>
              <p:spPr>
                <a:xfrm>
                  <a:off x="7500869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7" name="pg344">
                  <a:extLst>
                    <a:ext uri="{FF2B5EF4-FFF2-40B4-BE49-F238E27FC236}">
                      <a16:creationId xmlns:a16="http://schemas.microsoft.com/office/drawing/2014/main" id="{5B496787-E426-61D3-ABFD-0EB86C225A78}"/>
                    </a:ext>
                  </a:extLst>
                </p:cNvPr>
                <p:cNvSpPr/>
                <p:nvPr/>
              </p:nvSpPr>
              <p:spPr>
                <a:xfrm>
                  <a:off x="7538807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8" name="pg345">
                  <a:extLst>
                    <a:ext uri="{FF2B5EF4-FFF2-40B4-BE49-F238E27FC236}">
                      <a16:creationId xmlns:a16="http://schemas.microsoft.com/office/drawing/2014/main" id="{3B228305-D678-C695-2870-79CEAAE0D2E7}"/>
                    </a:ext>
                  </a:extLst>
                </p:cNvPr>
                <p:cNvSpPr/>
                <p:nvPr/>
              </p:nvSpPr>
              <p:spPr>
                <a:xfrm>
                  <a:off x="7576745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9" name="pg346">
                  <a:extLst>
                    <a:ext uri="{FF2B5EF4-FFF2-40B4-BE49-F238E27FC236}">
                      <a16:creationId xmlns:a16="http://schemas.microsoft.com/office/drawing/2014/main" id="{CBB3F0D1-61A1-E919-265E-E4AF0AE46421}"/>
                    </a:ext>
                  </a:extLst>
                </p:cNvPr>
                <p:cNvSpPr/>
                <p:nvPr/>
              </p:nvSpPr>
              <p:spPr>
                <a:xfrm>
                  <a:off x="7614683" y="174309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0" name="pg347">
                  <a:extLst>
                    <a:ext uri="{FF2B5EF4-FFF2-40B4-BE49-F238E27FC236}">
                      <a16:creationId xmlns:a16="http://schemas.microsoft.com/office/drawing/2014/main" id="{C633FE8A-E566-1A7B-4049-830C26BC5FBA}"/>
                    </a:ext>
                  </a:extLst>
                </p:cNvPr>
                <p:cNvSpPr/>
                <p:nvPr/>
              </p:nvSpPr>
              <p:spPr>
                <a:xfrm>
                  <a:off x="6742109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1" name="pg348">
                  <a:extLst>
                    <a:ext uri="{FF2B5EF4-FFF2-40B4-BE49-F238E27FC236}">
                      <a16:creationId xmlns:a16="http://schemas.microsoft.com/office/drawing/2014/main" id="{3318A60A-CBA7-6836-5FC1-6EB97EECB8EE}"/>
                    </a:ext>
                  </a:extLst>
                </p:cNvPr>
                <p:cNvSpPr/>
                <p:nvPr/>
              </p:nvSpPr>
              <p:spPr>
                <a:xfrm>
                  <a:off x="6780047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ADFC4">
                    <a:alpha val="100000"/>
                  </a:srgbClr>
                </a:solidFill>
                <a:ln w="5420" cap="flat">
                  <a:solidFill>
                    <a:srgbClr val="9A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2" name="pg349">
                  <a:extLst>
                    <a:ext uri="{FF2B5EF4-FFF2-40B4-BE49-F238E27FC236}">
                      <a16:creationId xmlns:a16="http://schemas.microsoft.com/office/drawing/2014/main" id="{CA225B37-1DF7-DFC8-E75C-D0607F9F53C1}"/>
                    </a:ext>
                  </a:extLst>
                </p:cNvPr>
                <p:cNvSpPr/>
                <p:nvPr/>
              </p:nvSpPr>
              <p:spPr>
                <a:xfrm>
                  <a:off x="6817985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EE0C6">
                    <a:alpha val="100000"/>
                  </a:srgbClr>
                </a:solidFill>
                <a:ln w="5420" cap="flat">
                  <a:solidFill>
                    <a:srgbClr val="9EE0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3" name="pg350">
                  <a:extLst>
                    <a:ext uri="{FF2B5EF4-FFF2-40B4-BE49-F238E27FC236}">
                      <a16:creationId xmlns:a16="http://schemas.microsoft.com/office/drawing/2014/main" id="{A1F71A2C-5621-D1C6-5930-625A7226E535}"/>
                    </a:ext>
                  </a:extLst>
                </p:cNvPr>
                <p:cNvSpPr/>
                <p:nvPr/>
              </p:nvSpPr>
              <p:spPr>
                <a:xfrm>
                  <a:off x="6855923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1E1C7">
                    <a:alpha val="100000"/>
                  </a:srgbClr>
                </a:solidFill>
                <a:ln w="5420" cap="flat">
                  <a:solidFill>
                    <a:srgbClr val="A1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4" name="pg351">
                  <a:extLst>
                    <a:ext uri="{FF2B5EF4-FFF2-40B4-BE49-F238E27FC236}">
                      <a16:creationId xmlns:a16="http://schemas.microsoft.com/office/drawing/2014/main" id="{525BBCF1-4CF5-59AE-010C-268969F8B3EB}"/>
                    </a:ext>
                  </a:extLst>
                </p:cNvPr>
                <p:cNvSpPr/>
                <p:nvPr/>
              </p:nvSpPr>
              <p:spPr>
                <a:xfrm>
                  <a:off x="6893861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2E2C8">
                    <a:alpha val="100000"/>
                  </a:srgbClr>
                </a:solidFill>
                <a:ln w="5420" cap="flat">
                  <a:solidFill>
                    <a:srgbClr val="A2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5" name="pg352">
                  <a:extLst>
                    <a:ext uri="{FF2B5EF4-FFF2-40B4-BE49-F238E27FC236}">
                      <a16:creationId xmlns:a16="http://schemas.microsoft.com/office/drawing/2014/main" id="{5892DD43-F2D7-C5BA-60C3-15715FEACF96}"/>
                    </a:ext>
                  </a:extLst>
                </p:cNvPr>
                <p:cNvSpPr/>
                <p:nvPr/>
              </p:nvSpPr>
              <p:spPr>
                <a:xfrm>
                  <a:off x="6931799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4E2C8">
                    <a:alpha val="100000"/>
                  </a:srgbClr>
                </a:solidFill>
                <a:ln w="5420" cap="flat">
                  <a:solidFill>
                    <a:srgbClr val="A4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6" name="pg353">
                  <a:extLst>
                    <a:ext uri="{FF2B5EF4-FFF2-40B4-BE49-F238E27FC236}">
                      <a16:creationId xmlns:a16="http://schemas.microsoft.com/office/drawing/2014/main" id="{0E577A62-4326-377F-F214-71FA2E32B5B5}"/>
                    </a:ext>
                  </a:extLst>
                </p:cNvPr>
                <p:cNvSpPr/>
                <p:nvPr/>
              </p:nvSpPr>
              <p:spPr>
                <a:xfrm>
                  <a:off x="6969737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9E4CB">
                    <a:alpha val="100000"/>
                  </a:srgbClr>
                </a:solidFill>
                <a:ln w="5420" cap="flat">
                  <a:solidFill>
                    <a:srgbClr val="A9E4C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7" name="pg354">
                  <a:extLst>
                    <a:ext uri="{FF2B5EF4-FFF2-40B4-BE49-F238E27FC236}">
                      <a16:creationId xmlns:a16="http://schemas.microsoft.com/office/drawing/2014/main" id="{6B484397-908C-0A1F-C675-00E6632861DF}"/>
                    </a:ext>
                  </a:extLst>
                </p:cNvPr>
                <p:cNvSpPr/>
                <p:nvPr/>
              </p:nvSpPr>
              <p:spPr>
                <a:xfrm>
                  <a:off x="7007675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F">
                    <a:alpha val="100000"/>
                  </a:srgbClr>
                </a:solidFill>
                <a:ln w="5420" cap="flat">
                  <a:solidFill>
                    <a:srgbClr val="B1E6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8" name="pg355">
                  <a:extLst>
                    <a:ext uri="{FF2B5EF4-FFF2-40B4-BE49-F238E27FC236}">
                      <a16:creationId xmlns:a16="http://schemas.microsoft.com/office/drawing/2014/main" id="{71F5ABF5-E752-91ED-8777-284B604ED40F}"/>
                    </a:ext>
                  </a:extLst>
                </p:cNvPr>
                <p:cNvSpPr/>
                <p:nvPr/>
              </p:nvSpPr>
              <p:spPr>
                <a:xfrm>
                  <a:off x="7045613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9" name="pg356">
                  <a:extLst>
                    <a:ext uri="{FF2B5EF4-FFF2-40B4-BE49-F238E27FC236}">
                      <a16:creationId xmlns:a16="http://schemas.microsoft.com/office/drawing/2014/main" id="{3C59C9CB-298F-5616-FE36-D53339E5BF43}"/>
                    </a:ext>
                  </a:extLst>
                </p:cNvPr>
                <p:cNvSpPr/>
                <p:nvPr/>
              </p:nvSpPr>
              <p:spPr>
                <a:xfrm>
                  <a:off x="7083551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0" name="pg357">
                  <a:extLst>
                    <a:ext uri="{FF2B5EF4-FFF2-40B4-BE49-F238E27FC236}">
                      <a16:creationId xmlns:a16="http://schemas.microsoft.com/office/drawing/2014/main" id="{BCAA7FFE-3473-086C-D1F2-2F428EDD9FE4}"/>
                    </a:ext>
                  </a:extLst>
                </p:cNvPr>
                <p:cNvSpPr/>
                <p:nvPr/>
              </p:nvSpPr>
              <p:spPr>
                <a:xfrm>
                  <a:off x="7121489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1" name="pg358">
                  <a:extLst>
                    <a:ext uri="{FF2B5EF4-FFF2-40B4-BE49-F238E27FC236}">
                      <a16:creationId xmlns:a16="http://schemas.microsoft.com/office/drawing/2014/main" id="{1BBAE6D7-9ACC-A4E7-8520-CA5980B4D299}"/>
                    </a:ext>
                  </a:extLst>
                </p:cNvPr>
                <p:cNvSpPr/>
                <p:nvPr/>
              </p:nvSpPr>
              <p:spPr>
                <a:xfrm>
                  <a:off x="7159427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2" name="pg359">
                  <a:extLst>
                    <a:ext uri="{FF2B5EF4-FFF2-40B4-BE49-F238E27FC236}">
                      <a16:creationId xmlns:a16="http://schemas.microsoft.com/office/drawing/2014/main" id="{E64C4D0E-0711-70DB-A5BE-32EE576DCA3D}"/>
                    </a:ext>
                  </a:extLst>
                </p:cNvPr>
                <p:cNvSpPr/>
                <p:nvPr/>
              </p:nvSpPr>
              <p:spPr>
                <a:xfrm>
                  <a:off x="7197365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3" name="pg360">
                  <a:extLst>
                    <a:ext uri="{FF2B5EF4-FFF2-40B4-BE49-F238E27FC236}">
                      <a16:creationId xmlns:a16="http://schemas.microsoft.com/office/drawing/2014/main" id="{A831C2DD-B396-2348-9E8E-2D8D51709441}"/>
                    </a:ext>
                  </a:extLst>
                </p:cNvPr>
                <p:cNvSpPr/>
                <p:nvPr/>
              </p:nvSpPr>
              <p:spPr>
                <a:xfrm>
                  <a:off x="7235303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9DFC4">
                    <a:alpha val="100000"/>
                  </a:srgbClr>
                </a:solidFill>
                <a:ln w="5420" cap="flat">
                  <a:solidFill>
                    <a:srgbClr val="99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4" name="pg361">
                  <a:extLst>
                    <a:ext uri="{FF2B5EF4-FFF2-40B4-BE49-F238E27FC236}">
                      <a16:creationId xmlns:a16="http://schemas.microsoft.com/office/drawing/2014/main" id="{735CEBC9-C750-AA84-6080-5B3EC8B1BA43}"/>
                    </a:ext>
                  </a:extLst>
                </p:cNvPr>
                <p:cNvSpPr/>
                <p:nvPr/>
              </p:nvSpPr>
              <p:spPr>
                <a:xfrm>
                  <a:off x="7273241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5" name="pg362">
                  <a:extLst>
                    <a:ext uri="{FF2B5EF4-FFF2-40B4-BE49-F238E27FC236}">
                      <a16:creationId xmlns:a16="http://schemas.microsoft.com/office/drawing/2014/main" id="{9E85E17A-1804-A7D6-40B5-446AC6FA66B8}"/>
                    </a:ext>
                  </a:extLst>
                </p:cNvPr>
                <p:cNvSpPr/>
                <p:nvPr/>
              </p:nvSpPr>
              <p:spPr>
                <a:xfrm>
                  <a:off x="7311179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6" name="pg363">
                  <a:extLst>
                    <a:ext uri="{FF2B5EF4-FFF2-40B4-BE49-F238E27FC236}">
                      <a16:creationId xmlns:a16="http://schemas.microsoft.com/office/drawing/2014/main" id="{FEB59BDA-741E-AE3D-ED21-3C00ED2B93B1}"/>
                    </a:ext>
                  </a:extLst>
                </p:cNvPr>
                <p:cNvSpPr/>
                <p:nvPr/>
              </p:nvSpPr>
              <p:spPr>
                <a:xfrm>
                  <a:off x="7349117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7" name="pg364">
                  <a:extLst>
                    <a:ext uri="{FF2B5EF4-FFF2-40B4-BE49-F238E27FC236}">
                      <a16:creationId xmlns:a16="http://schemas.microsoft.com/office/drawing/2014/main" id="{8023F912-9627-7544-8182-05587B607547}"/>
                    </a:ext>
                  </a:extLst>
                </p:cNvPr>
                <p:cNvSpPr/>
                <p:nvPr/>
              </p:nvSpPr>
              <p:spPr>
                <a:xfrm>
                  <a:off x="7387055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0D7B9">
                    <a:alpha val="100000"/>
                  </a:srgbClr>
                </a:solidFill>
                <a:ln w="5420" cap="flat">
                  <a:solidFill>
                    <a:srgbClr val="80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8" name="pg365">
                  <a:extLst>
                    <a:ext uri="{FF2B5EF4-FFF2-40B4-BE49-F238E27FC236}">
                      <a16:creationId xmlns:a16="http://schemas.microsoft.com/office/drawing/2014/main" id="{045124D3-E0F4-FD93-2055-294C4A64A430}"/>
                    </a:ext>
                  </a:extLst>
                </p:cNvPr>
                <p:cNvSpPr/>
                <p:nvPr/>
              </p:nvSpPr>
              <p:spPr>
                <a:xfrm>
                  <a:off x="7424993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9" name="pg366">
                  <a:extLst>
                    <a:ext uri="{FF2B5EF4-FFF2-40B4-BE49-F238E27FC236}">
                      <a16:creationId xmlns:a16="http://schemas.microsoft.com/office/drawing/2014/main" id="{B281827C-7AF6-22D0-6895-1AABE778EB4E}"/>
                    </a:ext>
                  </a:extLst>
                </p:cNvPr>
                <p:cNvSpPr/>
                <p:nvPr/>
              </p:nvSpPr>
              <p:spPr>
                <a:xfrm>
                  <a:off x="7462931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0" name="pg367">
                  <a:extLst>
                    <a:ext uri="{FF2B5EF4-FFF2-40B4-BE49-F238E27FC236}">
                      <a16:creationId xmlns:a16="http://schemas.microsoft.com/office/drawing/2014/main" id="{C07BF7E7-D21E-95BE-A9DE-899BA9BBEC37}"/>
                    </a:ext>
                  </a:extLst>
                </p:cNvPr>
                <p:cNvSpPr/>
                <p:nvPr/>
              </p:nvSpPr>
              <p:spPr>
                <a:xfrm>
                  <a:off x="7500869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1" name="pg368">
                  <a:extLst>
                    <a:ext uri="{FF2B5EF4-FFF2-40B4-BE49-F238E27FC236}">
                      <a16:creationId xmlns:a16="http://schemas.microsoft.com/office/drawing/2014/main" id="{458C5A3A-849E-E62C-D5D7-CA895ED1EE29}"/>
                    </a:ext>
                  </a:extLst>
                </p:cNvPr>
                <p:cNvSpPr/>
                <p:nvPr/>
              </p:nvSpPr>
              <p:spPr>
                <a:xfrm>
                  <a:off x="7538807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2" name="pg369">
                  <a:extLst>
                    <a:ext uri="{FF2B5EF4-FFF2-40B4-BE49-F238E27FC236}">
                      <a16:creationId xmlns:a16="http://schemas.microsoft.com/office/drawing/2014/main" id="{1D6BBCCB-5530-8922-1F87-32FFFC9F5646}"/>
                    </a:ext>
                  </a:extLst>
                </p:cNvPr>
                <p:cNvSpPr/>
                <p:nvPr/>
              </p:nvSpPr>
              <p:spPr>
                <a:xfrm>
                  <a:off x="7576745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3" name="pg370">
                  <a:extLst>
                    <a:ext uri="{FF2B5EF4-FFF2-40B4-BE49-F238E27FC236}">
                      <a16:creationId xmlns:a16="http://schemas.microsoft.com/office/drawing/2014/main" id="{9C9F327B-C9A6-EE80-3205-AB55EA8B8F4E}"/>
                    </a:ext>
                  </a:extLst>
                </p:cNvPr>
                <p:cNvSpPr/>
                <p:nvPr/>
              </p:nvSpPr>
              <p:spPr>
                <a:xfrm>
                  <a:off x="7614683" y="179122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4" name="pg371">
                  <a:extLst>
                    <a:ext uri="{FF2B5EF4-FFF2-40B4-BE49-F238E27FC236}">
                      <a16:creationId xmlns:a16="http://schemas.microsoft.com/office/drawing/2014/main" id="{EA17907E-2EE7-D5D1-D493-845C362280FA}"/>
                    </a:ext>
                  </a:extLst>
                </p:cNvPr>
                <p:cNvSpPr/>
                <p:nvPr/>
              </p:nvSpPr>
              <p:spPr>
                <a:xfrm>
                  <a:off x="6780047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7DEC2">
                    <a:alpha val="100000"/>
                  </a:srgbClr>
                </a:solidFill>
                <a:ln w="5420" cap="flat">
                  <a:solidFill>
                    <a:srgbClr val="97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5" name="pg372">
                  <a:extLst>
                    <a:ext uri="{FF2B5EF4-FFF2-40B4-BE49-F238E27FC236}">
                      <a16:creationId xmlns:a16="http://schemas.microsoft.com/office/drawing/2014/main" id="{54CD90C1-B692-AAB6-C609-AE1035AA411D}"/>
                    </a:ext>
                  </a:extLst>
                </p:cNvPr>
                <p:cNvSpPr/>
                <p:nvPr/>
              </p:nvSpPr>
              <p:spPr>
                <a:xfrm>
                  <a:off x="6817985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6" name="pg373">
                  <a:extLst>
                    <a:ext uri="{FF2B5EF4-FFF2-40B4-BE49-F238E27FC236}">
                      <a16:creationId xmlns:a16="http://schemas.microsoft.com/office/drawing/2014/main" id="{CF40CD45-3590-1592-5F87-7B813DAEEE3D}"/>
                    </a:ext>
                  </a:extLst>
                </p:cNvPr>
                <p:cNvSpPr/>
                <p:nvPr/>
              </p:nvSpPr>
              <p:spPr>
                <a:xfrm>
                  <a:off x="6855923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EE0C6">
                    <a:alpha val="100000"/>
                  </a:srgbClr>
                </a:solidFill>
                <a:ln w="5420" cap="flat">
                  <a:solidFill>
                    <a:srgbClr val="9EE0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7" name="pg374">
                  <a:extLst>
                    <a:ext uri="{FF2B5EF4-FFF2-40B4-BE49-F238E27FC236}">
                      <a16:creationId xmlns:a16="http://schemas.microsoft.com/office/drawing/2014/main" id="{75DD56EE-A0E7-19AB-8350-A42D32A651AD}"/>
                    </a:ext>
                  </a:extLst>
                </p:cNvPr>
                <p:cNvSpPr/>
                <p:nvPr/>
              </p:nvSpPr>
              <p:spPr>
                <a:xfrm>
                  <a:off x="6893861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2E1C7">
                    <a:alpha val="100000"/>
                  </a:srgbClr>
                </a:solidFill>
                <a:ln w="5420" cap="flat">
                  <a:solidFill>
                    <a:srgbClr val="A2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8" name="pg375">
                  <a:extLst>
                    <a:ext uri="{FF2B5EF4-FFF2-40B4-BE49-F238E27FC236}">
                      <a16:creationId xmlns:a16="http://schemas.microsoft.com/office/drawing/2014/main" id="{AACFA443-E26F-FD3E-D8C3-FAFF155B2BA2}"/>
                    </a:ext>
                  </a:extLst>
                </p:cNvPr>
                <p:cNvSpPr/>
                <p:nvPr/>
              </p:nvSpPr>
              <p:spPr>
                <a:xfrm>
                  <a:off x="6931799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7E3CA">
                    <a:alpha val="100000"/>
                  </a:srgbClr>
                </a:solidFill>
                <a:ln w="5420" cap="flat">
                  <a:solidFill>
                    <a:srgbClr val="A7E3C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9" name="pg376">
                  <a:extLst>
                    <a:ext uri="{FF2B5EF4-FFF2-40B4-BE49-F238E27FC236}">
                      <a16:creationId xmlns:a16="http://schemas.microsoft.com/office/drawing/2014/main" id="{37D9852A-2331-1857-023F-C87D518AF26F}"/>
                    </a:ext>
                  </a:extLst>
                </p:cNvPr>
                <p:cNvSpPr/>
                <p:nvPr/>
              </p:nvSpPr>
              <p:spPr>
                <a:xfrm>
                  <a:off x="6969737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E">
                    <a:alpha val="100000"/>
                  </a:srgbClr>
                </a:solidFill>
                <a:ln w="5420" cap="flat">
                  <a:solidFill>
                    <a:srgbClr val="B1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0" name="pg377">
                  <a:extLst>
                    <a:ext uri="{FF2B5EF4-FFF2-40B4-BE49-F238E27FC236}">
                      <a16:creationId xmlns:a16="http://schemas.microsoft.com/office/drawing/2014/main" id="{A0B1B13F-319D-BADC-16EF-B0870A27973E}"/>
                    </a:ext>
                  </a:extLst>
                </p:cNvPr>
                <p:cNvSpPr/>
                <p:nvPr/>
              </p:nvSpPr>
              <p:spPr>
                <a:xfrm>
                  <a:off x="7007675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1" name="pg378">
                  <a:extLst>
                    <a:ext uri="{FF2B5EF4-FFF2-40B4-BE49-F238E27FC236}">
                      <a16:creationId xmlns:a16="http://schemas.microsoft.com/office/drawing/2014/main" id="{341BEF8F-EE38-9A45-AD19-BA027746F3A7}"/>
                    </a:ext>
                  </a:extLst>
                </p:cNvPr>
                <p:cNvSpPr/>
                <p:nvPr/>
              </p:nvSpPr>
              <p:spPr>
                <a:xfrm>
                  <a:off x="7045613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AEEDB">
                    <a:alpha val="100000"/>
                  </a:srgbClr>
                </a:solidFill>
                <a:ln w="5420" cap="flat">
                  <a:solidFill>
                    <a:srgbClr val="CA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2" name="pg379">
                  <a:extLst>
                    <a:ext uri="{FF2B5EF4-FFF2-40B4-BE49-F238E27FC236}">
                      <a16:creationId xmlns:a16="http://schemas.microsoft.com/office/drawing/2014/main" id="{16310113-390F-A7B3-7C3B-2F97D39D43C6}"/>
                    </a:ext>
                  </a:extLst>
                </p:cNvPr>
                <p:cNvSpPr/>
                <p:nvPr/>
              </p:nvSpPr>
              <p:spPr>
                <a:xfrm>
                  <a:off x="7083551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3" name="pg380">
                  <a:extLst>
                    <a:ext uri="{FF2B5EF4-FFF2-40B4-BE49-F238E27FC236}">
                      <a16:creationId xmlns:a16="http://schemas.microsoft.com/office/drawing/2014/main" id="{DFC309FD-C9AB-E67B-9F1C-2F8F104F0F55}"/>
                    </a:ext>
                  </a:extLst>
                </p:cNvPr>
                <p:cNvSpPr/>
                <p:nvPr/>
              </p:nvSpPr>
              <p:spPr>
                <a:xfrm>
                  <a:off x="7121489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4" name="pg381">
                  <a:extLst>
                    <a:ext uri="{FF2B5EF4-FFF2-40B4-BE49-F238E27FC236}">
                      <a16:creationId xmlns:a16="http://schemas.microsoft.com/office/drawing/2014/main" id="{E0367CDE-BB78-A86B-71E5-7E3CCB0C99D5}"/>
                    </a:ext>
                  </a:extLst>
                </p:cNvPr>
                <p:cNvSpPr/>
                <p:nvPr/>
              </p:nvSpPr>
              <p:spPr>
                <a:xfrm>
                  <a:off x="7159427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7D0">
                    <a:alpha val="100000"/>
                  </a:srgbClr>
                </a:solidFill>
                <a:ln w="5420" cap="flat">
                  <a:solidFill>
                    <a:srgbClr val="B5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5" name="pg382">
                  <a:extLst>
                    <a:ext uri="{FF2B5EF4-FFF2-40B4-BE49-F238E27FC236}">
                      <a16:creationId xmlns:a16="http://schemas.microsoft.com/office/drawing/2014/main" id="{A7D16D19-2A0C-9BAD-6B25-2F0E504C65DE}"/>
                    </a:ext>
                  </a:extLst>
                </p:cNvPr>
                <p:cNvSpPr/>
                <p:nvPr/>
              </p:nvSpPr>
              <p:spPr>
                <a:xfrm>
                  <a:off x="7197365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7E3CA">
                    <a:alpha val="100000"/>
                  </a:srgbClr>
                </a:solidFill>
                <a:ln w="5420" cap="flat">
                  <a:solidFill>
                    <a:srgbClr val="A7E3C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6" name="pg383">
                  <a:extLst>
                    <a:ext uri="{FF2B5EF4-FFF2-40B4-BE49-F238E27FC236}">
                      <a16:creationId xmlns:a16="http://schemas.microsoft.com/office/drawing/2014/main" id="{1F1457D0-6822-A8D1-7F36-52940293070F}"/>
                    </a:ext>
                  </a:extLst>
                </p:cNvPr>
                <p:cNvSpPr/>
                <p:nvPr/>
              </p:nvSpPr>
              <p:spPr>
                <a:xfrm>
                  <a:off x="7235303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7" name="pg384">
                  <a:extLst>
                    <a:ext uri="{FF2B5EF4-FFF2-40B4-BE49-F238E27FC236}">
                      <a16:creationId xmlns:a16="http://schemas.microsoft.com/office/drawing/2014/main" id="{DC176E9A-3BDE-DD3F-32C0-7130D9E98795}"/>
                    </a:ext>
                  </a:extLst>
                </p:cNvPr>
                <p:cNvSpPr/>
                <p:nvPr/>
              </p:nvSpPr>
              <p:spPr>
                <a:xfrm>
                  <a:off x="7273241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8" name="pg385">
                  <a:extLst>
                    <a:ext uri="{FF2B5EF4-FFF2-40B4-BE49-F238E27FC236}">
                      <a16:creationId xmlns:a16="http://schemas.microsoft.com/office/drawing/2014/main" id="{650D59B7-F898-0C83-2CAF-583842E05100}"/>
                    </a:ext>
                  </a:extLst>
                </p:cNvPr>
                <p:cNvSpPr/>
                <p:nvPr/>
              </p:nvSpPr>
              <p:spPr>
                <a:xfrm>
                  <a:off x="7311179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9" name="pg386">
                  <a:extLst>
                    <a:ext uri="{FF2B5EF4-FFF2-40B4-BE49-F238E27FC236}">
                      <a16:creationId xmlns:a16="http://schemas.microsoft.com/office/drawing/2014/main" id="{031D47B9-2BCA-E656-BEE2-D044D286629F}"/>
                    </a:ext>
                  </a:extLst>
                </p:cNvPr>
                <p:cNvSpPr/>
                <p:nvPr/>
              </p:nvSpPr>
              <p:spPr>
                <a:xfrm>
                  <a:off x="7349117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0" name="pg387">
                  <a:extLst>
                    <a:ext uri="{FF2B5EF4-FFF2-40B4-BE49-F238E27FC236}">
                      <a16:creationId xmlns:a16="http://schemas.microsoft.com/office/drawing/2014/main" id="{A2A3E9E6-7634-9DF1-CDED-A71D3A0D4822}"/>
                    </a:ext>
                  </a:extLst>
                </p:cNvPr>
                <p:cNvSpPr/>
                <p:nvPr/>
              </p:nvSpPr>
              <p:spPr>
                <a:xfrm>
                  <a:off x="7387055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1" name="pg388">
                  <a:extLst>
                    <a:ext uri="{FF2B5EF4-FFF2-40B4-BE49-F238E27FC236}">
                      <a16:creationId xmlns:a16="http://schemas.microsoft.com/office/drawing/2014/main" id="{E6687038-DD5F-D5F8-8AFF-2BACF3E58544}"/>
                    </a:ext>
                  </a:extLst>
                </p:cNvPr>
                <p:cNvSpPr/>
                <p:nvPr/>
              </p:nvSpPr>
              <p:spPr>
                <a:xfrm>
                  <a:off x="7424993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2" name="pg389">
                  <a:extLst>
                    <a:ext uri="{FF2B5EF4-FFF2-40B4-BE49-F238E27FC236}">
                      <a16:creationId xmlns:a16="http://schemas.microsoft.com/office/drawing/2014/main" id="{334858E0-D4A2-732D-1134-A5F944770AA6}"/>
                    </a:ext>
                  </a:extLst>
                </p:cNvPr>
                <p:cNvSpPr/>
                <p:nvPr/>
              </p:nvSpPr>
              <p:spPr>
                <a:xfrm>
                  <a:off x="7462931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3" name="pg390">
                  <a:extLst>
                    <a:ext uri="{FF2B5EF4-FFF2-40B4-BE49-F238E27FC236}">
                      <a16:creationId xmlns:a16="http://schemas.microsoft.com/office/drawing/2014/main" id="{6EB51C5A-3957-988E-CA29-9E11B5DDEDEC}"/>
                    </a:ext>
                  </a:extLst>
                </p:cNvPr>
                <p:cNvSpPr/>
                <p:nvPr/>
              </p:nvSpPr>
              <p:spPr>
                <a:xfrm>
                  <a:off x="7500869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4" name="pg391">
                  <a:extLst>
                    <a:ext uri="{FF2B5EF4-FFF2-40B4-BE49-F238E27FC236}">
                      <a16:creationId xmlns:a16="http://schemas.microsoft.com/office/drawing/2014/main" id="{DFD72BAC-9033-AE32-1460-8851D7A4730C}"/>
                    </a:ext>
                  </a:extLst>
                </p:cNvPr>
                <p:cNvSpPr/>
                <p:nvPr/>
              </p:nvSpPr>
              <p:spPr>
                <a:xfrm>
                  <a:off x="7538807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5" name="pg392">
                  <a:extLst>
                    <a:ext uri="{FF2B5EF4-FFF2-40B4-BE49-F238E27FC236}">
                      <a16:creationId xmlns:a16="http://schemas.microsoft.com/office/drawing/2014/main" id="{3D2CCA7B-8ECB-873D-81B4-84E9BFB03669}"/>
                    </a:ext>
                  </a:extLst>
                </p:cNvPr>
                <p:cNvSpPr/>
                <p:nvPr/>
              </p:nvSpPr>
              <p:spPr>
                <a:xfrm>
                  <a:off x="7576745" y="183935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6" name="pg393">
                  <a:extLst>
                    <a:ext uri="{FF2B5EF4-FFF2-40B4-BE49-F238E27FC236}">
                      <a16:creationId xmlns:a16="http://schemas.microsoft.com/office/drawing/2014/main" id="{87479B17-4975-19EA-16C2-70C3FB0DFFDE}"/>
                    </a:ext>
                  </a:extLst>
                </p:cNvPr>
                <p:cNvSpPr/>
                <p:nvPr/>
              </p:nvSpPr>
              <p:spPr>
                <a:xfrm>
                  <a:off x="6780047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7" name="pg394">
                  <a:extLst>
                    <a:ext uri="{FF2B5EF4-FFF2-40B4-BE49-F238E27FC236}">
                      <a16:creationId xmlns:a16="http://schemas.microsoft.com/office/drawing/2014/main" id="{85825F80-1923-7A77-2C1A-F32F0044036B}"/>
                    </a:ext>
                  </a:extLst>
                </p:cNvPr>
                <p:cNvSpPr/>
                <p:nvPr/>
              </p:nvSpPr>
              <p:spPr>
                <a:xfrm>
                  <a:off x="6817985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8" name="pg395">
                  <a:extLst>
                    <a:ext uri="{FF2B5EF4-FFF2-40B4-BE49-F238E27FC236}">
                      <a16:creationId xmlns:a16="http://schemas.microsoft.com/office/drawing/2014/main" id="{B24121F8-2268-02E9-BC25-4672B2CE70D7}"/>
                    </a:ext>
                  </a:extLst>
                </p:cNvPr>
                <p:cNvSpPr/>
                <p:nvPr/>
              </p:nvSpPr>
              <p:spPr>
                <a:xfrm>
                  <a:off x="6855923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9" name="pg396">
                  <a:extLst>
                    <a:ext uri="{FF2B5EF4-FFF2-40B4-BE49-F238E27FC236}">
                      <a16:creationId xmlns:a16="http://schemas.microsoft.com/office/drawing/2014/main" id="{A9B260BB-331B-2CD6-401B-75F9954059D7}"/>
                    </a:ext>
                  </a:extLst>
                </p:cNvPr>
                <p:cNvSpPr/>
                <p:nvPr/>
              </p:nvSpPr>
              <p:spPr>
                <a:xfrm>
                  <a:off x="6893861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0E1C7">
                    <a:alpha val="100000"/>
                  </a:srgbClr>
                </a:solidFill>
                <a:ln w="5420" cap="flat">
                  <a:solidFill>
                    <a:srgbClr val="A0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0" name="pg397">
                  <a:extLst>
                    <a:ext uri="{FF2B5EF4-FFF2-40B4-BE49-F238E27FC236}">
                      <a16:creationId xmlns:a16="http://schemas.microsoft.com/office/drawing/2014/main" id="{13F1B9A6-443C-7112-D533-5A3FC59C3480}"/>
                    </a:ext>
                  </a:extLst>
                </p:cNvPr>
                <p:cNvSpPr/>
                <p:nvPr/>
              </p:nvSpPr>
              <p:spPr>
                <a:xfrm>
                  <a:off x="6931799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9E4CB">
                    <a:alpha val="100000"/>
                  </a:srgbClr>
                </a:solidFill>
                <a:ln w="5420" cap="flat">
                  <a:solidFill>
                    <a:srgbClr val="A9E4C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1" name="pg398">
                  <a:extLst>
                    <a:ext uri="{FF2B5EF4-FFF2-40B4-BE49-F238E27FC236}">
                      <a16:creationId xmlns:a16="http://schemas.microsoft.com/office/drawing/2014/main" id="{2A050A85-2700-7C67-D617-41F2654C6048}"/>
                    </a:ext>
                  </a:extLst>
                </p:cNvPr>
                <p:cNvSpPr/>
                <p:nvPr/>
              </p:nvSpPr>
              <p:spPr>
                <a:xfrm>
                  <a:off x="6969737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1">
                    <a:alpha val="100000"/>
                  </a:srgbClr>
                </a:solidFill>
                <a:ln w="5420" cap="flat">
                  <a:solidFill>
                    <a:srgbClr val="B5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2" name="pg399">
                  <a:extLst>
                    <a:ext uri="{FF2B5EF4-FFF2-40B4-BE49-F238E27FC236}">
                      <a16:creationId xmlns:a16="http://schemas.microsoft.com/office/drawing/2014/main" id="{B3A838A2-3E65-A4CB-CDF7-92B8D65DBEB7}"/>
                    </a:ext>
                  </a:extLst>
                </p:cNvPr>
                <p:cNvSpPr/>
                <p:nvPr/>
              </p:nvSpPr>
              <p:spPr>
                <a:xfrm>
                  <a:off x="7007675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3" name="pg400">
                  <a:extLst>
                    <a:ext uri="{FF2B5EF4-FFF2-40B4-BE49-F238E27FC236}">
                      <a16:creationId xmlns:a16="http://schemas.microsoft.com/office/drawing/2014/main" id="{E95ACCD6-4CE7-820B-0AC0-A99168132C8D}"/>
                    </a:ext>
                  </a:extLst>
                </p:cNvPr>
                <p:cNvSpPr/>
                <p:nvPr/>
              </p:nvSpPr>
              <p:spPr>
                <a:xfrm>
                  <a:off x="7045613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4F2E0">
                    <a:alpha val="100000"/>
                  </a:srgbClr>
                </a:solidFill>
                <a:ln w="5420" cap="flat">
                  <a:solidFill>
                    <a:srgbClr val="D4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4" name="pg401">
                  <a:extLst>
                    <a:ext uri="{FF2B5EF4-FFF2-40B4-BE49-F238E27FC236}">
                      <a16:creationId xmlns:a16="http://schemas.microsoft.com/office/drawing/2014/main" id="{DF7FAD1E-C89D-0CEF-B013-B69AB8D3708C}"/>
                    </a:ext>
                  </a:extLst>
                </p:cNvPr>
                <p:cNvSpPr/>
                <p:nvPr/>
              </p:nvSpPr>
              <p:spPr>
                <a:xfrm>
                  <a:off x="7083551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6F2E1">
                    <a:alpha val="100000"/>
                  </a:srgbClr>
                </a:solidFill>
                <a:ln w="5420" cap="flat">
                  <a:solidFill>
                    <a:srgbClr val="D6F2E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5" name="pg402">
                  <a:extLst>
                    <a:ext uri="{FF2B5EF4-FFF2-40B4-BE49-F238E27FC236}">
                      <a16:creationId xmlns:a16="http://schemas.microsoft.com/office/drawing/2014/main" id="{2D275E82-BBE2-561C-A2E3-6DFC641FD226}"/>
                    </a:ext>
                  </a:extLst>
                </p:cNvPr>
                <p:cNvSpPr/>
                <p:nvPr/>
              </p:nvSpPr>
              <p:spPr>
                <a:xfrm>
                  <a:off x="7121489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6" name="pg403">
                  <a:extLst>
                    <a:ext uri="{FF2B5EF4-FFF2-40B4-BE49-F238E27FC236}">
                      <a16:creationId xmlns:a16="http://schemas.microsoft.com/office/drawing/2014/main" id="{816D7721-A533-8650-7210-37BCF564CD67}"/>
                    </a:ext>
                  </a:extLst>
                </p:cNvPr>
                <p:cNvSpPr/>
                <p:nvPr/>
              </p:nvSpPr>
              <p:spPr>
                <a:xfrm>
                  <a:off x="7159427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7" name="pg404">
                  <a:extLst>
                    <a:ext uri="{FF2B5EF4-FFF2-40B4-BE49-F238E27FC236}">
                      <a16:creationId xmlns:a16="http://schemas.microsoft.com/office/drawing/2014/main" id="{A0E146B7-2F46-52C8-65C5-46136F8465C3}"/>
                    </a:ext>
                  </a:extLst>
                </p:cNvPr>
                <p:cNvSpPr/>
                <p:nvPr/>
              </p:nvSpPr>
              <p:spPr>
                <a:xfrm>
                  <a:off x="7197365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6E3CA">
                    <a:alpha val="100000"/>
                  </a:srgbClr>
                </a:solidFill>
                <a:ln w="5420" cap="flat">
                  <a:solidFill>
                    <a:srgbClr val="A6E3C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8" name="pg405">
                  <a:extLst>
                    <a:ext uri="{FF2B5EF4-FFF2-40B4-BE49-F238E27FC236}">
                      <a16:creationId xmlns:a16="http://schemas.microsoft.com/office/drawing/2014/main" id="{C4D68F92-6ACF-FCA8-3276-702F55A965D1}"/>
                    </a:ext>
                  </a:extLst>
                </p:cNvPr>
                <p:cNvSpPr/>
                <p:nvPr/>
              </p:nvSpPr>
              <p:spPr>
                <a:xfrm>
                  <a:off x="7235303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9DFC3">
                    <a:alpha val="100000"/>
                  </a:srgbClr>
                </a:solidFill>
                <a:ln w="5420" cap="flat">
                  <a:solidFill>
                    <a:srgbClr val="99DF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9" name="pg406">
                  <a:extLst>
                    <a:ext uri="{FF2B5EF4-FFF2-40B4-BE49-F238E27FC236}">
                      <a16:creationId xmlns:a16="http://schemas.microsoft.com/office/drawing/2014/main" id="{267BD32F-3079-546F-B24B-CF1E8B982C06}"/>
                    </a:ext>
                  </a:extLst>
                </p:cNvPr>
                <p:cNvSpPr/>
                <p:nvPr/>
              </p:nvSpPr>
              <p:spPr>
                <a:xfrm>
                  <a:off x="7273241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0" name="pg407">
                  <a:extLst>
                    <a:ext uri="{FF2B5EF4-FFF2-40B4-BE49-F238E27FC236}">
                      <a16:creationId xmlns:a16="http://schemas.microsoft.com/office/drawing/2014/main" id="{9A6F1BF3-8212-C7B1-F009-1ED53B8C80C8}"/>
                    </a:ext>
                  </a:extLst>
                </p:cNvPr>
                <p:cNvSpPr/>
                <p:nvPr/>
              </p:nvSpPr>
              <p:spPr>
                <a:xfrm>
                  <a:off x="7311179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1" name="pg408">
                  <a:extLst>
                    <a:ext uri="{FF2B5EF4-FFF2-40B4-BE49-F238E27FC236}">
                      <a16:creationId xmlns:a16="http://schemas.microsoft.com/office/drawing/2014/main" id="{622B7616-3931-23B9-C6E1-6BCEEA9C7371}"/>
                    </a:ext>
                  </a:extLst>
                </p:cNvPr>
                <p:cNvSpPr/>
                <p:nvPr/>
              </p:nvSpPr>
              <p:spPr>
                <a:xfrm>
                  <a:off x="7349117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2" name="pg409">
                  <a:extLst>
                    <a:ext uri="{FF2B5EF4-FFF2-40B4-BE49-F238E27FC236}">
                      <a16:creationId xmlns:a16="http://schemas.microsoft.com/office/drawing/2014/main" id="{A4C3E936-89F1-57B0-3B29-8D5383FDE67F}"/>
                    </a:ext>
                  </a:extLst>
                </p:cNvPr>
                <p:cNvSpPr/>
                <p:nvPr/>
              </p:nvSpPr>
              <p:spPr>
                <a:xfrm>
                  <a:off x="7387055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3" name="pg410">
                  <a:extLst>
                    <a:ext uri="{FF2B5EF4-FFF2-40B4-BE49-F238E27FC236}">
                      <a16:creationId xmlns:a16="http://schemas.microsoft.com/office/drawing/2014/main" id="{27577088-161A-F803-11A8-8459027F2B98}"/>
                    </a:ext>
                  </a:extLst>
                </p:cNvPr>
                <p:cNvSpPr/>
                <p:nvPr/>
              </p:nvSpPr>
              <p:spPr>
                <a:xfrm>
                  <a:off x="7424993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4" name="pg411">
                  <a:extLst>
                    <a:ext uri="{FF2B5EF4-FFF2-40B4-BE49-F238E27FC236}">
                      <a16:creationId xmlns:a16="http://schemas.microsoft.com/office/drawing/2014/main" id="{BC0FC5A2-A0EA-ED28-74B3-D0251603EA4B}"/>
                    </a:ext>
                  </a:extLst>
                </p:cNvPr>
                <p:cNvSpPr/>
                <p:nvPr/>
              </p:nvSpPr>
              <p:spPr>
                <a:xfrm>
                  <a:off x="7462931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5" name="pg412">
                  <a:extLst>
                    <a:ext uri="{FF2B5EF4-FFF2-40B4-BE49-F238E27FC236}">
                      <a16:creationId xmlns:a16="http://schemas.microsoft.com/office/drawing/2014/main" id="{6DBF3A04-5500-BC77-AA15-2F996104485F}"/>
                    </a:ext>
                  </a:extLst>
                </p:cNvPr>
                <p:cNvSpPr/>
                <p:nvPr/>
              </p:nvSpPr>
              <p:spPr>
                <a:xfrm>
                  <a:off x="7500869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4">
                    <a:alpha val="100000"/>
                  </a:srgbClr>
                </a:solidFill>
                <a:ln w="5420" cap="flat">
                  <a:solidFill>
                    <a:srgbClr val="74D3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6" name="pg413">
                  <a:extLst>
                    <a:ext uri="{FF2B5EF4-FFF2-40B4-BE49-F238E27FC236}">
                      <a16:creationId xmlns:a16="http://schemas.microsoft.com/office/drawing/2014/main" id="{4C906A62-D3B7-D91A-EDB4-DAC13EBE7C75}"/>
                    </a:ext>
                  </a:extLst>
                </p:cNvPr>
                <p:cNvSpPr/>
                <p:nvPr/>
              </p:nvSpPr>
              <p:spPr>
                <a:xfrm>
                  <a:off x="7538807" y="1887489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7" name="pg414">
                  <a:extLst>
                    <a:ext uri="{FF2B5EF4-FFF2-40B4-BE49-F238E27FC236}">
                      <a16:creationId xmlns:a16="http://schemas.microsoft.com/office/drawing/2014/main" id="{F26D49F6-CB6E-753E-6003-55DBA7B92EB2}"/>
                    </a:ext>
                  </a:extLst>
                </p:cNvPr>
                <p:cNvSpPr/>
                <p:nvPr/>
              </p:nvSpPr>
              <p:spPr>
                <a:xfrm>
                  <a:off x="6855923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5DDC1">
                    <a:alpha val="100000"/>
                  </a:srgbClr>
                </a:solidFill>
                <a:ln w="5420" cap="flat">
                  <a:solidFill>
                    <a:srgbClr val="95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8" name="pg415">
                  <a:extLst>
                    <a:ext uri="{FF2B5EF4-FFF2-40B4-BE49-F238E27FC236}">
                      <a16:creationId xmlns:a16="http://schemas.microsoft.com/office/drawing/2014/main" id="{5043CD1A-5D70-E682-6BDE-21846DCECFFC}"/>
                    </a:ext>
                  </a:extLst>
                </p:cNvPr>
                <p:cNvSpPr/>
                <p:nvPr/>
              </p:nvSpPr>
              <p:spPr>
                <a:xfrm>
                  <a:off x="6893861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9" name="pg416">
                  <a:extLst>
                    <a:ext uri="{FF2B5EF4-FFF2-40B4-BE49-F238E27FC236}">
                      <a16:creationId xmlns:a16="http://schemas.microsoft.com/office/drawing/2014/main" id="{1A564FB1-ADC9-9FFD-98EE-591D3AE1E09C}"/>
                    </a:ext>
                  </a:extLst>
                </p:cNvPr>
                <p:cNvSpPr/>
                <p:nvPr/>
              </p:nvSpPr>
              <p:spPr>
                <a:xfrm>
                  <a:off x="6931799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4E2C9">
                    <a:alpha val="100000"/>
                  </a:srgbClr>
                </a:solidFill>
                <a:ln w="5420" cap="flat">
                  <a:solidFill>
                    <a:srgbClr val="A4E2C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0" name="pg417">
                  <a:extLst>
                    <a:ext uri="{FF2B5EF4-FFF2-40B4-BE49-F238E27FC236}">
                      <a16:creationId xmlns:a16="http://schemas.microsoft.com/office/drawing/2014/main" id="{34E57B77-DEF6-4349-C351-83768F6474DE}"/>
                    </a:ext>
                  </a:extLst>
                </p:cNvPr>
                <p:cNvSpPr/>
                <p:nvPr/>
              </p:nvSpPr>
              <p:spPr>
                <a:xfrm>
                  <a:off x="6969737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E">
                    <a:alpha val="100000"/>
                  </a:srgbClr>
                </a:solidFill>
                <a:ln w="5420" cap="flat">
                  <a:solidFill>
                    <a:srgbClr val="B1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1" name="pg418">
                  <a:extLst>
                    <a:ext uri="{FF2B5EF4-FFF2-40B4-BE49-F238E27FC236}">
                      <a16:creationId xmlns:a16="http://schemas.microsoft.com/office/drawing/2014/main" id="{45C0CD1C-E97B-A416-F7D6-F748CD7C1D2C}"/>
                    </a:ext>
                  </a:extLst>
                </p:cNvPr>
                <p:cNvSpPr/>
                <p:nvPr/>
              </p:nvSpPr>
              <p:spPr>
                <a:xfrm>
                  <a:off x="7007675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2" name="pg419">
                  <a:extLst>
                    <a:ext uri="{FF2B5EF4-FFF2-40B4-BE49-F238E27FC236}">
                      <a16:creationId xmlns:a16="http://schemas.microsoft.com/office/drawing/2014/main" id="{93EB4C87-E0A6-0CFD-BA30-2A88DD982F18}"/>
                    </a:ext>
                  </a:extLst>
                </p:cNvPr>
                <p:cNvSpPr/>
                <p:nvPr/>
              </p:nvSpPr>
              <p:spPr>
                <a:xfrm>
                  <a:off x="7045613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EF0DD">
                    <a:alpha val="100000"/>
                  </a:srgbClr>
                </a:solidFill>
                <a:ln w="5420" cap="flat">
                  <a:solidFill>
                    <a:srgbClr val="CE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3" name="pg420">
                  <a:extLst>
                    <a:ext uri="{FF2B5EF4-FFF2-40B4-BE49-F238E27FC236}">
                      <a16:creationId xmlns:a16="http://schemas.microsoft.com/office/drawing/2014/main" id="{8DC3C6F9-9A80-BF70-B333-B798E86AE4AA}"/>
                    </a:ext>
                  </a:extLst>
                </p:cNvPr>
                <p:cNvSpPr/>
                <p:nvPr/>
              </p:nvSpPr>
              <p:spPr>
                <a:xfrm>
                  <a:off x="7083551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FF0DD">
                    <a:alpha val="100000"/>
                  </a:srgbClr>
                </a:solidFill>
                <a:ln w="5420" cap="flat">
                  <a:solidFill>
                    <a:srgbClr val="CF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4" name="pg421">
                  <a:extLst>
                    <a:ext uri="{FF2B5EF4-FFF2-40B4-BE49-F238E27FC236}">
                      <a16:creationId xmlns:a16="http://schemas.microsoft.com/office/drawing/2014/main" id="{B00B818D-8AE7-71E7-CE85-92531CBC0532}"/>
                    </a:ext>
                  </a:extLst>
                </p:cNvPr>
                <p:cNvSpPr/>
                <p:nvPr/>
              </p:nvSpPr>
              <p:spPr>
                <a:xfrm>
                  <a:off x="7121489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CD6">
                    <a:alpha val="100000"/>
                  </a:srgbClr>
                </a:solidFill>
                <a:ln w="5420" cap="flat">
                  <a:solidFill>
                    <a:srgbClr val="C1EC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5" name="pg422">
                  <a:extLst>
                    <a:ext uri="{FF2B5EF4-FFF2-40B4-BE49-F238E27FC236}">
                      <a16:creationId xmlns:a16="http://schemas.microsoft.com/office/drawing/2014/main" id="{DA0E9050-1B37-257B-6957-9A655FB7958D}"/>
                    </a:ext>
                  </a:extLst>
                </p:cNvPr>
                <p:cNvSpPr/>
                <p:nvPr/>
              </p:nvSpPr>
              <p:spPr>
                <a:xfrm>
                  <a:off x="7159427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6" name="pg423">
                  <a:extLst>
                    <a:ext uri="{FF2B5EF4-FFF2-40B4-BE49-F238E27FC236}">
                      <a16:creationId xmlns:a16="http://schemas.microsoft.com/office/drawing/2014/main" id="{3492D00D-059D-62F7-6E83-199316E46DA0}"/>
                    </a:ext>
                  </a:extLst>
                </p:cNvPr>
                <p:cNvSpPr/>
                <p:nvPr/>
              </p:nvSpPr>
              <p:spPr>
                <a:xfrm>
                  <a:off x="7197365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FE1C6">
                    <a:alpha val="100000"/>
                  </a:srgbClr>
                </a:solidFill>
                <a:ln w="5420" cap="flat">
                  <a:solidFill>
                    <a:srgbClr val="9FE1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7" name="pg424">
                  <a:extLst>
                    <a:ext uri="{FF2B5EF4-FFF2-40B4-BE49-F238E27FC236}">
                      <a16:creationId xmlns:a16="http://schemas.microsoft.com/office/drawing/2014/main" id="{0420936B-7249-0FD1-5007-14D215A24153}"/>
                    </a:ext>
                  </a:extLst>
                </p:cNvPr>
                <p:cNvSpPr/>
                <p:nvPr/>
              </p:nvSpPr>
              <p:spPr>
                <a:xfrm>
                  <a:off x="7235303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2DCC0">
                    <a:alpha val="100000"/>
                  </a:srgbClr>
                </a:solidFill>
                <a:ln w="5420" cap="flat">
                  <a:solidFill>
                    <a:srgbClr val="92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8" name="pg425">
                  <a:extLst>
                    <a:ext uri="{FF2B5EF4-FFF2-40B4-BE49-F238E27FC236}">
                      <a16:creationId xmlns:a16="http://schemas.microsoft.com/office/drawing/2014/main" id="{2FB7E6F9-B32F-A692-2AF0-4AD519A4AE4E}"/>
                    </a:ext>
                  </a:extLst>
                </p:cNvPr>
                <p:cNvSpPr/>
                <p:nvPr/>
              </p:nvSpPr>
              <p:spPr>
                <a:xfrm>
                  <a:off x="7273241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9" name="pg426">
                  <a:extLst>
                    <a:ext uri="{FF2B5EF4-FFF2-40B4-BE49-F238E27FC236}">
                      <a16:creationId xmlns:a16="http://schemas.microsoft.com/office/drawing/2014/main" id="{4080FA01-030A-8C44-9CA2-24F72CBBC88D}"/>
                    </a:ext>
                  </a:extLst>
                </p:cNvPr>
                <p:cNvSpPr/>
                <p:nvPr/>
              </p:nvSpPr>
              <p:spPr>
                <a:xfrm>
                  <a:off x="7311179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0" name="pg427">
                  <a:extLst>
                    <a:ext uri="{FF2B5EF4-FFF2-40B4-BE49-F238E27FC236}">
                      <a16:creationId xmlns:a16="http://schemas.microsoft.com/office/drawing/2014/main" id="{9AFE9D4B-E6D3-F744-0C77-EE2DCEC29866}"/>
                    </a:ext>
                  </a:extLst>
                </p:cNvPr>
                <p:cNvSpPr/>
                <p:nvPr/>
              </p:nvSpPr>
              <p:spPr>
                <a:xfrm>
                  <a:off x="7349117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1" name="pg428">
                  <a:extLst>
                    <a:ext uri="{FF2B5EF4-FFF2-40B4-BE49-F238E27FC236}">
                      <a16:creationId xmlns:a16="http://schemas.microsoft.com/office/drawing/2014/main" id="{F5578746-40B9-F042-5065-861DE90D6790}"/>
                    </a:ext>
                  </a:extLst>
                </p:cNvPr>
                <p:cNvSpPr/>
                <p:nvPr/>
              </p:nvSpPr>
              <p:spPr>
                <a:xfrm>
                  <a:off x="7387055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2" name="pg429">
                  <a:extLst>
                    <a:ext uri="{FF2B5EF4-FFF2-40B4-BE49-F238E27FC236}">
                      <a16:creationId xmlns:a16="http://schemas.microsoft.com/office/drawing/2014/main" id="{A6AF20F0-AC48-6CD0-70B3-4D5A74ED2A5E}"/>
                    </a:ext>
                  </a:extLst>
                </p:cNvPr>
                <p:cNvSpPr/>
                <p:nvPr/>
              </p:nvSpPr>
              <p:spPr>
                <a:xfrm>
                  <a:off x="7424993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3" name="pg430">
                  <a:extLst>
                    <a:ext uri="{FF2B5EF4-FFF2-40B4-BE49-F238E27FC236}">
                      <a16:creationId xmlns:a16="http://schemas.microsoft.com/office/drawing/2014/main" id="{44C2DBF3-32FE-E64C-0E2D-85E5A66E7505}"/>
                    </a:ext>
                  </a:extLst>
                </p:cNvPr>
                <p:cNvSpPr/>
                <p:nvPr/>
              </p:nvSpPr>
              <p:spPr>
                <a:xfrm>
                  <a:off x="7462931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4">
                    <a:alpha val="100000"/>
                  </a:srgbClr>
                </a:solidFill>
                <a:ln w="5420" cap="flat">
                  <a:solidFill>
                    <a:srgbClr val="77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4" name="pg431">
                  <a:extLst>
                    <a:ext uri="{FF2B5EF4-FFF2-40B4-BE49-F238E27FC236}">
                      <a16:creationId xmlns:a16="http://schemas.microsoft.com/office/drawing/2014/main" id="{5BA2FA51-859B-9B04-7431-661D417BDCF7}"/>
                    </a:ext>
                  </a:extLst>
                </p:cNvPr>
                <p:cNvSpPr/>
                <p:nvPr/>
              </p:nvSpPr>
              <p:spPr>
                <a:xfrm>
                  <a:off x="7500869" y="1935620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5" name="pg432">
                  <a:extLst>
                    <a:ext uri="{FF2B5EF4-FFF2-40B4-BE49-F238E27FC236}">
                      <a16:creationId xmlns:a16="http://schemas.microsoft.com/office/drawing/2014/main" id="{CAAB6A1A-67FF-3308-12DF-541E180BEF5F}"/>
                    </a:ext>
                  </a:extLst>
                </p:cNvPr>
                <p:cNvSpPr/>
                <p:nvPr/>
              </p:nvSpPr>
              <p:spPr>
                <a:xfrm>
                  <a:off x="6893861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6" name="pg433">
                  <a:extLst>
                    <a:ext uri="{FF2B5EF4-FFF2-40B4-BE49-F238E27FC236}">
                      <a16:creationId xmlns:a16="http://schemas.microsoft.com/office/drawing/2014/main" id="{18381307-80B5-827C-F0CF-CC42CC668A35}"/>
                    </a:ext>
                  </a:extLst>
                </p:cNvPr>
                <p:cNvSpPr/>
                <p:nvPr/>
              </p:nvSpPr>
              <p:spPr>
                <a:xfrm>
                  <a:off x="6931799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9DEC3">
                    <a:alpha val="100000"/>
                  </a:srgbClr>
                </a:solidFill>
                <a:ln w="5420" cap="flat">
                  <a:solidFill>
                    <a:srgbClr val="99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7" name="pg434">
                  <a:extLst>
                    <a:ext uri="{FF2B5EF4-FFF2-40B4-BE49-F238E27FC236}">
                      <a16:creationId xmlns:a16="http://schemas.microsoft.com/office/drawing/2014/main" id="{259652C3-0E83-1D65-0F5F-B5115A383F10}"/>
                    </a:ext>
                  </a:extLst>
                </p:cNvPr>
                <p:cNvSpPr/>
                <p:nvPr/>
              </p:nvSpPr>
              <p:spPr>
                <a:xfrm>
                  <a:off x="6969737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2E2C8">
                    <a:alpha val="100000"/>
                  </a:srgbClr>
                </a:solidFill>
                <a:ln w="5420" cap="flat">
                  <a:solidFill>
                    <a:srgbClr val="A2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8" name="pg435">
                  <a:extLst>
                    <a:ext uri="{FF2B5EF4-FFF2-40B4-BE49-F238E27FC236}">
                      <a16:creationId xmlns:a16="http://schemas.microsoft.com/office/drawing/2014/main" id="{7D99BD2C-2B77-EB73-8E45-12F400DB669B}"/>
                    </a:ext>
                  </a:extLst>
                </p:cNvPr>
                <p:cNvSpPr/>
                <p:nvPr/>
              </p:nvSpPr>
              <p:spPr>
                <a:xfrm>
                  <a:off x="7007675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9" name="pg436">
                  <a:extLst>
                    <a:ext uri="{FF2B5EF4-FFF2-40B4-BE49-F238E27FC236}">
                      <a16:creationId xmlns:a16="http://schemas.microsoft.com/office/drawing/2014/main" id="{06A142F2-C33C-77F6-0204-DAE29C10697B}"/>
                    </a:ext>
                  </a:extLst>
                </p:cNvPr>
                <p:cNvSpPr/>
                <p:nvPr/>
              </p:nvSpPr>
              <p:spPr>
                <a:xfrm>
                  <a:off x="7045613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8D2">
                    <a:alpha val="100000"/>
                  </a:srgbClr>
                </a:solidFill>
                <a:ln w="5420" cap="flat">
                  <a:solidFill>
                    <a:srgbClr val="B8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0" name="pg437">
                  <a:extLst>
                    <a:ext uri="{FF2B5EF4-FFF2-40B4-BE49-F238E27FC236}">
                      <a16:creationId xmlns:a16="http://schemas.microsoft.com/office/drawing/2014/main" id="{89EFC431-6B69-FBE0-6A58-BD433F9EEEDE}"/>
                    </a:ext>
                  </a:extLst>
                </p:cNvPr>
                <p:cNvSpPr/>
                <p:nvPr/>
              </p:nvSpPr>
              <p:spPr>
                <a:xfrm>
                  <a:off x="7083551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1" name="pg438">
                  <a:extLst>
                    <a:ext uri="{FF2B5EF4-FFF2-40B4-BE49-F238E27FC236}">
                      <a16:creationId xmlns:a16="http://schemas.microsoft.com/office/drawing/2014/main" id="{9373934B-95AE-F47E-C8BC-D2C66CD72EB6}"/>
                    </a:ext>
                  </a:extLst>
                </p:cNvPr>
                <p:cNvSpPr/>
                <p:nvPr/>
              </p:nvSpPr>
              <p:spPr>
                <a:xfrm>
                  <a:off x="7121489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2" name="pg439">
                  <a:extLst>
                    <a:ext uri="{FF2B5EF4-FFF2-40B4-BE49-F238E27FC236}">
                      <a16:creationId xmlns:a16="http://schemas.microsoft.com/office/drawing/2014/main" id="{03B1F5E2-F110-32E4-0E6F-C939097512C5}"/>
                    </a:ext>
                  </a:extLst>
                </p:cNvPr>
                <p:cNvSpPr/>
                <p:nvPr/>
              </p:nvSpPr>
              <p:spPr>
                <a:xfrm>
                  <a:off x="7159427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0E1C7">
                    <a:alpha val="100000"/>
                  </a:srgbClr>
                </a:solidFill>
                <a:ln w="5420" cap="flat">
                  <a:solidFill>
                    <a:srgbClr val="A0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3" name="pg440">
                  <a:extLst>
                    <a:ext uri="{FF2B5EF4-FFF2-40B4-BE49-F238E27FC236}">
                      <a16:creationId xmlns:a16="http://schemas.microsoft.com/office/drawing/2014/main" id="{51B04B66-33B0-DC08-FCAD-C7D66DA13F5E}"/>
                    </a:ext>
                  </a:extLst>
                </p:cNvPr>
                <p:cNvSpPr/>
                <p:nvPr/>
              </p:nvSpPr>
              <p:spPr>
                <a:xfrm>
                  <a:off x="7197365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3DDC1">
                    <a:alpha val="100000"/>
                  </a:srgbClr>
                </a:solidFill>
                <a:ln w="5420" cap="flat">
                  <a:solidFill>
                    <a:srgbClr val="93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4" name="pg441">
                  <a:extLst>
                    <a:ext uri="{FF2B5EF4-FFF2-40B4-BE49-F238E27FC236}">
                      <a16:creationId xmlns:a16="http://schemas.microsoft.com/office/drawing/2014/main" id="{1773AF3C-81B4-6353-23A3-0891D825263D}"/>
                    </a:ext>
                  </a:extLst>
                </p:cNvPr>
                <p:cNvSpPr/>
                <p:nvPr/>
              </p:nvSpPr>
              <p:spPr>
                <a:xfrm>
                  <a:off x="7235303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5" name="pg442">
                  <a:extLst>
                    <a:ext uri="{FF2B5EF4-FFF2-40B4-BE49-F238E27FC236}">
                      <a16:creationId xmlns:a16="http://schemas.microsoft.com/office/drawing/2014/main" id="{A82B7DAE-7E66-B9EB-1728-537C070142EB}"/>
                    </a:ext>
                  </a:extLst>
                </p:cNvPr>
                <p:cNvSpPr/>
                <p:nvPr/>
              </p:nvSpPr>
              <p:spPr>
                <a:xfrm>
                  <a:off x="7273241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6" name="pg443">
                  <a:extLst>
                    <a:ext uri="{FF2B5EF4-FFF2-40B4-BE49-F238E27FC236}">
                      <a16:creationId xmlns:a16="http://schemas.microsoft.com/office/drawing/2014/main" id="{EBF790B7-70D8-DE26-63C0-B1AF1F2DF2DF}"/>
                    </a:ext>
                  </a:extLst>
                </p:cNvPr>
                <p:cNvSpPr/>
                <p:nvPr/>
              </p:nvSpPr>
              <p:spPr>
                <a:xfrm>
                  <a:off x="7311179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7" name="pg444">
                  <a:extLst>
                    <a:ext uri="{FF2B5EF4-FFF2-40B4-BE49-F238E27FC236}">
                      <a16:creationId xmlns:a16="http://schemas.microsoft.com/office/drawing/2014/main" id="{5DBA9954-C702-1D5D-E809-96BAF81BA5B9}"/>
                    </a:ext>
                  </a:extLst>
                </p:cNvPr>
                <p:cNvSpPr/>
                <p:nvPr/>
              </p:nvSpPr>
              <p:spPr>
                <a:xfrm>
                  <a:off x="7349117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8" name="pg445">
                  <a:extLst>
                    <a:ext uri="{FF2B5EF4-FFF2-40B4-BE49-F238E27FC236}">
                      <a16:creationId xmlns:a16="http://schemas.microsoft.com/office/drawing/2014/main" id="{A6A92A22-6D22-EB67-582A-52B826CCE89E}"/>
                    </a:ext>
                  </a:extLst>
                </p:cNvPr>
                <p:cNvSpPr/>
                <p:nvPr/>
              </p:nvSpPr>
              <p:spPr>
                <a:xfrm>
                  <a:off x="7387055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9" name="pg446">
                  <a:extLst>
                    <a:ext uri="{FF2B5EF4-FFF2-40B4-BE49-F238E27FC236}">
                      <a16:creationId xmlns:a16="http://schemas.microsoft.com/office/drawing/2014/main" id="{05303C48-174E-E271-30CF-DF5F9929B877}"/>
                    </a:ext>
                  </a:extLst>
                </p:cNvPr>
                <p:cNvSpPr/>
                <p:nvPr/>
              </p:nvSpPr>
              <p:spPr>
                <a:xfrm>
                  <a:off x="7424993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0" name="pg447">
                  <a:extLst>
                    <a:ext uri="{FF2B5EF4-FFF2-40B4-BE49-F238E27FC236}">
                      <a16:creationId xmlns:a16="http://schemas.microsoft.com/office/drawing/2014/main" id="{4FD35433-BE76-E6C8-A701-34D92D556DB9}"/>
                    </a:ext>
                  </a:extLst>
                </p:cNvPr>
                <p:cNvSpPr/>
                <p:nvPr/>
              </p:nvSpPr>
              <p:spPr>
                <a:xfrm>
                  <a:off x="7462931" y="198375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1" name="pg448">
                  <a:extLst>
                    <a:ext uri="{FF2B5EF4-FFF2-40B4-BE49-F238E27FC236}">
                      <a16:creationId xmlns:a16="http://schemas.microsoft.com/office/drawing/2014/main" id="{7F7A8B3B-CA8E-D689-1A14-3FA514C33CF4}"/>
                    </a:ext>
                  </a:extLst>
                </p:cNvPr>
                <p:cNvSpPr/>
                <p:nvPr/>
              </p:nvSpPr>
              <p:spPr>
                <a:xfrm>
                  <a:off x="6931799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2" name="pg449">
                  <a:extLst>
                    <a:ext uri="{FF2B5EF4-FFF2-40B4-BE49-F238E27FC236}">
                      <a16:creationId xmlns:a16="http://schemas.microsoft.com/office/drawing/2014/main" id="{AAB3E4EE-09A5-23E5-2073-0CB3A9751A3A}"/>
                    </a:ext>
                  </a:extLst>
                </p:cNvPr>
                <p:cNvSpPr/>
                <p:nvPr/>
              </p:nvSpPr>
              <p:spPr>
                <a:xfrm>
                  <a:off x="6969737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3" name="pg450">
                  <a:extLst>
                    <a:ext uri="{FF2B5EF4-FFF2-40B4-BE49-F238E27FC236}">
                      <a16:creationId xmlns:a16="http://schemas.microsoft.com/office/drawing/2014/main" id="{21E52CFA-BDA0-32ED-438A-FF5596ED5A2C}"/>
                    </a:ext>
                  </a:extLst>
                </p:cNvPr>
                <p:cNvSpPr/>
                <p:nvPr/>
              </p:nvSpPr>
              <p:spPr>
                <a:xfrm>
                  <a:off x="7007675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3DDC1">
                    <a:alpha val="100000"/>
                  </a:srgbClr>
                </a:solidFill>
                <a:ln w="5420" cap="flat">
                  <a:solidFill>
                    <a:srgbClr val="93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4" name="pg451">
                  <a:extLst>
                    <a:ext uri="{FF2B5EF4-FFF2-40B4-BE49-F238E27FC236}">
                      <a16:creationId xmlns:a16="http://schemas.microsoft.com/office/drawing/2014/main" id="{62CC7780-8C0C-C58E-AEDC-4F9FCE653B31}"/>
                    </a:ext>
                  </a:extLst>
                </p:cNvPr>
                <p:cNvSpPr/>
                <p:nvPr/>
              </p:nvSpPr>
              <p:spPr>
                <a:xfrm>
                  <a:off x="7045613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9DFC3">
                    <a:alpha val="100000"/>
                  </a:srgbClr>
                </a:solidFill>
                <a:ln w="5420" cap="flat">
                  <a:solidFill>
                    <a:srgbClr val="99DF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5" name="pg452">
                  <a:extLst>
                    <a:ext uri="{FF2B5EF4-FFF2-40B4-BE49-F238E27FC236}">
                      <a16:creationId xmlns:a16="http://schemas.microsoft.com/office/drawing/2014/main" id="{3B032118-2FB9-F7A3-1222-F1D20E19686B}"/>
                    </a:ext>
                  </a:extLst>
                </p:cNvPr>
                <p:cNvSpPr/>
                <p:nvPr/>
              </p:nvSpPr>
              <p:spPr>
                <a:xfrm>
                  <a:off x="7083551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ADFC4">
                    <a:alpha val="100000"/>
                  </a:srgbClr>
                </a:solidFill>
                <a:ln w="5420" cap="flat">
                  <a:solidFill>
                    <a:srgbClr val="9A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6" name="pg453">
                  <a:extLst>
                    <a:ext uri="{FF2B5EF4-FFF2-40B4-BE49-F238E27FC236}">
                      <a16:creationId xmlns:a16="http://schemas.microsoft.com/office/drawing/2014/main" id="{42CE14E1-D286-FD81-CA87-CC38565C8D42}"/>
                    </a:ext>
                  </a:extLst>
                </p:cNvPr>
                <p:cNvSpPr/>
                <p:nvPr/>
              </p:nvSpPr>
              <p:spPr>
                <a:xfrm>
                  <a:off x="7121489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7" name="pg454">
                  <a:extLst>
                    <a:ext uri="{FF2B5EF4-FFF2-40B4-BE49-F238E27FC236}">
                      <a16:creationId xmlns:a16="http://schemas.microsoft.com/office/drawing/2014/main" id="{5C5EBF95-EE36-3635-CA53-79129A0725A3}"/>
                    </a:ext>
                  </a:extLst>
                </p:cNvPr>
                <p:cNvSpPr/>
                <p:nvPr/>
              </p:nvSpPr>
              <p:spPr>
                <a:xfrm>
                  <a:off x="7159427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8" name="pg455">
                  <a:extLst>
                    <a:ext uri="{FF2B5EF4-FFF2-40B4-BE49-F238E27FC236}">
                      <a16:creationId xmlns:a16="http://schemas.microsoft.com/office/drawing/2014/main" id="{DE4B5BB5-A85A-D25A-8548-19B4E13A81AD}"/>
                    </a:ext>
                  </a:extLst>
                </p:cNvPr>
                <p:cNvSpPr/>
                <p:nvPr/>
              </p:nvSpPr>
              <p:spPr>
                <a:xfrm>
                  <a:off x="7197365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9" name="pg456">
                  <a:extLst>
                    <a:ext uri="{FF2B5EF4-FFF2-40B4-BE49-F238E27FC236}">
                      <a16:creationId xmlns:a16="http://schemas.microsoft.com/office/drawing/2014/main" id="{F2348E41-0FB9-0F0A-B75A-DCB185460DF1}"/>
                    </a:ext>
                  </a:extLst>
                </p:cNvPr>
                <p:cNvSpPr/>
                <p:nvPr/>
              </p:nvSpPr>
              <p:spPr>
                <a:xfrm>
                  <a:off x="7235303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0" name="pg457">
                  <a:extLst>
                    <a:ext uri="{FF2B5EF4-FFF2-40B4-BE49-F238E27FC236}">
                      <a16:creationId xmlns:a16="http://schemas.microsoft.com/office/drawing/2014/main" id="{D3047D86-55DC-89BE-8812-FB1FAC4139E0}"/>
                    </a:ext>
                  </a:extLst>
                </p:cNvPr>
                <p:cNvSpPr/>
                <p:nvPr/>
              </p:nvSpPr>
              <p:spPr>
                <a:xfrm>
                  <a:off x="7273241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1" name="pg458">
                  <a:extLst>
                    <a:ext uri="{FF2B5EF4-FFF2-40B4-BE49-F238E27FC236}">
                      <a16:creationId xmlns:a16="http://schemas.microsoft.com/office/drawing/2014/main" id="{ACEE036D-9FAF-7413-378A-99FC78F301D0}"/>
                    </a:ext>
                  </a:extLst>
                </p:cNvPr>
                <p:cNvSpPr/>
                <p:nvPr/>
              </p:nvSpPr>
              <p:spPr>
                <a:xfrm>
                  <a:off x="7311179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2" name="pg459">
                  <a:extLst>
                    <a:ext uri="{FF2B5EF4-FFF2-40B4-BE49-F238E27FC236}">
                      <a16:creationId xmlns:a16="http://schemas.microsoft.com/office/drawing/2014/main" id="{55E4175B-42E3-8D41-C18B-76BC5154035A}"/>
                    </a:ext>
                  </a:extLst>
                </p:cNvPr>
                <p:cNvSpPr/>
                <p:nvPr/>
              </p:nvSpPr>
              <p:spPr>
                <a:xfrm>
                  <a:off x="7349117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3" name="pg460">
                  <a:extLst>
                    <a:ext uri="{FF2B5EF4-FFF2-40B4-BE49-F238E27FC236}">
                      <a16:creationId xmlns:a16="http://schemas.microsoft.com/office/drawing/2014/main" id="{072E2C28-E442-CC58-026A-89217FD9B478}"/>
                    </a:ext>
                  </a:extLst>
                </p:cNvPr>
                <p:cNvSpPr/>
                <p:nvPr/>
              </p:nvSpPr>
              <p:spPr>
                <a:xfrm>
                  <a:off x="7387055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4" name="pg461">
                  <a:extLst>
                    <a:ext uri="{FF2B5EF4-FFF2-40B4-BE49-F238E27FC236}">
                      <a16:creationId xmlns:a16="http://schemas.microsoft.com/office/drawing/2014/main" id="{6E1C3BB1-53E8-9FF8-13D9-875C4730179D}"/>
                    </a:ext>
                  </a:extLst>
                </p:cNvPr>
                <p:cNvSpPr/>
                <p:nvPr/>
              </p:nvSpPr>
              <p:spPr>
                <a:xfrm>
                  <a:off x="7424993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5" name="pg462">
                  <a:extLst>
                    <a:ext uri="{FF2B5EF4-FFF2-40B4-BE49-F238E27FC236}">
                      <a16:creationId xmlns:a16="http://schemas.microsoft.com/office/drawing/2014/main" id="{EEFECD8C-A0F3-6C89-5554-C734BF324620}"/>
                    </a:ext>
                  </a:extLst>
                </p:cNvPr>
                <p:cNvSpPr/>
                <p:nvPr/>
              </p:nvSpPr>
              <p:spPr>
                <a:xfrm>
                  <a:off x="7462931" y="203188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6" name="pg463">
                  <a:extLst>
                    <a:ext uri="{FF2B5EF4-FFF2-40B4-BE49-F238E27FC236}">
                      <a16:creationId xmlns:a16="http://schemas.microsoft.com/office/drawing/2014/main" id="{CA0B2829-D950-FD97-08DB-38578F855749}"/>
                    </a:ext>
                  </a:extLst>
                </p:cNvPr>
                <p:cNvSpPr/>
                <p:nvPr/>
              </p:nvSpPr>
              <p:spPr>
                <a:xfrm>
                  <a:off x="6780047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7" name="pg464">
                  <a:extLst>
                    <a:ext uri="{FF2B5EF4-FFF2-40B4-BE49-F238E27FC236}">
                      <a16:creationId xmlns:a16="http://schemas.microsoft.com/office/drawing/2014/main" id="{79BDD85A-A8C0-B09F-A99D-3D2D8FD7E857}"/>
                    </a:ext>
                  </a:extLst>
                </p:cNvPr>
                <p:cNvSpPr/>
                <p:nvPr/>
              </p:nvSpPr>
              <p:spPr>
                <a:xfrm>
                  <a:off x="6817985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8" name="pg465">
                  <a:extLst>
                    <a:ext uri="{FF2B5EF4-FFF2-40B4-BE49-F238E27FC236}">
                      <a16:creationId xmlns:a16="http://schemas.microsoft.com/office/drawing/2014/main" id="{7FB0F06A-B60D-314D-873A-C6A73537C4C0}"/>
                    </a:ext>
                  </a:extLst>
                </p:cNvPr>
                <p:cNvSpPr/>
                <p:nvPr/>
              </p:nvSpPr>
              <p:spPr>
                <a:xfrm>
                  <a:off x="6855923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9" name="pg466">
                  <a:extLst>
                    <a:ext uri="{FF2B5EF4-FFF2-40B4-BE49-F238E27FC236}">
                      <a16:creationId xmlns:a16="http://schemas.microsoft.com/office/drawing/2014/main" id="{2C439DB6-35DB-5EB5-DA8C-1969CDE77DD1}"/>
                    </a:ext>
                  </a:extLst>
                </p:cNvPr>
                <p:cNvSpPr/>
                <p:nvPr/>
              </p:nvSpPr>
              <p:spPr>
                <a:xfrm>
                  <a:off x="6893861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0" name="pg467">
                  <a:extLst>
                    <a:ext uri="{FF2B5EF4-FFF2-40B4-BE49-F238E27FC236}">
                      <a16:creationId xmlns:a16="http://schemas.microsoft.com/office/drawing/2014/main" id="{CB5EBA12-0033-07C1-0271-8D5EA14C7008}"/>
                    </a:ext>
                  </a:extLst>
                </p:cNvPr>
                <p:cNvSpPr/>
                <p:nvPr/>
              </p:nvSpPr>
              <p:spPr>
                <a:xfrm>
                  <a:off x="6931799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1" name="pg468">
                  <a:extLst>
                    <a:ext uri="{FF2B5EF4-FFF2-40B4-BE49-F238E27FC236}">
                      <a16:creationId xmlns:a16="http://schemas.microsoft.com/office/drawing/2014/main" id="{3EE235CC-62EC-F3E1-EEAA-FB1ADB6F178D}"/>
                    </a:ext>
                  </a:extLst>
                </p:cNvPr>
                <p:cNvSpPr/>
                <p:nvPr/>
              </p:nvSpPr>
              <p:spPr>
                <a:xfrm>
                  <a:off x="6969737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2" name="pg469">
                  <a:extLst>
                    <a:ext uri="{FF2B5EF4-FFF2-40B4-BE49-F238E27FC236}">
                      <a16:creationId xmlns:a16="http://schemas.microsoft.com/office/drawing/2014/main" id="{9F9233ED-B5D9-B3BA-BE62-D576C5FD84FD}"/>
                    </a:ext>
                  </a:extLst>
                </p:cNvPr>
                <p:cNvSpPr/>
                <p:nvPr/>
              </p:nvSpPr>
              <p:spPr>
                <a:xfrm>
                  <a:off x="7007675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7D4B4">
                    <a:alpha val="100000"/>
                  </a:srgbClr>
                </a:solidFill>
                <a:ln w="5420" cap="flat">
                  <a:solidFill>
                    <a:srgbClr val="77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3" name="pg470">
                  <a:extLst>
                    <a:ext uri="{FF2B5EF4-FFF2-40B4-BE49-F238E27FC236}">
                      <a16:creationId xmlns:a16="http://schemas.microsoft.com/office/drawing/2014/main" id="{CB7AB8D9-4FB1-981F-983F-B47E7D28C991}"/>
                    </a:ext>
                  </a:extLst>
                </p:cNvPr>
                <p:cNvSpPr/>
                <p:nvPr/>
              </p:nvSpPr>
              <p:spPr>
                <a:xfrm>
                  <a:off x="7045613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4" name="pg471">
                  <a:extLst>
                    <a:ext uri="{FF2B5EF4-FFF2-40B4-BE49-F238E27FC236}">
                      <a16:creationId xmlns:a16="http://schemas.microsoft.com/office/drawing/2014/main" id="{E8D88CB2-A0E0-6FCA-23A0-183E66916432}"/>
                    </a:ext>
                  </a:extLst>
                </p:cNvPr>
                <p:cNvSpPr/>
                <p:nvPr/>
              </p:nvSpPr>
              <p:spPr>
                <a:xfrm>
                  <a:off x="7083551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5" name="pg472">
                  <a:extLst>
                    <a:ext uri="{FF2B5EF4-FFF2-40B4-BE49-F238E27FC236}">
                      <a16:creationId xmlns:a16="http://schemas.microsoft.com/office/drawing/2014/main" id="{6DD12162-16C1-204E-BCB4-CC83CD5905EB}"/>
                    </a:ext>
                  </a:extLst>
                </p:cNvPr>
                <p:cNvSpPr/>
                <p:nvPr/>
              </p:nvSpPr>
              <p:spPr>
                <a:xfrm>
                  <a:off x="7121489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6" name="pg473">
                  <a:extLst>
                    <a:ext uri="{FF2B5EF4-FFF2-40B4-BE49-F238E27FC236}">
                      <a16:creationId xmlns:a16="http://schemas.microsoft.com/office/drawing/2014/main" id="{33B7823A-D1D0-2932-1F5C-4F00DBF4BF29}"/>
                    </a:ext>
                  </a:extLst>
                </p:cNvPr>
                <p:cNvSpPr/>
                <p:nvPr/>
              </p:nvSpPr>
              <p:spPr>
                <a:xfrm>
                  <a:off x="7159427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7" name="pg474">
                  <a:extLst>
                    <a:ext uri="{FF2B5EF4-FFF2-40B4-BE49-F238E27FC236}">
                      <a16:creationId xmlns:a16="http://schemas.microsoft.com/office/drawing/2014/main" id="{59AFFFFA-9C8A-B8D0-F438-A0A11374F906}"/>
                    </a:ext>
                  </a:extLst>
                </p:cNvPr>
                <p:cNvSpPr/>
                <p:nvPr/>
              </p:nvSpPr>
              <p:spPr>
                <a:xfrm>
                  <a:off x="7197365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8" name="pg475">
                  <a:extLst>
                    <a:ext uri="{FF2B5EF4-FFF2-40B4-BE49-F238E27FC236}">
                      <a16:creationId xmlns:a16="http://schemas.microsoft.com/office/drawing/2014/main" id="{0C557617-40A2-C807-AB20-C8F0035A6A0A}"/>
                    </a:ext>
                  </a:extLst>
                </p:cNvPr>
                <p:cNvSpPr/>
                <p:nvPr/>
              </p:nvSpPr>
              <p:spPr>
                <a:xfrm>
                  <a:off x="7235303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9" name="pg476">
                  <a:extLst>
                    <a:ext uri="{FF2B5EF4-FFF2-40B4-BE49-F238E27FC236}">
                      <a16:creationId xmlns:a16="http://schemas.microsoft.com/office/drawing/2014/main" id="{F036A0F2-BE53-CC8E-7B13-ADAFAE3B0095}"/>
                    </a:ext>
                  </a:extLst>
                </p:cNvPr>
                <p:cNvSpPr/>
                <p:nvPr/>
              </p:nvSpPr>
              <p:spPr>
                <a:xfrm>
                  <a:off x="7273241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0" name="pg477">
                  <a:extLst>
                    <a:ext uri="{FF2B5EF4-FFF2-40B4-BE49-F238E27FC236}">
                      <a16:creationId xmlns:a16="http://schemas.microsoft.com/office/drawing/2014/main" id="{F04342B7-0094-4D9D-8F54-DBDA5AFF4139}"/>
                    </a:ext>
                  </a:extLst>
                </p:cNvPr>
                <p:cNvSpPr/>
                <p:nvPr/>
              </p:nvSpPr>
              <p:spPr>
                <a:xfrm>
                  <a:off x="7311179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1" name="pg478">
                  <a:extLst>
                    <a:ext uri="{FF2B5EF4-FFF2-40B4-BE49-F238E27FC236}">
                      <a16:creationId xmlns:a16="http://schemas.microsoft.com/office/drawing/2014/main" id="{4D48D81A-2386-56E0-0E74-9395D5924B56}"/>
                    </a:ext>
                  </a:extLst>
                </p:cNvPr>
                <p:cNvSpPr/>
                <p:nvPr/>
              </p:nvSpPr>
              <p:spPr>
                <a:xfrm>
                  <a:off x="7349117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2" name="pg479">
                  <a:extLst>
                    <a:ext uri="{FF2B5EF4-FFF2-40B4-BE49-F238E27FC236}">
                      <a16:creationId xmlns:a16="http://schemas.microsoft.com/office/drawing/2014/main" id="{0699EBB4-2FD6-E86A-00E4-67BFAF60D694}"/>
                    </a:ext>
                  </a:extLst>
                </p:cNvPr>
                <p:cNvSpPr/>
                <p:nvPr/>
              </p:nvSpPr>
              <p:spPr>
                <a:xfrm>
                  <a:off x="7387055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3" name="pg480">
                  <a:extLst>
                    <a:ext uri="{FF2B5EF4-FFF2-40B4-BE49-F238E27FC236}">
                      <a16:creationId xmlns:a16="http://schemas.microsoft.com/office/drawing/2014/main" id="{4B781043-934E-1493-B369-720D4FDC327A}"/>
                    </a:ext>
                  </a:extLst>
                </p:cNvPr>
                <p:cNvSpPr/>
                <p:nvPr/>
              </p:nvSpPr>
              <p:spPr>
                <a:xfrm>
                  <a:off x="7424993" y="2080011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4" name="pg481">
                  <a:extLst>
                    <a:ext uri="{FF2B5EF4-FFF2-40B4-BE49-F238E27FC236}">
                      <a16:creationId xmlns:a16="http://schemas.microsoft.com/office/drawing/2014/main" id="{348EEF29-64E2-4030-7376-16E06E87D56E}"/>
                    </a:ext>
                  </a:extLst>
                </p:cNvPr>
                <p:cNvSpPr/>
                <p:nvPr/>
              </p:nvSpPr>
              <p:spPr>
                <a:xfrm>
                  <a:off x="6742109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5" name="pg482">
                  <a:extLst>
                    <a:ext uri="{FF2B5EF4-FFF2-40B4-BE49-F238E27FC236}">
                      <a16:creationId xmlns:a16="http://schemas.microsoft.com/office/drawing/2014/main" id="{6D8224B8-D454-4F70-6B3D-55D261AF31A9}"/>
                    </a:ext>
                  </a:extLst>
                </p:cNvPr>
                <p:cNvSpPr/>
                <p:nvPr/>
              </p:nvSpPr>
              <p:spPr>
                <a:xfrm>
                  <a:off x="6780047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6" name="pg483">
                  <a:extLst>
                    <a:ext uri="{FF2B5EF4-FFF2-40B4-BE49-F238E27FC236}">
                      <a16:creationId xmlns:a16="http://schemas.microsoft.com/office/drawing/2014/main" id="{F5FAA032-BDFE-9734-C641-F7F761D83AB8}"/>
                    </a:ext>
                  </a:extLst>
                </p:cNvPr>
                <p:cNvSpPr/>
                <p:nvPr/>
              </p:nvSpPr>
              <p:spPr>
                <a:xfrm>
                  <a:off x="6817985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7" name="pg484">
                  <a:extLst>
                    <a:ext uri="{FF2B5EF4-FFF2-40B4-BE49-F238E27FC236}">
                      <a16:creationId xmlns:a16="http://schemas.microsoft.com/office/drawing/2014/main" id="{69D214DD-82ED-75B5-A737-F7BB8E4AFF5A}"/>
                    </a:ext>
                  </a:extLst>
                </p:cNvPr>
                <p:cNvSpPr/>
                <p:nvPr/>
              </p:nvSpPr>
              <p:spPr>
                <a:xfrm>
                  <a:off x="6855923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8" name="pg485">
                  <a:extLst>
                    <a:ext uri="{FF2B5EF4-FFF2-40B4-BE49-F238E27FC236}">
                      <a16:creationId xmlns:a16="http://schemas.microsoft.com/office/drawing/2014/main" id="{6CA59977-D7A4-38A4-70A1-756DE8080A45}"/>
                    </a:ext>
                  </a:extLst>
                </p:cNvPr>
                <p:cNvSpPr/>
                <p:nvPr/>
              </p:nvSpPr>
              <p:spPr>
                <a:xfrm>
                  <a:off x="6893861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9" name="pg486">
                  <a:extLst>
                    <a:ext uri="{FF2B5EF4-FFF2-40B4-BE49-F238E27FC236}">
                      <a16:creationId xmlns:a16="http://schemas.microsoft.com/office/drawing/2014/main" id="{18B431EB-BC9B-6E6B-7F73-5905DE197A81}"/>
                    </a:ext>
                  </a:extLst>
                </p:cNvPr>
                <p:cNvSpPr/>
                <p:nvPr/>
              </p:nvSpPr>
              <p:spPr>
                <a:xfrm>
                  <a:off x="6931799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0" name="pg487">
                  <a:extLst>
                    <a:ext uri="{FF2B5EF4-FFF2-40B4-BE49-F238E27FC236}">
                      <a16:creationId xmlns:a16="http://schemas.microsoft.com/office/drawing/2014/main" id="{2AB38D3B-1280-9ABE-AC4C-E978F9758B76}"/>
                    </a:ext>
                  </a:extLst>
                </p:cNvPr>
                <p:cNvSpPr/>
                <p:nvPr/>
              </p:nvSpPr>
              <p:spPr>
                <a:xfrm>
                  <a:off x="6969737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1" name="pg488">
                  <a:extLst>
                    <a:ext uri="{FF2B5EF4-FFF2-40B4-BE49-F238E27FC236}">
                      <a16:creationId xmlns:a16="http://schemas.microsoft.com/office/drawing/2014/main" id="{83E9A6BB-CD49-0A69-582C-FBB27BCFC91D}"/>
                    </a:ext>
                  </a:extLst>
                </p:cNvPr>
                <p:cNvSpPr/>
                <p:nvPr/>
              </p:nvSpPr>
              <p:spPr>
                <a:xfrm>
                  <a:off x="7007675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2" name="pg489">
                  <a:extLst>
                    <a:ext uri="{FF2B5EF4-FFF2-40B4-BE49-F238E27FC236}">
                      <a16:creationId xmlns:a16="http://schemas.microsoft.com/office/drawing/2014/main" id="{D12F4038-D159-0DDD-4DE7-2C189F0E0408}"/>
                    </a:ext>
                  </a:extLst>
                </p:cNvPr>
                <p:cNvSpPr/>
                <p:nvPr/>
              </p:nvSpPr>
              <p:spPr>
                <a:xfrm>
                  <a:off x="7045613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3" name="pg490">
                  <a:extLst>
                    <a:ext uri="{FF2B5EF4-FFF2-40B4-BE49-F238E27FC236}">
                      <a16:creationId xmlns:a16="http://schemas.microsoft.com/office/drawing/2014/main" id="{64E03C3C-C13A-BF3C-A358-08444D13D8F1}"/>
                    </a:ext>
                  </a:extLst>
                </p:cNvPr>
                <p:cNvSpPr/>
                <p:nvPr/>
              </p:nvSpPr>
              <p:spPr>
                <a:xfrm>
                  <a:off x="7083551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2CFAD">
                    <a:alpha val="100000"/>
                  </a:srgbClr>
                </a:solidFill>
                <a:ln w="5420" cap="flat">
                  <a:solidFill>
                    <a:srgbClr val="62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4" name="pg491">
                  <a:extLst>
                    <a:ext uri="{FF2B5EF4-FFF2-40B4-BE49-F238E27FC236}">
                      <a16:creationId xmlns:a16="http://schemas.microsoft.com/office/drawing/2014/main" id="{E7E43DE4-47B2-CEC1-7DB6-78F03A05C90C}"/>
                    </a:ext>
                  </a:extLst>
                </p:cNvPr>
                <p:cNvSpPr/>
                <p:nvPr/>
              </p:nvSpPr>
              <p:spPr>
                <a:xfrm>
                  <a:off x="7121489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5" name="pg492">
                  <a:extLst>
                    <a:ext uri="{FF2B5EF4-FFF2-40B4-BE49-F238E27FC236}">
                      <a16:creationId xmlns:a16="http://schemas.microsoft.com/office/drawing/2014/main" id="{15D24523-BEAB-6BDF-A4F8-31DCBAC7615F}"/>
                    </a:ext>
                  </a:extLst>
                </p:cNvPr>
                <p:cNvSpPr/>
                <p:nvPr/>
              </p:nvSpPr>
              <p:spPr>
                <a:xfrm>
                  <a:off x="7159427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6" name="pg493">
                  <a:extLst>
                    <a:ext uri="{FF2B5EF4-FFF2-40B4-BE49-F238E27FC236}">
                      <a16:creationId xmlns:a16="http://schemas.microsoft.com/office/drawing/2014/main" id="{B3D39826-5205-7F11-22B1-5C89024C9F50}"/>
                    </a:ext>
                  </a:extLst>
                </p:cNvPr>
                <p:cNvSpPr/>
                <p:nvPr/>
              </p:nvSpPr>
              <p:spPr>
                <a:xfrm>
                  <a:off x="7197365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7" name="pg494">
                  <a:extLst>
                    <a:ext uri="{FF2B5EF4-FFF2-40B4-BE49-F238E27FC236}">
                      <a16:creationId xmlns:a16="http://schemas.microsoft.com/office/drawing/2014/main" id="{3BB4E2FC-C6D3-B33C-A2EF-686954B61C90}"/>
                    </a:ext>
                  </a:extLst>
                </p:cNvPr>
                <p:cNvSpPr/>
                <p:nvPr/>
              </p:nvSpPr>
              <p:spPr>
                <a:xfrm>
                  <a:off x="7235303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8" name="pg495">
                  <a:extLst>
                    <a:ext uri="{FF2B5EF4-FFF2-40B4-BE49-F238E27FC236}">
                      <a16:creationId xmlns:a16="http://schemas.microsoft.com/office/drawing/2014/main" id="{95B445E5-B108-333A-5AC9-65227CAB935A}"/>
                    </a:ext>
                  </a:extLst>
                </p:cNvPr>
                <p:cNvSpPr/>
                <p:nvPr/>
              </p:nvSpPr>
              <p:spPr>
                <a:xfrm>
                  <a:off x="7273241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9" name="pg496">
                  <a:extLst>
                    <a:ext uri="{FF2B5EF4-FFF2-40B4-BE49-F238E27FC236}">
                      <a16:creationId xmlns:a16="http://schemas.microsoft.com/office/drawing/2014/main" id="{6D1B08A2-BC41-074E-0315-1D733D9AF1B2}"/>
                    </a:ext>
                  </a:extLst>
                </p:cNvPr>
                <p:cNvSpPr/>
                <p:nvPr/>
              </p:nvSpPr>
              <p:spPr>
                <a:xfrm>
                  <a:off x="7311179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0" name="pg497">
                  <a:extLst>
                    <a:ext uri="{FF2B5EF4-FFF2-40B4-BE49-F238E27FC236}">
                      <a16:creationId xmlns:a16="http://schemas.microsoft.com/office/drawing/2014/main" id="{FE291CC8-5FE6-7DB7-CF2E-39F919401157}"/>
                    </a:ext>
                  </a:extLst>
                </p:cNvPr>
                <p:cNvSpPr/>
                <p:nvPr/>
              </p:nvSpPr>
              <p:spPr>
                <a:xfrm>
                  <a:off x="7349117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1" name="pg498">
                  <a:extLst>
                    <a:ext uri="{FF2B5EF4-FFF2-40B4-BE49-F238E27FC236}">
                      <a16:creationId xmlns:a16="http://schemas.microsoft.com/office/drawing/2014/main" id="{1FAE1356-A015-0425-144B-FB75ADE68EB8}"/>
                    </a:ext>
                  </a:extLst>
                </p:cNvPr>
                <p:cNvSpPr/>
                <p:nvPr/>
              </p:nvSpPr>
              <p:spPr>
                <a:xfrm>
                  <a:off x="7387055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2" name="pg499">
                  <a:extLst>
                    <a:ext uri="{FF2B5EF4-FFF2-40B4-BE49-F238E27FC236}">
                      <a16:creationId xmlns:a16="http://schemas.microsoft.com/office/drawing/2014/main" id="{7139E8A7-B860-DA27-9049-BD14550A509E}"/>
                    </a:ext>
                  </a:extLst>
                </p:cNvPr>
                <p:cNvSpPr/>
                <p:nvPr/>
              </p:nvSpPr>
              <p:spPr>
                <a:xfrm>
                  <a:off x="7424993" y="212814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3" name="pg500">
                  <a:extLst>
                    <a:ext uri="{FF2B5EF4-FFF2-40B4-BE49-F238E27FC236}">
                      <a16:creationId xmlns:a16="http://schemas.microsoft.com/office/drawing/2014/main" id="{917C401B-6F80-F09E-5387-62FDAF477BCB}"/>
                    </a:ext>
                  </a:extLst>
                </p:cNvPr>
                <p:cNvSpPr/>
                <p:nvPr/>
              </p:nvSpPr>
              <p:spPr>
                <a:xfrm>
                  <a:off x="6742109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4" name="pg501">
                  <a:extLst>
                    <a:ext uri="{FF2B5EF4-FFF2-40B4-BE49-F238E27FC236}">
                      <a16:creationId xmlns:a16="http://schemas.microsoft.com/office/drawing/2014/main" id="{4B04652D-5921-E427-AEB0-B61DA3980732}"/>
                    </a:ext>
                  </a:extLst>
                </p:cNvPr>
                <p:cNvSpPr/>
                <p:nvPr/>
              </p:nvSpPr>
              <p:spPr>
                <a:xfrm>
                  <a:off x="6780047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5" name="pg502">
                  <a:extLst>
                    <a:ext uri="{FF2B5EF4-FFF2-40B4-BE49-F238E27FC236}">
                      <a16:creationId xmlns:a16="http://schemas.microsoft.com/office/drawing/2014/main" id="{EED4B81A-D011-E0C1-90F2-24F0AA1E6911}"/>
                    </a:ext>
                  </a:extLst>
                </p:cNvPr>
                <p:cNvSpPr/>
                <p:nvPr/>
              </p:nvSpPr>
              <p:spPr>
                <a:xfrm>
                  <a:off x="6817985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6" name="pg503">
                  <a:extLst>
                    <a:ext uri="{FF2B5EF4-FFF2-40B4-BE49-F238E27FC236}">
                      <a16:creationId xmlns:a16="http://schemas.microsoft.com/office/drawing/2014/main" id="{C72347F8-6FF1-8829-2134-B16F93546A76}"/>
                    </a:ext>
                  </a:extLst>
                </p:cNvPr>
                <p:cNvSpPr/>
                <p:nvPr/>
              </p:nvSpPr>
              <p:spPr>
                <a:xfrm>
                  <a:off x="6855923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7" name="pg504">
                  <a:extLst>
                    <a:ext uri="{FF2B5EF4-FFF2-40B4-BE49-F238E27FC236}">
                      <a16:creationId xmlns:a16="http://schemas.microsoft.com/office/drawing/2014/main" id="{F703B01F-ADF3-BF7B-0C73-B6C286C851C0}"/>
                    </a:ext>
                  </a:extLst>
                </p:cNvPr>
                <p:cNvSpPr/>
                <p:nvPr/>
              </p:nvSpPr>
              <p:spPr>
                <a:xfrm>
                  <a:off x="6893861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8" name="pg505">
                  <a:extLst>
                    <a:ext uri="{FF2B5EF4-FFF2-40B4-BE49-F238E27FC236}">
                      <a16:creationId xmlns:a16="http://schemas.microsoft.com/office/drawing/2014/main" id="{6745BC8E-520B-CA48-9C6F-E385F9A1A34F}"/>
                    </a:ext>
                  </a:extLst>
                </p:cNvPr>
                <p:cNvSpPr/>
                <p:nvPr/>
              </p:nvSpPr>
              <p:spPr>
                <a:xfrm>
                  <a:off x="6931799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9" name="pg506">
                  <a:extLst>
                    <a:ext uri="{FF2B5EF4-FFF2-40B4-BE49-F238E27FC236}">
                      <a16:creationId xmlns:a16="http://schemas.microsoft.com/office/drawing/2014/main" id="{A8C45569-EF7B-2C43-3EE0-94D47F6140FF}"/>
                    </a:ext>
                  </a:extLst>
                </p:cNvPr>
                <p:cNvSpPr/>
                <p:nvPr/>
              </p:nvSpPr>
              <p:spPr>
                <a:xfrm>
                  <a:off x="6969737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0" name="pg507">
                  <a:extLst>
                    <a:ext uri="{FF2B5EF4-FFF2-40B4-BE49-F238E27FC236}">
                      <a16:creationId xmlns:a16="http://schemas.microsoft.com/office/drawing/2014/main" id="{DF0A2C41-5C1A-2480-C6B7-1A2B1561FB34}"/>
                    </a:ext>
                  </a:extLst>
                </p:cNvPr>
                <p:cNvSpPr/>
                <p:nvPr/>
              </p:nvSpPr>
              <p:spPr>
                <a:xfrm>
                  <a:off x="7007675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1" name="pg508">
                  <a:extLst>
                    <a:ext uri="{FF2B5EF4-FFF2-40B4-BE49-F238E27FC236}">
                      <a16:creationId xmlns:a16="http://schemas.microsoft.com/office/drawing/2014/main" id="{515B6588-FAEC-14D0-06F9-99D68E45906B}"/>
                    </a:ext>
                  </a:extLst>
                </p:cNvPr>
                <p:cNvSpPr/>
                <p:nvPr/>
              </p:nvSpPr>
              <p:spPr>
                <a:xfrm>
                  <a:off x="7045613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2" name="pg509">
                  <a:extLst>
                    <a:ext uri="{FF2B5EF4-FFF2-40B4-BE49-F238E27FC236}">
                      <a16:creationId xmlns:a16="http://schemas.microsoft.com/office/drawing/2014/main" id="{C8442794-8464-4028-E77B-8DA07B319DE2}"/>
                    </a:ext>
                  </a:extLst>
                </p:cNvPr>
                <p:cNvSpPr/>
                <p:nvPr/>
              </p:nvSpPr>
              <p:spPr>
                <a:xfrm>
                  <a:off x="7083551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3" name="pg510">
                  <a:extLst>
                    <a:ext uri="{FF2B5EF4-FFF2-40B4-BE49-F238E27FC236}">
                      <a16:creationId xmlns:a16="http://schemas.microsoft.com/office/drawing/2014/main" id="{06D5276A-DE95-5A6A-C2A2-41594F6465D4}"/>
                    </a:ext>
                  </a:extLst>
                </p:cNvPr>
                <p:cNvSpPr/>
                <p:nvPr/>
              </p:nvSpPr>
              <p:spPr>
                <a:xfrm>
                  <a:off x="7121489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4" name="pg511">
                  <a:extLst>
                    <a:ext uri="{FF2B5EF4-FFF2-40B4-BE49-F238E27FC236}">
                      <a16:creationId xmlns:a16="http://schemas.microsoft.com/office/drawing/2014/main" id="{32C8CDFB-2444-D85A-7215-645B870B3B41}"/>
                    </a:ext>
                  </a:extLst>
                </p:cNvPr>
                <p:cNvSpPr/>
                <p:nvPr/>
              </p:nvSpPr>
              <p:spPr>
                <a:xfrm>
                  <a:off x="7159427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5" name="pg512">
                  <a:extLst>
                    <a:ext uri="{FF2B5EF4-FFF2-40B4-BE49-F238E27FC236}">
                      <a16:creationId xmlns:a16="http://schemas.microsoft.com/office/drawing/2014/main" id="{24529DEB-CA0A-14ED-57C3-6805C6BA7DDC}"/>
                    </a:ext>
                  </a:extLst>
                </p:cNvPr>
                <p:cNvSpPr/>
                <p:nvPr/>
              </p:nvSpPr>
              <p:spPr>
                <a:xfrm>
                  <a:off x="7197365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6" name="pg513">
                  <a:extLst>
                    <a:ext uri="{FF2B5EF4-FFF2-40B4-BE49-F238E27FC236}">
                      <a16:creationId xmlns:a16="http://schemas.microsoft.com/office/drawing/2014/main" id="{7B94E420-0775-1DBB-923F-329A3AE9BEC3}"/>
                    </a:ext>
                  </a:extLst>
                </p:cNvPr>
                <p:cNvSpPr/>
                <p:nvPr/>
              </p:nvSpPr>
              <p:spPr>
                <a:xfrm>
                  <a:off x="7235303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7" name="pg514">
                  <a:extLst>
                    <a:ext uri="{FF2B5EF4-FFF2-40B4-BE49-F238E27FC236}">
                      <a16:creationId xmlns:a16="http://schemas.microsoft.com/office/drawing/2014/main" id="{231CC57B-1964-A2F5-196C-2770B95456A4}"/>
                    </a:ext>
                  </a:extLst>
                </p:cNvPr>
                <p:cNvSpPr/>
                <p:nvPr/>
              </p:nvSpPr>
              <p:spPr>
                <a:xfrm>
                  <a:off x="7273241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8" name="pg515">
                  <a:extLst>
                    <a:ext uri="{FF2B5EF4-FFF2-40B4-BE49-F238E27FC236}">
                      <a16:creationId xmlns:a16="http://schemas.microsoft.com/office/drawing/2014/main" id="{49503A1D-E18A-AFB4-0578-9B98C3A9EB1F}"/>
                    </a:ext>
                  </a:extLst>
                </p:cNvPr>
                <p:cNvSpPr/>
                <p:nvPr/>
              </p:nvSpPr>
              <p:spPr>
                <a:xfrm>
                  <a:off x="7311179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9" name="pg516">
                  <a:extLst>
                    <a:ext uri="{FF2B5EF4-FFF2-40B4-BE49-F238E27FC236}">
                      <a16:creationId xmlns:a16="http://schemas.microsoft.com/office/drawing/2014/main" id="{48C68BE2-8B37-9398-D516-7BD37779BEB6}"/>
                    </a:ext>
                  </a:extLst>
                </p:cNvPr>
                <p:cNvSpPr/>
                <p:nvPr/>
              </p:nvSpPr>
              <p:spPr>
                <a:xfrm>
                  <a:off x="7349117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0" name="pg517">
                  <a:extLst>
                    <a:ext uri="{FF2B5EF4-FFF2-40B4-BE49-F238E27FC236}">
                      <a16:creationId xmlns:a16="http://schemas.microsoft.com/office/drawing/2014/main" id="{17C2C276-49C9-3722-E9A9-438BD1F3B401}"/>
                    </a:ext>
                  </a:extLst>
                </p:cNvPr>
                <p:cNvSpPr/>
                <p:nvPr/>
              </p:nvSpPr>
              <p:spPr>
                <a:xfrm>
                  <a:off x="7387055" y="2176272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1" name="pg518">
                  <a:extLst>
                    <a:ext uri="{FF2B5EF4-FFF2-40B4-BE49-F238E27FC236}">
                      <a16:creationId xmlns:a16="http://schemas.microsoft.com/office/drawing/2014/main" id="{F2A1AFF6-B8BD-E9A5-8BE9-1318670705BC}"/>
                    </a:ext>
                  </a:extLst>
                </p:cNvPr>
                <p:cNvSpPr/>
                <p:nvPr/>
              </p:nvSpPr>
              <p:spPr>
                <a:xfrm>
                  <a:off x="6742109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2" name="pg519">
                  <a:extLst>
                    <a:ext uri="{FF2B5EF4-FFF2-40B4-BE49-F238E27FC236}">
                      <a16:creationId xmlns:a16="http://schemas.microsoft.com/office/drawing/2014/main" id="{B636605B-F5D2-4A61-D50D-0DE69581AA48}"/>
                    </a:ext>
                  </a:extLst>
                </p:cNvPr>
                <p:cNvSpPr/>
                <p:nvPr/>
              </p:nvSpPr>
              <p:spPr>
                <a:xfrm>
                  <a:off x="6780047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3" name="pg520">
                  <a:extLst>
                    <a:ext uri="{FF2B5EF4-FFF2-40B4-BE49-F238E27FC236}">
                      <a16:creationId xmlns:a16="http://schemas.microsoft.com/office/drawing/2014/main" id="{4876812D-73D1-072D-9D87-4BD949DCC16E}"/>
                    </a:ext>
                  </a:extLst>
                </p:cNvPr>
                <p:cNvSpPr/>
                <p:nvPr/>
              </p:nvSpPr>
              <p:spPr>
                <a:xfrm>
                  <a:off x="6817985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4" name="pg521">
                  <a:extLst>
                    <a:ext uri="{FF2B5EF4-FFF2-40B4-BE49-F238E27FC236}">
                      <a16:creationId xmlns:a16="http://schemas.microsoft.com/office/drawing/2014/main" id="{25698134-FBA5-8CA5-FAF5-B4ADB4AFC7D7}"/>
                    </a:ext>
                  </a:extLst>
                </p:cNvPr>
                <p:cNvSpPr/>
                <p:nvPr/>
              </p:nvSpPr>
              <p:spPr>
                <a:xfrm>
                  <a:off x="6855923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5" name="pg522">
                  <a:extLst>
                    <a:ext uri="{FF2B5EF4-FFF2-40B4-BE49-F238E27FC236}">
                      <a16:creationId xmlns:a16="http://schemas.microsoft.com/office/drawing/2014/main" id="{66B40A60-281C-7BB8-1B1E-60E4C1791BFB}"/>
                    </a:ext>
                  </a:extLst>
                </p:cNvPr>
                <p:cNvSpPr/>
                <p:nvPr/>
              </p:nvSpPr>
              <p:spPr>
                <a:xfrm>
                  <a:off x="6893861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6" name="pg523">
                  <a:extLst>
                    <a:ext uri="{FF2B5EF4-FFF2-40B4-BE49-F238E27FC236}">
                      <a16:creationId xmlns:a16="http://schemas.microsoft.com/office/drawing/2014/main" id="{707E8842-2FD5-2903-E364-0F6910264B7F}"/>
                    </a:ext>
                  </a:extLst>
                </p:cNvPr>
                <p:cNvSpPr/>
                <p:nvPr/>
              </p:nvSpPr>
              <p:spPr>
                <a:xfrm>
                  <a:off x="6931799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7" name="pg524">
                  <a:extLst>
                    <a:ext uri="{FF2B5EF4-FFF2-40B4-BE49-F238E27FC236}">
                      <a16:creationId xmlns:a16="http://schemas.microsoft.com/office/drawing/2014/main" id="{30ABD370-EF97-E41E-222D-5C13B4FEBF48}"/>
                    </a:ext>
                  </a:extLst>
                </p:cNvPr>
                <p:cNvSpPr/>
                <p:nvPr/>
              </p:nvSpPr>
              <p:spPr>
                <a:xfrm>
                  <a:off x="6969737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8" name="pg525">
                  <a:extLst>
                    <a:ext uri="{FF2B5EF4-FFF2-40B4-BE49-F238E27FC236}">
                      <a16:creationId xmlns:a16="http://schemas.microsoft.com/office/drawing/2014/main" id="{1EE7120E-C33D-5D4E-3FB5-855B569E78D8}"/>
                    </a:ext>
                  </a:extLst>
                </p:cNvPr>
                <p:cNvSpPr/>
                <p:nvPr/>
              </p:nvSpPr>
              <p:spPr>
                <a:xfrm>
                  <a:off x="7007675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9" name="pg526">
                  <a:extLst>
                    <a:ext uri="{FF2B5EF4-FFF2-40B4-BE49-F238E27FC236}">
                      <a16:creationId xmlns:a16="http://schemas.microsoft.com/office/drawing/2014/main" id="{01EC9EE1-7326-0F72-06C1-C42CD5E1BB18}"/>
                    </a:ext>
                  </a:extLst>
                </p:cNvPr>
                <p:cNvSpPr/>
                <p:nvPr/>
              </p:nvSpPr>
              <p:spPr>
                <a:xfrm>
                  <a:off x="7045613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0" name="pg527">
                  <a:extLst>
                    <a:ext uri="{FF2B5EF4-FFF2-40B4-BE49-F238E27FC236}">
                      <a16:creationId xmlns:a16="http://schemas.microsoft.com/office/drawing/2014/main" id="{6B9B2CD9-EB3A-BE3E-E827-DC0DF4346617}"/>
                    </a:ext>
                  </a:extLst>
                </p:cNvPr>
                <p:cNvSpPr/>
                <p:nvPr/>
              </p:nvSpPr>
              <p:spPr>
                <a:xfrm>
                  <a:off x="7083551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1" name="pg528">
                  <a:extLst>
                    <a:ext uri="{FF2B5EF4-FFF2-40B4-BE49-F238E27FC236}">
                      <a16:creationId xmlns:a16="http://schemas.microsoft.com/office/drawing/2014/main" id="{168C311C-56CB-7495-CC04-77BCD2A64EC6}"/>
                    </a:ext>
                  </a:extLst>
                </p:cNvPr>
                <p:cNvSpPr/>
                <p:nvPr/>
              </p:nvSpPr>
              <p:spPr>
                <a:xfrm>
                  <a:off x="7121489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2" name="pg529">
                  <a:extLst>
                    <a:ext uri="{FF2B5EF4-FFF2-40B4-BE49-F238E27FC236}">
                      <a16:creationId xmlns:a16="http://schemas.microsoft.com/office/drawing/2014/main" id="{36C0DA06-CB10-3660-8B21-99F8FAE0C1AC}"/>
                    </a:ext>
                  </a:extLst>
                </p:cNvPr>
                <p:cNvSpPr/>
                <p:nvPr/>
              </p:nvSpPr>
              <p:spPr>
                <a:xfrm>
                  <a:off x="7159427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3" name="pg530">
                  <a:extLst>
                    <a:ext uri="{FF2B5EF4-FFF2-40B4-BE49-F238E27FC236}">
                      <a16:creationId xmlns:a16="http://schemas.microsoft.com/office/drawing/2014/main" id="{0594F0EE-D0AE-7522-9389-8ECD0186B2CF}"/>
                    </a:ext>
                  </a:extLst>
                </p:cNvPr>
                <p:cNvSpPr/>
                <p:nvPr/>
              </p:nvSpPr>
              <p:spPr>
                <a:xfrm>
                  <a:off x="7197365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4" name="pg531">
                  <a:extLst>
                    <a:ext uri="{FF2B5EF4-FFF2-40B4-BE49-F238E27FC236}">
                      <a16:creationId xmlns:a16="http://schemas.microsoft.com/office/drawing/2014/main" id="{9B3D27D7-7D35-B448-528D-6E64AF0018CE}"/>
                    </a:ext>
                  </a:extLst>
                </p:cNvPr>
                <p:cNvSpPr/>
                <p:nvPr/>
              </p:nvSpPr>
              <p:spPr>
                <a:xfrm>
                  <a:off x="7235303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5" name="pg532">
                  <a:extLst>
                    <a:ext uri="{FF2B5EF4-FFF2-40B4-BE49-F238E27FC236}">
                      <a16:creationId xmlns:a16="http://schemas.microsoft.com/office/drawing/2014/main" id="{008938F5-281A-E039-D3ED-E9C5F0650FDF}"/>
                    </a:ext>
                  </a:extLst>
                </p:cNvPr>
                <p:cNvSpPr/>
                <p:nvPr/>
              </p:nvSpPr>
              <p:spPr>
                <a:xfrm>
                  <a:off x="7273241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6" name="pg533">
                  <a:extLst>
                    <a:ext uri="{FF2B5EF4-FFF2-40B4-BE49-F238E27FC236}">
                      <a16:creationId xmlns:a16="http://schemas.microsoft.com/office/drawing/2014/main" id="{E0D0269B-E49E-15D0-A47E-E016ADFFC3CF}"/>
                    </a:ext>
                  </a:extLst>
                </p:cNvPr>
                <p:cNvSpPr/>
                <p:nvPr/>
              </p:nvSpPr>
              <p:spPr>
                <a:xfrm>
                  <a:off x="7311179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7" name="pg534">
                  <a:extLst>
                    <a:ext uri="{FF2B5EF4-FFF2-40B4-BE49-F238E27FC236}">
                      <a16:creationId xmlns:a16="http://schemas.microsoft.com/office/drawing/2014/main" id="{F9CA11BC-8449-0A3E-2848-1496B0D401D8}"/>
                    </a:ext>
                  </a:extLst>
                </p:cNvPr>
                <p:cNvSpPr/>
                <p:nvPr/>
              </p:nvSpPr>
              <p:spPr>
                <a:xfrm>
                  <a:off x="7349117" y="222440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8" name="pg535">
                  <a:extLst>
                    <a:ext uri="{FF2B5EF4-FFF2-40B4-BE49-F238E27FC236}">
                      <a16:creationId xmlns:a16="http://schemas.microsoft.com/office/drawing/2014/main" id="{54D83B85-2675-08A8-4106-AC8544E8B421}"/>
                    </a:ext>
                  </a:extLst>
                </p:cNvPr>
                <p:cNvSpPr/>
                <p:nvPr/>
              </p:nvSpPr>
              <p:spPr>
                <a:xfrm>
                  <a:off x="6780047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9" name="pg536">
                  <a:extLst>
                    <a:ext uri="{FF2B5EF4-FFF2-40B4-BE49-F238E27FC236}">
                      <a16:creationId xmlns:a16="http://schemas.microsoft.com/office/drawing/2014/main" id="{67B2937F-E087-95CE-7306-B8F0AEFAA0B9}"/>
                    </a:ext>
                  </a:extLst>
                </p:cNvPr>
                <p:cNvSpPr/>
                <p:nvPr/>
              </p:nvSpPr>
              <p:spPr>
                <a:xfrm>
                  <a:off x="6817985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0" name="pg537">
                  <a:extLst>
                    <a:ext uri="{FF2B5EF4-FFF2-40B4-BE49-F238E27FC236}">
                      <a16:creationId xmlns:a16="http://schemas.microsoft.com/office/drawing/2014/main" id="{B85AA368-8028-0318-42A4-19B21AFB0A6A}"/>
                    </a:ext>
                  </a:extLst>
                </p:cNvPr>
                <p:cNvSpPr/>
                <p:nvPr/>
              </p:nvSpPr>
              <p:spPr>
                <a:xfrm>
                  <a:off x="6855923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1" name="pg538">
                  <a:extLst>
                    <a:ext uri="{FF2B5EF4-FFF2-40B4-BE49-F238E27FC236}">
                      <a16:creationId xmlns:a16="http://schemas.microsoft.com/office/drawing/2014/main" id="{DED49A4D-3C16-5529-587B-736E73A8F92F}"/>
                    </a:ext>
                  </a:extLst>
                </p:cNvPr>
                <p:cNvSpPr/>
                <p:nvPr/>
              </p:nvSpPr>
              <p:spPr>
                <a:xfrm>
                  <a:off x="6893861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2" name="pg539">
                  <a:extLst>
                    <a:ext uri="{FF2B5EF4-FFF2-40B4-BE49-F238E27FC236}">
                      <a16:creationId xmlns:a16="http://schemas.microsoft.com/office/drawing/2014/main" id="{AB54F7A3-4F5A-66F9-0495-204D8CEE92B0}"/>
                    </a:ext>
                  </a:extLst>
                </p:cNvPr>
                <p:cNvSpPr/>
                <p:nvPr/>
              </p:nvSpPr>
              <p:spPr>
                <a:xfrm>
                  <a:off x="6931799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3" name="pg540">
                  <a:extLst>
                    <a:ext uri="{FF2B5EF4-FFF2-40B4-BE49-F238E27FC236}">
                      <a16:creationId xmlns:a16="http://schemas.microsoft.com/office/drawing/2014/main" id="{8B3DE5BC-B040-A0EB-E11F-F47BF590A570}"/>
                    </a:ext>
                  </a:extLst>
                </p:cNvPr>
                <p:cNvSpPr/>
                <p:nvPr/>
              </p:nvSpPr>
              <p:spPr>
                <a:xfrm>
                  <a:off x="6969737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4" name="pg541">
                  <a:extLst>
                    <a:ext uri="{FF2B5EF4-FFF2-40B4-BE49-F238E27FC236}">
                      <a16:creationId xmlns:a16="http://schemas.microsoft.com/office/drawing/2014/main" id="{09C0B616-2930-8C9E-34A3-816BAF3D39C0}"/>
                    </a:ext>
                  </a:extLst>
                </p:cNvPr>
                <p:cNvSpPr/>
                <p:nvPr/>
              </p:nvSpPr>
              <p:spPr>
                <a:xfrm>
                  <a:off x="7007675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5" name="pg542">
                  <a:extLst>
                    <a:ext uri="{FF2B5EF4-FFF2-40B4-BE49-F238E27FC236}">
                      <a16:creationId xmlns:a16="http://schemas.microsoft.com/office/drawing/2014/main" id="{0B6FFB96-1513-7E04-B4BB-A6A7D09E6B15}"/>
                    </a:ext>
                  </a:extLst>
                </p:cNvPr>
                <p:cNvSpPr/>
                <p:nvPr/>
              </p:nvSpPr>
              <p:spPr>
                <a:xfrm>
                  <a:off x="7045613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6" name="pg543">
                  <a:extLst>
                    <a:ext uri="{FF2B5EF4-FFF2-40B4-BE49-F238E27FC236}">
                      <a16:creationId xmlns:a16="http://schemas.microsoft.com/office/drawing/2014/main" id="{F2CF8CA7-1D3D-6FE8-6F70-1855AA17C89C}"/>
                    </a:ext>
                  </a:extLst>
                </p:cNvPr>
                <p:cNvSpPr/>
                <p:nvPr/>
              </p:nvSpPr>
              <p:spPr>
                <a:xfrm>
                  <a:off x="7083551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7" name="pg544">
                  <a:extLst>
                    <a:ext uri="{FF2B5EF4-FFF2-40B4-BE49-F238E27FC236}">
                      <a16:creationId xmlns:a16="http://schemas.microsoft.com/office/drawing/2014/main" id="{E6B555C9-56E2-ED68-3435-0DBE75C67CE2}"/>
                    </a:ext>
                  </a:extLst>
                </p:cNvPr>
                <p:cNvSpPr/>
                <p:nvPr/>
              </p:nvSpPr>
              <p:spPr>
                <a:xfrm>
                  <a:off x="7121489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8" name="pg545">
                  <a:extLst>
                    <a:ext uri="{FF2B5EF4-FFF2-40B4-BE49-F238E27FC236}">
                      <a16:creationId xmlns:a16="http://schemas.microsoft.com/office/drawing/2014/main" id="{987D1077-5D02-AD72-1943-520FEC45218A}"/>
                    </a:ext>
                  </a:extLst>
                </p:cNvPr>
                <p:cNvSpPr/>
                <p:nvPr/>
              </p:nvSpPr>
              <p:spPr>
                <a:xfrm>
                  <a:off x="7159427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9" name="pg546">
                  <a:extLst>
                    <a:ext uri="{FF2B5EF4-FFF2-40B4-BE49-F238E27FC236}">
                      <a16:creationId xmlns:a16="http://schemas.microsoft.com/office/drawing/2014/main" id="{AFF82D10-35CE-6BC7-645D-59E1D3C0E370}"/>
                    </a:ext>
                  </a:extLst>
                </p:cNvPr>
                <p:cNvSpPr/>
                <p:nvPr/>
              </p:nvSpPr>
              <p:spPr>
                <a:xfrm>
                  <a:off x="7197365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0" name="pg547">
                  <a:extLst>
                    <a:ext uri="{FF2B5EF4-FFF2-40B4-BE49-F238E27FC236}">
                      <a16:creationId xmlns:a16="http://schemas.microsoft.com/office/drawing/2014/main" id="{0D4F6EF2-9BB5-1CCB-738B-3DAE568E1088}"/>
                    </a:ext>
                  </a:extLst>
                </p:cNvPr>
                <p:cNvSpPr/>
                <p:nvPr/>
              </p:nvSpPr>
              <p:spPr>
                <a:xfrm>
                  <a:off x="7235303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1" name="pg548">
                  <a:extLst>
                    <a:ext uri="{FF2B5EF4-FFF2-40B4-BE49-F238E27FC236}">
                      <a16:creationId xmlns:a16="http://schemas.microsoft.com/office/drawing/2014/main" id="{890C9E97-EE43-8090-141E-18A603A9FE40}"/>
                    </a:ext>
                  </a:extLst>
                </p:cNvPr>
                <p:cNvSpPr/>
                <p:nvPr/>
              </p:nvSpPr>
              <p:spPr>
                <a:xfrm>
                  <a:off x="7273241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2" name="pg549">
                  <a:extLst>
                    <a:ext uri="{FF2B5EF4-FFF2-40B4-BE49-F238E27FC236}">
                      <a16:creationId xmlns:a16="http://schemas.microsoft.com/office/drawing/2014/main" id="{84A9652D-24FA-A981-66B5-81C4487318DD}"/>
                    </a:ext>
                  </a:extLst>
                </p:cNvPr>
                <p:cNvSpPr/>
                <p:nvPr/>
              </p:nvSpPr>
              <p:spPr>
                <a:xfrm>
                  <a:off x="7311179" y="2272533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3" name="pg550">
                  <a:extLst>
                    <a:ext uri="{FF2B5EF4-FFF2-40B4-BE49-F238E27FC236}">
                      <a16:creationId xmlns:a16="http://schemas.microsoft.com/office/drawing/2014/main" id="{3EC3E740-7671-2E8F-4594-AFD436EA50EC}"/>
                    </a:ext>
                  </a:extLst>
                </p:cNvPr>
                <p:cNvSpPr/>
                <p:nvPr/>
              </p:nvSpPr>
              <p:spPr>
                <a:xfrm>
                  <a:off x="6893861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4" name="pg551">
                  <a:extLst>
                    <a:ext uri="{FF2B5EF4-FFF2-40B4-BE49-F238E27FC236}">
                      <a16:creationId xmlns:a16="http://schemas.microsoft.com/office/drawing/2014/main" id="{91C79948-8820-254B-809D-E607D6C7D1EC}"/>
                    </a:ext>
                  </a:extLst>
                </p:cNvPr>
                <p:cNvSpPr/>
                <p:nvPr/>
              </p:nvSpPr>
              <p:spPr>
                <a:xfrm>
                  <a:off x="6931799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5" name="pg552">
                  <a:extLst>
                    <a:ext uri="{FF2B5EF4-FFF2-40B4-BE49-F238E27FC236}">
                      <a16:creationId xmlns:a16="http://schemas.microsoft.com/office/drawing/2014/main" id="{3608F6BE-28D8-A0AD-E91C-987B8C44BD95}"/>
                    </a:ext>
                  </a:extLst>
                </p:cNvPr>
                <p:cNvSpPr/>
                <p:nvPr/>
              </p:nvSpPr>
              <p:spPr>
                <a:xfrm>
                  <a:off x="6969737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6" name="pg553">
                  <a:extLst>
                    <a:ext uri="{FF2B5EF4-FFF2-40B4-BE49-F238E27FC236}">
                      <a16:creationId xmlns:a16="http://schemas.microsoft.com/office/drawing/2014/main" id="{0898EB78-A0D9-C85E-21DB-201E591EEA03}"/>
                    </a:ext>
                  </a:extLst>
                </p:cNvPr>
                <p:cNvSpPr/>
                <p:nvPr/>
              </p:nvSpPr>
              <p:spPr>
                <a:xfrm>
                  <a:off x="7007675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7" name="pg554">
                  <a:extLst>
                    <a:ext uri="{FF2B5EF4-FFF2-40B4-BE49-F238E27FC236}">
                      <a16:creationId xmlns:a16="http://schemas.microsoft.com/office/drawing/2014/main" id="{052C2567-5D54-9D0E-026A-53D48BB6DE13}"/>
                    </a:ext>
                  </a:extLst>
                </p:cNvPr>
                <p:cNvSpPr/>
                <p:nvPr/>
              </p:nvSpPr>
              <p:spPr>
                <a:xfrm>
                  <a:off x="7045613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8" name="pg555">
                  <a:extLst>
                    <a:ext uri="{FF2B5EF4-FFF2-40B4-BE49-F238E27FC236}">
                      <a16:creationId xmlns:a16="http://schemas.microsoft.com/office/drawing/2014/main" id="{028A2D2C-2103-10AE-E2D9-D1928E30DDA7}"/>
                    </a:ext>
                  </a:extLst>
                </p:cNvPr>
                <p:cNvSpPr/>
                <p:nvPr/>
              </p:nvSpPr>
              <p:spPr>
                <a:xfrm>
                  <a:off x="7083551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9" name="pg556">
                  <a:extLst>
                    <a:ext uri="{FF2B5EF4-FFF2-40B4-BE49-F238E27FC236}">
                      <a16:creationId xmlns:a16="http://schemas.microsoft.com/office/drawing/2014/main" id="{CFBFC58D-E188-A982-0610-9E88E3CB796C}"/>
                    </a:ext>
                  </a:extLst>
                </p:cNvPr>
                <p:cNvSpPr/>
                <p:nvPr/>
              </p:nvSpPr>
              <p:spPr>
                <a:xfrm>
                  <a:off x="7121489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0" name="pg557">
                  <a:extLst>
                    <a:ext uri="{FF2B5EF4-FFF2-40B4-BE49-F238E27FC236}">
                      <a16:creationId xmlns:a16="http://schemas.microsoft.com/office/drawing/2014/main" id="{0069119D-C239-5817-95C2-9DB36C7FF0EB}"/>
                    </a:ext>
                  </a:extLst>
                </p:cNvPr>
                <p:cNvSpPr/>
                <p:nvPr/>
              </p:nvSpPr>
              <p:spPr>
                <a:xfrm>
                  <a:off x="7159427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1" name="pg558">
                  <a:extLst>
                    <a:ext uri="{FF2B5EF4-FFF2-40B4-BE49-F238E27FC236}">
                      <a16:creationId xmlns:a16="http://schemas.microsoft.com/office/drawing/2014/main" id="{F1626FF4-B675-0B5A-A38F-4C4AC3723283}"/>
                    </a:ext>
                  </a:extLst>
                </p:cNvPr>
                <p:cNvSpPr/>
                <p:nvPr/>
              </p:nvSpPr>
              <p:spPr>
                <a:xfrm>
                  <a:off x="7197365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2" name="pg559">
                  <a:extLst>
                    <a:ext uri="{FF2B5EF4-FFF2-40B4-BE49-F238E27FC236}">
                      <a16:creationId xmlns:a16="http://schemas.microsoft.com/office/drawing/2014/main" id="{9F1D8F7A-3C42-B2E9-CAA2-9DCDCED9DB79}"/>
                    </a:ext>
                  </a:extLst>
                </p:cNvPr>
                <p:cNvSpPr/>
                <p:nvPr/>
              </p:nvSpPr>
              <p:spPr>
                <a:xfrm>
                  <a:off x="7235303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3" name="pg560">
                  <a:extLst>
                    <a:ext uri="{FF2B5EF4-FFF2-40B4-BE49-F238E27FC236}">
                      <a16:creationId xmlns:a16="http://schemas.microsoft.com/office/drawing/2014/main" id="{8931ECEC-7A6B-99C4-EF46-80DDDC5AB10C}"/>
                    </a:ext>
                  </a:extLst>
                </p:cNvPr>
                <p:cNvSpPr/>
                <p:nvPr/>
              </p:nvSpPr>
              <p:spPr>
                <a:xfrm>
                  <a:off x="7273241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4" name="pg561">
                  <a:extLst>
                    <a:ext uri="{FF2B5EF4-FFF2-40B4-BE49-F238E27FC236}">
                      <a16:creationId xmlns:a16="http://schemas.microsoft.com/office/drawing/2014/main" id="{0A2FEB0A-AB1C-CBF0-1143-5706F5F0149B}"/>
                    </a:ext>
                  </a:extLst>
                </p:cNvPr>
                <p:cNvSpPr/>
                <p:nvPr/>
              </p:nvSpPr>
              <p:spPr>
                <a:xfrm>
                  <a:off x="7311179" y="232066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5" name="pg562">
                  <a:extLst>
                    <a:ext uri="{FF2B5EF4-FFF2-40B4-BE49-F238E27FC236}">
                      <a16:creationId xmlns:a16="http://schemas.microsoft.com/office/drawing/2014/main" id="{B46A5FEF-450C-6BB0-0504-93673348D741}"/>
                    </a:ext>
                  </a:extLst>
                </p:cNvPr>
                <p:cNvSpPr/>
                <p:nvPr/>
              </p:nvSpPr>
              <p:spPr>
                <a:xfrm>
                  <a:off x="6969737" y="2368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6" name="pg563">
                  <a:extLst>
                    <a:ext uri="{FF2B5EF4-FFF2-40B4-BE49-F238E27FC236}">
                      <a16:creationId xmlns:a16="http://schemas.microsoft.com/office/drawing/2014/main" id="{773F9B14-2665-AC69-3DE8-C6052E69A5BD}"/>
                    </a:ext>
                  </a:extLst>
                </p:cNvPr>
                <p:cNvSpPr/>
                <p:nvPr/>
              </p:nvSpPr>
              <p:spPr>
                <a:xfrm>
                  <a:off x="7007675" y="2368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7" name="pg564">
                  <a:extLst>
                    <a:ext uri="{FF2B5EF4-FFF2-40B4-BE49-F238E27FC236}">
                      <a16:creationId xmlns:a16="http://schemas.microsoft.com/office/drawing/2014/main" id="{82A5EF3C-82D8-AC80-B7EB-DA0C7A190CB5}"/>
                    </a:ext>
                  </a:extLst>
                </p:cNvPr>
                <p:cNvSpPr/>
                <p:nvPr/>
              </p:nvSpPr>
              <p:spPr>
                <a:xfrm>
                  <a:off x="7045613" y="2368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8" name="pg565">
                  <a:extLst>
                    <a:ext uri="{FF2B5EF4-FFF2-40B4-BE49-F238E27FC236}">
                      <a16:creationId xmlns:a16="http://schemas.microsoft.com/office/drawing/2014/main" id="{80373455-CE24-6988-A4C8-96D8E9FCAF82}"/>
                    </a:ext>
                  </a:extLst>
                </p:cNvPr>
                <p:cNvSpPr/>
                <p:nvPr/>
              </p:nvSpPr>
              <p:spPr>
                <a:xfrm>
                  <a:off x="7083551" y="2368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9" name="pg566">
                  <a:extLst>
                    <a:ext uri="{FF2B5EF4-FFF2-40B4-BE49-F238E27FC236}">
                      <a16:creationId xmlns:a16="http://schemas.microsoft.com/office/drawing/2014/main" id="{D5AA6FF0-3809-BB65-8774-14B1748353C7}"/>
                    </a:ext>
                  </a:extLst>
                </p:cNvPr>
                <p:cNvSpPr/>
                <p:nvPr/>
              </p:nvSpPr>
              <p:spPr>
                <a:xfrm>
                  <a:off x="7121489" y="2368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0" name="pg567">
                  <a:extLst>
                    <a:ext uri="{FF2B5EF4-FFF2-40B4-BE49-F238E27FC236}">
                      <a16:creationId xmlns:a16="http://schemas.microsoft.com/office/drawing/2014/main" id="{7139F424-142D-5DE0-16FC-816868F1E77D}"/>
                    </a:ext>
                  </a:extLst>
                </p:cNvPr>
                <p:cNvSpPr/>
                <p:nvPr/>
              </p:nvSpPr>
              <p:spPr>
                <a:xfrm>
                  <a:off x="7159427" y="2368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1" name="pg568">
                  <a:extLst>
                    <a:ext uri="{FF2B5EF4-FFF2-40B4-BE49-F238E27FC236}">
                      <a16:creationId xmlns:a16="http://schemas.microsoft.com/office/drawing/2014/main" id="{3322989E-9066-2B0A-6CE3-8772538952F8}"/>
                    </a:ext>
                  </a:extLst>
                </p:cNvPr>
                <p:cNvSpPr/>
                <p:nvPr/>
              </p:nvSpPr>
              <p:spPr>
                <a:xfrm>
                  <a:off x="7197365" y="2368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2" name="pg569">
                  <a:extLst>
                    <a:ext uri="{FF2B5EF4-FFF2-40B4-BE49-F238E27FC236}">
                      <a16:creationId xmlns:a16="http://schemas.microsoft.com/office/drawing/2014/main" id="{D6C8FF7F-8419-E6DD-0221-A93A64B904AE}"/>
                    </a:ext>
                  </a:extLst>
                </p:cNvPr>
                <p:cNvSpPr/>
                <p:nvPr/>
              </p:nvSpPr>
              <p:spPr>
                <a:xfrm>
                  <a:off x="7235303" y="2368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3" name="pg570">
                  <a:extLst>
                    <a:ext uri="{FF2B5EF4-FFF2-40B4-BE49-F238E27FC236}">
                      <a16:creationId xmlns:a16="http://schemas.microsoft.com/office/drawing/2014/main" id="{4EAFE01F-9DC7-DBD0-FEB2-3CBB19F08C00}"/>
                    </a:ext>
                  </a:extLst>
                </p:cNvPr>
                <p:cNvSpPr/>
                <p:nvPr/>
              </p:nvSpPr>
              <p:spPr>
                <a:xfrm>
                  <a:off x="7273241" y="2368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4" name="pg571">
                  <a:extLst>
                    <a:ext uri="{FF2B5EF4-FFF2-40B4-BE49-F238E27FC236}">
                      <a16:creationId xmlns:a16="http://schemas.microsoft.com/office/drawing/2014/main" id="{165DCD38-F354-C350-A98E-3EF001A2481C}"/>
                    </a:ext>
                  </a:extLst>
                </p:cNvPr>
                <p:cNvSpPr/>
                <p:nvPr/>
              </p:nvSpPr>
              <p:spPr>
                <a:xfrm>
                  <a:off x="7311179" y="2368794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5" name="pg572">
                  <a:extLst>
                    <a:ext uri="{FF2B5EF4-FFF2-40B4-BE49-F238E27FC236}">
                      <a16:creationId xmlns:a16="http://schemas.microsoft.com/office/drawing/2014/main" id="{26CBD1E0-97BF-D8AF-CE7B-9CB404502FB3}"/>
                    </a:ext>
                  </a:extLst>
                </p:cNvPr>
                <p:cNvSpPr/>
                <p:nvPr/>
              </p:nvSpPr>
              <p:spPr>
                <a:xfrm>
                  <a:off x="7007675" y="241692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6" name="pg573">
                  <a:extLst>
                    <a:ext uri="{FF2B5EF4-FFF2-40B4-BE49-F238E27FC236}">
                      <a16:creationId xmlns:a16="http://schemas.microsoft.com/office/drawing/2014/main" id="{E6A885C7-2999-5DFE-52BF-265FC7CC1F0A}"/>
                    </a:ext>
                  </a:extLst>
                </p:cNvPr>
                <p:cNvSpPr/>
                <p:nvPr/>
              </p:nvSpPr>
              <p:spPr>
                <a:xfrm>
                  <a:off x="7045613" y="241692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7" name="pg574">
                  <a:extLst>
                    <a:ext uri="{FF2B5EF4-FFF2-40B4-BE49-F238E27FC236}">
                      <a16:creationId xmlns:a16="http://schemas.microsoft.com/office/drawing/2014/main" id="{DFC5F54B-EC28-FFC8-EB6B-F9405FCA558F}"/>
                    </a:ext>
                  </a:extLst>
                </p:cNvPr>
                <p:cNvSpPr/>
                <p:nvPr/>
              </p:nvSpPr>
              <p:spPr>
                <a:xfrm>
                  <a:off x="7083551" y="241692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8" name="pg575">
                  <a:extLst>
                    <a:ext uri="{FF2B5EF4-FFF2-40B4-BE49-F238E27FC236}">
                      <a16:creationId xmlns:a16="http://schemas.microsoft.com/office/drawing/2014/main" id="{42F278A3-4960-3B99-D3C3-B5215010FBDF}"/>
                    </a:ext>
                  </a:extLst>
                </p:cNvPr>
                <p:cNvSpPr/>
                <p:nvPr/>
              </p:nvSpPr>
              <p:spPr>
                <a:xfrm>
                  <a:off x="7121489" y="241692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9" name="pg576">
                  <a:extLst>
                    <a:ext uri="{FF2B5EF4-FFF2-40B4-BE49-F238E27FC236}">
                      <a16:creationId xmlns:a16="http://schemas.microsoft.com/office/drawing/2014/main" id="{6BE8B439-6122-7262-E6BB-5DE085A98756}"/>
                    </a:ext>
                  </a:extLst>
                </p:cNvPr>
                <p:cNvSpPr/>
                <p:nvPr/>
              </p:nvSpPr>
              <p:spPr>
                <a:xfrm>
                  <a:off x="7159427" y="241692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0" name="pg577">
                  <a:extLst>
                    <a:ext uri="{FF2B5EF4-FFF2-40B4-BE49-F238E27FC236}">
                      <a16:creationId xmlns:a16="http://schemas.microsoft.com/office/drawing/2014/main" id="{BCBCD7DE-292A-9D95-3A7C-010E61927320}"/>
                    </a:ext>
                  </a:extLst>
                </p:cNvPr>
                <p:cNvSpPr/>
                <p:nvPr/>
              </p:nvSpPr>
              <p:spPr>
                <a:xfrm>
                  <a:off x="7197365" y="241692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1" name="pg578">
                  <a:extLst>
                    <a:ext uri="{FF2B5EF4-FFF2-40B4-BE49-F238E27FC236}">
                      <a16:creationId xmlns:a16="http://schemas.microsoft.com/office/drawing/2014/main" id="{A192EF72-6C89-DA71-F7EA-EF0F8F7363A2}"/>
                    </a:ext>
                  </a:extLst>
                </p:cNvPr>
                <p:cNvSpPr/>
                <p:nvPr/>
              </p:nvSpPr>
              <p:spPr>
                <a:xfrm>
                  <a:off x="7235303" y="241692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2" name="pg579">
                  <a:extLst>
                    <a:ext uri="{FF2B5EF4-FFF2-40B4-BE49-F238E27FC236}">
                      <a16:creationId xmlns:a16="http://schemas.microsoft.com/office/drawing/2014/main" id="{97044C49-4911-6A16-A54A-13BA5D7799C2}"/>
                    </a:ext>
                  </a:extLst>
                </p:cNvPr>
                <p:cNvSpPr/>
                <p:nvPr/>
              </p:nvSpPr>
              <p:spPr>
                <a:xfrm>
                  <a:off x="7273241" y="241692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3" name="pg580">
                  <a:extLst>
                    <a:ext uri="{FF2B5EF4-FFF2-40B4-BE49-F238E27FC236}">
                      <a16:creationId xmlns:a16="http://schemas.microsoft.com/office/drawing/2014/main" id="{77FAEF63-D93F-3433-E9C8-2A5F4A04A070}"/>
                    </a:ext>
                  </a:extLst>
                </p:cNvPr>
                <p:cNvSpPr/>
                <p:nvPr/>
              </p:nvSpPr>
              <p:spPr>
                <a:xfrm>
                  <a:off x="7311179" y="241692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4" name="pg581">
                  <a:extLst>
                    <a:ext uri="{FF2B5EF4-FFF2-40B4-BE49-F238E27FC236}">
                      <a16:creationId xmlns:a16="http://schemas.microsoft.com/office/drawing/2014/main" id="{F68C6555-3FB8-DD84-174D-1003F7D5E674}"/>
                    </a:ext>
                  </a:extLst>
                </p:cNvPr>
                <p:cNvSpPr/>
                <p:nvPr/>
              </p:nvSpPr>
              <p:spPr>
                <a:xfrm>
                  <a:off x="7045613" y="246505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5" name="pg582">
                  <a:extLst>
                    <a:ext uri="{FF2B5EF4-FFF2-40B4-BE49-F238E27FC236}">
                      <a16:creationId xmlns:a16="http://schemas.microsoft.com/office/drawing/2014/main" id="{9EAADCF2-804E-0FCD-CF20-20B25E36E6C9}"/>
                    </a:ext>
                  </a:extLst>
                </p:cNvPr>
                <p:cNvSpPr/>
                <p:nvPr/>
              </p:nvSpPr>
              <p:spPr>
                <a:xfrm>
                  <a:off x="7083551" y="246505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6" name="pg583">
                  <a:extLst>
                    <a:ext uri="{FF2B5EF4-FFF2-40B4-BE49-F238E27FC236}">
                      <a16:creationId xmlns:a16="http://schemas.microsoft.com/office/drawing/2014/main" id="{B997E624-79E9-9502-01EE-45579DE91B38}"/>
                    </a:ext>
                  </a:extLst>
                </p:cNvPr>
                <p:cNvSpPr/>
                <p:nvPr/>
              </p:nvSpPr>
              <p:spPr>
                <a:xfrm>
                  <a:off x="7121489" y="246505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7" name="pg584">
                  <a:extLst>
                    <a:ext uri="{FF2B5EF4-FFF2-40B4-BE49-F238E27FC236}">
                      <a16:creationId xmlns:a16="http://schemas.microsoft.com/office/drawing/2014/main" id="{9FF230F5-B54E-22D6-4E40-73B0AF773E3F}"/>
                    </a:ext>
                  </a:extLst>
                </p:cNvPr>
                <p:cNvSpPr/>
                <p:nvPr/>
              </p:nvSpPr>
              <p:spPr>
                <a:xfrm>
                  <a:off x="7159427" y="246505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8" name="pg585">
                  <a:extLst>
                    <a:ext uri="{FF2B5EF4-FFF2-40B4-BE49-F238E27FC236}">
                      <a16:creationId xmlns:a16="http://schemas.microsoft.com/office/drawing/2014/main" id="{896A85D6-04F8-6D39-5B0F-23BC32C473A2}"/>
                    </a:ext>
                  </a:extLst>
                </p:cNvPr>
                <p:cNvSpPr/>
                <p:nvPr/>
              </p:nvSpPr>
              <p:spPr>
                <a:xfrm>
                  <a:off x="7197365" y="246505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9" name="pg586">
                  <a:extLst>
                    <a:ext uri="{FF2B5EF4-FFF2-40B4-BE49-F238E27FC236}">
                      <a16:creationId xmlns:a16="http://schemas.microsoft.com/office/drawing/2014/main" id="{EC3FB147-CEC2-071A-CA34-4AAD8374682D}"/>
                    </a:ext>
                  </a:extLst>
                </p:cNvPr>
                <p:cNvSpPr/>
                <p:nvPr/>
              </p:nvSpPr>
              <p:spPr>
                <a:xfrm>
                  <a:off x="7235303" y="246505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0" name="pg587">
                  <a:extLst>
                    <a:ext uri="{FF2B5EF4-FFF2-40B4-BE49-F238E27FC236}">
                      <a16:creationId xmlns:a16="http://schemas.microsoft.com/office/drawing/2014/main" id="{0C46EEFF-B2B1-1F34-FB82-A9A786F9242F}"/>
                    </a:ext>
                  </a:extLst>
                </p:cNvPr>
                <p:cNvSpPr/>
                <p:nvPr/>
              </p:nvSpPr>
              <p:spPr>
                <a:xfrm>
                  <a:off x="7273241" y="246505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1" name="pg588">
                  <a:extLst>
                    <a:ext uri="{FF2B5EF4-FFF2-40B4-BE49-F238E27FC236}">
                      <a16:creationId xmlns:a16="http://schemas.microsoft.com/office/drawing/2014/main" id="{E17FF470-3849-E3F6-206B-F1CFAB23C27F}"/>
                    </a:ext>
                  </a:extLst>
                </p:cNvPr>
                <p:cNvSpPr/>
                <p:nvPr/>
              </p:nvSpPr>
              <p:spPr>
                <a:xfrm>
                  <a:off x="7311179" y="246505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2" name="pg589">
                  <a:extLst>
                    <a:ext uri="{FF2B5EF4-FFF2-40B4-BE49-F238E27FC236}">
                      <a16:creationId xmlns:a16="http://schemas.microsoft.com/office/drawing/2014/main" id="{61E9380A-E385-6D9E-E51C-633E2A3CA1E5}"/>
                    </a:ext>
                  </a:extLst>
                </p:cNvPr>
                <p:cNvSpPr/>
                <p:nvPr/>
              </p:nvSpPr>
              <p:spPr>
                <a:xfrm>
                  <a:off x="7349117" y="2465055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3" name="pg590">
                  <a:extLst>
                    <a:ext uri="{FF2B5EF4-FFF2-40B4-BE49-F238E27FC236}">
                      <a16:creationId xmlns:a16="http://schemas.microsoft.com/office/drawing/2014/main" id="{4BE0D89C-4751-FC55-404F-613D982FC638}"/>
                    </a:ext>
                  </a:extLst>
                </p:cNvPr>
                <p:cNvSpPr/>
                <p:nvPr/>
              </p:nvSpPr>
              <p:spPr>
                <a:xfrm>
                  <a:off x="7159427" y="251318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4" name="pg591">
                  <a:extLst>
                    <a:ext uri="{FF2B5EF4-FFF2-40B4-BE49-F238E27FC236}">
                      <a16:creationId xmlns:a16="http://schemas.microsoft.com/office/drawing/2014/main" id="{603D829B-92AB-1A84-CE5F-6C46576366DA}"/>
                    </a:ext>
                  </a:extLst>
                </p:cNvPr>
                <p:cNvSpPr/>
                <p:nvPr/>
              </p:nvSpPr>
              <p:spPr>
                <a:xfrm>
                  <a:off x="7197365" y="251318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5" name="pg592">
                  <a:extLst>
                    <a:ext uri="{FF2B5EF4-FFF2-40B4-BE49-F238E27FC236}">
                      <a16:creationId xmlns:a16="http://schemas.microsoft.com/office/drawing/2014/main" id="{0C18445F-19C4-0EEA-0BE3-885C1BABF976}"/>
                    </a:ext>
                  </a:extLst>
                </p:cNvPr>
                <p:cNvSpPr/>
                <p:nvPr/>
              </p:nvSpPr>
              <p:spPr>
                <a:xfrm>
                  <a:off x="7235303" y="251318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6" name="pg593">
                  <a:extLst>
                    <a:ext uri="{FF2B5EF4-FFF2-40B4-BE49-F238E27FC236}">
                      <a16:creationId xmlns:a16="http://schemas.microsoft.com/office/drawing/2014/main" id="{E483CE62-9804-675A-86D2-C1C3BFA59DFC}"/>
                    </a:ext>
                  </a:extLst>
                </p:cNvPr>
                <p:cNvSpPr/>
                <p:nvPr/>
              </p:nvSpPr>
              <p:spPr>
                <a:xfrm>
                  <a:off x="7273241" y="251318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7" name="pg594">
                  <a:extLst>
                    <a:ext uri="{FF2B5EF4-FFF2-40B4-BE49-F238E27FC236}">
                      <a16:creationId xmlns:a16="http://schemas.microsoft.com/office/drawing/2014/main" id="{4758F9A0-0A09-726F-1C94-C738BADCD80D}"/>
                    </a:ext>
                  </a:extLst>
                </p:cNvPr>
                <p:cNvSpPr/>
                <p:nvPr/>
              </p:nvSpPr>
              <p:spPr>
                <a:xfrm>
                  <a:off x="7311179" y="251318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8" name="pg595">
                  <a:extLst>
                    <a:ext uri="{FF2B5EF4-FFF2-40B4-BE49-F238E27FC236}">
                      <a16:creationId xmlns:a16="http://schemas.microsoft.com/office/drawing/2014/main" id="{F3E70441-12BB-D11B-54D8-3777D04F26AC}"/>
                    </a:ext>
                  </a:extLst>
                </p:cNvPr>
                <p:cNvSpPr/>
                <p:nvPr/>
              </p:nvSpPr>
              <p:spPr>
                <a:xfrm>
                  <a:off x="7349117" y="251318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9" name="pg596">
                  <a:extLst>
                    <a:ext uri="{FF2B5EF4-FFF2-40B4-BE49-F238E27FC236}">
                      <a16:creationId xmlns:a16="http://schemas.microsoft.com/office/drawing/2014/main" id="{D3845622-41E3-F5DD-9B14-20F7DD00A5C7}"/>
                    </a:ext>
                  </a:extLst>
                </p:cNvPr>
                <p:cNvSpPr/>
                <p:nvPr/>
              </p:nvSpPr>
              <p:spPr>
                <a:xfrm>
                  <a:off x="6969737" y="256131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0" name="pg597">
                  <a:extLst>
                    <a:ext uri="{FF2B5EF4-FFF2-40B4-BE49-F238E27FC236}">
                      <a16:creationId xmlns:a16="http://schemas.microsoft.com/office/drawing/2014/main" id="{E7828ECE-A09B-F142-058B-39A7E67460D9}"/>
                    </a:ext>
                  </a:extLst>
                </p:cNvPr>
                <p:cNvSpPr/>
                <p:nvPr/>
              </p:nvSpPr>
              <p:spPr>
                <a:xfrm>
                  <a:off x="7121489" y="256131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1" name="pg598">
                  <a:extLst>
                    <a:ext uri="{FF2B5EF4-FFF2-40B4-BE49-F238E27FC236}">
                      <a16:creationId xmlns:a16="http://schemas.microsoft.com/office/drawing/2014/main" id="{69E3B51D-F5C4-D31A-9B7E-421E6D27EED4}"/>
                    </a:ext>
                  </a:extLst>
                </p:cNvPr>
                <p:cNvSpPr/>
                <p:nvPr/>
              </p:nvSpPr>
              <p:spPr>
                <a:xfrm>
                  <a:off x="7159427" y="256131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2" name="pg599">
                  <a:extLst>
                    <a:ext uri="{FF2B5EF4-FFF2-40B4-BE49-F238E27FC236}">
                      <a16:creationId xmlns:a16="http://schemas.microsoft.com/office/drawing/2014/main" id="{61017CE0-9060-4A40-BAFF-5681CCE5334C}"/>
                    </a:ext>
                  </a:extLst>
                </p:cNvPr>
                <p:cNvSpPr/>
                <p:nvPr/>
              </p:nvSpPr>
              <p:spPr>
                <a:xfrm>
                  <a:off x="7197365" y="256131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3" name="pg600">
                  <a:extLst>
                    <a:ext uri="{FF2B5EF4-FFF2-40B4-BE49-F238E27FC236}">
                      <a16:creationId xmlns:a16="http://schemas.microsoft.com/office/drawing/2014/main" id="{0E3A7699-F3CB-5E8C-443B-69A1CB07D155}"/>
                    </a:ext>
                  </a:extLst>
                </p:cNvPr>
                <p:cNvSpPr/>
                <p:nvPr/>
              </p:nvSpPr>
              <p:spPr>
                <a:xfrm>
                  <a:off x="7235303" y="256131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4" name="pg601">
                  <a:extLst>
                    <a:ext uri="{FF2B5EF4-FFF2-40B4-BE49-F238E27FC236}">
                      <a16:creationId xmlns:a16="http://schemas.microsoft.com/office/drawing/2014/main" id="{EA6D16C9-9CD8-50A7-4C44-442C1917221D}"/>
                    </a:ext>
                  </a:extLst>
                </p:cNvPr>
                <p:cNvSpPr/>
                <p:nvPr/>
              </p:nvSpPr>
              <p:spPr>
                <a:xfrm>
                  <a:off x="7273241" y="256131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5" name="pg602">
                  <a:extLst>
                    <a:ext uri="{FF2B5EF4-FFF2-40B4-BE49-F238E27FC236}">
                      <a16:creationId xmlns:a16="http://schemas.microsoft.com/office/drawing/2014/main" id="{C6DA202A-2BBA-BC0A-7821-7B37771D6352}"/>
                    </a:ext>
                  </a:extLst>
                </p:cNvPr>
                <p:cNvSpPr/>
                <p:nvPr/>
              </p:nvSpPr>
              <p:spPr>
                <a:xfrm>
                  <a:off x="7311179" y="256131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6" name="pg603">
                  <a:extLst>
                    <a:ext uri="{FF2B5EF4-FFF2-40B4-BE49-F238E27FC236}">
                      <a16:creationId xmlns:a16="http://schemas.microsoft.com/office/drawing/2014/main" id="{DB75087D-F0F4-251B-9F6E-31C6C2504223}"/>
                    </a:ext>
                  </a:extLst>
                </p:cNvPr>
                <p:cNvSpPr/>
                <p:nvPr/>
              </p:nvSpPr>
              <p:spPr>
                <a:xfrm>
                  <a:off x="7349117" y="256131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7" name="pg604">
                  <a:extLst>
                    <a:ext uri="{FF2B5EF4-FFF2-40B4-BE49-F238E27FC236}">
                      <a16:creationId xmlns:a16="http://schemas.microsoft.com/office/drawing/2014/main" id="{1D14107D-334E-A0D5-3BE6-3482CF9DDEF0}"/>
                    </a:ext>
                  </a:extLst>
                </p:cNvPr>
                <p:cNvSpPr/>
                <p:nvPr/>
              </p:nvSpPr>
              <p:spPr>
                <a:xfrm>
                  <a:off x="6931799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8" name="pg605">
                  <a:extLst>
                    <a:ext uri="{FF2B5EF4-FFF2-40B4-BE49-F238E27FC236}">
                      <a16:creationId xmlns:a16="http://schemas.microsoft.com/office/drawing/2014/main" id="{884FB589-3956-6781-16C4-C753C6B024DD}"/>
                    </a:ext>
                  </a:extLst>
                </p:cNvPr>
                <p:cNvSpPr/>
                <p:nvPr/>
              </p:nvSpPr>
              <p:spPr>
                <a:xfrm>
                  <a:off x="6969737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9" name="pg606">
                  <a:extLst>
                    <a:ext uri="{FF2B5EF4-FFF2-40B4-BE49-F238E27FC236}">
                      <a16:creationId xmlns:a16="http://schemas.microsoft.com/office/drawing/2014/main" id="{0A876283-0337-32EE-0EFC-E3FA77B0DD9A}"/>
                    </a:ext>
                  </a:extLst>
                </p:cNvPr>
                <p:cNvSpPr/>
                <p:nvPr/>
              </p:nvSpPr>
              <p:spPr>
                <a:xfrm>
                  <a:off x="7007675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0" name="pg607">
                  <a:extLst>
                    <a:ext uri="{FF2B5EF4-FFF2-40B4-BE49-F238E27FC236}">
                      <a16:creationId xmlns:a16="http://schemas.microsoft.com/office/drawing/2014/main" id="{C35F1FD6-3693-1473-7B56-65F9789EF49F}"/>
                    </a:ext>
                  </a:extLst>
                </p:cNvPr>
                <p:cNvSpPr/>
                <p:nvPr/>
              </p:nvSpPr>
              <p:spPr>
                <a:xfrm>
                  <a:off x="7045613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1" name="pg608">
                  <a:extLst>
                    <a:ext uri="{FF2B5EF4-FFF2-40B4-BE49-F238E27FC236}">
                      <a16:creationId xmlns:a16="http://schemas.microsoft.com/office/drawing/2014/main" id="{25B4C66D-66CB-9397-3D9A-D9C0BBCFBBFA}"/>
                    </a:ext>
                  </a:extLst>
                </p:cNvPr>
                <p:cNvSpPr/>
                <p:nvPr/>
              </p:nvSpPr>
              <p:spPr>
                <a:xfrm>
                  <a:off x="7083551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2" name="pg609">
                  <a:extLst>
                    <a:ext uri="{FF2B5EF4-FFF2-40B4-BE49-F238E27FC236}">
                      <a16:creationId xmlns:a16="http://schemas.microsoft.com/office/drawing/2014/main" id="{74A42D64-8396-313E-256D-24F24DDB42E3}"/>
                    </a:ext>
                  </a:extLst>
                </p:cNvPr>
                <p:cNvSpPr/>
                <p:nvPr/>
              </p:nvSpPr>
              <p:spPr>
                <a:xfrm>
                  <a:off x="7121489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3" name="pg610">
                  <a:extLst>
                    <a:ext uri="{FF2B5EF4-FFF2-40B4-BE49-F238E27FC236}">
                      <a16:creationId xmlns:a16="http://schemas.microsoft.com/office/drawing/2014/main" id="{F110268C-C070-A25C-1384-888D03CBFBE2}"/>
                    </a:ext>
                  </a:extLst>
                </p:cNvPr>
                <p:cNvSpPr/>
                <p:nvPr/>
              </p:nvSpPr>
              <p:spPr>
                <a:xfrm>
                  <a:off x="7159427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4" name="pg611">
                  <a:extLst>
                    <a:ext uri="{FF2B5EF4-FFF2-40B4-BE49-F238E27FC236}">
                      <a16:creationId xmlns:a16="http://schemas.microsoft.com/office/drawing/2014/main" id="{D997AF0D-E821-CA8C-4413-B4EC342BE7DB}"/>
                    </a:ext>
                  </a:extLst>
                </p:cNvPr>
                <p:cNvSpPr/>
                <p:nvPr/>
              </p:nvSpPr>
              <p:spPr>
                <a:xfrm>
                  <a:off x="7197365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5" name="pg612">
                  <a:extLst>
                    <a:ext uri="{FF2B5EF4-FFF2-40B4-BE49-F238E27FC236}">
                      <a16:creationId xmlns:a16="http://schemas.microsoft.com/office/drawing/2014/main" id="{85551531-65F8-1F7B-357C-EEFF96B9C3F2}"/>
                    </a:ext>
                  </a:extLst>
                </p:cNvPr>
                <p:cNvSpPr/>
                <p:nvPr/>
              </p:nvSpPr>
              <p:spPr>
                <a:xfrm>
                  <a:off x="7235303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6" name="pg613">
                  <a:extLst>
                    <a:ext uri="{FF2B5EF4-FFF2-40B4-BE49-F238E27FC236}">
                      <a16:creationId xmlns:a16="http://schemas.microsoft.com/office/drawing/2014/main" id="{8E200BED-C68F-A209-4662-C8A499EA614D}"/>
                    </a:ext>
                  </a:extLst>
                </p:cNvPr>
                <p:cNvSpPr/>
                <p:nvPr/>
              </p:nvSpPr>
              <p:spPr>
                <a:xfrm>
                  <a:off x="7273241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7" name="pg614">
                  <a:extLst>
                    <a:ext uri="{FF2B5EF4-FFF2-40B4-BE49-F238E27FC236}">
                      <a16:creationId xmlns:a16="http://schemas.microsoft.com/office/drawing/2014/main" id="{316EB3EA-54EE-A425-7EC2-F317E25464DA}"/>
                    </a:ext>
                  </a:extLst>
                </p:cNvPr>
                <p:cNvSpPr/>
                <p:nvPr/>
              </p:nvSpPr>
              <p:spPr>
                <a:xfrm>
                  <a:off x="7311179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8" name="pg615">
                  <a:extLst>
                    <a:ext uri="{FF2B5EF4-FFF2-40B4-BE49-F238E27FC236}">
                      <a16:creationId xmlns:a16="http://schemas.microsoft.com/office/drawing/2014/main" id="{51A85CA2-3B0F-2D96-6C6A-AE5D9CE2B320}"/>
                    </a:ext>
                  </a:extLst>
                </p:cNvPr>
                <p:cNvSpPr/>
                <p:nvPr/>
              </p:nvSpPr>
              <p:spPr>
                <a:xfrm>
                  <a:off x="7349117" y="2609446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9" name="pg616">
                  <a:extLst>
                    <a:ext uri="{FF2B5EF4-FFF2-40B4-BE49-F238E27FC236}">
                      <a16:creationId xmlns:a16="http://schemas.microsoft.com/office/drawing/2014/main" id="{B6A83ED2-2A32-36D6-D949-82D7BFE4AA7A}"/>
                    </a:ext>
                  </a:extLst>
                </p:cNvPr>
                <p:cNvSpPr/>
                <p:nvPr/>
              </p:nvSpPr>
              <p:spPr>
                <a:xfrm>
                  <a:off x="6893861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0" name="pg617">
                  <a:extLst>
                    <a:ext uri="{FF2B5EF4-FFF2-40B4-BE49-F238E27FC236}">
                      <a16:creationId xmlns:a16="http://schemas.microsoft.com/office/drawing/2014/main" id="{C8DC8033-9DCC-4CD5-34A2-5C1974D4E064}"/>
                    </a:ext>
                  </a:extLst>
                </p:cNvPr>
                <p:cNvSpPr/>
                <p:nvPr/>
              </p:nvSpPr>
              <p:spPr>
                <a:xfrm>
                  <a:off x="6931799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1" name="pg618">
                  <a:extLst>
                    <a:ext uri="{FF2B5EF4-FFF2-40B4-BE49-F238E27FC236}">
                      <a16:creationId xmlns:a16="http://schemas.microsoft.com/office/drawing/2014/main" id="{8809E569-06B0-78AD-4452-03C052833F23}"/>
                    </a:ext>
                  </a:extLst>
                </p:cNvPr>
                <p:cNvSpPr/>
                <p:nvPr/>
              </p:nvSpPr>
              <p:spPr>
                <a:xfrm>
                  <a:off x="6969737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2" name="pg619">
                  <a:extLst>
                    <a:ext uri="{FF2B5EF4-FFF2-40B4-BE49-F238E27FC236}">
                      <a16:creationId xmlns:a16="http://schemas.microsoft.com/office/drawing/2014/main" id="{5091579B-0AD9-3DF0-8C1B-EDF4F97898D9}"/>
                    </a:ext>
                  </a:extLst>
                </p:cNvPr>
                <p:cNvSpPr/>
                <p:nvPr/>
              </p:nvSpPr>
              <p:spPr>
                <a:xfrm>
                  <a:off x="7007675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3" name="pg620">
                  <a:extLst>
                    <a:ext uri="{FF2B5EF4-FFF2-40B4-BE49-F238E27FC236}">
                      <a16:creationId xmlns:a16="http://schemas.microsoft.com/office/drawing/2014/main" id="{D8A0C011-C4A5-D29E-1514-50E1AB392699}"/>
                    </a:ext>
                  </a:extLst>
                </p:cNvPr>
                <p:cNvSpPr/>
                <p:nvPr/>
              </p:nvSpPr>
              <p:spPr>
                <a:xfrm>
                  <a:off x="7045613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4" name="pg621">
                  <a:extLst>
                    <a:ext uri="{FF2B5EF4-FFF2-40B4-BE49-F238E27FC236}">
                      <a16:creationId xmlns:a16="http://schemas.microsoft.com/office/drawing/2014/main" id="{816CB105-B7A1-4E96-23EF-FD0BA86CEA14}"/>
                    </a:ext>
                  </a:extLst>
                </p:cNvPr>
                <p:cNvSpPr/>
                <p:nvPr/>
              </p:nvSpPr>
              <p:spPr>
                <a:xfrm>
                  <a:off x="7083551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5" name="pg622">
                  <a:extLst>
                    <a:ext uri="{FF2B5EF4-FFF2-40B4-BE49-F238E27FC236}">
                      <a16:creationId xmlns:a16="http://schemas.microsoft.com/office/drawing/2014/main" id="{E8EC4A5E-75BF-CC0F-93EC-5AA9F31554DA}"/>
                    </a:ext>
                  </a:extLst>
                </p:cNvPr>
                <p:cNvSpPr/>
                <p:nvPr/>
              </p:nvSpPr>
              <p:spPr>
                <a:xfrm>
                  <a:off x="7121489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6" name="pg623">
                  <a:extLst>
                    <a:ext uri="{FF2B5EF4-FFF2-40B4-BE49-F238E27FC236}">
                      <a16:creationId xmlns:a16="http://schemas.microsoft.com/office/drawing/2014/main" id="{F0FEF9EF-4995-9F2D-CCFF-841C974E3EEF}"/>
                    </a:ext>
                  </a:extLst>
                </p:cNvPr>
                <p:cNvSpPr/>
                <p:nvPr/>
              </p:nvSpPr>
              <p:spPr>
                <a:xfrm>
                  <a:off x="7159427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7" name="pg624">
                  <a:extLst>
                    <a:ext uri="{FF2B5EF4-FFF2-40B4-BE49-F238E27FC236}">
                      <a16:creationId xmlns:a16="http://schemas.microsoft.com/office/drawing/2014/main" id="{5AB8C089-DCC8-94C6-F900-883380257D4B}"/>
                    </a:ext>
                  </a:extLst>
                </p:cNvPr>
                <p:cNvSpPr/>
                <p:nvPr/>
              </p:nvSpPr>
              <p:spPr>
                <a:xfrm>
                  <a:off x="7197365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8" name="pg625">
                  <a:extLst>
                    <a:ext uri="{FF2B5EF4-FFF2-40B4-BE49-F238E27FC236}">
                      <a16:creationId xmlns:a16="http://schemas.microsoft.com/office/drawing/2014/main" id="{76AD83BE-09C9-F6DF-A960-EC0BEDB58800}"/>
                    </a:ext>
                  </a:extLst>
                </p:cNvPr>
                <p:cNvSpPr/>
                <p:nvPr/>
              </p:nvSpPr>
              <p:spPr>
                <a:xfrm>
                  <a:off x="7235303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9" name="pg626">
                  <a:extLst>
                    <a:ext uri="{FF2B5EF4-FFF2-40B4-BE49-F238E27FC236}">
                      <a16:creationId xmlns:a16="http://schemas.microsoft.com/office/drawing/2014/main" id="{185FDFB0-2BE4-803C-4561-C04114F2115E}"/>
                    </a:ext>
                  </a:extLst>
                </p:cNvPr>
                <p:cNvSpPr/>
                <p:nvPr/>
              </p:nvSpPr>
              <p:spPr>
                <a:xfrm>
                  <a:off x="7273241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0" name="pg627">
                  <a:extLst>
                    <a:ext uri="{FF2B5EF4-FFF2-40B4-BE49-F238E27FC236}">
                      <a16:creationId xmlns:a16="http://schemas.microsoft.com/office/drawing/2014/main" id="{3B72E5FC-12C8-E64D-9A7C-46929C4E23BA}"/>
                    </a:ext>
                  </a:extLst>
                </p:cNvPr>
                <p:cNvSpPr/>
                <p:nvPr/>
              </p:nvSpPr>
              <p:spPr>
                <a:xfrm>
                  <a:off x="7311179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1" name="pg628">
                  <a:extLst>
                    <a:ext uri="{FF2B5EF4-FFF2-40B4-BE49-F238E27FC236}">
                      <a16:creationId xmlns:a16="http://schemas.microsoft.com/office/drawing/2014/main" id="{D55D9B74-745E-ACED-F39D-31DBA632B5E4}"/>
                    </a:ext>
                  </a:extLst>
                </p:cNvPr>
                <p:cNvSpPr/>
                <p:nvPr/>
              </p:nvSpPr>
              <p:spPr>
                <a:xfrm>
                  <a:off x="7349117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2" name="pg629">
                  <a:extLst>
                    <a:ext uri="{FF2B5EF4-FFF2-40B4-BE49-F238E27FC236}">
                      <a16:creationId xmlns:a16="http://schemas.microsoft.com/office/drawing/2014/main" id="{090BD4A0-EE4D-D825-3C61-A7E22BF6243F}"/>
                    </a:ext>
                  </a:extLst>
                </p:cNvPr>
                <p:cNvSpPr/>
                <p:nvPr/>
              </p:nvSpPr>
              <p:spPr>
                <a:xfrm>
                  <a:off x="7387055" y="2657577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3" name="pg630">
                  <a:extLst>
                    <a:ext uri="{FF2B5EF4-FFF2-40B4-BE49-F238E27FC236}">
                      <a16:creationId xmlns:a16="http://schemas.microsoft.com/office/drawing/2014/main" id="{9D09B0EE-EEC0-3A11-8031-F015C677DCA7}"/>
                    </a:ext>
                  </a:extLst>
                </p:cNvPr>
                <p:cNvSpPr/>
                <p:nvPr/>
              </p:nvSpPr>
              <p:spPr>
                <a:xfrm>
                  <a:off x="6893861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4" name="pg631">
                  <a:extLst>
                    <a:ext uri="{FF2B5EF4-FFF2-40B4-BE49-F238E27FC236}">
                      <a16:creationId xmlns:a16="http://schemas.microsoft.com/office/drawing/2014/main" id="{0DE066CC-59A6-2E3D-AF3B-052B216B30AC}"/>
                    </a:ext>
                  </a:extLst>
                </p:cNvPr>
                <p:cNvSpPr/>
                <p:nvPr/>
              </p:nvSpPr>
              <p:spPr>
                <a:xfrm>
                  <a:off x="6931799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5" name="pg632">
                  <a:extLst>
                    <a:ext uri="{FF2B5EF4-FFF2-40B4-BE49-F238E27FC236}">
                      <a16:creationId xmlns:a16="http://schemas.microsoft.com/office/drawing/2014/main" id="{39B9A298-E4F3-F1DB-5A08-9F531DEC9D74}"/>
                    </a:ext>
                  </a:extLst>
                </p:cNvPr>
                <p:cNvSpPr/>
                <p:nvPr/>
              </p:nvSpPr>
              <p:spPr>
                <a:xfrm>
                  <a:off x="6969737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6" name="pg633">
                  <a:extLst>
                    <a:ext uri="{FF2B5EF4-FFF2-40B4-BE49-F238E27FC236}">
                      <a16:creationId xmlns:a16="http://schemas.microsoft.com/office/drawing/2014/main" id="{E48A7B03-2561-31DB-6204-2127BD99C732}"/>
                    </a:ext>
                  </a:extLst>
                </p:cNvPr>
                <p:cNvSpPr/>
                <p:nvPr/>
              </p:nvSpPr>
              <p:spPr>
                <a:xfrm>
                  <a:off x="7007675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7" name="pg634">
                  <a:extLst>
                    <a:ext uri="{FF2B5EF4-FFF2-40B4-BE49-F238E27FC236}">
                      <a16:creationId xmlns:a16="http://schemas.microsoft.com/office/drawing/2014/main" id="{E65D4588-4950-9535-9A5A-D8A7EA4A88D8}"/>
                    </a:ext>
                  </a:extLst>
                </p:cNvPr>
                <p:cNvSpPr/>
                <p:nvPr/>
              </p:nvSpPr>
              <p:spPr>
                <a:xfrm>
                  <a:off x="7045613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8" name="pg635">
                  <a:extLst>
                    <a:ext uri="{FF2B5EF4-FFF2-40B4-BE49-F238E27FC236}">
                      <a16:creationId xmlns:a16="http://schemas.microsoft.com/office/drawing/2014/main" id="{891C2E6F-0FB5-AF64-AAD5-C88A4BB0CD80}"/>
                    </a:ext>
                  </a:extLst>
                </p:cNvPr>
                <p:cNvSpPr/>
                <p:nvPr/>
              </p:nvSpPr>
              <p:spPr>
                <a:xfrm>
                  <a:off x="7083551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9" name="pg636">
                  <a:extLst>
                    <a:ext uri="{FF2B5EF4-FFF2-40B4-BE49-F238E27FC236}">
                      <a16:creationId xmlns:a16="http://schemas.microsoft.com/office/drawing/2014/main" id="{67F51E08-84F1-40C5-B816-0923C6812D65}"/>
                    </a:ext>
                  </a:extLst>
                </p:cNvPr>
                <p:cNvSpPr/>
                <p:nvPr/>
              </p:nvSpPr>
              <p:spPr>
                <a:xfrm>
                  <a:off x="7121489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0" name="pg637">
                  <a:extLst>
                    <a:ext uri="{FF2B5EF4-FFF2-40B4-BE49-F238E27FC236}">
                      <a16:creationId xmlns:a16="http://schemas.microsoft.com/office/drawing/2014/main" id="{77FC080F-614A-7B0D-669B-0F9B819164D3}"/>
                    </a:ext>
                  </a:extLst>
                </p:cNvPr>
                <p:cNvSpPr/>
                <p:nvPr/>
              </p:nvSpPr>
              <p:spPr>
                <a:xfrm>
                  <a:off x="7159427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1" name="pg638">
                  <a:extLst>
                    <a:ext uri="{FF2B5EF4-FFF2-40B4-BE49-F238E27FC236}">
                      <a16:creationId xmlns:a16="http://schemas.microsoft.com/office/drawing/2014/main" id="{B29DE2C4-461D-4292-4313-A5F061AAAFBE}"/>
                    </a:ext>
                  </a:extLst>
                </p:cNvPr>
                <p:cNvSpPr/>
                <p:nvPr/>
              </p:nvSpPr>
              <p:spPr>
                <a:xfrm>
                  <a:off x="7197365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DAB">
                    <a:alpha val="100000"/>
                  </a:srgbClr>
                </a:solidFill>
                <a:ln w="5420" cap="flat">
                  <a:solidFill>
                    <a:srgbClr val="54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2" name="pg639">
                  <a:extLst>
                    <a:ext uri="{FF2B5EF4-FFF2-40B4-BE49-F238E27FC236}">
                      <a16:creationId xmlns:a16="http://schemas.microsoft.com/office/drawing/2014/main" id="{885D6D77-FCD3-8026-44FB-3275A95410EF}"/>
                    </a:ext>
                  </a:extLst>
                </p:cNvPr>
                <p:cNvSpPr/>
                <p:nvPr/>
              </p:nvSpPr>
              <p:spPr>
                <a:xfrm>
                  <a:off x="7235303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3" name="pg640">
                  <a:extLst>
                    <a:ext uri="{FF2B5EF4-FFF2-40B4-BE49-F238E27FC236}">
                      <a16:creationId xmlns:a16="http://schemas.microsoft.com/office/drawing/2014/main" id="{41726D22-9349-BC84-9FA5-6E6246975931}"/>
                    </a:ext>
                  </a:extLst>
                </p:cNvPr>
                <p:cNvSpPr/>
                <p:nvPr/>
              </p:nvSpPr>
              <p:spPr>
                <a:xfrm>
                  <a:off x="7273241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4" name="pg641">
                  <a:extLst>
                    <a:ext uri="{FF2B5EF4-FFF2-40B4-BE49-F238E27FC236}">
                      <a16:creationId xmlns:a16="http://schemas.microsoft.com/office/drawing/2014/main" id="{0D04825A-116A-AD73-01ED-359830C4D7CB}"/>
                    </a:ext>
                  </a:extLst>
                </p:cNvPr>
                <p:cNvSpPr/>
                <p:nvPr/>
              </p:nvSpPr>
              <p:spPr>
                <a:xfrm>
                  <a:off x="7311179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5" name="pg642">
                  <a:extLst>
                    <a:ext uri="{FF2B5EF4-FFF2-40B4-BE49-F238E27FC236}">
                      <a16:creationId xmlns:a16="http://schemas.microsoft.com/office/drawing/2014/main" id="{5F4B9741-256D-BEA7-29CE-39F69743C1F3}"/>
                    </a:ext>
                  </a:extLst>
                </p:cNvPr>
                <p:cNvSpPr/>
                <p:nvPr/>
              </p:nvSpPr>
              <p:spPr>
                <a:xfrm>
                  <a:off x="7349117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6" name="pg643">
                  <a:extLst>
                    <a:ext uri="{FF2B5EF4-FFF2-40B4-BE49-F238E27FC236}">
                      <a16:creationId xmlns:a16="http://schemas.microsoft.com/office/drawing/2014/main" id="{BCAA4149-6BCA-7A9E-CCF3-52945DFB0559}"/>
                    </a:ext>
                  </a:extLst>
                </p:cNvPr>
                <p:cNvSpPr/>
                <p:nvPr/>
              </p:nvSpPr>
              <p:spPr>
                <a:xfrm>
                  <a:off x="7387055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7" name="pg644">
                  <a:extLst>
                    <a:ext uri="{FF2B5EF4-FFF2-40B4-BE49-F238E27FC236}">
                      <a16:creationId xmlns:a16="http://schemas.microsoft.com/office/drawing/2014/main" id="{2E678831-31CD-B207-8114-81E5A4F0B5E1}"/>
                    </a:ext>
                  </a:extLst>
                </p:cNvPr>
                <p:cNvSpPr/>
                <p:nvPr/>
              </p:nvSpPr>
              <p:spPr>
                <a:xfrm>
                  <a:off x="7424993" y="270570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8" name="pg645">
                  <a:extLst>
                    <a:ext uri="{FF2B5EF4-FFF2-40B4-BE49-F238E27FC236}">
                      <a16:creationId xmlns:a16="http://schemas.microsoft.com/office/drawing/2014/main" id="{F359932E-0EBF-C78D-5204-EF36B4787A86}"/>
                    </a:ext>
                  </a:extLst>
                </p:cNvPr>
                <p:cNvSpPr/>
                <p:nvPr/>
              </p:nvSpPr>
              <p:spPr>
                <a:xfrm>
                  <a:off x="6893861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9" name="pg646">
                  <a:extLst>
                    <a:ext uri="{FF2B5EF4-FFF2-40B4-BE49-F238E27FC236}">
                      <a16:creationId xmlns:a16="http://schemas.microsoft.com/office/drawing/2014/main" id="{E818EDBC-9EA4-AB55-9679-947BA184C125}"/>
                    </a:ext>
                  </a:extLst>
                </p:cNvPr>
                <p:cNvSpPr/>
                <p:nvPr/>
              </p:nvSpPr>
              <p:spPr>
                <a:xfrm>
                  <a:off x="6931799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0" name="pg647">
                  <a:extLst>
                    <a:ext uri="{FF2B5EF4-FFF2-40B4-BE49-F238E27FC236}">
                      <a16:creationId xmlns:a16="http://schemas.microsoft.com/office/drawing/2014/main" id="{1402953F-92C0-D98A-1D8F-CF2AA8AC0A04}"/>
                    </a:ext>
                  </a:extLst>
                </p:cNvPr>
                <p:cNvSpPr/>
                <p:nvPr/>
              </p:nvSpPr>
              <p:spPr>
                <a:xfrm>
                  <a:off x="6969737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1" name="pg648">
                  <a:extLst>
                    <a:ext uri="{FF2B5EF4-FFF2-40B4-BE49-F238E27FC236}">
                      <a16:creationId xmlns:a16="http://schemas.microsoft.com/office/drawing/2014/main" id="{3E7BA484-0454-F57B-4D07-65CAC4E84ADE}"/>
                    </a:ext>
                  </a:extLst>
                </p:cNvPr>
                <p:cNvSpPr/>
                <p:nvPr/>
              </p:nvSpPr>
              <p:spPr>
                <a:xfrm>
                  <a:off x="7007675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2" name="pg649">
                  <a:extLst>
                    <a:ext uri="{FF2B5EF4-FFF2-40B4-BE49-F238E27FC236}">
                      <a16:creationId xmlns:a16="http://schemas.microsoft.com/office/drawing/2014/main" id="{1435AABC-3174-8D14-1F1F-517F013D175F}"/>
                    </a:ext>
                  </a:extLst>
                </p:cNvPr>
                <p:cNvSpPr/>
                <p:nvPr/>
              </p:nvSpPr>
              <p:spPr>
                <a:xfrm>
                  <a:off x="7045613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3" name="pg650">
                  <a:extLst>
                    <a:ext uri="{FF2B5EF4-FFF2-40B4-BE49-F238E27FC236}">
                      <a16:creationId xmlns:a16="http://schemas.microsoft.com/office/drawing/2014/main" id="{7909D2F8-FBF5-4266-4F9B-33ABD91427FF}"/>
                    </a:ext>
                  </a:extLst>
                </p:cNvPr>
                <p:cNvSpPr/>
                <p:nvPr/>
              </p:nvSpPr>
              <p:spPr>
                <a:xfrm>
                  <a:off x="7083551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4" name="pg651">
                  <a:extLst>
                    <a:ext uri="{FF2B5EF4-FFF2-40B4-BE49-F238E27FC236}">
                      <a16:creationId xmlns:a16="http://schemas.microsoft.com/office/drawing/2014/main" id="{C5ADEF39-134E-9F0C-2A43-AA26F4C9E28C}"/>
                    </a:ext>
                  </a:extLst>
                </p:cNvPr>
                <p:cNvSpPr/>
                <p:nvPr/>
              </p:nvSpPr>
              <p:spPr>
                <a:xfrm>
                  <a:off x="7121489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5" name="pg652">
                  <a:extLst>
                    <a:ext uri="{FF2B5EF4-FFF2-40B4-BE49-F238E27FC236}">
                      <a16:creationId xmlns:a16="http://schemas.microsoft.com/office/drawing/2014/main" id="{5AC7DCAB-FC78-1B27-78EE-DE8B15490ED1}"/>
                    </a:ext>
                  </a:extLst>
                </p:cNvPr>
                <p:cNvSpPr/>
                <p:nvPr/>
              </p:nvSpPr>
              <p:spPr>
                <a:xfrm>
                  <a:off x="7159427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6" name="pg653">
                  <a:extLst>
                    <a:ext uri="{FF2B5EF4-FFF2-40B4-BE49-F238E27FC236}">
                      <a16:creationId xmlns:a16="http://schemas.microsoft.com/office/drawing/2014/main" id="{2065D0F3-5119-472E-3B38-88117DAC9C52}"/>
                    </a:ext>
                  </a:extLst>
                </p:cNvPr>
                <p:cNvSpPr/>
                <p:nvPr/>
              </p:nvSpPr>
              <p:spPr>
                <a:xfrm>
                  <a:off x="7197365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7" name="pg654">
                  <a:extLst>
                    <a:ext uri="{FF2B5EF4-FFF2-40B4-BE49-F238E27FC236}">
                      <a16:creationId xmlns:a16="http://schemas.microsoft.com/office/drawing/2014/main" id="{EDB51A80-F0EB-2666-954D-ED62AD8C5949}"/>
                    </a:ext>
                  </a:extLst>
                </p:cNvPr>
                <p:cNvSpPr/>
                <p:nvPr/>
              </p:nvSpPr>
              <p:spPr>
                <a:xfrm>
                  <a:off x="7235303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8" name="pg655">
                  <a:extLst>
                    <a:ext uri="{FF2B5EF4-FFF2-40B4-BE49-F238E27FC236}">
                      <a16:creationId xmlns:a16="http://schemas.microsoft.com/office/drawing/2014/main" id="{11001D43-F370-5F0C-BBEC-75B36D96B5F8}"/>
                    </a:ext>
                  </a:extLst>
                </p:cNvPr>
                <p:cNvSpPr/>
                <p:nvPr/>
              </p:nvSpPr>
              <p:spPr>
                <a:xfrm>
                  <a:off x="7273241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9" name="pg656">
                  <a:extLst>
                    <a:ext uri="{FF2B5EF4-FFF2-40B4-BE49-F238E27FC236}">
                      <a16:creationId xmlns:a16="http://schemas.microsoft.com/office/drawing/2014/main" id="{2D93677B-B129-17D7-8257-657DD70D7AEE}"/>
                    </a:ext>
                  </a:extLst>
                </p:cNvPr>
                <p:cNvSpPr/>
                <p:nvPr/>
              </p:nvSpPr>
              <p:spPr>
                <a:xfrm>
                  <a:off x="7311179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0" name="pg657">
                  <a:extLst>
                    <a:ext uri="{FF2B5EF4-FFF2-40B4-BE49-F238E27FC236}">
                      <a16:creationId xmlns:a16="http://schemas.microsoft.com/office/drawing/2014/main" id="{70A959F9-D228-F2D1-739C-C9B2499DEB66}"/>
                    </a:ext>
                  </a:extLst>
                </p:cNvPr>
                <p:cNvSpPr/>
                <p:nvPr/>
              </p:nvSpPr>
              <p:spPr>
                <a:xfrm>
                  <a:off x="7349117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1" name="pg658">
                  <a:extLst>
                    <a:ext uri="{FF2B5EF4-FFF2-40B4-BE49-F238E27FC236}">
                      <a16:creationId xmlns:a16="http://schemas.microsoft.com/office/drawing/2014/main" id="{63D982CC-FF86-C4FD-97EB-498B7EB00E53}"/>
                    </a:ext>
                  </a:extLst>
                </p:cNvPr>
                <p:cNvSpPr/>
                <p:nvPr/>
              </p:nvSpPr>
              <p:spPr>
                <a:xfrm>
                  <a:off x="7387055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2" name="pg659">
                  <a:extLst>
                    <a:ext uri="{FF2B5EF4-FFF2-40B4-BE49-F238E27FC236}">
                      <a16:creationId xmlns:a16="http://schemas.microsoft.com/office/drawing/2014/main" id="{B6DE5B7F-2D3B-B82B-4917-053A73115DCC}"/>
                    </a:ext>
                  </a:extLst>
                </p:cNvPr>
                <p:cNvSpPr/>
                <p:nvPr/>
              </p:nvSpPr>
              <p:spPr>
                <a:xfrm>
                  <a:off x="7424993" y="2753838"/>
                  <a:ext cx="37938" cy="48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3" name="pg660">
                  <a:extLst>
                    <a:ext uri="{FF2B5EF4-FFF2-40B4-BE49-F238E27FC236}">
                      <a16:creationId xmlns:a16="http://schemas.microsoft.com/office/drawing/2014/main" id="{2A5F3EF0-0861-A0ED-E0CB-48483CA3289C}"/>
                    </a:ext>
                  </a:extLst>
                </p:cNvPr>
                <p:cNvSpPr/>
                <p:nvPr/>
              </p:nvSpPr>
              <p:spPr>
                <a:xfrm>
                  <a:off x="7905692" y="1066512"/>
                  <a:ext cx="12860" cy="6610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7605" h="141906">
                      <a:moveTo>
                        <a:pt x="25965" y="15142"/>
                      </a:moveTo>
                      <a:lnTo>
                        <a:pt x="3001" y="141906"/>
                      </a:lnTo>
                      <a:lnTo>
                        <a:pt x="0" y="103414"/>
                      </a:lnTo>
                      <a:lnTo>
                        <a:pt x="9634" y="0"/>
                      </a:lnTo>
                      <a:lnTo>
                        <a:pt x="27605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4" name="pg661">
                  <a:extLst>
                    <a:ext uri="{FF2B5EF4-FFF2-40B4-BE49-F238E27FC236}">
                      <a16:creationId xmlns:a16="http://schemas.microsoft.com/office/drawing/2014/main" id="{5EB5DA05-15D3-5027-D3CF-353043F963AF}"/>
                    </a:ext>
                  </a:extLst>
                </p:cNvPr>
                <p:cNvSpPr/>
                <p:nvPr/>
              </p:nvSpPr>
              <p:spPr>
                <a:xfrm>
                  <a:off x="7408775" y="1066512"/>
                  <a:ext cx="485512" cy="43686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42192" h="937770">
                      <a:moveTo>
                        <a:pt x="1041757" y="966"/>
                      </a:moveTo>
                      <a:lnTo>
                        <a:pt x="998433" y="199714"/>
                      </a:lnTo>
                      <a:lnTo>
                        <a:pt x="938872" y="305648"/>
                      </a:lnTo>
                      <a:lnTo>
                        <a:pt x="884012" y="378917"/>
                      </a:lnTo>
                      <a:lnTo>
                        <a:pt x="827417" y="366805"/>
                      </a:lnTo>
                      <a:lnTo>
                        <a:pt x="840146" y="425026"/>
                      </a:lnTo>
                      <a:lnTo>
                        <a:pt x="824596" y="455352"/>
                      </a:lnTo>
                      <a:lnTo>
                        <a:pt x="811288" y="518619"/>
                      </a:lnTo>
                      <a:lnTo>
                        <a:pt x="777548" y="560552"/>
                      </a:lnTo>
                      <a:lnTo>
                        <a:pt x="745832" y="556515"/>
                      </a:lnTo>
                      <a:lnTo>
                        <a:pt x="700266" y="585419"/>
                      </a:lnTo>
                      <a:lnTo>
                        <a:pt x="682293" y="607532"/>
                      </a:lnTo>
                      <a:lnTo>
                        <a:pt x="680955" y="649879"/>
                      </a:lnTo>
                      <a:lnTo>
                        <a:pt x="650470" y="687132"/>
                      </a:lnTo>
                      <a:lnTo>
                        <a:pt x="540461" y="880650"/>
                      </a:lnTo>
                      <a:lnTo>
                        <a:pt x="444953" y="937770"/>
                      </a:lnTo>
                      <a:lnTo>
                        <a:pt x="422098" y="929465"/>
                      </a:lnTo>
                      <a:lnTo>
                        <a:pt x="447268" y="838120"/>
                      </a:lnTo>
                      <a:lnTo>
                        <a:pt x="464518" y="745766"/>
                      </a:lnTo>
                      <a:lnTo>
                        <a:pt x="406548" y="705576"/>
                      </a:lnTo>
                      <a:lnTo>
                        <a:pt x="351073" y="684334"/>
                      </a:lnTo>
                      <a:lnTo>
                        <a:pt x="287426" y="687132"/>
                      </a:lnTo>
                      <a:lnTo>
                        <a:pt x="217124" y="615332"/>
                      </a:lnTo>
                      <a:lnTo>
                        <a:pt x="126499" y="563121"/>
                      </a:lnTo>
                      <a:lnTo>
                        <a:pt x="0" y="421860"/>
                      </a:lnTo>
                      <a:lnTo>
                        <a:pt x="3688" y="382679"/>
                      </a:lnTo>
                      <a:lnTo>
                        <a:pt x="506" y="316935"/>
                      </a:lnTo>
                      <a:lnTo>
                        <a:pt x="38947" y="213064"/>
                      </a:lnTo>
                      <a:lnTo>
                        <a:pt x="75798" y="140438"/>
                      </a:lnTo>
                      <a:lnTo>
                        <a:pt x="126680" y="102817"/>
                      </a:lnTo>
                      <a:lnTo>
                        <a:pt x="274335" y="64508"/>
                      </a:lnTo>
                      <a:lnTo>
                        <a:pt x="311366" y="6884"/>
                      </a:lnTo>
                      <a:lnTo>
                        <a:pt x="314479" y="0"/>
                      </a:lnTo>
                      <a:lnTo>
                        <a:pt x="1042192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5" name="pg662">
                  <a:extLst>
                    <a:ext uri="{FF2B5EF4-FFF2-40B4-BE49-F238E27FC236}">
                      <a16:creationId xmlns:a16="http://schemas.microsoft.com/office/drawing/2014/main" id="{328D24F7-735F-6857-835C-EBAC919AE789}"/>
                    </a:ext>
                  </a:extLst>
                </p:cNvPr>
                <p:cNvSpPr/>
                <p:nvPr/>
              </p:nvSpPr>
              <p:spPr>
                <a:xfrm>
                  <a:off x="6604089" y="1066512"/>
                  <a:ext cx="973173" cy="17321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088998" h="3682871">
                      <a:moveTo>
                        <a:pt x="1987487" y="41706"/>
                      </a:moveTo>
                      <a:lnTo>
                        <a:pt x="1877912" y="69968"/>
                      </a:lnTo>
                      <a:lnTo>
                        <a:pt x="1818858" y="101074"/>
                      </a:lnTo>
                      <a:lnTo>
                        <a:pt x="1771628" y="148650"/>
                      </a:lnTo>
                      <a:lnTo>
                        <a:pt x="1743674" y="208385"/>
                      </a:lnTo>
                      <a:lnTo>
                        <a:pt x="1680388" y="280369"/>
                      </a:lnTo>
                      <a:lnTo>
                        <a:pt x="1684836" y="328588"/>
                      </a:lnTo>
                      <a:lnTo>
                        <a:pt x="1695432" y="362859"/>
                      </a:lnTo>
                      <a:lnTo>
                        <a:pt x="1690550" y="434293"/>
                      </a:lnTo>
                      <a:lnTo>
                        <a:pt x="1730583" y="503937"/>
                      </a:lnTo>
                      <a:lnTo>
                        <a:pt x="1809961" y="618039"/>
                      </a:lnTo>
                      <a:lnTo>
                        <a:pt x="1825114" y="795269"/>
                      </a:lnTo>
                      <a:lnTo>
                        <a:pt x="1885687" y="913867"/>
                      </a:lnTo>
                      <a:lnTo>
                        <a:pt x="1978519" y="1052146"/>
                      </a:lnTo>
                      <a:lnTo>
                        <a:pt x="2049905" y="1091464"/>
                      </a:lnTo>
                      <a:lnTo>
                        <a:pt x="2053377" y="1142895"/>
                      </a:lnTo>
                      <a:lnTo>
                        <a:pt x="2020432" y="1227817"/>
                      </a:lnTo>
                      <a:lnTo>
                        <a:pt x="1977000" y="1266630"/>
                      </a:lnTo>
                      <a:lnTo>
                        <a:pt x="2033487" y="1258877"/>
                      </a:lnTo>
                      <a:lnTo>
                        <a:pt x="2061622" y="1278284"/>
                      </a:lnTo>
                      <a:lnTo>
                        <a:pt x="2088998" y="1349121"/>
                      </a:lnTo>
                      <a:lnTo>
                        <a:pt x="2086864" y="1421426"/>
                      </a:lnTo>
                      <a:lnTo>
                        <a:pt x="2077606" y="1462167"/>
                      </a:lnTo>
                      <a:lnTo>
                        <a:pt x="2060501" y="1478408"/>
                      </a:lnTo>
                      <a:lnTo>
                        <a:pt x="2061224" y="1436796"/>
                      </a:lnTo>
                      <a:lnTo>
                        <a:pt x="2049110" y="1422344"/>
                      </a:lnTo>
                      <a:lnTo>
                        <a:pt x="2029111" y="1440374"/>
                      </a:lnTo>
                      <a:lnTo>
                        <a:pt x="2016165" y="1460928"/>
                      </a:lnTo>
                      <a:lnTo>
                        <a:pt x="2010776" y="1541905"/>
                      </a:lnTo>
                      <a:lnTo>
                        <a:pt x="1997071" y="1582370"/>
                      </a:lnTo>
                      <a:lnTo>
                        <a:pt x="1948612" y="1594390"/>
                      </a:lnTo>
                      <a:lnTo>
                        <a:pt x="1899466" y="1700646"/>
                      </a:lnTo>
                      <a:lnTo>
                        <a:pt x="1853755" y="1760931"/>
                      </a:lnTo>
                      <a:lnTo>
                        <a:pt x="1673879" y="2168566"/>
                      </a:lnTo>
                      <a:lnTo>
                        <a:pt x="1680750" y="2236697"/>
                      </a:lnTo>
                      <a:lnTo>
                        <a:pt x="1647841" y="2258627"/>
                      </a:lnTo>
                      <a:lnTo>
                        <a:pt x="1598008" y="2276474"/>
                      </a:lnTo>
                      <a:lnTo>
                        <a:pt x="1547596" y="2317214"/>
                      </a:lnTo>
                      <a:lnTo>
                        <a:pt x="1514145" y="2362130"/>
                      </a:lnTo>
                      <a:lnTo>
                        <a:pt x="1483081" y="2482929"/>
                      </a:lnTo>
                      <a:lnTo>
                        <a:pt x="1423556" y="2618915"/>
                      </a:lnTo>
                      <a:lnTo>
                        <a:pt x="1386416" y="2562254"/>
                      </a:lnTo>
                      <a:lnTo>
                        <a:pt x="1376905" y="2513760"/>
                      </a:lnTo>
                      <a:lnTo>
                        <a:pt x="1393432" y="2387272"/>
                      </a:lnTo>
                      <a:lnTo>
                        <a:pt x="1457803" y="2179898"/>
                      </a:lnTo>
                      <a:lnTo>
                        <a:pt x="1528719" y="2050978"/>
                      </a:lnTo>
                      <a:lnTo>
                        <a:pt x="1582819" y="1989868"/>
                      </a:lnTo>
                      <a:lnTo>
                        <a:pt x="1627300" y="1865306"/>
                      </a:lnTo>
                      <a:lnTo>
                        <a:pt x="1571103" y="1846725"/>
                      </a:lnTo>
                      <a:lnTo>
                        <a:pt x="1485432" y="1848744"/>
                      </a:lnTo>
                      <a:lnTo>
                        <a:pt x="1501560" y="1791257"/>
                      </a:lnTo>
                      <a:lnTo>
                        <a:pt x="1526549" y="1740607"/>
                      </a:lnTo>
                      <a:lnTo>
                        <a:pt x="1481888" y="1690140"/>
                      </a:lnTo>
                      <a:lnTo>
                        <a:pt x="1455452" y="1683717"/>
                      </a:lnTo>
                      <a:lnTo>
                        <a:pt x="1428221" y="1663025"/>
                      </a:lnTo>
                      <a:lnTo>
                        <a:pt x="1460153" y="1621000"/>
                      </a:lnTo>
                      <a:lnTo>
                        <a:pt x="1475740" y="1576589"/>
                      </a:lnTo>
                      <a:lnTo>
                        <a:pt x="1466229" y="1522544"/>
                      </a:lnTo>
                      <a:lnTo>
                        <a:pt x="1479609" y="1481849"/>
                      </a:lnTo>
                      <a:lnTo>
                        <a:pt x="1457296" y="1487997"/>
                      </a:lnTo>
                      <a:lnTo>
                        <a:pt x="1421422" y="1531077"/>
                      </a:lnTo>
                      <a:lnTo>
                        <a:pt x="1399110" y="1548282"/>
                      </a:lnTo>
                      <a:lnTo>
                        <a:pt x="1385512" y="1510156"/>
                      </a:lnTo>
                      <a:lnTo>
                        <a:pt x="1369998" y="1518782"/>
                      </a:lnTo>
                      <a:lnTo>
                        <a:pt x="1359909" y="1544979"/>
                      </a:lnTo>
                      <a:lnTo>
                        <a:pt x="1337017" y="1559385"/>
                      </a:lnTo>
                      <a:lnTo>
                        <a:pt x="1288667" y="1523553"/>
                      </a:lnTo>
                      <a:lnTo>
                        <a:pt x="1218184" y="1482537"/>
                      </a:lnTo>
                      <a:lnTo>
                        <a:pt x="1178947" y="1411975"/>
                      </a:lnTo>
                      <a:lnTo>
                        <a:pt x="1156562" y="1357287"/>
                      </a:lnTo>
                      <a:lnTo>
                        <a:pt x="1179309" y="1258326"/>
                      </a:lnTo>
                      <a:lnTo>
                        <a:pt x="1228021" y="1240755"/>
                      </a:lnTo>
                      <a:lnTo>
                        <a:pt x="1291307" y="1256812"/>
                      </a:lnTo>
                      <a:lnTo>
                        <a:pt x="1374265" y="1256675"/>
                      </a:lnTo>
                      <a:lnTo>
                        <a:pt x="1362404" y="1234699"/>
                      </a:lnTo>
                      <a:lnTo>
                        <a:pt x="1332786" y="1238323"/>
                      </a:lnTo>
                      <a:lnTo>
                        <a:pt x="1245343" y="1158035"/>
                      </a:lnTo>
                      <a:lnTo>
                        <a:pt x="1217208" y="1109541"/>
                      </a:lnTo>
                      <a:lnTo>
                        <a:pt x="1168821" y="1096236"/>
                      </a:lnTo>
                      <a:lnTo>
                        <a:pt x="1146762" y="1142849"/>
                      </a:lnTo>
                      <a:lnTo>
                        <a:pt x="1122279" y="1155236"/>
                      </a:lnTo>
                      <a:lnTo>
                        <a:pt x="1152512" y="1053247"/>
                      </a:lnTo>
                      <a:lnTo>
                        <a:pt x="1192038" y="1049072"/>
                      </a:lnTo>
                      <a:lnTo>
                        <a:pt x="1250406" y="1020811"/>
                      </a:lnTo>
                      <a:lnTo>
                        <a:pt x="1233445" y="961764"/>
                      </a:lnTo>
                      <a:lnTo>
                        <a:pt x="1196595" y="935934"/>
                      </a:lnTo>
                      <a:lnTo>
                        <a:pt x="1130054" y="968325"/>
                      </a:lnTo>
                      <a:lnTo>
                        <a:pt x="1130850" y="926804"/>
                      </a:lnTo>
                      <a:lnTo>
                        <a:pt x="1143326" y="873631"/>
                      </a:lnTo>
                      <a:lnTo>
                        <a:pt x="1193485" y="873814"/>
                      </a:lnTo>
                      <a:lnTo>
                        <a:pt x="1237423" y="891156"/>
                      </a:lnTo>
                      <a:lnTo>
                        <a:pt x="1274816" y="805271"/>
                      </a:lnTo>
                      <a:lnTo>
                        <a:pt x="1276480" y="766916"/>
                      </a:lnTo>
                      <a:lnTo>
                        <a:pt x="1214351" y="822659"/>
                      </a:lnTo>
                      <a:lnTo>
                        <a:pt x="1200392" y="702410"/>
                      </a:lnTo>
                      <a:lnTo>
                        <a:pt x="1261544" y="586428"/>
                      </a:lnTo>
                      <a:lnTo>
                        <a:pt x="1319876" y="535869"/>
                      </a:lnTo>
                      <a:lnTo>
                        <a:pt x="1392745" y="537337"/>
                      </a:lnTo>
                      <a:lnTo>
                        <a:pt x="1466807" y="529171"/>
                      </a:lnTo>
                      <a:lnTo>
                        <a:pt x="1420338" y="507929"/>
                      </a:lnTo>
                      <a:lnTo>
                        <a:pt x="1372638" y="496413"/>
                      </a:lnTo>
                      <a:lnTo>
                        <a:pt x="1408476" y="450580"/>
                      </a:lnTo>
                      <a:lnTo>
                        <a:pt x="1439034" y="442368"/>
                      </a:lnTo>
                      <a:lnTo>
                        <a:pt x="1469050" y="402407"/>
                      </a:lnTo>
                      <a:lnTo>
                        <a:pt x="1396868" y="408326"/>
                      </a:lnTo>
                      <a:lnTo>
                        <a:pt x="1405366" y="332717"/>
                      </a:lnTo>
                      <a:lnTo>
                        <a:pt x="1370287" y="348086"/>
                      </a:lnTo>
                      <a:lnTo>
                        <a:pt x="1328302" y="355198"/>
                      </a:lnTo>
                      <a:lnTo>
                        <a:pt x="1311956" y="387267"/>
                      </a:lnTo>
                      <a:lnTo>
                        <a:pt x="1315175" y="440533"/>
                      </a:lnTo>
                      <a:lnTo>
                        <a:pt x="1302915" y="475492"/>
                      </a:lnTo>
                      <a:lnTo>
                        <a:pt x="1270260" y="503570"/>
                      </a:lnTo>
                      <a:lnTo>
                        <a:pt x="1215111" y="525455"/>
                      </a:lnTo>
                      <a:lnTo>
                        <a:pt x="1209758" y="487513"/>
                      </a:lnTo>
                      <a:lnTo>
                        <a:pt x="1191532" y="470308"/>
                      </a:lnTo>
                      <a:lnTo>
                        <a:pt x="1184733" y="551560"/>
                      </a:lnTo>
                      <a:lnTo>
                        <a:pt x="1170268" y="579179"/>
                      </a:lnTo>
                      <a:lnTo>
                        <a:pt x="1129946" y="502928"/>
                      </a:lnTo>
                      <a:lnTo>
                        <a:pt x="1117831" y="518298"/>
                      </a:lnTo>
                      <a:lnTo>
                        <a:pt x="1119386" y="539952"/>
                      </a:lnTo>
                      <a:lnTo>
                        <a:pt x="1109080" y="577390"/>
                      </a:lnTo>
                      <a:lnTo>
                        <a:pt x="1074507" y="596888"/>
                      </a:lnTo>
                      <a:lnTo>
                        <a:pt x="1076641" y="644878"/>
                      </a:lnTo>
                      <a:lnTo>
                        <a:pt x="1063225" y="671029"/>
                      </a:lnTo>
                      <a:lnTo>
                        <a:pt x="952492" y="629371"/>
                      </a:lnTo>
                      <a:lnTo>
                        <a:pt x="949889" y="643501"/>
                      </a:lnTo>
                      <a:lnTo>
                        <a:pt x="1012524" y="733333"/>
                      </a:lnTo>
                      <a:lnTo>
                        <a:pt x="1058270" y="764026"/>
                      </a:lnTo>
                      <a:lnTo>
                        <a:pt x="1063839" y="813024"/>
                      </a:lnTo>
                      <a:lnTo>
                        <a:pt x="1024566" y="853673"/>
                      </a:lnTo>
                      <a:lnTo>
                        <a:pt x="970393" y="818576"/>
                      </a:lnTo>
                      <a:lnTo>
                        <a:pt x="961280" y="821145"/>
                      </a:lnTo>
                      <a:lnTo>
                        <a:pt x="990717" y="881338"/>
                      </a:lnTo>
                      <a:lnTo>
                        <a:pt x="1009269" y="933916"/>
                      </a:lnTo>
                      <a:lnTo>
                        <a:pt x="990175" y="977960"/>
                      </a:lnTo>
                      <a:lnTo>
                        <a:pt x="993140" y="1032189"/>
                      </a:lnTo>
                      <a:lnTo>
                        <a:pt x="989017" y="1081371"/>
                      </a:lnTo>
                      <a:lnTo>
                        <a:pt x="977337" y="1124268"/>
                      </a:lnTo>
                      <a:lnTo>
                        <a:pt x="1003663" y="1322006"/>
                      </a:lnTo>
                      <a:lnTo>
                        <a:pt x="1035379" y="1375777"/>
                      </a:lnTo>
                      <a:lnTo>
                        <a:pt x="1066552" y="1427207"/>
                      </a:lnTo>
                      <a:lnTo>
                        <a:pt x="1083078" y="1475334"/>
                      </a:lnTo>
                      <a:lnTo>
                        <a:pt x="1049989" y="1482354"/>
                      </a:lnTo>
                      <a:lnTo>
                        <a:pt x="997299" y="1442760"/>
                      </a:lnTo>
                      <a:lnTo>
                        <a:pt x="951010" y="1412572"/>
                      </a:lnTo>
                      <a:lnTo>
                        <a:pt x="895861" y="1316042"/>
                      </a:lnTo>
                      <a:lnTo>
                        <a:pt x="886747" y="1277504"/>
                      </a:lnTo>
                      <a:lnTo>
                        <a:pt x="873295" y="1247040"/>
                      </a:lnTo>
                      <a:lnTo>
                        <a:pt x="879804" y="1317006"/>
                      </a:lnTo>
                      <a:lnTo>
                        <a:pt x="899477" y="1395138"/>
                      </a:lnTo>
                      <a:lnTo>
                        <a:pt x="1072193" y="1569983"/>
                      </a:lnTo>
                      <a:lnTo>
                        <a:pt x="1104089" y="1637058"/>
                      </a:lnTo>
                      <a:lnTo>
                        <a:pt x="1128391" y="1689773"/>
                      </a:lnTo>
                      <a:lnTo>
                        <a:pt x="1122279" y="1740286"/>
                      </a:lnTo>
                      <a:lnTo>
                        <a:pt x="1077256" y="1704546"/>
                      </a:lnTo>
                      <a:lnTo>
                        <a:pt x="1038416" y="1658988"/>
                      </a:lnTo>
                      <a:lnTo>
                        <a:pt x="935315" y="1607512"/>
                      </a:lnTo>
                      <a:lnTo>
                        <a:pt x="805308" y="1574983"/>
                      </a:lnTo>
                      <a:lnTo>
                        <a:pt x="732004" y="1455331"/>
                      </a:lnTo>
                      <a:lnTo>
                        <a:pt x="732258" y="1505247"/>
                      </a:lnTo>
                      <a:lnTo>
                        <a:pt x="715984" y="1547594"/>
                      </a:lnTo>
                      <a:lnTo>
                        <a:pt x="671178" y="1495980"/>
                      </a:lnTo>
                      <a:lnTo>
                        <a:pt x="642934" y="1451936"/>
                      </a:lnTo>
                      <a:lnTo>
                        <a:pt x="633459" y="1403671"/>
                      </a:lnTo>
                      <a:lnTo>
                        <a:pt x="577515" y="1406974"/>
                      </a:lnTo>
                      <a:lnTo>
                        <a:pt x="518858" y="1448908"/>
                      </a:lnTo>
                      <a:lnTo>
                        <a:pt x="462117" y="1438952"/>
                      </a:lnTo>
                      <a:lnTo>
                        <a:pt x="455391" y="1357104"/>
                      </a:lnTo>
                      <a:lnTo>
                        <a:pt x="470724" y="1313748"/>
                      </a:lnTo>
                      <a:lnTo>
                        <a:pt x="534408" y="1211209"/>
                      </a:lnTo>
                      <a:lnTo>
                        <a:pt x="594403" y="1158861"/>
                      </a:lnTo>
                      <a:lnTo>
                        <a:pt x="620875" y="1091281"/>
                      </a:lnTo>
                      <a:lnTo>
                        <a:pt x="611834" y="986493"/>
                      </a:lnTo>
                      <a:lnTo>
                        <a:pt x="600551" y="1093116"/>
                      </a:lnTo>
                      <a:lnTo>
                        <a:pt x="566268" y="1145969"/>
                      </a:lnTo>
                      <a:lnTo>
                        <a:pt x="512384" y="1186342"/>
                      </a:lnTo>
                      <a:lnTo>
                        <a:pt x="441468" y="1258280"/>
                      </a:lnTo>
                      <a:lnTo>
                        <a:pt x="424146" y="1324805"/>
                      </a:lnTo>
                      <a:lnTo>
                        <a:pt x="402014" y="1449367"/>
                      </a:lnTo>
                      <a:lnTo>
                        <a:pt x="431957" y="1491529"/>
                      </a:lnTo>
                      <a:lnTo>
                        <a:pt x="462551" y="1502540"/>
                      </a:lnTo>
                      <a:lnTo>
                        <a:pt x="552924" y="1474279"/>
                      </a:lnTo>
                      <a:lnTo>
                        <a:pt x="599683" y="1486896"/>
                      </a:lnTo>
                      <a:lnTo>
                        <a:pt x="703689" y="1636874"/>
                      </a:lnTo>
                      <a:lnTo>
                        <a:pt x="897343" y="1696196"/>
                      </a:lnTo>
                      <a:lnTo>
                        <a:pt x="967970" y="1733266"/>
                      </a:lnTo>
                      <a:lnTo>
                        <a:pt x="1025542" y="1811536"/>
                      </a:lnTo>
                      <a:lnTo>
                        <a:pt x="1112081" y="1856589"/>
                      </a:lnTo>
                      <a:lnTo>
                        <a:pt x="1179237" y="1922058"/>
                      </a:lnTo>
                      <a:lnTo>
                        <a:pt x="1181045" y="1964772"/>
                      </a:lnTo>
                      <a:lnTo>
                        <a:pt x="1157792" y="2015285"/>
                      </a:lnTo>
                      <a:lnTo>
                        <a:pt x="1148606" y="2083644"/>
                      </a:lnTo>
                      <a:lnTo>
                        <a:pt x="1120073" y="2126771"/>
                      </a:lnTo>
                      <a:lnTo>
                        <a:pt x="1051580" y="2131726"/>
                      </a:lnTo>
                      <a:lnTo>
                        <a:pt x="1010209" y="2120623"/>
                      </a:lnTo>
                      <a:lnTo>
                        <a:pt x="787804" y="1880308"/>
                      </a:lnTo>
                      <a:lnTo>
                        <a:pt x="761261" y="1858195"/>
                      </a:lnTo>
                      <a:lnTo>
                        <a:pt x="678772" y="1732349"/>
                      </a:lnTo>
                      <a:lnTo>
                        <a:pt x="581999" y="1664952"/>
                      </a:lnTo>
                      <a:lnTo>
                        <a:pt x="552056" y="1666374"/>
                      </a:lnTo>
                      <a:lnTo>
                        <a:pt x="689802" y="1791028"/>
                      </a:lnTo>
                      <a:lnTo>
                        <a:pt x="746036" y="1878198"/>
                      </a:lnTo>
                      <a:lnTo>
                        <a:pt x="845087" y="2000420"/>
                      </a:lnTo>
                      <a:lnTo>
                        <a:pt x="915895" y="2052171"/>
                      </a:lnTo>
                      <a:lnTo>
                        <a:pt x="968006" y="2132918"/>
                      </a:lnTo>
                      <a:lnTo>
                        <a:pt x="1016429" y="2170769"/>
                      </a:lnTo>
                      <a:lnTo>
                        <a:pt x="1148642" y="2224676"/>
                      </a:lnTo>
                      <a:lnTo>
                        <a:pt x="1102679" y="2263398"/>
                      </a:lnTo>
                      <a:lnTo>
                        <a:pt x="1176054" y="2296385"/>
                      </a:lnTo>
                      <a:lnTo>
                        <a:pt x="1186542" y="2357037"/>
                      </a:lnTo>
                      <a:lnTo>
                        <a:pt x="1179815" y="2426177"/>
                      </a:lnTo>
                      <a:lnTo>
                        <a:pt x="1077979" y="2398833"/>
                      </a:lnTo>
                      <a:lnTo>
                        <a:pt x="1074652" y="2449759"/>
                      </a:lnTo>
                      <a:lnTo>
                        <a:pt x="1083765" y="2479810"/>
                      </a:lnTo>
                      <a:lnTo>
                        <a:pt x="1038778" y="2504630"/>
                      </a:lnTo>
                      <a:lnTo>
                        <a:pt x="976216" y="2470955"/>
                      </a:lnTo>
                      <a:lnTo>
                        <a:pt x="813770" y="2286751"/>
                      </a:lnTo>
                      <a:lnTo>
                        <a:pt x="815144" y="2311388"/>
                      </a:lnTo>
                      <a:lnTo>
                        <a:pt x="828307" y="2339970"/>
                      </a:lnTo>
                      <a:lnTo>
                        <a:pt x="922513" y="2458568"/>
                      </a:lnTo>
                      <a:lnTo>
                        <a:pt x="1006593" y="2529680"/>
                      </a:lnTo>
                      <a:lnTo>
                        <a:pt x="1077871" y="2561796"/>
                      </a:lnTo>
                      <a:lnTo>
                        <a:pt x="1132803" y="2621392"/>
                      </a:lnTo>
                      <a:lnTo>
                        <a:pt x="1152186" y="2657453"/>
                      </a:lnTo>
                      <a:lnTo>
                        <a:pt x="1165133" y="2712141"/>
                      </a:lnTo>
                      <a:lnTo>
                        <a:pt x="1124413" y="2749303"/>
                      </a:lnTo>
                      <a:lnTo>
                        <a:pt x="1078051" y="2769811"/>
                      </a:lnTo>
                      <a:lnTo>
                        <a:pt x="1032775" y="2732741"/>
                      </a:lnTo>
                      <a:lnTo>
                        <a:pt x="999577" y="2693698"/>
                      </a:lnTo>
                      <a:lnTo>
                        <a:pt x="928878" y="2627403"/>
                      </a:lnTo>
                      <a:lnTo>
                        <a:pt x="907686" y="2553308"/>
                      </a:lnTo>
                      <a:lnTo>
                        <a:pt x="853911" y="2557116"/>
                      </a:lnTo>
                      <a:lnTo>
                        <a:pt x="629156" y="2463156"/>
                      </a:lnTo>
                      <a:lnTo>
                        <a:pt x="448520" y="2452328"/>
                      </a:lnTo>
                      <a:lnTo>
                        <a:pt x="466168" y="2471230"/>
                      </a:lnTo>
                      <a:lnTo>
                        <a:pt x="489023" y="2483801"/>
                      </a:lnTo>
                      <a:lnTo>
                        <a:pt x="632881" y="2506970"/>
                      </a:lnTo>
                      <a:lnTo>
                        <a:pt x="689730" y="2550234"/>
                      </a:lnTo>
                      <a:lnTo>
                        <a:pt x="808056" y="2588635"/>
                      </a:lnTo>
                      <a:lnTo>
                        <a:pt x="877345" y="2599141"/>
                      </a:lnTo>
                      <a:lnTo>
                        <a:pt x="905444" y="2717096"/>
                      </a:lnTo>
                      <a:lnTo>
                        <a:pt x="1001204" y="2798256"/>
                      </a:lnTo>
                      <a:lnTo>
                        <a:pt x="1013645" y="2858403"/>
                      </a:lnTo>
                      <a:lnTo>
                        <a:pt x="1079028" y="2865148"/>
                      </a:lnTo>
                      <a:lnTo>
                        <a:pt x="1194063" y="2806147"/>
                      </a:lnTo>
                      <a:lnTo>
                        <a:pt x="1268307" y="2826839"/>
                      </a:lnTo>
                      <a:lnTo>
                        <a:pt x="1375386" y="2843722"/>
                      </a:lnTo>
                      <a:lnTo>
                        <a:pt x="1399869" y="2891345"/>
                      </a:lnTo>
                      <a:lnTo>
                        <a:pt x="1418240" y="2981956"/>
                      </a:lnTo>
                      <a:lnTo>
                        <a:pt x="1456103" y="3083899"/>
                      </a:lnTo>
                      <a:lnTo>
                        <a:pt x="1554287" y="3485845"/>
                      </a:lnTo>
                      <a:lnTo>
                        <a:pt x="1642687" y="3682871"/>
                      </a:lnTo>
                      <a:lnTo>
                        <a:pt x="1615976" y="3682871"/>
                      </a:lnTo>
                      <a:lnTo>
                        <a:pt x="1576238" y="3603800"/>
                      </a:lnTo>
                      <a:lnTo>
                        <a:pt x="1515845" y="3446573"/>
                      </a:lnTo>
                      <a:lnTo>
                        <a:pt x="1453789" y="3168959"/>
                      </a:lnTo>
                      <a:lnTo>
                        <a:pt x="1435779" y="3106793"/>
                      </a:lnTo>
                      <a:lnTo>
                        <a:pt x="1414588" y="3081972"/>
                      </a:lnTo>
                      <a:lnTo>
                        <a:pt x="1400629" y="3102159"/>
                      </a:lnTo>
                      <a:lnTo>
                        <a:pt x="1394625" y="3137532"/>
                      </a:lnTo>
                      <a:lnTo>
                        <a:pt x="1404751" y="3164692"/>
                      </a:lnTo>
                      <a:lnTo>
                        <a:pt x="1380305" y="3256083"/>
                      </a:lnTo>
                      <a:lnTo>
                        <a:pt x="1390901" y="3298016"/>
                      </a:lnTo>
                      <a:lnTo>
                        <a:pt x="1430608" y="3341372"/>
                      </a:lnTo>
                      <a:lnTo>
                        <a:pt x="1473751" y="3449555"/>
                      </a:lnTo>
                      <a:lnTo>
                        <a:pt x="1508214" y="3595221"/>
                      </a:lnTo>
                      <a:lnTo>
                        <a:pt x="1461600" y="3536174"/>
                      </a:lnTo>
                      <a:lnTo>
                        <a:pt x="1411839" y="3504885"/>
                      </a:lnTo>
                      <a:lnTo>
                        <a:pt x="1334413" y="3480890"/>
                      </a:lnTo>
                      <a:lnTo>
                        <a:pt x="1265450" y="3438819"/>
                      </a:lnTo>
                      <a:lnTo>
                        <a:pt x="1270477" y="3499150"/>
                      </a:lnTo>
                      <a:lnTo>
                        <a:pt x="1263859" y="3564298"/>
                      </a:lnTo>
                      <a:lnTo>
                        <a:pt x="1210699" y="3544433"/>
                      </a:lnTo>
                      <a:lnTo>
                        <a:pt x="1174535" y="3522824"/>
                      </a:lnTo>
                      <a:lnTo>
                        <a:pt x="1206540" y="3592239"/>
                      </a:lnTo>
                      <a:lnTo>
                        <a:pt x="1137070" y="3571410"/>
                      </a:lnTo>
                      <a:lnTo>
                        <a:pt x="1090781" y="3575768"/>
                      </a:lnTo>
                      <a:lnTo>
                        <a:pt x="1060693" y="3637384"/>
                      </a:lnTo>
                      <a:lnTo>
                        <a:pt x="1020335" y="3674775"/>
                      </a:lnTo>
                      <a:lnTo>
                        <a:pt x="980297" y="3682871"/>
                      </a:lnTo>
                      <a:lnTo>
                        <a:pt x="954427" y="3682871"/>
                      </a:lnTo>
                      <a:lnTo>
                        <a:pt x="872137" y="3630502"/>
                      </a:lnTo>
                      <a:lnTo>
                        <a:pt x="843460" y="3562096"/>
                      </a:lnTo>
                      <a:lnTo>
                        <a:pt x="831598" y="3485937"/>
                      </a:lnTo>
                      <a:lnTo>
                        <a:pt x="826861" y="3575997"/>
                      </a:lnTo>
                      <a:lnTo>
                        <a:pt x="842628" y="3669774"/>
                      </a:lnTo>
                      <a:lnTo>
                        <a:pt x="841612" y="3682871"/>
                      </a:lnTo>
                      <a:lnTo>
                        <a:pt x="0" y="3682871"/>
                      </a:lnTo>
                      <a:lnTo>
                        <a:pt x="0" y="0"/>
                      </a:lnTo>
                      <a:lnTo>
                        <a:pt x="2024089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6" name="pg663">
                  <a:extLst>
                    <a:ext uri="{FF2B5EF4-FFF2-40B4-BE49-F238E27FC236}">
                      <a16:creationId xmlns:a16="http://schemas.microsoft.com/office/drawing/2014/main" id="{8E0C7319-0C6E-1605-5375-A54F599D15F2}"/>
                    </a:ext>
                  </a:extLst>
                </p:cNvPr>
                <p:cNvSpPr/>
                <p:nvPr/>
              </p:nvSpPr>
              <p:spPr>
                <a:xfrm>
                  <a:off x="7847317" y="1150873"/>
                  <a:ext cx="50524" cy="9500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8453" h="203932">
                      <a:moveTo>
                        <a:pt x="1988" y="203932"/>
                      </a:moveTo>
                      <a:lnTo>
                        <a:pt x="0" y="176588"/>
                      </a:lnTo>
                      <a:lnTo>
                        <a:pt x="108453" y="0"/>
                      </a:lnTo>
                      <a:lnTo>
                        <a:pt x="88853" y="61707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7" name="pg664">
                  <a:extLst>
                    <a:ext uri="{FF2B5EF4-FFF2-40B4-BE49-F238E27FC236}">
                      <a16:creationId xmlns:a16="http://schemas.microsoft.com/office/drawing/2014/main" id="{172EE8FE-9914-4A25-E7F2-66D0FEBDCF17}"/>
                    </a:ext>
                  </a:extLst>
                </p:cNvPr>
                <p:cNvSpPr/>
                <p:nvPr/>
              </p:nvSpPr>
              <p:spPr>
                <a:xfrm>
                  <a:off x="7459047" y="1784840"/>
                  <a:ext cx="96819" cy="18647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07830" h="400294">
                      <a:moveTo>
                        <a:pt x="0" y="400294"/>
                      </a:moveTo>
                      <a:lnTo>
                        <a:pt x="112974" y="212144"/>
                      </a:lnTo>
                      <a:lnTo>
                        <a:pt x="178574" y="54504"/>
                      </a:lnTo>
                      <a:lnTo>
                        <a:pt x="207830" y="0"/>
                      </a:lnTo>
                      <a:lnTo>
                        <a:pt x="179442" y="110476"/>
                      </a:lnTo>
                      <a:lnTo>
                        <a:pt x="129826" y="212052"/>
                      </a:lnTo>
                      <a:lnTo>
                        <a:pt x="33668" y="38506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8" name="pt665">
                  <a:extLst>
                    <a:ext uri="{FF2B5EF4-FFF2-40B4-BE49-F238E27FC236}">
                      <a16:creationId xmlns:a16="http://schemas.microsoft.com/office/drawing/2014/main" id="{87EA2F39-1C8B-4D62-EB86-AA12279E3B27}"/>
                    </a:ext>
                  </a:extLst>
                </p:cNvPr>
                <p:cNvSpPr/>
                <p:nvPr/>
              </p:nvSpPr>
              <p:spPr>
                <a:xfrm>
                  <a:off x="7326911" y="2049477"/>
                  <a:ext cx="67319" cy="67319"/>
                </a:xfrm>
                <a:prstGeom prst="ellipse">
                  <a:avLst/>
                </a:prstGeom>
                <a:solidFill>
                  <a:srgbClr val="7DD6B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9" name="pt666">
                  <a:extLst>
                    <a:ext uri="{FF2B5EF4-FFF2-40B4-BE49-F238E27FC236}">
                      <a16:creationId xmlns:a16="http://schemas.microsoft.com/office/drawing/2014/main" id="{F465C046-14B4-9813-99A7-26B58EE3D375}"/>
                    </a:ext>
                  </a:extLst>
                </p:cNvPr>
                <p:cNvSpPr/>
                <p:nvPr/>
              </p:nvSpPr>
              <p:spPr>
                <a:xfrm>
                  <a:off x="7585996" y="1411730"/>
                  <a:ext cx="67319" cy="67319"/>
                </a:xfrm>
                <a:prstGeom prst="ellipse">
                  <a:avLst/>
                </a:prstGeom>
                <a:solidFill>
                  <a:srgbClr val="7AD5B6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0" name="pt667">
                  <a:extLst>
                    <a:ext uri="{FF2B5EF4-FFF2-40B4-BE49-F238E27FC236}">
                      <a16:creationId xmlns:a16="http://schemas.microsoft.com/office/drawing/2014/main" id="{F5EFAF90-9403-4648-AC2B-F7ED711AB289}"/>
                    </a:ext>
                  </a:extLst>
                </p:cNvPr>
                <p:cNvSpPr/>
                <p:nvPr/>
              </p:nvSpPr>
              <p:spPr>
                <a:xfrm>
                  <a:off x="7377626" y="1253656"/>
                  <a:ext cx="67319" cy="67319"/>
                </a:xfrm>
                <a:prstGeom prst="ellipse">
                  <a:avLst/>
                </a:prstGeom>
                <a:solidFill>
                  <a:srgbClr val="7BD5B6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1" name="pt668">
                  <a:extLst>
                    <a:ext uri="{FF2B5EF4-FFF2-40B4-BE49-F238E27FC236}">
                      <a16:creationId xmlns:a16="http://schemas.microsoft.com/office/drawing/2014/main" id="{966B3035-386C-8754-D430-77577F0AA680}"/>
                    </a:ext>
                  </a:extLst>
                </p:cNvPr>
                <p:cNvSpPr/>
                <p:nvPr/>
              </p:nvSpPr>
              <p:spPr>
                <a:xfrm>
                  <a:off x="6873977" y="1734169"/>
                  <a:ext cx="67319" cy="67319"/>
                </a:xfrm>
                <a:prstGeom prst="ellipse">
                  <a:avLst/>
                </a:prstGeom>
                <a:solidFill>
                  <a:srgbClr val="A3E2C8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2" name="pt669">
                  <a:extLst>
                    <a:ext uri="{FF2B5EF4-FFF2-40B4-BE49-F238E27FC236}">
                      <a16:creationId xmlns:a16="http://schemas.microsoft.com/office/drawing/2014/main" id="{3E80C674-FFDE-0E41-C9F0-5C7EEBEFA1A3}"/>
                    </a:ext>
                  </a:extLst>
                </p:cNvPr>
                <p:cNvSpPr/>
                <p:nvPr/>
              </p:nvSpPr>
              <p:spPr>
                <a:xfrm>
                  <a:off x="7016785" y="2291449"/>
                  <a:ext cx="67319" cy="67319"/>
                </a:xfrm>
                <a:prstGeom prst="ellipse">
                  <a:avLst/>
                </a:prstGeom>
                <a:solidFill>
                  <a:srgbClr val="3799A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3" name="pt670">
                  <a:extLst>
                    <a:ext uri="{FF2B5EF4-FFF2-40B4-BE49-F238E27FC236}">
                      <a16:creationId xmlns:a16="http://schemas.microsoft.com/office/drawing/2014/main" id="{53FBD7EF-59FC-7C8B-E807-FE629284B97E}"/>
                    </a:ext>
                  </a:extLst>
                </p:cNvPr>
                <p:cNvSpPr/>
                <p:nvPr/>
              </p:nvSpPr>
              <p:spPr>
                <a:xfrm>
                  <a:off x="7051592" y="1890286"/>
                  <a:ext cx="67319" cy="67319"/>
                </a:xfrm>
                <a:prstGeom prst="ellipse">
                  <a:avLst/>
                </a:prstGeom>
                <a:solidFill>
                  <a:srgbClr val="DCF4E4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4" name="pt671">
                  <a:extLst>
                    <a:ext uri="{FF2B5EF4-FFF2-40B4-BE49-F238E27FC236}">
                      <a16:creationId xmlns:a16="http://schemas.microsoft.com/office/drawing/2014/main" id="{14B78299-2AA9-76FA-F7CD-FB52E728C499}"/>
                    </a:ext>
                  </a:extLst>
                </p:cNvPr>
                <p:cNvSpPr/>
                <p:nvPr/>
              </p:nvSpPr>
              <p:spPr>
                <a:xfrm>
                  <a:off x="7038665" y="2211141"/>
                  <a:ext cx="67319" cy="67319"/>
                </a:xfrm>
                <a:prstGeom prst="ellipse">
                  <a:avLst/>
                </a:prstGeom>
                <a:solidFill>
                  <a:srgbClr val="60CEA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5" name="pt672">
                  <a:extLst>
                    <a:ext uri="{FF2B5EF4-FFF2-40B4-BE49-F238E27FC236}">
                      <a16:creationId xmlns:a16="http://schemas.microsoft.com/office/drawing/2014/main" id="{69C88917-935D-5D13-6070-D6DA69D9A573}"/>
                    </a:ext>
                  </a:extLst>
                </p:cNvPr>
                <p:cNvSpPr/>
                <p:nvPr/>
              </p:nvSpPr>
              <p:spPr>
                <a:xfrm>
                  <a:off x="7004159" y="2278823"/>
                  <a:ext cx="118872" cy="118872"/>
                </a:xfrm>
                <a:prstGeom prst="ellipse">
                  <a:avLst/>
                </a:prstGeom>
                <a:solidFill>
                  <a:srgbClr val="3799A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6" name="pt673">
                  <a:extLst>
                    <a:ext uri="{FF2B5EF4-FFF2-40B4-BE49-F238E27FC236}">
                      <a16:creationId xmlns:a16="http://schemas.microsoft.com/office/drawing/2014/main" id="{56007F2C-D0A7-EAD3-0D4E-CBBB79AEC8F0}"/>
                    </a:ext>
                  </a:extLst>
                </p:cNvPr>
                <p:cNvSpPr/>
                <p:nvPr/>
              </p:nvSpPr>
              <p:spPr>
                <a:xfrm>
                  <a:off x="7038966" y="1877659"/>
                  <a:ext cx="118872" cy="118872"/>
                </a:xfrm>
                <a:prstGeom prst="ellipse">
                  <a:avLst/>
                </a:prstGeom>
                <a:solidFill>
                  <a:srgbClr val="DCF4E4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7" name="pt674">
                  <a:extLst>
                    <a:ext uri="{FF2B5EF4-FFF2-40B4-BE49-F238E27FC236}">
                      <a16:creationId xmlns:a16="http://schemas.microsoft.com/office/drawing/2014/main" id="{8724D1A9-E3F2-802A-21F4-5896F5C4EFE3}"/>
                    </a:ext>
                  </a:extLst>
                </p:cNvPr>
                <p:cNvSpPr/>
                <p:nvPr/>
              </p:nvSpPr>
              <p:spPr>
                <a:xfrm>
                  <a:off x="7026038" y="2198515"/>
                  <a:ext cx="118872" cy="118872"/>
                </a:xfrm>
                <a:prstGeom prst="ellipse">
                  <a:avLst/>
                </a:prstGeom>
                <a:solidFill>
                  <a:srgbClr val="60CEA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8" name="pg675">
                  <a:extLst>
                    <a:ext uri="{FF2B5EF4-FFF2-40B4-BE49-F238E27FC236}">
                      <a16:creationId xmlns:a16="http://schemas.microsoft.com/office/drawing/2014/main" id="{FC048FC5-8129-FC13-B5C4-3F418A396092}"/>
                    </a:ext>
                  </a:extLst>
                </p:cNvPr>
                <p:cNvSpPr/>
                <p:nvPr/>
              </p:nvSpPr>
              <p:spPr>
                <a:xfrm>
                  <a:off x="6953912" y="1851967"/>
                  <a:ext cx="137160" cy="11887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67615" h="231762">
                      <a:moveTo>
                        <a:pt x="133807" y="0"/>
                      </a:moveTo>
                      <a:lnTo>
                        <a:pt x="267615" y="231762"/>
                      </a:lnTo>
                      <a:lnTo>
                        <a:pt x="0" y="231762"/>
                      </a:lnTo>
                      <a:close/>
                    </a:path>
                  </a:pathLst>
                </a:custGeom>
                <a:solidFill>
                  <a:srgbClr val="FF1493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9" name="pl676">
                  <a:extLst>
                    <a:ext uri="{FF2B5EF4-FFF2-40B4-BE49-F238E27FC236}">
                      <a16:creationId xmlns:a16="http://schemas.microsoft.com/office/drawing/2014/main" id="{A379F709-65E9-DD45-1470-A94B4565596D}"/>
                    </a:ext>
                  </a:extLst>
                </p:cNvPr>
                <p:cNvSpPr/>
                <p:nvPr/>
              </p:nvSpPr>
              <p:spPr>
                <a:xfrm>
                  <a:off x="7056947" y="2204946"/>
                  <a:ext cx="503554" cy="1186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80921" h="254649">
                      <a:moveTo>
                        <a:pt x="1080921" y="0"/>
                      </a:moveTo>
                      <a:lnTo>
                        <a:pt x="0" y="254649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30" name="pl677">
                  <a:extLst>
                    <a:ext uri="{FF2B5EF4-FFF2-40B4-BE49-F238E27FC236}">
                      <a16:creationId xmlns:a16="http://schemas.microsoft.com/office/drawing/2014/main" id="{4ED2E3D9-997A-4FBF-63CE-3B26FB7D0216}"/>
                    </a:ext>
                  </a:extLst>
                </p:cNvPr>
                <p:cNvSpPr/>
                <p:nvPr/>
              </p:nvSpPr>
              <p:spPr>
                <a:xfrm>
                  <a:off x="7091577" y="1751698"/>
                  <a:ext cx="506617" cy="17012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87496" h="365184">
                      <a:moveTo>
                        <a:pt x="1087496" y="0"/>
                      </a:moveTo>
                      <a:lnTo>
                        <a:pt x="0" y="365184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31" name="pl678">
                  <a:extLst>
                    <a:ext uri="{FF2B5EF4-FFF2-40B4-BE49-F238E27FC236}">
                      <a16:creationId xmlns:a16="http://schemas.microsoft.com/office/drawing/2014/main" id="{3F23B487-4E2F-A1F0-11C8-AC48AA24EF17}"/>
                    </a:ext>
                  </a:extLst>
                </p:cNvPr>
                <p:cNvSpPr/>
                <p:nvPr/>
              </p:nvSpPr>
              <p:spPr>
                <a:xfrm>
                  <a:off x="7078544" y="2012353"/>
                  <a:ext cx="595908" cy="23004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279166" h="493815">
                      <a:moveTo>
                        <a:pt x="1279166" y="0"/>
                      </a:moveTo>
                      <a:lnTo>
                        <a:pt x="0" y="493815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32" name="pg679">
                  <a:extLst>
                    <a:ext uri="{FF2B5EF4-FFF2-40B4-BE49-F238E27FC236}">
                      <a16:creationId xmlns:a16="http://schemas.microsoft.com/office/drawing/2014/main" id="{599820FC-8E04-5B0E-F774-6BE38EDFB5F7}"/>
                    </a:ext>
                  </a:extLst>
                </p:cNvPr>
                <p:cNvSpPr/>
                <p:nvPr/>
              </p:nvSpPr>
              <p:spPr>
                <a:xfrm>
                  <a:off x="7560501" y="2127480"/>
                  <a:ext cx="555945" cy="17373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93383" h="324612">
                      <a:moveTo>
                        <a:pt x="27432" y="324612"/>
                      </a:moveTo>
                      <a:lnTo>
                        <a:pt x="1165951" y="324612"/>
                      </a:lnTo>
                      <a:lnTo>
                        <a:pt x="1164846" y="324589"/>
                      </a:lnTo>
                      <a:lnTo>
                        <a:pt x="1169258" y="324411"/>
                      </a:lnTo>
                      <a:lnTo>
                        <a:pt x="1173583" y="323528"/>
                      </a:lnTo>
                      <a:lnTo>
                        <a:pt x="1177711" y="321963"/>
                      </a:lnTo>
                      <a:lnTo>
                        <a:pt x="1181534" y="319756"/>
                      </a:lnTo>
                      <a:lnTo>
                        <a:pt x="1184954" y="316964"/>
                      </a:lnTo>
                      <a:lnTo>
                        <a:pt x="1187881" y="313659"/>
                      </a:lnTo>
                      <a:lnTo>
                        <a:pt x="1190241" y="309928"/>
                      </a:lnTo>
                      <a:lnTo>
                        <a:pt x="1191971" y="305866"/>
                      </a:lnTo>
                      <a:lnTo>
                        <a:pt x="1193028" y="301580"/>
                      </a:lnTo>
                      <a:lnTo>
                        <a:pt x="1193383" y="297179"/>
                      </a:lnTo>
                      <a:lnTo>
                        <a:pt x="1193383" y="27431"/>
                      </a:lnTo>
                      <a:lnTo>
                        <a:pt x="1193028" y="23031"/>
                      </a:lnTo>
                      <a:lnTo>
                        <a:pt x="1191971" y="18745"/>
                      </a:lnTo>
                      <a:lnTo>
                        <a:pt x="1190241" y="14683"/>
                      </a:lnTo>
                      <a:lnTo>
                        <a:pt x="1187881" y="10952"/>
                      </a:lnTo>
                      <a:lnTo>
                        <a:pt x="1184954" y="7647"/>
                      </a:lnTo>
                      <a:lnTo>
                        <a:pt x="1181534" y="4855"/>
                      </a:lnTo>
                      <a:lnTo>
                        <a:pt x="1177711" y="2648"/>
                      </a:lnTo>
                      <a:lnTo>
                        <a:pt x="1173583" y="1083"/>
                      </a:lnTo>
                      <a:lnTo>
                        <a:pt x="1169258" y="200"/>
                      </a:lnTo>
                      <a:lnTo>
                        <a:pt x="1165951" y="0"/>
                      </a:lnTo>
                      <a:lnTo>
                        <a:pt x="27432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5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1"/>
                      </a:lnTo>
                      <a:lnTo>
                        <a:pt x="0" y="297179"/>
                      </a:lnTo>
                      <a:lnTo>
                        <a:pt x="88" y="294972"/>
                      </a:lnTo>
                      <a:lnTo>
                        <a:pt x="88" y="299387"/>
                      </a:lnTo>
                      <a:lnTo>
                        <a:pt x="797" y="303744"/>
                      </a:lnTo>
                      <a:lnTo>
                        <a:pt x="2195" y="307932"/>
                      </a:lnTo>
                      <a:lnTo>
                        <a:pt x="4246" y="311841"/>
                      </a:lnTo>
                      <a:lnTo>
                        <a:pt x="6898" y="315370"/>
                      </a:lnTo>
                      <a:lnTo>
                        <a:pt x="10082" y="318428"/>
                      </a:lnTo>
                      <a:lnTo>
                        <a:pt x="13715" y="320936"/>
                      </a:lnTo>
                      <a:lnTo>
                        <a:pt x="17704" y="322829"/>
                      </a:lnTo>
                      <a:lnTo>
                        <a:pt x="21944" y="324057"/>
                      </a:lnTo>
                      <a:lnTo>
                        <a:pt x="26327" y="324589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33" name="tx680">
                  <a:extLst>
                    <a:ext uri="{FF2B5EF4-FFF2-40B4-BE49-F238E27FC236}">
                      <a16:creationId xmlns:a16="http://schemas.microsoft.com/office/drawing/2014/main" id="{4B657378-0479-F378-BDC9-6C73521E8AEE}"/>
                    </a:ext>
                  </a:extLst>
                </p:cNvPr>
                <p:cNvSpPr/>
                <p:nvPr/>
              </p:nvSpPr>
              <p:spPr>
                <a:xfrm>
                  <a:off x="7594840" y="2096239"/>
                  <a:ext cx="513347" cy="108625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256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W4</a:t>
                  </a:r>
                  <a:r>
                    <a:rPr lang="en-US"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VA</a:t>
                  </a:r>
                </a:p>
              </p:txBody>
            </p:sp>
            <p:sp>
              <p:nvSpPr>
                <p:cNvPr id="4734" name="pg681">
                  <a:extLst>
                    <a:ext uri="{FF2B5EF4-FFF2-40B4-BE49-F238E27FC236}">
                      <a16:creationId xmlns:a16="http://schemas.microsoft.com/office/drawing/2014/main" id="{922EDCB6-F61B-FD48-C1CD-6E06C4D30EFE}"/>
                    </a:ext>
                  </a:extLst>
                </p:cNvPr>
                <p:cNvSpPr/>
                <p:nvPr/>
              </p:nvSpPr>
              <p:spPr>
                <a:xfrm>
                  <a:off x="7598194" y="1673244"/>
                  <a:ext cx="699244" cy="17373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500987" h="324611">
                      <a:moveTo>
                        <a:pt x="27432" y="324611"/>
                      </a:moveTo>
                      <a:lnTo>
                        <a:pt x="1473555" y="324611"/>
                      </a:lnTo>
                      <a:lnTo>
                        <a:pt x="1472451" y="324589"/>
                      </a:lnTo>
                      <a:lnTo>
                        <a:pt x="1476862" y="324411"/>
                      </a:lnTo>
                      <a:lnTo>
                        <a:pt x="1481187" y="323528"/>
                      </a:lnTo>
                      <a:lnTo>
                        <a:pt x="1485315" y="321963"/>
                      </a:lnTo>
                      <a:lnTo>
                        <a:pt x="1489138" y="319756"/>
                      </a:lnTo>
                      <a:lnTo>
                        <a:pt x="1492558" y="316964"/>
                      </a:lnTo>
                      <a:lnTo>
                        <a:pt x="1495485" y="313659"/>
                      </a:lnTo>
                      <a:lnTo>
                        <a:pt x="1497845" y="309928"/>
                      </a:lnTo>
                      <a:lnTo>
                        <a:pt x="1499575" y="305866"/>
                      </a:lnTo>
                      <a:lnTo>
                        <a:pt x="1500632" y="301580"/>
                      </a:lnTo>
                      <a:lnTo>
                        <a:pt x="1500987" y="297180"/>
                      </a:lnTo>
                      <a:lnTo>
                        <a:pt x="1500987" y="27431"/>
                      </a:lnTo>
                      <a:lnTo>
                        <a:pt x="1500632" y="23031"/>
                      </a:lnTo>
                      <a:lnTo>
                        <a:pt x="1499575" y="18745"/>
                      </a:lnTo>
                      <a:lnTo>
                        <a:pt x="1497845" y="14683"/>
                      </a:lnTo>
                      <a:lnTo>
                        <a:pt x="1495485" y="10952"/>
                      </a:lnTo>
                      <a:lnTo>
                        <a:pt x="1492558" y="7647"/>
                      </a:lnTo>
                      <a:lnTo>
                        <a:pt x="1489138" y="4855"/>
                      </a:lnTo>
                      <a:lnTo>
                        <a:pt x="1485315" y="2648"/>
                      </a:lnTo>
                      <a:lnTo>
                        <a:pt x="1481187" y="1083"/>
                      </a:lnTo>
                      <a:lnTo>
                        <a:pt x="1476862" y="200"/>
                      </a:lnTo>
                      <a:lnTo>
                        <a:pt x="1473555" y="0"/>
                      </a:lnTo>
                      <a:lnTo>
                        <a:pt x="27432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6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1"/>
                      </a:lnTo>
                      <a:lnTo>
                        <a:pt x="0" y="297180"/>
                      </a:lnTo>
                      <a:lnTo>
                        <a:pt x="88" y="294972"/>
                      </a:lnTo>
                      <a:lnTo>
                        <a:pt x="88" y="299387"/>
                      </a:lnTo>
                      <a:lnTo>
                        <a:pt x="797" y="303744"/>
                      </a:lnTo>
                      <a:lnTo>
                        <a:pt x="2195" y="307932"/>
                      </a:lnTo>
                      <a:lnTo>
                        <a:pt x="4246" y="311841"/>
                      </a:lnTo>
                      <a:lnTo>
                        <a:pt x="6898" y="315370"/>
                      </a:lnTo>
                      <a:lnTo>
                        <a:pt x="10082" y="318428"/>
                      </a:lnTo>
                      <a:lnTo>
                        <a:pt x="13716" y="320936"/>
                      </a:lnTo>
                      <a:lnTo>
                        <a:pt x="17704" y="322829"/>
                      </a:lnTo>
                      <a:lnTo>
                        <a:pt x="21944" y="324057"/>
                      </a:lnTo>
                      <a:lnTo>
                        <a:pt x="26327" y="324589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35" name="tx682">
                  <a:extLst>
                    <a:ext uri="{FF2B5EF4-FFF2-40B4-BE49-F238E27FC236}">
                      <a16:creationId xmlns:a16="http://schemas.microsoft.com/office/drawing/2014/main" id="{76A7A876-F52E-EB0C-BDAF-C2F202230460}"/>
                    </a:ext>
                  </a:extLst>
                </p:cNvPr>
                <p:cNvSpPr/>
                <p:nvPr/>
              </p:nvSpPr>
              <p:spPr>
                <a:xfrm>
                  <a:off x="7619493" y="1596381"/>
                  <a:ext cx="656646" cy="20678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256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S1</a:t>
                  </a:r>
                  <a:r>
                    <a:rPr lang="en-US"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LOLA</a:t>
                  </a:r>
                </a:p>
              </p:txBody>
            </p:sp>
            <p:sp>
              <p:nvSpPr>
                <p:cNvPr id="4736" name="pg683">
                  <a:extLst>
                    <a:ext uri="{FF2B5EF4-FFF2-40B4-BE49-F238E27FC236}">
                      <a16:creationId xmlns:a16="http://schemas.microsoft.com/office/drawing/2014/main" id="{8F2654B2-6D24-2C8E-9D5A-9640A2D9B1EC}"/>
                    </a:ext>
                  </a:extLst>
                </p:cNvPr>
                <p:cNvSpPr/>
                <p:nvPr/>
              </p:nvSpPr>
              <p:spPr>
                <a:xfrm>
                  <a:off x="7674452" y="1933870"/>
                  <a:ext cx="724377" cy="17373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554937" h="324611">
                      <a:moveTo>
                        <a:pt x="27432" y="324611"/>
                      </a:moveTo>
                      <a:lnTo>
                        <a:pt x="1527505" y="324611"/>
                      </a:lnTo>
                      <a:lnTo>
                        <a:pt x="1526400" y="324589"/>
                      </a:lnTo>
                      <a:lnTo>
                        <a:pt x="1530811" y="324411"/>
                      </a:lnTo>
                      <a:lnTo>
                        <a:pt x="1535137" y="323528"/>
                      </a:lnTo>
                      <a:lnTo>
                        <a:pt x="1539265" y="321963"/>
                      </a:lnTo>
                      <a:lnTo>
                        <a:pt x="1543088" y="319756"/>
                      </a:lnTo>
                      <a:lnTo>
                        <a:pt x="1546508" y="316964"/>
                      </a:lnTo>
                      <a:lnTo>
                        <a:pt x="1549435" y="313659"/>
                      </a:lnTo>
                      <a:lnTo>
                        <a:pt x="1551795" y="309928"/>
                      </a:lnTo>
                      <a:lnTo>
                        <a:pt x="1553525" y="305866"/>
                      </a:lnTo>
                      <a:lnTo>
                        <a:pt x="1554581" y="301580"/>
                      </a:lnTo>
                      <a:lnTo>
                        <a:pt x="1554937" y="297179"/>
                      </a:lnTo>
                      <a:lnTo>
                        <a:pt x="1554937" y="27431"/>
                      </a:lnTo>
                      <a:lnTo>
                        <a:pt x="1554581" y="23031"/>
                      </a:lnTo>
                      <a:lnTo>
                        <a:pt x="1553525" y="18745"/>
                      </a:lnTo>
                      <a:lnTo>
                        <a:pt x="1551795" y="14683"/>
                      </a:lnTo>
                      <a:lnTo>
                        <a:pt x="1549435" y="10952"/>
                      </a:lnTo>
                      <a:lnTo>
                        <a:pt x="1546508" y="7647"/>
                      </a:lnTo>
                      <a:lnTo>
                        <a:pt x="1543088" y="4855"/>
                      </a:lnTo>
                      <a:lnTo>
                        <a:pt x="1539265" y="2648"/>
                      </a:lnTo>
                      <a:lnTo>
                        <a:pt x="1535137" y="1083"/>
                      </a:lnTo>
                      <a:lnTo>
                        <a:pt x="1530811" y="200"/>
                      </a:lnTo>
                      <a:lnTo>
                        <a:pt x="1527505" y="0"/>
                      </a:lnTo>
                      <a:lnTo>
                        <a:pt x="27432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5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1"/>
                      </a:lnTo>
                      <a:lnTo>
                        <a:pt x="0" y="297179"/>
                      </a:lnTo>
                      <a:lnTo>
                        <a:pt x="88" y="294972"/>
                      </a:lnTo>
                      <a:lnTo>
                        <a:pt x="88" y="299387"/>
                      </a:lnTo>
                      <a:lnTo>
                        <a:pt x="797" y="303744"/>
                      </a:lnTo>
                      <a:lnTo>
                        <a:pt x="2195" y="307932"/>
                      </a:lnTo>
                      <a:lnTo>
                        <a:pt x="4246" y="311841"/>
                      </a:lnTo>
                      <a:lnTo>
                        <a:pt x="6898" y="315370"/>
                      </a:lnTo>
                      <a:lnTo>
                        <a:pt x="10082" y="318428"/>
                      </a:lnTo>
                      <a:lnTo>
                        <a:pt x="13715" y="320936"/>
                      </a:lnTo>
                      <a:lnTo>
                        <a:pt x="17704" y="322829"/>
                      </a:lnTo>
                      <a:lnTo>
                        <a:pt x="21944" y="324057"/>
                      </a:lnTo>
                      <a:lnTo>
                        <a:pt x="26327" y="324589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37" name="tx684">
                  <a:extLst>
                    <a:ext uri="{FF2B5EF4-FFF2-40B4-BE49-F238E27FC236}">
                      <a16:creationId xmlns:a16="http://schemas.microsoft.com/office/drawing/2014/main" id="{71824642-159F-3F5D-8E11-BDF8DB8949A2}"/>
                    </a:ext>
                  </a:extLst>
                </p:cNvPr>
                <p:cNvSpPr/>
                <p:nvPr/>
              </p:nvSpPr>
              <p:spPr>
                <a:xfrm>
                  <a:off x="7705149" y="1916832"/>
                  <a:ext cx="681779" cy="108625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256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S2</a:t>
                  </a:r>
                  <a:r>
                    <a:rPr lang="en-US"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DEBY</a:t>
                  </a:r>
                  <a:endParaRPr lang="en-US"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endParaRPr>
                </a:p>
              </p:txBody>
            </p:sp>
            <p:sp>
              <p:nvSpPr>
                <p:cNvPr id="4738" name="rc685">
                  <a:extLst>
                    <a:ext uri="{FF2B5EF4-FFF2-40B4-BE49-F238E27FC236}">
                      <a16:creationId xmlns:a16="http://schemas.microsoft.com/office/drawing/2014/main" id="{2DC4DE28-D8CA-1AB8-900D-CCE6FF3D5668}"/>
                    </a:ext>
                  </a:extLst>
                </p:cNvPr>
                <p:cNvSpPr/>
                <p:nvPr/>
              </p:nvSpPr>
              <p:spPr>
                <a:xfrm>
                  <a:off x="6592923" y="1058626"/>
                  <a:ext cx="1856488" cy="1732130"/>
                </a:xfrm>
                <a:prstGeom prst="rect">
                  <a:avLst/>
                </a:prstGeom>
                <a:ln w="13550" cap="rnd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08" name="pl677">
                  <a:extLst>
                    <a:ext uri="{FF2B5EF4-FFF2-40B4-BE49-F238E27FC236}">
                      <a16:creationId xmlns:a16="http://schemas.microsoft.com/office/drawing/2014/main" id="{5FB1999E-6776-ECEF-73AD-C7E9A22454FB}"/>
                    </a:ext>
                  </a:extLst>
                </p:cNvPr>
                <p:cNvSpPr/>
                <p:nvPr/>
              </p:nvSpPr>
              <p:spPr>
                <a:xfrm>
                  <a:off x="7006959" y="1464961"/>
                  <a:ext cx="45719" cy="42812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87496" h="365184">
                      <a:moveTo>
                        <a:pt x="1087496" y="0"/>
                      </a:moveTo>
                      <a:lnTo>
                        <a:pt x="0" y="365184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07" name="pg681">
                  <a:extLst>
                    <a:ext uri="{FF2B5EF4-FFF2-40B4-BE49-F238E27FC236}">
                      <a16:creationId xmlns:a16="http://schemas.microsoft.com/office/drawing/2014/main" id="{5E73FACE-D988-C787-56CF-765CE71C78B0}"/>
                    </a:ext>
                  </a:extLst>
                </p:cNvPr>
                <p:cNvSpPr/>
                <p:nvPr/>
              </p:nvSpPr>
              <p:spPr>
                <a:xfrm>
                  <a:off x="6654058" y="1313739"/>
                  <a:ext cx="699244" cy="17373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500987" h="324611">
                      <a:moveTo>
                        <a:pt x="27432" y="324611"/>
                      </a:moveTo>
                      <a:lnTo>
                        <a:pt x="1473555" y="324611"/>
                      </a:lnTo>
                      <a:lnTo>
                        <a:pt x="1472451" y="324589"/>
                      </a:lnTo>
                      <a:lnTo>
                        <a:pt x="1476862" y="324411"/>
                      </a:lnTo>
                      <a:lnTo>
                        <a:pt x="1481187" y="323528"/>
                      </a:lnTo>
                      <a:lnTo>
                        <a:pt x="1485315" y="321963"/>
                      </a:lnTo>
                      <a:lnTo>
                        <a:pt x="1489138" y="319756"/>
                      </a:lnTo>
                      <a:lnTo>
                        <a:pt x="1492558" y="316964"/>
                      </a:lnTo>
                      <a:lnTo>
                        <a:pt x="1495485" y="313659"/>
                      </a:lnTo>
                      <a:lnTo>
                        <a:pt x="1497845" y="309928"/>
                      </a:lnTo>
                      <a:lnTo>
                        <a:pt x="1499575" y="305866"/>
                      </a:lnTo>
                      <a:lnTo>
                        <a:pt x="1500632" y="301580"/>
                      </a:lnTo>
                      <a:lnTo>
                        <a:pt x="1500987" y="297180"/>
                      </a:lnTo>
                      <a:lnTo>
                        <a:pt x="1500987" y="27431"/>
                      </a:lnTo>
                      <a:lnTo>
                        <a:pt x="1500632" y="23031"/>
                      </a:lnTo>
                      <a:lnTo>
                        <a:pt x="1499575" y="18745"/>
                      </a:lnTo>
                      <a:lnTo>
                        <a:pt x="1497845" y="14683"/>
                      </a:lnTo>
                      <a:lnTo>
                        <a:pt x="1495485" y="10952"/>
                      </a:lnTo>
                      <a:lnTo>
                        <a:pt x="1492558" y="7647"/>
                      </a:lnTo>
                      <a:lnTo>
                        <a:pt x="1489138" y="4855"/>
                      </a:lnTo>
                      <a:lnTo>
                        <a:pt x="1485315" y="2648"/>
                      </a:lnTo>
                      <a:lnTo>
                        <a:pt x="1481187" y="1083"/>
                      </a:lnTo>
                      <a:lnTo>
                        <a:pt x="1476862" y="200"/>
                      </a:lnTo>
                      <a:lnTo>
                        <a:pt x="1473555" y="0"/>
                      </a:lnTo>
                      <a:lnTo>
                        <a:pt x="27432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6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1"/>
                      </a:lnTo>
                      <a:lnTo>
                        <a:pt x="0" y="297180"/>
                      </a:lnTo>
                      <a:lnTo>
                        <a:pt x="88" y="294972"/>
                      </a:lnTo>
                      <a:lnTo>
                        <a:pt x="88" y="299387"/>
                      </a:lnTo>
                      <a:lnTo>
                        <a:pt x="797" y="303744"/>
                      </a:lnTo>
                      <a:lnTo>
                        <a:pt x="2195" y="307932"/>
                      </a:lnTo>
                      <a:lnTo>
                        <a:pt x="4246" y="311841"/>
                      </a:lnTo>
                      <a:lnTo>
                        <a:pt x="6898" y="315370"/>
                      </a:lnTo>
                      <a:lnTo>
                        <a:pt x="10082" y="318428"/>
                      </a:lnTo>
                      <a:lnTo>
                        <a:pt x="13716" y="320936"/>
                      </a:lnTo>
                      <a:lnTo>
                        <a:pt x="17704" y="322829"/>
                      </a:lnTo>
                      <a:lnTo>
                        <a:pt x="21944" y="324057"/>
                      </a:lnTo>
                      <a:lnTo>
                        <a:pt x="26327" y="324589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r>
                    <a:rPr lang="en-US" sz="1100" dirty="0">
                      <a:latin typeface="Helvetica" pitchFamily="2" charset="0"/>
                    </a:rPr>
                    <a:t> Lewisetta</a:t>
                  </a:r>
                  <a:endParaRPr sz="1100" dirty="0">
                    <a:latin typeface="Helvetica" pitchFamily="2" charset="0"/>
                  </a:endParaRPr>
                </a:p>
              </p:txBody>
            </p:sp>
          </p:grpSp>
        </p:grpSp>
        <p:sp>
          <p:nvSpPr>
            <p:cNvPr id="4811" name="Rectangle 4810">
              <a:extLst>
                <a:ext uri="{FF2B5EF4-FFF2-40B4-BE49-F238E27FC236}">
                  <a16:creationId xmlns:a16="http://schemas.microsoft.com/office/drawing/2014/main" id="{F06436F2-9740-B943-D4D5-1322A9CA5E0A}"/>
                </a:ext>
              </a:extLst>
            </p:cNvPr>
            <p:cNvSpPr/>
            <p:nvPr/>
          </p:nvSpPr>
          <p:spPr>
            <a:xfrm>
              <a:off x="4932040" y="3501008"/>
              <a:ext cx="504056" cy="504056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813" name="Straight Connector 4812">
              <a:extLst>
                <a:ext uri="{FF2B5EF4-FFF2-40B4-BE49-F238E27FC236}">
                  <a16:creationId xmlns:a16="http://schemas.microsoft.com/office/drawing/2014/main" id="{39CABEE5-9CB3-769C-7772-37BCA18A9A56}"/>
                </a:ext>
              </a:extLst>
            </p:cNvPr>
            <p:cNvCxnSpPr>
              <a:cxnSpLocks/>
            </p:cNvCxnSpPr>
            <p:nvPr/>
          </p:nvCxnSpPr>
          <p:spPr>
            <a:xfrm>
              <a:off x="4253481" y="2564904"/>
              <a:ext cx="678559" cy="93610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818" name="Straight Connector 4817">
              <a:extLst>
                <a:ext uri="{FF2B5EF4-FFF2-40B4-BE49-F238E27FC236}">
                  <a16:creationId xmlns:a16="http://schemas.microsoft.com/office/drawing/2014/main" id="{67F4C377-A1C6-D3A1-DD23-E685180D11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53481" y="4005064"/>
              <a:ext cx="678559" cy="288032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9107022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0" y="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654055" y="1600200"/>
              <a:ext cx="5835888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610961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401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6693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1984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72766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52568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57860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63151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201917" y="540785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201917" y="475757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201917" y="410729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201917" y="345701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201917" y="280673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5671824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5683461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569509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5718373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573001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74164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6276965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6288602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630024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648549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566018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5671824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5683461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569509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570673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5718373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573001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574164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626532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6276965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6288602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630024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6311877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563691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5648549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566018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5671824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5683461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569509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570673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5718373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573001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574164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575328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626532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627696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628860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630024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6311877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57872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59036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560200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561363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562527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563691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5648549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566018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5671824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5683461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569509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570673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571837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573001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574164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627696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628860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630024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54381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55545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56708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557872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559036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560200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561363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562527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563691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5648549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566018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5671824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568346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569509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570673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571837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573001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628860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53217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54381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55545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556708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557872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559036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5602000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5613637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562527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5636912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5648549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566018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5671824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568346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569509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550890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552053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553217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554381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555545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5567088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557872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559036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5602000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613637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62527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636912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564854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566018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547398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548562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5497264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550890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552053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5532176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554381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555545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5567088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557872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559036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5602000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561363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562527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545071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5462352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547398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5485627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5497264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550890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52053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532176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5543813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555545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5567088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557872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543907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5450715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5462352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547398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548562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5497264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550890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552053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5532176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5543813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555545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5427440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543907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5450715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5462352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547398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548562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5497264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508901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552053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5532176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5415803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5427440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543907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5450715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5462352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5473989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548562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5497264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5508901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5380891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5392528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540416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5415803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5427440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543907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545071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5462352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5473989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548562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536925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5380891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5392528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540416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541580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5427440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54390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545071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5462352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63118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531106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532270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533434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534597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5357616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536925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538089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5392528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54041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541580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54274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54390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545071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62769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6288602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63002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63118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632351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529942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531106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53227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53343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534597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535761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536925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538089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53925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54041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541580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54274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54390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618386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61955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62071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621877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625369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62653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62769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628860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63002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63118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632351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633515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52994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531106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53227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53343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534597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53576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53692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538089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53925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54041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541580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54274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61722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618386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61955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62071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621877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62304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62420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625369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62653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62769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6288602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63002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631187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632351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52994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531106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53227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53343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534597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53576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53692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538089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53925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54041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541580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54274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607913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609076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610240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611404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614895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616059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61722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618386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61955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62071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621877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62304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62420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625369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62653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62769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628860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63002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631187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632351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52877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52994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531106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53227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53343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534597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53576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53692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538089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53925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54041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541580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606749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607913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609076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610240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611404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612568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613731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614895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61605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61722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618386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61955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62071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621877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62304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62420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625369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62653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62769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628860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630024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631187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632351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52645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527615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52877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52994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531106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53227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53343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534597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53576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53692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538089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606749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607913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609076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610240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611404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612568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61373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614895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61605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61722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618386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61955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62071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621877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62304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62420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625369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626532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627696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628860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630024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631187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632351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52645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527615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52877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52994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531106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53227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53343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534597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53576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606749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607913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609076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610240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611404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612568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61373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614895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61605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61722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618386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61955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62071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621877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62304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624205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625369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626532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627696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628860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630024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631187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632351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633515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52645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527615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52877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52994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531106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532270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605585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606749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607913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609076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610240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611404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612568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61373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614895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61605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61722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623041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624205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625369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626532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627696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628860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630024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631187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632351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526451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527615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528779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5299429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600930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6020944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603258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604421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605585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606749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607913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609076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610240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611404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620714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621877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623041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624205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625369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626532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627696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628860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630024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631187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589293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590457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591620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592784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593948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595112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596275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597439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598603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5997669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600930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602094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603258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604421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605585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606749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607913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609076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610240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611404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618386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619550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620714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621877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623041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624205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625369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626532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627696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628860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588129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589293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590457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591620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592784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593948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595112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5962757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597439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598603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599766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600930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602094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603258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604421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605585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606749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607913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609076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610240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617222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618386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619550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620714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621877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623041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624205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625369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626532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627696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586965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588129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589293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590457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591620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592784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593948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595112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5962757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597439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598603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599766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600930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602094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603258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604421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605585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606749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607913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609076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617222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618386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619550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620714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621877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623041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624205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625369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586965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588129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589293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590457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591620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5927845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593948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595112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5962757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597439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598603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599766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600930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602094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603258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604421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617222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618386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619550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620714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621877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623041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585802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586965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588129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589293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590457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591620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5927845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593948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595112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596275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597439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598603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599766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600930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616059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617222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618386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619550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620714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621877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579983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581147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582310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583474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584638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585802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586965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588129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5892933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590457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591620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5927845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593948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595112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597439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598603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599766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616059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617222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618386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619550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620714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576492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577656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578819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579983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581147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582310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583474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584638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585802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5869658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588129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5892933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590457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5927845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593948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616059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617222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618386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619550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620714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575328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576492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577656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578819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579983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581147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582310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583474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584638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585802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586965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588129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5892933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616059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617222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618386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619550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620714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621877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623041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627696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628860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630024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631187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632351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574164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575328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576492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577656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578819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579983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581147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582310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583474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584638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585802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86965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588129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617222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618386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619550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g665"/>
            <p:cNvSpPr/>
            <p:nvPr/>
          </p:nvSpPr>
          <p:spPr>
            <a:xfrm>
              <a:off x="620714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g666"/>
            <p:cNvSpPr/>
            <p:nvPr/>
          </p:nvSpPr>
          <p:spPr>
            <a:xfrm>
              <a:off x="621877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g667"/>
            <p:cNvSpPr/>
            <p:nvPr/>
          </p:nvSpPr>
          <p:spPr>
            <a:xfrm>
              <a:off x="623041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g668"/>
            <p:cNvSpPr/>
            <p:nvPr/>
          </p:nvSpPr>
          <p:spPr>
            <a:xfrm>
              <a:off x="624205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g669"/>
            <p:cNvSpPr/>
            <p:nvPr/>
          </p:nvSpPr>
          <p:spPr>
            <a:xfrm>
              <a:off x="626532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g670"/>
            <p:cNvSpPr/>
            <p:nvPr/>
          </p:nvSpPr>
          <p:spPr>
            <a:xfrm>
              <a:off x="627696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g671"/>
            <p:cNvSpPr/>
            <p:nvPr/>
          </p:nvSpPr>
          <p:spPr>
            <a:xfrm>
              <a:off x="628860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g672"/>
            <p:cNvSpPr/>
            <p:nvPr/>
          </p:nvSpPr>
          <p:spPr>
            <a:xfrm>
              <a:off x="630024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631187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g674"/>
            <p:cNvSpPr/>
            <p:nvPr/>
          </p:nvSpPr>
          <p:spPr>
            <a:xfrm>
              <a:off x="632351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g675"/>
            <p:cNvSpPr/>
            <p:nvPr/>
          </p:nvSpPr>
          <p:spPr>
            <a:xfrm>
              <a:off x="633515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g676"/>
            <p:cNvSpPr/>
            <p:nvPr/>
          </p:nvSpPr>
          <p:spPr>
            <a:xfrm>
              <a:off x="573001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574164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g678"/>
            <p:cNvSpPr/>
            <p:nvPr/>
          </p:nvSpPr>
          <p:spPr>
            <a:xfrm>
              <a:off x="575328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g679"/>
            <p:cNvSpPr/>
            <p:nvPr/>
          </p:nvSpPr>
          <p:spPr>
            <a:xfrm>
              <a:off x="576492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g680"/>
            <p:cNvSpPr/>
            <p:nvPr/>
          </p:nvSpPr>
          <p:spPr>
            <a:xfrm>
              <a:off x="577656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g681"/>
            <p:cNvSpPr/>
            <p:nvPr/>
          </p:nvSpPr>
          <p:spPr>
            <a:xfrm>
              <a:off x="578819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g682"/>
            <p:cNvSpPr/>
            <p:nvPr/>
          </p:nvSpPr>
          <p:spPr>
            <a:xfrm>
              <a:off x="579983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g683"/>
            <p:cNvSpPr/>
            <p:nvPr/>
          </p:nvSpPr>
          <p:spPr>
            <a:xfrm>
              <a:off x="581147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g684"/>
            <p:cNvSpPr/>
            <p:nvPr/>
          </p:nvSpPr>
          <p:spPr>
            <a:xfrm>
              <a:off x="582310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g685"/>
            <p:cNvSpPr/>
            <p:nvPr/>
          </p:nvSpPr>
          <p:spPr>
            <a:xfrm>
              <a:off x="583474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g686"/>
            <p:cNvSpPr/>
            <p:nvPr/>
          </p:nvSpPr>
          <p:spPr>
            <a:xfrm>
              <a:off x="584638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g687"/>
            <p:cNvSpPr/>
            <p:nvPr/>
          </p:nvSpPr>
          <p:spPr>
            <a:xfrm>
              <a:off x="617222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g688"/>
            <p:cNvSpPr/>
            <p:nvPr/>
          </p:nvSpPr>
          <p:spPr>
            <a:xfrm>
              <a:off x="618386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g689"/>
            <p:cNvSpPr/>
            <p:nvPr/>
          </p:nvSpPr>
          <p:spPr>
            <a:xfrm>
              <a:off x="619550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g690"/>
            <p:cNvSpPr/>
            <p:nvPr/>
          </p:nvSpPr>
          <p:spPr>
            <a:xfrm>
              <a:off x="6207141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g691"/>
            <p:cNvSpPr/>
            <p:nvPr/>
          </p:nvSpPr>
          <p:spPr>
            <a:xfrm>
              <a:off x="621877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g692"/>
            <p:cNvSpPr/>
            <p:nvPr/>
          </p:nvSpPr>
          <p:spPr>
            <a:xfrm>
              <a:off x="623041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g693"/>
            <p:cNvSpPr/>
            <p:nvPr/>
          </p:nvSpPr>
          <p:spPr>
            <a:xfrm>
              <a:off x="6242053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g694"/>
            <p:cNvSpPr/>
            <p:nvPr/>
          </p:nvSpPr>
          <p:spPr>
            <a:xfrm>
              <a:off x="625369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g695"/>
            <p:cNvSpPr/>
            <p:nvPr/>
          </p:nvSpPr>
          <p:spPr>
            <a:xfrm>
              <a:off x="626532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g696"/>
            <p:cNvSpPr/>
            <p:nvPr/>
          </p:nvSpPr>
          <p:spPr>
            <a:xfrm>
              <a:off x="627696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g697"/>
            <p:cNvSpPr/>
            <p:nvPr/>
          </p:nvSpPr>
          <p:spPr>
            <a:xfrm>
              <a:off x="628860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g698"/>
            <p:cNvSpPr/>
            <p:nvPr/>
          </p:nvSpPr>
          <p:spPr>
            <a:xfrm>
              <a:off x="630024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g699"/>
            <p:cNvSpPr/>
            <p:nvPr/>
          </p:nvSpPr>
          <p:spPr>
            <a:xfrm>
              <a:off x="631187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g700"/>
            <p:cNvSpPr/>
            <p:nvPr/>
          </p:nvSpPr>
          <p:spPr>
            <a:xfrm>
              <a:off x="632351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g701"/>
            <p:cNvSpPr/>
            <p:nvPr/>
          </p:nvSpPr>
          <p:spPr>
            <a:xfrm>
              <a:off x="633515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g702"/>
            <p:cNvSpPr/>
            <p:nvPr/>
          </p:nvSpPr>
          <p:spPr>
            <a:xfrm>
              <a:off x="571837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g703"/>
            <p:cNvSpPr/>
            <p:nvPr/>
          </p:nvSpPr>
          <p:spPr>
            <a:xfrm>
              <a:off x="573001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g704"/>
            <p:cNvSpPr/>
            <p:nvPr/>
          </p:nvSpPr>
          <p:spPr>
            <a:xfrm>
              <a:off x="574164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g705"/>
            <p:cNvSpPr/>
            <p:nvPr/>
          </p:nvSpPr>
          <p:spPr>
            <a:xfrm>
              <a:off x="575328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g706"/>
            <p:cNvSpPr/>
            <p:nvPr/>
          </p:nvSpPr>
          <p:spPr>
            <a:xfrm>
              <a:off x="576492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g707"/>
            <p:cNvSpPr/>
            <p:nvPr/>
          </p:nvSpPr>
          <p:spPr>
            <a:xfrm>
              <a:off x="577656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g708"/>
            <p:cNvSpPr/>
            <p:nvPr/>
          </p:nvSpPr>
          <p:spPr>
            <a:xfrm>
              <a:off x="578819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g709"/>
            <p:cNvSpPr/>
            <p:nvPr/>
          </p:nvSpPr>
          <p:spPr>
            <a:xfrm>
              <a:off x="579983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g710"/>
            <p:cNvSpPr/>
            <p:nvPr/>
          </p:nvSpPr>
          <p:spPr>
            <a:xfrm>
              <a:off x="581147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g711"/>
            <p:cNvSpPr/>
            <p:nvPr/>
          </p:nvSpPr>
          <p:spPr>
            <a:xfrm>
              <a:off x="618386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g712"/>
            <p:cNvSpPr/>
            <p:nvPr/>
          </p:nvSpPr>
          <p:spPr>
            <a:xfrm>
              <a:off x="619550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g713"/>
            <p:cNvSpPr/>
            <p:nvPr/>
          </p:nvSpPr>
          <p:spPr>
            <a:xfrm>
              <a:off x="6207141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g714"/>
            <p:cNvSpPr/>
            <p:nvPr/>
          </p:nvSpPr>
          <p:spPr>
            <a:xfrm>
              <a:off x="621877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g715"/>
            <p:cNvSpPr/>
            <p:nvPr/>
          </p:nvSpPr>
          <p:spPr>
            <a:xfrm>
              <a:off x="623041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g716"/>
            <p:cNvSpPr/>
            <p:nvPr/>
          </p:nvSpPr>
          <p:spPr>
            <a:xfrm>
              <a:off x="624205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g717"/>
            <p:cNvSpPr/>
            <p:nvPr/>
          </p:nvSpPr>
          <p:spPr>
            <a:xfrm>
              <a:off x="625369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g718"/>
            <p:cNvSpPr/>
            <p:nvPr/>
          </p:nvSpPr>
          <p:spPr>
            <a:xfrm>
              <a:off x="626532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g719"/>
            <p:cNvSpPr/>
            <p:nvPr/>
          </p:nvSpPr>
          <p:spPr>
            <a:xfrm>
              <a:off x="627696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g720"/>
            <p:cNvSpPr/>
            <p:nvPr/>
          </p:nvSpPr>
          <p:spPr>
            <a:xfrm>
              <a:off x="628860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g721"/>
            <p:cNvSpPr/>
            <p:nvPr/>
          </p:nvSpPr>
          <p:spPr>
            <a:xfrm>
              <a:off x="630024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g722"/>
            <p:cNvSpPr/>
            <p:nvPr/>
          </p:nvSpPr>
          <p:spPr>
            <a:xfrm>
              <a:off x="631187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g723"/>
            <p:cNvSpPr/>
            <p:nvPr/>
          </p:nvSpPr>
          <p:spPr>
            <a:xfrm>
              <a:off x="632351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g724"/>
            <p:cNvSpPr/>
            <p:nvPr/>
          </p:nvSpPr>
          <p:spPr>
            <a:xfrm>
              <a:off x="570673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g725"/>
            <p:cNvSpPr/>
            <p:nvPr/>
          </p:nvSpPr>
          <p:spPr>
            <a:xfrm>
              <a:off x="571837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g726"/>
            <p:cNvSpPr/>
            <p:nvPr/>
          </p:nvSpPr>
          <p:spPr>
            <a:xfrm>
              <a:off x="573001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g727"/>
            <p:cNvSpPr/>
            <p:nvPr/>
          </p:nvSpPr>
          <p:spPr>
            <a:xfrm>
              <a:off x="574164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g728"/>
            <p:cNvSpPr/>
            <p:nvPr/>
          </p:nvSpPr>
          <p:spPr>
            <a:xfrm>
              <a:off x="575328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g729"/>
            <p:cNvSpPr/>
            <p:nvPr/>
          </p:nvSpPr>
          <p:spPr>
            <a:xfrm>
              <a:off x="576492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g730"/>
            <p:cNvSpPr/>
            <p:nvPr/>
          </p:nvSpPr>
          <p:spPr>
            <a:xfrm>
              <a:off x="577656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g731"/>
            <p:cNvSpPr/>
            <p:nvPr/>
          </p:nvSpPr>
          <p:spPr>
            <a:xfrm>
              <a:off x="6195504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g732"/>
            <p:cNvSpPr/>
            <p:nvPr/>
          </p:nvSpPr>
          <p:spPr>
            <a:xfrm>
              <a:off x="6207141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g733"/>
            <p:cNvSpPr/>
            <p:nvPr/>
          </p:nvSpPr>
          <p:spPr>
            <a:xfrm>
              <a:off x="621877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g734"/>
            <p:cNvSpPr/>
            <p:nvPr/>
          </p:nvSpPr>
          <p:spPr>
            <a:xfrm>
              <a:off x="623041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g735"/>
            <p:cNvSpPr/>
            <p:nvPr/>
          </p:nvSpPr>
          <p:spPr>
            <a:xfrm>
              <a:off x="624205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g736"/>
            <p:cNvSpPr/>
            <p:nvPr/>
          </p:nvSpPr>
          <p:spPr>
            <a:xfrm>
              <a:off x="625369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g737"/>
            <p:cNvSpPr/>
            <p:nvPr/>
          </p:nvSpPr>
          <p:spPr>
            <a:xfrm>
              <a:off x="626532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g738"/>
            <p:cNvSpPr/>
            <p:nvPr/>
          </p:nvSpPr>
          <p:spPr>
            <a:xfrm>
              <a:off x="627696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g739"/>
            <p:cNvSpPr/>
            <p:nvPr/>
          </p:nvSpPr>
          <p:spPr>
            <a:xfrm>
              <a:off x="628860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g740"/>
            <p:cNvSpPr/>
            <p:nvPr/>
          </p:nvSpPr>
          <p:spPr>
            <a:xfrm>
              <a:off x="630024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g741"/>
            <p:cNvSpPr/>
            <p:nvPr/>
          </p:nvSpPr>
          <p:spPr>
            <a:xfrm>
              <a:off x="6311877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g742"/>
            <p:cNvSpPr/>
            <p:nvPr/>
          </p:nvSpPr>
          <p:spPr>
            <a:xfrm>
              <a:off x="570673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g743"/>
            <p:cNvSpPr/>
            <p:nvPr/>
          </p:nvSpPr>
          <p:spPr>
            <a:xfrm>
              <a:off x="571837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g744"/>
            <p:cNvSpPr/>
            <p:nvPr/>
          </p:nvSpPr>
          <p:spPr>
            <a:xfrm>
              <a:off x="573001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g745"/>
            <p:cNvSpPr/>
            <p:nvPr/>
          </p:nvSpPr>
          <p:spPr>
            <a:xfrm>
              <a:off x="574164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g746"/>
            <p:cNvSpPr/>
            <p:nvPr/>
          </p:nvSpPr>
          <p:spPr>
            <a:xfrm>
              <a:off x="575328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g747"/>
            <p:cNvSpPr/>
            <p:nvPr/>
          </p:nvSpPr>
          <p:spPr>
            <a:xfrm>
              <a:off x="576492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g748"/>
            <p:cNvSpPr/>
            <p:nvPr/>
          </p:nvSpPr>
          <p:spPr>
            <a:xfrm>
              <a:off x="621877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g749"/>
            <p:cNvSpPr/>
            <p:nvPr/>
          </p:nvSpPr>
          <p:spPr>
            <a:xfrm>
              <a:off x="623041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g750"/>
            <p:cNvSpPr/>
            <p:nvPr/>
          </p:nvSpPr>
          <p:spPr>
            <a:xfrm>
              <a:off x="624205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g751"/>
            <p:cNvSpPr/>
            <p:nvPr/>
          </p:nvSpPr>
          <p:spPr>
            <a:xfrm>
              <a:off x="625369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g752"/>
            <p:cNvSpPr/>
            <p:nvPr/>
          </p:nvSpPr>
          <p:spPr>
            <a:xfrm>
              <a:off x="626532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g753"/>
            <p:cNvSpPr/>
            <p:nvPr/>
          </p:nvSpPr>
          <p:spPr>
            <a:xfrm>
              <a:off x="627696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g754"/>
            <p:cNvSpPr/>
            <p:nvPr/>
          </p:nvSpPr>
          <p:spPr>
            <a:xfrm>
              <a:off x="628860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g755"/>
            <p:cNvSpPr/>
            <p:nvPr/>
          </p:nvSpPr>
          <p:spPr>
            <a:xfrm>
              <a:off x="569509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g756"/>
            <p:cNvSpPr/>
            <p:nvPr/>
          </p:nvSpPr>
          <p:spPr>
            <a:xfrm>
              <a:off x="5706736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g757"/>
            <p:cNvSpPr/>
            <p:nvPr/>
          </p:nvSpPr>
          <p:spPr>
            <a:xfrm>
              <a:off x="571837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g758"/>
            <p:cNvSpPr/>
            <p:nvPr/>
          </p:nvSpPr>
          <p:spPr>
            <a:xfrm>
              <a:off x="573001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g759"/>
            <p:cNvSpPr/>
            <p:nvPr/>
          </p:nvSpPr>
          <p:spPr>
            <a:xfrm>
              <a:off x="574164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g760"/>
            <p:cNvSpPr/>
            <p:nvPr/>
          </p:nvSpPr>
          <p:spPr>
            <a:xfrm>
              <a:off x="5753285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g761"/>
            <p:cNvSpPr/>
            <p:nvPr/>
          </p:nvSpPr>
          <p:spPr>
            <a:xfrm>
              <a:off x="624205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g762"/>
            <p:cNvSpPr/>
            <p:nvPr/>
          </p:nvSpPr>
          <p:spPr>
            <a:xfrm>
              <a:off x="625369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g763"/>
            <p:cNvSpPr/>
            <p:nvPr/>
          </p:nvSpPr>
          <p:spPr>
            <a:xfrm>
              <a:off x="626532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g764"/>
            <p:cNvSpPr/>
            <p:nvPr/>
          </p:nvSpPr>
          <p:spPr>
            <a:xfrm>
              <a:off x="5683461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g765"/>
            <p:cNvSpPr/>
            <p:nvPr/>
          </p:nvSpPr>
          <p:spPr>
            <a:xfrm>
              <a:off x="569509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g766"/>
            <p:cNvSpPr/>
            <p:nvPr/>
          </p:nvSpPr>
          <p:spPr>
            <a:xfrm>
              <a:off x="5706736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g767"/>
            <p:cNvSpPr/>
            <p:nvPr/>
          </p:nvSpPr>
          <p:spPr>
            <a:xfrm>
              <a:off x="5718373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g768"/>
            <p:cNvSpPr/>
            <p:nvPr/>
          </p:nvSpPr>
          <p:spPr>
            <a:xfrm>
              <a:off x="5730010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g769"/>
            <p:cNvSpPr/>
            <p:nvPr/>
          </p:nvSpPr>
          <p:spPr>
            <a:xfrm>
              <a:off x="574164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g770"/>
            <p:cNvSpPr/>
            <p:nvPr/>
          </p:nvSpPr>
          <p:spPr>
            <a:xfrm>
              <a:off x="5683461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g771"/>
            <p:cNvSpPr/>
            <p:nvPr/>
          </p:nvSpPr>
          <p:spPr>
            <a:xfrm>
              <a:off x="5695098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g772"/>
            <p:cNvSpPr/>
            <p:nvPr/>
          </p:nvSpPr>
          <p:spPr>
            <a:xfrm>
              <a:off x="5706736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g773"/>
            <p:cNvSpPr/>
            <p:nvPr/>
          </p:nvSpPr>
          <p:spPr>
            <a:xfrm>
              <a:off x="5718373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g774"/>
            <p:cNvSpPr/>
            <p:nvPr/>
          </p:nvSpPr>
          <p:spPr>
            <a:xfrm>
              <a:off x="5730010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g775"/>
            <p:cNvSpPr/>
            <p:nvPr/>
          </p:nvSpPr>
          <p:spPr>
            <a:xfrm>
              <a:off x="5671824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g776"/>
            <p:cNvSpPr/>
            <p:nvPr/>
          </p:nvSpPr>
          <p:spPr>
            <a:xfrm>
              <a:off x="5683461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g777"/>
            <p:cNvSpPr/>
            <p:nvPr/>
          </p:nvSpPr>
          <p:spPr>
            <a:xfrm>
              <a:off x="5695098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g778"/>
            <p:cNvSpPr/>
            <p:nvPr/>
          </p:nvSpPr>
          <p:spPr>
            <a:xfrm>
              <a:off x="5706736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g779"/>
            <p:cNvSpPr/>
            <p:nvPr/>
          </p:nvSpPr>
          <p:spPr>
            <a:xfrm>
              <a:off x="5718373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g780"/>
            <p:cNvSpPr/>
            <p:nvPr/>
          </p:nvSpPr>
          <p:spPr>
            <a:xfrm>
              <a:off x="5730010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g781"/>
            <p:cNvSpPr/>
            <p:nvPr/>
          </p:nvSpPr>
          <p:spPr>
            <a:xfrm>
              <a:off x="5671824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g782"/>
            <p:cNvSpPr/>
            <p:nvPr/>
          </p:nvSpPr>
          <p:spPr>
            <a:xfrm>
              <a:off x="5683461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g783"/>
            <p:cNvSpPr/>
            <p:nvPr/>
          </p:nvSpPr>
          <p:spPr>
            <a:xfrm>
              <a:off x="5695098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g784"/>
            <p:cNvSpPr/>
            <p:nvPr/>
          </p:nvSpPr>
          <p:spPr>
            <a:xfrm>
              <a:off x="5706736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g785"/>
            <p:cNvSpPr/>
            <p:nvPr/>
          </p:nvSpPr>
          <p:spPr>
            <a:xfrm>
              <a:off x="5718373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g786"/>
            <p:cNvSpPr/>
            <p:nvPr/>
          </p:nvSpPr>
          <p:spPr>
            <a:xfrm>
              <a:off x="5730010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g787"/>
            <p:cNvSpPr/>
            <p:nvPr/>
          </p:nvSpPr>
          <p:spPr>
            <a:xfrm>
              <a:off x="5671824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g788"/>
            <p:cNvSpPr/>
            <p:nvPr/>
          </p:nvSpPr>
          <p:spPr>
            <a:xfrm>
              <a:off x="5683461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g789"/>
            <p:cNvSpPr/>
            <p:nvPr/>
          </p:nvSpPr>
          <p:spPr>
            <a:xfrm>
              <a:off x="5695098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g790"/>
            <p:cNvSpPr/>
            <p:nvPr/>
          </p:nvSpPr>
          <p:spPr>
            <a:xfrm>
              <a:off x="5706736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g791"/>
            <p:cNvSpPr/>
            <p:nvPr/>
          </p:nvSpPr>
          <p:spPr>
            <a:xfrm>
              <a:off x="5718373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g792"/>
            <p:cNvSpPr/>
            <p:nvPr/>
          </p:nvSpPr>
          <p:spPr>
            <a:xfrm>
              <a:off x="5730010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g793"/>
            <p:cNvSpPr/>
            <p:nvPr/>
          </p:nvSpPr>
          <p:spPr>
            <a:xfrm>
              <a:off x="5671824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g794"/>
            <p:cNvSpPr/>
            <p:nvPr/>
          </p:nvSpPr>
          <p:spPr>
            <a:xfrm>
              <a:off x="5683461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g795"/>
            <p:cNvSpPr/>
            <p:nvPr/>
          </p:nvSpPr>
          <p:spPr>
            <a:xfrm>
              <a:off x="569509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g796"/>
            <p:cNvSpPr/>
            <p:nvPr/>
          </p:nvSpPr>
          <p:spPr>
            <a:xfrm>
              <a:off x="5706736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g797"/>
            <p:cNvSpPr/>
            <p:nvPr/>
          </p:nvSpPr>
          <p:spPr>
            <a:xfrm>
              <a:off x="5718373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g798"/>
            <p:cNvSpPr/>
            <p:nvPr/>
          </p:nvSpPr>
          <p:spPr>
            <a:xfrm>
              <a:off x="5730010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g799"/>
            <p:cNvSpPr/>
            <p:nvPr/>
          </p:nvSpPr>
          <p:spPr>
            <a:xfrm>
              <a:off x="574164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g800"/>
            <p:cNvSpPr/>
            <p:nvPr/>
          </p:nvSpPr>
          <p:spPr>
            <a:xfrm>
              <a:off x="566018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g801"/>
            <p:cNvSpPr/>
            <p:nvPr/>
          </p:nvSpPr>
          <p:spPr>
            <a:xfrm>
              <a:off x="5671824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g802"/>
            <p:cNvSpPr/>
            <p:nvPr/>
          </p:nvSpPr>
          <p:spPr>
            <a:xfrm>
              <a:off x="5683461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g803"/>
            <p:cNvSpPr/>
            <p:nvPr/>
          </p:nvSpPr>
          <p:spPr>
            <a:xfrm>
              <a:off x="5695098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g804"/>
            <p:cNvSpPr/>
            <p:nvPr/>
          </p:nvSpPr>
          <p:spPr>
            <a:xfrm>
              <a:off x="570673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g805"/>
            <p:cNvSpPr/>
            <p:nvPr/>
          </p:nvSpPr>
          <p:spPr>
            <a:xfrm>
              <a:off x="5718373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g806"/>
            <p:cNvSpPr/>
            <p:nvPr/>
          </p:nvSpPr>
          <p:spPr>
            <a:xfrm>
              <a:off x="5730010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g807"/>
            <p:cNvSpPr/>
            <p:nvPr/>
          </p:nvSpPr>
          <p:spPr>
            <a:xfrm>
              <a:off x="5648549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g808"/>
            <p:cNvSpPr/>
            <p:nvPr/>
          </p:nvSpPr>
          <p:spPr>
            <a:xfrm>
              <a:off x="566018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g809"/>
            <p:cNvSpPr/>
            <p:nvPr/>
          </p:nvSpPr>
          <p:spPr>
            <a:xfrm>
              <a:off x="5671824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g810"/>
            <p:cNvSpPr/>
            <p:nvPr/>
          </p:nvSpPr>
          <p:spPr>
            <a:xfrm>
              <a:off x="5683461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g811"/>
            <p:cNvSpPr/>
            <p:nvPr/>
          </p:nvSpPr>
          <p:spPr>
            <a:xfrm>
              <a:off x="5695098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g812"/>
            <p:cNvSpPr/>
            <p:nvPr/>
          </p:nvSpPr>
          <p:spPr>
            <a:xfrm>
              <a:off x="570673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g813"/>
            <p:cNvSpPr/>
            <p:nvPr/>
          </p:nvSpPr>
          <p:spPr>
            <a:xfrm>
              <a:off x="5718373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g814"/>
            <p:cNvSpPr/>
            <p:nvPr/>
          </p:nvSpPr>
          <p:spPr>
            <a:xfrm>
              <a:off x="5648549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g815"/>
            <p:cNvSpPr/>
            <p:nvPr/>
          </p:nvSpPr>
          <p:spPr>
            <a:xfrm>
              <a:off x="566018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g816"/>
            <p:cNvSpPr/>
            <p:nvPr/>
          </p:nvSpPr>
          <p:spPr>
            <a:xfrm>
              <a:off x="5671824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g817"/>
            <p:cNvSpPr/>
            <p:nvPr/>
          </p:nvSpPr>
          <p:spPr>
            <a:xfrm>
              <a:off x="5683461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g818"/>
            <p:cNvSpPr/>
            <p:nvPr/>
          </p:nvSpPr>
          <p:spPr>
            <a:xfrm>
              <a:off x="569509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g819"/>
            <p:cNvSpPr/>
            <p:nvPr/>
          </p:nvSpPr>
          <p:spPr>
            <a:xfrm>
              <a:off x="570673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g820"/>
            <p:cNvSpPr/>
            <p:nvPr/>
          </p:nvSpPr>
          <p:spPr>
            <a:xfrm>
              <a:off x="5718373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g821"/>
            <p:cNvSpPr/>
            <p:nvPr/>
          </p:nvSpPr>
          <p:spPr>
            <a:xfrm>
              <a:off x="574164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g822"/>
            <p:cNvSpPr/>
            <p:nvPr/>
          </p:nvSpPr>
          <p:spPr>
            <a:xfrm>
              <a:off x="5753285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g823"/>
            <p:cNvSpPr/>
            <p:nvPr/>
          </p:nvSpPr>
          <p:spPr>
            <a:xfrm>
              <a:off x="5764922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g824"/>
            <p:cNvSpPr/>
            <p:nvPr/>
          </p:nvSpPr>
          <p:spPr>
            <a:xfrm>
              <a:off x="5776560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g825"/>
            <p:cNvSpPr/>
            <p:nvPr/>
          </p:nvSpPr>
          <p:spPr>
            <a:xfrm>
              <a:off x="5648549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g826"/>
            <p:cNvSpPr/>
            <p:nvPr/>
          </p:nvSpPr>
          <p:spPr>
            <a:xfrm>
              <a:off x="566018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g827"/>
            <p:cNvSpPr/>
            <p:nvPr/>
          </p:nvSpPr>
          <p:spPr>
            <a:xfrm>
              <a:off x="5671824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g828"/>
            <p:cNvSpPr/>
            <p:nvPr/>
          </p:nvSpPr>
          <p:spPr>
            <a:xfrm>
              <a:off x="5683461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g829"/>
            <p:cNvSpPr/>
            <p:nvPr/>
          </p:nvSpPr>
          <p:spPr>
            <a:xfrm>
              <a:off x="569509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g830"/>
            <p:cNvSpPr/>
            <p:nvPr/>
          </p:nvSpPr>
          <p:spPr>
            <a:xfrm>
              <a:off x="570673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g831"/>
            <p:cNvSpPr/>
            <p:nvPr/>
          </p:nvSpPr>
          <p:spPr>
            <a:xfrm>
              <a:off x="5718373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g832"/>
            <p:cNvSpPr/>
            <p:nvPr/>
          </p:nvSpPr>
          <p:spPr>
            <a:xfrm>
              <a:off x="573001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g833"/>
            <p:cNvSpPr/>
            <p:nvPr/>
          </p:nvSpPr>
          <p:spPr>
            <a:xfrm>
              <a:off x="574164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g834"/>
            <p:cNvSpPr/>
            <p:nvPr/>
          </p:nvSpPr>
          <p:spPr>
            <a:xfrm>
              <a:off x="5753285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g835"/>
            <p:cNvSpPr/>
            <p:nvPr/>
          </p:nvSpPr>
          <p:spPr>
            <a:xfrm>
              <a:off x="5764922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g836"/>
            <p:cNvSpPr/>
            <p:nvPr/>
          </p:nvSpPr>
          <p:spPr>
            <a:xfrm>
              <a:off x="577656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g837"/>
            <p:cNvSpPr/>
            <p:nvPr/>
          </p:nvSpPr>
          <p:spPr>
            <a:xfrm>
              <a:off x="5788197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g838"/>
            <p:cNvSpPr/>
            <p:nvPr/>
          </p:nvSpPr>
          <p:spPr>
            <a:xfrm>
              <a:off x="567182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g839"/>
            <p:cNvSpPr/>
            <p:nvPr/>
          </p:nvSpPr>
          <p:spPr>
            <a:xfrm>
              <a:off x="5683461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g840"/>
            <p:cNvSpPr/>
            <p:nvPr/>
          </p:nvSpPr>
          <p:spPr>
            <a:xfrm>
              <a:off x="569509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g841"/>
            <p:cNvSpPr/>
            <p:nvPr/>
          </p:nvSpPr>
          <p:spPr>
            <a:xfrm>
              <a:off x="5706736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g842"/>
            <p:cNvSpPr/>
            <p:nvPr/>
          </p:nvSpPr>
          <p:spPr>
            <a:xfrm>
              <a:off x="5718373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g843"/>
            <p:cNvSpPr/>
            <p:nvPr/>
          </p:nvSpPr>
          <p:spPr>
            <a:xfrm>
              <a:off x="573001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g844"/>
            <p:cNvSpPr/>
            <p:nvPr/>
          </p:nvSpPr>
          <p:spPr>
            <a:xfrm>
              <a:off x="574164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g845"/>
            <p:cNvSpPr/>
            <p:nvPr/>
          </p:nvSpPr>
          <p:spPr>
            <a:xfrm>
              <a:off x="5753285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g846"/>
            <p:cNvSpPr/>
            <p:nvPr/>
          </p:nvSpPr>
          <p:spPr>
            <a:xfrm>
              <a:off x="5764922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g847"/>
            <p:cNvSpPr/>
            <p:nvPr/>
          </p:nvSpPr>
          <p:spPr>
            <a:xfrm>
              <a:off x="577656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g848"/>
            <p:cNvSpPr/>
            <p:nvPr/>
          </p:nvSpPr>
          <p:spPr>
            <a:xfrm>
              <a:off x="5788197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g849"/>
            <p:cNvSpPr/>
            <p:nvPr/>
          </p:nvSpPr>
          <p:spPr>
            <a:xfrm>
              <a:off x="579983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g850"/>
            <p:cNvSpPr/>
            <p:nvPr/>
          </p:nvSpPr>
          <p:spPr>
            <a:xfrm>
              <a:off x="562527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g851"/>
            <p:cNvSpPr/>
            <p:nvPr/>
          </p:nvSpPr>
          <p:spPr>
            <a:xfrm>
              <a:off x="563691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g852"/>
            <p:cNvSpPr/>
            <p:nvPr/>
          </p:nvSpPr>
          <p:spPr>
            <a:xfrm>
              <a:off x="5648549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g853"/>
            <p:cNvSpPr/>
            <p:nvPr/>
          </p:nvSpPr>
          <p:spPr>
            <a:xfrm>
              <a:off x="566018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g854"/>
            <p:cNvSpPr/>
            <p:nvPr/>
          </p:nvSpPr>
          <p:spPr>
            <a:xfrm>
              <a:off x="569509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g855"/>
            <p:cNvSpPr/>
            <p:nvPr/>
          </p:nvSpPr>
          <p:spPr>
            <a:xfrm>
              <a:off x="570673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g856"/>
            <p:cNvSpPr/>
            <p:nvPr/>
          </p:nvSpPr>
          <p:spPr>
            <a:xfrm>
              <a:off x="5718373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g857"/>
            <p:cNvSpPr/>
            <p:nvPr/>
          </p:nvSpPr>
          <p:spPr>
            <a:xfrm>
              <a:off x="573001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g858"/>
            <p:cNvSpPr/>
            <p:nvPr/>
          </p:nvSpPr>
          <p:spPr>
            <a:xfrm>
              <a:off x="574164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g859"/>
            <p:cNvSpPr/>
            <p:nvPr/>
          </p:nvSpPr>
          <p:spPr>
            <a:xfrm>
              <a:off x="575328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g860"/>
            <p:cNvSpPr/>
            <p:nvPr/>
          </p:nvSpPr>
          <p:spPr>
            <a:xfrm>
              <a:off x="576492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g861"/>
            <p:cNvSpPr/>
            <p:nvPr/>
          </p:nvSpPr>
          <p:spPr>
            <a:xfrm>
              <a:off x="577656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g862"/>
            <p:cNvSpPr/>
            <p:nvPr/>
          </p:nvSpPr>
          <p:spPr>
            <a:xfrm>
              <a:off x="5788197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g863"/>
            <p:cNvSpPr/>
            <p:nvPr/>
          </p:nvSpPr>
          <p:spPr>
            <a:xfrm>
              <a:off x="5799834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g864"/>
            <p:cNvSpPr/>
            <p:nvPr/>
          </p:nvSpPr>
          <p:spPr>
            <a:xfrm>
              <a:off x="561363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g865"/>
            <p:cNvSpPr/>
            <p:nvPr/>
          </p:nvSpPr>
          <p:spPr>
            <a:xfrm>
              <a:off x="562527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g866"/>
            <p:cNvSpPr/>
            <p:nvPr/>
          </p:nvSpPr>
          <p:spPr>
            <a:xfrm>
              <a:off x="563691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g867"/>
            <p:cNvSpPr/>
            <p:nvPr/>
          </p:nvSpPr>
          <p:spPr>
            <a:xfrm>
              <a:off x="564854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g868"/>
            <p:cNvSpPr/>
            <p:nvPr/>
          </p:nvSpPr>
          <p:spPr>
            <a:xfrm>
              <a:off x="566018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g869"/>
            <p:cNvSpPr/>
            <p:nvPr/>
          </p:nvSpPr>
          <p:spPr>
            <a:xfrm>
              <a:off x="567182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g870"/>
            <p:cNvSpPr/>
            <p:nvPr/>
          </p:nvSpPr>
          <p:spPr>
            <a:xfrm>
              <a:off x="5683461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g871"/>
            <p:cNvSpPr/>
            <p:nvPr/>
          </p:nvSpPr>
          <p:spPr>
            <a:xfrm>
              <a:off x="569509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g872"/>
            <p:cNvSpPr/>
            <p:nvPr/>
          </p:nvSpPr>
          <p:spPr>
            <a:xfrm>
              <a:off x="570673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g873"/>
            <p:cNvSpPr/>
            <p:nvPr/>
          </p:nvSpPr>
          <p:spPr>
            <a:xfrm>
              <a:off x="5718373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g874"/>
            <p:cNvSpPr/>
            <p:nvPr/>
          </p:nvSpPr>
          <p:spPr>
            <a:xfrm>
              <a:off x="573001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g875"/>
            <p:cNvSpPr/>
            <p:nvPr/>
          </p:nvSpPr>
          <p:spPr>
            <a:xfrm>
              <a:off x="574164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g876"/>
            <p:cNvSpPr/>
            <p:nvPr/>
          </p:nvSpPr>
          <p:spPr>
            <a:xfrm>
              <a:off x="575328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g877"/>
            <p:cNvSpPr/>
            <p:nvPr/>
          </p:nvSpPr>
          <p:spPr>
            <a:xfrm>
              <a:off x="576492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g878"/>
            <p:cNvSpPr/>
            <p:nvPr/>
          </p:nvSpPr>
          <p:spPr>
            <a:xfrm>
              <a:off x="577656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g879"/>
            <p:cNvSpPr/>
            <p:nvPr/>
          </p:nvSpPr>
          <p:spPr>
            <a:xfrm>
              <a:off x="578819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g880"/>
            <p:cNvSpPr/>
            <p:nvPr/>
          </p:nvSpPr>
          <p:spPr>
            <a:xfrm>
              <a:off x="579983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g881"/>
            <p:cNvSpPr/>
            <p:nvPr/>
          </p:nvSpPr>
          <p:spPr>
            <a:xfrm>
              <a:off x="581147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g882"/>
            <p:cNvSpPr/>
            <p:nvPr/>
          </p:nvSpPr>
          <p:spPr>
            <a:xfrm>
              <a:off x="561363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g883"/>
            <p:cNvSpPr/>
            <p:nvPr/>
          </p:nvSpPr>
          <p:spPr>
            <a:xfrm>
              <a:off x="562527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g884"/>
            <p:cNvSpPr/>
            <p:nvPr/>
          </p:nvSpPr>
          <p:spPr>
            <a:xfrm>
              <a:off x="563691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g885"/>
            <p:cNvSpPr/>
            <p:nvPr/>
          </p:nvSpPr>
          <p:spPr>
            <a:xfrm>
              <a:off x="564854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g886"/>
            <p:cNvSpPr/>
            <p:nvPr/>
          </p:nvSpPr>
          <p:spPr>
            <a:xfrm>
              <a:off x="566018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g887"/>
            <p:cNvSpPr/>
            <p:nvPr/>
          </p:nvSpPr>
          <p:spPr>
            <a:xfrm>
              <a:off x="567182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g888"/>
            <p:cNvSpPr/>
            <p:nvPr/>
          </p:nvSpPr>
          <p:spPr>
            <a:xfrm>
              <a:off x="5683461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g889"/>
            <p:cNvSpPr/>
            <p:nvPr/>
          </p:nvSpPr>
          <p:spPr>
            <a:xfrm>
              <a:off x="569509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g890"/>
            <p:cNvSpPr/>
            <p:nvPr/>
          </p:nvSpPr>
          <p:spPr>
            <a:xfrm>
              <a:off x="570673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g891"/>
            <p:cNvSpPr/>
            <p:nvPr/>
          </p:nvSpPr>
          <p:spPr>
            <a:xfrm>
              <a:off x="5718373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g892"/>
            <p:cNvSpPr/>
            <p:nvPr/>
          </p:nvSpPr>
          <p:spPr>
            <a:xfrm>
              <a:off x="573001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g893"/>
            <p:cNvSpPr/>
            <p:nvPr/>
          </p:nvSpPr>
          <p:spPr>
            <a:xfrm>
              <a:off x="574164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g894"/>
            <p:cNvSpPr/>
            <p:nvPr/>
          </p:nvSpPr>
          <p:spPr>
            <a:xfrm>
              <a:off x="575328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g895"/>
            <p:cNvSpPr/>
            <p:nvPr/>
          </p:nvSpPr>
          <p:spPr>
            <a:xfrm>
              <a:off x="576492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g896"/>
            <p:cNvSpPr/>
            <p:nvPr/>
          </p:nvSpPr>
          <p:spPr>
            <a:xfrm>
              <a:off x="577656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g897"/>
            <p:cNvSpPr/>
            <p:nvPr/>
          </p:nvSpPr>
          <p:spPr>
            <a:xfrm>
              <a:off x="578819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g898"/>
            <p:cNvSpPr/>
            <p:nvPr/>
          </p:nvSpPr>
          <p:spPr>
            <a:xfrm>
              <a:off x="579983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g899"/>
            <p:cNvSpPr/>
            <p:nvPr/>
          </p:nvSpPr>
          <p:spPr>
            <a:xfrm>
              <a:off x="581147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g900"/>
            <p:cNvSpPr/>
            <p:nvPr/>
          </p:nvSpPr>
          <p:spPr>
            <a:xfrm>
              <a:off x="561363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g901"/>
            <p:cNvSpPr/>
            <p:nvPr/>
          </p:nvSpPr>
          <p:spPr>
            <a:xfrm>
              <a:off x="562527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g902"/>
            <p:cNvSpPr/>
            <p:nvPr/>
          </p:nvSpPr>
          <p:spPr>
            <a:xfrm>
              <a:off x="563691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g903"/>
            <p:cNvSpPr/>
            <p:nvPr/>
          </p:nvSpPr>
          <p:spPr>
            <a:xfrm>
              <a:off x="564854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g904"/>
            <p:cNvSpPr/>
            <p:nvPr/>
          </p:nvSpPr>
          <p:spPr>
            <a:xfrm>
              <a:off x="566018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g905"/>
            <p:cNvSpPr/>
            <p:nvPr/>
          </p:nvSpPr>
          <p:spPr>
            <a:xfrm>
              <a:off x="567182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g906"/>
            <p:cNvSpPr/>
            <p:nvPr/>
          </p:nvSpPr>
          <p:spPr>
            <a:xfrm>
              <a:off x="5683461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g907"/>
            <p:cNvSpPr/>
            <p:nvPr/>
          </p:nvSpPr>
          <p:spPr>
            <a:xfrm>
              <a:off x="569509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g908"/>
            <p:cNvSpPr/>
            <p:nvPr/>
          </p:nvSpPr>
          <p:spPr>
            <a:xfrm>
              <a:off x="570673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g909"/>
            <p:cNvSpPr/>
            <p:nvPr/>
          </p:nvSpPr>
          <p:spPr>
            <a:xfrm>
              <a:off x="5718373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g910"/>
            <p:cNvSpPr/>
            <p:nvPr/>
          </p:nvSpPr>
          <p:spPr>
            <a:xfrm>
              <a:off x="573001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g911"/>
            <p:cNvSpPr/>
            <p:nvPr/>
          </p:nvSpPr>
          <p:spPr>
            <a:xfrm>
              <a:off x="574164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g912"/>
            <p:cNvSpPr/>
            <p:nvPr/>
          </p:nvSpPr>
          <p:spPr>
            <a:xfrm>
              <a:off x="575328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g913"/>
            <p:cNvSpPr/>
            <p:nvPr/>
          </p:nvSpPr>
          <p:spPr>
            <a:xfrm>
              <a:off x="576492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g914"/>
            <p:cNvSpPr/>
            <p:nvPr/>
          </p:nvSpPr>
          <p:spPr>
            <a:xfrm>
              <a:off x="577656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g915"/>
            <p:cNvSpPr/>
            <p:nvPr/>
          </p:nvSpPr>
          <p:spPr>
            <a:xfrm>
              <a:off x="578819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g916"/>
            <p:cNvSpPr/>
            <p:nvPr/>
          </p:nvSpPr>
          <p:spPr>
            <a:xfrm>
              <a:off x="579983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g917"/>
            <p:cNvSpPr/>
            <p:nvPr/>
          </p:nvSpPr>
          <p:spPr>
            <a:xfrm>
              <a:off x="581147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g918"/>
            <p:cNvSpPr/>
            <p:nvPr/>
          </p:nvSpPr>
          <p:spPr>
            <a:xfrm>
              <a:off x="547398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g919"/>
            <p:cNvSpPr/>
            <p:nvPr/>
          </p:nvSpPr>
          <p:spPr>
            <a:xfrm>
              <a:off x="552053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g920"/>
            <p:cNvSpPr/>
            <p:nvPr/>
          </p:nvSpPr>
          <p:spPr>
            <a:xfrm>
              <a:off x="553217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g921"/>
            <p:cNvSpPr/>
            <p:nvPr/>
          </p:nvSpPr>
          <p:spPr>
            <a:xfrm>
              <a:off x="554381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g922"/>
            <p:cNvSpPr/>
            <p:nvPr/>
          </p:nvSpPr>
          <p:spPr>
            <a:xfrm>
              <a:off x="555545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g923"/>
            <p:cNvSpPr/>
            <p:nvPr/>
          </p:nvSpPr>
          <p:spPr>
            <a:xfrm>
              <a:off x="556708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g924"/>
            <p:cNvSpPr/>
            <p:nvPr/>
          </p:nvSpPr>
          <p:spPr>
            <a:xfrm>
              <a:off x="557872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g925"/>
            <p:cNvSpPr/>
            <p:nvPr/>
          </p:nvSpPr>
          <p:spPr>
            <a:xfrm>
              <a:off x="559036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g926"/>
            <p:cNvSpPr/>
            <p:nvPr/>
          </p:nvSpPr>
          <p:spPr>
            <a:xfrm>
              <a:off x="560200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g927"/>
            <p:cNvSpPr/>
            <p:nvPr/>
          </p:nvSpPr>
          <p:spPr>
            <a:xfrm>
              <a:off x="561363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g928"/>
            <p:cNvSpPr/>
            <p:nvPr/>
          </p:nvSpPr>
          <p:spPr>
            <a:xfrm>
              <a:off x="562527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g929"/>
            <p:cNvSpPr/>
            <p:nvPr/>
          </p:nvSpPr>
          <p:spPr>
            <a:xfrm>
              <a:off x="563691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g930"/>
            <p:cNvSpPr/>
            <p:nvPr/>
          </p:nvSpPr>
          <p:spPr>
            <a:xfrm>
              <a:off x="564854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g931"/>
            <p:cNvSpPr/>
            <p:nvPr/>
          </p:nvSpPr>
          <p:spPr>
            <a:xfrm>
              <a:off x="566018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g932"/>
            <p:cNvSpPr/>
            <p:nvPr/>
          </p:nvSpPr>
          <p:spPr>
            <a:xfrm>
              <a:off x="567182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g933"/>
            <p:cNvSpPr/>
            <p:nvPr/>
          </p:nvSpPr>
          <p:spPr>
            <a:xfrm>
              <a:off x="568346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g934"/>
            <p:cNvSpPr/>
            <p:nvPr/>
          </p:nvSpPr>
          <p:spPr>
            <a:xfrm>
              <a:off x="569509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g935"/>
            <p:cNvSpPr/>
            <p:nvPr/>
          </p:nvSpPr>
          <p:spPr>
            <a:xfrm>
              <a:off x="570673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g936"/>
            <p:cNvSpPr/>
            <p:nvPr/>
          </p:nvSpPr>
          <p:spPr>
            <a:xfrm>
              <a:off x="571837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g937"/>
            <p:cNvSpPr/>
            <p:nvPr/>
          </p:nvSpPr>
          <p:spPr>
            <a:xfrm>
              <a:off x="573001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g938"/>
            <p:cNvSpPr/>
            <p:nvPr/>
          </p:nvSpPr>
          <p:spPr>
            <a:xfrm>
              <a:off x="574164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g939"/>
            <p:cNvSpPr/>
            <p:nvPr/>
          </p:nvSpPr>
          <p:spPr>
            <a:xfrm>
              <a:off x="575328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g940"/>
            <p:cNvSpPr/>
            <p:nvPr/>
          </p:nvSpPr>
          <p:spPr>
            <a:xfrm>
              <a:off x="576492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g941"/>
            <p:cNvSpPr/>
            <p:nvPr/>
          </p:nvSpPr>
          <p:spPr>
            <a:xfrm>
              <a:off x="577656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g942"/>
            <p:cNvSpPr/>
            <p:nvPr/>
          </p:nvSpPr>
          <p:spPr>
            <a:xfrm>
              <a:off x="578819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g943"/>
            <p:cNvSpPr/>
            <p:nvPr/>
          </p:nvSpPr>
          <p:spPr>
            <a:xfrm>
              <a:off x="579983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g944"/>
            <p:cNvSpPr/>
            <p:nvPr/>
          </p:nvSpPr>
          <p:spPr>
            <a:xfrm>
              <a:off x="534597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g945"/>
            <p:cNvSpPr/>
            <p:nvPr/>
          </p:nvSpPr>
          <p:spPr>
            <a:xfrm>
              <a:off x="535761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g946"/>
            <p:cNvSpPr/>
            <p:nvPr/>
          </p:nvSpPr>
          <p:spPr>
            <a:xfrm>
              <a:off x="536925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g947"/>
            <p:cNvSpPr/>
            <p:nvPr/>
          </p:nvSpPr>
          <p:spPr>
            <a:xfrm>
              <a:off x="543907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g948"/>
            <p:cNvSpPr/>
            <p:nvPr/>
          </p:nvSpPr>
          <p:spPr>
            <a:xfrm>
              <a:off x="545071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g949"/>
            <p:cNvSpPr/>
            <p:nvPr/>
          </p:nvSpPr>
          <p:spPr>
            <a:xfrm>
              <a:off x="546235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g950"/>
            <p:cNvSpPr/>
            <p:nvPr/>
          </p:nvSpPr>
          <p:spPr>
            <a:xfrm>
              <a:off x="547398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g951"/>
            <p:cNvSpPr/>
            <p:nvPr/>
          </p:nvSpPr>
          <p:spPr>
            <a:xfrm>
              <a:off x="548562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g952"/>
            <p:cNvSpPr/>
            <p:nvPr/>
          </p:nvSpPr>
          <p:spPr>
            <a:xfrm>
              <a:off x="549726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g953"/>
            <p:cNvSpPr/>
            <p:nvPr/>
          </p:nvSpPr>
          <p:spPr>
            <a:xfrm>
              <a:off x="550890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g954"/>
            <p:cNvSpPr/>
            <p:nvPr/>
          </p:nvSpPr>
          <p:spPr>
            <a:xfrm>
              <a:off x="552053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g955"/>
            <p:cNvSpPr/>
            <p:nvPr/>
          </p:nvSpPr>
          <p:spPr>
            <a:xfrm>
              <a:off x="553217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g956"/>
            <p:cNvSpPr/>
            <p:nvPr/>
          </p:nvSpPr>
          <p:spPr>
            <a:xfrm>
              <a:off x="554381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g957"/>
            <p:cNvSpPr/>
            <p:nvPr/>
          </p:nvSpPr>
          <p:spPr>
            <a:xfrm>
              <a:off x="555545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g958"/>
            <p:cNvSpPr/>
            <p:nvPr/>
          </p:nvSpPr>
          <p:spPr>
            <a:xfrm>
              <a:off x="556708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g959"/>
            <p:cNvSpPr/>
            <p:nvPr/>
          </p:nvSpPr>
          <p:spPr>
            <a:xfrm>
              <a:off x="557872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g960"/>
            <p:cNvSpPr/>
            <p:nvPr/>
          </p:nvSpPr>
          <p:spPr>
            <a:xfrm>
              <a:off x="559036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g961"/>
            <p:cNvSpPr/>
            <p:nvPr/>
          </p:nvSpPr>
          <p:spPr>
            <a:xfrm>
              <a:off x="560200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g962"/>
            <p:cNvSpPr/>
            <p:nvPr/>
          </p:nvSpPr>
          <p:spPr>
            <a:xfrm>
              <a:off x="561363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g963"/>
            <p:cNvSpPr/>
            <p:nvPr/>
          </p:nvSpPr>
          <p:spPr>
            <a:xfrm>
              <a:off x="562527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g964"/>
            <p:cNvSpPr/>
            <p:nvPr/>
          </p:nvSpPr>
          <p:spPr>
            <a:xfrm>
              <a:off x="563691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g965"/>
            <p:cNvSpPr/>
            <p:nvPr/>
          </p:nvSpPr>
          <p:spPr>
            <a:xfrm>
              <a:off x="564854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g966"/>
            <p:cNvSpPr/>
            <p:nvPr/>
          </p:nvSpPr>
          <p:spPr>
            <a:xfrm>
              <a:off x="566018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g967"/>
            <p:cNvSpPr/>
            <p:nvPr/>
          </p:nvSpPr>
          <p:spPr>
            <a:xfrm>
              <a:off x="567182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g968"/>
            <p:cNvSpPr/>
            <p:nvPr/>
          </p:nvSpPr>
          <p:spPr>
            <a:xfrm>
              <a:off x="568346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g969"/>
            <p:cNvSpPr/>
            <p:nvPr/>
          </p:nvSpPr>
          <p:spPr>
            <a:xfrm>
              <a:off x="569509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g970"/>
            <p:cNvSpPr/>
            <p:nvPr/>
          </p:nvSpPr>
          <p:spPr>
            <a:xfrm>
              <a:off x="570673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g971"/>
            <p:cNvSpPr/>
            <p:nvPr/>
          </p:nvSpPr>
          <p:spPr>
            <a:xfrm>
              <a:off x="571837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g972"/>
            <p:cNvSpPr/>
            <p:nvPr/>
          </p:nvSpPr>
          <p:spPr>
            <a:xfrm>
              <a:off x="573001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g973"/>
            <p:cNvSpPr/>
            <p:nvPr/>
          </p:nvSpPr>
          <p:spPr>
            <a:xfrm>
              <a:off x="574164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g974"/>
            <p:cNvSpPr/>
            <p:nvPr/>
          </p:nvSpPr>
          <p:spPr>
            <a:xfrm>
              <a:off x="575328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g975"/>
            <p:cNvSpPr/>
            <p:nvPr/>
          </p:nvSpPr>
          <p:spPr>
            <a:xfrm>
              <a:off x="576492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g976"/>
            <p:cNvSpPr/>
            <p:nvPr/>
          </p:nvSpPr>
          <p:spPr>
            <a:xfrm>
              <a:off x="533434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g977"/>
            <p:cNvSpPr/>
            <p:nvPr/>
          </p:nvSpPr>
          <p:spPr>
            <a:xfrm>
              <a:off x="534597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g978"/>
            <p:cNvSpPr/>
            <p:nvPr/>
          </p:nvSpPr>
          <p:spPr>
            <a:xfrm>
              <a:off x="535761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g979"/>
            <p:cNvSpPr/>
            <p:nvPr/>
          </p:nvSpPr>
          <p:spPr>
            <a:xfrm>
              <a:off x="536925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g980"/>
            <p:cNvSpPr/>
            <p:nvPr/>
          </p:nvSpPr>
          <p:spPr>
            <a:xfrm>
              <a:off x="538089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g981"/>
            <p:cNvSpPr/>
            <p:nvPr/>
          </p:nvSpPr>
          <p:spPr>
            <a:xfrm>
              <a:off x="541580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g982"/>
            <p:cNvSpPr/>
            <p:nvPr/>
          </p:nvSpPr>
          <p:spPr>
            <a:xfrm>
              <a:off x="542744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g983"/>
            <p:cNvSpPr/>
            <p:nvPr/>
          </p:nvSpPr>
          <p:spPr>
            <a:xfrm>
              <a:off x="543907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g984"/>
            <p:cNvSpPr/>
            <p:nvPr/>
          </p:nvSpPr>
          <p:spPr>
            <a:xfrm>
              <a:off x="545071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g985"/>
            <p:cNvSpPr/>
            <p:nvPr/>
          </p:nvSpPr>
          <p:spPr>
            <a:xfrm>
              <a:off x="546235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g986"/>
            <p:cNvSpPr/>
            <p:nvPr/>
          </p:nvSpPr>
          <p:spPr>
            <a:xfrm>
              <a:off x="547398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g987"/>
            <p:cNvSpPr/>
            <p:nvPr/>
          </p:nvSpPr>
          <p:spPr>
            <a:xfrm>
              <a:off x="548562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g988"/>
            <p:cNvSpPr/>
            <p:nvPr/>
          </p:nvSpPr>
          <p:spPr>
            <a:xfrm>
              <a:off x="549726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g989"/>
            <p:cNvSpPr/>
            <p:nvPr/>
          </p:nvSpPr>
          <p:spPr>
            <a:xfrm>
              <a:off x="550890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g990"/>
            <p:cNvSpPr/>
            <p:nvPr/>
          </p:nvSpPr>
          <p:spPr>
            <a:xfrm>
              <a:off x="552053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g991"/>
            <p:cNvSpPr/>
            <p:nvPr/>
          </p:nvSpPr>
          <p:spPr>
            <a:xfrm>
              <a:off x="553217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g992"/>
            <p:cNvSpPr/>
            <p:nvPr/>
          </p:nvSpPr>
          <p:spPr>
            <a:xfrm>
              <a:off x="554381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g993"/>
            <p:cNvSpPr/>
            <p:nvPr/>
          </p:nvSpPr>
          <p:spPr>
            <a:xfrm>
              <a:off x="555545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g994"/>
            <p:cNvSpPr/>
            <p:nvPr/>
          </p:nvSpPr>
          <p:spPr>
            <a:xfrm>
              <a:off x="556708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g995"/>
            <p:cNvSpPr/>
            <p:nvPr/>
          </p:nvSpPr>
          <p:spPr>
            <a:xfrm>
              <a:off x="557872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g996"/>
            <p:cNvSpPr/>
            <p:nvPr/>
          </p:nvSpPr>
          <p:spPr>
            <a:xfrm>
              <a:off x="559036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g997"/>
            <p:cNvSpPr/>
            <p:nvPr/>
          </p:nvSpPr>
          <p:spPr>
            <a:xfrm>
              <a:off x="560200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g998"/>
            <p:cNvSpPr/>
            <p:nvPr/>
          </p:nvSpPr>
          <p:spPr>
            <a:xfrm>
              <a:off x="561363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g999"/>
            <p:cNvSpPr/>
            <p:nvPr/>
          </p:nvSpPr>
          <p:spPr>
            <a:xfrm>
              <a:off x="562527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g1000"/>
            <p:cNvSpPr/>
            <p:nvPr/>
          </p:nvSpPr>
          <p:spPr>
            <a:xfrm>
              <a:off x="563691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g1001"/>
            <p:cNvSpPr/>
            <p:nvPr/>
          </p:nvSpPr>
          <p:spPr>
            <a:xfrm>
              <a:off x="564854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g1002"/>
            <p:cNvSpPr/>
            <p:nvPr/>
          </p:nvSpPr>
          <p:spPr>
            <a:xfrm>
              <a:off x="566018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g1003"/>
            <p:cNvSpPr/>
            <p:nvPr/>
          </p:nvSpPr>
          <p:spPr>
            <a:xfrm>
              <a:off x="567182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g1004"/>
            <p:cNvSpPr/>
            <p:nvPr/>
          </p:nvSpPr>
          <p:spPr>
            <a:xfrm>
              <a:off x="568346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g1005"/>
            <p:cNvSpPr/>
            <p:nvPr/>
          </p:nvSpPr>
          <p:spPr>
            <a:xfrm>
              <a:off x="570673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g1006"/>
            <p:cNvSpPr/>
            <p:nvPr/>
          </p:nvSpPr>
          <p:spPr>
            <a:xfrm>
              <a:off x="571837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g1007"/>
            <p:cNvSpPr/>
            <p:nvPr/>
          </p:nvSpPr>
          <p:spPr>
            <a:xfrm>
              <a:off x="533434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g1008"/>
            <p:cNvSpPr/>
            <p:nvPr/>
          </p:nvSpPr>
          <p:spPr>
            <a:xfrm>
              <a:off x="534597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g1009"/>
            <p:cNvSpPr/>
            <p:nvPr/>
          </p:nvSpPr>
          <p:spPr>
            <a:xfrm>
              <a:off x="535761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g1010"/>
            <p:cNvSpPr/>
            <p:nvPr/>
          </p:nvSpPr>
          <p:spPr>
            <a:xfrm>
              <a:off x="536925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g1011"/>
            <p:cNvSpPr/>
            <p:nvPr/>
          </p:nvSpPr>
          <p:spPr>
            <a:xfrm>
              <a:off x="538089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g1012"/>
            <p:cNvSpPr/>
            <p:nvPr/>
          </p:nvSpPr>
          <p:spPr>
            <a:xfrm>
              <a:off x="539252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g1013"/>
            <p:cNvSpPr/>
            <p:nvPr/>
          </p:nvSpPr>
          <p:spPr>
            <a:xfrm>
              <a:off x="540416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g1014"/>
            <p:cNvSpPr/>
            <p:nvPr/>
          </p:nvSpPr>
          <p:spPr>
            <a:xfrm>
              <a:off x="541580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g1015"/>
            <p:cNvSpPr/>
            <p:nvPr/>
          </p:nvSpPr>
          <p:spPr>
            <a:xfrm>
              <a:off x="542744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g1016"/>
            <p:cNvSpPr/>
            <p:nvPr/>
          </p:nvSpPr>
          <p:spPr>
            <a:xfrm>
              <a:off x="543907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g1017"/>
            <p:cNvSpPr/>
            <p:nvPr/>
          </p:nvSpPr>
          <p:spPr>
            <a:xfrm>
              <a:off x="545071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g1018"/>
            <p:cNvSpPr/>
            <p:nvPr/>
          </p:nvSpPr>
          <p:spPr>
            <a:xfrm>
              <a:off x="546235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g1019"/>
            <p:cNvSpPr/>
            <p:nvPr/>
          </p:nvSpPr>
          <p:spPr>
            <a:xfrm>
              <a:off x="547398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g1020"/>
            <p:cNvSpPr/>
            <p:nvPr/>
          </p:nvSpPr>
          <p:spPr>
            <a:xfrm>
              <a:off x="548562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g1021"/>
            <p:cNvSpPr/>
            <p:nvPr/>
          </p:nvSpPr>
          <p:spPr>
            <a:xfrm>
              <a:off x="5497264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g1022"/>
            <p:cNvSpPr/>
            <p:nvPr/>
          </p:nvSpPr>
          <p:spPr>
            <a:xfrm>
              <a:off x="550890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g1023"/>
            <p:cNvSpPr/>
            <p:nvPr/>
          </p:nvSpPr>
          <p:spPr>
            <a:xfrm>
              <a:off x="552053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g1024"/>
            <p:cNvSpPr/>
            <p:nvPr/>
          </p:nvSpPr>
          <p:spPr>
            <a:xfrm>
              <a:off x="553217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g1025"/>
            <p:cNvSpPr/>
            <p:nvPr/>
          </p:nvSpPr>
          <p:spPr>
            <a:xfrm>
              <a:off x="554381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g1026"/>
            <p:cNvSpPr/>
            <p:nvPr/>
          </p:nvSpPr>
          <p:spPr>
            <a:xfrm>
              <a:off x="555545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g1027"/>
            <p:cNvSpPr/>
            <p:nvPr/>
          </p:nvSpPr>
          <p:spPr>
            <a:xfrm>
              <a:off x="556708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g1028"/>
            <p:cNvSpPr/>
            <p:nvPr/>
          </p:nvSpPr>
          <p:spPr>
            <a:xfrm>
              <a:off x="557872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g1029"/>
            <p:cNvSpPr/>
            <p:nvPr/>
          </p:nvSpPr>
          <p:spPr>
            <a:xfrm>
              <a:off x="559036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g1030"/>
            <p:cNvSpPr/>
            <p:nvPr/>
          </p:nvSpPr>
          <p:spPr>
            <a:xfrm>
              <a:off x="560200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g1031"/>
            <p:cNvSpPr/>
            <p:nvPr/>
          </p:nvSpPr>
          <p:spPr>
            <a:xfrm>
              <a:off x="561363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g1032"/>
            <p:cNvSpPr/>
            <p:nvPr/>
          </p:nvSpPr>
          <p:spPr>
            <a:xfrm>
              <a:off x="562527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g1033"/>
            <p:cNvSpPr/>
            <p:nvPr/>
          </p:nvSpPr>
          <p:spPr>
            <a:xfrm>
              <a:off x="563691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g1034"/>
            <p:cNvSpPr/>
            <p:nvPr/>
          </p:nvSpPr>
          <p:spPr>
            <a:xfrm>
              <a:off x="534597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g1035"/>
            <p:cNvSpPr/>
            <p:nvPr/>
          </p:nvSpPr>
          <p:spPr>
            <a:xfrm>
              <a:off x="535761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g1036"/>
            <p:cNvSpPr/>
            <p:nvPr/>
          </p:nvSpPr>
          <p:spPr>
            <a:xfrm>
              <a:off x="536925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g1037"/>
            <p:cNvSpPr/>
            <p:nvPr/>
          </p:nvSpPr>
          <p:spPr>
            <a:xfrm>
              <a:off x="538089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g1038"/>
            <p:cNvSpPr/>
            <p:nvPr/>
          </p:nvSpPr>
          <p:spPr>
            <a:xfrm>
              <a:off x="539252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g1039"/>
            <p:cNvSpPr/>
            <p:nvPr/>
          </p:nvSpPr>
          <p:spPr>
            <a:xfrm>
              <a:off x="540416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g1040"/>
            <p:cNvSpPr/>
            <p:nvPr/>
          </p:nvSpPr>
          <p:spPr>
            <a:xfrm>
              <a:off x="541580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g1041"/>
            <p:cNvSpPr/>
            <p:nvPr/>
          </p:nvSpPr>
          <p:spPr>
            <a:xfrm>
              <a:off x="5427440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g1042"/>
            <p:cNvSpPr/>
            <p:nvPr/>
          </p:nvSpPr>
          <p:spPr>
            <a:xfrm>
              <a:off x="543907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g1043"/>
            <p:cNvSpPr/>
            <p:nvPr/>
          </p:nvSpPr>
          <p:spPr>
            <a:xfrm>
              <a:off x="545071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g1044"/>
            <p:cNvSpPr/>
            <p:nvPr/>
          </p:nvSpPr>
          <p:spPr>
            <a:xfrm>
              <a:off x="5462352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g1045"/>
            <p:cNvSpPr/>
            <p:nvPr/>
          </p:nvSpPr>
          <p:spPr>
            <a:xfrm>
              <a:off x="547398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g1046"/>
            <p:cNvSpPr/>
            <p:nvPr/>
          </p:nvSpPr>
          <p:spPr>
            <a:xfrm>
              <a:off x="548562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g1047"/>
            <p:cNvSpPr/>
            <p:nvPr/>
          </p:nvSpPr>
          <p:spPr>
            <a:xfrm>
              <a:off x="5497264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g1048"/>
            <p:cNvSpPr/>
            <p:nvPr/>
          </p:nvSpPr>
          <p:spPr>
            <a:xfrm>
              <a:off x="550890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g1049"/>
            <p:cNvSpPr/>
            <p:nvPr/>
          </p:nvSpPr>
          <p:spPr>
            <a:xfrm>
              <a:off x="552053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g1050"/>
            <p:cNvSpPr/>
            <p:nvPr/>
          </p:nvSpPr>
          <p:spPr>
            <a:xfrm>
              <a:off x="553217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g1051"/>
            <p:cNvSpPr/>
            <p:nvPr/>
          </p:nvSpPr>
          <p:spPr>
            <a:xfrm>
              <a:off x="554381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g1052"/>
            <p:cNvSpPr/>
            <p:nvPr/>
          </p:nvSpPr>
          <p:spPr>
            <a:xfrm>
              <a:off x="555545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g1053"/>
            <p:cNvSpPr/>
            <p:nvPr/>
          </p:nvSpPr>
          <p:spPr>
            <a:xfrm>
              <a:off x="556708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g1054"/>
            <p:cNvSpPr/>
            <p:nvPr/>
          </p:nvSpPr>
          <p:spPr>
            <a:xfrm>
              <a:off x="559036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g1055"/>
            <p:cNvSpPr/>
            <p:nvPr/>
          </p:nvSpPr>
          <p:spPr>
            <a:xfrm>
              <a:off x="5345979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g1056"/>
            <p:cNvSpPr/>
            <p:nvPr/>
          </p:nvSpPr>
          <p:spPr>
            <a:xfrm>
              <a:off x="5357616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g1057"/>
            <p:cNvSpPr/>
            <p:nvPr/>
          </p:nvSpPr>
          <p:spPr>
            <a:xfrm>
              <a:off x="536925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g1058"/>
            <p:cNvSpPr/>
            <p:nvPr/>
          </p:nvSpPr>
          <p:spPr>
            <a:xfrm>
              <a:off x="5380891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g1059"/>
            <p:cNvSpPr/>
            <p:nvPr/>
          </p:nvSpPr>
          <p:spPr>
            <a:xfrm>
              <a:off x="5392528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g1060"/>
            <p:cNvSpPr/>
            <p:nvPr/>
          </p:nvSpPr>
          <p:spPr>
            <a:xfrm>
              <a:off x="540416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g1061"/>
            <p:cNvSpPr/>
            <p:nvPr/>
          </p:nvSpPr>
          <p:spPr>
            <a:xfrm>
              <a:off x="541580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g1062"/>
            <p:cNvSpPr/>
            <p:nvPr/>
          </p:nvSpPr>
          <p:spPr>
            <a:xfrm>
              <a:off x="5427440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g1063"/>
            <p:cNvSpPr/>
            <p:nvPr/>
          </p:nvSpPr>
          <p:spPr>
            <a:xfrm>
              <a:off x="5439077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g1064"/>
            <p:cNvSpPr/>
            <p:nvPr/>
          </p:nvSpPr>
          <p:spPr>
            <a:xfrm>
              <a:off x="545071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g1065"/>
            <p:cNvSpPr/>
            <p:nvPr/>
          </p:nvSpPr>
          <p:spPr>
            <a:xfrm>
              <a:off x="5462352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g1066"/>
            <p:cNvSpPr/>
            <p:nvPr/>
          </p:nvSpPr>
          <p:spPr>
            <a:xfrm>
              <a:off x="533434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g1067"/>
            <p:cNvSpPr/>
            <p:nvPr/>
          </p:nvSpPr>
          <p:spPr>
            <a:xfrm>
              <a:off x="5345979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g1068"/>
            <p:cNvSpPr/>
            <p:nvPr/>
          </p:nvSpPr>
          <p:spPr>
            <a:xfrm>
              <a:off x="5357616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g1069"/>
            <p:cNvSpPr/>
            <p:nvPr/>
          </p:nvSpPr>
          <p:spPr>
            <a:xfrm>
              <a:off x="536925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g1070"/>
            <p:cNvSpPr/>
            <p:nvPr/>
          </p:nvSpPr>
          <p:spPr>
            <a:xfrm>
              <a:off x="538089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g1071"/>
            <p:cNvSpPr/>
            <p:nvPr/>
          </p:nvSpPr>
          <p:spPr>
            <a:xfrm>
              <a:off x="5392528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g1072"/>
            <p:cNvSpPr/>
            <p:nvPr/>
          </p:nvSpPr>
          <p:spPr>
            <a:xfrm>
              <a:off x="5404165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g1073"/>
            <p:cNvSpPr/>
            <p:nvPr/>
          </p:nvSpPr>
          <p:spPr>
            <a:xfrm>
              <a:off x="541580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g1074"/>
            <p:cNvSpPr/>
            <p:nvPr/>
          </p:nvSpPr>
          <p:spPr>
            <a:xfrm>
              <a:off x="5427440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g1075"/>
            <p:cNvSpPr/>
            <p:nvPr/>
          </p:nvSpPr>
          <p:spPr>
            <a:xfrm>
              <a:off x="5322704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g1076"/>
            <p:cNvSpPr/>
            <p:nvPr/>
          </p:nvSpPr>
          <p:spPr>
            <a:xfrm>
              <a:off x="533434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g1077"/>
            <p:cNvSpPr/>
            <p:nvPr/>
          </p:nvSpPr>
          <p:spPr>
            <a:xfrm>
              <a:off x="5345979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g1078"/>
            <p:cNvSpPr/>
            <p:nvPr/>
          </p:nvSpPr>
          <p:spPr>
            <a:xfrm>
              <a:off x="5357616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g1079"/>
            <p:cNvSpPr/>
            <p:nvPr/>
          </p:nvSpPr>
          <p:spPr>
            <a:xfrm>
              <a:off x="5369253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g1080"/>
            <p:cNvSpPr/>
            <p:nvPr/>
          </p:nvSpPr>
          <p:spPr>
            <a:xfrm>
              <a:off x="538089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g1081"/>
            <p:cNvSpPr/>
            <p:nvPr/>
          </p:nvSpPr>
          <p:spPr>
            <a:xfrm>
              <a:off x="5392528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g1082"/>
            <p:cNvSpPr/>
            <p:nvPr/>
          </p:nvSpPr>
          <p:spPr>
            <a:xfrm>
              <a:off x="5404165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g1083"/>
            <p:cNvSpPr/>
            <p:nvPr/>
          </p:nvSpPr>
          <p:spPr>
            <a:xfrm>
              <a:off x="5311067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g1084"/>
            <p:cNvSpPr/>
            <p:nvPr/>
          </p:nvSpPr>
          <p:spPr>
            <a:xfrm>
              <a:off x="5322704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g1085"/>
            <p:cNvSpPr/>
            <p:nvPr/>
          </p:nvSpPr>
          <p:spPr>
            <a:xfrm>
              <a:off x="533434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g1086"/>
            <p:cNvSpPr/>
            <p:nvPr/>
          </p:nvSpPr>
          <p:spPr>
            <a:xfrm>
              <a:off x="5345979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g1087"/>
            <p:cNvSpPr/>
            <p:nvPr/>
          </p:nvSpPr>
          <p:spPr>
            <a:xfrm>
              <a:off x="5357616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g1088"/>
            <p:cNvSpPr/>
            <p:nvPr/>
          </p:nvSpPr>
          <p:spPr>
            <a:xfrm>
              <a:off x="5369253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g1089"/>
            <p:cNvSpPr/>
            <p:nvPr/>
          </p:nvSpPr>
          <p:spPr>
            <a:xfrm>
              <a:off x="538089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g1090"/>
            <p:cNvSpPr/>
            <p:nvPr/>
          </p:nvSpPr>
          <p:spPr>
            <a:xfrm>
              <a:off x="5311067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g1091"/>
            <p:cNvSpPr/>
            <p:nvPr/>
          </p:nvSpPr>
          <p:spPr>
            <a:xfrm>
              <a:off x="5322704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g1092"/>
            <p:cNvSpPr/>
            <p:nvPr/>
          </p:nvSpPr>
          <p:spPr>
            <a:xfrm>
              <a:off x="533434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g1093"/>
            <p:cNvSpPr/>
            <p:nvPr/>
          </p:nvSpPr>
          <p:spPr>
            <a:xfrm>
              <a:off x="5345979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g1094"/>
            <p:cNvSpPr/>
            <p:nvPr/>
          </p:nvSpPr>
          <p:spPr>
            <a:xfrm>
              <a:off x="5357616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g1095"/>
            <p:cNvSpPr/>
            <p:nvPr/>
          </p:nvSpPr>
          <p:spPr>
            <a:xfrm>
              <a:off x="5369253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g1096"/>
            <p:cNvSpPr/>
            <p:nvPr/>
          </p:nvSpPr>
          <p:spPr>
            <a:xfrm>
              <a:off x="538089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g1097"/>
            <p:cNvSpPr/>
            <p:nvPr/>
          </p:nvSpPr>
          <p:spPr>
            <a:xfrm>
              <a:off x="5311067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g1098"/>
            <p:cNvSpPr/>
            <p:nvPr/>
          </p:nvSpPr>
          <p:spPr>
            <a:xfrm>
              <a:off x="5322704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g1099"/>
            <p:cNvSpPr/>
            <p:nvPr/>
          </p:nvSpPr>
          <p:spPr>
            <a:xfrm>
              <a:off x="533434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g1100"/>
            <p:cNvSpPr/>
            <p:nvPr/>
          </p:nvSpPr>
          <p:spPr>
            <a:xfrm>
              <a:off x="5345979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g1101"/>
            <p:cNvSpPr/>
            <p:nvPr/>
          </p:nvSpPr>
          <p:spPr>
            <a:xfrm>
              <a:off x="5357616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g1102"/>
            <p:cNvSpPr/>
            <p:nvPr/>
          </p:nvSpPr>
          <p:spPr>
            <a:xfrm>
              <a:off x="5369253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g1103"/>
            <p:cNvSpPr/>
            <p:nvPr/>
          </p:nvSpPr>
          <p:spPr>
            <a:xfrm>
              <a:off x="538089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g1104"/>
            <p:cNvSpPr/>
            <p:nvPr/>
          </p:nvSpPr>
          <p:spPr>
            <a:xfrm>
              <a:off x="5311067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g1105"/>
            <p:cNvSpPr/>
            <p:nvPr/>
          </p:nvSpPr>
          <p:spPr>
            <a:xfrm>
              <a:off x="5322704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g1106"/>
            <p:cNvSpPr/>
            <p:nvPr/>
          </p:nvSpPr>
          <p:spPr>
            <a:xfrm>
              <a:off x="533434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g1107"/>
            <p:cNvSpPr/>
            <p:nvPr/>
          </p:nvSpPr>
          <p:spPr>
            <a:xfrm>
              <a:off x="5345979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g1108"/>
            <p:cNvSpPr/>
            <p:nvPr/>
          </p:nvSpPr>
          <p:spPr>
            <a:xfrm>
              <a:off x="5357616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g1109"/>
            <p:cNvSpPr/>
            <p:nvPr/>
          </p:nvSpPr>
          <p:spPr>
            <a:xfrm>
              <a:off x="5369253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g1110"/>
            <p:cNvSpPr/>
            <p:nvPr/>
          </p:nvSpPr>
          <p:spPr>
            <a:xfrm>
              <a:off x="538089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g1111"/>
            <p:cNvSpPr/>
            <p:nvPr/>
          </p:nvSpPr>
          <p:spPr>
            <a:xfrm>
              <a:off x="524124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g1112"/>
            <p:cNvSpPr/>
            <p:nvPr/>
          </p:nvSpPr>
          <p:spPr>
            <a:xfrm>
              <a:off x="5252880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g1113"/>
            <p:cNvSpPr/>
            <p:nvPr/>
          </p:nvSpPr>
          <p:spPr>
            <a:xfrm>
              <a:off x="533434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g1114"/>
            <p:cNvSpPr/>
            <p:nvPr/>
          </p:nvSpPr>
          <p:spPr>
            <a:xfrm>
              <a:off x="5345979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g1115"/>
            <p:cNvSpPr/>
            <p:nvPr/>
          </p:nvSpPr>
          <p:spPr>
            <a:xfrm>
              <a:off x="5357616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g1116"/>
            <p:cNvSpPr/>
            <p:nvPr/>
          </p:nvSpPr>
          <p:spPr>
            <a:xfrm>
              <a:off x="536925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g1117"/>
            <p:cNvSpPr/>
            <p:nvPr/>
          </p:nvSpPr>
          <p:spPr>
            <a:xfrm>
              <a:off x="538089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g1118"/>
            <p:cNvSpPr/>
            <p:nvPr/>
          </p:nvSpPr>
          <p:spPr>
            <a:xfrm>
              <a:off x="5217968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g1119"/>
            <p:cNvSpPr/>
            <p:nvPr/>
          </p:nvSpPr>
          <p:spPr>
            <a:xfrm>
              <a:off x="5229605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g1120"/>
            <p:cNvSpPr/>
            <p:nvPr/>
          </p:nvSpPr>
          <p:spPr>
            <a:xfrm>
              <a:off x="524124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g1121"/>
            <p:cNvSpPr/>
            <p:nvPr/>
          </p:nvSpPr>
          <p:spPr>
            <a:xfrm>
              <a:off x="5252880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g1122"/>
            <p:cNvSpPr/>
            <p:nvPr/>
          </p:nvSpPr>
          <p:spPr>
            <a:xfrm>
              <a:off x="5264517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g1123"/>
            <p:cNvSpPr/>
            <p:nvPr/>
          </p:nvSpPr>
          <p:spPr>
            <a:xfrm>
              <a:off x="533434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g1124"/>
            <p:cNvSpPr/>
            <p:nvPr/>
          </p:nvSpPr>
          <p:spPr>
            <a:xfrm>
              <a:off x="5345979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g1125"/>
            <p:cNvSpPr/>
            <p:nvPr/>
          </p:nvSpPr>
          <p:spPr>
            <a:xfrm>
              <a:off x="5357616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g1126"/>
            <p:cNvSpPr/>
            <p:nvPr/>
          </p:nvSpPr>
          <p:spPr>
            <a:xfrm>
              <a:off x="536925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g1127"/>
            <p:cNvSpPr/>
            <p:nvPr/>
          </p:nvSpPr>
          <p:spPr>
            <a:xfrm>
              <a:off x="538089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g1128"/>
            <p:cNvSpPr/>
            <p:nvPr/>
          </p:nvSpPr>
          <p:spPr>
            <a:xfrm>
              <a:off x="519469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g1129"/>
            <p:cNvSpPr/>
            <p:nvPr/>
          </p:nvSpPr>
          <p:spPr>
            <a:xfrm>
              <a:off x="520633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g1130"/>
            <p:cNvSpPr/>
            <p:nvPr/>
          </p:nvSpPr>
          <p:spPr>
            <a:xfrm>
              <a:off x="5217968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g1131"/>
            <p:cNvSpPr/>
            <p:nvPr/>
          </p:nvSpPr>
          <p:spPr>
            <a:xfrm>
              <a:off x="5229605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g1132"/>
            <p:cNvSpPr/>
            <p:nvPr/>
          </p:nvSpPr>
          <p:spPr>
            <a:xfrm>
              <a:off x="524124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g1133"/>
            <p:cNvSpPr/>
            <p:nvPr/>
          </p:nvSpPr>
          <p:spPr>
            <a:xfrm>
              <a:off x="5252880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g1134"/>
            <p:cNvSpPr/>
            <p:nvPr/>
          </p:nvSpPr>
          <p:spPr>
            <a:xfrm>
              <a:off x="5264517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g1135"/>
            <p:cNvSpPr/>
            <p:nvPr/>
          </p:nvSpPr>
          <p:spPr>
            <a:xfrm>
              <a:off x="5322704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g1136"/>
            <p:cNvSpPr/>
            <p:nvPr/>
          </p:nvSpPr>
          <p:spPr>
            <a:xfrm>
              <a:off x="533434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g1137"/>
            <p:cNvSpPr/>
            <p:nvPr/>
          </p:nvSpPr>
          <p:spPr>
            <a:xfrm>
              <a:off x="5345979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g1138"/>
            <p:cNvSpPr/>
            <p:nvPr/>
          </p:nvSpPr>
          <p:spPr>
            <a:xfrm>
              <a:off x="5357616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g1139"/>
            <p:cNvSpPr/>
            <p:nvPr/>
          </p:nvSpPr>
          <p:spPr>
            <a:xfrm>
              <a:off x="536925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g1140"/>
            <p:cNvSpPr/>
            <p:nvPr/>
          </p:nvSpPr>
          <p:spPr>
            <a:xfrm>
              <a:off x="518305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g1141"/>
            <p:cNvSpPr/>
            <p:nvPr/>
          </p:nvSpPr>
          <p:spPr>
            <a:xfrm>
              <a:off x="519469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g1142"/>
            <p:cNvSpPr/>
            <p:nvPr/>
          </p:nvSpPr>
          <p:spPr>
            <a:xfrm>
              <a:off x="520633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g1143"/>
            <p:cNvSpPr/>
            <p:nvPr/>
          </p:nvSpPr>
          <p:spPr>
            <a:xfrm>
              <a:off x="5217968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g1144"/>
            <p:cNvSpPr/>
            <p:nvPr/>
          </p:nvSpPr>
          <p:spPr>
            <a:xfrm>
              <a:off x="5229605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g1145"/>
            <p:cNvSpPr/>
            <p:nvPr/>
          </p:nvSpPr>
          <p:spPr>
            <a:xfrm>
              <a:off x="524124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g1146"/>
            <p:cNvSpPr/>
            <p:nvPr/>
          </p:nvSpPr>
          <p:spPr>
            <a:xfrm>
              <a:off x="5252880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g1147"/>
            <p:cNvSpPr/>
            <p:nvPr/>
          </p:nvSpPr>
          <p:spPr>
            <a:xfrm>
              <a:off x="5264517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g1148"/>
            <p:cNvSpPr/>
            <p:nvPr/>
          </p:nvSpPr>
          <p:spPr>
            <a:xfrm>
              <a:off x="5322704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g1149"/>
            <p:cNvSpPr/>
            <p:nvPr/>
          </p:nvSpPr>
          <p:spPr>
            <a:xfrm>
              <a:off x="533434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g1150"/>
            <p:cNvSpPr/>
            <p:nvPr/>
          </p:nvSpPr>
          <p:spPr>
            <a:xfrm>
              <a:off x="5345979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g1151"/>
            <p:cNvSpPr/>
            <p:nvPr/>
          </p:nvSpPr>
          <p:spPr>
            <a:xfrm>
              <a:off x="535761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g1152"/>
            <p:cNvSpPr/>
            <p:nvPr/>
          </p:nvSpPr>
          <p:spPr>
            <a:xfrm>
              <a:off x="536925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g1153"/>
            <p:cNvSpPr/>
            <p:nvPr/>
          </p:nvSpPr>
          <p:spPr>
            <a:xfrm>
              <a:off x="512486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g1154"/>
            <p:cNvSpPr/>
            <p:nvPr/>
          </p:nvSpPr>
          <p:spPr>
            <a:xfrm>
              <a:off x="513650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g1155"/>
            <p:cNvSpPr/>
            <p:nvPr/>
          </p:nvSpPr>
          <p:spPr>
            <a:xfrm>
              <a:off x="514814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g1156"/>
            <p:cNvSpPr/>
            <p:nvPr/>
          </p:nvSpPr>
          <p:spPr>
            <a:xfrm>
              <a:off x="515978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g1157"/>
            <p:cNvSpPr/>
            <p:nvPr/>
          </p:nvSpPr>
          <p:spPr>
            <a:xfrm>
              <a:off x="517141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g1158"/>
            <p:cNvSpPr/>
            <p:nvPr/>
          </p:nvSpPr>
          <p:spPr>
            <a:xfrm>
              <a:off x="518305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g1159"/>
            <p:cNvSpPr/>
            <p:nvPr/>
          </p:nvSpPr>
          <p:spPr>
            <a:xfrm>
              <a:off x="519469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g1160"/>
            <p:cNvSpPr/>
            <p:nvPr/>
          </p:nvSpPr>
          <p:spPr>
            <a:xfrm>
              <a:off x="520633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g1161"/>
            <p:cNvSpPr/>
            <p:nvPr/>
          </p:nvSpPr>
          <p:spPr>
            <a:xfrm>
              <a:off x="5217968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g1162"/>
            <p:cNvSpPr/>
            <p:nvPr/>
          </p:nvSpPr>
          <p:spPr>
            <a:xfrm>
              <a:off x="5229605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g1163"/>
            <p:cNvSpPr/>
            <p:nvPr/>
          </p:nvSpPr>
          <p:spPr>
            <a:xfrm>
              <a:off x="524124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g1164"/>
            <p:cNvSpPr/>
            <p:nvPr/>
          </p:nvSpPr>
          <p:spPr>
            <a:xfrm>
              <a:off x="5252880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g1165"/>
            <p:cNvSpPr/>
            <p:nvPr/>
          </p:nvSpPr>
          <p:spPr>
            <a:xfrm>
              <a:off x="531106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g1166"/>
            <p:cNvSpPr/>
            <p:nvPr/>
          </p:nvSpPr>
          <p:spPr>
            <a:xfrm>
              <a:off x="532270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g1167"/>
            <p:cNvSpPr/>
            <p:nvPr/>
          </p:nvSpPr>
          <p:spPr>
            <a:xfrm>
              <a:off x="533434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g1168"/>
            <p:cNvSpPr/>
            <p:nvPr/>
          </p:nvSpPr>
          <p:spPr>
            <a:xfrm>
              <a:off x="534597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g1169"/>
            <p:cNvSpPr/>
            <p:nvPr/>
          </p:nvSpPr>
          <p:spPr>
            <a:xfrm>
              <a:off x="535761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g1170"/>
            <p:cNvSpPr/>
            <p:nvPr/>
          </p:nvSpPr>
          <p:spPr>
            <a:xfrm>
              <a:off x="536925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g1171"/>
            <p:cNvSpPr/>
            <p:nvPr/>
          </p:nvSpPr>
          <p:spPr>
            <a:xfrm>
              <a:off x="5113232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g1172"/>
            <p:cNvSpPr/>
            <p:nvPr/>
          </p:nvSpPr>
          <p:spPr>
            <a:xfrm>
              <a:off x="512486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g1173"/>
            <p:cNvSpPr/>
            <p:nvPr/>
          </p:nvSpPr>
          <p:spPr>
            <a:xfrm>
              <a:off x="513650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g1174"/>
            <p:cNvSpPr/>
            <p:nvPr/>
          </p:nvSpPr>
          <p:spPr>
            <a:xfrm>
              <a:off x="514814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g1175"/>
            <p:cNvSpPr/>
            <p:nvPr/>
          </p:nvSpPr>
          <p:spPr>
            <a:xfrm>
              <a:off x="515978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g1176"/>
            <p:cNvSpPr/>
            <p:nvPr/>
          </p:nvSpPr>
          <p:spPr>
            <a:xfrm>
              <a:off x="517141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g1177"/>
            <p:cNvSpPr/>
            <p:nvPr/>
          </p:nvSpPr>
          <p:spPr>
            <a:xfrm>
              <a:off x="518305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g1178"/>
            <p:cNvSpPr/>
            <p:nvPr/>
          </p:nvSpPr>
          <p:spPr>
            <a:xfrm>
              <a:off x="519469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g1179"/>
            <p:cNvSpPr/>
            <p:nvPr/>
          </p:nvSpPr>
          <p:spPr>
            <a:xfrm>
              <a:off x="520633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g1180"/>
            <p:cNvSpPr/>
            <p:nvPr/>
          </p:nvSpPr>
          <p:spPr>
            <a:xfrm>
              <a:off x="5217968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g1181"/>
            <p:cNvSpPr/>
            <p:nvPr/>
          </p:nvSpPr>
          <p:spPr>
            <a:xfrm>
              <a:off x="5229605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g1182"/>
            <p:cNvSpPr/>
            <p:nvPr/>
          </p:nvSpPr>
          <p:spPr>
            <a:xfrm>
              <a:off x="524124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g1183"/>
            <p:cNvSpPr/>
            <p:nvPr/>
          </p:nvSpPr>
          <p:spPr>
            <a:xfrm>
              <a:off x="529942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g1184"/>
            <p:cNvSpPr/>
            <p:nvPr/>
          </p:nvSpPr>
          <p:spPr>
            <a:xfrm>
              <a:off x="531106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g1185"/>
            <p:cNvSpPr/>
            <p:nvPr/>
          </p:nvSpPr>
          <p:spPr>
            <a:xfrm>
              <a:off x="532270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g1186"/>
            <p:cNvSpPr/>
            <p:nvPr/>
          </p:nvSpPr>
          <p:spPr>
            <a:xfrm>
              <a:off x="533434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g1187"/>
            <p:cNvSpPr/>
            <p:nvPr/>
          </p:nvSpPr>
          <p:spPr>
            <a:xfrm>
              <a:off x="534597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g1188"/>
            <p:cNvSpPr/>
            <p:nvPr/>
          </p:nvSpPr>
          <p:spPr>
            <a:xfrm>
              <a:off x="535761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g1189"/>
            <p:cNvSpPr/>
            <p:nvPr/>
          </p:nvSpPr>
          <p:spPr>
            <a:xfrm>
              <a:off x="536925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g1190"/>
            <p:cNvSpPr/>
            <p:nvPr/>
          </p:nvSpPr>
          <p:spPr>
            <a:xfrm>
              <a:off x="508995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g1191"/>
            <p:cNvSpPr/>
            <p:nvPr/>
          </p:nvSpPr>
          <p:spPr>
            <a:xfrm>
              <a:off x="5101595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g1192"/>
            <p:cNvSpPr/>
            <p:nvPr/>
          </p:nvSpPr>
          <p:spPr>
            <a:xfrm>
              <a:off x="511323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g1193"/>
            <p:cNvSpPr/>
            <p:nvPr/>
          </p:nvSpPr>
          <p:spPr>
            <a:xfrm>
              <a:off x="512486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g1194"/>
            <p:cNvSpPr/>
            <p:nvPr/>
          </p:nvSpPr>
          <p:spPr>
            <a:xfrm>
              <a:off x="513650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g1195"/>
            <p:cNvSpPr/>
            <p:nvPr/>
          </p:nvSpPr>
          <p:spPr>
            <a:xfrm>
              <a:off x="514814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g1196"/>
            <p:cNvSpPr/>
            <p:nvPr/>
          </p:nvSpPr>
          <p:spPr>
            <a:xfrm>
              <a:off x="515978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g1197"/>
            <p:cNvSpPr/>
            <p:nvPr/>
          </p:nvSpPr>
          <p:spPr>
            <a:xfrm>
              <a:off x="517141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g1198"/>
            <p:cNvSpPr/>
            <p:nvPr/>
          </p:nvSpPr>
          <p:spPr>
            <a:xfrm>
              <a:off x="5183056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g1199"/>
            <p:cNvSpPr/>
            <p:nvPr/>
          </p:nvSpPr>
          <p:spPr>
            <a:xfrm>
              <a:off x="519469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g1200"/>
            <p:cNvSpPr/>
            <p:nvPr/>
          </p:nvSpPr>
          <p:spPr>
            <a:xfrm>
              <a:off x="520633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g1201"/>
            <p:cNvSpPr/>
            <p:nvPr/>
          </p:nvSpPr>
          <p:spPr>
            <a:xfrm>
              <a:off x="5217968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g1202"/>
            <p:cNvSpPr/>
            <p:nvPr/>
          </p:nvSpPr>
          <p:spPr>
            <a:xfrm>
              <a:off x="528779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g1203"/>
            <p:cNvSpPr/>
            <p:nvPr/>
          </p:nvSpPr>
          <p:spPr>
            <a:xfrm>
              <a:off x="529942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g1204"/>
            <p:cNvSpPr/>
            <p:nvPr/>
          </p:nvSpPr>
          <p:spPr>
            <a:xfrm>
              <a:off x="531106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g1205"/>
            <p:cNvSpPr/>
            <p:nvPr/>
          </p:nvSpPr>
          <p:spPr>
            <a:xfrm>
              <a:off x="532270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g1206"/>
            <p:cNvSpPr/>
            <p:nvPr/>
          </p:nvSpPr>
          <p:spPr>
            <a:xfrm>
              <a:off x="533434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g1207"/>
            <p:cNvSpPr/>
            <p:nvPr/>
          </p:nvSpPr>
          <p:spPr>
            <a:xfrm>
              <a:off x="534597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g1208"/>
            <p:cNvSpPr/>
            <p:nvPr/>
          </p:nvSpPr>
          <p:spPr>
            <a:xfrm>
              <a:off x="506668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g1209"/>
            <p:cNvSpPr/>
            <p:nvPr/>
          </p:nvSpPr>
          <p:spPr>
            <a:xfrm>
              <a:off x="507832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g1210"/>
            <p:cNvSpPr/>
            <p:nvPr/>
          </p:nvSpPr>
          <p:spPr>
            <a:xfrm>
              <a:off x="508995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B2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g1211"/>
            <p:cNvSpPr/>
            <p:nvPr/>
          </p:nvSpPr>
          <p:spPr>
            <a:xfrm>
              <a:off x="510159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g1212"/>
            <p:cNvSpPr/>
            <p:nvPr/>
          </p:nvSpPr>
          <p:spPr>
            <a:xfrm>
              <a:off x="511323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g1213"/>
            <p:cNvSpPr/>
            <p:nvPr/>
          </p:nvSpPr>
          <p:spPr>
            <a:xfrm>
              <a:off x="512486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g1214"/>
            <p:cNvSpPr/>
            <p:nvPr/>
          </p:nvSpPr>
          <p:spPr>
            <a:xfrm>
              <a:off x="513650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g1215"/>
            <p:cNvSpPr/>
            <p:nvPr/>
          </p:nvSpPr>
          <p:spPr>
            <a:xfrm>
              <a:off x="514814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g1216"/>
            <p:cNvSpPr/>
            <p:nvPr/>
          </p:nvSpPr>
          <p:spPr>
            <a:xfrm>
              <a:off x="515978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g1217"/>
            <p:cNvSpPr/>
            <p:nvPr/>
          </p:nvSpPr>
          <p:spPr>
            <a:xfrm>
              <a:off x="517141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g1218"/>
            <p:cNvSpPr/>
            <p:nvPr/>
          </p:nvSpPr>
          <p:spPr>
            <a:xfrm>
              <a:off x="5183056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g1219"/>
            <p:cNvSpPr/>
            <p:nvPr/>
          </p:nvSpPr>
          <p:spPr>
            <a:xfrm>
              <a:off x="519469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g1220"/>
            <p:cNvSpPr/>
            <p:nvPr/>
          </p:nvSpPr>
          <p:spPr>
            <a:xfrm>
              <a:off x="520633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g1221"/>
            <p:cNvSpPr/>
            <p:nvPr/>
          </p:nvSpPr>
          <p:spPr>
            <a:xfrm>
              <a:off x="5217968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g1222"/>
            <p:cNvSpPr/>
            <p:nvPr/>
          </p:nvSpPr>
          <p:spPr>
            <a:xfrm>
              <a:off x="522960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g1223"/>
            <p:cNvSpPr/>
            <p:nvPr/>
          </p:nvSpPr>
          <p:spPr>
            <a:xfrm>
              <a:off x="524124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g1224"/>
            <p:cNvSpPr/>
            <p:nvPr/>
          </p:nvSpPr>
          <p:spPr>
            <a:xfrm>
              <a:off x="525288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g1225"/>
            <p:cNvSpPr/>
            <p:nvPr/>
          </p:nvSpPr>
          <p:spPr>
            <a:xfrm>
              <a:off x="527615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g1226"/>
            <p:cNvSpPr/>
            <p:nvPr/>
          </p:nvSpPr>
          <p:spPr>
            <a:xfrm>
              <a:off x="528779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g1227"/>
            <p:cNvSpPr/>
            <p:nvPr/>
          </p:nvSpPr>
          <p:spPr>
            <a:xfrm>
              <a:off x="529942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g1228"/>
            <p:cNvSpPr/>
            <p:nvPr/>
          </p:nvSpPr>
          <p:spPr>
            <a:xfrm>
              <a:off x="531106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g1229"/>
            <p:cNvSpPr/>
            <p:nvPr/>
          </p:nvSpPr>
          <p:spPr>
            <a:xfrm>
              <a:off x="532270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g1230"/>
            <p:cNvSpPr/>
            <p:nvPr/>
          </p:nvSpPr>
          <p:spPr>
            <a:xfrm>
              <a:off x="533434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g1231"/>
            <p:cNvSpPr/>
            <p:nvPr/>
          </p:nvSpPr>
          <p:spPr>
            <a:xfrm>
              <a:off x="534597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g1232"/>
            <p:cNvSpPr/>
            <p:nvPr/>
          </p:nvSpPr>
          <p:spPr>
            <a:xfrm>
              <a:off x="506668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g1233"/>
            <p:cNvSpPr/>
            <p:nvPr/>
          </p:nvSpPr>
          <p:spPr>
            <a:xfrm>
              <a:off x="507832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g1234"/>
            <p:cNvSpPr/>
            <p:nvPr/>
          </p:nvSpPr>
          <p:spPr>
            <a:xfrm>
              <a:off x="508995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g1235"/>
            <p:cNvSpPr/>
            <p:nvPr/>
          </p:nvSpPr>
          <p:spPr>
            <a:xfrm>
              <a:off x="510159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g1236"/>
            <p:cNvSpPr/>
            <p:nvPr/>
          </p:nvSpPr>
          <p:spPr>
            <a:xfrm>
              <a:off x="511323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g1237"/>
            <p:cNvSpPr/>
            <p:nvPr/>
          </p:nvSpPr>
          <p:spPr>
            <a:xfrm>
              <a:off x="512486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g1238"/>
            <p:cNvSpPr/>
            <p:nvPr/>
          </p:nvSpPr>
          <p:spPr>
            <a:xfrm>
              <a:off x="513650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g1239"/>
            <p:cNvSpPr/>
            <p:nvPr/>
          </p:nvSpPr>
          <p:spPr>
            <a:xfrm>
              <a:off x="514814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g1240"/>
            <p:cNvSpPr/>
            <p:nvPr/>
          </p:nvSpPr>
          <p:spPr>
            <a:xfrm>
              <a:off x="515978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g1241"/>
            <p:cNvSpPr/>
            <p:nvPr/>
          </p:nvSpPr>
          <p:spPr>
            <a:xfrm>
              <a:off x="517141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g1242"/>
            <p:cNvSpPr/>
            <p:nvPr/>
          </p:nvSpPr>
          <p:spPr>
            <a:xfrm>
              <a:off x="5183056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g1243"/>
            <p:cNvSpPr/>
            <p:nvPr/>
          </p:nvSpPr>
          <p:spPr>
            <a:xfrm>
              <a:off x="519469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g1244"/>
            <p:cNvSpPr/>
            <p:nvPr/>
          </p:nvSpPr>
          <p:spPr>
            <a:xfrm>
              <a:off x="520633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g1245"/>
            <p:cNvSpPr/>
            <p:nvPr/>
          </p:nvSpPr>
          <p:spPr>
            <a:xfrm>
              <a:off x="5217968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g1246"/>
            <p:cNvSpPr/>
            <p:nvPr/>
          </p:nvSpPr>
          <p:spPr>
            <a:xfrm>
              <a:off x="522960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g1247"/>
            <p:cNvSpPr/>
            <p:nvPr/>
          </p:nvSpPr>
          <p:spPr>
            <a:xfrm>
              <a:off x="524124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g1248"/>
            <p:cNvSpPr/>
            <p:nvPr/>
          </p:nvSpPr>
          <p:spPr>
            <a:xfrm>
              <a:off x="525288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g1249"/>
            <p:cNvSpPr/>
            <p:nvPr/>
          </p:nvSpPr>
          <p:spPr>
            <a:xfrm>
              <a:off x="526451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g1250"/>
            <p:cNvSpPr/>
            <p:nvPr/>
          </p:nvSpPr>
          <p:spPr>
            <a:xfrm>
              <a:off x="527615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g1251"/>
            <p:cNvSpPr/>
            <p:nvPr/>
          </p:nvSpPr>
          <p:spPr>
            <a:xfrm>
              <a:off x="528779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g1252"/>
            <p:cNvSpPr/>
            <p:nvPr/>
          </p:nvSpPr>
          <p:spPr>
            <a:xfrm>
              <a:off x="529942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g1253"/>
            <p:cNvSpPr/>
            <p:nvPr/>
          </p:nvSpPr>
          <p:spPr>
            <a:xfrm>
              <a:off x="531106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g1254"/>
            <p:cNvSpPr/>
            <p:nvPr/>
          </p:nvSpPr>
          <p:spPr>
            <a:xfrm>
              <a:off x="532270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g1255"/>
            <p:cNvSpPr/>
            <p:nvPr/>
          </p:nvSpPr>
          <p:spPr>
            <a:xfrm>
              <a:off x="533434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g1256"/>
            <p:cNvSpPr/>
            <p:nvPr/>
          </p:nvSpPr>
          <p:spPr>
            <a:xfrm>
              <a:off x="506668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g1257"/>
            <p:cNvSpPr/>
            <p:nvPr/>
          </p:nvSpPr>
          <p:spPr>
            <a:xfrm>
              <a:off x="507832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g1258"/>
            <p:cNvSpPr/>
            <p:nvPr/>
          </p:nvSpPr>
          <p:spPr>
            <a:xfrm>
              <a:off x="508995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g1259"/>
            <p:cNvSpPr/>
            <p:nvPr/>
          </p:nvSpPr>
          <p:spPr>
            <a:xfrm>
              <a:off x="510159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g1260"/>
            <p:cNvSpPr/>
            <p:nvPr/>
          </p:nvSpPr>
          <p:spPr>
            <a:xfrm>
              <a:off x="511323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g1261"/>
            <p:cNvSpPr/>
            <p:nvPr/>
          </p:nvSpPr>
          <p:spPr>
            <a:xfrm>
              <a:off x="512486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g1262"/>
            <p:cNvSpPr/>
            <p:nvPr/>
          </p:nvSpPr>
          <p:spPr>
            <a:xfrm>
              <a:off x="513650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g1263"/>
            <p:cNvSpPr/>
            <p:nvPr/>
          </p:nvSpPr>
          <p:spPr>
            <a:xfrm>
              <a:off x="514814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g1264"/>
            <p:cNvSpPr/>
            <p:nvPr/>
          </p:nvSpPr>
          <p:spPr>
            <a:xfrm>
              <a:off x="515978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g1265"/>
            <p:cNvSpPr/>
            <p:nvPr/>
          </p:nvSpPr>
          <p:spPr>
            <a:xfrm>
              <a:off x="517141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g1266"/>
            <p:cNvSpPr/>
            <p:nvPr/>
          </p:nvSpPr>
          <p:spPr>
            <a:xfrm>
              <a:off x="5183056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g1267"/>
            <p:cNvSpPr/>
            <p:nvPr/>
          </p:nvSpPr>
          <p:spPr>
            <a:xfrm>
              <a:off x="519469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g1268"/>
            <p:cNvSpPr/>
            <p:nvPr/>
          </p:nvSpPr>
          <p:spPr>
            <a:xfrm>
              <a:off x="520633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g1269"/>
            <p:cNvSpPr/>
            <p:nvPr/>
          </p:nvSpPr>
          <p:spPr>
            <a:xfrm>
              <a:off x="5217968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g1270"/>
            <p:cNvSpPr/>
            <p:nvPr/>
          </p:nvSpPr>
          <p:spPr>
            <a:xfrm>
              <a:off x="522960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g1271"/>
            <p:cNvSpPr/>
            <p:nvPr/>
          </p:nvSpPr>
          <p:spPr>
            <a:xfrm>
              <a:off x="524124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C1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g1272"/>
            <p:cNvSpPr/>
            <p:nvPr/>
          </p:nvSpPr>
          <p:spPr>
            <a:xfrm>
              <a:off x="525288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g1273"/>
            <p:cNvSpPr/>
            <p:nvPr/>
          </p:nvSpPr>
          <p:spPr>
            <a:xfrm>
              <a:off x="526451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g1274"/>
            <p:cNvSpPr/>
            <p:nvPr/>
          </p:nvSpPr>
          <p:spPr>
            <a:xfrm>
              <a:off x="527615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g1275"/>
            <p:cNvSpPr/>
            <p:nvPr/>
          </p:nvSpPr>
          <p:spPr>
            <a:xfrm>
              <a:off x="528779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g1276"/>
            <p:cNvSpPr/>
            <p:nvPr/>
          </p:nvSpPr>
          <p:spPr>
            <a:xfrm>
              <a:off x="529942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6">
                <a:alpha val="100000"/>
              </a:srgbClr>
            </a:solidFill>
            <a:ln w="5420" cap="flat">
              <a:solidFill>
                <a:srgbClr val="BF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g1277"/>
            <p:cNvSpPr/>
            <p:nvPr/>
          </p:nvSpPr>
          <p:spPr>
            <a:xfrm>
              <a:off x="531106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g1278"/>
            <p:cNvSpPr/>
            <p:nvPr/>
          </p:nvSpPr>
          <p:spPr>
            <a:xfrm>
              <a:off x="532270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g1279"/>
            <p:cNvSpPr/>
            <p:nvPr/>
          </p:nvSpPr>
          <p:spPr>
            <a:xfrm>
              <a:off x="503177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g1280"/>
            <p:cNvSpPr/>
            <p:nvPr/>
          </p:nvSpPr>
          <p:spPr>
            <a:xfrm>
              <a:off x="504340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g1281"/>
            <p:cNvSpPr/>
            <p:nvPr/>
          </p:nvSpPr>
          <p:spPr>
            <a:xfrm>
              <a:off x="506668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g1282"/>
            <p:cNvSpPr/>
            <p:nvPr/>
          </p:nvSpPr>
          <p:spPr>
            <a:xfrm>
              <a:off x="507832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g1283"/>
            <p:cNvSpPr/>
            <p:nvPr/>
          </p:nvSpPr>
          <p:spPr>
            <a:xfrm>
              <a:off x="508995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g1284"/>
            <p:cNvSpPr/>
            <p:nvPr/>
          </p:nvSpPr>
          <p:spPr>
            <a:xfrm>
              <a:off x="510159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g1285"/>
            <p:cNvSpPr/>
            <p:nvPr/>
          </p:nvSpPr>
          <p:spPr>
            <a:xfrm>
              <a:off x="511323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g1286"/>
            <p:cNvSpPr/>
            <p:nvPr/>
          </p:nvSpPr>
          <p:spPr>
            <a:xfrm>
              <a:off x="512486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g1287"/>
            <p:cNvSpPr/>
            <p:nvPr/>
          </p:nvSpPr>
          <p:spPr>
            <a:xfrm>
              <a:off x="513650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g1288"/>
            <p:cNvSpPr/>
            <p:nvPr/>
          </p:nvSpPr>
          <p:spPr>
            <a:xfrm>
              <a:off x="5148144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g1289"/>
            <p:cNvSpPr/>
            <p:nvPr/>
          </p:nvSpPr>
          <p:spPr>
            <a:xfrm>
              <a:off x="5183056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g1290"/>
            <p:cNvSpPr/>
            <p:nvPr/>
          </p:nvSpPr>
          <p:spPr>
            <a:xfrm>
              <a:off x="519469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g1291"/>
            <p:cNvSpPr/>
            <p:nvPr/>
          </p:nvSpPr>
          <p:spPr>
            <a:xfrm>
              <a:off x="520633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g1292"/>
            <p:cNvSpPr/>
            <p:nvPr/>
          </p:nvSpPr>
          <p:spPr>
            <a:xfrm>
              <a:off x="521796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g1293"/>
            <p:cNvSpPr/>
            <p:nvPr/>
          </p:nvSpPr>
          <p:spPr>
            <a:xfrm>
              <a:off x="522960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g1294"/>
            <p:cNvSpPr/>
            <p:nvPr/>
          </p:nvSpPr>
          <p:spPr>
            <a:xfrm>
              <a:off x="524124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g1295"/>
            <p:cNvSpPr/>
            <p:nvPr/>
          </p:nvSpPr>
          <p:spPr>
            <a:xfrm>
              <a:off x="525288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g1296"/>
            <p:cNvSpPr/>
            <p:nvPr/>
          </p:nvSpPr>
          <p:spPr>
            <a:xfrm>
              <a:off x="526451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g1297"/>
            <p:cNvSpPr/>
            <p:nvPr/>
          </p:nvSpPr>
          <p:spPr>
            <a:xfrm>
              <a:off x="527615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9">
                <a:alpha val="100000"/>
              </a:srgbClr>
            </a:solidFill>
            <a:ln w="5420" cap="flat">
              <a:solidFill>
                <a:srgbClr val="C5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g1298"/>
            <p:cNvSpPr/>
            <p:nvPr/>
          </p:nvSpPr>
          <p:spPr>
            <a:xfrm>
              <a:off x="528779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g1299"/>
            <p:cNvSpPr/>
            <p:nvPr/>
          </p:nvSpPr>
          <p:spPr>
            <a:xfrm>
              <a:off x="529942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g1300"/>
            <p:cNvSpPr/>
            <p:nvPr/>
          </p:nvSpPr>
          <p:spPr>
            <a:xfrm>
              <a:off x="531106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g1301"/>
            <p:cNvSpPr/>
            <p:nvPr/>
          </p:nvSpPr>
          <p:spPr>
            <a:xfrm>
              <a:off x="502013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g1302"/>
            <p:cNvSpPr/>
            <p:nvPr/>
          </p:nvSpPr>
          <p:spPr>
            <a:xfrm>
              <a:off x="503177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g1303"/>
            <p:cNvSpPr/>
            <p:nvPr/>
          </p:nvSpPr>
          <p:spPr>
            <a:xfrm>
              <a:off x="504340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g1304"/>
            <p:cNvSpPr/>
            <p:nvPr/>
          </p:nvSpPr>
          <p:spPr>
            <a:xfrm>
              <a:off x="505504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g1305"/>
            <p:cNvSpPr/>
            <p:nvPr/>
          </p:nvSpPr>
          <p:spPr>
            <a:xfrm>
              <a:off x="506668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g1306"/>
            <p:cNvSpPr/>
            <p:nvPr/>
          </p:nvSpPr>
          <p:spPr>
            <a:xfrm>
              <a:off x="507832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g1307"/>
            <p:cNvSpPr/>
            <p:nvPr/>
          </p:nvSpPr>
          <p:spPr>
            <a:xfrm>
              <a:off x="508995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g1308"/>
            <p:cNvSpPr/>
            <p:nvPr/>
          </p:nvSpPr>
          <p:spPr>
            <a:xfrm>
              <a:off x="510159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g1309"/>
            <p:cNvSpPr/>
            <p:nvPr/>
          </p:nvSpPr>
          <p:spPr>
            <a:xfrm>
              <a:off x="511323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g1310"/>
            <p:cNvSpPr/>
            <p:nvPr/>
          </p:nvSpPr>
          <p:spPr>
            <a:xfrm>
              <a:off x="512486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g1311"/>
            <p:cNvSpPr/>
            <p:nvPr/>
          </p:nvSpPr>
          <p:spPr>
            <a:xfrm>
              <a:off x="513650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g1312"/>
            <p:cNvSpPr/>
            <p:nvPr/>
          </p:nvSpPr>
          <p:spPr>
            <a:xfrm>
              <a:off x="5148144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g1313"/>
            <p:cNvSpPr/>
            <p:nvPr/>
          </p:nvSpPr>
          <p:spPr>
            <a:xfrm>
              <a:off x="519469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g1314"/>
            <p:cNvSpPr/>
            <p:nvPr/>
          </p:nvSpPr>
          <p:spPr>
            <a:xfrm>
              <a:off x="520633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g1315"/>
            <p:cNvSpPr/>
            <p:nvPr/>
          </p:nvSpPr>
          <p:spPr>
            <a:xfrm>
              <a:off x="521796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g1316"/>
            <p:cNvSpPr/>
            <p:nvPr/>
          </p:nvSpPr>
          <p:spPr>
            <a:xfrm>
              <a:off x="522960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g1317"/>
            <p:cNvSpPr/>
            <p:nvPr/>
          </p:nvSpPr>
          <p:spPr>
            <a:xfrm>
              <a:off x="524124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g1318"/>
            <p:cNvSpPr/>
            <p:nvPr/>
          </p:nvSpPr>
          <p:spPr>
            <a:xfrm>
              <a:off x="525288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g1319"/>
            <p:cNvSpPr/>
            <p:nvPr/>
          </p:nvSpPr>
          <p:spPr>
            <a:xfrm>
              <a:off x="526451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g1320"/>
            <p:cNvSpPr/>
            <p:nvPr/>
          </p:nvSpPr>
          <p:spPr>
            <a:xfrm>
              <a:off x="527615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g1321"/>
            <p:cNvSpPr/>
            <p:nvPr/>
          </p:nvSpPr>
          <p:spPr>
            <a:xfrm>
              <a:off x="528779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g1322"/>
            <p:cNvSpPr/>
            <p:nvPr/>
          </p:nvSpPr>
          <p:spPr>
            <a:xfrm>
              <a:off x="529942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g1323"/>
            <p:cNvSpPr/>
            <p:nvPr/>
          </p:nvSpPr>
          <p:spPr>
            <a:xfrm>
              <a:off x="5008496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g1324"/>
            <p:cNvSpPr/>
            <p:nvPr/>
          </p:nvSpPr>
          <p:spPr>
            <a:xfrm>
              <a:off x="502013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g1325"/>
            <p:cNvSpPr/>
            <p:nvPr/>
          </p:nvSpPr>
          <p:spPr>
            <a:xfrm>
              <a:off x="503177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g1326"/>
            <p:cNvSpPr/>
            <p:nvPr/>
          </p:nvSpPr>
          <p:spPr>
            <a:xfrm>
              <a:off x="504340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g1327"/>
            <p:cNvSpPr/>
            <p:nvPr/>
          </p:nvSpPr>
          <p:spPr>
            <a:xfrm>
              <a:off x="505504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g1328"/>
            <p:cNvSpPr/>
            <p:nvPr/>
          </p:nvSpPr>
          <p:spPr>
            <a:xfrm>
              <a:off x="506668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g1329"/>
            <p:cNvSpPr/>
            <p:nvPr/>
          </p:nvSpPr>
          <p:spPr>
            <a:xfrm>
              <a:off x="507832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g1330"/>
            <p:cNvSpPr/>
            <p:nvPr/>
          </p:nvSpPr>
          <p:spPr>
            <a:xfrm>
              <a:off x="508995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g1331"/>
            <p:cNvSpPr/>
            <p:nvPr/>
          </p:nvSpPr>
          <p:spPr>
            <a:xfrm>
              <a:off x="510159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g1332"/>
            <p:cNvSpPr/>
            <p:nvPr/>
          </p:nvSpPr>
          <p:spPr>
            <a:xfrm>
              <a:off x="511323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g1333"/>
            <p:cNvSpPr/>
            <p:nvPr/>
          </p:nvSpPr>
          <p:spPr>
            <a:xfrm>
              <a:off x="5124869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g1334"/>
            <p:cNvSpPr/>
            <p:nvPr/>
          </p:nvSpPr>
          <p:spPr>
            <a:xfrm>
              <a:off x="513650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g1335"/>
            <p:cNvSpPr/>
            <p:nvPr/>
          </p:nvSpPr>
          <p:spPr>
            <a:xfrm>
              <a:off x="5148144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g1336"/>
            <p:cNvSpPr/>
            <p:nvPr/>
          </p:nvSpPr>
          <p:spPr>
            <a:xfrm>
              <a:off x="519469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g1337"/>
            <p:cNvSpPr/>
            <p:nvPr/>
          </p:nvSpPr>
          <p:spPr>
            <a:xfrm>
              <a:off x="520633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g1338"/>
            <p:cNvSpPr/>
            <p:nvPr/>
          </p:nvSpPr>
          <p:spPr>
            <a:xfrm>
              <a:off x="521796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g1339"/>
            <p:cNvSpPr/>
            <p:nvPr/>
          </p:nvSpPr>
          <p:spPr>
            <a:xfrm>
              <a:off x="522960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g1340"/>
            <p:cNvSpPr/>
            <p:nvPr/>
          </p:nvSpPr>
          <p:spPr>
            <a:xfrm>
              <a:off x="524124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g1341"/>
            <p:cNvSpPr/>
            <p:nvPr/>
          </p:nvSpPr>
          <p:spPr>
            <a:xfrm>
              <a:off x="525288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g1342"/>
            <p:cNvSpPr/>
            <p:nvPr/>
          </p:nvSpPr>
          <p:spPr>
            <a:xfrm>
              <a:off x="526451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g1343"/>
            <p:cNvSpPr/>
            <p:nvPr/>
          </p:nvSpPr>
          <p:spPr>
            <a:xfrm>
              <a:off x="527615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g1344"/>
            <p:cNvSpPr/>
            <p:nvPr/>
          </p:nvSpPr>
          <p:spPr>
            <a:xfrm>
              <a:off x="528779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g1345"/>
            <p:cNvSpPr/>
            <p:nvPr/>
          </p:nvSpPr>
          <p:spPr>
            <a:xfrm>
              <a:off x="499685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g1346"/>
            <p:cNvSpPr/>
            <p:nvPr/>
          </p:nvSpPr>
          <p:spPr>
            <a:xfrm>
              <a:off x="5008496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g1347"/>
            <p:cNvSpPr/>
            <p:nvPr/>
          </p:nvSpPr>
          <p:spPr>
            <a:xfrm>
              <a:off x="502013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g1348"/>
            <p:cNvSpPr/>
            <p:nvPr/>
          </p:nvSpPr>
          <p:spPr>
            <a:xfrm>
              <a:off x="503177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g1349"/>
            <p:cNvSpPr/>
            <p:nvPr/>
          </p:nvSpPr>
          <p:spPr>
            <a:xfrm>
              <a:off x="504340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g1350"/>
            <p:cNvSpPr/>
            <p:nvPr/>
          </p:nvSpPr>
          <p:spPr>
            <a:xfrm>
              <a:off x="505504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g1351"/>
            <p:cNvSpPr/>
            <p:nvPr/>
          </p:nvSpPr>
          <p:spPr>
            <a:xfrm>
              <a:off x="506668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g1352"/>
            <p:cNvSpPr/>
            <p:nvPr/>
          </p:nvSpPr>
          <p:spPr>
            <a:xfrm>
              <a:off x="507832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g1353"/>
            <p:cNvSpPr/>
            <p:nvPr/>
          </p:nvSpPr>
          <p:spPr>
            <a:xfrm>
              <a:off x="508995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g1354"/>
            <p:cNvSpPr/>
            <p:nvPr/>
          </p:nvSpPr>
          <p:spPr>
            <a:xfrm>
              <a:off x="510159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g1355"/>
            <p:cNvSpPr/>
            <p:nvPr/>
          </p:nvSpPr>
          <p:spPr>
            <a:xfrm>
              <a:off x="511323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g1356"/>
            <p:cNvSpPr/>
            <p:nvPr/>
          </p:nvSpPr>
          <p:spPr>
            <a:xfrm>
              <a:off x="512486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g1357"/>
            <p:cNvSpPr/>
            <p:nvPr/>
          </p:nvSpPr>
          <p:spPr>
            <a:xfrm>
              <a:off x="513650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g1358"/>
            <p:cNvSpPr/>
            <p:nvPr/>
          </p:nvSpPr>
          <p:spPr>
            <a:xfrm>
              <a:off x="5148144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g1359"/>
            <p:cNvSpPr/>
            <p:nvPr/>
          </p:nvSpPr>
          <p:spPr>
            <a:xfrm>
              <a:off x="515978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g1360"/>
            <p:cNvSpPr/>
            <p:nvPr/>
          </p:nvSpPr>
          <p:spPr>
            <a:xfrm>
              <a:off x="520633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g1361"/>
            <p:cNvSpPr/>
            <p:nvPr/>
          </p:nvSpPr>
          <p:spPr>
            <a:xfrm>
              <a:off x="521796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g1362"/>
            <p:cNvSpPr/>
            <p:nvPr/>
          </p:nvSpPr>
          <p:spPr>
            <a:xfrm>
              <a:off x="522960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g1363"/>
            <p:cNvSpPr/>
            <p:nvPr/>
          </p:nvSpPr>
          <p:spPr>
            <a:xfrm>
              <a:off x="524124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g1364"/>
            <p:cNvSpPr/>
            <p:nvPr/>
          </p:nvSpPr>
          <p:spPr>
            <a:xfrm>
              <a:off x="525288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g1365"/>
            <p:cNvSpPr/>
            <p:nvPr/>
          </p:nvSpPr>
          <p:spPr>
            <a:xfrm>
              <a:off x="526451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g1366"/>
            <p:cNvSpPr/>
            <p:nvPr/>
          </p:nvSpPr>
          <p:spPr>
            <a:xfrm>
              <a:off x="527615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g1367"/>
            <p:cNvSpPr/>
            <p:nvPr/>
          </p:nvSpPr>
          <p:spPr>
            <a:xfrm>
              <a:off x="499685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g1368"/>
            <p:cNvSpPr/>
            <p:nvPr/>
          </p:nvSpPr>
          <p:spPr>
            <a:xfrm>
              <a:off x="5008496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g1369"/>
            <p:cNvSpPr/>
            <p:nvPr/>
          </p:nvSpPr>
          <p:spPr>
            <a:xfrm>
              <a:off x="502013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g1370"/>
            <p:cNvSpPr/>
            <p:nvPr/>
          </p:nvSpPr>
          <p:spPr>
            <a:xfrm>
              <a:off x="503177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g1371"/>
            <p:cNvSpPr/>
            <p:nvPr/>
          </p:nvSpPr>
          <p:spPr>
            <a:xfrm>
              <a:off x="504340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g1372"/>
            <p:cNvSpPr/>
            <p:nvPr/>
          </p:nvSpPr>
          <p:spPr>
            <a:xfrm>
              <a:off x="505504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g1373"/>
            <p:cNvSpPr/>
            <p:nvPr/>
          </p:nvSpPr>
          <p:spPr>
            <a:xfrm>
              <a:off x="506668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g1374"/>
            <p:cNvSpPr/>
            <p:nvPr/>
          </p:nvSpPr>
          <p:spPr>
            <a:xfrm>
              <a:off x="507832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g1375"/>
            <p:cNvSpPr/>
            <p:nvPr/>
          </p:nvSpPr>
          <p:spPr>
            <a:xfrm>
              <a:off x="508995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g1376"/>
            <p:cNvSpPr/>
            <p:nvPr/>
          </p:nvSpPr>
          <p:spPr>
            <a:xfrm>
              <a:off x="510159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g1377"/>
            <p:cNvSpPr/>
            <p:nvPr/>
          </p:nvSpPr>
          <p:spPr>
            <a:xfrm>
              <a:off x="511323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g1378"/>
            <p:cNvSpPr/>
            <p:nvPr/>
          </p:nvSpPr>
          <p:spPr>
            <a:xfrm>
              <a:off x="512486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g1379"/>
            <p:cNvSpPr/>
            <p:nvPr/>
          </p:nvSpPr>
          <p:spPr>
            <a:xfrm>
              <a:off x="513650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g1380"/>
            <p:cNvSpPr/>
            <p:nvPr/>
          </p:nvSpPr>
          <p:spPr>
            <a:xfrm>
              <a:off x="5148144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g1381"/>
            <p:cNvSpPr/>
            <p:nvPr/>
          </p:nvSpPr>
          <p:spPr>
            <a:xfrm>
              <a:off x="515978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g1382"/>
            <p:cNvSpPr/>
            <p:nvPr/>
          </p:nvSpPr>
          <p:spPr>
            <a:xfrm>
              <a:off x="520633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g1383"/>
            <p:cNvSpPr/>
            <p:nvPr/>
          </p:nvSpPr>
          <p:spPr>
            <a:xfrm>
              <a:off x="521796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g1384"/>
            <p:cNvSpPr/>
            <p:nvPr/>
          </p:nvSpPr>
          <p:spPr>
            <a:xfrm>
              <a:off x="522960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g1385"/>
            <p:cNvSpPr/>
            <p:nvPr/>
          </p:nvSpPr>
          <p:spPr>
            <a:xfrm>
              <a:off x="524124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g1386"/>
            <p:cNvSpPr/>
            <p:nvPr/>
          </p:nvSpPr>
          <p:spPr>
            <a:xfrm>
              <a:off x="525288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g1387"/>
            <p:cNvSpPr/>
            <p:nvPr/>
          </p:nvSpPr>
          <p:spPr>
            <a:xfrm>
              <a:off x="526451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g1388"/>
            <p:cNvSpPr/>
            <p:nvPr/>
          </p:nvSpPr>
          <p:spPr>
            <a:xfrm>
              <a:off x="498522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g1389"/>
            <p:cNvSpPr/>
            <p:nvPr/>
          </p:nvSpPr>
          <p:spPr>
            <a:xfrm>
              <a:off x="499685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g1390"/>
            <p:cNvSpPr/>
            <p:nvPr/>
          </p:nvSpPr>
          <p:spPr>
            <a:xfrm>
              <a:off x="500849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g1391"/>
            <p:cNvSpPr/>
            <p:nvPr/>
          </p:nvSpPr>
          <p:spPr>
            <a:xfrm>
              <a:off x="502013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g1392"/>
            <p:cNvSpPr/>
            <p:nvPr/>
          </p:nvSpPr>
          <p:spPr>
            <a:xfrm>
              <a:off x="503177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g1393"/>
            <p:cNvSpPr/>
            <p:nvPr/>
          </p:nvSpPr>
          <p:spPr>
            <a:xfrm>
              <a:off x="504340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g1394"/>
            <p:cNvSpPr/>
            <p:nvPr/>
          </p:nvSpPr>
          <p:spPr>
            <a:xfrm>
              <a:off x="505504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g1395"/>
            <p:cNvSpPr/>
            <p:nvPr/>
          </p:nvSpPr>
          <p:spPr>
            <a:xfrm>
              <a:off x="506668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g1396"/>
            <p:cNvSpPr/>
            <p:nvPr/>
          </p:nvSpPr>
          <p:spPr>
            <a:xfrm>
              <a:off x="507832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g1397"/>
            <p:cNvSpPr/>
            <p:nvPr/>
          </p:nvSpPr>
          <p:spPr>
            <a:xfrm>
              <a:off x="508995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g1398"/>
            <p:cNvSpPr/>
            <p:nvPr/>
          </p:nvSpPr>
          <p:spPr>
            <a:xfrm>
              <a:off x="510159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g1399"/>
            <p:cNvSpPr/>
            <p:nvPr/>
          </p:nvSpPr>
          <p:spPr>
            <a:xfrm>
              <a:off x="511323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g1400"/>
            <p:cNvSpPr/>
            <p:nvPr/>
          </p:nvSpPr>
          <p:spPr>
            <a:xfrm>
              <a:off x="512486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g1401"/>
            <p:cNvSpPr/>
            <p:nvPr/>
          </p:nvSpPr>
          <p:spPr>
            <a:xfrm>
              <a:off x="513650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g1402"/>
            <p:cNvSpPr/>
            <p:nvPr/>
          </p:nvSpPr>
          <p:spPr>
            <a:xfrm>
              <a:off x="5148144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g1403"/>
            <p:cNvSpPr/>
            <p:nvPr/>
          </p:nvSpPr>
          <p:spPr>
            <a:xfrm>
              <a:off x="515978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g1404"/>
            <p:cNvSpPr/>
            <p:nvPr/>
          </p:nvSpPr>
          <p:spPr>
            <a:xfrm>
              <a:off x="517141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g1405"/>
            <p:cNvSpPr/>
            <p:nvPr/>
          </p:nvSpPr>
          <p:spPr>
            <a:xfrm>
              <a:off x="520633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g1406"/>
            <p:cNvSpPr/>
            <p:nvPr/>
          </p:nvSpPr>
          <p:spPr>
            <a:xfrm>
              <a:off x="521796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g1407"/>
            <p:cNvSpPr/>
            <p:nvPr/>
          </p:nvSpPr>
          <p:spPr>
            <a:xfrm>
              <a:off x="522960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g1408"/>
            <p:cNvSpPr/>
            <p:nvPr/>
          </p:nvSpPr>
          <p:spPr>
            <a:xfrm>
              <a:off x="524124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g1409"/>
            <p:cNvSpPr/>
            <p:nvPr/>
          </p:nvSpPr>
          <p:spPr>
            <a:xfrm>
              <a:off x="525288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g1410"/>
            <p:cNvSpPr/>
            <p:nvPr/>
          </p:nvSpPr>
          <p:spPr>
            <a:xfrm>
              <a:off x="526451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g1411"/>
            <p:cNvSpPr/>
            <p:nvPr/>
          </p:nvSpPr>
          <p:spPr>
            <a:xfrm>
              <a:off x="498522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g1412"/>
            <p:cNvSpPr/>
            <p:nvPr/>
          </p:nvSpPr>
          <p:spPr>
            <a:xfrm>
              <a:off x="499685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g1413"/>
            <p:cNvSpPr/>
            <p:nvPr/>
          </p:nvSpPr>
          <p:spPr>
            <a:xfrm>
              <a:off x="500849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g1414"/>
            <p:cNvSpPr/>
            <p:nvPr/>
          </p:nvSpPr>
          <p:spPr>
            <a:xfrm>
              <a:off x="502013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g1415"/>
            <p:cNvSpPr/>
            <p:nvPr/>
          </p:nvSpPr>
          <p:spPr>
            <a:xfrm>
              <a:off x="503177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g1416"/>
            <p:cNvSpPr/>
            <p:nvPr/>
          </p:nvSpPr>
          <p:spPr>
            <a:xfrm>
              <a:off x="504340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g1417"/>
            <p:cNvSpPr/>
            <p:nvPr/>
          </p:nvSpPr>
          <p:spPr>
            <a:xfrm>
              <a:off x="505504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g1418"/>
            <p:cNvSpPr/>
            <p:nvPr/>
          </p:nvSpPr>
          <p:spPr>
            <a:xfrm>
              <a:off x="506668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g1419"/>
            <p:cNvSpPr/>
            <p:nvPr/>
          </p:nvSpPr>
          <p:spPr>
            <a:xfrm>
              <a:off x="507832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g1420"/>
            <p:cNvSpPr/>
            <p:nvPr/>
          </p:nvSpPr>
          <p:spPr>
            <a:xfrm>
              <a:off x="508995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g1421"/>
            <p:cNvSpPr/>
            <p:nvPr/>
          </p:nvSpPr>
          <p:spPr>
            <a:xfrm>
              <a:off x="510159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g1422"/>
            <p:cNvSpPr/>
            <p:nvPr/>
          </p:nvSpPr>
          <p:spPr>
            <a:xfrm>
              <a:off x="511323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g1423"/>
            <p:cNvSpPr/>
            <p:nvPr/>
          </p:nvSpPr>
          <p:spPr>
            <a:xfrm>
              <a:off x="512486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g1424"/>
            <p:cNvSpPr/>
            <p:nvPr/>
          </p:nvSpPr>
          <p:spPr>
            <a:xfrm>
              <a:off x="513650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g1425"/>
            <p:cNvSpPr/>
            <p:nvPr/>
          </p:nvSpPr>
          <p:spPr>
            <a:xfrm>
              <a:off x="5148144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g1426"/>
            <p:cNvSpPr/>
            <p:nvPr/>
          </p:nvSpPr>
          <p:spPr>
            <a:xfrm>
              <a:off x="515978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g1427"/>
            <p:cNvSpPr/>
            <p:nvPr/>
          </p:nvSpPr>
          <p:spPr>
            <a:xfrm>
              <a:off x="517141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g1428"/>
            <p:cNvSpPr/>
            <p:nvPr/>
          </p:nvSpPr>
          <p:spPr>
            <a:xfrm>
              <a:off x="518305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g1429"/>
            <p:cNvSpPr/>
            <p:nvPr/>
          </p:nvSpPr>
          <p:spPr>
            <a:xfrm>
              <a:off x="521796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g1430"/>
            <p:cNvSpPr/>
            <p:nvPr/>
          </p:nvSpPr>
          <p:spPr>
            <a:xfrm>
              <a:off x="522960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g1431"/>
            <p:cNvSpPr/>
            <p:nvPr/>
          </p:nvSpPr>
          <p:spPr>
            <a:xfrm>
              <a:off x="524124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g1432"/>
            <p:cNvSpPr/>
            <p:nvPr/>
          </p:nvSpPr>
          <p:spPr>
            <a:xfrm>
              <a:off x="525288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g1433"/>
            <p:cNvSpPr/>
            <p:nvPr/>
          </p:nvSpPr>
          <p:spPr>
            <a:xfrm>
              <a:off x="526451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g1434"/>
            <p:cNvSpPr/>
            <p:nvPr/>
          </p:nvSpPr>
          <p:spPr>
            <a:xfrm>
              <a:off x="498522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g1435"/>
            <p:cNvSpPr/>
            <p:nvPr/>
          </p:nvSpPr>
          <p:spPr>
            <a:xfrm>
              <a:off x="499685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g1436"/>
            <p:cNvSpPr/>
            <p:nvPr/>
          </p:nvSpPr>
          <p:spPr>
            <a:xfrm>
              <a:off x="500849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g1437"/>
            <p:cNvSpPr/>
            <p:nvPr/>
          </p:nvSpPr>
          <p:spPr>
            <a:xfrm>
              <a:off x="502013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g1438"/>
            <p:cNvSpPr/>
            <p:nvPr/>
          </p:nvSpPr>
          <p:spPr>
            <a:xfrm>
              <a:off x="503177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g1439"/>
            <p:cNvSpPr/>
            <p:nvPr/>
          </p:nvSpPr>
          <p:spPr>
            <a:xfrm>
              <a:off x="504340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g1440"/>
            <p:cNvSpPr/>
            <p:nvPr/>
          </p:nvSpPr>
          <p:spPr>
            <a:xfrm>
              <a:off x="505504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g1441"/>
            <p:cNvSpPr/>
            <p:nvPr/>
          </p:nvSpPr>
          <p:spPr>
            <a:xfrm>
              <a:off x="506668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g1442"/>
            <p:cNvSpPr/>
            <p:nvPr/>
          </p:nvSpPr>
          <p:spPr>
            <a:xfrm>
              <a:off x="507832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g1443"/>
            <p:cNvSpPr/>
            <p:nvPr/>
          </p:nvSpPr>
          <p:spPr>
            <a:xfrm>
              <a:off x="508995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g1444"/>
            <p:cNvSpPr/>
            <p:nvPr/>
          </p:nvSpPr>
          <p:spPr>
            <a:xfrm>
              <a:off x="510159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C1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g1445"/>
            <p:cNvSpPr/>
            <p:nvPr/>
          </p:nvSpPr>
          <p:spPr>
            <a:xfrm>
              <a:off x="511323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C1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g1446"/>
            <p:cNvSpPr/>
            <p:nvPr/>
          </p:nvSpPr>
          <p:spPr>
            <a:xfrm>
              <a:off x="512486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g1447"/>
            <p:cNvSpPr/>
            <p:nvPr/>
          </p:nvSpPr>
          <p:spPr>
            <a:xfrm>
              <a:off x="513650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g1448"/>
            <p:cNvSpPr/>
            <p:nvPr/>
          </p:nvSpPr>
          <p:spPr>
            <a:xfrm>
              <a:off x="5148144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g1449"/>
            <p:cNvSpPr/>
            <p:nvPr/>
          </p:nvSpPr>
          <p:spPr>
            <a:xfrm>
              <a:off x="515978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g1450"/>
            <p:cNvSpPr/>
            <p:nvPr/>
          </p:nvSpPr>
          <p:spPr>
            <a:xfrm>
              <a:off x="517141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g1451"/>
            <p:cNvSpPr/>
            <p:nvPr/>
          </p:nvSpPr>
          <p:spPr>
            <a:xfrm>
              <a:off x="518305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g1452"/>
            <p:cNvSpPr/>
            <p:nvPr/>
          </p:nvSpPr>
          <p:spPr>
            <a:xfrm>
              <a:off x="520633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g1453"/>
            <p:cNvSpPr/>
            <p:nvPr/>
          </p:nvSpPr>
          <p:spPr>
            <a:xfrm>
              <a:off x="521796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g1454"/>
            <p:cNvSpPr/>
            <p:nvPr/>
          </p:nvSpPr>
          <p:spPr>
            <a:xfrm>
              <a:off x="522960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g1455"/>
            <p:cNvSpPr/>
            <p:nvPr/>
          </p:nvSpPr>
          <p:spPr>
            <a:xfrm>
              <a:off x="524124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g1456"/>
            <p:cNvSpPr/>
            <p:nvPr/>
          </p:nvSpPr>
          <p:spPr>
            <a:xfrm>
              <a:off x="525288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g1457"/>
            <p:cNvSpPr/>
            <p:nvPr/>
          </p:nvSpPr>
          <p:spPr>
            <a:xfrm>
              <a:off x="526451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g1458"/>
            <p:cNvSpPr/>
            <p:nvPr/>
          </p:nvSpPr>
          <p:spPr>
            <a:xfrm>
              <a:off x="499685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g1459"/>
            <p:cNvSpPr/>
            <p:nvPr/>
          </p:nvSpPr>
          <p:spPr>
            <a:xfrm>
              <a:off x="500849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g1460"/>
            <p:cNvSpPr/>
            <p:nvPr/>
          </p:nvSpPr>
          <p:spPr>
            <a:xfrm>
              <a:off x="502013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g1461"/>
            <p:cNvSpPr/>
            <p:nvPr/>
          </p:nvSpPr>
          <p:spPr>
            <a:xfrm>
              <a:off x="503177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g1462"/>
            <p:cNvSpPr/>
            <p:nvPr/>
          </p:nvSpPr>
          <p:spPr>
            <a:xfrm>
              <a:off x="504340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g1463"/>
            <p:cNvSpPr/>
            <p:nvPr/>
          </p:nvSpPr>
          <p:spPr>
            <a:xfrm>
              <a:off x="505504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g1464"/>
            <p:cNvSpPr/>
            <p:nvPr/>
          </p:nvSpPr>
          <p:spPr>
            <a:xfrm>
              <a:off x="506668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g1465"/>
            <p:cNvSpPr/>
            <p:nvPr/>
          </p:nvSpPr>
          <p:spPr>
            <a:xfrm>
              <a:off x="507832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g1466"/>
            <p:cNvSpPr/>
            <p:nvPr/>
          </p:nvSpPr>
          <p:spPr>
            <a:xfrm>
              <a:off x="508995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g1467"/>
            <p:cNvSpPr/>
            <p:nvPr/>
          </p:nvSpPr>
          <p:spPr>
            <a:xfrm>
              <a:off x="510159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g1468"/>
            <p:cNvSpPr/>
            <p:nvPr/>
          </p:nvSpPr>
          <p:spPr>
            <a:xfrm>
              <a:off x="511323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g1469"/>
            <p:cNvSpPr/>
            <p:nvPr/>
          </p:nvSpPr>
          <p:spPr>
            <a:xfrm>
              <a:off x="512486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g1470"/>
            <p:cNvSpPr/>
            <p:nvPr/>
          </p:nvSpPr>
          <p:spPr>
            <a:xfrm>
              <a:off x="513650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g1471"/>
            <p:cNvSpPr/>
            <p:nvPr/>
          </p:nvSpPr>
          <p:spPr>
            <a:xfrm>
              <a:off x="5148144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g1472"/>
            <p:cNvSpPr/>
            <p:nvPr/>
          </p:nvSpPr>
          <p:spPr>
            <a:xfrm>
              <a:off x="515978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g1473"/>
            <p:cNvSpPr/>
            <p:nvPr/>
          </p:nvSpPr>
          <p:spPr>
            <a:xfrm>
              <a:off x="517141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g1474"/>
            <p:cNvSpPr/>
            <p:nvPr/>
          </p:nvSpPr>
          <p:spPr>
            <a:xfrm>
              <a:off x="518305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g1475"/>
            <p:cNvSpPr/>
            <p:nvPr/>
          </p:nvSpPr>
          <p:spPr>
            <a:xfrm>
              <a:off x="519469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g1476"/>
            <p:cNvSpPr/>
            <p:nvPr/>
          </p:nvSpPr>
          <p:spPr>
            <a:xfrm>
              <a:off x="520633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g1477"/>
            <p:cNvSpPr/>
            <p:nvPr/>
          </p:nvSpPr>
          <p:spPr>
            <a:xfrm>
              <a:off x="521796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g1478"/>
            <p:cNvSpPr/>
            <p:nvPr/>
          </p:nvSpPr>
          <p:spPr>
            <a:xfrm>
              <a:off x="522960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g1479"/>
            <p:cNvSpPr/>
            <p:nvPr/>
          </p:nvSpPr>
          <p:spPr>
            <a:xfrm>
              <a:off x="524124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g1480"/>
            <p:cNvSpPr/>
            <p:nvPr/>
          </p:nvSpPr>
          <p:spPr>
            <a:xfrm>
              <a:off x="525288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g1481"/>
            <p:cNvSpPr/>
            <p:nvPr/>
          </p:nvSpPr>
          <p:spPr>
            <a:xfrm>
              <a:off x="526451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g1482"/>
            <p:cNvSpPr/>
            <p:nvPr/>
          </p:nvSpPr>
          <p:spPr>
            <a:xfrm>
              <a:off x="500849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g1483"/>
            <p:cNvSpPr/>
            <p:nvPr/>
          </p:nvSpPr>
          <p:spPr>
            <a:xfrm>
              <a:off x="502013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g1484"/>
            <p:cNvSpPr/>
            <p:nvPr/>
          </p:nvSpPr>
          <p:spPr>
            <a:xfrm>
              <a:off x="503177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g1485"/>
            <p:cNvSpPr/>
            <p:nvPr/>
          </p:nvSpPr>
          <p:spPr>
            <a:xfrm>
              <a:off x="504340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g1486"/>
            <p:cNvSpPr/>
            <p:nvPr/>
          </p:nvSpPr>
          <p:spPr>
            <a:xfrm>
              <a:off x="505504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g1487"/>
            <p:cNvSpPr/>
            <p:nvPr/>
          </p:nvSpPr>
          <p:spPr>
            <a:xfrm>
              <a:off x="506668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g1488"/>
            <p:cNvSpPr/>
            <p:nvPr/>
          </p:nvSpPr>
          <p:spPr>
            <a:xfrm>
              <a:off x="507832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g1489"/>
            <p:cNvSpPr/>
            <p:nvPr/>
          </p:nvSpPr>
          <p:spPr>
            <a:xfrm>
              <a:off x="508995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g1490"/>
            <p:cNvSpPr/>
            <p:nvPr/>
          </p:nvSpPr>
          <p:spPr>
            <a:xfrm>
              <a:off x="510159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g1491"/>
            <p:cNvSpPr/>
            <p:nvPr/>
          </p:nvSpPr>
          <p:spPr>
            <a:xfrm>
              <a:off x="5113232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g1492"/>
            <p:cNvSpPr/>
            <p:nvPr/>
          </p:nvSpPr>
          <p:spPr>
            <a:xfrm>
              <a:off x="512486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g1493"/>
            <p:cNvSpPr/>
            <p:nvPr/>
          </p:nvSpPr>
          <p:spPr>
            <a:xfrm>
              <a:off x="513650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g1494"/>
            <p:cNvSpPr/>
            <p:nvPr/>
          </p:nvSpPr>
          <p:spPr>
            <a:xfrm>
              <a:off x="5148144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g1495"/>
            <p:cNvSpPr/>
            <p:nvPr/>
          </p:nvSpPr>
          <p:spPr>
            <a:xfrm>
              <a:off x="515978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6">
                <a:alpha val="100000"/>
              </a:srgbClr>
            </a:solidFill>
            <a:ln w="5420" cap="flat">
              <a:solidFill>
                <a:srgbClr val="BF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g1496"/>
            <p:cNvSpPr/>
            <p:nvPr/>
          </p:nvSpPr>
          <p:spPr>
            <a:xfrm>
              <a:off x="517141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g1497"/>
            <p:cNvSpPr/>
            <p:nvPr/>
          </p:nvSpPr>
          <p:spPr>
            <a:xfrm>
              <a:off x="518305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g1498"/>
            <p:cNvSpPr/>
            <p:nvPr/>
          </p:nvSpPr>
          <p:spPr>
            <a:xfrm>
              <a:off x="519469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g1499"/>
            <p:cNvSpPr/>
            <p:nvPr/>
          </p:nvSpPr>
          <p:spPr>
            <a:xfrm>
              <a:off x="520633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g1500"/>
            <p:cNvSpPr/>
            <p:nvPr/>
          </p:nvSpPr>
          <p:spPr>
            <a:xfrm>
              <a:off x="521796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g1501"/>
            <p:cNvSpPr/>
            <p:nvPr/>
          </p:nvSpPr>
          <p:spPr>
            <a:xfrm>
              <a:off x="522960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g1502"/>
            <p:cNvSpPr/>
            <p:nvPr/>
          </p:nvSpPr>
          <p:spPr>
            <a:xfrm>
              <a:off x="524124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g1503"/>
            <p:cNvSpPr/>
            <p:nvPr/>
          </p:nvSpPr>
          <p:spPr>
            <a:xfrm>
              <a:off x="525288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g1504"/>
            <p:cNvSpPr/>
            <p:nvPr/>
          </p:nvSpPr>
          <p:spPr>
            <a:xfrm>
              <a:off x="500849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g1505"/>
            <p:cNvSpPr/>
            <p:nvPr/>
          </p:nvSpPr>
          <p:spPr>
            <a:xfrm>
              <a:off x="502013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g1506"/>
            <p:cNvSpPr/>
            <p:nvPr/>
          </p:nvSpPr>
          <p:spPr>
            <a:xfrm>
              <a:off x="503177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g1507"/>
            <p:cNvSpPr/>
            <p:nvPr/>
          </p:nvSpPr>
          <p:spPr>
            <a:xfrm>
              <a:off x="504340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g1508"/>
            <p:cNvSpPr/>
            <p:nvPr/>
          </p:nvSpPr>
          <p:spPr>
            <a:xfrm>
              <a:off x="505504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g1509"/>
            <p:cNvSpPr/>
            <p:nvPr/>
          </p:nvSpPr>
          <p:spPr>
            <a:xfrm>
              <a:off x="506668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g1510"/>
            <p:cNvSpPr/>
            <p:nvPr/>
          </p:nvSpPr>
          <p:spPr>
            <a:xfrm>
              <a:off x="507832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g1511"/>
            <p:cNvSpPr/>
            <p:nvPr/>
          </p:nvSpPr>
          <p:spPr>
            <a:xfrm>
              <a:off x="508995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g1512"/>
            <p:cNvSpPr/>
            <p:nvPr/>
          </p:nvSpPr>
          <p:spPr>
            <a:xfrm>
              <a:off x="510159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g1513"/>
            <p:cNvSpPr/>
            <p:nvPr/>
          </p:nvSpPr>
          <p:spPr>
            <a:xfrm>
              <a:off x="5113232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g1514"/>
            <p:cNvSpPr/>
            <p:nvPr/>
          </p:nvSpPr>
          <p:spPr>
            <a:xfrm>
              <a:off x="512486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g1515"/>
            <p:cNvSpPr/>
            <p:nvPr/>
          </p:nvSpPr>
          <p:spPr>
            <a:xfrm>
              <a:off x="513650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g1516"/>
            <p:cNvSpPr/>
            <p:nvPr/>
          </p:nvSpPr>
          <p:spPr>
            <a:xfrm>
              <a:off x="5148144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g1517"/>
            <p:cNvSpPr/>
            <p:nvPr/>
          </p:nvSpPr>
          <p:spPr>
            <a:xfrm>
              <a:off x="515978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g1518"/>
            <p:cNvSpPr/>
            <p:nvPr/>
          </p:nvSpPr>
          <p:spPr>
            <a:xfrm>
              <a:off x="517141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g1519"/>
            <p:cNvSpPr/>
            <p:nvPr/>
          </p:nvSpPr>
          <p:spPr>
            <a:xfrm>
              <a:off x="518305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g1520"/>
            <p:cNvSpPr/>
            <p:nvPr/>
          </p:nvSpPr>
          <p:spPr>
            <a:xfrm>
              <a:off x="519469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g1521"/>
            <p:cNvSpPr/>
            <p:nvPr/>
          </p:nvSpPr>
          <p:spPr>
            <a:xfrm>
              <a:off x="520633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g1522"/>
            <p:cNvSpPr/>
            <p:nvPr/>
          </p:nvSpPr>
          <p:spPr>
            <a:xfrm>
              <a:off x="521796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g1523"/>
            <p:cNvSpPr/>
            <p:nvPr/>
          </p:nvSpPr>
          <p:spPr>
            <a:xfrm>
              <a:off x="522960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g1524"/>
            <p:cNvSpPr/>
            <p:nvPr/>
          </p:nvSpPr>
          <p:spPr>
            <a:xfrm>
              <a:off x="524124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g1525"/>
            <p:cNvSpPr/>
            <p:nvPr/>
          </p:nvSpPr>
          <p:spPr>
            <a:xfrm>
              <a:off x="503177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g1526"/>
            <p:cNvSpPr/>
            <p:nvPr/>
          </p:nvSpPr>
          <p:spPr>
            <a:xfrm>
              <a:off x="504340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g1527"/>
            <p:cNvSpPr/>
            <p:nvPr/>
          </p:nvSpPr>
          <p:spPr>
            <a:xfrm>
              <a:off x="505504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g1528"/>
            <p:cNvSpPr/>
            <p:nvPr/>
          </p:nvSpPr>
          <p:spPr>
            <a:xfrm>
              <a:off x="506668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9">
                <a:alpha val="100000"/>
              </a:srgbClr>
            </a:solidFill>
            <a:ln w="5420" cap="flat">
              <a:solidFill>
                <a:srgbClr val="C5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g1529"/>
            <p:cNvSpPr/>
            <p:nvPr/>
          </p:nvSpPr>
          <p:spPr>
            <a:xfrm>
              <a:off x="507832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g1530"/>
            <p:cNvSpPr/>
            <p:nvPr/>
          </p:nvSpPr>
          <p:spPr>
            <a:xfrm>
              <a:off x="508995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g1531"/>
            <p:cNvSpPr/>
            <p:nvPr/>
          </p:nvSpPr>
          <p:spPr>
            <a:xfrm>
              <a:off x="510159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g1532"/>
            <p:cNvSpPr/>
            <p:nvPr/>
          </p:nvSpPr>
          <p:spPr>
            <a:xfrm>
              <a:off x="5113232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g1533"/>
            <p:cNvSpPr/>
            <p:nvPr/>
          </p:nvSpPr>
          <p:spPr>
            <a:xfrm>
              <a:off x="512486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g1534"/>
            <p:cNvSpPr/>
            <p:nvPr/>
          </p:nvSpPr>
          <p:spPr>
            <a:xfrm>
              <a:off x="513650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g1535"/>
            <p:cNvSpPr/>
            <p:nvPr/>
          </p:nvSpPr>
          <p:spPr>
            <a:xfrm>
              <a:off x="5148144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g1536"/>
            <p:cNvSpPr/>
            <p:nvPr/>
          </p:nvSpPr>
          <p:spPr>
            <a:xfrm>
              <a:off x="515978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g1537"/>
            <p:cNvSpPr/>
            <p:nvPr/>
          </p:nvSpPr>
          <p:spPr>
            <a:xfrm>
              <a:off x="517141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g1538"/>
            <p:cNvSpPr/>
            <p:nvPr/>
          </p:nvSpPr>
          <p:spPr>
            <a:xfrm>
              <a:off x="5183056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g1539"/>
            <p:cNvSpPr/>
            <p:nvPr/>
          </p:nvSpPr>
          <p:spPr>
            <a:xfrm>
              <a:off x="519469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g1540"/>
            <p:cNvSpPr/>
            <p:nvPr/>
          </p:nvSpPr>
          <p:spPr>
            <a:xfrm>
              <a:off x="520633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g1541"/>
            <p:cNvSpPr/>
            <p:nvPr/>
          </p:nvSpPr>
          <p:spPr>
            <a:xfrm>
              <a:off x="521796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g1542"/>
            <p:cNvSpPr/>
            <p:nvPr/>
          </p:nvSpPr>
          <p:spPr>
            <a:xfrm>
              <a:off x="522960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g1543"/>
            <p:cNvSpPr/>
            <p:nvPr/>
          </p:nvSpPr>
          <p:spPr>
            <a:xfrm>
              <a:off x="504340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g1544"/>
            <p:cNvSpPr/>
            <p:nvPr/>
          </p:nvSpPr>
          <p:spPr>
            <a:xfrm>
              <a:off x="505504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g1545"/>
            <p:cNvSpPr/>
            <p:nvPr/>
          </p:nvSpPr>
          <p:spPr>
            <a:xfrm>
              <a:off x="506668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g1546"/>
            <p:cNvSpPr/>
            <p:nvPr/>
          </p:nvSpPr>
          <p:spPr>
            <a:xfrm>
              <a:off x="5078320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g1547"/>
            <p:cNvSpPr/>
            <p:nvPr/>
          </p:nvSpPr>
          <p:spPr>
            <a:xfrm>
              <a:off x="508995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g1548"/>
            <p:cNvSpPr/>
            <p:nvPr/>
          </p:nvSpPr>
          <p:spPr>
            <a:xfrm>
              <a:off x="510159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g1549"/>
            <p:cNvSpPr/>
            <p:nvPr/>
          </p:nvSpPr>
          <p:spPr>
            <a:xfrm>
              <a:off x="5113232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ED9">
                <a:alpha val="100000"/>
              </a:srgbClr>
            </a:solidFill>
            <a:ln w="5420" cap="flat">
              <a:solidFill>
                <a:srgbClr val="C7EE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g1550"/>
            <p:cNvSpPr/>
            <p:nvPr/>
          </p:nvSpPr>
          <p:spPr>
            <a:xfrm>
              <a:off x="512486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g1551"/>
            <p:cNvSpPr/>
            <p:nvPr/>
          </p:nvSpPr>
          <p:spPr>
            <a:xfrm>
              <a:off x="513650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g1552"/>
            <p:cNvSpPr/>
            <p:nvPr/>
          </p:nvSpPr>
          <p:spPr>
            <a:xfrm>
              <a:off x="5148144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g1553"/>
            <p:cNvSpPr/>
            <p:nvPr/>
          </p:nvSpPr>
          <p:spPr>
            <a:xfrm>
              <a:off x="515978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g1554"/>
            <p:cNvSpPr/>
            <p:nvPr/>
          </p:nvSpPr>
          <p:spPr>
            <a:xfrm>
              <a:off x="517141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g1555"/>
            <p:cNvSpPr/>
            <p:nvPr/>
          </p:nvSpPr>
          <p:spPr>
            <a:xfrm>
              <a:off x="5183056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g1556"/>
            <p:cNvSpPr/>
            <p:nvPr/>
          </p:nvSpPr>
          <p:spPr>
            <a:xfrm>
              <a:off x="519469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g1557"/>
            <p:cNvSpPr/>
            <p:nvPr/>
          </p:nvSpPr>
          <p:spPr>
            <a:xfrm>
              <a:off x="520633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g1558"/>
            <p:cNvSpPr/>
            <p:nvPr/>
          </p:nvSpPr>
          <p:spPr>
            <a:xfrm>
              <a:off x="521796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g1559"/>
            <p:cNvSpPr/>
            <p:nvPr/>
          </p:nvSpPr>
          <p:spPr>
            <a:xfrm>
              <a:off x="505504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g1560"/>
            <p:cNvSpPr/>
            <p:nvPr/>
          </p:nvSpPr>
          <p:spPr>
            <a:xfrm>
              <a:off x="506668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g1561"/>
            <p:cNvSpPr/>
            <p:nvPr/>
          </p:nvSpPr>
          <p:spPr>
            <a:xfrm>
              <a:off x="5078320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g1562"/>
            <p:cNvSpPr/>
            <p:nvPr/>
          </p:nvSpPr>
          <p:spPr>
            <a:xfrm>
              <a:off x="508995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g1563"/>
            <p:cNvSpPr/>
            <p:nvPr/>
          </p:nvSpPr>
          <p:spPr>
            <a:xfrm>
              <a:off x="510159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g1564"/>
            <p:cNvSpPr/>
            <p:nvPr/>
          </p:nvSpPr>
          <p:spPr>
            <a:xfrm>
              <a:off x="5113232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EDA">
                <a:alpha val="100000"/>
              </a:srgbClr>
            </a:solidFill>
            <a:ln w="5420" cap="flat">
              <a:solidFill>
                <a:srgbClr val="C7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g1565"/>
            <p:cNvSpPr/>
            <p:nvPr/>
          </p:nvSpPr>
          <p:spPr>
            <a:xfrm>
              <a:off x="512486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g1566"/>
            <p:cNvSpPr/>
            <p:nvPr/>
          </p:nvSpPr>
          <p:spPr>
            <a:xfrm>
              <a:off x="513650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g1567"/>
            <p:cNvSpPr/>
            <p:nvPr/>
          </p:nvSpPr>
          <p:spPr>
            <a:xfrm>
              <a:off x="5148144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g1568"/>
            <p:cNvSpPr/>
            <p:nvPr/>
          </p:nvSpPr>
          <p:spPr>
            <a:xfrm>
              <a:off x="515978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g1569"/>
            <p:cNvSpPr/>
            <p:nvPr/>
          </p:nvSpPr>
          <p:spPr>
            <a:xfrm>
              <a:off x="517141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g1570"/>
            <p:cNvSpPr/>
            <p:nvPr/>
          </p:nvSpPr>
          <p:spPr>
            <a:xfrm>
              <a:off x="5183056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g1571"/>
            <p:cNvSpPr/>
            <p:nvPr/>
          </p:nvSpPr>
          <p:spPr>
            <a:xfrm>
              <a:off x="519469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g1572"/>
            <p:cNvSpPr/>
            <p:nvPr/>
          </p:nvSpPr>
          <p:spPr>
            <a:xfrm>
              <a:off x="520633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g1573"/>
            <p:cNvSpPr/>
            <p:nvPr/>
          </p:nvSpPr>
          <p:spPr>
            <a:xfrm>
              <a:off x="5217968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g1574"/>
            <p:cNvSpPr/>
            <p:nvPr/>
          </p:nvSpPr>
          <p:spPr>
            <a:xfrm>
              <a:off x="500849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g1575"/>
            <p:cNvSpPr/>
            <p:nvPr/>
          </p:nvSpPr>
          <p:spPr>
            <a:xfrm>
              <a:off x="502013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g1576"/>
            <p:cNvSpPr/>
            <p:nvPr/>
          </p:nvSpPr>
          <p:spPr>
            <a:xfrm>
              <a:off x="503177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g1577"/>
            <p:cNvSpPr/>
            <p:nvPr/>
          </p:nvSpPr>
          <p:spPr>
            <a:xfrm>
              <a:off x="504340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g1578"/>
            <p:cNvSpPr/>
            <p:nvPr/>
          </p:nvSpPr>
          <p:spPr>
            <a:xfrm>
              <a:off x="505504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g1579"/>
            <p:cNvSpPr/>
            <p:nvPr/>
          </p:nvSpPr>
          <p:spPr>
            <a:xfrm>
              <a:off x="506668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g1580"/>
            <p:cNvSpPr/>
            <p:nvPr/>
          </p:nvSpPr>
          <p:spPr>
            <a:xfrm>
              <a:off x="5078320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g1581"/>
            <p:cNvSpPr/>
            <p:nvPr/>
          </p:nvSpPr>
          <p:spPr>
            <a:xfrm>
              <a:off x="508995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g1582"/>
            <p:cNvSpPr/>
            <p:nvPr/>
          </p:nvSpPr>
          <p:spPr>
            <a:xfrm>
              <a:off x="510159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g1583"/>
            <p:cNvSpPr/>
            <p:nvPr/>
          </p:nvSpPr>
          <p:spPr>
            <a:xfrm>
              <a:off x="5113232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g1584"/>
            <p:cNvSpPr/>
            <p:nvPr/>
          </p:nvSpPr>
          <p:spPr>
            <a:xfrm>
              <a:off x="512486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g1585"/>
            <p:cNvSpPr/>
            <p:nvPr/>
          </p:nvSpPr>
          <p:spPr>
            <a:xfrm>
              <a:off x="513650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g1586"/>
            <p:cNvSpPr/>
            <p:nvPr/>
          </p:nvSpPr>
          <p:spPr>
            <a:xfrm>
              <a:off x="5148144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g1587"/>
            <p:cNvSpPr/>
            <p:nvPr/>
          </p:nvSpPr>
          <p:spPr>
            <a:xfrm>
              <a:off x="515978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g1588"/>
            <p:cNvSpPr/>
            <p:nvPr/>
          </p:nvSpPr>
          <p:spPr>
            <a:xfrm>
              <a:off x="517141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g1589"/>
            <p:cNvSpPr/>
            <p:nvPr/>
          </p:nvSpPr>
          <p:spPr>
            <a:xfrm>
              <a:off x="518305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g1590"/>
            <p:cNvSpPr/>
            <p:nvPr/>
          </p:nvSpPr>
          <p:spPr>
            <a:xfrm>
              <a:off x="519469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g1591"/>
            <p:cNvSpPr/>
            <p:nvPr/>
          </p:nvSpPr>
          <p:spPr>
            <a:xfrm>
              <a:off x="520633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g1592"/>
            <p:cNvSpPr/>
            <p:nvPr/>
          </p:nvSpPr>
          <p:spPr>
            <a:xfrm>
              <a:off x="499685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g1593"/>
            <p:cNvSpPr/>
            <p:nvPr/>
          </p:nvSpPr>
          <p:spPr>
            <a:xfrm>
              <a:off x="500849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g1594"/>
            <p:cNvSpPr/>
            <p:nvPr/>
          </p:nvSpPr>
          <p:spPr>
            <a:xfrm>
              <a:off x="502013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g1595"/>
            <p:cNvSpPr/>
            <p:nvPr/>
          </p:nvSpPr>
          <p:spPr>
            <a:xfrm>
              <a:off x="503177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g1596"/>
            <p:cNvSpPr/>
            <p:nvPr/>
          </p:nvSpPr>
          <p:spPr>
            <a:xfrm>
              <a:off x="504340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g1597"/>
            <p:cNvSpPr/>
            <p:nvPr/>
          </p:nvSpPr>
          <p:spPr>
            <a:xfrm>
              <a:off x="505504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g1598"/>
            <p:cNvSpPr/>
            <p:nvPr/>
          </p:nvSpPr>
          <p:spPr>
            <a:xfrm>
              <a:off x="506668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g1599"/>
            <p:cNvSpPr/>
            <p:nvPr/>
          </p:nvSpPr>
          <p:spPr>
            <a:xfrm>
              <a:off x="5078320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1F1DE">
                <a:alpha val="100000"/>
              </a:srgbClr>
            </a:solidFill>
            <a:ln w="5420" cap="flat">
              <a:solidFill>
                <a:srgbClr val="D1F1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g1600"/>
            <p:cNvSpPr/>
            <p:nvPr/>
          </p:nvSpPr>
          <p:spPr>
            <a:xfrm>
              <a:off x="508995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g1601"/>
            <p:cNvSpPr/>
            <p:nvPr/>
          </p:nvSpPr>
          <p:spPr>
            <a:xfrm>
              <a:off x="510159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g1602"/>
            <p:cNvSpPr/>
            <p:nvPr/>
          </p:nvSpPr>
          <p:spPr>
            <a:xfrm>
              <a:off x="5113232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DF0DD">
                <a:alpha val="100000"/>
              </a:srgbClr>
            </a:solidFill>
            <a:ln w="5420" cap="flat">
              <a:solidFill>
                <a:srgbClr val="CD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g1603"/>
            <p:cNvSpPr/>
            <p:nvPr/>
          </p:nvSpPr>
          <p:spPr>
            <a:xfrm>
              <a:off x="512486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g1604"/>
            <p:cNvSpPr/>
            <p:nvPr/>
          </p:nvSpPr>
          <p:spPr>
            <a:xfrm>
              <a:off x="513650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g1605"/>
            <p:cNvSpPr/>
            <p:nvPr/>
          </p:nvSpPr>
          <p:spPr>
            <a:xfrm>
              <a:off x="5148144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g1606"/>
            <p:cNvSpPr/>
            <p:nvPr/>
          </p:nvSpPr>
          <p:spPr>
            <a:xfrm>
              <a:off x="515978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g1607"/>
            <p:cNvSpPr/>
            <p:nvPr/>
          </p:nvSpPr>
          <p:spPr>
            <a:xfrm>
              <a:off x="517141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g1608"/>
            <p:cNvSpPr/>
            <p:nvPr/>
          </p:nvSpPr>
          <p:spPr>
            <a:xfrm>
              <a:off x="518305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g1609"/>
            <p:cNvSpPr/>
            <p:nvPr/>
          </p:nvSpPr>
          <p:spPr>
            <a:xfrm>
              <a:off x="519469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g1610"/>
            <p:cNvSpPr/>
            <p:nvPr/>
          </p:nvSpPr>
          <p:spPr>
            <a:xfrm>
              <a:off x="520633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g1611"/>
            <p:cNvSpPr/>
            <p:nvPr/>
          </p:nvSpPr>
          <p:spPr>
            <a:xfrm>
              <a:off x="499685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g1612"/>
            <p:cNvSpPr/>
            <p:nvPr/>
          </p:nvSpPr>
          <p:spPr>
            <a:xfrm>
              <a:off x="500849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AEFDB">
                <a:alpha val="100000"/>
              </a:srgbClr>
            </a:solidFill>
            <a:ln w="5420" cap="flat">
              <a:solidFill>
                <a:srgbClr val="CA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g1613"/>
            <p:cNvSpPr/>
            <p:nvPr/>
          </p:nvSpPr>
          <p:spPr>
            <a:xfrm>
              <a:off x="502013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g1614"/>
            <p:cNvSpPr/>
            <p:nvPr/>
          </p:nvSpPr>
          <p:spPr>
            <a:xfrm>
              <a:off x="503177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g1615"/>
            <p:cNvSpPr/>
            <p:nvPr/>
          </p:nvSpPr>
          <p:spPr>
            <a:xfrm>
              <a:off x="504340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1F1DE">
                <a:alpha val="100000"/>
              </a:srgbClr>
            </a:solidFill>
            <a:ln w="5420" cap="flat">
              <a:solidFill>
                <a:srgbClr val="D1F1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g1616"/>
            <p:cNvSpPr/>
            <p:nvPr/>
          </p:nvSpPr>
          <p:spPr>
            <a:xfrm>
              <a:off x="505504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3F1DF">
                <a:alpha val="100000"/>
              </a:srgbClr>
            </a:solidFill>
            <a:ln w="5420" cap="flat">
              <a:solidFill>
                <a:srgbClr val="D3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g1617"/>
            <p:cNvSpPr/>
            <p:nvPr/>
          </p:nvSpPr>
          <p:spPr>
            <a:xfrm>
              <a:off x="506668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5F2E1">
                <a:alpha val="100000"/>
              </a:srgbClr>
            </a:solidFill>
            <a:ln w="5420" cap="flat">
              <a:solidFill>
                <a:srgbClr val="D5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g1618"/>
            <p:cNvSpPr/>
            <p:nvPr/>
          </p:nvSpPr>
          <p:spPr>
            <a:xfrm>
              <a:off x="5078320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8F3E2">
                <a:alpha val="100000"/>
              </a:srgbClr>
            </a:solidFill>
            <a:ln w="5420" cap="flat">
              <a:solidFill>
                <a:srgbClr val="D8F3E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g1619"/>
            <p:cNvSpPr/>
            <p:nvPr/>
          </p:nvSpPr>
          <p:spPr>
            <a:xfrm>
              <a:off x="508995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AF4E3">
                <a:alpha val="100000"/>
              </a:srgbClr>
            </a:solidFill>
            <a:ln w="5420" cap="flat">
              <a:solidFill>
                <a:srgbClr val="DAF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g1620"/>
            <p:cNvSpPr/>
            <p:nvPr/>
          </p:nvSpPr>
          <p:spPr>
            <a:xfrm>
              <a:off x="510159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9F3E2">
                <a:alpha val="100000"/>
              </a:srgbClr>
            </a:solidFill>
            <a:ln w="5420" cap="flat">
              <a:solidFill>
                <a:srgbClr val="D9F3E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g1621"/>
            <p:cNvSpPr/>
            <p:nvPr/>
          </p:nvSpPr>
          <p:spPr>
            <a:xfrm>
              <a:off x="5113232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g1622"/>
            <p:cNvSpPr/>
            <p:nvPr/>
          </p:nvSpPr>
          <p:spPr>
            <a:xfrm>
              <a:off x="512486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1F1DE">
                <a:alpha val="100000"/>
              </a:srgbClr>
            </a:solidFill>
            <a:ln w="5420" cap="flat">
              <a:solidFill>
                <a:srgbClr val="D1F1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g1623"/>
            <p:cNvSpPr/>
            <p:nvPr/>
          </p:nvSpPr>
          <p:spPr>
            <a:xfrm>
              <a:off x="513650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g1624"/>
            <p:cNvSpPr/>
            <p:nvPr/>
          </p:nvSpPr>
          <p:spPr>
            <a:xfrm>
              <a:off x="5148144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g1625"/>
            <p:cNvSpPr/>
            <p:nvPr/>
          </p:nvSpPr>
          <p:spPr>
            <a:xfrm>
              <a:off x="515978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g1626"/>
            <p:cNvSpPr/>
            <p:nvPr/>
          </p:nvSpPr>
          <p:spPr>
            <a:xfrm>
              <a:off x="517141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g1627"/>
            <p:cNvSpPr/>
            <p:nvPr/>
          </p:nvSpPr>
          <p:spPr>
            <a:xfrm>
              <a:off x="518305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g1628"/>
            <p:cNvSpPr/>
            <p:nvPr/>
          </p:nvSpPr>
          <p:spPr>
            <a:xfrm>
              <a:off x="519469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g1629"/>
            <p:cNvSpPr/>
            <p:nvPr/>
          </p:nvSpPr>
          <p:spPr>
            <a:xfrm>
              <a:off x="499685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g1630"/>
            <p:cNvSpPr/>
            <p:nvPr/>
          </p:nvSpPr>
          <p:spPr>
            <a:xfrm>
              <a:off x="500849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g1631"/>
            <p:cNvSpPr/>
            <p:nvPr/>
          </p:nvSpPr>
          <p:spPr>
            <a:xfrm>
              <a:off x="502013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DF0DD">
                <a:alpha val="100000"/>
              </a:srgbClr>
            </a:solidFill>
            <a:ln w="5420" cap="flat">
              <a:solidFill>
                <a:srgbClr val="CD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g1632"/>
            <p:cNvSpPr/>
            <p:nvPr/>
          </p:nvSpPr>
          <p:spPr>
            <a:xfrm>
              <a:off x="503177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FF0DE">
                <a:alpha val="100000"/>
              </a:srgbClr>
            </a:solidFill>
            <a:ln w="5420" cap="flat">
              <a:solidFill>
                <a:srgbClr val="CF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g1633"/>
            <p:cNvSpPr/>
            <p:nvPr/>
          </p:nvSpPr>
          <p:spPr>
            <a:xfrm>
              <a:off x="5043408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g1634"/>
            <p:cNvSpPr/>
            <p:nvPr/>
          </p:nvSpPr>
          <p:spPr>
            <a:xfrm>
              <a:off x="505504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g1635"/>
            <p:cNvSpPr/>
            <p:nvPr/>
          </p:nvSpPr>
          <p:spPr>
            <a:xfrm>
              <a:off x="506668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g1636"/>
            <p:cNvSpPr/>
            <p:nvPr/>
          </p:nvSpPr>
          <p:spPr>
            <a:xfrm>
              <a:off x="5078320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8F3E2">
                <a:alpha val="100000"/>
              </a:srgbClr>
            </a:solidFill>
            <a:ln w="5420" cap="flat">
              <a:solidFill>
                <a:srgbClr val="D8F3E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g1637"/>
            <p:cNvSpPr/>
            <p:nvPr/>
          </p:nvSpPr>
          <p:spPr>
            <a:xfrm>
              <a:off x="508995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AF4E3">
                <a:alpha val="100000"/>
              </a:srgbClr>
            </a:solidFill>
            <a:ln w="5420" cap="flat">
              <a:solidFill>
                <a:srgbClr val="DAF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g1638"/>
            <p:cNvSpPr/>
            <p:nvPr/>
          </p:nvSpPr>
          <p:spPr>
            <a:xfrm>
              <a:off x="510159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9F3E2">
                <a:alpha val="100000"/>
              </a:srgbClr>
            </a:solidFill>
            <a:ln w="5420" cap="flat">
              <a:solidFill>
                <a:srgbClr val="D9F3E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g1639"/>
            <p:cNvSpPr/>
            <p:nvPr/>
          </p:nvSpPr>
          <p:spPr>
            <a:xfrm>
              <a:off x="5113232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g1640"/>
            <p:cNvSpPr/>
            <p:nvPr/>
          </p:nvSpPr>
          <p:spPr>
            <a:xfrm>
              <a:off x="512486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g1641"/>
            <p:cNvSpPr/>
            <p:nvPr/>
          </p:nvSpPr>
          <p:spPr>
            <a:xfrm>
              <a:off x="513650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g1642"/>
            <p:cNvSpPr/>
            <p:nvPr/>
          </p:nvSpPr>
          <p:spPr>
            <a:xfrm>
              <a:off x="5148144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AEFDB">
                <a:alpha val="100000"/>
              </a:srgbClr>
            </a:solidFill>
            <a:ln w="5420" cap="flat">
              <a:solidFill>
                <a:srgbClr val="CA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g1643"/>
            <p:cNvSpPr/>
            <p:nvPr/>
          </p:nvSpPr>
          <p:spPr>
            <a:xfrm>
              <a:off x="515978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g1644"/>
            <p:cNvSpPr/>
            <p:nvPr/>
          </p:nvSpPr>
          <p:spPr>
            <a:xfrm>
              <a:off x="517141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g1645"/>
            <p:cNvSpPr/>
            <p:nvPr/>
          </p:nvSpPr>
          <p:spPr>
            <a:xfrm>
              <a:off x="518305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g1646"/>
            <p:cNvSpPr/>
            <p:nvPr/>
          </p:nvSpPr>
          <p:spPr>
            <a:xfrm>
              <a:off x="5008496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g1647"/>
            <p:cNvSpPr/>
            <p:nvPr/>
          </p:nvSpPr>
          <p:spPr>
            <a:xfrm>
              <a:off x="502013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g1648"/>
            <p:cNvSpPr/>
            <p:nvPr/>
          </p:nvSpPr>
          <p:spPr>
            <a:xfrm>
              <a:off x="503177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g1649"/>
            <p:cNvSpPr/>
            <p:nvPr/>
          </p:nvSpPr>
          <p:spPr>
            <a:xfrm>
              <a:off x="5043408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g1650"/>
            <p:cNvSpPr/>
            <p:nvPr/>
          </p:nvSpPr>
          <p:spPr>
            <a:xfrm>
              <a:off x="505504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g1651"/>
            <p:cNvSpPr/>
            <p:nvPr/>
          </p:nvSpPr>
          <p:spPr>
            <a:xfrm>
              <a:off x="506668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g1652"/>
            <p:cNvSpPr/>
            <p:nvPr/>
          </p:nvSpPr>
          <p:spPr>
            <a:xfrm>
              <a:off x="5078320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g1653"/>
            <p:cNvSpPr/>
            <p:nvPr/>
          </p:nvSpPr>
          <p:spPr>
            <a:xfrm>
              <a:off x="508995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g1654"/>
            <p:cNvSpPr/>
            <p:nvPr/>
          </p:nvSpPr>
          <p:spPr>
            <a:xfrm>
              <a:off x="510159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6F3E1">
                <a:alpha val="100000"/>
              </a:srgbClr>
            </a:solidFill>
            <a:ln w="5420" cap="flat">
              <a:solidFill>
                <a:srgbClr val="D6F3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g1655"/>
            <p:cNvSpPr/>
            <p:nvPr/>
          </p:nvSpPr>
          <p:spPr>
            <a:xfrm>
              <a:off x="5113232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g1656"/>
            <p:cNvSpPr/>
            <p:nvPr/>
          </p:nvSpPr>
          <p:spPr>
            <a:xfrm>
              <a:off x="512486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g1657"/>
            <p:cNvSpPr/>
            <p:nvPr/>
          </p:nvSpPr>
          <p:spPr>
            <a:xfrm>
              <a:off x="513650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g1658"/>
            <p:cNvSpPr/>
            <p:nvPr/>
          </p:nvSpPr>
          <p:spPr>
            <a:xfrm>
              <a:off x="5148144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g1659"/>
            <p:cNvSpPr/>
            <p:nvPr/>
          </p:nvSpPr>
          <p:spPr>
            <a:xfrm>
              <a:off x="515978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g1660"/>
            <p:cNvSpPr/>
            <p:nvPr/>
          </p:nvSpPr>
          <p:spPr>
            <a:xfrm>
              <a:off x="517141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g1661"/>
            <p:cNvSpPr/>
            <p:nvPr/>
          </p:nvSpPr>
          <p:spPr>
            <a:xfrm>
              <a:off x="5043408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g1662"/>
            <p:cNvSpPr/>
            <p:nvPr/>
          </p:nvSpPr>
          <p:spPr>
            <a:xfrm>
              <a:off x="505504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3F1DF">
                <a:alpha val="100000"/>
              </a:srgbClr>
            </a:solidFill>
            <a:ln w="5420" cap="flat">
              <a:solidFill>
                <a:srgbClr val="D3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g1663"/>
            <p:cNvSpPr/>
            <p:nvPr/>
          </p:nvSpPr>
          <p:spPr>
            <a:xfrm>
              <a:off x="5066683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g1664"/>
            <p:cNvSpPr/>
            <p:nvPr/>
          </p:nvSpPr>
          <p:spPr>
            <a:xfrm>
              <a:off x="5078320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5F2E1">
                <a:alpha val="100000"/>
              </a:srgbClr>
            </a:solidFill>
            <a:ln w="5420" cap="flat">
              <a:solidFill>
                <a:srgbClr val="D5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g1665"/>
            <p:cNvSpPr/>
            <p:nvPr/>
          </p:nvSpPr>
          <p:spPr>
            <a:xfrm>
              <a:off x="508995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g1666"/>
            <p:cNvSpPr/>
            <p:nvPr/>
          </p:nvSpPr>
          <p:spPr>
            <a:xfrm>
              <a:off x="510159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g1667"/>
            <p:cNvSpPr/>
            <p:nvPr/>
          </p:nvSpPr>
          <p:spPr>
            <a:xfrm>
              <a:off x="5113232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g1668"/>
            <p:cNvSpPr/>
            <p:nvPr/>
          </p:nvSpPr>
          <p:spPr>
            <a:xfrm>
              <a:off x="512486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1F1DF">
                <a:alpha val="100000"/>
              </a:srgbClr>
            </a:solidFill>
            <a:ln w="5420" cap="flat">
              <a:solidFill>
                <a:srgbClr val="D1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g1669"/>
            <p:cNvSpPr/>
            <p:nvPr/>
          </p:nvSpPr>
          <p:spPr>
            <a:xfrm>
              <a:off x="513650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g1670"/>
            <p:cNvSpPr/>
            <p:nvPr/>
          </p:nvSpPr>
          <p:spPr>
            <a:xfrm>
              <a:off x="5148144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g1671"/>
            <p:cNvSpPr/>
            <p:nvPr/>
          </p:nvSpPr>
          <p:spPr>
            <a:xfrm>
              <a:off x="5159781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g1672"/>
            <p:cNvSpPr/>
            <p:nvPr/>
          </p:nvSpPr>
          <p:spPr>
            <a:xfrm>
              <a:off x="517141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g1673"/>
            <p:cNvSpPr/>
            <p:nvPr/>
          </p:nvSpPr>
          <p:spPr>
            <a:xfrm>
              <a:off x="5066683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3F1E0">
                <a:alpha val="100000"/>
              </a:srgbClr>
            </a:solidFill>
            <a:ln w="5420" cap="flat">
              <a:solidFill>
                <a:srgbClr val="D3F1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g1674"/>
            <p:cNvSpPr/>
            <p:nvPr/>
          </p:nvSpPr>
          <p:spPr>
            <a:xfrm>
              <a:off x="5078320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g1675"/>
            <p:cNvSpPr/>
            <p:nvPr/>
          </p:nvSpPr>
          <p:spPr>
            <a:xfrm>
              <a:off x="508995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g1676"/>
            <p:cNvSpPr/>
            <p:nvPr/>
          </p:nvSpPr>
          <p:spPr>
            <a:xfrm>
              <a:off x="5101595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3F2E0">
                <a:alpha val="100000"/>
              </a:srgbClr>
            </a:solidFill>
            <a:ln w="5420" cap="flat">
              <a:solidFill>
                <a:srgbClr val="D3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g1677"/>
            <p:cNvSpPr/>
            <p:nvPr/>
          </p:nvSpPr>
          <p:spPr>
            <a:xfrm>
              <a:off x="5113232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g1678"/>
            <p:cNvSpPr/>
            <p:nvPr/>
          </p:nvSpPr>
          <p:spPr>
            <a:xfrm>
              <a:off x="512486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g1679"/>
            <p:cNvSpPr/>
            <p:nvPr/>
          </p:nvSpPr>
          <p:spPr>
            <a:xfrm>
              <a:off x="513650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g1680"/>
            <p:cNvSpPr/>
            <p:nvPr/>
          </p:nvSpPr>
          <p:spPr>
            <a:xfrm>
              <a:off x="5148144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g1681"/>
            <p:cNvSpPr/>
            <p:nvPr/>
          </p:nvSpPr>
          <p:spPr>
            <a:xfrm>
              <a:off x="5159781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g1682"/>
            <p:cNvSpPr/>
            <p:nvPr/>
          </p:nvSpPr>
          <p:spPr>
            <a:xfrm>
              <a:off x="517141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ED9">
                <a:alpha val="100000"/>
              </a:srgbClr>
            </a:solidFill>
            <a:ln w="5420" cap="flat">
              <a:solidFill>
                <a:srgbClr val="C7EE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g1683"/>
            <p:cNvSpPr/>
            <p:nvPr/>
          </p:nvSpPr>
          <p:spPr>
            <a:xfrm>
              <a:off x="5078320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g1684"/>
            <p:cNvSpPr/>
            <p:nvPr/>
          </p:nvSpPr>
          <p:spPr>
            <a:xfrm>
              <a:off x="508995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g1685"/>
            <p:cNvSpPr/>
            <p:nvPr/>
          </p:nvSpPr>
          <p:spPr>
            <a:xfrm>
              <a:off x="5101595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1F1DF">
                <a:alpha val="100000"/>
              </a:srgbClr>
            </a:solidFill>
            <a:ln w="5420" cap="flat">
              <a:solidFill>
                <a:srgbClr val="D1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g1686"/>
            <p:cNvSpPr/>
            <p:nvPr/>
          </p:nvSpPr>
          <p:spPr>
            <a:xfrm>
              <a:off x="5113232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g1687"/>
            <p:cNvSpPr/>
            <p:nvPr/>
          </p:nvSpPr>
          <p:spPr>
            <a:xfrm>
              <a:off x="512486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g1688"/>
            <p:cNvSpPr/>
            <p:nvPr/>
          </p:nvSpPr>
          <p:spPr>
            <a:xfrm>
              <a:off x="513650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g1689"/>
            <p:cNvSpPr/>
            <p:nvPr/>
          </p:nvSpPr>
          <p:spPr>
            <a:xfrm>
              <a:off x="5148144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g1690"/>
            <p:cNvSpPr/>
            <p:nvPr/>
          </p:nvSpPr>
          <p:spPr>
            <a:xfrm>
              <a:off x="5159781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g1691"/>
            <p:cNvSpPr/>
            <p:nvPr/>
          </p:nvSpPr>
          <p:spPr>
            <a:xfrm>
              <a:off x="517141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g1692"/>
            <p:cNvSpPr/>
            <p:nvPr/>
          </p:nvSpPr>
          <p:spPr>
            <a:xfrm>
              <a:off x="508995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g1693"/>
            <p:cNvSpPr/>
            <p:nvPr/>
          </p:nvSpPr>
          <p:spPr>
            <a:xfrm>
              <a:off x="5101595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g1694"/>
            <p:cNvSpPr/>
            <p:nvPr/>
          </p:nvSpPr>
          <p:spPr>
            <a:xfrm>
              <a:off x="5113232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g1695"/>
            <p:cNvSpPr/>
            <p:nvPr/>
          </p:nvSpPr>
          <p:spPr>
            <a:xfrm>
              <a:off x="512486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g1696"/>
            <p:cNvSpPr/>
            <p:nvPr/>
          </p:nvSpPr>
          <p:spPr>
            <a:xfrm>
              <a:off x="513650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BEFDC">
                <a:alpha val="100000"/>
              </a:srgbClr>
            </a:solidFill>
            <a:ln w="5420" cap="flat">
              <a:solidFill>
                <a:srgbClr val="CB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g1697"/>
            <p:cNvSpPr/>
            <p:nvPr/>
          </p:nvSpPr>
          <p:spPr>
            <a:xfrm>
              <a:off x="5148144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g1698"/>
            <p:cNvSpPr/>
            <p:nvPr/>
          </p:nvSpPr>
          <p:spPr>
            <a:xfrm>
              <a:off x="5159781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g1699"/>
            <p:cNvSpPr/>
            <p:nvPr/>
          </p:nvSpPr>
          <p:spPr>
            <a:xfrm>
              <a:off x="517141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g1700"/>
            <p:cNvSpPr/>
            <p:nvPr/>
          </p:nvSpPr>
          <p:spPr>
            <a:xfrm>
              <a:off x="5183056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g1701"/>
            <p:cNvSpPr/>
            <p:nvPr/>
          </p:nvSpPr>
          <p:spPr>
            <a:xfrm>
              <a:off x="512486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g1702"/>
            <p:cNvSpPr/>
            <p:nvPr/>
          </p:nvSpPr>
          <p:spPr>
            <a:xfrm>
              <a:off x="5136507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g1703"/>
            <p:cNvSpPr/>
            <p:nvPr/>
          </p:nvSpPr>
          <p:spPr>
            <a:xfrm>
              <a:off x="5148144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g1704"/>
            <p:cNvSpPr/>
            <p:nvPr/>
          </p:nvSpPr>
          <p:spPr>
            <a:xfrm>
              <a:off x="5159781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g1705"/>
            <p:cNvSpPr/>
            <p:nvPr/>
          </p:nvSpPr>
          <p:spPr>
            <a:xfrm>
              <a:off x="517141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9">
                <a:alpha val="100000"/>
              </a:srgbClr>
            </a:solidFill>
            <a:ln w="5420" cap="flat">
              <a:solidFill>
                <a:srgbClr val="C5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g1706"/>
            <p:cNvSpPr/>
            <p:nvPr/>
          </p:nvSpPr>
          <p:spPr>
            <a:xfrm>
              <a:off x="5183056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g1707"/>
            <p:cNvSpPr/>
            <p:nvPr/>
          </p:nvSpPr>
          <p:spPr>
            <a:xfrm>
              <a:off x="5066683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g1708"/>
            <p:cNvSpPr/>
            <p:nvPr/>
          </p:nvSpPr>
          <p:spPr>
            <a:xfrm>
              <a:off x="5113232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g1709"/>
            <p:cNvSpPr/>
            <p:nvPr/>
          </p:nvSpPr>
          <p:spPr>
            <a:xfrm>
              <a:off x="512486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g1710"/>
            <p:cNvSpPr/>
            <p:nvPr/>
          </p:nvSpPr>
          <p:spPr>
            <a:xfrm>
              <a:off x="5136507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g1711"/>
            <p:cNvSpPr/>
            <p:nvPr/>
          </p:nvSpPr>
          <p:spPr>
            <a:xfrm>
              <a:off x="5148144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g1712"/>
            <p:cNvSpPr/>
            <p:nvPr/>
          </p:nvSpPr>
          <p:spPr>
            <a:xfrm>
              <a:off x="5159781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9">
                <a:alpha val="100000"/>
              </a:srgbClr>
            </a:solidFill>
            <a:ln w="5420" cap="flat">
              <a:solidFill>
                <a:srgbClr val="C5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g1713"/>
            <p:cNvSpPr/>
            <p:nvPr/>
          </p:nvSpPr>
          <p:spPr>
            <a:xfrm>
              <a:off x="517141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g1714"/>
            <p:cNvSpPr/>
            <p:nvPr/>
          </p:nvSpPr>
          <p:spPr>
            <a:xfrm>
              <a:off x="5183056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g1715"/>
            <p:cNvSpPr/>
            <p:nvPr/>
          </p:nvSpPr>
          <p:spPr>
            <a:xfrm>
              <a:off x="505504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g1716"/>
            <p:cNvSpPr/>
            <p:nvPr/>
          </p:nvSpPr>
          <p:spPr>
            <a:xfrm>
              <a:off x="5066683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g1717"/>
            <p:cNvSpPr/>
            <p:nvPr/>
          </p:nvSpPr>
          <p:spPr>
            <a:xfrm>
              <a:off x="5078320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g1718"/>
            <p:cNvSpPr/>
            <p:nvPr/>
          </p:nvSpPr>
          <p:spPr>
            <a:xfrm>
              <a:off x="508995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g1719"/>
            <p:cNvSpPr/>
            <p:nvPr/>
          </p:nvSpPr>
          <p:spPr>
            <a:xfrm>
              <a:off x="510159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g1720"/>
            <p:cNvSpPr/>
            <p:nvPr/>
          </p:nvSpPr>
          <p:spPr>
            <a:xfrm>
              <a:off x="5113232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EDA">
                <a:alpha val="100000"/>
              </a:srgbClr>
            </a:solidFill>
            <a:ln w="5420" cap="flat">
              <a:solidFill>
                <a:srgbClr val="C7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g1721"/>
            <p:cNvSpPr/>
            <p:nvPr/>
          </p:nvSpPr>
          <p:spPr>
            <a:xfrm>
              <a:off x="512486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g1722"/>
            <p:cNvSpPr/>
            <p:nvPr/>
          </p:nvSpPr>
          <p:spPr>
            <a:xfrm>
              <a:off x="513650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g1723"/>
            <p:cNvSpPr/>
            <p:nvPr/>
          </p:nvSpPr>
          <p:spPr>
            <a:xfrm>
              <a:off x="5148144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g1724"/>
            <p:cNvSpPr/>
            <p:nvPr/>
          </p:nvSpPr>
          <p:spPr>
            <a:xfrm>
              <a:off x="5159781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g1725"/>
            <p:cNvSpPr/>
            <p:nvPr/>
          </p:nvSpPr>
          <p:spPr>
            <a:xfrm>
              <a:off x="517141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g1726"/>
            <p:cNvSpPr/>
            <p:nvPr/>
          </p:nvSpPr>
          <p:spPr>
            <a:xfrm>
              <a:off x="5183056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g1727"/>
            <p:cNvSpPr/>
            <p:nvPr/>
          </p:nvSpPr>
          <p:spPr>
            <a:xfrm>
              <a:off x="5043408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g1728"/>
            <p:cNvSpPr/>
            <p:nvPr/>
          </p:nvSpPr>
          <p:spPr>
            <a:xfrm>
              <a:off x="505504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g1729"/>
            <p:cNvSpPr/>
            <p:nvPr/>
          </p:nvSpPr>
          <p:spPr>
            <a:xfrm>
              <a:off x="506668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g1730"/>
            <p:cNvSpPr/>
            <p:nvPr/>
          </p:nvSpPr>
          <p:spPr>
            <a:xfrm>
              <a:off x="5078320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g1731"/>
            <p:cNvSpPr/>
            <p:nvPr/>
          </p:nvSpPr>
          <p:spPr>
            <a:xfrm>
              <a:off x="508995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g1732"/>
            <p:cNvSpPr/>
            <p:nvPr/>
          </p:nvSpPr>
          <p:spPr>
            <a:xfrm>
              <a:off x="510159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g1733"/>
            <p:cNvSpPr/>
            <p:nvPr/>
          </p:nvSpPr>
          <p:spPr>
            <a:xfrm>
              <a:off x="5113232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g1734"/>
            <p:cNvSpPr/>
            <p:nvPr/>
          </p:nvSpPr>
          <p:spPr>
            <a:xfrm>
              <a:off x="512486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g1735"/>
            <p:cNvSpPr/>
            <p:nvPr/>
          </p:nvSpPr>
          <p:spPr>
            <a:xfrm>
              <a:off x="513650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g1736"/>
            <p:cNvSpPr/>
            <p:nvPr/>
          </p:nvSpPr>
          <p:spPr>
            <a:xfrm>
              <a:off x="5148144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C1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g1737"/>
            <p:cNvSpPr/>
            <p:nvPr/>
          </p:nvSpPr>
          <p:spPr>
            <a:xfrm>
              <a:off x="5159781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g1738"/>
            <p:cNvSpPr/>
            <p:nvPr/>
          </p:nvSpPr>
          <p:spPr>
            <a:xfrm>
              <a:off x="517141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g1739"/>
            <p:cNvSpPr/>
            <p:nvPr/>
          </p:nvSpPr>
          <p:spPr>
            <a:xfrm>
              <a:off x="5183056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g1740"/>
            <p:cNvSpPr/>
            <p:nvPr/>
          </p:nvSpPr>
          <p:spPr>
            <a:xfrm>
              <a:off x="519469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g1741"/>
            <p:cNvSpPr/>
            <p:nvPr/>
          </p:nvSpPr>
          <p:spPr>
            <a:xfrm>
              <a:off x="5043408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g1742"/>
            <p:cNvSpPr/>
            <p:nvPr/>
          </p:nvSpPr>
          <p:spPr>
            <a:xfrm>
              <a:off x="505504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g1743"/>
            <p:cNvSpPr/>
            <p:nvPr/>
          </p:nvSpPr>
          <p:spPr>
            <a:xfrm>
              <a:off x="506668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g1744"/>
            <p:cNvSpPr/>
            <p:nvPr/>
          </p:nvSpPr>
          <p:spPr>
            <a:xfrm>
              <a:off x="5078320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g1745"/>
            <p:cNvSpPr/>
            <p:nvPr/>
          </p:nvSpPr>
          <p:spPr>
            <a:xfrm>
              <a:off x="508995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g1746"/>
            <p:cNvSpPr/>
            <p:nvPr/>
          </p:nvSpPr>
          <p:spPr>
            <a:xfrm>
              <a:off x="510159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g1747"/>
            <p:cNvSpPr/>
            <p:nvPr/>
          </p:nvSpPr>
          <p:spPr>
            <a:xfrm>
              <a:off x="5113232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g1748"/>
            <p:cNvSpPr/>
            <p:nvPr/>
          </p:nvSpPr>
          <p:spPr>
            <a:xfrm>
              <a:off x="512486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g1749"/>
            <p:cNvSpPr/>
            <p:nvPr/>
          </p:nvSpPr>
          <p:spPr>
            <a:xfrm>
              <a:off x="513650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g1750"/>
            <p:cNvSpPr/>
            <p:nvPr/>
          </p:nvSpPr>
          <p:spPr>
            <a:xfrm>
              <a:off x="5148144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g1751"/>
            <p:cNvSpPr/>
            <p:nvPr/>
          </p:nvSpPr>
          <p:spPr>
            <a:xfrm>
              <a:off x="515978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g1752"/>
            <p:cNvSpPr/>
            <p:nvPr/>
          </p:nvSpPr>
          <p:spPr>
            <a:xfrm>
              <a:off x="517141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g1753"/>
            <p:cNvSpPr/>
            <p:nvPr/>
          </p:nvSpPr>
          <p:spPr>
            <a:xfrm>
              <a:off x="5183056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g1754"/>
            <p:cNvSpPr/>
            <p:nvPr/>
          </p:nvSpPr>
          <p:spPr>
            <a:xfrm>
              <a:off x="519469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g1755"/>
            <p:cNvSpPr/>
            <p:nvPr/>
          </p:nvSpPr>
          <p:spPr>
            <a:xfrm>
              <a:off x="520633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g1756"/>
            <p:cNvSpPr/>
            <p:nvPr/>
          </p:nvSpPr>
          <p:spPr>
            <a:xfrm>
              <a:off x="5043408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g1757"/>
            <p:cNvSpPr/>
            <p:nvPr/>
          </p:nvSpPr>
          <p:spPr>
            <a:xfrm>
              <a:off x="505504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g1758"/>
            <p:cNvSpPr/>
            <p:nvPr/>
          </p:nvSpPr>
          <p:spPr>
            <a:xfrm>
              <a:off x="506668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g1759"/>
            <p:cNvSpPr/>
            <p:nvPr/>
          </p:nvSpPr>
          <p:spPr>
            <a:xfrm>
              <a:off x="5078320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g1760"/>
            <p:cNvSpPr/>
            <p:nvPr/>
          </p:nvSpPr>
          <p:spPr>
            <a:xfrm>
              <a:off x="508995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g1761"/>
            <p:cNvSpPr/>
            <p:nvPr/>
          </p:nvSpPr>
          <p:spPr>
            <a:xfrm>
              <a:off x="510159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g1762"/>
            <p:cNvSpPr/>
            <p:nvPr/>
          </p:nvSpPr>
          <p:spPr>
            <a:xfrm>
              <a:off x="5113232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g1763"/>
            <p:cNvSpPr/>
            <p:nvPr/>
          </p:nvSpPr>
          <p:spPr>
            <a:xfrm>
              <a:off x="512486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g1764"/>
            <p:cNvSpPr/>
            <p:nvPr/>
          </p:nvSpPr>
          <p:spPr>
            <a:xfrm>
              <a:off x="513650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g1765"/>
            <p:cNvSpPr/>
            <p:nvPr/>
          </p:nvSpPr>
          <p:spPr>
            <a:xfrm>
              <a:off x="5148144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g1766"/>
            <p:cNvSpPr/>
            <p:nvPr/>
          </p:nvSpPr>
          <p:spPr>
            <a:xfrm>
              <a:off x="515978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BD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g1767"/>
            <p:cNvSpPr/>
            <p:nvPr/>
          </p:nvSpPr>
          <p:spPr>
            <a:xfrm>
              <a:off x="517141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g1768"/>
            <p:cNvSpPr/>
            <p:nvPr/>
          </p:nvSpPr>
          <p:spPr>
            <a:xfrm>
              <a:off x="5183056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g1769"/>
            <p:cNvSpPr/>
            <p:nvPr/>
          </p:nvSpPr>
          <p:spPr>
            <a:xfrm>
              <a:off x="519469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g1770"/>
            <p:cNvSpPr/>
            <p:nvPr/>
          </p:nvSpPr>
          <p:spPr>
            <a:xfrm>
              <a:off x="520633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g1771"/>
            <p:cNvSpPr/>
            <p:nvPr/>
          </p:nvSpPr>
          <p:spPr>
            <a:xfrm>
              <a:off x="504340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g1772"/>
            <p:cNvSpPr/>
            <p:nvPr/>
          </p:nvSpPr>
          <p:spPr>
            <a:xfrm>
              <a:off x="505504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g1773"/>
            <p:cNvSpPr/>
            <p:nvPr/>
          </p:nvSpPr>
          <p:spPr>
            <a:xfrm>
              <a:off x="506668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g1774"/>
            <p:cNvSpPr/>
            <p:nvPr/>
          </p:nvSpPr>
          <p:spPr>
            <a:xfrm>
              <a:off x="5078320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g1775"/>
            <p:cNvSpPr/>
            <p:nvPr/>
          </p:nvSpPr>
          <p:spPr>
            <a:xfrm>
              <a:off x="508995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g1776"/>
            <p:cNvSpPr/>
            <p:nvPr/>
          </p:nvSpPr>
          <p:spPr>
            <a:xfrm>
              <a:off x="510159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g1777"/>
            <p:cNvSpPr/>
            <p:nvPr/>
          </p:nvSpPr>
          <p:spPr>
            <a:xfrm>
              <a:off x="5113232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g1778"/>
            <p:cNvSpPr/>
            <p:nvPr/>
          </p:nvSpPr>
          <p:spPr>
            <a:xfrm>
              <a:off x="512486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g1779"/>
            <p:cNvSpPr/>
            <p:nvPr/>
          </p:nvSpPr>
          <p:spPr>
            <a:xfrm>
              <a:off x="513650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g1780"/>
            <p:cNvSpPr/>
            <p:nvPr/>
          </p:nvSpPr>
          <p:spPr>
            <a:xfrm>
              <a:off x="5148144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g1781"/>
            <p:cNvSpPr/>
            <p:nvPr/>
          </p:nvSpPr>
          <p:spPr>
            <a:xfrm>
              <a:off x="515978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g1782"/>
            <p:cNvSpPr/>
            <p:nvPr/>
          </p:nvSpPr>
          <p:spPr>
            <a:xfrm>
              <a:off x="517141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g1783"/>
            <p:cNvSpPr/>
            <p:nvPr/>
          </p:nvSpPr>
          <p:spPr>
            <a:xfrm>
              <a:off x="5183056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g1784"/>
            <p:cNvSpPr/>
            <p:nvPr/>
          </p:nvSpPr>
          <p:spPr>
            <a:xfrm>
              <a:off x="519469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g1785"/>
            <p:cNvSpPr/>
            <p:nvPr/>
          </p:nvSpPr>
          <p:spPr>
            <a:xfrm>
              <a:off x="520633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g1786"/>
            <p:cNvSpPr/>
            <p:nvPr/>
          </p:nvSpPr>
          <p:spPr>
            <a:xfrm>
              <a:off x="521796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g1787"/>
            <p:cNvSpPr/>
            <p:nvPr/>
          </p:nvSpPr>
          <p:spPr>
            <a:xfrm>
              <a:off x="505504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g1788"/>
            <p:cNvSpPr/>
            <p:nvPr/>
          </p:nvSpPr>
          <p:spPr>
            <a:xfrm>
              <a:off x="506668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g1789"/>
            <p:cNvSpPr/>
            <p:nvPr/>
          </p:nvSpPr>
          <p:spPr>
            <a:xfrm>
              <a:off x="5078320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g1790"/>
            <p:cNvSpPr/>
            <p:nvPr/>
          </p:nvSpPr>
          <p:spPr>
            <a:xfrm>
              <a:off x="508995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g1791"/>
            <p:cNvSpPr/>
            <p:nvPr/>
          </p:nvSpPr>
          <p:spPr>
            <a:xfrm>
              <a:off x="510159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g1792"/>
            <p:cNvSpPr/>
            <p:nvPr/>
          </p:nvSpPr>
          <p:spPr>
            <a:xfrm>
              <a:off x="5113232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g1793"/>
            <p:cNvSpPr/>
            <p:nvPr/>
          </p:nvSpPr>
          <p:spPr>
            <a:xfrm>
              <a:off x="512486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g1794"/>
            <p:cNvSpPr/>
            <p:nvPr/>
          </p:nvSpPr>
          <p:spPr>
            <a:xfrm>
              <a:off x="513650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g1795"/>
            <p:cNvSpPr/>
            <p:nvPr/>
          </p:nvSpPr>
          <p:spPr>
            <a:xfrm>
              <a:off x="5148144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g1796"/>
            <p:cNvSpPr/>
            <p:nvPr/>
          </p:nvSpPr>
          <p:spPr>
            <a:xfrm>
              <a:off x="515978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g1797"/>
            <p:cNvSpPr/>
            <p:nvPr/>
          </p:nvSpPr>
          <p:spPr>
            <a:xfrm>
              <a:off x="517141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g1798"/>
            <p:cNvSpPr/>
            <p:nvPr/>
          </p:nvSpPr>
          <p:spPr>
            <a:xfrm>
              <a:off x="5183056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g1799"/>
            <p:cNvSpPr/>
            <p:nvPr/>
          </p:nvSpPr>
          <p:spPr>
            <a:xfrm>
              <a:off x="519469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g1800"/>
            <p:cNvSpPr/>
            <p:nvPr/>
          </p:nvSpPr>
          <p:spPr>
            <a:xfrm>
              <a:off x="520633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g1801"/>
            <p:cNvSpPr/>
            <p:nvPr/>
          </p:nvSpPr>
          <p:spPr>
            <a:xfrm>
              <a:off x="5217968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g1802"/>
            <p:cNvSpPr/>
            <p:nvPr/>
          </p:nvSpPr>
          <p:spPr>
            <a:xfrm>
              <a:off x="502013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g1803"/>
            <p:cNvSpPr/>
            <p:nvPr/>
          </p:nvSpPr>
          <p:spPr>
            <a:xfrm>
              <a:off x="503177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g1804"/>
            <p:cNvSpPr/>
            <p:nvPr/>
          </p:nvSpPr>
          <p:spPr>
            <a:xfrm>
              <a:off x="504340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g1805"/>
            <p:cNvSpPr/>
            <p:nvPr/>
          </p:nvSpPr>
          <p:spPr>
            <a:xfrm>
              <a:off x="505504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g1806"/>
            <p:cNvSpPr/>
            <p:nvPr/>
          </p:nvSpPr>
          <p:spPr>
            <a:xfrm>
              <a:off x="506668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g1807"/>
            <p:cNvSpPr/>
            <p:nvPr/>
          </p:nvSpPr>
          <p:spPr>
            <a:xfrm>
              <a:off x="5078320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g1808"/>
            <p:cNvSpPr/>
            <p:nvPr/>
          </p:nvSpPr>
          <p:spPr>
            <a:xfrm>
              <a:off x="508995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g1809"/>
            <p:cNvSpPr/>
            <p:nvPr/>
          </p:nvSpPr>
          <p:spPr>
            <a:xfrm>
              <a:off x="510159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g1810"/>
            <p:cNvSpPr/>
            <p:nvPr/>
          </p:nvSpPr>
          <p:spPr>
            <a:xfrm>
              <a:off x="5113232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g1811"/>
            <p:cNvSpPr/>
            <p:nvPr/>
          </p:nvSpPr>
          <p:spPr>
            <a:xfrm>
              <a:off x="512486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g1812"/>
            <p:cNvSpPr/>
            <p:nvPr/>
          </p:nvSpPr>
          <p:spPr>
            <a:xfrm>
              <a:off x="513650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g1813"/>
            <p:cNvSpPr/>
            <p:nvPr/>
          </p:nvSpPr>
          <p:spPr>
            <a:xfrm>
              <a:off x="5148144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g1814"/>
            <p:cNvSpPr/>
            <p:nvPr/>
          </p:nvSpPr>
          <p:spPr>
            <a:xfrm>
              <a:off x="515978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g1815"/>
            <p:cNvSpPr/>
            <p:nvPr/>
          </p:nvSpPr>
          <p:spPr>
            <a:xfrm>
              <a:off x="517141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g1816"/>
            <p:cNvSpPr/>
            <p:nvPr/>
          </p:nvSpPr>
          <p:spPr>
            <a:xfrm>
              <a:off x="5183056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g1817"/>
            <p:cNvSpPr/>
            <p:nvPr/>
          </p:nvSpPr>
          <p:spPr>
            <a:xfrm>
              <a:off x="519469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g1818"/>
            <p:cNvSpPr/>
            <p:nvPr/>
          </p:nvSpPr>
          <p:spPr>
            <a:xfrm>
              <a:off x="520633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g1819"/>
            <p:cNvSpPr/>
            <p:nvPr/>
          </p:nvSpPr>
          <p:spPr>
            <a:xfrm>
              <a:off x="502013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g1820"/>
            <p:cNvSpPr/>
            <p:nvPr/>
          </p:nvSpPr>
          <p:spPr>
            <a:xfrm>
              <a:off x="503177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g1821"/>
            <p:cNvSpPr/>
            <p:nvPr/>
          </p:nvSpPr>
          <p:spPr>
            <a:xfrm>
              <a:off x="504340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g1822"/>
            <p:cNvSpPr/>
            <p:nvPr/>
          </p:nvSpPr>
          <p:spPr>
            <a:xfrm>
              <a:off x="505504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g1823"/>
            <p:cNvSpPr/>
            <p:nvPr/>
          </p:nvSpPr>
          <p:spPr>
            <a:xfrm>
              <a:off x="506668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g1824"/>
            <p:cNvSpPr/>
            <p:nvPr/>
          </p:nvSpPr>
          <p:spPr>
            <a:xfrm>
              <a:off x="5078320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g1825"/>
            <p:cNvSpPr/>
            <p:nvPr/>
          </p:nvSpPr>
          <p:spPr>
            <a:xfrm>
              <a:off x="508995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g1826"/>
            <p:cNvSpPr/>
            <p:nvPr/>
          </p:nvSpPr>
          <p:spPr>
            <a:xfrm>
              <a:off x="510159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g1827"/>
            <p:cNvSpPr/>
            <p:nvPr/>
          </p:nvSpPr>
          <p:spPr>
            <a:xfrm>
              <a:off x="5113232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g1828"/>
            <p:cNvSpPr/>
            <p:nvPr/>
          </p:nvSpPr>
          <p:spPr>
            <a:xfrm>
              <a:off x="512486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g1829"/>
            <p:cNvSpPr/>
            <p:nvPr/>
          </p:nvSpPr>
          <p:spPr>
            <a:xfrm>
              <a:off x="513650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g1830"/>
            <p:cNvSpPr/>
            <p:nvPr/>
          </p:nvSpPr>
          <p:spPr>
            <a:xfrm>
              <a:off x="5148144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g1831"/>
            <p:cNvSpPr/>
            <p:nvPr/>
          </p:nvSpPr>
          <p:spPr>
            <a:xfrm>
              <a:off x="515978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g1832"/>
            <p:cNvSpPr/>
            <p:nvPr/>
          </p:nvSpPr>
          <p:spPr>
            <a:xfrm>
              <a:off x="517141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g1833"/>
            <p:cNvSpPr/>
            <p:nvPr/>
          </p:nvSpPr>
          <p:spPr>
            <a:xfrm>
              <a:off x="5183056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g1834"/>
            <p:cNvSpPr/>
            <p:nvPr/>
          </p:nvSpPr>
          <p:spPr>
            <a:xfrm>
              <a:off x="519469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g1835"/>
            <p:cNvSpPr/>
            <p:nvPr/>
          </p:nvSpPr>
          <p:spPr>
            <a:xfrm>
              <a:off x="502013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g1836"/>
            <p:cNvSpPr/>
            <p:nvPr/>
          </p:nvSpPr>
          <p:spPr>
            <a:xfrm>
              <a:off x="503177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g1837"/>
            <p:cNvSpPr/>
            <p:nvPr/>
          </p:nvSpPr>
          <p:spPr>
            <a:xfrm>
              <a:off x="5043408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g1838"/>
            <p:cNvSpPr/>
            <p:nvPr/>
          </p:nvSpPr>
          <p:spPr>
            <a:xfrm>
              <a:off x="505504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g1839"/>
            <p:cNvSpPr/>
            <p:nvPr/>
          </p:nvSpPr>
          <p:spPr>
            <a:xfrm>
              <a:off x="506668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g1840"/>
            <p:cNvSpPr/>
            <p:nvPr/>
          </p:nvSpPr>
          <p:spPr>
            <a:xfrm>
              <a:off x="5078320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g1841"/>
            <p:cNvSpPr/>
            <p:nvPr/>
          </p:nvSpPr>
          <p:spPr>
            <a:xfrm>
              <a:off x="508995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g1842"/>
            <p:cNvSpPr/>
            <p:nvPr/>
          </p:nvSpPr>
          <p:spPr>
            <a:xfrm>
              <a:off x="510159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g1843"/>
            <p:cNvSpPr/>
            <p:nvPr/>
          </p:nvSpPr>
          <p:spPr>
            <a:xfrm>
              <a:off x="5113232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g1844"/>
            <p:cNvSpPr/>
            <p:nvPr/>
          </p:nvSpPr>
          <p:spPr>
            <a:xfrm>
              <a:off x="512486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g1845"/>
            <p:cNvSpPr/>
            <p:nvPr/>
          </p:nvSpPr>
          <p:spPr>
            <a:xfrm>
              <a:off x="513650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g1846"/>
            <p:cNvSpPr/>
            <p:nvPr/>
          </p:nvSpPr>
          <p:spPr>
            <a:xfrm>
              <a:off x="5148144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g1847"/>
            <p:cNvSpPr/>
            <p:nvPr/>
          </p:nvSpPr>
          <p:spPr>
            <a:xfrm>
              <a:off x="515978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g1848"/>
            <p:cNvSpPr/>
            <p:nvPr/>
          </p:nvSpPr>
          <p:spPr>
            <a:xfrm>
              <a:off x="517141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g1849"/>
            <p:cNvSpPr/>
            <p:nvPr/>
          </p:nvSpPr>
          <p:spPr>
            <a:xfrm>
              <a:off x="5183056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g1850"/>
            <p:cNvSpPr/>
            <p:nvPr/>
          </p:nvSpPr>
          <p:spPr>
            <a:xfrm>
              <a:off x="502013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g1851"/>
            <p:cNvSpPr/>
            <p:nvPr/>
          </p:nvSpPr>
          <p:spPr>
            <a:xfrm>
              <a:off x="503177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g1852"/>
            <p:cNvSpPr/>
            <p:nvPr/>
          </p:nvSpPr>
          <p:spPr>
            <a:xfrm>
              <a:off x="5043408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g1853"/>
            <p:cNvSpPr/>
            <p:nvPr/>
          </p:nvSpPr>
          <p:spPr>
            <a:xfrm>
              <a:off x="505504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g1854"/>
            <p:cNvSpPr/>
            <p:nvPr/>
          </p:nvSpPr>
          <p:spPr>
            <a:xfrm>
              <a:off x="506668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g1855"/>
            <p:cNvSpPr/>
            <p:nvPr/>
          </p:nvSpPr>
          <p:spPr>
            <a:xfrm>
              <a:off x="5078320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g1856"/>
            <p:cNvSpPr/>
            <p:nvPr/>
          </p:nvSpPr>
          <p:spPr>
            <a:xfrm>
              <a:off x="508995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g1857"/>
            <p:cNvSpPr/>
            <p:nvPr/>
          </p:nvSpPr>
          <p:spPr>
            <a:xfrm>
              <a:off x="510159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g1858"/>
            <p:cNvSpPr/>
            <p:nvPr/>
          </p:nvSpPr>
          <p:spPr>
            <a:xfrm>
              <a:off x="5113232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g1859"/>
            <p:cNvSpPr/>
            <p:nvPr/>
          </p:nvSpPr>
          <p:spPr>
            <a:xfrm>
              <a:off x="512486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g1860"/>
            <p:cNvSpPr/>
            <p:nvPr/>
          </p:nvSpPr>
          <p:spPr>
            <a:xfrm>
              <a:off x="513650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g1861"/>
            <p:cNvSpPr/>
            <p:nvPr/>
          </p:nvSpPr>
          <p:spPr>
            <a:xfrm>
              <a:off x="5148144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g1862"/>
            <p:cNvSpPr/>
            <p:nvPr/>
          </p:nvSpPr>
          <p:spPr>
            <a:xfrm>
              <a:off x="515978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g1863"/>
            <p:cNvSpPr/>
            <p:nvPr/>
          </p:nvSpPr>
          <p:spPr>
            <a:xfrm>
              <a:off x="517141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g1864"/>
            <p:cNvSpPr/>
            <p:nvPr/>
          </p:nvSpPr>
          <p:spPr>
            <a:xfrm>
              <a:off x="5008496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g1865"/>
            <p:cNvSpPr/>
            <p:nvPr/>
          </p:nvSpPr>
          <p:spPr>
            <a:xfrm>
              <a:off x="502013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g1866"/>
            <p:cNvSpPr/>
            <p:nvPr/>
          </p:nvSpPr>
          <p:spPr>
            <a:xfrm>
              <a:off x="5031771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g1867"/>
            <p:cNvSpPr/>
            <p:nvPr/>
          </p:nvSpPr>
          <p:spPr>
            <a:xfrm>
              <a:off x="5043408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g1868"/>
            <p:cNvSpPr/>
            <p:nvPr/>
          </p:nvSpPr>
          <p:spPr>
            <a:xfrm>
              <a:off x="505504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B2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g1869"/>
            <p:cNvSpPr/>
            <p:nvPr/>
          </p:nvSpPr>
          <p:spPr>
            <a:xfrm>
              <a:off x="506668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g1870"/>
            <p:cNvSpPr/>
            <p:nvPr/>
          </p:nvSpPr>
          <p:spPr>
            <a:xfrm>
              <a:off x="5078320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g1871"/>
            <p:cNvSpPr/>
            <p:nvPr/>
          </p:nvSpPr>
          <p:spPr>
            <a:xfrm>
              <a:off x="508995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g1872"/>
            <p:cNvSpPr/>
            <p:nvPr/>
          </p:nvSpPr>
          <p:spPr>
            <a:xfrm>
              <a:off x="510159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g1873"/>
            <p:cNvSpPr/>
            <p:nvPr/>
          </p:nvSpPr>
          <p:spPr>
            <a:xfrm>
              <a:off x="5113232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g1874"/>
            <p:cNvSpPr/>
            <p:nvPr/>
          </p:nvSpPr>
          <p:spPr>
            <a:xfrm>
              <a:off x="5124869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g1875"/>
            <p:cNvSpPr/>
            <p:nvPr/>
          </p:nvSpPr>
          <p:spPr>
            <a:xfrm>
              <a:off x="513650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g1876"/>
            <p:cNvSpPr/>
            <p:nvPr/>
          </p:nvSpPr>
          <p:spPr>
            <a:xfrm>
              <a:off x="5148144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g1877"/>
            <p:cNvSpPr/>
            <p:nvPr/>
          </p:nvSpPr>
          <p:spPr>
            <a:xfrm>
              <a:off x="5008496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g1878"/>
            <p:cNvSpPr/>
            <p:nvPr/>
          </p:nvSpPr>
          <p:spPr>
            <a:xfrm>
              <a:off x="502013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g1879"/>
            <p:cNvSpPr/>
            <p:nvPr/>
          </p:nvSpPr>
          <p:spPr>
            <a:xfrm>
              <a:off x="5031771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g1880"/>
            <p:cNvSpPr/>
            <p:nvPr/>
          </p:nvSpPr>
          <p:spPr>
            <a:xfrm>
              <a:off x="5043408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g1881"/>
            <p:cNvSpPr/>
            <p:nvPr/>
          </p:nvSpPr>
          <p:spPr>
            <a:xfrm>
              <a:off x="505504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g1882"/>
            <p:cNvSpPr/>
            <p:nvPr/>
          </p:nvSpPr>
          <p:spPr>
            <a:xfrm>
              <a:off x="506668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g1883"/>
            <p:cNvSpPr/>
            <p:nvPr/>
          </p:nvSpPr>
          <p:spPr>
            <a:xfrm>
              <a:off x="5078320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g1884"/>
            <p:cNvSpPr/>
            <p:nvPr/>
          </p:nvSpPr>
          <p:spPr>
            <a:xfrm>
              <a:off x="508995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g1885"/>
            <p:cNvSpPr/>
            <p:nvPr/>
          </p:nvSpPr>
          <p:spPr>
            <a:xfrm>
              <a:off x="510159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g1886"/>
            <p:cNvSpPr/>
            <p:nvPr/>
          </p:nvSpPr>
          <p:spPr>
            <a:xfrm>
              <a:off x="5113232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g1887"/>
            <p:cNvSpPr/>
            <p:nvPr/>
          </p:nvSpPr>
          <p:spPr>
            <a:xfrm>
              <a:off x="5124869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g1888"/>
            <p:cNvSpPr/>
            <p:nvPr/>
          </p:nvSpPr>
          <p:spPr>
            <a:xfrm>
              <a:off x="513650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g1889"/>
            <p:cNvSpPr/>
            <p:nvPr/>
          </p:nvSpPr>
          <p:spPr>
            <a:xfrm>
              <a:off x="5008496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g1890"/>
            <p:cNvSpPr/>
            <p:nvPr/>
          </p:nvSpPr>
          <p:spPr>
            <a:xfrm>
              <a:off x="502013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g1891"/>
            <p:cNvSpPr/>
            <p:nvPr/>
          </p:nvSpPr>
          <p:spPr>
            <a:xfrm>
              <a:off x="5031771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g1892"/>
            <p:cNvSpPr/>
            <p:nvPr/>
          </p:nvSpPr>
          <p:spPr>
            <a:xfrm>
              <a:off x="5043408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g1893"/>
            <p:cNvSpPr/>
            <p:nvPr/>
          </p:nvSpPr>
          <p:spPr>
            <a:xfrm>
              <a:off x="505504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g1894"/>
            <p:cNvSpPr/>
            <p:nvPr/>
          </p:nvSpPr>
          <p:spPr>
            <a:xfrm>
              <a:off x="506668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g1895"/>
            <p:cNvSpPr/>
            <p:nvPr/>
          </p:nvSpPr>
          <p:spPr>
            <a:xfrm>
              <a:off x="5078320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g1896"/>
            <p:cNvSpPr/>
            <p:nvPr/>
          </p:nvSpPr>
          <p:spPr>
            <a:xfrm>
              <a:off x="5089957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g1897"/>
            <p:cNvSpPr/>
            <p:nvPr/>
          </p:nvSpPr>
          <p:spPr>
            <a:xfrm>
              <a:off x="510159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g1898"/>
            <p:cNvSpPr/>
            <p:nvPr/>
          </p:nvSpPr>
          <p:spPr>
            <a:xfrm>
              <a:off x="5113232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g1899"/>
            <p:cNvSpPr/>
            <p:nvPr/>
          </p:nvSpPr>
          <p:spPr>
            <a:xfrm>
              <a:off x="5124869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g1900"/>
            <p:cNvSpPr/>
            <p:nvPr/>
          </p:nvSpPr>
          <p:spPr>
            <a:xfrm>
              <a:off x="498522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g1901"/>
            <p:cNvSpPr/>
            <p:nvPr/>
          </p:nvSpPr>
          <p:spPr>
            <a:xfrm>
              <a:off x="499685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g1902"/>
            <p:cNvSpPr/>
            <p:nvPr/>
          </p:nvSpPr>
          <p:spPr>
            <a:xfrm>
              <a:off x="5008496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g1903"/>
            <p:cNvSpPr/>
            <p:nvPr/>
          </p:nvSpPr>
          <p:spPr>
            <a:xfrm>
              <a:off x="502013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g1904"/>
            <p:cNvSpPr/>
            <p:nvPr/>
          </p:nvSpPr>
          <p:spPr>
            <a:xfrm>
              <a:off x="503177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g1905"/>
            <p:cNvSpPr/>
            <p:nvPr/>
          </p:nvSpPr>
          <p:spPr>
            <a:xfrm>
              <a:off x="5043408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g1906"/>
            <p:cNvSpPr/>
            <p:nvPr/>
          </p:nvSpPr>
          <p:spPr>
            <a:xfrm>
              <a:off x="505504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g1907"/>
            <p:cNvSpPr/>
            <p:nvPr/>
          </p:nvSpPr>
          <p:spPr>
            <a:xfrm>
              <a:off x="506668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g1908"/>
            <p:cNvSpPr/>
            <p:nvPr/>
          </p:nvSpPr>
          <p:spPr>
            <a:xfrm>
              <a:off x="5078320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g1909"/>
            <p:cNvSpPr/>
            <p:nvPr/>
          </p:nvSpPr>
          <p:spPr>
            <a:xfrm>
              <a:off x="5089957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g1910"/>
            <p:cNvSpPr/>
            <p:nvPr/>
          </p:nvSpPr>
          <p:spPr>
            <a:xfrm>
              <a:off x="510159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5CD">
                <a:alpha val="100000"/>
              </a:srgbClr>
            </a:solidFill>
            <a:ln w="5420" cap="flat">
              <a:solidFill>
                <a:srgbClr val="AF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g1911"/>
            <p:cNvSpPr/>
            <p:nvPr/>
          </p:nvSpPr>
          <p:spPr>
            <a:xfrm>
              <a:off x="5113232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g1912"/>
            <p:cNvSpPr/>
            <p:nvPr/>
          </p:nvSpPr>
          <p:spPr>
            <a:xfrm>
              <a:off x="512486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g1913"/>
            <p:cNvSpPr/>
            <p:nvPr/>
          </p:nvSpPr>
          <p:spPr>
            <a:xfrm>
              <a:off x="4973584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g1914"/>
            <p:cNvSpPr/>
            <p:nvPr/>
          </p:nvSpPr>
          <p:spPr>
            <a:xfrm>
              <a:off x="498522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g1915"/>
            <p:cNvSpPr/>
            <p:nvPr/>
          </p:nvSpPr>
          <p:spPr>
            <a:xfrm>
              <a:off x="499685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g1916"/>
            <p:cNvSpPr/>
            <p:nvPr/>
          </p:nvSpPr>
          <p:spPr>
            <a:xfrm>
              <a:off x="5008496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g1917"/>
            <p:cNvSpPr/>
            <p:nvPr/>
          </p:nvSpPr>
          <p:spPr>
            <a:xfrm>
              <a:off x="502013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g1918"/>
            <p:cNvSpPr/>
            <p:nvPr/>
          </p:nvSpPr>
          <p:spPr>
            <a:xfrm>
              <a:off x="503177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g1919"/>
            <p:cNvSpPr/>
            <p:nvPr/>
          </p:nvSpPr>
          <p:spPr>
            <a:xfrm>
              <a:off x="5043408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g1920"/>
            <p:cNvSpPr/>
            <p:nvPr/>
          </p:nvSpPr>
          <p:spPr>
            <a:xfrm>
              <a:off x="505504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g1921"/>
            <p:cNvSpPr/>
            <p:nvPr/>
          </p:nvSpPr>
          <p:spPr>
            <a:xfrm>
              <a:off x="506668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g1922"/>
            <p:cNvSpPr/>
            <p:nvPr/>
          </p:nvSpPr>
          <p:spPr>
            <a:xfrm>
              <a:off x="5078320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g1923"/>
            <p:cNvSpPr/>
            <p:nvPr/>
          </p:nvSpPr>
          <p:spPr>
            <a:xfrm>
              <a:off x="5089957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g1924"/>
            <p:cNvSpPr/>
            <p:nvPr/>
          </p:nvSpPr>
          <p:spPr>
            <a:xfrm>
              <a:off x="510159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g1925"/>
            <p:cNvSpPr/>
            <p:nvPr/>
          </p:nvSpPr>
          <p:spPr>
            <a:xfrm>
              <a:off x="5113232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g1926"/>
            <p:cNvSpPr/>
            <p:nvPr/>
          </p:nvSpPr>
          <p:spPr>
            <a:xfrm>
              <a:off x="512486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g1927"/>
            <p:cNvSpPr/>
            <p:nvPr/>
          </p:nvSpPr>
          <p:spPr>
            <a:xfrm>
              <a:off x="4973584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g1928"/>
            <p:cNvSpPr/>
            <p:nvPr/>
          </p:nvSpPr>
          <p:spPr>
            <a:xfrm>
              <a:off x="498522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g1929"/>
            <p:cNvSpPr/>
            <p:nvPr/>
          </p:nvSpPr>
          <p:spPr>
            <a:xfrm>
              <a:off x="4996859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g1930"/>
            <p:cNvSpPr/>
            <p:nvPr/>
          </p:nvSpPr>
          <p:spPr>
            <a:xfrm>
              <a:off x="5008496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g1931"/>
            <p:cNvSpPr/>
            <p:nvPr/>
          </p:nvSpPr>
          <p:spPr>
            <a:xfrm>
              <a:off x="502013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g1932"/>
            <p:cNvSpPr/>
            <p:nvPr/>
          </p:nvSpPr>
          <p:spPr>
            <a:xfrm>
              <a:off x="503177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g1933"/>
            <p:cNvSpPr/>
            <p:nvPr/>
          </p:nvSpPr>
          <p:spPr>
            <a:xfrm>
              <a:off x="5043408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g1934"/>
            <p:cNvSpPr/>
            <p:nvPr/>
          </p:nvSpPr>
          <p:spPr>
            <a:xfrm>
              <a:off x="505504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g1935"/>
            <p:cNvSpPr/>
            <p:nvPr/>
          </p:nvSpPr>
          <p:spPr>
            <a:xfrm>
              <a:off x="506668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g1936"/>
            <p:cNvSpPr/>
            <p:nvPr/>
          </p:nvSpPr>
          <p:spPr>
            <a:xfrm>
              <a:off x="5078320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g1937"/>
            <p:cNvSpPr/>
            <p:nvPr/>
          </p:nvSpPr>
          <p:spPr>
            <a:xfrm>
              <a:off x="5089957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g1938"/>
            <p:cNvSpPr/>
            <p:nvPr/>
          </p:nvSpPr>
          <p:spPr>
            <a:xfrm>
              <a:off x="510159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g1939"/>
            <p:cNvSpPr/>
            <p:nvPr/>
          </p:nvSpPr>
          <p:spPr>
            <a:xfrm>
              <a:off x="5113232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g1940"/>
            <p:cNvSpPr/>
            <p:nvPr/>
          </p:nvSpPr>
          <p:spPr>
            <a:xfrm>
              <a:off x="496194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g1941"/>
            <p:cNvSpPr/>
            <p:nvPr/>
          </p:nvSpPr>
          <p:spPr>
            <a:xfrm>
              <a:off x="4973584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g1942"/>
            <p:cNvSpPr/>
            <p:nvPr/>
          </p:nvSpPr>
          <p:spPr>
            <a:xfrm>
              <a:off x="498522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g1943"/>
            <p:cNvSpPr/>
            <p:nvPr/>
          </p:nvSpPr>
          <p:spPr>
            <a:xfrm>
              <a:off x="4996859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g1944"/>
            <p:cNvSpPr/>
            <p:nvPr/>
          </p:nvSpPr>
          <p:spPr>
            <a:xfrm>
              <a:off x="5008496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g1945"/>
            <p:cNvSpPr/>
            <p:nvPr/>
          </p:nvSpPr>
          <p:spPr>
            <a:xfrm>
              <a:off x="502013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g1946"/>
            <p:cNvSpPr/>
            <p:nvPr/>
          </p:nvSpPr>
          <p:spPr>
            <a:xfrm>
              <a:off x="503177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g1947"/>
            <p:cNvSpPr/>
            <p:nvPr/>
          </p:nvSpPr>
          <p:spPr>
            <a:xfrm>
              <a:off x="5043408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g1948"/>
            <p:cNvSpPr/>
            <p:nvPr/>
          </p:nvSpPr>
          <p:spPr>
            <a:xfrm>
              <a:off x="505504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g1949"/>
            <p:cNvSpPr/>
            <p:nvPr/>
          </p:nvSpPr>
          <p:spPr>
            <a:xfrm>
              <a:off x="506668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g1950"/>
            <p:cNvSpPr/>
            <p:nvPr/>
          </p:nvSpPr>
          <p:spPr>
            <a:xfrm>
              <a:off x="5078320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g1951"/>
            <p:cNvSpPr/>
            <p:nvPr/>
          </p:nvSpPr>
          <p:spPr>
            <a:xfrm>
              <a:off x="508995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g1952"/>
            <p:cNvSpPr/>
            <p:nvPr/>
          </p:nvSpPr>
          <p:spPr>
            <a:xfrm>
              <a:off x="510159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g1953"/>
            <p:cNvSpPr/>
            <p:nvPr/>
          </p:nvSpPr>
          <p:spPr>
            <a:xfrm>
              <a:off x="495030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g1954"/>
            <p:cNvSpPr/>
            <p:nvPr/>
          </p:nvSpPr>
          <p:spPr>
            <a:xfrm>
              <a:off x="4961947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g1955"/>
            <p:cNvSpPr/>
            <p:nvPr/>
          </p:nvSpPr>
          <p:spPr>
            <a:xfrm>
              <a:off x="4973584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g1956"/>
            <p:cNvSpPr/>
            <p:nvPr/>
          </p:nvSpPr>
          <p:spPr>
            <a:xfrm>
              <a:off x="498522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g1957"/>
            <p:cNvSpPr/>
            <p:nvPr/>
          </p:nvSpPr>
          <p:spPr>
            <a:xfrm>
              <a:off x="499685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g1958"/>
            <p:cNvSpPr/>
            <p:nvPr/>
          </p:nvSpPr>
          <p:spPr>
            <a:xfrm>
              <a:off x="5008496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g1959"/>
            <p:cNvSpPr/>
            <p:nvPr/>
          </p:nvSpPr>
          <p:spPr>
            <a:xfrm>
              <a:off x="502013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g1960"/>
            <p:cNvSpPr/>
            <p:nvPr/>
          </p:nvSpPr>
          <p:spPr>
            <a:xfrm>
              <a:off x="503177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g1961"/>
            <p:cNvSpPr/>
            <p:nvPr/>
          </p:nvSpPr>
          <p:spPr>
            <a:xfrm>
              <a:off x="5043408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g1962"/>
            <p:cNvSpPr/>
            <p:nvPr/>
          </p:nvSpPr>
          <p:spPr>
            <a:xfrm>
              <a:off x="5055045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g1963"/>
            <p:cNvSpPr/>
            <p:nvPr/>
          </p:nvSpPr>
          <p:spPr>
            <a:xfrm>
              <a:off x="506668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g1964"/>
            <p:cNvSpPr/>
            <p:nvPr/>
          </p:nvSpPr>
          <p:spPr>
            <a:xfrm>
              <a:off x="5078320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g1965"/>
            <p:cNvSpPr/>
            <p:nvPr/>
          </p:nvSpPr>
          <p:spPr>
            <a:xfrm>
              <a:off x="4927035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g1966"/>
            <p:cNvSpPr/>
            <p:nvPr/>
          </p:nvSpPr>
          <p:spPr>
            <a:xfrm>
              <a:off x="4938672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g1967"/>
            <p:cNvSpPr/>
            <p:nvPr/>
          </p:nvSpPr>
          <p:spPr>
            <a:xfrm>
              <a:off x="495030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g1968"/>
            <p:cNvSpPr/>
            <p:nvPr/>
          </p:nvSpPr>
          <p:spPr>
            <a:xfrm>
              <a:off x="4961947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g1969"/>
            <p:cNvSpPr/>
            <p:nvPr/>
          </p:nvSpPr>
          <p:spPr>
            <a:xfrm>
              <a:off x="4973584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g1970"/>
            <p:cNvSpPr/>
            <p:nvPr/>
          </p:nvSpPr>
          <p:spPr>
            <a:xfrm>
              <a:off x="4985221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g1971"/>
            <p:cNvSpPr/>
            <p:nvPr/>
          </p:nvSpPr>
          <p:spPr>
            <a:xfrm>
              <a:off x="499685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g1972"/>
            <p:cNvSpPr/>
            <p:nvPr/>
          </p:nvSpPr>
          <p:spPr>
            <a:xfrm>
              <a:off x="5008496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g1973"/>
            <p:cNvSpPr/>
            <p:nvPr/>
          </p:nvSpPr>
          <p:spPr>
            <a:xfrm>
              <a:off x="5020133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g1974"/>
            <p:cNvSpPr/>
            <p:nvPr/>
          </p:nvSpPr>
          <p:spPr>
            <a:xfrm>
              <a:off x="491539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g1975"/>
            <p:cNvSpPr/>
            <p:nvPr/>
          </p:nvSpPr>
          <p:spPr>
            <a:xfrm>
              <a:off x="4927035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g1976"/>
            <p:cNvSpPr/>
            <p:nvPr/>
          </p:nvSpPr>
          <p:spPr>
            <a:xfrm>
              <a:off x="4938672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g1977"/>
            <p:cNvSpPr/>
            <p:nvPr/>
          </p:nvSpPr>
          <p:spPr>
            <a:xfrm>
              <a:off x="495030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g1978"/>
            <p:cNvSpPr/>
            <p:nvPr/>
          </p:nvSpPr>
          <p:spPr>
            <a:xfrm>
              <a:off x="496194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g1979"/>
            <p:cNvSpPr/>
            <p:nvPr/>
          </p:nvSpPr>
          <p:spPr>
            <a:xfrm>
              <a:off x="4973584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g1980"/>
            <p:cNvSpPr/>
            <p:nvPr/>
          </p:nvSpPr>
          <p:spPr>
            <a:xfrm>
              <a:off x="4985221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g1981"/>
            <p:cNvSpPr/>
            <p:nvPr/>
          </p:nvSpPr>
          <p:spPr>
            <a:xfrm>
              <a:off x="499685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g1982"/>
            <p:cNvSpPr/>
            <p:nvPr/>
          </p:nvSpPr>
          <p:spPr>
            <a:xfrm>
              <a:off x="4892123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g1983"/>
            <p:cNvSpPr/>
            <p:nvPr/>
          </p:nvSpPr>
          <p:spPr>
            <a:xfrm>
              <a:off x="4903760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g1984"/>
            <p:cNvSpPr/>
            <p:nvPr/>
          </p:nvSpPr>
          <p:spPr>
            <a:xfrm>
              <a:off x="491539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g1985"/>
            <p:cNvSpPr/>
            <p:nvPr/>
          </p:nvSpPr>
          <p:spPr>
            <a:xfrm>
              <a:off x="4927035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g1986"/>
            <p:cNvSpPr/>
            <p:nvPr/>
          </p:nvSpPr>
          <p:spPr>
            <a:xfrm>
              <a:off x="4938672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g1987"/>
            <p:cNvSpPr/>
            <p:nvPr/>
          </p:nvSpPr>
          <p:spPr>
            <a:xfrm>
              <a:off x="4950309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g1988"/>
            <p:cNvSpPr/>
            <p:nvPr/>
          </p:nvSpPr>
          <p:spPr>
            <a:xfrm>
              <a:off x="496194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g1989"/>
            <p:cNvSpPr/>
            <p:nvPr/>
          </p:nvSpPr>
          <p:spPr>
            <a:xfrm>
              <a:off x="4973584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g1990"/>
            <p:cNvSpPr/>
            <p:nvPr/>
          </p:nvSpPr>
          <p:spPr>
            <a:xfrm>
              <a:off x="4985221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g1991"/>
            <p:cNvSpPr/>
            <p:nvPr/>
          </p:nvSpPr>
          <p:spPr>
            <a:xfrm>
              <a:off x="4857211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g1992"/>
            <p:cNvSpPr/>
            <p:nvPr/>
          </p:nvSpPr>
          <p:spPr>
            <a:xfrm>
              <a:off x="4868848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g1993"/>
            <p:cNvSpPr/>
            <p:nvPr/>
          </p:nvSpPr>
          <p:spPr>
            <a:xfrm>
              <a:off x="488048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g1994"/>
            <p:cNvSpPr/>
            <p:nvPr/>
          </p:nvSpPr>
          <p:spPr>
            <a:xfrm>
              <a:off x="4892123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g1995"/>
            <p:cNvSpPr/>
            <p:nvPr/>
          </p:nvSpPr>
          <p:spPr>
            <a:xfrm>
              <a:off x="4903760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g1996"/>
            <p:cNvSpPr/>
            <p:nvPr/>
          </p:nvSpPr>
          <p:spPr>
            <a:xfrm>
              <a:off x="491539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g1997"/>
            <p:cNvSpPr/>
            <p:nvPr/>
          </p:nvSpPr>
          <p:spPr>
            <a:xfrm>
              <a:off x="492703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g1998"/>
            <p:cNvSpPr/>
            <p:nvPr/>
          </p:nvSpPr>
          <p:spPr>
            <a:xfrm>
              <a:off x="4938672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g1999"/>
            <p:cNvSpPr/>
            <p:nvPr/>
          </p:nvSpPr>
          <p:spPr>
            <a:xfrm>
              <a:off x="4950309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g2000"/>
            <p:cNvSpPr/>
            <p:nvPr/>
          </p:nvSpPr>
          <p:spPr>
            <a:xfrm>
              <a:off x="496194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g2001"/>
            <p:cNvSpPr/>
            <p:nvPr/>
          </p:nvSpPr>
          <p:spPr>
            <a:xfrm>
              <a:off x="4973584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g2002"/>
            <p:cNvSpPr/>
            <p:nvPr/>
          </p:nvSpPr>
          <p:spPr>
            <a:xfrm>
              <a:off x="4833936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g2003"/>
            <p:cNvSpPr/>
            <p:nvPr/>
          </p:nvSpPr>
          <p:spPr>
            <a:xfrm>
              <a:off x="484557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g2004"/>
            <p:cNvSpPr/>
            <p:nvPr/>
          </p:nvSpPr>
          <p:spPr>
            <a:xfrm>
              <a:off x="4857211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g2005"/>
            <p:cNvSpPr/>
            <p:nvPr/>
          </p:nvSpPr>
          <p:spPr>
            <a:xfrm>
              <a:off x="4868848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g2006"/>
            <p:cNvSpPr/>
            <p:nvPr/>
          </p:nvSpPr>
          <p:spPr>
            <a:xfrm>
              <a:off x="488048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g2007"/>
            <p:cNvSpPr/>
            <p:nvPr/>
          </p:nvSpPr>
          <p:spPr>
            <a:xfrm>
              <a:off x="489212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g2008"/>
            <p:cNvSpPr/>
            <p:nvPr/>
          </p:nvSpPr>
          <p:spPr>
            <a:xfrm>
              <a:off x="4903760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g2009"/>
            <p:cNvSpPr/>
            <p:nvPr/>
          </p:nvSpPr>
          <p:spPr>
            <a:xfrm>
              <a:off x="491539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g2010"/>
            <p:cNvSpPr/>
            <p:nvPr/>
          </p:nvSpPr>
          <p:spPr>
            <a:xfrm>
              <a:off x="492703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g2011"/>
            <p:cNvSpPr/>
            <p:nvPr/>
          </p:nvSpPr>
          <p:spPr>
            <a:xfrm>
              <a:off x="4938672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g2012"/>
            <p:cNvSpPr/>
            <p:nvPr/>
          </p:nvSpPr>
          <p:spPr>
            <a:xfrm>
              <a:off x="4950309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g2013"/>
            <p:cNvSpPr/>
            <p:nvPr/>
          </p:nvSpPr>
          <p:spPr>
            <a:xfrm>
              <a:off x="496194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g2014"/>
            <p:cNvSpPr/>
            <p:nvPr/>
          </p:nvSpPr>
          <p:spPr>
            <a:xfrm>
              <a:off x="482229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g2015"/>
            <p:cNvSpPr/>
            <p:nvPr/>
          </p:nvSpPr>
          <p:spPr>
            <a:xfrm>
              <a:off x="4833936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g2016"/>
            <p:cNvSpPr/>
            <p:nvPr/>
          </p:nvSpPr>
          <p:spPr>
            <a:xfrm>
              <a:off x="484557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g2017"/>
            <p:cNvSpPr/>
            <p:nvPr/>
          </p:nvSpPr>
          <p:spPr>
            <a:xfrm>
              <a:off x="4857211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g2018"/>
            <p:cNvSpPr/>
            <p:nvPr/>
          </p:nvSpPr>
          <p:spPr>
            <a:xfrm>
              <a:off x="4868848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g2019"/>
            <p:cNvSpPr/>
            <p:nvPr/>
          </p:nvSpPr>
          <p:spPr>
            <a:xfrm>
              <a:off x="488048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g2020"/>
            <p:cNvSpPr/>
            <p:nvPr/>
          </p:nvSpPr>
          <p:spPr>
            <a:xfrm>
              <a:off x="489212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g2021"/>
            <p:cNvSpPr/>
            <p:nvPr/>
          </p:nvSpPr>
          <p:spPr>
            <a:xfrm>
              <a:off x="4903760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g2022"/>
            <p:cNvSpPr/>
            <p:nvPr/>
          </p:nvSpPr>
          <p:spPr>
            <a:xfrm>
              <a:off x="491539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g2023"/>
            <p:cNvSpPr/>
            <p:nvPr/>
          </p:nvSpPr>
          <p:spPr>
            <a:xfrm>
              <a:off x="492703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g2024"/>
            <p:cNvSpPr/>
            <p:nvPr/>
          </p:nvSpPr>
          <p:spPr>
            <a:xfrm>
              <a:off x="4938672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g2025"/>
            <p:cNvSpPr/>
            <p:nvPr/>
          </p:nvSpPr>
          <p:spPr>
            <a:xfrm>
              <a:off x="495030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g2026"/>
            <p:cNvSpPr/>
            <p:nvPr/>
          </p:nvSpPr>
          <p:spPr>
            <a:xfrm>
              <a:off x="496194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g2027"/>
            <p:cNvSpPr/>
            <p:nvPr/>
          </p:nvSpPr>
          <p:spPr>
            <a:xfrm>
              <a:off x="481066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g2028"/>
            <p:cNvSpPr/>
            <p:nvPr/>
          </p:nvSpPr>
          <p:spPr>
            <a:xfrm>
              <a:off x="482229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g2029"/>
            <p:cNvSpPr/>
            <p:nvPr/>
          </p:nvSpPr>
          <p:spPr>
            <a:xfrm>
              <a:off x="4833936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g2030"/>
            <p:cNvSpPr/>
            <p:nvPr/>
          </p:nvSpPr>
          <p:spPr>
            <a:xfrm>
              <a:off x="484557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g2031"/>
            <p:cNvSpPr/>
            <p:nvPr/>
          </p:nvSpPr>
          <p:spPr>
            <a:xfrm>
              <a:off x="485721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g2032"/>
            <p:cNvSpPr/>
            <p:nvPr/>
          </p:nvSpPr>
          <p:spPr>
            <a:xfrm>
              <a:off x="4868848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g2033"/>
            <p:cNvSpPr/>
            <p:nvPr/>
          </p:nvSpPr>
          <p:spPr>
            <a:xfrm>
              <a:off x="488048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g2034"/>
            <p:cNvSpPr/>
            <p:nvPr/>
          </p:nvSpPr>
          <p:spPr>
            <a:xfrm>
              <a:off x="489212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g2035"/>
            <p:cNvSpPr/>
            <p:nvPr/>
          </p:nvSpPr>
          <p:spPr>
            <a:xfrm>
              <a:off x="4903760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g2036"/>
            <p:cNvSpPr/>
            <p:nvPr/>
          </p:nvSpPr>
          <p:spPr>
            <a:xfrm>
              <a:off x="4915397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g2037"/>
            <p:cNvSpPr/>
            <p:nvPr/>
          </p:nvSpPr>
          <p:spPr>
            <a:xfrm>
              <a:off x="492703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g2038"/>
            <p:cNvSpPr/>
            <p:nvPr/>
          </p:nvSpPr>
          <p:spPr>
            <a:xfrm>
              <a:off x="4938672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g2039"/>
            <p:cNvSpPr/>
            <p:nvPr/>
          </p:nvSpPr>
          <p:spPr>
            <a:xfrm>
              <a:off x="495030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g2040"/>
            <p:cNvSpPr/>
            <p:nvPr/>
          </p:nvSpPr>
          <p:spPr>
            <a:xfrm>
              <a:off x="4799024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g2041"/>
            <p:cNvSpPr/>
            <p:nvPr/>
          </p:nvSpPr>
          <p:spPr>
            <a:xfrm>
              <a:off x="481066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g2042"/>
            <p:cNvSpPr/>
            <p:nvPr/>
          </p:nvSpPr>
          <p:spPr>
            <a:xfrm>
              <a:off x="4822299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g2043"/>
            <p:cNvSpPr/>
            <p:nvPr/>
          </p:nvSpPr>
          <p:spPr>
            <a:xfrm>
              <a:off x="4833936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g2044"/>
            <p:cNvSpPr/>
            <p:nvPr/>
          </p:nvSpPr>
          <p:spPr>
            <a:xfrm>
              <a:off x="4845573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g2045"/>
            <p:cNvSpPr/>
            <p:nvPr/>
          </p:nvSpPr>
          <p:spPr>
            <a:xfrm>
              <a:off x="485721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g2046"/>
            <p:cNvSpPr/>
            <p:nvPr/>
          </p:nvSpPr>
          <p:spPr>
            <a:xfrm>
              <a:off x="4868848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g2047"/>
            <p:cNvSpPr/>
            <p:nvPr/>
          </p:nvSpPr>
          <p:spPr>
            <a:xfrm>
              <a:off x="4787387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9BC">
                <a:alpha val="100000"/>
              </a:srgbClr>
            </a:solidFill>
            <a:ln w="5420" cap="flat">
              <a:solidFill>
                <a:srgbClr val="89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g2048"/>
            <p:cNvSpPr/>
            <p:nvPr/>
          </p:nvSpPr>
          <p:spPr>
            <a:xfrm>
              <a:off x="4799024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g2049"/>
            <p:cNvSpPr/>
            <p:nvPr/>
          </p:nvSpPr>
          <p:spPr>
            <a:xfrm>
              <a:off x="481066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g2050"/>
            <p:cNvSpPr/>
            <p:nvPr/>
          </p:nvSpPr>
          <p:spPr>
            <a:xfrm>
              <a:off x="4822299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g2051"/>
            <p:cNvSpPr/>
            <p:nvPr/>
          </p:nvSpPr>
          <p:spPr>
            <a:xfrm>
              <a:off x="4833936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g2052"/>
            <p:cNvSpPr/>
            <p:nvPr/>
          </p:nvSpPr>
          <p:spPr>
            <a:xfrm>
              <a:off x="4845573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g2053"/>
            <p:cNvSpPr/>
            <p:nvPr/>
          </p:nvSpPr>
          <p:spPr>
            <a:xfrm>
              <a:off x="485721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g2054"/>
            <p:cNvSpPr/>
            <p:nvPr/>
          </p:nvSpPr>
          <p:spPr>
            <a:xfrm>
              <a:off x="477574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g2055"/>
            <p:cNvSpPr/>
            <p:nvPr/>
          </p:nvSpPr>
          <p:spPr>
            <a:xfrm>
              <a:off x="4787387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g2056"/>
            <p:cNvSpPr/>
            <p:nvPr/>
          </p:nvSpPr>
          <p:spPr>
            <a:xfrm>
              <a:off x="4799024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g2057"/>
            <p:cNvSpPr/>
            <p:nvPr/>
          </p:nvSpPr>
          <p:spPr>
            <a:xfrm>
              <a:off x="4810661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g2058"/>
            <p:cNvSpPr/>
            <p:nvPr/>
          </p:nvSpPr>
          <p:spPr>
            <a:xfrm>
              <a:off x="482229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g2059"/>
            <p:cNvSpPr/>
            <p:nvPr/>
          </p:nvSpPr>
          <p:spPr>
            <a:xfrm>
              <a:off x="4833936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g2060"/>
            <p:cNvSpPr/>
            <p:nvPr/>
          </p:nvSpPr>
          <p:spPr>
            <a:xfrm>
              <a:off x="4845573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g2061"/>
            <p:cNvSpPr/>
            <p:nvPr/>
          </p:nvSpPr>
          <p:spPr>
            <a:xfrm>
              <a:off x="477574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g2062"/>
            <p:cNvSpPr/>
            <p:nvPr/>
          </p:nvSpPr>
          <p:spPr>
            <a:xfrm>
              <a:off x="4787387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g2063"/>
            <p:cNvSpPr/>
            <p:nvPr/>
          </p:nvSpPr>
          <p:spPr>
            <a:xfrm>
              <a:off x="4799024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g2064"/>
            <p:cNvSpPr/>
            <p:nvPr/>
          </p:nvSpPr>
          <p:spPr>
            <a:xfrm>
              <a:off x="4810661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g2065"/>
            <p:cNvSpPr/>
            <p:nvPr/>
          </p:nvSpPr>
          <p:spPr>
            <a:xfrm>
              <a:off x="482229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g2066"/>
            <p:cNvSpPr/>
            <p:nvPr/>
          </p:nvSpPr>
          <p:spPr>
            <a:xfrm>
              <a:off x="4833936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g2067"/>
            <p:cNvSpPr/>
            <p:nvPr/>
          </p:nvSpPr>
          <p:spPr>
            <a:xfrm>
              <a:off x="4752475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g2068"/>
            <p:cNvSpPr/>
            <p:nvPr/>
          </p:nvSpPr>
          <p:spPr>
            <a:xfrm>
              <a:off x="4764112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g2069"/>
            <p:cNvSpPr/>
            <p:nvPr/>
          </p:nvSpPr>
          <p:spPr>
            <a:xfrm>
              <a:off x="477574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g2070"/>
            <p:cNvSpPr/>
            <p:nvPr/>
          </p:nvSpPr>
          <p:spPr>
            <a:xfrm>
              <a:off x="4787387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g2071"/>
            <p:cNvSpPr/>
            <p:nvPr/>
          </p:nvSpPr>
          <p:spPr>
            <a:xfrm>
              <a:off x="4799024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g2072"/>
            <p:cNvSpPr/>
            <p:nvPr/>
          </p:nvSpPr>
          <p:spPr>
            <a:xfrm>
              <a:off x="4810661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g2073"/>
            <p:cNvSpPr/>
            <p:nvPr/>
          </p:nvSpPr>
          <p:spPr>
            <a:xfrm>
              <a:off x="482229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g2074"/>
            <p:cNvSpPr/>
            <p:nvPr/>
          </p:nvSpPr>
          <p:spPr>
            <a:xfrm>
              <a:off x="474083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g2075"/>
            <p:cNvSpPr/>
            <p:nvPr/>
          </p:nvSpPr>
          <p:spPr>
            <a:xfrm>
              <a:off x="4752475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g2076"/>
            <p:cNvSpPr/>
            <p:nvPr/>
          </p:nvSpPr>
          <p:spPr>
            <a:xfrm>
              <a:off x="4764112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g2077"/>
            <p:cNvSpPr/>
            <p:nvPr/>
          </p:nvSpPr>
          <p:spPr>
            <a:xfrm>
              <a:off x="477574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g2078"/>
            <p:cNvSpPr/>
            <p:nvPr/>
          </p:nvSpPr>
          <p:spPr>
            <a:xfrm>
              <a:off x="478738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g2079"/>
            <p:cNvSpPr/>
            <p:nvPr/>
          </p:nvSpPr>
          <p:spPr>
            <a:xfrm>
              <a:off x="4799024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g2080"/>
            <p:cNvSpPr/>
            <p:nvPr/>
          </p:nvSpPr>
          <p:spPr>
            <a:xfrm>
              <a:off x="4810661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g2081"/>
            <p:cNvSpPr/>
            <p:nvPr/>
          </p:nvSpPr>
          <p:spPr>
            <a:xfrm>
              <a:off x="482229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g2082"/>
            <p:cNvSpPr/>
            <p:nvPr/>
          </p:nvSpPr>
          <p:spPr>
            <a:xfrm>
              <a:off x="4717563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g2083"/>
            <p:cNvSpPr/>
            <p:nvPr/>
          </p:nvSpPr>
          <p:spPr>
            <a:xfrm>
              <a:off x="4729200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g2084"/>
            <p:cNvSpPr/>
            <p:nvPr/>
          </p:nvSpPr>
          <p:spPr>
            <a:xfrm>
              <a:off x="474083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g2085"/>
            <p:cNvSpPr/>
            <p:nvPr/>
          </p:nvSpPr>
          <p:spPr>
            <a:xfrm>
              <a:off x="4752475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g2086"/>
            <p:cNvSpPr/>
            <p:nvPr/>
          </p:nvSpPr>
          <p:spPr>
            <a:xfrm>
              <a:off x="4764112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g2087"/>
            <p:cNvSpPr/>
            <p:nvPr/>
          </p:nvSpPr>
          <p:spPr>
            <a:xfrm>
              <a:off x="4775749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g2088"/>
            <p:cNvSpPr/>
            <p:nvPr/>
          </p:nvSpPr>
          <p:spPr>
            <a:xfrm>
              <a:off x="478738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g2089"/>
            <p:cNvSpPr/>
            <p:nvPr/>
          </p:nvSpPr>
          <p:spPr>
            <a:xfrm>
              <a:off x="4799024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g2090"/>
            <p:cNvSpPr/>
            <p:nvPr/>
          </p:nvSpPr>
          <p:spPr>
            <a:xfrm>
              <a:off x="4810661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g2091"/>
            <p:cNvSpPr/>
            <p:nvPr/>
          </p:nvSpPr>
          <p:spPr>
            <a:xfrm>
              <a:off x="470592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g2092"/>
            <p:cNvSpPr/>
            <p:nvPr/>
          </p:nvSpPr>
          <p:spPr>
            <a:xfrm>
              <a:off x="4717563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g2093"/>
            <p:cNvSpPr/>
            <p:nvPr/>
          </p:nvSpPr>
          <p:spPr>
            <a:xfrm>
              <a:off x="4729200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g2094"/>
            <p:cNvSpPr/>
            <p:nvPr/>
          </p:nvSpPr>
          <p:spPr>
            <a:xfrm>
              <a:off x="474083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g2095"/>
            <p:cNvSpPr/>
            <p:nvPr/>
          </p:nvSpPr>
          <p:spPr>
            <a:xfrm>
              <a:off x="475247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g2096"/>
            <p:cNvSpPr/>
            <p:nvPr/>
          </p:nvSpPr>
          <p:spPr>
            <a:xfrm>
              <a:off x="4764112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g2097"/>
            <p:cNvSpPr/>
            <p:nvPr/>
          </p:nvSpPr>
          <p:spPr>
            <a:xfrm>
              <a:off x="4775749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g2098"/>
            <p:cNvSpPr/>
            <p:nvPr/>
          </p:nvSpPr>
          <p:spPr>
            <a:xfrm>
              <a:off x="478738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g2099"/>
            <p:cNvSpPr/>
            <p:nvPr/>
          </p:nvSpPr>
          <p:spPr>
            <a:xfrm>
              <a:off x="464773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g2100"/>
            <p:cNvSpPr/>
            <p:nvPr/>
          </p:nvSpPr>
          <p:spPr>
            <a:xfrm>
              <a:off x="4659376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g2101"/>
            <p:cNvSpPr/>
            <p:nvPr/>
          </p:nvSpPr>
          <p:spPr>
            <a:xfrm>
              <a:off x="467101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g2102"/>
            <p:cNvSpPr/>
            <p:nvPr/>
          </p:nvSpPr>
          <p:spPr>
            <a:xfrm>
              <a:off x="4682651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g2103"/>
            <p:cNvSpPr/>
            <p:nvPr/>
          </p:nvSpPr>
          <p:spPr>
            <a:xfrm>
              <a:off x="4694288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g2104"/>
            <p:cNvSpPr/>
            <p:nvPr/>
          </p:nvSpPr>
          <p:spPr>
            <a:xfrm>
              <a:off x="470592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g2105"/>
            <p:cNvSpPr/>
            <p:nvPr/>
          </p:nvSpPr>
          <p:spPr>
            <a:xfrm>
              <a:off x="471756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g2106"/>
            <p:cNvSpPr/>
            <p:nvPr/>
          </p:nvSpPr>
          <p:spPr>
            <a:xfrm>
              <a:off x="4729200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g2107"/>
            <p:cNvSpPr/>
            <p:nvPr/>
          </p:nvSpPr>
          <p:spPr>
            <a:xfrm>
              <a:off x="4740837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g2108"/>
            <p:cNvSpPr/>
            <p:nvPr/>
          </p:nvSpPr>
          <p:spPr>
            <a:xfrm>
              <a:off x="475247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g2109"/>
            <p:cNvSpPr/>
            <p:nvPr/>
          </p:nvSpPr>
          <p:spPr>
            <a:xfrm>
              <a:off x="4764112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g2110"/>
            <p:cNvSpPr/>
            <p:nvPr/>
          </p:nvSpPr>
          <p:spPr>
            <a:xfrm>
              <a:off x="477574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g2111"/>
            <p:cNvSpPr/>
            <p:nvPr/>
          </p:nvSpPr>
          <p:spPr>
            <a:xfrm>
              <a:off x="4624464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g2112"/>
            <p:cNvSpPr/>
            <p:nvPr/>
          </p:nvSpPr>
          <p:spPr>
            <a:xfrm>
              <a:off x="463610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g2113"/>
            <p:cNvSpPr/>
            <p:nvPr/>
          </p:nvSpPr>
          <p:spPr>
            <a:xfrm>
              <a:off x="4647739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g2114"/>
            <p:cNvSpPr/>
            <p:nvPr/>
          </p:nvSpPr>
          <p:spPr>
            <a:xfrm>
              <a:off x="4659376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g2115"/>
            <p:cNvSpPr/>
            <p:nvPr/>
          </p:nvSpPr>
          <p:spPr>
            <a:xfrm>
              <a:off x="467101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g2116"/>
            <p:cNvSpPr/>
            <p:nvPr/>
          </p:nvSpPr>
          <p:spPr>
            <a:xfrm>
              <a:off x="468265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g2117"/>
            <p:cNvSpPr/>
            <p:nvPr/>
          </p:nvSpPr>
          <p:spPr>
            <a:xfrm>
              <a:off x="4694288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g2118"/>
            <p:cNvSpPr/>
            <p:nvPr/>
          </p:nvSpPr>
          <p:spPr>
            <a:xfrm>
              <a:off x="470592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g2119"/>
            <p:cNvSpPr/>
            <p:nvPr/>
          </p:nvSpPr>
          <p:spPr>
            <a:xfrm>
              <a:off x="471756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g2120"/>
            <p:cNvSpPr/>
            <p:nvPr/>
          </p:nvSpPr>
          <p:spPr>
            <a:xfrm>
              <a:off x="4729200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g2121"/>
            <p:cNvSpPr/>
            <p:nvPr/>
          </p:nvSpPr>
          <p:spPr>
            <a:xfrm>
              <a:off x="4740837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g2122"/>
            <p:cNvSpPr/>
            <p:nvPr/>
          </p:nvSpPr>
          <p:spPr>
            <a:xfrm>
              <a:off x="475247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g2123"/>
            <p:cNvSpPr/>
            <p:nvPr/>
          </p:nvSpPr>
          <p:spPr>
            <a:xfrm>
              <a:off x="4764112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g2124"/>
            <p:cNvSpPr/>
            <p:nvPr/>
          </p:nvSpPr>
          <p:spPr>
            <a:xfrm>
              <a:off x="461282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g2125"/>
            <p:cNvSpPr/>
            <p:nvPr/>
          </p:nvSpPr>
          <p:spPr>
            <a:xfrm>
              <a:off x="4624464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g2126"/>
            <p:cNvSpPr/>
            <p:nvPr/>
          </p:nvSpPr>
          <p:spPr>
            <a:xfrm>
              <a:off x="463610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g2127"/>
            <p:cNvSpPr/>
            <p:nvPr/>
          </p:nvSpPr>
          <p:spPr>
            <a:xfrm>
              <a:off x="4647739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g2128"/>
            <p:cNvSpPr/>
            <p:nvPr/>
          </p:nvSpPr>
          <p:spPr>
            <a:xfrm>
              <a:off x="4659376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g2129"/>
            <p:cNvSpPr/>
            <p:nvPr/>
          </p:nvSpPr>
          <p:spPr>
            <a:xfrm>
              <a:off x="467101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g2130"/>
            <p:cNvSpPr/>
            <p:nvPr/>
          </p:nvSpPr>
          <p:spPr>
            <a:xfrm>
              <a:off x="468265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g2131"/>
            <p:cNvSpPr/>
            <p:nvPr/>
          </p:nvSpPr>
          <p:spPr>
            <a:xfrm>
              <a:off x="4694288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g2132"/>
            <p:cNvSpPr/>
            <p:nvPr/>
          </p:nvSpPr>
          <p:spPr>
            <a:xfrm>
              <a:off x="4705925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g2133"/>
            <p:cNvSpPr/>
            <p:nvPr/>
          </p:nvSpPr>
          <p:spPr>
            <a:xfrm>
              <a:off x="471756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g2134"/>
            <p:cNvSpPr/>
            <p:nvPr/>
          </p:nvSpPr>
          <p:spPr>
            <a:xfrm>
              <a:off x="4729200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g2135"/>
            <p:cNvSpPr/>
            <p:nvPr/>
          </p:nvSpPr>
          <p:spPr>
            <a:xfrm>
              <a:off x="474083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g2136"/>
            <p:cNvSpPr/>
            <p:nvPr/>
          </p:nvSpPr>
          <p:spPr>
            <a:xfrm>
              <a:off x="4612827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g2137"/>
            <p:cNvSpPr/>
            <p:nvPr/>
          </p:nvSpPr>
          <p:spPr>
            <a:xfrm>
              <a:off x="4624464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g2138"/>
            <p:cNvSpPr/>
            <p:nvPr/>
          </p:nvSpPr>
          <p:spPr>
            <a:xfrm>
              <a:off x="463610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g2139"/>
            <p:cNvSpPr/>
            <p:nvPr/>
          </p:nvSpPr>
          <p:spPr>
            <a:xfrm>
              <a:off x="4647739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g2140"/>
            <p:cNvSpPr/>
            <p:nvPr/>
          </p:nvSpPr>
          <p:spPr>
            <a:xfrm>
              <a:off x="4659376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g2141"/>
            <p:cNvSpPr/>
            <p:nvPr/>
          </p:nvSpPr>
          <p:spPr>
            <a:xfrm>
              <a:off x="467101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g2142"/>
            <p:cNvSpPr/>
            <p:nvPr/>
          </p:nvSpPr>
          <p:spPr>
            <a:xfrm>
              <a:off x="468265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g2143"/>
            <p:cNvSpPr/>
            <p:nvPr/>
          </p:nvSpPr>
          <p:spPr>
            <a:xfrm>
              <a:off x="4694288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g2144"/>
            <p:cNvSpPr/>
            <p:nvPr/>
          </p:nvSpPr>
          <p:spPr>
            <a:xfrm>
              <a:off x="4705925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g2145"/>
            <p:cNvSpPr/>
            <p:nvPr/>
          </p:nvSpPr>
          <p:spPr>
            <a:xfrm>
              <a:off x="471756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g2146"/>
            <p:cNvSpPr/>
            <p:nvPr/>
          </p:nvSpPr>
          <p:spPr>
            <a:xfrm>
              <a:off x="4729200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g2147"/>
            <p:cNvSpPr/>
            <p:nvPr/>
          </p:nvSpPr>
          <p:spPr>
            <a:xfrm>
              <a:off x="4612827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g2148"/>
            <p:cNvSpPr/>
            <p:nvPr/>
          </p:nvSpPr>
          <p:spPr>
            <a:xfrm>
              <a:off x="4624464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g2149"/>
            <p:cNvSpPr/>
            <p:nvPr/>
          </p:nvSpPr>
          <p:spPr>
            <a:xfrm>
              <a:off x="463610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g2150"/>
            <p:cNvSpPr/>
            <p:nvPr/>
          </p:nvSpPr>
          <p:spPr>
            <a:xfrm>
              <a:off x="4647739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g2151"/>
            <p:cNvSpPr/>
            <p:nvPr/>
          </p:nvSpPr>
          <p:spPr>
            <a:xfrm>
              <a:off x="4659376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g2152"/>
            <p:cNvSpPr/>
            <p:nvPr/>
          </p:nvSpPr>
          <p:spPr>
            <a:xfrm>
              <a:off x="4671013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g2153"/>
            <p:cNvSpPr/>
            <p:nvPr/>
          </p:nvSpPr>
          <p:spPr>
            <a:xfrm>
              <a:off x="468265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g2154"/>
            <p:cNvSpPr/>
            <p:nvPr/>
          </p:nvSpPr>
          <p:spPr>
            <a:xfrm>
              <a:off x="4694288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g2155"/>
            <p:cNvSpPr/>
            <p:nvPr/>
          </p:nvSpPr>
          <p:spPr>
            <a:xfrm>
              <a:off x="4612827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g2156"/>
            <p:cNvSpPr/>
            <p:nvPr/>
          </p:nvSpPr>
          <p:spPr>
            <a:xfrm>
              <a:off x="4624464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g2157"/>
            <p:cNvSpPr/>
            <p:nvPr/>
          </p:nvSpPr>
          <p:spPr>
            <a:xfrm>
              <a:off x="463610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g2158"/>
            <p:cNvSpPr/>
            <p:nvPr/>
          </p:nvSpPr>
          <p:spPr>
            <a:xfrm>
              <a:off x="4647739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g2159"/>
            <p:cNvSpPr/>
            <p:nvPr/>
          </p:nvSpPr>
          <p:spPr>
            <a:xfrm>
              <a:off x="4659376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g2160"/>
            <p:cNvSpPr/>
            <p:nvPr/>
          </p:nvSpPr>
          <p:spPr>
            <a:xfrm>
              <a:off x="4671013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g2161"/>
            <p:cNvSpPr/>
            <p:nvPr/>
          </p:nvSpPr>
          <p:spPr>
            <a:xfrm>
              <a:off x="468265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g2162"/>
            <p:cNvSpPr/>
            <p:nvPr/>
          </p:nvSpPr>
          <p:spPr>
            <a:xfrm>
              <a:off x="4589552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g2163"/>
            <p:cNvSpPr/>
            <p:nvPr/>
          </p:nvSpPr>
          <p:spPr>
            <a:xfrm>
              <a:off x="4601190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g2164"/>
            <p:cNvSpPr/>
            <p:nvPr/>
          </p:nvSpPr>
          <p:spPr>
            <a:xfrm>
              <a:off x="4612827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g2165"/>
            <p:cNvSpPr/>
            <p:nvPr/>
          </p:nvSpPr>
          <p:spPr>
            <a:xfrm>
              <a:off x="4624464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g2166"/>
            <p:cNvSpPr/>
            <p:nvPr/>
          </p:nvSpPr>
          <p:spPr>
            <a:xfrm>
              <a:off x="4636101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g2167"/>
            <p:cNvSpPr/>
            <p:nvPr/>
          </p:nvSpPr>
          <p:spPr>
            <a:xfrm>
              <a:off x="4647739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g2168"/>
            <p:cNvSpPr/>
            <p:nvPr/>
          </p:nvSpPr>
          <p:spPr>
            <a:xfrm>
              <a:off x="4659376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g2169"/>
            <p:cNvSpPr/>
            <p:nvPr/>
          </p:nvSpPr>
          <p:spPr>
            <a:xfrm>
              <a:off x="4671013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g2170"/>
            <p:cNvSpPr/>
            <p:nvPr/>
          </p:nvSpPr>
          <p:spPr>
            <a:xfrm>
              <a:off x="4589552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g2171"/>
            <p:cNvSpPr/>
            <p:nvPr/>
          </p:nvSpPr>
          <p:spPr>
            <a:xfrm>
              <a:off x="4601190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g2172"/>
            <p:cNvSpPr/>
            <p:nvPr/>
          </p:nvSpPr>
          <p:spPr>
            <a:xfrm>
              <a:off x="4612827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g2173"/>
            <p:cNvSpPr/>
            <p:nvPr/>
          </p:nvSpPr>
          <p:spPr>
            <a:xfrm>
              <a:off x="4624464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g2174"/>
            <p:cNvSpPr/>
            <p:nvPr/>
          </p:nvSpPr>
          <p:spPr>
            <a:xfrm>
              <a:off x="4636101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g2175"/>
            <p:cNvSpPr/>
            <p:nvPr/>
          </p:nvSpPr>
          <p:spPr>
            <a:xfrm>
              <a:off x="4647739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g2176"/>
            <p:cNvSpPr/>
            <p:nvPr/>
          </p:nvSpPr>
          <p:spPr>
            <a:xfrm>
              <a:off x="4659376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g2177"/>
            <p:cNvSpPr/>
            <p:nvPr/>
          </p:nvSpPr>
          <p:spPr>
            <a:xfrm>
              <a:off x="4577915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g2178"/>
            <p:cNvSpPr/>
            <p:nvPr/>
          </p:nvSpPr>
          <p:spPr>
            <a:xfrm>
              <a:off x="4589552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g2179"/>
            <p:cNvSpPr/>
            <p:nvPr/>
          </p:nvSpPr>
          <p:spPr>
            <a:xfrm>
              <a:off x="4601190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g2180"/>
            <p:cNvSpPr/>
            <p:nvPr/>
          </p:nvSpPr>
          <p:spPr>
            <a:xfrm>
              <a:off x="4612827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g2181"/>
            <p:cNvSpPr/>
            <p:nvPr/>
          </p:nvSpPr>
          <p:spPr>
            <a:xfrm>
              <a:off x="4624464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g2182"/>
            <p:cNvSpPr/>
            <p:nvPr/>
          </p:nvSpPr>
          <p:spPr>
            <a:xfrm>
              <a:off x="4636101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g2183"/>
            <p:cNvSpPr/>
            <p:nvPr/>
          </p:nvSpPr>
          <p:spPr>
            <a:xfrm>
              <a:off x="4647739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g2184"/>
            <p:cNvSpPr/>
            <p:nvPr/>
          </p:nvSpPr>
          <p:spPr>
            <a:xfrm>
              <a:off x="4577915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g2185"/>
            <p:cNvSpPr/>
            <p:nvPr/>
          </p:nvSpPr>
          <p:spPr>
            <a:xfrm>
              <a:off x="4589552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g2186"/>
            <p:cNvSpPr/>
            <p:nvPr/>
          </p:nvSpPr>
          <p:spPr>
            <a:xfrm>
              <a:off x="4601190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g2187"/>
            <p:cNvSpPr/>
            <p:nvPr/>
          </p:nvSpPr>
          <p:spPr>
            <a:xfrm>
              <a:off x="4612827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g2188"/>
            <p:cNvSpPr/>
            <p:nvPr/>
          </p:nvSpPr>
          <p:spPr>
            <a:xfrm>
              <a:off x="4624464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g2189"/>
            <p:cNvSpPr/>
            <p:nvPr/>
          </p:nvSpPr>
          <p:spPr>
            <a:xfrm>
              <a:off x="4636101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g2190"/>
            <p:cNvSpPr/>
            <p:nvPr/>
          </p:nvSpPr>
          <p:spPr>
            <a:xfrm>
              <a:off x="4566278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g2191"/>
            <p:cNvSpPr/>
            <p:nvPr/>
          </p:nvSpPr>
          <p:spPr>
            <a:xfrm>
              <a:off x="4577915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g2192"/>
            <p:cNvSpPr/>
            <p:nvPr/>
          </p:nvSpPr>
          <p:spPr>
            <a:xfrm>
              <a:off x="4589552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g2193"/>
            <p:cNvSpPr/>
            <p:nvPr/>
          </p:nvSpPr>
          <p:spPr>
            <a:xfrm>
              <a:off x="4601190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g2194"/>
            <p:cNvSpPr/>
            <p:nvPr/>
          </p:nvSpPr>
          <p:spPr>
            <a:xfrm>
              <a:off x="4612827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g2195"/>
            <p:cNvSpPr/>
            <p:nvPr/>
          </p:nvSpPr>
          <p:spPr>
            <a:xfrm>
              <a:off x="4624464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g2196"/>
            <p:cNvSpPr/>
            <p:nvPr/>
          </p:nvSpPr>
          <p:spPr>
            <a:xfrm>
              <a:off x="4566278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g2197"/>
            <p:cNvSpPr/>
            <p:nvPr/>
          </p:nvSpPr>
          <p:spPr>
            <a:xfrm>
              <a:off x="4577915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g2198"/>
            <p:cNvSpPr/>
            <p:nvPr/>
          </p:nvSpPr>
          <p:spPr>
            <a:xfrm>
              <a:off x="4589552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g2199"/>
            <p:cNvSpPr/>
            <p:nvPr/>
          </p:nvSpPr>
          <p:spPr>
            <a:xfrm>
              <a:off x="4601190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g2200"/>
            <p:cNvSpPr/>
            <p:nvPr/>
          </p:nvSpPr>
          <p:spPr>
            <a:xfrm>
              <a:off x="4612827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g2201"/>
            <p:cNvSpPr/>
            <p:nvPr/>
          </p:nvSpPr>
          <p:spPr>
            <a:xfrm>
              <a:off x="455464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g2202"/>
            <p:cNvSpPr/>
            <p:nvPr/>
          </p:nvSpPr>
          <p:spPr>
            <a:xfrm>
              <a:off x="4566278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g2203"/>
            <p:cNvSpPr/>
            <p:nvPr/>
          </p:nvSpPr>
          <p:spPr>
            <a:xfrm>
              <a:off x="4577915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g2204"/>
            <p:cNvSpPr/>
            <p:nvPr/>
          </p:nvSpPr>
          <p:spPr>
            <a:xfrm>
              <a:off x="4589552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g2205"/>
            <p:cNvSpPr/>
            <p:nvPr/>
          </p:nvSpPr>
          <p:spPr>
            <a:xfrm>
              <a:off x="460119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g2206"/>
            <p:cNvSpPr/>
            <p:nvPr/>
          </p:nvSpPr>
          <p:spPr>
            <a:xfrm>
              <a:off x="4612827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g2207"/>
            <p:cNvSpPr/>
            <p:nvPr/>
          </p:nvSpPr>
          <p:spPr>
            <a:xfrm>
              <a:off x="455464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g2208"/>
            <p:cNvSpPr/>
            <p:nvPr/>
          </p:nvSpPr>
          <p:spPr>
            <a:xfrm>
              <a:off x="4566278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g2209"/>
            <p:cNvSpPr/>
            <p:nvPr/>
          </p:nvSpPr>
          <p:spPr>
            <a:xfrm>
              <a:off x="4577915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g2210"/>
            <p:cNvSpPr/>
            <p:nvPr/>
          </p:nvSpPr>
          <p:spPr>
            <a:xfrm>
              <a:off x="4589552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g2211"/>
            <p:cNvSpPr/>
            <p:nvPr/>
          </p:nvSpPr>
          <p:spPr>
            <a:xfrm>
              <a:off x="460119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g2212"/>
            <p:cNvSpPr/>
            <p:nvPr/>
          </p:nvSpPr>
          <p:spPr>
            <a:xfrm>
              <a:off x="4543003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g2213"/>
            <p:cNvSpPr/>
            <p:nvPr/>
          </p:nvSpPr>
          <p:spPr>
            <a:xfrm>
              <a:off x="455464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g2214"/>
            <p:cNvSpPr/>
            <p:nvPr/>
          </p:nvSpPr>
          <p:spPr>
            <a:xfrm>
              <a:off x="4566278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g2215"/>
            <p:cNvSpPr/>
            <p:nvPr/>
          </p:nvSpPr>
          <p:spPr>
            <a:xfrm>
              <a:off x="4577915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g2216"/>
            <p:cNvSpPr/>
            <p:nvPr/>
          </p:nvSpPr>
          <p:spPr>
            <a:xfrm>
              <a:off x="4589552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g2217"/>
            <p:cNvSpPr/>
            <p:nvPr/>
          </p:nvSpPr>
          <p:spPr>
            <a:xfrm>
              <a:off x="460119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g2218"/>
            <p:cNvSpPr/>
            <p:nvPr/>
          </p:nvSpPr>
          <p:spPr>
            <a:xfrm>
              <a:off x="4543003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g2219"/>
            <p:cNvSpPr/>
            <p:nvPr/>
          </p:nvSpPr>
          <p:spPr>
            <a:xfrm>
              <a:off x="455464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g2220"/>
            <p:cNvSpPr/>
            <p:nvPr/>
          </p:nvSpPr>
          <p:spPr>
            <a:xfrm>
              <a:off x="4566278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g2221"/>
            <p:cNvSpPr/>
            <p:nvPr/>
          </p:nvSpPr>
          <p:spPr>
            <a:xfrm>
              <a:off x="4577915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g2222"/>
            <p:cNvSpPr/>
            <p:nvPr/>
          </p:nvSpPr>
          <p:spPr>
            <a:xfrm>
              <a:off x="4589552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g2223"/>
            <p:cNvSpPr/>
            <p:nvPr/>
          </p:nvSpPr>
          <p:spPr>
            <a:xfrm>
              <a:off x="460119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g2224"/>
            <p:cNvSpPr/>
            <p:nvPr/>
          </p:nvSpPr>
          <p:spPr>
            <a:xfrm>
              <a:off x="4543003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g2225"/>
            <p:cNvSpPr/>
            <p:nvPr/>
          </p:nvSpPr>
          <p:spPr>
            <a:xfrm>
              <a:off x="4554640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g2226"/>
            <p:cNvSpPr/>
            <p:nvPr/>
          </p:nvSpPr>
          <p:spPr>
            <a:xfrm>
              <a:off x="4566278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g2227"/>
            <p:cNvSpPr/>
            <p:nvPr/>
          </p:nvSpPr>
          <p:spPr>
            <a:xfrm>
              <a:off x="4577915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g2228"/>
            <p:cNvSpPr/>
            <p:nvPr/>
          </p:nvSpPr>
          <p:spPr>
            <a:xfrm>
              <a:off x="4589552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g2229"/>
            <p:cNvSpPr/>
            <p:nvPr/>
          </p:nvSpPr>
          <p:spPr>
            <a:xfrm>
              <a:off x="385640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g2230"/>
            <p:cNvSpPr/>
            <p:nvPr/>
          </p:nvSpPr>
          <p:spPr>
            <a:xfrm>
              <a:off x="386803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g2231"/>
            <p:cNvSpPr/>
            <p:nvPr/>
          </p:nvSpPr>
          <p:spPr>
            <a:xfrm>
              <a:off x="387967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g2232"/>
            <p:cNvSpPr/>
            <p:nvPr/>
          </p:nvSpPr>
          <p:spPr>
            <a:xfrm>
              <a:off x="3891312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g2233"/>
            <p:cNvSpPr/>
            <p:nvPr/>
          </p:nvSpPr>
          <p:spPr>
            <a:xfrm>
              <a:off x="4543003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g2234"/>
            <p:cNvSpPr/>
            <p:nvPr/>
          </p:nvSpPr>
          <p:spPr>
            <a:xfrm>
              <a:off x="455464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g2235"/>
            <p:cNvSpPr/>
            <p:nvPr/>
          </p:nvSpPr>
          <p:spPr>
            <a:xfrm>
              <a:off x="456627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g2236"/>
            <p:cNvSpPr/>
            <p:nvPr/>
          </p:nvSpPr>
          <p:spPr>
            <a:xfrm>
              <a:off x="457791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g2237"/>
            <p:cNvSpPr/>
            <p:nvPr/>
          </p:nvSpPr>
          <p:spPr>
            <a:xfrm>
              <a:off x="385640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g2238"/>
            <p:cNvSpPr/>
            <p:nvPr/>
          </p:nvSpPr>
          <p:spPr>
            <a:xfrm>
              <a:off x="386803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g2239"/>
            <p:cNvSpPr/>
            <p:nvPr/>
          </p:nvSpPr>
          <p:spPr>
            <a:xfrm>
              <a:off x="387967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g2240"/>
            <p:cNvSpPr/>
            <p:nvPr/>
          </p:nvSpPr>
          <p:spPr>
            <a:xfrm>
              <a:off x="389131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g2241"/>
            <p:cNvSpPr/>
            <p:nvPr/>
          </p:nvSpPr>
          <p:spPr>
            <a:xfrm>
              <a:off x="390295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g2242"/>
            <p:cNvSpPr/>
            <p:nvPr/>
          </p:nvSpPr>
          <p:spPr>
            <a:xfrm>
              <a:off x="3949499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g2243"/>
            <p:cNvSpPr/>
            <p:nvPr/>
          </p:nvSpPr>
          <p:spPr>
            <a:xfrm>
              <a:off x="3961136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g2244"/>
            <p:cNvSpPr/>
            <p:nvPr/>
          </p:nvSpPr>
          <p:spPr>
            <a:xfrm>
              <a:off x="3972774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g2245"/>
            <p:cNvSpPr/>
            <p:nvPr/>
          </p:nvSpPr>
          <p:spPr>
            <a:xfrm>
              <a:off x="3984411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g2246"/>
            <p:cNvSpPr/>
            <p:nvPr/>
          </p:nvSpPr>
          <p:spPr>
            <a:xfrm>
              <a:off x="399604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g2247"/>
            <p:cNvSpPr/>
            <p:nvPr/>
          </p:nvSpPr>
          <p:spPr>
            <a:xfrm>
              <a:off x="4543003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g2248"/>
            <p:cNvSpPr/>
            <p:nvPr/>
          </p:nvSpPr>
          <p:spPr>
            <a:xfrm>
              <a:off x="455464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g2249"/>
            <p:cNvSpPr/>
            <p:nvPr/>
          </p:nvSpPr>
          <p:spPr>
            <a:xfrm>
              <a:off x="456627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g2250"/>
            <p:cNvSpPr/>
            <p:nvPr/>
          </p:nvSpPr>
          <p:spPr>
            <a:xfrm>
              <a:off x="457791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g2251"/>
            <p:cNvSpPr/>
            <p:nvPr/>
          </p:nvSpPr>
          <p:spPr>
            <a:xfrm>
              <a:off x="458955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g2252"/>
            <p:cNvSpPr/>
            <p:nvPr/>
          </p:nvSpPr>
          <p:spPr>
            <a:xfrm>
              <a:off x="377493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g2253"/>
            <p:cNvSpPr/>
            <p:nvPr/>
          </p:nvSpPr>
          <p:spPr>
            <a:xfrm>
              <a:off x="378657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g2254"/>
            <p:cNvSpPr/>
            <p:nvPr/>
          </p:nvSpPr>
          <p:spPr>
            <a:xfrm>
              <a:off x="384476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g2255"/>
            <p:cNvSpPr/>
            <p:nvPr/>
          </p:nvSpPr>
          <p:spPr>
            <a:xfrm>
              <a:off x="385640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g2256"/>
            <p:cNvSpPr/>
            <p:nvPr/>
          </p:nvSpPr>
          <p:spPr>
            <a:xfrm>
              <a:off x="386803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g2257"/>
            <p:cNvSpPr/>
            <p:nvPr/>
          </p:nvSpPr>
          <p:spPr>
            <a:xfrm>
              <a:off x="387967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g2258"/>
            <p:cNvSpPr/>
            <p:nvPr/>
          </p:nvSpPr>
          <p:spPr>
            <a:xfrm>
              <a:off x="389131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g2259"/>
            <p:cNvSpPr/>
            <p:nvPr/>
          </p:nvSpPr>
          <p:spPr>
            <a:xfrm>
              <a:off x="390295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g2260"/>
            <p:cNvSpPr/>
            <p:nvPr/>
          </p:nvSpPr>
          <p:spPr>
            <a:xfrm>
              <a:off x="394949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g2261"/>
            <p:cNvSpPr/>
            <p:nvPr/>
          </p:nvSpPr>
          <p:spPr>
            <a:xfrm>
              <a:off x="396113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g2262"/>
            <p:cNvSpPr/>
            <p:nvPr/>
          </p:nvSpPr>
          <p:spPr>
            <a:xfrm>
              <a:off x="3972774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g2263"/>
            <p:cNvSpPr/>
            <p:nvPr/>
          </p:nvSpPr>
          <p:spPr>
            <a:xfrm>
              <a:off x="398441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g2264"/>
            <p:cNvSpPr/>
            <p:nvPr/>
          </p:nvSpPr>
          <p:spPr>
            <a:xfrm>
              <a:off x="399604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g2265"/>
            <p:cNvSpPr/>
            <p:nvPr/>
          </p:nvSpPr>
          <p:spPr>
            <a:xfrm>
              <a:off x="400768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g2266"/>
            <p:cNvSpPr/>
            <p:nvPr/>
          </p:nvSpPr>
          <p:spPr>
            <a:xfrm>
              <a:off x="401932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g2267"/>
            <p:cNvSpPr/>
            <p:nvPr/>
          </p:nvSpPr>
          <p:spPr>
            <a:xfrm>
              <a:off x="403096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g2268"/>
            <p:cNvSpPr/>
            <p:nvPr/>
          </p:nvSpPr>
          <p:spPr>
            <a:xfrm>
              <a:off x="404259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g2269"/>
            <p:cNvSpPr/>
            <p:nvPr/>
          </p:nvSpPr>
          <p:spPr>
            <a:xfrm>
              <a:off x="405423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g2270"/>
            <p:cNvSpPr/>
            <p:nvPr/>
          </p:nvSpPr>
          <p:spPr>
            <a:xfrm>
              <a:off x="406587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g2271"/>
            <p:cNvSpPr/>
            <p:nvPr/>
          </p:nvSpPr>
          <p:spPr>
            <a:xfrm>
              <a:off x="407751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g2272"/>
            <p:cNvSpPr/>
            <p:nvPr/>
          </p:nvSpPr>
          <p:spPr>
            <a:xfrm>
              <a:off x="454300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g2273"/>
            <p:cNvSpPr/>
            <p:nvPr/>
          </p:nvSpPr>
          <p:spPr>
            <a:xfrm>
              <a:off x="455464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g2274"/>
            <p:cNvSpPr/>
            <p:nvPr/>
          </p:nvSpPr>
          <p:spPr>
            <a:xfrm>
              <a:off x="456627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g2275"/>
            <p:cNvSpPr/>
            <p:nvPr/>
          </p:nvSpPr>
          <p:spPr>
            <a:xfrm>
              <a:off x="457791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g2276"/>
            <p:cNvSpPr/>
            <p:nvPr/>
          </p:nvSpPr>
          <p:spPr>
            <a:xfrm>
              <a:off x="458955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g2277"/>
            <p:cNvSpPr/>
            <p:nvPr/>
          </p:nvSpPr>
          <p:spPr>
            <a:xfrm>
              <a:off x="362365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g2278"/>
            <p:cNvSpPr/>
            <p:nvPr/>
          </p:nvSpPr>
          <p:spPr>
            <a:xfrm>
              <a:off x="363529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g2279"/>
            <p:cNvSpPr/>
            <p:nvPr/>
          </p:nvSpPr>
          <p:spPr>
            <a:xfrm>
              <a:off x="364692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g2280"/>
            <p:cNvSpPr/>
            <p:nvPr/>
          </p:nvSpPr>
          <p:spPr>
            <a:xfrm>
              <a:off x="365856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g2281"/>
            <p:cNvSpPr/>
            <p:nvPr/>
          </p:nvSpPr>
          <p:spPr>
            <a:xfrm>
              <a:off x="36702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g2282"/>
            <p:cNvSpPr/>
            <p:nvPr/>
          </p:nvSpPr>
          <p:spPr>
            <a:xfrm>
              <a:off x="372839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g2283"/>
            <p:cNvSpPr/>
            <p:nvPr/>
          </p:nvSpPr>
          <p:spPr>
            <a:xfrm>
              <a:off x="374002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g2284"/>
            <p:cNvSpPr/>
            <p:nvPr/>
          </p:nvSpPr>
          <p:spPr>
            <a:xfrm>
              <a:off x="375166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g2285"/>
            <p:cNvSpPr/>
            <p:nvPr/>
          </p:nvSpPr>
          <p:spPr>
            <a:xfrm>
              <a:off x="376330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g2286"/>
            <p:cNvSpPr/>
            <p:nvPr/>
          </p:nvSpPr>
          <p:spPr>
            <a:xfrm>
              <a:off x="377493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g2287"/>
            <p:cNvSpPr/>
            <p:nvPr/>
          </p:nvSpPr>
          <p:spPr>
            <a:xfrm>
              <a:off x="378657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g2288"/>
            <p:cNvSpPr/>
            <p:nvPr/>
          </p:nvSpPr>
          <p:spPr>
            <a:xfrm>
              <a:off x="379821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g2289"/>
            <p:cNvSpPr/>
            <p:nvPr/>
          </p:nvSpPr>
          <p:spPr>
            <a:xfrm>
              <a:off x="380985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g2290"/>
            <p:cNvSpPr/>
            <p:nvPr/>
          </p:nvSpPr>
          <p:spPr>
            <a:xfrm>
              <a:off x="382148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g2291"/>
            <p:cNvSpPr/>
            <p:nvPr/>
          </p:nvSpPr>
          <p:spPr>
            <a:xfrm>
              <a:off x="383312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g2292"/>
            <p:cNvSpPr/>
            <p:nvPr/>
          </p:nvSpPr>
          <p:spPr>
            <a:xfrm>
              <a:off x="384476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g2293"/>
            <p:cNvSpPr/>
            <p:nvPr/>
          </p:nvSpPr>
          <p:spPr>
            <a:xfrm>
              <a:off x="385640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g2294"/>
            <p:cNvSpPr/>
            <p:nvPr/>
          </p:nvSpPr>
          <p:spPr>
            <a:xfrm>
              <a:off x="386803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g2295"/>
            <p:cNvSpPr/>
            <p:nvPr/>
          </p:nvSpPr>
          <p:spPr>
            <a:xfrm>
              <a:off x="387967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g2296"/>
            <p:cNvSpPr/>
            <p:nvPr/>
          </p:nvSpPr>
          <p:spPr>
            <a:xfrm>
              <a:off x="389131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g2297"/>
            <p:cNvSpPr/>
            <p:nvPr/>
          </p:nvSpPr>
          <p:spPr>
            <a:xfrm>
              <a:off x="390295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g2298"/>
            <p:cNvSpPr/>
            <p:nvPr/>
          </p:nvSpPr>
          <p:spPr>
            <a:xfrm>
              <a:off x="391458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g2299"/>
            <p:cNvSpPr/>
            <p:nvPr/>
          </p:nvSpPr>
          <p:spPr>
            <a:xfrm>
              <a:off x="392622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g2300"/>
            <p:cNvSpPr/>
            <p:nvPr/>
          </p:nvSpPr>
          <p:spPr>
            <a:xfrm>
              <a:off x="393786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g2301"/>
            <p:cNvSpPr/>
            <p:nvPr/>
          </p:nvSpPr>
          <p:spPr>
            <a:xfrm>
              <a:off x="394949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g2302"/>
            <p:cNvSpPr/>
            <p:nvPr/>
          </p:nvSpPr>
          <p:spPr>
            <a:xfrm>
              <a:off x="396113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g2303"/>
            <p:cNvSpPr/>
            <p:nvPr/>
          </p:nvSpPr>
          <p:spPr>
            <a:xfrm>
              <a:off x="397277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g2304"/>
            <p:cNvSpPr/>
            <p:nvPr/>
          </p:nvSpPr>
          <p:spPr>
            <a:xfrm>
              <a:off x="398441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g2305"/>
            <p:cNvSpPr/>
            <p:nvPr/>
          </p:nvSpPr>
          <p:spPr>
            <a:xfrm>
              <a:off x="399604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g2306"/>
            <p:cNvSpPr/>
            <p:nvPr/>
          </p:nvSpPr>
          <p:spPr>
            <a:xfrm>
              <a:off x="400768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g2307"/>
            <p:cNvSpPr/>
            <p:nvPr/>
          </p:nvSpPr>
          <p:spPr>
            <a:xfrm>
              <a:off x="401932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g2308"/>
            <p:cNvSpPr/>
            <p:nvPr/>
          </p:nvSpPr>
          <p:spPr>
            <a:xfrm>
              <a:off x="403096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g2309"/>
            <p:cNvSpPr/>
            <p:nvPr/>
          </p:nvSpPr>
          <p:spPr>
            <a:xfrm>
              <a:off x="404259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g2310"/>
            <p:cNvSpPr/>
            <p:nvPr/>
          </p:nvSpPr>
          <p:spPr>
            <a:xfrm>
              <a:off x="405423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g2311"/>
            <p:cNvSpPr/>
            <p:nvPr/>
          </p:nvSpPr>
          <p:spPr>
            <a:xfrm>
              <a:off x="406587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g2312"/>
            <p:cNvSpPr/>
            <p:nvPr/>
          </p:nvSpPr>
          <p:spPr>
            <a:xfrm>
              <a:off x="407751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g2313"/>
            <p:cNvSpPr/>
            <p:nvPr/>
          </p:nvSpPr>
          <p:spPr>
            <a:xfrm>
              <a:off x="408914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g2314"/>
            <p:cNvSpPr/>
            <p:nvPr/>
          </p:nvSpPr>
          <p:spPr>
            <a:xfrm>
              <a:off x="412405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g2315"/>
            <p:cNvSpPr/>
            <p:nvPr/>
          </p:nvSpPr>
          <p:spPr>
            <a:xfrm>
              <a:off x="45430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g2316"/>
            <p:cNvSpPr/>
            <p:nvPr/>
          </p:nvSpPr>
          <p:spPr>
            <a:xfrm>
              <a:off x="455464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g2317"/>
            <p:cNvSpPr/>
            <p:nvPr/>
          </p:nvSpPr>
          <p:spPr>
            <a:xfrm>
              <a:off x="456627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g2318"/>
            <p:cNvSpPr/>
            <p:nvPr/>
          </p:nvSpPr>
          <p:spPr>
            <a:xfrm>
              <a:off x="457791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g2319"/>
            <p:cNvSpPr/>
            <p:nvPr/>
          </p:nvSpPr>
          <p:spPr>
            <a:xfrm>
              <a:off x="458955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g2320"/>
            <p:cNvSpPr/>
            <p:nvPr/>
          </p:nvSpPr>
          <p:spPr>
            <a:xfrm>
              <a:off x="361201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g2321"/>
            <p:cNvSpPr/>
            <p:nvPr/>
          </p:nvSpPr>
          <p:spPr>
            <a:xfrm>
              <a:off x="362365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g2322"/>
            <p:cNvSpPr/>
            <p:nvPr/>
          </p:nvSpPr>
          <p:spPr>
            <a:xfrm>
              <a:off x="363529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g2323"/>
            <p:cNvSpPr/>
            <p:nvPr/>
          </p:nvSpPr>
          <p:spPr>
            <a:xfrm>
              <a:off x="364692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g2324"/>
            <p:cNvSpPr/>
            <p:nvPr/>
          </p:nvSpPr>
          <p:spPr>
            <a:xfrm>
              <a:off x="365856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g2325"/>
            <p:cNvSpPr/>
            <p:nvPr/>
          </p:nvSpPr>
          <p:spPr>
            <a:xfrm>
              <a:off x="367020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g2326"/>
            <p:cNvSpPr/>
            <p:nvPr/>
          </p:nvSpPr>
          <p:spPr>
            <a:xfrm>
              <a:off x="36818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g2327"/>
            <p:cNvSpPr/>
            <p:nvPr/>
          </p:nvSpPr>
          <p:spPr>
            <a:xfrm>
              <a:off x="36934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g2328"/>
            <p:cNvSpPr/>
            <p:nvPr/>
          </p:nvSpPr>
          <p:spPr>
            <a:xfrm>
              <a:off x="37051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g2329"/>
            <p:cNvSpPr/>
            <p:nvPr/>
          </p:nvSpPr>
          <p:spPr>
            <a:xfrm>
              <a:off x="37167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g2330"/>
            <p:cNvSpPr/>
            <p:nvPr/>
          </p:nvSpPr>
          <p:spPr>
            <a:xfrm>
              <a:off x="372839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g2331"/>
            <p:cNvSpPr/>
            <p:nvPr/>
          </p:nvSpPr>
          <p:spPr>
            <a:xfrm>
              <a:off x="374002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g2332"/>
            <p:cNvSpPr/>
            <p:nvPr/>
          </p:nvSpPr>
          <p:spPr>
            <a:xfrm>
              <a:off x="375166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g2333"/>
            <p:cNvSpPr/>
            <p:nvPr/>
          </p:nvSpPr>
          <p:spPr>
            <a:xfrm>
              <a:off x="376330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g2334"/>
            <p:cNvSpPr/>
            <p:nvPr/>
          </p:nvSpPr>
          <p:spPr>
            <a:xfrm>
              <a:off x="377493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g2335"/>
            <p:cNvSpPr/>
            <p:nvPr/>
          </p:nvSpPr>
          <p:spPr>
            <a:xfrm>
              <a:off x="378657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g2336"/>
            <p:cNvSpPr/>
            <p:nvPr/>
          </p:nvSpPr>
          <p:spPr>
            <a:xfrm>
              <a:off x="379821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g2337"/>
            <p:cNvSpPr/>
            <p:nvPr/>
          </p:nvSpPr>
          <p:spPr>
            <a:xfrm>
              <a:off x="380985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g2338"/>
            <p:cNvSpPr/>
            <p:nvPr/>
          </p:nvSpPr>
          <p:spPr>
            <a:xfrm>
              <a:off x="382148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g2339"/>
            <p:cNvSpPr/>
            <p:nvPr/>
          </p:nvSpPr>
          <p:spPr>
            <a:xfrm>
              <a:off x="383312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g2340"/>
            <p:cNvSpPr/>
            <p:nvPr/>
          </p:nvSpPr>
          <p:spPr>
            <a:xfrm>
              <a:off x="384476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g2341"/>
            <p:cNvSpPr/>
            <p:nvPr/>
          </p:nvSpPr>
          <p:spPr>
            <a:xfrm>
              <a:off x="385640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g2342"/>
            <p:cNvSpPr/>
            <p:nvPr/>
          </p:nvSpPr>
          <p:spPr>
            <a:xfrm>
              <a:off x="386803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g2343"/>
            <p:cNvSpPr/>
            <p:nvPr/>
          </p:nvSpPr>
          <p:spPr>
            <a:xfrm>
              <a:off x="387967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g2344"/>
            <p:cNvSpPr/>
            <p:nvPr/>
          </p:nvSpPr>
          <p:spPr>
            <a:xfrm>
              <a:off x="389131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g2345"/>
            <p:cNvSpPr/>
            <p:nvPr/>
          </p:nvSpPr>
          <p:spPr>
            <a:xfrm>
              <a:off x="390295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g2346"/>
            <p:cNvSpPr/>
            <p:nvPr/>
          </p:nvSpPr>
          <p:spPr>
            <a:xfrm>
              <a:off x="391458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g2347"/>
            <p:cNvSpPr/>
            <p:nvPr/>
          </p:nvSpPr>
          <p:spPr>
            <a:xfrm>
              <a:off x="392622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g2348"/>
            <p:cNvSpPr/>
            <p:nvPr/>
          </p:nvSpPr>
          <p:spPr>
            <a:xfrm>
              <a:off x="393786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g2349"/>
            <p:cNvSpPr/>
            <p:nvPr/>
          </p:nvSpPr>
          <p:spPr>
            <a:xfrm>
              <a:off x="394949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g2350"/>
            <p:cNvSpPr/>
            <p:nvPr/>
          </p:nvSpPr>
          <p:spPr>
            <a:xfrm>
              <a:off x="396113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g2351"/>
            <p:cNvSpPr/>
            <p:nvPr/>
          </p:nvSpPr>
          <p:spPr>
            <a:xfrm>
              <a:off x="397277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g2352"/>
            <p:cNvSpPr/>
            <p:nvPr/>
          </p:nvSpPr>
          <p:spPr>
            <a:xfrm>
              <a:off x="398441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g2353"/>
            <p:cNvSpPr/>
            <p:nvPr/>
          </p:nvSpPr>
          <p:spPr>
            <a:xfrm>
              <a:off x="399604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g2354"/>
            <p:cNvSpPr/>
            <p:nvPr/>
          </p:nvSpPr>
          <p:spPr>
            <a:xfrm>
              <a:off x="400768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g2355"/>
            <p:cNvSpPr/>
            <p:nvPr/>
          </p:nvSpPr>
          <p:spPr>
            <a:xfrm>
              <a:off x="401932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g2356"/>
            <p:cNvSpPr/>
            <p:nvPr/>
          </p:nvSpPr>
          <p:spPr>
            <a:xfrm>
              <a:off x="403096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g2357"/>
            <p:cNvSpPr/>
            <p:nvPr/>
          </p:nvSpPr>
          <p:spPr>
            <a:xfrm>
              <a:off x="404259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g2358"/>
            <p:cNvSpPr/>
            <p:nvPr/>
          </p:nvSpPr>
          <p:spPr>
            <a:xfrm>
              <a:off x="405423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g2359"/>
            <p:cNvSpPr/>
            <p:nvPr/>
          </p:nvSpPr>
          <p:spPr>
            <a:xfrm>
              <a:off x="406587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g2360"/>
            <p:cNvSpPr/>
            <p:nvPr/>
          </p:nvSpPr>
          <p:spPr>
            <a:xfrm>
              <a:off x="407751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g2361"/>
            <p:cNvSpPr/>
            <p:nvPr/>
          </p:nvSpPr>
          <p:spPr>
            <a:xfrm>
              <a:off x="408914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g2362"/>
            <p:cNvSpPr/>
            <p:nvPr/>
          </p:nvSpPr>
          <p:spPr>
            <a:xfrm>
              <a:off x="410078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g2363"/>
            <p:cNvSpPr/>
            <p:nvPr/>
          </p:nvSpPr>
          <p:spPr>
            <a:xfrm>
              <a:off x="411242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g2364"/>
            <p:cNvSpPr/>
            <p:nvPr/>
          </p:nvSpPr>
          <p:spPr>
            <a:xfrm>
              <a:off x="412405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g2365"/>
            <p:cNvSpPr/>
            <p:nvPr/>
          </p:nvSpPr>
          <p:spPr>
            <a:xfrm>
              <a:off x="413569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g2366"/>
            <p:cNvSpPr/>
            <p:nvPr/>
          </p:nvSpPr>
          <p:spPr>
            <a:xfrm>
              <a:off x="414733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g2367"/>
            <p:cNvSpPr/>
            <p:nvPr/>
          </p:nvSpPr>
          <p:spPr>
            <a:xfrm>
              <a:off x="45546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g2368"/>
            <p:cNvSpPr/>
            <p:nvPr/>
          </p:nvSpPr>
          <p:spPr>
            <a:xfrm>
              <a:off x="45662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g2369"/>
            <p:cNvSpPr/>
            <p:nvPr/>
          </p:nvSpPr>
          <p:spPr>
            <a:xfrm>
              <a:off x="45779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g2370"/>
            <p:cNvSpPr/>
            <p:nvPr/>
          </p:nvSpPr>
          <p:spPr>
            <a:xfrm>
              <a:off x="45895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g2371"/>
            <p:cNvSpPr/>
            <p:nvPr/>
          </p:nvSpPr>
          <p:spPr>
            <a:xfrm>
              <a:off x="360037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g2372"/>
            <p:cNvSpPr/>
            <p:nvPr/>
          </p:nvSpPr>
          <p:spPr>
            <a:xfrm>
              <a:off x="361201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g2373"/>
            <p:cNvSpPr/>
            <p:nvPr/>
          </p:nvSpPr>
          <p:spPr>
            <a:xfrm>
              <a:off x="362365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BF">
                <a:alpha val="100000"/>
              </a:srgbClr>
            </a:solidFill>
            <a:ln w="5420" cap="flat">
              <a:solidFill>
                <a:srgbClr val="91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g2374"/>
            <p:cNvSpPr/>
            <p:nvPr/>
          </p:nvSpPr>
          <p:spPr>
            <a:xfrm>
              <a:off x="363529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g2375"/>
            <p:cNvSpPr/>
            <p:nvPr/>
          </p:nvSpPr>
          <p:spPr>
            <a:xfrm>
              <a:off x="364692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g2376"/>
            <p:cNvSpPr/>
            <p:nvPr/>
          </p:nvSpPr>
          <p:spPr>
            <a:xfrm>
              <a:off x="365856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g2377"/>
            <p:cNvSpPr/>
            <p:nvPr/>
          </p:nvSpPr>
          <p:spPr>
            <a:xfrm>
              <a:off x="367020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g2378"/>
            <p:cNvSpPr/>
            <p:nvPr/>
          </p:nvSpPr>
          <p:spPr>
            <a:xfrm>
              <a:off x="36818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g2379"/>
            <p:cNvSpPr/>
            <p:nvPr/>
          </p:nvSpPr>
          <p:spPr>
            <a:xfrm>
              <a:off x="36934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g2380"/>
            <p:cNvSpPr/>
            <p:nvPr/>
          </p:nvSpPr>
          <p:spPr>
            <a:xfrm>
              <a:off x="37051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g2381"/>
            <p:cNvSpPr/>
            <p:nvPr/>
          </p:nvSpPr>
          <p:spPr>
            <a:xfrm>
              <a:off x="37167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g2382"/>
            <p:cNvSpPr/>
            <p:nvPr/>
          </p:nvSpPr>
          <p:spPr>
            <a:xfrm>
              <a:off x="37283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g2383"/>
            <p:cNvSpPr/>
            <p:nvPr/>
          </p:nvSpPr>
          <p:spPr>
            <a:xfrm>
              <a:off x="374002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g2384"/>
            <p:cNvSpPr/>
            <p:nvPr/>
          </p:nvSpPr>
          <p:spPr>
            <a:xfrm>
              <a:off x="375166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g2385"/>
            <p:cNvSpPr/>
            <p:nvPr/>
          </p:nvSpPr>
          <p:spPr>
            <a:xfrm>
              <a:off x="376330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g2386"/>
            <p:cNvSpPr/>
            <p:nvPr/>
          </p:nvSpPr>
          <p:spPr>
            <a:xfrm>
              <a:off x="377493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g2387"/>
            <p:cNvSpPr/>
            <p:nvPr/>
          </p:nvSpPr>
          <p:spPr>
            <a:xfrm>
              <a:off x="378657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g2388"/>
            <p:cNvSpPr/>
            <p:nvPr/>
          </p:nvSpPr>
          <p:spPr>
            <a:xfrm>
              <a:off x="379821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g2389"/>
            <p:cNvSpPr/>
            <p:nvPr/>
          </p:nvSpPr>
          <p:spPr>
            <a:xfrm>
              <a:off x="380985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g2390"/>
            <p:cNvSpPr/>
            <p:nvPr/>
          </p:nvSpPr>
          <p:spPr>
            <a:xfrm>
              <a:off x="382148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g2391"/>
            <p:cNvSpPr/>
            <p:nvPr/>
          </p:nvSpPr>
          <p:spPr>
            <a:xfrm>
              <a:off x="383312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g2392"/>
            <p:cNvSpPr/>
            <p:nvPr/>
          </p:nvSpPr>
          <p:spPr>
            <a:xfrm>
              <a:off x="384476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g2393"/>
            <p:cNvSpPr/>
            <p:nvPr/>
          </p:nvSpPr>
          <p:spPr>
            <a:xfrm>
              <a:off x="385640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g2394"/>
            <p:cNvSpPr/>
            <p:nvPr/>
          </p:nvSpPr>
          <p:spPr>
            <a:xfrm>
              <a:off x="386803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g2395"/>
            <p:cNvSpPr/>
            <p:nvPr/>
          </p:nvSpPr>
          <p:spPr>
            <a:xfrm>
              <a:off x="387967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g2396"/>
            <p:cNvSpPr/>
            <p:nvPr/>
          </p:nvSpPr>
          <p:spPr>
            <a:xfrm>
              <a:off x="389131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g2397"/>
            <p:cNvSpPr/>
            <p:nvPr/>
          </p:nvSpPr>
          <p:spPr>
            <a:xfrm>
              <a:off x="390295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g2398"/>
            <p:cNvSpPr/>
            <p:nvPr/>
          </p:nvSpPr>
          <p:spPr>
            <a:xfrm>
              <a:off x="391458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g2399"/>
            <p:cNvSpPr/>
            <p:nvPr/>
          </p:nvSpPr>
          <p:spPr>
            <a:xfrm>
              <a:off x="392622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g2400"/>
            <p:cNvSpPr/>
            <p:nvPr/>
          </p:nvSpPr>
          <p:spPr>
            <a:xfrm>
              <a:off x="393786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g2401"/>
            <p:cNvSpPr/>
            <p:nvPr/>
          </p:nvSpPr>
          <p:spPr>
            <a:xfrm>
              <a:off x="394949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9BC">
                <a:alpha val="100000"/>
              </a:srgbClr>
            </a:solidFill>
            <a:ln w="5420" cap="flat">
              <a:solidFill>
                <a:srgbClr val="89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g2402"/>
            <p:cNvSpPr/>
            <p:nvPr/>
          </p:nvSpPr>
          <p:spPr>
            <a:xfrm>
              <a:off x="396113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g2403"/>
            <p:cNvSpPr/>
            <p:nvPr/>
          </p:nvSpPr>
          <p:spPr>
            <a:xfrm>
              <a:off x="397277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g2404"/>
            <p:cNvSpPr/>
            <p:nvPr/>
          </p:nvSpPr>
          <p:spPr>
            <a:xfrm>
              <a:off x="398441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g2405"/>
            <p:cNvSpPr/>
            <p:nvPr/>
          </p:nvSpPr>
          <p:spPr>
            <a:xfrm>
              <a:off x="399604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g2406"/>
            <p:cNvSpPr/>
            <p:nvPr/>
          </p:nvSpPr>
          <p:spPr>
            <a:xfrm>
              <a:off x="400768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g2407"/>
            <p:cNvSpPr/>
            <p:nvPr/>
          </p:nvSpPr>
          <p:spPr>
            <a:xfrm>
              <a:off x="401932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g2408"/>
            <p:cNvSpPr/>
            <p:nvPr/>
          </p:nvSpPr>
          <p:spPr>
            <a:xfrm>
              <a:off x="403096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g2409"/>
            <p:cNvSpPr/>
            <p:nvPr/>
          </p:nvSpPr>
          <p:spPr>
            <a:xfrm>
              <a:off x="404259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g2410"/>
            <p:cNvSpPr/>
            <p:nvPr/>
          </p:nvSpPr>
          <p:spPr>
            <a:xfrm>
              <a:off x="405423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g2411"/>
            <p:cNvSpPr/>
            <p:nvPr/>
          </p:nvSpPr>
          <p:spPr>
            <a:xfrm>
              <a:off x="406587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g2412"/>
            <p:cNvSpPr/>
            <p:nvPr/>
          </p:nvSpPr>
          <p:spPr>
            <a:xfrm>
              <a:off x="407751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g2413"/>
            <p:cNvSpPr/>
            <p:nvPr/>
          </p:nvSpPr>
          <p:spPr>
            <a:xfrm>
              <a:off x="408914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g2414"/>
            <p:cNvSpPr/>
            <p:nvPr/>
          </p:nvSpPr>
          <p:spPr>
            <a:xfrm>
              <a:off x="410078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g2415"/>
            <p:cNvSpPr/>
            <p:nvPr/>
          </p:nvSpPr>
          <p:spPr>
            <a:xfrm>
              <a:off x="411242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g2416"/>
            <p:cNvSpPr/>
            <p:nvPr/>
          </p:nvSpPr>
          <p:spPr>
            <a:xfrm>
              <a:off x="412405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g2417"/>
            <p:cNvSpPr/>
            <p:nvPr/>
          </p:nvSpPr>
          <p:spPr>
            <a:xfrm>
              <a:off x="413569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g2418"/>
            <p:cNvSpPr/>
            <p:nvPr/>
          </p:nvSpPr>
          <p:spPr>
            <a:xfrm>
              <a:off x="414733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g2419"/>
            <p:cNvSpPr/>
            <p:nvPr/>
          </p:nvSpPr>
          <p:spPr>
            <a:xfrm>
              <a:off x="426370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g2420"/>
            <p:cNvSpPr/>
            <p:nvPr/>
          </p:nvSpPr>
          <p:spPr>
            <a:xfrm>
              <a:off x="427534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g2421"/>
            <p:cNvSpPr/>
            <p:nvPr/>
          </p:nvSpPr>
          <p:spPr>
            <a:xfrm>
              <a:off x="428698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g2422"/>
            <p:cNvSpPr/>
            <p:nvPr/>
          </p:nvSpPr>
          <p:spPr>
            <a:xfrm>
              <a:off x="429861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g2423"/>
            <p:cNvSpPr/>
            <p:nvPr/>
          </p:nvSpPr>
          <p:spPr>
            <a:xfrm>
              <a:off x="45546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g2424"/>
            <p:cNvSpPr/>
            <p:nvPr/>
          </p:nvSpPr>
          <p:spPr>
            <a:xfrm>
              <a:off x="45662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g2425"/>
            <p:cNvSpPr/>
            <p:nvPr/>
          </p:nvSpPr>
          <p:spPr>
            <a:xfrm>
              <a:off x="45779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g2426"/>
            <p:cNvSpPr/>
            <p:nvPr/>
          </p:nvSpPr>
          <p:spPr>
            <a:xfrm>
              <a:off x="45895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g2427"/>
            <p:cNvSpPr/>
            <p:nvPr/>
          </p:nvSpPr>
          <p:spPr>
            <a:xfrm>
              <a:off x="46011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g2428"/>
            <p:cNvSpPr/>
            <p:nvPr/>
          </p:nvSpPr>
          <p:spPr>
            <a:xfrm>
              <a:off x="32512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g2429"/>
            <p:cNvSpPr/>
            <p:nvPr/>
          </p:nvSpPr>
          <p:spPr>
            <a:xfrm>
              <a:off x="326289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g2430"/>
            <p:cNvSpPr/>
            <p:nvPr/>
          </p:nvSpPr>
          <p:spPr>
            <a:xfrm>
              <a:off x="360037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g2431"/>
            <p:cNvSpPr/>
            <p:nvPr/>
          </p:nvSpPr>
          <p:spPr>
            <a:xfrm>
              <a:off x="361201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g2432"/>
            <p:cNvSpPr/>
            <p:nvPr/>
          </p:nvSpPr>
          <p:spPr>
            <a:xfrm>
              <a:off x="362365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g2433"/>
            <p:cNvSpPr/>
            <p:nvPr/>
          </p:nvSpPr>
          <p:spPr>
            <a:xfrm>
              <a:off x="363529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g2434"/>
            <p:cNvSpPr/>
            <p:nvPr/>
          </p:nvSpPr>
          <p:spPr>
            <a:xfrm>
              <a:off x="364692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g2435"/>
            <p:cNvSpPr/>
            <p:nvPr/>
          </p:nvSpPr>
          <p:spPr>
            <a:xfrm>
              <a:off x="365856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g2436"/>
            <p:cNvSpPr/>
            <p:nvPr/>
          </p:nvSpPr>
          <p:spPr>
            <a:xfrm>
              <a:off x="367020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g2437"/>
            <p:cNvSpPr/>
            <p:nvPr/>
          </p:nvSpPr>
          <p:spPr>
            <a:xfrm>
              <a:off x="36818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g2438"/>
            <p:cNvSpPr/>
            <p:nvPr/>
          </p:nvSpPr>
          <p:spPr>
            <a:xfrm>
              <a:off x="36934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g2439"/>
            <p:cNvSpPr/>
            <p:nvPr/>
          </p:nvSpPr>
          <p:spPr>
            <a:xfrm>
              <a:off x="37051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g2440"/>
            <p:cNvSpPr/>
            <p:nvPr/>
          </p:nvSpPr>
          <p:spPr>
            <a:xfrm>
              <a:off x="37167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g2441"/>
            <p:cNvSpPr/>
            <p:nvPr/>
          </p:nvSpPr>
          <p:spPr>
            <a:xfrm>
              <a:off x="37283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g2442"/>
            <p:cNvSpPr/>
            <p:nvPr/>
          </p:nvSpPr>
          <p:spPr>
            <a:xfrm>
              <a:off x="374002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g2443"/>
            <p:cNvSpPr/>
            <p:nvPr/>
          </p:nvSpPr>
          <p:spPr>
            <a:xfrm>
              <a:off x="375166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g2444"/>
            <p:cNvSpPr/>
            <p:nvPr/>
          </p:nvSpPr>
          <p:spPr>
            <a:xfrm>
              <a:off x="376330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g2445"/>
            <p:cNvSpPr/>
            <p:nvPr/>
          </p:nvSpPr>
          <p:spPr>
            <a:xfrm>
              <a:off x="377493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g2446"/>
            <p:cNvSpPr/>
            <p:nvPr/>
          </p:nvSpPr>
          <p:spPr>
            <a:xfrm>
              <a:off x="378657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g2447"/>
            <p:cNvSpPr/>
            <p:nvPr/>
          </p:nvSpPr>
          <p:spPr>
            <a:xfrm>
              <a:off x="379821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g2448"/>
            <p:cNvSpPr/>
            <p:nvPr/>
          </p:nvSpPr>
          <p:spPr>
            <a:xfrm>
              <a:off x="380985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g2449"/>
            <p:cNvSpPr/>
            <p:nvPr/>
          </p:nvSpPr>
          <p:spPr>
            <a:xfrm>
              <a:off x="382148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g2450"/>
            <p:cNvSpPr/>
            <p:nvPr/>
          </p:nvSpPr>
          <p:spPr>
            <a:xfrm>
              <a:off x="383312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g2451"/>
            <p:cNvSpPr/>
            <p:nvPr/>
          </p:nvSpPr>
          <p:spPr>
            <a:xfrm>
              <a:off x="384476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g2452"/>
            <p:cNvSpPr/>
            <p:nvPr/>
          </p:nvSpPr>
          <p:spPr>
            <a:xfrm>
              <a:off x="385640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g2453"/>
            <p:cNvSpPr/>
            <p:nvPr/>
          </p:nvSpPr>
          <p:spPr>
            <a:xfrm>
              <a:off x="386803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g2454"/>
            <p:cNvSpPr/>
            <p:nvPr/>
          </p:nvSpPr>
          <p:spPr>
            <a:xfrm>
              <a:off x="387967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g2455"/>
            <p:cNvSpPr/>
            <p:nvPr/>
          </p:nvSpPr>
          <p:spPr>
            <a:xfrm>
              <a:off x="389131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g2456"/>
            <p:cNvSpPr/>
            <p:nvPr/>
          </p:nvSpPr>
          <p:spPr>
            <a:xfrm>
              <a:off x="390295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g2457"/>
            <p:cNvSpPr/>
            <p:nvPr/>
          </p:nvSpPr>
          <p:spPr>
            <a:xfrm>
              <a:off x="391458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g2458"/>
            <p:cNvSpPr/>
            <p:nvPr/>
          </p:nvSpPr>
          <p:spPr>
            <a:xfrm>
              <a:off x="392622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g2459"/>
            <p:cNvSpPr/>
            <p:nvPr/>
          </p:nvSpPr>
          <p:spPr>
            <a:xfrm>
              <a:off x="393786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g2460"/>
            <p:cNvSpPr/>
            <p:nvPr/>
          </p:nvSpPr>
          <p:spPr>
            <a:xfrm>
              <a:off x="394949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g2461"/>
            <p:cNvSpPr/>
            <p:nvPr/>
          </p:nvSpPr>
          <p:spPr>
            <a:xfrm>
              <a:off x="396113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g2462"/>
            <p:cNvSpPr/>
            <p:nvPr/>
          </p:nvSpPr>
          <p:spPr>
            <a:xfrm>
              <a:off x="397277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g2463"/>
            <p:cNvSpPr/>
            <p:nvPr/>
          </p:nvSpPr>
          <p:spPr>
            <a:xfrm>
              <a:off x="398441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g2464"/>
            <p:cNvSpPr/>
            <p:nvPr/>
          </p:nvSpPr>
          <p:spPr>
            <a:xfrm>
              <a:off x="399604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g2465"/>
            <p:cNvSpPr/>
            <p:nvPr/>
          </p:nvSpPr>
          <p:spPr>
            <a:xfrm>
              <a:off x="400768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g2466"/>
            <p:cNvSpPr/>
            <p:nvPr/>
          </p:nvSpPr>
          <p:spPr>
            <a:xfrm>
              <a:off x="401932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g2467"/>
            <p:cNvSpPr/>
            <p:nvPr/>
          </p:nvSpPr>
          <p:spPr>
            <a:xfrm>
              <a:off x="403096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g2468"/>
            <p:cNvSpPr/>
            <p:nvPr/>
          </p:nvSpPr>
          <p:spPr>
            <a:xfrm>
              <a:off x="404259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g2469"/>
            <p:cNvSpPr/>
            <p:nvPr/>
          </p:nvSpPr>
          <p:spPr>
            <a:xfrm>
              <a:off x="405423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g2470"/>
            <p:cNvSpPr/>
            <p:nvPr/>
          </p:nvSpPr>
          <p:spPr>
            <a:xfrm>
              <a:off x="406587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g2471"/>
            <p:cNvSpPr/>
            <p:nvPr/>
          </p:nvSpPr>
          <p:spPr>
            <a:xfrm>
              <a:off x="407751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g2472"/>
            <p:cNvSpPr/>
            <p:nvPr/>
          </p:nvSpPr>
          <p:spPr>
            <a:xfrm>
              <a:off x="408914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g2473"/>
            <p:cNvSpPr/>
            <p:nvPr/>
          </p:nvSpPr>
          <p:spPr>
            <a:xfrm>
              <a:off x="410078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g2474"/>
            <p:cNvSpPr/>
            <p:nvPr/>
          </p:nvSpPr>
          <p:spPr>
            <a:xfrm>
              <a:off x="411242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g2475"/>
            <p:cNvSpPr/>
            <p:nvPr/>
          </p:nvSpPr>
          <p:spPr>
            <a:xfrm>
              <a:off x="41240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g2476"/>
            <p:cNvSpPr/>
            <p:nvPr/>
          </p:nvSpPr>
          <p:spPr>
            <a:xfrm>
              <a:off x="413569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g2477"/>
            <p:cNvSpPr/>
            <p:nvPr/>
          </p:nvSpPr>
          <p:spPr>
            <a:xfrm>
              <a:off x="414733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g2478"/>
            <p:cNvSpPr/>
            <p:nvPr/>
          </p:nvSpPr>
          <p:spPr>
            <a:xfrm>
              <a:off x="425207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g2479"/>
            <p:cNvSpPr/>
            <p:nvPr/>
          </p:nvSpPr>
          <p:spPr>
            <a:xfrm>
              <a:off x="426370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g2480"/>
            <p:cNvSpPr/>
            <p:nvPr/>
          </p:nvSpPr>
          <p:spPr>
            <a:xfrm>
              <a:off x="427534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g2481"/>
            <p:cNvSpPr/>
            <p:nvPr/>
          </p:nvSpPr>
          <p:spPr>
            <a:xfrm>
              <a:off x="428698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g2482"/>
            <p:cNvSpPr/>
            <p:nvPr/>
          </p:nvSpPr>
          <p:spPr>
            <a:xfrm>
              <a:off x="429861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g2483"/>
            <p:cNvSpPr/>
            <p:nvPr/>
          </p:nvSpPr>
          <p:spPr>
            <a:xfrm>
              <a:off x="431025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g2484"/>
            <p:cNvSpPr/>
            <p:nvPr/>
          </p:nvSpPr>
          <p:spPr>
            <a:xfrm>
              <a:off x="432189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g2485"/>
            <p:cNvSpPr/>
            <p:nvPr/>
          </p:nvSpPr>
          <p:spPr>
            <a:xfrm>
              <a:off x="45546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g2486"/>
            <p:cNvSpPr/>
            <p:nvPr/>
          </p:nvSpPr>
          <p:spPr>
            <a:xfrm>
              <a:off x="45662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g2487"/>
            <p:cNvSpPr/>
            <p:nvPr/>
          </p:nvSpPr>
          <p:spPr>
            <a:xfrm>
              <a:off x="45779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g2488"/>
            <p:cNvSpPr/>
            <p:nvPr/>
          </p:nvSpPr>
          <p:spPr>
            <a:xfrm>
              <a:off x="45895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g2489"/>
            <p:cNvSpPr/>
            <p:nvPr/>
          </p:nvSpPr>
          <p:spPr>
            <a:xfrm>
              <a:off x="46011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g2490"/>
            <p:cNvSpPr/>
            <p:nvPr/>
          </p:nvSpPr>
          <p:spPr>
            <a:xfrm>
              <a:off x="32396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g2491"/>
            <p:cNvSpPr/>
            <p:nvPr/>
          </p:nvSpPr>
          <p:spPr>
            <a:xfrm>
              <a:off x="32512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g2492"/>
            <p:cNvSpPr/>
            <p:nvPr/>
          </p:nvSpPr>
          <p:spPr>
            <a:xfrm>
              <a:off x="326289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g2493"/>
            <p:cNvSpPr/>
            <p:nvPr/>
          </p:nvSpPr>
          <p:spPr>
            <a:xfrm>
              <a:off x="32745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g2494"/>
            <p:cNvSpPr/>
            <p:nvPr/>
          </p:nvSpPr>
          <p:spPr>
            <a:xfrm>
              <a:off x="32861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g2495"/>
            <p:cNvSpPr/>
            <p:nvPr/>
          </p:nvSpPr>
          <p:spPr>
            <a:xfrm>
              <a:off x="360037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g2496"/>
            <p:cNvSpPr/>
            <p:nvPr/>
          </p:nvSpPr>
          <p:spPr>
            <a:xfrm>
              <a:off x="361201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g2497"/>
            <p:cNvSpPr/>
            <p:nvPr/>
          </p:nvSpPr>
          <p:spPr>
            <a:xfrm>
              <a:off x="362365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g2498"/>
            <p:cNvSpPr/>
            <p:nvPr/>
          </p:nvSpPr>
          <p:spPr>
            <a:xfrm>
              <a:off x="363529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g2499"/>
            <p:cNvSpPr/>
            <p:nvPr/>
          </p:nvSpPr>
          <p:spPr>
            <a:xfrm>
              <a:off x="364692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g2500"/>
            <p:cNvSpPr/>
            <p:nvPr/>
          </p:nvSpPr>
          <p:spPr>
            <a:xfrm>
              <a:off x="365856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g2501"/>
            <p:cNvSpPr/>
            <p:nvPr/>
          </p:nvSpPr>
          <p:spPr>
            <a:xfrm>
              <a:off x="367020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g2502"/>
            <p:cNvSpPr/>
            <p:nvPr/>
          </p:nvSpPr>
          <p:spPr>
            <a:xfrm>
              <a:off x="36818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g2503"/>
            <p:cNvSpPr/>
            <p:nvPr/>
          </p:nvSpPr>
          <p:spPr>
            <a:xfrm>
              <a:off x="36934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g2504"/>
            <p:cNvSpPr/>
            <p:nvPr/>
          </p:nvSpPr>
          <p:spPr>
            <a:xfrm>
              <a:off x="37051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g2505"/>
            <p:cNvSpPr/>
            <p:nvPr/>
          </p:nvSpPr>
          <p:spPr>
            <a:xfrm>
              <a:off x="37167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g2506"/>
            <p:cNvSpPr/>
            <p:nvPr/>
          </p:nvSpPr>
          <p:spPr>
            <a:xfrm>
              <a:off x="37283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g2507"/>
            <p:cNvSpPr/>
            <p:nvPr/>
          </p:nvSpPr>
          <p:spPr>
            <a:xfrm>
              <a:off x="374002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g2508"/>
            <p:cNvSpPr/>
            <p:nvPr/>
          </p:nvSpPr>
          <p:spPr>
            <a:xfrm>
              <a:off x="375166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g2509"/>
            <p:cNvSpPr/>
            <p:nvPr/>
          </p:nvSpPr>
          <p:spPr>
            <a:xfrm>
              <a:off x="385640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g2510"/>
            <p:cNvSpPr/>
            <p:nvPr/>
          </p:nvSpPr>
          <p:spPr>
            <a:xfrm>
              <a:off x="386803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g2511"/>
            <p:cNvSpPr/>
            <p:nvPr/>
          </p:nvSpPr>
          <p:spPr>
            <a:xfrm>
              <a:off x="387967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g2512"/>
            <p:cNvSpPr/>
            <p:nvPr/>
          </p:nvSpPr>
          <p:spPr>
            <a:xfrm>
              <a:off x="389131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g2513"/>
            <p:cNvSpPr/>
            <p:nvPr/>
          </p:nvSpPr>
          <p:spPr>
            <a:xfrm>
              <a:off x="390295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g2514"/>
            <p:cNvSpPr/>
            <p:nvPr/>
          </p:nvSpPr>
          <p:spPr>
            <a:xfrm>
              <a:off x="391458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g2515"/>
            <p:cNvSpPr/>
            <p:nvPr/>
          </p:nvSpPr>
          <p:spPr>
            <a:xfrm>
              <a:off x="392622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g2516"/>
            <p:cNvSpPr/>
            <p:nvPr/>
          </p:nvSpPr>
          <p:spPr>
            <a:xfrm>
              <a:off x="393786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g2517"/>
            <p:cNvSpPr/>
            <p:nvPr/>
          </p:nvSpPr>
          <p:spPr>
            <a:xfrm>
              <a:off x="394949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g2518"/>
            <p:cNvSpPr/>
            <p:nvPr/>
          </p:nvSpPr>
          <p:spPr>
            <a:xfrm>
              <a:off x="396113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g2519"/>
            <p:cNvSpPr/>
            <p:nvPr/>
          </p:nvSpPr>
          <p:spPr>
            <a:xfrm>
              <a:off x="406587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g2520"/>
            <p:cNvSpPr/>
            <p:nvPr/>
          </p:nvSpPr>
          <p:spPr>
            <a:xfrm>
              <a:off x="407751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g2521"/>
            <p:cNvSpPr/>
            <p:nvPr/>
          </p:nvSpPr>
          <p:spPr>
            <a:xfrm>
              <a:off x="408914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g2522"/>
            <p:cNvSpPr/>
            <p:nvPr/>
          </p:nvSpPr>
          <p:spPr>
            <a:xfrm>
              <a:off x="410078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g2523"/>
            <p:cNvSpPr/>
            <p:nvPr/>
          </p:nvSpPr>
          <p:spPr>
            <a:xfrm>
              <a:off x="41124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g2524"/>
            <p:cNvSpPr/>
            <p:nvPr/>
          </p:nvSpPr>
          <p:spPr>
            <a:xfrm>
              <a:off x="41240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g2525"/>
            <p:cNvSpPr/>
            <p:nvPr/>
          </p:nvSpPr>
          <p:spPr>
            <a:xfrm>
              <a:off x="413569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g2526"/>
            <p:cNvSpPr/>
            <p:nvPr/>
          </p:nvSpPr>
          <p:spPr>
            <a:xfrm>
              <a:off x="41473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g2527"/>
            <p:cNvSpPr/>
            <p:nvPr/>
          </p:nvSpPr>
          <p:spPr>
            <a:xfrm>
              <a:off x="41589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g2528"/>
            <p:cNvSpPr/>
            <p:nvPr/>
          </p:nvSpPr>
          <p:spPr>
            <a:xfrm>
              <a:off x="422879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g2529"/>
            <p:cNvSpPr/>
            <p:nvPr/>
          </p:nvSpPr>
          <p:spPr>
            <a:xfrm>
              <a:off x="424043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g2530"/>
            <p:cNvSpPr/>
            <p:nvPr/>
          </p:nvSpPr>
          <p:spPr>
            <a:xfrm>
              <a:off x="425207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g2531"/>
            <p:cNvSpPr/>
            <p:nvPr/>
          </p:nvSpPr>
          <p:spPr>
            <a:xfrm>
              <a:off x="426370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g2532"/>
            <p:cNvSpPr/>
            <p:nvPr/>
          </p:nvSpPr>
          <p:spPr>
            <a:xfrm>
              <a:off x="427534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g2533"/>
            <p:cNvSpPr/>
            <p:nvPr/>
          </p:nvSpPr>
          <p:spPr>
            <a:xfrm>
              <a:off x="428698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g2534"/>
            <p:cNvSpPr/>
            <p:nvPr/>
          </p:nvSpPr>
          <p:spPr>
            <a:xfrm>
              <a:off x="429861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g2535"/>
            <p:cNvSpPr/>
            <p:nvPr/>
          </p:nvSpPr>
          <p:spPr>
            <a:xfrm>
              <a:off x="431025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g2536"/>
            <p:cNvSpPr/>
            <p:nvPr/>
          </p:nvSpPr>
          <p:spPr>
            <a:xfrm>
              <a:off x="432189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g2537"/>
            <p:cNvSpPr/>
            <p:nvPr/>
          </p:nvSpPr>
          <p:spPr>
            <a:xfrm>
              <a:off x="433353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g2538"/>
            <p:cNvSpPr/>
            <p:nvPr/>
          </p:nvSpPr>
          <p:spPr>
            <a:xfrm>
              <a:off x="434516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g2539"/>
            <p:cNvSpPr/>
            <p:nvPr/>
          </p:nvSpPr>
          <p:spPr>
            <a:xfrm>
              <a:off x="45546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g2540"/>
            <p:cNvSpPr/>
            <p:nvPr/>
          </p:nvSpPr>
          <p:spPr>
            <a:xfrm>
              <a:off x="45662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g2541"/>
            <p:cNvSpPr/>
            <p:nvPr/>
          </p:nvSpPr>
          <p:spPr>
            <a:xfrm>
              <a:off x="45779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g2542"/>
            <p:cNvSpPr/>
            <p:nvPr/>
          </p:nvSpPr>
          <p:spPr>
            <a:xfrm>
              <a:off x="45895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g2543"/>
            <p:cNvSpPr/>
            <p:nvPr/>
          </p:nvSpPr>
          <p:spPr>
            <a:xfrm>
              <a:off x="46011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g2544"/>
            <p:cNvSpPr/>
            <p:nvPr/>
          </p:nvSpPr>
          <p:spPr>
            <a:xfrm>
              <a:off x="314652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g2545"/>
            <p:cNvSpPr/>
            <p:nvPr/>
          </p:nvSpPr>
          <p:spPr>
            <a:xfrm>
              <a:off x="315816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g2546"/>
            <p:cNvSpPr/>
            <p:nvPr/>
          </p:nvSpPr>
          <p:spPr>
            <a:xfrm>
              <a:off x="316979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g2547"/>
            <p:cNvSpPr/>
            <p:nvPr/>
          </p:nvSpPr>
          <p:spPr>
            <a:xfrm>
              <a:off x="322798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g2548"/>
            <p:cNvSpPr/>
            <p:nvPr/>
          </p:nvSpPr>
          <p:spPr>
            <a:xfrm>
              <a:off x="32396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g2549"/>
            <p:cNvSpPr/>
            <p:nvPr/>
          </p:nvSpPr>
          <p:spPr>
            <a:xfrm>
              <a:off x="32512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g2550"/>
            <p:cNvSpPr/>
            <p:nvPr/>
          </p:nvSpPr>
          <p:spPr>
            <a:xfrm>
              <a:off x="326289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g2551"/>
            <p:cNvSpPr/>
            <p:nvPr/>
          </p:nvSpPr>
          <p:spPr>
            <a:xfrm>
              <a:off x="32745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g2552"/>
            <p:cNvSpPr/>
            <p:nvPr/>
          </p:nvSpPr>
          <p:spPr>
            <a:xfrm>
              <a:off x="32861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g2553"/>
            <p:cNvSpPr/>
            <p:nvPr/>
          </p:nvSpPr>
          <p:spPr>
            <a:xfrm>
              <a:off x="329780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g2554"/>
            <p:cNvSpPr/>
            <p:nvPr/>
          </p:nvSpPr>
          <p:spPr>
            <a:xfrm>
              <a:off x="330944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g2555"/>
            <p:cNvSpPr/>
            <p:nvPr/>
          </p:nvSpPr>
          <p:spPr>
            <a:xfrm>
              <a:off x="33210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g2556"/>
            <p:cNvSpPr/>
            <p:nvPr/>
          </p:nvSpPr>
          <p:spPr>
            <a:xfrm>
              <a:off x="333272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g2557"/>
            <p:cNvSpPr/>
            <p:nvPr/>
          </p:nvSpPr>
          <p:spPr>
            <a:xfrm>
              <a:off x="33443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g2558"/>
            <p:cNvSpPr/>
            <p:nvPr/>
          </p:nvSpPr>
          <p:spPr>
            <a:xfrm>
              <a:off x="343745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g2559"/>
            <p:cNvSpPr/>
            <p:nvPr/>
          </p:nvSpPr>
          <p:spPr>
            <a:xfrm>
              <a:off x="34490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g2560"/>
            <p:cNvSpPr/>
            <p:nvPr/>
          </p:nvSpPr>
          <p:spPr>
            <a:xfrm>
              <a:off x="34607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g2561"/>
            <p:cNvSpPr/>
            <p:nvPr/>
          </p:nvSpPr>
          <p:spPr>
            <a:xfrm>
              <a:off x="347236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g2562"/>
            <p:cNvSpPr/>
            <p:nvPr/>
          </p:nvSpPr>
          <p:spPr>
            <a:xfrm>
              <a:off x="34840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g2563"/>
            <p:cNvSpPr/>
            <p:nvPr/>
          </p:nvSpPr>
          <p:spPr>
            <a:xfrm>
              <a:off x="360037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g2564"/>
            <p:cNvSpPr/>
            <p:nvPr/>
          </p:nvSpPr>
          <p:spPr>
            <a:xfrm>
              <a:off x="361201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g2565"/>
            <p:cNvSpPr/>
            <p:nvPr/>
          </p:nvSpPr>
          <p:spPr>
            <a:xfrm>
              <a:off x="362365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g2566"/>
            <p:cNvSpPr/>
            <p:nvPr/>
          </p:nvSpPr>
          <p:spPr>
            <a:xfrm>
              <a:off x="363529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g2567"/>
            <p:cNvSpPr/>
            <p:nvPr/>
          </p:nvSpPr>
          <p:spPr>
            <a:xfrm>
              <a:off x="364692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g2568"/>
            <p:cNvSpPr/>
            <p:nvPr/>
          </p:nvSpPr>
          <p:spPr>
            <a:xfrm>
              <a:off x="365856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g2569"/>
            <p:cNvSpPr/>
            <p:nvPr/>
          </p:nvSpPr>
          <p:spPr>
            <a:xfrm>
              <a:off x="367020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g2570"/>
            <p:cNvSpPr/>
            <p:nvPr/>
          </p:nvSpPr>
          <p:spPr>
            <a:xfrm>
              <a:off x="368184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g2571"/>
            <p:cNvSpPr/>
            <p:nvPr/>
          </p:nvSpPr>
          <p:spPr>
            <a:xfrm>
              <a:off x="36934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g2572"/>
            <p:cNvSpPr/>
            <p:nvPr/>
          </p:nvSpPr>
          <p:spPr>
            <a:xfrm>
              <a:off x="37051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g2573"/>
            <p:cNvSpPr/>
            <p:nvPr/>
          </p:nvSpPr>
          <p:spPr>
            <a:xfrm>
              <a:off x="37167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g2574"/>
            <p:cNvSpPr/>
            <p:nvPr/>
          </p:nvSpPr>
          <p:spPr>
            <a:xfrm>
              <a:off x="37283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g2575"/>
            <p:cNvSpPr/>
            <p:nvPr/>
          </p:nvSpPr>
          <p:spPr>
            <a:xfrm>
              <a:off x="374002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g2576"/>
            <p:cNvSpPr/>
            <p:nvPr/>
          </p:nvSpPr>
          <p:spPr>
            <a:xfrm>
              <a:off x="375166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g2577"/>
            <p:cNvSpPr/>
            <p:nvPr/>
          </p:nvSpPr>
          <p:spPr>
            <a:xfrm>
              <a:off x="410078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g2578"/>
            <p:cNvSpPr/>
            <p:nvPr/>
          </p:nvSpPr>
          <p:spPr>
            <a:xfrm>
              <a:off x="41124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g2579"/>
            <p:cNvSpPr/>
            <p:nvPr/>
          </p:nvSpPr>
          <p:spPr>
            <a:xfrm>
              <a:off x="41240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g2580"/>
            <p:cNvSpPr/>
            <p:nvPr/>
          </p:nvSpPr>
          <p:spPr>
            <a:xfrm>
              <a:off x="413569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g2581"/>
            <p:cNvSpPr/>
            <p:nvPr/>
          </p:nvSpPr>
          <p:spPr>
            <a:xfrm>
              <a:off x="41473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g2582"/>
            <p:cNvSpPr/>
            <p:nvPr/>
          </p:nvSpPr>
          <p:spPr>
            <a:xfrm>
              <a:off x="41589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g2583"/>
            <p:cNvSpPr/>
            <p:nvPr/>
          </p:nvSpPr>
          <p:spPr>
            <a:xfrm>
              <a:off x="417060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g2584"/>
            <p:cNvSpPr/>
            <p:nvPr/>
          </p:nvSpPr>
          <p:spPr>
            <a:xfrm>
              <a:off x="41938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g2585"/>
            <p:cNvSpPr/>
            <p:nvPr/>
          </p:nvSpPr>
          <p:spPr>
            <a:xfrm>
              <a:off x="420552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g2586"/>
            <p:cNvSpPr/>
            <p:nvPr/>
          </p:nvSpPr>
          <p:spPr>
            <a:xfrm>
              <a:off x="42171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g2587"/>
            <p:cNvSpPr/>
            <p:nvPr/>
          </p:nvSpPr>
          <p:spPr>
            <a:xfrm>
              <a:off x="422879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g2588"/>
            <p:cNvSpPr/>
            <p:nvPr/>
          </p:nvSpPr>
          <p:spPr>
            <a:xfrm>
              <a:off x="424043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g2589"/>
            <p:cNvSpPr/>
            <p:nvPr/>
          </p:nvSpPr>
          <p:spPr>
            <a:xfrm>
              <a:off x="425207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g2590"/>
            <p:cNvSpPr/>
            <p:nvPr/>
          </p:nvSpPr>
          <p:spPr>
            <a:xfrm>
              <a:off x="426370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g2591"/>
            <p:cNvSpPr/>
            <p:nvPr/>
          </p:nvSpPr>
          <p:spPr>
            <a:xfrm>
              <a:off x="427534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g2592"/>
            <p:cNvSpPr/>
            <p:nvPr/>
          </p:nvSpPr>
          <p:spPr>
            <a:xfrm>
              <a:off x="428698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g2593"/>
            <p:cNvSpPr/>
            <p:nvPr/>
          </p:nvSpPr>
          <p:spPr>
            <a:xfrm>
              <a:off x="429861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g2594"/>
            <p:cNvSpPr/>
            <p:nvPr/>
          </p:nvSpPr>
          <p:spPr>
            <a:xfrm>
              <a:off x="431025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g2595"/>
            <p:cNvSpPr/>
            <p:nvPr/>
          </p:nvSpPr>
          <p:spPr>
            <a:xfrm>
              <a:off x="43218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g2596"/>
            <p:cNvSpPr/>
            <p:nvPr/>
          </p:nvSpPr>
          <p:spPr>
            <a:xfrm>
              <a:off x="43335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g2597"/>
            <p:cNvSpPr/>
            <p:nvPr/>
          </p:nvSpPr>
          <p:spPr>
            <a:xfrm>
              <a:off x="434516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g2598"/>
            <p:cNvSpPr/>
            <p:nvPr/>
          </p:nvSpPr>
          <p:spPr>
            <a:xfrm>
              <a:off x="43568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g2599"/>
            <p:cNvSpPr/>
            <p:nvPr/>
          </p:nvSpPr>
          <p:spPr>
            <a:xfrm>
              <a:off x="45662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g2600"/>
            <p:cNvSpPr/>
            <p:nvPr/>
          </p:nvSpPr>
          <p:spPr>
            <a:xfrm>
              <a:off x="45779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g2601"/>
            <p:cNvSpPr/>
            <p:nvPr/>
          </p:nvSpPr>
          <p:spPr>
            <a:xfrm>
              <a:off x="45895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g2602"/>
            <p:cNvSpPr/>
            <p:nvPr/>
          </p:nvSpPr>
          <p:spPr>
            <a:xfrm>
              <a:off x="46011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g2603"/>
            <p:cNvSpPr/>
            <p:nvPr/>
          </p:nvSpPr>
          <p:spPr>
            <a:xfrm>
              <a:off x="312324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g2604"/>
            <p:cNvSpPr/>
            <p:nvPr/>
          </p:nvSpPr>
          <p:spPr>
            <a:xfrm>
              <a:off x="313488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g2605"/>
            <p:cNvSpPr/>
            <p:nvPr/>
          </p:nvSpPr>
          <p:spPr>
            <a:xfrm>
              <a:off x="314652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g2606"/>
            <p:cNvSpPr/>
            <p:nvPr/>
          </p:nvSpPr>
          <p:spPr>
            <a:xfrm>
              <a:off x="315816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g2607"/>
            <p:cNvSpPr/>
            <p:nvPr/>
          </p:nvSpPr>
          <p:spPr>
            <a:xfrm>
              <a:off x="316979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g2608"/>
            <p:cNvSpPr/>
            <p:nvPr/>
          </p:nvSpPr>
          <p:spPr>
            <a:xfrm>
              <a:off x="318143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g2609"/>
            <p:cNvSpPr/>
            <p:nvPr/>
          </p:nvSpPr>
          <p:spPr>
            <a:xfrm>
              <a:off x="321634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g2610"/>
            <p:cNvSpPr/>
            <p:nvPr/>
          </p:nvSpPr>
          <p:spPr>
            <a:xfrm>
              <a:off x="322798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g2611"/>
            <p:cNvSpPr/>
            <p:nvPr/>
          </p:nvSpPr>
          <p:spPr>
            <a:xfrm>
              <a:off x="32396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g2612"/>
            <p:cNvSpPr/>
            <p:nvPr/>
          </p:nvSpPr>
          <p:spPr>
            <a:xfrm>
              <a:off x="32512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g2613"/>
            <p:cNvSpPr/>
            <p:nvPr/>
          </p:nvSpPr>
          <p:spPr>
            <a:xfrm>
              <a:off x="326289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g2614"/>
            <p:cNvSpPr/>
            <p:nvPr/>
          </p:nvSpPr>
          <p:spPr>
            <a:xfrm>
              <a:off x="32745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g2615"/>
            <p:cNvSpPr/>
            <p:nvPr/>
          </p:nvSpPr>
          <p:spPr>
            <a:xfrm>
              <a:off x="32861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g2616"/>
            <p:cNvSpPr/>
            <p:nvPr/>
          </p:nvSpPr>
          <p:spPr>
            <a:xfrm>
              <a:off x="329780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g2617"/>
            <p:cNvSpPr/>
            <p:nvPr/>
          </p:nvSpPr>
          <p:spPr>
            <a:xfrm>
              <a:off x="33094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g2618"/>
            <p:cNvSpPr/>
            <p:nvPr/>
          </p:nvSpPr>
          <p:spPr>
            <a:xfrm>
              <a:off x="33210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g2619"/>
            <p:cNvSpPr/>
            <p:nvPr/>
          </p:nvSpPr>
          <p:spPr>
            <a:xfrm>
              <a:off x="333272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g2620"/>
            <p:cNvSpPr/>
            <p:nvPr/>
          </p:nvSpPr>
          <p:spPr>
            <a:xfrm>
              <a:off x="33443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g2621"/>
            <p:cNvSpPr/>
            <p:nvPr/>
          </p:nvSpPr>
          <p:spPr>
            <a:xfrm>
              <a:off x="33559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g2622"/>
            <p:cNvSpPr/>
            <p:nvPr/>
          </p:nvSpPr>
          <p:spPr>
            <a:xfrm>
              <a:off x="336763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g2623"/>
            <p:cNvSpPr/>
            <p:nvPr/>
          </p:nvSpPr>
          <p:spPr>
            <a:xfrm>
              <a:off x="34258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g2624"/>
            <p:cNvSpPr/>
            <p:nvPr/>
          </p:nvSpPr>
          <p:spPr>
            <a:xfrm>
              <a:off x="343745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g2625"/>
            <p:cNvSpPr/>
            <p:nvPr/>
          </p:nvSpPr>
          <p:spPr>
            <a:xfrm>
              <a:off x="34490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g2626"/>
            <p:cNvSpPr/>
            <p:nvPr/>
          </p:nvSpPr>
          <p:spPr>
            <a:xfrm>
              <a:off x="34607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g2627"/>
            <p:cNvSpPr/>
            <p:nvPr/>
          </p:nvSpPr>
          <p:spPr>
            <a:xfrm>
              <a:off x="347236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g2628"/>
            <p:cNvSpPr/>
            <p:nvPr/>
          </p:nvSpPr>
          <p:spPr>
            <a:xfrm>
              <a:off x="34840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g2629"/>
            <p:cNvSpPr/>
            <p:nvPr/>
          </p:nvSpPr>
          <p:spPr>
            <a:xfrm>
              <a:off x="34956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g2630"/>
            <p:cNvSpPr/>
            <p:nvPr/>
          </p:nvSpPr>
          <p:spPr>
            <a:xfrm>
              <a:off x="350728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g2631"/>
            <p:cNvSpPr/>
            <p:nvPr/>
          </p:nvSpPr>
          <p:spPr>
            <a:xfrm>
              <a:off x="362365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g2632"/>
            <p:cNvSpPr/>
            <p:nvPr/>
          </p:nvSpPr>
          <p:spPr>
            <a:xfrm>
              <a:off x="363529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g2633"/>
            <p:cNvSpPr/>
            <p:nvPr/>
          </p:nvSpPr>
          <p:spPr>
            <a:xfrm>
              <a:off x="364692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g2634"/>
            <p:cNvSpPr/>
            <p:nvPr/>
          </p:nvSpPr>
          <p:spPr>
            <a:xfrm>
              <a:off x="365856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g2635"/>
            <p:cNvSpPr/>
            <p:nvPr/>
          </p:nvSpPr>
          <p:spPr>
            <a:xfrm>
              <a:off x="367020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g2636"/>
            <p:cNvSpPr/>
            <p:nvPr/>
          </p:nvSpPr>
          <p:spPr>
            <a:xfrm>
              <a:off x="368184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g2637"/>
            <p:cNvSpPr/>
            <p:nvPr/>
          </p:nvSpPr>
          <p:spPr>
            <a:xfrm>
              <a:off x="36934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g2638"/>
            <p:cNvSpPr/>
            <p:nvPr/>
          </p:nvSpPr>
          <p:spPr>
            <a:xfrm>
              <a:off x="37051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g2639"/>
            <p:cNvSpPr/>
            <p:nvPr/>
          </p:nvSpPr>
          <p:spPr>
            <a:xfrm>
              <a:off x="37167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g2640"/>
            <p:cNvSpPr/>
            <p:nvPr/>
          </p:nvSpPr>
          <p:spPr>
            <a:xfrm>
              <a:off x="37283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g2641"/>
            <p:cNvSpPr/>
            <p:nvPr/>
          </p:nvSpPr>
          <p:spPr>
            <a:xfrm>
              <a:off x="37400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g2642"/>
            <p:cNvSpPr/>
            <p:nvPr/>
          </p:nvSpPr>
          <p:spPr>
            <a:xfrm>
              <a:off x="375166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g2643"/>
            <p:cNvSpPr/>
            <p:nvPr/>
          </p:nvSpPr>
          <p:spPr>
            <a:xfrm>
              <a:off x="41124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g2644"/>
            <p:cNvSpPr/>
            <p:nvPr/>
          </p:nvSpPr>
          <p:spPr>
            <a:xfrm>
              <a:off x="41240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g2645"/>
            <p:cNvSpPr/>
            <p:nvPr/>
          </p:nvSpPr>
          <p:spPr>
            <a:xfrm>
              <a:off x="413569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g2646"/>
            <p:cNvSpPr/>
            <p:nvPr/>
          </p:nvSpPr>
          <p:spPr>
            <a:xfrm>
              <a:off x="41473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g2647"/>
            <p:cNvSpPr/>
            <p:nvPr/>
          </p:nvSpPr>
          <p:spPr>
            <a:xfrm>
              <a:off x="41589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g2648"/>
            <p:cNvSpPr/>
            <p:nvPr/>
          </p:nvSpPr>
          <p:spPr>
            <a:xfrm>
              <a:off x="417060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g2649"/>
            <p:cNvSpPr/>
            <p:nvPr/>
          </p:nvSpPr>
          <p:spPr>
            <a:xfrm>
              <a:off x="41822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g2650"/>
            <p:cNvSpPr/>
            <p:nvPr/>
          </p:nvSpPr>
          <p:spPr>
            <a:xfrm>
              <a:off x="41938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g2651"/>
            <p:cNvSpPr/>
            <p:nvPr/>
          </p:nvSpPr>
          <p:spPr>
            <a:xfrm>
              <a:off x="420552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g2652"/>
            <p:cNvSpPr/>
            <p:nvPr/>
          </p:nvSpPr>
          <p:spPr>
            <a:xfrm>
              <a:off x="42171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g2653"/>
            <p:cNvSpPr/>
            <p:nvPr/>
          </p:nvSpPr>
          <p:spPr>
            <a:xfrm>
              <a:off x="42287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g2654"/>
            <p:cNvSpPr/>
            <p:nvPr/>
          </p:nvSpPr>
          <p:spPr>
            <a:xfrm>
              <a:off x="424043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g2655"/>
            <p:cNvSpPr/>
            <p:nvPr/>
          </p:nvSpPr>
          <p:spPr>
            <a:xfrm>
              <a:off x="425207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g2656"/>
            <p:cNvSpPr/>
            <p:nvPr/>
          </p:nvSpPr>
          <p:spPr>
            <a:xfrm>
              <a:off x="426370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g2657"/>
            <p:cNvSpPr/>
            <p:nvPr/>
          </p:nvSpPr>
          <p:spPr>
            <a:xfrm>
              <a:off x="427534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g2658"/>
            <p:cNvSpPr/>
            <p:nvPr/>
          </p:nvSpPr>
          <p:spPr>
            <a:xfrm>
              <a:off x="428698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g2659"/>
            <p:cNvSpPr/>
            <p:nvPr/>
          </p:nvSpPr>
          <p:spPr>
            <a:xfrm>
              <a:off x="42986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g2660"/>
            <p:cNvSpPr/>
            <p:nvPr/>
          </p:nvSpPr>
          <p:spPr>
            <a:xfrm>
              <a:off x="431025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g2661"/>
            <p:cNvSpPr/>
            <p:nvPr/>
          </p:nvSpPr>
          <p:spPr>
            <a:xfrm>
              <a:off x="43218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g2662"/>
            <p:cNvSpPr/>
            <p:nvPr/>
          </p:nvSpPr>
          <p:spPr>
            <a:xfrm>
              <a:off x="43335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g2663"/>
            <p:cNvSpPr/>
            <p:nvPr/>
          </p:nvSpPr>
          <p:spPr>
            <a:xfrm>
              <a:off x="434516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g2664"/>
            <p:cNvSpPr/>
            <p:nvPr/>
          </p:nvSpPr>
          <p:spPr>
            <a:xfrm>
              <a:off x="43568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g2665"/>
            <p:cNvSpPr/>
            <p:nvPr/>
          </p:nvSpPr>
          <p:spPr>
            <a:xfrm>
              <a:off x="43684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g2666"/>
            <p:cNvSpPr/>
            <p:nvPr/>
          </p:nvSpPr>
          <p:spPr>
            <a:xfrm>
              <a:off x="45662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g2667"/>
            <p:cNvSpPr/>
            <p:nvPr/>
          </p:nvSpPr>
          <p:spPr>
            <a:xfrm>
              <a:off x="45779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g2668"/>
            <p:cNvSpPr/>
            <p:nvPr/>
          </p:nvSpPr>
          <p:spPr>
            <a:xfrm>
              <a:off x="45895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g2669"/>
            <p:cNvSpPr/>
            <p:nvPr/>
          </p:nvSpPr>
          <p:spPr>
            <a:xfrm>
              <a:off x="46011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g2670"/>
            <p:cNvSpPr/>
            <p:nvPr/>
          </p:nvSpPr>
          <p:spPr>
            <a:xfrm>
              <a:off x="46128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g2671"/>
            <p:cNvSpPr/>
            <p:nvPr/>
          </p:nvSpPr>
          <p:spPr>
            <a:xfrm>
              <a:off x="311161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g2672"/>
            <p:cNvSpPr/>
            <p:nvPr/>
          </p:nvSpPr>
          <p:spPr>
            <a:xfrm>
              <a:off x="312324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g2673"/>
            <p:cNvSpPr/>
            <p:nvPr/>
          </p:nvSpPr>
          <p:spPr>
            <a:xfrm>
              <a:off x="313488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g2674"/>
            <p:cNvSpPr/>
            <p:nvPr/>
          </p:nvSpPr>
          <p:spPr>
            <a:xfrm>
              <a:off x="314652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g2675"/>
            <p:cNvSpPr/>
            <p:nvPr/>
          </p:nvSpPr>
          <p:spPr>
            <a:xfrm>
              <a:off x="315816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g2676"/>
            <p:cNvSpPr/>
            <p:nvPr/>
          </p:nvSpPr>
          <p:spPr>
            <a:xfrm>
              <a:off x="316979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g2677"/>
            <p:cNvSpPr/>
            <p:nvPr/>
          </p:nvSpPr>
          <p:spPr>
            <a:xfrm>
              <a:off x="318143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g2678"/>
            <p:cNvSpPr/>
            <p:nvPr/>
          </p:nvSpPr>
          <p:spPr>
            <a:xfrm>
              <a:off x="319307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g2679"/>
            <p:cNvSpPr/>
            <p:nvPr/>
          </p:nvSpPr>
          <p:spPr>
            <a:xfrm>
              <a:off x="320471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g2680"/>
            <p:cNvSpPr/>
            <p:nvPr/>
          </p:nvSpPr>
          <p:spPr>
            <a:xfrm>
              <a:off x="321634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g2681"/>
            <p:cNvSpPr/>
            <p:nvPr/>
          </p:nvSpPr>
          <p:spPr>
            <a:xfrm>
              <a:off x="322798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g2682"/>
            <p:cNvSpPr/>
            <p:nvPr/>
          </p:nvSpPr>
          <p:spPr>
            <a:xfrm>
              <a:off x="323962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g2683"/>
            <p:cNvSpPr/>
            <p:nvPr/>
          </p:nvSpPr>
          <p:spPr>
            <a:xfrm>
              <a:off x="32512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g2684"/>
            <p:cNvSpPr/>
            <p:nvPr/>
          </p:nvSpPr>
          <p:spPr>
            <a:xfrm>
              <a:off x="326289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g2685"/>
            <p:cNvSpPr/>
            <p:nvPr/>
          </p:nvSpPr>
          <p:spPr>
            <a:xfrm>
              <a:off x="32745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g2686"/>
            <p:cNvSpPr/>
            <p:nvPr/>
          </p:nvSpPr>
          <p:spPr>
            <a:xfrm>
              <a:off x="32861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g2687"/>
            <p:cNvSpPr/>
            <p:nvPr/>
          </p:nvSpPr>
          <p:spPr>
            <a:xfrm>
              <a:off x="329780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g2688"/>
            <p:cNvSpPr/>
            <p:nvPr/>
          </p:nvSpPr>
          <p:spPr>
            <a:xfrm>
              <a:off x="33094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g2689"/>
            <p:cNvSpPr/>
            <p:nvPr/>
          </p:nvSpPr>
          <p:spPr>
            <a:xfrm>
              <a:off x="33210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g2690"/>
            <p:cNvSpPr/>
            <p:nvPr/>
          </p:nvSpPr>
          <p:spPr>
            <a:xfrm>
              <a:off x="333272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g2691"/>
            <p:cNvSpPr/>
            <p:nvPr/>
          </p:nvSpPr>
          <p:spPr>
            <a:xfrm>
              <a:off x="33443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g2692"/>
            <p:cNvSpPr/>
            <p:nvPr/>
          </p:nvSpPr>
          <p:spPr>
            <a:xfrm>
              <a:off x="33559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g2693"/>
            <p:cNvSpPr/>
            <p:nvPr/>
          </p:nvSpPr>
          <p:spPr>
            <a:xfrm>
              <a:off x="336763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g2694"/>
            <p:cNvSpPr/>
            <p:nvPr/>
          </p:nvSpPr>
          <p:spPr>
            <a:xfrm>
              <a:off x="33792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g2695"/>
            <p:cNvSpPr/>
            <p:nvPr/>
          </p:nvSpPr>
          <p:spPr>
            <a:xfrm>
              <a:off x="33909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g2696"/>
            <p:cNvSpPr/>
            <p:nvPr/>
          </p:nvSpPr>
          <p:spPr>
            <a:xfrm>
              <a:off x="340254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BF">
                <a:alpha val="100000"/>
              </a:srgbClr>
            </a:solidFill>
            <a:ln w="5420" cap="flat">
              <a:solidFill>
                <a:srgbClr val="91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g2697"/>
            <p:cNvSpPr/>
            <p:nvPr/>
          </p:nvSpPr>
          <p:spPr>
            <a:xfrm>
              <a:off x="341418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g2698"/>
            <p:cNvSpPr/>
            <p:nvPr/>
          </p:nvSpPr>
          <p:spPr>
            <a:xfrm>
              <a:off x="342581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g2699"/>
            <p:cNvSpPr/>
            <p:nvPr/>
          </p:nvSpPr>
          <p:spPr>
            <a:xfrm>
              <a:off x="343745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g2700"/>
            <p:cNvSpPr/>
            <p:nvPr/>
          </p:nvSpPr>
          <p:spPr>
            <a:xfrm>
              <a:off x="34490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g2701"/>
            <p:cNvSpPr/>
            <p:nvPr/>
          </p:nvSpPr>
          <p:spPr>
            <a:xfrm>
              <a:off x="34607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g2702"/>
            <p:cNvSpPr/>
            <p:nvPr/>
          </p:nvSpPr>
          <p:spPr>
            <a:xfrm>
              <a:off x="347236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g2703"/>
            <p:cNvSpPr/>
            <p:nvPr/>
          </p:nvSpPr>
          <p:spPr>
            <a:xfrm>
              <a:off x="34840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g2704"/>
            <p:cNvSpPr/>
            <p:nvPr/>
          </p:nvSpPr>
          <p:spPr>
            <a:xfrm>
              <a:off x="34956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g2705"/>
            <p:cNvSpPr/>
            <p:nvPr/>
          </p:nvSpPr>
          <p:spPr>
            <a:xfrm>
              <a:off x="350728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g2706"/>
            <p:cNvSpPr/>
            <p:nvPr/>
          </p:nvSpPr>
          <p:spPr>
            <a:xfrm>
              <a:off x="351891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g2707"/>
            <p:cNvSpPr/>
            <p:nvPr/>
          </p:nvSpPr>
          <p:spPr>
            <a:xfrm>
              <a:off x="353055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g2708"/>
            <p:cNvSpPr/>
            <p:nvPr/>
          </p:nvSpPr>
          <p:spPr>
            <a:xfrm>
              <a:off x="354219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g2709"/>
            <p:cNvSpPr/>
            <p:nvPr/>
          </p:nvSpPr>
          <p:spPr>
            <a:xfrm>
              <a:off x="363529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g2710"/>
            <p:cNvSpPr/>
            <p:nvPr/>
          </p:nvSpPr>
          <p:spPr>
            <a:xfrm>
              <a:off x="364692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g2711"/>
            <p:cNvSpPr/>
            <p:nvPr/>
          </p:nvSpPr>
          <p:spPr>
            <a:xfrm>
              <a:off x="365856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g2712"/>
            <p:cNvSpPr/>
            <p:nvPr/>
          </p:nvSpPr>
          <p:spPr>
            <a:xfrm>
              <a:off x="368184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g2713"/>
            <p:cNvSpPr/>
            <p:nvPr/>
          </p:nvSpPr>
          <p:spPr>
            <a:xfrm>
              <a:off x="36934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g2714"/>
            <p:cNvSpPr/>
            <p:nvPr/>
          </p:nvSpPr>
          <p:spPr>
            <a:xfrm>
              <a:off x="37051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4">
                <a:alpha val="100000"/>
              </a:srgbClr>
            </a:solidFill>
            <a:ln w="5420" cap="flat">
              <a:solidFill>
                <a:srgbClr val="99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g2715"/>
            <p:cNvSpPr/>
            <p:nvPr/>
          </p:nvSpPr>
          <p:spPr>
            <a:xfrm>
              <a:off x="37167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g2716"/>
            <p:cNvSpPr/>
            <p:nvPr/>
          </p:nvSpPr>
          <p:spPr>
            <a:xfrm>
              <a:off x="37283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4">
                <a:alpha val="100000"/>
              </a:srgbClr>
            </a:solidFill>
            <a:ln w="5420" cap="flat">
              <a:solidFill>
                <a:srgbClr val="99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g2717"/>
            <p:cNvSpPr/>
            <p:nvPr/>
          </p:nvSpPr>
          <p:spPr>
            <a:xfrm>
              <a:off x="37400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g2718"/>
            <p:cNvSpPr/>
            <p:nvPr/>
          </p:nvSpPr>
          <p:spPr>
            <a:xfrm>
              <a:off x="375166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g2719"/>
            <p:cNvSpPr/>
            <p:nvPr/>
          </p:nvSpPr>
          <p:spPr>
            <a:xfrm>
              <a:off x="41240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g2720"/>
            <p:cNvSpPr/>
            <p:nvPr/>
          </p:nvSpPr>
          <p:spPr>
            <a:xfrm>
              <a:off x="413569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g2721"/>
            <p:cNvSpPr/>
            <p:nvPr/>
          </p:nvSpPr>
          <p:spPr>
            <a:xfrm>
              <a:off x="41473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g2722"/>
            <p:cNvSpPr/>
            <p:nvPr/>
          </p:nvSpPr>
          <p:spPr>
            <a:xfrm>
              <a:off x="41589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g2723"/>
            <p:cNvSpPr/>
            <p:nvPr/>
          </p:nvSpPr>
          <p:spPr>
            <a:xfrm>
              <a:off x="417060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g2724"/>
            <p:cNvSpPr/>
            <p:nvPr/>
          </p:nvSpPr>
          <p:spPr>
            <a:xfrm>
              <a:off x="41822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g2725"/>
            <p:cNvSpPr/>
            <p:nvPr/>
          </p:nvSpPr>
          <p:spPr>
            <a:xfrm>
              <a:off x="41938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g2726"/>
            <p:cNvSpPr/>
            <p:nvPr/>
          </p:nvSpPr>
          <p:spPr>
            <a:xfrm>
              <a:off x="420552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g2727"/>
            <p:cNvSpPr/>
            <p:nvPr/>
          </p:nvSpPr>
          <p:spPr>
            <a:xfrm>
              <a:off x="42171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g2728"/>
            <p:cNvSpPr/>
            <p:nvPr/>
          </p:nvSpPr>
          <p:spPr>
            <a:xfrm>
              <a:off x="42287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g2729"/>
            <p:cNvSpPr/>
            <p:nvPr/>
          </p:nvSpPr>
          <p:spPr>
            <a:xfrm>
              <a:off x="424043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g2730"/>
            <p:cNvSpPr/>
            <p:nvPr/>
          </p:nvSpPr>
          <p:spPr>
            <a:xfrm>
              <a:off x="42520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g2731"/>
            <p:cNvSpPr/>
            <p:nvPr/>
          </p:nvSpPr>
          <p:spPr>
            <a:xfrm>
              <a:off x="42637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g2732"/>
            <p:cNvSpPr/>
            <p:nvPr/>
          </p:nvSpPr>
          <p:spPr>
            <a:xfrm>
              <a:off x="427534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g2733"/>
            <p:cNvSpPr/>
            <p:nvPr/>
          </p:nvSpPr>
          <p:spPr>
            <a:xfrm>
              <a:off x="431025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g2734"/>
            <p:cNvSpPr/>
            <p:nvPr/>
          </p:nvSpPr>
          <p:spPr>
            <a:xfrm>
              <a:off x="43218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g2735"/>
            <p:cNvSpPr/>
            <p:nvPr/>
          </p:nvSpPr>
          <p:spPr>
            <a:xfrm>
              <a:off x="43335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g2736"/>
            <p:cNvSpPr/>
            <p:nvPr/>
          </p:nvSpPr>
          <p:spPr>
            <a:xfrm>
              <a:off x="434516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g2737"/>
            <p:cNvSpPr/>
            <p:nvPr/>
          </p:nvSpPr>
          <p:spPr>
            <a:xfrm>
              <a:off x="43568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g2738"/>
            <p:cNvSpPr/>
            <p:nvPr/>
          </p:nvSpPr>
          <p:spPr>
            <a:xfrm>
              <a:off x="43684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g2739"/>
            <p:cNvSpPr/>
            <p:nvPr/>
          </p:nvSpPr>
          <p:spPr>
            <a:xfrm>
              <a:off x="438008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g2740"/>
            <p:cNvSpPr/>
            <p:nvPr/>
          </p:nvSpPr>
          <p:spPr>
            <a:xfrm>
              <a:off x="45662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g2741"/>
            <p:cNvSpPr/>
            <p:nvPr/>
          </p:nvSpPr>
          <p:spPr>
            <a:xfrm>
              <a:off x="45779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g2742"/>
            <p:cNvSpPr/>
            <p:nvPr/>
          </p:nvSpPr>
          <p:spPr>
            <a:xfrm>
              <a:off x="45895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g2743"/>
            <p:cNvSpPr/>
            <p:nvPr/>
          </p:nvSpPr>
          <p:spPr>
            <a:xfrm>
              <a:off x="46011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g2744"/>
            <p:cNvSpPr/>
            <p:nvPr/>
          </p:nvSpPr>
          <p:spPr>
            <a:xfrm>
              <a:off x="46128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g2745"/>
            <p:cNvSpPr/>
            <p:nvPr/>
          </p:nvSpPr>
          <p:spPr>
            <a:xfrm>
              <a:off x="311161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g2746"/>
            <p:cNvSpPr/>
            <p:nvPr/>
          </p:nvSpPr>
          <p:spPr>
            <a:xfrm>
              <a:off x="312324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g2747"/>
            <p:cNvSpPr/>
            <p:nvPr/>
          </p:nvSpPr>
          <p:spPr>
            <a:xfrm>
              <a:off x="313488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g2748"/>
            <p:cNvSpPr/>
            <p:nvPr/>
          </p:nvSpPr>
          <p:spPr>
            <a:xfrm>
              <a:off x="314652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g2749"/>
            <p:cNvSpPr/>
            <p:nvPr/>
          </p:nvSpPr>
          <p:spPr>
            <a:xfrm>
              <a:off x="315816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g2750"/>
            <p:cNvSpPr/>
            <p:nvPr/>
          </p:nvSpPr>
          <p:spPr>
            <a:xfrm>
              <a:off x="316979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g2751"/>
            <p:cNvSpPr/>
            <p:nvPr/>
          </p:nvSpPr>
          <p:spPr>
            <a:xfrm>
              <a:off x="318143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g2752"/>
            <p:cNvSpPr/>
            <p:nvPr/>
          </p:nvSpPr>
          <p:spPr>
            <a:xfrm>
              <a:off x="319307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g2753"/>
            <p:cNvSpPr/>
            <p:nvPr/>
          </p:nvSpPr>
          <p:spPr>
            <a:xfrm>
              <a:off x="320471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g2754"/>
            <p:cNvSpPr/>
            <p:nvPr/>
          </p:nvSpPr>
          <p:spPr>
            <a:xfrm>
              <a:off x="321634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g2755"/>
            <p:cNvSpPr/>
            <p:nvPr/>
          </p:nvSpPr>
          <p:spPr>
            <a:xfrm>
              <a:off x="322798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g2756"/>
            <p:cNvSpPr/>
            <p:nvPr/>
          </p:nvSpPr>
          <p:spPr>
            <a:xfrm>
              <a:off x="323962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g2757"/>
            <p:cNvSpPr/>
            <p:nvPr/>
          </p:nvSpPr>
          <p:spPr>
            <a:xfrm>
              <a:off x="325125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g2758"/>
            <p:cNvSpPr/>
            <p:nvPr/>
          </p:nvSpPr>
          <p:spPr>
            <a:xfrm>
              <a:off x="326289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g2759"/>
            <p:cNvSpPr/>
            <p:nvPr/>
          </p:nvSpPr>
          <p:spPr>
            <a:xfrm>
              <a:off x="32745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g2760"/>
            <p:cNvSpPr/>
            <p:nvPr/>
          </p:nvSpPr>
          <p:spPr>
            <a:xfrm>
              <a:off x="32861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g2761"/>
            <p:cNvSpPr/>
            <p:nvPr/>
          </p:nvSpPr>
          <p:spPr>
            <a:xfrm>
              <a:off x="329780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g2762"/>
            <p:cNvSpPr/>
            <p:nvPr/>
          </p:nvSpPr>
          <p:spPr>
            <a:xfrm>
              <a:off x="33094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g2763"/>
            <p:cNvSpPr/>
            <p:nvPr/>
          </p:nvSpPr>
          <p:spPr>
            <a:xfrm>
              <a:off x="33210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g2764"/>
            <p:cNvSpPr/>
            <p:nvPr/>
          </p:nvSpPr>
          <p:spPr>
            <a:xfrm>
              <a:off x="333272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g2765"/>
            <p:cNvSpPr/>
            <p:nvPr/>
          </p:nvSpPr>
          <p:spPr>
            <a:xfrm>
              <a:off x="33443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g2766"/>
            <p:cNvSpPr/>
            <p:nvPr/>
          </p:nvSpPr>
          <p:spPr>
            <a:xfrm>
              <a:off x="33559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g2767"/>
            <p:cNvSpPr/>
            <p:nvPr/>
          </p:nvSpPr>
          <p:spPr>
            <a:xfrm>
              <a:off x="336763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g2768"/>
            <p:cNvSpPr/>
            <p:nvPr/>
          </p:nvSpPr>
          <p:spPr>
            <a:xfrm>
              <a:off x="337927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g2769"/>
            <p:cNvSpPr/>
            <p:nvPr/>
          </p:nvSpPr>
          <p:spPr>
            <a:xfrm>
              <a:off x="339090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g2770"/>
            <p:cNvSpPr/>
            <p:nvPr/>
          </p:nvSpPr>
          <p:spPr>
            <a:xfrm>
              <a:off x="340254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g2771"/>
            <p:cNvSpPr/>
            <p:nvPr/>
          </p:nvSpPr>
          <p:spPr>
            <a:xfrm>
              <a:off x="341418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g2772"/>
            <p:cNvSpPr/>
            <p:nvPr/>
          </p:nvSpPr>
          <p:spPr>
            <a:xfrm>
              <a:off x="342581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g2773"/>
            <p:cNvSpPr/>
            <p:nvPr/>
          </p:nvSpPr>
          <p:spPr>
            <a:xfrm>
              <a:off x="343745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g2774"/>
            <p:cNvSpPr/>
            <p:nvPr/>
          </p:nvSpPr>
          <p:spPr>
            <a:xfrm>
              <a:off x="34490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g2775"/>
            <p:cNvSpPr/>
            <p:nvPr/>
          </p:nvSpPr>
          <p:spPr>
            <a:xfrm>
              <a:off x="34607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g2776"/>
            <p:cNvSpPr/>
            <p:nvPr/>
          </p:nvSpPr>
          <p:spPr>
            <a:xfrm>
              <a:off x="347236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g2777"/>
            <p:cNvSpPr/>
            <p:nvPr/>
          </p:nvSpPr>
          <p:spPr>
            <a:xfrm>
              <a:off x="34840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g2778"/>
            <p:cNvSpPr/>
            <p:nvPr/>
          </p:nvSpPr>
          <p:spPr>
            <a:xfrm>
              <a:off x="34956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g2779"/>
            <p:cNvSpPr/>
            <p:nvPr/>
          </p:nvSpPr>
          <p:spPr>
            <a:xfrm>
              <a:off x="350728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g2780"/>
            <p:cNvSpPr/>
            <p:nvPr/>
          </p:nvSpPr>
          <p:spPr>
            <a:xfrm>
              <a:off x="351891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g2781"/>
            <p:cNvSpPr/>
            <p:nvPr/>
          </p:nvSpPr>
          <p:spPr>
            <a:xfrm>
              <a:off x="353055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g2782"/>
            <p:cNvSpPr/>
            <p:nvPr/>
          </p:nvSpPr>
          <p:spPr>
            <a:xfrm>
              <a:off x="354219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g2783"/>
            <p:cNvSpPr/>
            <p:nvPr/>
          </p:nvSpPr>
          <p:spPr>
            <a:xfrm>
              <a:off x="355383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g2784"/>
            <p:cNvSpPr/>
            <p:nvPr/>
          </p:nvSpPr>
          <p:spPr>
            <a:xfrm>
              <a:off x="362365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g2785"/>
            <p:cNvSpPr/>
            <p:nvPr/>
          </p:nvSpPr>
          <p:spPr>
            <a:xfrm>
              <a:off x="363529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g2786"/>
            <p:cNvSpPr/>
            <p:nvPr/>
          </p:nvSpPr>
          <p:spPr>
            <a:xfrm>
              <a:off x="364692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g2787"/>
            <p:cNvSpPr/>
            <p:nvPr/>
          </p:nvSpPr>
          <p:spPr>
            <a:xfrm>
              <a:off x="365856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g2788"/>
            <p:cNvSpPr/>
            <p:nvPr/>
          </p:nvSpPr>
          <p:spPr>
            <a:xfrm>
              <a:off x="367020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g2789"/>
            <p:cNvSpPr/>
            <p:nvPr/>
          </p:nvSpPr>
          <p:spPr>
            <a:xfrm>
              <a:off x="368184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g2790"/>
            <p:cNvSpPr/>
            <p:nvPr/>
          </p:nvSpPr>
          <p:spPr>
            <a:xfrm>
              <a:off x="369347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g2791"/>
            <p:cNvSpPr/>
            <p:nvPr/>
          </p:nvSpPr>
          <p:spPr>
            <a:xfrm>
              <a:off x="37051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g2792"/>
            <p:cNvSpPr/>
            <p:nvPr/>
          </p:nvSpPr>
          <p:spPr>
            <a:xfrm>
              <a:off x="37167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g2793"/>
            <p:cNvSpPr/>
            <p:nvPr/>
          </p:nvSpPr>
          <p:spPr>
            <a:xfrm>
              <a:off x="37283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g2794"/>
            <p:cNvSpPr/>
            <p:nvPr/>
          </p:nvSpPr>
          <p:spPr>
            <a:xfrm>
              <a:off x="37400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g2795"/>
            <p:cNvSpPr/>
            <p:nvPr/>
          </p:nvSpPr>
          <p:spPr>
            <a:xfrm>
              <a:off x="413569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g2796"/>
            <p:cNvSpPr/>
            <p:nvPr/>
          </p:nvSpPr>
          <p:spPr>
            <a:xfrm>
              <a:off x="41473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g2797"/>
            <p:cNvSpPr/>
            <p:nvPr/>
          </p:nvSpPr>
          <p:spPr>
            <a:xfrm>
              <a:off x="41589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g2798"/>
            <p:cNvSpPr/>
            <p:nvPr/>
          </p:nvSpPr>
          <p:spPr>
            <a:xfrm>
              <a:off x="417060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g2799"/>
            <p:cNvSpPr/>
            <p:nvPr/>
          </p:nvSpPr>
          <p:spPr>
            <a:xfrm>
              <a:off x="41822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g2800"/>
            <p:cNvSpPr/>
            <p:nvPr/>
          </p:nvSpPr>
          <p:spPr>
            <a:xfrm>
              <a:off x="41938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g2801"/>
            <p:cNvSpPr/>
            <p:nvPr/>
          </p:nvSpPr>
          <p:spPr>
            <a:xfrm>
              <a:off x="420552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g2802"/>
            <p:cNvSpPr/>
            <p:nvPr/>
          </p:nvSpPr>
          <p:spPr>
            <a:xfrm>
              <a:off x="42171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g2803"/>
            <p:cNvSpPr/>
            <p:nvPr/>
          </p:nvSpPr>
          <p:spPr>
            <a:xfrm>
              <a:off x="42287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g2804"/>
            <p:cNvSpPr/>
            <p:nvPr/>
          </p:nvSpPr>
          <p:spPr>
            <a:xfrm>
              <a:off x="424043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g2805"/>
            <p:cNvSpPr/>
            <p:nvPr/>
          </p:nvSpPr>
          <p:spPr>
            <a:xfrm>
              <a:off x="43218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g2806"/>
            <p:cNvSpPr/>
            <p:nvPr/>
          </p:nvSpPr>
          <p:spPr>
            <a:xfrm>
              <a:off x="43335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g2807"/>
            <p:cNvSpPr/>
            <p:nvPr/>
          </p:nvSpPr>
          <p:spPr>
            <a:xfrm>
              <a:off x="434516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g2808"/>
            <p:cNvSpPr/>
            <p:nvPr/>
          </p:nvSpPr>
          <p:spPr>
            <a:xfrm>
              <a:off x="43568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g2809"/>
            <p:cNvSpPr/>
            <p:nvPr/>
          </p:nvSpPr>
          <p:spPr>
            <a:xfrm>
              <a:off x="43684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g2810"/>
            <p:cNvSpPr/>
            <p:nvPr/>
          </p:nvSpPr>
          <p:spPr>
            <a:xfrm>
              <a:off x="438008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g2811"/>
            <p:cNvSpPr/>
            <p:nvPr/>
          </p:nvSpPr>
          <p:spPr>
            <a:xfrm>
              <a:off x="45779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g2812"/>
            <p:cNvSpPr/>
            <p:nvPr/>
          </p:nvSpPr>
          <p:spPr>
            <a:xfrm>
              <a:off x="45895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g2813"/>
            <p:cNvSpPr/>
            <p:nvPr/>
          </p:nvSpPr>
          <p:spPr>
            <a:xfrm>
              <a:off x="46011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g2814"/>
            <p:cNvSpPr/>
            <p:nvPr/>
          </p:nvSpPr>
          <p:spPr>
            <a:xfrm>
              <a:off x="46128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g2815"/>
            <p:cNvSpPr/>
            <p:nvPr/>
          </p:nvSpPr>
          <p:spPr>
            <a:xfrm>
              <a:off x="462446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g2816"/>
            <p:cNvSpPr/>
            <p:nvPr/>
          </p:nvSpPr>
          <p:spPr>
            <a:xfrm>
              <a:off x="311161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g2817"/>
            <p:cNvSpPr/>
            <p:nvPr/>
          </p:nvSpPr>
          <p:spPr>
            <a:xfrm>
              <a:off x="312324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g2818"/>
            <p:cNvSpPr/>
            <p:nvPr/>
          </p:nvSpPr>
          <p:spPr>
            <a:xfrm>
              <a:off x="313488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g2819"/>
            <p:cNvSpPr/>
            <p:nvPr/>
          </p:nvSpPr>
          <p:spPr>
            <a:xfrm>
              <a:off x="314652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g2820"/>
            <p:cNvSpPr/>
            <p:nvPr/>
          </p:nvSpPr>
          <p:spPr>
            <a:xfrm>
              <a:off x="315816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g2821"/>
            <p:cNvSpPr/>
            <p:nvPr/>
          </p:nvSpPr>
          <p:spPr>
            <a:xfrm>
              <a:off x="316979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g2822"/>
            <p:cNvSpPr/>
            <p:nvPr/>
          </p:nvSpPr>
          <p:spPr>
            <a:xfrm>
              <a:off x="318143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g2823"/>
            <p:cNvSpPr/>
            <p:nvPr/>
          </p:nvSpPr>
          <p:spPr>
            <a:xfrm>
              <a:off x="319307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g2824"/>
            <p:cNvSpPr/>
            <p:nvPr/>
          </p:nvSpPr>
          <p:spPr>
            <a:xfrm>
              <a:off x="320471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g2825"/>
            <p:cNvSpPr/>
            <p:nvPr/>
          </p:nvSpPr>
          <p:spPr>
            <a:xfrm>
              <a:off x="321634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g2826"/>
            <p:cNvSpPr/>
            <p:nvPr/>
          </p:nvSpPr>
          <p:spPr>
            <a:xfrm>
              <a:off x="322798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g2827"/>
            <p:cNvSpPr/>
            <p:nvPr/>
          </p:nvSpPr>
          <p:spPr>
            <a:xfrm>
              <a:off x="323962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g2828"/>
            <p:cNvSpPr/>
            <p:nvPr/>
          </p:nvSpPr>
          <p:spPr>
            <a:xfrm>
              <a:off x="325125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g2829"/>
            <p:cNvSpPr/>
            <p:nvPr/>
          </p:nvSpPr>
          <p:spPr>
            <a:xfrm>
              <a:off x="326289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g2830"/>
            <p:cNvSpPr/>
            <p:nvPr/>
          </p:nvSpPr>
          <p:spPr>
            <a:xfrm>
              <a:off x="32745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g2831"/>
            <p:cNvSpPr/>
            <p:nvPr/>
          </p:nvSpPr>
          <p:spPr>
            <a:xfrm>
              <a:off x="32861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g2832"/>
            <p:cNvSpPr/>
            <p:nvPr/>
          </p:nvSpPr>
          <p:spPr>
            <a:xfrm>
              <a:off x="329780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g2833"/>
            <p:cNvSpPr/>
            <p:nvPr/>
          </p:nvSpPr>
          <p:spPr>
            <a:xfrm>
              <a:off x="33094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g2834"/>
            <p:cNvSpPr/>
            <p:nvPr/>
          </p:nvSpPr>
          <p:spPr>
            <a:xfrm>
              <a:off x="33210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g2835"/>
            <p:cNvSpPr/>
            <p:nvPr/>
          </p:nvSpPr>
          <p:spPr>
            <a:xfrm>
              <a:off x="333272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g2836"/>
            <p:cNvSpPr/>
            <p:nvPr/>
          </p:nvSpPr>
          <p:spPr>
            <a:xfrm>
              <a:off x="33443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g2837"/>
            <p:cNvSpPr/>
            <p:nvPr/>
          </p:nvSpPr>
          <p:spPr>
            <a:xfrm>
              <a:off x="335599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g2838"/>
            <p:cNvSpPr/>
            <p:nvPr/>
          </p:nvSpPr>
          <p:spPr>
            <a:xfrm>
              <a:off x="336763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g2839"/>
            <p:cNvSpPr/>
            <p:nvPr/>
          </p:nvSpPr>
          <p:spPr>
            <a:xfrm>
              <a:off x="337927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g2840"/>
            <p:cNvSpPr/>
            <p:nvPr/>
          </p:nvSpPr>
          <p:spPr>
            <a:xfrm>
              <a:off x="339090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g2841"/>
            <p:cNvSpPr/>
            <p:nvPr/>
          </p:nvSpPr>
          <p:spPr>
            <a:xfrm>
              <a:off x="340254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g2842"/>
            <p:cNvSpPr/>
            <p:nvPr/>
          </p:nvSpPr>
          <p:spPr>
            <a:xfrm>
              <a:off x="341418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g2843"/>
            <p:cNvSpPr/>
            <p:nvPr/>
          </p:nvSpPr>
          <p:spPr>
            <a:xfrm>
              <a:off x="342581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g2844"/>
            <p:cNvSpPr/>
            <p:nvPr/>
          </p:nvSpPr>
          <p:spPr>
            <a:xfrm>
              <a:off x="343745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g2845"/>
            <p:cNvSpPr/>
            <p:nvPr/>
          </p:nvSpPr>
          <p:spPr>
            <a:xfrm>
              <a:off x="344909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g2846"/>
            <p:cNvSpPr/>
            <p:nvPr/>
          </p:nvSpPr>
          <p:spPr>
            <a:xfrm>
              <a:off x="34607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g2847"/>
            <p:cNvSpPr/>
            <p:nvPr/>
          </p:nvSpPr>
          <p:spPr>
            <a:xfrm>
              <a:off x="347236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g2848"/>
            <p:cNvSpPr/>
            <p:nvPr/>
          </p:nvSpPr>
          <p:spPr>
            <a:xfrm>
              <a:off x="34840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g2849"/>
            <p:cNvSpPr/>
            <p:nvPr/>
          </p:nvSpPr>
          <p:spPr>
            <a:xfrm>
              <a:off x="34956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g2850"/>
            <p:cNvSpPr/>
            <p:nvPr/>
          </p:nvSpPr>
          <p:spPr>
            <a:xfrm>
              <a:off x="350728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g2851"/>
            <p:cNvSpPr/>
            <p:nvPr/>
          </p:nvSpPr>
          <p:spPr>
            <a:xfrm>
              <a:off x="35189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g2852"/>
            <p:cNvSpPr/>
            <p:nvPr/>
          </p:nvSpPr>
          <p:spPr>
            <a:xfrm>
              <a:off x="35305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g2853"/>
            <p:cNvSpPr/>
            <p:nvPr/>
          </p:nvSpPr>
          <p:spPr>
            <a:xfrm>
              <a:off x="354219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g2854"/>
            <p:cNvSpPr/>
            <p:nvPr/>
          </p:nvSpPr>
          <p:spPr>
            <a:xfrm>
              <a:off x="355383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g2855"/>
            <p:cNvSpPr/>
            <p:nvPr/>
          </p:nvSpPr>
          <p:spPr>
            <a:xfrm>
              <a:off x="361201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g2856"/>
            <p:cNvSpPr/>
            <p:nvPr/>
          </p:nvSpPr>
          <p:spPr>
            <a:xfrm>
              <a:off x="362365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g2857"/>
            <p:cNvSpPr/>
            <p:nvPr/>
          </p:nvSpPr>
          <p:spPr>
            <a:xfrm>
              <a:off x="363529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g2858"/>
            <p:cNvSpPr/>
            <p:nvPr/>
          </p:nvSpPr>
          <p:spPr>
            <a:xfrm>
              <a:off x="364692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g2859"/>
            <p:cNvSpPr/>
            <p:nvPr/>
          </p:nvSpPr>
          <p:spPr>
            <a:xfrm>
              <a:off x="365856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g2860"/>
            <p:cNvSpPr/>
            <p:nvPr/>
          </p:nvSpPr>
          <p:spPr>
            <a:xfrm>
              <a:off x="367020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g2861"/>
            <p:cNvSpPr/>
            <p:nvPr/>
          </p:nvSpPr>
          <p:spPr>
            <a:xfrm>
              <a:off x="368184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g2862"/>
            <p:cNvSpPr/>
            <p:nvPr/>
          </p:nvSpPr>
          <p:spPr>
            <a:xfrm>
              <a:off x="369347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g2863"/>
            <p:cNvSpPr/>
            <p:nvPr/>
          </p:nvSpPr>
          <p:spPr>
            <a:xfrm>
              <a:off x="37051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g2864"/>
            <p:cNvSpPr/>
            <p:nvPr/>
          </p:nvSpPr>
          <p:spPr>
            <a:xfrm>
              <a:off x="37167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g2865"/>
            <p:cNvSpPr/>
            <p:nvPr/>
          </p:nvSpPr>
          <p:spPr>
            <a:xfrm>
              <a:off x="37283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g2866"/>
            <p:cNvSpPr/>
            <p:nvPr/>
          </p:nvSpPr>
          <p:spPr>
            <a:xfrm>
              <a:off x="37400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g2867"/>
            <p:cNvSpPr/>
            <p:nvPr/>
          </p:nvSpPr>
          <p:spPr>
            <a:xfrm>
              <a:off x="37516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g2868"/>
            <p:cNvSpPr/>
            <p:nvPr/>
          </p:nvSpPr>
          <p:spPr>
            <a:xfrm>
              <a:off x="376330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g2869"/>
            <p:cNvSpPr/>
            <p:nvPr/>
          </p:nvSpPr>
          <p:spPr>
            <a:xfrm>
              <a:off x="413569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g2870"/>
            <p:cNvSpPr/>
            <p:nvPr/>
          </p:nvSpPr>
          <p:spPr>
            <a:xfrm>
              <a:off x="41473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g2871"/>
            <p:cNvSpPr/>
            <p:nvPr/>
          </p:nvSpPr>
          <p:spPr>
            <a:xfrm>
              <a:off x="41589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g2872"/>
            <p:cNvSpPr/>
            <p:nvPr/>
          </p:nvSpPr>
          <p:spPr>
            <a:xfrm>
              <a:off x="417060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g2873"/>
            <p:cNvSpPr/>
            <p:nvPr/>
          </p:nvSpPr>
          <p:spPr>
            <a:xfrm>
              <a:off x="41822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g2874"/>
            <p:cNvSpPr/>
            <p:nvPr/>
          </p:nvSpPr>
          <p:spPr>
            <a:xfrm>
              <a:off x="41938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g2875"/>
            <p:cNvSpPr/>
            <p:nvPr/>
          </p:nvSpPr>
          <p:spPr>
            <a:xfrm>
              <a:off x="420552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g2876"/>
            <p:cNvSpPr/>
            <p:nvPr/>
          </p:nvSpPr>
          <p:spPr>
            <a:xfrm>
              <a:off x="42171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g2877"/>
            <p:cNvSpPr/>
            <p:nvPr/>
          </p:nvSpPr>
          <p:spPr>
            <a:xfrm>
              <a:off x="43335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g2878"/>
            <p:cNvSpPr/>
            <p:nvPr/>
          </p:nvSpPr>
          <p:spPr>
            <a:xfrm>
              <a:off x="434516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g2879"/>
            <p:cNvSpPr/>
            <p:nvPr/>
          </p:nvSpPr>
          <p:spPr>
            <a:xfrm>
              <a:off x="43568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g2880"/>
            <p:cNvSpPr/>
            <p:nvPr/>
          </p:nvSpPr>
          <p:spPr>
            <a:xfrm>
              <a:off x="43684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g2881"/>
            <p:cNvSpPr/>
            <p:nvPr/>
          </p:nvSpPr>
          <p:spPr>
            <a:xfrm>
              <a:off x="438008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g2882"/>
            <p:cNvSpPr/>
            <p:nvPr/>
          </p:nvSpPr>
          <p:spPr>
            <a:xfrm>
              <a:off x="43917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g2883"/>
            <p:cNvSpPr/>
            <p:nvPr/>
          </p:nvSpPr>
          <p:spPr>
            <a:xfrm>
              <a:off x="44033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g2884"/>
            <p:cNvSpPr/>
            <p:nvPr/>
          </p:nvSpPr>
          <p:spPr>
            <a:xfrm>
              <a:off x="45779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g2885"/>
            <p:cNvSpPr/>
            <p:nvPr/>
          </p:nvSpPr>
          <p:spPr>
            <a:xfrm>
              <a:off x="45895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g2886"/>
            <p:cNvSpPr/>
            <p:nvPr/>
          </p:nvSpPr>
          <p:spPr>
            <a:xfrm>
              <a:off x="46011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g2887"/>
            <p:cNvSpPr/>
            <p:nvPr/>
          </p:nvSpPr>
          <p:spPr>
            <a:xfrm>
              <a:off x="46128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g2888"/>
            <p:cNvSpPr/>
            <p:nvPr/>
          </p:nvSpPr>
          <p:spPr>
            <a:xfrm>
              <a:off x="46244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g2889"/>
            <p:cNvSpPr/>
            <p:nvPr/>
          </p:nvSpPr>
          <p:spPr>
            <a:xfrm>
              <a:off x="311161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g2890"/>
            <p:cNvSpPr/>
            <p:nvPr/>
          </p:nvSpPr>
          <p:spPr>
            <a:xfrm>
              <a:off x="312324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g2891"/>
            <p:cNvSpPr/>
            <p:nvPr/>
          </p:nvSpPr>
          <p:spPr>
            <a:xfrm>
              <a:off x="313488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g2892"/>
            <p:cNvSpPr/>
            <p:nvPr/>
          </p:nvSpPr>
          <p:spPr>
            <a:xfrm>
              <a:off x="314652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g2893"/>
            <p:cNvSpPr/>
            <p:nvPr/>
          </p:nvSpPr>
          <p:spPr>
            <a:xfrm>
              <a:off x="315816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g2894"/>
            <p:cNvSpPr/>
            <p:nvPr/>
          </p:nvSpPr>
          <p:spPr>
            <a:xfrm>
              <a:off x="316979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g2895"/>
            <p:cNvSpPr/>
            <p:nvPr/>
          </p:nvSpPr>
          <p:spPr>
            <a:xfrm>
              <a:off x="318143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g2896"/>
            <p:cNvSpPr/>
            <p:nvPr/>
          </p:nvSpPr>
          <p:spPr>
            <a:xfrm>
              <a:off x="319307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g2897"/>
            <p:cNvSpPr/>
            <p:nvPr/>
          </p:nvSpPr>
          <p:spPr>
            <a:xfrm>
              <a:off x="320471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g2898"/>
            <p:cNvSpPr/>
            <p:nvPr/>
          </p:nvSpPr>
          <p:spPr>
            <a:xfrm>
              <a:off x="321634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g2899"/>
            <p:cNvSpPr/>
            <p:nvPr/>
          </p:nvSpPr>
          <p:spPr>
            <a:xfrm>
              <a:off x="322798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g2900"/>
            <p:cNvSpPr/>
            <p:nvPr/>
          </p:nvSpPr>
          <p:spPr>
            <a:xfrm>
              <a:off x="323962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g2901"/>
            <p:cNvSpPr/>
            <p:nvPr/>
          </p:nvSpPr>
          <p:spPr>
            <a:xfrm>
              <a:off x="335599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g2902"/>
            <p:cNvSpPr/>
            <p:nvPr/>
          </p:nvSpPr>
          <p:spPr>
            <a:xfrm>
              <a:off x="336763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g2903"/>
            <p:cNvSpPr/>
            <p:nvPr/>
          </p:nvSpPr>
          <p:spPr>
            <a:xfrm>
              <a:off x="337927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g2904"/>
            <p:cNvSpPr/>
            <p:nvPr/>
          </p:nvSpPr>
          <p:spPr>
            <a:xfrm>
              <a:off x="339090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g2905"/>
            <p:cNvSpPr/>
            <p:nvPr/>
          </p:nvSpPr>
          <p:spPr>
            <a:xfrm>
              <a:off x="340254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g2906"/>
            <p:cNvSpPr/>
            <p:nvPr/>
          </p:nvSpPr>
          <p:spPr>
            <a:xfrm>
              <a:off x="341418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g2907"/>
            <p:cNvSpPr/>
            <p:nvPr/>
          </p:nvSpPr>
          <p:spPr>
            <a:xfrm>
              <a:off x="342581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g2908"/>
            <p:cNvSpPr/>
            <p:nvPr/>
          </p:nvSpPr>
          <p:spPr>
            <a:xfrm>
              <a:off x="343745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g2909"/>
            <p:cNvSpPr/>
            <p:nvPr/>
          </p:nvSpPr>
          <p:spPr>
            <a:xfrm>
              <a:off x="344909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g2910"/>
            <p:cNvSpPr/>
            <p:nvPr/>
          </p:nvSpPr>
          <p:spPr>
            <a:xfrm>
              <a:off x="346073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g2911"/>
            <p:cNvSpPr/>
            <p:nvPr/>
          </p:nvSpPr>
          <p:spPr>
            <a:xfrm>
              <a:off x="34840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g2912"/>
            <p:cNvSpPr/>
            <p:nvPr/>
          </p:nvSpPr>
          <p:spPr>
            <a:xfrm>
              <a:off x="34956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g2913"/>
            <p:cNvSpPr/>
            <p:nvPr/>
          </p:nvSpPr>
          <p:spPr>
            <a:xfrm>
              <a:off x="350728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g2914"/>
            <p:cNvSpPr/>
            <p:nvPr/>
          </p:nvSpPr>
          <p:spPr>
            <a:xfrm>
              <a:off x="35189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g2915"/>
            <p:cNvSpPr/>
            <p:nvPr/>
          </p:nvSpPr>
          <p:spPr>
            <a:xfrm>
              <a:off x="35305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g2916"/>
            <p:cNvSpPr/>
            <p:nvPr/>
          </p:nvSpPr>
          <p:spPr>
            <a:xfrm>
              <a:off x="354219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g2917"/>
            <p:cNvSpPr/>
            <p:nvPr/>
          </p:nvSpPr>
          <p:spPr>
            <a:xfrm>
              <a:off x="355383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g2918"/>
            <p:cNvSpPr/>
            <p:nvPr/>
          </p:nvSpPr>
          <p:spPr>
            <a:xfrm>
              <a:off x="356546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g2919"/>
            <p:cNvSpPr/>
            <p:nvPr/>
          </p:nvSpPr>
          <p:spPr>
            <a:xfrm>
              <a:off x="358874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g2920"/>
            <p:cNvSpPr/>
            <p:nvPr/>
          </p:nvSpPr>
          <p:spPr>
            <a:xfrm>
              <a:off x="360037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g2921"/>
            <p:cNvSpPr/>
            <p:nvPr/>
          </p:nvSpPr>
          <p:spPr>
            <a:xfrm>
              <a:off x="361201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g2922"/>
            <p:cNvSpPr/>
            <p:nvPr/>
          </p:nvSpPr>
          <p:spPr>
            <a:xfrm>
              <a:off x="362365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g2923"/>
            <p:cNvSpPr/>
            <p:nvPr/>
          </p:nvSpPr>
          <p:spPr>
            <a:xfrm>
              <a:off x="363529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g2924"/>
            <p:cNvSpPr/>
            <p:nvPr/>
          </p:nvSpPr>
          <p:spPr>
            <a:xfrm>
              <a:off x="364692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g2925"/>
            <p:cNvSpPr/>
            <p:nvPr/>
          </p:nvSpPr>
          <p:spPr>
            <a:xfrm>
              <a:off x="365856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g2926"/>
            <p:cNvSpPr/>
            <p:nvPr/>
          </p:nvSpPr>
          <p:spPr>
            <a:xfrm>
              <a:off x="367020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g2927"/>
            <p:cNvSpPr/>
            <p:nvPr/>
          </p:nvSpPr>
          <p:spPr>
            <a:xfrm>
              <a:off x="368184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g2928"/>
            <p:cNvSpPr/>
            <p:nvPr/>
          </p:nvSpPr>
          <p:spPr>
            <a:xfrm>
              <a:off x="369347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g2929"/>
            <p:cNvSpPr/>
            <p:nvPr/>
          </p:nvSpPr>
          <p:spPr>
            <a:xfrm>
              <a:off x="37051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g2930"/>
            <p:cNvSpPr/>
            <p:nvPr/>
          </p:nvSpPr>
          <p:spPr>
            <a:xfrm>
              <a:off x="37167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g2931"/>
            <p:cNvSpPr/>
            <p:nvPr/>
          </p:nvSpPr>
          <p:spPr>
            <a:xfrm>
              <a:off x="37283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g2932"/>
            <p:cNvSpPr/>
            <p:nvPr/>
          </p:nvSpPr>
          <p:spPr>
            <a:xfrm>
              <a:off x="37400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g2933"/>
            <p:cNvSpPr/>
            <p:nvPr/>
          </p:nvSpPr>
          <p:spPr>
            <a:xfrm>
              <a:off x="37516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g2934"/>
            <p:cNvSpPr/>
            <p:nvPr/>
          </p:nvSpPr>
          <p:spPr>
            <a:xfrm>
              <a:off x="376330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g2935"/>
            <p:cNvSpPr/>
            <p:nvPr/>
          </p:nvSpPr>
          <p:spPr>
            <a:xfrm>
              <a:off x="377493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g2936"/>
            <p:cNvSpPr/>
            <p:nvPr/>
          </p:nvSpPr>
          <p:spPr>
            <a:xfrm>
              <a:off x="415897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g2937"/>
            <p:cNvSpPr/>
            <p:nvPr/>
          </p:nvSpPr>
          <p:spPr>
            <a:xfrm>
              <a:off x="434516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g2938"/>
            <p:cNvSpPr/>
            <p:nvPr/>
          </p:nvSpPr>
          <p:spPr>
            <a:xfrm>
              <a:off x="43568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g2939"/>
            <p:cNvSpPr/>
            <p:nvPr/>
          </p:nvSpPr>
          <p:spPr>
            <a:xfrm>
              <a:off x="43684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g2940"/>
            <p:cNvSpPr/>
            <p:nvPr/>
          </p:nvSpPr>
          <p:spPr>
            <a:xfrm>
              <a:off x="438008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g2941"/>
            <p:cNvSpPr/>
            <p:nvPr/>
          </p:nvSpPr>
          <p:spPr>
            <a:xfrm>
              <a:off x="43917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g2942"/>
            <p:cNvSpPr/>
            <p:nvPr/>
          </p:nvSpPr>
          <p:spPr>
            <a:xfrm>
              <a:off x="44033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g2943"/>
            <p:cNvSpPr/>
            <p:nvPr/>
          </p:nvSpPr>
          <p:spPr>
            <a:xfrm>
              <a:off x="441499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g2944"/>
            <p:cNvSpPr/>
            <p:nvPr/>
          </p:nvSpPr>
          <p:spPr>
            <a:xfrm>
              <a:off x="45779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g2945"/>
            <p:cNvSpPr/>
            <p:nvPr/>
          </p:nvSpPr>
          <p:spPr>
            <a:xfrm>
              <a:off x="45895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g2946"/>
            <p:cNvSpPr/>
            <p:nvPr/>
          </p:nvSpPr>
          <p:spPr>
            <a:xfrm>
              <a:off x="46011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g2947"/>
            <p:cNvSpPr/>
            <p:nvPr/>
          </p:nvSpPr>
          <p:spPr>
            <a:xfrm>
              <a:off x="46128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g2948"/>
            <p:cNvSpPr/>
            <p:nvPr/>
          </p:nvSpPr>
          <p:spPr>
            <a:xfrm>
              <a:off x="46244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g2949"/>
            <p:cNvSpPr/>
            <p:nvPr/>
          </p:nvSpPr>
          <p:spPr>
            <a:xfrm>
              <a:off x="309997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g2950"/>
            <p:cNvSpPr/>
            <p:nvPr/>
          </p:nvSpPr>
          <p:spPr>
            <a:xfrm>
              <a:off x="311161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g2951"/>
            <p:cNvSpPr/>
            <p:nvPr/>
          </p:nvSpPr>
          <p:spPr>
            <a:xfrm>
              <a:off x="312324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g2952"/>
            <p:cNvSpPr/>
            <p:nvPr/>
          </p:nvSpPr>
          <p:spPr>
            <a:xfrm>
              <a:off x="313488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g2953"/>
            <p:cNvSpPr/>
            <p:nvPr/>
          </p:nvSpPr>
          <p:spPr>
            <a:xfrm>
              <a:off x="314652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g2954"/>
            <p:cNvSpPr/>
            <p:nvPr/>
          </p:nvSpPr>
          <p:spPr>
            <a:xfrm>
              <a:off x="315816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g2955"/>
            <p:cNvSpPr/>
            <p:nvPr/>
          </p:nvSpPr>
          <p:spPr>
            <a:xfrm>
              <a:off x="316979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g2956"/>
            <p:cNvSpPr/>
            <p:nvPr/>
          </p:nvSpPr>
          <p:spPr>
            <a:xfrm>
              <a:off x="318143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g2957"/>
            <p:cNvSpPr/>
            <p:nvPr/>
          </p:nvSpPr>
          <p:spPr>
            <a:xfrm>
              <a:off x="319307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g2958"/>
            <p:cNvSpPr/>
            <p:nvPr/>
          </p:nvSpPr>
          <p:spPr>
            <a:xfrm>
              <a:off x="320471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g2959"/>
            <p:cNvSpPr/>
            <p:nvPr/>
          </p:nvSpPr>
          <p:spPr>
            <a:xfrm>
              <a:off x="341418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g2960"/>
            <p:cNvSpPr/>
            <p:nvPr/>
          </p:nvSpPr>
          <p:spPr>
            <a:xfrm>
              <a:off x="342581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g2961"/>
            <p:cNvSpPr/>
            <p:nvPr/>
          </p:nvSpPr>
          <p:spPr>
            <a:xfrm>
              <a:off x="34956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g2962"/>
            <p:cNvSpPr/>
            <p:nvPr/>
          </p:nvSpPr>
          <p:spPr>
            <a:xfrm>
              <a:off x="350728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g2963"/>
            <p:cNvSpPr/>
            <p:nvPr/>
          </p:nvSpPr>
          <p:spPr>
            <a:xfrm>
              <a:off x="35189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g2964"/>
            <p:cNvSpPr/>
            <p:nvPr/>
          </p:nvSpPr>
          <p:spPr>
            <a:xfrm>
              <a:off x="35305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g2965"/>
            <p:cNvSpPr/>
            <p:nvPr/>
          </p:nvSpPr>
          <p:spPr>
            <a:xfrm>
              <a:off x="354219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g2966"/>
            <p:cNvSpPr/>
            <p:nvPr/>
          </p:nvSpPr>
          <p:spPr>
            <a:xfrm>
              <a:off x="35538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g2967"/>
            <p:cNvSpPr/>
            <p:nvPr/>
          </p:nvSpPr>
          <p:spPr>
            <a:xfrm>
              <a:off x="356546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g2968"/>
            <p:cNvSpPr/>
            <p:nvPr/>
          </p:nvSpPr>
          <p:spPr>
            <a:xfrm>
              <a:off x="357710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g2969"/>
            <p:cNvSpPr/>
            <p:nvPr/>
          </p:nvSpPr>
          <p:spPr>
            <a:xfrm>
              <a:off x="358874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g2970"/>
            <p:cNvSpPr/>
            <p:nvPr/>
          </p:nvSpPr>
          <p:spPr>
            <a:xfrm>
              <a:off x="360037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g2971"/>
            <p:cNvSpPr/>
            <p:nvPr/>
          </p:nvSpPr>
          <p:spPr>
            <a:xfrm>
              <a:off x="361201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g2972"/>
            <p:cNvSpPr/>
            <p:nvPr/>
          </p:nvSpPr>
          <p:spPr>
            <a:xfrm>
              <a:off x="362365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g2973"/>
            <p:cNvSpPr/>
            <p:nvPr/>
          </p:nvSpPr>
          <p:spPr>
            <a:xfrm>
              <a:off x="363529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g2974"/>
            <p:cNvSpPr/>
            <p:nvPr/>
          </p:nvSpPr>
          <p:spPr>
            <a:xfrm>
              <a:off x="364692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g2975"/>
            <p:cNvSpPr/>
            <p:nvPr/>
          </p:nvSpPr>
          <p:spPr>
            <a:xfrm>
              <a:off x="365856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g2976"/>
            <p:cNvSpPr/>
            <p:nvPr/>
          </p:nvSpPr>
          <p:spPr>
            <a:xfrm>
              <a:off x="367020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g2977"/>
            <p:cNvSpPr/>
            <p:nvPr/>
          </p:nvSpPr>
          <p:spPr>
            <a:xfrm>
              <a:off x="368184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g2978"/>
            <p:cNvSpPr/>
            <p:nvPr/>
          </p:nvSpPr>
          <p:spPr>
            <a:xfrm>
              <a:off x="369347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g2979"/>
            <p:cNvSpPr/>
            <p:nvPr/>
          </p:nvSpPr>
          <p:spPr>
            <a:xfrm>
              <a:off x="370511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g2980"/>
            <p:cNvSpPr/>
            <p:nvPr/>
          </p:nvSpPr>
          <p:spPr>
            <a:xfrm>
              <a:off x="37167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g2981"/>
            <p:cNvSpPr/>
            <p:nvPr/>
          </p:nvSpPr>
          <p:spPr>
            <a:xfrm>
              <a:off x="37283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g2982"/>
            <p:cNvSpPr/>
            <p:nvPr/>
          </p:nvSpPr>
          <p:spPr>
            <a:xfrm>
              <a:off x="37400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g2983"/>
            <p:cNvSpPr/>
            <p:nvPr/>
          </p:nvSpPr>
          <p:spPr>
            <a:xfrm>
              <a:off x="37516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g2984"/>
            <p:cNvSpPr/>
            <p:nvPr/>
          </p:nvSpPr>
          <p:spPr>
            <a:xfrm>
              <a:off x="376330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g2985"/>
            <p:cNvSpPr/>
            <p:nvPr/>
          </p:nvSpPr>
          <p:spPr>
            <a:xfrm>
              <a:off x="377493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g2986"/>
            <p:cNvSpPr/>
            <p:nvPr/>
          </p:nvSpPr>
          <p:spPr>
            <a:xfrm>
              <a:off x="378657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g2987"/>
            <p:cNvSpPr/>
            <p:nvPr/>
          </p:nvSpPr>
          <p:spPr>
            <a:xfrm>
              <a:off x="435680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g2988"/>
            <p:cNvSpPr/>
            <p:nvPr/>
          </p:nvSpPr>
          <p:spPr>
            <a:xfrm>
              <a:off x="43684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g2989"/>
            <p:cNvSpPr/>
            <p:nvPr/>
          </p:nvSpPr>
          <p:spPr>
            <a:xfrm>
              <a:off x="438008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g2990"/>
            <p:cNvSpPr/>
            <p:nvPr/>
          </p:nvSpPr>
          <p:spPr>
            <a:xfrm>
              <a:off x="43917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g2991"/>
            <p:cNvSpPr/>
            <p:nvPr/>
          </p:nvSpPr>
          <p:spPr>
            <a:xfrm>
              <a:off x="44033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g2992"/>
            <p:cNvSpPr/>
            <p:nvPr/>
          </p:nvSpPr>
          <p:spPr>
            <a:xfrm>
              <a:off x="441499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g2993"/>
            <p:cNvSpPr/>
            <p:nvPr/>
          </p:nvSpPr>
          <p:spPr>
            <a:xfrm>
              <a:off x="44266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g2994"/>
            <p:cNvSpPr/>
            <p:nvPr/>
          </p:nvSpPr>
          <p:spPr>
            <a:xfrm>
              <a:off x="45895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g2995"/>
            <p:cNvSpPr/>
            <p:nvPr/>
          </p:nvSpPr>
          <p:spPr>
            <a:xfrm>
              <a:off x="46011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g2996"/>
            <p:cNvSpPr/>
            <p:nvPr/>
          </p:nvSpPr>
          <p:spPr>
            <a:xfrm>
              <a:off x="46128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g2997"/>
            <p:cNvSpPr/>
            <p:nvPr/>
          </p:nvSpPr>
          <p:spPr>
            <a:xfrm>
              <a:off x="46244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g2998"/>
            <p:cNvSpPr/>
            <p:nvPr/>
          </p:nvSpPr>
          <p:spPr>
            <a:xfrm>
              <a:off x="463610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g2999"/>
            <p:cNvSpPr/>
            <p:nvPr/>
          </p:nvSpPr>
          <p:spPr>
            <a:xfrm>
              <a:off x="309997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g3000"/>
            <p:cNvSpPr/>
            <p:nvPr/>
          </p:nvSpPr>
          <p:spPr>
            <a:xfrm>
              <a:off x="311161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g3001"/>
            <p:cNvSpPr/>
            <p:nvPr/>
          </p:nvSpPr>
          <p:spPr>
            <a:xfrm>
              <a:off x="312324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g3002"/>
            <p:cNvSpPr/>
            <p:nvPr/>
          </p:nvSpPr>
          <p:spPr>
            <a:xfrm>
              <a:off x="313488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g3003"/>
            <p:cNvSpPr/>
            <p:nvPr/>
          </p:nvSpPr>
          <p:spPr>
            <a:xfrm>
              <a:off x="314652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g3004"/>
            <p:cNvSpPr/>
            <p:nvPr/>
          </p:nvSpPr>
          <p:spPr>
            <a:xfrm>
              <a:off x="315816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g3005"/>
            <p:cNvSpPr/>
            <p:nvPr/>
          </p:nvSpPr>
          <p:spPr>
            <a:xfrm>
              <a:off x="316979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g3006"/>
            <p:cNvSpPr/>
            <p:nvPr/>
          </p:nvSpPr>
          <p:spPr>
            <a:xfrm>
              <a:off x="318143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g3007"/>
            <p:cNvSpPr/>
            <p:nvPr/>
          </p:nvSpPr>
          <p:spPr>
            <a:xfrm>
              <a:off x="350728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g3008"/>
            <p:cNvSpPr/>
            <p:nvPr/>
          </p:nvSpPr>
          <p:spPr>
            <a:xfrm>
              <a:off x="35189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g3009"/>
            <p:cNvSpPr/>
            <p:nvPr/>
          </p:nvSpPr>
          <p:spPr>
            <a:xfrm>
              <a:off x="35305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g3010"/>
            <p:cNvSpPr/>
            <p:nvPr/>
          </p:nvSpPr>
          <p:spPr>
            <a:xfrm>
              <a:off x="354219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g3011"/>
            <p:cNvSpPr/>
            <p:nvPr/>
          </p:nvSpPr>
          <p:spPr>
            <a:xfrm>
              <a:off x="35538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g3012"/>
            <p:cNvSpPr/>
            <p:nvPr/>
          </p:nvSpPr>
          <p:spPr>
            <a:xfrm>
              <a:off x="35654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g3013"/>
            <p:cNvSpPr/>
            <p:nvPr/>
          </p:nvSpPr>
          <p:spPr>
            <a:xfrm>
              <a:off x="357710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g3014"/>
            <p:cNvSpPr/>
            <p:nvPr/>
          </p:nvSpPr>
          <p:spPr>
            <a:xfrm>
              <a:off x="358874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BF">
                <a:alpha val="100000"/>
              </a:srgbClr>
            </a:solidFill>
            <a:ln w="5420" cap="flat">
              <a:solidFill>
                <a:srgbClr val="91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g3015"/>
            <p:cNvSpPr/>
            <p:nvPr/>
          </p:nvSpPr>
          <p:spPr>
            <a:xfrm>
              <a:off x="360037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g3016"/>
            <p:cNvSpPr/>
            <p:nvPr/>
          </p:nvSpPr>
          <p:spPr>
            <a:xfrm>
              <a:off x="361201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g3017"/>
            <p:cNvSpPr/>
            <p:nvPr/>
          </p:nvSpPr>
          <p:spPr>
            <a:xfrm>
              <a:off x="362365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g3018"/>
            <p:cNvSpPr/>
            <p:nvPr/>
          </p:nvSpPr>
          <p:spPr>
            <a:xfrm>
              <a:off x="363529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g3019"/>
            <p:cNvSpPr/>
            <p:nvPr/>
          </p:nvSpPr>
          <p:spPr>
            <a:xfrm>
              <a:off x="364692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g3020"/>
            <p:cNvSpPr/>
            <p:nvPr/>
          </p:nvSpPr>
          <p:spPr>
            <a:xfrm>
              <a:off x="365856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g3021"/>
            <p:cNvSpPr/>
            <p:nvPr/>
          </p:nvSpPr>
          <p:spPr>
            <a:xfrm>
              <a:off x="367020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g3022"/>
            <p:cNvSpPr/>
            <p:nvPr/>
          </p:nvSpPr>
          <p:spPr>
            <a:xfrm>
              <a:off x="368184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g3023"/>
            <p:cNvSpPr/>
            <p:nvPr/>
          </p:nvSpPr>
          <p:spPr>
            <a:xfrm>
              <a:off x="369347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g3024"/>
            <p:cNvSpPr/>
            <p:nvPr/>
          </p:nvSpPr>
          <p:spPr>
            <a:xfrm>
              <a:off x="370511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g3025"/>
            <p:cNvSpPr/>
            <p:nvPr/>
          </p:nvSpPr>
          <p:spPr>
            <a:xfrm>
              <a:off x="37167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g3026"/>
            <p:cNvSpPr/>
            <p:nvPr/>
          </p:nvSpPr>
          <p:spPr>
            <a:xfrm>
              <a:off x="37283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g3027"/>
            <p:cNvSpPr/>
            <p:nvPr/>
          </p:nvSpPr>
          <p:spPr>
            <a:xfrm>
              <a:off x="37400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g3028"/>
            <p:cNvSpPr/>
            <p:nvPr/>
          </p:nvSpPr>
          <p:spPr>
            <a:xfrm>
              <a:off x="37516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g3029"/>
            <p:cNvSpPr/>
            <p:nvPr/>
          </p:nvSpPr>
          <p:spPr>
            <a:xfrm>
              <a:off x="376330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g3030"/>
            <p:cNvSpPr/>
            <p:nvPr/>
          </p:nvSpPr>
          <p:spPr>
            <a:xfrm>
              <a:off x="377493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g3031"/>
            <p:cNvSpPr/>
            <p:nvPr/>
          </p:nvSpPr>
          <p:spPr>
            <a:xfrm>
              <a:off x="378657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g3032"/>
            <p:cNvSpPr/>
            <p:nvPr/>
          </p:nvSpPr>
          <p:spPr>
            <a:xfrm>
              <a:off x="436844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g3033"/>
            <p:cNvSpPr/>
            <p:nvPr/>
          </p:nvSpPr>
          <p:spPr>
            <a:xfrm>
              <a:off x="438008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g3034"/>
            <p:cNvSpPr/>
            <p:nvPr/>
          </p:nvSpPr>
          <p:spPr>
            <a:xfrm>
              <a:off x="43917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g3035"/>
            <p:cNvSpPr/>
            <p:nvPr/>
          </p:nvSpPr>
          <p:spPr>
            <a:xfrm>
              <a:off x="44033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g3036"/>
            <p:cNvSpPr/>
            <p:nvPr/>
          </p:nvSpPr>
          <p:spPr>
            <a:xfrm>
              <a:off x="441499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g3037"/>
            <p:cNvSpPr/>
            <p:nvPr/>
          </p:nvSpPr>
          <p:spPr>
            <a:xfrm>
              <a:off x="44266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g3038"/>
            <p:cNvSpPr/>
            <p:nvPr/>
          </p:nvSpPr>
          <p:spPr>
            <a:xfrm>
              <a:off x="44382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g3039"/>
            <p:cNvSpPr/>
            <p:nvPr/>
          </p:nvSpPr>
          <p:spPr>
            <a:xfrm>
              <a:off x="45895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g3040"/>
            <p:cNvSpPr/>
            <p:nvPr/>
          </p:nvSpPr>
          <p:spPr>
            <a:xfrm>
              <a:off x="46011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g3041"/>
            <p:cNvSpPr/>
            <p:nvPr/>
          </p:nvSpPr>
          <p:spPr>
            <a:xfrm>
              <a:off x="46128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g3042"/>
            <p:cNvSpPr/>
            <p:nvPr/>
          </p:nvSpPr>
          <p:spPr>
            <a:xfrm>
              <a:off x="46244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g3043"/>
            <p:cNvSpPr/>
            <p:nvPr/>
          </p:nvSpPr>
          <p:spPr>
            <a:xfrm>
              <a:off x="463610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g3044"/>
            <p:cNvSpPr/>
            <p:nvPr/>
          </p:nvSpPr>
          <p:spPr>
            <a:xfrm>
              <a:off x="308833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g3045"/>
            <p:cNvSpPr/>
            <p:nvPr/>
          </p:nvSpPr>
          <p:spPr>
            <a:xfrm>
              <a:off x="309997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g3046"/>
            <p:cNvSpPr/>
            <p:nvPr/>
          </p:nvSpPr>
          <p:spPr>
            <a:xfrm>
              <a:off x="311161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g3047"/>
            <p:cNvSpPr/>
            <p:nvPr/>
          </p:nvSpPr>
          <p:spPr>
            <a:xfrm>
              <a:off x="312324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g3048"/>
            <p:cNvSpPr/>
            <p:nvPr/>
          </p:nvSpPr>
          <p:spPr>
            <a:xfrm>
              <a:off x="313488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g3049"/>
            <p:cNvSpPr/>
            <p:nvPr/>
          </p:nvSpPr>
          <p:spPr>
            <a:xfrm>
              <a:off x="314652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g3050"/>
            <p:cNvSpPr/>
            <p:nvPr/>
          </p:nvSpPr>
          <p:spPr>
            <a:xfrm>
              <a:off x="35189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g3051"/>
            <p:cNvSpPr/>
            <p:nvPr/>
          </p:nvSpPr>
          <p:spPr>
            <a:xfrm>
              <a:off x="35305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g3052"/>
            <p:cNvSpPr/>
            <p:nvPr/>
          </p:nvSpPr>
          <p:spPr>
            <a:xfrm>
              <a:off x="354219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g3053"/>
            <p:cNvSpPr/>
            <p:nvPr/>
          </p:nvSpPr>
          <p:spPr>
            <a:xfrm>
              <a:off x="35538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g3054"/>
            <p:cNvSpPr/>
            <p:nvPr/>
          </p:nvSpPr>
          <p:spPr>
            <a:xfrm>
              <a:off x="35654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g3055"/>
            <p:cNvSpPr/>
            <p:nvPr/>
          </p:nvSpPr>
          <p:spPr>
            <a:xfrm>
              <a:off x="357710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g3056"/>
            <p:cNvSpPr/>
            <p:nvPr/>
          </p:nvSpPr>
          <p:spPr>
            <a:xfrm>
              <a:off x="358874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BF">
                <a:alpha val="100000"/>
              </a:srgbClr>
            </a:solidFill>
            <a:ln w="5420" cap="flat">
              <a:solidFill>
                <a:srgbClr val="91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g3057"/>
            <p:cNvSpPr/>
            <p:nvPr/>
          </p:nvSpPr>
          <p:spPr>
            <a:xfrm>
              <a:off x="360037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g3058"/>
            <p:cNvSpPr/>
            <p:nvPr/>
          </p:nvSpPr>
          <p:spPr>
            <a:xfrm>
              <a:off x="361201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g3059"/>
            <p:cNvSpPr/>
            <p:nvPr/>
          </p:nvSpPr>
          <p:spPr>
            <a:xfrm>
              <a:off x="362365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g3060"/>
            <p:cNvSpPr/>
            <p:nvPr/>
          </p:nvSpPr>
          <p:spPr>
            <a:xfrm>
              <a:off x="363529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g3061"/>
            <p:cNvSpPr/>
            <p:nvPr/>
          </p:nvSpPr>
          <p:spPr>
            <a:xfrm>
              <a:off x="364692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g3062"/>
            <p:cNvSpPr/>
            <p:nvPr/>
          </p:nvSpPr>
          <p:spPr>
            <a:xfrm>
              <a:off x="365856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g3063"/>
            <p:cNvSpPr/>
            <p:nvPr/>
          </p:nvSpPr>
          <p:spPr>
            <a:xfrm>
              <a:off x="367020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g3064"/>
            <p:cNvSpPr/>
            <p:nvPr/>
          </p:nvSpPr>
          <p:spPr>
            <a:xfrm>
              <a:off x="368184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g3065"/>
            <p:cNvSpPr/>
            <p:nvPr/>
          </p:nvSpPr>
          <p:spPr>
            <a:xfrm>
              <a:off x="369347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g3066"/>
            <p:cNvSpPr/>
            <p:nvPr/>
          </p:nvSpPr>
          <p:spPr>
            <a:xfrm>
              <a:off x="370511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g3067"/>
            <p:cNvSpPr/>
            <p:nvPr/>
          </p:nvSpPr>
          <p:spPr>
            <a:xfrm>
              <a:off x="371675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g3068"/>
            <p:cNvSpPr/>
            <p:nvPr/>
          </p:nvSpPr>
          <p:spPr>
            <a:xfrm>
              <a:off x="37283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g3069"/>
            <p:cNvSpPr/>
            <p:nvPr/>
          </p:nvSpPr>
          <p:spPr>
            <a:xfrm>
              <a:off x="37400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g3070"/>
            <p:cNvSpPr/>
            <p:nvPr/>
          </p:nvSpPr>
          <p:spPr>
            <a:xfrm>
              <a:off x="37516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g3071"/>
            <p:cNvSpPr/>
            <p:nvPr/>
          </p:nvSpPr>
          <p:spPr>
            <a:xfrm>
              <a:off x="376330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g3072"/>
            <p:cNvSpPr/>
            <p:nvPr/>
          </p:nvSpPr>
          <p:spPr>
            <a:xfrm>
              <a:off x="37749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g3073"/>
            <p:cNvSpPr/>
            <p:nvPr/>
          </p:nvSpPr>
          <p:spPr>
            <a:xfrm>
              <a:off x="378657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g3074"/>
            <p:cNvSpPr/>
            <p:nvPr/>
          </p:nvSpPr>
          <p:spPr>
            <a:xfrm>
              <a:off x="438008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g3075"/>
            <p:cNvSpPr/>
            <p:nvPr/>
          </p:nvSpPr>
          <p:spPr>
            <a:xfrm>
              <a:off x="43917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g3076"/>
            <p:cNvSpPr/>
            <p:nvPr/>
          </p:nvSpPr>
          <p:spPr>
            <a:xfrm>
              <a:off x="44033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g3077"/>
            <p:cNvSpPr/>
            <p:nvPr/>
          </p:nvSpPr>
          <p:spPr>
            <a:xfrm>
              <a:off x="441499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g3078"/>
            <p:cNvSpPr/>
            <p:nvPr/>
          </p:nvSpPr>
          <p:spPr>
            <a:xfrm>
              <a:off x="44266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g3079"/>
            <p:cNvSpPr/>
            <p:nvPr/>
          </p:nvSpPr>
          <p:spPr>
            <a:xfrm>
              <a:off x="44382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g3080"/>
            <p:cNvSpPr/>
            <p:nvPr/>
          </p:nvSpPr>
          <p:spPr>
            <a:xfrm>
              <a:off x="444990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g3081"/>
            <p:cNvSpPr/>
            <p:nvPr/>
          </p:nvSpPr>
          <p:spPr>
            <a:xfrm>
              <a:off x="46011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g3082"/>
            <p:cNvSpPr/>
            <p:nvPr/>
          </p:nvSpPr>
          <p:spPr>
            <a:xfrm>
              <a:off x="46128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g3083"/>
            <p:cNvSpPr/>
            <p:nvPr/>
          </p:nvSpPr>
          <p:spPr>
            <a:xfrm>
              <a:off x="46244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g3084"/>
            <p:cNvSpPr/>
            <p:nvPr/>
          </p:nvSpPr>
          <p:spPr>
            <a:xfrm>
              <a:off x="463610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g3085"/>
            <p:cNvSpPr/>
            <p:nvPr/>
          </p:nvSpPr>
          <p:spPr>
            <a:xfrm>
              <a:off x="46477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g3086"/>
            <p:cNvSpPr/>
            <p:nvPr/>
          </p:nvSpPr>
          <p:spPr>
            <a:xfrm>
              <a:off x="306506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g3087"/>
            <p:cNvSpPr/>
            <p:nvPr/>
          </p:nvSpPr>
          <p:spPr>
            <a:xfrm>
              <a:off x="307669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g3088"/>
            <p:cNvSpPr/>
            <p:nvPr/>
          </p:nvSpPr>
          <p:spPr>
            <a:xfrm>
              <a:off x="308833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g3089"/>
            <p:cNvSpPr/>
            <p:nvPr/>
          </p:nvSpPr>
          <p:spPr>
            <a:xfrm>
              <a:off x="309997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g3090"/>
            <p:cNvSpPr/>
            <p:nvPr/>
          </p:nvSpPr>
          <p:spPr>
            <a:xfrm>
              <a:off x="311161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g3091"/>
            <p:cNvSpPr/>
            <p:nvPr/>
          </p:nvSpPr>
          <p:spPr>
            <a:xfrm>
              <a:off x="312324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g3092"/>
            <p:cNvSpPr/>
            <p:nvPr/>
          </p:nvSpPr>
          <p:spPr>
            <a:xfrm>
              <a:off x="313488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g3093"/>
            <p:cNvSpPr/>
            <p:nvPr/>
          </p:nvSpPr>
          <p:spPr>
            <a:xfrm>
              <a:off x="354219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g3094"/>
            <p:cNvSpPr/>
            <p:nvPr/>
          </p:nvSpPr>
          <p:spPr>
            <a:xfrm>
              <a:off x="35538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g3095"/>
            <p:cNvSpPr/>
            <p:nvPr/>
          </p:nvSpPr>
          <p:spPr>
            <a:xfrm>
              <a:off x="35654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g3096"/>
            <p:cNvSpPr/>
            <p:nvPr/>
          </p:nvSpPr>
          <p:spPr>
            <a:xfrm>
              <a:off x="357710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g3097"/>
            <p:cNvSpPr/>
            <p:nvPr/>
          </p:nvSpPr>
          <p:spPr>
            <a:xfrm>
              <a:off x="35887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g3098"/>
            <p:cNvSpPr/>
            <p:nvPr/>
          </p:nvSpPr>
          <p:spPr>
            <a:xfrm>
              <a:off x="360037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g3099"/>
            <p:cNvSpPr/>
            <p:nvPr/>
          </p:nvSpPr>
          <p:spPr>
            <a:xfrm>
              <a:off x="361201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g3100"/>
            <p:cNvSpPr/>
            <p:nvPr/>
          </p:nvSpPr>
          <p:spPr>
            <a:xfrm>
              <a:off x="362365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g3101"/>
            <p:cNvSpPr/>
            <p:nvPr/>
          </p:nvSpPr>
          <p:spPr>
            <a:xfrm>
              <a:off x="363529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g3102"/>
            <p:cNvSpPr/>
            <p:nvPr/>
          </p:nvSpPr>
          <p:spPr>
            <a:xfrm>
              <a:off x="3646928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g3103"/>
            <p:cNvSpPr/>
            <p:nvPr/>
          </p:nvSpPr>
          <p:spPr>
            <a:xfrm>
              <a:off x="365856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g3104"/>
            <p:cNvSpPr/>
            <p:nvPr/>
          </p:nvSpPr>
          <p:spPr>
            <a:xfrm>
              <a:off x="367020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g3105"/>
            <p:cNvSpPr/>
            <p:nvPr/>
          </p:nvSpPr>
          <p:spPr>
            <a:xfrm>
              <a:off x="370511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g3106"/>
            <p:cNvSpPr/>
            <p:nvPr/>
          </p:nvSpPr>
          <p:spPr>
            <a:xfrm>
              <a:off x="371675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g3107"/>
            <p:cNvSpPr/>
            <p:nvPr/>
          </p:nvSpPr>
          <p:spPr>
            <a:xfrm>
              <a:off x="37283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g3108"/>
            <p:cNvSpPr/>
            <p:nvPr/>
          </p:nvSpPr>
          <p:spPr>
            <a:xfrm>
              <a:off x="37400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g3109"/>
            <p:cNvSpPr/>
            <p:nvPr/>
          </p:nvSpPr>
          <p:spPr>
            <a:xfrm>
              <a:off x="37516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g3110"/>
            <p:cNvSpPr/>
            <p:nvPr/>
          </p:nvSpPr>
          <p:spPr>
            <a:xfrm>
              <a:off x="376330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g3111"/>
            <p:cNvSpPr/>
            <p:nvPr/>
          </p:nvSpPr>
          <p:spPr>
            <a:xfrm>
              <a:off x="37749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g3112"/>
            <p:cNvSpPr/>
            <p:nvPr/>
          </p:nvSpPr>
          <p:spPr>
            <a:xfrm>
              <a:off x="37865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g3113"/>
            <p:cNvSpPr/>
            <p:nvPr/>
          </p:nvSpPr>
          <p:spPr>
            <a:xfrm>
              <a:off x="440335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g3114"/>
            <p:cNvSpPr/>
            <p:nvPr/>
          </p:nvSpPr>
          <p:spPr>
            <a:xfrm>
              <a:off x="441499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g3115"/>
            <p:cNvSpPr/>
            <p:nvPr/>
          </p:nvSpPr>
          <p:spPr>
            <a:xfrm>
              <a:off x="44266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g3116"/>
            <p:cNvSpPr/>
            <p:nvPr/>
          </p:nvSpPr>
          <p:spPr>
            <a:xfrm>
              <a:off x="44382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g3117"/>
            <p:cNvSpPr/>
            <p:nvPr/>
          </p:nvSpPr>
          <p:spPr>
            <a:xfrm>
              <a:off x="444990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g3118"/>
            <p:cNvSpPr/>
            <p:nvPr/>
          </p:nvSpPr>
          <p:spPr>
            <a:xfrm>
              <a:off x="44615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g3119"/>
            <p:cNvSpPr/>
            <p:nvPr/>
          </p:nvSpPr>
          <p:spPr>
            <a:xfrm>
              <a:off x="46011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g3120"/>
            <p:cNvSpPr/>
            <p:nvPr/>
          </p:nvSpPr>
          <p:spPr>
            <a:xfrm>
              <a:off x="46128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g3121"/>
            <p:cNvSpPr/>
            <p:nvPr/>
          </p:nvSpPr>
          <p:spPr>
            <a:xfrm>
              <a:off x="46244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g3122"/>
            <p:cNvSpPr/>
            <p:nvPr/>
          </p:nvSpPr>
          <p:spPr>
            <a:xfrm>
              <a:off x="463610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g3123"/>
            <p:cNvSpPr/>
            <p:nvPr/>
          </p:nvSpPr>
          <p:spPr>
            <a:xfrm>
              <a:off x="46477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g3124"/>
            <p:cNvSpPr/>
            <p:nvPr/>
          </p:nvSpPr>
          <p:spPr>
            <a:xfrm>
              <a:off x="46593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g3125"/>
            <p:cNvSpPr/>
            <p:nvPr/>
          </p:nvSpPr>
          <p:spPr>
            <a:xfrm>
              <a:off x="294868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g3126"/>
            <p:cNvSpPr/>
            <p:nvPr/>
          </p:nvSpPr>
          <p:spPr>
            <a:xfrm>
              <a:off x="296032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g3127"/>
            <p:cNvSpPr/>
            <p:nvPr/>
          </p:nvSpPr>
          <p:spPr>
            <a:xfrm>
              <a:off x="297196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g3128"/>
            <p:cNvSpPr/>
            <p:nvPr/>
          </p:nvSpPr>
          <p:spPr>
            <a:xfrm>
              <a:off x="29836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g3129"/>
            <p:cNvSpPr/>
            <p:nvPr/>
          </p:nvSpPr>
          <p:spPr>
            <a:xfrm>
              <a:off x="299523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g3130"/>
            <p:cNvSpPr/>
            <p:nvPr/>
          </p:nvSpPr>
          <p:spPr>
            <a:xfrm>
              <a:off x="300687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g3131"/>
            <p:cNvSpPr/>
            <p:nvPr/>
          </p:nvSpPr>
          <p:spPr>
            <a:xfrm>
              <a:off x="304178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g3132"/>
            <p:cNvSpPr/>
            <p:nvPr/>
          </p:nvSpPr>
          <p:spPr>
            <a:xfrm>
              <a:off x="305342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g3133"/>
            <p:cNvSpPr/>
            <p:nvPr/>
          </p:nvSpPr>
          <p:spPr>
            <a:xfrm>
              <a:off x="306506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g3134"/>
            <p:cNvSpPr/>
            <p:nvPr/>
          </p:nvSpPr>
          <p:spPr>
            <a:xfrm>
              <a:off x="307669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g3135"/>
            <p:cNvSpPr/>
            <p:nvPr/>
          </p:nvSpPr>
          <p:spPr>
            <a:xfrm>
              <a:off x="308833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g3136"/>
            <p:cNvSpPr/>
            <p:nvPr/>
          </p:nvSpPr>
          <p:spPr>
            <a:xfrm>
              <a:off x="309997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g3137"/>
            <p:cNvSpPr/>
            <p:nvPr/>
          </p:nvSpPr>
          <p:spPr>
            <a:xfrm>
              <a:off x="311161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g3138"/>
            <p:cNvSpPr/>
            <p:nvPr/>
          </p:nvSpPr>
          <p:spPr>
            <a:xfrm>
              <a:off x="312324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g3139"/>
            <p:cNvSpPr/>
            <p:nvPr/>
          </p:nvSpPr>
          <p:spPr>
            <a:xfrm>
              <a:off x="363529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g3140"/>
            <p:cNvSpPr/>
            <p:nvPr/>
          </p:nvSpPr>
          <p:spPr>
            <a:xfrm>
              <a:off x="364692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g3141"/>
            <p:cNvSpPr/>
            <p:nvPr/>
          </p:nvSpPr>
          <p:spPr>
            <a:xfrm>
              <a:off x="371675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g3142"/>
            <p:cNvSpPr/>
            <p:nvPr/>
          </p:nvSpPr>
          <p:spPr>
            <a:xfrm>
              <a:off x="372839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g3143"/>
            <p:cNvSpPr/>
            <p:nvPr/>
          </p:nvSpPr>
          <p:spPr>
            <a:xfrm>
              <a:off x="37400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g3144"/>
            <p:cNvSpPr/>
            <p:nvPr/>
          </p:nvSpPr>
          <p:spPr>
            <a:xfrm>
              <a:off x="37516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g3145"/>
            <p:cNvSpPr/>
            <p:nvPr/>
          </p:nvSpPr>
          <p:spPr>
            <a:xfrm>
              <a:off x="376330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g3146"/>
            <p:cNvSpPr/>
            <p:nvPr/>
          </p:nvSpPr>
          <p:spPr>
            <a:xfrm>
              <a:off x="37749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g3147"/>
            <p:cNvSpPr/>
            <p:nvPr/>
          </p:nvSpPr>
          <p:spPr>
            <a:xfrm>
              <a:off x="441499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g3148"/>
            <p:cNvSpPr/>
            <p:nvPr/>
          </p:nvSpPr>
          <p:spPr>
            <a:xfrm>
              <a:off x="442663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g3149"/>
            <p:cNvSpPr/>
            <p:nvPr/>
          </p:nvSpPr>
          <p:spPr>
            <a:xfrm>
              <a:off x="443826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g3150"/>
            <p:cNvSpPr/>
            <p:nvPr/>
          </p:nvSpPr>
          <p:spPr>
            <a:xfrm>
              <a:off x="444990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g3151"/>
            <p:cNvSpPr/>
            <p:nvPr/>
          </p:nvSpPr>
          <p:spPr>
            <a:xfrm>
              <a:off x="446154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g3152"/>
            <p:cNvSpPr/>
            <p:nvPr/>
          </p:nvSpPr>
          <p:spPr>
            <a:xfrm>
              <a:off x="46128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g3153"/>
            <p:cNvSpPr/>
            <p:nvPr/>
          </p:nvSpPr>
          <p:spPr>
            <a:xfrm>
              <a:off x="46244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g3154"/>
            <p:cNvSpPr/>
            <p:nvPr/>
          </p:nvSpPr>
          <p:spPr>
            <a:xfrm>
              <a:off x="46361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g3155"/>
            <p:cNvSpPr/>
            <p:nvPr/>
          </p:nvSpPr>
          <p:spPr>
            <a:xfrm>
              <a:off x="46477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g3156"/>
            <p:cNvSpPr/>
            <p:nvPr/>
          </p:nvSpPr>
          <p:spPr>
            <a:xfrm>
              <a:off x="465937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g3157"/>
            <p:cNvSpPr/>
            <p:nvPr/>
          </p:nvSpPr>
          <p:spPr>
            <a:xfrm>
              <a:off x="293705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g3158"/>
            <p:cNvSpPr/>
            <p:nvPr/>
          </p:nvSpPr>
          <p:spPr>
            <a:xfrm>
              <a:off x="294868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g3159"/>
            <p:cNvSpPr/>
            <p:nvPr/>
          </p:nvSpPr>
          <p:spPr>
            <a:xfrm>
              <a:off x="296032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g3160"/>
            <p:cNvSpPr/>
            <p:nvPr/>
          </p:nvSpPr>
          <p:spPr>
            <a:xfrm>
              <a:off x="297196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g3161"/>
            <p:cNvSpPr/>
            <p:nvPr/>
          </p:nvSpPr>
          <p:spPr>
            <a:xfrm>
              <a:off x="29836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g3162"/>
            <p:cNvSpPr/>
            <p:nvPr/>
          </p:nvSpPr>
          <p:spPr>
            <a:xfrm>
              <a:off x="299523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g3163"/>
            <p:cNvSpPr/>
            <p:nvPr/>
          </p:nvSpPr>
          <p:spPr>
            <a:xfrm>
              <a:off x="300687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g3164"/>
            <p:cNvSpPr/>
            <p:nvPr/>
          </p:nvSpPr>
          <p:spPr>
            <a:xfrm>
              <a:off x="30185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g3165"/>
            <p:cNvSpPr/>
            <p:nvPr/>
          </p:nvSpPr>
          <p:spPr>
            <a:xfrm>
              <a:off x="303015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g3166"/>
            <p:cNvSpPr/>
            <p:nvPr/>
          </p:nvSpPr>
          <p:spPr>
            <a:xfrm>
              <a:off x="304178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g3167"/>
            <p:cNvSpPr/>
            <p:nvPr/>
          </p:nvSpPr>
          <p:spPr>
            <a:xfrm>
              <a:off x="305342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g3168"/>
            <p:cNvSpPr/>
            <p:nvPr/>
          </p:nvSpPr>
          <p:spPr>
            <a:xfrm>
              <a:off x="306506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g3169"/>
            <p:cNvSpPr/>
            <p:nvPr/>
          </p:nvSpPr>
          <p:spPr>
            <a:xfrm>
              <a:off x="307669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g3170"/>
            <p:cNvSpPr/>
            <p:nvPr/>
          </p:nvSpPr>
          <p:spPr>
            <a:xfrm>
              <a:off x="308833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g3171"/>
            <p:cNvSpPr/>
            <p:nvPr/>
          </p:nvSpPr>
          <p:spPr>
            <a:xfrm>
              <a:off x="309997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g3172"/>
            <p:cNvSpPr/>
            <p:nvPr/>
          </p:nvSpPr>
          <p:spPr>
            <a:xfrm>
              <a:off x="311161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g3173"/>
            <p:cNvSpPr/>
            <p:nvPr/>
          </p:nvSpPr>
          <p:spPr>
            <a:xfrm>
              <a:off x="371675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g3174"/>
            <p:cNvSpPr/>
            <p:nvPr/>
          </p:nvSpPr>
          <p:spPr>
            <a:xfrm>
              <a:off x="372839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g3175"/>
            <p:cNvSpPr/>
            <p:nvPr/>
          </p:nvSpPr>
          <p:spPr>
            <a:xfrm>
              <a:off x="37400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g3176"/>
            <p:cNvSpPr/>
            <p:nvPr/>
          </p:nvSpPr>
          <p:spPr>
            <a:xfrm>
              <a:off x="37516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BF">
                <a:alpha val="100000"/>
              </a:srgbClr>
            </a:solidFill>
            <a:ln w="5420" cap="flat">
              <a:solidFill>
                <a:srgbClr val="91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g3177"/>
            <p:cNvSpPr/>
            <p:nvPr/>
          </p:nvSpPr>
          <p:spPr>
            <a:xfrm>
              <a:off x="441499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g3178"/>
            <p:cNvSpPr/>
            <p:nvPr/>
          </p:nvSpPr>
          <p:spPr>
            <a:xfrm>
              <a:off x="442663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g3179"/>
            <p:cNvSpPr/>
            <p:nvPr/>
          </p:nvSpPr>
          <p:spPr>
            <a:xfrm>
              <a:off x="443826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g3180"/>
            <p:cNvSpPr/>
            <p:nvPr/>
          </p:nvSpPr>
          <p:spPr>
            <a:xfrm>
              <a:off x="444990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g3181"/>
            <p:cNvSpPr/>
            <p:nvPr/>
          </p:nvSpPr>
          <p:spPr>
            <a:xfrm>
              <a:off x="446154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g3182"/>
            <p:cNvSpPr/>
            <p:nvPr/>
          </p:nvSpPr>
          <p:spPr>
            <a:xfrm>
              <a:off x="46128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g3183"/>
            <p:cNvSpPr/>
            <p:nvPr/>
          </p:nvSpPr>
          <p:spPr>
            <a:xfrm>
              <a:off x="46244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g3184"/>
            <p:cNvSpPr/>
            <p:nvPr/>
          </p:nvSpPr>
          <p:spPr>
            <a:xfrm>
              <a:off x="46361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g3185"/>
            <p:cNvSpPr/>
            <p:nvPr/>
          </p:nvSpPr>
          <p:spPr>
            <a:xfrm>
              <a:off x="464773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g3186"/>
            <p:cNvSpPr/>
            <p:nvPr/>
          </p:nvSpPr>
          <p:spPr>
            <a:xfrm>
              <a:off x="465937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g3187"/>
            <p:cNvSpPr/>
            <p:nvPr/>
          </p:nvSpPr>
          <p:spPr>
            <a:xfrm>
              <a:off x="46710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g3188"/>
            <p:cNvSpPr/>
            <p:nvPr/>
          </p:nvSpPr>
          <p:spPr>
            <a:xfrm>
              <a:off x="29370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g3189"/>
            <p:cNvSpPr/>
            <p:nvPr/>
          </p:nvSpPr>
          <p:spPr>
            <a:xfrm>
              <a:off x="294868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g3190"/>
            <p:cNvSpPr/>
            <p:nvPr/>
          </p:nvSpPr>
          <p:spPr>
            <a:xfrm>
              <a:off x="296032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g3191"/>
            <p:cNvSpPr/>
            <p:nvPr/>
          </p:nvSpPr>
          <p:spPr>
            <a:xfrm>
              <a:off x="297196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g3192"/>
            <p:cNvSpPr/>
            <p:nvPr/>
          </p:nvSpPr>
          <p:spPr>
            <a:xfrm>
              <a:off x="29836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g3193"/>
            <p:cNvSpPr/>
            <p:nvPr/>
          </p:nvSpPr>
          <p:spPr>
            <a:xfrm>
              <a:off x="299523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g3194"/>
            <p:cNvSpPr/>
            <p:nvPr/>
          </p:nvSpPr>
          <p:spPr>
            <a:xfrm>
              <a:off x="300687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g3195"/>
            <p:cNvSpPr/>
            <p:nvPr/>
          </p:nvSpPr>
          <p:spPr>
            <a:xfrm>
              <a:off x="30185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g3196"/>
            <p:cNvSpPr/>
            <p:nvPr/>
          </p:nvSpPr>
          <p:spPr>
            <a:xfrm>
              <a:off x="303015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g3197"/>
            <p:cNvSpPr/>
            <p:nvPr/>
          </p:nvSpPr>
          <p:spPr>
            <a:xfrm>
              <a:off x="304178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g3198"/>
            <p:cNvSpPr/>
            <p:nvPr/>
          </p:nvSpPr>
          <p:spPr>
            <a:xfrm>
              <a:off x="305342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g3199"/>
            <p:cNvSpPr/>
            <p:nvPr/>
          </p:nvSpPr>
          <p:spPr>
            <a:xfrm>
              <a:off x="306506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g3200"/>
            <p:cNvSpPr/>
            <p:nvPr/>
          </p:nvSpPr>
          <p:spPr>
            <a:xfrm>
              <a:off x="307669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g3201"/>
            <p:cNvSpPr/>
            <p:nvPr/>
          </p:nvSpPr>
          <p:spPr>
            <a:xfrm>
              <a:off x="308833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g3202"/>
            <p:cNvSpPr/>
            <p:nvPr/>
          </p:nvSpPr>
          <p:spPr>
            <a:xfrm>
              <a:off x="309997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g3203"/>
            <p:cNvSpPr/>
            <p:nvPr/>
          </p:nvSpPr>
          <p:spPr>
            <a:xfrm>
              <a:off x="441499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g3204"/>
            <p:cNvSpPr/>
            <p:nvPr/>
          </p:nvSpPr>
          <p:spPr>
            <a:xfrm>
              <a:off x="442663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g3205"/>
            <p:cNvSpPr/>
            <p:nvPr/>
          </p:nvSpPr>
          <p:spPr>
            <a:xfrm>
              <a:off x="443826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g3206"/>
            <p:cNvSpPr/>
            <p:nvPr/>
          </p:nvSpPr>
          <p:spPr>
            <a:xfrm>
              <a:off x="444990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g3207"/>
            <p:cNvSpPr/>
            <p:nvPr/>
          </p:nvSpPr>
          <p:spPr>
            <a:xfrm>
              <a:off x="446154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g3208"/>
            <p:cNvSpPr/>
            <p:nvPr/>
          </p:nvSpPr>
          <p:spPr>
            <a:xfrm>
              <a:off x="461282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g3209"/>
            <p:cNvSpPr/>
            <p:nvPr/>
          </p:nvSpPr>
          <p:spPr>
            <a:xfrm>
              <a:off x="462446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g3210"/>
            <p:cNvSpPr/>
            <p:nvPr/>
          </p:nvSpPr>
          <p:spPr>
            <a:xfrm>
              <a:off x="46361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g3211"/>
            <p:cNvSpPr/>
            <p:nvPr/>
          </p:nvSpPr>
          <p:spPr>
            <a:xfrm>
              <a:off x="464773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g3212"/>
            <p:cNvSpPr/>
            <p:nvPr/>
          </p:nvSpPr>
          <p:spPr>
            <a:xfrm>
              <a:off x="465937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g3213"/>
            <p:cNvSpPr/>
            <p:nvPr/>
          </p:nvSpPr>
          <p:spPr>
            <a:xfrm>
              <a:off x="46710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g3214"/>
            <p:cNvSpPr/>
            <p:nvPr/>
          </p:nvSpPr>
          <p:spPr>
            <a:xfrm>
              <a:off x="46826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g3215"/>
            <p:cNvSpPr/>
            <p:nvPr/>
          </p:nvSpPr>
          <p:spPr>
            <a:xfrm>
              <a:off x="292541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g3216"/>
            <p:cNvSpPr/>
            <p:nvPr/>
          </p:nvSpPr>
          <p:spPr>
            <a:xfrm>
              <a:off x="29370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g3217"/>
            <p:cNvSpPr/>
            <p:nvPr/>
          </p:nvSpPr>
          <p:spPr>
            <a:xfrm>
              <a:off x="294868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g3218"/>
            <p:cNvSpPr/>
            <p:nvPr/>
          </p:nvSpPr>
          <p:spPr>
            <a:xfrm>
              <a:off x="296032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g3219"/>
            <p:cNvSpPr/>
            <p:nvPr/>
          </p:nvSpPr>
          <p:spPr>
            <a:xfrm>
              <a:off x="297196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g3220"/>
            <p:cNvSpPr/>
            <p:nvPr/>
          </p:nvSpPr>
          <p:spPr>
            <a:xfrm>
              <a:off x="29836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g3221"/>
            <p:cNvSpPr/>
            <p:nvPr/>
          </p:nvSpPr>
          <p:spPr>
            <a:xfrm>
              <a:off x="299523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g3222"/>
            <p:cNvSpPr/>
            <p:nvPr/>
          </p:nvSpPr>
          <p:spPr>
            <a:xfrm>
              <a:off x="300687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g3223"/>
            <p:cNvSpPr/>
            <p:nvPr/>
          </p:nvSpPr>
          <p:spPr>
            <a:xfrm>
              <a:off x="30185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g3224"/>
            <p:cNvSpPr/>
            <p:nvPr/>
          </p:nvSpPr>
          <p:spPr>
            <a:xfrm>
              <a:off x="303015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g3225"/>
            <p:cNvSpPr/>
            <p:nvPr/>
          </p:nvSpPr>
          <p:spPr>
            <a:xfrm>
              <a:off x="304178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g3226"/>
            <p:cNvSpPr/>
            <p:nvPr/>
          </p:nvSpPr>
          <p:spPr>
            <a:xfrm>
              <a:off x="305342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g3227"/>
            <p:cNvSpPr/>
            <p:nvPr/>
          </p:nvSpPr>
          <p:spPr>
            <a:xfrm>
              <a:off x="306506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g3228"/>
            <p:cNvSpPr/>
            <p:nvPr/>
          </p:nvSpPr>
          <p:spPr>
            <a:xfrm>
              <a:off x="307669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g3229"/>
            <p:cNvSpPr/>
            <p:nvPr/>
          </p:nvSpPr>
          <p:spPr>
            <a:xfrm>
              <a:off x="441499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g3230"/>
            <p:cNvSpPr/>
            <p:nvPr/>
          </p:nvSpPr>
          <p:spPr>
            <a:xfrm>
              <a:off x="442663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g3231"/>
            <p:cNvSpPr/>
            <p:nvPr/>
          </p:nvSpPr>
          <p:spPr>
            <a:xfrm>
              <a:off x="443826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g3232"/>
            <p:cNvSpPr/>
            <p:nvPr/>
          </p:nvSpPr>
          <p:spPr>
            <a:xfrm>
              <a:off x="444990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g3233"/>
            <p:cNvSpPr/>
            <p:nvPr/>
          </p:nvSpPr>
          <p:spPr>
            <a:xfrm>
              <a:off x="446154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g3234"/>
            <p:cNvSpPr/>
            <p:nvPr/>
          </p:nvSpPr>
          <p:spPr>
            <a:xfrm>
              <a:off x="461282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g3235"/>
            <p:cNvSpPr/>
            <p:nvPr/>
          </p:nvSpPr>
          <p:spPr>
            <a:xfrm>
              <a:off x="462446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g3236"/>
            <p:cNvSpPr/>
            <p:nvPr/>
          </p:nvSpPr>
          <p:spPr>
            <a:xfrm>
              <a:off x="46361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g3237"/>
            <p:cNvSpPr/>
            <p:nvPr/>
          </p:nvSpPr>
          <p:spPr>
            <a:xfrm>
              <a:off x="464773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g3238"/>
            <p:cNvSpPr/>
            <p:nvPr/>
          </p:nvSpPr>
          <p:spPr>
            <a:xfrm>
              <a:off x="465937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g3239"/>
            <p:cNvSpPr/>
            <p:nvPr/>
          </p:nvSpPr>
          <p:spPr>
            <a:xfrm>
              <a:off x="46710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g3240"/>
            <p:cNvSpPr/>
            <p:nvPr/>
          </p:nvSpPr>
          <p:spPr>
            <a:xfrm>
              <a:off x="46826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g3241"/>
            <p:cNvSpPr/>
            <p:nvPr/>
          </p:nvSpPr>
          <p:spPr>
            <a:xfrm>
              <a:off x="292541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g3242"/>
            <p:cNvSpPr/>
            <p:nvPr/>
          </p:nvSpPr>
          <p:spPr>
            <a:xfrm>
              <a:off x="29370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g3243"/>
            <p:cNvSpPr/>
            <p:nvPr/>
          </p:nvSpPr>
          <p:spPr>
            <a:xfrm>
              <a:off x="294868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g3244"/>
            <p:cNvSpPr/>
            <p:nvPr/>
          </p:nvSpPr>
          <p:spPr>
            <a:xfrm>
              <a:off x="296032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g3245"/>
            <p:cNvSpPr/>
            <p:nvPr/>
          </p:nvSpPr>
          <p:spPr>
            <a:xfrm>
              <a:off x="297196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g3246"/>
            <p:cNvSpPr/>
            <p:nvPr/>
          </p:nvSpPr>
          <p:spPr>
            <a:xfrm>
              <a:off x="29836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g3247"/>
            <p:cNvSpPr/>
            <p:nvPr/>
          </p:nvSpPr>
          <p:spPr>
            <a:xfrm>
              <a:off x="299523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g3248"/>
            <p:cNvSpPr/>
            <p:nvPr/>
          </p:nvSpPr>
          <p:spPr>
            <a:xfrm>
              <a:off x="300687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g3249"/>
            <p:cNvSpPr/>
            <p:nvPr/>
          </p:nvSpPr>
          <p:spPr>
            <a:xfrm>
              <a:off x="30185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g3250"/>
            <p:cNvSpPr/>
            <p:nvPr/>
          </p:nvSpPr>
          <p:spPr>
            <a:xfrm>
              <a:off x="303015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g3251"/>
            <p:cNvSpPr/>
            <p:nvPr/>
          </p:nvSpPr>
          <p:spPr>
            <a:xfrm>
              <a:off x="304178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g3252"/>
            <p:cNvSpPr/>
            <p:nvPr/>
          </p:nvSpPr>
          <p:spPr>
            <a:xfrm>
              <a:off x="305342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g3253"/>
            <p:cNvSpPr/>
            <p:nvPr/>
          </p:nvSpPr>
          <p:spPr>
            <a:xfrm>
              <a:off x="441499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g3254"/>
            <p:cNvSpPr/>
            <p:nvPr/>
          </p:nvSpPr>
          <p:spPr>
            <a:xfrm>
              <a:off x="442663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g3255"/>
            <p:cNvSpPr/>
            <p:nvPr/>
          </p:nvSpPr>
          <p:spPr>
            <a:xfrm>
              <a:off x="443826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g3256"/>
            <p:cNvSpPr/>
            <p:nvPr/>
          </p:nvSpPr>
          <p:spPr>
            <a:xfrm>
              <a:off x="444990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g3257"/>
            <p:cNvSpPr/>
            <p:nvPr/>
          </p:nvSpPr>
          <p:spPr>
            <a:xfrm>
              <a:off x="446154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g3258"/>
            <p:cNvSpPr/>
            <p:nvPr/>
          </p:nvSpPr>
          <p:spPr>
            <a:xfrm>
              <a:off x="462446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g3259"/>
            <p:cNvSpPr/>
            <p:nvPr/>
          </p:nvSpPr>
          <p:spPr>
            <a:xfrm>
              <a:off x="46361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g3260"/>
            <p:cNvSpPr/>
            <p:nvPr/>
          </p:nvSpPr>
          <p:spPr>
            <a:xfrm>
              <a:off x="464773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g3261"/>
            <p:cNvSpPr/>
            <p:nvPr/>
          </p:nvSpPr>
          <p:spPr>
            <a:xfrm>
              <a:off x="465937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g3262"/>
            <p:cNvSpPr/>
            <p:nvPr/>
          </p:nvSpPr>
          <p:spPr>
            <a:xfrm>
              <a:off x="46710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g3263"/>
            <p:cNvSpPr/>
            <p:nvPr/>
          </p:nvSpPr>
          <p:spPr>
            <a:xfrm>
              <a:off x="46826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g3264"/>
            <p:cNvSpPr/>
            <p:nvPr/>
          </p:nvSpPr>
          <p:spPr>
            <a:xfrm>
              <a:off x="289050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g3265"/>
            <p:cNvSpPr/>
            <p:nvPr/>
          </p:nvSpPr>
          <p:spPr>
            <a:xfrm>
              <a:off x="29021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g3266"/>
            <p:cNvSpPr/>
            <p:nvPr/>
          </p:nvSpPr>
          <p:spPr>
            <a:xfrm>
              <a:off x="291377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g3267"/>
            <p:cNvSpPr/>
            <p:nvPr/>
          </p:nvSpPr>
          <p:spPr>
            <a:xfrm>
              <a:off x="292541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g3268"/>
            <p:cNvSpPr/>
            <p:nvPr/>
          </p:nvSpPr>
          <p:spPr>
            <a:xfrm>
              <a:off x="29370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g3269"/>
            <p:cNvSpPr/>
            <p:nvPr/>
          </p:nvSpPr>
          <p:spPr>
            <a:xfrm>
              <a:off x="294868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g3270"/>
            <p:cNvSpPr/>
            <p:nvPr/>
          </p:nvSpPr>
          <p:spPr>
            <a:xfrm>
              <a:off x="296032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g3271"/>
            <p:cNvSpPr/>
            <p:nvPr/>
          </p:nvSpPr>
          <p:spPr>
            <a:xfrm>
              <a:off x="297196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g3272"/>
            <p:cNvSpPr/>
            <p:nvPr/>
          </p:nvSpPr>
          <p:spPr>
            <a:xfrm>
              <a:off x="29836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g3273"/>
            <p:cNvSpPr/>
            <p:nvPr/>
          </p:nvSpPr>
          <p:spPr>
            <a:xfrm>
              <a:off x="299523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g3274"/>
            <p:cNvSpPr/>
            <p:nvPr/>
          </p:nvSpPr>
          <p:spPr>
            <a:xfrm>
              <a:off x="3006875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g3275"/>
            <p:cNvSpPr/>
            <p:nvPr/>
          </p:nvSpPr>
          <p:spPr>
            <a:xfrm>
              <a:off x="30185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g3276"/>
            <p:cNvSpPr/>
            <p:nvPr/>
          </p:nvSpPr>
          <p:spPr>
            <a:xfrm>
              <a:off x="303015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g3277"/>
            <p:cNvSpPr/>
            <p:nvPr/>
          </p:nvSpPr>
          <p:spPr>
            <a:xfrm>
              <a:off x="441499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g3278"/>
            <p:cNvSpPr/>
            <p:nvPr/>
          </p:nvSpPr>
          <p:spPr>
            <a:xfrm>
              <a:off x="442663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g3279"/>
            <p:cNvSpPr/>
            <p:nvPr/>
          </p:nvSpPr>
          <p:spPr>
            <a:xfrm>
              <a:off x="443826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6B8">
                <a:alpha val="100000"/>
              </a:srgbClr>
            </a:solidFill>
            <a:ln w="5420" cap="flat">
              <a:solidFill>
                <a:srgbClr val="7F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g3280"/>
            <p:cNvSpPr/>
            <p:nvPr/>
          </p:nvSpPr>
          <p:spPr>
            <a:xfrm>
              <a:off x="444990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g3281"/>
            <p:cNvSpPr/>
            <p:nvPr/>
          </p:nvSpPr>
          <p:spPr>
            <a:xfrm>
              <a:off x="446154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g3282"/>
            <p:cNvSpPr/>
            <p:nvPr/>
          </p:nvSpPr>
          <p:spPr>
            <a:xfrm>
              <a:off x="462446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g3283"/>
            <p:cNvSpPr/>
            <p:nvPr/>
          </p:nvSpPr>
          <p:spPr>
            <a:xfrm>
              <a:off x="46361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g3284"/>
            <p:cNvSpPr/>
            <p:nvPr/>
          </p:nvSpPr>
          <p:spPr>
            <a:xfrm>
              <a:off x="46477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g3285"/>
            <p:cNvSpPr/>
            <p:nvPr/>
          </p:nvSpPr>
          <p:spPr>
            <a:xfrm>
              <a:off x="465937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g3286"/>
            <p:cNvSpPr/>
            <p:nvPr/>
          </p:nvSpPr>
          <p:spPr>
            <a:xfrm>
              <a:off x="46710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g3287"/>
            <p:cNvSpPr/>
            <p:nvPr/>
          </p:nvSpPr>
          <p:spPr>
            <a:xfrm>
              <a:off x="46826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g3288"/>
            <p:cNvSpPr/>
            <p:nvPr/>
          </p:nvSpPr>
          <p:spPr>
            <a:xfrm>
              <a:off x="289050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g3289"/>
            <p:cNvSpPr/>
            <p:nvPr/>
          </p:nvSpPr>
          <p:spPr>
            <a:xfrm>
              <a:off x="29021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g3290"/>
            <p:cNvSpPr/>
            <p:nvPr/>
          </p:nvSpPr>
          <p:spPr>
            <a:xfrm>
              <a:off x="291377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g3291"/>
            <p:cNvSpPr/>
            <p:nvPr/>
          </p:nvSpPr>
          <p:spPr>
            <a:xfrm>
              <a:off x="292541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g3292"/>
            <p:cNvSpPr/>
            <p:nvPr/>
          </p:nvSpPr>
          <p:spPr>
            <a:xfrm>
              <a:off x="29370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g3293"/>
            <p:cNvSpPr/>
            <p:nvPr/>
          </p:nvSpPr>
          <p:spPr>
            <a:xfrm>
              <a:off x="294868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g3294"/>
            <p:cNvSpPr/>
            <p:nvPr/>
          </p:nvSpPr>
          <p:spPr>
            <a:xfrm>
              <a:off x="296032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g3295"/>
            <p:cNvSpPr/>
            <p:nvPr/>
          </p:nvSpPr>
          <p:spPr>
            <a:xfrm>
              <a:off x="297196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g3296"/>
            <p:cNvSpPr/>
            <p:nvPr/>
          </p:nvSpPr>
          <p:spPr>
            <a:xfrm>
              <a:off x="29836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g3297"/>
            <p:cNvSpPr/>
            <p:nvPr/>
          </p:nvSpPr>
          <p:spPr>
            <a:xfrm>
              <a:off x="4403355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6B8">
                <a:alpha val="100000"/>
              </a:srgbClr>
            </a:solidFill>
            <a:ln w="5420" cap="flat">
              <a:solidFill>
                <a:srgbClr val="7F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g3298"/>
            <p:cNvSpPr/>
            <p:nvPr/>
          </p:nvSpPr>
          <p:spPr>
            <a:xfrm>
              <a:off x="441499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g3299"/>
            <p:cNvSpPr/>
            <p:nvPr/>
          </p:nvSpPr>
          <p:spPr>
            <a:xfrm>
              <a:off x="4426630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g3300"/>
            <p:cNvSpPr/>
            <p:nvPr/>
          </p:nvSpPr>
          <p:spPr>
            <a:xfrm>
              <a:off x="443826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g3301"/>
            <p:cNvSpPr/>
            <p:nvPr/>
          </p:nvSpPr>
          <p:spPr>
            <a:xfrm>
              <a:off x="444990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g3302"/>
            <p:cNvSpPr/>
            <p:nvPr/>
          </p:nvSpPr>
          <p:spPr>
            <a:xfrm>
              <a:off x="462446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g3303"/>
            <p:cNvSpPr/>
            <p:nvPr/>
          </p:nvSpPr>
          <p:spPr>
            <a:xfrm>
              <a:off x="46361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g3304"/>
            <p:cNvSpPr/>
            <p:nvPr/>
          </p:nvSpPr>
          <p:spPr>
            <a:xfrm>
              <a:off x="46477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g3305"/>
            <p:cNvSpPr/>
            <p:nvPr/>
          </p:nvSpPr>
          <p:spPr>
            <a:xfrm>
              <a:off x="465937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g3306"/>
            <p:cNvSpPr/>
            <p:nvPr/>
          </p:nvSpPr>
          <p:spPr>
            <a:xfrm>
              <a:off x="467101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g3307"/>
            <p:cNvSpPr/>
            <p:nvPr/>
          </p:nvSpPr>
          <p:spPr>
            <a:xfrm>
              <a:off x="46826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g3308"/>
            <p:cNvSpPr/>
            <p:nvPr/>
          </p:nvSpPr>
          <p:spPr>
            <a:xfrm>
              <a:off x="287886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g3309"/>
            <p:cNvSpPr/>
            <p:nvPr/>
          </p:nvSpPr>
          <p:spPr>
            <a:xfrm>
              <a:off x="289050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g3310"/>
            <p:cNvSpPr/>
            <p:nvPr/>
          </p:nvSpPr>
          <p:spPr>
            <a:xfrm>
              <a:off x="29021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g3311"/>
            <p:cNvSpPr/>
            <p:nvPr/>
          </p:nvSpPr>
          <p:spPr>
            <a:xfrm>
              <a:off x="291377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g3312"/>
            <p:cNvSpPr/>
            <p:nvPr/>
          </p:nvSpPr>
          <p:spPr>
            <a:xfrm>
              <a:off x="292541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g3313"/>
            <p:cNvSpPr/>
            <p:nvPr/>
          </p:nvSpPr>
          <p:spPr>
            <a:xfrm>
              <a:off x="29370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g3314"/>
            <p:cNvSpPr/>
            <p:nvPr/>
          </p:nvSpPr>
          <p:spPr>
            <a:xfrm>
              <a:off x="294868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g3315"/>
            <p:cNvSpPr/>
            <p:nvPr/>
          </p:nvSpPr>
          <p:spPr>
            <a:xfrm>
              <a:off x="296032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g3316"/>
            <p:cNvSpPr/>
            <p:nvPr/>
          </p:nvSpPr>
          <p:spPr>
            <a:xfrm>
              <a:off x="440335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g3317"/>
            <p:cNvSpPr/>
            <p:nvPr/>
          </p:nvSpPr>
          <p:spPr>
            <a:xfrm>
              <a:off x="441499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g3318"/>
            <p:cNvSpPr/>
            <p:nvPr/>
          </p:nvSpPr>
          <p:spPr>
            <a:xfrm>
              <a:off x="4426630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g3319"/>
            <p:cNvSpPr/>
            <p:nvPr/>
          </p:nvSpPr>
          <p:spPr>
            <a:xfrm>
              <a:off x="443826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g3320"/>
            <p:cNvSpPr/>
            <p:nvPr/>
          </p:nvSpPr>
          <p:spPr>
            <a:xfrm>
              <a:off x="444990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g3321"/>
            <p:cNvSpPr/>
            <p:nvPr/>
          </p:nvSpPr>
          <p:spPr>
            <a:xfrm>
              <a:off x="446154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g3322"/>
            <p:cNvSpPr/>
            <p:nvPr/>
          </p:nvSpPr>
          <p:spPr>
            <a:xfrm>
              <a:off x="447317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g3323"/>
            <p:cNvSpPr/>
            <p:nvPr/>
          </p:nvSpPr>
          <p:spPr>
            <a:xfrm>
              <a:off x="463610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g3324"/>
            <p:cNvSpPr/>
            <p:nvPr/>
          </p:nvSpPr>
          <p:spPr>
            <a:xfrm>
              <a:off x="46477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g3325"/>
            <p:cNvSpPr/>
            <p:nvPr/>
          </p:nvSpPr>
          <p:spPr>
            <a:xfrm>
              <a:off x="465937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g3326"/>
            <p:cNvSpPr/>
            <p:nvPr/>
          </p:nvSpPr>
          <p:spPr>
            <a:xfrm>
              <a:off x="4671013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g3327"/>
            <p:cNvSpPr/>
            <p:nvPr/>
          </p:nvSpPr>
          <p:spPr>
            <a:xfrm>
              <a:off x="46826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g3328"/>
            <p:cNvSpPr/>
            <p:nvPr/>
          </p:nvSpPr>
          <p:spPr>
            <a:xfrm>
              <a:off x="286722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g3329"/>
            <p:cNvSpPr/>
            <p:nvPr/>
          </p:nvSpPr>
          <p:spPr>
            <a:xfrm>
              <a:off x="287886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g3330"/>
            <p:cNvSpPr/>
            <p:nvPr/>
          </p:nvSpPr>
          <p:spPr>
            <a:xfrm>
              <a:off x="289050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g3331"/>
            <p:cNvSpPr/>
            <p:nvPr/>
          </p:nvSpPr>
          <p:spPr>
            <a:xfrm>
              <a:off x="29021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g3332"/>
            <p:cNvSpPr/>
            <p:nvPr/>
          </p:nvSpPr>
          <p:spPr>
            <a:xfrm>
              <a:off x="291377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g3333"/>
            <p:cNvSpPr/>
            <p:nvPr/>
          </p:nvSpPr>
          <p:spPr>
            <a:xfrm>
              <a:off x="292541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g3334"/>
            <p:cNvSpPr/>
            <p:nvPr/>
          </p:nvSpPr>
          <p:spPr>
            <a:xfrm>
              <a:off x="29370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g3335"/>
            <p:cNvSpPr/>
            <p:nvPr/>
          </p:nvSpPr>
          <p:spPr>
            <a:xfrm>
              <a:off x="294868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g3336"/>
            <p:cNvSpPr/>
            <p:nvPr/>
          </p:nvSpPr>
          <p:spPr>
            <a:xfrm>
              <a:off x="440335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g3337"/>
            <p:cNvSpPr/>
            <p:nvPr/>
          </p:nvSpPr>
          <p:spPr>
            <a:xfrm>
              <a:off x="441499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g3338"/>
            <p:cNvSpPr/>
            <p:nvPr/>
          </p:nvSpPr>
          <p:spPr>
            <a:xfrm>
              <a:off x="4426630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g3339"/>
            <p:cNvSpPr/>
            <p:nvPr/>
          </p:nvSpPr>
          <p:spPr>
            <a:xfrm>
              <a:off x="443826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g3340"/>
            <p:cNvSpPr/>
            <p:nvPr/>
          </p:nvSpPr>
          <p:spPr>
            <a:xfrm>
              <a:off x="444990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g3341"/>
            <p:cNvSpPr/>
            <p:nvPr/>
          </p:nvSpPr>
          <p:spPr>
            <a:xfrm>
              <a:off x="446154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g3342"/>
            <p:cNvSpPr/>
            <p:nvPr/>
          </p:nvSpPr>
          <p:spPr>
            <a:xfrm>
              <a:off x="447317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g3343"/>
            <p:cNvSpPr/>
            <p:nvPr/>
          </p:nvSpPr>
          <p:spPr>
            <a:xfrm>
              <a:off x="448481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g3344"/>
            <p:cNvSpPr/>
            <p:nvPr/>
          </p:nvSpPr>
          <p:spPr>
            <a:xfrm>
              <a:off x="463610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g3345"/>
            <p:cNvSpPr/>
            <p:nvPr/>
          </p:nvSpPr>
          <p:spPr>
            <a:xfrm>
              <a:off x="46477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g3346"/>
            <p:cNvSpPr/>
            <p:nvPr/>
          </p:nvSpPr>
          <p:spPr>
            <a:xfrm>
              <a:off x="465937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g3347"/>
            <p:cNvSpPr/>
            <p:nvPr/>
          </p:nvSpPr>
          <p:spPr>
            <a:xfrm>
              <a:off x="4671013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g3348"/>
            <p:cNvSpPr/>
            <p:nvPr/>
          </p:nvSpPr>
          <p:spPr>
            <a:xfrm>
              <a:off x="46826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g3349"/>
            <p:cNvSpPr/>
            <p:nvPr/>
          </p:nvSpPr>
          <p:spPr>
            <a:xfrm>
              <a:off x="4694288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g3350"/>
            <p:cNvSpPr/>
            <p:nvPr/>
          </p:nvSpPr>
          <p:spPr>
            <a:xfrm>
              <a:off x="285559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g3351"/>
            <p:cNvSpPr/>
            <p:nvPr/>
          </p:nvSpPr>
          <p:spPr>
            <a:xfrm>
              <a:off x="286722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g3352"/>
            <p:cNvSpPr/>
            <p:nvPr/>
          </p:nvSpPr>
          <p:spPr>
            <a:xfrm>
              <a:off x="287886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g3353"/>
            <p:cNvSpPr/>
            <p:nvPr/>
          </p:nvSpPr>
          <p:spPr>
            <a:xfrm>
              <a:off x="289050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g3354"/>
            <p:cNvSpPr/>
            <p:nvPr/>
          </p:nvSpPr>
          <p:spPr>
            <a:xfrm>
              <a:off x="29021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g3355"/>
            <p:cNvSpPr/>
            <p:nvPr/>
          </p:nvSpPr>
          <p:spPr>
            <a:xfrm>
              <a:off x="291377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g3356"/>
            <p:cNvSpPr/>
            <p:nvPr/>
          </p:nvSpPr>
          <p:spPr>
            <a:xfrm>
              <a:off x="292541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g3357"/>
            <p:cNvSpPr/>
            <p:nvPr/>
          </p:nvSpPr>
          <p:spPr>
            <a:xfrm>
              <a:off x="29370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g3358"/>
            <p:cNvSpPr/>
            <p:nvPr/>
          </p:nvSpPr>
          <p:spPr>
            <a:xfrm>
              <a:off x="440335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g3359"/>
            <p:cNvSpPr/>
            <p:nvPr/>
          </p:nvSpPr>
          <p:spPr>
            <a:xfrm>
              <a:off x="441499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g3360"/>
            <p:cNvSpPr/>
            <p:nvPr/>
          </p:nvSpPr>
          <p:spPr>
            <a:xfrm>
              <a:off x="442663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g3361"/>
            <p:cNvSpPr/>
            <p:nvPr/>
          </p:nvSpPr>
          <p:spPr>
            <a:xfrm>
              <a:off x="443826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g3362"/>
            <p:cNvSpPr/>
            <p:nvPr/>
          </p:nvSpPr>
          <p:spPr>
            <a:xfrm>
              <a:off x="444990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g3363"/>
            <p:cNvSpPr/>
            <p:nvPr/>
          </p:nvSpPr>
          <p:spPr>
            <a:xfrm>
              <a:off x="446154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g3364"/>
            <p:cNvSpPr/>
            <p:nvPr/>
          </p:nvSpPr>
          <p:spPr>
            <a:xfrm>
              <a:off x="447317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g3365"/>
            <p:cNvSpPr/>
            <p:nvPr/>
          </p:nvSpPr>
          <p:spPr>
            <a:xfrm>
              <a:off x="448481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g3366"/>
            <p:cNvSpPr/>
            <p:nvPr/>
          </p:nvSpPr>
          <p:spPr>
            <a:xfrm>
              <a:off x="46477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g3367"/>
            <p:cNvSpPr/>
            <p:nvPr/>
          </p:nvSpPr>
          <p:spPr>
            <a:xfrm>
              <a:off x="465937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g3368"/>
            <p:cNvSpPr/>
            <p:nvPr/>
          </p:nvSpPr>
          <p:spPr>
            <a:xfrm>
              <a:off x="4671013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g3369"/>
            <p:cNvSpPr/>
            <p:nvPr/>
          </p:nvSpPr>
          <p:spPr>
            <a:xfrm>
              <a:off x="46826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g3370"/>
            <p:cNvSpPr/>
            <p:nvPr/>
          </p:nvSpPr>
          <p:spPr>
            <a:xfrm>
              <a:off x="4694288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g3371"/>
            <p:cNvSpPr/>
            <p:nvPr/>
          </p:nvSpPr>
          <p:spPr>
            <a:xfrm>
              <a:off x="285559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g3372"/>
            <p:cNvSpPr/>
            <p:nvPr/>
          </p:nvSpPr>
          <p:spPr>
            <a:xfrm>
              <a:off x="286722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g3373"/>
            <p:cNvSpPr/>
            <p:nvPr/>
          </p:nvSpPr>
          <p:spPr>
            <a:xfrm>
              <a:off x="287886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g3374"/>
            <p:cNvSpPr/>
            <p:nvPr/>
          </p:nvSpPr>
          <p:spPr>
            <a:xfrm>
              <a:off x="289050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g3375"/>
            <p:cNvSpPr/>
            <p:nvPr/>
          </p:nvSpPr>
          <p:spPr>
            <a:xfrm>
              <a:off x="29021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g3376"/>
            <p:cNvSpPr/>
            <p:nvPr/>
          </p:nvSpPr>
          <p:spPr>
            <a:xfrm>
              <a:off x="291377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g3377"/>
            <p:cNvSpPr/>
            <p:nvPr/>
          </p:nvSpPr>
          <p:spPr>
            <a:xfrm>
              <a:off x="292541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g3378"/>
            <p:cNvSpPr/>
            <p:nvPr/>
          </p:nvSpPr>
          <p:spPr>
            <a:xfrm>
              <a:off x="440335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g3379"/>
            <p:cNvSpPr/>
            <p:nvPr/>
          </p:nvSpPr>
          <p:spPr>
            <a:xfrm>
              <a:off x="441499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g3380"/>
            <p:cNvSpPr/>
            <p:nvPr/>
          </p:nvSpPr>
          <p:spPr>
            <a:xfrm>
              <a:off x="442663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g3381"/>
            <p:cNvSpPr/>
            <p:nvPr/>
          </p:nvSpPr>
          <p:spPr>
            <a:xfrm>
              <a:off x="443826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g3382"/>
            <p:cNvSpPr/>
            <p:nvPr/>
          </p:nvSpPr>
          <p:spPr>
            <a:xfrm>
              <a:off x="444990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g3383"/>
            <p:cNvSpPr/>
            <p:nvPr/>
          </p:nvSpPr>
          <p:spPr>
            <a:xfrm>
              <a:off x="446154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g3384"/>
            <p:cNvSpPr/>
            <p:nvPr/>
          </p:nvSpPr>
          <p:spPr>
            <a:xfrm>
              <a:off x="447317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g3385"/>
            <p:cNvSpPr/>
            <p:nvPr/>
          </p:nvSpPr>
          <p:spPr>
            <a:xfrm>
              <a:off x="448481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g3386"/>
            <p:cNvSpPr/>
            <p:nvPr/>
          </p:nvSpPr>
          <p:spPr>
            <a:xfrm>
              <a:off x="46477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g3387"/>
            <p:cNvSpPr/>
            <p:nvPr/>
          </p:nvSpPr>
          <p:spPr>
            <a:xfrm>
              <a:off x="465937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g3388"/>
            <p:cNvSpPr/>
            <p:nvPr/>
          </p:nvSpPr>
          <p:spPr>
            <a:xfrm>
              <a:off x="4671013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g3389"/>
            <p:cNvSpPr/>
            <p:nvPr/>
          </p:nvSpPr>
          <p:spPr>
            <a:xfrm>
              <a:off x="4682651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g3390"/>
            <p:cNvSpPr/>
            <p:nvPr/>
          </p:nvSpPr>
          <p:spPr>
            <a:xfrm>
              <a:off x="4694288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g3391"/>
            <p:cNvSpPr/>
            <p:nvPr/>
          </p:nvSpPr>
          <p:spPr>
            <a:xfrm>
              <a:off x="283231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g3392"/>
            <p:cNvSpPr/>
            <p:nvPr/>
          </p:nvSpPr>
          <p:spPr>
            <a:xfrm>
              <a:off x="284395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g3393"/>
            <p:cNvSpPr/>
            <p:nvPr/>
          </p:nvSpPr>
          <p:spPr>
            <a:xfrm>
              <a:off x="286722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g3394"/>
            <p:cNvSpPr/>
            <p:nvPr/>
          </p:nvSpPr>
          <p:spPr>
            <a:xfrm>
              <a:off x="287886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g3395"/>
            <p:cNvSpPr/>
            <p:nvPr/>
          </p:nvSpPr>
          <p:spPr>
            <a:xfrm>
              <a:off x="289050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g3396"/>
            <p:cNvSpPr/>
            <p:nvPr/>
          </p:nvSpPr>
          <p:spPr>
            <a:xfrm>
              <a:off x="29021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g3397"/>
            <p:cNvSpPr/>
            <p:nvPr/>
          </p:nvSpPr>
          <p:spPr>
            <a:xfrm>
              <a:off x="291377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g3398"/>
            <p:cNvSpPr/>
            <p:nvPr/>
          </p:nvSpPr>
          <p:spPr>
            <a:xfrm>
              <a:off x="440335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g3399"/>
            <p:cNvSpPr/>
            <p:nvPr/>
          </p:nvSpPr>
          <p:spPr>
            <a:xfrm>
              <a:off x="441499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g3400"/>
            <p:cNvSpPr/>
            <p:nvPr/>
          </p:nvSpPr>
          <p:spPr>
            <a:xfrm>
              <a:off x="442663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g3401"/>
            <p:cNvSpPr/>
            <p:nvPr/>
          </p:nvSpPr>
          <p:spPr>
            <a:xfrm>
              <a:off x="443826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g3402"/>
            <p:cNvSpPr/>
            <p:nvPr/>
          </p:nvSpPr>
          <p:spPr>
            <a:xfrm>
              <a:off x="444990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g3403"/>
            <p:cNvSpPr/>
            <p:nvPr/>
          </p:nvSpPr>
          <p:spPr>
            <a:xfrm>
              <a:off x="446154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g3404"/>
            <p:cNvSpPr/>
            <p:nvPr/>
          </p:nvSpPr>
          <p:spPr>
            <a:xfrm>
              <a:off x="447317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g3405"/>
            <p:cNvSpPr/>
            <p:nvPr/>
          </p:nvSpPr>
          <p:spPr>
            <a:xfrm>
              <a:off x="448481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g3406"/>
            <p:cNvSpPr/>
            <p:nvPr/>
          </p:nvSpPr>
          <p:spPr>
            <a:xfrm>
              <a:off x="46477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g3407"/>
            <p:cNvSpPr/>
            <p:nvPr/>
          </p:nvSpPr>
          <p:spPr>
            <a:xfrm>
              <a:off x="465937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g3408"/>
            <p:cNvSpPr/>
            <p:nvPr/>
          </p:nvSpPr>
          <p:spPr>
            <a:xfrm>
              <a:off x="467101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g3409"/>
            <p:cNvSpPr/>
            <p:nvPr/>
          </p:nvSpPr>
          <p:spPr>
            <a:xfrm>
              <a:off x="4682651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g3410"/>
            <p:cNvSpPr/>
            <p:nvPr/>
          </p:nvSpPr>
          <p:spPr>
            <a:xfrm>
              <a:off x="4694288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g3411"/>
            <p:cNvSpPr/>
            <p:nvPr/>
          </p:nvSpPr>
          <p:spPr>
            <a:xfrm>
              <a:off x="282067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g3412"/>
            <p:cNvSpPr/>
            <p:nvPr/>
          </p:nvSpPr>
          <p:spPr>
            <a:xfrm>
              <a:off x="283231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g3413"/>
            <p:cNvSpPr/>
            <p:nvPr/>
          </p:nvSpPr>
          <p:spPr>
            <a:xfrm>
              <a:off x="284395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g3414"/>
            <p:cNvSpPr/>
            <p:nvPr/>
          </p:nvSpPr>
          <p:spPr>
            <a:xfrm>
              <a:off x="285559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g3415"/>
            <p:cNvSpPr/>
            <p:nvPr/>
          </p:nvSpPr>
          <p:spPr>
            <a:xfrm>
              <a:off x="286722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g3416"/>
            <p:cNvSpPr/>
            <p:nvPr/>
          </p:nvSpPr>
          <p:spPr>
            <a:xfrm>
              <a:off x="287886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g3417"/>
            <p:cNvSpPr/>
            <p:nvPr/>
          </p:nvSpPr>
          <p:spPr>
            <a:xfrm>
              <a:off x="289050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g3418"/>
            <p:cNvSpPr/>
            <p:nvPr/>
          </p:nvSpPr>
          <p:spPr>
            <a:xfrm>
              <a:off x="290213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g3419"/>
            <p:cNvSpPr/>
            <p:nvPr/>
          </p:nvSpPr>
          <p:spPr>
            <a:xfrm>
              <a:off x="291377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g3420"/>
            <p:cNvSpPr/>
            <p:nvPr/>
          </p:nvSpPr>
          <p:spPr>
            <a:xfrm>
              <a:off x="441499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g3421"/>
            <p:cNvSpPr/>
            <p:nvPr/>
          </p:nvSpPr>
          <p:spPr>
            <a:xfrm>
              <a:off x="442663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g3422"/>
            <p:cNvSpPr/>
            <p:nvPr/>
          </p:nvSpPr>
          <p:spPr>
            <a:xfrm>
              <a:off x="443826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g3423"/>
            <p:cNvSpPr/>
            <p:nvPr/>
          </p:nvSpPr>
          <p:spPr>
            <a:xfrm>
              <a:off x="444990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g3424"/>
            <p:cNvSpPr/>
            <p:nvPr/>
          </p:nvSpPr>
          <p:spPr>
            <a:xfrm>
              <a:off x="446154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g3425"/>
            <p:cNvSpPr/>
            <p:nvPr/>
          </p:nvSpPr>
          <p:spPr>
            <a:xfrm>
              <a:off x="447317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g3426"/>
            <p:cNvSpPr/>
            <p:nvPr/>
          </p:nvSpPr>
          <p:spPr>
            <a:xfrm>
              <a:off x="4659376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g3427"/>
            <p:cNvSpPr/>
            <p:nvPr/>
          </p:nvSpPr>
          <p:spPr>
            <a:xfrm>
              <a:off x="467101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g3428"/>
            <p:cNvSpPr/>
            <p:nvPr/>
          </p:nvSpPr>
          <p:spPr>
            <a:xfrm>
              <a:off x="4682651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g3429"/>
            <p:cNvSpPr/>
            <p:nvPr/>
          </p:nvSpPr>
          <p:spPr>
            <a:xfrm>
              <a:off x="469428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g3430"/>
            <p:cNvSpPr/>
            <p:nvPr/>
          </p:nvSpPr>
          <p:spPr>
            <a:xfrm>
              <a:off x="470592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g3431"/>
            <p:cNvSpPr/>
            <p:nvPr/>
          </p:nvSpPr>
          <p:spPr>
            <a:xfrm>
              <a:off x="282067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g3432"/>
            <p:cNvSpPr/>
            <p:nvPr/>
          </p:nvSpPr>
          <p:spPr>
            <a:xfrm>
              <a:off x="283231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g3433"/>
            <p:cNvSpPr/>
            <p:nvPr/>
          </p:nvSpPr>
          <p:spPr>
            <a:xfrm>
              <a:off x="284395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g3434"/>
            <p:cNvSpPr/>
            <p:nvPr/>
          </p:nvSpPr>
          <p:spPr>
            <a:xfrm>
              <a:off x="285559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g3435"/>
            <p:cNvSpPr/>
            <p:nvPr/>
          </p:nvSpPr>
          <p:spPr>
            <a:xfrm>
              <a:off x="286722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g3436"/>
            <p:cNvSpPr/>
            <p:nvPr/>
          </p:nvSpPr>
          <p:spPr>
            <a:xfrm>
              <a:off x="287886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g3437"/>
            <p:cNvSpPr/>
            <p:nvPr/>
          </p:nvSpPr>
          <p:spPr>
            <a:xfrm>
              <a:off x="289050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g3438"/>
            <p:cNvSpPr/>
            <p:nvPr/>
          </p:nvSpPr>
          <p:spPr>
            <a:xfrm>
              <a:off x="2902139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g3439"/>
            <p:cNvSpPr/>
            <p:nvPr/>
          </p:nvSpPr>
          <p:spPr>
            <a:xfrm>
              <a:off x="441499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g3440"/>
            <p:cNvSpPr/>
            <p:nvPr/>
          </p:nvSpPr>
          <p:spPr>
            <a:xfrm>
              <a:off x="442663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g3441"/>
            <p:cNvSpPr/>
            <p:nvPr/>
          </p:nvSpPr>
          <p:spPr>
            <a:xfrm>
              <a:off x="443826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g3442"/>
            <p:cNvSpPr/>
            <p:nvPr/>
          </p:nvSpPr>
          <p:spPr>
            <a:xfrm>
              <a:off x="4449904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g3443"/>
            <p:cNvSpPr/>
            <p:nvPr/>
          </p:nvSpPr>
          <p:spPr>
            <a:xfrm>
              <a:off x="446154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g3444"/>
            <p:cNvSpPr/>
            <p:nvPr/>
          </p:nvSpPr>
          <p:spPr>
            <a:xfrm>
              <a:off x="4659376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g3445"/>
            <p:cNvSpPr/>
            <p:nvPr/>
          </p:nvSpPr>
          <p:spPr>
            <a:xfrm>
              <a:off x="467101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g3446"/>
            <p:cNvSpPr/>
            <p:nvPr/>
          </p:nvSpPr>
          <p:spPr>
            <a:xfrm>
              <a:off x="4682651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g3447"/>
            <p:cNvSpPr/>
            <p:nvPr/>
          </p:nvSpPr>
          <p:spPr>
            <a:xfrm>
              <a:off x="469428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g3448"/>
            <p:cNvSpPr/>
            <p:nvPr/>
          </p:nvSpPr>
          <p:spPr>
            <a:xfrm>
              <a:off x="470592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g3449"/>
            <p:cNvSpPr/>
            <p:nvPr/>
          </p:nvSpPr>
          <p:spPr>
            <a:xfrm>
              <a:off x="282067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g3450"/>
            <p:cNvSpPr/>
            <p:nvPr/>
          </p:nvSpPr>
          <p:spPr>
            <a:xfrm>
              <a:off x="283231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g3451"/>
            <p:cNvSpPr/>
            <p:nvPr/>
          </p:nvSpPr>
          <p:spPr>
            <a:xfrm>
              <a:off x="284395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g3452"/>
            <p:cNvSpPr/>
            <p:nvPr/>
          </p:nvSpPr>
          <p:spPr>
            <a:xfrm>
              <a:off x="285559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g3453"/>
            <p:cNvSpPr/>
            <p:nvPr/>
          </p:nvSpPr>
          <p:spPr>
            <a:xfrm>
              <a:off x="286722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g3454"/>
            <p:cNvSpPr/>
            <p:nvPr/>
          </p:nvSpPr>
          <p:spPr>
            <a:xfrm>
              <a:off x="287886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g3455"/>
            <p:cNvSpPr/>
            <p:nvPr/>
          </p:nvSpPr>
          <p:spPr>
            <a:xfrm>
              <a:off x="289050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g3456"/>
            <p:cNvSpPr/>
            <p:nvPr/>
          </p:nvSpPr>
          <p:spPr>
            <a:xfrm>
              <a:off x="290213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g3457"/>
            <p:cNvSpPr/>
            <p:nvPr/>
          </p:nvSpPr>
          <p:spPr>
            <a:xfrm>
              <a:off x="441499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g3458"/>
            <p:cNvSpPr/>
            <p:nvPr/>
          </p:nvSpPr>
          <p:spPr>
            <a:xfrm>
              <a:off x="442663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g3459"/>
            <p:cNvSpPr/>
            <p:nvPr/>
          </p:nvSpPr>
          <p:spPr>
            <a:xfrm>
              <a:off x="443826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g3460"/>
            <p:cNvSpPr/>
            <p:nvPr/>
          </p:nvSpPr>
          <p:spPr>
            <a:xfrm>
              <a:off x="444990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g3461"/>
            <p:cNvSpPr/>
            <p:nvPr/>
          </p:nvSpPr>
          <p:spPr>
            <a:xfrm>
              <a:off x="446154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g3462"/>
            <p:cNvSpPr/>
            <p:nvPr/>
          </p:nvSpPr>
          <p:spPr>
            <a:xfrm>
              <a:off x="447317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g3463"/>
            <p:cNvSpPr/>
            <p:nvPr/>
          </p:nvSpPr>
          <p:spPr>
            <a:xfrm>
              <a:off x="467101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g3464"/>
            <p:cNvSpPr/>
            <p:nvPr/>
          </p:nvSpPr>
          <p:spPr>
            <a:xfrm>
              <a:off x="4682651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g3465"/>
            <p:cNvSpPr/>
            <p:nvPr/>
          </p:nvSpPr>
          <p:spPr>
            <a:xfrm>
              <a:off x="469428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g3466"/>
            <p:cNvSpPr/>
            <p:nvPr/>
          </p:nvSpPr>
          <p:spPr>
            <a:xfrm>
              <a:off x="470592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g3467"/>
            <p:cNvSpPr/>
            <p:nvPr/>
          </p:nvSpPr>
          <p:spPr>
            <a:xfrm>
              <a:off x="471756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g3468"/>
            <p:cNvSpPr/>
            <p:nvPr/>
          </p:nvSpPr>
          <p:spPr>
            <a:xfrm>
              <a:off x="283231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g3469"/>
            <p:cNvSpPr/>
            <p:nvPr/>
          </p:nvSpPr>
          <p:spPr>
            <a:xfrm>
              <a:off x="284395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g3470"/>
            <p:cNvSpPr/>
            <p:nvPr/>
          </p:nvSpPr>
          <p:spPr>
            <a:xfrm>
              <a:off x="285559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g3471"/>
            <p:cNvSpPr/>
            <p:nvPr/>
          </p:nvSpPr>
          <p:spPr>
            <a:xfrm>
              <a:off x="286722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g3472"/>
            <p:cNvSpPr/>
            <p:nvPr/>
          </p:nvSpPr>
          <p:spPr>
            <a:xfrm>
              <a:off x="287886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g3473"/>
            <p:cNvSpPr/>
            <p:nvPr/>
          </p:nvSpPr>
          <p:spPr>
            <a:xfrm>
              <a:off x="289050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g3474"/>
            <p:cNvSpPr/>
            <p:nvPr/>
          </p:nvSpPr>
          <p:spPr>
            <a:xfrm>
              <a:off x="442663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g3475"/>
            <p:cNvSpPr/>
            <p:nvPr/>
          </p:nvSpPr>
          <p:spPr>
            <a:xfrm>
              <a:off x="443826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g3476"/>
            <p:cNvSpPr/>
            <p:nvPr/>
          </p:nvSpPr>
          <p:spPr>
            <a:xfrm>
              <a:off x="4449904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g3477"/>
            <p:cNvSpPr/>
            <p:nvPr/>
          </p:nvSpPr>
          <p:spPr>
            <a:xfrm>
              <a:off x="446154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g3478"/>
            <p:cNvSpPr/>
            <p:nvPr/>
          </p:nvSpPr>
          <p:spPr>
            <a:xfrm>
              <a:off x="4473179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g3479"/>
            <p:cNvSpPr/>
            <p:nvPr/>
          </p:nvSpPr>
          <p:spPr>
            <a:xfrm>
              <a:off x="467101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g3480"/>
            <p:cNvSpPr/>
            <p:nvPr/>
          </p:nvSpPr>
          <p:spPr>
            <a:xfrm>
              <a:off x="4682651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g3481"/>
            <p:cNvSpPr/>
            <p:nvPr/>
          </p:nvSpPr>
          <p:spPr>
            <a:xfrm>
              <a:off x="469428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g3482"/>
            <p:cNvSpPr/>
            <p:nvPr/>
          </p:nvSpPr>
          <p:spPr>
            <a:xfrm>
              <a:off x="470592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g3483"/>
            <p:cNvSpPr/>
            <p:nvPr/>
          </p:nvSpPr>
          <p:spPr>
            <a:xfrm>
              <a:off x="471756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g3484"/>
            <p:cNvSpPr/>
            <p:nvPr/>
          </p:nvSpPr>
          <p:spPr>
            <a:xfrm>
              <a:off x="472920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g3485"/>
            <p:cNvSpPr/>
            <p:nvPr/>
          </p:nvSpPr>
          <p:spPr>
            <a:xfrm>
              <a:off x="283231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g3486"/>
            <p:cNvSpPr/>
            <p:nvPr/>
          </p:nvSpPr>
          <p:spPr>
            <a:xfrm>
              <a:off x="284395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g3487"/>
            <p:cNvSpPr/>
            <p:nvPr/>
          </p:nvSpPr>
          <p:spPr>
            <a:xfrm>
              <a:off x="285559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g3488"/>
            <p:cNvSpPr/>
            <p:nvPr/>
          </p:nvSpPr>
          <p:spPr>
            <a:xfrm>
              <a:off x="286722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g3489"/>
            <p:cNvSpPr/>
            <p:nvPr/>
          </p:nvSpPr>
          <p:spPr>
            <a:xfrm>
              <a:off x="287886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g3490"/>
            <p:cNvSpPr/>
            <p:nvPr/>
          </p:nvSpPr>
          <p:spPr>
            <a:xfrm>
              <a:off x="289050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g3491"/>
            <p:cNvSpPr/>
            <p:nvPr/>
          </p:nvSpPr>
          <p:spPr>
            <a:xfrm>
              <a:off x="443826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g3492"/>
            <p:cNvSpPr/>
            <p:nvPr/>
          </p:nvSpPr>
          <p:spPr>
            <a:xfrm>
              <a:off x="444990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g3493"/>
            <p:cNvSpPr/>
            <p:nvPr/>
          </p:nvSpPr>
          <p:spPr>
            <a:xfrm>
              <a:off x="446154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g3494"/>
            <p:cNvSpPr/>
            <p:nvPr/>
          </p:nvSpPr>
          <p:spPr>
            <a:xfrm>
              <a:off x="4473179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g3495"/>
            <p:cNvSpPr/>
            <p:nvPr/>
          </p:nvSpPr>
          <p:spPr>
            <a:xfrm>
              <a:off x="448481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g3496"/>
            <p:cNvSpPr/>
            <p:nvPr/>
          </p:nvSpPr>
          <p:spPr>
            <a:xfrm>
              <a:off x="449645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g3497"/>
            <p:cNvSpPr/>
            <p:nvPr/>
          </p:nvSpPr>
          <p:spPr>
            <a:xfrm>
              <a:off x="450809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g3498"/>
            <p:cNvSpPr/>
            <p:nvPr/>
          </p:nvSpPr>
          <p:spPr>
            <a:xfrm>
              <a:off x="451972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g3499"/>
            <p:cNvSpPr/>
            <p:nvPr/>
          </p:nvSpPr>
          <p:spPr>
            <a:xfrm>
              <a:off x="468265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g3500"/>
            <p:cNvSpPr/>
            <p:nvPr/>
          </p:nvSpPr>
          <p:spPr>
            <a:xfrm>
              <a:off x="469428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g3501"/>
            <p:cNvSpPr/>
            <p:nvPr/>
          </p:nvSpPr>
          <p:spPr>
            <a:xfrm>
              <a:off x="470592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g3502"/>
            <p:cNvSpPr/>
            <p:nvPr/>
          </p:nvSpPr>
          <p:spPr>
            <a:xfrm>
              <a:off x="471756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g3503"/>
            <p:cNvSpPr/>
            <p:nvPr/>
          </p:nvSpPr>
          <p:spPr>
            <a:xfrm>
              <a:off x="472920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g3504"/>
            <p:cNvSpPr/>
            <p:nvPr/>
          </p:nvSpPr>
          <p:spPr>
            <a:xfrm>
              <a:off x="284395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g3505"/>
            <p:cNvSpPr/>
            <p:nvPr/>
          </p:nvSpPr>
          <p:spPr>
            <a:xfrm>
              <a:off x="285559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g3506"/>
            <p:cNvSpPr/>
            <p:nvPr/>
          </p:nvSpPr>
          <p:spPr>
            <a:xfrm>
              <a:off x="286722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g3507"/>
            <p:cNvSpPr/>
            <p:nvPr/>
          </p:nvSpPr>
          <p:spPr>
            <a:xfrm>
              <a:off x="287886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g3508"/>
            <p:cNvSpPr/>
            <p:nvPr/>
          </p:nvSpPr>
          <p:spPr>
            <a:xfrm>
              <a:off x="289050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g3509"/>
            <p:cNvSpPr/>
            <p:nvPr/>
          </p:nvSpPr>
          <p:spPr>
            <a:xfrm>
              <a:off x="443826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g3510"/>
            <p:cNvSpPr/>
            <p:nvPr/>
          </p:nvSpPr>
          <p:spPr>
            <a:xfrm>
              <a:off x="444990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g3511"/>
            <p:cNvSpPr/>
            <p:nvPr/>
          </p:nvSpPr>
          <p:spPr>
            <a:xfrm>
              <a:off x="446154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g3512"/>
            <p:cNvSpPr/>
            <p:nvPr/>
          </p:nvSpPr>
          <p:spPr>
            <a:xfrm>
              <a:off x="4473179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g3513"/>
            <p:cNvSpPr/>
            <p:nvPr/>
          </p:nvSpPr>
          <p:spPr>
            <a:xfrm>
              <a:off x="448481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g3514"/>
            <p:cNvSpPr/>
            <p:nvPr/>
          </p:nvSpPr>
          <p:spPr>
            <a:xfrm>
              <a:off x="449645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g3515"/>
            <p:cNvSpPr/>
            <p:nvPr/>
          </p:nvSpPr>
          <p:spPr>
            <a:xfrm>
              <a:off x="450809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g3516"/>
            <p:cNvSpPr/>
            <p:nvPr/>
          </p:nvSpPr>
          <p:spPr>
            <a:xfrm>
              <a:off x="451972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g3517"/>
            <p:cNvSpPr/>
            <p:nvPr/>
          </p:nvSpPr>
          <p:spPr>
            <a:xfrm>
              <a:off x="453136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g3518"/>
            <p:cNvSpPr/>
            <p:nvPr/>
          </p:nvSpPr>
          <p:spPr>
            <a:xfrm>
              <a:off x="468265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g3519"/>
            <p:cNvSpPr/>
            <p:nvPr/>
          </p:nvSpPr>
          <p:spPr>
            <a:xfrm>
              <a:off x="469428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g3520"/>
            <p:cNvSpPr/>
            <p:nvPr/>
          </p:nvSpPr>
          <p:spPr>
            <a:xfrm>
              <a:off x="470592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g3521"/>
            <p:cNvSpPr/>
            <p:nvPr/>
          </p:nvSpPr>
          <p:spPr>
            <a:xfrm>
              <a:off x="471756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g3522"/>
            <p:cNvSpPr/>
            <p:nvPr/>
          </p:nvSpPr>
          <p:spPr>
            <a:xfrm>
              <a:off x="472920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g3523"/>
            <p:cNvSpPr/>
            <p:nvPr/>
          </p:nvSpPr>
          <p:spPr>
            <a:xfrm>
              <a:off x="284395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g3524"/>
            <p:cNvSpPr/>
            <p:nvPr/>
          </p:nvSpPr>
          <p:spPr>
            <a:xfrm>
              <a:off x="285559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g3525"/>
            <p:cNvSpPr/>
            <p:nvPr/>
          </p:nvSpPr>
          <p:spPr>
            <a:xfrm>
              <a:off x="286722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g3526"/>
            <p:cNvSpPr/>
            <p:nvPr/>
          </p:nvSpPr>
          <p:spPr>
            <a:xfrm>
              <a:off x="287886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g3527"/>
            <p:cNvSpPr/>
            <p:nvPr/>
          </p:nvSpPr>
          <p:spPr>
            <a:xfrm>
              <a:off x="289050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g3528"/>
            <p:cNvSpPr/>
            <p:nvPr/>
          </p:nvSpPr>
          <p:spPr>
            <a:xfrm>
              <a:off x="444990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g3529"/>
            <p:cNvSpPr/>
            <p:nvPr/>
          </p:nvSpPr>
          <p:spPr>
            <a:xfrm>
              <a:off x="446154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g3530"/>
            <p:cNvSpPr/>
            <p:nvPr/>
          </p:nvSpPr>
          <p:spPr>
            <a:xfrm>
              <a:off x="4473179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g3531"/>
            <p:cNvSpPr/>
            <p:nvPr/>
          </p:nvSpPr>
          <p:spPr>
            <a:xfrm>
              <a:off x="448481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g3532"/>
            <p:cNvSpPr/>
            <p:nvPr/>
          </p:nvSpPr>
          <p:spPr>
            <a:xfrm>
              <a:off x="449645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g3533"/>
            <p:cNvSpPr/>
            <p:nvPr/>
          </p:nvSpPr>
          <p:spPr>
            <a:xfrm>
              <a:off x="4508091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g3534"/>
            <p:cNvSpPr/>
            <p:nvPr/>
          </p:nvSpPr>
          <p:spPr>
            <a:xfrm>
              <a:off x="451972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g3535"/>
            <p:cNvSpPr/>
            <p:nvPr/>
          </p:nvSpPr>
          <p:spPr>
            <a:xfrm>
              <a:off x="453136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g3536"/>
            <p:cNvSpPr/>
            <p:nvPr/>
          </p:nvSpPr>
          <p:spPr>
            <a:xfrm>
              <a:off x="469428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g3537"/>
            <p:cNvSpPr/>
            <p:nvPr/>
          </p:nvSpPr>
          <p:spPr>
            <a:xfrm>
              <a:off x="470592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g3538"/>
            <p:cNvSpPr/>
            <p:nvPr/>
          </p:nvSpPr>
          <p:spPr>
            <a:xfrm>
              <a:off x="471756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g3539"/>
            <p:cNvSpPr/>
            <p:nvPr/>
          </p:nvSpPr>
          <p:spPr>
            <a:xfrm>
              <a:off x="472920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g3540"/>
            <p:cNvSpPr/>
            <p:nvPr/>
          </p:nvSpPr>
          <p:spPr>
            <a:xfrm>
              <a:off x="474083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g3541"/>
            <p:cNvSpPr/>
            <p:nvPr/>
          </p:nvSpPr>
          <p:spPr>
            <a:xfrm>
              <a:off x="284395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g3542"/>
            <p:cNvSpPr/>
            <p:nvPr/>
          </p:nvSpPr>
          <p:spPr>
            <a:xfrm>
              <a:off x="285559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g3543"/>
            <p:cNvSpPr/>
            <p:nvPr/>
          </p:nvSpPr>
          <p:spPr>
            <a:xfrm>
              <a:off x="286722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g3544"/>
            <p:cNvSpPr/>
            <p:nvPr/>
          </p:nvSpPr>
          <p:spPr>
            <a:xfrm>
              <a:off x="287886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g3545"/>
            <p:cNvSpPr/>
            <p:nvPr/>
          </p:nvSpPr>
          <p:spPr>
            <a:xfrm>
              <a:off x="289050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g3546"/>
            <p:cNvSpPr/>
            <p:nvPr/>
          </p:nvSpPr>
          <p:spPr>
            <a:xfrm>
              <a:off x="446154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g3547"/>
            <p:cNvSpPr/>
            <p:nvPr/>
          </p:nvSpPr>
          <p:spPr>
            <a:xfrm>
              <a:off x="4473179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g3548"/>
            <p:cNvSpPr/>
            <p:nvPr/>
          </p:nvSpPr>
          <p:spPr>
            <a:xfrm>
              <a:off x="448481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g3549"/>
            <p:cNvSpPr/>
            <p:nvPr/>
          </p:nvSpPr>
          <p:spPr>
            <a:xfrm>
              <a:off x="4496454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g3550"/>
            <p:cNvSpPr/>
            <p:nvPr/>
          </p:nvSpPr>
          <p:spPr>
            <a:xfrm>
              <a:off x="4508091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g3551"/>
            <p:cNvSpPr/>
            <p:nvPr/>
          </p:nvSpPr>
          <p:spPr>
            <a:xfrm>
              <a:off x="451972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g3552"/>
            <p:cNvSpPr/>
            <p:nvPr/>
          </p:nvSpPr>
          <p:spPr>
            <a:xfrm>
              <a:off x="453136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g3553"/>
            <p:cNvSpPr/>
            <p:nvPr/>
          </p:nvSpPr>
          <p:spPr>
            <a:xfrm>
              <a:off x="454300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g3554"/>
            <p:cNvSpPr/>
            <p:nvPr/>
          </p:nvSpPr>
          <p:spPr>
            <a:xfrm>
              <a:off x="469428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g3555"/>
            <p:cNvSpPr/>
            <p:nvPr/>
          </p:nvSpPr>
          <p:spPr>
            <a:xfrm>
              <a:off x="470592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g3556"/>
            <p:cNvSpPr/>
            <p:nvPr/>
          </p:nvSpPr>
          <p:spPr>
            <a:xfrm>
              <a:off x="471756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g3557"/>
            <p:cNvSpPr/>
            <p:nvPr/>
          </p:nvSpPr>
          <p:spPr>
            <a:xfrm>
              <a:off x="472920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g3558"/>
            <p:cNvSpPr/>
            <p:nvPr/>
          </p:nvSpPr>
          <p:spPr>
            <a:xfrm>
              <a:off x="474083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g3559"/>
            <p:cNvSpPr/>
            <p:nvPr/>
          </p:nvSpPr>
          <p:spPr>
            <a:xfrm>
              <a:off x="285559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g3560"/>
            <p:cNvSpPr/>
            <p:nvPr/>
          </p:nvSpPr>
          <p:spPr>
            <a:xfrm>
              <a:off x="286722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g3561"/>
            <p:cNvSpPr/>
            <p:nvPr/>
          </p:nvSpPr>
          <p:spPr>
            <a:xfrm>
              <a:off x="287886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g3562"/>
            <p:cNvSpPr/>
            <p:nvPr/>
          </p:nvSpPr>
          <p:spPr>
            <a:xfrm>
              <a:off x="2890502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g3563"/>
            <p:cNvSpPr/>
            <p:nvPr/>
          </p:nvSpPr>
          <p:spPr>
            <a:xfrm>
              <a:off x="4473179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g3564"/>
            <p:cNvSpPr/>
            <p:nvPr/>
          </p:nvSpPr>
          <p:spPr>
            <a:xfrm>
              <a:off x="448481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g3565"/>
            <p:cNvSpPr/>
            <p:nvPr/>
          </p:nvSpPr>
          <p:spPr>
            <a:xfrm>
              <a:off x="4496454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g3566"/>
            <p:cNvSpPr/>
            <p:nvPr/>
          </p:nvSpPr>
          <p:spPr>
            <a:xfrm>
              <a:off x="4508091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g3567"/>
            <p:cNvSpPr/>
            <p:nvPr/>
          </p:nvSpPr>
          <p:spPr>
            <a:xfrm>
              <a:off x="451972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g3568"/>
            <p:cNvSpPr/>
            <p:nvPr/>
          </p:nvSpPr>
          <p:spPr>
            <a:xfrm>
              <a:off x="453136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g3569"/>
            <p:cNvSpPr/>
            <p:nvPr/>
          </p:nvSpPr>
          <p:spPr>
            <a:xfrm>
              <a:off x="454300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g3570"/>
            <p:cNvSpPr/>
            <p:nvPr/>
          </p:nvSpPr>
          <p:spPr>
            <a:xfrm>
              <a:off x="455464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g3571"/>
            <p:cNvSpPr/>
            <p:nvPr/>
          </p:nvSpPr>
          <p:spPr>
            <a:xfrm>
              <a:off x="469428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g3572"/>
            <p:cNvSpPr/>
            <p:nvPr/>
          </p:nvSpPr>
          <p:spPr>
            <a:xfrm>
              <a:off x="470592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g3573"/>
            <p:cNvSpPr/>
            <p:nvPr/>
          </p:nvSpPr>
          <p:spPr>
            <a:xfrm>
              <a:off x="471756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g3574"/>
            <p:cNvSpPr/>
            <p:nvPr/>
          </p:nvSpPr>
          <p:spPr>
            <a:xfrm>
              <a:off x="472920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9BC">
                <a:alpha val="100000"/>
              </a:srgbClr>
            </a:solidFill>
            <a:ln w="5420" cap="flat">
              <a:solidFill>
                <a:srgbClr val="89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g3575"/>
            <p:cNvSpPr/>
            <p:nvPr/>
          </p:nvSpPr>
          <p:spPr>
            <a:xfrm>
              <a:off x="474083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g3576"/>
            <p:cNvSpPr/>
            <p:nvPr/>
          </p:nvSpPr>
          <p:spPr>
            <a:xfrm>
              <a:off x="285559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g3577"/>
            <p:cNvSpPr/>
            <p:nvPr/>
          </p:nvSpPr>
          <p:spPr>
            <a:xfrm>
              <a:off x="286722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g3578"/>
            <p:cNvSpPr/>
            <p:nvPr/>
          </p:nvSpPr>
          <p:spPr>
            <a:xfrm>
              <a:off x="287886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g3579"/>
            <p:cNvSpPr/>
            <p:nvPr/>
          </p:nvSpPr>
          <p:spPr>
            <a:xfrm>
              <a:off x="2890502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g3580"/>
            <p:cNvSpPr/>
            <p:nvPr/>
          </p:nvSpPr>
          <p:spPr>
            <a:xfrm>
              <a:off x="448481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g3581"/>
            <p:cNvSpPr/>
            <p:nvPr/>
          </p:nvSpPr>
          <p:spPr>
            <a:xfrm>
              <a:off x="4496454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g3582"/>
            <p:cNvSpPr/>
            <p:nvPr/>
          </p:nvSpPr>
          <p:spPr>
            <a:xfrm>
              <a:off x="4508091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g3583"/>
            <p:cNvSpPr/>
            <p:nvPr/>
          </p:nvSpPr>
          <p:spPr>
            <a:xfrm>
              <a:off x="451972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g3584"/>
            <p:cNvSpPr/>
            <p:nvPr/>
          </p:nvSpPr>
          <p:spPr>
            <a:xfrm>
              <a:off x="453136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g3585"/>
            <p:cNvSpPr/>
            <p:nvPr/>
          </p:nvSpPr>
          <p:spPr>
            <a:xfrm>
              <a:off x="454300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g3586"/>
            <p:cNvSpPr/>
            <p:nvPr/>
          </p:nvSpPr>
          <p:spPr>
            <a:xfrm>
              <a:off x="469428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g3587"/>
            <p:cNvSpPr/>
            <p:nvPr/>
          </p:nvSpPr>
          <p:spPr>
            <a:xfrm>
              <a:off x="470592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g3588"/>
            <p:cNvSpPr/>
            <p:nvPr/>
          </p:nvSpPr>
          <p:spPr>
            <a:xfrm>
              <a:off x="471756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g3589"/>
            <p:cNvSpPr/>
            <p:nvPr/>
          </p:nvSpPr>
          <p:spPr>
            <a:xfrm>
              <a:off x="472920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g3590"/>
            <p:cNvSpPr/>
            <p:nvPr/>
          </p:nvSpPr>
          <p:spPr>
            <a:xfrm>
              <a:off x="474083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g3591"/>
            <p:cNvSpPr/>
            <p:nvPr/>
          </p:nvSpPr>
          <p:spPr>
            <a:xfrm>
              <a:off x="285559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g3592"/>
            <p:cNvSpPr/>
            <p:nvPr/>
          </p:nvSpPr>
          <p:spPr>
            <a:xfrm>
              <a:off x="286722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g3593"/>
            <p:cNvSpPr/>
            <p:nvPr/>
          </p:nvSpPr>
          <p:spPr>
            <a:xfrm>
              <a:off x="287886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g3594"/>
            <p:cNvSpPr/>
            <p:nvPr/>
          </p:nvSpPr>
          <p:spPr>
            <a:xfrm>
              <a:off x="2890502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g3595"/>
            <p:cNvSpPr/>
            <p:nvPr/>
          </p:nvSpPr>
          <p:spPr>
            <a:xfrm>
              <a:off x="2902139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g3596"/>
            <p:cNvSpPr/>
            <p:nvPr/>
          </p:nvSpPr>
          <p:spPr>
            <a:xfrm>
              <a:off x="448481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g3597"/>
            <p:cNvSpPr/>
            <p:nvPr/>
          </p:nvSpPr>
          <p:spPr>
            <a:xfrm>
              <a:off x="4496454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g3598"/>
            <p:cNvSpPr/>
            <p:nvPr/>
          </p:nvSpPr>
          <p:spPr>
            <a:xfrm>
              <a:off x="4508091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g3599"/>
            <p:cNvSpPr/>
            <p:nvPr/>
          </p:nvSpPr>
          <p:spPr>
            <a:xfrm>
              <a:off x="451972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g3600"/>
            <p:cNvSpPr/>
            <p:nvPr/>
          </p:nvSpPr>
          <p:spPr>
            <a:xfrm>
              <a:off x="453136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g3601"/>
            <p:cNvSpPr/>
            <p:nvPr/>
          </p:nvSpPr>
          <p:spPr>
            <a:xfrm>
              <a:off x="454300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g3602"/>
            <p:cNvSpPr/>
            <p:nvPr/>
          </p:nvSpPr>
          <p:spPr>
            <a:xfrm>
              <a:off x="469428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g3603"/>
            <p:cNvSpPr/>
            <p:nvPr/>
          </p:nvSpPr>
          <p:spPr>
            <a:xfrm>
              <a:off x="470592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g3604"/>
            <p:cNvSpPr/>
            <p:nvPr/>
          </p:nvSpPr>
          <p:spPr>
            <a:xfrm>
              <a:off x="471756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g3605"/>
            <p:cNvSpPr/>
            <p:nvPr/>
          </p:nvSpPr>
          <p:spPr>
            <a:xfrm>
              <a:off x="472920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g3606"/>
            <p:cNvSpPr/>
            <p:nvPr/>
          </p:nvSpPr>
          <p:spPr>
            <a:xfrm>
              <a:off x="474083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g3607"/>
            <p:cNvSpPr/>
            <p:nvPr/>
          </p:nvSpPr>
          <p:spPr>
            <a:xfrm>
              <a:off x="285559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g3608"/>
            <p:cNvSpPr/>
            <p:nvPr/>
          </p:nvSpPr>
          <p:spPr>
            <a:xfrm>
              <a:off x="2867227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g3609"/>
            <p:cNvSpPr/>
            <p:nvPr/>
          </p:nvSpPr>
          <p:spPr>
            <a:xfrm>
              <a:off x="287886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g3610"/>
            <p:cNvSpPr/>
            <p:nvPr/>
          </p:nvSpPr>
          <p:spPr>
            <a:xfrm>
              <a:off x="2890502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g3611"/>
            <p:cNvSpPr/>
            <p:nvPr/>
          </p:nvSpPr>
          <p:spPr>
            <a:xfrm>
              <a:off x="2902139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g3612"/>
            <p:cNvSpPr/>
            <p:nvPr/>
          </p:nvSpPr>
          <p:spPr>
            <a:xfrm>
              <a:off x="4496454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g3613"/>
            <p:cNvSpPr/>
            <p:nvPr/>
          </p:nvSpPr>
          <p:spPr>
            <a:xfrm>
              <a:off x="4508091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g3614"/>
            <p:cNvSpPr/>
            <p:nvPr/>
          </p:nvSpPr>
          <p:spPr>
            <a:xfrm>
              <a:off x="451972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g3615"/>
            <p:cNvSpPr/>
            <p:nvPr/>
          </p:nvSpPr>
          <p:spPr>
            <a:xfrm>
              <a:off x="4531366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g3616"/>
            <p:cNvSpPr/>
            <p:nvPr/>
          </p:nvSpPr>
          <p:spPr>
            <a:xfrm>
              <a:off x="454300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g3617"/>
            <p:cNvSpPr/>
            <p:nvPr/>
          </p:nvSpPr>
          <p:spPr>
            <a:xfrm>
              <a:off x="469428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g3618"/>
            <p:cNvSpPr/>
            <p:nvPr/>
          </p:nvSpPr>
          <p:spPr>
            <a:xfrm>
              <a:off x="470592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9BC">
                <a:alpha val="100000"/>
              </a:srgbClr>
            </a:solidFill>
            <a:ln w="5420" cap="flat">
              <a:solidFill>
                <a:srgbClr val="89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g3619"/>
            <p:cNvSpPr/>
            <p:nvPr/>
          </p:nvSpPr>
          <p:spPr>
            <a:xfrm>
              <a:off x="471756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g3620"/>
            <p:cNvSpPr/>
            <p:nvPr/>
          </p:nvSpPr>
          <p:spPr>
            <a:xfrm>
              <a:off x="472920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g3621"/>
            <p:cNvSpPr/>
            <p:nvPr/>
          </p:nvSpPr>
          <p:spPr>
            <a:xfrm>
              <a:off x="286722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g3622"/>
            <p:cNvSpPr/>
            <p:nvPr/>
          </p:nvSpPr>
          <p:spPr>
            <a:xfrm>
              <a:off x="287886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g3623"/>
            <p:cNvSpPr/>
            <p:nvPr/>
          </p:nvSpPr>
          <p:spPr>
            <a:xfrm>
              <a:off x="2890502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g3624"/>
            <p:cNvSpPr/>
            <p:nvPr/>
          </p:nvSpPr>
          <p:spPr>
            <a:xfrm>
              <a:off x="2902139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g3625"/>
            <p:cNvSpPr/>
            <p:nvPr/>
          </p:nvSpPr>
          <p:spPr>
            <a:xfrm>
              <a:off x="291377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g3626"/>
            <p:cNvSpPr/>
            <p:nvPr/>
          </p:nvSpPr>
          <p:spPr>
            <a:xfrm>
              <a:off x="4508091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g3627"/>
            <p:cNvSpPr/>
            <p:nvPr/>
          </p:nvSpPr>
          <p:spPr>
            <a:xfrm>
              <a:off x="451972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g3628"/>
            <p:cNvSpPr/>
            <p:nvPr/>
          </p:nvSpPr>
          <p:spPr>
            <a:xfrm>
              <a:off x="4531366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g3629"/>
            <p:cNvSpPr/>
            <p:nvPr/>
          </p:nvSpPr>
          <p:spPr>
            <a:xfrm>
              <a:off x="454300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g3630"/>
            <p:cNvSpPr/>
            <p:nvPr/>
          </p:nvSpPr>
          <p:spPr>
            <a:xfrm>
              <a:off x="455464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g3631"/>
            <p:cNvSpPr/>
            <p:nvPr/>
          </p:nvSpPr>
          <p:spPr>
            <a:xfrm>
              <a:off x="469428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g3632"/>
            <p:cNvSpPr/>
            <p:nvPr/>
          </p:nvSpPr>
          <p:spPr>
            <a:xfrm>
              <a:off x="470592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g3633"/>
            <p:cNvSpPr/>
            <p:nvPr/>
          </p:nvSpPr>
          <p:spPr>
            <a:xfrm>
              <a:off x="471756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g3634"/>
            <p:cNvSpPr/>
            <p:nvPr/>
          </p:nvSpPr>
          <p:spPr>
            <a:xfrm>
              <a:off x="472920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g3635"/>
            <p:cNvSpPr/>
            <p:nvPr/>
          </p:nvSpPr>
          <p:spPr>
            <a:xfrm>
              <a:off x="286722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g3636"/>
            <p:cNvSpPr/>
            <p:nvPr/>
          </p:nvSpPr>
          <p:spPr>
            <a:xfrm>
              <a:off x="287886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g3637"/>
            <p:cNvSpPr/>
            <p:nvPr/>
          </p:nvSpPr>
          <p:spPr>
            <a:xfrm>
              <a:off x="2890502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g3638"/>
            <p:cNvSpPr/>
            <p:nvPr/>
          </p:nvSpPr>
          <p:spPr>
            <a:xfrm>
              <a:off x="2902139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g3639"/>
            <p:cNvSpPr/>
            <p:nvPr/>
          </p:nvSpPr>
          <p:spPr>
            <a:xfrm>
              <a:off x="291377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g3640"/>
            <p:cNvSpPr/>
            <p:nvPr/>
          </p:nvSpPr>
          <p:spPr>
            <a:xfrm>
              <a:off x="2925414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g3641"/>
            <p:cNvSpPr/>
            <p:nvPr/>
          </p:nvSpPr>
          <p:spPr>
            <a:xfrm>
              <a:off x="4508091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g3642"/>
            <p:cNvSpPr/>
            <p:nvPr/>
          </p:nvSpPr>
          <p:spPr>
            <a:xfrm>
              <a:off x="451972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g3643"/>
            <p:cNvSpPr/>
            <p:nvPr/>
          </p:nvSpPr>
          <p:spPr>
            <a:xfrm>
              <a:off x="4531366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g3644"/>
            <p:cNvSpPr/>
            <p:nvPr/>
          </p:nvSpPr>
          <p:spPr>
            <a:xfrm>
              <a:off x="454300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g3645"/>
            <p:cNvSpPr/>
            <p:nvPr/>
          </p:nvSpPr>
          <p:spPr>
            <a:xfrm>
              <a:off x="455464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g3646"/>
            <p:cNvSpPr/>
            <p:nvPr/>
          </p:nvSpPr>
          <p:spPr>
            <a:xfrm>
              <a:off x="469428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g3647"/>
            <p:cNvSpPr/>
            <p:nvPr/>
          </p:nvSpPr>
          <p:spPr>
            <a:xfrm>
              <a:off x="470592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g3648"/>
            <p:cNvSpPr/>
            <p:nvPr/>
          </p:nvSpPr>
          <p:spPr>
            <a:xfrm>
              <a:off x="471756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g3649"/>
            <p:cNvSpPr/>
            <p:nvPr/>
          </p:nvSpPr>
          <p:spPr>
            <a:xfrm>
              <a:off x="472920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g3650"/>
            <p:cNvSpPr/>
            <p:nvPr/>
          </p:nvSpPr>
          <p:spPr>
            <a:xfrm>
              <a:off x="287886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g3651"/>
            <p:cNvSpPr/>
            <p:nvPr/>
          </p:nvSpPr>
          <p:spPr>
            <a:xfrm>
              <a:off x="289050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g3652"/>
            <p:cNvSpPr/>
            <p:nvPr/>
          </p:nvSpPr>
          <p:spPr>
            <a:xfrm>
              <a:off x="2902139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g3653"/>
            <p:cNvSpPr/>
            <p:nvPr/>
          </p:nvSpPr>
          <p:spPr>
            <a:xfrm>
              <a:off x="2913777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g3654"/>
            <p:cNvSpPr/>
            <p:nvPr/>
          </p:nvSpPr>
          <p:spPr>
            <a:xfrm>
              <a:off x="2925414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g3655"/>
            <p:cNvSpPr/>
            <p:nvPr/>
          </p:nvSpPr>
          <p:spPr>
            <a:xfrm>
              <a:off x="4508091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g3656"/>
            <p:cNvSpPr/>
            <p:nvPr/>
          </p:nvSpPr>
          <p:spPr>
            <a:xfrm>
              <a:off x="451972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g3657"/>
            <p:cNvSpPr/>
            <p:nvPr/>
          </p:nvSpPr>
          <p:spPr>
            <a:xfrm>
              <a:off x="4531366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g3658"/>
            <p:cNvSpPr/>
            <p:nvPr/>
          </p:nvSpPr>
          <p:spPr>
            <a:xfrm>
              <a:off x="454300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g3659"/>
            <p:cNvSpPr/>
            <p:nvPr/>
          </p:nvSpPr>
          <p:spPr>
            <a:xfrm>
              <a:off x="455464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g3660"/>
            <p:cNvSpPr/>
            <p:nvPr/>
          </p:nvSpPr>
          <p:spPr>
            <a:xfrm>
              <a:off x="456627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g3661"/>
            <p:cNvSpPr/>
            <p:nvPr/>
          </p:nvSpPr>
          <p:spPr>
            <a:xfrm>
              <a:off x="457791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g3662"/>
            <p:cNvSpPr/>
            <p:nvPr/>
          </p:nvSpPr>
          <p:spPr>
            <a:xfrm>
              <a:off x="458955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g3663"/>
            <p:cNvSpPr/>
            <p:nvPr/>
          </p:nvSpPr>
          <p:spPr>
            <a:xfrm>
              <a:off x="469428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g3664"/>
            <p:cNvSpPr/>
            <p:nvPr/>
          </p:nvSpPr>
          <p:spPr>
            <a:xfrm>
              <a:off x="470592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g3665"/>
            <p:cNvSpPr/>
            <p:nvPr/>
          </p:nvSpPr>
          <p:spPr>
            <a:xfrm>
              <a:off x="471756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g3666"/>
            <p:cNvSpPr/>
            <p:nvPr/>
          </p:nvSpPr>
          <p:spPr>
            <a:xfrm>
              <a:off x="472920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g3667"/>
            <p:cNvSpPr/>
            <p:nvPr/>
          </p:nvSpPr>
          <p:spPr>
            <a:xfrm>
              <a:off x="289050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g3668"/>
            <p:cNvSpPr/>
            <p:nvPr/>
          </p:nvSpPr>
          <p:spPr>
            <a:xfrm>
              <a:off x="2902139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g3669"/>
            <p:cNvSpPr/>
            <p:nvPr/>
          </p:nvSpPr>
          <p:spPr>
            <a:xfrm>
              <a:off x="2913777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g3670"/>
            <p:cNvSpPr/>
            <p:nvPr/>
          </p:nvSpPr>
          <p:spPr>
            <a:xfrm>
              <a:off x="2925414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g3671"/>
            <p:cNvSpPr/>
            <p:nvPr/>
          </p:nvSpPr>
          <p:spPr>
            <a:xfrm>
              <a:off x="451972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g3672"/>
            <p:cNvSpPr/>
            <p:nvPr/>
          </p:nvSpPr>
          <p:spPr>
            <a:xfrm>
              <a:off x="4531366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g3673"/>
            <p:cNvSpPr/>
            <p:nvPr/>
          </p:nvSpPr>
          <p:spPr>
            <a:xfrm>
              <a:off x="454300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g3674"/>
            <p:cNvSpPr/>
            <p:nvPr/>
          </p:nvSpPr>
          <p:spPr>
            <a:xfrm>
              <a:off x="455464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g3675"/>
            <p:cNvSpPr/>
            <p:nvPr/>
          </p:nvSpPr>
          <p:spPr>
            <a:xfrm>
              <a:off x="456627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g3676"/>
            <p:cNvSpPr/>
            <p:nvPr/>
          </p:nvSpPr>
          <p:spPr>
            <a:xfrm>
              <a:off x="457791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g3677"/>
            <p:cNvSpPr/>
            <p:nvPr/>
          </p:nvSpPr>
          <p:spPr>
            <a:xfrm>
              <a:off x="458955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g3678"/>
            <p:cNvSpPr/>
            <p:nvPr/>
          </p:nvSpPr>
          <p:spPr>
            <a:xfrm>
              <a:off x="460119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g3679"/>
            <p:cNvSpPr/>
            <p:nvPr/>
          </p:nvSpPr>
          <p:spPr>
            <a:xfrm>
              <a:off x="4682651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g3680"/>
            <p:cNvSpPr/>
            <p:nvPr/>
          </p:nvSpPr>
          <p:spPr>
            <a:xfrm>
              <a:off x="469428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g3681"/>
            <p:cNvSpPr/>
            <p:nvPr/>
          </p:nvSpPr>
          <p:spPr>
            <a:xfrm>
              <a:off x="470592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g3682"/>
            <p:cNvSpPr/>
            <p:nvPr/>
          </p:nvSpPr>
          <p:spPr>
            <a:xfrm>
              <a:off x="471756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g3683"/>
            <p:cNvSpPr/>
            <p:nvPr/>
          </p:nvSpPr>
          <p:spPr>
            <a:xfrm>
              <a:off x="472920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g3684"/>
            <p:cNvSpPr/>
            <p:nvPr/>
          </p:nvSpPr>
          <p:spPr>
            <a:xfrm>
              <a:off x="289050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g3685"/>
            <p:cNvSpPr/>
            <p:nvPr/>
          </p:nvSpPr>
          <p:spPr>
            <a:xfrm>
              <a:off x="2902139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g3686"/>
            <p:cNvSpPr/>
            <p:nvPr/>
          </p:nvSpPr>
          <p:spPr>
            <a:xfrm>
              <a:off x="2913777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g3687"/>
            <p:cNvSpPr/>
            <p:nvPr/>
          </p:nvSpPr>
          <p:spPr>
            <a:xfrm>
              <a:off x="2925414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g3688"/>
            <p:cNvSpPr/>
            <p:nvPr/>
          </p:nvSpPr>
          <p:spPr>
            <a:xfrm>
              <a:off x="4531366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g3689"/>
            <p:cNvSpPr/>
            <p:nvPr/>
          </p:nvSpPr>
          <p:spPr>
            <a:xfrm>
              <a:off x="454300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g3690"/>
            <p:cNvSpPr/>
            <p:nvPr/>
          </p:nvSpPr>
          <p:spPr>
            <a:xfrm>
              <a:off x="455464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g3691"/>
            <p:cNvSpPr/>
            <p:nvPr/>
          </p:nvSpPr>
          <p:spPr>
            <a:xfrm>
              <a:off x="456627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g3692"/>
            <p:cNvSpPr/>
            <p:nvPr/>
          </p:nvSpPr>
          <p:spPr>
            <a:xfrm>
              <a:off x="457791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g3693"/>
            <p:cNvSpPr/>
            <p:nvPr/>
          </p:nvSpPr>
          <p:spPr>
            <a:xfrm>
              <a:off x="458955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g3694"/>
            <p:cNvSpPr/>
            <p:nvPr/>
          </p:nvSpPr>
          <p:spPr>
            <a:xfrm>
              <a:off x="460119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g3695"/>
            <p:cNvSpPr/>
            <p:nvPr/>
          </p:nvSpPr>
          <p:spPr>
            <a:xfrm>
              <a:off x="4682651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g3696"/>
            <p:cNvSpPr/>
            <p:nvPr/>
          </p:nvSpPr>
          <p:spPr>
            <a:xfrm>
              <a:off x="469428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g3697"/>
            <p:cNvSpPr/>
            <p:nvPr/>
          </p:nvSpPr>
          <p:spPr>
            <a:xfrm>
              <a:off x="470592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g3698"/>
            <p:cNvSpPr/>
            <p:nvPr/>
          </p:nvSpPr>
          <p:spPr>
            <a:xfrm>
              <a:off x="471756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g3699"/>
            <p:cNvSpPr/>
            <p:nvPr/>
          </p:nvSpPr>
          <p:spPr>
            <a:xfrm>
              <a:off x="472920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g3700"/>
            <p:cNvSpPr/>
            <p:nvPr/>
          </p:nvSpPr>
          <p:spPr>
            <a:xfrm>
              <a:off x="287886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g3701"/>
            <p:cNvSpPr/>
            <p:nvPr/>
          </p:nvSpPr>
          <p:spPr>
            <a:xfrm>
              <a:off x="289050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g3702"/>
            <p:cNvSpPr/>
            <p:nvPr/>
          </p:nvSpPr>
          <p:spPr>
            <a:xfrm>
              <a:off x="2902139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g3703"/>
            <p:cNvSpPr/>
            <p:nvPr/>
          </p:nvSpPr>
          <p:spPr>
            <a:xfrm>
              <a:off x="291377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g3704"/>
            <p:cNvSpPr/>
            <p:nvPr/>
          </p:nvSpPr>
          <p:spPr>
            <a:xfrm>
              <a:off x="2925414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g3705"/>
            <p:cNvSpPr/>
            <p:nvPr/>
          </p:nvSpPr>
          <p:spPr>
            <a:xfrm>
              <a:off x="454300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g3706"/>
            <p:cNvSpPr/>
            <p:nvPr/>
          </p:nvSpPr>
          <p:spPr>
            <a:xfrm>
              <a:off x="455464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g3707"/>
            <p:cNvSpPr/>
            <p:nvPr/>
          </p:nvSpPr>
          <p:spPr>
            <a:xfrm>
              <a:off x="456627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g3708"/>
            <p:cNvSpPr/>
            <p:nvPr/>
          </p:nvSpPr>
          <p:spPr>
            <a:xfrm>
              <a:off x="457791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g3709"/>
            <p:cNvSpPr/>
            <p:nvPr/>
          </p:nvSpPr>
          <p:spPr>
            <a:xfrm>
              <a:off x="458955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g3710"/>
            <p:cNvSpPr/>
            <p:nvPr/>
          </p:nvSpPr>
          <p:spPr>
            <a:xfrm>
              <a:off x="460119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g3711"/>
            <p:cNvSpPr/>
            <p:nvPr/>
          </p:nvSpPr>
          <p:spPr>
            <a:xfrm>
              <a:off x="461282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g3712"/>
            <p:cNvSpPr/>
            <p:nvPr/>
          </p:nvSpPr>
          <p:spPr>
            <a:xfrm>
              <a:off x="467101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g3713"/>
            <p:cNvSpPr/>
            <p:nvPr/>
          </p:nvSpPr>
          <p:spPr>
            <a:xfrm>
              <a:off x="4682651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g3714"/>
            <p:cNvSpPr/>
            <p:nvPr/>
          </p:nvSpPr>
          <p:spPr>
            <a:xfrm>
              <a:off x="469428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g3715"/>
            <p:cNvSpPr/>
            <p:nvPr/>
          </p:nvSpPr>
          <p:spPr>
            <a:xfrm>
              <a:off x="470592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g3716"/>
            <p:cNvSpPr/>
            <p:nvPr/>
          </p:nvSpPr>
          <p:spPr>
            <a:xfrm>
              <a:off x="471756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g3717"/>
            <p:cNvSpPr/>
            <p:nvPr/>
          </p:nvSpPr>
          <p:spPr>
            <a:xfrm>
              <a:off x="472920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g3718"/>
            <p:cNvSpPr/>
            <p:nvPr/>
          </p:nvSpPr>
          <p:spPr>
            <a:xfrm>
              <a:off x="287886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g3719"/>
            <p:cNvSpPr/>
            <p:nvPr/>
          </p:nvSpPr>
          <p:spPr>
            <a:xfrm>
              <a:off x="289050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g3720"/>
            <p:cNvSpPr/>
            <p:nvPr/>
          </p:nvSpPr>
          <p:spPr>
            <a:xfrm>
              <a:off x="2902139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g3721"/>
            <p:cNvSpPr/>
            <p:nvPr/>
          </p:nvSpPr>
          <p:spPr>
            <a:xfrm>
              <a:off x="291377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g3722"/>
            <p:cNvSpPr/>
            <p:nvPr/>
          </p:nvSpPr>
          <p:spPr>
            <a:xfrm>
              <a:off x="2925414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g3723"/>
            <p:cNvSpPr/>
            <p:nvPr/>
          </p:nvSpPr>
          <p:spPr>
            <a:xfrm>
              <a:off x="456627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g3724"/>
            <p:cNvSpPr/>
            <p:nvPr/>
          </p:nvSpPr>
          <p:spPr>
            <a:xfrm>
              <a:off x="457791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g3725"/>
            <p:cNvSpPr/>
            <p:nvPr/>
          </p:nvSpPr>
          <p:spPr>
            <a:xfrm>
              <a:off x="458955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g3726"/>
            <p:cNvSpPr/>
            <p:nvPr/>
          </p:nvSpPr>
          <p:spPr>
            <a:xfrm>
              <a:off x="460119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g3727"/>
            <p:cNvSpPr/>
            <p:nvPr/>
          </p:nvSpPr>
          <p:spPr>
            <a:xfrm>
              <a:off x="461282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g3728"/>
            <p:cNvSpPr/>
            <p:nvPr/>
          </p:nvSpPr>
          <p:spPr>
            <a:xfrm>
              <a:off x="467101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g3729"/>
            <p:cNvSpPr/>
            <p:nvPr/>
          </p:nvSpPr>
          <p:spPr>
            <a:xfrm>
              <a:off x="4682651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g3730"/>
            <p:cNvSpPr/>
            <p:nvPr/>
          </p:nvSpPr>
          <p:spPr>
            <a:xfrm>
              <a:off x="469428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g3731"/>
            <p:cNvSpPr/>
            <p:nvPr/>
          </p:nvSpPr>
          <p:spPr>
            <a:xfrm>
              <a:off x="470592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g3732"/>
            <p:cNvSpPr/>
            <p:nvPr/>
          </p:nvSpPr>
          <p:spPr>
            <a:xfrm>
              <a:off x="471756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g3733"/>
            <p:cNvSpPr/>
            <p:nvPr/>
          </p:nvSpPr>
          <p:spPr>
            <a:xfrm>
              <a:off x="28672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g3734"/>
            <p:cNvSpPr/>
            <p:nvPr/>
          </p:nvSpPr>
          <p:spPr>
            <a:xfrm>
              <a:off x="287886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g3735"/>
            <p:cNvSpPr/>
            <p:nvPr/>
          </p:nvSpPr>
          <p:spPr>
            <a:xfrm>
              <a:off x="289050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g3736"/>
            <p:cNvSpPr/>
            <p:nvPr/>
          </p:nvSpPr>
          <p:spPr>
            <a:xfrm>
              <a:off x="2902139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g3737"/>
            <p:cNvSpPr/>
            <p:nvPr/>
          </p:nvSpPr>
          <p:spPr>
            <a:xfrm>
              <a:off x="291377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g3738"/>
            <p:cNvSpPr/>
            <p:nvPr/>
          </p:nvSpPr>
          <p:spPr>
            <a:xfrm>
              <a:off x="457791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g3739"/>
            <p:cNvSpPr/>
            <p:nvPr/>
          </p:nvSpPr>
          <p:spPr>
            <a:xfrm>
              <a:off x="458955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g3740"/>
            <p:cNvSpPr/>
            <p:nvPr/>
          </p:nvSpPr>
          <p:spPr>
            <a:xfrm>
              <a:off x="460119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g3741"/>
            <p:cNvSpPr/>
            <p:nvPr/>
          </p:nvSpPr>
          <p:spPr>
            <a:xfrm>
              <a:off x="46128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g3742"/>
            <p:cNvSpPr/>
            <p:nvPr/>
          </p:nvSpPr>
          <p:spPr>
            <a:xfrm>
              <a:off x="4624464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g3743"/>
            <p:cNvSpPr/>
            <p:nvPr/>
          </p:nvSpPr>
          <p:spPr>
            <a:xfrm>
              <a:off x="463610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g3744"/>
            <p:cNvSpPr/>
            <p:nvPr/>
          </p:nvSpPr>
          <p:spPr>
            <a:xfrm>
              <a:off x="4659376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g3745"/>
            <p:cNvSpPr/>
            <p:nvPr/>
          </p:nvSpPr>
          <p:spPr>
            <a:xfrm>
              <a:off x="4671013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g3746"/>
            <p:cNvSpPr/>
            <p:nvPr/>
          </p:nvSpPr>
          <p:spPr>
            <a:xfrm>
              <a:off x="468265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g3747"/>
            <p:cNvSpPr/>
            <p:nvPr/>
          </p:nvSpPr>
          <p:spPr>
            <a:xfrm>
              <a:off x="4694288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g3748"/>
            <p:cNvSpPr/>
            <p:nvPr/>
          </p:nvSpPr>
          <p:spPr>
            <a:xfrm>
              <a:off x="470592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g3749"/>
            <p:cNvSpPr/>
            <p:nvPr/>
          </p:nvSpPr>
          <p:spPr>
            <a:xfrm>
              <a:off x="28555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g3750"/>
            <p:cNvSpPr/>
            <p:nvPr/>
          </p:nvSpPr>
          <p:spPr>
            <a:xfrm>
              <a:off x="28672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g3751"/>
            <p:cNvSpPr/>
            <p:nvPr/>
          </p:nvSpPr>
          <p:spPr>
            <a:xfrm>
              <a:off x="287886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g3752"/>
            <p:cNvSpPr/>
            <p:nvPr/>
          </p:nvSpPr>
          <p:spPr>
            <a:xfrm>
              <a:off x="289050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g3753"/>
            <p:cNvSpPr/>
            <p:nvPr/>
          </p:nvSpPr>
          <p:spPr>
            <a:xfrm>
              <a:off x="29021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g3754"/>
            <p:cNvSpPr/>
            <p:nvPr/>
          </p:nvSpPr>
          <p:spPr>
            <a:xfrm>
              <a:off x="291377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g3755"/>
            <p:cNvSpPr/>
            <p:nvPr/>
          </p:nvSpPr>
          <p:spPr>
            <a:xfrm>
              <a:off x="457791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g3756"/>
            <p:cNvSpPr/>
            <p:nvPr/>
          </p:nvSpPr>
          <p:spPr>
            <a:xfrm>
              <a:off x="458955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g3757"/>
            <p:cNvSpPr/>
            <p:nvPr/>
          </p:nvSpPr>
          <p:spPr>
            <a:xfrm>
              <a:off x="46011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g3758"/>
            <p:cNvSpPr/>
            <p:nvPr/>
          </p:nvSpPr>
          <p:spPr>
            <a:xfrm>
              <a:off x="46128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g3759"/>
            <p:cNvSpPr/>
            <p:nvPr/>
          </p:nvSpPr>
          <p:spPr>
            <a:xfrm>
              <a:off x="462446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g3760"/>
            <p:cNvSpPr/>
            <p:nvPr/>
          </p:nvSpPr>
          <p:spPr>
            <a:xfrm>
              <a:off x="463610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g3761"/>
            <p:cNvSpPr/>
            <p:nvPr/>
          </p:nvSpPr>
          <p:spPr>
            <a:xfrm>
              <a:off x="46477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g3762"/>
            <p:cNvSpPr/>
            <p:nvPr/>
          </p:nvSpPr>
          <p:spPr>
            <a:xfrm>
              <a:off x="4659376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g3763"/>
            <p:cNvSpPr/>
            <p:nvPr/>
          </p:nvSpPr>
          <p:spPr>
            <a:xfrm>
              <a:off x="4671013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g3764"/>
            <p:cNvSpPr/>
            <p:nvPr/>
          </p:nvSpPr>
          <p:spPr>
            <a:xfrm>
              <a:off x="468265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g3765"/>
            <p:cNvSpPr/>
            <p:nvPr/>
          </p:nvSpPr>
          <p:spPr>
            <a:xfrm>
              <a:off x="4694288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g3766"/>
            <p:cNvSpPr/>
            <p:nvPr/>
          </p:nvSpPr>
          <p:spPr>
            <a:xfrm>
              <a:off x="470592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g3767"/>
            <p:cNvSpPr/>
            <p:nvPr/>
          </p:nvSpPr>
          <p:spPr>
            <a:xfrm>
              <a:off x="28555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g3768"/>
            <p:cNvSpPr/>
            <p:nvPr/>
          </p:nvSpPr>
          <p:spPr>
            <a:xfrm>
              <a:off x="28672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g3769"/>
            <p:cNvSpPr/>
            <p:nvPr/>
          </p:nvSpPr>
          <p:spPr>
            <a:xfrm>
              <a:off x="287886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g3770"/>
            <p:cNvSpPr/>
            <p:nvPr/>
          </p:nvSpPr>
          <p:spPr>
            <a:xfrm>
              <a:off x="289050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g3771"/>
            <p:cNvSpPr/>
            <p:nvPr/>
          </p:nvSpPr>
          <p:spPr>
            <a:xfrm>
              <a:off x="29021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g3772"/>
            <p:cNvSpPr/>
            <p:nvPr/>
          </p:nvSpPr>
          <p:spPr>
            <a:xfrm>
              <a:off x="457791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g3773"/>
            <p:cNvSpPr/>
            <p:nvPr/>
          </p:nvSpPr>
          <p:spPr>
            <a:xfrm>
              <a:off x="458955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g3774"/>
            <p:cNvSpPr/>
            <p:nvPr/>
          </p:nvSpPr>
          <p:spPr>
            <a:xfrm>
              <a:off x="46011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g3775"/>
            <p:cNvSpPr/>
            <p:nvPr/>
          </p:nvSpPr>
          <p:spPr>
            <a:xfrm>
              <a:off x="46128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g3776"/>
            <p:cNvSpPr/>
            <p:nvPr/>
          </p:nvSpPr>
          <p:spPr>
            <a:xfrm>
              <a:off x="462446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g3777"/>
            <p:cNvSpPr/>
            <p:nvPr/>
          </p:nvSpPr>
          <p:spPr>
            <a:xfrm>
              <a:off x="463610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g3778"/>
            <p:cNvSpPr/>
            <p:nvPr/>
          </p:nvSpPr>
          <p:spPr>
            <a:xfrm>
              <a:off x="46477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g3779"/>
            <p:cNvSpPr/>
            <p:nvPr/>
          </p:nvSpPr>
          <p:spPr>
            <a:xfrm>
              <a:off x="4659376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g3780"/>
            <p:cNvSpPr/>
            <p:nvPr/>
          </p:nvSpPr>
          <p:spPr>
            <a:xfrm>
              <a:off x="4671013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g3781"/>
            <p:cNvSpPr/>
            <p:nvPr/>
          </p:nvSpPr>
          <p:spPr>
            <a:xfrm>
              <a:off x="468265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g3782"/>
            <p:cNvSpPr/>
            <p:nvPr/>
          </p:nvSpPr>
          <p:spPr>
            <a:xfrm>
              <a:off x="4694288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g3783"/>
            <p:cNvSpPr/>
            <p:nvPr/>
          </p:nvSpPr>
          <p:spPr>
            <a:xfrm>
              <a:off x="470592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g3784"/>
            <p:cNvSpPr/>
            <p:nvPr/>
          </p:nvSpPr>
          <p:spPr>
            <a:xfrm>
              <a:off x="28555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g3785"/>
            <p:cNvSpPr/>
            <p:nvPr/>
          </p:nvSpPr>
          <p:spPr>
            <a:xfrm>
              <a:off x="28672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g3786"/>
            <p:cNvSpPr/>
            <p:nvPr/>
          </p:nvSpPr>
          <p:spPr>
            <a:xfrm>
              <a:off x="287886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g3787"/>
            <p:cNvSpPr/>
            <p:nvPr/>
          </p:nvSpPr>
          <p:spPr>
            <a:xfrm>
              <a:off x="289050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g3788"/>
            <p:cNvSpPr/>
            <p:nvPr/>
          </p:nvSpPr>
          <p:spPr>
            <a:xfrm>
              <a:off x="29021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g3789"/>
            <p:cNvSpPr/>
            <p:nvPr/>
          </p:nvSpPr>
          <p:spPr>
            <a:xfrm>
              <a:off x="457791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9BC">
                <a:alpha val="100000"/>
              </a:srgbClr>
            </a:solidFill>
            <a:ln w="5420" cap="flat">
              <a:solidFill>
                <a:srgbClr val="89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g3790"/>
            <p:cNvSpPr/>
            <p:nvPr/>
          </p:nvSpPr>
          <p:spPr>
            <a:xfrm>
              <a:off x="458955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g3791"/>
            <p:cNvSpPr/>
            <p:nvPr/>
          </p:nvSpPr>
          <p:spPr>
            <a:xfrm>
              <a:off x="46011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g3792"/>
            <p:cNvSpPr/>
            <p:nvPr/>
          </p:nvSpPr>
          <p:spPr>
            <a:xfrm>
              <a:off x="46128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g3793"/>
            <p:cNvSpPr/>
            <p:nvPr/>
          </p:nvSpPr>
          <p:spPr>
            <a:xfrm>
              <a:off x="462446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g3794"/>
            <p:cNvSpPr/>
            <p:nvPr/>
          </p:nvSpPr>
          <p:spPr>
            <a:xfrm>
              <a:off x="463610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g3795"/>
            <p:cNvSpPr/>
            <p:nvPr/>
          </p:nvSpPr>
          <p:spPr>
            <a:xfrm>
              <a:off x="46477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g3796"/>
            <p:cNvSpPr/>
            <p:nvPr/>
          </p:nvSpPr>
          <p:spPr>
            <a:xfrm>
              <a:off x="4659376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g3797"/>
            <p:cNvSpPr/>
            <p:nvPr/>
          </p:nvSpPr>
          <p:spPr>
            <a:xfrm>
              <a:off x="4671013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g3798"/>
            <p:cNvSpPr/>
            <p:nvPr/>
          </p:nvSpPr>
          <p:spPr>
            <a:xfrm>
              <a:off x="468265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g3799"/>
            <p:cNvSpPr/>
            <p:nvPr/>
          </p:nvSpPr>
          <p:spPr>
            <a:xfrm>
              <a:off x="4694288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g3800"/>
            <p:cNvSpPr/>
            <p:nvPr/>
          </p:nvSpPr>
          <p:spPr>
            <a:xfrm>
              <a:off x="284395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g3801"/>
            <p:cNvSpPr/>
            <p:nvPr/>
          </p:nvSpPr>
          <p:spPr>
            <a:xfrm>
              <a:off x="28555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g3802"/>
            <p:cNvSpPr/>
            <p:nvPr/>
          </p:nvSpPr>
          <p:spPr>
            <a:xfrm>
              <a:off x="28672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g3803"/>
            <p:cNvSpPr/>
            <p:nvPr/>
          </p:nvSpPr>
          <p:spPr>
            <a:xfrm>
              <a:off x="2878865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g3804"/>
            <p:cNvSpPr/>
            <p:nvPr/>
          </p:nvSpPr>
          <p:spPr>
            <a:xfrm>
              <a:off x="289050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g3805"/>
            <p:cNvSpPr/>
            <p:nvPr/>
          </p:nvSpPr>
          <p:spPr>
            <a:xfrm>
              <a:off x="458955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g3806"/>
            <p:cNvSpPr/>
            <p:nvPr/>
          </p:nvSpPr>
          <p:spPr>
            <a:xfrm>
              <a:off x="46011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g3807"/>
            <p:cNvSpPr/>
            <p:nvPr/>
          </p:nvSpPr>
          <p:spPr>
            <a:xfrm>
              <a:off x="46128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g3808"/>
            <p:cNvSpPr/>
            <p:nvPr/>
          </p:nvSpPr>
          <p:spPr>
            <a:xfrm>
              <a:off x="4624464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g3809"/>
            <p:cNvSpPr/>
            <p:nvPr/>
          </p:nvSpPr>
          <p:spPr>
            <a:xfrm>
              <a:off x="463610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g3810"/>
            <p:cNvSpPr/>
            <p:nvPr/>
          </p:nvSpPr>
          <p:spPr>
            <a:xfrm>
              <a:off x="4647739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g3811"/>
            <p:cNvSpPr/>
            <p:nvPr/>
          </p:nvSpPr>
          <p:spPr>
            <a:xfrm>
              <a:off x="4659376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g3812"/>
            <p:cNvSpPr/>
            <p:nvPr/>
          </p:nvSpPr>
          <p:spPr>
            <a:xfrm>
              <a:off x="467101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g3813"/>
            <p:cNvSpPr/>
            <p:nvPr/>
          </p:nvSpPr>
          <p:spPr>
            <a:xfrm>
              <a:off x="468265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g3814"/>
            <p:cNvSpPr/>
            <p:nvPr/>
          </p:nvSpPr>
          <p:spPr>
            <a:xfrm>
              <a:off x="2843953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g3815"/>
            <p:cNvSpPr/>
            <p:nvPr/>
          </p:nvSpPr>
          <p:spPr>
            <a:xfrm>
              <a:off x="28555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g3816"/>
            <p:cNvSpPr/>
            <p:nvPr/>
          </p:nvSpPr>
          <p:spPr>
            <a:xfrm>
              <a:off x="28672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g3817"/>
            <p:cNvSpPr/>
            <p:nvPr/>
          </p:nvSpPr>
          <p:spPr>
            <a:xfrm>
              <a:off x="2878865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g3818"/>
            <p:cNvSpPr/>
            <p:nvPr/>
          </p:nvSpPr>
          <p:spPr>
            <a:xfrm>
              <a:off x="2890502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g3819"/>
            <p:cNvSpPr/>
            <p:nvPr/>
          </p:nvSpPr>
          <p:spPr>
            <a:xfrm>
              <a:off x="46011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g3820"/>
            <p:cNvSpPr/>
            <p:nvPr/>
          </p:nvSpPr>
          <p:spPr>
            <a:xfrm>
              <a:off x="46128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g3821"/>
            <p:cNvSpPr/>
            <p:nvPr/>
          </p:nvSpPr>
          <p:spPr>
            <a:xfrm>
              <a:off x="4624464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g3822"/>
            <p:cNvSpPr/>
            <p:nvPr/>
          </p:nvSpPr>
          <p:spPr>
            <a:xfrm>
              <a:off x="4636101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g3823"/>
            <p:cNvSpPr/>
            <p:nvPr/>
          </p:nvSpPr>
          <p:spPr>
            <a:xfrm>
              <a:off x="4647739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g3824"/>
            <p:cNvSpPr/>
            <p:nvPr/>
          </p:nvSpPr>
          <p:spPr>
            <a:xfrm>
              <a:off x="2843953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g3825"/>
            <p:cNvSpPr/>
            <p:nvPr/>
          </p:nvSpPr>
          <p:spPr>
            <a:xfrm>
              <a:off x="2855590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g3826"/>
            <p:cNvSpPr/>
            <p:nvPr/>
          </p:nvSpPr>
          <p:spPr>
            <a:xfrm>
              <a:off x="2867227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g3827"/>
            <p:cNvSpPr/>
            <p:nvPr/>
          </p:nvSpPr>
          <p:spPr>
            <a:xfrm>
              <a:off x="2878865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g3828"/>
            <p:cNvSpPr/>
            <p:nvPr/>
          </p:nvSpPr>
          <p:spPr>
            <a:xfrm>
              <a:off x="2890502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g3829"/>
            <p:cNvSpPr/>
            <p:nvPr/>
          </p:nvSpPr>
          <p:spPr>
            <a:xfrm>
              <a:off x="2843953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g3830"/>
            <p:cNvSpPr/>
            <p:nvPr/>
          </p:nvSpPr>
          <p:spPr>
            <a:xfrm>
              <a:off x="2855590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g3831"/>
            <p:cNvSpPr/>
            <p:nvPr/>
          </p:nvSpPr>
          <p:spPr>
            <a:xfrm>
              <a:off x="2867227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g3832"/>
            <p:cNvSpPr/>
            <p:nvPr/>
          </p:nvSpPr>
          <p:spPr>
            <a:xfrm>
              <a:off x="2878865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g3833"/>
            <p:cNvSpPr/>
            <p:nvPr/>
          </p:nvSpPr>
          <p:spPr>
            <a:xfrm>
              <a:off x="283231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g3834"/>
            <p:cNvSpPr/>
            <p:nvPr/>
          </p:nvSpPr>
          <p:spPr>
            <a:xfrm>
              <a:off x="2843953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g3835"/>
            <p:cNvSpPr/>
            <p:nvPr/>
          </p:nvSpPr>
          <p:spPr>
            <a:xfrm>
              <a:off x="2855590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g3836"/>
            <p:cNvSpPr/>
            <p:nvPr/>
          </p:nvSpPr>
          <p:spPr>
            <a:xfrm>
              <a:off x="2867227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g3837"/>
            <p:cNvSpPr/>
            <p:nvPr/>
          </p:nvSpPr>
          <p:spPr>
            <a:xfrm>
              <a:off x="287886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g3838"/>
            <p:cNvSpPr/>
            <p:nvPr/>
          </p:nvSpPr>
          <p:spPr>
            <a:xfrm>
              <a:off x="283231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g3839"/>
            <p:cNvSpPr/>
            <p:nvPr/>
          </p:nvSpPr>
          <p:spPr>
            <a:xfrm>
              <a:off x="2843953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g3840"/>
            <p:cNvSpPr/>
            <p:nvPr/>
          </p:nvSpPr>
          <p:spPr>
            <a:xfrm>
              <a:off x="2855590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g3841"/>
            <p:cNvSpPr/>
            <p:nvPr/>
          </p:nvSpPr>
          <p:spPr>
            <a:xfrm>
              <a:off x="2867227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g3842"/>
            <p:cNvSpPr/>
            <p:nvPr/>
          </p:nvSpPr>
          <p:spPr>
            <a:xfrm>
              <a:off x="287886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g3843"/>
            <p:cNvSpPr/>
            <p:nvPr/>
          </p:nvSpPr>
          <p:spPr>
            <a:xfrm>
              <a:off x="283231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g3844"/>
            <p:cNvSpPr/>
            <p:nvPr/>
          </p:nvSpPr>
          <p:spPr>
            <a:xfrm>
              <a:off x="2843953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g3845"/>
            <p:cNvSpPr/>
            <p:nvPr/>
          </p:nvSpPr>
          <p:spPr>
            <a:xfrm>
              <a:off x="2855590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g3846"/>
            <p:cNvSpPr/>
            <p:nvPr/>
          </p:nvSpPr>
          <p:spPr>
            <a:xfrm>
              <a:off x="2867227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g3847"/>
            <p:cNvSpPr/>
            <p:nvPr/>
          </p:nvSpPr>
          <p:spPr>
            <a:xfrm>
              <a:off x="287886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g3848"/>
            <p:cNvSpPr/>
            <p:nvPr/>
          </p:nvSpPr>
          <p:spPr>
            <a:xfrm>
              <a:off x="2832315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g3849"/>
            <p:cNvSpPr/>
            <p:nvPr/>
          </p:nvSpPr>
          <p:spPr>
            <a:xfrm>
              <a:off x="2843953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g3850"/>
            <p:cNvSpPr/>
            <p:nvPr/>
          </p:nvSpPr>
          <p:spPr>
            <a:xfrm>
              <a:off x="2855590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g3851"/>
            <p:cNvSpPr/>
            <p:nvPr/>
          </p:nvSpPr>
          <p:spPr>
            <a:xfrm>
              <a:off x="2867227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g3852"/>
            <p:cNvSpPr/>
            <p:nvPr/>
          </p:nvSpPr>
          <p:spPr>
            <a:xfrm>
              <a:off x="2832315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g3853"/>
            <p:cNvSpPr/>
            <p:nvPr/>
          </p:nvSpPr>
          <p:spPr>
            <a:xfrm>
              <a:off x="2843953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g3854"/>
            <p:cNvSpPr/>
            <p:nvPr/>
          </p:nvSpPr>
          <p:spPr>
            <a:xfrm>
              <a:off x="2855590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g3855"/>
            <p:cNvSpPr/>
            <p:nvPr/>
          </p:nvSpPr>
          <p:spPr>
            <a:xfrm>
              <a:off x="2867227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g3856"/>
            <p:cNvSpPr/>
            <p:nvPr/>
          </p:nvSpPr>
          <p:spPr>
            <a:xfrm>
              <a:off x="2832315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g3857"/>
            <p:cNvSpPr/>
            <p:nvPr/>
          </p:nvSpPr>
          <p:spPr>
            <a:xfrm>
              <a:off x="2843953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g3858"/>
            <p:cNvSpPr/>
            <p:nvPr/>
          </p:nvSpPr>
          <p:spPr>
            <a:xfrm>
              <a:off x="2855590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g3859"/>
            <p:cNvSpPr/>
            <p:nvPr/>
          </p:nvSpPr>
          <p:spPr>
            <a:xfrm>
              <a:off x="2867227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g3860"/>
            <p:cNvSpPr/>
            <p:nvPr/>
          </p:nvSpPr>
          <p:spPr>
            <a:xfrm>
              <a:off x="2832315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g3861"/>
            <p:cNvSpPr/>
            <p:nvPr/>
          </p:nvSpPr>
          <p:spPr>
            <a:xfrm>
              <a:off x="2843953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g3862"/>
            <p:cNvSpPr/>
            <p:nvPr/>
          </p:nvSpPr>
          <p:spPr>
            <a:xfrm>
              <a:off x="2855590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g3863"/>
            <p:cNvSpPr/>
            <p:nvPr/>
          </p:nvSpPr>
          <p:spPr>
            <a:xfrm>
              <a:off x="2867227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g3864"/>
            <p:cNvSpPr/>
            <p:nvPr/>
          </p:nvSpPr>
          <p:spPr>
            <a:xfrm>
              <a:off x="2832315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g3865"/>
            <p:cNvSpPr/>
            <p:nvPr/>
          </p:nvSpPr>
          <p:spPr>
            <a:xfrm>
              <a:off x="2843953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g3866"/>
            <p:cNvSpPr/>
            <p:nvPr/>
          </p:nvSpPr>
          <p:spPr>
            <a:xfrm>
              <a:off x="2855590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g3867"/>
            <p:cNvSpPr/>
            <p:nvPr/>
          </p:nvSpPr>
          <p:spPr>
            <a:xfrm>
              <a:off x="2399291" y="2540116"/>
              <a:ext cx="3705599" cy="2850404"/>
            </a:xfrm>
            <a:custGeom>
              <a:avLst/>
              <a:gdLst/>
              <a:ahLst/>
              <a:cxnLst/>
              <a:rect l="0" t="0" r="0" b="0"/>
              <a:pathLst>
                <a:path w="3705599" h="2850404">
                  <a:moveTo>
                    <a:pt x="2893187" y="266106"/>
                  </a:moveTo>
                  <a:lnTo>
                    <a:pt x="2917831" y="266068"/>
                  </a:lnTo>
                  <a:lnTo>
                    <a:pt x="2961871" y="266005"/>
                  </a:lnTo>
                  <a:lnTo>
                    <a:pt x="3005910" y="265941"/>
                  </a:lnTo>
                  <a:lnTo>
                    <a:pt x="3049950" y="265884"/>
                  </a:lnTo>
                  <a:lnTo>
                    <a:pt x="3093989" y="265820"/>
                  </a:lnTo>
                  <a:lnTo>
                    <a:pt x="3138033" y="265757"/>
                  </a:lnTo>
                  <a:lnTo>
                    <a:pt x="3182073" y="265693"/>
                  </a:lnTo>
                  <a:lnTo>
                    <a:pt x="3226112" y="265630"/>
                  </a:lnTo>
                  <a:lnTo>
                    <a:pt x="3236535" y="240559"/>
                  </a:lnTo>
                  <a:lnTo>
                    <a:pt x="3246246" y="228887"/>
                  </a:lnTo>
                  <a:lnTo>
                    <a:pt x="3259547" y="232754"/>
                  </a:lnTo>
                  <a:lnTo>
                    <a:pt x="3266632" y="232430"/>
                  </a:lnTo>
                  <a:lnTo>
                    <a:pt x="3274508" y="226410"/>
                  </a:lnTo>
                  <a:lnTo>
                    <a:pt x="3280895" y="222752"/>
                  </a:lnTo>
                  <a:lnTo>
                    <a:pt x="3285102" y="223292"/>
                  </a:lnTo>
                  <a:lnTo>
                    <a:pt x="3288693" y="228804"/>
                  </a:lnTo>
                  <a:lnTo>
                    <a:pt x="3291680" y="232481"/>
                  </a:lnTo>
                  <a:lnTo>
                    <a:pt x="3295168" y="231408"/>
                  </a:lnTo>
                  <a:lnTo>
                    <a:pt x="3298155" y="226207"/>
                  </a:lnTo>
                  <a:lnTo>
                    <a:pt x="3298052" y="218993"/>
                  </a:lnTo>
                  <a:lnTo>
                    <a:pt x="3302140" y="213970"/>
                  </a:lnTo>
                  <a:lnTo>
                    <a:pt x="3306992" y="213201"/>
                  </a:lnTo>
                  <a:lnTo>
                    <a:pt x="3311478" y="213360"/>
                  </a:lnTo>
                  <a:lnTo>
                    <a:pt x="3313715" y="210909"/>
                  </a:lnTo>
                  <a:lnTo>
                    <a:pt x="3313467" y="207391"/>
                  </a:lnTo>
                  <a:lnTo>
                    <a:pt x="3311850" y="201726"/>
                  </a:lnTo>
                  <a:lnTo>
                    <a:pt x="3312398" y="194906"/>
                  </a:lnTo>
                  <a:lnTo>
                    <a:pt x="3323601" y="182859"/>
                  </a:lnTo>
                  <a:lnTo>
                    <a:pt x="3337337" y="174686"/>
                  </a:lnTo>
                  <a:lnTo>
                    <a:pt x="3342153" y="170603"/>
                  </a:lnTo>
                  <a:lnTo>
                    <a:pt x="3343554" y="162322"/>
                  </a:lnTo>
                  <a:lnTo>
                    <a:pt x="3351429" y="153717"/>
                  </a:lnTo>
                  <a:lnTo>
                    <a:pt x="3355367" y="148770"/>
                  </a:lnTo>
                  <a:lnTo>
                    <a:pt x="3356328" y="144471"/>
                  </a:lnTo>
                  <a:lnTo>
                    <a:pt x="3354287" y="139181"/>
                  </a:lnTo>
                  <a:lnTo>
                    <a:pt x="3354494" y="129097"/>
                  </a:lnTo>
                  <a:lnTo>
                    <a:pt x="3357202" y="117050"/>
                  </a:lnTo>
                  <a:lnTo>
                    <a:pt x="3360442" y="103930"/>
                  </a:lnTo>
                  <a:lnTo>
                    <a:pt x="3367703" y="92099"/>
                  </a:lnTo>
                  <a:lnTo>
                    <a:pt x="3379609" y="79195"/>
                  </a:lnTo>
                  <a:lnTo>
                    <a:pt x="3382673" y="62240"/>
                  </a:lnTo>
                  <a:lnTo>
                    <a:pt x="3385903" y="44357"/>
                  </a:lnTo>
                  <a:lnTo>
                    <a:pt x="3400295" y="26932"/>
                  </a:lnTo>
                  <a:lnTo>
                    <a:pt x="3416615" y="7169"/>
                  </a:lnTo>
                  <a:lnTo>
                    <a:pt x="3422535" y="0"/>
                  </a:lnTo>
                  <a:lnTo>
                    <a:pt x="3618932" y="0"/>
                  </a:lnTo>
                  <a:lnTo>
                    <a:pt x="3619257" y="14859"/>
                  </a:lnTo>
                  <a:lnTo>
                    <a:pt x="3619521" y="35130"/>
                  </a:lnTo>
                  <a:lnTo>
                    <a:pt x="3619800" y="56493"/>
                  </a:lnTo>
                  <a:lnTo>
                    <a:pt x="3620001" y="71740"/>
                  </a:lnTo>
                  <a:lnTo>
                    <a:pt x="3620347" y="92677"/>
                  </a:lnTo>
                  <a:lnTo>
                    <a:pt x="3620621" y="109334"/>
                  </a:lnTo>
                  <a:lnTo>
                    <a:pt x="3620988" y="131078"/>
                  </a:lnTo>
                  <a:lnTo>
                    <a:pt x="3621179" y="142699"/>
                  </a:lnTo>
                  <a:lnTo>
                    <a:pt x="3623045" y="146052"/>
                  </a:lnTo>
                  <a:lnTo>
                    <a:pt x="3621924" y="150631"/>
                  </a:lnTo>
                  <a:lnTo>
                    <a:pt x="3621433" y="152923"/>
                  </a:lnTo>
                  <a:lnTo>
                    <a:pt x="3621552" y="154746"/>
                  </a:lnTo>
                  <a:lnTo>
                    <a:pt x="3622296" y="157038"/>
                  </a:lnTo>
                  <a:lnTo>
                    <a:pt x="3622172" y="160245"/>
                  </a:lnTo>
                  <a:lnTo>
                    <a:pt x="3620435" y="163147"/>
                  </a:lnTo>
                  <a:lnTo>
                    <a:pt x="3619567" y="166500"/>
                  </a:lnTo>
                  <a:lnTo>
                    <a:pt x="3619319" y="171993"/>
                  </a:lnTo>
                  <a:lnTo>
                    <a:pt x="3621179" y="175353"/>
                  </a:lnTo>
                  <a:lnTo>
                    <a:pt x="3624285" y="177334"/>
                  </a:lnTo>
                  <a:lnTo>
                    <a:pt x="3626895" y="177334"/>
                  </a:lnTo>
                  <a:lnTo>
                    <a:pt x="3630249" y="179322"/>
                  </a:lnTo>
                  <a:lnTo>
                    <a:pt x="3634595" y="182834"/>
                  </a:lnTo>
                  <a:lnTo>
                    <a:pt x="3641173" y="185882"/>
                  </a:lnTo>
                  <a:lnTo>
                    <a:pt x="3648005" y="186949"/>
                  </a:lnTo>
                  <a:lnTo>
                    <a:pt x="3652723" y="186187"/>
                  </a:lnTo>
                  <a:lnTo>
                    <a:pt x="3658434" y="188174"/>
                  </a:lnTo>
                  <a:lnTo>
                    <a:pt x="3660423" y="193058"/>
                  </a:lnTo>
                  <a:lnTo>
                    <a:pt x="3659307" y="197630"/>
                  </a:lnTo>
                  <a:lnTo>
                    <a:pt x="3656077" y="199770"/>
                  </a:lnTo>
                  <a:lnTo>
                    <a:pt x="3652599" y="201453"/>
                  </a:lnTo>
                  <a:lnTo>
                    <a:pt x="3651979" y="204958"/>
                  </a:lnTo>
                  <a:lnTo>
                    <a:pt x="3653715" y="208623"/>
                  </a:lnTo>
                  <a:lnTo>
                    <a:pt x="3656201" y="211829"/>
                  </a:lnTo>
                  <a:lnTo>
                    <a:pt x="3658935" y="217462"/>
                  </a:lnTo>
                  <a:lnTo>
                    <a:pt x="3657813" y="222346"/>
                  </a:lnTo>
                  <a:lnTo>
                    <a:pt x="3655333" y="226467"/>
                  </a:lnTo>
                  <a:lnTo>
                    <a:pt x="3654212" y="230735"/>
                  </a:lnTo>
                  <a:lnTo>
                    <a:pt x="3656325" y="234405"/>
                  </a:lnTo>
                  <a:lnTo>
                    <a:pt x="3661912" y="239282"/>
                  </a:lnTo>
                  <a:lnTo>
                    <a:pt x="3665389" y="244013"/>
                  </a:lnTo>
                  <a:lnTo>
                    <a:pt x="3670857" y="246611"/>
                  </a:lnTo>
                  <a:lnTo>
                    <a:pt x="3673461" y="244775"/>
                  </a:lnTo>
                  <a:lnTo>
                    <a:pt x="3675575" y="242330"/>
                  </a:lnTo>
                  <a:lnTo>
                    <a:pt x="3677807" y="240501"/>
                  </a:lnTo>
                  <a:lnTo>
                    <a:pt x="3681657" y="241575"/>
                  </a:lnTo>
                  <a:lnTo>
                    <a:pt x="3686127" y="242946"/>
                  </a:lnTo>
                  <a:lnTo>
                    <a:pt x="3691011" y="244578"/>
                  </a:lnTo>
                  <a:lnTo>
                    <a:pt x="3690427" y="248535"/>
                  </a:lnTo>
                  <a:lnTo>
                    <a:pt x="3693404" y="255203"/>
                  </a:lnTo>
                  <a:lnTo>
                    <a:pt x="3695708" y="268024"/>
                  </a:lnTo>
                  <a:lnTo>
                    <a:pt x="3692169" y="273847"/>
                  </a:lnTo>
                  <a:lnTo>
                    <a:pt x="3692928" y="281563"/>
                  </a:lnTo>
                  <a:lnTo>
                    <a:pt x="3702742" y="283811"/>
                  </a:lnTo>
                  <a:lnTo>
                    <a:pt x="3705129" y="286173"/>
                  </a:lnTo>
                  <a:lnTo>
                    <a:pt x="3705599" y="289025"/>
                  </a:lnTo>
                  <a:lnTo>
                    <a:pt x="3683983" y="308806"/>
                  </a:lnTo>
                  <a:lnTo>
                    <a:pt x="3665694" y="306037"/>
                  </a:lnTo>
                  <a:lnTo>
                    <a:pt x="3655772" y="311283"/>
                  </a:lnTo>
                  <a:lnTo>
                    <a:pt x="3645380" y="312813"/>
                  </a:lnTo>
                  <a:lnTo>
                    <a:pt x="3640822" y="321653"/>
                  </a:lnTo>
                  <a:lnTo>
                    <a:pt x="3635117" y="323526"/>
                  </a:lnTo>
                  <a:lnTo>
                    <a:pt x="3627303" y="322993"/>
                  </a:lnTo>
                  <a:lnTo>
                    <a:pt x="3620565" y="320497"/>
                  </a:lnTo>
                  <a:lnTo>
                    <a:pt x="3615423" y="321723"/>
                  </a:lnTo>
                  <a:lnTo>
                    <a:pt x="3608229" y="337675"/>
                  </a:lnTo>
                  <a:lnTo>
                    <a:pt x="3602338" y="336284"/>
                  </a:lnTo>
                  <a:lnTo>
                    <a:pt x="3599992" y="342025"/>
                  </a:lnTo>
                  <a:lnTo>
                    <a:pt x="3596912" y="344534"/>
                  </a:lnTo>
                  <a:lnTo>
                    <a:pt x="3592395" y="346686"/>
                  </a:lnTo>
                  <a:lnTo>
                    <a:pt x="3588473" y="339599"/>
                  </a:lnTo>
                  <a:lnTo>
                    <a:pt x="3585977" y="332862"/>
                  </a:lnTo>
                  <a:lnTo>
                    <a:pt x="3582298" y="331382"/>
                  </a:lnTo>
                  <a:lnTo>
                    <a:pt x="3577409" y="329661"/>
                  </a:lnTo>
                  <a:lnTo>
                    <a:pt x="3572381" y="329718"/>
                  </a:lnTo>
                  <a:lnTo>
                    <a:pt x="3569027" y="330683"/>
                  </a:lnTo>
                  <a:lnTo>
                    <a:pt x="3564867" y="335040"/>
                  </a:lnTo>
                  <a:lnTo>
                    <a:pt x="3558836" y="338780"/>
                  </a:lnTo>
                  <a:lnTo>
                    <a:pt x="3554273" y="335662"/>
                  </a:lnTo>
                  <a:lnTo>
                    <a:pt x="3550702" y="330652"/>
                  </a:lnTo>
                  <a:lnTo>
                    <a:pt x="3547648" y="338710"/>
                  </a:lnTo>
                  <a:lnTo>
                    <a:pt x="3543204" y="347220"/>
                  </a:lnTo>
                  <a:lnTo>
                    <a:pt x="3543943" y="357145"/>
                  </a:lnTo>
                  <a:lnTo>
                    <a:pt x="3542031" y="363032"/>
                  </a:lnTo>
                  <a:lnTo>
                    <a:pt x="3537814" y="361445"/>
                  </a:lnTo>
                  <a:lnTo>
                    <a:pt x="3533618" y="356282"/>
                  </a:lnTo>
                  <a:lnTo>
                    <a:pt x="3521840" y="352154"/>
                  </a:lnTo>
                  <a:lnTo>
                    <a:pt x="3512461" y="352535"/>
                  </a:lnTo>
                  <a:lnTo>
                    <a:pt x="3514368" y="347023"/>
                  </a:lnTo>
                  <a:lnTo>
                    <a:pt x="3523236" y="339110"/>
                  </a:lnTo>
                  <a:lnTo>
                    <a:pt x="3520507" y="337561"/>
                  </a:lnTo>
                  <a:lnTo>
                    <a:pt x="3516156" y="338659"/>
                  </a:lnTo>
                  <a:lnTo>
                    <a:pt x="3514259" y="337561"/>
                  </a:lnTo>
                  <a:lnTo>
                    <a:pt x="3517370" y="330372"/>
                  </a:lnTo>
                  <a:lnTo>
                    <a:pt x="3517670" y="322441"/>
                  </a:lnTo>
                  <a:lnTo>
                    <a:pt x="3513701" y="325216"/>
                  </a:lnTo>
                  <a:lnTo>
                    <a:pt x="3508709" y="333585"/>
                  </a:lnTo>
                  <a:lnTo>
                    <a:pt x="3496632" y="340247"/>
                  </a:lnTo>
                  <a:lnTo>
                    <a:pt x="3497195" y="351398"/>
                  </a:lnTo>
                  <a:lnTo>
                    <a:pt x="3485826" y="374253"/>
                  </a:lnTo>
                  <a:lnTo>
                    <a:pt x="3485320" y="383982"/>
                  </a:lnTo>
                  <a:lnTo>
                    <a:pt x="3478028" y="391749"/>
                  </a:lnTo>
                  <a:lnTo>
                    <a:pt x="3468628" y="398429"/>
                  </a:lnTo>
                  <a:lnTo>
                    <a:pt x="3456091" y="396550"/>
                  </a:lnTo>
                  <a:lnTo>
                    <a:pt x="3446521" y="402354"/>
                  </a:lnTo>
                  <a:lnTo>
                    <a:pt x="3441663" y="409015"/>
                  </a:lnTo>
                  <a:lnTo>
                    <a:pt x="3437441" y="410019"/>
                  </a:lnTo>
                  <a:lnTo>
                    <a:pt x="3435240" y="401535"/>
                  </a:lnTo>
                  <a:lnTo>
                    <a:pt x="3433638" y="398912"/>
                  </a:lnTo>
                  <a:lnTo>
                    <a:pt x="3430113" y="411422"/>
                  </a:lnTo>
                  <a:lnTo>
                    <a:pt x="3426522" y="412197"/>
                  </a:lnTo>
                  <a:lnTo>
                    <a:pt x="3425163" y="403325"/>
                  </a:lnTo>
                  <a:lnTo>
                    <a:pt x="3423457" y="397464"/>
                  </a:lnTo>
                  <a:lnTo>
                    <a:pt x="3418563" y="402519"/>
                  </a:lnTo>
                  <a:lnTo>
                    <a:pt x="3415313" y="415918"/>
                  </a:lnTo>
                  <a:lnTo>
                    <a:pt x="3411907" y="414788"/>
                  </a:lnTo>
                  <a:lnTo>
                    <a:pt x="3410822" y="409803"/>
                  </a:lnTo>
                  <a:lnTo>
                    <a:pt x="3408383" y="408291"/>
                  </a:lnTo>
                  <a:lnTo>
                    <a:pt x="3407546" y="413988"/>
                  </a:lnTo>
                  <a:lnTo>
                    <a:pt x="3408776" y="422002"/>
                  </a:lnTo>
                  <a:lnTo>
                    <a:pt x="3407003" y="426282"/>
                  </a:lnTo>
                  <a:lnTo>
                    <a:pt x="3403618" y="423996"/>
                  </a:lnTo>
                  <a:lnTo>
                    <a:pt x="3400213" y="420141"/>
                  </a:lnTo>
                  <a:lnTo>
                    <a:pt x="3394595" y="423069"/>
                  </a:lnTo>
                  <a:lnTo>
                    <a:pt x="3389438" y="424256"/>
                  </a:lnTo>
                  <a:lnTo>
                    <a:pt x="3389417" y="420332"/>
                  </a:lnTo>
                  <a:lnTo>
                    <a:pt x="3390399" y="415518"/>
                  </a:lnTo>
                  <a:lnTo>
                    <a:pt x="3380121" y="418179"/>
                  </a:lnTo>
                  <a:lnTo>
                    <a:pt x="3367796" y="427057"/>
                  </a:lnTo>
                  <a:lnTo>
                    <a:pt x="3358225" y="439339"/>
                  </a:lnTo>
                  <a:lnTo>
                    <a:pt x="3361543" y="441383"/>
                  </a:lnTo>
                  <a:lnTo>
                    <a:pt x="3365279" y="445295"/>
                  </a:lnTo>
                  <a:lnTo>
                    <a:pt x="3348654" y="464270"/>
                  </a:lnTo>
                  <a:lnTo>
                    <a:pt x="3331611" y="481359"/>
                  </a:lnTo>
                  <a:lnTo>
                    <a:pt x="3318738" y="509244"/>
                  </a:lnTo>
                  <a:lnTo>
                    <a:pt x="3313571" y="512508"/>
                  </a:lnTo>
                  <a:lnTo>
                    <a:pt x="3309132" y="517620"/>
                  </a:lnTo>
                  <a:lnTo>
                    <a:pt x="3304419" y="534455"/>
                  </a:lnTo>
                  <a:lnTo>
                    <a:pt x="3298977" y="549442"/>
                  </a:lnTo>
                  <a:lnTo>
                    <a:pt x="3302021" y="556116"/>
                  </a:lnTo>
                  <a:lnTo>
                    <a:pt x="3304026" y="562981"/>
                  </a:lnTo>
                  <a:lnTo>
                    <a:pt x="3308858" y="569737"/>
                  </a:lnTo>
                  <a:lnTo>
                    <a:pt x="3312966" y="570347"/>
                  </a:lnTo>
                  <a:lnTo>
                    <a:pt x="3317415" y="569128"/>
                  </a:lnTo>
                  <a:lnTo>
                    <a:pt x="3320681" y="569414"/>
                  </a:lnTo>
                  <a:lnTo>
                    <a:pt x="3322780" y="572284"/>
                  </a:lnTo>
                  <a:lnTo>
                    <a:pt x="3321849" y="575726"/>
                  </a:lnTo>
                  <a:lnTo>
                    <a:pt x="3316718" y="576583"/>
                  </a:lnTo>
                  <a:lnTo>
                    <a:pt x="3307147" y="582603"/>
                  </a:lnTo>
                  <a:lnTo>
                    <a:pt x="3298755" y="584915"/>
                  </a:lnTo>
                  <a:lnTo>
                    <a:pt x="3294548" y="592192"/>
                  </a:lnTo>
                  <a:lnTo>
                    <a:pt x="3288244" y="600600"/>
                  </a:lnTo>
                  <a:lnTo>
                    <a:pt x="3275996" y="613720"/>
                  </a:lnTo>
                  <a:lnTo>
                    <a:pt x="3281231" y="617765"/>
                  </a:lnTo>
                  <a:lnTo>
                    <a:pt x="3300150" y="622325"/>
                  </a:lnTo>
                  <a:lnTo>
                    <a:pt x="3308584" y="627018"/>
                  </a:lnTo>
                  <a:lnTo>
                    <a:pt x="3321348" y="651524"/>
                  </a:lnTo>
                  <a:lnTo>
                    <a:pt x="3318433" y="653975"/>
                  </a:lnTo>
                  <a:lnTo>
                    <a:pt x="3317276" y="658465"/>
                  </a:lnTo>
                  <a:lnTo>
                    <a:pt x="3328624" y="664765"/>
                  </a:lnTo>
                  <a:lnTo>
                    <a:pt x="3332247" y="682362"/>
                  </a:lnTo>
                  <a:lnTo>
                    <a:pt x="3341564" y="688350"/>
                  </a:lnTo>
                  <a:lnTo>
                    <a:pt x="3355450" y="692033"/>
                  </a:lnTo>
                  <a:lnTo>
                    <a:pt x="3372431" y="686712"/>
                  </a:lnTo>
                  <a:lnTo>
                    <a:pt x="3386570" y="679390"/>
                  </a:lnTo>
                  <a:lnTo>
                    <a:pt x="3386074" y="673388"/>
                  </a:lnTo>
                  <a:lnTo>
                    <a:pt x="3377191" y="659424"/>
                  </a:lnTo>
                  <a:lnTo>
                    <a:pt x="3375051" y="652864"/>
                  </a:lnTo>
                  <a:lnTo>
                    <a:pt x="3368457" y="648616"/>
                  </a:lnTo>
                  <a:lnTo>
                    <a:pt x="3365951" y="652216"/>
                  </a:lnTo>
                  <a:lnTo>
                    <a:pt x="3361687" y="647542"/>
                  </a:lnTo>
                  <a:lnTo>
                    <a:pt x="3361207" y="644920"/>
                  </a:lnTo>
                  <a:lnTo>
                    <a:pt x="3365181" y="643643"/>
                  </a:lnTo>
                  <a:lnTo>
                    <a:pt x="3369801" y="644151"/>
                  </a:lnTo>
                  <a:lnTo>
                    <a:pt x="3375191" y="646596"/>
                  </a:lnTo>
                  <a:lnTo>
                    <a:pt x="3389061" y="661818"/>
                  </a:lnTo>
                  <a:lnTo>
                    <a:pt x="3392900" y="681771"/>
                  </a:lnTo>
                  <a:lnTo>
                    <a:pt x="3393722" y="694440"/>
                  </a:lnTo>
                  <a:lnTo>
                    <a:pt x="3392156" y="698771"/>
                  </a:lnTo>
                  <a:lnTo>
                    <a:pt x="3388120" y="697882"/>
                  </a:lnTo>
                  <a:lnTo>
                    <a:pt x="3380420" y="698746"/>
                  </a:lnTo>
                  <a:lnTo>
                    <a:pt x="3343890" y="705306"/>
                  </a:lnTo>
                  <a:lnTo>
                    <a:pt x="3335776" y="711084"/>
                  </a:lnTo>
                  <a:lnTo>
                    <a:pt x="3317173" y="717359"/>
                  </a:lnTo>
                  <a:lnTo>
                    <a:pt x="3316015" y="714228"/>
                  </a:lnTo>
                  <a:lnTo>
                    <a:pt x="3317359" y="707750"/>
                  </a:lnTo>
                  <a:lnTo>
                    <a:pt x="3316186" y="694484"/>
                  </a:lnTo>
                  <a:lnTo>
                    <a:pt x="3312516" y="693868"/>
                  </a:lnTo>
                  <a:lnTo>
                    <a:pt x="3283613" y="715498"/>
                  </a:lnTo>
                  <a:lnTo>
                    <a:pt x="3272441" y="716857"/>
                  </a:lnTo>
                  <a:lnTo>
                    <a:pt x="3263046" y="723188"/>
                  </a:lnTo>
                  <a:lnTo>
                    <a:pt x="3260943" y="719676"/>
                  </a:lnTo>
                  <a:lnTo>
                    <a:pt x="3259263" y="703458"/>
                  </a:lnTo>
                  <a:lnTo>
                    <a:pt x="3265144" y="689855"/>
                  </a:lnTo>
                  <a:lnTo>
                    <a:pt x="3262012" y="690071"/>
                  </a:lnTo>
                  <a:lnTo>
                    <a:pt x="3252194" y="698238"/>
                  </a:lnTo>
                  <a:lnTo>
                    <a:pt x="3247997" y="693214"/>
                  </a:lnTo>
                  <a:lnTo>
                    <a:pt x="3245894" y="687702"/>
                  </a:lnTo>
                  <a:lnTo>
                    <a:pt x="3242871" y="684584"/>
                  </a:lnTo>
                  <a:lnTo>
                    <a:pt x="3239595" y="683403"/>
                  </a:lnTo>
                  <a:lnTo>
                    <a:pt x="3242396" y="695443"/>
                  </a:lnTo>
                  <a:lnTo>
                    <a:pt x="3235740" y="704474"/>
                  </a:lnTo>
                  <a:lnTo>
                    <a:pt x="3233915" y="727830"/>
                  </a:lnTo>
                  <a:lnTo>
                    <a:pt x="3225549" y="737553"/>
                  </a:lnTo>
                  <a:lnTo>
                    <a:pt x="3199467" y="743802"/>
                  </a:lnTo>
                  <a:lnTo>
                    <a:pt x="3182465" y="742481"/>
                  </a:lnTo>
                  <a:lnTo>
                    <a:pt x="3167231" y="744424"/>
                  </a:lnTo>
                  <a:lnTo>
                    <a:pt x="3146974" y="748907"/>
                  </a:lnTo>
                  <a:lnTo>
                    <a:pt x="3135780" y="746240"/>
                  </a:lnTo>
                  <a:lnTo>
                    <a:pt x="3124313" y="750971"/>
                  </a:lnTo>
                  <a:lnTo>
                    <a:pt x="3085390" y="752260"/>
                  </a:lnTo>
                  <a:lnTo>
                    <a:pt x="3077183" y="749752"/>
                  </a:lnTo>
                  <a:lnTo>
                    <a:pt x="3066703" y="758687"/>
                  </a:lnTo>
                  <a:lnTo>
                    <a:pt x="3049924" y="763970"/>
                  </a:lnTo>
                  <a:lnTo>
                    <a:pt x="3007512" y="783993"/>
                  </a:lnTo>
                  <a:lnTo>
                    <a:pt x="2998159" y="791277"/>
                  </a:lnTo>
                  <a:lnTo>
                    <a:pt x="2986769" y="802651"/>
                  </a:lnTo>
                  <a:lnTo>
                    <a:pt x="2979121" y="808766"/>
                  </a:lnTo>
                  <a:lnTo>
                    <a:pt x="2972832" y="810754"/>
                  </a:lnTo>
                  <a:lnTo>
                    <a:pt x="2968966" y="815847"/>
                  </a:lnTo>
                  <a:lnTo>
                    <a:pt x="2964744" y="819174"/>
                  </a:lnTo>
                  <a:lnTo>
                    <a:pt x="2968821" y="807807"/>
                  </a:lnTo>
                  <a:lnTo>
                    <a:pt x="2973250" y="798224"/>
                  </a:lnTo>
                  <a:lnTo>
                    <a:pt x="2976930" y="779662"/>
                  </a:lnTo>
                  <a:lnTo>
                    <a:pt x="2975844" y="764650"/>
                  </a:lnTo>
                  <a:lnTo>
                    <a:pt x="2971281" y="758477"/>
                  </a:lnTo>
                  <a:lnTo>
                    <a:pt x="2966563" y="754362"/>
                  </a:lnTo>
                  <a:lnTo>
                    <a:pt x="2972093" y="769178"/>
                  </a:lnTo>
                  <a:lnTo>
                    <a:pt x="2972987" y="787346"/>
                  </a:lnTo>
                  <a:lnTo>
                    <a:pt x="2971085" y="797989"/>
                  </a:lnTo>
                  <a:lnTo>
                    <a:pt x="2960682" y="818520"/>
                  </a:lnTo>
                  <a:lnTo>
                    <a:pt x="2956253" y="823302"/>
                  </a:lnTo>
                  <a:lnTo>
                    <a:pt x="2951075" y="827506"/>
                  </a:lnTo>
                  <a:lnTo>
                    <a:pt x="2947174" y="829335"/>
                  </a:lnTo>
                  <a:lnTo>
                    <a:pt x="2943572" y="832618"/>
                  </a:lnTo>
                  <a:lnTo>
                    <a:pt x="2939386" y="837819"/>
                  </a:lnTo>
                  <a:lnTo>
                    <a:pt x="2935417" y="848145"/>
                  </a:lnTo>
                  <a:lnTo>
                    <a:pt x="2937820" y="857556"/>
                  </a:lnTo>
                  <a:lnTo>
                    <a:pt x="2958104" y="860992"/>
                  </a:lnTo>
                  <a:lnTo>
                    <a:pt x="2963545" y="858090"/>
                  </a:lnTo>
                  <a:lnTo>
                    <a:pt x="2966315" y="864827"/>
                  </a:lnTo>
                  <a:lnTo>
                    <a:pt x="2967865" y="874188"/>
                  </a:lnTo>
                  <a:lnTo>
                    <a:pt x="2966346" y="884310"/>
                  </a:lnTo>
                  <a:lnTo>
                    <a:pt x="2962956" y="894611"/>
                  </a:lnTo>
                  <a:lnTo>
                    <a:pt x="2960382" y="907400"/>
                  </a:lnTo>
                  <a:lnTo>
                    <a:pt x="2958202" y="926902"/>
                  </a:lnTo>
                  <a:lnTo>
                    <a:pt x="2954920" y="944449"/>
                  </a:lnTo>
                  <a:lnTo>
                    <a:pt x="2954491" y="939121"/>
                  </a:lnTo>
                  <a:lnTo>
                    <a:pt x="2956543" y="917790"/>
                  </a:lnTo>
                  <a:lnTo>
                    <a:pt x="2953220" y="920019"/>
                  </a:lnTo>
                  <a:lnTo>
                    <a:pt x="2950931" y="924940"/>
                  </a:lnTo>
                  <a:lnTo>
                    <a:pt x="2944740" y="952450"/>
                  </a:lnTo>
                  <a:lnTo>
                    <a:pt x="2936229" y="967113"/>
                  </a:lnTo>
                  <a:lnTo>
                    <a:pt x="2928389" y="977255"/>
                  </a:lnTo>
                  <a:lnTo>
                    <a:pt x="2920302" y="975578"/>
                  </a:lnTo>
                  <a:lnTo>
                    <a:pt x="2922121" y="983637"/>
                  </a:lnTo>
                  <a:lnTo>
                    <a:pt x="2919899" y="987834"/>
                  </a:lnTo>
                  <a:lnTo>
                    <a:pt x="2917997" y="996592"/>
                  </a:lnTo>
                  <a:lnTo>
                    <a:pt x="2913175" y="1002396"/>
                  </a:lnTo>
                  <a:lnTo>
                    <a:pt x="2908643" y="1001837"/>
                  </a:lnTo>
                  <a:lnTo>
                    <a:pt x="2902132" y="1005838"/>
                  </a:lnTo>
                  <a:lnTo>
                    <a:pt x="2899564" y="1008899"/>
                  </a:lnTo>
                  <a:lnTo>
                    <a:pt x="2899372" y="1014760"/>
                  </a:lnTo>
                  <a:lnTo>
                    <a:pt x="2895016" y="1019917"/>
                  </a:lnTo>
                  <a:lnTo>
                    <a:pt x="2879296" y="1046703"/>
                  </a:lnTo>
                  <a:lnTo>
                    <a:pt x="2865648" y="1054609"/>
                  </a:lnTo>
                  <a:lnTo>
                    <a:pt x="2862382" y="1053459"/>
                  </a:lnTo>
                  <a:lnTo>
                    <a:pt x="2865978" y="1040816"/>
                  </a:lnTo>
                  <a:lnTo>
                    <a:pt x="2868443" y="1028032"/>
                  </a:lnTo>
                  <a:lnTo>
                    <a:pt x="2860160" y="1022469"/>
                  </a:lnTo>
                  <a:lnTo>
                    <a:pt x="2852232" y="1019529"/>
                  </a:lnTo>
                  <a:lnTo>
                    <a:pt x="2843137" y="1019917"/>
                  </a:lnTo>
                  <a:lnTo>
                    <a:pt x="2833091" y="1009978"/>
                  </a:lnTo>
                  <a:lnTo>
                    <a:pt x="2820141" y="1002751"/>
                  </a:lnTo>
                  <a:lnTo>
                    <a:pt x="2802064" y="983199"/>
                  </a:lnTo>
                  <a:lnTo>
                    <a:pt x="2802591" y="977775"/>
                  </a:lnTo>
                  <a:lnTo>
                    <a:pt x="2802136" y="968675"/>
                  </a:lnTo>
                  <a:lnTo>
                    <a:pt x="2807630" y="954298"/>
                  </a:lnTo>
                  <a:lnTo>
                    <a:pt x="2812896" y="944245"/>
                  </a:lnTo>
                  <a:lnTo>
                    <a:pt x="2820167" y="939038"/>
                  </a:lnTo>
                  <a:lnTo>
                    <a:pt x="2841266" y="933735"/>
                  </a:lnTo>
                  <a:lnTo>
                    <a:pt x="2846558" y="925759"/>
                  </a:lnTo>
                  <a:lnTo>
                    <a:pt x="2849695" y="919041"/>
                  </a:lnTo>
                  <a:lnTo>
                    <a:pt x="2839241" y="930579"/>
                  </a:lnTo>
                  <a:lnTo>
                    <a:pt x="2823582" y="934491"/>
                  </a:lnTo>
                  <a:lnTo>
                    <a:pt x="2815144" y="938797"/>
                  </a:lnTo>
                  <a:lnTo>
                    <a:pt x="2808395" y="945382"/>
                  </a:lnTo>
                  <a:lnTo>
                    <a:pt x="2804400" y="953650"/>
                  </a:lnTo>
                  <a:lnTo>
                    <a:pt x="2795356" y="963614"/>
                  </a:lnTo>
                  <a:lnTo>
                    <a:pt x="2795992" y="970288"/>
                  </a:lnTo>
                  <a:lnTo>
                    <a:pt x="2797506" y="975032"/>
                  </a:lnTo>
                  <a:lnTo>
                    <a:pt x="2796808" y="984920"/>
                  </a:lnTo>
                  <a:lnTo>
                    <a:pt x="2802529" y="994559"/>
                  </a:lnTo>
                  <a:lnTo>
                    <a:pt x="2813872" y="1010353"/>
                  </a:lnTo>
                  <a:lnTo>
                    <a:pt x="2816038" y="1034884"/>
                  </a:lnTo>
                  <a:lnTo>
                    <a:pt x="2824694" y="1051300"/>
                  </a:lnTo>
                  <a:lnTo>
                    <a:pt x="2837959" y="1070440"/>
                  </a:lnTo>
                  <a:lnTo>
                    <a:pt x="2848160" y="1075883"/>
                  </a:lnTo>
                  <a:lnTo>
                    <a:pt x="2848656" y="1083001"/>
                  </a:lnTo>
                  <a:lnTo>
                    <a:pt x="2843948" y="1094756"/>
                  </a:lnTo>
                  <a:lnTo>
                    <a:pt x="2837742" y="1100128"/>
                  </a:lnTo>
                  <a:lnTo>
                    <a:pt x="2845814" y="1099055"/>
                  </a:lnTo>
                  <a:lnTo>
                    <a:pt x="2849835" y="1101741"/>
                  </a:lnTo>
                  <a:lnTo>
                    <a:pt x="2853746" y="1111546"/>
                  </a:lnTo>
                  <a:lnTo>
                    <a:pt x="2853442" y="1121555"/>
                  </a:lnTo>
                  <a:lnTo>
                    <a:pt x="2852119" y="1127194"/>
                  </a:lnTo>
                  <a:lnTo>
                    <a:pt x="2849674" y="1129442"/>
                  </a:lnTo>
                  <a:lnTo>
                    <a:pt x="2849778" y="1123682"/>
                  </a:lnTo>
                  <a:lnTo>
                    <a:pt x="2848046" y="1121682"/>
                  </a:lnTo>
                  <a:lnTo>
                    <a:pt x="2845189" y="1124177"/>
                  </a:lnTo>
                  <a:lnTo>
                    <a:pt x="2843339" y="1127022"/>
                  </a:lnTo>
                  <a:lnTo>
                    <a:pt x="2842569" y="1138231"/>
                  </a:lnTo>
                  <a:lnTo>
                    <a:pt x="2840610" y="1143832"/>
                  </a:lnTo>
                  <a:lnTo>
                    <a:pt x="2833685" y="1145496"/>
                  </a:lnTo>
                  <a:lnTo>
                    <a:pt x="2826662" y="1160203"/>
                  </a:lnTo>
                  <a:lnTo>
                    <a:pt x="2820130" y="1168547"/>
                  </a:lnTo>
                  <a:lnTo>
                    <a:pt x="2794426" y="1224971"/>
                  </a:lnTo>
                  <a:lnTo>
                    <a:pt x="2795408" y="1234401"/>
                  </a:lnTo>
                  <a:lnTo>
                    <a:pt x="2790705" y="1237436"/>
                  </a:lnTo>
                  <a:lnTo>
                    <a:pt x="2783584" y="1239907"/>
                  </a:lnTo>
                  <a:lnTo>
                    <a:pt x="2776380" y="1245546"/>
                  </a:lnTo>
                  <a:lnTo>
                    <a:pt x="2771600" y="1251763"/>
                  </a:lnTo>
                  <a:lnTo>
                    <a:pt x="2767161" y="1268484"/>
                  </a:lnTo>
                  <a:lnTo>
                    <a:pt x="2758655" y="1287306"/>
                  </a:lnTo>
                  <a:lnTo>
                    <a:pt x="2753348" y="1279463"/>
                  </a:lnTo>
                  <a:lnTo>
                    <a:pt x="2751989" y="1272751"/>
                  </a:lnTo>
                  <a:lnTo>
                    <a:pt x="2754350" y="1255243"/>
                  </a:lnTo>
                  <a:lnTo>
                    <a:pt x="2763549" y="1226539"/>
                  </a:lnTo>
                  <a:lnTo>
                    <a:pt x="2773683" y="1208695"/>
                  </a:lnTo>
                  <a:lnTo>
                    <a:pt x="2781414" y="1200236"/>
                  </a:lnTo>
                  <a:lnTo>
                    <a:pt x="2787770" y="1182995"/>
                  </a:lnTo>
                  <a:lnTo>
                    <a:pt x="2779739" y="1180423"/>
                  </a:lnTo>
                  <a:lnTo>
                    <a:pt x="2767497" y="1180702"/>
                  </a:lnTo>
                  <a:lnTo>
                    <a:pt x="2769802" y="1172745"/>
                  </a:lnTo>
                  <a:lnTo>
                    <a:pt x="2773373" y="1165734"/>
                  </a:lnTo>
                  <a:lnTo>
                    <a:pt x="2766991" y="1158749"/>
                  </a:lnTo>
                  <a:lnTo>
                    <a:pt x="2763213" y="1157860"/>
                  </a:lnTo>
                  <a:lnTo>
                    <a:pt x="2759322" y="1154996"/>
                  </a:lnTo>
                  <a:lnTo>
                    <a:pt x="2763885" y="1149179"/>
                  </a:lnTo>
                  <a:lnTo>
                    <a:pt x="2766112" y="1143032"/>
                  </a:lnTo>
                  <a:lnTo>
                    <a:pt x="2764753" y="1135551"/>
                  </a:lnTo>
                  <a:lnTo>
                    <a:pt x="2766665" y="1129918"/>
                  </a:lnTo>
                  <a:lnTo>
                    <a:pt x="2763477" y="1130769"/>
                  </a:lnTo>
                  <a:lnTo>
                    <a:pt x="2758350" y="1136732"/>
                  </a:lnTo>
                  <a:lnTo>
                    <a:pt x="2755162" y="1139113"/>
                  </a:lnTo>
                  <a:lnTo>
                    <a:pt x="2753219" y="1133836"/>
                  </a:lnTo>
                  <a:lnTo>
                    <a:pt x="2751002" y="1135030"/>
                  </a:lnTo>
                  <a:lnTo>
                    <a:pt x="2749560" y="1138656"/>
                  </a:lnTo>
                  <a:lnTo>
                    <a:pt x="2746289" y="1140650"/>
                  </a:lnTo>
                  <a:lnTo>
                    <a:pt x="2739380" y="1135691"/>
                  </a:lnTo>
                  <a:lnTo>
                    <a:pt x="2729308" y="1130013"/>
                  </a:lnTo>
                  <a:lnTo>
                    <a:pt x="2723701" y="1120246"/>
                  </a:lnTo>
                  <a:lnTo>
                    <a:pt x="2720502" y="1112677"/>
                  </a:lnTo>
                  <a:lnTo>
                    <a:pt x="2723752" y="1098979"/>
                  </a:lnTo>
                  <a:lnTo>
                    <a:pt x="2730713" y="1096547"/>
                  </a:lnTo>
                  <a:lnTo>
                    <a:pt x="2739757" y="1098769"/>
                  </a:lnTo>
                  <a:lnTo>
                    <a:pt x="2751612" y="1098750"/>
                  </a:lnTo>
                  <a:lnTo>
                    <a:pt x="2749917" y="1095708"/>
                  </a:lnTo>
                  <a:lnTo>
                    <a:pt x="2745684" y="1096210"/>
                  </a:lnTo>
                  <a:lnTo>
                    <a:pt x="2733189" y="1085097"/>
                  </a:lnTo>
                  <a:lnTo>
                    <a:pt x="2729168" y="1078385"/>
                  </a:lnTo>
                  <a:lnTo>
                    <a:pt x="2722254" y="1076543"/>
                  </a:lnTo>
                  <a:lnTo>
                    <a:pt x="2719101" y="1082995"/>
                  </a:lnTo>
                  <a:lnTo>
                    <a:pt x="2715603" y="1084710"/>
                  </a:lnTo>
                  <a:lnTo>
                    <a:pt x="2719923" y="1070593"/>
                  </a:lnTo>
                  <a:lnTo>
                    <a:pt x="2725571" y="1070015"/>
                  </a:lnTo>
                  <a:lnTo>
                    <a:pt x="2733912" y="1066103"/>
                  </a:lnTo>
                  <a:lnTo>
                    <a:pt x="2731488" y="1057930"/>
                  </a:lnTo>
                  <a:lnTo>
                    <a:pt x="2726223" y="1054355"/>
                  </a:lnTo>
                  <a:lnTo>
                    <a:pt x="2716714" y="1058838"/>
                  </a:lnTo>
                  <a:lnTo>
                    <a:pt x="2716828" y="1053091"/>
                  </a:lnTo>
                  <a:lnTo>
                    <a:pt x="2718610" y="1045731"/>
                  </a:lnTo>
                  <a:lnTo>
                    <a:pt x="2725778" y="1045756"/>
                  </a:lnTo>
                  <a:lnTo>
                    <a:pt x="2732057" y="1048157"/>
                  </a:lnTo>
                  <a:lnTo>
                    <a:pt x="2737400" y="1036269"/>
                  </a:lnTo>
                  <a:lnTo>
                    <a:pt x="2737638" y="1030960"/>
                  </a:lnTo>
                  <a:lnTo>
                    <a:pt x="2728760" y="1038676"/>
                  </a:lnTo>
                  <a:lnTo>
                    <a:pt x="2726765" y="1022031"/>
                  </a:lnTo>
                  <a:lnTo>
                    <a:pt x="2735504" y="1005977"/>
                  </a:lnTo>
                  <a:lnTo>
                    <a:pt x="2743839" y="998979"/>
                  </a:lnTo>
                  <a:lnTo>
                    <a:pt x="2754252" y="999183"/>
                  </a:lnTo>
                  <a:lnTo>
                    <a:pt x="2764836" y="998052"/>
                  </a:lnTo>
                  <a:lnTo>
                    <a:pt x="2758195" y="995112"/>
                  </a:lnTo>
                  <a:lnTo>
                    <a:pt x="2751379" y="993518"/>
                  </a:lnTo>
                  <a:lnTo>
                    <a:pt x="2756500" y="987174"/>
                  </a:lnTo>
                  <a:lnTo>
                    <a:pt x="2760867" y="986037"/>
                  </a:lnTo>
                  <a:lnTo>
                    <a:pt x="2765156" y="980506"/>
                  </a:lnTo>
                  <a:lnTo>
                    <a:pt x="2754841" y="981325"/>
                  </a:lnTo>
                  <a:lnTo>
                    <a:pt x="2756056" y="970860"/>
                  </a:lnTo>
                  <a:lnTo>
                    <a:pt x="2751043" y="972987"/>
                  </a:lnTo>
                  <a:lnTo>
                    <a:pt x="2745043" y="973971"/>
                  </a:lnTo>
                  <a:lnTo>
                    <a:pt x="2742708" y="978410"/>
                  </a:lnTo>
                  <a:lnTo>
                    <a:pt x="2743168" y="985783"/>
                  </a:lnTo>
                  <a:lnTo>
                    <a:pt x="2741416" y="990622"/>
                  </a:lnTo>
                  <a:lnTo>
                    <a:pt x="2736749" y="994509"/>
                  </a:lnTo>
                  <a:lnTo>
                    <a:pt x="2728868" y="997538"/>
                  </a:lnTo>
                  <a:lnTo>
                    <a:pt x="2728104" y="992286"/>
                  </a:lnTo>
                  <a:lnTo>
                    <a:pt x="2725499" y="989905"/>
                  </a:lnTo>
                  <a:lnTo>
                    <a:pt x="2724528" y="1001151"/>
                  </a:lnTo>
                  <a:lnTo>
                    <a:pt x="2722460" y="1004974"/>
                  </a:lnTo>
                  <a:lnTo>
                    <a:pt x="2716698" y="994420"/>
                  </a:lnTo>
                  <a:lnTo>
                    <a:pt x="2714967" y="996547"/>
                  </a:lnTo>
                  <a:lnTo>
                    <a:pt x="2715189" y="999545"/>
                  </a:lnTo>
                  <a:lnTo>
                    <a:pt x="2713717" y="1004726"/>
                  </a:lnTo>
                  <a:lnTo>
                    <a:pt x="2708776" y="1007425"/>
                  </a:lnTo>
                  <a:lnTo>
                    <a:pt x="2709081" y="1014068"/>
                  </a:lnTo>
                  <a:lnTo>
                    <a:pt x="2707164" y="1017688"/>
                  </a:lnTo>
                  <a:lnTo>
                    <a:pt x="2691340" y="1011921"/>
                  </a:lnTo>
                  <a:lnTo>
                    <a:pt x="2690968" y="1013877"/>
                  </a:lnTo>
                  <a:lnTo>
                    <a:pt x="2699919" y="1026311"/>
                  </a:lnTo>
                  <a:lnTo>
                    <a:pt x="2706456" y="1030560"/>
                  </a:lnTo>
                  <a:lnTo>
                    <a:pt x="2707252" y="1037342"/>
                  </a:lnTo>
                  <a:lnTo>
                    <a:pt x="2701640" y="1042968"/>
                  </a:lnTo>
                  <a:lnTo>
                    <a:pt x="2693898" y="1038110"/>
                  </a:lnTo>
                  <a:lnTo>
                    <a:pt x="2692596" y="1038466"/>
                  </a:lnTo>
                  <a:lnTo>
                    <a:pt x="2696803" y="1046798"/>
                  </a:lnTo>
                  <a:lnTo>
                    <a:pt x="2699454" y="1054075"/>
                  </a:lnTo>
                  <a:lnTo>
                    <a:pt x="2696725" y="1060172"/>
                  </a:lnTo>
                  <a:lnTo>
                    <a:pt x="2697149" y="1067678"/>
                  </a:lnTo>
                  <a:lnTo>
                    <a:pt x="2696560" y="1074485"/>
                  </a:lnTo>
                  <a:lnTo>
                    <a:pt x="2694891" y="1080423"/>
                  </a:lnTo>
                  <a:lnTo>
                    <a:pt x="2698653" y="1107793"/>
                  </a:lnTo>
                  <a:lnTo>
                    <a:pt x="2703185" y="1115236"/>
                  </a:lnTo>
                  <a:lnTo>
                    <a:pt x="2707639" y="1122355"/>
                  </a:lnTo>
                  <a:lnTo>
                    <a:pt x="2710001" y="1129016"/>
                  </a:lnTo>
                  <a:lnTo>
                    <a:pt x="2705273" y="1129988"/>
                  </a:lnTo>
                  <a:lnTo>
                    <a:pt x="2697743" y="1124507"/>
                  </a:lnTo>
                  <a:lnTo>
                    <a:pt x="2691129" y="1120329"/>
                  </a:lnTo>
                  <a:lnTo>
                    <a:pt x="2683248" y="1106968"/>
                  </a:lnTo>
                  <a:lnTo>
                    <a:pt x="2681945" y="1101633"/>
                  </a:lnTo>
                  <a:lnTo>
                    <a:pt x="2680023" y="1097417"/>
                  </a:lnTo>
                  <a:lnTo>
                    <a:pt x="2680953" y="1107101"/>
                  </a:lnTo>
                  <a:lnTo>
                    <a:pt x="2683765" y="1117916"/>
                  </a:lnTo>
                  <a:lnTo>
                    <a:pt x="2708446" y="1142117"/>
                  </a:lnTo>
                  <a:lnTo>
                    <a:pt x="2713003" y="1151401"/>
                  </a:lnTo>
                  <a:lnTo>
                    <a:pt x="2716476" y="1158698"/>
                  </a:lnTo>
                  <a:lnTo>
                    <a:pt x="2715603" y="1165690"/>
                  </a:lnTo>
                  <a:lnTo>
                    <a:pt x="2709169" y="1160743"/>
                  </a:lnTo>
                  <a:lnTo>
                    <a:pt x="2703619" y="1154437"/>
                  </a:lnTo>
                  <a:lnTo>
                    <a:pt x="2688886" y="1147312"/>
                  </a:lnTo>
                  <a:lnTo>
                    <a:pt x="2670308" y="1142809"/>
                  </a:lnTo>
                  <a:lnTo>
                    <a:pt x="2659833" y="1126247"/>
                  </a:lnTo>
                  <a:lnTo>
                    <a:pt x="2659869" y="1133157"/>
                  </a:lnTo>
                  <a:lnTo>
                    <a:pt x="2657543" y="1139018"/>
                  </a:lnTo>
                  <a:lnTo>
                    <a:pt x="2651141" y="1131874"/>
                  </a:lnTo>
                  <a:lnTo>
                    <a:pt x="2647105" y="1125778"/>
                  </a:lnTo>
                  <a:lnTo>
                    <a:pt x="2645751" y="1119097"/>
                  </a:lnTo>
                  <a:lnTo>
                    <a:pt x="2637756" y="1119554"/>
                  </a:lnTo>
                  <a:lnTo>
                    <a:pt x="2629374" y="1125358"/>
                  </a:lnTo>
                  <a:lnTo>
                    <a:pt x="2621266" y="1123980"/>
                  </a:lnTo>
                  <a:lnTo>
                    <a:pt x="2620305" y="1112651"/>
                  </a:lnTo>
                  <a:lnTo>
                    <a:pt x="2622496" y="1106650"/>
                  </a:lnTo>
                  <a:lnTo>
                    <a:pt x="2631596" y="1092457"/>
                  </a:lnTo>
                  <a:lnTo>
                    <a:pt x="2640170" y="1085211"/>
                  </a:lnTo>
                  <a:lnTo>
                    <a:pt x="2643952" y="1075857"/>
                  </a:lnTo>
                  <a:lnTo>
                    <a:pt x="2642660" y="1061353"/>
                  </a:lnTo>
                  <a:lnTo>
                    <a:pt x="2641048" y="1076111"/>
                  </a:lnTo>
                  <a:lnTo>
                    <a:pt x="2636149" y="1083427"/>
                  </a:lnTo>
                  <a:lnTo>
                    <a:pt x="2628449" y="1089015"/>
                  </a:lnTo>
                  <a:lnTo>
                    <a:pt x="2618315" y="1098973"/>
                  </a:lnTo>
                  <a:lnTo>
                    <a:pt x="2615840" y="1108181"/>
                  </a:lnTo>
                  <a:lnTo>
                    <a:pt x="2612677" y="1125422"/>
                  </a:lnTo>
                  <a:lnTo>
                    <a:pt x="2616956" y="1131258"/>
                  </a:lnTo>
                  <a:lnTo>
                    <a:pt x="2621328" y="1132782"/>
                  </a:lnTo>
                  <a:lnTo>
                    <a:pt x="2634242" y="1128870"/>
                  </a:lnTo>
                  <a:lnTo>
                    <a:pt x="2640924" y="1130617"/>
                  </a:lnTo>
                  <a:lnTo>
                    <a:pt x="2655786" y="1151376"/>
                  </a:lnTo>
                  <a:lnTo>
                    <a:pt x="2683460" y="1159587"/>
                  </a:lnTo>
                  <a:lnTo>
                    <a:pt x="2693552" y="1164718"/>
                  </a:lnTo>
                  <a:lnTo>
                    <a:pt x="2701779" y="1175552"/>
                  </a:lnTo>
                  <a:lnTo>
                    <a:pt x="2714146" y="1181788"/>
                  </a:lnTo>
                  <a:lnTo>
                    <a:pt x="2723742" y="1190850"/>
                  </a:lnTo>
                  <a:lnTo>
                    <a:pt x="2724000" y="1196762"/>
                  </a:lnTo>
                  <a:lnTo>
                    <a:pt x="2720678" y="1203754"/>
                  </a:lnTo>
                  <a:lnTo>
                    <a:pt x="2719365" y="1213216"/>
                  </a:lnTo>
                  <a:lnTo>
                    <a:pt x="2715288" y="1219185"/>
                  </a:lnTo>
                  <a:lnTo>
                    <a:pt x="2705500" y="1219871"/>
                  </a:lnTo>
                  <a:lnTo>
                    <a:pt x="2699588" y="1218334"/>
                  </a:lnTo>
                  <a:lnTo>
                    <a:pt x="2667807" y="1185071"/>
                  </a:lnTo>
                  <a:lnTo>
                    <a:pt x="2664013" y="1182010"/>
                  </a:lnTo>
                  <a:lnTo>
                    <a:pt x="2652226" y="1164591"/>
                  </a:lnTo>
                  <a:lnTo>
                    <a:pt x="2638397" y="1155262"/>
                  </a:lnTo>
                  <a:lnTo>
                    <a:pt x="2634118" y="1155459"/>
                  </a:lnTo>
                  <a:lnTo>
                    <a:pt x="2653802" y="1172713"/>
                  </a:lnTo>
                  <a:lnTo>
                    <a:pt x="2661838" y="1184779"/>
                  </a:lnTo>
                  <a:lnTo>
                    <a:pt x="2675992" y="1201696"/>
                  </a:lnTo>
                  <a:lnTo>
                    <a:pt x="2686111" y="1208860"/>
                  </a:lnTo>
                  <a:lnTo>
                    <a:pt x="2693557" y="1220036"/>
                  </a:lnTo>
                  <a:lnTo>
                    <a:pt x="2700477" y="1225275"/>
                  </a:lnTo>
                  <a:lnTo>
                    <a:pt x="2719370" y="1232737"/>
                  </a:lnTo>
                  <a:lnTo>
                    <a:pt x="2712802" y="1238097"/>
                  </a:lnTo>
                  <a:lnTo>
                    <a:pt x="2723287" y="1242663"/>
                  </a:lnTo>
                  <a:lnTo>
                    <a:pt x="2724786" y="1251058"/>
                  </a:lnTo>
                  <a:lnTo>
                    <a:pt x="2723825" y="1260628"/>
                  </a:lnTo>
                  <a:lnTo>
                    <a:pt x="2709272" y="1256843"/>
                  </a:lnTo>
                  <a:lnTo>
                    <a:pt x="2708797" y="1263892"/>
                  </a:lnTo>
                  <a:lnTo>
                    <a:pt x="2710099" y="1268052"/>
                  </a:lnTo>
                  <a:lnTo>
                    <a:pt x="2703671" y="1271487"/>
                  </a:lnTo>
                  <a:lnTo>
                    <a:pt x="2694730" y="1266826"/>
                  </a:lnTo>
                  <a:lnTo>
                    <a:pt x="2671517" y="1241329"/>
                  </a:lnTo>
                  <a:lnTo>
                    <a:pt x="2671713" y="1244739"/>
                  </a:lnTo>
                  <a:lnTo>
                    <a:pt x="2673594" y="1248696"/>
                  </a:lnTo>
                  <a:lnTo>
                    <a:pt x="2687056" y="1265111"/>
                  </a:lnTo>
                  <a:lnTo>
                    <a:pt x="2699071" y="1274955"/>
                  </a:lnTo>
                  <a:lnTo>
                    <a:pt x="2709257" y="1279400"/>
                  </a:lnTo>
                  <a:lnTo>
                    <a:pt x="2717107" y="1287649"/>
                  </a:lnTo>
                  <a:lnTo>
                    <a:pt x="2719877" y="1292640"/>
                  </a:lnTo>
                  <a:lnTo>
                    <a:pt x="2721727" y="1300210"/>
                  </a:lnTo>
                  <a:lnTo>
                    <a:pt x="2715908" y="1305354"/>
                  </a:lnTo>
                  <a:lnTo>
                    <a:pt x="2709283" y="1308193"/>
                  </a:lnTo>
                  <a:lnTo>
                    <a:pt x="2702813" y="1303061"/>
                  </a:lnTo>
                  <a:lnTo>
                    <a:pt x="2698069" y="1297657"/>
                  </a:lnTo>
                  <a:lnTo>
                    <a:pt x="2687966" y="1288481"/>
                  </a:lnTo>
                  <a:lnTo>
                    <a:pt x="2684938" y="1278225"/>
                  </a:lnTo>
                  <a:lnTo>
                    <a:pt x="2677253" y="1278752"/>
                  </a:lnTo>
                  <a:lnTo>
                    <a:pt x="2645136" y="1265747"/>
                  </a:lnTo>
                  <a:lnTo>
                    <a:pt x="2619323" y="1264248"/>
                  </a:lnTo>
                  <a:lnTo>
                    <a:pt x="2621845" y="1266864"/>
                  </a:lnTo>
                  <a:lnTo>
                    <a:pt x="2625111" y="1268604"/>
                  </a:lnTo>
                  <a:lnTo>
                    <a:pt x="2645668" y="1271811"/>
                  </a:lnTo>
                  <a:lnTo>
                    <a:pt x="2653792" y="1277800"/>
                  </a:lnTo>
                  <a:lnTo>
                    <a:pt x="2670700" y="1283115"/>
                  </a:lnTo>
                  <a:lnTo>
                    <a:pt x="2680602" y="1284569"/>
                  </a:lnTo>
                  <a:lnTo>
                    <a:pt x="2684617" y="1300896"/>
                  </a:lnTo>
                  <a:lnTo>
                    <a:pt x="2698301" y="1312130"/>
                  </a:lnTo>
                  <a:lnTo>
                    <a:pt x="2700079" y="1320455"/>
                  </a:lnTo>
                  <a:lnTo>
                    <a:pt x="2709422" y="1321389"/>
                  </a:lnTo>
                  <a:lnTo>
                    <a:pt x="2725861" y="1313222"/>
                  </a:lnTo>
                  <a:lnTo>
                    <a:pt x="2736470" y="1316086"/>
                  </a:lnTo>
                  <a:lnTo>
                    <a:pt x="2751772" y="1318423"/>
                  </a:lnTo>
                  <a:lnTo>
                    <a:pt x="2755270" y="1325015"/>
                  </a:lnTo>
                  <a:lnTo>
                    <a:pt x="2757896" y="1337557"/>
                  </a:lnTo>
                  <a:lnTo>
                    <a:pt x="2763306" y="1351667"/>
                  </a:lnTo>
                  <a:lnTo>
                    <a:pt x="2777337" y="1407303"/>
                  </a:lnTo>
                  <a:lnTo>
                    <a:pt x="2798416" y="1452810"/>
                  </a:lnTo>
                  <a:lnTo>
                    <a:pt x="2801010" y="1460646"/>
                  </a:lnTo>
                  <a:lnTo>
                    <a:pt x="2796111" y="1453769"/>
                  </a:lnTo>
                  <a:lnTo>
                    <a:pt x="2780473" y="1423630"/>
                  </a:lnTo>
                  <a:lnTo>
                    <a:pt x="2771843" y="1401867"/>
                  </a:lnTo>
                  <a:lnTo>
                    <a:pt x="2762975" y="1363441"/>
                  </a:lnTo>
                  <a:lnTo>
                    <a:pt x="2760402" y="1354836"/>
                  </a:lnTo>
                  <a:lnTo>
                    <a:pt x="2757374" y="1351401"/>
                  </a:lnTo>
                  <a:lnTo>
                    <a:pt x="2755379" y="1354195"/>
                  </a:lnTo>
                  <a:lnTo>
                    <a:pt x="2754521" y="1359091"/>
                  </a:lnTo>
                  <a:lnTo>
                    <a:pt x="2755968" y="1362850"/>
                  </a:lnTo>
                  <a:lnTo>
                    <a:pt x="2752475" y="1375500"/>
                  </a:lnTo>
                  <a:lnTo>
                    <a:pt x="2753989" y="1381305"/>
                  </a:lnTo>
                  <a:lnTo>
                    <a:pt x="2759663" y="1387306"/>
                  </a:lnTo>
                  <a:lnTo>
                    <a:pt x="2765828" y="1402280"/>
                  </a:lnTo>
                  <a:lnTo>
                    <a:pt x="2770753" y="1422442"/>
                  </a:lnTo>
                  <a:lnTo>
                    <a:pt x="2764092" y="1414269"/>
                  </a:lnTo>
                  <a:lnTo>
                    <a:pt x="2756981" y="1409938"/>
                  </a:lnTo>
                  <a:lnTo>
                    <a:pt x="2745917" y="1406617"/>
                  </a:lnTo>
                  <a:lnTo>
                    <a:pt x="2736062" y="1400794"/>
                  </a:lnTo>
                  <a:lnTo>
                    <a:pt x="2736780" y="1409145"/>
                  </a:lnTo>
                  <a:lnTo>
                    <a:pt x="2735835" y="1418162"/>
                  </a:lnTo>
                  <a:lnTo>
                    <a:pt x="2728238" y="1415412"/>
                  </a:lnTo>
                  <a:lnTo>
                    <a:pt x="2723070" y="1412421"/>
                  </a:lnTo>
                  <a:lnTo>
                    <a:pt x="2727644" y="1422030"/>
                  </a:lnTo>
                  <a:lnTo>
                    <a:pt x="2717716" y="1419147"/>
                  </a:lnTo>
                  <a:lnTo>
                    <a:pt x="2711102" y="1419750"/>
                  </a:lnTo>
                  <a:lnTo>
                    <a:pt x="2706802" y="1428278"/>
                  </a:lnTo>
                  <a:lnTo>
                    <a:pt x="2701035" y="1433454"/>
                  </a:lnTo>
                  <a:lnTo>
                    <a:pt x="2692508" y="1435124"/>
                  </a:lnTo>
                  <a:lnTo>
                    <a:pt x="2679858" y="1427326"/>
                  </a:lnTo>
                  <a:lnTo>
                    <a:pt x="2675760" y="1417857"/>
                  </a:lnTo>
                  <a:lnTo>
                    <a:pt x="2674065" y="1407316"/>
                  </a:lnTo>
                  <a:lnTo>
                    <a:pt x="2673388" y="1419782"/>
                  </a:lnTo>
                  <a:lnTo>
                    <a:pt x="2675641" y="1432762"/>
                  </a:lnTo>
                  <a:lnTo>
                    <a:pt x="2674850" y="1442630"/>
                  </a:lnTo>
                  <a:lnTo>
                    <a:pt x="2687031" y="1444446"/>
                  </a:lnTo>
                  <a:lnTo>
                    <a:pt x="2698420" y="1442833"/>
                  </a:lnTo>
                  <a:lnTo>
                    <a:pt x="2713789" y="1443246"/>
                  </a:lnTo>
                  <a:lnTo>
                    <a:pt x="2723814" y="1441398"/>
                  </a:lnTo>
                  <a:lnTo>
                    <a:pt x="2729850" y="1438261"/>
                  </a:lnTo>
                  <a:lnTo>
                    <a:pt x="2744325" y="1440979"/>
                  </a:lnTo>
                  <a:lnTo>
                    <a:pt x="2745353" y="1452899"/>
                  </a:lnTo>
                  <a:lnTo>
                    <a:pt x="2743700" y="1464749"/>
                  </a:lnTo>
                  <a:lnTo>
                    <a:pt x="2742863" y="1477367"/>
                  </a:lnTo>
                  <a:lnTo>
                    <a:pt x="2746873" y="1477284"/>
                  </a:lnTo>
                  <a:lnTo>
                    <a:pt x="2751586" y="1473252"/>
                  </a:lnTo>
                  <a:lnTo>
                    <a:pt x="2753942" y="1450651"/>
                  </a:lnTo>
                  <a:lnTo>
                    <a:pt x="2767172" y="1442300"/>
                  </a:lnTo>
                  <a:lnTo>
                    <a:pt x="2771605" y="1442872"/>
                  </a:lnTo>
                  <a:lnTo>
                    <a:pt x="2775817" y="1450136"/>
                  </a:lnTo>
                  <a:lnTo>
                    <a:pt x="2777233" y="1457503"/>
                  </a:lnTo>
                  <a:lnTo>
                    <a:pt x="2778727" y="1467619"/>
                  </a:lnTo>
                  <a:lnTo>
                    <a:pt x="2775636" y="1483031"/>
                  </a:lnTo>
                  <a:lnTo>
                    <a:pt x="2755312" y="1501054"/>
                  </a:lnTo>
                  <a:lnTo>
                    <a:pt x="2740754" y="1517717"/>
                  </a:lnTo>
                  <a:lnTo>
                    <a:pt x="2733313" y="1521115"/>
                  </a:lnTo>
                  <a:lnTo>
                    <a:pt x="2722579" y="1519178"/>
                  </a:lnTo>
                  <a:lnTo>
                    <a:pt x="2710409" y="1514987"/>
                  </a:lnTo>
                  <a:lnTo>
                    <a:pt x="2704441" y="1514142"/>
                  </a:lnTo>
                  <a:lnTo>
                    <a:pt x="2699903" y="1515539"/>
                  </a:lnTo>
                  <a:lnTo>
                    <a:pt x="2697139" y="1510408"/>
                  </a:lnTo>
                  <a:lnTo>
                    <a:pt x="2695356" y="1501047"/>
                  </a:lnTo>
                  <a:lnTo>
                    <a:pt x="2690622" y="1497942"/>
                  </a:lnTo>
                  <a:lnTo>
                    <a:pt x="2687041" y="1498285"/>
                  </a:lnTo>
                  <a:lnTo>
                    <a:pt x="2684597" y="1508230"/>
                  </a:lnTo>
                  <a:lnTo>
                    <a:pt x="2673243" y="1511056"/>
                  </a:lnTo>
                  <a:lnTo>
                    <a:pt x="2657807" y="1506947"/>
                  </a:lnTo>
                  <a:lnTo>
                    <a:pt x="2641642" y="1498584"/>
                  </a:lnTo>
                  <a:lnTo>
                    <a:pt x="2648577" y="1507557"/>
                  </a:lnTo>
                  <a:lnTo>
                    <a:pt x="2688689" y="1524296"/>
                  </a:lnTo>
                  <a:lnTo>
                    <a:pt x="2693206" y="1527427"/>
                  </a:lnTo>
                  <a:lnTo>
                    <a:pt x="2697423" y="1532006"/>
                  </a:lnTo>
                  <a:lnTo>
                    <a:pt x="2691811" y="1539188"/>
                  </a:lnTo>
                  <a:lnTo>
                    <a:pt x="2687413" y="1547278"/>
                  </a:lnTo>
                  <a:lnTo>
                    <a:pt x="2686793" y="1553629"/>
                  </a:lnTo>
                  <a:lnTo>
                    <a:pt x="2685242" y="1557636"/>
                  </a:lnTo>
                  <a:lnTo>
                    <a:pt x="2669248" y="1568431"/>
                  </a:lnTo>
                  <a:lnTo>
                    <a:pt x="2660582" y="1566526"/>
                  </a:lnTo>
                  <a:lnTo>
                    <a:pt x="2638438" y="1547062"/>
                  </a:lnTo>
                  <a:lnTo>
                    <a:pt x="2648526" y="1563897"/>
                  </a:lnTo>
                  <a:lnTo>
                    <a:pt x="2656603" y="1571041"/>
                  </a:lnTo>
                  <a:lnTo>
                    <a:pt x="2672866" y="1574852"/>
                  </a:lnTo>
                  <a:lnTo>
                    <a:pt x="2703371" y="1568558"/>
                  </a:lnTo>
                  <a:lnTo>
                    <a:pt x="2713376" y="1575430"/>
                  </a:lnTo>
                  <a:lnTo>
                    <a:pt x="2705164" y="1587603"/>
                  </a:lnTo>
                  <a:lnTo>
                    <a:pt x="2697004" y="1596145"/>
                  </a:lnTo>
                  <a:lnTo>
                    <a:pt x="2686302" y="1597097"/>
                  </a:lnTo>
                  <a:lnTo>
                    <a:pt x="2676876" y="1599409"/>
                  </a:lnTo>
                  <a:lnTo>
                    <a:pt x="2674111" y="1605283"/>
                  </a:lnTo>
                  <a:lnTo>
                    <a:pt x="2667393" y="1605651"/>
                  </a:lnTo>
                  <a:lnTo>
                    <a:pt x="2656892" y="1606000"/>
                  </a:lnTo>
                  <a:lnTo>
                    <a:pt x="2640635" y="1606534"/>
                  </a:lnTo>
                  <a:lnTo>
                    <a:pt x="2631705" y="1605162"/>
                  </a:lnTo>
                  <a:lnTo>
                    <a:pt x="2619230" y="1617164"/>
                  </a:lnTo>
                  <a:lnTo>
                    <a:pt x="2614522" y="1618815"/>
                  </a:lnTo>
                  <a:lnTo>
                    <a:pt x="2607944" y="1616561"/>
                  </a:lnTo>
                  <a:lnTo>
                    <a:pt x="2605184" y="1606921"/>
                  </a:lnTo>
                  <a:lnTo>
                    <a:pt x="2602244" y="1602184"/>
                  </a:lnTo>
                  <a:lnTo>
                    <a:pt x="2602171" y="1620219"/>
                  </a:lnTo>
                  <a:lnTo>
                    <a:pt x="2603324" y="1625077"/>
                  </a:lnTo>
                  <a:lnTo>
                    <a:pt x="2605680" y="1628741"/>
                  </a:lnTo>
                  <a:lnTo>
                    <a:pt x="2591087" y="1638527"/>
                  </a:lnTo>
                  <a:lnTo>
                    <a:pt x="2577118" y="1650733"/>
                  </a:lnTo>
                  <a:lnTo>
                    <a:pt x="2572111" y="1654054"/>
                  </a:lnTo>
                  <a:lnTo>
                    <a:pt x="2566421" y="1660169"/>
                  </a:lnTo>
                  <a:lnTo>
                    <a:pt x="2554768" y="1677830"/>
                  </a:lnTo>
                  <a:lnTo>
                    <a:pt x="2551889" y="1690708"/>
                  </a:lnTo>
                  <a:lnTo>
                    <a:pt x="2547678" y="1705066"/>
                  </a:lnTo>
                  <a:lnTo>
                    <a:pt x="2547145" y="1698602"/>
                  </a:lnTo>
                  <a:lnTo>
                    <a:pt x="2547869" y="1687717"/>
                  </a:lnTo>
                  <a:lnTo>
                    <a:pt x="2544985" y="1675251"/>
                  </a:lnTo>
                  <a:lnTo>
                    <a:pt x="2543156" y="1698087"/>
                  </a:lnTo>
                  <a:lnTo>
                    <a:pt x="2538629" y="1708699"/>
                  </a:lnTo>
                  <a:lnTo>
                    <a:pt x="2497086" y="1707950"/>
                  </a:lnTo>
                  <a:lnTo>
                    <a:pt x="2478900" y="1713716"/>
                  </a:lnTo>
                  <a:lnTo>
                    <a:pt x="2450984" y="1733116"/>
                  </a:lnTo>
                  <a:lnTo>
                    <a:pt x="2442638" y="1741619"/>
                  </a:lnTo>
                  <a:lnTo>
                    <a:pt x="2419580" y="1774495"/>
                  </a:lnTo>
                  <a:lnTo>
                    <a:pt x="2413694" y="1795534"/>
                  </a:lnTo>
                  <a:lnTo>
                    <a:pt x="2408976" y="1786688"/>
                  </a:lnTo>
                  <a:lnTo>
                    <a:pt x="2410144" y="1780052"/>
                  </a:lnTo>
                  <a:lnTo>
                    <a:pt x="2410237" y="1774629"/>
                  </a:lnTo>
                  <a:lnTo>
                    <a:pt x="2404428" y="1786263"/>
                  </a:lnTo>
                  <a:lnTo>
                    <a:pt x="2409942" y="1803205"/>
                  </a:lnTo>
                  <a:lnTo>
                    <a:pt x="2404992" y="1809676"/>
                  </a:lnTo>
                  <a:lnTo>
                    <a:pt x="2389762" y="1821755"/>
                  </a:lnTo>
                  <a:lnTo>
                    <a:pt x="2381427" y="1823736"/>
                  </a:lnTo>
                  <a:lnTo>
                    <a:pt x="2372068" y="1827172"/>
                  </a:lnTo>
                  <a:lnTo>
                    <a:pt x="2369122" y="1839085"/>
                  </a:lnTo>
                  <a:lnTo>
                    <a:pt x="2356415" y="1850071"/>
                  </a:lnTo>
                  <a:lnTo>
                    <a:pt x="2349010" y="1854936"/>
                  </a:lnTo>
                  <a:lnTo>
                    <a:pt x="2335449" y="1851989"/>
                  </a:lnTo>
                  <a:lnTo>
                    <a:pt x="2339625" y="1862569"/>
                  </a:lnTo>
                  <a:lnTo>
                    <a:pt x="2334643" y="1870577"/>
                  </a:lnTo>
                  <a:lnTo>
                    <a:pt x="2326065" y="1876718"/>
                  </a:lnTo>
                  <a:lnTo>
                    <a:pt x="2315399" y="1880725"/>
                  </a:lnTo>
                  <a:lnTo>
                    <a:pt x="2309285" y="1880236"/>
                  </a:lnTo>
                  <a:lnTo>
                    <a:pt x="2304061" y="1882363"/>
                  </a:lnTo>
                  <a:lnTo>
                    <a:pt x="2299968" y="1887456"/>
                  </a:lnTo>
                  <a:lnTo>
                    <a:pt x="2289968" y="1892219"/>
                  </a:lnTo>
                  <a:lnTo>
                    <a:pt x="2279581" y="1889539"/>
                  </a:lnTo>
                  <a:lnTo>
                    <a:pt x="2267809" y="1887932"/>
                  </a:lnTo>
                  <a:lnTo>
                    <a:pt x="2261251" y="1890790"/>
                  </a:lnTo>
                  <a:lnTo>
                    <a:pt x="2272274" y="1895515"/>
                  </a:lnTo>
                  <a:lnTo>
                    <a:pt x="2278176" y="1902360"/>
                  </a:lnTo>
                  <a:lnTo>
                    <a:pt x="2276961" y="1911588"/>
                  </a:lnTo>
                  <a:lnTo>
                    <a:pt x="2274010" y="1915150"/>
                  </a:lnTo>
                  <a:lnTo>
                    <a:pt x="2267055" y="1919976"/>
                  </a:lnTo>
                  <a:lnTo>
                    <a:pt x="2264001" y="1919259"/>
                  </a:lnTo>
                  <a:lnTo>
                    <a:pt x="2262135" y="1914909"/>
                  </a:lnTo>
                  <a:lnTo>
                    <a:pt x="2259872" y="1905847"/>
                  </a:lnTo>
                  <a:lnTo>
                    <a:pt x="2256637" y="1907777"/>
                  </a:lnTo>
                  <a:lnTo>
                    <a:pt x="2256078" y="1912000"/>
                  </a:lnTo>
                  <a:lnTo>
                    <a:pt x="2253298" y="1913505"/>
                  </a:lnTo>
                  <a:lnTo>
                    <a:pt x="2243433" y="1899071"/>
                  </a:lnTo>
                  <a:lnTo>
                    <a:pt x="2243924" y="1910082"/>
                  </a:lnTo>
                  <a:lnTo>
                    <a:pt x="2247371" y="1918541"/>
                  </a:lnTo>
                  <a:lnTo>
                    <a:pt x="2250704" y="1922834"/>
                  </a:lnTo>
                  <a:lnTo>
                    <a:pt x="2254068" y="1925361"/>
                  </a:lnTo>
                  <a:lnTo>
                    <a:pt x="2254895" y="1929286"/>
                  </a:lnTo>
                  <a:lnTo>
                    <a:pt x="2248146" y="1938850"/>
                  </a:lnTo>
                  <a:lnTo>
                    <a:pt x="2244673" y="1940977"/>
                  </a:lnTo>
                  <a:lnTo>
                    <a:pt x="2238493" y="1942527"/>
                  </a:lnTo>
                  <a:lnTo>
                    <a:pt x="2235015" y="1948420"/>
                  </a:lnTo>
                  <a:lnTo>
                    <a:pt x="2236043" y="1953494"/>
                  </a:lnTo>
                  <a:lnTo>
                    <a:pt x="2230638" y="1964505"/>
                  </a:lnTo>
                  <a:lnTo>
                    <a:pt x="2217713" y="1971383"/>
                  </a:lnTo>
                  <a:lnTo>
                    <a:pt x="2213765" y="1971116"/>
                  </a:lnTo>
                  <a:lnTo>
                    <a:pt x="2210546" y="1973129"/>
                  </a:lnTo>
                  <a:lnTo>
                    <a:pt x="2212427" y="1978032"/>
                  </a:lnTo>
                  <a:lnTo>
                    <a:pt x="2215651" y="1981601"/>
                  </a:lnTo>
                  <a:lnTo>
                    <a:pt x="2215538" y="1984915"/>
                  </a:lnTo>
                  <a:lnTo>
                    <a:pt x="2212122" y="1989418"/>
                  </a:lnTo>
                  <a:lnTo>
                    <a:pt x="2205378" y="1990675"/>
                  </a:lnTo>
                  <a:lnTo>
                    <a:pt x="2201590" y="1995813"/>
                  </a:lnTo>
                  <a:lnTo>
                    <a:pt x="2202789" y="2000658"/>
                  </a:lnTo>
                  <a:lnTo>
                    <a:pt x="2205016" y="2003363"/>
                  </a:lnTo>
                  <a:lnTo>
                    <a:pt x="2204551" y="2008025"/>
                  </a:lnTo>
                  <a:lnTo>
                    <a:pt x="2196882" y="2012705"/>
                  </a:lnTo>
                  <a:lnTo>
                    <a:pt x="2195084" y="2017309"/>
                  </a:lnTo>
                  <a:lnTo>
                    <a:pt x="2198892" y="2018668"/>
                  </a:lnTo>
                  <a:lnTo>
                    <a:pt x="2201822" y="2017309"/>
                  </a:lnTo>
                  <a:lnTo>
                    <a:pt x="2203967" y="2018299"/>
                  </a:lnTo>
                  <a:lnTo>
                    <a:pt x="2199368" y="2025996"/>
                  </a:lnTo>
                  <a:lnTo>
                    <a:pt x="2195239" y="2030689"/>
                  </a:lnTo>
                  <a:lnTo>
                    <a:pt x="2191316" y="2039122"/>
                  </a:lnTo>
                  <a:lnTo>
                    <a:pt x="2182216" y="2041453"/>
                  </a:lnTo>
                  <a:lnTo>
                    <a:pt x="2182557" y="2044177"/>
                  </a:lnTo>
                  <a:lnTo>
                    <a:pt x="2187699" y="2046590"/>
                  </a:lnTo>
                  <a:lnTo>
                    <a:pt x="2192004" y="2053074"/>
                  </a:lnTo>
                  <a:lnTo>
                    <a:pt x="2183916" y="2065045"/>
                  </a:lnTo>
                  <a:lnTo>
                    <a:pt x="2178867" y="2064060"/>
                  </a:lnTo>
                  <a:lnTo>
                    <a:pt x="2175782" y="2061425"/>
                  </a:lnTo>
                  <a:lnTo>
                    <a:pt x="2173813" y="2070874"/>
                  </a:lnTo>
                  <a:lnTo>
                    <a:pt x="2174568" y="2075917"/>
                  </a:lnTo>
                  <a:lnTo>
                    <a:pt x="2172645" y="2086223"/>
                  </a:lnTo>
                  <a:lnTo>
                    <a:pt x="2169555" y="2098613"/>
                  </a:lnTo>
                  <a:lnTo>
                    <a:pt x="2167457" y="2103699"/>
                  </a:lnTo>
                  <a:lnTo>
                    <a:pt x="2167902" y="2113174"/>
                  </a:lnTo>
                  <a:lnTo>
                    <a:pt x="2169199" y="2122325"/>
                  </a:lnTo>
                  <a:lnTo>
                    <a:pt x="2174149" y="2134118"/>
                  </a:lnTo>
                  <a:lnTo>
                    <a:pt x="2181710" y="2182343"/>
                  </a:lnTo>
                  <a:lnTo>
                    <a:pt x="2186857" y="2199089"/>
                  </a:lnTo>
                  <a:lnTo>
                    <a:pt x="2196128" y="2244272"/>
                  </a:lnTo>
                  <a:lnTo>
                    <a:pt x="2211471" y="2288077"/>
                  </a:lnTo>
                  <a:lnTo>
                    <a:pt x="2233118" y="2341026"/>
                  </a:lnTo>
                  <a:lnTo>
                    <a:pt x="2268646" y="2405203"/>
                  </a:lnTo>
                  <a:lnTo>
                    <a:pt x="2272899" y="2414348"/>
                  </a:lnTo>
                  <a:lnTo>
                    <a:pt x="2268274" y="2422102"/>
                  </a:lnTo>
                  <a:lnTo>
                    <a:pt x="2266863" y="2430135"/>
                  </a:lnTo>
                  <a:lnTo>
                    <a:pt x="2266460" y="2442245"/>
                  </a:lnTo>
                  <a:lnTo>
                    <a:pt x="2267742" y="2454044"/>
                  </a:lnTo>
                  <a:lnTo>
                    <a:pt x="2271943" y="2468453"/>
                  </a:lnTo>
                  <a:lnTo>
                    <a:pt x="2280015" y="2490483"/>
                  </a:lnTo>
                  <a:lnTo>
                    <a:pt x="2275499" y="2486088"/>
                  </a:lnTo>
                  <a:lnTo>
                    <a:pt x="2263809" y="2454470"/>
                  </a:lnTo>
                  <a:lnTo>
                    <a:pt x="2262450" y="2435901"/>
                  </a:lnTo>
                  <a:lnTo>
                    <a:pt x="2264135" y="2409560"/>
                  </a:lnTo>
                  <a:lnTo>
                    <a:pt x="2261391" y="2410195"/>
                  </a:lnTo>
                  <a:lnTo>
                    <a:pt x="2259164" y="2418755"/>
                  </a:lnTo>
                  <a:lnTo>
                    <a:pt x="2257939" y="2428808"/>
                  </a:lnTo>
                  <a:lnTo>
                    <a:pt x="2254973" y="2432700"/>
                  </a:lnTo>
                  <a:lnTo>
                    <a:pt x="2250926" y="2417364"/>
                  </a:lnTo>
                  <a:lnTo>
                    <a:pt x="2251210" y="2410430"/>
                  </a:lnTo>
                  <a:lnTo>
                    <a:pt x="2255505" y="2402327"/>
                  </a:lnTo>
                  <a:lnTo>
                    <a:pt x="2254259" y="2399412"/>
                  </a:lnTo>
                  <a:lnTo>
                    <a:pt x="2247309" y="2395265"/>
                  </a:lnTo>
                  <a:lnTo>
                    <a:pt x="2245831" y="2388743"/>
                  </a:lnTo>
                  <a:lnTo>
                    <a:pt x="2246771" y="2382304"/>
                  </a:lnTo>
                  <a:lnTo>
                    <a:pt x="2242782" y="2378862"/>
                  </a:lnTo>
                  <a:lnTo>
                    <a:pt x="2239661" y="2379027"/>
                  </a:lnTo>
                  <a:lnTo>
                    <a:pt x="2241753" y="2394903"/>
                  </a:lnTo>
                  <a:lnTo>
                    <a:pt x="2245056" y="2404651"/>
                  </a:lnTo>
                  <a:lnTo>
                    <a:pt x="2249138" y="2428014"/>
                  </a:lnTo>
                  <a:lnTo>
                    <a:pt x="2255727" y="2442169"/>
                  </a:lnTo>
                  <a:lnTo>
                    <a:pt x="2259567" y="2454038"/>
                  </a:lnTo>
                  <a:lnTo>
                    <a:pt x="2304438" y="2580696"/>
                  </a:lnTo>
                  <a:lnTo>
                    <a:pt x="2315058" y="2596826"/>
                  </a:lnTo>
                  <a:lnTo>
                    <a:pt x="2318985" y="2608409"/>
                  </a:lnTo>
                  <a:lnTo>
                    <a:pt x="2323073" y="2632630"/>
                  </a:lnTo>
                  <a:lnTo>
                    <a:pt x="2323998" y="2663728"/>
                  </a:lnTo>
                  <a:lnTo>
                    <a:pt x="2316665" y="2720564"/>
                  </a:lnTo>
                  <a:lnTo>
                    <a:pt x="2314996" y="2759333"/>
                  </a:lnTo>
                  <a:lnTo>
                    <a:pt x="2313947" y="2758145"/>
                  </a:lnTo>
                  <a:lnTo>
                    <a:pt x="2313244" y="2754062"/>
                  </a:lnTo>
                  <a:lnTo>
                    <a:pt x="2311549" y="2753503"/>
                  </a:lnTo>
                  <a:lnTo>
                    <a:pt x="2305182" y="2771265"/>
                  </a:lnTo>
                  <a:lnTo>
                    <a:pt x="2296531" y="2787287"/>
                  </a:lnTo>
                  <a:lnTo>
                    <a:pt x="2293684" y="2812187"/>
                  </a:lnTo>
                  <a:lnTo>
                    <a:pt x="2289534" y="2824653"/>
                  </a:lnTo>
                  <a:lnTo>
                    <a:pt x="2277075" y="2837843"/>
                  </a:lnTo>
                  <a:lnTo>
                    <a:pt x="2269354" y="2837506"/>
                  </a:lnTo>
                  <a:lnTo>
                    <a:pt x="2250420" y="2847400"/>
                  </a:lnTo>
                  <a:lnTo>
                    <a:pt x="2237118" y="2844822"/>
                  </a:lnTo>
                  <a:lnTo>
                    <a:pt x="2221269" y="2850404"/>
                  </a:lnTo>
                  <a:lnTo>
                    <a:pt x="2210840" y="2849781"/>
                  </a:lnTo>
                  <a:lnTo>
                    <a:pt x="2204820" y="2838014"/>
                  </a:lnTo>
                  <a:lnTo>
                    <a:pt x="2205740" y="2832750"/>
                  </a:lnTo>
                  <a:lnTo>
                    <a:pt x="2208137" y="2827460"/>
                  </a:lnTo>
                  <a:lnTo>
                    <a:pt x="2212199" y="2826228"/>
                  </a:lnTo>
                  <a:lnTo>
                    <a:pt x="2226199" y="2838560"/>
                  </a:lnTo>
                  <a:lnTo>
                    <a:pt x="2228839" y="2833372"/>
                  </a:lnTo>
                  <a:lnTo>
                    <a:pt x="2224612" y="2827199"/>
                  </a:lnTo>
                  <a:lnTo>
                    <a:pt x="2216519" y="2823757"/>
                  </a:lnTo>
                  <a:lnTo>
                    <a:pt x="2210540" y="2819973"/>
                  </a:lnTo>
                  <a:lnTo>
                    <a:pt x="2198494" y="2791859"/>
                  </a:lnTo>
                  <a:lnTo>
                    <a:pt x="2186014" y="2772554"/>
                  </a:lnTo>
                  <a:lnTo>
                    <a:pt x="2183911" y="2759650"/>
                  </a:lnTo>
                  <a:lnTo>
                    <a:pt x="2162393" y="2751782"/>
                  </a:lnTo>
                  <a:lnTo>
                    <a:pt x="2146812" y="2739869"/>
                  </a:lnTo>
                  <a:lnTo>
                    <a:pt x="2136652" y="2718678"/>
                  </a:lnTo>
                  <a:lnTo>
                    <a:pt x="2130823" y="2681102"/>
                  </a:lnTo>
                  <a:lnTo>
                    <a:pt x="2123950" y="2676879"/>
                  </a:lnTo>
                  <a:lnTo>
                    <a:pt x="2121046" y="2673958"/>
                  </a:lnTo>
                  <a:lnTo>
                    <a:pt x="2127759" y="2660013"/>
                  </a:lnTo>
                  <a:lnTo>
                    <a:pt x="2134833" y="2648322"/>
                  </a:lnTo>
                  <a:lnTo>
                    <a:pt x="2129237" y="2651230"/>
                  </a:lnTo>
                  <a:lnTo>
                    <a:pt x="2125108" y="2655555"/>
                  </a:lnTo>
                  <a:lnTo>
                    <a:pt x="2119857" y="2665880"/>
                  </a:lnTo>
                  <a:lnTo>
                    <a:pt x="2116023" y="2667468"/>
                  </a:lnTo>
                  <a:lnTo>
                    <a:pt x="2112509" y="2665880"/>
                  </a:lnTo>
                  <a:lnTo>
                    <a:pt x="2108457" y="2646074"/>
                  </a:lnTo>
                  <a:lnTo>
                    <a:pt x="2109615" y="2621726"/>
                  </a:lnTo>
                  <a:lnTo>
                    <a:pt x="2115294" y="2612620"/>
                  </a:lnTo>
                  <a:lnTo>
                    <a:pt x="2106571" y="2612378"/>
                  </a:lnTo>
                  <a:lnTo>
                    <a:pt x="2097533" y="2615846"/>
                  </a:lnTo>
                  <a:lnTo>
                    <a:pt x="2098856" y="2623962"/>
                  </a:lnTo>
                  <a:lnTo>
                    <a:pt x="2097579" y="2628420"/>
                  </a:lnTo>
                  <a:lnTo>
                    <a:pt x="2090995" y="2627276"/>
                  </a:lnTo>
                  <a:lnTo>
                    <a:pt x="2086003" y="2624425"/>
                  </a:lnTo>
                  <a:lnTo>
                    <a:pt x="2079229" y="2615979"/>
                  </a:lnTo>
                  <a:lnTo>
                    <a:pt x="2069989" y="2599862"/>
                  </a:lnTo>
                  <a:lnTo>
                    <a:pt x="2051033" y="2555460"/>
                  </a:lnTo>
                  <a:lnTo>
                    <a:pt x="2047338" y="2549198"/>
                  </a:lnTo>
                  <a:lnTo>
                    <a:pt x="2041070" y="2542645"/>
                  </a:lnTo>
                  <a:lnTo>
                    <a:pt x="2044021" y="2540606"/>
                  </a:lnTo>
                  <a:lnTo>
                    <a:pt x="2049406" y="2539400"/>
                  </a:lnTo>
                  <a:lnTo>
                    <a:pt x="2061576" y="2519409"/>
                  </a:lnTo>
                  <a:lnTo>
                    <a:pt x="2071136" y="2507330"/>
                  </a:lnTo>
                  <a:lnTo>
                    <a:pt x="2074309" y="2498973"/>
                  </a:lnTo>
                  <a:lnTo>
                    <a:pt x="2073756" y="2495398"/>
                  </a:lnTo>
                  <a:lnTo>
                    <a:pt x="2069529" y="2490203"/>
                  </a:lnTo>
                  <a:lnTo>
                    <a:pt x="2063979" y="2494744"/>
                  </a:lnTo>
                  <a:lnTo>
                    <a:pt x="2061601" y="2493448"/>
                  </a:lnTo>
                  <a:lnTo>
                    <a:pt x="2055359" y="2482970"/>
                  </a:lnTo>
                  <a:lnTo>
                    <a:pt x="2049395" y="2480011"/>
                  </a:lnTo>
                  <a:lnTo>
                    <a:pt x="2045240" y="2482278"/>
                  </a:lnTo>
                  <a:lnTo>
                    <a:pt x="2049623" y="2490864"/>
                  </a:lnTo>
                  <a:lnTo>
                    <a:pt x="2053560" y="2494052"/>
                  </a:lnTo>
                  <a:lnTo>
                    <a:pt x="2052036" y="2506536"/>
                  </a:lnTo>
                  <a:lnTo>
                    <a:pt x="2050444" y="2510601"/>
                  </a:lnTo>
                  <a:lnTo>
                    <a:pt x="2046755" y="2514189"/>
                  </a:lnTo>
                  <a:lnTo>
                    <a:pt x="2040993" y="2512277"/>
                  </a:lnTo>
                  <a:lnTo>
                    <a:pt x="2038078" y="2515364"/>
                  </a:lnTo>
                  <a:lnTo>
                    <a:pt x="2034647" y="2512112"/>
                  </a:lnTo>
                  <a:lnTo>
                    <a:pt x="2031231" y="2506625"/>
                  </a:lnTo>
                  <a:lnTo>
                    <a:pt x="2027427" y="2497595"/>
                  </a:lnTo>
                  <a:lnTo>
                    <a:pt x="2037478" y="2446767"/>
                  </a:lnTo>
                  <a:lnTo>
                    <a:pt x="2046780" y="2414380"/>
                  </a:lnTo>
                  <a:lnTo>
                    <a:pt x="2047845" y="2377433"/>
                  </a:lnTo>
                  <a:lnTo>
                    <a:pt x="2048537" y="2371959"/>
                  </a:lnTo>
                  <a:lnTo>
                    <a:pt x="2047752" y="2362141"/>
                  </a:lnTo>
                  <a:lnTo>
                    <a:pt x="2035277" y="2340804"/>
                  </a:lnTo>
                  <a:lnTo>
                    <a:pt x="1980122" y="2288737"/>
                  </a:lnTo>
                  <a:lnTo>
                    <a:pt x="1937374" y="2227081"/>
                  </a:lnTo>
                  <a:lnTo>
                    <a:pt x="1900348" y="2203953"/>
                  </a:lnTo>
                  <a:lnTo>
                    <a:pt x="1872256" y="2209033"/>
                  </a:lnTo>
                  <a:lnTo>
                    <a:pt x="1867393" y="2213682"/>
                  </a:lnTo>
                  <a:lnTo>
                    <a:pt x="1865305" y="2219759"/>
                  </a:lnTo>
                  <a:lnTo>
                    <a:pt x="1867068" y="2226637"/>
                  </a:lnTo>
                  <a:lnTo>
                    <a:pt x="1864515" y="2229501"/>
                  </a:lnTo>
                  <a:lnTo>
                    <a:pt x="1856975" y="2229139"/>
                  </a:lnTo>
                  <a:lnTo>
                    <a:pt x="1846820" y="2230739"/>
                  </a:lnTo>
                  <a:lnTo>
                    <a:pt x="1820305" y="2246971"/>
                  </a:lnTo>
                  <a:lnTo>
                    <a:pt x="1810951" y="2246374"/>
                  </a:lnTo>
                  <a:lnTo>
                    <a:pt x="1802455" y="2250578"/>
                  </a:lnTo>
                  <a:lnTo>
                    <a:pt x="1796094" y="2253727"/>
                  </a:lnTo>
                  <a:lnTo>
                    <a:pt x="1779506" y="2255442"/>
                  </a:lnTo>
                  <a:lnTo>
                    <a:pt x="1765439" y="2259043"/>
                  </a:lnTo>
                  <a:lnTo>
                    <a:pt x="1759362" y="2257093"/>
                  </a:lnTo>
                  <a:lnTo>
                    <a:pt x="1755398" y="2247682"/>
                  </a:lnTo>
                  <a:lnTo>
                    <a:pt x="1755398" y="2237940"/>
                  </a:lnTo>
                  <a:lnTo>
                    <a:pt x="1758613" y="2245408"/>
                  </a:lnTo>
                  <a:lnTo>
                    <a:pt x="1763589" y="2251251"/>
                  </a:lnTo>
                  <a:lnTo>
                    <a:pt x="1765868" y="2248914"/>
                  </a:lnTo>
                  <a:lnTo>
                    <a:pt x="1766721" y="2243745"/>
                  </a:lnTo>
                  <a:lnTo>
                    <a:pt x="1761770" y="2233616"/>
                  </a:lnTo>
                  <a:lnTo>
                    <a:pt x="1745822" y="2220604"/>
                  </a:lnTo>
                  <a:lnTo>
                    <a:pt x="1727673" y="2201597"/>
                  </a:lnTo>
                  <a:lnTo>
                    <a:pt x="1733208" y="2202226"/>
                  </a:lnTo>
                  <a:lnTo>
                    <a:pt x="1734608" y="2198155"/>
                  </a:lnTo>
                  <a:lnTo>
                    <a:pt x="1728981" y="2192815"/>
                  </a:lnTo>
                  <a:lnTo>
                    <a:pt x="1731358" y="2186642"/>
                  </a:lnTo>
                  <a:lnTo>
                    <a:pt x="1735322" y="2180158"/>
                  </a:lnTo>
                  <a:lnTo>
                    <a:pt x="1727663" y="2181130"/>
                  </a:lnTo>
                  <a:lnTo>
                    <a:pt x="1720790" y="2185670"/>
                  </a:lnTo>
                  <a:lnTo>
                    <a:pt x="1720563" y="2191278"/>
                  </a:lnTo>
                  <a:lnTo>
                    <a:pt x="1719203" y="2195736"/>
                  </a:lnTo>
                  <a:lnTo>
                    <a:pt x="1715503" y="2195088"/>
                  </a:lnTo>
                  <a:lnTo>
                    <a:pt x="1708635" y="2189569"/>
                  </a:lnTo>
                  <a:lnTo>
                    <a:pt x="1674823" y="2174208"/>
                  </a:lnTo>
                  <a:lnTo>
                    <a:pt x="1645264" y="2165546"/>
                  </a:lnTo>
                  <a:lnTo>
                    <a:pt x="1667950" y="2161647"/>
                  </a:lnTo>
                  <a:lnTo>
                    <a:pt x="1680254" y="2164676"/>
                  </a:lnTo>
                  <a:lnTo>
                    <a:pt x="1678787" y="2160027"/>
                  </a:lnTo>
                  <a:lnTo>
                    <a:pt x="1675826" y="2157075"/>
                  </a:lnTo>
                  <a:lnTo>
                    <a:pt x="1666121" y="2153334"/>
                  </a:lnTo>
                  <a:lnTo>
                    <a:pt x="1653759" y="2154757"/>
                  </a:lnTo>
                  <a:lnTo>
                    <a:pt x="1645951" y="2152998"/>
                  </a:lnTo>
                  <a:lnTo>
                    <a:pt x="1637967" y="2156706"/>
                  </a:lnTo>
                  <a:lnTo>
                    <a:pt x="1629218" y="2162218"/>
                  </a:lnTo>
                  <a:lnTo>
                    <a:pt x="1621430" y="2165057"/>
                  </a:lnTo>
                  <a:lnTo>
                    <a:pt x="1590951" y="2169026"/>
                  </a:lnTo>
                  <a:lnTo>
                    <a:pt x="1566234" y="2173332"/>
                  </a:lnTo>
                  <a:lnTo>
                    <a:pt x="1570197" y="2168785"/>
                  </a:lnTo>
                  <a:lnTo>
                    <a:pt x="1574424" y="2165863"/>
                  </a:lnTo>
                  <a:lnTo>
                    <a:pt x="1589028" y="2161418"/>
                  </a:lnTo>
                  <a:lnTo>
                    <a:pt x="1591214" y="2152178"/>
                  </a:lnTo>
                  <a:lnTo>
                    <a:pt x="1587783" y="2143281"/>
                  </a:lnTo>
                  <a:lnTo>
                    <a:pt x="1583938" y="2145415"/>
                  </a:lnTo>
                  <a:lnTo>
                    <a:pt x="1579902" y="2152369"/>
                  </a:lnTo>
                  <a:lnTo>
                    <a:pt x="1574952" y="2147358"/>
                  </a:lnTo>
                  <a:lnTo>
                    <a:pt x="1569469" y="2147384"/>
                  </a:lnTo>
                  <a:lnTo>
                    <a:pt x="1567980" y="2158446"/>
                  </a:lnTo>
                  <a:lnTo>
                    <a:pt x="1560952" y="2165863"/>
                  </a:lnTo>
                  <a:lnTo>
                    <a:pt x="1557779" y="2173332"/>
                  </a:lnTo>
                  <a:lnTo>
                    <a:pt x="1537170" y="2179180"/>
                  </a:lnTo>
                  <a:lnTo>
                    <a:pt x="1534530" y="2177231"/>
                  </a:lnTo>
                  <a:lnTo>
                    <a:pt x="1540560" y="2170137"/>
                  </a:lnTo>
                  <a:lnTo>
                    <a:pt x="1540080" y="2166194"/>
                  </a:lnTo>
                  <a:lnTo>
                    <a:pt x="1533202" y="2169578"/>
                  </a:lnTo>
                  <a:lnTo>
                    <a:pt x="1521667" y="2183022"/>
                  </a:lnTo>
                  <a:lnTo>
                    <a:pt x="1481059" y="2187423"/>
                  </a:lnTo>
                  <a:lnTo>
                    <a:pt x="1483276" y="2184368"/>
                  </a:lnTo>
                  <a:lnTo>
                    <a:pt x="1491849" y="2183759"/>
                  </a:lnTo>
                  <a:lnTo>
                    <a:pt x="1503885" y="2179504"/>
                  </a:lnTo>
                  <a:lnTo>
                    <a:pt x="1501451" y="2172341"/>
                  </a:lnTo>
                  <a:lnTo>
                    <a:pt x="1496810" y="2164466"/>
                  </a:lnTo>
                  <a:lnTo>
                    <a:pt x="1492526" y="2163590"/>
                  </a:lnTo>
                  <a:lnTo>
                    <a:pt x="1489700" y="2158973"/>
                  </a:lnTo>
                  <a:lnTo>
                    <a:pt x="1489839" y="2144425"/>
                  </a:lnTo>
                  <a:lnTo>
                    <a:pt x="1487100" y="2135921"/>
                  </a:lnTo>
                  <a:lnTo>
                    <a:pt x="1480491" y="2127171"/>
                  </a:lnTo>
                  <a:lnTo>
                    <a:pt x="1478258" y="2128853"/>
                  </a:lnTo>
                  <a:lnTo>
                    <a:pt x="1473395" y="2143815"/>
                  </a:lnTo>
                  <a:lnTo>
                    <a:pt x="1469354" y="2163438"/>
                  </a:lnTo>
                  <a:lnTo>
                    <a:pt x="1467354" y="2169775"/>
                  </a:lnTo>
                  <a:lnTo>
                    <a:pt x="1455314" y="2170220"/>
                  </a:lnTo>
                  <a:lnTo>
                    <a:pt x="1444658" y="2168880"/>
                  </a:lnTo>
                  <a:lnTo>
                    <a:pt x="1408442" y="2171236"/>
                  </a:lnTo>
                  <a:lnTo>
                    <a:pt x="1394913" y="2164587"/>
                  </a:lnTo>
                  <a:lnTo>
                    <a:pt x="1389301" y="2163311"/>
                  </a:lnTo>
                  <a:lnTo>
                    <a:pt x="1385885" y="2163463"/>
                  </a:lnTo>
                  <a:lnTo>
                    <a:pt x="1370134" y="2169559"/>
                  </a:lnTo>
                  <a:lnTo>
                    <a:pt x="1352186" y="2174227"/>
                  </a:lnTo>
                  <a:lnTo>
                    <a:pt x="1347959" y="2172760"/>
                  </a:lnTo>
                  <a:lnTo>
                    <a:pt x="1341929" y="2172544"/>
                  </a:lnTo>
                  <a:lnTo>
                    <a:pt x="1328916" y="2188433"/>
                  </a:lnTo>
                  <a:lnTo>
                    <a:pt x="1313573" y="2195869"/>
                  </a:lnTo>
                  <a:lnTo>
                    <a:pt x="1274862" y="2182501"/>
                  </a:lnTo>
                  <a:lnTo>
                    <a:pt x="1265234" y="2171750"/>
                  </a:lnTo>
                  <a:lnTo>
                    <a:pt x="1256687" y="2169451"/>
                  </a:lnTo>
                  <a:lnTo>
                    <a:pt x="1246176" y="2168124"/>
                  </a:lnTo>
                  <a:lnTo>
                    <a:pt x="1234884" y="2181352"/>
                  </a:lnTo>
                  <a:lnTo>
                    <a:pt x="1226306" y="2199203"/>
                  </a:lnTo>
                  <a:lnTo>
                    <a:pt x="1239861" y="2208989"/>
                  </a:lnTo>
                  <a:lnTo>
                    <a:pt x="1251462" y="2213669"/>
                  </a:lnTo>
                  <a:lnTo>
                    <a:pt x="1270635" y="2209745"/>
                  </a:lnTo>
                  <a:lnTo>
                    <a:pt x="1281234" y="2201083"/>
                  </a:lnTo>
                  <a:lnTo>
                    <a:pt x="1289890" y="2201368"/>
                  </a:lnTo>
                  <a:lnTo>
                    <a:pt x="1294029" y="2199609"/>
                  </a:lnTo>
                  <a:lnTo>
                    <a:pt x="1297806" y="2195088"/>
                  </a:lnTo>
                  <a:lnTo>
                    <a:pt x="1305207" y="2198657"/>
                  </a:lnTo>
                  <a:lnTo>
                    <a:pt x="1305470" y="2202232"/>
                  </a:lnTo>
                  <a:lnTo>
                    <a:pt x="1300215" y="2207268"/>
                  </a:lnTo>
                  <a:lnTo>
                    <a:pt x="1293595" y="2211510"/>
                  </a:lnTo>
                  <a:lnTo>
                    <a:pt x="1289579" y="2216508"/>
                  </a:lnTo>
                  <a:lnTo>
                    <a:pt x="1297135" y="2226580"/>
                  </a:lnTo>
                  <a:lnTo>
                    <a:pt x="1309000" y="2229964"/>
                  </a:lnTo>
                  <a:lnTo>
                    <a:pt x="1313465" y="2228504"/>
                  </a:lnTo>
                  <a:lnTo>
                    <a:pt x="1316229" y="2217181"/>
                  </a:lnTo>
                  <a:lnTo>
                    <a:pt x="1323526" y="2209891"/>
                  </a:lnTo>
                  <a:lnTo>
                    <a:pt x="1333443" y="2211466"/>
                  </a:lnTo>
                  <a:lnTo>
                    <a:pt x="1332032" y="2216038"/>
                  </a:lnTo>
                  <a:lnTo>
                    <a:pt x="1333422" y="2220356"/>
                  </a:lnTo>
                  <a:lnTo>
                    <a:pt x="1337980" y="2227729"/>
                  </a:lnTo>
                  <a:lnTo>
                    <a:pt x="1337458" y="2238290"/>
                  </a:lnTo>
                  <a:lnTo>
                    <a:pt x="1338342" y="2240836"/>
                  </a:lnTo>
                  <a:lnTo>
                    <a:pt x="1327655" y="2245497"/>
                  </a:lnTo>
                  <a:lnTo>
                    <a:pt x="1319692" y="2247079"/>
                  </a:lnTo>
                  <a:lnTo>
                    <a:pt x="1313320" y="2253181"/>
                  </a:lnTo>
                  <a:lnTo>
                    <a:pt x="1316658" y="2256725"/>
                  </a:lnTo>
                  <a:lnTo>
                    <a:pt x="1310168" y="2259837"/>
                  </a:lnTo>
                  <a:lnTo>
                    <a:pt x="1305780" y="2258592"/>
                  </a:lnTo>
                  <a:lnTo>
                    <a:pt x="1303574" y="2259741"/>
                  </a:lnTo>
                  <a:lnTo>
                    <a:pt x="1302912" y="2263488"/>
                  </a:lnTo>
                  <a:lnTo>
                    <a:pt x="1299558" y="2266968"/>
                  </a:lnTo>
                  <a:lnTo>
                    <a:pt x="1304437" y="2277453"/>
                  </a:lnTo>
                  <a:lnTo>
                    <a:pt x="1314436" y="2284298"/>
                  </a:lnTo>
                  <a:lnTo>
                    <a:pt x="1321490" y="2292878"/>
                  </a:lnTo>
                  <a:lnTo>
                    <a:pt x="1349851" y="2304175"/>
                  </a:lnTo>
                  <a:lnTo>
                    <a:pt x="1356724" y="2303851"/>
                  </a:lnTo>
                  <a:lnTo>
                    <a:pt x="1363488" y="2315225"/>
                  </a:lnTo>
                  <a:lnTo>
                    <a:pt x="1368940" y="2319136"/>
                  </a:lnTo>
                  <a:lnTo>
                    <a:pt x="1374191" y="2321124"/>
                  </a:lnTo>
                  <a:lnTo>
                    <a:pt x="1373591" y="2328948"/>
                  </a:lnTo>
                  <a:lnTo>
                    <a:pt x="1364263" y="2334676"/>
                  </a:lnTo>
                  <a:lnTo>
                    <a:pt x="1361742" y="2341509"/>
                  </a:lnTo>
                  <a:lnTo>
                    <a:pt x="1359395" y="2345351"/>
                  </a:lnTo>
                  <a:lnTo>
                    <a:pt x="1355189" y="2340486"/>
                  </a:lnTo>
                  <a:lnTo>
                    <a:pt x="1350869" y="2336962"/>
                  </a:lnTo>
                  <a:lnTo>
                    <a:pt x="1340869" y="2347681"/>
                  </a:lnTo>
                  <a:lnTo>
                    <a:pt x="1336048" y="2349936"/>
                  </a:lnTo>
                  <a:lnTo>
                    <a:pt x="1338440" y="2338378"/>
                  </a:lnTo>
                  <a:lnTo>
                    <a:pt x="1334663" y="2333850"/>
                  </a:lnTo>
                  <a:lnTo>
                    <a:pt x="1328952" y="2322261"/>
                  </a:lnTo>
                  <a:lnTo>
                    <a:pt x="1320632" y="2315091"/>
                  </a:lnTo>
                  <a:lnTo>
                    <a:pt x="1314772" y="2312716"/>
                  </a:lnTo>
                  <a:lnTo>
                    <a:pt x="1310209" y="2308182"/>
                  </a:lnTo>
                  <a:lnTo>
                    <a:pt x="1304685" y="2306347"/>
                  </a:lnTo>
                  <a:lnTo>
                    <a:pt x="1299972" y="2306817"/>
                  </a:lnTo>
                  <a:lnTo>
                    <a:pt x="1291993" y="2304175"/>
                  </a:lnTo>
                  <a:lnTo>
                    <a:pt x="1291466" y="2298009"/>
                  </a:lnTo>
                  <a:lnTo>
                    <a:pt x="1289254" y="2293392"/>
                  </a:lnTo>
                  <a:lnTo>
                    <a:pt x="1283011" y="2287943"/>
                  </a:lnTo>
                  <a:lnTo>
                    <a:pt x="1253183" y="2277649"/>
                  </a:lnTo>
                  <a:lnTo>
                    <a:pt x="1253002" y="2281910"/>
                  </a:lnTo>
                  <a:lnTo>
                    <a:pt x="1255069" y="2285117"/>
                  </a:lnTo>
                  <a:lnTo>
                    <a:pt x="1259353" y="2287251"/>
                  </a:lnTo>
                  <a:lnTo>
                    <a:pt x="1264480" y="2291404"/>
                  </a:lnTo>
                  <a:lnTo>
                    <a:pt x="1264433" y="2303705"/>
                  </a:lnTo>
                  <a:lnTo>
                    <a:pt x="1262216" y="2308912"/>
                  </a:lnTo>
                  <a:lnTo>
                    <a:pt x="1261265" y="2316330"/>
                  </a:lnTo>
                  <a:lnTo>
                    <a:pt x="1259291" y="2323868"/>
                  </a:lnTo>
                  <a:lnTo>
                    <a:pt x="1255643" y="2329811"/>
                  </a:lnTo>
                  <a:lnTo>
                    <a:pt x="1247499" y="2333863"/>
                  </a:lnTo>
                  <a:lnTo>
                    <a:pt x="1243907" y="2330472"/>
                  </a:lnTo>
                  <a:lnTo>
                    <a:pt x="1238099" y="2314240"/>
                  </a:lnTo>
                  <a:lnTo>
                    <a:pt x="1229887" y="2309128"/>
                  </a:lnTo>
                  <a:lnTo>
                    <a:pt x="1216839" y="2308525"/>
                  </a:lnTo>
                  <a:lnTo>
                    <a:pt x="1207976" y="2312195"/>
                  </a:lnTo>
                  <a:lnTo>
                    <a:pt x="1198317" y="2327919"/>
                  </a:lnTo>
                  <a:lnTo>
                    <a:pt x="1190535" y="2330491"/>
                  </a:lnTo>
                  <a:lnTo>
                    <a:pt x="1163895" y="2322343"/>
                  </a:lnTo>
                  <a:lnTo>
                    <a:pt x="1133478" y="2309928"/>
                  </a:lnTo>
                  <a:lnTo>
                    <a:pt x="1134263" y="2305794"/>
                  </a:lnTo>
                  <a:lnTo>
                    <a:pt x="1139049" y="2304467"/>
                  </a:lnTo>
                  <a:lnTo>
                    <a:pt x="1148227" y="2306163"/>
                  </a:lnTo>
                  <a:lnTo>
                    <a:pt x="1147741" y="2301902"/>
                  </a:lnTo>
                  <a:lnTo>
                    <a:pt x="1138361" y="2288032"/>
                  </a:lnTo>
                  <a:lnTo>
                    <a:pt x="1136641" y="2281771"/>
                  </a:lnTo>
                  <a:lnTo>
                    <a:pt x="1137850" y="2274131"/>
                  </a:lnTo>
                  <a:lnTo>
                    <a:pt x="1134791" y="2274303"/>
                  </a:lnTo>
                  <a:lnTo>
                    <a:pt x="1129158" y="2280717"/>
                  </a:lnTo>
                  <a:lnTo>
                    <a:pt x="1109763" y="2275281"/>
                  </a:lnTo>
                  <a:lnTo>
                    <a:pt x="1104410" y="2268784"/>
                  </a:lnTo>
                  <a:lnTo>
                    <a:pt x="1093015" y="2250476"/>
                  </a:lnTo>
                  <a:lnTo>
                    <a:pt x="1076933" y="2249879"/>
                  </a:lnTo>
                  <a:lnTo>
                    <a:pt x="1069657" y="2238779"/>
                  </a:lnTo>
                  <a:lnTo>
                    <a:pt x="1056515" y="2243427"/>
                  </a:lnTo>
                  <a:lnTo>
                    <a:pt x="1049859" y="2248571"/>
                  </a:lnTo>
                  <a:lnTo>
                    <a:pt x="1044009" y="2256541"/>
                  </a:lnTo>
                  <a:lnTo>
                    <a:pt x="1046288" y="2260675"/>
                  </a:lnTo>
                  <a:lnTo>
                    <a:pt x="1052117" y="2267241"/>
                  </a:lnTo>
                  <a:lnTo>
                    <a:pt x="1049456" y="2270410"/>
                  </a:lnTo>
                  <a:lnTo>
                    <a:pt x="1030744" y="2275090"/>
                  </a:lnTo>
                  <a:lnTo>
                    <a:pt x="987304" y="2269857"/>
                  </a:lnTo>
                  <a:lnTo>
                    <a:pt x="974601" y="2264968"/>
                  </a:lnTo>
                  <a:lnTo>
                    <a:pt x="957553" y="2254629"/>
                  </a:lnTo>
                  <a:lnTo>
                    <a:pt x="933921" y="2246202"/>
                  </a:lnTo>
                  <a:lnTo>
                    <a:pt x="922542" y="2244843"/>
                  </a:lnTo>
                  <a:lnTo>
                    <a:pt x="911400" y="2246513"/>
                  </a:lnTo>
                  <a:lnTo>
                    <a:pt x="878978" y="2247377"/>
                  </a:lnTo>
                  <a:lnTo>
                    <a:pt x="871454" y="2249619"/>
                  </a:lnTo>
                  <a:lnTo>
                    <a:pt x="865046" y="2253200"/>
                  </a:lnTo>
                  <a:lnTo>
                    <a:pt x="860891" y="2249238"/>
                  </a:lnTo>
                  <a:lnTo>
                    <a:pt x="858968" y="2242163"/>
                  </a:lnTo>
                  <a:lnTo>
                    <a:pt x="862731" y="2241014"/>
                  </a:lnTo>
                  <a:lnTo>
                    <a:pt x="866916" y="2236854"/>
                  </a:lnTo>
                  <a:lnTo>
                    <a:pt x="870694" y="2228631"/>
                  </a:lnTo>
                  <a:lnTo>
                    <a:pt x="871123" y="2223658"/>
                  </a:lnTo>
                  <a:lnTo>
                    <a:pt x="868482" y="2220413"/>
                  </a:lnTo>
                  <a:lnTo>
                    <a:pt x="863459" y="2220089"/>
                  </a:lnTo>
                  <a:lnTo>
                    <a:pt x="852364" y="2241516"/>
                  </a:lnTo>
                  <a:lnTo>
                    <a:pt x="858705" y="2253524"/>
                  </a:lnTo>
                  <a:lnTo>
                    <a:pt x="858271" y="2257855"/>
                  </a:lnTo>
                  <a:lnTo>
                    <a:pt x="836132" y="2260319"/>
                  </a:lnTo>
                  <a:lnTo>
                    <a:pt x="785881" y="2284495"/>
                  </a:lnTo>
                  <a:lnTo>
                    <a:pt x="766285" y="2297532"/>
                  </a:lnTo>
                  <a:lnTo>
                    <a:pt x="767288" y="2293144"/>
                  </a:lnTo>
                  <a:lnTo>
                    <a:pt x="790982" y="2276246"/>
                  </a:lnTo>
                  <a:lnTo>
                    <a:pt x="782615" y="2273661"/>
                  </a:lnTo>
                  <a:lnTo>
                    <a:pt x="769143" y="2277884"/>
                  </a:lnTo>
                  <a:lnTo>
                    <a:pt x="764311" y="2276259"/>
                  </a:lnTo>
                  <a:lnTo>
                    <a:pt x="770016" y="2262288"/>
                  </a:lnTo>
                  <a:lnTo>
                    <a:pt x="768156" y="2249968"/>
                  </a:lnTo>
                  <a:lnTo>
                    <a:pt x="758591" y="2249631"/>
                  </a:lnTo>
                  <a:lnTo>
                    <a:pt x="752498" y="2259468"/>
                  </a:lnTo>
                  <a:lnTo>
                    <a:pt x="748265" y="2259049"/>
                  </a:lnTo>
                  <a:lnTo>
                    <a:pt x="742720" y="2254832"/>
                  </a:lnTo>
                  <a:lnTo>
                    <a:pt x="738426" y="2256166"/>
                  </a:lnTo>
                  <a:lnTo>
                    <a:pt x="741604" y="2278456"/>
                  </a:lnTo>
                  <a:lnTo>
                    <a:pt x="747630" y="2287626"/>
                  </a:lnTo>
                  <a:lnTo>
                    <a:pt x="752668" y="2299317"/>
                  </a:lnTo>
                  <a:lnTo>
                    <a:pt x="738907" y="2313764"/>
                  </a:lnTo>
                  <a:lnTo>
                    <a:pt x="726127" y="2325684"/>
                  </a:lnTo>
                  <a:lnTo>
                    <a:pt x="724742" y="2337203"/>
                  </a:lnTo>
                  <a:lnTo>
                    <a:pt x="711900" y="2352209"/>
                  </a:lnTo>
                  <a:lnTo>
                    <a:pt x="699818" y="2360719"/>
                  </a:lnTo>
                  <a:lnTo>
                    <a:pt x="671432" y="2380723"/>
                  </a:lnTo>
                  <a:lnTo>
                    <a:pt x="663334" y="2385003"/>
                  </a:lnTo>
                  <a:lnTo>
                    <a:pt x="650523" y="2394287"/>
                  </a:lnTo>
                  <a:lnTo>
                    <a:pt x="632849" y="2401247"/>
                  </a:lnTo>
                  <a:lnTo>
                    <a:pt x="615904" y="2412297"/>
                  </a:lnTo>
                  <a:lnTo>
                    <a:pt x="610189" y="2413973"/>
                  </a:lnTo>
                  <a:lnTo>
                    <a:pt x="621010" y="2404619"/>
                  </a:lnTo>
                  <a:lnTo>
                    <a:pt x="633842" y="2395379"/>
                  </a:lnTo>
                  <a:lnTo>
                    <a:pt x="622834" y="2396643"/>
                  </a:lnTo>
                  <a:lnTo>
                    <a:pt x="605869" y="2392363"/>
                  </a:lnTo>
                  <a:lnTo>
                    <a:pt x="595487" y="2392115"/>
                  </a:lnTo>
                  <a:lnTo>
                    <a:pt x="595414" y="2395487"/>
                  </a:lnTo>
                  <a:lnTo>
                    <a:pt x="587518" y="2400250"/>
                  </a:lnTo>
                  <a:lnTo>
                    <a:pt x="579338" y="2393252"/>
                  </a:lnTo>
                  <a:lnTo>
                    <a:pt x="575772" y="2388546"/>
                  </a:lnTo>
                  <a:lnTo>
                    <a:pt x="574082" y="2384482"/>
                  </a:lnTo>
                  <a:lnTo>
                    <a:pt x="570609" y="2383498"/>
                  </a:lnTo>
                  <a:lnTo>
                    <a:pt x="567271" y="2385384"/>
                  </a:lnTo>
                  <a:lnTo>
                    <a:pt x="579482" y="2414005"/>
                  </a:lnTo>
                  <a:lnTo>
                    <a:pt x="584686" y="2415243"/>
                  </a:lnTo>
                  <a:lnTo>
                    <a:pt x="590443" y="2418088"/>
                  </a:lnTo>
                  <a:lnTo>
                    <a:pt x="583275" y="2424756"/>
                  </a:lnTo>
                  <a:lnTo>
                    <a:pt x="575560" y="2429817"/>
                  </a:lnTo>
                  <a:lnTo>
                    <a:pt x="563426" y="2433177"/>
                  </a:lnTo>
                  <a:lnTo>
                    <a:pt x="553142" y="2422730"/>
                  </a:lnTo>
                  <a:lnTo>
                    <a:pt x="550915" y="2435838"/>
                  </a:lnTo>
                  <a:lnTo>
                    <a:pt x="549613" y="2448926"/>
                  </a:lnTo>
                  <a:lnTo>
                    <a:pt x="546161" y="2452285"/>
                  </a:lnTo>
                  <a:lnTo>
                    <a:pt x="540647" y="2457073"/>
                  </a:lnTo>
                  <a:lnTo>
                    <a:pt x="537655" y="2453460"/>
                  </a:lnTo>
                  <a:lnTo>
                    <a:pt x="536234" y="2448399"/>
                  </a:lnTo>
                  <a:lnTo>
                    <a:pt x="532704" y="2452914"/>
                  </a:lnTo>
                  <a:lnTo>
                    <a:pt x="527536" y="2456305"/>
                  </a:lnTo>
                  <a:lnTo>
                    <a:pt x="519010" y="2456984"/>
                  </a:lnTo>
                  <a:lnTo>
                    <a:pt x="512612" y="2458794"/>
                  </a:lnTo>
                  <a:lnTo>
                    <a:pt x="512762" y="2464217"/>
                  </a:lnTo>
                  <a:lnTo>
                    <a:pt x="514224" y="2469666"/>
                  </a:lnTo>
                  <a:lnTo>
                    <a:pt x="525542" y="2465361"/>
                  </a:lnTo>
                  <a:lnTo>
                    <a:pt x="521438" y="2479376"/>
                  </a:lnTo>
                  <a:lnTo>
                    <a:pt x="511031" y="2493226"/>
                  </a:lnTo>
                  <a:lnTo>
                    <a:pt x="502550" y="2496497"/>
                  </a:lnTo>
                  <a:lnTo>
                    <a:pt x="489579" y="2494471"/>
                  </a:lnTo>
                  <a:lnTo>
                    <a:pt x="486375" y="2495861"/>
                  </a:lnTo>
                  <a:lnTo>
                    <a:pt x="483507" y="2498738"/>
                  </a:lnTo>
                  <a:lnTo>
                    <a:pt x="498618" y="2520406"/>
                  </a:lnTo>
                  <a:lnTo>
                    <a:pt x="488908" y="2553085"/>
                  </a:lnTo>
                  <a:lnTo>
                    <a:pt x="482701" y="2564928"/>
                  </a:lnTo>
                  <a:lnTo>
                    <a:pt x="478396" y="2566446"/>
                  </a:lnTo>
                  <a:lnTo>
                    <a:pt x="473730" y="2566789"/>
                  </a:lnTo>
                  <a:lnTo>
                    <a:pt x="456981" y="2556260"/>
                  </a:lnTo>
                  <a:lnTo>
                    <a:pt x="447845" y="2548119"/>
                  </a:lnTo>
                  <a:lnTo>
                    <a:pt x="455896" y="2570275"/>
                  </a:lnTo>
                  <a:lnTo>
                    <a:pt x="477833" y="2576746"/>
                  </a:lnTo>
                  <a:lnTo>
                    <a:pt x="478955" y="2585129"/>
                  </a:lnTo>
                  <a:lnTo>
                    <a:pt x="478831" y="2592292"/>
                  </a:lnTo>
                  <a:lnTo>
                    <a:pt x="474510" y="2600700"/>
                  </a:lnTo>
                  <a:lnTo>
                    <a:pt x="470469" y="2611870"/>
                  </a:lnTo>
                  <a:lnTo>
                    <a:pt x="473451" y="2619650"/>
                  </a:lnTo>
                  <a:lnTo>
                    <a:pt x="476913" y="2638885"/>
                  </a:lnTo>
                  <a:lnTo>
                    <a:pt x="479874" y="2647712"/>
                  </a:lnTo>
                  <a:lnTo>
                    <a:pt x="483130" y="2674492"/>
                  </a:lnTo>
                  <a:lnTo>
                    <a:pt x="486592" y="2686106"/>
                  </a:lnTo>
                  <a:lnTo>
                    <a:pt x="506535" y="2728851"/>
                  </a:lnTo>
                  <a:lnTo>
                    <a:pt x="513258" y="2729181"/>
                  </a:lnTo>
                  <a:lnTo>
                    <a:pt x="514338" y="2733811"/>
                  </a:lnTo>
                  <a:lnTo>
                    <a:pt x="513697" y="2742688"/>
                  </a:lnTo>
                  <a:lnTo>
                    <a:pt x="499352" y="2745273"/>
                  </a:lnTo>
                  <a:lnTo>
                    <a:pt x="493331" y="2749229"/>
                  </a:lnTo>
                  <a:lnTo>
                    <a:pt x="492158" y="2752665"/>
                  </a:lnTo>
                  <a:lnTo>
                    <a:pt x="491269" y="2754519"/>
                  </a:lnTo>
                  <a:lnTo>
                    <a:pt x="489419" y="2754348"/>
                  </a:lnTo>
                  <a:lnTo>
                    <a:pt x="482577" y="2751877"/>
                  </a:lnTo>
                  <a:lnTo>
                    <a:pt x="467022" y="2739735"/>
                  </a:lnTo>
                  <a:lnTo>
                    <a:pt x="444357" y="2732210"/>
                  </a:lnTo>
                  <a:lnTo>
                    <a:pt x="414575" y="2729295"/>
                  </a:lnTo>
                  <a:lnTo>
                    <a:pt x="394230" y="2723218"/>
                  </a:lnTo>
                  <a:lnTo>
                    <a:pt x="383321" y="2713959"/>
                  </a:lnTo>
                  <a:lnTo>
                    <a:pt x="371916" y="2708473"/>
                  </a:lnTo>
                  <a:lnTo>
                    <a:pt x="360019" y="2706745"/>
                  </a:lnTo>
                  <a:lnTo>
                    <a:pt x="350165" y="2701722"/>
                  </a:lnTo>
                  <a:lnTo>
                    <a:pt x="342351" y="2693403"/>
                  </a:lnTo>
                  <a:lnTo>
                    <a:pt x="330925" y="2688094"/>
                  </a:lnTo>
                  <a:lnTo>
                    <a:pt x="315887" y="2685789"/>
                  </a:lnTo>
                  <a:lnTo>
                    <a:pt x="306099" y="2679553"/>
                  </a:lnTo>
                  <a:lnTo>
                    <a:pt x="299293" y="2664306"/>
                  </a:lnTo>
                  <a:lnTo>
                    <a:pt x="299262" y="2664077"/>
                  </a:lnTo>
                  <a:lnTo>
                    <a:pt x="293170" y="2638586"/>
                  </a:lnTo>
                  <a:lnTo>
                    <a:pt x="285496" y="2622615"/>
                  </a:lnTo>
                  <a:lnTo>
                    <a:pt x="270561" y="2602853"/>
                  </a:lnTo>
                  <a:lnTo>
                    <a:pt x="269186" y="2600249"/>
                  </a:lnTo>
                  <a:lnTo>
                    <a:pt x="269062" y="2596998"/>
                  </a:lnTo>
                  <a:lnTo>
                    <a:pt x="270912" y="2585497"/>
                  </a:lnTo>
                  <a:lnTo>
                    <a:pt x="269336" y="2577229"/>
                  </a:lnTo>
                  <a:lnTo>
                    <a:pt x="264608" y="2570491"/>
                  </a:lnTo>
                  <a:lnTo>
                    <a:pt x="263522" y="2563360"/>
                  </a:lnTo>
                  <a:lnTo>
                    <a:pt x="266086" y="2555854"/>
                  </a:lnTo>
                  <a:lnTo>
                    <a:pt x="266251" y="2546836"/>
                  </a:lnTo>
                  <a:lnTo>
                    <a:pt x="264024" y="2536307"/>
                  </a:lnTo>
                  <a:lnTo>
                    <a:pt x="254500" y="2524921"/>
                  </a:lnTo>
                  <a:lnTo>
                    <a:pt x="237679" y="2512690"/>
                  </a:lnTo>
                  <a:lnTo>
                    <a:pt x="223349" y="2494826"/>
                  </a:lnTo>
                  <a:lnTo>
                    <a:pt x="211520" y="2471343"/>
                  </a:lnTo>
                  <a:lnTo>
                    <a:pt x="199820" y="2455073"/>
                  </a:lnTo>
                  <a:lnTo>
                    <a:pt x="188249" y="2446011"/>
                  </a:lnTo>
                  <a:lnTo>
                    <a:pt x="180338" y="2434949"/>
                  </a:lnTo>
                  <a:lnTo>
                    <a:pt x="176079" y="2421886"/>
                  </a:lnTo>
                  <a:lnTo>
                    <a:pt x="174824" y="2414303"/>
                  </a:lnTo>
                  <a:lnTo>
                    <a:pt x="176560" y="2412208"/>
                  </a:lnTo>
                  <a:lnTo>
                    <a:pt x="169449" y="2397684"/>
                  </a:lnTo>
                  <a:lnTo>
                    <a:pt x="153491" y="2370746"/>
                  </a:lnTo>
                  <a:lnTo>
                    <a:pt x="144324" y="2351047"/>
                  </a:lnTo>
                  <a:lnTo>
                    <a:pt x="141962" y="2338594"/>
                  </a:lnTo>
                  <a:lnTo>
                    <a:pt x="131807" y="2323772"/>
                  </a:lnTo>
                  <a:lnTo>
                    <a:pt x="113865" y="2306582"/>
                  </a:lnTo>
                  <a:lnTo>
                    <a:pt x="104108" y="2295399"/>
                  </a:lnTo>
                  <a:lnTo>
                    <a:pt x="101711" y="2287632"/>
                  </a:lnTo>
                  <a:lnTo>
                    <a:pt x="73712" y="2265044"/>
                  </a:lnTo>
                  <a:lnTo>
                    <a:pt x="65578" y="2250933"/>
                  </a:lnTo>
                  <a:lnTo>
                    <a:pt x="59227" y="2246475"/>
                  </a:lnTo>
                  <a:lnTo>
                    <a:pt x="51935" y="2246958"/>
                  </a:lnTo>
                  <a:lnTo>
                    <a:pt x="48194" y="2245605"/>
                  </a:lnTo>
                  <a:lnTo>
                    <a:pt x="48008" y="2242417"/>
                  </a:lnTo>
                  <a:lnTo>
                    <a:pt x="45646" y="2242265"/>
                  </a:lnTo>
                  <a:lnTo>
                    <a:pt x="41104" y="2245161"/>
                  </a:lnTo>
                  <a:lnTo>
                    <a:pt x="26210" y="2245745"/>
                  </a:lnTo>
                  <a:lnTo>
                    <a:pt x="961" y="2244024"/>
                  </a:lnTo>
                  <a:lnTo>
                    <a:pt x="0" y="2243821"/>
                  </a:lnTo>
                  <a:lnTo>
                    <a:pt x="0" y="0"/>
                  </a:lnTo>
                  <a:lnTo>
                    <a:pt x="1773799" y="0"/>
                  </a:lnTo>
                  <a:lnTo>
                    <a:pt x="1791779" y="9112"/>
                  </a:lnTo>
                  <a:lnTo>
                    <a:pt x="1812321" y="19521"/>
                  </a:lnTo>
                  <a:lnTo>
                    <a:pt x="1817499" y="36825"/>
                  </a:lnTo>
                  <a:lnTo>
                    <a:pt x="1822542" y="53673"/>
                  </a:lnTo>
                  <a:lnTo>
                    <a:pt x="1834568" y="65904"/>
                  </a:lnTo>
                  <a:lnTo>
                    <a:pt x="1845575" y="77074"/>
                  </a:lnTo>
                  <a:lnTo>
                    <a:pt x="1851947" y="76490"/>
                  </a:lnTo>
                  <a:lnTo>
                    <a:pt x="1858412" y="71772"/>
                  </a:lnTo>
                  <a:lnTo>
                    <a:pt x="1862515" y="69498"/>
                  </a:lnTo>
                  <a:lnTo>
                    <a:pt x="1869393" y="69123"/>
                  </a:lnTo>
                  <a:lnTo>
                    <a:pt x="1884690" y="65085"/>
                  </a:lnTo>
                  <a:lnTo>
                    <a:pt x="1889211" y="65967"/>
                  </a:lnTo>
                  <a:lnTo>
                    <a:pt x="1891780" y="67987"/>
                  </a:lnTo>
                  <a:lnTo>
                    <a:pt x="1891992" y="71149"/>
                  </a:lnTo>
                  <a:lnTo>
                    <a:pt x="1891470" y="73664"/>
                  </a:lnTo>
                  <a:lnTo>
                    <a:pt x="1889103" y="78713"/>
                  </a:lnTo>
                  <a:lnTo>
                    <a:pt x="1892839" y="88333"/>
                  </a:lnTo>
                  <a:lnTo>
                    <a:pt x="1893625" y="99021"/>
                  </a:lnTo>
                  <a:lnTo>
                    <a:pt x="1895676" y="107099"/>
                  </a:lnTo>
                  <a:lnTo>
                    <a:pt x="1901939" y="117437"/>
                  </a:lnTo>
                  <a:lnTo>
                    <a:pt x="1907381" y="125515"/>
                  </a:lnTo>
                  <a:lnTo>
                    <a:pt x="1914233" y="127077"/>
                  </a:lnTo>
                  <a:lnTo>
                    <a:pt x="1930093" y="122372"/>
                  </a:lnTo>
                  <a:lnTo>
                    <a:pt x="1940031" y="120593"/>
                  </a:lnTo>
                  <a:lnTo>
                    <a:pt x="1945674" y="121362"/>
                  </a:lnTo>
                  <a:lnTo>
                    <a:pt x="1955327" y="128925"/>
                  </a:lnTo>
                  <a:lnTo>
                    <a:pt x="1960050" y="133472"/>
                  </a:lnTo>
                  <a:lnTo>
                    <a:pt x="1961177" y="137250"/>
                  </a:lnTo>
                  <a:lnTo>
                    <a:pt x="1948139" y="160340"/>
                  </a:lnTo>
                  <a:lnTo>
                    <a:pt x="1968815" y="171797"/>
                  </a:lnTo>
                  <a:lnTo>
                    <a:pt x="1991889" y="184320"/>
                  </a:lnTo>
                  <a:lnTo>
                    <a:pt x="2019402" y="199249"/>
                  </a:lnTo>
                  <a:lnTo>
                    <a:pt x="2036223" y="208388"/>
                  </a:lnTo>
                  <a:lnTo>
                    <a:pt x="2058377" y="221438"/>
                  </a:lnTo>
                  <a:lnTo>
                    <a:pt x="2062170" y="240032"/>
                  </a:lnTo>
                  <a:lnTo>
                    <a:pt x="2065364" y="255723"/>
                  </a:lnTo>
                  <a:lnTo>
                    <a:pt x="2069436" y="277600"/>
                  </a:lnTo>
                  <a:lnTo>
                    <a:pt x="2073585" y="299916"/>
                  </a:lnTo>
                  <a:lnTo>
                    <a:pt x="2077725" y="322148"/>
                  </a:lnTo>
                  <a:lnTo>
                    <a:pt x="2082112" y="345746"/>
                  </a:lnTo>
                  <a:lnTo>
                    <a:pt x="2086934" y="371669"/>
                  </a:lnTo>
                  <a:lnTo>
                    <a:pt x="2091218" y="394676"/>
                  </a:lnTo>
                  <a:lnTo>
                    <a:pt x="2095894" y="419792"/>
                  </a:lnTo>
                  <a:lnTo>
                    <a:pt x="2102111" y="452477"/>
                  </a:lnTo>
                  <a:lnTo>
                    <a:pt x="2096551" y="465070"/>
                  </a:lnTo>
                  <a:lnTo>
                    <a:pt x="2084443" y="492491"/>
                  </a:lnTo>
                  <a:lnTo>
                    <a:pt x="2073498" y="517277"/>
                  </a:lnTo>
                  <a:lnTo>
                    <a:pt x="2072541" y="524465"/>
                  </a:lnTo>
                  <a:lnTo>
                    <a:pt x="2065017" y="560606"/>
                  </a:lnTo>
                  <a:lnTo>
                    <a:pt x="2058987" y="575535"/>
                  </a:lnTo>
                  <a:lnTo>
                    <a:pt x="2048424" y="584204"/>
                  </a:lnTo>
                  <a:lnTo>
                    <a:pt x="2037938" y="592605"/>
                  </a:lnTo>
                  <a:lnTo>
                    <a:pt x="2024859" y="606684"/>
                  </a:lnTo>
                  <a:lnTo>
                    <a:pt x="2010472" y="613638"/>
                  </a:lnTo>
                  <a:lnTo>
                    <a:pt x="2003123" y="617727"/>
                  </a:lnTo>
                  <a:lnTo>
                    <a:pt x="1999273" y="624179"/>
                  </a:lnTo>
                  <a:lnTo>
                    <a:pt x="1995026" y="638322"/>
                  </a:lnTo>
                  <a:lnTo>
                    <a:pt x="1995842" y="659919"/>
                  </a:lnTo>
                  <a:lnTo>
                    <a:pt x="2007692" y="678507"/>
                  </a:lnTo>
                  <a:lnTo>
                    <a:pt x="2025024" y="688902"/>
                  </a:lnTo>
                  <a:lnTo>
                    <a:pt x="2043669" y="699025"/>
                  </a:lnTo>
                  <a:lnTo>
                    <a:pt x="2070232" y="699069"/>
                  </a:lnTo>
                  <a:lnTo>
                    <a:pt x="2094122" y="685562"/>
                  </a:lnTo>
                  <a:lnTo>
                    <a:pt x="2119433" y="671255"/>
                  </a:lnTo>
                  <a:lnTo>
                    <a:pt x="2142001" y="658497"/>
                  </a:lnTo>
                  <a:lnTo>
                    <a:pt x="2168842" y="643326"/>
                  </a:lnTo>
                  <a:lnTo>
                    <a:pt x="2193151" y="629577"/>
                  </a:lnTo>
                  <a:lnTo>
                    <a:pt x="2219548" y="624637"/>
                  </a:lnTo>
                  <a:lnTo>
                    <a:pt x="2256125" y="617797"/>
                  </a:lnTo>
                  <a:lnTo>
                    <a:pt x="2302169" y="609180"/>
                  </a:lnTo>
                  <a:lnTo>
                    <a:pt x="2324587" y="599368"/>
                  </a:lnTo>
                  <a:lnTo>
                    <a:pt x="2353557" y="586687"/>
                  </a:lnTo>
                  <a:lnTo>
                    <a:pt x="2386977" y="572055"/>
                  </a:lnTo>
                  <a:lnTo>
                    <a:pt x="2415818" y="559431"/>
                  </a:lnTo>
                  <a:lnTo>
                    <a:pt x="2430319" y="552433"/>
                  </a:lnTo>
                  <a:lnTo>
                    <a:pt x="2440633" y="544450"/>
                  </a:lnTo>
                  <a:lnTo>
                    <a:pt x="2443191" y="538544"/>
                  </a:lnTo>
                  <a:lnTo>
                    <a:pt x="2442582" y="535153"/>
                  </a:lnTo>
                  <a:lnTo>
                    <a:pt x="2439920" y="531756"/>
                  </a:lnTo>
                  <a:lnTo>
                    <a:pt x="2436241" y="529247"/>
                  </a:lnTo>
                  <a:lnTo>
                    <a:pt x="2432970" y="527114"/>
                  </a:lnTo>
                  <a:lnTo>
                    <a:pt x="2431435" y="524472"/>
                  </a:lnTo>
                  <a:lnTo>
                    <a:pt x="2431130" y="518693"/>
                  </a:lnTo>
                  <a:lnTo>
                    <a:pt x="2429125" y="515372"/>
                  </a:lnTo>
                  <a:lnTo>
                    <a:pt x="2427213" y="512927"/>
                  </a:lnTo>
                  <a:lnTo>
                    <a:pt x="2427936" y="490561"/>
                  </a:lnTo>
                  <a:lnTo>
                    <a:pt x="2425414" y="483626"/>
                  </a:lnTo>
                  <a:lnTo>
                    <a:pt x="2416014" y="466048"/>
                  </a:lnTo>
                  <a:lnTo>
                    <a:pt x="2433941" y="458167"/>
                  </a:lnTo>
                  <a:lnTo>
                    <a:pt x="2450550" y="450858"/>
                  </a:lnTo>
                  <a:lnTo>
                    <a:pt x="2463795" y="445448"/>
                  </a:lnTo>
                  <a:lnTo>
                    <a:pt x="2491541" y="444597"/>
                  </a:lnTo>
                  <a:lnTo>
                    <a:pt x="2517307" y="444705"/>
                  </a:lnTo>
                  <a:lnTo>
                    <a:pt x="2552820" y="444851"/>
                  </a:lnTo>
                  <a:lnTo>
                    <a:pt x="2582741" y="444971"/>
                  </a:lnTo>
                  <a:lnTo>
                    <a:pt x="2617649" y="445117"/>
                  </a:lnTo>
                  <a:lnTo>
                    <a:pt x="2638113" y="445200"/>
                  </a:lnTo>
                  <a:lnTo>
                    <a:pt x="2664928" y="444946"/>
                  </a:lnTo>
                  <a:lnTo>
                    <a:pt x="2677997" y="424656"/>
                  </a:lnTo>
                  <a:lnTo>
                    <a:pt x="2689676" y="406513"/>
                  </a:lnTo>
                  <a:lnTo>
                    <a:pt x="2702539" y="389177"/>
                  </a:lnTo>
                  <a:lnTo>
                    <a:pt x="2725406" y="368824"/>
                  </a:lnTo>
                  <a:lnTo>
                    <a:pt x="2732047" y="365166"/>
                  </a:lnTo>
                  <a:lnTo>
                    <a:pt x="2735710" y="357139"/>
                  </a:lnTo>
                  <a:lnTo>
                    <a:pt x="2749570" y="349512"/>
                  </a:lnTo>
                  <a:lnTo>
                    <a:pt x="2764841" y="342438"/>
                  </a:lnTo>
                  <a:lnTo>
                    <a:pt x="2770830" y="335802"/>
                  </a:lnTo>
                  <a:lnTo>
                    <a:pt x="2773729" y="332023"/>
                  </a:lnTo>
                  <a:lnTo>
                    <a:pt x="2815076" y="296232"/>
                  </a:lnTo>
                  <a:lnTo>
                    <a:pt x="2838559" y="279702"/>
                  </a:lnTo>
                  <a:lnTo>
                    <a:pt x="2857953" y="270501"/>
                  </a:lnTo>
                  <a:lnTo>
                    <a:pt x="2872717" y="266106"/>
                  </a:lnTo>
                  <a:lnTo>
                    <a:pt x="2882686" y="266735"/>
                  </a:lnTo>
                  <a:lnTo>
                    <a:pt x="2888355" y="2661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g3868"/>
            <p:cNvSpPr/>
            <p:nvPr/>
          </p:nvSpPr>
          <p:spPr>
            <a:xfrm>
              <a:off x="5359282" y="3307053"/>
              <a:ext cx="225302" cy="75760"/>
            </a:xfrm>
            <a:custGeom>
              <a:avLst/>
              <a:gdLst/>
              <a:ahLst/>
              <a:cxnLst/>
              <a:rect l="0" t="0" r="0" b="0"/>
              <a:pathLst>
                <a:path w="225302" h="75760">
                  <a:moveTo>
                    <a:pt x="153584" y="30132"/>
                  </a:moveTo>
                  <a:lnTo>
                    <a:pt x="160385" y="30983"/>
                  </a:lnTo>
                  <a:lnTo>
                    <a:pt x="166235" y="28513"/>
                  </a:lnTo>
                  <a:lnTo>
                    <a:pt x="171775" y="23521"/>
                  </a:lnTo>
                  <a:lnTo>
                    <a:pt x="184637" y="16771"/>
                  </a:lnTo>
                  <a:lnTo>
                    <a:pt x="195598" y="13818"/>
                  </a:lnTo>
                  <a:lnTo>
                    <a:pt x="199050" y="13208"/>
                  </a:lnTo>
                  <a:lnTo>
                    <a:pt x="204275" y="17946"/>
                  </a:lnTo>
                  <a:lnTo>
                    <a:pt x="214641" y="14142"/>
                  </a:lnTo>
                  <a:lnTo>
                    <a:pt x="225302" y="12008"/>
                  </a:lnTo>
                  <a:lnTo>
                    <a:pt x="179185" y="33669"/>
                  </a:lnTo>
                  <a:lnTo>
                    <a:pt x="169754" y="36108"/>
                  </a:lnTo>
                  <a:lnTo>
                    <a:pt x="156261" y="42560"/>
                  </a:lnTo>
                  <a:lnTo>
                    <a:pt x="143507" y="47132"/>
                  </a:lnTo>
                  <a:lnTo>
                    <a:pt x="134324" y="48796"/>
                  </a:lnTo>
                  <a:lnTo>
                    <a:pt x="88662" y="64875"/>
                  </a:lnTo>
                  <a:lnTo>
                    <a:pt x="85040" y="65224"/>
                  </a:lnTo>
                  <a:lnTo>
                    <a:pt x="81122" y="63656"/>
                  </a:lnTo>
                  <a:lnTo>
                    <a:pt x="43512" y="71937"/>
                  </a:lnTo>
                  <a:lnTo>
                    <a:pt x="28076" y="72870"/>
                  </a:lnTo>
                  <a:lnTo>
                    <a:pt x="14020" y="75760"/>
                  </a:lnTo>
                  <a:lnTo>
                    <a:pt x="24417" y="69092"/>
                  </a:lnTo>
                  <a:lnTo>
                    <a:pt x="24644" y="66596"/>
                  </a:lnTo>
                  <a:lnTo>
                    <a:pt x="22159" y="64646"/>
                  </a:lnTo>
                  <a:lnTo>
                    <a:pt x="16598" y="65212"/>
                  </a:lnTo>
                  <a:lnTo>
                    <a:pt x="10903" y="72076"/>
                  </a:lnTo>
                  <a:lnTo>
                    <a:pt x="1813" y="74369"/>
                  </a:lnTo>
                  <a:lnTo>
                    <a:pt x="0" y="66895"/>
                  </a:lnTo>
                  <a:lnTo>
                    <a:pt x="3033" y="61109"/>
                  </a:lnTo>
                  <a:lnTo>
                    <a:pt x="7141" y="55623"/>
                  </a:lnTo>
                  <a:lnTo>
                    <a:pt x="16169" y="46999"/>
                  </a:lnTo>
                  <a:lnTo>
                    <a:pt x="29083" y="41531"/>
                  </a:lnTo>
                  <a:lnTo>
                    <a:pt x="35646" y="36806"/>
                  </a:lnTo>
                  <a:lnTo>
                    <a:pt x="40194" y="40966"/>
                  </a:lnTo>
                  <a:lnTo>
                    <a:pt x="41191" y="35346"/>
                  </a:lnTo>
                  <a:lnTo>
                    <a:pt x="44690" y="32101"/>
                  </a:lnTo>
                  <a:lnTo>
                    <a:pt x="48493" y="30354"/>
                  </a:lnTo>
                  <a:lnTo>
                    <a:pt x="57640" y="30310"/>
                  </a:lnTo>
                  <a:lnTo>
                    <a:pt x="62565" y="29427"/>
                  </a:lnTo>
                  <a:lnTo>
                    <a:pt x="66126" y="27560"/>
                  </a:lnTo>
                  <a:lnTo>
                    <a:pt x="69779" y="27211"/>
                  </a:lnTo>
                  <a:lnTo>
                    <a:pt x="79784" y="29757"/>
                  </a:lnTo>
                  <a:lnTo>
                    <a:pt x="89556" y="29027"/>
                  </a:lnTo>
                  <a:lnTo>
                    <a:pt x="97447" y="25509"/>
                  </a:lnTo>
                  <a:lnTo>
                    <a:pt x="105648" y="24328"/>
                  </a:lnTo>
                  <a:lnTo>
                    <a:pt x="127343" y="23534"/>
                  </a:lnTo>
                  <a:lnTo>
                    <a:pt x="148902" y="20962"/>
                  </a:lnTo>
                  <a:lnTo>
                    <a:pt x="157522" y="16390"/>
                  </a:lnTo>
                  <a:lnTo>
                    <a:pt x="175630" y="3575"/>
                  </a:lnTo>
                  <a:lnTo>
                    <a:pt x="186048" y="0"/>
                  </a:lnTo>
                  <a:lnTo>
                    <a:pt x="169826" y="14891"/>
                  </a:lnTo>
                  <a:lnTo>
                    <a:pt x="161108" y="217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g3869"/>
            <p:cNvSpPr/>
            <p:nvPr/>
          </p:nvSpPr>
          <p:spPr>
            <a:xfrm>
              <a:off x="5954108" y="2877417"/>
              <a:ext cx="23756" cy="26893"/>
            </a:xfrm>
            <a:custGeom>
              <a:avLst/>
              <a:gdLst/>
              <a:ahLst/>
              <a:cxnLst/>
              <a:rect l="0" t="0" r="0" b="0"/>
              <a:pathLst>
                <a:path w="23756" h="26893">
                  <a:moveTo>
                    <a:pt x="17596" y="18663"/>
                  </a:moveTo>
                  <a:lnTo>
                    <a:pt x="10841" y="17558"/>
                  </a:lnTo>
                  <a:lnTo>
                    <a:pt x="10981" y="24423"/>
                  </a:lnTo>
                  <a:lnTo>
                    <a:pt x="10226" y="26893"/>
                  </a:lnTo>
                  <a:lnTo>
                    <a:pt x="2744" y="23363"/>
                  </a:lnTo>
                  <a:lnTo>
                    <a:pt x="0" y="21089"/>
                  </a:lnTo>
                  <a:lnTo>
                    <a:pt x="237" y="11995"/>
                  </a:lnTo>
                  <a:lnTo>
                    <a:pt x="6847" y="3397"/>
                  </a:lnTo>
                  <a:lnTo>
                    <a:pt x="11885" y="0"/>
                  </a:lnTo>
                  <a:lnTo>
                    <a:pt x="18381" y="2355"/>
                  </a:lnTo>
                  <a:lnTo>
                    <a:pt x="23368" y="11983"/>
                  </a:lnTo>
                  <a:lnTo>
                    <a:pt x="23756" y="1612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g3870"/>
            <p:cNvSpPr/>
            <p:nvPr/>
          </p:nvSpPr>
          <p:spPr>
            <a:xfrm>
              <a:off x="5337706" y="3371376"/>
              <a:ext cx="17833" cy="18174"/>
            </a:xfrm>
            <a:custGeom>
              <a:avLst/>
              <a:gdLst/>
              <a:ahLst/>
              <a:cxnLst/>
              <a:rect l="0" t="0" r="0" b="0"/>
              <a:pathLst>
                <a:path w="17833" h="18174">
                  <a:moveTo>
                    <a:pt x="0" y="18174"/>
                  </a:moveTo>
                  <a:lnTo>
                    <a:pt x="5048" y="5702"/>
                  </a:lnTo>
                  <a:lnTo>
                    <a:pt x="14330" y="0"/>
                  </a:lnTo>
                  <a:lnTo>
                    <a:pt x="17689" y="1187"/>
                  </a:lnTo>
                  <a:lnTo>
                    <a:pt x="17833" y="5594"/>
                  </a:lnTo>
                  <a:lnTo>
                    <a:pt x="16531" y="9360"/>
                  </a:lnTo>
                  <a:lnTo>
                    <a:pt x="10304" y="15164"/>
                  </a:lnTo>
                  <a:lnTo>
                    <a:pt x="5054" y="176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g3871"/>
            <p:cNvSpPr/>
            <p:nvPr/>
          </p:nvSpPr>
          <p:spPr>
            <a:xfrm>
              <a:off x="5698253" y="3267490"/>
              <a:ext cx="33791" cy="16879"/>
            </a:xfrm>
            <a:custGeom>
              <a:avLst/>
              <a:gdLst/>
              <a:ahLst/>
              <a:cxnLst/>
              <a:rect l="0" t="0" r="0" b="0"/>
              <a:pathLst>
                <a:path w="33791" h="16879">
                  <a:moveTo>
                    <a:pt x="4645" y="16879"/>
                  </a:moveTo>
                  <a:lnTo>
                    <a:pt x="0" y="12776"/>
                  </a:lnTo>
                  <a:lnTo>
                    <a:pt x="7270" y="10878"/>
                  </a:lnTo>
                  <a:lnTo>
                    <a:pt x="16454" y="1130"/>
                  </a:lnTo>
                  <a:lnTo>
                    <a:pt x="22562" y="0"/>
                  </a:lnTo>
                  <a:lnTo>
                    <a:pt x="32158" y="5518"/>
                  </a:lnTo>
                  <a:lnTo>
                    <a:pt x="33791" y="1052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g3872"/>
            <p:cNvSpPr/>
            <p:nvPr/>
          </p:nvSpPr>
          <p:spPr>
            <a:xfrm>
              <a:off x="5643532" y="3241859"/>
              <a:ext cx="12087" cy="24671"/>
            </a:xfrm>
            <a:custGeom>
              <a:avLst/>
              <a:gdLst/>
              <a:ahLst/>
              <a:cxnLst/>
              <a:rect l="0" t="0" r="0" b="0"/>
              <a:pathLst>
                <a:path w="12087" h="24671">
                  <a:moveTo>
                    <a:pt x="5855" y="24671"/>
                  </a:moveTo>
                  <a:lnTo>
                    <a:pt x="0" y="24048"/>
                  </a:lnTo>
                  <a:lnTo>
                    <a:pt x="2971" y="19248"/>
                  </a:lnTo>
                  <a:lnTo>
                    <a:pt x="4103" y="12199"/>
                  </a:lnTo>
                  <a:lnTo>
                    <a:pt x="6991" y="4457"/>
                  </a:lnTo>
                  <a:lnTo>
                    <a:pt x="8655" y="2089"/>
                  </a:lnTo>
                  <a:lnTo>
                    <a:pt x="12087" y="0"/>
                  </a:lnTo>
                  <a:lnTo>
                    <a:pt x="11095" y="211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g3873"/>
            <p:cNvSpPr/>
            <p:nvPr/>
          </p:nvSpPr>
          <p:spPr>
            <a:xfrm>
              <a:off x="5761346" y="3275262"/>
              <a:ext cx="27001" cy="19248"/>
            </a:xfrm>
            <a:custGeom>
              <a:avLst/>
              <a:gdLst/>
              <a:ahLst/>
              <a:cxnLst/>
              <a:rect l="0" t="0" r="0" b="0"/>
              <a:pathLst>
                <a:path w="27001" h="19248">
                  <a:moveTo>
                    <a:pt x="18836" y="19248"/>
                  </a:moveTo>
                  <a:lnTo>
                    <a:pt x="0" y="14453"/>
                  </a:lnTo>
                  <a:lnTo>
                    <a:pt x="15498" y="10389"/>
                  </a:lnTo>
                  <a:lnTo>
                    <a:pt x="18030" y="8973"/>
                  </a:lnTo>
                  <a:lnTo>
                    <a:pt x="20050" y="2997"/>
                  </a:lnTo>
                  <a:lnTo>
                    <a:pt x="20303" y="0"/>
                  </a:lnTo>
                  <a:lnTo>
                    <a:pt x="26190" y="12853"/>
                  </a:lnTo>
                  <a:lnTo>
                    <a:pt x="27001" y="1715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g3874"/>
            <p:cNvSpPr/>
            <p:nvPr/>
          </p:nvSpPr>
          <p:spPr>
            <a:xfrm>
              <a:off x="5180933" y="3984239"/>
              <a:ext cx="8624" cy="14377"/>
            </a:xfrm>
            <a:custGeom>
              <a:avLst/>
              <a:gdLst/>
              <a:ahLst/>
              <a:cxnLst/>
              <a:rect l="0" t="0" r="0" b="0"/>
              <a:pathLst>
                <a:path w="8624" h="14377">
                  <a:moveTo>
                    <a:pt x="7028" y="14377"/>
                  </a:moveTo>
                  <a:lnTo>
                    <a:pt x="0" y="0"/>
                  </a:lnTo>
                  <a:lnTo>
                    <a:pt x="7229" y="4648"/>
                  </a:lnTo>
                  <a:lnTo>
                    <a:pt x="8521" y="8515"/>
                  </a:lnTo>
                  <a:lnTo>
                    <a:pt x="8624" y="117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g3875"/>
            <p:cNvSpPr/>
            <p:nvPr/>
          </p:nvSpPr>
          <p:spPr>
            <a:xfrm>
              <a:off x="5183801" y="4007259"/>
              <a:ext cx="24727" cy="72349"/>
            </a:xfrm>
            <a:custGeom>
              <a:avLst/>
              <a:gdLst/>
              <a:ahLst/>
              <a:cxnLst/>
              <a:rect l="0" t="0" r="0" b="0"/>
              <a:pathLst>
                <a:path w="24727" h="72349">
                  <a:moveTo>
                    <a:pt x="1250" y="72349"/>
                  </a:moveTo>
                  <a:lnTo>
                    <a:pt x="0" y="71213"/>
                  </a:lnTo>
                  <a:lnTo>
                    <a:pt x="16267" y="63796"/>
                  </a:lnTo>
                  <a:lnTo>
                    <a:pt x="21399" y="37670"/>
                  </a:lnTo>
                  <a:lnTo>
                    <a:pt x="22102" y="25623"/>
                  </a:lnTo>
                  <a:lnTo>
                    <a:pt x="19663" y="4388"/>
                  </a:lnTo>
                  <a:lnTo>
                    <a:pt x="19745" y="0"/>
                  </a:lnTo>
                  <a:lnTo>
                    <a:pt x="22391" y="6845"/>
                  </a:lnTo>
                  <a:lnTo>
                    <a:pt x="24727" y="26658"/>
                  </a:lnTo>
                  <a:lnTo>
                    <a:pt x="23849" y="41683"/>
                  </a:lnTo>
                  <a:lnTo>
                    <a:pt x="19130" y="63573"/>
                  </a:lnTo>
                  <a:lnTo>
                    <a:pt x="15446" y="6880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g3876"/>
            <p:cNvSpPr/>
            <p:nvPr/>
          </p:nvSpPr>
          <p:spPr>
            <a:xfrm>
              <a:off x="5152676" y="4082556"/>
              <a:ext cx="21404" cy="9277"/>
            </a:xfrm>
            <a:custGeom>
              <a:avLst/>
              <a:gdLst/>
              <a:ahLst/>
              <a:cxnLst/>
              <a:rect l="0" t="0" r="0" b="0"/>
              <a:pathLst>
                <a:path w="21404" h="9277">
                  <a:moveTo>
                    <a:pt x="2170" y="9277"/>
                  </a:moveTo>
                  <a:lnTo>
                    <a:pt x="0" y="8725"/>
                  </a:lnTo>
                  <a:lnTo>
                    <a:pt x="12619" y="2089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g3877"/>
            <p:cNvSpPr/>
            <p:nvPr/>
          </p:nvSpPr>
          <p:spPr>
            <a:xfrm>
              <a:off x="5095061" y="4115235"/>
              <a:ext cx="33993" cy="39982"/>
            </a:xfrm>
            <a:custGeom>
              <a:avLst/>
              <a:gdLst/>
              <a:ahLst/>
              <a:cxnLst/>
              <a:rect l="0" t="0" r="0" b="0"/>
              <a:pathLst>
                <a:path w="33993" h="39982">
                  <a:moveTo>
                    <a:pt x="0" y="39982"/>
                  </a:moveTo>
                  <a:lnTo>
                    <a:pt x="9689" y="23744"/>
                  </a:lnTo>
                  <a:lnTo>
                    <a:pt x="28825" y="3149"/>
                  </a:lnTo>
                  <a:lnTo>
                    <a:pt x="33993" y="0"/>
                  </a:lnTo>
                  <a:lnTo>
                    <a:pt x="18081" y="17590"/>
                  </a:lnTo>
                  <a:lnTo>
                    <a:pt x="2635" y="3848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g3878"/>
            <p:cNvSpPr/>
            <p:nvPr/>
          </p:nvSpPr>
          <p:spPr>
            <a:xfrm>
              <a:off x="4494680" y="5206518"/>
              <a:ext cx="17373" cy="15672"/>
            </a:xfrm>
            <a:custGeom>
              <a:avLst/>
              <a:gdLst/>
              <a:ahLst/>
              <a:cxnLst/>
              <a:rect l="0" t="0" r="0" b="0"/>
              <a:pathLst>
                <a:path w="17373" h="15672">
                  <a:moveTo>
                    <a:pt x="13601" y="15672"/>
                  </a:moveTo>
                  <a:lnTo>
                    <a:pt x="5968" y="13183"/>
                  </a:lnTo>
                  <a:lnTo>
                    <a:pt x="1798" y="8725"/>
                  </a:lnTo>
                  <a:lnTo>
                    <a:pt x="0" y="0"/>
                  </a:lnTo>
                  <a:lnTo>
                    <a:pt x="6645" y="9239"/>
                  </a:lnTo>
                  <a:lnTo>
                    <a:pt x="9028" y="11329"/>
                  </a:lnTo>
                  <a:lnTo>
                    <a:pt x="17373" y="122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g3879"/>
            <p:cNvSpPr/>
            <p:nvPr/>
          </p:nvSpPr>
          <p:spPr>
            <a:xfrm>
              <a:off x="4498091" y="5186660"/>
              <a:ext cx="9033" cy="26938"/>
            </a:xfrm>
            <a:custGeom>
              <a:avLst/>
              <a:gdLst/>
              <a:ahLst/>
              <a:cxnLst/>
              <a:rect l="0" t="0" r="0" b="0"/>
              <a:pathLst>
                <a:path w="9033" h="26938">
                  <a:moveTo>
                    <a:pt x="8883" y="26938"/>
                  </a:moveTo>
                  <a:lnTo>
                    <a:pt x="3550" y="14142"/>
                  </a:lnTo>
                  <a:lnTo>
                    <a:pt x="0" y="0"/>
                  </a:lnTo>
                  <a:lnTo>
                    <a:pt x="5079" y="4578"/>
                  </a:lnTo>
                  <a:lnTo>
                    <a:pt x="9033" y="19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g3880"/>
            <p:cNvSpPr/>
            <p:nvPr/>
          </p:nvSpPr>
          <p:spPr>
            <a:xfrm>
              <a:off x="4666217" y="5362642"/>
              <a:ext cx="34236" cy="51158"/>
            </a:xfrm>
            <a:custGeom>
              <a:avLst/>
              <a:gdLst/>
              <a:ahLst/>
              <a:cxnLst/>
              <a:rect l="0" t="0" r="0" b="0"/>
              <a:pathLst>
                <a:path w="34236" h="51158">
                  <a:moveTo>
                    <a:pt x="0" y="51158"/>
                  </a:moveTo>
                  <a:lnTo>
                    <a:pt x="2330" y="45036"/>
                  </a:lnTo>
                  <a:lnTo>
                    <a:pt x="10531" y="31948"/>
                  </a:lnTo>
                  <a:lnTo>
                    <a:pt x="13182" y="25788"/>
                  </a:lnTo>
                  <a:lnTo>
                    <a:pt x="18722" y="21883"/>
                  </a:lnTo>
                  <a:lnTo>
                    <a:pt x="23880" y="14821"/>
                  </a:lnTo>
                  <a:lnTo>
                    <a:pt x="24267" y="6585"/>
                  </a:lnTo>
                  <a:lnTo>
                    <a:pt x="31760" y="825"/>
                  </a:lnTo>
                  <a:lnTo>
                    <a:pt x="34236" y="0"/>
                  </a:lnTo>
                  <a:lnTo>
                    <a:pt x="21032" y="267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g3881"/>
            <p:cNvSpPr/>
            <p:nvPr/>
          </p:nvSpPr>
          <p:spPr>
            <a:xfrm>
              <a:off x="3456939" y="4803878"/>
              <a:ext cx="26706" cy="20480"/>
            </a:xfrm>
            <a:custGeom>
              <a:avLst/>
              <a:gdLst/>
              <a:ahLst/>
              <a:cxnLst/>
              <a:rect l="0" t="0" r="0" b="0"/>
              <a:pathLst>
                <a:path w="26706" h="20480">
                  <a:moveTo>
                    <a:pt x="18603" y="20480"/>
                  </a:moveTo>
                  <a:lnTo>
                    <a:pt x="1100" y="9214"/>
                  </a:lnTo>
                  <a:lnTo>
                    <a:pt x="0" y="4375"/>
                  </a:lnTo>
                  <a:lnTo>
                    <a:pt x="8635" y="0"/>
                  </a:lnTo>
                  <a:lnTo>
                    <a:pt x="13906" y="387"/>
                  </a:lnTo>
                  <a:lnTo>
                    <a:pt x="22241" y="6109"/>
                  </a:lnTo>
                  <a:lnTo>
                    <a:pt x="25290" y="7703"/>
                  </a:lnTo>
                  <a:lnTo>
                    <a:pt x="26706" y="10020"/>
                  </a:lnTo>
                  <a:lnTo>
                    <a:pt x="25900" y="13646"/>
                  </a:lnTo>
                  <a:lnTo>
                    <a:pt x="22536" y="18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g3882"/>
            <p:cNvSpPr/>
            <p:nvPr/>
          </p:nvSpPr>
          <p:spPr>
            <a:xfrm>
              <a:off x="2924653" y="5000397"/>
              <a:ext cx="20774" cy="30399"/>
            </a:xfrm>
            <a:custGeom>
              <a:avLst/>
              <a:gdLst/>
              <a:ahLst/>
              <a:cxnLst/>
              <a:rect l="0" t="0" r="0" b="0"/>
              <a:pathLst>
                <a:path w="20774" h="30399">
                  <a:moveTo>
                    <a:pt x="0" y="30399"/>
                  </a:moveTo>
                  <a:lnTo>
                    <a:pt x="5121" y="19749"/>
                  </a:lnTo>
                  <a:lnTo>
                    <a:pt x="6072" y="15482"/>
                  </a:lnTo>
                  <a:lnTo>
                    <a:pt x="14469" y="2006"/>
                  </a:lnTo>
                  <a:lnTo>
                    <a:pt x="18903" y="0"/>
                  </a:lnTo>
                  <a:lnTo>
                    <a:pt x="20774" y="5734"/>
                  </a:lnTo>
                  <a:lnTo>
                    <a:pt x="12138" y="15202"/>
                  </a:lnTo>
                  <a:lnTo>
                    <a:pt x="2294" y="300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g3883"/>
            <p:cNvSpPr/>
            <p:nvPr/>
          </p:nvSpPr>
          <p:spPr>
            <a:xfrm>
              <a:off x="2949515" y="4968054"/>
              <a:ext cx="42075" cy="30323"/>
            </a:xfrm>
            <a:custGeom>
              <a:avLst/>
              <a:gdLst/>
              <a:ahLst/>
              <a:cxnLst/>
              <a:rect l="0" t="0" r="0" b="0"/>
              <a:pathLst>
                <a:path w="42075" h="30323">
                  <a:moveTo>
                    <a:pt x="0" y="30323"/>
                  </a:moveTo>
                  <a:lnTo>
                    <a:pt x="4816" y="23299"/>
                  </a:lnTo>
                  <a:lnTo>
                    <a:pt x="12645" y="19756"/>
                  </a:lnTo>
                  <a:lnTo>
                    <a:pt x="29822" y="6261"/>
                  </a:lnTo>
                  <a:lnTo>
                    <a:pt x="36830" y="5334"/>
                  </a:lnTo>
                  <a:lnTo>
                    <a:pt x="40478" y="685"/>
                  </a:lnTo>
                  <a:lnTo>
                    <a:pt x="42075" y="0"/>
                  </a:lnTo>
                  <a:lnTo>
                    <a:pt x="41042" y="5696"/>
                  </a:lnTo>
                  <a:lnTo>
                    <a:pt x="27223" y="13786"/>
                  </a:lnTo>
                  <a:lnTo>
                    <a:pt x="3886" y="297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g3884"/>
            <p:cNvSpPr/>
            <p:nvPr/>
          </p:nvSpPr>
          <p:spPr>
            <a:xfrm>
              <a:off x="2887740" y="5040830"/>
              <a:ext cx="34318" cy="75366"/>
            </a:xfrm>
            <a:custGeom>
              <a:avLst/>
              <a:gdLst/>
              <a:ahLst/>
              <a:cxnLst/>
              <a:rect l="0" t="0" r="0" b="0"/>
              <a:pathLst>
                <a:path w="34318" h="75366">
                  <a:moveTo>
                    <a:pt x="0" y="75366"/>
                  </a:moveTo>
                  <a:lnTo>
                    <a:pt x="909" y="64215"/>
                  </a:lnTo>
                  <a:lnTo>
                    <a:pt x="9503" y="38877"/>
                  </a:lnTo>
                  <a:lnTo>
                    <a:pt x="26965" y="5575"/>
                  </a:lnTo>
                  <a:lnTo>
                    <a:pt x="34318" y="0"/>
                  </a:lnTo>
                  <a:lnTo>
                    <a:pt x="14175" y="36521"/>
                  </a:lnTo>
                  <a:lnTo>
                    <a:pt x="3302" y="6788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g3885"/>
            <p:cNvSpPr/>
            <p:nvPr/>
          </p:nvSpPr>
          <p:spPr>
            <a:xfrm>
              <a:off x="3130649" y="4843237"/>
              <a:ext cx="34081" cy="26658"/>
            </a:xfrm>
            <a:custGeom>
              <a:avLst/>
              <a:gdLst/>
              <a:ahLst/>
              <a:cxnLst/>
              <a:rect l="0" t="0" r="0" b="0"/>
              <a:pathLst>
                <a:path w="34081" h="26658">
                  <a:moveTo>
                    <a:pt x="0" y="26658"/>
                  </a:moveTo>
                  <a:lnTo>
                    <a:pt x="23068" y="6655"/>
                  </a:lnTo>
                  <a:lnTo>
                    <a:pt x="27905" y="0"/>
                  </a:lnTo>
                  <a:lnTo>
                    <a:pt x="34081" y="292"/>
                  </a:lnTo>
                  <a:lnTo>
                    <a:pt x="23781" y="11500"/>
                  </a:lnTo>
                  <a:lnTo>
                    <a:pt x="5286" y="254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g3886"/>
            <p:cNvSpPr/>
            <p:nvPr/>
          </p:nvSpPr>
          <p:spPr>
            <a:xfrm>
              <a:off x="2885373" y="5122184"/>
              <a:ext cx="25027" cy="140921"/>
            </a:xfrm>
            <a:custGeom>
              <a:avLst/>
              <a:gdLst/>
              <a:ahLst/>
              <a:cxnLst/>
              <a:rect l="0" t="0" r="0" b="0"/>
              <a:pathLst>
                <a:path w="25027" h="140921">
                  <a:moveTo>
                    <a:pt x="23564" y="140921"/>
                  </a:moveTo>
                  <a:lnTo>
                    <a:pt x="14800" y="112719"/>
                  </a:lnTo>
                  <a:lnTo>
                    <a:pt x="537" y="48898"/>
                  </a:lnTo>
                  <a:lnTo>
                    <a:pt x="0" y="12522"/>
                  </a:lnTo>
                  <a:lnTo>
                    <a:pt x="2242" y="0"/>
                  </a:lnTo>
                  <a:lnTo>
                    <a:pt x="5922" y="51374"/>
                  </a:lnTo>
                  <a:lnTo>
                    <a:pt x="21688" y="116618"/>
                  </a:lnTo>
                  <a:lnTo>
                    <a:pt x="25027" y="13488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g3887"/>
            <p:cNvSpPr/>
            <p:nvPr/>
          </p:nvSpPr>
          <p:spPr>
            <a:xfrm>
              <a:off x="5637481" y="3252585"/>
              <a:ext cx="5178" cy="13666"/>
            </a:xfrm>
            <a:custGeom>
              <a:avLst/>
              <a:gdLst/>
              <a:ahLst/>
              <a:cxnLst/>
              <a:rect l="0" t="0" r="0" b="0"/>
              <a:pathLst>
                <a:path w="5178" h="13666">
                  <a:moveTo>
                    <a:pt x="1095" y="13666"/>
                  </a:moveTo>
                  <a:lnTo>
                    <a:pt x="0" y="7385"/>
                  </a:lnTo>
                  <a:lnTo>
                    <a:pt x="2056" y="165"/>
                  </a:lnTo>
                  <a:lnTo>
                    <a:pt x="4139" y="0"/>
                  </a:lnTo>
                  <a:lnTo>
                    <a:pt x="5178" y="3841"/>
                  </a:lnTo>
                  <a:lnTo>
                    <a:pt x="4030" y="112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g3888"/>
            <p:cNvSpPr/>
            <p:nvPr/>
          </p:nvSpPr>
          <p:spPr>
            <a:xfrm>
              <a:off x="5335877" y="3489988"/>
              <a:ext cx="15498" cy="28227"/>
            </a:xfrm>
            <a:custGeom>
              <a:avLst/>
              <a:gdLst/>
              <a:ahLst/>
              <a:cxnLst/>
              <a:rect l="0" t="0" r="0" b="0"/>
              <a:pathLst>
                <a:path w="15498" h="28227">
                  <a:moveTo>
                    <a:pt x="284" y="28227"/>
                  </a:moveTo>
                  <a:lnTo>
                    <a:pt x="0" y="24442"/>
                  </a:lnTo>
                  <a:lnTo>
                    <a:pt x="15498" y="0"/>
                  </a:lnTo>
                  <a:lnTo>
                    <a:pt x="12697" y="854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g3889"/>
            <p:cNvSpPr/>
            <p:nvPr/>
          </p:nvSpPr>
          <p:spPr>
            <a:xfrm>
              <a:off x="5216776" y="3678353"/>
              <a:ext cx="29698" cy="55407"/>
            </a:xfrm>
            <a:custGeom>
              <a:avLst/>
              <a:gdLst/>
              <a:ahLst/>
              <a:cxnLst/>
              <a:rect l="0" t="0" r="0" b="0"/>
              <a:pathLst>
                <a:path w="29698" h="55407">
                  <a:moveTo>
                    <a:pt x="0" y="55407"/>
                  </a:moveTo>
                  <a:lnTo>
                    <a:pt x="16143" y="29364"/>
                  </a:lnTo>
                  <a:lnTo>
                    <a:pt x="25518" y="7544"/>
                  </a:lnTo>
                  <a:lnTo>
                    <a:pt x="29698" y="0"/>
                  </a:lnTo>
                  <a:lnTo>
                    <a:pt x="25642" y="15291"/>
                  </a:lnTo>
                  <a:lnTo>
                    <a:pt x="18552" y="29351"/>
                  </a:lnTo>
                  <a:lnTo>
                    <a:pt x="4811" y="53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g3890"/>
            <p:cNvSpPr/>
            <p:nvPr/>
          </p:nvSpPr>
          <p:spPr>
            <a:xfrm>
              <a:off x="5079677" y="4146288"/>
              <a:ext cx="13513" cy="6191"/>
            </a:xfrm>
            <a:custGeom>
              <a:avLst/>
              <a:gdLst/>
              <a:ahLst/>
              <a:cxnLst/>
              <a:rect l="0" t="0" r="0" b="0"/>
              <a:pathLst>
                <a:path w="13513" h="6191">
                  <a:moveTo>
                    <a:pt x="11157" y="6191"/>
                  </a:moveTo>
                  <a:lnTo>
                    <a:pt x="6997" y="4756"/>
                  </a:lnTo>
                  <a:lnTo>
                    <a:pt x="1266" y="2013"/>
                  </a:lnTo>
                  <a:lnTo>
                    <a:pt x="0" y="0"/>
                  </a:lnTo>
                  <a:lnTo>
                    <a:pt x="5467" y="730"/>
                  </a:lnTo>
                  <a:lnTo>
                    <a:pt x="13513" y="58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g3891"/>
            <p:cNvSpPr/>
            <p:nvPr/>
          </p:nvSpPr>
          <p:spPr>
            <a:xfrm>
              <a:off x="4577198" y="5440364"/>
              <a:ext cx="10779" cy="15615"/>
            </a:xfrm>
            <a:custGeom>
              <a:avLst/>
              <a:gdLst/>
              <a:ahLst/>
              <a:cxnLst/>
              <a:rect l="0" t="0" r="0" b="0"/>
              <a:pathLst>
                <a:path w="10779" h="15615">
                  <a:moveTo>
                    <a:pt x="6020" y="15615"/>
                  </a:moveTo>
                  <a:lnTo>
                    <a:pt x="4511" y="14790"/>
                  </a:lnTo>
                  <a:lnTo>
                    <a:pt x="4511" y="10890"/>
                  </a:lnTo>
                  <a:lnTo>
                    <a:pt x="0" y="2260"/>
                  </a:lnTo>
                  <a:lnTo>
                    <a:pt x="170" y="0"/>
                  </a:lnTo>
                  <a:lnTo>
                    <a:pt x="10516" y="8446"/>
                  </a:lnTo>
                  <a:lnTo>
                    <a:pt x="10779" y="10713"/>
                  </a:lnTo>
                  <a:lnTo>
                    <a:pt x="9193" y="129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g3892"/>
            <p:cNvSpPr/>
            <p:nvPr/>
          </p:nvSpPr>
          <p:spPr>
            <a:xfrm>
              <a:off x="4637878" y="5427841"/>
              <a:ext cx="6681" cy="5543"/>
            </a:xfrm>
            <a:custGeom>
              <a:avLst/>
              <a:gdLst/>
              <a:ahLst/>
              <a:cxnLst/>
              <a:rect l="0" t="0" r="0" b="0"/>
              <a:pathLst>
                <a:path w="6681" h="5543">
                  <a:moveTo>
                    <a:pt x="0" y="5543"/>
                  </a:moveTo>
                  <a:lnTo>
                    <a:pt x="1002" y="3695"/>
                  </a:lnTo>
                  <a:lnTo>
                    <a:pt x="5178" y="0"/>
                  </a:lnTo>
                  <a:lnTo>
                    <a:pt x="6681" y="1435"/>
                  </a:lnTo>
                  <a:lnTo>
                    <a:pt x="6516" y="3283"/>
                  </a:lnTo>
                  <a:lnTo>
                    <a:pt x="2005" y="55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g3893"/>
            <p:cNvSpPr/>
            <p:nvPr/>
          </p:nvSpPr>
          <p:spPr>
            <a:xfrm>
              <a:off x="4657267" y="5415509"/>
              <a:ext cx="5348" cy="5550"/>
            </a:xfrm>
            <a:custGeom>
              <a:avLst/>
              <a:gdLst/>
              <a:ahLst/>
              <a:cxnLst/>
              <a:rect l="0" t="0" r="0" b="0"/>
              <a:pathLst>
                <a:path w="5348" h="5550">
                  <a:moveTo>
                    <a:pt x="0" y="5550"/>
                  </a:moveTo>
                  <a:lnTo>
                    <a:pt x="4175" y="0"/>
                  </a:lnTo>
                  <a:lnTo>
                    <a:pt x="5348" y="412"/>
                  </a:lnTo>
                  <a:lnTo>
                    <a:pt x="2842" y="493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g3894"/>
            <p:cNvSpPr/>
            <p:nvPr/>
          </p:nvSpPr>
          <p:spPr>
            <a:xfrm>
              <a:off x="4607290" y="5439132"/>
              <a:ext cx="21895" cy="8630"/>
            </a:xfrm>
            <a:custGeom>
              <a:avLst/>
              <a:gdLst/>
              <a:ahLst/>
              <a:cxnLst/>
              <a:rect l="0" t="0" r="0" b="0"/>
              <a:pathLst>
                <a:path w="21895" h="8630">
                  <a:moveTo>
                    <a:pt x="5012" y="8630"/>
                  </a:moveTo>
                  <a:lnTo>
                    <a:pt x="0" y="6369"/>
                  </a:lnTo>
                  <a:lnTo>
                    <a:pt x="5513" y="3289"/>
                  </a:lnTo>
                  <a:lnTo>
                    <a:pt x="21895" y="0"/>
                  </a:lnTo>
                  <a:lnTo>
                    <a:pt x="15709" y="4108"/>
                  </a:lnTo>
                  <a:lnTo>
                    <a:pt x="9860" y="555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g3895"/>
            <p:cNvSpPr/>
            <p:nvPr/>
          </p:nvSpPr>
          <p:spPr>
            <a:xfrm>
              <a:off x="4570537" y="4631229"/>
              <a:ext cx="6945" cy="31688"/>
            </a:xfrm>
            <a:custGeom>
              <a:avLst/>
              <a:gdLst/>
              <a:ahLst/>
              <a:cxnLst/>
              <a:rect l="0" t="0" r="0" b="0"/>
              <a:pathLst>
                <a:path w="6945" h="31688">
                  <a:moveTo>
                    <a:pt x="2237" y="31688"/>
                  </a:moveTo>
                  <a:lnTo>
                    <a:pt x="201" y="20467"/>
                  </a:lnTo>
                  <a:lnTo>
                    <a:pt x="0" y="9570"/>
                  </a:lnTo>
                  <a:lnTo>
                    <a:pt x="3565" y="3124"/>
                  </a:lnTo>
                  <a:lnTo>
                    <a:pt x="694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g3896"/>
            <p:cNvSpPr/>
            <p:nvPr/>
          </p:nvSpPr>
          <p:spPr>
            <a:xfrm>
              <a:off x="4554992" y="5448277"/>
              <a:ext cx="10567" cy="12891"/>
            </a:xfrm>
            <a:custGeom>
              <a:avLst/>
              <a:gdLst/>
              <a:ahLst/>
              <a:cxnLst/>
              <a:rect l="0" t="0" r="0" b="0"/>
              <a:pathLst>
                <a:path w="10567" h="12891">
                  <a:moveTo>
                    <a:pt x="0" y="12891"/>
                  </a:moveTo>
                  <a:lnTo>
                    <a:pt x="5529" y="7772"/>
                  </a:lnTo>
                  <a:lnTo>
                    <a:pt x="7322" y="0"/>
                  </a:lnTo>
                  <a:lnTo>
                    <a:pt x="10567" y="6070"/>
                  </a:lnTo>
                  <a:lnTo>
                    <a:pt x="10505" y="9754"/>
                  </a:lnTo>
                  <a:lnTo>
                    <a:pt x="6857" y="116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g3897"/>
            <p:cNvSpPr/>
            <p:nvPr/>
          </p:nvSpPr>
          <p:spPr>
            <a:xfrm>
              <a:off x="4681421" y="5037121"/>
              <a:ext cx="28195" cy="83983"/>
            </a:xfrm>
            <a:custGeom>
              <a:avLst/>
              <a:gdLst/>
              <a:ahLst/>
              <a:cxnLst/>
              <a:rect l="0" t="0" r="0" b="0"/>
              <a:pathLst>
                <a:path w="28195" h="83983">
                  <a:moveTo>
                    <a:pt x="28195" y="83983"/>
                  </a:moveTo>
                  <a:lnTo>
                    <a:pt x="18464" y="61770"/>
                  </a:lnTo>
                  <a:lnTo>
                    <a:pt x="6438" y="26938"/>
                  </a:lnTo>
                  <a:lnTo>
                    <a:pt x="0" y="0"/>
                  </a:lnTo>
                  <a:lnTo>
                    <a:pt x="4356" y="7283"/>
                  </a:lnTo>
                  <a:lnTo>
                    <a:pt x="8614" y="22359"/>
                  </a:lnTo>
                  <a:lnTo>
                    <a:pt x="26474" y="744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g3898"/>
            <p:cNvSpPr/>
            <p:nvPr/>
          </p:nvSpPr>
          <p:spPr>
            <a:xfrm>
              <a:off x="4535949" y="5462902"/>
              <a:ext cx="7699" cy="4470"/>
            </a:xfrm>
            <a:custGeom>
              <a:avLst/>
              <a:gdLst/>
              <a:ahLst/>
              <a:cxnLst/>
              <a:rect l="0" t="0" r="0" b="0"/>
              <a:pathLst>
                <a:path w="7699" h="4470">
                  <a:moveTo>
                    <a:pt x="232" y="4470"/>
                  </a:moveTo>
                  <a:lnTo>
                    <a:pt x="0" y="2457"/>
                  </a:lnTo>
                  <a:lnTo>
                    <a:pt x="4630" y="0"/>
                  </a:lnTo>
                  <a:lnTo>
                    <a:pt x="7699" y="165"/>
                  </a:lnTo>
                  <a:lnTo>
                    <a:pt x="7586" y="2889"/>
                  </a:lnTo>
                  <a:lnTo>
                    <a:pt x="2919" y="41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g3899"/>
            <p:cNvSpPr/>
            <p:nvPr/>
          </p:nvSpPr>
          <p:spPr>
            <a:xfrm>
              <a:off x="3781115" y="4789697"/>
              <a:ext cx="7508" cy="12059"/>
            </a:xfrm>
            <a:custGeom>
              <a:avLst/>
              <a:gdLst/>
              <a:ahLst/>
              <a:cxnLst/>
              <a:rect l="0" t="0" r="0" b="0"/>
              <a:pathLst>
                <a:path w="7508" h="12059">
                  <a:moveTo>
                    <a:pt x="0" y="12059"/>
                  </a:moveTo>
                  <a:lnTo>
                    <a:pt x="263" y="9462"/>
                  </a:lnTo>
                  <a:lnTo>
                    <a:pt x="4490" y="2648"/>
                  </a:lnTo>
                  <a:lnTo>
                    <a:pt x="7508" y="0"/>
                  </a:lnTo>
                  <a:lnTo>
                    <a:pt x="5746" y="52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g3900"/>
            <p:cNvSpPr/>
            <p:nvPr/>
          </p:nvSpPr>
          <p:spPr>
            <a:xfrm>
              <a:off x="3804479" y="4723202"/>
              <a:ext cx="17435" cy="7734"/>
            </a:xfrm>
            <a:custGeom>
              <a:avLst/>
              <a:gdLst/>
              <a:ahLst/>
              <a:cxnLst/>
              <a:rect l="0" t="0" r="0" b="0"/>
              <a:pathLst>
                <a:path w="17435" h="7734">
                  <a:moveTo>
                    <a:pt x="16107" y="7734"/>
                  </a:moveTo>
                  <a:lnTo>
                    <a:pt x="6733" y="5029"/>
                  </a:lnTo>
                  <a:lnTo>
                    <a:pt x="1033" y="2514"/>
                  </a:lnTo>
                  <a:lnTo>
                    <a:pt x="0" y="0"/>
                  </a:lnTo>
                  <a:lnTo>
                    <a:pt x="15756" y="4565"/>
                  </a:lnTo>
                  <a:lnTo>
                    <a:pt x="17435" y="62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g3901"/>
            <p:cNvSpPr/>
            <p:nvPr/>
          </p:nvSpPr>
          <p:spPr>
            <a:xfrm>
              <a:off x="3847510" y="4721970"/>
              <a:ext cx="25921" cy="5569"/>
            </a:xfrm>
            <a:custGeom>
              <a:avLst/>
              <a:gdLst/>
              <a:ahLst/>
              <a:cxnLst/>
              <a:rect l="0" t="0" r="0" b="0"/>
              <a:pathLst>
                <a:path w="25921" h="5569">
                  <a:moveTo>
                    <a:pt x="16609" y="5569"/>
                  </a:moveTo>
                  <a:lnTo>
                    <a:pt x="2806" y="5308"/>
                  </a:lnTo>
                  <a:lnTo>
                    <a:pt x="0" y="4330"/>
                  </a:lnTo>
                  <a:lnTo>
                    <a:pt x="5539" y="2470"/>
                  </a:lnTo>
                  <a:lnTo>
                    <a:pt x="21895" y="0"/>
                  </a:lnTo>
                  <a:lnTo>
                    <a:pt x="25921" y="27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g3902"/>
            <p:cNvSpPr/>
            <p:nvPr/>
          </p:nvSpPr>
          <p:spPr>
            <a:xfrm>
              <a:off x="3738952" y="4735636"/>
              <a:ext cx="16650" cy="17044"/>
            </a:xfrm>
            <a:custGeom>
              <a:avLst/>
              <a:gdLst/>
              <a:ahLst/>
              <a:cxnLst/>
              <a:rect l="0" t="0" r="0" b="0"/>
              <a:pathLst>
                <a:path w="16650" h="17044">
                  <a:moveTo>
                    <a:pt x="12862" y="17044"/>
                  </a:moveTo>
                  <a:lnTo>
                    <a:pt x="7679" y="14034"/>
                  </a:lnTo>
                  <a:lnTo>
                    <a:pt x="0" y="13761"/>
                  </a:lnTo>
                  <a:lnTo>
                    <a:pt x="3379" y="11697"/>
                  </a:lnTo>
                  <a:lnTo>
                    <a:pt x="5751" y="9684"/>
                  </a:lnTo>
                  <a:lnTo>
                    <a:pt x="6935" y="7518"/>
                  </a:lnTo>
                  <a:lnTo>
                    <a:pt x="16650" y="0"/>
                  </a:lnTo>
                  <a:lnTo>
                    <a:pt x="13896" y="5518"/>
                  </a:lnTo>
                  <a:lnTo>
                    <a:pt x="12490" y="10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g3903"/>
            <p:cNvSpPr/>
            <p:nvPr/>
          </p:nvSpPr>
          <p:spPr>
            <a:xfrm>
              <a:off x="3789234" y="4750191"/>
              <a:ext cx="5746" cy="36527"/>
            </a:xfrm>
            <a:custGeom>
              <a:avLst/>
              <a:gdLst/>
              <a:ahLst/>
              <a:cxnLst/>
              <a:rect l="0" t="0" r="0" b="0"/>
              <a:pathLst>
                <a:path w="5746" h="36527">
                  <a:moveTo>
                    <a:pt x="1188" y="36527"/>
                  </a:moveTo>
                  <a:lnTo>
                    <a:pt x="4118" y="16695"/>
                  </a:lnTo>
                  <a:lnTo>
                    <a:pt x="0" y="0"/>
                  </a:lnTo>
                  <a:lnTo>
                    <a:pt x="4340" y="7328"/>
                  </a:lnTo>
                  <a:lnTo>
                    <a:pt x="5746" y="16047"/>
                  </a:lnTo>
                  <a:lnTo>
                    <a:pt x="4175" y="323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g3904"/>
            <p:cNvSpPr/>
            <p:nvPr/>
          </p:nvSpPr>
          <p:spPr>
            <a:xfrm>
              <a:off x="4186131" y="4792371"/>
              <a:ext cx="40173" cy="16358"/>
            </a:xfrm>
            <a:custGeom>
              <a:avLst/>
              <a:gdLst/>
              <a:ahLst/>
              <a:cxnLst/>
              <a:rect l="0" t="0" r="0" b="0"/>
              <a:pathLst>
                <a:path w="40173" h="16358">
                  <a:moveTo>
                    <a:pt x="11482" y="16358"/>
                  </a:moveTo>
                  <a:lnTo>
                    <a:pt x="0" y="12954"/>
                  </a:lnTo>
                  <a:lnTo>
                    <a:pt x="7136" y="12307"/>
                  </a:lnTo>
                  <a:lnTo>
                    <a:pt x="12299" y="13685"/>
                  </a:lnTo>
                  <a:lnTo>
                    <a:pt x="25373" y="6991"/>
                  </a:lnTo>
                  <a:lnTo>
                    <a:pt x="32231" y="1924"/>
                  </a:lnTo>
                  <a:lnTo>
                    <a:pt x="40173" y="0"/>
                  </a:lnTo>
                  <a:lnTo>
                    <a:pt x="22102" y="116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g3905"/>
            <p:cNvSpPr/>
            <p:nvPr/>
          </p:nvSpPr>
          <p:spPr>
            <a:xfrm>
              <a:off x="5923277" y="2903466"/>
              <a:ext cx="8449" cy="10395"/>
            </a:xfrm>
            <a:custGeom>
              <a:avLst/>
              <a:gdLst/>
              <a:ahLst/>
              <a:cxnLst/>
              <a:rect l="0" t="0" r="0" b="0"/>
              <a:pathLst>
                <a:path w="8449" h="10395">
                  <a:moveTo>
                    <a:pt x="4428" y="10395"/>
                  </a:moveTo>
                  <a:lnTo>
                    <a:pt x="139" y="9563"/>
                  </a:lnTo>
                  <a:lnTo>
                    <a:pt x="0" y="3149"/>
                  </a:lnTo>
                  <a:lnTo>
                    <a:pt x="1297" y="971"/>
                  </a:lnTo>
                  <a:lnTo>
                    <a:pt x="2780" y="0"/>
                  </a:lnTo>
                  <a:lnTo>
                    <a:pt x="4981" y="1803"/>
                  </a:lnTo>
                  <a:lnTo>
                    <a:pt x="8449" y="7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g3906"/>
            <p:cNvSpPr/>
            <p:nvPr/>
          </p:nvSpPr>
          <p:spPr>
            <a:xfrm>
              <a:off x="2399291" y="4782381"/>
              <a:ext cx="513697" cy="755524"/>
            </a:xfrm>
            <a:custGeom>
              <a:avLst/>
              <a:gdLst/>
              <a:ahLst/>
              <a:cxnLst/>
              <a:rect l="0" t="0" r="0" b="0"/>
              <a:pathLst>
                <a:path w="513697" h="755524">
                  <a:moveTo>
                    <a:pt x="961" y="1759"/>
                  </a:moveTo>
                  <a:lnTo>
                    <a:pt x="26210" y="3480"/>
                  </a:lnTo>
                  <a:lnTo>
                    <a:pt x="41104" y="2895"/>
                  </a:lnTo>
                  <a:lnTo>
                    <a:pt x="45646" y="0"/>
                  </a:lnTo>
                  <a:lnTo>
                    <a:pt x="48008" y="152"/>
                  </a:lnTo>
                  <a:lnTo>
                    <a:pt x="48194" y="3340"/>
                  </a:lnTo>
                  <a:lnTo>
                    <a:pt x="51935" y="4692"/>
                  </a:lnTo>
                  <a:lnTo>
                    <a:pt x="59227" y="4210"/>
                  </a:lnTo>
                  <a:lnTo>
                    <a:pt x="65578" y="8668"/>
                  </a:lnTo>
                  <a:lnTo>
                    <a:pt x="73712" y="22778"/>
                  </a:lnTo>
                  <a:lnTo>
                    <a:pt x="101747" y="45379"/>
                  </a:lnTo>
                  <a:lnTo>
                    <a:pt x="104108" y="53133"/>
                  </a:lnTo>
                  <a:lnTo>
                    <a:pt x="113865" y="64316"/>
                  </a:lnTo>
                  <a:lnTo>
                    <a:pt x="131807" y="81507"/>
                  </a:lnTo>
                  <a:lnTo>
                    <a:pt x="141962" y="96329"/>
                  </a:lnTo>
                  <a:lnTo>
                    <a:pt x="144324" y="108782"/>
                  </a:lnTo>
                  <a:lnTo>
                    <a:pt x="153491" y="128481"/>
                  </a:lnTo>
                  <a:lnTo>
                    <a:pt x="169449" y="155419"/>
                  </a:lnTo>
                  <a:lnTo>
                    <a:pt x="176560" y="169942"/>
                  </a:lnTo>
                  <a:lnTo>
                    <a:pt x="174824" y="172038"/>
                  </a:lnTo>
                  <a:lnTo>
                    <a:pt x="176079" y="179620"/>
                  </a:lnTo>
                  <a:lnTo>
                    <a:pt x="180338" y="192683"/>
                  </a:lnTo>
                  <a:lnTo>
                    <a:pt x="188249" y="203745"/>
                  </a:lnTo>
                  <a:lnTo>
                    <a:pt x="199820" y="212807"/>
                  </a:lnTo>
                  <a:lnTo>
                    <a:pt x="211520" y="229077"/>
                  </a:lnTo>
                  <a:lnTo>
                    <a:pt x="223349" y="252561"/>
                  </a:lnTo>
                  <a:lnTo>
                    <a:pt x="237679" y="270425"/>
                  </a:lnTo>
                  <a:lnTo>
                    <a:pt x="254500" y="282655"/>
                  </a:lnTo>
                  <a:lnTo>
                    <a:pt x="264024" y="294042"/>
                  </a:lnTo>
                  <a:lnTo>
                    <a:pt x="266251" y="304571"/>
                  </a:lnTo>
                  <a:lnTo>
                    <a:pt x="266086" y="313588"/>
                  </a:lnTo>
                  <a:lnTo>
                    <a:pt x="263522" y="321094"/>
                  </a:lnTo>
                  <a:lnTo>
                    <a:pt x="264608" y="328226"/>
                  </a:lnTo>
                  <a:lnTo>
                    <a:pt x="269336" y="334964"/>
                  </a:lnTo>
                  <a:lnTo>
                    <a:pt x="270912" y="343232"/>
                  </a:lnTo>
                  <a:lnTo>
                    <a:pt x="269062" y="354732"/>
                  </a:lnTo>
                  <a:lnTo>
                    <a:pt x="269191" y="357990"/>
                  </a:lnTo>
                  <a:lnTo>
                    <a:pt x="270561" y="360587"/>
                  </a:lnTo>
                  <a:lnTo>
                    <a:pt x="285496" y="380350"/>
                  </a:lnTo>
                  <a:lnTo>
                    <a:pt x="293170" y="396321"/>
                  </a:lnTo>
                  <a:lnTo>
                    <a:pt x="299262" y="421811"/>
                  </a:lnTo>
                  <a:lnTo>
                    <a:pt x="299293" y="422040"/>
                  </a:lnTo>
                  <a:lnTo>
                    <a:pt x="306099" y="437287"/>
                  </a:lnTo>
                  <a:lnTo>
                    <a:pt x="315887" y="443523"/>
                  </a:lnTo>
                  <a:lnTo>
                    <a:pt x="330925" y="445829"/>
                  </a:lnTo>
                  <a:lnTo>
                    <a:pt x="342351" y="451138"/>
                  </a:lnTo>
                  <a:lnTo>
                    <a:pt x="350165" y="459457"/>
                  </a:lnTo>
                  <a:lnTo>
                    <a:pt x="360019" y="464480"/>
                  </a:lnTo>
                  <a:lnTo>
                    <a:pt x="371916" y="466207"/>
                  </a:lnTo>
                  <a:lnTo>
                    <a:pt x="383321" y="471694"/>
                  </a:lnTo>
                  <a:lnTo>
                    <a:pt x="394230" y="480953"/>
                  </a:lnTo>
                  <a:lnTo>
                    <a:pt x="414575" y="487030"/>
                  </a:lnTo>
                  <a:lnTo>
                    <a:pt x="444357" y="489945"/>
                  </a:lnTo>
                  <a:lnTo>
                    <a:pt x="467022" y="497470"/>
                  </a:lnTo>
                  <a:lnTo>
                    <a:pt x="482577" y="509612"/>
                  </a:lnTo>
                  <a:lnTo>
                    <a:pt x="489419" y="512082"/>
                  </a:lnTo>
                  <a:lnTo>
                    <a:pt x="491269" y="512254"/>
                  </a:lnTo>
                  <a:lnTo>
                    <a:pt x="492158" y="510399"/>
                  </a:lnTo>
                  <a:lnTo>
                    <a:pt x="493331" y="506964"/>
                  </a:lnTo>
                  <a:lnTo>
                    <a:pt x="499352" y="503008"/>
                  </a:lnTo>
                  <a:lnTo>
                    <a:pt x="513697" y="500423"/>
                  </a:lnTo>
                  <a:lnTo>
                    <a:pt x="511770" y="527285"/>
                  </a:lnTo>
                  <a:lnTo>
                    <a:pt x="505372" y="549327"/>
                  </a:lnTo>
                  <a:lnTo>
                    <a:pt x="484293" y="595152"/>
                  </a:lnTo>
                  <a:lnTo>
                    <a:pt x="475508" y="623576"/>
                  </a:lnTo>
                  <a:lnTo>
                    <a:pt x="458511" y="704804"/>
                  </a:lnTo>
                  <a:lnTo>
                    <a:pt x="453534" y="755524"/>
                  </a:lnTo>
                  <a:lnTo>
                    <a:pt x="0" y="755524"/>
                  </a:lnTo>
                  <a:lnTo>
                    <a:pt x="0" y="15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g3907"/>
            <p:cNvSpPr/>
            <p:nvPr/>
          </p:nvSpPr>
          <p:spPr>
            <a:xfrm>
              <a:off x="4173090" y="2540116"/>
              <a:ext cx="1519164" cy="699069"/>
            </a:xfrm>
            <a:custGeom>
              <a:avLst/>
              <a:gdLst/>
              <a:ahLst/>
              <a:cxnLst/>
              <a:rect l="0" t="0" r="0" b="0"/>
              <a:pathLst>
                <a:path w="1519164" h="699069">
                  <a:moveTo>
                    <a:pt x="1509975" y="5632"/>
                  </a:moveTo>
                  <a:lnTo>
                    <a:pt x="1494849" y="16263"/>
                  </a:lnTo>
                  <a:lnTo>
                    <a:pt x="1478746" y="33041"/>
                  </a:lnTo>
                  <a:lnTo>
                    <a:pt x="1440965" y="45729"/>
                  </a:lnTo>
                  <a:lnTo>
                    <a:pt x="1426940" y="48955"/>
                  </a:lnTo>
                  <a:lnTo>
                    <a:pt x="1413994" y="47234"/>
                  </a:lnTo>
                  <a:lnTo>
                    <a:pt x="1398238" y="57559"/>
                  </a:lnTo>
                  <a:lnTo>
                    <a:pt x="1379593" y="63872"/>
                  </a:lnTo>
                  <a:lnTo>
                    <a:pt x="1374089" y="73474"/>
                  </a:lnTo>
                  <a:lnTo>
                    <a:pt x="1329270" y="99193"/>
                  </a:lnTo>
                  <a:lnTo>
                    <a:pt x="1312066" y="102431"/>
                  </a:lnTo>
                  <a:lnTo>
                    <a:pt x="1297426" y="109283"/>
                  </a:lnTo>
                  <a:lnTo>
                    <a:pt x="1293095" y="120917"/>
                  </a:lnTo>
                  <a:lnTo>
                    <a:pt x="1280026" y="127934"/>
                  </a:lnTo>
                  <a:lnTo>
                    <a:pt x="1276399" y="133307"/>
                  </a:lnTo>
                  <a:lnTo>
                    <a:pt x="1265407" y="149583"/>
                  </a:lnTo>
                  <a:lnTo>
                    <a:pt x="1244974" y="170603"/>
                  </a:lnTo>
                  <a:lnTo>
                    <a:pt x="1220075" y="174121"/>
                  </a:lnTo>
                  <a:lnTo>
                    <a:pt x="1210975" y="181436"/>
                  </a:lnTo>
                  <a:lnTo>
                    <a:pt x="1200438" y="193242"/>
                  </a:lnTo>
                  <a:lnTo>
                    <a:pt x="1185576" y="201345"/>
                  </a:lnTo>
                  <a:lnTo>
                    <a:pt x="1156233" y="197547"/>
                  </a:lnTo>
                  <a:lnTo>
                    <a:pt x="1163370" y="202513"/>
                  </a:lnTo>
                  <a:lnTo>
                    <a:pt x="1189622" y="210255"/>
                  </a:lnTo>
                  <a:lnTo>
                    <a:pt x="1192351" y="221730"/>
                  </a:lnTo>
                  <a:lnTo>
                    <a:pt x="1179199" y="224473"/>
                  </a:lnTo>
                  <a:lnTo>
                    <a:pt x="1151660" y="239771"/>
                  </a:lnTo>
                  <a:lnTo>
                    <a:pt x="1114556" y="266113"/>
                  </a:lnTo>
                  <a:lnTo>
                    <a:pt x="1108887" y="266735"/>
                  </a:lnTo>
                  <a:lnTo>
                    <a:pt x="1098918" y="266106"/>
                  </a:lnTo>
                  <a:lnTo>
                    <a:pt x="1084154" y="270501"/>
                  </a:lnTo>
                  <a:lnTo>
                    <a:pt x="1064759" y="279702"/>
                  </a:lnTo>
                  <a:lnTo>
                    <a:pt x="1041277" y="296232"/>
                  </a:lnTo>
                  <a:lnTo>
                    <a:pt x="999930" y="332023"/>
                  </a:lnTo>
                  <a:lnTo>
                    <a:pt x="997031" y="335802"/>
                  </a:lnTo>
                  <a:lnTo>
                    <a:pt x="991042" y="342438"/>
                  </a:lnTo>
                  <a:lnTo>
                    <a:pt x="975771" y="349512"/>
                  </a:lnTo>
                  <a:lnTo>
                    <a:pt x="961911" y="357139"/>
                  </a:lnTo>
                  <a:lnTo>
                    <a:pt x="958248" y="365166"/>
                  </a:lnTo>
                  <a:lnTo>
                    <a:pt x="951607" y="368824"/>
                  </a:lnTo>
                  <a:lnTo>
                    <a:pt x="928740" y="389177"/>
                  </a:lnTo>
                  <a:lnTo>
                    <a:pt x="915877" y="406513"/>
                  </a:lnTo>
                  <a:lnTo>
                    <a:pt x="904198" y="424656"/>
                  </a:lnTo>
                  <a:lnTo>
                    <a:pt x="891129" y="444946"/>
                  </a:lnTo>
                  <a:lnTo>
                    <a:pt x="864314" y="445200"/>
                  </a:lnTo>
                  <a:lnTo>
                    <a:pt x="843850" y="445117"/>
                  </a:lnTo>
                  <a:lnTo>
                    <a:pt x="808942" y="444971"/>
                  </a:lnTo>
                  <a:lnTo>
                    <a:pt x="779020" y="444851"/>
                  </a:lnTo>
                  <a:lnTo>
                    <a:pt x="743508" y="444705"/>
                  </a:lnTo>
                  <a:lnTo>
                    <a:pt x="717742" y="444597"/>
                  </a:lnTo>
                  <a:lnTo>
                    <a:pt x="689996" y="445448"/>
                  </a:lnTo>
                  <a:lnTo>
                    <a:pt x="676751" y="450858"/>
                  </a:lnTo>
                  <a:lnTo>
                    <a:pt x="660142" y="458167"/>
                  </a:lnTo>
                  <a:lnTo>
                    <a:pt x="642215" y="466048"/>
                  </a:lnTo>
                  <a:lnTo>
                    <a:pt x="651615" y="483626"/>
                  </a:lnTo>
                  <a:lnTo>
                    <a:pt x="654137" y="490561"/>
                  </a:lnTo>
                  <a:lnTo>
                    <a:pt x="653414" y="512927"/>
                  </a:lnTo>
                  <a:lnTo>
                    <a:pt x="655326" y="515372"/>
                  </a:lnTo>
                  <a:lnTo>
                    <a:pt x="657331" y="518693"/>
                  </a:lnTo>
                  <a:lnTo>
                    <a:pt x="657636" y="524472"/>
                  </a:lnTo>
                  <a:lnTo>
                    <a:pt x="659171" y="527114"/>
                  </a:lnTo>
                  <a:lnTo>
                    <a:pt x="662442" y="529247"/>
                  </a:lnTo>
                  <a:lnTo>
                    <a:pt x="666121" y="531756"/>
                  </a:lnTo>
                  <a:lnTo>
                    <a:pt x="668783" y="535153"/>
                  </a:lnTo>
                  <a:lnTo>
                    <a:pt x="669392" y="538544"/>
                  </a:lnTo>
                  <a:lnTo>
                    <a:pt x="666834" y="544450"/>
                  </a:lnTo>
                  <a:lnTo>
                    <a:pt x="656520" y="552433"/>
                  </a:lnTo>
                  <a:lnTo>
                    <a:pt x="642019" y="559431"/>
                  </a:lnTo>
                  <a:lnTo>
                    <a:pt x="613178" y="572055"/>
                  </a:lnTo>
                  <a:lnTo>
                    <a:pt x="579758" y="586687"/>
                  </a:lnTo>
                  <a:lnTo>
                    <a:pt x="550788" y="599368"/>
                  </a:lnTo>
                  <a:lnTo>
                    <a:pt x="528370" y="609180"/>
                  </a:lnTo>
                  <a:lnTo>
                    <a:pt x="482326" y="617797"/>
                  </a:lnTo>
                  <a:lnTo>
                    <a:pt x="445749" y="624637"/>
                  </a:lnTo>
                  <a:lnTo>
                    <a:pt x="419352" y="629577"/>
                  </a:lnTo>
                  <a:lnTo>
                    <a:pt x="395043" y="643326"/>
                  </a:lnTo>
                  <a:lnTo>
                    <a:pt x="368202" y="658497"/>
                  </a:lnTo>
                  <a:lnTo>
                    <a:pt x="345634" y="671255"/>
                  </a:lnTo>
                  <a:lnTo>
                    <a:pt x="320323" y="685562"/>
                  </a:lnTo>
                  <a:lnTo>
                    <a:pt x="296432" y="699069"/>
                  </a:lnTo>
                  <a:lnTo>
                    <a:pt x="269870" y="699025"/>
                  </a:lnTo>
                  <a:lnTo>
                    <a:pt x="251225" y="688902"/>
                  </a:lnTo>
                  <a:lnTo>
                    <a:pt x="233893" y="678507"/>
                  </a:lnTo>
                  <a:lnTo>
                    <a:pt x="222043" y="659919"/>
                  </a:lnTo>
                  <a:lnTo>
                    <a:pt x="221227" y="638322"/>
                  </a:lnTo>
                  <a:lnTo>
                    <a:pt x="225474" y="624179"/>
                  </a:lnTo>
                  <a:lnTo>
                    <a:pt x="229324" y="617727"/>
                  </a:lnTo>
                  <a:lnTo>
                    <a:pt x="236673" y="613638"/>
                  </a:lnTo>
                  <a:lnTo>
                    <a:pt x="251060" y="606684"/>
                  </a:lnTo>
                  <a:lnTo>
                    <a:pt x="264139" y="592605"/>
                  </a:lnTo>
                  <a:lnTo>
                    <a:pt x="274625" y="584204"/>
                  </a:lnTo>
                  <a:lnTo>
                    <a:pt x="285187" y="575535"/>
                  </a:lnTo>
                  <a:lnTo>
                    <a:pt x="291218" y="560606"/>
                  </a:lnTo>
                  <a:lnTo>
                    <a:pt x="298742" y="524465"/>
                  </a:lnTo>
                  <a:lnTo>
                    <a:pt x="299698" y="517277"/>
                  </a:lnTo>
                  <a:lnTo>
                    <a:pt x="310644" y="492491"/>
                  </a:lnTo>
                  <a:lnTo>
                    <a:pt x="322752" y="465070"/>
                  </a:lnTo>
                  <a:lnTo>
                    <a:pt x="328312" y="452477"/>
                  </a:lnTo>
                  <a:lnTo>
                    <a:pt x="322095" y="419792"/>
                  </a:lnTo>
                  <a:lnTo>
                    <a:pt x="317419" y="394676"/>
                  </a:lnTo>
                  <a:lnTo>
                    <a:pt x="313135" y="371669"/>
                  </a:lnTo>
                  <a:lnTo>
                    <a:pt x="308313" y="345746"/>
                  </a:lnTo>
                  <a:lnTo>
                    <a:pt x="303926" y="322148"/>
                  </a:lnTo>
                  <a:lnTo>
                    <a:pt x="299786" y="299916"/>
                  </a:lnTo>
                  <a:lnTo>
                    <a:pt x="295637" y="277600"/>
                  </a:lnTo>
                  <a:lnTo>
                    <a:pt x="291564" y="255723"/>
                  </a:lnTo>
                  <a:lnTo>
                    <a:pt x="288371" y="240032"/>
                  </a:lnTo>
                  <a:lnTo>
                    <a:pt x="284578" y="221438"/>
                  </a:lnTo>
                  <a:lnTo>
                    <a:pt x="262424" y="208388"/>
                  </a:lnTo>
                  <a:lnTo>
                    <a:pt x="245603" y="199249"/>
                  </a:lnTo>
                  <a:lnTo>
                    <a:pt x="218090" y="184320"/>
                  </a:lnTo>
                  <a:lnTo>
                    <a:pt x="195016" y="171797"/>
                  </a:lnTo>
                  <a:lnTo>
                    <a:pt x="174340" y="160340"/>
                  </a:lnTo>
                  <a:lnTo>
                    <a:pt x="187378" y="137250"/>
                  </a:lnTo>
                  <a:lnTo>
                    <a:pt x="186251" y="133472"/>
                  </a:lnTo>
                  <a:lnTo>
                    <a:pt x="181528" y="128925"/>
                  </a:lnTo>
                  <a:lnTo>
                    <a:pt x="171875" y="121362"/>
                  </a:lnTo>
                  <a:lnTo>
                    <a:pt x="166232" y="120593"/>
                  </a:lnTo>
                  <a:lnTo>
                    <a:pt x="156294" y="122372"/>
                  </a:lnTo>
                  <a:lnTo>
                    <a:pt x="140434" y="127077"/>
                  </a:lnTo>
                  <a:lnTo>
                    <a:pt x="133582" y="125515"/>
                  </a:lnTo>
                  <a:lnTo>
                    <a:pt x="128140" y="117437"/>
                  </a:lnTo>
                  <a:lnTo>
                    <a:pt x="121877" y="107099"/>
                  </a:lnTo>
                  <a:lnTo>
                    <a:pt x="119825" y="99021"/>
                  </a:lnTo>
                  <a:lnTo>
                    <a:pt x="119040" y="88333"/>
                  </a:lnTo>
                  <a:lnTo>
                    <a:pt x="115304" y="78713"/>
                  </a:lnTo>
                  <a:lnTo>
                    <a:pt x="117671" y="73664"/>
                  </a:lnTo>
                  <a:lnTo>
                    <a:pt x="118192" y="71149"/>
                  </a:lnTo>
                  <a:lnTo>
                    <a:pt x="117981" y="67987"/>
                  </a:lnTo>
                  <a:lnTo>
                    <a:pt x="115412" y="65967"/>
                  </a:lnTo>
                  <a:lnTo>
                    <a:pt x="110890" y="65085"/>
                  </a:lnTo>
                  <a:lnTo>
                    <a:pt x="95594" y="69123"/>
                  </a:lnTo>
                  <a:lnTo>
                    <a:pt x="88716" y="69498"/>
                  </a:lnTo>
                  <a:lnTo>
                    <a:pt x="84613" y="71772"/>
                  </a:lnTo>
                  <a:lnTo>
                    <a:pt x="78148" y="76490"/>
                  </a:lnTo>
                  <a:lnTo>
                    <a:pt x="71776" y="77074"/>
                  </a:lnTo>
                  <a:lnTo>
                    <a:pt x="60769" y="65904"/>
                  </a:lnTo>
                  <a:lnTo>
                    <a:pt x="48743" y="53673"/>
                  </a:lnTo>
                  <a:lnTo>
                    <a:pt x="43700" y="36825"/>
                  </a:lnTo>
                  <a:lnTo>
                    <a:pt x="38522" y="19521"/>
                  </a:lnTo>
                  <a:lnTo>
                    <a:pt x="17980" y="9112"/>
                  </a:lnTo>
                  <a:lnTo>
                    <a:pt x="0" y="0"/>
                  </a:lnTo>
                  <a:lnTo>
                    <a:pt x="151916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g3908"/>
            <p:cNvSpPr/>
            <p:nvPr/>
          </p:nvSpPr>
          <p:spPr>
            <a:xfrm>
              <a:off x="6018224" y="2540116"/>
              <a:ext cx="296962" cy="257863"/>
            </a:xfrm>
            <a:custGeom>
              <a:avLst/>
              <a:gdLst/>
              <a:ahLst/>
              <a:cxnLst/>
              <a:rect l="0" t="0" r="0" b="0"/>
              <a:pathLst>
                <a:path w="296962" h="257863">
                  <a:moveTo>
                    <a:pt x="67195" y="242946"/>
                  </a:moveTo>
                  <a:lnTo>
                    <a:pt x="62725" y="241575"/>
                  </a:lnTo>
                  <a:lnTo>
                    <a:pt x="58875" y="240501"/>
                  </a:lnTo>
                  <a:lnTo>
                    <a:pt x="56643" y="242330"/>
                  </a:lnTo>
                  <a:lnTo>
                    <a:pt x="54529" y="244775"/>
                  </a:lnTo>
                  <a:lnTo>
                    <a:pt x="51924" y="246611"/>
                  </a:lnTo>
                  <a:lnTo>
                    <a:pt x="46457" y="244013"/>
                  </a:lnTo>
                  <a:lnTo>
                    <a:pt x="42979" y="239282"/>
                  </a:lnTo>
                  <a:lnTo>
                    <a:pt x="37393" y="234405"/>
                  </a:lnTo>
                  <a:lnTo>
                    <a:pt x="35279" y="230735"/>
                  </a:lnTo>
                  <a:lnTo>
                    <a:pt x="36401" y="226467"/>
                  </a:lnTo>
                  <a:lnTo>
                    <a:pt x="38881" y="222346"/>
                  </a:lnTo>
                  <a:lnTo>
                    <a:pt x="40002" y="217462"/>
                  </a:lnTo>
                  <a:lnTo>
                    <a:pt x="37269" y="211829"/>
                  </a:lnTo>
                  <a:lnTo>
                    <a:pt x="34783" y="208623"/>
                  </a:lnTo>
                  <a:lnTo>
                    <a:pt x="33047" y="204958"/>
                  </a:lnTo>
                  <a:lnTo>
                    <a:pt x="33667" y="201453"/>
                  </a:lnTo>
                  <a:lnTo>
                    <a:pt x="37145" y="199770"/>
                  </a:lnTo>
                  <a:lnTo>
                    <a:pt x="40375" y="197630"/>
                  </a:lnTo>
                  <a:lnTo>
                    <a:pt x="41491" y="193058"/>
                  </a:lnTo>
                  <a:lnTo>
                    <a:pt x="39501" y="188174"/>
                  </a:lnTo>
                  <a:lnTo>
                    <a:pt x="33791" y="186187"/>
                  </a:lnTo>
                  <a:lnTo>
                    <a:pt x="29073" y="186949"/>
                  </a:lnTo>
                  <a:lnTo>
                    <a:pt x="22241" y="185882"/>
                  </a:lnTo>
                  <a:lnTo>
                    <a:pt x="15663" y="182834"/>
                  </a:lnTo>
                  <a:lnTo>
                    <a:pt x="11316" y="179322"/>
                  </a:lnTo>
                  <a:lnTo>
                    <a:pt x="7963" y="177334"/>
                  </a:lnTo>
                  <a:lnTo>
                    <a:pt x="5353" y="177334"/>
                  </a:lnTo>
                  <a:lnTo>
                    <a:pt x="2247" y="175353"/>
                  </a:lnTo>
                  <a:lnTo>
                    <a:pt x="387" y="171993"/>
                  </a:lnTo>
                  <a:lnTo>
                    <a:pt x="635" y="166500"/>
                  </a:lnTo>
                  <a:lnTo>
                    <a:pt x="1503" y="163147"/>
                  </a:lnTo>
                  <a:lnTo>
                    <a:pt x="3239" y="160245"/>
                  </a:lnTo>
                  <a:lnTo>
                    <a:pt x="3363" y="157038"/>
                  </a:lnTo>
                  <a:lnTo>
                    <a:pt x="2619" y="154746"/>
                  </a:lnTo>
                  <a:lnTo>
                    <a:pt x="2500" y="152923"/>
                  </a:lnTo>
                  <a:lnTo>
                    <a:pt x="2991" y="150631"/>
                  </a:lnTo>
                  <a:lnTo>
                    <a:pt x="4113" y="146052"/>
                  </a:lnTo>
                  <a:lnTo>
                    <a:pt x="2247" y="142699"/>
                  </a:lnTo>
                  <a:lnTo>
                    <a:pt x="2056" y="131078"/>
                  </a:lnTo>
                  <a:lnTo>
                    <a:pt x="1689" y="109334"/>
                  </a:lnTo>
                  <a:lnTo>
                    <a:pt x="1415" y="92677"/>
                  </a:lnTo>
                  <a:lnTo>
                    <a:pt x="1069" y="71740"/>
                  </a:lnTo>
                  <a:lnTo>
                    <a:pt x="867" y="56493"/>
                  </a:lnTo>
                  <a:lnTo>
                    <a:pt x="588" y="35130"/>
                  </a:lnTo>
                  <a:lnTo>
                    <a:pt x="325" y="14859"/>
                  </a:lnTo>
                  <a:lnTo>
                    <a:pt x="0" y="0"/>
                  </a:lnTo>
                  <a:lnTo>
                    <a:pt x="276472" y="0"/>
                  </a:lnTo>
                  <a:lnTo>
                    <a:pt x="276633" y="57"/>
                  </a:lnTo>
                  <a:lnTo>
                    <a:pt x="276810" y="0"/>
                  </a:lnTo>
                  <a:lnTo>
                    <a:pt x="296962" y="0"/>
                  </a:lnTo>
                  <a:lnTo>
                    <a:pt x="296962" y="192012"/>
                  </a:lnTo>
                  <a:lnTo>
                    <a:pt x="290901" y="195833"/>
                  </a:lnTo>
                  <a:lnTo>
                    <a:pt x="267083" y="205085"/>
                  </a:lnTo>
                  <a:lnTo>
                    <a:pt x="239280" y="222746"/>
                  </a:lnTo>
                  <a:lnTo>
                    <a:pt x="203354" y="237625"/>
                  </a:lnTo>
                  <a:lnTo>
                    <a:pt x="195825" y="237682"/>
                  </a:lnTo>
                  <a:lnTo>
                    <a:pt x="179510" y="225438"/>
                  </a:lnTo>
                  <a:lnTo>
                    <a:pt x="184073" y="219863"/>
                  </a:lnTo>
                  <a:lnTo>
                    <a:pt x="188316" y="212306"/>
                  </a:lnTo>
                  <a:lnTo>
                    <a:pt x="184260" y="214484"/>
                  </a:lnTo>
                  <a:lnTo>
                    <a:pt x="181629" y="217761"/>
                  </a:lnTo>
                  <a:lnTo>
                    <a:pt x="171790" y="223019"/>
                  </a:lnTo>
                  <a:lnTo>
                    <a:pt x="179769" y="233199"/>
                  </a:lnTo>
                  <a:lnTo>
                    <a:pt x="175914" y="237015"/>
                  </a:lnTo>
                  <a:lnTo>
                    <a:pt x="164503" y="242032"/>
                  </a:lnTo>
                  <a:lnTo>
                    <a:pt x="153878" y="249290"/>
                  </a:lnTo>
                  <a:lnTo>
                    <a:pt x="144577" y="254142"/>
                  </a:lnTo>
                  <a:lnTo>
                    <a:pt x="137052" y="247970"/>
                  </a:lnTo>
                  <a:lnTo>
                    <a:pt x="116283" y="255768"/>
                  </a:lnTo>
                  <a:lnTo>
                    <a:pt x="98791" y="257863"/>
                  </a:lnTo>
                  <a:lnTo>
                    <a:pt x="95008" y="253913"/>
                  </a:lnTo>
                  <a:lnTo>
                    <a:pt x="93897" y="247677"/>
                  </a:lnTo>
                  <a:lnTo>
                    <a:pt x="87773" y="246172"/>
                  </a:lnTo>
                  <a:lnTo>
                    <a:pt x="76394" y="247893"/>
                  </a:lnTo>
                  <a:lnTo>
                    <a:pt x="72079" y="2445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g3909"/>
            <p:cNvSpPr/>
            <p:nvPr/>
          </p:nvSpPr>
          <p:spPr>
            <a:xfrm>
              <a:off x="5287647" y="2540116"/>
              <a:ext cx="534180" cy="266113"/>
            </a:xfrm>
            <a:custGeom>
              <a:avLst/>
              <a:gdLst/>
              <a:ahLst/>
              <a:cxnLst/>
              <a:rect l="0" t="0" r="0" b="0"/>
              <a:pathLst>
                <a:path w="534180" h="266113">
                  <a:moveTo>
                    <a:pt x="528260" y="7169"/>
                  </a:moveTo>
                  <a:lnTo>
                    <a:pt x="511940" y="26932"/>
                  </a:lnTo>
                  <a:lnTo>
                    <a:pt x="497548" y="44357"/>
                  </a:lnTo>
                  <a:lnTo>
                    <a:pt x="494318" y="62240"/>
                  </a:lnTo>
                  <a:lnTo>
                    <a:pt x="491254" y="79195"/>
                  </a:lnTo>
                  <a:lnTo>
                    <a:pt x="479347" y="92099"/>
                  </a:lnTo>
                  <a:lnTo>
                    <a:pt x="472087" y="103930"/>
                  </a:lnTo>
                  <a:lnTo>
                    <a:pt x="468847" y="117050"/>
                  </a:lnTo>
                  <a:lnTo>
                    <a:pt x="466139" y="129097"/>
                  </a:lnTo>
                  <a:lnTo>
                    <a:pt x="465932" y="139181"/>
                  </a:lnTo>
                  <a:lnTo>
                    <a:pt x="467973" y="144471"/>
                  </a:lnTo>
                  <a:lnTo>
                    <a:pt x="467012" y="148770"/>
                  </a:lnTo>
                  <a:lnTo>
                    <a:pt x="463074" y="153717"/>
                  </a:lnTo>
                  <a:lnTo>
                    <a:pt x="455199" y="162322"/>
                  </a:lnTo>
                  <a:lnTo>
                    <a:pt x="453798" y="170603"/>
                  </a:lnTo>
                  <a:lnTo>
                    <a:pt x="448982" y="174686"/>
                  </a:lnTo>
                  <a:lnTo>
                    <a:pt x="435246" y="182859"/>
                  </a:lnTo>
                  <a:lnTo>
                    <a:pt x="424042" y="194906"/>
                  </a:lnTo>
                  <a:lnTo>
                    <a:pt x="423495" y="201726"/>
                  </a:lnTo>
                  <a:lnTo>
                    <a:pt x="425112" y="207391"/>
                  </a:lnTo>
                  <a:lnTo>
                    <a:pt x="425360" y="210909"/>
                  </a:lnTo>
                  <a:lnTo>
                    <a:pt x="423122" y="213360"/>
                  </a:lnTo>
                  <a:lnTo>
                    <a:pt x="418637" y="213201"/>
                  </a:lnTo>
                  <a:lnTo>
                    <a:pt x="413784" y="213970"/>
                  </a:lnTo>
                  <a:lnTo>
                    <a:pt x="409697" y="218993"/>
                  </a:lnTo>
                  <a:lnTo>
                    <a:pt x="409800" y="226207"/>
                  </a:lnTo>
                  <a:lnTo>
                    <a:pt x="406813" y="231408"/>
                  </a:lnTo>
                  <a:lnTo>
                    <a:pt x="403325" y="232481"/>
                  </a:lnTo>
                  <a:lnTo>
                    <a:pt x="400338" y="228804"/>
                  </a:lnTo>
                  <a:lnTo>
                    <a:pt x="396746" y="223292"/>
                  </a:lnTo>
                  <a:lnTo>
                    <a:pt x="392540" y="222752"/>
                  </a:lnTo>
                  <a:lnTo>
                    <a:pt x="386153" y="226410"/>
                  </a:lnTo>
                  <a:lnTo>
                    <a:pt x="378277" y="232430"/>
                  </a:lnTo>
                  <a:lnTo>
                    <a:pt x="371192" y="232754"/>
                  </a:lnTo>
                  <a:lnTo>
                    <a:pt x="357890" y="228887"/>
                  </a:lnTo>
                  <a:lnTo>
                    <a:pt x="348180" y="240559"/>
                  </a:lnTo>
                  <a:lnTo>
                    <a:pt x="337757" y="265630"/>
                  </a:lnTo>
                  <a:lnTo>
                    <a:pt x="293717" y="265693"/>
                  </a:lnTo>
                  <a:lnTo>
                    <a:pt x="249678" y="265757"/>
                  </a:lnTo>
                  <a:lnTo>
                    <a:pt x="205634" y="265820"/>
                  </a:lnTo>
                  <a:lnTo>
                    <a:pt x="161594" y="265884"/>
                  </a:lnTo>
                  <a:lnTo>
                    <a:pt x="117555" y="265941"/>
                  </a:lnTo>
                  <a:lnTo>
                    <a:pt x="73516" y="266005"/>
                  </a:lnTo>
                  <a:lnTo>
                    <a:pt x="29476" y="266068"/>
                  </a:lnTo>
                  <a:lnTo>
                    <a:pt x="4831" y="266106"/>
                  </a:lnTo>
                  <a:lnTo>
                    <a:pt x="0" y="266113"/>
                  </a:lnTo>
                  <a:lnTo>
                    <a:pt x="15089" y="261204"/>
                  </a:lnTo>
                  <a:lnTo>
                    <a:pt x="46550" y="242127"/>
                  </a:lnTo>
                  <a:lnTo>
                    <a:pt x="69753" y="235218"/>
                  </a:lnTo>
                  <a:lnTo>
                    <a:pt x="99933" y="215182"/>
                  </a:lnTo>
                  <a:lnTo>
                    <a:pt x="121792" y="211328"/>
                  </a:lnTo>
                  <a:lnTo>
                    <a:pt x="125952" y="206921"/>
                  </a:lnTo>
                  <a:lnTo>
                    <a:pt x="129616" y="190302"/>
                  </a:lnTo>
                  <a:lnTo>
                    <a:pt x="131616" y="184377"/>
                  </a:lnTo>
                  <a:lnTo>
                    <a:pt x="141823" y="168056"/>
                  </a:lnTo>
                  <a:lnTo>
                    <a:pt x="154080" y="154289"/>
                  </a:lnTo>
                  <a:lnTo>
                    <a:pt x="163971" y="135250"/>
                  </a:lnTo>
                  <a:lnTo>
                    <a:pt x="181924" y="123083"/>
                  </a:lnTo>
                  <a:lnTo>
                    <a:pt x="209070" y="112909"/>
                  </a:lnTo>
                  <a:lnTo>
                    <a:pt x="234180" y="90689"/>
                  </a:lnTo>
                  <a:lnTo>
                    <a:pt x="247942" y="83914"/>
                  </a:lnTo>
                  <a:lnTo>
                    <a:pt x="261280" y="79062"/>
                  </a:lnTo>
                  <a:lnTo>
                    <a:pt x="266881" y="70032"/>
                  </a:lnTo>
                  <a:lnTo>
                    <a:pt x="275129" y="64869"/>
                  </a:lnTo>
                  <a:lnTo>
                    <a:pt x="297180" y="54372"/>
                  </a:lnTo>
                  <a:lnTo>
                    <a:pt x="321484" y="51533"/>
                  </a:lnTo>
                  <a:lnTo>
                    <a:pt x="346046" y="42820"/>
                  </a:lnTo>
                  <a:lnTo>
                    <a:pt x="364887" y="38203"/>
                  </a:lnTo>
                  <a:lnTo>
                    <a:pt x="376442" y="30030"/>
                  </a:lnTo>
                  <a:lnTo>
                    <a:pt x="393243" y="25725"/>
                  </a:lnTo>
                  <a:lnTo>
                    <a:pt x="443385" y="2273"/>
                  </a:lnTo>
                  <a:lnTo>
                    <a:pt x="446265" y="0"/>
                  </a:lnTo>
                  <a:lnTo>
                    <a:pt x="534180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g3910"/>
            <p:cNvSpPr/>
            <p:nvPr/>
          </p:nvSpPr>
          <p:spPr>
            <a:xfrm>
              <a:off x="6188919" y="2797057"/>
              <a:ext cx="126268" cy="202407"/>
            </a:xfrm>
            <a:custGeom>
              <a:avLst/>
              <a:gdLst/>
              <a:ahLst/>
              <a:cxnLst/>
              <a:rect l="0" t="0" r="0" b="0"/>
              <a:pathLst>
                <a:path w="126268" h="202407">
                  <a:moveTo>
                    <a:pt x="117079" y="175208"/>
                  </a:moveTo>
                  <a:lnTo>
                    <a:pt x="108057" y="174662"/>
                  </a:lnTo>
                  <a:lnTo>
                    <a:pt x="101406" y="175266"/>
                  </a:lnTo>
                  <a:lnTo>
                    <a:pt x="91386" y="182892"/>
                  </a:lnTo>
                  <a:lnTo>
                    <a:pt x="89830" y="198305"/>
                  </a:lnTo>
                  <a:lnTo>
                    <a:pt x="85406" y="196266"/>
                  </a:lnTo>
                  <a:lnTo>
                    <a:pt x="80916" y="196768"/>
                  </a:lnTo>
                  <a:lnTo>
                    <a:pt x="78595" y="201607"/>
                  </a:lnTo>
                  <a:lnTo>
                    <a:pt x="75288" y="202407"/>
                  </a:lnTo>
                  <a:lnTo>
                    <a:pt x="66529" y="197829"/>
                  </a:lnTo>
                  <a:lnTo>
                    <a:pt x="56214" y="200331"/>
                  </a:lnTo>
                  <a:lnTo>
                    <a:pt x="48147" y="196857"/>
                  </a:lnTo>
                  <a:lnTo>
                    <a:pt x="37863" y="174275"/>
                  </a:lnTo>
                  <a:lnTo>
                    <a:pt x="32401" y="166362"/>
                  </a:lnTo>
                  <a:lnTo>
                    <a:pt x="22717" y="163810"/>
                  </a:lnTo>
                  <a:lnTo>
                    <a:pt x="20205" y="168585"/>
                  </a:lnTo>
                  <a:lnTo>
                    <a:pt x="16448" y="173259"/>
                  </a:lnTo>
                  <a:lnTo>
                    <a:pt x="7126" y="163943"/>
                  </a:lnTo>
                  <a:lnTo>
                    <a:pt x="56" y="129365"/>
                  </a:lnTo>
                  <a:lnTo>
                    <a:pt x="0" y="121021"/>
                  </a:lnTo>
                  <a:lnTo>
                    <a:pt x="9896" y="91936"/>
                  </a:lnTo>
                  <a:lnTo>
                    <a:pt x="34401" y="65753"/>
                  </a:lnTo>
                  <a:lnTo>
                    <a:pt x="26577" y="64877"/>
                  </a:lnTo>
                  <a:lnTo>
                    <a:pt x="4940" y="83033"/>
                  </a:lnTo>
                  <a:lnTo>
                    <a:pt x="7172" y="78638"/>
                  </a:lnTo>
                  <a:lnTo>
                    <a:pt x="10841" y="74059"/>
                  </a:lnTo>
                  <a:lnTo>
                    <a:pt x="18138" y="66674"/>
                  </a:lnTo>
                  <a:lnTo>
                    <a:pt x="29213" y="59733"/>
                  </a:lnTo>
                  <a:lnTo>
                    <a:pt x="43961" y="55688"/>
                  </a:lnTo>
                  <a:lnTo>
                    <a:pt x="54106" y="55072"/>
                  </a:lnTo>
                  <a:lnTo>
                    <a:pt x="61098" y="51236"/>
                  </a:lnTo>
                  <a:lnTo>
                    <a:pt x="71231" y="44441"/>
                  </a:lnTo>
                  <a:lnTo>
                    <a:pt x="73112" y="40834"/>
                  </a:lnTo>
                  <a:lnTo>
                    <a:pt x="64126" y="44981"/>
                  </a:lnTo>
                  <a:lnTo>
                    <a:pt x="49196" y="49064"/>
                  </a:lnTo>
                  <a:lnTo>
                    <a:pt x="53026" y="43711"/>
                  </a:lnTo>
                  <a:lnTo>
                    <a:pt x="56762" y="40847"/>
                  </a:lnTo>
                  <a:lnTo>
                    <a:pt x="126268" y="0"/>
                  </a:lnTo>
                  <a:lnTo>
                    <a:pt x="126268" y="1681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g3911"/>
            <p:cNvSpPr/>
            <p:nvPr/>
          </p:nvSpPr>
          <p:spPr>
            <a:xfrm>
              <a:off x="6175048" y="2885799"/>
              <a:ext cx="12040" cy="17520"/>
            </a:xfrm>
            <a:custGeom>
              <a:avLst/>
              <a:gdLst/>
              <a:ahLst/>
              <a:cxnLst/>
              <a:rect l="0" t="0" r="0" b="0"/>
              <a:pathLst>
                <a:path w="12040" h="17520">
                  <a:moveTo>
                    <a:pt x="0" y="17520"/>
                  </a:moveTo>
                  <a:lnTo>
                    <a:pt x="1291" y="13062"/>
                  </a:lnTo>
                  <a:lnTo>
                    <a:pt x="7792" y="1695"/>
                  </a:lnTo>
                  <a:lnTo>
                    <a:pt x="12040" y="0"/>
                  </a:lnTo>
                  <a:lnTo>
                    <a:pt x="5327" y="129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g3912"/>
            <p:cNvSpPr/>
            <p:nvPr/>
          </p:nvSpPr>
          <p:spPr>
            <a:xfrm>
              <a:off x="6114410" y="2832043"/>
              <a:ext cx="16050" cy="22950"/>
            </a:xfrm>
            <a:custGeom>
              <a:avLst/>
              <a:gdLst/>
              <a:ahLst/>
              <a:cxnLst/>
              <a:rect l="0" t="0" r="0" b="0"/>
              <a:pathLst>
                <a:path w="16050" h="22950">
                  <a:moveTo>
                    <a:pt x="0" y="22950"/>
                  </a:moveTo>
                  <a:lnTo>
                    <a:pt x="5539" y="5391"/>
                  </a:lnTo>
                  <a:lnTo>
                    <a:pt x="10046" y="0"/>
                  </a:lnTo>
                  <a:lnTo>
                    <a:pt x="16050" y="1816"/>
                  </a:lnTo>
                  <a:lnTo>
                    <a:pt x="15208" y="12427"/>
                  </a:lnTo>
                  <a:lnTo>
                    <a:pt x="14242" y="1607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g3913"/>
            <p:cNvSpPr/>
            <p:nvPr/>
          </p:nvSpPr>
          <p:spPr>
            <a:xfrm>
              <a:off x="5366847" y="2715076"/>
              <a:ext cx="51274" cy="34247"/>
            </a:xfrm>
            <a:custGeom>
              <a:avLst/>
              <a:gdLst/>
              <a:ahLst/>
              <a:cxnLst/>
              <a:rect l="0" t="0" r="0" b="0"/>
              <a:pathLst>
                <a:path w="51274" h="34247">
                  <a:moveTo>
                    <a:pt x="33548" y="33244"/>
                  </a:moveTo>
                  <a:lnTo>
                    <a:pt x="19601" y="30837"/>
                  </a:lnTo>
                  <a:lnTo>
                    <a:pt x="4268" y="34177"/>
                  </a:lnTo>
                  <a:lnTo>
                    <a:pt x="0" y="34247"/>
                  </a:lnTo>
                  <a:lnTo>
                    <a:pt x="11389" y="24582"/>
                  </a:lnTo>
                  <a:lnTo>
                    <a:pt x="28903" y="18638"/>
                  </a:lnTo>
                  <a:lnTo>
                    <a:pt x="46364" y="463"/>
                  </a:lnTo>
                  <a:lnTo>
                    <a:pt x="51274" y="0"/>
                  </a:lnTo>
                  <a:lnTo>
                    <a:pt x="44628" y="20587"/>
                  </a:lnTo>
                  <a:lnTo>
                    <a:pt x="43274" y="27948"/>
                  </a:lnTo>
                  <a:lnTo>
                    <a:pt x="41703" y="306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g3914"/>
            <p:cNvSpPr/>
            <p:nvPr/>
          </p:nvSpPr>
          <p:spPr>
            <a:xfrm>
              <a:off x="5377730" y="2716409"/>
              <a:ext cx="30200" cy="16853"/>
            </a:xfrm>
            <a:custGeom>
              <a:avLst/>
              <a:gdLst/>
              <a:ahLst/>
              <a:cxnLst/>
              <a:rect l="0" t="0" r="0" b="0"/>
              <a:pathLst>
                <a:path w="30200" h="16853">
                  <a:moveTo>
                    <a:pt x="4423" y="16853"/>
                  </a:moveTo>
                  <a:lnTo>
                    <a:pt x="0" y="15723"/>
                  </a:lnTo>
                  <a:lnTo>
                    <a:pt x="14082" y="2946"/>
                  </a:lnTo>
                  <a:lnTo>
                    <a:pt x="30200" y="0"/>
                  </a:lnTo>
                  <a:lnTo>
                    <a:pt x="17187" y="1417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g3915"/>
            <p:cNvSpPr/>
            <p:nvPr/>
          </p:nvSpPr>
          <p:spPr>
            <a:xfrm>
              <a:off x="5667831" y="2547127"/>
              <a:ext cx="30784" cy="17069"/>
            </a:xfrm>
            <a:custGeom>
              <a:avLst/>
              <a:gdLst/>
              <a:ahLst/>
              <a:cxnLst/>
              <a:rect l="0" t="0" r="0" b="0"/>
              <a:pathLst>
                <a:path w="30784" h="17069">
                  <a:moveTo>
                    <a:pt x="0" y="17069"/>
                  </a:moveTo>
                  <a:lnTo>
                    <a:pt x="2294" y="12554"/>
                  </a:lnTo>
                  <a:lnTo>
                    <a:pt x="15430" y="4508"/>
                  </a:lnTo>
                  <a:lnTo>
                    <a:pt x="25084" y="0"/>
                  </a:lnTo>
                  <a:lnTo>
                    <a:pt x="30784" y="95"/>
                  </a:lnTo>
                  <a:lnTo>
                    <a:pt x="21502" y="9957"/>
                  </a:lnTo>
                  <a:lnTo>
                    <a:pt x="9622" y="160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g3916"/>
            <p:cNvSpPr/>
            <p:nvPr/>
          </p:nvSpPr>
          <p:spPr>
            <a:xfrm>
              <a:off x="4939342" y="5500509"/>
              <a:ext cx="49258" cy="37397"/>
            </a:xfrm>
            <a:custGeom>
              <a:avLst/>
              <a:gdLst/>
              <a:ahLst/>
              <a:cxnLst/>
              <a:rect l="0" t="0" r="0" b="0"/>
              <a:pathLst>
                <a:path w="49258" h="37397">
                  <a:moveTo>
                    <a:pt x="36380" y="7931"/>
                  </a:moveTo>
                  <a:lnTo>
                    <a:pt x="25890" y="16136"/>
                  </a:lnTo>
                  <a:lnTo>
                    <a:pt x="33512" y="21991"/>
                  </a:lnTo>
                  <a:lnTo>
                    <a:pt x="40695" y="9258"/>
                  </a:lnTo>
                  <a:lnTo>
                    <a:pt x="46395" y="19603"/>
                  </a:lnTo>
                  <a:lnTo>
                    <a:pt x="49258" y="37397"/>
                  </a:lnTo>
                  <a:lnTo>
                    <a:pt x="16879" y="37397"/>
                  </a:lnTo>
                  <a:lnTo>
                    <a:pt x="15627" y="32145"/>
                  </a:lnTo>
                  <a:lnTo>
                    <a:pt x="9084" y="25573"/>
                  </a:lnTo>
                  <a:lnTo>
                    <a:pt x="0" y="8807"/>
                  </a:lnTo>
                  <a:lnTo>
                    <a:pt x="5276" y="4483"/>
                  </a:lnTo>
                  <a:lnTo>
                    <a:pt x="12309" y="5924"/>
                  </a:lnTo>
                  <a:lnTo>
                    <a:pt x="15911" y="3905"/>
                  </a:lnTo>
                  <a:lnTo>
                    <a:pt x="25662" y="2292"/>
                  </a:lnTo>
                  <a:lnTo>
                    <a:pt x="31585" y="0"/>
                  </a:lnTo>
                  <a:lnTo>
                    <a:pt x="36215" y="495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g3917"/>
            <p:cNvSpPr/>
            <p:nvPr/>
          </p:nvSpPr>
          <p:spPr>
            <a:xfrm>
              <a:off x="4945285" y="5155530"/>
              <a:ext cx="95830" cy="135860"/>
            </a:xfrm>
            <a:custGeom>
              <a:avLst/>
              <a:gdLst/>
              <a:ahLst/>
              <a:cxnLst/>
              <a:rect l="0" t="0" r="0" b="0"/>
              <a:pathLst>
                <a:path w="95830" h="135860">
                  <a:moveTo>
                    <a:pt x="73800" y="135860"/>
                  </a:moveTo>
                  <a:lnTo>
                    <a:pt x="64612" y="122835"/>
                  </a:lnTo>
                  <a:lnTo>
                    <a:pt x="57211" y="119050"/>
                  </a:lnTo>
                  <a:lnTo>
                    <a:pt x="68772" y="109842"/>
                  </a:lnTo>
                  <a:lnTo>
                    <a:pt x="73764" y="101930"/>
                  </a:lnTo>
                  <a:lnTo>
                    <a:pt x="73660" y="84669"/>
                  </a:lnTo>
                  <a:lnTo>
                    <a:pt x="76482" y="75214"/>
                  </a:lnTo>
                  <a:lnTo>
                    <a:pt x="75526" y="67028"/>
                  </a:lnTo>
                  <a:lnTo>
                    <a:pt x="78073" y="58671"/>
                  </a:lnTo>
                  <a:lnTo>
                    <a:pt x="74627" y="49285"/>
                  </a:lnTo>
                  <a:lnTo>
                    <a:pt x="64963" y="41842"/>
                  </a:lnTo>
                  <a:lnTo>
                    <a:pt x="45842" y="12237"/>
                  </a:lnTo>
                  <a:lnTo>
                    <a:pt x="15637" y="5048"/>
                  </a:lnTo>
                  <a:lnTo>
                    <a:pt x="0" y="4750"/>
                  </a:lnTo>
                  <a:lnTo>
                    <a:pt x="8593" y="0"/>
                  </a:lnTo>
                  <a:lnTo>
                    <a:pt x="16531" y="577"/>
                  </a:lnTo>
                  <a:lnTo>
                    <a:pt x="28748" y="3403"/>
                  </a:lnTo>
                  <a:lnTo>
                    <a:pt x="43377" y="4769"/>
                  </a:lnTo>
                  <a:lnTo>
                    <a:pt x="52318" y="13481"/>
                  </a:lnTo>
                  <a:lnTo>
                    <a:pt x="60855" y="25033"/>
                  </a:lnTo>
                  <a:lnTo>
                    <a:pt x="68565" y="29707"/>
                  </a:lnTo>
                  <a:lnTo>
                    <a:pt x="71738" y="32679"/>
                  </a:lnTo>
                  <a:lnTo>
                    <a:pt x="71381" y="36032"/>
                  </a:lnTo>
                  <a:lnTo>
                    <a:pt x="72663" y="39181"/>
                  </a:lnTo>
                  <a:lnTo>
                    <a:pt x="82724" y="44586"/>
                  </a:lnTo>
                  <a:lnTo>
                    <a:pt x="92858" y="53311"/>
                  </a:lnTo>
                  <a:lnTo>
                    <a:pt x="95830" y="78897"/>
                  </a:lnTo>
                  <a:lnTo>
                    <a:pt x="82177" y="91007"/>
                  </a:lnTo>
                  <a:lnTo>
                    <a:pt x="79665" y="128055"/>
                  </a:lnTo>
                  <a:lnTo>
                    <a:pt x="76001" y="1347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g3918"/>
            <p:cNvSpPr/>
            <p:nvPr/>
          </p:nvSpPr>
          <p:spPr>
            <a:xfrm>
              <a:off x="4893261" y="5381534"/>
              <a:ext cx="74105" cy="118987"/>
            </a:xfrm>
            <a:custGeom>
              <a:avLst/>
              <a:gdLst/>
              <a:ahLst/>
              <a:cxnLst/>
              <a:rect l="0" t="0" r="0" b="0"/>
              <a:pathLst>
                <a:path w="74105" h="118987">
                  <a:moveTo>
                    <a:pt x="72947" y="80116"/>
                  </a:moveTo>
                  <a:lnTo>
                    <a:pt x="74105" y="91896"/>
                  </a:lnTo>
                  <a:lnTo>
                    <a:pt x="73035" y="96094"/>
                  </a:lnTo>
                  <a:lnTo>
                    <a:pt x="61583" y="103968"/>
                  </a:lnTo>
                  <a:lnTo>
                    <a:pt x="58643" y="108369"/>
                  </a:lnTo>
                  <a:lnTo>
                    <a:pt x="47847" y="112808"/>
                  </a:lnTo>
                  <a:lnTo>
                    <a:pt x="41315" y="118987"/>
                  </a:lnTo>
                  <a:lnTo>
                    <a:pt x="38044" y="108947"/>
                  </a:lnTo>
                  <a:lnTo>
                    <a:pt x="31703" y="102742"/>
                  </a:lnTo>
                  <a:lnTo>
                    <a:pt x="30639" y="92194"/>
                  </a:lnTo>
                  <a:lnTo>
                    <a:pt x="25792" y="95757"/>
                  </a:lnTo>
                  <a:lnTo>
                    <a:pt x="18805" y="93585"/>
                  </a:lnTo>
                  <a:lnTo>
                    <a:pt x="7281" y="85596"/>
                  </a:lnTo>
                  <a:lnTo>
                    <a:pt x="0" y="74750"/>
                  </a:lnTo>
                  <a:lnTo>
                    <a:pt x="10201" y="72870"/>
                  </a:lnTo>
                  <a:lnTo>
                    <a:pt x="12309" y="79608"/>
                  </a:lnTo>
                  <a:lnTo>
                    <a:pt x="20381" y="71340"/>
                  </a:lnTo>
                  <a:lnTo>
                    <a:pt x="18546" y="66983"/>
                  </a:lnTo>
                  <a:lnTo>
                    <a:pt x="17089" y="66425"/>
                  </a:lnTo>
                  <a:lnTo>
                    <a:pt x="14443" y="58321"/>
                  </a:lnTo>
                  <a:lnTo>
                    <a:pt x="26587" y="37098"/>
                  </a:lnTo>
                  <a:lnTo>
                    <a:pt x="29207" y="23407"/>
                  </a:lnTo>
                  <a:lnTo>
                    <a:pt x="23699" y="1441"/>
                  </a:lnTo>
                  <a:lnTo>
                    <a:pt x="28841" y="0"/>
                  </a:lnTo>
                  <a:lnTo>
                    <a:pt x="42545" y="7703"/>
                  </a:lnTo>
                  <a:lnTo>
                    <a:pt x="48685" y="15285"/>
                  </a:lnTo>
                  <a:lnTo>
                    <a:pt x="48886" y="25693"/>
                  </a:lnTo>
                  <a:lnTo>
                    <a:pt x="54648" y="33752"/>
                  </a:lnTo>
                  <a:lnTo>
                    <a:pt x="62989" y="53057"/>
                  </a:lnTo>
                  <a:lnTo>
                    <a:pt x="73180" y="64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g3919"/>
            <p:cNvSpPr/>
            <p:nvPr/>
          </p:nvSpPr>
          <p:spPr>
            <a:xfrm>
              <a:off x="4835016" y="5174016"/>
              <a:ext cx="112522" cy="38661"/>
            </a:xfrm>
            <a:custGeom>
              <a:avLst/>
              <a:gdLst/>
              <a:ahLst/>
              <a:cxnLst/>
              <a:rect l="0" t="0" r="0" b="0"/>
              <a:pathLst>
                <a:path w="112522" h="38661">
                  <a:moveTo>
                    <a:pt x="64973" y="13005"/>
                  </a:moveTo>
                  <a:lnTo>
                    <a:pt x="71841" y="12453"/>
                  </a:lnTo>
                  <a:lnTo>
                    <a:pt x="75960" y="9792"/>
                  </a:lnTo>
                  <a:lnTo>
                    <a:pt x="94931" y="10878"/>
                  </a:lnTo>
                  <a:lnTo>
                    <a:pt x="110248" y="6985"/>
                  </a:lnTo>
                  <a:lnTo>
                    <a:pt x="112522" y="13894"/>
                  </a:lnTo>
                  <a:lnTo>
                    <a:pt x="112134" y="17501"/>
                  </a:lnTo>
                  <a:lnTo>
                    <a:pt x="79562" y="20886"/>
                  </a:lnTo>
                  <a:lnTo>
                    <a:pt x="49682" y="31028"/>
                  </a:lnTo>
                  <a:lnTo>
                    <a:pt x="33305" y="37899"/>
                  </a:lnTo>
                  <a:lnTo>
                    <a:pt x="25611" y="38661"/>
                  </a:lnTo>
                  <a:lnTo>
                    <a:pt x="19730" y="35047"/>
                  </a:lnTo>
                  <a:lnTo>
                    <a:pt x="0" y="14104"/>
                  </a:lnTo>
                  <a:lnTo>
                    <a:pt x="5276" y="16193"/>
                  </a:lnTo>
                  <a:lnTo>
                    <a:pt x="19854" y="28030"/>
                  </a:lnTo>
                  <a:lnTo>
                    <a:pt x="28908" y="25871"/>
                  </a:lnTo>
                  <a:lnTo>
                    <a:pt x="37295" y="18047"/>
                  </a:lnTo>
                  <a:lnTo>
                    <a:pt x="38577" y="12135"/>
                  </a:lnTo>
                  <a:lnTo>
                    <a:pt x="37326" y="9335"/>
                  </a:lnTo>
                  <a:lnTo>
                    <a:pt x="41119" y="0"/>
                  </a:lnTo>
                  <a:lnTo>
                    <a:pt x="52152" y="896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g3920"/>
            <p:cNvSpPr/>
            <p:nvPr/>
          </p:nvSpPr>
          <p:spPr>
            <a:xfrm>
              <a:off x="4985696" y="5397055"/>
              <a:ext cx="30985" cy="11691"/>
            </a:xfrm>
            <a:custGeom>
              <a:avLst/>
              <a:gdLst/>
              <a:ahLst/>
              <a:cxnLst/>
              <a:rect l="0" t="0" r="0" b="0"/>
              <a:pathLst>
                <a:path w="30985" h="11691">
                  <a:moveTo>
                    <a:pt x="10733" y="11691"/>
                  </a:moveTo>
                  <a:lnTo>
                    <a:pt x="2191" y="9030"/>
                  </a:lnTo>
                  <a:lnTo>
                    <a:pt x="0" y="6890"/>
                  </a:lnTo>
                  <a:lnTo>
                    <a:pt x="3658" y="3295"/>
                  </a:lnTo>
                  <a:lnTo>
                    <a:pt x="11710" y="298"/>
                  </a:lnTo>
                  <a:lnTo>
                    <a:pt x="24639" y="0"/>
                  </a:lnTo>
                  <a:lnTo>
                    <a:pt x="30303" y="3543"/>
                  </a:lnTo>
                  <a:lnTo>
                    <a:pt x="30985" y="5093"/>
                  </a:lnTo>
                  <a:lnTo>
                    <a:pt x="22686" y="899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g3921"/>
            <p:cNvSpPr/>
            <p:nvPr/>
          </p:nvSpPr>
          <p:spPr>
            <a:xfrm>
              <a:off x="5304944" y="5521433"/>
              <a:ext cx="12277" cy="16472"/>
            </a:xfrm>
            <a:custGeom>
              <a:avLst/>
              <a:gdLst/>
              <a:ahLst/>
              <a:cxnLst/>
              <a:rect l="0" t="0" r="0" b="0"/>
              <a:pathLst>
                <a:path w="12277" h="16472">
                  <a:moveTo>
                    <a:pt x="7008" y="16472"/>
                  </a:moveTo>
                  <a:lnTo>
                    <a:pt x="0" y="16472"/>
                  </a:lnTo>
                  <a:lnTo>
                    <a:pt x="1962" y="2806"/>
                  </a:lnTo>
                  <a:lnTo>
                    <a:pt x="7771" y="0"/>
                  </a:lnTo>
                  <a:lnTo>
                    <a:pt x="10050" y="152"/>
                  </a:lnTo>
                  <a:lnTo>
                    <a:pt x="12277" y="762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g3922"/>
            <p:cNvSpPr/>
            <p:nvPr/>
          </p:nvSpPr>
          <p:spPr>
            <a:xfrm>
              <a:off x="5068380" y="5334383"/>
              <a:ext cx="70456" cy="119063"/>
            </a:xfrm>
            <a:custGeom>
              <a:avLst/>
              <a:gdLst/>
              <a:ahLst/>
              <a:cxnLst/>
              <a:rect l="0" t="0" r="0" b="0"/>
              <a:pathLst>
                <a:path w="70456" h="119063">
                  <a:moveTo>
                    <a:pt x="31373" y="24747"/>
                  </a:moveTo>
                  <a:lnTo>
                    <a:pt x="46235" y="30285"/>
                  </a:lnTo>
                  <a:lnTo>
                    <a:pt x="62302" y="48650"/>
                  </a:lnTo>
                  <a:lnTo>
                    <a:pt x="69221" y="55191"/>
                  </a:lnTo>
                  <a:lnTo>
                    <a:pt x="70456" y="61147"/>
                  </a:lnTo>
                  <a:lnTo>
                    <a:pt x="67748" y="88340"/>
                  </a:lnTo>
                  <a:lnTo>
                    <a:pt x="64136" y="104711"/>
                  </a:lnTo>
                  <a:lnTo>
                    <a:pt x="64679" y="119063"/>
                  </a:lnTo>
                  <a:lnTo>
                    <a:pt x="60906" y="114815"/>
                  </a:lnTo>
                  <a:lnTo>
                    <a:pt x="57093" y="105416"/>
                  </a:lnTo>
                  <a:lnTo>
                    <a:pt x="50840" y="100012"/>
                  </a:lnTo>
                  <a:lnTo>
                    <a:pt x="48757" y="97180"/>
                  </a:lnTo>
                  <a:lnTo>
                    <a:pt x="59997" y="96557"/>
                  </a:lnTo>
                  <a:lnTo>
                    <a:pt x="60994" y="81761"/>
                  </a:lnTo>
                  <a:lnTo>
                    <a:pt x="66477" y="70089"/>
                  </a:lnTo>
                  <a:lnTo>
                    <a:pt x="65645" y="57947"/>
                  </a:lnTo>
                  <a:lnTo>
                    <a:pt x="52529" y="44579"/>
                  </a:lnTo>
                  <a:lnTo>
                    <a:pt x="43538" y="32812"/>
                  </a:lnTo>
                  <a:lnTo>
                    <a:pt x="29714" y="29046"/>
                  </a:lnTo>
                  <a:lnTo>
                    <a:pt x="16929" y="17330"/>
                  </a:lnTo>
                  <a:lnTo>
                    <a:pt x="9301" y="15888"/>
                  </a:lnTo>
                  <a:lnTo>
                    <a:pt x="0" y="17952"/>
                  </a:lnTo>
                  <a:lnTo>
                    <a:pt x="3359" y="10967"/>
                  </a:lnTo>
                  <a:lnTo>
                    <a:pt x="5684" y="1727"/>
                  </a:lnTo>
                  <a:lnTo>
                    <a:pt x="7389" y="0"/>
                  </a:lnTo>
                  <a:lnTo>
                    <a:pt x="13952" y="100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g3923"/>
            <p:cNvSpPr/>
            <p:nvPr/>
          </p:nvSpPr>
          <p:spPr>
            <a:xfrm>
              <a:off x="5178096" y="5447191"/>
              <a:ext cx="46804" cy="72629"/>
            </a:xfrm>
            <a:custGeom>
              <a:avLst/>
              <a:gdLst/>
              <a:ahLst/>
              <a:cxnLst/>
              <a:rect l="0" t="0" r="0" b="0"/>
              <a:pathLst>
                <a:path w="46804" h="72629">
                  <a:moveTo>
                    <a:pt x="46804" y="71314"/>
                  </a:moveTo>
                  <a:lnTo>
                    <a:pt x="39713" y="69974"/>
                  </a:lnTo>
                  <a:lnTo>
                    <a:pt x="29249" y="72559"/>
                  </a:lnTo>
                  <a:lnTo>
                    <a:pt x="25482" y="72629"/>
                  </a:lnTo>
                  <a:lnTo>
                    <a:pt x="27828" y="68101"/>
                  </a:lnTo>
                  <a:lnTo>
                    <a:pt x="35094" y="61979"/>
                  </a:lnTo>
                  <a:lnTo>
                    <a:pt x="35460" y="56150"/>
                  </a:lnTo>
                  <a:lnTo>
                    <a:pt x="26469" y="47742"/>
                  </a:lnTo>
                  <a:lnTo>
                    <a:pt x="16004" y="26824"/>
                  </a:lnTo>
                  <a:lnTo>
                    <a:pt x="11105" y="21864"/>
                  </a:lnTo>
                  <a:lnTo>
                    <a:pt x="8779" y="14002"/>
                  </a:lnTo>
                  <a:lnTo>
                    <a:pt x="0" y="5569"/>
                  </a:lnTo>
                  <a:lnTo>
                    <a:pt x="1834" y="1060"/>
                  </a:lnTo>
                  <a:lnTo>
                    <a:pt x="3638" y="0"/>
                  </a:lnTo>
                  <a:lnTo>
                    <a:pt x="9575" y="2165"/>
                  </a:lnTo>
                  <a:lnTo>
                    <a:pt x="23022" y="32253"/>
                  </a:lnTo>
                  <a:lnTo>
                    <a:pt x="23900" y="35136"/>
                  </a:lnTo>
                  <a:lnTo>
                    <a:pt x="46101" y="647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t3924"/>
            <p:cNvSpPr/>
            <p:nvPr/>
          </p:nvSpPr>
          <p:spPr>
            <a:xfrm>
              <a:off x="5411954" y="3276309"/>
              <a:ext cx="63202" cy="63202"/>
            </a:xfrm>
            <a:prstGeom prst="ellipse">
              <a:avLst/>
            </a:prstGeom>
            <a:solidFill>
              <a:srgbClr val="54BB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t3925"/>
            <p:cNvSpPr/>
            <p:nvPr/>
          </p:nvSpPr>
          <p:spPr>
            <a:xfrm>
              <a:off x="3286560" y="4746129"/>
              <a:ext cx="63202" cy="63202"/>
            </a:xfrm>
            <a:prstGeom prst="ellipse">
              <a:avLst/>
            </a:prstGeom>
            <a:solidFill>
              <a:srgbClr val="8BDAB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t3926"/>
            <p:cNvSpPr/>
            <p:nvPr/>
          </p:nvSpPr>
          <p:spPr>
            <a:xfrm>
              <a:off x="5154968" y="3735383"/>
              <a:ext cx="63202" cy="63202"/>
            </a:xfrm>
            <a:prstGeom prst="ellipse">
              <a:avLst/>
            </a:prstGeom>
            <a:solidFill>
              <a:srgbClr val="B5E8D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t3927"/>
            <p:cNvSpPr/>
            <p:nvPr/>
          </p:nvSpPr>
          <p:spPr>
            <a:xfrm>
              <a:off x="3815690" y="4677487"/>
              <a:ext cx="63202" cy="63202"/>
            </a:xfrm>
            <a:prstGeom prst="ellipse">
              <a:avLst/>
            </a:prstGeom>
            <a:solidFill>
              <a:srgbClr val="8CDBB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t3928"/>
            <p:cNvSpPr/>
            <p:nvPr/>
          </p:nvSpPr>
          <p:spPr>
            <a:xfrm>
              <a:off x="5234441" y="3545894"/>
              <a:ext cx="63202" cy="63202"/>
            </a:xfrm>
            <a:prstGeom prst="ellipse">
              <a:avLst/>
            </a:prstGeom>
            <a:solidFill>
              <a:srgbClr val="C7EDD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t3929"/>
            <p:cNvSpPr/>
            <p:nvPr/>
          </p:nvSpPr>
          <p:spPr>
            <a:xfrm>
              <a:off x="3635685" y="4800931"/>
              <a:ext cx="63202" cy="63202"/>
            </a:xfrm>
            <a:prstGeom prst="ellipse">
              <a:avLst/>
            </a:prstGeom>
            <a:solidFill>
              <a:srgbClr val="89DAB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t3930"/>
            <p:cNvSpPr/>
            <p:nvPr/>
          </p:nvSpPr>
          <p:spPr>
            <a:xfrm>
              <a:off x="5602232" y="3222656"/>
              <a:ext cx="63202" cy="63202"/>
            </a:xfrm>
            <a:prstGeom prst="ellipse">
              <a:avLst/>
            </a:prstGeom>
            <a:solidFill>
              <a:srgbClr val="60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t3931"/>
            <p:cNvSpPr/>
            <p:nvPr/>
          </p:nvSpPr>
          <p:spPr>
            <a:xfrm>
              <a:off x="4189184" y="4765547"/>
              <a:ext cx="63202" cy="63202"/>
            </a:xfrm>
            <a:prstGeom prst="ellipse">
              <a:avLst/>
            </a:prstGeom>
            <a:solidFill>
              <a:srgbClr val="6BD1B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t3932"/>
            <p:cNvSpPr/>
            <p:nvPr/>
          </p:nvSpPr>
          <p:spPr>
            <a:xfrm>
              <a:off x="4913887" y="4211118"/>
              <a:ext cx="63202" cy="63202"/>
            </a:xfrm>
            <a:prstGeom prst="ellipse">
              <a:avLst/>
            </a:prstGeom>
            <a:solidFill>
              <a:srgbClr val="BBE9D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t3933"/>
            <p:cNvSpPr/>
            <p:nvPr/>
          </p:nvSpPr>
          <p:spPr>
            <a:xfrm>
              <a:off x="4598477" y="4463619"/>
              <a:ext cx="63202" cy="63202"/>
            </a:xfrm>
            <a:prstGeom prst="ellipse">
              <a:avLst/>
            </a:prstGeom>
            <a:solidFill>
              <a:srgbClr val="AAE4C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t3934"/>
            <p:cNvSpPr/>
            <p:nvPr/>
          </p:nvSpPr>
          <p:spPr>
            <a:xfrm>
              <a:off x="3118737" y="4784820"/>
              <a:ext cx="63202" cy="63202"/>
            </a:xfrm>
            <a:prstGeom prst="ellipse">
              <a:avLst/>
            </a:prstGeom>
            <a:solidFill>
              <a:srgbClr val="A2E1C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t3935"/>
            <p:cNvSpPr/>
            <p:nvPr/>
          </p:nvSpPr>
          <p:spPr>
            <a:xfrm>
              <a:off x="4706891" y="4368015"/>
              <a:ext cx="63202" cy="63202"/>
            </a:xfrm>
            <a:prstGeom prst="ellipse">
              <a:avLst/>
            </a:prstGeom>
            <a:solidFill>
              <a:srgbClr val="9BDFC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t3936"/>
            <p:cNvSpPr/>
            <p:nvPr/>
          </p:nvSpPr>
          <p:spPr>
            <a:xfrm>
              <a:off x="5170525" y="3498927"/>
              <a:ext cx="63202" cy="63202"/>
            </a:xfrm>
            <a:prstGeom prst="ellipse">
              <a:avLst/>
            </a:prstGeom>
            <a:solidFill>
              <a:srgbClr val="ACE5C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t3937"/>
            <p:cNvSpPr/>
            <p:nvPr/>
          </p:nvSpPr>
          <p:spPr>
            <a:xfrm>
              <a:off x="4143523" y="4766403"/>
              <a:ext cx="63202" cy="63202"/>
            </a:xfrm>
            <a:prstGeom prst="ellipse">
              <a:avLst/>
            </a:prstGeom>
            <a:solidFill>
              <a:srgbClr val="6ED2B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t3938"/>
            <p:cNvSpPr/>
            <p:nvPr/>
          </p:nvSpPr>
          <p:spPr>
            <a:xfrm>
              <a:off x="3690881" y="4772296"/>
              <a:ext cx="63202" cy="63202"/>
            </a:xfrm>
            <a:prstGeom prst="ellipse">
              <a:avLst/>
            </a:prstGeom>
            <a:solidFill>
              <a:srgbClr val="9CDFC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t3939"/>
            <p:cNvSpPr/>
            <p:nvPr/>
          </p:nvSpPr>
          <p:spPr>
            <a:xfrm>
              <a:off x="5016032" y="3641698"/>
              <a:ext cx="63202" cy="63202"/>
            </a:xfrm>
            <a:prstGeom prst="ellipse">
              <a:avLst/>
            </a:prstGeom>
            <a:solidFill>
              <a:srgbClr val="B3E7C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t3940"/>
            <p:cNvSpPr/>
            <p:nvPr/>
          </p:nvSpPr>
          <p:spPr>
            <a:xfrm>
              <a:off x="4551789" y="4536931"/>
              <a:ext cx="63202" cy="63202"/>
            </a:xfrm>
            <a:prstGeom prst="ellipse">
              <a:avLst/>
            </a:prstGeom>
            <a:solidFill>
              <a:srgbClr val="8EDB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t3941"/>
            <p:cNvSpPr/>
            <p:nvPr/>
          </p:nvSpPr>
          <p:spPr>
            <a:xfrm>
              <a:off x="3457033" y="4801454"/>
              <a:ext cx="63202" cy="63202"/>
            </a:xfrm>
            <a:prstGeom prst="ellipse">
              <a:avLst/>
            </a:prstGeom>
            <a:solidFill>
              <a:srgbClr val="9ADFC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t3942"/>
            <p:cNvSpPr/>
            <p:nvPr/>
          </p:nvSpPr>
          <p:spPr>
            <a:xfrm>
              <a:off x="4795350" y="4267713"/>
              <a:ext cx="63202" cy="63202"/>
            </a:xfrm>
            <a:prstGeom prst="ellipse">
              <a:avLst/>
            </a:prstGeom>
            <a:solidFill>
              <a:srgbClr val="82D7B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t3943"/>
            <p:cNvSpPr/>
            <p:nvPr/>
          </p:nvSpPr>
          <p:spPr>
            <a:xfrm>
              <a:off x="5763373" y="2927118"/>
              <a:ext cx="63202" cy="63202"/>
            </a:xfrm>
            <a:prstGeom prst="ellipse">
              <a:avLst/>
            </a:prstGeom>
            <a:solidFill>
              <a:srgbClr val="5FCC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t3944"/>
            <p:cNvSpPr/>
            <p:nvPr/>
          </p:nvSpPr>
          <p:spPr>
            <a:xfrm>
              <a:off x="3223042" y="4753931"/>
              <a:ext cx="63202" cy="63202"/>
            </a:xfrm>
            <a:prstGeom prst="ellipse">
              <a:avLst/>
            </a:prstGeom>
            <a:solidFill>
              <a:srgbClr val="8DDBB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t3945"/>
            <p:cNvSpPr/>
            <p:nvPr/>
          </p:nvSpPr>
          <p:spPr>
            <a:xfrm>
              <a:off x="6187218" y="2929573"/>
              <a:ext cx="63202" cy="63202"/>
            </a:xfrm>
            <a:prstGeom prst="ellipse">
              <a:avLst/>
            </a:prstGeom>
            <a:solidFill>
              <a:srgbClr val="4BAF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t3946"/>
            <p:cNvSpPr/>
            <p:nvPr/>
          </p:nvSpPr>
          <p:spPr>
            <a:xfrm>
              <a:off x="4558922" y="4541579"/>
              <a:ext cx="63202" cy="63202"/>
            </a:xfrm>
            <a:prstGeom prst="ellipse">
              <a:avLst/>
            </a:prstGeom>
            <a:solidFill>
              <a:srgbClr val="8FDC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t3947"/>
            <p:cNvSpPr/>
            <p:nvPr/>
          </p:nvSpPr>
          <p:spPr>
            <a:xfrm>
              <a:off x="5665872" y="3067530"/>
              <a:ext cx="63202" cy="63202"/>
            </a:xfrm>
            <a:prstGeom prst="ellipse">
              <a:avLst/>
            </a:prstGeom>
            <a:solidFill>
              <a:srgbClr val="67D0A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t3948"/>
            <p:cNvSpPr/>
            <p:nvPr/>
          </p:nvSpPr>
          <p:spPr>
            <a:xfrm>
              <a:off x="4587926" y="4467164"/>
              <a:ext cx="63202" cy="63202"/>
            </a:xfrm>
            <a:prstGeom prst="ellipse">
              <a:avLst/>
            </a:prstGeom>
            <a:solidFill>
              <a:srgbClr val="99DFC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t3949"/>
            <p:cNvSpPr/>
            <p:nvPr/>
          </p:nvSpPr>
          <p:spPr>
            <a:xfrm>
              <a:off x="2979067" y="4895874"/>
              <a:ext cx="63202" cy="63202"/>
            </a:xfrm>
            <a:prstGeom prst="ellipse">
              <a:avLst/>
            </a:prstGeom>
            <a:solidFill>
              <a:srgbClr val="82D7B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t3950"/>
            <p:cNvSpPr/>
            <p:nvPr/>
          </p:nvSpPr>
          <p:spPr>
            <a:xfrm>
              <a:off x="4922163" y="4187507"/>
              <a:ext cx="63202" cy="63202"/>
            </a:xfrm>
            <a:prstGeom prst="ellipse">
              <a:avLst/>
            </a:prstGeom>
            <a:solidFill>
              <a:srgbClr val="ABE4C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t3951"/>
            <p:cNvSpPr/>
            <p:nvPr/>
          </p:nvSpPr>
          <p:spPr>
            <a:xfrm>
              <a:off x="2878450" y="4973596"/>
              <a:ext cx="63202" cy="63202"/>
            </a:xfrm>
            <a:prstGeom prst="ellipse">
              <a:avLst/>
            </a:prstGeom>
            <a:solidFill>
              <a:srgbClr val="53BB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t3952"/>
            <p:cNvSpPr/>
            <p:nvPr/>
          </p:nvSpPr>
          <p:spPr>
            <a:xfrm>
              <a:off x="5803938" y="2901996"/>
              <a:ext cx="63202" cy="63202"/>
            </a:xfrm>
            <a:prstGeom prst="ellipse">
              <a:avLst/>
            </a:prstGeom>
            <a:solidFill>
              <a:srgbClr val="388A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t3953"/>
            <p:cNvSpPr/>
            <p:nvPr/>
          </p:nvSpPr>
          <p:spPr>
            <a:xfrm>
              <a:off x="4544041" y="4668741"/>
              <a:ext cx="63202" cy="63202"/>
            </a:xfrm>
            <a:prstGeom prst="ellipse">
              <a:avLst/>
            </a:prstGeom>
            <a:solidFill>
              <a:srgbClr val="57C0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t3954"/>
            <p:cNvSpPr/>
            <p:nvPr/>
          </p:nvSpPr>
          <p:spPr>
            <a:xfrm>
              <a:off x="3541256" y="4824822"/>
              <a:ext cx="63202" cy="63202"/>
            </a:xfrm>
            <a:prstGeom prst="ellipse">
              <a:avLst/>
            </a:prstGeom>
            <a:solidFill>
              <a:srgbClr val="91DCC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t3955"/>
            <p:cNvSpPr/>
            <p:nvPr/>
          </p:nvSpPr>
          <p:spPr>
            <a:xfrm>
              <a:off x="5657937" y="3028251"/>
              <a:ext cx="63202" cy="63202"/>
            </a:xfrm>
            <a:prstGeom prst="ellipse">
              <a:avLst/>
            </a:prstGeom>
            <a:solidFill>
              <a:srgbClr val="65CFA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t3956"/>
            <p:cNvSpPr/>
            <p:nvPr/>
          </p:nvSpPr>
          <p:spPr>
            <a:xfrm>
              <a:off x="5059838" y="3807278"/>
              <a:ext cx="63202" cy="63202"/>
            </a:xfrm>
            <a:prstGeom prst="ellipse">
              <a:avLst/>
            </a:prstGeom>
            <a:solidFill>
              <a:srgbClr val="D6F2E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t3957"/>
            <p:cNvSpPr/>
            <p:nvPr/>
          </p:nvSpPr>
          <p:spPr>
            <a:xfrm>
              <a:off x="5070515" y="3688083"/>
              <a:ext cx="63202" cy="63202"/>
            </a:xfrm>
            <a:prstGeom prst="ellipse">
              <a:avLst/>
            </a:prstGeom>
            <a:solidFill>
              <a:srgbClr val="CBEFD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t3958"/>
            <p:cNvSpPr/>
            <p:nvPr/>
          </p:nvSpPr>
          <p:spPr>
            <a:xfrm>
              <a:off x="5066550" y="3783417"/>
              <a:ext cx="63202" cy="63202"/>
            </a:xfrm>
            <a:prstGeom prst="ellipse">
              <a:avLst/>
            </a:prstGeom>
            <a:solidFill>
              <a:srgbClr val="DCF4E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t3959"/>
            <p:cNvSpPr/>
            <p:nvPr/>
          </p:nvSpPr>
          <p:spPr>
            <a:xfrm>
              <a:off x="2851349" y="4946495"/>
              <a:ext cx="117405" cy="117405"/>
            </a:xfrm>
            <a:prstGeom prst="ellipse">
              <a:avLst/>
            </a:prstGeom>
            <a:solidFill>
              <a:srgbClr val="3A66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t3960"/>
            <p:cNvSpPr/>
            <p:nvPr/>
          </p:nvSpPr>
          <p:spPr>
            <a:xfrm>
              <a:off x="5776837" y="2874895"/>
              <a:ext cx="117405" cy="117405"/>
            </a:xfrm>
            <a:prstGeom prst="ellipse">
              <a:avLst/>
            </a:prstGeom>
            <a:solidFill>
              <a:srgbClr val="3889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t3961"/>
            <p:cNvSpPr/>
            <p:nvPr/>
          </p:nvSpPr>
          <p:spPr>
            <a:xfrm>
              <a:off x="4516940" y="4641639"/>
              <a:ext cx="117405" cy="117405"/>
            </a:xfrm>
            <a:prstGeom prst="ellipse">
              <a:avLst/>
            </a:prstGeom>
            <a:solidFill>
              <a:srgbClr val="42A5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t3962"/>
            <p:cNvSpPr/>
            <p:nvPr/>
          </p:nvSpPr>
          <p:spPr>
            <a:xfrm>
              <a:off x="3514155" y="4797720"/>
              <a:ext cx="117405" cy="117405"/>
            </a:xfrm>
            <a:prstGeom prst="ellipse">
              <a:avLst/>
            </a:prstGeom>
            <a:solidFill>
              <a:srgbClr val="4BB0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t3963"/>
            <p:cNvSpPr/>
            <p:nvPr/>
          </p:nvSpPr>
          <p:spPr>
            <a:xfrm>
              <a:off x="5630836" y="3001150"/>
              <a:ext cx="117405" cy="117405"/>
            </a:xfrm>
            <a:prstGeom prst="ellipse">
              <a:avLst/>
            </a:prstGeom>
            <a:solidFill>
              <a:srgbClr val="48AC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l3964"/>
            <p:cNvSpPr/>
            <p:nvPr/>
          </p:nvSpPr>
          <p:spPr>
            <a:xfrm>
              <a:off x="2850440" y="4909102"/>
              <a:ext cx="52372" cy="84426"/>
            </a:xfrm>
            <a:custGeom>
              <a:avLst/>
              <a:gdLst/>
              <a:ahLst/>
              <a:cxnLst/>
              <a:rect l="0" t="0" r="0" b="0"/>
              <a:pathLst>
                <a:path w="52372" h="84426">
                  <a:moveTo>
                    <a:pt x="0" y="0"/>
                  </a:moveTo>
                  <a:lnTo>
                    <a:pt x="52372" y="8442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l3965"/>
            <p:cNvSpPr/>
            <p:nvPr/>
          </p:nvSpPr>
          <p:spPr>
            <a:xfrm>
              <a:off x="5730600" y="2843161"/>
              <a:ext cx="93769" cy="80810"/>
            </a:xfrm>
            <a:custGeom>
              <a:avLst/>
              <a:gdLst/>
              <a:ahLst/>
              <a:cxnLst/>
              <a:rect l="0" t="0" r="0" b="0"/>
              <a:pathLst>
                <a:path w="93769" h="80810">
                  <a:moveTo>
                    <a:pt x="0" y="0"/>
                  </a:moveTo>
                  <a:lnTo>
                    <a:pt x="93769" y="8081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l3966"/>
            <p:cNvSpPr/>
            <p:nvPr/>
          </p:nvSpPr>
          <p:spPr>
            <a:xfrm>
              <a:off x="4513433" y="4609277"/>
              <a:ext cx="54392" cy="79622"/>
            </a:xfrm>
            <a:custGeom>
              <a:avLst/>
              <a:gdLst/>
              <a:ahLst/>
              <a:cxnLst/>
              <a:rect l="0" t="0" r="0" b="0"/>
              <a:pathLst>
                <a:path w="54392" h="79622">
                  <a:moveTo>
                    <a:pt x="0" y="0"/>
                  </a:moveTo>
                  <a:lnTo>
                    <a:pt x="54392" y="7962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l3967"/>
            <p:cNvSpPr/>
            <p:nvPr/>
          </p:nvSpPr>
          <p:spPr>
            <a:xfrm>
              <a:off x="3511744" y="4762542"/>
              <a:ext cx="53588" cy="82321"/>
            </a:xfrm>
            <a:custGeom>
              <a:avLst/>
              <a:gdLst/>
              <a:ahLst/>
              <a:cxnLst/>
              <a:rect l="0" t="0" r="0" b="0"/>
              <a:pathLst>
                <a:path w="53588" h="82321">
                  <a:moveTo>
                    <a:pt x="0" y="0"/>
                  </a:moveTo>
                  <a:lnTo>
                    <a:pt x="53588" y="82321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l3968"/>
            <p:cNvSpPr/>
            <p:nvPr/>
          </p:nvSpPr>
          <p:spPr>
            <a:xfrm>
              <a:off x="5521465" y="3030860"/>
              <a:ext cx="151770" cy="26180"/>
            </a:xfrm>
            <a:custGeom>
              <a:avLst/>
              <a:gdLst/>
              <a:ahLst/>
              <a:cxnLst/>
              <a:rect l="0" t="0" r="0" b="0"/>
              <a:pathLst>
                <a:path w="151770" h="26180">
                  <a:moveTo>
                    <a:pt x="0" y="0"/>
                  </a:moveTo>
                  <a:lnTo>
                    <a:pt x="151770" y="2618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g3969"/>
            <p:cNvSpPr/>
            <p:nvPr/>
          </p:nvSpPr>
          <p:spPr>
            <a:xfrm>
              <a:off x="2291924" y="4760407"/>
              <a:ext cx="558515" cy="191932"/>
            </a:xfrm>
            <a:custGeom>
              <a:avLst/>
              <a:gdLst/>
              <a:ahLst/>
              <a:cxnLst/>
              <a:rect l="0" t="0" r="0" b="0"/>
              <a:pathLst>
                <a:path w="558515" h="191932">
                  <a:moveTo>
                    <a:pt x="27431" y="191932"/>
                  </a:moveTo>
                  <a:lnTo>
                    <a:pt x="531083" y="191932"/>
                  </a:lnTo>
                  <a:lnTo>
                    <a:pt x="529978" y="191910"/>
                  </a:lnTo>
                  <a:lnTo>
                    <a:pt x="534390" y="191732"/>
                  </a:lnTo>
                  <a:lnTo>
                    <a:pt x="538715" y="190849"/>
                  </a:lnTo>
                  <a:lnTo>
                    <a:pt x="542843" y="189284"/>
                  </a:lnTo>
                  <a:lnTo>
                    <a:pt x="546666" y="187076"/>
                  </a:lnTo>
                  <a:lnTo>
                    <a:pt x="550086" y="184284"/>
                  </a:lnTo>
                  <a:lnTo>
                    <a:pt x="553013" y="180980"/>
                  </a:lnTo>
                  <a:lnTo>
                    <a:pt x="555373" y="177248"/>
                  </a:lnTo>
                  <a:lnTo>
                    <a:pt x="557103" y="173187"/>
                  </a:lnTo>
                  <a:lnTo>
                    <a:pt x="558160" y="168900"/>
                  </a:lnTo>
                  <a:lnTo>
                    <a:pt x="558515" y="164500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tx3970"/>
            <p:cNvSpPr/>
            <p:nvPr/>
          </p:nvSpPr>
          <p:spPr>
            <a:xfrm>
              <a:off x="2337644" y="4806127"/>
              <a:ext cx="46707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W1_TX</a:t>
              </a:r>
            </a:p>
          </p:txBody>
        </p:sp>
        <p:sp>
          <p:nvSpPr>
            <p:cNvPr id="3971" name="pg3971"/>
            <p:cNvSpPr/>
            <p:nvPr/>
          </p:nvSpPr>
          <p:spPr>
            <a:xfrm>
              <a:off x="5300467" y="2651228"/>
              <a:ext cx="589605" cy="191932"/>
            </a:xfrm>
            <a:custGeom>
              <a:avLst/>
              <a:gdLst/>
              <a:ahLst/>
              <a:cxnLst/>
              <a:rect l="0" t="0" r="0" b="0"/>
              <a:pathLst>
                <a:path w="589605" h="191932">
                  <a:moveTo>
                    <a:pt x="27432" y="191932"/>
                  </a:moveTo>
                  <a:lnTo>
                    <a:pt x="562173" y="191932"/>
                  </a:lnTo>
                  <a:lnTo>
                    <a:pt x="561068" y="191910"/>
                  </a:lnTo>
                  <a:lnTo>
                    <a:pt x="565479" y="191732"/>
                  </a:lnTo>
                  <a:lnTo>
                    <a:pt x="569805" y="190849"/>
                  </a:lnTo>
                  <a:lnTo>
                    <a:pt x="573933" y="189284"/>
                  </a:lnTo>
                  <a:lnTo>
                    <a:pt x="577756" y="187076"/>
                  </a:lnTo>
                  <a:lnTo>
                    <a:pt x="581175" y="184284"/>
                  </a:lnTo>
                  <a:lnTo>
                    <a:pt x="584103" y="180980"/>
                  </a:lnTo>
                  <a:lnTo>
                    <a:pt x="586462" y="177248"/>
                  </a:lnTo>
                  <a:lnTo>
                    <a:pt x="588193" y="173187"/>
                  </a:lnTo>
                  <a:lnTo>
                    <a:pt x="589249" y="168900"/>
                  </a:lnTo>
                  <a:lnTo>
                    <a:pt x="589605" y="164500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tx3972"/>
            <p:cNvSpPr/>
            <p:nvPr/>
          </p:nvSpPr>
          <p:spPr>
            <a:xfrm>
              <a:off x="5346187" y="2696948"/>
              <a:ext cx="49816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W6_ME</a:t>
              </a:r>
            </a:p>
          </p:txBody>
        </p:sp>
        <p:sp>
          <p:nvSpPr>
            <p:cNvPr id="3973" name="pg3973"/>
            <p:cNvSpPr/>
            <p:nvPr/>
          </p:nvSpPr>
          <p:spPr>
            <a:xfrm>
              <a:off x="3970463" y="4460361"/>
              <a:ext cx="542970" cy="191932"/>
            </a:xfrm>
            <a:custGeom>
              <a:avLst/>
              <a:gdLst/>
              <a:ahLst/>
              <a:cxnLst/>
              <a:rect l="0" t="0" r="0" b="0"/>
              <a:pathLst>
                <a:path w="542970" h="191932">
                  <a:moveTo>
                    <a:pt x="27431" y="191932"/>
                  </a:moveTo>
                  <a:lnTo>
                    <a:pt x="515538" y="191932"/>
                  </a:lnTo>
                  <a:lnTo>
                    <a:pt x="514434" y="191910"/>
                  </a:lnTo>
                  <a:lnTo>
                    <a:pt x="518845" y="191732"/>
                  </a:lnTo>
                  <a:lnTo>
                    <a:pt x="523170" y="190849"/>
                  </a:lnTo>
                  <a:lnTo>
                    <a:pt x="527298" y="189284"/>
                  </a:lnTo>
                  <a:lnTo>
                    <a:pt x="531121" y="187076"/>
                  </a:lnTo>
                  <a:lnTo>
                    <a:pt x="534541" y="184284"/>
                  </a:lnTo>
                  <a:lnTo>
                    <a:pt x="537469" y="180980"/>
                  </a:lnTo>
                  <a:lnTo>
                    <a:pt x="539828" y="177248"/>
                  </a:lnTo>
                  <a:lnTo>
                    <a:pt x="541558" y="173187"/>
                  </a:lnTo>
                  <a:lnTo>
                    <a:pt x="542615" y="168900"/>
                  </a:lnTo>
                  <a:lnTo>
                    <a:pt x="542970" y="164500"/>
                  </a:lnTo>
                  <a:lnTo>
                    <a:pt x="542970" y="27432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tx3974"/>
            <p:cNvSpPr/>
            <p:nvPr/>
          </p:nvSpPr>
          <p:spPr>
            <a:xfrm>
              <a:off x="4016183" y="4506081"/>
              <a:ext cx="451530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W3_FL</a:t>
              </a:r>
            </a:p>
          </p:txBody>
        </p:sp>
        <p:sp>
          <p:nvSpPr>
            <p:cNvPr id="3975" name="pg3975"/>
            <p:cNvSpPr/>
            <p:nvPr/>
          </p:nvSpPr>
          <p:spPr>
            <a:xfrm>
              <a:off x="2960909" y="4613811"/>
              <a:ext cx="550834" cy="191932"/>
            </a:xfrm>
            <a:custGeom>
              <a:avLst/>
              <a:gdLst/>
              <a:ahLst/>
              <a:cxnLst/>
              <a:rect l="0" t="0" r="0" b="0"/>
              <a:pathLst>
                <a:path w="550834" h="191932">
                  <a:moveTo>
                    <a:pt x="27432" y="191932"/>
                  </a:moveTo>
                  <a:lnTo>
                    <a:pt x="523402" y="191932"/>
                  </a:lnTo>
                  <a:lnTo>
                    <a:pt x="522297" y="191910"/>
                  </a:lnTo>
                  <a:lnTo>
                    <a:pt x="526709" y="191732"/>
                  </a:lnTo>
                  <a:lnTo>
                    <a:pt x="531034" y="190849"/>
                  </a:lnTo>
                  <a:lnTo>
                    <a:pt x="535162" y="189284"/>
                  </a:lnTo>
                  <a:lnTo>
                    <a:pt x="538985" y="187076"/>
                  </a:lnTo>
                  <a:lnTo>
                    <a:pt x="542405" y="184284"/>
                  </a:lnTo>
                  <a:lnTo>
                    <a:pt x="545332" y="180980"/>
                  </a:lnTo>
                  <a:lnTo>
                    <a:pt x="547692" y="177248"/>
                  </a:lnTo>
                  <a:lnTo>
                    <a:pt x="549422" y="173187"/>
                  </a:lnTo>
                  <a:lnTo>
                    <a:pt x="550479" y="168900"/>
                  </a:lnTo>
                  <a:lnTo>
                    <a:pt x="550834" y="164500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tx3976"/>
            <p:cNvSpPr/>
            <p:nvPr/>
          </p:nvSpPr>
          <p:spPr>
            <a:xfrm>
              <a:off x="3006629" y="4659531"/>
              <a:ext cx="459394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W2_LA</a:t>
              </a:r>
            </a:p>
          </p:txBody>
        </p:sp>
        <p:sp>
          <p:nvSpPr>
            <p:cNvPr id="3977" name="pg3977"/>
            <p:cNvSpPr/>
            <p:nvPr/>
          </p:nvSpPr>
          <p:spPr>
            <a:xfrm>
              <a:off x="4939724" y="2934148"/>
              <a:ext cx="581741" cy="191932"/>
            </a:xfrm>
            <a:custGeom>
              <a:avLst/>
              <a:gdLst/>
              <a:ahLst/>
              <a:cxnLst/>
              <a:rect l="0" t="0" r="0" b="0"/>
              <a:pathLst>
                <a:path w="581741" h="191932">
                  <a:moveTo>
                    <a:pt x="27432" y="191932"/>
                  </a:moveTo>
                  <a:lnTo>
                    <a:pt x="554309" y="191932"/>
                  </a:lnTo>
                  <a:lnTo>
                    <a:pt x="553204" y="191910"/>
                  </a:lnTo>
                  <a:lnTo>
                    <a:pt x="557615" y="191732"/>
                  </a:lnTo>
                  <a:lnTo>
                    <a:pt x="561941" y="190849"/>
                  </a:lnTo>
                  <a:lnTo>
                    <a:pt x="566069" y="189284"/>
                  </a:lnTo>
                  <a:lnTo>
                    <a:pt x="569892" y="187076"/>
                  </a:lnTo>
                  <a:lnTo>
                    <a:pt x="573312" y="184284"/>
                  </a:lnTo>
                  <a:lnTo>
                    <a:pt x="576239" y="180980"/>
                  </a:lnTo>
                  <a:lnTo>
                    <a:pt x="578599" y="177248"/>
                  </a:lnTo>
                  <a:lnTo>
                    <a:pt x="580329" y="173187"/>
                  </a:lnTo>
                  <a:lnTo>
                    <a:pt x="581386" y="168900"/>
                  </a:lnTo>
                  <a:lnTo>
                    <a:pt x="581741" y="164500"/>
                  </a:lnTo>
                  <a:lnTo>
                    <a:pt x="581741" y="27432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tx3978"/>
            <p:cNvSpPr/>
            <p:nvPr/>
          </p:nvSpPr>
          <p:spPr>
            <a:xfrm>
              <a:off x="4985444" y="2979868"/>
              <a:ext cx="490301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W5_NH</a:t>
              </a:r>
            </a:p>
          </p:txBody>
        </p:sp>
        <p:sp>
          <p:nvSpPr>
            <p:cNvPr id="3979" name="rc3979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tx3980"/>
            <p:cNvSpPr/>
            <p:nvPr/>
          </p:nvSpPr>
          <p:spPr>
            <a:xfrm>
              <a:off x="1889564" y="536684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2013922" y="534846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2058636" y="536684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889564" y="471646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2013922" y="469808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2058636" y="471646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889564" y="406618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2013922" y="40478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2058636" y="406618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1889564" y="341590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2013922" y="339752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2058636" y="341590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92" name="tx3992"/>
            <p:cNvSpPr/>
            <p:nvPr/>
          </p:nvSpPr>
          <p:spPr>
            <a:xfrm>
              <a:off x="1889564" y="276572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45</a:t>
              </a:r>
            </a:p>
          </p:txBody>
        </p:sp>
        <p:sp>
          <p:nvSpPr>
            <p:cNvPr id="3993" name="tx3993"/>
            <p:cNvSpPr/>
            <p:nvPr/>
          </p:nvSpPr>
          <p:spPr>
            <a:xfrm>
              <a:off x="2013922" y="27473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4" name="tx3994"/>
            <p:cNvSpPr/>
            <p:nvPr/>
          </p:nvSpPr>
          <p:spPr>
            <a:xfrm>
              <a:off x="2058636" y="276572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95" name="pl3995"/>
            <p:cNvSpPr/>
            <p:nvPr/>
          </p:nvSpPr>
          <p:spPr>
            <a:xfrm>
              <a:off x="2167122" y="540785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l3996"/>
            <p:cNvSpPr/>
            <p:nvPr/>
          </p:nvSpPr>
          <p:spPr>
            <a:xfrm>
              <a:off x="2167122" y="47575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l3997"/>
            <p:cNvSpPr/>
            <p:nvPr/>
          </p:nvSpPr>
          <p:spPr>
            <a:xfrm>
              <a:off x="2167122" y="410729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l3998"/>
            <p:cNvSpPr/>
            <p:nvPr/>
          </p:nvSpPr>
          <p:spPr>
            <a:xfrm>
              <a:off x="2167122" y="345701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l3999"/>
            <p:cNvSpPr/>
            <p:nvPr/>
          </p:nvSpPr>
          <p:spPr>
            <a:xfrm>
              <a:off x="2167122" y="28067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l4000"/>
            <p:cNvSpPr/>
            <p:nvPr/>
          </p:nvSpPr>
          <p:spPr>
            <a:xfrm>
              <a:off x="26109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l4001"/>
            <p:cNvSpPr/>
            <p:nvPr/>
          </p:nvSpPr>
          <p:spPr>
            <a:xfrm>
              <a:off x="31401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l4002"/>
            <p:cNvSpPr/>
            <p:nvPr/>
          </p:nvSpPr>
          <p:spPr>
            <a:xfrm>
              <a:off x="36693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l4003"/>
            <p:cNvSpPr/>
            <p:nvPr/>
          </p:nvSpPr>
          <p:spPr>
            <a:xfrm>
              <a:off x="41984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l4004"/>
            <p:cNvSpPr/>
            <p:nvPr/>
          </p:nvSpPr>
          <p:spPr>
            <a:xfrm>
              <a:off x="472766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l4005"/>
            <p:cNvSpPr/>
            <p:nvPr/>
          </p:nvSpPr>
          <p:spPr>
            <a:xfrm>
              <a:off x="52568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l4006"/>
            <p:cNvSpPr/>
            <p:nvPr/>
          </p:nvSpPr>
          <p:spPr>
            <a:xfrm>
              <a:off x="57860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l4007"/>
            <p:cNvSpPr/>
            <p:nvPr/>
          </p:nvSpPr>
          <p:spPr>
            <a:xfrm>
              <a:off x="63151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tx4008"/>
            <p:cNvSpPr/>
            <p:nvPr/>
          </p:nvSpPr>
          <p:spPr>
            <a:xfrm>
              <a:off x="2442620" y="5783578"/>
              <a:ext cx="186537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262915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267387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29873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95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31427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31874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5165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90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36719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37166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40457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85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42010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42458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457491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80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47302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47749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51040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75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52594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53041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56332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70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57886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58333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61624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65</a:t>
              </a:r>
            </a:p>
          </p:txBody>
        </p:sp>
        <p:sp>
          <p:nvSpPr>
            <p:cNvPr id="4030" name="tx4030"/>
            <p:cNvSpPr/>
            <p:nvPr/>
          </p:nvSpPr>
          <p:spPr>
            <a:xfrm>
              <a:off x="63177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31" name="tx4031"/>
            <p:cNvSpPr/>
            <p:nvPr/>
          </p:nvSpPr>
          <p:spPr>
            <a:xfrm>
              <a:off x="63625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32" name="tx4032"/>
            <p:cNvSpPr/>
            <p:nvPr/>
          </p:nvSpPr>
          <p:spPr>
            <a:xfrm>
              <a:off x="4066122" y="5925448"/>
              <a:ext cx="6138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</a:t>
              </a:r>
            </a:p>
          </p:txBody>
        </p:sp>
        <p:sp>
          <p:nvSpPr>
            <p:cNvPr id="4033" name="tx4033"/>
            <p:cNvSpPr/>
            <p:nvPr/>
          </p:nvSpPr>
          <p:spPr>
            <a:xfrm rot="-5400000">
              <a:off x="1525174" y="3987658"/>
              <a:ext cx="497159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</a:t>
              </a:r>
            </a:p>
          </p:txBody>
        </p:sp>
        <p:sp>
          <p:nvSpPr>
            <p:cNvPr id="4034" name="rc4034"/>
            <p:cNvSpPr/>
            <p:nvPr/>
          </p:nvSpPr>
          <p:spPr>
            <a:xfrm>
              <a:off x="6683342" y="3243743"/>
              <a:ext cx="737012" cy="158804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5" name="tx4035"/>
            <p:cNvSpPr/>
            <p:nvPr/>
          </p:nvSpPr>
          <p:spPr>
            <a:xfrm>
              <a:off x="6752931" y="3328785"/>
              <a:ext cx="597834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</a:t>
              </a:r>
            </a:p>
          </p:txBody>
        </p:sp>
        <p:sp>
          <p:nvSpPr>
            <p:cNvPr id="4036" name="tx4036"/>
            <p:cNvSpPr/>
            <p:nvPr/>
          </p:nvSpPr>
          <p:spPr>
            <a:xfrm>
              <a:off x="6752931" y="3479661"/>
              <a:ext cx="37252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Offset</a:t>
              </a:r>
            </a:p>
          </p:txBody>
        </p:sp>
        <p:pic>
          <p:nvPicPr>
            <p:cNvPr id="4037" name="pic40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52931" y="3664922"/>
              <a:ext cx="219455" cy="1097280"/>
            </a:xfrm>
            <a:prstGeom prst="rect">
              <a:avLst/>
            </a:prstGeom>
          </p:spPr>
        </p:pic>
        <p:sp>
          <p:nvSpPr>
            <p:cNvPr id="4038" name="pl4038"/>
            <p:cNvSpPr/>
            <p:nvPr/>
          </p:nvSpPr>
          <p:spPr>
            <a:xfrm>
              <a:off x="6928496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l4039"/>
            <p:cNvSpPr/>
            <p:nvPr/>
          </p:nvSpPr>
          <p:spPr>
            <a:xfrm>
              <a:off x="6928496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l4040"/>
            <p:cNvSpPr/>
            <p:nvPr/>
          </p:nvSpPr>
          <p:spPr>
            <a:xfrm>
              <a:off x="6928496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l4041"/>
            <p:cNvSpPr/>
            <p:nvPr/>
          </p:nvSpPr>
          <p:spPr>
            <a:xfrm>
              <a:off x="6928496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l4042"/>
            <p:cNvSpPr/>
            <p:nvPr/>
          </p:nvSpPr>
          <p:spPr>
            <a:xfrm>
              <a:off x="6928496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l4043"/>
            <p:cNvSpPr/>
            <p:nvPr/>
          </p:nvSpPr>
          <p:spPr>
            <a:xfrm>
              <a:off x="6752931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l4044"/>
            <p:cNvSpPr/>
            <p:nvPr/>
          </p:nvSpPr>
          <p:spPr>
            <a:xfrm>
              <a:off x="6752931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l4045"/>
            <p:cNvSpPr/>
            <p:nvPr/>
          </p:nvSpPr>
          <p:spPr>
            <a:xfrm>
              <a:off x="6752931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l4046"/>
            <p:cNvSpPr/>
            <p:nvPr/>
          </p:nvSpPr>
          <p:spPr>
            <a:xfrm>
              <a:off x="6752931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l4047"/>
            <p:cNvSpPr/>
            <p:nvPr/>
          </p:nvSpPr>
          <p:spPr>
            <a:xfrm>
              <a:off x="6752931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tx4048"/>
            <p:cNvSpPr/>
            <p:nvPr/>
          </p:nvSpPr>
          <p:spPr>
            <a:xfrm>
              <a:off x="7041976" y="4720322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7041976" y="4446917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0.02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7041976" y="4173511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0.04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7041976" y="3900105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0.06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7041976" y="3626700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0.08</a:t>
              </a:r>
            </a:p>
          </p:txBody>
        </p:sp>
        <p:sp>
          <p:nvSpPr>
            <p:cNvPr id="4053" name="tx4053"/>
            <p:cNvSpPr/>
            <p:nvPr/>
          </p:nvSpPr>
          <p:spPr>
            <a:xfrm>
              <a:off x="2201917" y="1669789"/>
              <a:ext cx="2541117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Offset to </a:t>
              </a:r>
            </a:p>
          </p:txBody>
        </p:sp>
        <p:sp>
          <p:nvSpPr>
            <p:cNvPr id="4054" name="tx4054"/>
            <p:cNvSpPr/>
            <p:nvPr/>
          </p:nvSpPr>
          <p:spPr>
            <a:xfrm>
              <a:off x="2201917" y="1998973"/>
              <a:ext cx="2286457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York River (LEA)</a:t>
              </a: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754045" y="1600200"/>
              <a:ext cx="563590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384234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2486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86548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60611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534673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6087361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2301906" y="555518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301906" y="4615577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301906" y="3675975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301906" y="2736372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301906" y="179677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g17"/>
            <p:cNvSpPr/>
            <p:nvPr/>
          </p:nvSpPr>
          <p:spPr>
            <a:xfrm>
              <a:off x="4171236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g18"/>
            <p:cNvSpPr/>
            <p:nvPr/>
          </p:nvSpPr>
          <p:spPr>
            <a:xfrm>
              <a:off x="425267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4334110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4415547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449698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457842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465985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06704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514848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522991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5311355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39279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408979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4171236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425267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4334110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4415547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449698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457842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465985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506704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514848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522991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5311355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539279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368261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376405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384548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392692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400836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408979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4171236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425267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433411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441554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449698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457842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498560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506704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514848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522991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311355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39279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360117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368261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376405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384548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392692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400836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408979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417123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425267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433411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441554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449698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490417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498560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506704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514848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22991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311355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39279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343830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351973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360117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368261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376405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384548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392692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400836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408979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417123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425267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433411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482273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490417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498560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06704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14848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22991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327542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335686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343830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B2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351973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360117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368261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376405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384548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392692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400836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408979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417123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425267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433411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441554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449698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457842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474129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482273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490417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498560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06704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14848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22991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327542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335686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343830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351973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360117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368261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376405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384548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392692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400836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408979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417123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425267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433411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441554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449698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457842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465985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474129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482273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490417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498560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06704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14848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327542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335686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343830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351973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360117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368261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376405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384548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392692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400836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408979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417123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425267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433411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441554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449698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C1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457842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465985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474129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482273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490417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6">
                <a:alpha val="100000"/>
              </a:srgbClr>
            </a:solidFill>
            <a:ln w="5420" cap="flat">
              <a:solidFill>
                <a:srgbClr val="BF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498560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06704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303111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311255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327542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335686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343830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351973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360117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368261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376405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384548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408979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417123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425267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433411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441554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449698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457842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465985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474129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9">
                <a:alpha val="100000"/>
              </a:srgbClr>
            </a:solidFill>
            <a:ln w="5420" cap="flat">
              <a:solidFill>
                <a:srgbClr val="C5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482273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490417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498560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294967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303111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311255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319399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327542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335686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343830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351973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360117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368261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376405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384548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417123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425267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433411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441554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449698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457842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465985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474129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482273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490417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286824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294967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303111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311255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319399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327542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335686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343830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351973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360117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368261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376405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384548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417123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425267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433411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441554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449698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457842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465985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474129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482273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278680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286824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294967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303111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311255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319399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327542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335686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343830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351973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360117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368261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376405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384548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392692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425267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433411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441554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449698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457842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465985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474129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278680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286824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294967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303111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311255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319399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327542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335686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343830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351973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360117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368261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376405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384548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392692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425267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433411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441554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449698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457842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465985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270536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278680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286824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294967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303111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311255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319399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327542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335686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343830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351973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360117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368261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376405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384548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392692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400836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425267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433411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441554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449698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457842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465985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270536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278680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286824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294967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303111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311255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319399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327542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335686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343830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351973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360117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368261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376405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384548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392692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400836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408979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433411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441554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449698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457842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465985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270536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278680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286824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294967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303111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311255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319399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327542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335686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343830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351973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C1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360117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C1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368261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376405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384548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392692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400836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408979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425267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433411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441554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449698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457842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465985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278680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286824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294967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303111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311255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319399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327542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335686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343830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351973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360117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368261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376405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384548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392692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400836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408979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417123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425267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433411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441554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449698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457842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465985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286824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294967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303111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311255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319399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327542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335686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343830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351973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360117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368261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376405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384548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392692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6">
                <a:alpha val="100000"/>
              </a:srgbClr>
            </a:solidFill>
            <a:ln w="5420" cap="flat">
              <a:solidFill>
                <a:srgbClr val="BF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400836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408979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417123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425267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433411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441554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449698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457842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286824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294967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303111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311255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319399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327542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335686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343830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351973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360117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368261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376405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384548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392692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400836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408979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417123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425267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433411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441554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449698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303111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311255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319399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327542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9">
                <a:alpha val="100000"/>
              </a:srgbClr>
            </a:solidFill>
            <a:ln w="5420" cap="flat">
              <a:solidFill>
                <a:srgbClr val="C5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335686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343830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351973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360117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368261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376405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384548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392692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400836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408979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417123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425267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433411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441554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311255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319399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327542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335686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343830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351973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360117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ED9">
                <a:alpha val="100000"/>
              </a:srgbClr>
            </a:solidFill>
            <a:ln w="5420" cap="flat">
              <a:solidFill>
                <a:srgbClr val="C7EE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368261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376405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384548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392692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400836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408979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417123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425267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433411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319399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327542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335686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343830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351973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360117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EDA">
                <a:alpha val="100000"/>
              </a:srgbClr>
            </a:solidFill>
            <a:ln w="5420" cap="flat">
              <a:solidFill>
                <a:srgbClr val="C7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368261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376405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384548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392692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400836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408979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417123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425267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433411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286824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294967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303111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311255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319399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327542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335686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343830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351973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360117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368261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376405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384548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392692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400836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408979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417123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425267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278680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286824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294967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303111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311255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319399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327542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335686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1F1DE">
                <a:alpha val="100000"/>
              </a:srgbClr>
            </a:solidFill>
            <a:ln w="5420" cap="flat">
              <a:solidFill>
                <a:srgbClr val="D1F1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343830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351973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360117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DF0DD">
                <a:alpha val="100000"/>
              </a:srgbClr>
            </a:solidFill>
            <a:ln w="5420" cap="flat">
              <a:solidFill>
                <a:srgbClr val="CD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368261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376405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384548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392692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400836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408979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417123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425267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278680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286824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FDB">
                <a:alpha val="100000"/>
              </a:srgbClr>
            </a:solidFill>
            <a:ln w="5420" cap="flat">
              <a:solidFill>
                <a:srgbClr val="CA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294967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303111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311255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1F1DE">
                <a:alpha val="100000"/>
              </a:srgbClr>
            </a:solidFill>
            <a:ln w="5420" cap="flat">
              <a:solidFill>
                <a:srgbClr val="D1F1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319399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3F1DF">
                <a:alpha val="100000"/>
              </a:srgbClr>
            </a:solidFill>
            <a:ln w="5420" cap="flat">
              <a:solidFill>
                <a:srgbClr val="D3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327542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5F2E1">
                <a:alpha val="100000"/>
              </a:srgbClr>
            </a:solidFill>
            <a:ln w="5420" cap="flat">
              <a:solidFill>
                <a:srgbClr val="D5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335686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8F3E2">
                <a:alpha val="100000"/>
              </a:srgbClr>
            </a:solidFill>
            <a:ln w="5420" cap="flat">
              <a:solidFill>
                <a:srgbClr val="D8F3E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343830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AF4E3">
                <a:alpha val="100000"/>
              </a:srgbClr>
            </a:solidFill>
            <a:ln w="5420" cap="flat">
              <a:solidFill>
                <a:srgbClr val="DAF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351973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9F3E2">
                <a:alpha val="100000"/>
              </a:srgbClr>
            </a:solidFill>
            <a:ln w="5420" cap="flat">
              <a:solidFill>
                <a:srgbClr val="D9F3E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360117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368261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1F1DE">
                <a:alpha val="100000"/>
              </a:srgbClr>
            </a:solidFill>
            <a:ln w="5420" cap="flat">
              <a:solidFill>
                <a:srgbClr val="D1F1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376405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384548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392692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400836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408979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417123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278680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286824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294967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DF0DD">
                <a:alpha val="100000"/>
              </a:srgbClr>
            </a:solidFill>
            <a:ln w="5420" cap="flat">
              <a:solidFill>
                <a:srgbClr val="CD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303111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FF0DE">
                <a:alpha val="100000"/>
              </a:srgbClr>
            </a:solidFill>
            <a:ln w="5420" cap="flat">
              <a:solidFill>
                <a:srgbClr val="CF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311255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319399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327542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335686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8F3E2">
                <a:alpha val="100000"/>
              </a:srgbClr>
            </a:solidFill>
            <a:ln w="5420" cap="flat">
              <a:solidFill>
                <a:srgbClr val="D8F3E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343830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AF4E3">
                <a:alpha val="100000"/>
              </a:srgbClr>
            </a:solidFill>
            <a:ln w="5420" cap="flat">
              <a:solidFill>
                <a:srgbClr val="DAF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351973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9F3E2">
                <a:alpha val="100000"/>
              </a:srgbClr>
            </a:solidFill>
            <a:ln w="5420" cap="flat">
              <a:solidFill>
                <a:srgbClr val="D9F3E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360117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368261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376405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384548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FDB">
                <a:alpha val="100000"/>
              </a:srgbClr>
            </a:solidFill>
            <a:ln w="5420" cap="flat">
              <a:solidFill>
                <a:srgbClr val="CA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392692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400836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408979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286824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294967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303111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311255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319399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327542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335686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343830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351973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6F3E1">
                <a:alpha val="100000"/>
              </a:srgbClr>
            </a:solidFill>
            <a:ln w="5420" cap="flat">
              <a:solidFill>
                <a:srgbClr val="D6F3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360117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368261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376405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384548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392692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400836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311255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319399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3F1DF">
                <a:alpha val="100000"/>
              </a:srgbClr>
            </a:solidFill>
            <a:ln w="5420" cap="flat">
              <a:solidFill>
                <a:srgbClr val="D3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327542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335686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5F2E1">
                <a:alpha val="100000"/>
              </a:srgbClr>
            </a:solidFill>
            <a:ln w="5420" cap="flat">
              <a:solidFill>
                <a:srgbClr val="D5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343830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3519738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3601176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368261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1F1DF">
                <a:alpha val="100000"/>
              </a:srgbClr>
            </a:solidFill>
            <a:ln w="5420" cap="flat">
              <a:solidFill>
                <a:srgbClr val="D1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376405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384548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392692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400836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327542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3F1E0">
                <a:alpha val="100000"/>
              </a:srgbClr>
            </a:solidFill>
            <a:ln w="5420" cap="flat">
              <a:solidFill>
                <a:srgbClr val="D3F1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335686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343830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4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3519738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3F2E0">
                <a:alpha val="100000"/>
              </a:srgbClr>
            </a:solidFill>
            <a:ln w="5420" cap="flat">
              <a:solidFill>
                <a:srgbClr val="D3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3601176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3682613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3764050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384548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392692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400836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ED9">
                <a:alpha val="100000"/>
              </a:srgbClr>
            </a:solidFill>
            <a:ln w="5420" cap="flat">
              <a:solidFill>
                <a:srgbClr val="C7EE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335686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343830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3519738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1F1DF">
                <a:alpha val="100000"/>
              </a:srgbClr>
            </a:solidFill>
            <a:ln w="5420" cap="flat">
              <a:solidFill>
                <a:srgbClr val="D1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3601176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3682613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3764050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3845487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392692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400836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343830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351973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3601176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3682613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3764050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BEFDC">
                <a:alpha val="100000"/>
              </a:srgbClr>
            </a:solidFill>
            <a:ln w="5420" cap="flat">
              <a:solidFill>
                <a:srgbClr val="CB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3845487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3926924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400836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408979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3682613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3764050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3845487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3926924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4008361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9">
                <a:alpha val="100000"/>
              </a:srgbClr>
            </a:solidFill>
            <a:ln w="5420" cap="flat">
              <a:solidFill>
                <a:srgbClr val="C5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4089798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327542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3601176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3682613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3764050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384548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3926924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9">
                <a:alpha val="100000"/>
              </a:srgbClr>
            </a:solidFill>
            <a:ln w="5420" cap="flat">
              <a:solidFill>
                <a:srgbClr val="C5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4008361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4089798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319399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327542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335686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343830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351973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3601176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EDA">
                <a:alpha val="100000"/>
              </a:srgbClr>
            </a:solidFill>
            <a:ln w="5420" cap="flat">
              <a:solidFill>
                <a:srgbClr val="C7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3682613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376405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384548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392692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400836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408979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311255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319399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327542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335686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343830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351973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360117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368261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376405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384548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C1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392692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400836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408979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417123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311255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319399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327542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335686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343830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351973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360117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368261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376405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384548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392692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400836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408979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417123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425267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311255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319399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327542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335686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343830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351973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360117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368261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376405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384548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392692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BD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400836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408979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417123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425267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284534" y="1853932"/>
              <a:ext cx="27605" cy="141906"/>
            </a:xfrm>
            <a:custGeom>
              <a:avLst/>
              <a:gdLst/>
              <a:ahLst/>
              <a:cxnLst/>
              <a:rect l="0" t="0" r="0" b="0"/>
              <a:pathLst>
                <a:path w="27605" h="141906">
                  <a:moveTo>
                    <a:pt x="25965" y="15142"/>
                  </a:moveTo>
                  <a:lnTo>
                    <a:pt x="3001" y="141906"/>
                  </a:lnTo>
                  <a:lnTo>
                    <a:pt x="0" y="103414"/>
                  </a:lnTo>
                  <a:lnTo>
                    <a:pt x="9634" y="0"/>
                  </a:lnTo>
                  <a:lnTo>
                    <a:pt x="2760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4217860" y="1853932"/>
              <a:ext cx="1042192" cy="937770"/>
            </a:xfrm>
            <a:custGeom>
              <a:avLst/>
              <a:gdLst/>
              <a:ahLst/>
              <a:cxnLst/>
              <a:rect l="0" t="0" r="0" b="0"/>
              <a:pathLst>
                <a:path w="1042192" h="937770">
                  <a:moveTo>
                    <a:pt x="1041757" y="966"/>
                  </a:moveTo>
                  <a:lnTo>
                    <a:pt x="998433" y="199714"/>
                  </a:lnTo>
                  <a:lnTo>
                    <a:pt x="938872" y="305648"/>
                  </a:lnTo>
                  <a:lnTo>
                    <a:pt x="884012" y="378917"/>
                  </a:lnTo>
                  <a:lnTo>
                    <a:pt x="827417" y="366805"/>
                  </a:lnTo>
                  <a:lnTo>
                    <a:pt x="840146" y="425026"/>
                  </a:lnTo>
                  <a:lnTo>
                    <a:pt x="824596" y="455352"/>
                  </a:lnTo>
                  <a:lnTo>
                    <a:pt x="811288" y="518619"/>
                  </a:lnTo>
                  <a:lnTo>
                    <a:pt x="777548" y="560552"/>
                  </a:lnTo>
                  <a:lnTo>
                    <a:pt x="745832" y="556515"/>
                  </a:lnTo>
                  <a:lnTo>
                    <a:pt x="700266" y="585419"/>
                  </a:lnTo>
                  <a:lnTo>
                    <a:pt x="682293" y="607532"/>
                  </a:lnTo>
                  <a:lnTo>
                    <a:pt x="680955" y="649879"/>
                  </a:lnTo>
                  <a:lnTo>
                    <a:pt x="650470" y="687132"/>
                  </a:lnTo>
                  <a:lnTo>
                    <a:pt x="540461" y="880650"/>
                  </a:lnTo>
                  <a:lnTo>
                    <a:pt x="444953" y="937770"/>
                  </a:lnTo>
                  <a:lnTo>
                    <a:pt x="422098" y="929465"/>
                  </a:lnTo>
                  <a:lnTo>
                    <a:pt x="447268" y="838120"/>
                  </a:lnTo>
                  <a:lnTo>
                    <a:pt x="464518" y="745766"/>
                  </a:lnTo>
                  <a:lnTo>
                    <a:pt x="406548" y="705576"/>
                  </a:lnTo>
                  <a:lnTo>
                    <a:pt x="351073" y="684334"/>
                  </a:lnTo>
                  <a:lnTo>
                    <a:pt x="287426" y="687132"/>
                  </a:lnTo>
                  <a:lnTo>
                    <a:pt x="217124" y="615332"/>
                  </a:lnTo>
                  <a:lnTo>
                    <a:pt x="126499" y="563121"/>
                  </a:lnTo>
                  <a:lnTo>
                    <a:pt x="0" y="421860"/>
                  </a:lnTo>
                  <a:lnTo>
                    <a:pt x="3688" y="382679"/>
                  </a:lnTo>
                  <a:lnTo>
                    <a:pt x="506" y="316935"/>
                  </a:lnTo>
                  <a:lnTo>
                    <a:pt x="38947" y="213064"/>
                  </a:lnTo>
                  <a:lnTo>
                    <a:pt x="75798" y="140438"/>
                  </a:lnTo>
                  <a:lnTo>
                    <a:pt x="126680" y="102817"/>
                  </a:lnTo>
                  <a:lnTo>
                    <a:pt x="274335" y="64508"/>
                  </a:lnTo>
                  <a:lnTo>
                    <a:pt x="311366" y="6884"/>
                  </a:lnTo>
                  <a:lnTo>
                    <a:pt x="314479" y="0"/>
                  </a:lnTo>
                  <a:lnTo>
                    <a:pt x="1042192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2490532" y="1853932"/>
              <a:ext cx="2088998" cy="3682871"/>
            </a:xfrm>
            <a:custGeom>
              <a:avLst/>
              <a:gdLst/>
              <a:ahLst/>
              <a:cxnLst/>
              <a:rect l="0" t="0" r="0" b="0"/>
              <a:pathLst>
                <a:path w="2088998" h="3682871">
                  <a:moveTo>
                    <a:pt x="1987487" y="41706"/>
                  </a:moveTo>
                  <a:lnTo>
                    <a:pt x="1877912" y="69968"/>
                  </a:lnTo>
                  <a:lnTo>
                    <a:pt x="1818858" y="101074"/>
                  </a:lnTo>
                  <a:lnTo>
                    <a:pt x="1771628" y="148650"/>
                  </a:lnTo>
                  <a:lnTo>
                    <a:pt x="1743674" y="208385"/>
                  </a:lnTo>
                  <a:lnTo>
                    <a:pt x="1680388" y="280369"/>
                  </a:lnTo>
                  <a:lnTo>
                    <a:pt x="1684836" y="328588"/>
                  </a:lnTo>
                  <a:lnTo>
                    <a:pt x="1695432" y="362859"/>
                  </a:lnTo>
                  <a:lnTo>
                    <a:pt x="1690550" y="434293"/>
                  </a:lnTo>
                  <a:lnTo>
                    <a:pt x="1730583" y="503937"/>
                  </a:lnTo>
                  <a:lnTo>
                    <a:pt x="1809961" y="618039"/>
                  </a:lnTo>
                  <a:lnTo>
                    <a:pt x="1825114" y="795269"/>
                  </a:lnTo>
                  <a:lnTo>
                    <a:pt x="1885687" y="913867"/>
                  </a:lnTo>
                  <a:lnTo>
                    <a:pt x="1978519" y="1052146"/>
                  </a:lnTo>
                  <a:lnTo>
                    <a:pt x="2049905" y="1091464"/>
                  </a:lnTo>
                  <a:lnTo>
                    <a:pt x="2053377" y="1142895"/>
                  </a:lnTo>
                  <a:lnTo>
                    <a:pt x="2020432" y="1227817"/>
                  </a:lnTo>
                  <a:lnTo>
                    <a:pt x="1977000" y="1266630"/>
                  </a:lnTo>
                  <a:lnTo>
                    <a:pt x="2033487" y="1258877"/>
                  </a:lnTo>
                  <a:lnTo>
                    <a:pt x="2061622" y="1278284"/>
                  </a:lnTo>
                  <a:lnTo>
                    <a:pt x="2088998" y="1349121"/>
                  </a:lnTo>
                  <a:lnTo>
                    <a:pt x="2086864" y="1421426"/>
                  </a:lnTo>
                  <a:lnTo>
                    <a:pt x="2077606" y="1462167"/>
                  </a:lnTo>
                  <a:lnTo>
                    <a:pt x="2060501" y="1478408"/>
                  </a:lnTo>
                  <a:lnTo>
                    <a:pt x="2061224" y="1436796"/>
                  </a:lnTo>
                  <a:lnTo>
                    <a:pt x="2049110" y="1422344"/>
                  </a:lnTo>
                  <a:lnTo>
                    <a:pt x="2029111" y="1440374"/>
                  </a:lnTo>
                  <a:lnTo>
                    <a:pt x="2016165" y="1460928"/>
                  </a:lnTo>
                  <a:lnTo>
                    <a:pt x="2010776" y="1541905"/>
                  </a:lnTo>
                  <a:lnTo>
                    <a:pt x="1997071" y="1582370"/>
                  </a:lnTo>
                  <a:lnTo>
                    <a:pt x="1948612" y="1594390"/>
                  </a:lnTo>
                  <a:lnTo>
                    <a:pt x="1899466" y="1700646"/>
                  </a:lnTo>
                  <a:lnTo>
                    <a:pt x="1853755" y="1760931"/>
                  </a:lnTo>
                  <a:lnTo>
                    <a:pt x="1673879" y="2168566"/>
                  </a:lnTo>
                  <a:lnTo>
                    <a:pt x="1680750" y="2236697"/>
                  </a:lnTo>
                  <a:lnTo>
                    <a:pt x="1647841" y="2258627"/>
                  </a:lnTo>
                  <a:lnTo>
                    <a:pt x="1598008" y="2276474"/>
                  </a:lnTo>
                  <a:lnTo>
                    <a:pt x="1547596" y="2317214"/>
                  </a:lnTo>
                  <a:lnTo>
                    <a:pt x="1514145" y="2362130"/>
                  </a:lnTo>
                  <a:lnTo>
                    <a:pt x="1483081" y="2482929"/>
                  </a:lnTo>
                  <a:lnTo>
                    <a:pt x="1423556" y="2618915"/>
                  </a:lnTo>
                  <a:lnTo>
                    <a:pt x="1386416" y="2562254"/>
                  </a:lnTo>
                  <a:lnTo>
                    <a:pt x="1376905" y="2513760"/>
                  </a:lnTo>
                  <a:lnTo>
                    <a:pt x="1393432" y="2387272"/>
                  </a:lnTo>
                  <a:lnTo>
                    <a:pt x="1457803" y="2179898"/>
                  </a:lnTo>
                  <a:lnTo>
                    <a:pt x="1528719" y="2050978"/>
                  </a:lnTo>
                  <a:lnTo>
                    <a:pt x="1582819" y="1989868"/>
                  </a:lnTo>
                  <a:lnTo>
                    <a:pt x="1627300" y="1865306"/>
                  </a:lnTo>
                  <a:lnTo>
                    <a:pt x="1571103" y="1846725"/>
                  </a:lnTo>
                  <a:lnTo>
                    <a:pt x="1485432" y="1848744"/>
                  </a:lnTo>
                  <a:lnTo>
                    <a:pt x="1501560" y="1791257"/>
                  </a:lnTo>
                  <a:lnTo>
                    <a:pt x="1526549" y="1740607"/>
                  </a:lnTo>
                  <a:lnTo>
                    <a:pt x="1481888" y="1690140"/>
                  </a:lnTo>
                  <a:lnTo>
                    <a:pt x="1455452" y="1683717"/>
                  </a:lnTo>
                  <a:lnTo>
                    <a:pt x="1428221" y="1663025"/>
                  </a:lnTo>
                  <a:lnTo>
                    <a:pt x="1460153" y="1621000"/>
                  </a:lnTo>
                  <a:lnTo>
                    <a:pt x="1475740" y="1576589"/>
                  </a:lnTo>
                  <a:lnTo>
                    <a:pt x="1466229" y="1522544"/>
                  </a:lnTo>
                  <a:lnTo>
                    <a:pt x="1479609" y="1481849"/>
                  </a:lnTo>
                  <a:lnTo>
                    <a:pt x="1457296" y="1487997"/>
                  </a:lnTo>
                  <a:lnTo>
                    <a:pt x="1421422" y="1531077"/>
                  </a:lnTo>
                  <a:lnTo>
                    <a:pt x="1399110" y="1548282"/>
                  </a:lnTo>
                  <a:lnTo>
                    <a:pt x="1385512" y="1510156"/>
                  </a:lnTo>
                  <a:lnTo>
                    <a:pt x="1369998" y="1518782"/>
                  </a:lnTo>
                  <a:lnTo>
                    <a:pt x="1359909" y="1544979"/>
                  </a:lnTo>
                  <a:lnTo>
                    <a:pt x="1337017" y="1559385"/>
                  </a:lnTo>
                  <a:lnTo>
                    <a:pt x="1288667" y="1523553"/>
                  </a:lnTo>
                  <a:lnTo>
                    <a:pt x="1218184" y="1482537"/>
                  </a:lnTo>
                  <a:lnTo>
                    <a:pt x="1178947" y="1411975"/>
                  </a:lnTo>
                  <a:lnTo>
                    <a:pt x="1156562" y="1357287"/>
                  </a:lnTo>
                  <a:lnTo>
                    <a:pt x="1179309" y="1258326"/>
                  </a:lnTo>
                  <a:lnTo>
                    <a:pt x="1228021" y="1240755"/>
                  </a:lnTo>
                  <a:lnTo>
                    <a:pt x="1291307" y="1256812"/>
                  </a:lnTo>
                  <a:lnTo>
                    <a:pt x="1374265" y="1256675"/>
                  </a:lnTo>
                  <a:lnTo>
                    <a:pt x="1362404" y="1234699"/>
                  </a:lnTo>
                  <a:lnTo>
                    <a:pt x="1332786" y="1238323"/>
                  </a:lnTo>
                  <a:lnTo>
                    <a:pt x="1245343" y="1158035"/>
                  </a:lnTo>
                  <a:lnTo>
                    <a:pt x="1217208" y="1109541"/>
                  </a:lnTo>
                  <a:lnTo>
                    <a:pt x="1168821" y="1096236"/>
                  </a:lnTo>
                  <a:lnTo>
                    <a:pt x="1146762" y="1142849"/>
                  </a:lnTo>
                  <a:lnTo>
                    <a:pt x="1122279" y="1155236"/>
                  </a:lnTo>
                  <a:lnTo>
                    <a:pt x="1152512" y="1053247"/>
                  </a:lnTo>
                  <a:lnTo>
                    <a:pt x="1192038" y="1049072"/>
                  </a:lnTo>
                  <a:lnTo>
                    <a:pt x="1250406" y="1020811"/>
                  </a:lnTo>
                  <a:lnTo>
                    <a:pt x="1233445" y="961764"/>
                  </a:lnTo>
                  <a:lnTo>
                    <a:pt x="1196595" y="935934"/>
                  </a:lnTo>
                  <a:lnTo>
                    <a:pt x="1130054" y="968325"/>
                  </a:lnTo>
                  <a:lnTo>
                    <a:pt x="1130850" y="926804"/>
                  </a:lnTo>
                  <a:lnTo>
                    <a:pt x="1143326" y="873631"/>
                  </a:lnTo>
                  <a:lnTo>
                    <a:pt x="1193485" y="873814"/>
                  </a:lnTo>
                  <a:lnTo>
                    <a:pt x="1237423" y="891156"/>
                  </a:lnTo>
                  <a:lnTo>
                    <a:pt x="1274816" y="805271"/>
                  </a:lnTo>
                  <a:lnTo>
                    <a:pt x="1276480" y="766916"/>
                  </a:lnTo>
                  <a:lnTo>
                    <a:pt x="1214351" y="822659"/>
                  </a:lnTo>
                  <a:lnTo>
                    <a:pt x="1200392" y="702410"/>
                  </a:lnTo>
                  <a:lnTo>
                    <a:pt x="1261544" y="586428"/>
                  </a:lnTo>
                  <a:lnTo>
                    <a:pt x="1319876" y="535869"/>
                  </a:lnTo>
                  <a:lnTo>
                    <a:pt x="1392745" y="537337"/>
                  </a:lnTo>
                  <a:lnTo>
                    <a:pt x="1466807" y="529171"/>
                  </a:lnTo>
                  <a:lnTo>
                    <a:pt x="1420338" y="507929"/>
                  </a:lnTo>
                  <a:lnTo>
                    <a:pt x="1372638" y="496413"/>
                  </a:lnTo>
                  <a:lnTo>
                    <a:pt x="1408476" y="450580"/>
                  </a:lnTo>
                  <a:lnTo>
                    <a:pt x="1439034" y="442368"/>
                  </a:lnTo>
                  <a:lnTo>
                    <a:pt x="1469050" y="402407"/>
                  </a:lnTo>
                  <a:lnTo>
                    <a:pt x="1396868" y="408326"/>
                  </a:lnTo>
                  <a:lnTo>
                    <a:pt x="1405366" y="332717"/>
                  </a:lnTo>
                  <a:lnTo>
                    <a:pt x="1370287" y="348086"/>
                  </a:lnTo>
                  <a:lnTo>
                    <a:pt x="1328302" y="355198"/>
                  </a:lnTo>
                  <a:lnTo>
                    <a:pt x="1311956" y="387267"/>
                  </a:lnTo>
                  <a:lnTo>
                    <a:pt x="1315175" y="440533"/>
                  </a:lnTo>
                  <a:lnTo>
                    <a:pt x="1302915" y="475492"/>
                  </a:lnTo>
                  <a:lnTo>
                    <a:pt x="1270260" y="503570"/>
                  </a:lnTo>
                  <a:lnTo>
                    <a:pt x="1215111" y="525455"/>
                  </a:lnTo>
                  <a:lnTo>
                    <a:pt x="1209758" y="487513"/>
                  </a:lnTo>
                  <a:lnTo>
                    <a:pt x="1191532" y="470308"/>
                  </a:lnTo>
                  <a:lnTo>
                    <a:pt x="1184733" y="551560"/>
                  </a:lnTo>
                  <a:lnTo>
                    <a:pt x="1170268" y="579179"/>
                  </a:lnTo>
                  <a:lnTo>
                    <a:pt x="1129946" y="502928"/>
                  </a:lnTo>
                  <a:lnTo>
                    <a:pt x="1117831" y="518298"/>
                  </a:lnTo>
                  <a:lnTo>
                    <a:pt x="1119386" y="539952"/>
                  </a:lnTo>
                  <a:lnTo>
                    <a:pt x="1109080" y="577390"/>
                  </a:lnTo>
                  <a:lnTo>
                    <a:pt x="1074507" y="596888"/>
                  </a:lnTo>
                  <a:lnTo>
                    <a:pt x="1076641" y="644878"/>
                  </a:lnTo>
                  <a:lnTo>
                    <a:pt x="1063225" y="671029"/>
                  </a:lnTo>
                  <a:lnTo>
                    <a:pt x="952492" y="629371"/>
                  </a:lnTo>
                  <a:lnTo>
                    <a:pt x="949889" y="643501"/>
                  </a:lnTo>
                  <a:lnTo>
                    <a:pt x="1012524" y="733333"/>
                  </a:lnTo>
                  <a:lnTo>
                    <a:pt x="1058270" y="764026"/>
                  </a:lnTo>
                  <a:lnTo>
                    <a:pt x="1063839" y="813024"/>
                  </a:lnTo>
                  <a:lnTo>
                    <a:pt x="1024566" y="853673"/>
                  </a:lnTo>
                  <a:lnTo>
                    <a:pt x="970393" y="818576"/>
                  </a:lnTo>
                  <a:lnTo>
                    <a:pt x="961280" y="821145"/>
                  </a:lnTo>
                  <a:lnTo>
                    <a:pt x="990717" y="881338"/>
                  </a:lnTo>
                  <a:lnTo>
                    <a:pt x="1009269" y="933916"/>
                  </a:lnTo>
                  <a:lnTo>
                    <a:pt x="990175" y="977960"/>
                  </a:lnTo>
                  <a:lnTo>
                    <a:pt x="993140" y="1032189"/>
                  </a:lnTo>
                  <a:lnTo>
                    <a:pt x="989017" y="1081371"/>
                  </a:lnTo>
                  <a:lnTo>
                    <a:pt x="977337" y="1124268"/>
                  </a:lnTo>
                  <a:lnTo>
                    <a:pt x="1003663" y="1322006"/>
                  </a:lnTo>
                  <a:lnTo>
                    <a:pt x="1035379" y="1375777"/>
                  </a:lnTo>
                  <a:lnTo>
                    <a:pt x="1066552" y="1427207"/>
                  </a:lnTo>
                  <a:lnTo>
                    <a:pt x="1083078" y="1475334"/>
                  </a:lnTo>
                  <a:lnTo>
                    <a:pt x="1049989" y="1482354"/>
                  </a:lnTo>
                  <a:lnTo>
                    <a:pt x="997299" y="1442760"/>
                  </a:lnTo>
                  <a:lnTo>
                    <a:pt x="951010" y="1412572"/>
                  </a:lnTo>
                  <a:lnTo>
                    <a:pt x="895861" y="1316042"/>
                  </a:lnTo>
                  <a:lnTo>
                    <a:pt x="886747" y="1277504"/>
                  </a:lnTo>
                  <a:lnTo>
                    <a:pt x="873295" y="1247040"/>
                  </a:lnTo>
                  <a:lnTo>
                    <a:pt x="879804" y="1317006"/>
                  </a:lnTo>
                  <a:lnTo>
                    <a:pt x="899477" y="1395138"/>
                  </a:lnTo>
                  <a:lnTo>
                    <a:pt x="1072193" y="1569983"/>
                  </a:lnTo>
                  <a:lnTo>
                    <a:pt x="1104089" y="1637058"/>
                  </a:lnTo>
                  <a:lnTo>
                    <a:pt x="1128391" y="1689773"/>
                  </a:lnTo>
                  <a:lnTo>
                    <a:pt x="1122279" y="1740286"/>
                  </a:lnTo>
                  <a:lnTo>
                    <a:pt x="1077256" y="1704546"/>
                  </a:lnTo>
                  <a:lnTo>
                    <a:pt x="1038416" y="1658988"/>
                  </a:lnTo>
                  <a:lnTo>
                    <a:pt x="935315" y="1607512"/>
                  </a:lnTo>
                  <a:lnTo>
                    <a:pt x="805308" y="1574983"/>
                  </a:lnTo>
                  <a:lnTo>
                    <a:pt x="732004" y="1455331"/>
                  </a:lnTo>
                  <a:lnTo>
                    <a:pt x="732258" y="1505247"/>
                  </a:lnTo>
                  <a:lnTo>
                    <a:pt x="715984" y="1547594"/>
                  </a:lnTo>
                  <a:lnTo>
                    <a:pt x="671178" y="1495980"/>
                  </a:lnTo>
                  <a:lnTo>
                    <a:pt x="642934" y="1451936"/>
                  </a:lnTo>
                  <a:lnTo>
                    <a:pt x="633459" y="1403671"/>
                  </a:lnTo>
                  <a:lnTo>
                    <a:pt x="577515" y="1406974"/>
                  </a:lnTo>
                  <a:lnTo>
                    <a:pt x="518858" y="1448908"/>
                  </a:lnTo>
                  <a:lnTo>
                    <a:pt x="462117" y="1438952"/>
                  </a:lnTo>
                  <a:lnTo>
                    <a:pt x="455391" y="1357104"/>
                  </a:lnTo>
                  <a:lnTo>
                    <a:pt x="470724" y="1313748"/>
                  </a:lnTo>
                  <a:lnTo>
                    <a:pt x="534408" y="1211209"/>
                  </a:lnTo>
                  <a:lnTo>
                    <a:pt x="594403" y="1158861"/>
                  </a:lnTo>
                  <a:lnTo>
                    <a:pt x="620875" y="1091281"/>
                  </a:lnTo>
                  <a:lnTo>
                    <a:pt x="611834" y="986493"/>
                  </a:lnTo>
                  <a:lnTo>
                    <a:pt x="600551" y="1093116"/>
                  </a:lnTo>
                  <a:lnTo>
                    <a:pt x="566268" y="1145969"/>
                  </a:lnTo>
                  <a:lnTo>
                    <a:pt x="512384" y="1186342"/>
                  </a:lnTo>
                  <a:lnTo>
                    <a:pt x="441468" y="1258280"/>
                  </a:lnTo>
                  <a:lnTo>
                    <a:pt x="424146" y="1324805"/>
                  </a:lnTo>
                  <a:lnTo>
                    <a:pt x="402014" y="1449367"/>
                  </a:lnTo>
                  <a:lnTo>
                    <a:pt x="431957" y="1491529"/>
                  </a:lnTo>
                  <a:lnTo>
                    <a:pt x="462551" y="1502540"/>
                  </a:lnTo>
                  <a:lnTo>
                    <a:pt x="552924" y="1474279"/>
                  </a:lnTo>
                  <a:lnTo>
                    <a:pt x="599683" y="1486896"/>
                  </a:lnTo>
                  <a:lnTo>
                    <a:pt x="703689" y="1636874"/>
                  </a:lnTo>
                  <a:lnTo>
                    <a:pt x="897343" y="1696196"/>
                  </a:lnTo>
                  <a:lnTo>
                    <a:pt x="967970" y="1733266"/>
                  </a:lnTo>
                  <a:lnTo>
                    <a:pt x="1025542" y="1811536"/>
                  </a:lnTo>
                  <a:lnTo>
                    <a:pt x="1112081" y="1856589"/>
                  </a:lnTo>
                  <a:lnTo>
                    <a:pt x="1179237" y="1922058"/>
                  </a:lnTo>
                  <a:lnTo>
                    <a:pt x="1181045" y="1964772"/>
                  </a:lnTo>
                  <a:lnTo>
                    <a:pt x="1157792" y="2015285"/>
                  </a:lnTo>
                  <a:lnTo>
                    <a:pt x="1148606" y="2083644"/>
                  </a:lnTo>
                  <a:lnTo>
                    <a:pt x="1120073" y="2126771"/>
                  </a:lnTo>
                  <a:lnTo>
                    <a:pt x="1051580" y="2131726"/>
                  </a:lnTo>
                  <a:lnTo>
                    <a:pt x="1010209" y="2120623"/>
                  </a:lnTo>
                  <a:lnTo>
                    <a:pt x="787804" y="1880308"/>
                  </a:lnTo>
                  <a:lnTo>
                    <a:pt x="761261" y="1858195"/>
                  </a:lnTo>
                  <a:lnTo>
                    <a:pt x="678772" y="1732349"/>
                  </a:lnTo>
                  <a:lnTo>
                    <a:pt x="581999" y="1664952"/>
                  </a:lnTo>
                  <a:lnTo>
                    <a:pt x="552056" y="1666374"/>
                  </a:lnTo>
                  <a:lnTo>
                    <a:pt x="689802" y="1791028"/>
                  </a:lnTo>
                  <a:lnTo>
                    <a:pt x="746036" y="1878198"/>
                  </a:lnTo>
                  <a:lnTo>
                    <a:pt x="845087" y="2000420"/>
                  </a:lnTo>
                  <a:lnTo>
                    <a:pt x="915895" y="2052171"/>
                  </a:lnTo>
                  <a:lnTo>
                    <a:pt x="968006" y="2132918"/>
                  </a:lnTo>
                  <a:lnTo>
                    <a:pt x="1016429" y="2170769"/>
                  </a:lnTo>
                  <a:lnTo>
                    <a:pt x="1148642" y="2224676"/>
                  </a:lnTo>
                  <a:lnTo>
                    <a:pt x="1102679" y="2263398"/>
                  </a:lnTo>
                  <a:lnTo>
                    <a:pt x="1176054" y="2296385"/>
                  </a:lnTo>
                  <a:lnTo>
                    <a:pt x="1186542" y="2357037"/>
                  </a:lnTo>
                  <a:lnTo>
                    <a:pt x="1179815" y="2426177"/>
                  </a:lnTo>
                  <a:lnTo>
                    <a:pt x="1077979" y="2398833"/>
                  </a:lnTo>
                  <a:lnTo>
                    <a:pt x="1074652" y="2449759"/>
                  </a:lnTo>
                  <a:lnTo>
                    <a:pt x="1083765" y="2479810"/>
                  </a:lnTo>
                  <a:lnTo>
                    <a:pt x="1038778" y="2504630"/>
                  </a:lnTo>
                  <a:lnTo>
                    <a:pt x="976216" y="2470955"/>
                  </a:lnTo>
                  <a:lnTo>
                    <a:pt x="813770" y="2286751"/>
                  </a:lnTo>
                  <a:lnTo>
                    <a:pt x="815144" y="2311388"/>
                  </a:lnTo>
                  <a:lnTo>
                    <a:pt x="828307" y="2339970"/>
                  </a:lnTo>
                  <a:lnTo>
                    <a:pt x="922513" y="2458568"/>
                  </a:lnTo>
                  <a:lnTo>
                    <a:pt x="1006593" y="2529680"/>
                  </a:lnTo>
                  <a:lnTo>
                    <a:pt x="1077871" y="2561796"/>
                  </a:lnTo>
                  <a:lnTo>
                    <a:pt x="1132803" y="2621392"/>
                  </a:lnTo>
                  <a:lnTo>
                    <a:pt x="1152186" y="2657453"/>
                  </a:lnTo>
                  <a:lnTo>
                    <a:pt x="1165133" y="2712141"/>
                  </a:lnTo>
                  <a:lnTo>
                    <a:pt x="1124413" y="2749303"/>
                  </a:lnTo>
                  <a:lnTo>
                    <a:pt x="1078051" y="2769811"/>
                  </a:lnTo>
                  <a:lnTo>
                    <a:pt x="1032775" y="2732741"/>
                  </a:lnTo>
                  <a:lnTo>
                    <a:pt x="999577" y="2693698"/>
                  </a:lnTo>
                  <a:lnTo>
                    <a:pt x="928878" y="2627403"/>
                  </a:lnTo>
                  <a:lnTo>
                    <a:pt x="907686" y="2553308"/>
                  </a:lnTo>
                  <a:lnTo>
                    <a:pt x="853911" y="2557116"/>
                  </a:lnTo>
                  <a:lnTo>
                    <a:pt x="629156" y="2463156"/>
                  </a:lnTo>
                  <a:lnTo>
                    <a:pt x="448520" y="2452328"/>
                  </a:lnTo>
                  <a:lnTo>
                    <a:pt x="466168" y="2471230"/>
                  </a:lnTo>
                  <a:lnTo>
                    <a:pt x="489023" y="2483801"/>
                  </a:lnTo>
                  <a:lnTo>
                    <a:pt x="632881" y="2506970"/>
                  </a:lnTo>
                  <a:lnTo>
                    <a:pt x="689730" y="2550234"/>
                  </a:lnTo>
                  <a:lnTo>
                    <a:pt x="808056" y="2588635"/>
                  </a:lnTo>
                  <a:lnTo>
                    <a:pt x="877345" y="2599141"/>
                  </a:lnTo>
                  <a:lnTo>
                    <a:pt x="905444" y="2717096"/>
                  </a:lnTo>
                  <a:lnTo>
                    <a:pt x="1001204" y="2798256"/>
                  </a:lnTo>
                  <a:lnTo>
                    <a:pt x="1013645" y="2858403"/>
                  </a:lnTo>
                  <a:lnTo>
                    <a:pt x="1079028" y="2865148"/>
                  </a:lnTo>
                  <a:lnTo>
                    <a:pt x="1194063" y="2806147"/>
                  </a:lnTo>
                  <a:lnTo>
                    <a:pt x="1268307" y="2826839"/>
                  </a:lnTo>
                  <a:lnTo>
                    <a:pt x="1375386" y="2843722"/>
                  </a:lnTo>
                  <a:lnTo>
                    <a:pt x="1399869" y="2891345"/>
                  </a:lnTo>
                  <a:lnTo>
                    <a:pt x="1418240" y="2981956"/>
                  </a:lnTo>
                  <a:lnTo>
                    <a:pt x="1456103" y="3083899"/>
                  </a:lnTo>
                  <a:lnTo>
                    <a:pt x="1554287" y="3485845"/>
                  </a:lnTo>
                  <a:lnTo>
                    <a:pt x="1642687" y="3682871"/>
                  </a:lnTo>
                  <a:lnTo>
                    <a:pt x="1615976" y="3682871"/>
                  </a:lnTo>
                  <a:lnTo>
                    <a:pt x="1576238" y="3603800"/>
                  </a:lnTo>
                  <a:lnTo>
                    <a:pt x="1515845" y="3446573"/>
                  </a:lnTo>
                  <a:lnTo>
                    <a:pt x="1453789" y="3168959"/>
                  </a:lnTo>
                  <a:lnTo>
                    <a:pt x="1435779" y="3106793"/>
                  </a:lnTo>
                  <a:lnTo>
                    <a:pt x="1414588" y="3081972"/>
                  </a:lnTo>
                  <a:lnTo>
                    <a:pt x="1400629" y="3102159"/>
                  </a:lnTo>
                  <a:lnTo>
                    <a:pt x="1394625" y="3137532"/>
                  </a:lnTo>
                  <a:lnTo>
                    <a:pt x="1404751" y="3164692"/>
                  </a:lnTo>
                  <a:lnTo>
                    <a:pt x="1380305" y="3256083"/>
                  </a:lnTo>
                  <a:lnTo>
                    <a:pt x="1390901" y="3298016"/>
                  </a:lnTo>
                  <a:lnTo>
                    <a:pt x="1430608" y="3341372"/>
                  </a:lnTo>
                  <a:lnTo>
                    <a:pt x="1473751" y="3449555"/>
                  </a:lnTo>
                  <a:lnTo>
                    <a:pt x="1508214" y="3595221"/>
                  </a:lnTo>
                  <a:lnTo>
                    <a:pt x="1461600" y="3536174"/>
                  </a:lnTo>
                  <a:lnTo>
                    <a:pt x="1411839" y="3504885"/>
                  </a:lnTo>
                  <a:lnTo>
                    <a:pt x="1334413" y="3480890"/>
                  </a:lnTo>
                  <a:lnTo>
                    <a:pt x="1265450" y="3438819"/>
                  </a:lnTo>
                  <a:lnTo>
                    <a:pt x="1270477" y="3499150"/>
                  </a:lnTo>
                  <a:lnTo>
                    <a:pt x="1263859" y="3564298"/>
                  </a:lnTo>
                  <a:lnTo>
                    <a:pt x="1210699" y="3544433"/>
                  </a:lnTo>
                  <a:lnTo>
                    <a:pt x="1174535" y="3522824"/>
                  </a:lnTo>
                  <a:lnTo>
                    <a:pt x="1206540" y="3592239"/>
                  </a:lnTo>
                  <a:lnTo>
                    <a:pt x="1137070" y="3571410"/>
                  </a:lnTo>
                  <a:lnTo>
                    <a:pt x="1090781" y="3575768"/>
                  </a:lnTo>
                  <a:lnTo>
                    <a:pt x="1060693" y="3637384"/>
                  </a:lnTo>
                  <a:lnTo>
                    <a:pt x="1020335" y="3674775"/>
                  </a:lnTo>
                  <a:lnTo>
                    <a:pt x="980297" y="3682871"/>
                  </a:lnTo>
                  <a:lnTo>
                    <a:pt x="954427" y="3682871"/>
                  </a:lnTo>
                  <a:lnTo>
                    <a:pt x="872137" y="3630502"/>
                  </a:lnTo>
                  <a:lnTo>
                    <a:pt x="843460" y="3562096"/>
                  </a:lnTo>
                  <a:lnTo>
                    <a:pt x="831598" y="3485937"/>
                  </a:lnTo>
                  <a:lnTo>
                    <a:pt x="826861" y="3575997"/>
                  </a:lnTo>
                  <a:lnTo>
                    <a:pt x="842628" y="3669774"/>
                  </a:lnTo>
                  <a:lnTo>
                    <a:pt x="841612" y="3682871"/>
                  </a:lnTo>
                  <a:lnTo>
                    <a:pt x="0" y="3682871"/>
                  </a:lnTo>
                  <a:lnTo>
                    <a:pt x="0" y="0"/>
                  </a:lnTo>
                  <a:lnTo>
                    <a:pt x="2024089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5159228" y="2035019"/>
              <a:ext cx="108453" cy="203932"/>
            </a:xfrm>
            <a:custGeom>
              <a:avLst/>
              <a:gdLst/>
              <a:ahLst/>
              <a:cxnLst/>
              <a:rect l="0" t="0" r="0" b="0"/>
              <a:pathLst>
                <a:path w="108453" h="203932">
                  <a:moveTo>
                    <a:pt x="1988" y="203932"/>
                  </a:moveTo>
                  <a:lnTo>
                    <a:pt x="0" y="176588"/>
                  </a:lnTo>
                  <a:lnTo>
                    <a:pt x="108453" y="0"/>
                  </a:lnTo>
                  <a:lnTo>
                    <a:pt x="88853" y="617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4325772" y="3395883"/>
              <a:ext cx="207830" cy="400294"/>
            </a:xfrm>
            <a:custGeom>
              <a:avLst/>
              <a:gdLst/>
              <a:ahLst/>
              <a:cxnLst/>
              <a:rect l="0" t="0" r="0" b="0"/>
              <a:pathLst>
                <a:path w="207830" h="400294">
                  <a:moveTo>
                    <a:pt x="0" y="400294"/>
                  </a:moveTo>
                  <a:lnTo>
                    <a:pt x="112974" y="212144"/>
                  </a:lnTo>
                  <a:lnTo>
                    <a:pt x="178574" y="54504"/>
                  </a:lnTo>
                  <a:lnTo>
                    <a:pt x="207830" y="0"/>
                  </a:lnTo>
                  <a:lnTo>
                    <a:pt x="179442" y="110476"/>
                  </a:lnTo>
                  <a:lnTo>
                    <a:pt x="129826" y="212052"/>
                  </a:lnTo>
                  <a:lnTo>
                    <a:pt x="33668" y="3850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t665"/>
            <p:cNvSpPr/>
            <p:nvPr/>
          </p:nvSpPr>
          <p:spPr>
            <a:xfrm>
              <a:off x="4042131" y="3963949"/>
              <a:ext cx="144506" cy="144506"/>
            </a:xfrm>
            <a:prstGeom prst="ellipse">
              <a:avLst/>
            </a:prstGeom>
            <a:solidFill>
              <a:srgbClr val="B5E8D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t666"/>
            <p:cNvSpPr/>
            <p:nvPr/>
          </p:nvSpPr>
          <p:spPr>
            <a:xfrm>
              <a:off x="4598279" y="2594972"/>
              <a:ext cx="144506" cy="144506"/>
            </a:xfrm>
            <a:prstGeom prst="ellipse">
              <a:avLst/>
            </a:prstGeom>
            <a:solidFill>
              <a:srgbClr val="C7EDD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t667"/>
            <p:cNvSpPr/>
            <p:nvPr/>
          </p:nvSpPr>
          <p:spPr>
            <a:xfrm>
              <a:off x="4150995" y="2255653"/>
              <a:ext cx="144506" cy="144506"/>
            </a:xfrm>
            <a:prstGeom prst="ellipse">
              <a:avLst/>
            </a:prstGeom>
            <a:solidFill>
              <a:srgbClr val="ACE5C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t668"/>
            <p:cNvSpPr/>
            <p:nvPr/>
          </p:nvSpPr>
          <p:spPr>
            <a:xfrm>
              <a:off x="3069870" y="3287113"/>
              <a:ext cx="144506" cy="144506"/>
            </a:xfrm>
            <a:prstGeom prst="ellipse">
              <a:avLst/>
            </a:prstGeom>
            <a:solidFill>
              <a:srgbClr val="B3E7C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t669"/>
            <p:cNvSpPr/>
            <p:nvPr/>
          </p:nvSpPr>
          <p:spPr>
            <a:xfrm>
              <a:off x="3376420" y="4483362"/>
              <a:ext cx="144506" cy="144506"/>
            </a:xfrm>
            <a:prstGeom prst="ellipse">
              <a:avLst/>
            </a:prstGeom>
            <a:solidFill>
              <a:srgbClr val="D6F2E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t670"/>
            <p:cNvSpPr/>
            <p:nvPr/>
          </p:nvSpPr>
          <p:spPr>
            <a:xfrm>
              <a:off x="3451137" y="3622232"/>
              <a:ext cx="144506" cy="144506"/>
            </a:xfrm>
            <a:prstGeom prst="ellipse">
              <a:avLst/>
            </a:prstGeom>
            <a:solidFill>
              <a:srgbClr val="CBEFD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t671"/>
            <p:cNvSpPr/>
            <p:nvPr/>
          </p:nvSpPr>
          <p:spPr>
            <a:xfrm>
              <a:off x="3423386" y="4310975"/>
              <a:ext cx="144506" cy="144506"/>
            </a:xfrm>
            <a:prstGeom prst="ellipse">
              <a:avLst/>
            </a:prstGeom>
            <a:solidFill>
              <a:srgbClr val="DCF4E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t672"/>
            <p:cNvSpPr/>
            <p:nvPr/>
          </p:nvSpPr>
          <p:spPr>
            <a:xfrm>
              <a:off x="3322218" y="4429159"/>
              <a:ext cx="252911" cy="252911"/>
            </a:xfrm>
            <a:prstGeom prst="ellipse">
              <a:avLst/>
            </a:prstGeom>
            <a:solidFill>
              <a:srgbClr val="BAE9D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t673"/>
            <p:cNvSpPr/>
            <p:nvPr/>
          </p:nvSpPr>
          <p:spPr>
            <a:xfrm>
              <a:off x="3396934" y="3568029"/>
              <a:ext cx="252911" cy="252911"/>
            </a:xfrm>
            <a:prstGeom prst="ellipse">
              <a:avLst/>
            </a:prstGeom>
            <a:solidFill>
              <a:srgbClr val="56BE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t674"/>
            <p:cNvSpPr/>
            <p:nvPr/>
          </p:nvSpPr>
          <p:spPr>
            <a:xfrm>
              <a:off x="3369184" y="4256773"/>
              <a:ext cx="252911" cy="252911"/>
            </a:xfrm>
            <a:prstGeom prst="ellipse">
              <a:avLst/>
            </a:prstGeom>
            <a:solidFill>
              <a:srgbClr val="DAF4E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g675"/>
            <p:cNvSpPr/>
            <p:nvPr/>
          </p:nvSpPr>
          <p:spPr>
            <a:xfrm>
              <a:off x="3287769" y="4134760"/>
              <a:ext cx="267615" cy="231762"/>
            </a:xfrm>
            <a:custGeom>
              <a:avLst/>
              <a:gdLst/>
              <a:ahLst/>
              <a:cxnLst/>
              <a:rect l="0" t="0" r="0" b="0"/>
              <a:pathLst>
                <a:path w="267615" h="231762">
                  <a:moveTo>
                    <a:pt x="133807" y="0"/>
                  </a:moveTo>
                  <a:lnTo>
                    <a:pt x="267615" y="231762"/>
                  </a:lnTo>
                  <a:lnTo>
                    <a:pt x="0" y="231762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l676"/>
            <p:cNvSpPr/>
            <p:nvPr/>
          </p:nvSpPr>
          <p:spPr>
            <a:xfrm>
              <a:off x="3462321" y="4206482"/>
              <a:ext cx="1080384" cy="344777"/>
            </a:xfrm>
            <a:custGeom>
              <a:avLst/>
              <a:gdLst/>
              <a:ahLst/>
              <a:cxnLst/>
              <a:rect l="0" t="0" r="0" b="0"/>
              <a:pathLst>
                <a:path w="1080384" h="344777">
                  <a:moveTo>
                    <a:pt x="1080384" y="0"/>
                  </a:moveTo>
                  <a:lnTo>
                    <a:pt x="0" y="344777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l677"/>
            <p:cNvSpPr/>
            <p:nvPr/>
          </p:nvSpPr>
          <p:spPr>
            <a:xfrm>
              <a:off x="3536580" y="3232298"/>
              <a:ext cx="1087883" cy="456649"/>
            </a:xfrm>
            <a:custGeom>
              <a:avLst/>
              <a:gdLst/>
              <a:ahLst/>
              <a:cxnLst/>
              <a:rect l="0" t="0" r="0" b="0"/>
              <a:pathLst>
                <a:path w="1087883" h="456649">
                  <a:moveTo>
                    <a:pt x="1087883" y="0"/>
                  </a:moveTo>
                  <a:lnTo>
                    <a:pt x="0" y="456649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l678"/>
            <p:cNvSpPr/>
            <p:nvPr/>
          </p:nvSpPr>
          <p:spPr>
            <a:xfrm>
              <a:off x="3508640" y="3792016"/>
              <a:ext cx="1279099" cy="585263"/>
            </a:xfrm>
            <a:custGeom>
              <a:avLst/>
              <a:gdLst/>
              <a:ahLst/>
              <a:cxnLst/>
              <a:rect l="0" t="0" r="0" b="0"/>
              <a:pathLst>
                <a:path w="1279099" h="585263">
                  <a:moveTo>
                    <a:pt x="1279099" y="0"/>
                  </a:moveTo>
                  <a:lnTo>
                    <a:pt x="0" y="58526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g679"/>
            <p:cNvSpPr/>
            <p:nvPr/>
          </p:nvSpPr>
          <p:spPr>
            <a:xfrm>
              <a:off x="4542705" y="4038378"/>
              <a:ext cx="1193383" cy="324612"/>
            </a:xfrm>
            <a:custGeom>
              <a:avLst/>
              <a:gdLst/>
              <a:ahLst/>
              <a:cxnLst/>
              <a:rect l="0" t="0" r="0" b="0"/>
              <a:pathLst>
                <a:path w="1193383" h="324612">
                  <a:moveTo>
                    <a:pt x="27431" y="324612"/>
                  </a:moveTo>
                  <a:lnTo>
                    <a:pt x="1165951" y="324612"/>
                  </a:lnTo>
                  <a:lnTo>
                    <a:pt x="1164846" y="324589"/>
                  </a:lnTo>
                  <a:lnTo>
                    <a:pt x="1169258" y="324411"/>
                  </a:lnTo>
                  <a:lnTo>
                    <a:pt x="1173583" y="323528"/>
                  </a:lnTo>
                  <a:lnTo>
                    <a:pt x="1177711" y="321963"/>
                  </a:lnTo>
                  <a:lnTo>
                    <a:pt x="1181534" y="319756"/>
                  </a:lnTo>
                  <a:lnTo>
                    <a:pt x="1184954" y="316964"/>
                  </a:lnTo>
                  <a:lnTo>
                    <a:pt x="1187881" y="313659"/>
                  </a:lnTo>
                  <a:lnTo>
                    <a:pt x="1190241" y="309928"/>
                  </a:lnTo>
                  <a:lnTo>
                    <a:pt x="1191971" y="305866"/>
                  </a:lnTo>
                  <a:lnTo>
                    <a:pt x="1193028" y="301580"/>
                  </a:lnTo>
                  <a:lnTo>
                    <a:pt x="1193383" y="297179"/>
                  </a:lnTo>
                  <a:lnTo>
                    <a:pt x="1193383" y="27431"/>
                  </a:lnTo>
                  <a:lnTo>
                    <a:pt x="1193028" y="23031"/>
                  </a:lnTo>
                  <a:lnTo>
                    <a:pt x="1191971" y="18745"/>
                  </a:lnTo>
                  <a:lnTo>
                    <a:pt x="1190241" y="14683"/>
                  </a:lnTo>
                  <a:lnTo>
                    <a:pt x="1187881" y="10952"/>
                  </a:lnTo>
                  <a:lnTo>
                    <a:pt x="1184954" y="7647"/>
                  </a:lnTo>
                  <a:lnTo>
                    <a:pt x="1181534" y="4855"/>
                  </a:lnTo>
                  <a:lnTo>
                    <a:pt x="1177711" y="2648"/>
                  </a:lnTo>
                  <a:lnTo>
                    <a:pt x="1173583" y="1083"/>
                  </a:lnTo>
                  <a:lnTo>
                    <a:pt x="1169258" y="200"/>
                  </a:lnTo>
                  <a:lnTo>
                    <a:pt x="116595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tx680"/>
            <p:cNvSpPr/>
            <p:nvPr/>
          </p:nvSpPr>
          <p:spPr>
            <a:xfrm>
              <a:off x="4588425" y="4084098"/>
              <a:ext cx="1101943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W4_VA</a:t>
              </a:r>
            </a:p>
          </p:txBody>
        </p:sp>
        <p:sp>
          <p:nvSpPr>
            <p:cNvPr id="681" name="pg681"/>
            <p:cNvSpPr/>
            <p:nvPr/>
          </p:nvSpPr>
          <p:spPr>
            <a:xfrm>
              <a:off x="4624464" y="3062373"/>
              <a:ext cx="1500987" cy="324611"/>
            </a:xfrm>
            <a:custGeom>
              <a:avLst/>
              <a:gdLst/>
              <a:ahLst/>
              <a:cxnLst/>
              <a:rect l="0" t="0" r="0" b="0"/>
              <a:pathLst>
                <a:path w="1500987" h="324611">
                  <a:moveTo>
                    <a:pt x="27432" y="324611"/>
                  </a:moveTo>
                  <a:lnTo>
                    <a:pt x="1473555" y="324611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80"/>
                  </a:lnTo>
                  <a:lnTo>
                    <a:pt x="1500987" y="27432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6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tx682"/>
            <p:cNvSpPr/>
            <p:nvPr/>
          </p:nvSpPr>
          <p:spPr>
            <a:xfrm>
              <a:off x="4670184" y="3108093"/>
              <a:ext cx="140954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S1_LOLA</a:t>
              </a:r>
            </a:p>
          </p:txBody>
        </p:sp>
        <p:sp>
          <p:nvSpPr>
            <p:cNvPr id="683" name="pg683"/>
            <p:cNvSpPr/>
            <p:nvPr/>
          </p:nvSpPr>
          <p:spPr>
            <a:xfrm>
              <a:off x="4787740" y="3622563"/>
              <a:ext cx="1554937" cy="324612"/>
            </a:xfrm>
            <a:custGeom>
              <a:avLst/>
              <a:gdLst/>
              <a:ahLst/>
              <a:cxnLst/>
              <a:rect l="0" t="0" r="0" b="0"/>
              <a:pathLst>
                <a:path w="1554937" h="324612">
                  <a:moveTo>
                    <a:pt x="27431" y="324612"/>
                  </a:moveTo>
                  <a:lnTo>
                    <a:pt x="1527505" y="324612"/>
                  </a:lnTo>
                  <a:lnTo>
                    <a:pt x="1526400" y="324589"/>
                  </a:lnTo>
                  <a:lnTo>
                    <a:pt x="1530811" y="324411"/>
                  </a:lnTo>
                  <a:lnTo>
                    <a:pt x="1535137" y="323528"/>
                  </a:lnTo>
                  <a:lnTo>
                    <a:pt x="1539265" y="321963"/>
                  </a:lnTo>
                  <a:lnTo>
                    <a:pt x="1543088" y="319756"/>
                  </a:lnTo>
                  <a:lnTo>
                    <a:pt x="1546508" y="316964"/>
                  </a:lnTo>
                  <a:lnTo>
                    <a:pt x="1549435" y="313659"/>
                  </a:lnTo>
                  <a:lnTo>
                    <a:pt x="1551795" y="309928"/>
                  </a:lnTo>
                  <a:lnTo>
                    <a:pt x="1553525" y="305866"/>
                  </a:lnTo>
                  <a:lnTo>
                    <a:pt x="1554581" y="301580"/>
                  </a:lnTo>
                  <a:lnTo>
                    <a:pt x="1554937" y="297180"/>
                  </a:lnTo>
                  <a:lnTo>
                    <a:pt x="1554937" y="27432"/>
                  </a:lnTo>
                  <a:lnTo>
                    <a:pt x="1554581" y="23031"/>
                  </a:lnTo>
                  <a:lnTo>
                    <a:pt x="1553525" y="18745"/>
                  </a:lnTo>
                  <a:lnTo>
                    <a:pt x="1551795" y="14683"/>
                  </a:lnTo>
                  <a:lnTo>
                    <a:pt x="1549435" y="10952"/>
                  </a:lnTo>
                  <a:lnTo>
                    <a:pt x="1546508" y="7647"/>
                  </a:lnTo>
                  <a:lnTo>
                    <a:pt x="1543088" y="4855"/>
                  </a:lnTo>
                  <a:lnTo>
                    <a:pt x="1539265" y="2648"/>
                  </a:lnTo>
                  <a:lnTo>
                    <a:pt x="1535137" y="1083"/>
                  </a:lnTo>
                  <a:lnTo>
                    <a:pt x="1530811" y="200"/>
                  </a:lnTo>
                  <a:lnTo>
                    <a:pt x="1527505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tx684"/>
            <p:cNvSpPr/>
            <p:nvPr/>
          </p:nvSpPr>
          <p:spPr>
            <a:xfrm>
              <a:off x="4833460" y="3668283"/>
              <a:ext cx="146349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S2_DEBY</a:t>
              </a:r>
            </a:p>
          </p:txBody>
        </p:sp>
        <p:sp>
          <p:nvSpPr>
            <p:cNvPr id="685" name="rc685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tx686"/>
            <p:cNvSpPr/>
            <p:nvPr/>
          </p:nvSpPr>
          <p:spPr>
            <a:xfrm>
              <a:off x="1989553" y="55140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36</a:t>
              </a:r>
            </a:p>
          </p:txBody>
        </p:sp>
        <p:sp>
          <p:nvSpPr>
            <p:cNvPr id="687" name="tx687"/>
            <p:cNvSpPr/>
            <p:nvPr/>
          </p:nvSpPr>
          <p:spPr>
            <a:xfrm>
              <a:off x="2113912" y="54956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8" name="tx688"/>
            <p:cNvSpPr/>
            <p:nvPr/>
          </p:nvSpPr>
          <p:spPr>
            <a:xfrm>
              <a:off x="2158626" y="551407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9" name="tx689"/>
            <p:cNvSpPr/>
            <p:nvPr/>
          </p:nvSpPr>
          <p:spPr>
            <a:xfrm>
              <a:off x="1989553" y="4574475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37</a:t>
              </a:r>
            </a:p>
          </p:txBody>
        </p:sp>
        <p:sp>
          <p:nvSpPr>
            <p:cNvPr id="690" name="tx690"/>
            <p:cNvSpPr/>
            <p:nvPr/>
          </p:nvSpPr>
          <p:spPr>
            <a:xfrm>
              <a:off x="2113912" y="455609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1" name="tx691"/>
            <p:cNvSpPr/>
            <p:nvPr/>
          </p:nvSpPr>
          <p:spPr>
            <a:xfrm>
              <a:off x="2158626" y="4574475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2" name="tx692"/>
            <p:cNvSpPr/>
            <p:nvPr/>
          </p:nvSpPr>
          <p:spPr>
            <a:xfrm>
              <a:off x="1989553" y="363482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38</a:t>
              </a:r>
            </a:p>
          </p:txBody>
        </p:sp>
        <p:sp>
          <p:nvSpPr>
            <p:cNvPr id="693" name="tx693"/>
            <p:cNvSpPr/>
            <p:nvPr/>
          </p:nvSpPr>
          <p:spPr>
            <a:xfrm>
              <a:off x="2113912" y="3616447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4" name="tx694"/>
            <p:cNvSpPr/>
            <p:nvPr/>
          </p:nvSpPr>
          <p:spPr>
            <a:xfrm>
              <a:off x="2158626" y="363482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5" name="tx695"/>
            <p:cNvSpPr/>
            <p:nvPr/>
          </p:nvSpPr>
          <p:spPr>
            <a:xfrm>
              <a:off x="1989553" y="269527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39</a:t>
              </a:r>
            </a:p>
          </p:txBody>
        </p:sp>
        <p:sp>
          <p:nvSpPr>
            <p:cNvPr id="696" name="tx696"/>
            <p:cNvSpPr/>
            <p:nvPr/>
          </p:nvSpPr>
          <p:spPr>
            <a:xfrm>
              <a:off x="2113912" y="267689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7" name="tx697"/>
            <p:cNvSpPr/>
            <p:nvPr/>
          </p:nvSpPr>
          <p:spPr>
            <a:xfrm>
              <a:off x="2158626" y="269527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8" name="tx698"/>
            <p:cNvSpPr/>
            <p:nvPr/>
          </p:nvSpPr>
          <p:spPr>
            <a:xfrm>
              <a:off x="1989553" y="175566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99" name="tx699"/>
            <p:cNvSpPr/>
            <p:nvPr/>
          </p:nvSpPr>
          <p:spPr>
            <a:xfrm>
              <a:off x="2113912" y="173728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00" name="tx700"/>
            <p:cNvSpPr/>
            <p:nvPr/>
          </p:nvSpPr>
          <p:spPr>
            <a:xfrm>
              <a:off x="2158626" y="175566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701" name="pl701"/>
            <p:cNvSpPr/>
            <p:nvPr/>
          </p:nvSpPr>
          <p:spPr>
            <a:xfrm>
              <a:off x="2267112" y="555518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l702"/>
            <p:cNvSpPr/>
            <p:nvPr/>
          </p:nvSpPr>
          <p:spPr>
            <a:xfrm>
              <a:off x="2267112" y="461557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l703"/>
            <p:cNvSpPr/>
            <p:nvPr/>
          </p:nvSpPr>
          <p:spPr>
            <a:xfrm>
              <a:off x="2267112" y="36759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l704"/>
            <p:cNvSpPr/>
            <p:nvPr/>
          </p:nvSpPr>
          <p:spPr>
            <a:xfrm>
              <a:off x="2267112" y="273637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l705"/>
            <p:cNvSpPr/>
            <p:nvPr/>
          </p:nvSpPr>
          <p:spPr>
            <a:xfrm>
              <a:off x="2267112" y="17967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l706"/>
            <p:cNvSpPr/>
            <p:nvPr/>
          </p:nvSpPr>
          <p:spPr>
            <a:xfrm>
              <a:off x="2384234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l707"/>
            <p:cNvSpPr/>
            <p:nvPr/>
          </p:nvSpPr>
          <p:spPr>
            <a:xfrm>
              <a:off x="312486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l708"/>
            <p:cNvSpPr/>
            <p:nvPr/>
          </p:nvSpPr>
          <p:spPr>
            <a:xfrm>
              <a:off x="386548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l709"/>
            <p:cNvSpPr/>
            <p:nvPr/>
          </p:nvSpPr>
          <p:spPr>
            <a:xfrm>
              <a:off x="460611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l710"/>
            <p:cNvSpPr/>
            <p:nvPr/>
          </p:nvSpPr>
          <p:spPr>
            <a:xfrm>
              <a:off x="534673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l711"/>
            <p:cNvSpPr/>
            <p:nvPr/>
          </p:nvSpPr>
          <p:spPr>
            <a:xfrm>
              <a:off x="60873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tx712"/>
            <p:cNvSpPr/>
            <p:nvPr/>
          </p:nvSpPr>
          <p:spPr>
            <a:xfrm>
              <a:off x="224698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78</a:t>
              </a:r>
            </a:p>
          </p:txBody>
        </p:sp>
        <p:sp>
          <p:nvSpPr>
            <p:cNvPr id="713" name="tx713"/>
            <p:cNvSpPr/>
            <p:nvPr/>
          </p:nvSpPr>
          <p:spPr>
            <a:xfrm>
              <a:off x="2371341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4" name="tx714"/>
            <p:cNvSpPr/>
            <p:nvPr/>
          </p:nvSpPr>
          <p:spPr>
            <a:xfrm>
              <a:off x="2416055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5" name="tx715"/>
            <p:cNvSpPr/>
            <p:nvPr/>
          </p:nvSpPr>
          <p:spPr>
            <a:xfrm>
              <a:off x="2987608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77</a:t>
              </a:r>
            </a:p>
          </p:txBody>
        </p:sp>
        <p:sp>
          <p:nvSpPr>
            <p:cNvPr id="716" name="tx716"/>
            <p:cNvSpPr/>
            <p:nvPr/>
          </p:nvSpPr>
          <p:spPr>
            <a:xfrm>
              <a:off x="311196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7" name="tx717"/>
            <p:cNvSpPr/>
            <p:nvPr/>
          </p:nvSpPr>
          <p:spPr>
            <a:xfrm>
              <a:off x="315668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8" name="tx718"/>
            <p:cNvSpPr/>
            <p:nvPr/>
          </p:nvSpPr>
          <p:spPr>
            <a:xfrm>
              <a:off x="372823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76</a:t>
              </a:r>
            </a:p>
          </p:txBody>
        </p:sp>
        <p:sp>
          <p:nvSpPr>
            <p:cNvPr id="719" name="tx719"/>
            <p:cNvSpPr/>
            <p:nvPr/>
          </p:nvSpPr>
          <p:spPr>
            <a:xfrm>
              <a:off x="385259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0" name="tx720"/>
            <p:cNvSpPr/>
            <p:nvPr/>
          </p:nvSpPr>
          <p:spPr>
            <a:xfrm>
              <a:off x="3897306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1" name="tx721"/>
            <p:cNvSpPr/>
            <p:nvPr/>
          </p:nvSpPr>
          <p:spPr>
            <a:xfrm>
              <a:off x="446885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75</a:t>
              </a:r>
            </a:p>
          </p:txBody>
        </p:sp>
        <p:sp>
          <p:nvSpPr>
            <p:cNvPr id="722" name="tx722"/>
            <p:cNvSpPr/>
            <p:nvPr/>
          </p:nvSpPr>
          <p:spPr>
            <a:xfrm>
              <a:off x="459321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3" name="tx723"/>
            <p:cNvSpPr/>
            <p:nvPr/>
          </p:nvSpPr>
          <p:spPr>
            <a:xfrm>
              <a:off x="463793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4" name="tx724"/>
            <p:cNvSpPr/>
            <p:nvPr/>
          </p:nvSpPr>
          <p:spPr>
            <a:xfrm>
              <a:off x="5209484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74</a:t>
              </a:r>
            </a:p>
          </p:txBody>
        </p:sp>
        <p:sp>
          <p:nvSpPr>
            <p:cNvPr id="725" name="tx725"/>
            <p:cNvSpPr/>
            <p:nvPr/>
          </p:nvSpPr>
          <p:spPr>
            <a:xfrm>
              <a:off x="533384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6" name="tx726"/>
            <p:cNvSpPr/>
            <p:nvPr/>
          </p:nvSpPr>
          <p:spPr>
            <a:xfrm>
              <a:off x="53785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7" name="tx727"/>
            <p:cNvSpPr/>
            <p:nvPr/>
          </p:nvSpPr>
          <p:spPr>
            <a:xfrm>
              <a:off x="595010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73</a:t>
              </a:r>
            </a:p>
          </p:txBody>
        </p:sp>
        <p:sp>
          <p:nvSpPr>
            <p:cNvPr id="728" name="tx728"/>
            <p:cNvSpPr/>
            <p:nvPr/>
          </p:nvSpPr>
          <p:spPr>
            <a:xfrm>
              <a:off x="60744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9" name="tx729"/>
            <p:cNvSpPr/>
            <p:nvPr/>
          </p:nvSpPr>
          <p:spPr>
            <a:xfrm>
              <a:off x="61191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30" name="tx730"/>
            <p:cNvSpPr/>
            <p:nvPr/>
          </p:nvSpPr>
          <p:spPr>
            <a:xfrm>
              <a:off x="3801860" y="5925448"/>
              <a:ext cx="1149858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Longitude_manual</a:t>
              </a:r>
            </a:p>
          </p:txBody>
        </p:sp>
        <p:sp>
          <p:nvSpPr>
            <p:cNvPr id="731" name="tx731"/>
            <p:cNvSpPr/>
            <p:nvPr/>
          </p:nvSpPr>
          <p:spPr>
            <a:xfrm rot="-5400000">
              <a:off x="1357153" y="3645259"/>
              <a:ext cx="1033180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Latitude_manual</a:t>
              </a:r>
            </a:p>
          </p:txBody>
        </p:sp>
        <p:sp>
          <p:nvSpPr>
            <p:cNvPr id="732" name="rc732"/>
            <p:cNvSpPr/>
            <p:nvPr/>
          </p:nvSpPr>
          <p:spPr>
            <a:xfrm>
              <a:off x="6590850" y="2976782"/>
              <a:ext cx="729514" cy="14371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3" name="tx733"/>
            <p:cNvSpPr/>
            <p:nvPr/>
          </p:nvSpPr>
          <p:spPr>
            <a:xfrm>
              <a:off x="6660439" y="3061824"/>
              <a:ext cx="5903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</a:t>
              </a:r>
              <a:r>
                <a:rPr lang="en-US" sz="110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</a:t>
              </a:r>
              <a:r>
                <a:rPr sz="110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r1.pred</a:t>
              </a:r>
            </a:p>
          </p:txBody>
        </p:sp>
        <p:pic>
          <p:nvPicPr>
            <p:cNvPr id="734" name="pic7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0439" y="3247085"/>
              <a:ext cx="219455" cy="1097280"/>
            </a:xfrm>
            <a:prstGeom prst="rect">
              <a:avLst/>
            </a:prstGeom>
          </p:spPr>
        </p:pic>
        <p:sp>
          <p:nvSpPr>
            <p:cNvPr id="735" name="pl735"/>
            <p:cNvSpPr/>
            <p:nvPr/>
          </p:nvSpPr>
          <p:spPr>
            <a:xfrm>
              <a:off x="6836004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l736"/>
            <p:cNvSpPr/>
            <p:nvPr/>
          </p:nvSpPr>
          <p:spPr>
            <a:xfrm>
              <a:off x="6836004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l737"/>
            <p:cNvSpPr/>
            <p:nvPr/>
          </p:nvSpPr>
          <p:spPr>
            <a:xfrm>
              <a:off x="6836004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l738"/>
            <p:cNvSpPr/>
            <p:nvPr/>
          </p:nvSpPr>
          <p:spPr>
            <a:xfrm>
              <a:off x="6836004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l739"/>
            <p:cNvSpPr/>
            <p:nvPr/>
          </p:nvSpPr>
          <p:spPr>
            <a:xfrm>
              <a:off x="6836004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l740"/>
            <p:cNvSpPr/>
            <p:nvPr/>
          </p:nvSpPr>
          <p:spPr>
            <a:xfrm>
              <a:off x="6660439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l741"/>
            <p:cNvSpPr/>
            <p:nvPr/>
          </p:nvSpPr>
          <p:spPr>
            <a:xfrm>
              <a:off x="6660439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l742"/>
            <p:cNvSpPr/>
            <p:nvPr/>
          </p:nvSpPr>
          <p:spPr>
            <a:xfrm>
              <a:off x="6660439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l743"/>
            <p:cNvSpPr/>
            <p:nvPr/>
          </p:nvSpPr>
          <p:spPr>
            <a:xfrm>
              <a:off x="6660439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l744"/>
            <p:cNvSpPr/>
            <p:nvPr/>
          </p:nvSpPr>
          <p:spPr>
            <a:xfrm>
              <a:off x="6660439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tx745"/>
            <p:cNvSpPr/>
            <p:nvPr/>
          </p:nvSpPr>
          <p:spPr>
            <a:xfrm>
              <a:off x="6949485" y="4302486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746" name="tx746"/>
            <p:cNvSpPr/>
            <p:nvPr/>
          </p:nvSpPr>
          <p:spPr>
            <a:xfrm>
              <a:off x="6949485" y="4029080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0.02</a:t>
              </a:r>
            </a:p>
          </p:txBody>
        </p:sp>
        <p:sp>
          <p:nvSpPr>
            <p:cNvPr id="747" name="tx747"/>
            <p:cNvSpPr/>
            <p:nvPr/>
          </p:nvSpPr>
          <p:spPr>
            <a:xfrm>
              <a:off x="6949485" y="3755674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0.04</a:t>
              </a:r>
            </a:p>
          </p:txBody>
        </p:sp>
        <p:sp>
          <p:nvSpPr>
            <p:cNvPr id="748" name="tx748"/>
            <p:cNvSpPr/>
            <p:nvPr/>
          </p:nvSpPr>
          <p:spPr>
            <a:xfrm>
              <a:off x="6949485" y="3482269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0.06</a:t>
              </a:r>
            </a:p>
          </p:txBody>
        </p:sp>
        <p:sp>
          <p:nvSpPr>
            <p:cNvPr id="749" name="tx749"/>
            <p:cNvSpPr/>
            <p:nvPr/>
          </p:nvSpPr>
          <p:spPr>
            <a:xfrm>
              <a:off x="6949485" y="3208863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0.08</a:t>
              </a: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360556-4EF5-5392-8A8D-BA31403A0F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28" name="Group 9527">
            <a:extLst>
              <a:ext uri="{FF2B5EF4-FFF2-40B4-BE49-F238E27FC236}">
                <a16:creationId xmlns:a16="http://schemas.microsoft.com/office/drawing/2014/main" id="{839C095E-E4AD-6FDB-5D45-E3F53791B5B9}"/>
              </a:ext>
            </a:extLst>
          </p:cNvPr>
          <p:cNvGrpSpPr/>
          <p:nvPr/>
        </p:nvGrpSpPr>
        <p:grpSpPr>
          <a:xfrm>
            <a:off x="1654055" y="1166018"/>
            <a:ext cx="5835888" cy="4525962"/>
            <a:chOff x="1211663" y="0"/>
            <a:chExt cx="5835888" cy="4525962"/>
          </a:xfrm>
        </p:grpSpPr>
        <p:grpSp>
          <p:nvGrpSpPr>
            <p:cNvPr id="2" name="Content Placeholder 2">
              <a:extLst>
                <a:ext uri="{FF2B5EF4-FFF2-40B4-BE49-F238E27FC236}">
                  <a16:creationId xmlns:a16="http://schemas.microsoft.com/office/drawing/2014/main" id="{4AB65B95-D018-0E82-34E6-D5943F7A5914}"/>
                </a:ext>
              </a:extLst>
            </p:cNvPr>
            <p:cNvGrpSpPr/>
            <p:nvPr/>
          </p:nvGrpSpPr>
          <p:grpSpPr>
            <a:xfrm>
              <a:off x="1211663" y="0"/>
              <a:ext cx="5835888" cy="4525962"/>
              <a:chOff x="1654055" y="1600200"/>
              <a:chExt cx="5835888" cy="4525962"/>
            </a:xfrm>
          </p:grpSpPr>
          <p:sp>
            <p:nvSpPr>
              <p:cNvPr id="4" name="rc4">
                <a:extLst>
                  <a:ext uri="{FF2B5EF4-FFF2-40B4-BE49-F238E27FC236}">
                    <a16:creationId xmlns:a16="http://schemas.microsoft.com/office/drawing/2014/main" id="{6433C41F-99BD-87CD-C1E7-194768E1BA1C}"/>
                  </a:ext>
                </a:extLst>
              </p:cNvPr>
              <p:cNvSpPr/>
              <p:nvPr/>
            </p:nvSpPr>
            <p:spPr>
              <a:xfrm>
                <a:off x="1654055" y="1600200"/>
                <a:ext cx="5835888" cy="452596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>
                <a:extLst>
                  <a:ext uri="{FF2B5EF4-FFF2-40B4-BE49-F238E27FC236}">
                    <a16:creationId xmlns:a16="http://schemas.microsoft.com/office/drawing/2014/main" id="{022A6B6B-63CC-BCC4-B99C-936FD95170A8}"/>
                  </a:ext>
                </a:extLst>
              </p:cNvPr>
              <p:cNvSpPr/>
              <p:nvPr/>
            </p:nvSpPr>
            <p:spPr>
              <a:xfrm>
                <a:off x="2201917" y="2354586"/>
                <a:ext cx="4342247" cy="3366361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>
                <a:extLst>
                  <a:ext uri="{FF2B5EF4-FFF2-40B4-BE49-F238E27FC236}">
                    <a16:creationId xmlns:a16="http://schemas.microsoft.com/office/drawing/2014/main" id="{5BD2FDBD-5F15-35B7-B35F-F4F576CECE35}"/>
                  </a:ext>
                </a:extLst>
              </p:cNvPr>
              <p:cNvSpPr/>
              <p:nvPr/>
            </p:nvSpPr>
            <p:spPr>
              <a:xfrm>
                <a:off x="2610961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>
                <a:extLst>
                  <a:ext uri="{FF2B5EF4-FFF2-40B4-BE49-F238E27FC236}">
                    <a16:creationId xmlns:a16="http://schemas.microsoft.com/office/drawing/2014/main" id="{A3347D89-91F0-3236-2BC6-B08BB12E7BB6}"/>
                  </a:ext>
                </a:extLst>
              </p:cNvPr>
              <p:cNvSpPr/>
              <p:nvPr/>
            </p:nvSpPr>
            <p:spPr>
              <a:xfrm>
                <a:off x="314013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>
                <a:extLst>
                  <a:ext uri="{FF2B5EF4-FFF2-40B4-BE49-F238E27FC236}">
                    <a16:creationId xmlns:a16="http://schemas.microsoft.com/office/drawing/2014/main" id="{46B5618E-F7C4-8A05-2E6C-8FB29B255501}"/>
                  </a:ext>
                </a:extLst>
              </p:cNvPr>
              <p:cNvSpPr/>
              <p:nvPr/>
            </p:nvSpPr>
            <p:spPr>
              <a:xfrm>
                <a:off x="366931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>
                <a:extLst>
                  <a:ext uri="{FF2B5EF4-FFF2-40B4-BE49-F238E27FC236}">
                    <a16:creationId xmlns:a16="http://schemas.microsoft.com/office/drawing/2014/main" id="{442EF960-65BF-328A-CA9E-97F4695F4A6D}"/>
                  </a:ext>
                </a:extLst>
              </p:cNvPr>
              <p:cNvSpPr/>
              <p:nvPr/>
            </p:nvSpPr>
            <p:spPr>
              <a:xfrm>
                <a:off x="419848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>
                <a:extLst>
                  <a:ext uri="{FF2B5EF4-FFF2-40B4-BE49-F238E27FC236}">
                    <a16:creationId xmlns:a16="http://schemas.microsoft.com/office/drawing/2014/main" id="{96752028-9523-386E-AE0D-03E831DC7AD4}"/>
                  </a:ext>
                </a:extLst>
              </p:cNvPr>
              <p:cNvSpPr/>
              <p:nvPr/>
            </p:nvSpPr>
            <p:spPr>
              <a:xfrm>
                <a:off x="472766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>
                <a:extLst>
                  <a:ext uri="{FF2B5EF4-FFF2-40B4-BE49-F238E27FC236}">
                    <a16:creationId xmlns:a16="http://schemas.microsoft.com/office/drawing/2014/main" id="{E3469221-8171-6FBF-FE25-78D916BEE843}"/>
                  </a:ext>
                </a:extLst>
              </p:cNvPr>
              <p:cNvSpPr/>
              <p:nvPr/>
            </p:nvSpPr>
            <p:spPr>
              <a:xfrm>
                <a:off x="525683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>
                <a:extLst>
                  <a:ext uri="{FF2B5EF4-FFF2-40B4-BE49-F238E27FC236}">
                    <a16:creationId xmlns:a16="http://schemas.microsoft.com/office/drawing/2014/main" id="{BEEA75F0-09CA-AA38-46D1-4DC2F1721019}"/>
                  </a:ext>
                </a:extLst>
              </p:cNvPr>
              <p:cNvSpPr/>
              <p:nvPr/>
            </p:nvSpPr>
            <p:spPr>
              <a:xfrm>
                <a:off x="578601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>
                <a:extLst>
                  <a:ext uri="{FF2B5EF4-FFF2-40B4-BE49-F238E27FC236}">
                    <a16:creationId xmlns:a16="http://schemas.microsoft.com/office/drawing/2014/main" id="{32033559-FFCF-46F2-8003-2B29BBD97BC3}"/>
                  </a:ext>
                </a:extLst>
              </p:cNvPr>
              <p:cNvSpPr/>
              <p:nvPr/>
            </p:nvSpPr>
            <p:spPr>
              <a:xfrm>
                <a:off x="631518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>
                <a:extLst>
                  <a:ext uri="{FF2B5EF4-FFF2-40B4-BE49-F238E27FC236}">
                    <a16:creationId xmlns:a16="http://schemas.microsoft.com/office/drawing/2014/main" id="{3823D786-F36A-09C0-70BC-D42FCEFB0427}"/>
                  </a:ext>
                </a:extLst>
              </p:cNvPr>
              <p:cNvSpPr/>
              <p:nvPr/>
            </p:nvSpPr>
            <p:spPr>
              <a:xfrm>
                <a:off x="2201917" y="5407850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>
                <a:extLst>
                  <a:ext uri="{FF2B5EF4-FFF2-40B4-BE49-F238E27FC236}">
                    <a16:creationId xmlns:a16="http://schemas.microsoft.com/office/drawing/2014/main" id="{0FBE1AD2-0FD4-3B35-DF65-22543974BE91}"/>
                  </a:ext>
                </a:extLst>
              </p:cNvPr>
              <p:cNvSpPr/>
              <p:nvPr/>
            </p:nvSpPr>
            <p:spPr>
              <a:xfrm>
                <a:off x="2201917" y="4757570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>
                <a:extLst>
                  <a:ext uri="{FF2B5EF4-FFF2-40B4-BE49-F238E27FC236}">
                    <a16:creationId xmlns:a16="http://schemas.microsoft.com/office/drawing/2014/main" id="{96E22B11-8E7D-5667-A189-66BECA3EEFEF}"/>
                  </a:ext>
                </a:extLst>
              </p:cNvPr>
              <p:cNvSpPr/>
              <p:nvPr/>
            </p:nvSpPr>
            <p:spPr>
              <a:xfrm>
                <a:off x="2201917" y="410729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>
                <a:extLst>
                  <a:ext uri="{FF2B5EF4-FFF2-40B4-BE49-F238E27FC236}">
                    <a16:creationId xmlns:a16="http://schemas.microsoft.com/office/drawing/2014/main" id="{1ADA9393-37C1-215C-253A-5A1A1B42944B}"/>
                  </a:ext>
                </a:extLst>
              </p:cNvPr>
              <p:cNvSpPr/>
              <p:nvPr/>
            </p:nvSpPr>
            <p:spPr>
              <a:xfrm>
                <a:off x="2201917" y="345701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>
                <a:extLst>
                  <a:ext uri="{FF2B5EF4-FFF2-40B4-BE49-F238E27FC236}">
                    <a16:creationId xmlns:a16="http://schemas.microsoft.com/office/drawing/2014/main" id="{629154B0-4B75-4E59-D336-26F9669F6F97}"/>
                  </a:ext>
                </a:extLst>
              </p:cNvPr>
              <p:cNvSpPr/>
              <p:nvPr/>
            </p:nvSpPr>
            <p:spPr>
              <a:xfrm>
                <a:off x="2201917" y="280673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g19">
                <a:extLst>
                  <a:ext uri="{FF2B5EF4-FFF2-40B4-BE49-F238E27FC236}">
                    <a16:creationId xmlns:a16="http://schemas.microsoft.com/office/drawing/2014/main" id="{364B4695-14D4-2973-AB6D-72E2522AB347}"/>
                  </a:ext>
                </a:extLst>
              </p:cNvPr>
              <p:cNvSpPr/>
              <p:nvPr/>
            </p:nvSpPr>
            <p:spPr>
              <a:xfrm>
                <a:off x="5671824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g20">
                <a:extLst>
                  <a:ext uri="{FF2B5EF4-FFF2-40B4-BE49-F238E27FC236}">
                    <a16:creationId xmlns:a16="http://schemas.microsoft.com/office/drawing/2014/main" id="{4831DFF5-3F8D-45A5-4313-5D555944470B}"/>
                  </a:ext>
                </a:extLst>
              </p:cNvPr>
              <p:cNvSpPr/>
              <p:nvPr/>
            </p:nvSpPr>
            <p:spPr>
              <a:xfrm>
                <a:off x="5683461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g21">
                <a:extLst>
                  <a:ext uri="{FF2B5EF4-FFF2-40B4-BE49-F238E27FC236}">
                    <a16:creationId xmlns:a16="http://schemas.microsoft.com/office/drawing/2014/main" id="{A154DF6E-3D30-C3DF-EAD8-78DF35171279}"/>
                  </a:ext>
                </a:extLst>
              </p:cNvPr>
              <p:cNvSpPr/>
              <p:nvPr/>
            </p:nvSpPr>
            <p:spPr>
              <a:xfrm>
                <a:off x="5695098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g22">
                <a:extLst>
                  <a:ext uri="{FF2B5EF4-FFF2-40B4-BE49-F238E27FC236}">
                    <a16:creationId xmlns:a16="http://schemas.microsoft.com/office/drawing/2014/main" id="{55CFC4D1-6E1D-F955-622C-D71B74922CF1}"/>
                  </a:ext>
                </a:extLst>
              </p:cNvPr>
              <p:cNvSpPr/>
              <p:nvPr/>
            </p:nvSpPr>
            <p:spPr>
              <a:xfrm>
                <a:off x="5718373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g23">
                <a:extLst>
                  <a:ext uri="{FF2B5EF4-FFF2-40B4-BE49-F238E27FC236}">
                    <a16:creationId xmlns:a16="http://schemas.microsoft.com/office/drawing/2014/main" id="{E8FCF1A9-D0CB-0B67-C8D1-7D24403934A2}"/>
                  </a:ext>
                </a:extLst>
              </p:cNvPr>
              <p:cNvSpPr/>
              <p:nvPr/>
            </p:nvSpPr>
            <p:spPr>
              <a:xfrm>
                <a:off x="5730010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g24">
                <a:extLst>
                  <a:ext uri="{FF2B5EF4-FFF2-40B4-BE49-F238E27FC236}">
                    <a16:creationId xmlns:a16="http://schemas.microsoft.com/office/drawing/2014/main" id="{5D69990F-DB54-6833-0352-6653ADB5EDA6}"/>
                  </a:ext>
                </a:extLst>
              </p:cNvPr>
              <p:cNvSpPr/>
              <p:nvPr/>
            </p:nvSpPr>
            <p:spPr>
              <a:xfrm>
                <a:off x="5741648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g25">
                <a:extLst>
                  <a:ext uri="{FF2B5EF4-FFF2-40B4-BE49-F238E27FC236}">
                    <a16:creationId xmlns:a16="http://schemas.microsoft.com/office/drawing/2014/main" id="{75E20D74-5840-43D1-32DC-8D4A631C26EF}"/>
                  </a:ext>
                </a:extLst>
              </p:cNvPr>
              <p:cNvSpPr/>
              <p:nvPr/>
            </p:nvSpPr>
            <p:spPr>
              <a:xfrm>
                <a:off x="6276965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g26">
                <a:extLst>
                  <a:ext uri="{FF2B5EF4-FFF2-40B4-BE49-F238E27FC236}">
                    <a16:creationId xmlns:a16="http://schemas.microsoft.com/office/drawing/2014/main" id="{3485533A-7E64-D338-EF5D-19B5CA357CF8}"/>
                  </a:ext>
                </a:extLst>
              </p:cNvPr>
              <p:cNvSpPr/>
              <p:nvPr/>
            </p:nvSpPr>
            <p:spPr>
              <a:xfrm>
                <a:off x="6288602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g27">
                <a:extLst>
                  <a:ext uri="{FF2B5EF4-FFF2-40B4-BE49-F238E27FC236}">
                    <a16:creationId xmlns:a16="http://schemas.microsoft.com/office/drawing/2014/main" id="{B2B351D7-6324-C87C-F5CE-B38E7B250B0B}"/>
                  </a:ext>
                </a:extLst>
              </p:cNvPr>
              <p:cNvSpPr/>
              <p:nvPr/>
            </p:nvSpPr>
            <p:spPr>
              <a:xfrm>
                <a:off x="6300240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g28">
                <a:extLst>
                  <a:ext uri="{FF2B5EF4-FFF2-40B4-BE49-F238E27FC236}">
                    <a16:creationId xmlns:a16="http://schemas.microsoft.com/office/drawing/2014/main" id="{5F9E2C35-A5DE-CC02-92FE-DB5350A7831D}"/>
                  </a:ext>
                </a:extLst>
              </p:cNvPr>
              <p:cNvSpPr/>
              <p:nvPr/>
            </p:nvSpPr>
            <p:spPr>
              <a:xfrm>
                <a:off x="5648549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g29">
                <a:extLst>
                  <a:ext uri="{FF2B5EF4-FFF2-40B4-BE49-F238E27FC236}">
                    <a16:creationId xmlns:a16="http://schemas.microsoft.com/office/drawing/2014/main" id="{30456B3C-5AA2-8624-A25E-5C8B59C7B902}"/>
                  </a:ext>
                </a:extLst>
              </p:cNvPr>
              <p:cNvSpPr/>
              <p:nvPr/>
            </p:nvSpPr>
            <p:spPr>
              <a:xfrm>
                <a:off x="5660186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g30">
                <a:extLst>
                  <a:ext uri="{FF2B5EF4-FFF2-40B4-BE49-F238E27FC236}">
                    <a16:creationId xmlns:a16="http://schemas.microsoft.com/office/drawing/2014/main" id="{432B30F1-4133-060D-5A40-7CD913C606B9}"/>
                  </a:ext>
                </a:extLst>
              </p:cNvPr>
              <p:cNvSpPr/>
              <p:nvPr/>
            </p:nvSpPr>
            <p:spPr>
              <a:xfrm>
                <a:off x="5671824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g31">
                <a:extLst>
                  <a:ext uri="{FF2B5EF4-FFF2-40B4-BE49-F238E27FC236}">
                    <a16:creationId xmlns:a16="http://schemas.microsoft.com/office/drawing/2014/main" id="{4FF13486-6B31-8210-B31E-30475FE54832}"/>
                  </a:ext>
                </a:extLst>
              </p:cNvPr>
              <p:cNvSpPr/>
              <p:nvPr/>
            </p:nvSpPr>
            <p:spPr>
              <a:xfrm>
                <a:off x="5683461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g32">
                <a:extLst>
                  <a:ext uri="{FF2B5EF4-FFF2-40B4-BE49-F238E27FC236}">
                    <a16:creationId xmlns:a16="http://schemas.microsoft.com/office/drawing/2014/main" id="{B08DAD20-F12F-EE8B-E8BD-3FD9DCC17BEA}"/>
                  </a:ext>
                </a:extLst>
              </p:cNvPr>
              <p:cNvSpPr/>
              <p:nvPr/>
            </p:nvSpPr>
            <p:spPr>
              <a:xfrm>
                <a:off x="569509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g33">
                <a:extLst>
                  <a:ext uri="{FF2B5EF4-FFF2-40B4-BE49-F238E27FC236}">
                    <a16:creationId xmlns:a16="http://schemas.microsoft.com/office/drawing/2014/main" id="{A522DE50-59CA-08DB-4FB4-BDF4DC3A0B8A}"/>
                  </a:ext>
                </a:extLst>
              </p:cNvPr>
              <p:cNvSpPr/>
              <p:nvPr/>
            </p:nvSpPr>
            <p:spPr>
              <a:xfrm>
                <a:off x="5706736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g34">
                <a:extLst>
                  <a:ext uri="{FF2B5EF4-FFF2-40B4-BE49-F238E27FC236}">
                    <a16:creationId xmlns:a16="http://schemas.microsoft.com/office/drawing/2014/main" id="{44C154A3-2BE8-C238-4A1F-D21CEDF84177}"/>
                  </a:ext>
                </a:extLst>
              </p:cNvPr>
              <p:cNvSpPr/>
              <p:nvPr/>
            </p:nvSpPr>
            <p:spPr>
              <a:xfrm>
                <a:off x="5718373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g35">
                <a:extLst>
                  <a:ext uri="{FF2B5EF4-FFF2-40B4-BE49-F238E27FC236}">
                    <a16:creationId xmlns:a16="http://schemas.microsoft.com/office/drawing/2014/main" id="{9D80B7B9-04E7-FEF5-2142-F2518A1D520E}"/>
                  </a:ext>
                </a:extLst>
              </p:cNvPr>
              <p:cNvSpPr/>
              <p:nvPr/>
            </p:nvSpPr>
            <p:spPr>
              <a:xfrm>
                <a:off x="5730010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g36">
                <a:extLst>
                  <a:ext uri="{FF2B5EF4-FFF2-40B4-BE49-F238E27FC236}">
                    <a16:creationId xmlns:a16="http://schemas.microsoft.com/office/drawing/2014/main" id="{CD59B840-C4CA-0F0C-2C73-6FC5BBB7D977}"/>
                  </a:ext>
                </a:extLst>
              </p:cNvPr>
              <p:cNvSpPr/>
              <p:nvPr/>
            </p:nvSpPr>
            <p:spPr>
              <a:xfrm>
                <a:off x="574164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g37">
                <a:extLst>
                  <a:ext uri="{FF2B5EF4-FFF2-40B4-BE49-F238E27FC236}">
                    <a16:creationId xmlns:a16="http://schemas.microsoft.com/office/drawing/2014/main" id="{F68F4DC0-BDC7-B648-153E-87FEDB244BEF}"/>
                  </a:ext>
                </a:extLst>
              </p:cNvPr>
              <p:cNvSpPr/>
              <p:nvPr/>
            </p:nvSpPr>
            <p:spPr>
              <a:xfrm>
                <a:off x="626532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g38">
                <a:extLst>
                  <a:ext uri="{FF2B5EF4-FFF2-40B4-BE49-F238E27FC236}">
                    <a16:creationId xmlns:a16="http://schemas.microsoft.com/office/drawing/2014/main" id="{6DC566ED-74ED-0388-8F1E-1AD6E0B9E13B}"/>
                  </a:ext>
                </a:extLst>
              </p:cNvPr>
              <p:cNvSpPr/>
              <p:nvPr/>
            </p:nvSpPr>
            <p:spPr>
              <a:xfrm>
                <a:off x="6276965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g39">
                <a:extLst>
                  <a:ext uri="{FF2B5EF4-FFF2-40B4-BE49-F238E27FC236}">
                    <a16:creationId xmlns:a16="http://schemas.microsoft.com/office/drawing/2014/main" id="{E6F741CF-8BA6-DE8A-CC44-732A01283C4F}"/>
                  </a:ext>
                </a:extLst>
              </p:cNvPr>
              <p:cNvSpPr/>
              <p:nvPr/>
            </p:nvSpPr>
            <p:spPr>
              <a:xfrm>
                <a:off x="6288602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g40">
                <a:extLst>
                  <a:ext uri="{FF2B5EF4-FFF2-40B4-BE49-F238E27FC236}">
                    <a16:creationId xmlns:a16="http://schemas.microsoft.com/office/drawing/2014/main" id="{446A3D52-D39E-754D-6E74-6AC89FD42864}"/>
                  </a:ext>
                </a:extLst>
              </p:cNvPr>
              <p:cNvSpPr/>
              <p:nvPr/>
            </p:nvSpPr>
            <p:spPr>
              <a:xfrm>
                <a:off x="6300240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g41">
                <a:extLst>
                  <a:ext uri="{FF2B5EF4-FFF2-40B4-BE49-F238E27FC236}">
                    <a16:creationId xmlns:a16="http://schemas.microsoft.com/office/drawing/2014/main" id="{94C55537-0324-5A3E-9E5F-407641F93FFE}"/>
                  </a:ext>
                </a:extLst>
              </p:cNvPr>
              <p:cNvSpPr/>
              <p:nvPr/>
            </p:nvSpPr>
            <p:spPr>
              <a:xfrm>
                <a:off x="6311877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g42">
                <a:extLst>
                  <a:ext uri="{FF2B5EF4-FFF2-40B4-BE49-F238E27FC236}">
                    <a16:creationId xmlns:a16="http://schemas.microsoft.com/office/drawing/2014/main" id="{80AE648B-98EA-EC7C-AF09-1CD12139B39A}"/>
                  </a:ext>
                </a:extLst>
              </p:cNvPr>
              <p:cNvSpPr/>
              <p:nvPr/>
            </p:nvSpPr>
            <p:spPr>
              <a:xfrm>
                <a:off x="5636912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g43">
                <a:extLst>
                  <a:ext uri="{FF2B5EF4-FFF2-40B4-BE49-F238E27FC236}">
                    <a16:creationId xmlns:a16="http://schemas.microsoft.com/office/drawing/2014/main" id="{289C6685-4AEA-CB69-2695-790E343F75C8}"/>
                  </a:ext>
                </a:extLst>
              </p:cNvPr>
              <p:cNvSpPr/>
              <p:nvPr/>
            </p:nvSpPr>
            <p:spPr>
              <a:xfrm>
                <a:off x="5648549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g44">
                <a:extLst>
                  <a:ext uri="{FF2B5EF4-FFF2-40B4-BE49-F238E27FC236}">
                    <a16:creationId xmlns:a16="http://schemas.microsoft.com/office/drawing/2014/main" id="{5F6A3C4E-8BB1-E91E-3CAD-024A754CF01A}"/>
                  </a:ext>
                </a:extLst>
              </p:cNvPr>
              <p:cNvSpPr/>
              <p:nvPr/>
            </p:nvSpPr>
            <p:spPr>
              <a:xfrm>
                <a:off x="5660186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g45">
                <a:extLst>
                  <a:ext uri="{FF2B5EF4-FFF2-40B4-BE49-F238E27FC236}">
                    <a16:creationId xmlns:a16="http://schemas.microsoft.com/office/drawing/2014/main" id="{DCEA364D-61DD-90B9-3C7A-DE7C79CC2DD3}"/>
                  </a:ext>
                </a:extLst>
              </p:cNvPr>
              <p:cNvSpPr/>
              <p:nvPr/>
            </p:nvSpPr>
            <p:spPr>
              <a:xfrm>
                <a:off x="5671824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g46">
                <a:extLst>
                  <a:ext uri="{FF2B5EF4-FFF2-40B4-BE49-F238E27FC236}">
                    <a16:creationId xmlns:a16="http://schemas.microsoft.com/office/drawing/2014/main" id="{8C22F12D-5BB1-B178-754C-28CE22E7A5C8}"/>
                  </a:ext>
                </a:extLst>
              </p:cNvPr>
              <p:cNvSpPr/>
              <p:nvPr/>
            </p:nvSpPr>
            <p:spPr>
              <a:xfrm>
                <a:off x="5683461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g47">
                <a:extLst>
                  <a:ext uri="{FF2B5EF4-FFF2-40B4-BE49-F238E27FC236}">
                    <a16:creationId xmlns:a16="http://schemas.microsoft.com/office/drawing/2014/main" id="{A5F80997-B4D8-E01D-8A75-1F13C73AE45A}"/>
                  </a:ext>
                </a:extLst>
              </p:cNvPr>
              <p:cNvSpPr/>
              <p:nvPr/>
            </p:nvSpPr>
            <p:spPr>
              <a:xfrm>
                <a:off x="569509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g48">
                <a:extLst>
                  <a:ext uri="{FF2B5EF4-FFF2-40B4-BE49-F238E27FC236}">
                    <a16:creationId xmlns:a16="http://schemas.microsoft.com/office/drawing/2014/main" id="{20C8EC91-B493-F310-47C1-20F2A2E9B849}"/>
                  </a:ext>
                </a:extLst>
              </p:cNvPr>
              <p:cNvSpPr/>
              <p:nvPr/>
            </p:nvSpPr>
            <p:spPr>
              <a:xfrm>
                <a:off x="5706736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g49">
                <a:extLst>
                  <a:ext uri="{FF2B5EF4-FFF2-40B4-BE49-F238E27FC236}">
                    <a16:creationId xmlns:a16="http://schemas.microsoft.com/office/drawing/2014/main" id="{7116E809-1BD3-105C-9794-040459B01337}"/>
                  </a:ext>
                </a:extLst>
              </p:cNvPr>
              <p:cNvSpPr/>
              <p:nvPr/>
            </p:nvSpPr>
            <p:spPr>
              <a:xfrm>
                <a:off x="5718373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g50">
                <a:extLst>
                  <a:ext uri="{FF2B5EF4-FFF2-40B4-BE49-F238E27FC236}">
                    <a16:creationId xmlns:a16="http://schemas.microsoft.com/office/drawing/2014/main" id="{136C544E-92DC-81EB-BF68-D5282356DF6F}"/>
                  </a:ext>
                </a:extLst>
              </p:cNvPr>
              <p:cNvSpPr/>
              <p:nvPr/>
            </p:nvSpPr>
            <p:spPr>
              <a:xfrm>
                <a:off x="5730010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g51">
                <a:extLst>
                  <a:ext uri="{FF2B5EF4-FFF2-40B4-BE49-F238E27FC236}">
                    <a16:creationId xmlns:a16="http://schemas.microsoft.com/office/drawing/2014/main" id="{B4CBF1C6-5ACD-9BD2-1AE4-7F95133A6B90}"/>
                  </a:ext>
                </a:extLst>
              </p:cNvPr>
              <p:cNvSpPr/>
              <p:nvPr/>
            </p:nvSpPr>
            <p:spPr>
              <a:xfrm>
                <a:off x="574164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g52">
                <a:extLst>
                  <a:ext uri="{FF2B5EF4-FFF2-40B4-BE49-F238E27FC236}">
                    <a16:creationId xmlns:a16="http://schemas.microsoft.com/office/drawing/2014/main" id="{E8536BD8-9521-90B5-6973-E2221C03B6C1}"/>
                  </a:ext>
                </a:extLst>
              </p:cNvPr>
              <p:cNvSpPr/>
              <p:nvPr/>
            </p:nvSpPr>
            <p:spPr>
              <a:xfrm>
                <a:off x="5753285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g53">
                <a:extLst>
                  <a:ext uri="{FF2B5EF4-FFF2-40B4-BE49-F238E27FC236}">
                    <a16:creationId xmlns:a16="http://schemas.microsoft.com/office/drawing/2014/main" id="{264EBF0E-DBE6-A455-77A8-1D141BF28A25}"/>
                  </a:ext>
                </a:extLst>
              </p:cNvPr>
              <p:cNvSpPr/>
              <p:nvPr/>
            </p:nvSpPr>
            <p:spPr>
              <a:xfrm>
                <a:off x="626532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g54">
                <a:extLst>
                  <a:ext uri="{FF2B5EF4-FFF2-40B4-BE49-F238E27FC236}">
                    <a16:creationId xmlns:a16="http://schemas.microsoft.com/office/drawing/2014/main" id="{008EC9B7-DA93-4077-D7F9-8E5377563740}"/>
                  </a:ext>
                </a:extLst>
              </p:cNvPr>
              <p:cNvSpPr/>
              <p:nvPr/>
            </p:nvSpPr>
            <p:spPr>
              <a:xfrm>
                <a:off x="6276965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g55">
                <a:extLst>
                  <a:ext uri="{FF2B5EF4-FFF2-40B4-BE49-F238E27FC236}">
                    <a16:creationId xmlns:a16="http://schemas.microsoft.com/office/drawing/2014/main" id="{0C452746-F5F8-7D04-DC04-ACD9135045AD}"/>
                  </a:ext>
                </a:extLst>
              </p:cNvPr>
              <p:cNvSpPr/>
              <p:nvPr/>
            </p:nvSpPr>
            <p:spPr>
              <a:xfrm>
                <a:off x="6288602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g56">
                <a:extLst>
                  <a:ext uri="{FF2B5EF4-FFF2-40B4-BE49-F238E27FC236}">
                    <a16:creationId xmlns:a16="http://schemas.microsoft.com/office/drawing/2014/main" id="{D46CB99C-2FC8-E29C-4356-F38F5F18B74F}"/>
                  </a:ext>
                </a:extLst>
              </p:cNvPr>
              <p:cNvSpPr/>
              <p:nvPr/>
            </p:nvSpPr>
            <p:spPr>
              <a:xfrm>
                <a:off x="6300240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g57">
                <a:extLst>
                  <a:ext uri="{FF2B5EF4-FFF2-40B4-BE49-F238E27FC236}">
                    <a16:creationId xmlns:a16="http://schemas.microsoft.com/office/drawing/2014/main" id="{32F0162D-5EF1-2ADC-173A-224861A69429}"/>
                  </a:ext>
                </a:extLst>
              </p:cNvPr>
              <p:cNvSpPr/>
              <p:nvPr/>
            </p:nvSpPr>
            <p:spPr>
              <a:xfrm>
                <a:off x="6311877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g58">
                <a:extLst>
                  <a:ext uri="{FF2B5EF4-FFF2-40B4-BE49-F238E27FC236}">
                    <a16:creationId xmlns:a16="http://schemas.microsoft.com/office/drawing/2014/main" id="{708A11B7-CDFA-AC18-BF2B-313A2467FC1E}"/>
                  </a:ext>
                </a:extLst>
              </p:cNvPr>
              <p:cNvSpPr/>
              <p:nvPr/>
            </p:nvSpPr>
            <p:spPr>
              <a:xfrm>
                <a:off x="557872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g59">
                <a:extLst>
                  <a:ext uri="{FF2B5EF4-FFF2-40B4-BE49-F238E27FC236}">
                    <a16:creationId xmlns:a16="http://schemas.microsoft.com/office/drawing/2014/main" id="{27A843A9-FD89-7816-1871-D4A20ECAD97B}"/>
                  </a:ext>
                </a:extLst>
              </p:cNvPr>
              <p:cNvSpPr/>
              <p:nvPr/>
            </p:nvSpPr>
            <p:spPr>
              <a:xfrm>
                <a:off x="5590363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g60">
                <a:extLst>
                  <a:ext uri="{FF2B5EF4-FFF2-40B4-BE49-F238E27FC236}">
                    <a16:creationId xmlns:a16="http://schemas.microsoft.com/office/drawing/2014/main" id="{9CCD096A-4D2A-C833-BE79-F7F3F10FA3EB}"/>
                  </a:ext>
                </a:extLst>
              </p:cNvPr>
              <p:cNvSpPr/>
              <p:nvPr/>
            </p:nvSpPr>
            <p:spPr>
              <a:xfrm>
                <a:off x="560200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g61">
                <a:extLst>
                  <a:ext uri="{FF2B5EF4-FFF2-40B4-BE49-F238E27FC236}">
                    <a16:creationId xmlns:a16="http://schemas.microsoft.com/office/drawing/2014/main" id="{1470D37E-569F-F36B-5E70-F36D74C96679}"/>
                  </a:ext>
                </a:extLst>
              </p:cNvPr>
              <p:cNvSpPr/>
              <p:nvPr/>
            </p:nvSpPr>
            <p:spPr>
              <a:xfrm>
                <a:off x="5613637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g62">
                <a:extLst>
                  <a:ext uri="{FF2B5EF4-FFF2-40B4-BE49-F238E27FC236}">
                    <a16:creationId xmlns:a16="http://schemas.microsoft.com/office/drawing/2014/main" id="{28BE5307-F8F0-E1A0-74F4-CF525C6A4990}"/>
                  </a:ext>
                </a:extLst>
              </p:cNvPr>
              <p:cNvSpPr/>
              <p:nvPr/>
            </p:nvSpPr>
            <p:spPr>
              <a:xfrm>
                <a:off x="562527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g63">
                <a:extLst>
                  <a:ext uri="{FF2B5EF4-FFF2-40B4-BE49-F238E27FC236}">
                    <a16:creationId xmlns:a16="http://schemas.microsoft.com/office/drawing/2014/main" id="{A4EC56EF-5CD4-CE60-ED8A-D658272BAAF9}"/>
                  </a:ext>
                </a:extLst>
              </p:cNvPr>
              <p:cNvSpPr/>
              <p:nvPr/>
            </p:nvSpPr>
            <p:spPr>
              <a:xfrm>
                <a:off x="5636912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g64">
                <a:extLst>
                  <a:ext uri="{FF2B5EF4-FFF2-40B4-BE49-F238E27FC236}">
                    <a16:creationId xmlns:a16="http://schemas.microsoft.com/office/drawing/2014/main" id="{8A73AAF1-1751-E58C-F21A-8CC4BE866685}"/>
                  </a:ext>
                </a:extLst>
              </p:cNvPr>
              <p:cNvSpPr/>
              <p:nvPr/>
            </p:nvSpPr>
            <p:spPr>
              <a:xfrm>
                <a:off x="5648549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g65">
                <a:extLst>
                  <a:ext uri="{FF2B5EF4-FFF2-40B4-BE49-F238E27FC236}">
                    <a16:creationId xmlns:a16="http://schemas.microsoft.com/office/drawing/2014/main" id="{871CE555-40B8-6E38-3C9A-E0B4E0835B85}"/>
                  </a:ext>
                </a:extLst>
              </p:cNvPr>
              <p:cNvSpPr/>
              <p:nvPr/>
            </p:nvSpPr>
            <p:spPr>
              <a:xfrm>
                <a:off x="5660186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g66">
                <a:extLst>
                  <a:ext uri="{FF2B5EF4-FFF2-40B4-BE49-F238E27FC236}">
                    <a16:creationId xmlns:a16="http://schemas.microsoft.com/office/drawing/2014/main" id="{29F7F40C-CA38-66BC-8636-D9C7885933F2}"/>
                  </a:ext>
                </a:extLst>
              </p:cNvPr>
              <p:cNvSpPr/>
              <p:nvPr/>
            </p:nvSpPr>
            <p:spPr>
              <a:xfrm>
                <a:off x="5671824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g67">
                <a:extLst>
                  <a:ext uri="{FF2B5EF4-FFF2-40B4-BE49-F238E27FC236}">
                    <a16:creationId xmlns:a16="http://schemas.microsoft.com/office/drawing/2014/main" id="{D34BD7AD-A615-DD89-F893-3ACAB8B1298A}"/>
                  </a:ext>
                </a:extLst>
              </p:cNvPr>
              <p:cNvSpPr/>
              <p:nvPr/>
            </p:nvSpPr>
            <p:spPr>
              <a:xfrm>
                <a:off x="5683461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g68">
                <a:extLst>
                  <a:ext uri="{FF2B5EF4-FFF2-40B4-BE49-F238E27FC236}">
                    <a16:creationId xmlns:a16="http://schemas.microsoft.com/office/drawing/2014/main" id="{FD3CDFDB-6FF6-08EC-A66D-B629B82EF0FF}"/>
                  </a:ext>
                </a:extLst>
              </p:cNvPr>
              <p:cNvSpPr/>
              <p:nvPr/>
            </p:nvSpPr>
            <p:spPr>
              <a:xfrm>
                <a:off x="5695098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g69">
                <a:extLst>
                  <a:ext uri="{FF2B5EF4-FFF2-40B4-BE49-F238E27FC236}">
                    <a16:creationId xmlns:a16="http://schemas.microsoft.com/office/drawing/2014/main" id="{2EFB7F69-DF42-BC0C-2281-80754DC83AC4}"/>
                  </a:ext>
                </a:extLst>
              </p:cNvPr>
              <p:cNvSpPr/>
              <p:nvPr/>
            </p:nvSpPr>
            <p:spPr>
              <a:xfrm>
                <a:off x="5706736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g70">
                <a:extLst>
                  <a:ext uri="{FF2B5EF4-FFF2-40B4-BE49-F238E27FC236}">
                    <a16:creationId xmlns:a16="http://schemas.microsoft.com/office/drawing/2014/main" id="{80D78E76-2871-9C0E-DD05-663E99469C74}"/>
                  </a:ext>
                </a:extLst>
              </p:cNvPr>
              <p:cNvSpPr/>
              <p:nvPr/>
            </p:nvSpPr>
            <p:spPr>
              <a:xfrm>
                <a:off x="5718373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g71">
                <a:extLst>
                  <a:ext uri="{FF2B5EF4-FFF2-40B4-BE49-F238E27FC236}">
                    <a16:creationId xmlns:a16="http://schemas.microsoft.com/office/drawing/2014/main" id="{4ECBC0B6-5E94-6A97-1ABC-F4A15745A883}"/>
                  </a:ext>
                </a:extLst>
              </p:cNvPr>
              <p:cNvSpPr/>
              <p:nvPr/>
            </p:nvSpPr>
            <p:spPr>
              <a:xfrm>
                <a:off x="573001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g72">
                <a:extLst>
                  <a:ext uri="{FF2B5EF4-FFF2-40B4-BE49-F238E27FC236}">
                    <a16:creationId xmlns:a16="http://schemas.microsoft.com/office/drawing/2014/main" id="{88CAE7FA-9F8E-EFC6-061F-3F2D8C559FE4}"/>
                  </a:ext>
                </a:extLst>
              </p:cNvPr>
              <p:cNvSpPr/>
              <p:nvPr/>
            </p:nvSpPr>
            <p:spPr>
              <a:xfrm>
                <a:off x="5741648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g73">
                <a:extLst>
                  <a:ext uri="{FF2B5EF4-FFF2-40B4-BE49-F238E27FC236}">
                    <a16:creationId xmlns:a16="http://schemas.microsoft.com/office/drawing/2014/main" id="{F0D3C0F7-94D8-6353-75B9-421C93B387C9}"/>
                  </a:ext>
                </a:extLst>
              </p:cNvPr>
              <p:cNvSpPr/>
              <p:nvPr/>
            </p:nvSpPr>
            <p:spPr>
              <a:xfrm>
                <a:off x="627696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g74">
                <a:extLst>
                  <a:ext uri="{FF2B5EF4-FFF2-40B4-BE49-F238E27FC236}">
                    <a16:creationId xmlns:a16="http://schemas.microsoft.com/office/drawing/2014/main" id="{F347570C-0AAC-EC8C-03F5-A6B7333EFB3D}"/>
                  </a:ext>
                </a:extLst>
              </p:cNvPr>
              <p:cNvSpPr/>
              <p:nvPr/>
            </p:nvSpPr>
            <p:spPr>
              <a:xfrm>
                <a:off x="6288602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g75">
                <a:extLst>
                  <a:ext uri="{FF2B5EF4-FFF2-40B4-BE49-F238E27FC236}">
                    <a16:creationId xmlns:a16="http://schemas.microsoft.com/office/drawing/2014/main" id="{7BC770BC-F4CB-9B92-2514-EF43E9B746E8}"/>
                  </a:ext>
                </a:extLst>
              </p:cNvPr>
              <p:cNvSpPr/>
              <p:nvPr/>
            </p:nvSpPr>
            <p:spPr>
              <a:xfrm>
                <a:off x="630024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g76">
                <a:extLst>
                  <a:ext uri="{FF2B5EF4-FFF2-40B4-BE49-F238E27FC236}">
                    <a16:creationId xmlns:a16="http://schemas.microsoft.com/office/drawing/2014/main" id="{614E560D-7F22-75AB-492B-AB9D1677AC99}"/>
                  </a:ext>
                </a:extLst>
              </p:cNvPr>
              <p:cNvSpPr/>
              <p:nvPr/>
            </p:nvSpPr>
            <p:spPr>
              <a:xfrm>
                <a:off x="554381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g77">
                <a:extLst>
                  <a:ext uri="{FF2B5EF4-FFF2-40B4-BE49-F238E27FC236}">
                    <a16:creationId xmlns:a16="http://schemas.microsoft.com/office/drawing/2014/main" id="{7EE2E7E4-D5BF-A586-8A5F-51BF14655087}"/>
                  </a:ext>
                </a:extLst>
              </p:cNvPr>
              <p:cNvSpPr/>
              <p:nvPr/>
            </p:nvSpPr>
            <p:spPr>
              <a:xfrm>
                <a:off x="5555451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g78">
                <a:extLst>
                  <a:ext uri="{FF2B5EF4-FFF2-40B4-BE49-F238E27FC236}">
                    <a16:creationId xmlns:a16="http://schemas.microsoft.com/office/drawing/2014/main" id="{5CABC5F7-3E4C-4E2D-714C-2870E2533C37}"/>
                  </a:ext>
                </a:extLst>
              </p:cNvPr>
              <p:cNvSpPr/>
              <p:nvPr/>
            </p:nvSpPr>
            <p:spPr>
              <a:xfrm>
                <a:off x="5567088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g79">
                <a:extLst>
                  <a:ext uri="{FF2B5EF4-FFF2-40B4-BE49-F238E27FC236}">
                    <a16:creationId xmlns:a16="http://schemas.microsoft.com/office/drawing/2014/main" id="{AE262AD5-E715-9D1F-0899-0C2AB359AF59}"/>
                  </a:ext>
                </a:extLst>
              </p:cNvPr>
              <p:cNvSpPr/>
              <p:nvPr/>
            </p:nvSpPr>
            <p:spPr>
              <a:xfrm>
                <a:off x="5578725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g80">
                <a:extLst>
                  <a:ext uri="{FF2B5EF4-FFF2-40B4-BE49-F238E27FC236}">
                    <a16:creationId xmlns:a16="http://schemas.microsoft.com/office/drawing/2014/main" id="{82B10623-4CF9-597F-E3DA-392DB934666D}"/>
                  </a:ext>
                </a:extLst>
              </p:cNvPr>
              <p:cNvSpPr/>
              <p:nvPr/>
            </p:nvSpPr>
            <p:spPr>
              <a:xfrm>
                <a:off x="559036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g81">
                <a:extLst>
                  <a:ext uri="{FF2B5EF4-FFF2-40B4-BE49-F238E27FC236}">
                    <a16:creationId xmlns:a16="http://schemas.microsoft.com/office/drawing/2014/main" id="{4B19F9BE-5146-0941-20DE-EC9BC4C5200A}"/>
                  </a:ext>
                </a:extLst>
              </p:cNvPr>
              <p:cNvSpPr/>
              <p:nvPr/>
            </p:nvSpPr>
            <p:spPr>
              <a:xfrm>
                <a:off x="5602000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g82">
                <a:extLst>
                  <a:ext uri="{FF2B5EF4-FFF2-40B4-BE49-F238E27FC236}">
                    <a16:creationId xmlns:a16="http://schemas.microsoft.com/office/drawing/2014/main" id="{DEB9C0EE-B1C9-4783-1DA3-01B3BA2D484B}"/>
                  </a:ext>
                </a:extLst>
              </p:cNvPr>
              <p:cNvSpPr/>
              <p:nvPr/>
            </p:nvSpPr>
            <p:spPr>
              <a:xfrm>
                <a:off x="5613637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g83">
                <a:extLst>
                  <a:ext uri="{FF2B5EF4-FFF2-40B4-BE49-F238E27FC236}">
                    <a16:creationId xmlns:a16="http://schemas.microsoft.com/office/drawing/2014/main" id="{960BCFEB-1788-EC0F-AB57-FEA2789B4901}"/>
                  </a:ext>
                </a:extLst>
              </p:cNvPr>
              <p:cNvSpPr/>
              <p:nvPr/>
            </p:nvSpPr>
            <p:spPr>
              <a:xfrm>
                <a:off x="5625275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g84">
                <a:extLst>
                  <a:ext uri="{FF2B5EF4-FFF2-40B4-BE49-F238E27FC236}">
                    <a16:creationId xmlns:a16="http://schemas.microsoft.com/office/drawing/2014/main" id="{856734CB-D85D-076A-6699-316E9F3C2CA4}"/>
                  </a:ext>
                </a:extLst>
              </p:cNvPr>
              <p:cNvSpPr/>
              <p:nvPr/>
            </p:nvSpPr>
            <p:spPr>
              <a:xfrm>
                <a:off x="5636912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g85">
                <a:extLst>
                  <a:ext uri="{FF2B5EF4-FFF2-40B4-BE49-F238E27FC236}">
                    <a16:creationId xmlns:a16="http://schemas.microsoft.com/office/drawing/2014/main" id="{0DE50D4F-EEE8-A944-DBC0-8A4BC4E6995A}"/>
                  </a:ext>
                </a:extLst>
              </p:cNvPr>
              <p:cNvSpPr/>
              <p:nvPr/>
            </p:nvSpPr>
            <p:spPr>
              <a:xfrm>
                <a:off x="5648549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g86">
                <a:extLst>
                  <a:ext uri="{FF2B5EF4-FFF2-40B4-BE49-F238E27FC236}">
                    <a16:creationId xmlns:a16="http://schemas.microsoft.com/office/drawing/2014/main" id="{714512A6-18D7-589B-956E-C62226EC1C1C}"/>
                  </a:ext>
                </a:extLst>
              </p:cNvPr>
              <p:cNvSpPr/>
              <p:nvPr/>
            </p:nvSpPr>
            <p:spPr>
              <a:xfrm>
                <a:off x="5660186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g87">
                <a:extLst>
                  <a:ext uri="{FF2B5EF4-FFF2-40B4-BE49-F238E27FC236}">
                    <a16:creationId xmlns:a16="http://schemas.microsoft.com/office/drawing/2014/main" id="{8D8FB462-90E9-DA1C-5439-C13978E43B68}"/>
                  </a:ext>
                </a:extLst>
              </p:cNvPr>
              <p:cNvSpPr/>
              <p:nvPr/>
            </p:nvSpPr>
            <p:spPr>
              <a:xfrm>
                <a:off x="5671824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g88">
                <a:extLst>
                  <a:ext uri="{FF2B5EF4-FFF2-40B4-BE49-F238E27FC236}">
                    <a16:creationId xmlns:a16="http://schemas.microsoft.com/office/drawing/2014/main" id="{02400E82-3EA1-17B9-BA97-B252D64BF703}"/>
                  </a:ext>
                </a:extLst>
              </p:cNvPr>
              <p:cNvSpPr/>
              <p:nvPr/>
            </p:nvSpPr>
            <p:spPr>
              <a:xfrm>
                <a:off x="5683461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g89">
                <a:extLst>
                  <a:ext uri="{FF2B5EF4-FFF2-40B4-BE49-F238E27FC236}">
                    <a16:creationId xmlns:a16="http://schemas.microsoft.com/office/drawing/2014/main" id="{E622DEC6-274C-CE3B-4641-3BABCEB26A0A}"/>
                  </a:ext>
                </a:extLst>
              </p:cNvPr>
              <p:cNvSpPr/>
              <p:nvPr/>
            </p:nvSpPr>
            <p:spPr>
              <a:xfrm>
                <a:off x="5695098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g90">
                <a:extLst>
                  <a:ext uri="{FF2B5EF4-FFF2-40B4-BE49-F238E27FC236}">
                    <a16:creationId xmlns:a16="http://schemas.microsoft.com/office/drawing/2014/main" id="{6F42EA4A-2A30-4959-D281-DF1F7EE17BCA}"/>
                  </a:ext>
                </a:extLst>
              </p:cNvPr>
              <p:cNvSpPr/>
              <p:nvPr/>
            </p:nvSpPr>
            <p:spPr>
              <a:xfrm>
                <a:off x="5706736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g91">
                <a:extLst>
                  <a:ext uri="{FF2B5EF4-FFF2-40B4-BE49-F238E27FC236}">
                    <a16:creationId xmlns:a16="http://schemas.microsoft.com/office/drawing/2014/main" id="{7D619117-B3EB-8944-0938-6A597AAC9B55}"/>
                  </a:ext>
                </a:extLst>
              </p:cNvPr>
              <p:cNvSpPr/>
              <p:nvPr/>
            </p:nvSpPr>
            <p:spPr>
              <a:xfrm>
                <a:off x="571837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g92">
                <a:extLst>
                  <a:ext uri="{FF2B5EF4-FFF2-40B4-BE49-F238E27FC236}">
                    <a16:creationId xmlns:a16="http://schemas.microsoft.com/office/drawing/2014/main" id="{491448B4-A452-A9AD-87AC-7615239912B8}"/>
                  </a:ext>
                </a:extLst>
              </p:cNvPr>
              <p:cNvSpPr/>
              <p:nvPr/>
            </p:nvSpPr>
            <p:spPr>
              <a:xfrm>
                <a:off x="5730010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g93">
                <a:extLst>
                  <a:ext uri="{FF2B5EF4-FFF2-40B4-BE49-F238E27FC236}">
                    <a16:creationId xmlns:a16="http://schemas.microsoft.com/office/drawing/2014/main" id="{D0DFC1B9-5468-C971-C68E-7241B76AD7D2}"/>
                  </a:ext>
                </a:extLst>
              </p:cNvPr>
              <p:cNvSpPr/>
              <p:nvPr/>
            </p:nvSpPr>
            <p:spPr>
              <a:xfrm>
                <a:off x="6288602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g94">
                <a:extLst>
                  <a:ext uri="{FF2B5EF4-FFF2-40B4-BE49-F238E27FC236}">
                    <a16:creationId xmlns:a16="http://schemas.microsoft.com/office/drawing/2014/main" id="{9AD54EE4-49DC-B687-CF1C-8245E40808E5}"/>
                  </a:ext>
                </a:extLst>
              </p:cNvPr>
              <p:cNvSpPr/>
              <p:nvPr/>
            </p:nvSpPr>
            <p:spPr>
              <a:xfrm>
                <a:off x="5532176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g95">
                <a:extLst>
                  <a:ext uri="{FF2B5EF4-FFF2-40B4-BE49-F238E27FC236}">
                    <a16:creationId xmlns:a16="http://schemas.microsoft.com/office/drawing/2014/main" id="{9CC0C5A1-149F-9A08-71B3-DA679BE9E44F}"/>
                  </a:ext>
                </a:extLst>
              </p:cNvPr>
              <p:cNvSpPr/>
              <p:nvPr/>
            </p:nvSpPr>
            <p:spPr>
              <a:xfrm>
                <a:off x="5543813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g96">
                <a:extLst>
                  <a:ext uri="{FF2B5EF4-FFF2-40B4-BE49-F238E27FC236}">
                    <a16:creationId xmlns:a16="http://schemas.microsoft.com/office/drawing/2014/main" id="{B8918408-7533-22BB-8867-0EE15DCEADD2}"/>
                  </a:ext>
                </a:extLst>
              </p:cNvPr>
              <p:cNvSpPr/>
              <p:nvPr/>
            </p:nvSpPr>
            <p:spPr>
              <a:xfrm>
                <a:off x="5555451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8AC">
                  <a:alpha val="100000"/>
                </a:srgbClr>
              </a:solidFill>
              <a:ln w="5420" cap="flat">
                <a:solidFill>
                  <a:srgbClr val="5D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g97">
                <a:extLst>
                  <a:ext uri="{FF2B5EF4-FFF2-40B4-BE49-F238E27FC236}">
                    <a16:creationId xmlns:a16="http://schemas.microsoft.com/office/drawing/2014/main" id="{BA67B69B-AADD-70B5-8FDD-F33774163725}"/>
                  </a:ext>
                </a:extLst>
              </p:cNvPr>
              <p:cNvSpPr/>
              <p:nvPr/>
            </p:nvSpPr>
            <p:spPr>
              <a:xfrm>
                <a:off x="5567088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g98">
                <a:extLst>
                  <a:ext uri="{FF2B5EF4-FFF2-40B4-BE49-F238E27FC236}">
                    <a16:creationId xmlns:a16="http://schemas.microsoft.com/office/drawing/2014/main" id="{4850EA3F-0AD7-AF43-BB7F-A5089DA62530}"/>
                  </a:ext>
                </a:extLst>
              </p:cNvPr>
              <p:cNvSpPr/>
              <p:nvPr/>
            </p:nvSpPr>
            <p:spPr>
              <a:xfrm>
                <a:off x="5578725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g99">
                <a:extLst>
                  <a:ext uri="{FF2B5EF4-FFF2-40B4-BE49-F238E27FC236}">
                    <a16:creationId xmlns:a16="http://schemas.microsoft.com/office/drawing/2014/main" id="{395C51A8-BDB6-53B1-D6FC-F707C674556A}"/>
                  </a:ext>
                </a:extLst>
              </p:cNvPr>
              <p:cNvSpPr/>
              <p:nvPr/>
            </p:nvSpPr>
            <p:spPr>
              <a:xfrm>
                <a:off x="5590363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g100">
                <a:extLst>
                  <a:ext uri="{FF2B5EF4-FFF2-40B4-BE49-F238E27FC236}">
                    <a16:creationId xmlns:a16="http://schemas.microsoft.com/office/drawing/2014/main" id="{10EE04F4-0D56-213A-43F5-7CC6B93CAFA2}"/>
                  </a:ext>
                </a:extLst>
              </p:cNvPr>
              <p:cNvSpPr/>
              <p:nvPr/>
            </p:nvSpPr>
            <p:spPr>
              <a:xfrm>
                <a:off x="5602000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g101">
                <a:extLst>
                  <a:ext uri="{FF2B5EF4-FFF2-40B4-BE49-F238E27FC236}">
                    <a16:creationId xmlns:a16="http://schemas.microsoft.com/office/drawing/2014/main" id="{A6501137-FAAD-6AA9-B777-FD2CA37250C8}"/>
                  </a:ext>
                </a:extLst>
              </p:cNvPr>
              <p:cNvSpPr/>
              <p:nvPr/>
            </p:nvSpPr>
            <p:spPr>
              <a:xfrm>
                <a:off x="5613637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g102">
                <a:extLst>
                  <a:ext uri="{FF2B5EF4-FFF2-40B4-BE49-F238E27FC236}">
                    <a16:creationId xmlns:a16="http://schemas.microsoft.com/office/drawing/2014/main" id="{ED791776-0A5F-0864-7CD9-4E90DACD8330}"/>
                  </a:ext>
                </a:extLst>
              </p:cNvPr>
              <p:cNvSpPr/>
              <p:nvPr/>
            </p:nvSpPr>
            <p:spPr>
              <a:xfrm>
                <a:off x="5625275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g103">
                <a:extLst>
                  <a:ext uri="{FF2B5EF4-FFF2-40B4-BE49-F238E27FC236}">
                    <a16:creationId xmlns:a16="http://schemas.microsoft.com/office/drawing/2014/main" id="{90DD564C-9423-1C1F-784E-32EBDBCF3AE3}"/>
                  </a:ext>
                </a:extLst>
              </p:cNvPr>
              <p:cNvSpPr/>
              <p:nvPr/>
            </p:nvSpPr>
            <p:spPr>
              <a:xfrm>
                <a:off x="5636912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g104">
                <a:extLst>
                  <a:ext uri="{FF2B5EF4-FFF2-40B4-BE49-F238E27FC236}">
                    <a16:creationId xmlns:a16="http://schemas.microsoft.com/office/drawing/2014/main" id="{6EAFE86F-B63B-887A-E052-398C3C55FA25}"/>
                  </a:ext>
                </a:extLst>
              </p:cNvPr>
              <p:cNvSpPr/>
              <p:nvPr/>
            </p:nvSpPr>
            <p:spPr>
              <a:xfrm>
                <a:off x="5648549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g105">
                <a:extLst>
                  <a:ext uri="{FF2B5EF4-FFF2-40B4-BE49-F238E27FC236}">
                    <a16:creationId xmlns:a16="http://schemas.microsoft.com/office/drawing/2014/main" id="{CA06C6B5-0BB6-F498-B1CB-8B466E7209E8}"/>
                  </a:ext>
                </a:extLst>
              </p:cNvPr>
              <p:cNvSpPr/>
              <p:nvPr/>
            </p:nvSpPr>
            <p:spPr>
              <a:xfrm>
                <a:off x="5660186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g106">
                <a:extLst>
                  <a:ext uri="{FF2B5EF4-FFF2-40B4-BE49-F238E27FC236}">
                    <a16:creationId xmlns:a16="http://schemas.microsoft.com/office/drawing/2014/main" id="{9DC7F986-31FB-BD16-69A7-7DFBB4F97C36}"/>
                  </a:ext>
                </a:extLst>
              </p:cNvPr>
              <p:cNvSpPr/>
              <p:nvPr/>
            </p:nvSpPr>
            <p:spPr>
              <a:xfrm>
                <a:off x="5671824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g107">
                <a:extLst>
                  <a:ext uri="{FF2B5EF4-FFF2-40B4-BE49-F238E27FC236}">
                    <a16:creationId xmlns:a16="http://schemas.microsoft.com/office/drawing/2014/main" id="{027F06D6-9069-D3FE-08A0-E35B7F569321}"/>
                  </a:ext>
                </a:extLst>
              </p:cNvPr>
              <p:cNvSpPr/>
              <p:nvPr/>
            </p:nvSpPr>
            <p:spPr>
              <a:xfrm>
                <a:off x="5683461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g108">
                <a:extLst>
                  <a:ext uri="{FF2B5EF4-FFF2-40B4-BE49-F238E27FC236}">
                    <a16:creationId xmlns:a16="http://schemas.microsoft.com/office/drawing/2014/main" id="{07167839-87EA-12FA-5771-0AB4FD5A9675}"/>
                  </a:ext>
                </a:extLst>
              </p:cNvPr>
              <p:cNvSpPr/>
              <p:nvPr/>
            </p:nvSpPr>
            <p:spPr>
              <a:xfrm>
                <a:off x="5695098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g109">
                <a:extLst>
                  <a:ext uri="{FF2B5EF4-FFF2-40B4-BE49-F238E27FC236}">
                    <a16:creationId xmlns:a16="http://schemas.microsoft.com/office/drawing/2014/main" id="{EDD88CB8-32FE-CCFC-E377-29EA567FECD9}"/>
                  </a:ext>
                </a:extLst>
              </p:cNvPr>
              <p:cNvSpPr/>
              <p:nvPr/>
            </p:nvSpPr>
            <p:spPr>
              <a:xfrm>
                <a:off x="5508901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g110">
                <a:extLst>
                  <a:ext uri="{FF2B5EF4-FFF2-40B4-BE49-F238E27FC236}">
                    <a16:creationId xmlns:a16="http://schemas.microsoft.com/office/drawing/2014/main" id="{FF05AF45-9DD1-A2C9-3DD7-01329142797D}"/>
                  </a:ext>
                </a:extLst>
              </p:cNvPr>
              <p:cNvSpPr/>
              <p:nvPr/>
            </p:nvSpPr>
            <p:spPr>
              <a:xfrm>
                <a:off x="5520539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g111">
                <a:extLst>
                  <a:ext uri="{FF2B5EF4-FFF2-40B4-BE49-F238E27FC236}">
                    <a16:creationId xmlns:a16="http://schemas.microsoft.com/office/drawing/2014/main" id="{AEB8A1F0-0483-4422-C149-DC71095BCADC}"/>
                  </a:ext>
                </a:extLst>
              </p:cNvPr>
              <p:cNvSpPr/>
              <p:nvPr/>
            </p:nvSpPr>
            <p:spPr>
              <a:xfrm>
                <a:off x="5532176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g112">
                <a:extLst>
                  <a:ext uri="{FF2B5EF4-FFF2-40B4-BE49-F238E27FC236}">
                    <a16:creationId xmlns:a16="http://schemas.microsoft.com/office/drawing/2014/main" id="{03168504-C6D1-680B-28C0-D9CABC635F75}"/>
                  </a:ext>
                </a:extLst>
              </p:cNvPr>
              <p:cNvSpPr/>
              <p:nvPr/>
            </p:nvSpPr>
            <p:spPr>
              <a:xfrm>
                <a:off x="5543813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g113">
                <a:extLst>
                  <a:ext uri="{FF2B5EF4-FFF2-40B4-BE49-F238E27FC236}">
                    <a16:creationId xmlns:a16="http://schemas.microsoft.com/office/drawing/2014/main" id="{0C36CA6D-2473-9CE5-8E3E-EC2FDB7E6215}"/>
                  </a:ext>
                </a:extLst>
              </p:cNvPr>
              <p:cNvSpPr/>
              <p:nvPr/>
            </p:nvSpPr>
            <p:spPr>
              <a:xfrm>
                <a:off x="5555451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g114">
                <a:extLst>
                  <a:ext uri="{FF2B5EF4-FFF2-40B4-BE49-F238E27FC236}">
                    <a16:creationId xmlns:a16="http://schemas.microsoft.com/office/drawing/2014/main" id="{16C0284D-5106-63A1-DA19-B35B0F9F5979}"/>
                  </a:ext>
                </a:extLst>
              </p:cNvPr>
              <p:cNvSpPr/>
              <p:nvPr/>
            </p:nvSpPr>
            <p:spPr>
              <a:xfrm>
                <a:off x="5567088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g115">
                <a:extLst>
                  <a:ext uri="{FF2B5EF4-FFF2-40B4-BE49-F238E27FC236}">
                    <a16:creationId xmlns:a16="http://schemas.microsoft.com/office/drawing/2014/main" id="{3C4A0595-4AA4-8F3D-291F-9FC634DCC174}"/>
                  </a:ext>
                </a:extLst>
              </p:cNvPr>
              <p:cNvSpPr/>
              <p:nvPr/>
            </p:nvSpPr>
            <p:spPr>
              <a:xfrm>
                <a:off x="5578725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g116">
                <a:extLst>
                  <a:ext uri="{FF2B5EF4-FFF2-40B4-BE49-F238E27FC236}">
                    <a16:creationId xmlns:a16="http://schemas.microsoft.com/office/drawing/2014/main" id="{0A6A1925-9503-EA34-0A47-4C948BCF13A9}"/>
                  </a:ext>
                </a:extLst>
              </p:cNvPr>
              <p:cNvSpPr/>
              <p:nvPr/>
            </p:nvSpPr>
            <p:spPr>
              <a:xfrm>
                <a:off x="5590363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g117">
                <a:extLst>
                  <a:ext uri="{FF2B5EF4-FFF2-40B4-BE49-F238E27FC236}">
                    <a16:creationId xmlns:a16="http://schemas.microsoft.com/office/drawing/2014/main" id="{CAFEDD93-AFF6-62C9-6DE9-4F6545418754}"/>
                  </a:ext>
                </a:extLst>
              </p:cNvPr>
              <p:cNvSpPr/>
              <p:nvPr/>
            </p:nvSpPr>
            <p:spPr>
              <a:xfrm>
                <a:off x="5602000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g118">
                <a:extLst>
                  <a:ext uri="{FF2B5EF4-FFF2-40B4-BE49-F238E27FC236}">
                    <a16:creationId xmlns:a16="http://schemas.microsoft.com/office/drawing/2014/main" id="{E59882E8-13C5-05D3-6D33-306D8CF5BD7A}"/>
                  </a:ext>
                </a:extLst>
              </p:cNvPr>
              <p:cNvSpPr/>
              <p:nvPr/>
            </p:nvSpPr>
            <p:spPr>
              <a:xfrm>
                <a:off x="5613637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g119">
                <a:extLst>
                  <a:ext uri="{FF2B5EF4-FFF2-40B4-BE49-F238E27FC236}">
                    <a16:creationId xmlns:a16="http://schemas.microsoft.com/office/drawing/2014/main" id="{4760D50E-40B7-FBB4-94B0-E4F8EAC11F18}"/>
                  </a:ext>
                </a:extLst>
              </p:cNvPr>
              <p:cNvSpPr/>
              <p:nvPr/>
            </p:nvSpPr>
            <p:spPr>
              <a:xfrm>
                <a:off x="5625275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g120">
                <a:extLst>
                  <a:ext uri="{FF2B5EF4-FFF2-40B4-BE49-F238E27FC236}">
                    <a16:creationId xmlns:a16="http://schemas.microsoft.com/office/drawing/2014/main" id="{AAD2DFE6-C67F-4A18-4348-8D256DFEB526}"/>
                  </a:ext>
                </a:extLst>
              </p:cNvPr>
              <p:cNvSpPr/>
              <p:nvPr/>
            </p:nvSpPr>
            <p:spPr>
              <a:xfrm>
                <a:off x="5636912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g121">
                <a:extLst>
                  <a:ext uri="{FF2B5EF4-FFF2-40B4-BE49-F238E27FC236}">
                    <a16:creationId xmlns:a16="http://schemas.microsoft.com/office/drawing/2014/main" id="{04003F56-7509-AF1F-E990-8DDAA4ADD759}"/>
                  </a:ext>
                </a:extLst>
              </p:cNvPr>
              <p:cNvSpPr/>
              <p:nvPr/>
            </p:nvSpPr>
            <p:spPr>
              <a:xfrm>
                <a:off x="5648549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g122">
                <a:extLst>
                  <a:ext uri="{FF2B5EF4-FFF2-40B4-BE49-F238E27FC236}">
                    <a16:creationId xmlns:a16="http://schemas.microsoft.com/office/drawing/2014/main" id="{14F1CF66-2362-9FA8-819B-5CA1471262A0}"/>
                  </a:ext>
                </a:extLst>
              </p:cNvPr>
              <p:cNvSpPr/>
              <p:nvPr/>
            </p:nvSpPr>
            <p:spPr>
              <a:xfrm>
                <a:off x="5660186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g123">
                <a:extLst>
                  <a:ext uri="{FF2B5EF4-FFF2-40B4-BE49-F238E27FC236}">
                    <a16:creationId xmlns:a16="http://schemas.microsoft.com/office/drawing/2014/main" id="{F93FB53E-F674-A5CC-876D-CABA0F93B96C}"/>
                  </a:ext>
                </a:extLst>
              </p:cNvPr>
              <p:cNvSpPr/>
              <p:nvPr/>
            </p:nvSpPr>
            <p:spPr>
              <a:xfrm>
                <a:off x="5473989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g124">
                <a:extLst>
                  <a:ext uri="{FF2B5EF4-FFF2-40B4-BE49-F238E27FC236}">
                    <a16:creationId xmlns:a16="http://schemas.microsoft.com/office/drawing/2014/main" id="{E777C4C8-2F65-2E3E-16EB-EC639344CF9A}"/>
                  </a:ext>
                </a:extLst>
              </p:cNvPr>
              <p:cNvSpPr/>
              <p:nvPr/>
            </p:nvSpPr>
            <p:spPr>
              <a:xfrm>
                <a:off x="5485627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g125">
                <a:extLst>
                  <a:ext uri="{FF2B5EF4-FFF2-40B4-BE49-F238E27FC236}">
                    <a16:creationId xmlns:a16="http://schemas.microsoft.com/office/drawing/2014/main" id="{F2C039E1-529C-75CB-6A63-1CC4D5340CA9}"/>
                  </a:ext>
                </a:extLst>
              </p:cNvPr>
              <p:cNvSpPr/>
              <p:nvPr/>
            </p:nvSpPr>
            <p:spPr>
              <a:xfrm>
                <a:off x="5497264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g126">
                <a:extLst>
                  <a:ext uri="{FF2B5EF4-FFF2-40B4-BE49-F238E27FC236}">
                    <a16:creationId xmlns:a16="http://schemas.microsoft.com/office/drawing/2014/main" id="{5D995E9C-3D3E-7A63-93B8-0CE5B54C657A}"/>
                  </a:ext>
                </a:extLst>
              </p:cNvPr>
              <p:cNvSpPr/>
              <p:nvPr/>
            </p:nvSpPr>
            <p:spPr>
              <a:xfrm>
                <a:off x="5508901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g127">
                <a:extLst>
                  <a:ext uri="{FF2B5EF4-FFF2-40B4-BE49-F238E27FC236}">
                    <a16:creationId xmlns:a16="http://schemas.microsoft.com/office/drawing/2014/main" id="{A4A2EF27-7EE6-4CC4-9DB4-6C3966C89256}"/>
                  </a:ext>
                </a:extLst>
              </p:cNvPr>
              <p:cNvSpPr/>
              <p:nvPr/>
            </p:nvSpPr>
            <p:spPr>
              <a:xfrm>
                <a:off x="5520539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g128">
                <a:extLst>
                  <a:ext uri="{FF2B5EF4-FFF2-40B4-BE49-F238E27FC236}">
                    <a16:creationId xmlns:a16="http://schemas.microsoft.com/office/drawing/2014/main" id="{E1F8D0D7-87C0-FBD6-18BC-10F5B054B973}"/>
                  </a:ext>
                </a:extLst>
              </p:cNvPr>
              <p:cNvSpPr/>
              <p:nvPr/>
            </p:nvSpPr>
            <p:spPr>
              <a:xfrm>
                <a:off x="5532176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g129">
                <a:extLst>
                  <a:ext uri="{FF2B5EF4-FFF2-40B4-BE49-F238E27FC236}">
                    <a16:creationId xmlns:a16="http://schemas.microsoft.com/office/drawing/2014/main" id="{390EAD5C-56B9-9115-6B82-62B7A590894F}"/>
                  </a:ext>
                </a:extLst>
              </p:cNvPr>
              <p:cNvSpPr/>
              <p:nvPr/>
            </p:nvSpPr>
            <p:spPr>
              <a:xfrm>
                <a:off x="5543813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g130">
                <a:extLst>
                  <a:ext uri="{FF2B5EF4-FFF2-40B4-BE49-F238E27FC236}">
                    <a16:creationId xmlns:a16="http://schemas.microsoft.com/office/drawing/2014/main" id="{CE96B7C2-0EAA-BF3E-4AED-C447FF61283D}"/>
                  </a:ext>
                </a:extLst>
              </p:cNvPr>
              <p:cNvSpPr/>
              <p:nvPr/>
            </p:nvSpPr>
            <p:spPr>
              <a:xfrm>
                <a:off x="5555451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g131">
                <a:extLst>
                  <a:ext uri="{FF2B5EF4-FFF2-40B4-BE49-F238E27FC236}">
                    <a16:creationId xmlns:a16="http://schemas.microsoft.com/office/drawing/2014/main" id="{BC9EE6CE-FF41-CF7D-1FA6-69412DDF8F88}"/>
                  </a:ext>
                </a:extLst>
              </p:cNvPr>
              <p:cNvSpPr/>
              <p:nvPr/>
            </p:nvSpPr>
            <p:spPr>
              <a:xfrm>
                <a:off x="5567088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g132">
                <a:extLst>
                  <a:ext uri="{FF2B5EF4-FFF2-40B4-BE49-F238E27FC236}">
                    <a16:creationId xmlns:a16="http://schemas.microsoft.com/office/drawing/2014/main" id="{CAA8F843-515F-01DF-A696-3875B1325553}"/>
                  </a:ext>
                </a:extLst>
              </p:cNvPr>
              <p:cNvSpPr/>
              <p:nvPr/>
            </p:nvSpPr>
            <p:spPr>
              <a:xfrm>
                <a:off x="5578725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g133">
                <a:extLst>
                  <a:ext uri="{FF2B5EF4-FFF2-40B4-BE49-F238E27FC236}">
                    <a16:creationId xmlns:a16="http://schemas.microsoft.com/office/drawing/2014/main" id="{1327F307-5739-298B-CB95-F37337CE7D02}"/>
                  </a:ext>
                </a:extLst>
              </p:cNvPr>
              <p:cNvSpPr/>
              <p:nvPr/>
            </p:nvSpPr>
            <p:spPr>
              <a:xfrm>
                <a:off x="5590363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g134">
                <a:extLst>
                  <a:ext uri="{FF2B5EF4-FFF2-40B4-BE49-F238E27FC236}">
                    <a16:creationId xmlns:a16="http://schemas.microsoft.com/office/drawing/2014/main" id="{F0E94A1F-0E01-0350-44CE-9CB7A7C6CA78}"/>
                  </a:ext>
                </a:extLst>
              </p:cNvPr>
              <p:cNvSpPr/>
              <p:nvPr/>
            </p:nvSpPr>
            <p:spPr>
              <a:xfrm>
                <a:off x="5602000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g135">
                <a:extLst>
                  <a:ext uri="{FF2B5EF4-FFF2-40B4-BE49-F238E27FC236}">
                    <a16:creationId xmlns:a16="http://schemas.microsoft.com/office/drawing/2014/main" id="{D928C3E9-64FA-15D6-E06D-EB5CFE4C411D}"/>
                  </a:ext>
                </a:extLst>
              </p:cNvPr>
              <p:cNvSpPr/>
              <p:nvPr/>
            </p:nvSpPr>
            <p:spPr>
              <a:xfrm>
                <a:off x="5613637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g136">
                <a:extLst>
                  <a:ext uri="{FF2B5EF4-FFF2-40B4-BE49-F238E27FC236}">
                    <a16:creationId xmlns:a16="http://schemas.microsoft.com/office/drawing/2014/main" id="{26CA5E9C-DB86-F397-87F6-AEC86A0BBAE7}"/>
                  </a:ext>
                </a:extLst>
              </p:cNvPr>
              <p:cNvSpPr/>
              <p:nvPr/>
            </p:nvSpPr>
            <p:spPr>
              <a:xfrm>
                <a:off x="5625275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g137">
                <a:extLst>
                  <a:ext uri="{FF2B5EF4-FFF2-40B4-BE49-F238E27FC236}">
                    <a16:creationId xmlns:a16="http://schemas.microsoft.com/office/drawing/2014/main" id="{F4C0106F-7D46-744A-F6C6-DF86E92569C9}"/>
                  </a:ext>
                </a:extLst>
              </p:cNvPr>
              <p:cNvSpPr/>
              <p:nvPr/>
            </p:nvSpPr>
            <p:spPr>
              <a:xfrm>
                <a:off x="5450715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g138">
                <a:extLst>
                  <a:ext uri="{FF2B5EF4-FFF2-40B4-BE49-F238E27FC236}">
                    <a16:creationId xmlns:a16="http://schemas.microsoft.com/office/drawing/2014/main" id="{8CE16879-7592-12C6-782A-687221C7DAE5}"/>
                  </a:ext>
                </a:extLst>
              </p:cNvPr>
              <p:cNvSpPr/>
              <p:nvPr/>
            </p:nvSpPr>
            <p:spPr>
              <a:xfrm>
                <a:off x="5462352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g139">
                <a:extLst>
                  <a:ext uri="{FF2B5EF4-FFF2-40B4-BE49-F238E27FC236}">
                    <a16:creationId xmlns:a16="http://schemas.microsoft.com/office/drawing/2014/main" id="{5D8C9340-5BAA-B195-DCEE-34C5D497E817}"/>
                  </a:ext>
                </a:extLst>
              </p:cNvPr>
              <p:cNvSpPr/>
              <p:nvPr/>
            </p:nvSpPr>
            <p:spPr>
              <a:xfrm>
                <a:off x="5473989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g140">
                <a:extLst>
                  <a:ext uri="{FF2B5EF4-FFF2-40B4-BE49-F238E27FC236}">
                    <a16:creationId xmlns:a16="http://schemas.microsoft.com/office/drawing/2014/main" id="{BE350F84-E515-6D1A-9B01-31863EF5580D}"/>
                  </a:ext>
                </a:extLst>
              </p:cNvPr>
              <p:cNvSpPr/>
              <p:nvPr/>
            </p:nvSpPr>
            <p:spPr>
              <a:xfrm>
                <a:off x="5485627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g141">
                <a:extLst>
                  <a:ext uri="{FF2B5EF4-FFF2-40B4-BE49-F238E27FC236}">
                    <a16:creationId xmlns:a16="http://schemas.microsoft.com/office/drawing/2014/main" id="{1D18E302-46BD-F48A-DFC1-CED959E9C47D}"/>
                  </a:ext>
                </a:extLst>
              </p:cNvPr>
              <p:cNvSpPr/>
              <p:nvPr/>
            </p:nvSpPr>
            <p:spPr>
              <a:xfrm>
                <a:off x="5497264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g142">
                <a:extLst>
                  <a:ext uri="{FF2B5EF4-FFF2-40B4-BE49-F238E27FC236}">
                    <a16:creationId xmlns:a16="http://schemas.microsoft.com/office/drawing/2014/main" id="{21A16EA6-75A1-422B-FAA5-CC5D157CCDAD}"/>
                  </a:ext>
                </a:extLst>
              </p:cNvPr>
              <p:cNvSpPr/>
              <p:nvPr/>
            </p:nvSpPr>
            <p:spPr>
              <a:xfrm>
                <a:off x="5508901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g143">
                <a:extLst>
                  <a:ext uri="{FF2B5EF4-FFF2-40B4-BE49-F238E27FC236}">
                    <a16:creationId xmlns:a16="http://schemas.microsoft.com/office/drawing/2014/main" id="{27314ABB-8874-9BA3-D057-C5D68F99D5A7}"/>
                  </a:ext>
                </a:extLst>
              </p:cNvPr>
              <p:cNvSpPr/>
              <p:nvPr/>
            </p:nvSpPr>
            <p:spPr>
              <a:xfrm>
                <a:off x="5520539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g144">
                <a:extLst>
                  <a:ext uri="{FF2B5EF4-FFF2-40B4-BE49-F238E27FC236}">
                    <a16:creationId xmlns:a16="http://schemas.microsoft.com/office/drawing/2014/main" id="{A8961FCD-A943-235A-CDDC-A99D77CA6FDD}"/>
                  </a:ext>
                </a:extLst>
              </p:cNvPr>
              <p:cNvSpPr/>
              <p:nvPr/>
            </p:nvSpPr>
            <p:spPr>
              <a:xfrm>
                <a:off x="5532176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g145">
                <a:extLst>
                  <a:ext uri="{FF2B5EF4-FFF2-40B4-BE49-F238E27FC236}">
                    <a16:creationId xmlns:a16="http://schemas.microsoft.com/office/drawing/2014/main" id="{F134AD2E-4685-B33E-F91B-2D86734ACDCA}"/>
                  </a:ext>
                </a:extLst>
              </p:cNvPr>
              <p:cNvSpPr/>
              <p:nvPr/>
            </p:nvSpPr>
            <p:spPr>
              <a:xfrm>
                <a:off x="5543813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g146">
                <a:extLst>
                  <a:ext uri="{FF2B5EF4-FFF2-40B4-BE49-F238E27FC236}">
                    <a16:creationId xmlns:a16="http://schemas.microsoft.com/office/drawing/2014/main" id="{B6B43676-854C-51C3-3CF8-16BCE0F76A62}"/>
                  </a:ext>
                </a:extLst>
              </p:cNvPr>
              <p:cNvSpPr/>
              <p:nvPr/>
            </p:nvSpPr>
            <p:spPr>
              <a:xfrm>
                <a:off x="5555451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g147">
                <a:extLst>
                  <a:ext uri="{FF2B5EF4-FFF2-40B4-BE49-F238E27FC236}">
                    <a16:creationId xmlns:a16="http://schemas.microsoft.com/office/drawing/2014/main" id="{83944662-666A-3B60-CD4F-3589DC8F045D}"/>
                  </a:ext>
                </a:extLst>
              </p:cNvPr>
              <p:cNvSpPr/>
              <p:nvPr/>
            </p:nvSpPr>
            <p:spPr>
              <a:xfrm>
                <a:off x="5567088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g148">
                <a:extLst>
                  <a:ext uri="{FF2B5EF4-FFF2-40B4-BE49-F238E27FC236}">
                    <a16:creationId xmlns:a16="http://schemas.microsoft.com/office/drawing/2014/main" id="{FE5F140A-B291-3457-0C26-D12961D7DD78}"/>
                  </a:ext>
                </a:extLst>
              </p:cNvPr>
              <p:cNvSpPr/>
              <p:nvPr/>
            </p:nvSpPr>
            <p:spPr>
              <a:xfrm>
                <a:off x="5578725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g149">
                <a:extLst>
                  <a:ext uri="{FF2B5EF4-FFF2-40B4-BE49-F238E27FC236}">
                    <a16:creationId xmlns:a16="http://schemas.microsoft.com/office/drawing/2014/main" id="{98BABA4F-FB2C-AFA1-F267-2C3D073DA540}"/>
                  </a:ext>
                </a:extLst>
              </p:cNvPr>
              <p:cNvSpPr/>
              <p:nvPr/>
            </p:nvSpPr>
            <p:spPr>
              <a:xfrm>
                <a:off x="5439077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g150">
                <a:extLst>
                  <a:ext uri="{FF2B5EF4-FFF2-40B4-BE49-F238E27FC236}">
                    <a16:creationId xmlns:a16="http://schemas.microsoft.com/office/drawing/2014/main" id="{55F64A52-793B-E864-03BC-967A0980630A}"/>
                  </a:ext>
                </a:extLst>
              </p:cNvPr>
              <p:cNvSpPr/>
              <p:nvPr/>
            </p:nvSpPr>
            <p:spPr>
              <a:xfrm>
                <a:off x="5450715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g151">
                <a:extLst>
                  <a:ext uri="{FF2B5EF4-FFF2-40B4-BE49-F238E27FC236}">
                    <a16:creationId xmlns:a16="http://schemas.microsoft.com/office/drawing/2014/main" id="{BEAAFECA-9CD7-550D-2A74-B9EEEB528142}"/>
                  </a:ext>
                </a:extLst>
              </p:cNvPr>
              <p:cNvSpPr/>
              <p:nvPr/>
            </p:nvSpPr>
            <p:spPr>
              <a:xfrm>
                <a:off x="5462352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g152">
                <a:extLst>
                  <a:ext uri="{FF2B5EF4-FFF2-40B4-BE49-F238E27FC236}">
                    <a16:creationId xmlns:a16="http://schemas.microsoft.com/office/drawing/2014/main" id="{5BF22A5F-0A91-77EE-9B2E-6B2CA67FE845}"/>
                  </a:ext>
                </a:extLst>
              </p:cNvPr>
              <p:cNvSpPr/>
              <p:nvPr/>
            </p:nvSpPr>
            <p:spPr>
              <a:xfrm>
                <a:off x="5473989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g153">
                <a:extLst>
                  <a:ext uri="{FF2B5EF4-FFF2-40B4-BE49-F238E27FC236}">
                    <a16:creationId xmlns:a16="http://schemas.microsoft.com/office/drawing/2014/main" id="{F5BC5381-31EC-8F24-647B-092BA31ED8F0}"/>
                  </a:ext>
                </a:extLst>
              </p:cNvPr>
              <p:cNvSpPr/>
              <p:nvPr/>
            </p:nvSpPr>
            <p:spPr>
              <a:xfrm>
                <a:off x="5485627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g154">
                <a:extLst>
                  <a:ext uri="{FF2B5EF4-FFF2-40B4-BE49-F238E27FC236}">
                    <a16:creationId xmlns:a16="http://schemas.microsoft.com/office/drawing/2014/main" id="{2211061B-F761-8813-D3A2-187CFDE14182}"/>
                  </a:ext>
                </a:extLst>
              </p:cNvPr>
              <p:cNvSpPr/>
              <p:nvPr/>
            </p:nvSpPr>
            <p:spPr>
              <a:xfrm>
                <a:off x="5497264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g155">
                <a:extLst>
                  <a:ext uri="{FF2B5EF4-FFF2-40B4-BE49-F238E27FC236}">
                    <a16:creationId xmlns:a16="http://schemas.microsoft.com/office/drawing/2014/main" id="{E8099A5A-4543-1890-A386-FE4F3D90FAA8}"/>
                  </a:ext>
                </a:extLst>
              </p:cNvPr>
              <p:cNvSpPr/>
              <p:nvPr/>
            </p:nvSpPr>
            <p:spPr>
              <a:xfrm>
                <a:off x="5508901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g156">
                <a:extLst>
                  <a:ext uri="{FF2B5EF4-FFF2-40B4-BE49-F238E27FC236}">
                    <a16:creationId xmlns:a16="http://schemas.microsoft.com/office/drawing/2014/main" id="{4B1AC8DA-326E-E80B-0FA7-643492DB7024}"/>
                  </a:ext>
                </a:extLst>
              </p:cNvPr>
              <p:cNvSpPr/>
              <p:nvPr/>
            </p:nvSpPr>
            <p:spPr>
              <a:xfrm>
                <a:off x="5520539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g157">
                <a:extLst>
                  <a:ext uri="{FF2B5EF4-FFF2-40B4-BE49-F238E27FC236}">
                    <a16:creationId xmlns:a16="http://schemas.microsoft.com/office/drawing/2014/main" id="{BF69398E-43F0-7C83-33B7-289DBCF2B9A2}"/>
                  </a:ext>
                </a:extLst>
              </p:cNvPr>
              <p:cNvSpPr/>
              <p:nvPr/>
            </p:nvSpPr>
            <p:spPr>
              <a:xfrm>
                <a:off x="5532176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g158">
                <a:extLst>
                  <a:ext uri="{FF2B5EF4-FFF2-40B4-BE49-F238E27FC236}">
                    <a16:creationId xmlns:a16="http://schemas.microsoft.com/office/drawing/2014/main" id="{D7C43D28-6B5B-47A1-15F2-184D21250234}"/>
                  </a:ext>
                </a:extLst>
              </p:cNvPr>
              <p:cNvSpPr/>
              <p:nvPr/>
            </p:nvSpPr>
            <p:spPr>
              <a:xfrm>
                <a:off x="5543813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g159">
                <a:extLst>
                  <a:ext uri="{FF2B5EF4-FFF2-40B4-BE49-F238E27FC236}">
                    <a16:creationId xmlns:a16="http://schemas.microsoft.com/office/drawing/2014/main" id="{8FA1A92B-1158-4A53-748C-BC4E1A98F446}"/>
                  </a:ext>
                </a:extLst>
              </p:cNvPr>
              <p:cNvSpPr/>
              <p:nvPr/>
            </p:nvSpPr>
            <p:spPr>
              <a:xfrm>
                <a:off x="5555451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g160">
                <a:extLst>
                  <a:ext uri="{FF2B5EF4-FFF2-40B4-BE49-F238E27FC236}">
                    <a16:creationId xmlns:a16="http://schemas.microsoft.com/office/drawing/2014/main" id="{D76BADFC-FDA1-E23D-B04F-4B888962C268}"/>
                  </a:ext>
                </a:extLst>
              </p:cNvPr>
              <p:cNvSpPr/>
              <p:nvPr/>
            </p:nvSpPr>
            <p:spPr>
              <a:xfrm>
                <a:off x="5427440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g161">
                <a:extLst>
                  <a:ext uri="{FF2B5EF4-FFF2-40B4-BE49-F238E27FC236}">
                    <a16:creationId xmlns:a16="http://schemas.microsoft.com/office/drawing/2014/main" id="{C26D20FA-243F-E5C2-2DF0-2D2F9D8D58C0}"/>
                  </a:ext>
                </a:extLst>
              </p:cNvPr>
              <p:cNvSpPr/>
              <p:nvPr/>
            </p:nvSpPr>
            <p:spPr>
              <a:xfrm>
                <a:off x="5439077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g162">
                <a:extLst>
                  <a:ext uri="{FF2B5EF4-FFF2-40B4-BE49-F238E27FC236}">
                    <a16:creationId xmlns:a16="http://schemas.microsoft.com/office/drawing/2014/main" id="{D885240A-5C98-0455-781B-83D08A7BF3B4}"/>
                  </a:ext>
                </a:extLst>
              </p:cNvPr>
              <p:cNvSpPr/>
              <p:nvPr/>
            </p:nvSpPr>
            <p:spPr>
              <a:xfrm>
                <a:off x="5450715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g163">
                <a:extLst>
                  <a:ext uri="{FF2B5EF4-FFF2-40B4-BE49-F238E27FC236}">
                    <a16:creationId xmlns:a16="http://schemas.microsoft.com/office/drawing/2014/main" id="{F80D9587-04AA-1B00-D2E9-8D66DB24CC87}"/>
                  </a:ext>
                </a:extLst>
              </p:cNvPr>
              <p:cNvSpPr/>
              <p:nvPr/>
            </p:nvSpPr>
            <p:spPr>
              <a:xfrm>
                <a:off x="5462352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g164">
                <a:extLst>
                  <a:ext uri="{FF2B5EF4-FFF2-40B4-BE49-F238E27FC236}">
                    <a16:creationId xmlns:a16="http://schemas.microsoft.com/office/drawing/2014/main" id="{F646479A-8FBA-4654-607F-8A68BC9D682E}"/>
                  </a:ext>
                </a:extLst>
              </p:cNvPr>
              <p:cNvSpPr/>
              <p:nvPr/>
            </p:nvSpPr>
            <p:spPr>
              <a:xfrm>
                <a:off x="5473989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g165">
                <a:extLst>
                  <a:ext uri="{FF2B5EF4-FFF2-40B4-BE49-F238E27FC236}">
                    <a16:creationId xmlns:a16="http://schemas.microsoft.com/office/drawing/2014/main" id="{FEB25D8C-DEE0-9B30-EE1E-14639C500ABB}"/>
                  </a:ext>
                </a:extLst>
              </p:cNvPr>
              <p:cNvSpPr/>
              <p:nvPr/>
            </p:nvSpPr>
            <p:spPr>
              <a:xfrm>
                <a:off x="5485627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g166">
                <a:extLst>
                  <a:ext uri="{FF2B5EF4-FFF2-40B4-BE49-F238E27FC236}">
                    <a16:creationId xmlns:a16="http://schemas.microsoft.com/office/drawing/2014/main" id="{BB6DC013-9C11-62D7-FFEB-6301CBBCBEDF}"/>
                  </a:ext>
                </a:extLst>
              </p:cNvPr>
              <p:cNvSpPr/>
              <p:nvPr/>
            </p:nvSpPr>
            <p:spPr>
              <a:xfrm>
                <a:off x="5497264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g167">
                <a:extLst>
                  <a:ext uri="{FF2B5EF4-FFF2-40B4-BE49-F238E27FC236}">
                    <a16:creationId xmlns:a16="http://schemas.microsoft.com/office/drawing/2014/main" id="{372A64D4-2300-ECD0-2E49-8D19E01156E8}"/>
                  </a:ext>
                </a:extLst>
              </p:cNvPr>
              <p:cNvSpPr/>
              <p:nvPr/>
            </p:nvSpPr>
            <p:spPr>
              <a:xfrm>
                <a:off x="5508901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g168">
                <a:extLst>
                  <a:ext uri="{FF2B5EF4-FFF2-40B4-BE49-F238E27FC236}">
                    <a16:creationId xmlns:a16="http://schemas.microsoft.com/office/drawing/2014/main" id="{C17C9106-F0A7-F6C3-B9A3-AD635542D27E}"/>
                  </a:ext>
                </a:extLst>
              </p:cNvPr>
              <p:cNvSpPr/>
              <p:nvPr/>
            </p:nvSpPr>
            <p:spPr>
              <a:xfrm>
                <a:off x="5520539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g169">
                <a:extLst>
                  <a:ext uri="{FF2B5EF4-FFF2-40B4-BE49-F238E27FC236}">
                    <a16:creationId xmlns:a16="http://schemas.microsoft.com/office/drawing/2014/main" id="{4925D3F8-DC7B-8B48-FEE8-47A2FC6E133A}"/>
                  </a:ext>
                </a:extLst>
              </p:cNvPr>
              <p:cNvSpPr/>
              <p:nvPr/>
            </p:nvSpPr>
            <p:spPr>
              <a:xfrm>
                <a:off x="5532176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g170">
                <a:extLst>
                  <a:ext uri="{FF2B5EF4-FFF2-40B4-BE49-F238E27FC236}">
                    <a16:creationId xmlns:a16="http://schemas.microsoft.com/office/drawing/2014/main" id="{BEF741B6-0B3A-0BFA-D91F-C18428D7F24E}"/>
                  </a:ext>
                </a:extLst>
              </p:cNvPr>
              <p:cNvSpPr/>
              <p:nvPr/>
            </p:nvSpPr>
            <p:spPr>
              <a:xfrm>
                <a:off x="5415803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g171">
                <a:extLst>
                  <a:ext uri="{FF2B5EF4-FFF2-40B4-BE49-F238E27FC236}">
                    <a16:creationId xmlns:a16="http://schemas.microsoft.com/office/drawing/2014/main" id="{C8205ADD-8F1A-AA6E-9EAC-260EBE267520}"/>
                  </a:ext>
                </a:extLst>
              </p:cNvPr>
              <p:cNvSpPr/>
              <p:nvPr/>
            </p:nvSpPr>
            <p:spPr>
              <a:xfrm>
                <a:off x="5427440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g172">
                <a:extLst>
                  <a:ext uri="{FF2B5EF4-FFF2-40B4-BE49-F238E27FC236}">
                    <a16:creationId xmlns:a16="http://schemas.microsoft.com/office/drawing/2014/main" id="{BE4B59FE-D1F5-78A7-22F1-6024F8010789}"/>
                  </a:ext>
                </a:extLst>
              </p:cNvPr>
              <p:cNvSpPr/>
              <p:nvPr/>
            </p:nvSpPr>
            <p:spPr>
              <a:xfrm>
                <a:off x="5439077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g173">
                <a:extLst>
                  <a:ext uri="{FF2B5EF4-FFF2-40B4-BE49-F238E27FC236}">
                    <a16:creationId xmlns:a16="http://schemas.microsoft.com/office/drawing/2014/main" id="{D4AF2C66-671E-42D3-FACC-81816E8C095B}"/>
                  </a:ext>
                </a:extLst>
              </p:cNvPr>
              <p:cNvSpPr/>
              <p:nvPr/>
            </p:nvSpPr>
            <p:spPr>
              <a:xfrm>
                <a:off x="5450715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g174">
                <a:extLst>
                  <a:ext uri="{FF2B5EF4-FFF2-40B4-BE49-F238E27FC236}">
                    <a16:creationId xmlns:a16="http://schemas.microsoft.com/office/drawing/2014/main" id="{C3F65A30-B7D0-E2A0-B65C-A55EE27DD61D}"/>
                  </a:ext>
                </a:extLst>
              </p:cNvPr>
              <p:cNvSpPr/>
              <p:nvPr/>
            </p:nvSpPr>
            <p:spPr>
              <a:xfrm>
                <a:off x="5462352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g175">
                <a:extLst>
                  <a:ext uri="{FF2B5EF4-FFF2-40B4-BE49-F238E27FC236}">
                    <a16:creationId xmlns:a16="http://schemas.microsoft.com/office/drawing/2014/main" id="{FFD03676-6DE5-D21B-529E-C90FA274C394}"/>
                  </a:ext>
                </a:extLst>
              </p:cNvPr>
              <p:cNvSpPr/>
              <p:nvPr/>
            </p:nvSpPr>
            <p:spPr>
              <a:xfrm>
                <a:off x="5473989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g176">
                <a:extLst>
                  <a:ext uri="{FF2B5EF4-FFF2-40B4-BE49-F238E27FC236}">
                    <a16:creationId xmlns:a16="http://schemas.microsoft.com/office/drawing/2014/main" id="{C6FDEDA3-9E50-76A2-6458-6037F13FAF90}"/>
                  </a:ext>
                </a:extLst>
              </p:cNvPr>
              <p:cNvSpPr/>
              <p:nvPr/>
            </p:nvSpPr>
            <p:spPr>
              <a:xfrm>
                <a:off x="5485627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g177">
                <a:extLst>
                  <a:ext uri="{FF2B5EF4-FFF2-40B4-BE49-F238E27FC236}">
                    <a16:creationId xmlns:a16="http://schemas.microsoft.com/office/drawing/2014/main" id="{3230E243-232A-80C6-7FB9-FCB1C9A211B7}"/>
                  </a:ext>
                </a:extLst>
              </p:cNvPr>
              <p:cNvSpPr/>
              <p:nvPr/>
            </p:nvSpPr>
            <p:spPr>
              <a:xfrm>
                <a:off x="5497264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g178">
                <a:extLst>
                  <a:ext uri="{FF2B5EF4-FFF2-40B4-BE49-F238E27FC236}">
                    <a16:creationId xmlns:a16="http://schemas.microsoft.com/office/drawing/2014/main" id="{17603EE2-4A4B-F206-C903-BF05DFC1CDED}"/>
                  </a:ext>
                </a:extLst>
              </p:cNvPr>
              <p:cNvSpPr/>
              <p:nvPr/>
            </p:nvSpPr>
            <p:spPr>
              <a:xfrm>
                <a:off x="5508901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g179">
                <a:extLst>
                  <a:ext uri="{FF2B5EF4-FFF2-40B4-BE49-F238E27FC236}">
                    <a16:creationId xmlns:a16="http://schemas.microsoft.com/office/drawing/2014/main" id="{94F0F5A7-8F54-569F-9D3D-9C0843CDB290}"/>
                  </a:ext>
                </a:extLst>
              </p:cNvPr>
              <p:cNvSpPr/>
              <p:nvPr/>
            </p:nvSpPr>
            <p:spPr>
              <a:xfrm>
                <a:off x="5380891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g180">
                <a:extLst>
                  <a:ext uri="{FF2B5EF4-FFF2-40B4-BE49-F238E27FC236}">
                    <a16:creationId xmlns:a16="http://schemas.microsoft.com/office/drawing/2014/main" id="{44882C66-D5BD-EBB1-BB45-8CD00AD275BD}"/>
                  </a:ext>
                </a:extLst>
              </p:cNvPr>
              <p:cNvSpPr/>
              <p:nvPr/>
            </p:nvSpPr>
            <p:spPr>
              <a:xfrm>
                <a:off x="5392528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g181">
                <a:extLst>
                  <a:ext uri="{FF2B5EF4-FFF2-40B4-BE49-F238E27FC236}">
                    <a16:creationId xmlns:a16="http://schemas.microsoft.com/office/drawing/2014/main" id="{61E1F958-8EFC-9BB7-EA5B-16D4C5D5DF85}"/>
                  </a:ext>
                </a:extLst>
              </p:cNvPr>
              <p:cNvSpPr/>
              <p:nvPr/>
            </p:nvSpPr>
            <p:spPr>
              <a:xfrm>
                <a:off x="5404165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g182">
                <a:extLst>
                  <a:ext uri="{FF2B5EF4-FFF2-40B4-BE49-F238E27FC236}">
                    <a16:creationId xmlns:a16="http://schemas.microsoft.com/office/drawing/2014/main" id="{30F90229-334D-BA03-28A8-D4F4C192E080}"/>
                  </a:ext>
                </a:extLst>
              </p:cNvPr>
              <p:cNvSpPr/>
              <p:nvPr/>
            </p:nvSpPr>
            <p:spPr>
              <a:xfrm>
                <a:off x="5415803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g183">
                <a:extLst>
                  <a:ext uri="{FF2B5EF4-FFF2-40B4-BE49-F238E27FC236}">
                    <a16:creationId xmlns:a16="http://schemas.microsoft.com/office/drawing/2014/main" id="{62BA4DC8-6546-A8F4-BC2A-522C4F8B53B9}"/>
                  </a:ext>
                </a:extLst>
              </p:cNvPr>
              <p:cNvSpPr/>
              <p:nvPr/>
            </p:nvSpPr>
            <p:spPr>
              <a:xfrm>
                <a:off x="5427440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g184">
                <a:extLst>
                  <a:ext uri="{FF2B5EF4-FFF2-40B4-BE49-F238E27FC236}">
                    <a16:creationId xmlns:a16="http://schemas.microsoft.com/office/drawing/2014/main" id="{A2E8C31F-741A-E549-D588-157AF3B19D71}"/>
                  </a:ext>
                </a:extLst>
              </p:cNvPr>
              <p:cNvSpPr/>
              <p:nvPr/>
            </p:nvSpPr>
            <p:spPr>
              <a:xfrm>
                <a:off x="5439077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g185">
                <a:extLst>
                  <a:ext uri="{FF2B5EF4-FFF2-40B4-BE49-F238E27FC236}">
                    <a16:creationId xmlns:a16="http://schemas.microsoft.com/office/drawing/2014/main" id="{A34A3F09-27B9-F69A-D36C-B8F62C25670E}"/>
                  </a:ext>
                </a:extLst>
              </p:cNvPr>
              <p:cNvSpPr/>
              <p:nvPr/>
            </p:nvSpPr>
            <p:spPr>
              <a:xfrm>
                <a:off x="5450715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g186">
                <a:extLst>
                  <a:ext uri="{FF2B5EF4-FFF2-40B4-BE49-F238E27FC236}">
                    <a16:creationId xmlns:a16="http://schemas.microsoft.com/office/drawing/2014/main" id="{ED31150F-00FE-D83A-4373-6387870108AE}"/>
                  </a:ext>
                </a:extLst>
              </p:cNvPr>
              <p:cNvSpPr/>
              <p:nvPr/>
            </p:nvSpPr>
            <p:spPr>
              <a:xfrm>
                <a:off x="5462352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g187">
                <a:extLst>
                  <a:ext uri="{FF2B5EF4-FFF2-40B4-BE49-F238E27FC236}">
                    <a16:creationId xmlns:a16="http://schemas.microsoft.com/office/drawing/2014/main" id="{CD6BF62F-DA6E-B909-0FB2-77B3707A6F4C}"/>
                  </a:ext>
                </a:extLst>
              </p:cNvPr>
              <p:cNvSpPr/>
              <p:nvPr/>
            </p:nvSpPr>
            <p:spPr>
              <a:xfrm>
                <a:off x="5473989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g188">
                <a:extLst>
                  <a:ext uri="{FF2B5EF4-FFF2-40B4-BE49-F238E27FC236}">
                    <a16:creationId xmlns:a16="http://schemas.microsoft.com/office/drawing/2014/main" id="{DDC8F9AF-6CFB-0559-1848-86994D3B247B}"/>
                  </a:ext>
                </a:extLst>
              </p:cNvPr>
              <p:cNvSpPr/>
              <p:nvPr/>
            </p:nvSpPr>
            <p:spPr>
              <a:xfrm>
                <a:off x="5485627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g189">
                <a:extLst>
                  <a:ext uri="{FF2B5EF4-FFF2-40B4-BE49-F238E27FC236}">
                    <a16:creationId xmlns:a16="http://schemas.microsoft.com/office/drawing/2014/main" id="{CF6ED800-20C6-9301-5CEC-DCA84FA6202F}"/>
                  </a:ext>
                </a:extLst>
              </p:cNvPr>
              <p:cNvSpPr/>
              <p:nvPr/>
            </p:nvSpPr>
            <p:spPr>
              <a:xfrm>
                <a:off x="5369253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g190">
                <a:extLst>
                  <a:ext uri="{FF2B5EF4-FFF2-40B4-BE49-F238E27FC236}">
                    <a16:creationId xmlns:a16="http://schemas.microsoft.com/office/drawing/2014/main" id="{CD5C50E6-8C2E-13F1-BEB4-63127851A826}"/>
                  </a:ext>
                </a:extLst>
              </p:cNvPr>
              <p:cNvSpPr/>
              <p:nvPr/>
            </p:nvSpPr>
            <p:spPr>
              <a:xfrm>
                <a:off x="5380891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g191">
                <a:extLst>
                  <a:ext uri="{FF2B5EF4-FFF2-40B4-BE49-F238E27FC236}">
                    <a16:creationId xmlns:a16="http://schemas.microsoft.com/office/drawing/2014/main" id="{B65B9C98-6A1F-C4D3-3F03-D5609C47E44B}"/>
                  </a:ext>
                </a:extLst>
              </p:cNvPr>
              <p:cNvSpPr/>
              <p:nvPr/>
            </p:nvSpPr>
            <p:spPr>
              <a:xfrm>
                <a:off x="5392528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g192">
                <a:extLst>
                  <a:ext uri="{FF2B5EF4-FFF2-40B4-BE49-F238E27FC236}">
                    <a16:creationId xmlns:a16="http://schemas.microsoft.com/office/drawing/2014/main" id="{B853CBC3-D1A7-A1E7-D620-4C67A4D26997}"/>
                  </a:ext>
                </a:extLst>
              </p:cNvPr>
              <p:cNvSpPr/>
              <p:nvPr/>
            </p:nvSpPr>
            <p:spPr>
              <a:xfrm>
                <a:off x="5404165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g193">
                <a:extLst>
                  <a:ext uri="{FF2B5EF4-FFF2-40B4-BE49-F238E27FC236}">
                    <a16:creationId xmlns:a16="http://schemas.microsoft.com/office/drawing/2014/main" id="{1F9D3F12-FA9B-EBB6-04F0-DEB6E2D113F3}"/>
                  </a:ext>
                </a:extLst>
              </p:cNvPr>
              <p:cNvSpPr/>
              <p:nvPr/>
            </p:nvSpPr>
            <p:spPr>
              <a:xfrm>
                <a:off x="5415803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g194">
                <a:extLst>
                  <a:ext uri="{FF2B5EF4-FFF2-40B4-BE49-F238E27FC236}">
                    <a16:creationId xmlns:a16="http://schemas.microsoft.com/office/drawing/2014/main" id="{F6ED5A8F-9CDC-D0C6-A7B6-6DB2455815BA}"/>
                  </a:ext>
                </a:extLst>
              </p:cNvPr>
              <p:cNvSpPr/>
              <p:nvPr/>
            </p:nvSpPr>
            <p:spPr>
              <a:xfrm>
                <a:off x="5427440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g195">
                <a:extLst>
                  <a:ext uri="{FF2B5EF4-FFF2-40B4-BE49-F238E27FC236}">
                    <a16:creationId xmlns:a16="http://schemas.microsoft.com/office/drawing/2014/main" id="{0125CECD-C79F-FB47-3464-55DF684CC1D2}"/>
                  </a:ext>
                </a:extLst>
              </p:cNvPr>
              <p:cNvSpPr/>
              <p:nvPr/>
            </p:nvSpPr>
            <p:spPr>
              <a:xfrm>
                <a:off x="5439077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g196">
                <a:extLst>
                  <a:ext uri="{FF2B5EF4-FFF2-40B4-BE49-F238E27FC236}">
                    <a16:creationId xmlns:a16="http://schemas.microsoft.com/office/drawing/2014/main" id="{3B9FB333-A096-35FC-9B5D-B133E2CCA3AE}"/>
                  </a:ext>
                </a:extLst>
              </p:cNvPr>
              <p:cNvSpPr/>
              <p:nvPr/>
            </p:nvSpPr>
            <p:spPr>
              <a:xfrm>
                <a:off x="5450715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g197">
                <a:extLst>
                  <a:ext uri="{FF2B5EF4-FFF2-40B4-BE49-F238E27FC236}">
                    <a16:creationId xmlns:a16="http://schemas.microsoft.com/office/drawing/2014/main" id="{5BBBA3B7-8CF1-3FDE-6DA3-66EFC75E59B0}"/>
                  </a:ext>
                </a:extLst>
              </p:cNvPr>
              <p:cNvSpPr/>
              <p:nvPr/>
            </p:nvSpPr>
            <p:spPr>
              <a:xfrm>
                <a:off x="5462352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g198">
                <a:extLst>
                  <a:ext uri="{FF2B5EF4-FFF2-40B4-BE49-F238E27FC236}">
                    <a16:creationId xmlns:a16="http://schemas.microsoft.com/office/drawing/2014/main" id="{8D366659-726D-C4F8-C4EC-83B3AB29B9C6}"/>
                  </a:ext>
                </a:extLst>
              </p:cNvPr>
              <p:cNvSpPr/>
              <p:nvPr/>
            </p:nvSpPr>
            <p:spPr>
              <a:xfrm>
                <a:off x="6311877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g199">
                <a:extLst>
                  <a:ext uri="{FF2B5EF4-FFF2-40B4-BE49-F238E27FC236}">
                    <a16:creationId xmlns:a16="http://schemas.microsoft.com/office/drawing/2014/main" id="{5A2423DE-B583-9C43-953F-CE3499C5F209}"/>
                  </a:ext>
                </a:extLst>
              </p:cNvPr>
              <p:cNvSpPr/>
              <p:nvPr/>
            </p:nvSpPr>
            <p:spPr>
              <a:xfrm>
                <a:off x="531106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g200">
                <a:extLst>
                  <a:ext uri="{FF2B5EF4-FFF2-40B4-BE49-F238E27FC236}">
                    <a16:creationId xmlns:a16="http://schemas.microsoft.com/office/drawing/2014/main" id="{8BB81470-C581-F50A-79C8-6F2321F87CA5}"/>
                  </a:ext>
                </a:extLst>
              </p:cNvPr>
              <p:cNvSpPr/>
              <p:nvPr/>
            </p:nvSpPr>
            <p:spPr>
              <a:xfrm>
                <a:off x="5322704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g201">
                <a:extLst>
                  <a:ext uri="{FF2B5EF4-FFF2-40B4-BE49-F238E27FC236}">
                    <a16:creationId xmlns:a16="http://schemas.microsoft.com/office/drawing/2014/main" id="{71403CF4-E13B-3604-5D80-5874F635BC5E}"/>
                  </a:ext>
                </a:extLst>
              </p:cNvPr>
              <p:cNvSpPr/>
              <p:nvPr/>
            </p:nvSpPr>
            <p:spPr>
              <a:xfrm>
                <a:off x="5334341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g202">
                <a:extLst>
                  <a:ext uri="{FF2B5EF4-FFF2-40B4-BE49-F238E27FC236}">
                    <a16:creationId xmlns:a16="http://schemas.microsoft.com/office/drawing/2014/main" id="{32241B4C-A42F-CD7E-266F-F26D6FD3E137}"/>
                  </a:ext>
                </a:extLst>
              </p:cNvPr>
              <p:cNvSpPr/>
              <p:nvPr/>
            </p:nvSpPr>
            <p:spPr>
              <a:xfrm>
                <a:off x="5345979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g203">
                <a:extLst>
                  <a:ext uri="{FF2B5EF4-FFF2-40B4-BE49-F238E27FC236}">
                    <a16:creationId xmlns:a16="http://schemas.microsoft.com/office/drawing/2014/main" id="{24F02545-AB0E-AF12-F1C0-732540A5A1BA}"/>
                  </a:ext>
                </a:extLst>
              </p:cNvPr>
              <p:cNvSpPr/>
              <p:nvPr/>
            </p:nvSpPr>
            <p:spPr>
              <a:xfrm>
                <a:off x="5357616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g204">
                <a:extLst>
                  <a:ext uri="{FF2B5EF4-FFF2-40B4-BE49-F238E27FC236}">
                    <a16:creationId xmlns:a16="http://schemas.microsoft.com/office/drawing/2014/main" id="{392DA34C-FDD6-71F5-518C-8A2D83C9D207}"/>
                  </a:ext>
                </a:extLst>
              </p:cNvPr>
              <p:cNvSpPr/>
              <p:nvPr/>
            </p:nvSpPr>
            <p:spPr>
              <a:xfrm>
                <a:off x="5369253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g205">
                <a:extLst>
                  <a:ext uri="{FF2B5EF4-FFF2-40B4-BE49-F238E27FC236}">
                    <a16:creationId xmlns:a16="http://schemas.microsoft.com/office/drawing/2014/main" id="{85F442A7-3C07-3E89-C876-DAEF45EB9B2B}"/>
                  </a:ext>
                </a:extLst>
              </p:cNvPr>
              <p:cNvSpPr/>
              <p:nvPr/>
            </p:nvSpPr>
            <p:spPr>
              <a:xfrm>
                <a:off x="5380891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g206">
                <a:extLst>
                  <a:ext uri="{FF2B5EF4-FFF2-40B4-BE49-F238E27FC236}">
                    <a16:creationId xmlns:a16="http://schemas.microsoft.com/office/drawing/2014/main" id="{7305BB69-2493-D0FA-7C46-9C1D5500BCD1}"/>
                  </a:ext>
                </a:extLst>
              </p:cNvPr>
              <p:cNvSpPr/>
              <p:nvPr/>
            </p:nvSpPr>
            <p:spPr>
              <a:xfrm>
                <a:off x="5392528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g207">
                <a:extLst>
                  <a:ext uri="{FF2B5EF4-FFF2-40B4-BE49-F238E27FC236}">
                    <a16:creationId xmlns:a16="http://schemas.microsoft.com/office/drawing/2014/main" id="{1DEA46F5-B3A0-B188-469E-6C32CAC4E860}"/>
                  </a:ext>
                </a:extLst>
              </p:cNvPr>
              <p:cNvSpPr/>
              <p:nvPr/>
            </p:nvSpPr>
            <p:spPr>
              <a:xfrm>
                <a:off x="540416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g208">
                <a:extLst>
                  <a:ext uri="{FF2B5EF4-FFF2-40B4-BE49-F238E27FC236}">
                    <a16:creationId xmlns:a16="http://schemas.microsoft.com/office/drawing/2014/main" id="{5EA21E6D-B930-AFF2-1E25-CE53382422B3}"/>
                  </a:ext>
                </a:extLst>
              </p:cNvPr>
              <p:cNvSpPr/>
              <p:nvPr/>
            </p:nvSpPr>
            <p:spPr>
              <a:xfrm>
                <a:off x="5415803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g209">
                <a:extLst>
                  <a:ext uri="{FF2B5EF4-FFF2-40B4-BE49-F238E27FC236}">
                    <a16:creationId xmlns:a16="http://schemas.microsoft.com/office/drawing/2014/main" id="{E4F88589-7CB0-BF96-2851-2F1CA245A414}"/>
                  </a:ext>
                </a:extLst>
              </p:cNvPr>
              <p:cNvSpPr/>
              <p:nvPr/>
            </p:nvSpPr>
            <p:spPr>
              <a:xfrm>
                <a:off x="5427440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g210">
                <a:extLst>
                  <a:ext uri="{FF2B5EF4-FFF2-40B4-BE49-F238E27FC236}">
                    <a16:creationId xmlns:a16="http://schemas.microsoft.com/office/drawing/2014/main" id="{FA16B285-00EC-2525-DF6F-F387E1EBA3CF}"/>
                  </a:ext>
                </a:extLst>
              </p:cNvPr>
              <p:cNvSpPr/>
              <p:nvPr/>
            </p:nvSpPr>
            <p:spPr>
              <a:xfrm>
                <a:off x="543907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g211">
                <a:extLst>
                  <a:ext uri="{FF2B5EF4-FFF2-40B4-BE49-F238E27FC236}">
                    <a16:creationId xmlns:a16="http://schemas.microsoft.com/office/drawing/2014/main" id="{9D81428B-6DB4-C7BA-54B4-5FDCE5F5B44B}"/>
                  </a:ext>
                </a:extLst>
              </p:cNvPr>
              <p:cNvSpPr/>
              <p:nvPr/>
            </p:nvSpPr>
            <p:spPr>
              <a:xfrm>
                <a:off x="545071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g212">
                <a:extLst>
                  <a:ext uri="{FF2B5EF4-FFF2-40B4-BE49-F238E27FC236}">
                    <a16:creationId xmlns:a16="http://schemas.microsoft.com/office/drawing/2014/main" id="{BB68111F-DC15-10BB-88E8-531EFDBD8268}"/>
                  </a:ext>
                </a:extLst>
              </p:cNvPr>
              <p:cNvSpPr/>
              <p:nvPr/>
            </p:nvSpPr>
            <p:spPr>
              <a:xfrm>
                <a:off x="627696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g213">
                <a:extLst>
                  <a:ext uri="{FF2B5EF4-FFF2-40B4-BE49-F238E27FC236}">
                    <a16:creationId xmlns:a16="http://schemas.microsoft.com/office/drawing/2014/main" id="{6A0F9D95-CCA2-6BE4-79CB-4F8C91C0E120}"/>
                  </a:ext>
                </a:extLst>
              </p:cNvPr>
              <p:cNvSpPr/>
              <p:nvPr/>
            </p:nvSpPr>
            <p:spPr>
              <a:xfrm>
                <a:off x="6288602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g214">
                <a:extLst>
                  <a:ext uri="{FF2B5EF4-FFF2-40B4-BE49-F238E27FC236}">
                    <a16:creationId xmlns:a16="http://schemas.microsoft.com/office/drawing/2014/main" id="{C626BA78-2D94-E779-51ED-B17C3E759512}"/>
                  </a:ext>
                </a:extLst>
              </p:cNvPr>
              <p:cNvSpPr/>
              <p:nvPr/>
            </p:nvSpPr>
            <p:spPr>
              <a:xfrm>
                <a:off x="6300240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g215">
                <a:extLst>
                  <a:ext uri="{FF2B5EF4-FFF2-40B4-BE49-F238E27FC236}">
                    <a16:creationId xmlns:a16="http://schemas.microsoft.com/office/drawing/2014/main" id="{68EB2BE6-5BD9-9FD5-AEF3-DE1CF54EF514}"/>
                  </a:ext>
                </a:extLst>
              </p:cNvPr>
              <p:cNvSpPr/>
              <p:nvPr/>
            </p:nvSpPr>
            <p:spPr>
              <a:xfrm>
                <a:off x="631187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g216">
                <a:extLst>
                  <a:ext uri="{FF2B5EF4-FFF2-40B4-BE49-F238E27FC236}">
                    <a16:creationId xmlns:a16="http://schemas.microsoft.com/office/drawing/2014/main" id="{7A82C1DB-F1BD-F0AE-9E01-96DDBCE712F1}"/>
                  </a:ext>
                </a:extLst>
              </p:cNvPr>
              <p:cNvSpPr/>
              <p:nvPr/>
            </p:nvSpPr>
            <p:spPr>
              <a:xfrm>
                <a:off x="6323514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g217">
                <a:extLst>
                  <a:ext uri="{FF2B5EF4-FFF2-40B4-BE49-F238E27FC236}">
                    <a16:creationId xmlns:a16="http://schemas.microsoft.com/office/drawing/2014/main" id="{46932D40-DC35-2159-6BBA-C5974BB3CCA0}"/>
                  </a:ext>
                </a:extLst>
              </p:cNvPr>
              <p:cNvSpPr/>
              <p:nvPr/>
            </p:nvSpPr>
            <p:spPr>
              <a:xfrm>
                <a:off x="5299429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g218">
                <a:extLst>
                  <a:ext uri="{FF2B5EF4-FFF2-40B4-BE49-F238E27FC236}">
                    <a16:creationId xmlns:a16="http://schemas.microsoft.com/office/drawing/2014/main" id="{EA86C5C0-7B0D-94B3-2241-C6BF5A8DAA71}"/>
                  </a:ext>
                </a:extLst>
              </p:cNvPr>
              <p:cNvSpPr/>
              <p:nvPr/>
            </p:nvSpPr>
            <p:spPr>
              <a:xfrm>
                <a:off x="531106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g219">
                <a:extLst>
                  <a:ext uri="{FF2B5EF4-FFF2-40B4-BE49-F238E27FC236}">
                    <a16:creationId xmlns:a16="http://schemas.microsoft.com/office/drawing/2014/main" id="{F94CA885-61F5-0218-3FD2-D1234365FD95}"/>
                  </a:ext>
                </a:extLst>
              </p:cNvPr>
              <p:cNvSpPr/>
              <p:nvPr/>
            </p:nvSpPr>
            <p:spPr>
              <a:xfrm>
                <a:off x="532270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g220">
                <a:extLst>
                  <a:ext uri="{FF2B5EF4-FFF2-40B4-BE49-F238E27FC236}">
                    <a16:creationId xmlns:a16="http://schemas.microsoft.com/office/drawing/2014/main" id="{C094658B-B664-C50B-44F3-A0FCC5A94421}"/>
                  </a:ext>
                </a:extLst>
              </p:cNvPr>
              <p:cNvSpPr/>
              <p:nvPr/>
            </p:nvSpPr>
            <p:spPr>
              <a:xfrm>
                <a:off x="533434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g221">
                <a:extLst>
                  <a:ext uri="{FF2B5EF4-FFF2-40B4-BE49-F238E27FC236}">
                    <a16:creationId xmlns:a16="http://schemas.microsoft.com/office/drawing/2014/main" id="{7DCCE032-F6FF-9469-498A-1A1E9C7FE45E}"/>
                  </a:ext>
                </a:extLst>
              </p:cNvPr>
              <p:cNvSpPr/>
              <p:nvPr/>
            </p:nvSpPr>
            <p:spPr>
              <a:xfrm>
                <a:off x="5345979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g222">
                <a:extLst>
                  <a:ext uri="{FF2B5EF4-FFF2-40B4-BE49-F238E27FC236}">
                    <a16:creationId xmlns:a16="http://schemas.microsoft.com/office/drawing/2014/main" id="{C833A806-1E29-CDB9-17A3-B140E8954469}"/>
                  </a:ext>
                </a:extLst>
              </p:cNvPr>
              <p:cNvSpPr/>
              <p:nvPr/>
            </p:nvSpPr>
            <p:spPr>
              <a:xfrm>
                <a:off x="5357616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g223">
                <a:extLst>
                  <a:ext uri="{FF2B5EF4-FFF2-40B4-BE49-F238E27FC236}">
                    <a16:creationId xmlns:a16="http://schemas.microsoft.com/office/drawing/2014/main" id="{368E7735-A882-3061-AAE0-C47A44F1E20F}"/>
                  </a:ext>
                </a:extLst>
              </p:cNvPr>
              <p:cNvSpPr/>
              <p:nvPr/>
            </p:nvSpPr>
            <p:spPr>
              <a:xfrm>
                <a:off x="5369253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g224">
                <a:extLst>
                  <a:ext uri="{FF2B5EF4-FFF2-40B4-BE49-F238E27FC236}">
                    <a16:creationId xmlns:a16="http://schemas.microsoft.com/office/drawing/2014/main" id="{FBB74529-DF64-6891-8BFC-971813651AD5}"/>
                  </a:ext>
                </a:extLst>
              </p:cNvPr>
              <p:cNvSpPr/>
              <p:nvPr/>
            </p:nvSpPr>
            <p:spPr>
              <a:xfrm>
                <a:off x="538089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g225">
                <a:extLst>
                  <a:ext uri="{FF2B5EF4-FFF2-40B4-BE49-F238E27FC236}">
                    <a16:creationId xmlns:a16="http://schemas.microsoft.com/office/drawing/2014/main" id="{3C43A880-E2B1-05B9-E491-D858D550A1D4}"/>
                  </a:ext>
                </a:extLst>
              </p:cNvPr>
              <p:cNvSpPr/>
              <p:nvPr/>
            </p:nvSpPr>
            <p:spPr>
              <a:xfrm>
                <a:off x="539252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g226">
                <a:extLst>
                  <a:ext uri="{FF2B5EF4-FFF2-40B4-BE49-F238E27FC236}">
                    <a16:creationId xmlns:a16="http://schemas.microsoft.com/office/drawing/2014/main" id="{5289ADEA-C69E-5C81-727A-430F89F6B232}"/>
                  </a:ext>
                </a:extLst>
              </p:cNvPr>
              <p:cNvSpPr/>
              <p:nvPr/>
            </p:nvSpPr>
            <p:spPr>
              <a:xfrm>
                <a:off x="5404165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g227">
                <a:extLst>
                  <a:ext uri="{FF2B5EF4-FFF2-40B4-BE49-F238E27FC236}">
                    <a16:creationId xmlns:a16="http://schemas.microsoft.com/office/drawing/2014/main" id="{BF3FCBFD-50A5-9ADB-6185-07AE6C0F0F74}"/>
                  </a:ext>
                </a:extLst>
              </p:cNvPr>
              <p:cNvSpPr/>
              <p:nvPr/>
            </p:nvSpPr>
            <p:spPr>
              <a:xfrm>
                <a:off x="5415803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g228">
                <a:extLst>
                  <a:ext uri="{FF2B5EF4-FFF2-40B4-BE49-F238E27FC236}">
                    <a16:creationId xmlns:a16="http://schemas.microsoft.com/office/drawing/2014/main" id="{646C190A-45F0-94B3-F134-0898D6615FE3}"/>
                  </a:ext>
                </a:extLst>
              </p:cNvPr>
              <p:cNvSpPr/>
              <p:nvPr/>
            </p:nvSpPr>
            <p:spPr>
              <a:xfrm>
                <a:off x="542744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g229">
                <a:extLst>
                  <a:ext uri="{FF2B5EF4-FFF2-40B4-BE49-F238E27FC236}">
                    <a16:creationId xmlns:a16="http://schemas.microsoft.com/office/drawing/2014/main" id="{A77C0B3E-2869-5BA8-A2CF-E79C7B0DE16E}"/>
                  </a:ext>
                </a:extLst>
              </p:cNvPr>
              <p:cNvSpPr/>
              <p:nvPr/>
            </p:nvSpPr>
            <p:spPr>
              <a:xfrm>
                <a:off x="543907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g230">
                <a:extLst>
                  <a:ext uri="{FF2B5EF4-FFF2-40B4-BE49-F238E27FC236}">
                    <a16:creationId xmlns:a16="http://schemas.microsoft.com/office/drawing/2014/main" id="{236CB669-4866-5E13-DD84-EF8698C9E4A9}"/>
                  </a:ext>
                </a:extLst>
              </p:cNvPr>
              <p:cNvSpPr/>
              <p:nvPr/>
            </p:nvSpPr>
            <p:spPr>
              <a:xfrm>
                <a:off x="6183866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g231">
                <a:extLst>
                  <a:ext uri="{FF2B5EF4-FFF2-40B4-BE49-F238E27FC236}">
                    <a16:creationId xmlns:a16="http://schemas.microsoft.com/office/drawing/2014/main" id="{F2C4EFDE-4AB0-EA33-2289-F8590DA98671}"/>
                  </a:ext>
                </a:extLst>
              </p:cNvPr>
              <p:cNvSpPr/>
              <p:nvPr/>
            </p:nvSpPr>
            <p:spPr>
              <a:xfrm>
                <a:off x="619550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g232">
                <a:extLst>
                  <a:ext uri="{FF2B5EF4-FFF2-40B4-BE49-F238E27FC236}">
                    <a16:creationId xmlns:a16="http://schemas.microsoft.com/office/drawing/2014/main" id="{25B8898F-DE5F-6960-4070-90BB36F3C081}"/>
                  </a:ext>
                </a:extLst>
              </p:cNvPr>
              <p:cNvSpPr/>
              <p:nvPr/>
            </p:nvSpPr>
            <p:spPr>
              <a:xfrm>
                <a:off x="620714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g233">
                <a:extLst>
                  <a:ext uri="{FF2B5EF4-FFF2-40B4-BE49-F238E27FC236}">
                    <a16:creationId xmlns:a16="http://schemas.microsoft.com/office/drawing/2014/main" id="{B601F182-E6E3-043E-45FD-30449AC30789}"/>
                  </a:ext>
                </a:extLst>
              </p:cNvPr>
              <p:cNvSpPr/>
              <p:nvPr/>
            </p:nvSpPr>
            <p:spPr>
              <a:xfrm>
                <a:off x="621877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g234">
                <a:extLst>
                  <a:ext uri="{FF2B5EF4-FFF2-40B4-BE49-F238E27FC236}">
                    <a16:creationId xmlns:a16="http://schemas.microsoft.com/office/drawing/2014/main" id="{42841373-5015-6DEE-2FDA-C59343BF212E}"/>
                  </a:ext>
                </a:extLst>
              </p:cNvPr>
              <p:cNvSpPr/>
              <p:nvPr/>
            </p:nvSpPr>
            <p:spPr>
              <a:xfrm>
                <a:off x="625369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g235">
                <a:extLst>
                  <a:ext uri="{FF2B5EF4-FFF2-40B4-BE49-F238E27FC236}">
                    <a16:creationId xmlns:a16="http://schemas.microsoft.com/office/drawing/2014/main" id="{2485BADB-A724-431B-9692-4C0F2B5C0323}"/>
                  </a:ext>
                </a:extLst>
              </p:cNvPr>
              <p:cNvSpPr/>
              <p:nvPr/>
            </p:nvSpPr>
            <p:spPr>
              <a:xfrm>
                <a:off x="626532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g236">
                <a:extLst>
                  <a:ext uri="{FF2B5EF4-FFF2-40B4-BE49-F238E27FC236}">
                    <a16:creationId xmlns:a16="http://schemas.microsoft.com/office/drawing/2014/main" id="{CF856358-AA61-3C57-3548-20E307C6F4D7}"/>
                  </a:ext>
                </a:extLst>
              </p:cNvPr>
              <p:cNvSpPr/>
              <p:nvPr/>
            </p:nvSpPr>
            <p:spPr>
              <a:xfrm>
                <a:off x="6276965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g237">
                <a:extLst>
                  <a:ext uri="{FF2B5EF4-FFF2-40B4-BE49-F238E27FC236}">
                    <a16:creationId xmlns:a16="http://schemas.microsoft.com/office/drawing/2014/main" id="{EF8E1A10-5A52-E482-3F94-6EB1F6963B37}"/>
                  </a:ext>
                </a:extLst>
              </p:cNvPr>
              <p:cNvSpPr/>
              <p:nvPr/>
            </p:nvSpPr>
            <p:spPr>
              <a:xfrm>
                <a:off x="6288602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g238">
                <a:extLst>
                  <a:ext uri="{FF2B5EF4-FFF2-40B4-BE49-F238E27FC236}">
                    <a16:creationId xmlns:a16="http://schemas.microsoft.com/office/drawing/2014/main" id="{8839D1D1-2441-D9F9-9D8C-A905F20970DF}"/>
                  </a:ext>
                </a:extLst>
              </p:cNvPr>
              <p:cNvSpPr/>
              <p:nvPr/>
            </p:nvSpPr>
            <p:spPr>
              <a:xfrm>
                <a:off x="630024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g239">
                <a:extLst>
                  <a:ext uri="{FF2B5EF4-FFF2-40B4-BE49-F238E27FC236}">
                    <a16:creationId xmlns:a16="http://schemas.microsoft.com/office/drawing/2014/main" id="{3208D6E4-AD26-07B8-BDA9-5ECD9E1D0250}"/>
                  </a:ext>
                </a:extLst>
              </p:cNvPr>
              <p:cNvSpPr/>
              <p:nvPr/>
            </p:nvSpPr>
            <p:spPr>
              <a:xfrm>
                <a:off x="631187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g240">
                <a:extLst>
                  <a:ext uri="{FF2B5EF4-FFF2-40B4-BE49-F238E27FC236}">
                    <a16:creationId xmlns:a16="http://schemas.microsoft.com/office/drawing/2014/main" id="{D914B7BE-17A1-F45D-311B-D4633C242E0E}"/>
                  </a:ext>
                </a:extLst>
              </p:cNvPr>
              <p:cNvSpPr/>
              <p:nvPr/>
            </p:nvSpPr>
            <p:spPr>
              <a:xfrm>
                <a:off x="632351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g241">
                <a:extLst>
                  <a:ext uri="{FF2B5EF4-FFF2-40B4-BE49-F238E27FC236}">
                    <a16:creationId xmlns:a16="http://schemas.microsoft.com/office/drawing/2014/main" id="{10AC29A9-4283-BF37-F802-A0ABC5F7F090}"/>
                  </a:ext>
                </a:extLst>
              </p:cNvPr>
              <p:cNvSpPr/>
              <p:nvPr/>
            </p:nvSpPr>
            <p:spPr>
              <a:xfrm>
                <a:off x="6335152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g242">
                <a:extLst>
                  <a:ext uri="{FF2B5EF4-FFF2-40B4-BE49-F238E27FC236}">
                    <a16:creationId xmlns:a16="http://schemas.microsoft.com/office/drawing/2014/main" id="{74D99B2E-1C76-207F-7693-B7A965A67868}"/>
                  </a:ext>
                </a:extLst>
              </p:cNvPr>
              <p:cNvSpPr/>
              <p:nvPr/>
            </p:nvSpPr>
            <p:spPr>
              <a:xfrm>
                <a:off x="529942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g243">
                <a:extLst>
                  <a:ext uri="{FF2B5EF4-FFF2-40B4-BE49-F238E27FC236}">
                    <a16:creationId xmlns:a16="http://schemas.microsoft.com/office/drawing/2014/main" id="{2D01D50A-40C7-9669-E7B7-6CBB17A74927}"/>
                  </a:ext>
                </a:extLst>
              </p:cNvPr>
              <p:cNvSpPr/>
              <p:nvPr/>
            </p:nvSpPr>
            <p:spPr>
              <a:xfrm>
                <a:off x="5311067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g244">
                <a:extLst>
                  <a:ext uri="{FF2B5EF4-FFF2-40B4-BE49-F238E27FC236}">
                    <a16:creationId xmlns:a16="http://schemas.microsoft.com/office/drawing/2014/main" id="{E7B7552C-FD9F-9ED2-3E3E-753DEB5130CD}"/>
                  </a:ext>
                </a:extLst>
              </p:cNvPr>
              <p:cNvSpPr/>
              <p:nvPr/>
            </p:nvSpPr>
            <p:spPr>
              <a:xfrm>
                <a:off x="532270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g245">
                <a:extLst>
                  <a:ext uri="{FF2B5EF4-FFF2-40B4-BE49-F238E27FC236}">
                    <a16:creationId xmlns:a16="http://schemas.microsoft.com/office/drawing/2014/main" id="{7C9B23D8-5683-3418-8E46-1B7BFA5798E7}"/>
                  </a:ext>
                </a:extLst>
              </p:cNvPr>
              <p:cNvSpPr/>
              <p:nvPr/>
            </p:nvSpPr>
            <p:spPr>
              <a:xfrm>
                <a:off x="533434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g246">
                <a:extLst>
                  <a:ext uri="{FF2B5EF4-FFF2-40B4-BE49-F238E27FC236}">
                    <a16:creationId xmlns:a16="http://schemas.microsoft.com/office/drawing/2014/main" id="{C65A1BC1-CE01-A27D-EC81-5EC457842749}"/>
                  </a:ext>
                </a:extLst>
              </p:cNvPr>
              <p:cNvSpPr/>
              <p:nvPr/>
            </p:nvSpPr>
            <p:spPr>
              <a:xfrm>
                <a:off x="534597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g247">
                <a:extLst>
                  <a:ext uri="{FF2B5EF4-FFF2-40B4-BE49-F238E27FC236}">
                    <a16:creationId xmlns:a16="http://schemas.microsoft.com/office/drawing/2014/main" id="{549E0390-A473-8EDC-9D50-73D2E45B8931}"/>
                  </a:ext>
                </a:extLst>
              </p:cNvPr>
              <p:cNvSpPr/>
              <p:nvPr/>
            </p:nvSpPr>
            <p:spPr>
              <a:xfrm>
                <a:off x="535761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g248">
                <a:extLst>
                  <a:ext uri="{FF2B5EF4-FFF2-40B4-BE49-F238E27FC236}">
                    <a16:creationId xmlns:a16="http://schemas.microsoft.com/office/drawing/2014/main" id="{CCB3D7F0-A336-1823-5859-E9BCB5A14162}"/>
                  </a:ext>
                </a:extLst>
              </p:cNvPr>
              <p:cNvSpPr/>
              <p:nvPr/>
            </p:nvSpPr>
            <p:spPr>
              <a:xfrm>
                <a:off x="536925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g249">
                <a:extLst>
                  <a:ext uri="{FF2B5EF4-FFF2-40B4-BE49-F238E27FC236}">
                    <a16:creationId xmlns:a16="http://schemas.microsoft.com/office/drawing/2014/main" id="{5E4CB5F9-EB58-9BFE-2171-02498E8B391A}"/>
                  </a:ext>
                </a:extLst>
              </p:cNvPr>
              <p:cNvSpPr/>
              <p:nvPr/>
            </p:nvSpPr>
            <p:spPr>
              <a:xfrm>
                <a:off x="538089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g250">
                <a:extLst>
                  <a:ext uri="{FF2B5EF4-FFF2-40B4-BE49-F238E27FC236}">
                    <a16:creationId xmlns:a16="http://schemas.microsoft.com/office/drawing/2014/main" id="{85ECFAF0-A4ED-95B3-36FF-ECE6BB05D071}"/>
                  </a:ext>
                </a:extLst>
              </p:cNvPr>
              <p:cNvSpPr/>
              <p:nvPr/>
            </p:nvSpPr>
            <p:spPr>
              <a:xfrm>
                <a:off x="539252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g251">
                <a:extLst>
                  <a:ext uri="{FF2B5EF4-FFF2-40B4-BE49-F238E27FC236}">
                    <a16:creationId xmlns:a16="http://schemas.microsoft.com/office/drawing/2014/main" id="{AA4C76EB-36F4-316F-81EF-16C69D68E167}"/>
                  </a:ext>
                </a:extLst>
              </p:cNvPr>
              <p:cNvSpPr/>
              <p:nvPr/>
            </p:nvSpPr>
            <p:spPr>
              <a:xfrm>
                <a:off x="5404165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g252">
                <a:extLst>
                  <a:ext uri="{FF2B5EF4-FFF2-40B4-BE49-F238E27FC236}">
                    <a16:creationId xmlns:a16="http://schemas.microsoft.com/office/drawing/2014/main" id="{0A958963-ECD4-F36A-757C-A6B757552ABC}"/>
                  </a:ext>
                </a:extLst>
              </p:cNvPr>
              <p:cNvSpPr/>
              <p:nvPr/>
            </p:nvSpPr>
            <p:spPr>
              <a:xfrm>
                <a:off x="541580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g253">
                <a:extLst>
                  <a:ext uri="{FF2B5EF4-FFF2-40B4-BE49-F238E27FC236}">
                    <a16:creationId xmlns:a16="http://schemas.microsoft.com/office/drawing/2014/main" id="{BE40A174-0CC5-B902-6017-ECD6A2B7D1EC}"/>
                  </a:ext>
                </a:extLst>
              </p:cNvPr>
              <p:cNvSpPr/>
              <p:nvPr/>
            </p:nvSpPr>
            <p:spPr>
              <a:xfrm>
                <a:off x="542744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g254">
                <a:extLst>
                  <a:ext uri="{FF2B5EF4-FFF2-40B4-BE49-F238E27FC236}">
                    <a16:creationId xmlns:a16="http://schemas.microsoft.com/office/drawing/2014/main" id="{40A55FF2-CF96-7113-D289-A644CEA22EF5}"/>
                  </a:ext>
                </a:extLst>
              </p:cNvPr>
              <p:cNvSpPr/>
              <p:nvPr/>
            </p:nvSpPr>
            <p:spPr>
              <a:xfrm>
                <a:off x="617222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g255">
                <a:extLst>
                  <a:ext uri="{FF2B5EF4-FFF2-40B4-BE49-F238E27FC236}">
                    <a16:creationId xmlns:a16="http://schemas.microsoft.com/office/drawing/2014/main" id="{DEB33283-3288-4C61-2204-190222FCE04D}"/>
                  </a:ext>
                </a:extLst>
              </p:cNvPr>
              <p:cNvSpPr/>
              <p:nvPr/>
            </p:nvSpPr>
            <p:spPr>
              <a:xfrm>
                <a:off x="618386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g256">
                <a:extLst>
                  <a:ext uri="{FF2B5EF4-FFF2-40B4-BE49-F238E27FC236}">
                    <a16:creationId xmlns:a16="http://schemas.microsoft.com/office/drawing/2014/main" id="{8CCA9B2D-32EC-A4AD-A9DA-CC610E2245D3}"/>
                  </a:ext>
                </a:extLst>
              </p:cNvPr>
              <p:cNvSpPr/>
              <p:nvPr/>
            </p:nvSpPr>
            <p:spPr>
              <a:xfrm>
                <a:off x="619550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g257">
                <a:extLst>
                  <a:ext uri="{FF2B5EF4-FFF2-40B4-BE49-F238E27FC236}">
                    <a16:creationId xmlns:a16="http://schemas.microsoft.com/office/drawing/2014/main" id="{12515EB1-278B-E2E1-0F9D-FEBE078F9B7A}"/>
                  </a:ext>
                </a:extLst>
              </p:cNvPr>
              <p:cNvSpPr/>
              <p:nvPr/>
            </p:nvSpPr>
            <p:spPr>
              <a:xfrm>
                <a:off x="620714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g258">
                <a:extLst>
                  <a:ext uri="{FF2B5EF4-FFF2-40B4-BE49-F238E27FC236}">
                    <a16:creationId xmlns:a16="http://schemas.microsoft.com/office/drawing/2014/main" id="{DCAF1B8F-63F9-F9E4-F767-CEE469757157}"/>
                  </a:ext>
                </a:extLst>
              </p:cNvPr>
              <p:cNvSpPr/>
              <p:nvPr/>
            </p:nvSpPr>
            <p:spPr>
              <a:xfrm>
                <a:off x="621877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g259">
                <a:extLst>
                  <a:ext uri="{FF2B5EF4-FFF2-40B4-BE49-F238E27FC236}">
                    <a16:creationId xmlns:a16="http://schemas.microsoft.com/office/drawing/2014/main" id="{15D1C824-BAAC-33AD-8003-619C18F52590}"/>
                  </a:ext>
                </a:extLst>
              </p:cNvPr>
              <p:cNvSpPr/>
              <p:nvPr/>
            </p:nvSpPr>
            <p:spPr>
              <a:xfrm>
                <a:off x="623041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g260">
                <a:extLst>
                  <a:ext uri="{FF2B5EF4-FFF2-40B4-BE49-F238E27FC236}">
                    <a16:creationId xmlns:a16="http://schemas.microsoft.com/office/drawing/2014/main" id="{33E8A194-418C-59CE-5CD9-BF8A1311A961}"/>
                  </a:ext>
                </a:extLst>
              </p:cNvPr>
              <p:cNvSpPr/>
              <p:nvPr/>
            </p:nvSpPr>
            <p:spPr>
              <a:xfrm>
                <a:off x="624205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g261">
                <a:extLst>
                  <a:ext uri="{FF2B5EF4-FFF2-40B4-BE49-F238E27FC236}">
                    <a16:creationId xmlns:a16="http://schemas.microsoft.com/office/drawing/2014/main" id="{1B4D56E9-8694-6387-52C9-34ABC9C3DF50}"/>
                  </a:ext>
                </a:extLst>
              </p:cNvPr>
              <p:cNvSpPr/>
              <p:nvPr/>
            </p:nvSpPr>
            <p:spPr>
              <a:xfrm>
                <a:off x="625369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g262">
                <a:extLst>
                  <a:ext uri="{FF2B5EF4-FFF2-40B4-BE49-F238E27FC236}">
                    <a16:creationId xmlns:a16="http://schemas.microsoft.com/office/drawing/2014/main" id="{6B6117FF-94E3-E546-7AB8-39C93021CBFA}"/>
                  </a:ext>
                </a:extLst>
              </p:cNvPr>
              <p:cNvSpPr/>
              <p:nvPr/>
            </p:nvSpPr>
            <p:spPr>
              <a:xfrm>
                <a:off x="626532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g263">
                <a:extLst>
                  <a:ext uri="{FF2B5EF4-FFF2-40B4-BE49-F238E27FC236}">
                    <a16:creationId xmlns:a16="http://schemas.microsoft.com/office/drawing/2014/main" id="{178B330A-EA52-AD44-D122-B29FB8D32724}"/>
                  </a:ext>
                </a:extLst>
              </p:cNvPr>
              <p:cNvSpPr/>
              <p:nvPr/>
            </p:nvSpPr>
            <p:spPr>
              <a:xfrm>
                <a:off x="6276965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g264">
                <a:extLst>
                  <a:ext uri="{FF2B5EF4-FFF2-40B4-BE49-F238E27FC236}">
                    <a16:creationId xmlns:a16="http://schemas.microsoft.com/office/drawing/2014/main" id="{4740DEFE-160D-A8E1-1929-3D011F3CF904}"/>
                  </a:ext>
                </a:extLst>
              </p:cNvPr>
              <p:cNvSpPr/>
              <p:nvPr/>
            </p:nvSpPr>
            <p:spPr>
              <a:xfrm>
                <a:off x="6288602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g265">
                <a:extLst>
                  <a:ext uri="{FF2B5EF4-FFF2-40B4-BE49-F238E27FC236}">
                    <a16:creationId xmlns:a16="http://schemas.microsoft.com/office/drawing/2014/main" id="{1B6793B2-1F49-4C82-8C1E-A9D12554D725}"/>
                  </a:ext>
                </a:extLst>
              </p:cNvPr>
              <p:cNvSpPr/>
              <p:nvPr/>
            </p:nvSpPr>
            <p:spPr>
              <a:xfrm>
                <a:off x="630024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g266">
                <a:extLst>
                  <a:ext uri="{FF2B5EF4-FFF2-40B4-BE49-F238E27FC236}">
                    <a16:creationId xmlns:a16="http://schemas.microsoft.com/office/drawing/2014/main" id="{117EC9C1-EDB1-A209-DD42-2DFE01561CC5}"/>
                  </a:ext>
                </a:extLst>
              </p:cNvPr>
              <p:cNvSpPr/>
              <p:nvPr/>
            </p:nvSpPr>
            <p:spPr>
              <a:xfrm>
                <a:off x="6311877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g267">
                <a:extLst>
                  <a:ext uri="{FF2B5EF4-FFF2-40B4-BE49-F238E27FC236}">
                    <a16:creationId xmlns:a16="http://schemas.microsoft.com/office/drawing/2014/main" id="{38C2637D-31BC-4604-1795-586C9982743D}"/>
                  </a:ext>
                </a:extLst>
              </p:cNvPr>
              <p:cNvSpPr/>
              <p:nvPr/>
            </p:nvSpPr>
            <p:spPr>
              <a:xfrm>
                <a:off x="632351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g268">
                <a:extLst>
                  <a:ext uri="{FF2B5EF4-FFF2-40B4-BE49-F238E27FC236}">
                    <a16:creationId xmlns:a16="http://schemas.microsoft.com/office/drawing/2014/main" id="{F03F288A-1FED-8183-640A-9FD5BC25C9EB}"/>
                  </a:ext>
                </a:extLst>
              </p:cNvPr>
              <p:cNvSpPr/>
              <p:nvPr/>
            </p:nvSpPr>
            <p:spPr>
              <a:xfrm>
                <a:off x="529942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g269">
                <a:extLst>
                  <a:ext uri="{FF2B5EF4-FFF2-40B4-BE49-F238E27FC236}">
                    <a16:creationId xmlns:a16="http://schemas.microsoft.com/office/drawing/2014/main" id="{08B4F26C-0F67-084E-5E85-F961C25B6AE5}"/>
                  </a:ext>
                </a:extLst>
              </p:cNvPr>
              <p:cNvSpPr/>
              <p:nvPr/>
            </p:nvSpPr>
            <p:spPr>
              <a:xfrm>
                <a:off x="5311067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g270">
                <a:extLst>
                  <a:ext uri="{FF2B5EF4-FFF2-40B4-BE49-F238E27FC236}">
                    <a16:creationId xmlns:a16="http://schemas.microsoft.com/office/drawing/2014/main" id="{60F3C285-EE13-BB80-14A1-6708D9E748A9}"/>
                  </a:ext>
                </a:extLst>
              </p:cNvPr>
              <p:cNvSpPr/>
              <p:nvPr/>
            </p:nvSpPr>
            <p:spPr>
              <a:xfrm>
                <a:off x="532270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g271">
                <a:extLst>
                  <a:ext uri="{FF2B5EF4-FFF2-40B4-BE49-F238E27FC236}">
                    <a16:creationId xmlns:a16="http://schemas.microsoft.com/office/drawing/2014/main" id="{9291C209-356B-A7A8-403A-361F67F95B10}"/>
                  </a:ext>
                </a:extLst>
              </p:cNvPr>
              <p:cNvSpPr/>
              <p:nvPr/>
            </p:nvSpPr>
            <p:spPr>
              <a:xfrm>
                <a:off x="533434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g272">
                <a:extLst>
                  <a:ext uri="{FF2B5EF4-FFF2-40B4-BE49-F238E27FC236}">
                    <a16:creationId xmlns:a16="http://schemas.microsoft.com/office/drawing/2014/main" id="{A51E6B37-E719-0564-4E00-F1C2CC49E60F}"/>
                  </a:ext>
                </a:extLst>
              </p:cNvPr>
              <p:cNvSpPr/>
              <p:nvPr/>
            </p:nvSpPr>
            <p:spPr>
              <a:xfrm>
                <a:off x="534597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g273">
                <a:extLst>
                  <a:ext uri="{FF2B5EF4-FFF2-40B4-BE49-F238E27FC236}">
                    <a16:creationId xmlns:a16="http://schemas.microsoft.com/office/drawing/2014/main" id="{95C3C627-F789-CC7D-7AE0-4CB8244FE919}"/>
                  </a:ext>
                </a:extLst>
              </p:cNvPr>
              <p:cNvSpPr/>
              <p:nvPr/>
            </p:nvSpPr>
            <p:spPr>
              <a:xfrm>
                <a:off x="535761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g274">
                <a:extLst>
                  <a:ext uri="{FF2B5EF4-FFF2-40B4-BE49-F238E27FC236}">
                    <a16:creationId xmlns:a16="http://schemas.microsoft.com/office/drawing/2014/main" id="{F8771CD1-CED5-93A0-FCBC-86A013C08EF5}"/>
                  </a:ext>
                </a:extLst>
              </p:cNvPr>
              <p:cNvSpPr/>
              <p:nvPr/>
            </p:nvSpPr>
            <p:spPr>
              <a:xfrm>
                <a:off x="536925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g275">
                <a:extLst>
                  <a:ext uri="{FF2B5EF4-FFF2-40B4-BE49-F238E27FC236}">
                    <a16:creationId xmlns:a16="http://schemas.microsoft.com/office/drawing/2014/main" id="{72C5E70A-526C-6B81-BB82-080055C0067B}"/>
                  </a:ext>
                </a:extLst>
              </p:cNvPr>
              <p:cNvSpPr/>
              <p:nvPr/>
            </p:nvSpPr>
            <p:spPr>
              <a:xfrm>
                <a:off x="538089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g276">
                <a:extLst>
                  <a:ext uri="{FF2B5EF4-FFF2-40B4-BE49-F238E27FC236}">
                    <a16:creationId xmlns:a16="http://schemas.microsoft.com/office/drawing/2014/main" id="{86F95859-270F-8397-1E59-9852B738AB73}"/>
                  </a:ext>
                </a:extLst>
              </p:cNvPr>
              <p:cNvSpPr/>
              <p:nvPr/>
            </p:nvSpPr>
            <p:spPr>
              <a:xfrm>
                <a:off x="539252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g277">
                <a:extLst>
                  <a:ext uri="{FF2B5EF4-FFF2-40B4-BE49-F238E27FC236}">
                    <a16:creationId xmlns:a16="http://schemas.microsoft.com/office/drawing/2014/main" id="{7C66EC25-9685-11C9-1BBE-B25E48A9322A}"/>
                  </a:ext>
                </a:extLst>
              </p:cNvPr>
              <p:cNvSpPr/>
              <p:nvPr/>
            </p:nvSpPr>
            <p:spPr>
              <a:xfrm>
                <a:off x="540416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g278">
                <a:extLst>
                  <a:ext uri="{FF2B5EF4-FFF2-40B4-BE49-F238E27FC236}">
                    <a16:creationId xmlns:a16="http://schemas.microsoft.com/office/drawing/2014/main" id="{B617093D-AADC-3200-0876-DCA4E8F2CEA7}"/>
                  </a:ext>
                </a:extLst>
              </p:cNvPr>
              <p:cNvSpPr/>
              <p:nvPr/>
            </p:nvSpPr>
            <p:spPr>
              <a:xfrm>
                <a:off x="541580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g279">
                <a:extLst>
                  <a:ext uri="{FF2B5EF4-FFF2-40B4-BE49-F238E27FC236}">
                    <a16:creationId xmlns:a16="http://schemas.microsoft.com/office/drawing/2014/main" id="{BD17B55F-13E7-F9F8-48D9-706629B05BE4}"/>
                  </a:ext>
                </a:extLst>
              </p:cNvPr>
              <p:cNvSpPr/>
              <p:nvPr/>
            </p:nvSpPr>
            <p:spPr>
              <a:xfrm>
                <a:off x="542744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g280">
                <a:extLst>
                  <a:ext uri="{FF2B5EF4-FFF2-40B4-BE49-F238E27FC236}">
                    <a16:creationId xmlns:a16="http://schemas.microsoft.com/office/drawing/2014/main" id="{CC1A367F-3A5D-3F43-8E87-C39C62774122}"/>
                  </a:ext>
                </a:extLst>
              </p:cNvPr>
              <p:cNvSpPr/>
              <p:nvPr/>
            </p:nvSpPr>
            <p:spPr>
              <a:xfrm>
                <a:off x="607913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g281">
                <a:extLst>
                  <a:ext uri="{FF2B5EF4-FFF2-40B4-BE49-F238E27FC236}">
                    <a16:creationId xmlns:a16="http://schemas.microsoft.com/office/drawing/2014/main" id="{68D8A71F-0140-CF4B-A98B-8DF02F3B87AB}"/>
                  </a:ext>
                </a:extLst>
              </p:cNvPr>
              <p:cNvSpPr/>
              <p:nvPr/>
            </p:nvSpPr>
            <p:spPr>
              <a:xfrm>
                <a:off x="609076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g282">
                <a:extLst>
                  <a:ext uri="{FF2B5EF4-FFF2-40B4-BE49-F238E27FC236}">
                    <a16:creationId xmlns:a16="http://schemas.microsoft.com/office/drawing/2014/main" id="{62AB51F9-F7F6-FE53-D03F-6B5A37C666AB}"/>
                  </a:ext>
                </a:extLst>
              </p:cNvPr>
              <p:cNvSpPr/>
              <p:nvPr/>
            </p:nvSpPr>
            <p:spPr>
              <a:xfrm>
                <a:off x="610240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g283">
                <a:extLst>
                  <a:ext uri="{FF2B5EF4-FFF2-40B4-BE49-F238E27FC236}">
                    <a16:creationId xmlns:a16="http://schemas.microsoft.com/office/drawing/2014/main" id="{5181CC6F-F30B-8707-1907-FC55F0136DA5}"/>
                  </a:ext>
                </a:extLst>
              </p:cNvPr>
              <p:cNvSpPr/>
              <p:nvPr/>
            </p:nvSpPr>
            <p:spPr>
              <a:xfrm>
                <a:off x="611404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g284">
                <a:extLst>
                  <a:ext uri="{FF2B5EF4-FFF2-40B4-BE49-F238E27FC236}">
                    <a16:creationId xmlns:a16="http://schemas.microsoft.com/office/drawing/2014/main" id="{40CE72E4-2162-1235-4A30-0D412A41F1DE}"/>
                  </a:ext>
                </a:extLst>
              </p:cNvPr>
              <p:cNvSpPr/>
              <p:nvPr/>
            </p:nvSpPr>
            <p:spPr>
              <a:xfrm>
                <a:off x="614895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g285">
                <a:extLst>
                  <a:ext uri="{FF2B5EF4-FFF2-40B4-BE49-F238E27FC236}">
                    <a16:creationId xmlns:a16="http://schemas.microsoft.com/office/drawing/2014/main" id="{ACF2B0A7-3C58-E324-7AB4-7CF96093DE30}"/>
                  </a:ext>
                </a:extLst>
              </p:cNvPr>
              <p:cNvSpPr/>
              <p:nvPr/>
            </p:nvSpPr>
            <p:spPr>
              <a:xfrm>
                <a:off x="616059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g286">
                <a:extLst>
                  <a:ext uri="{FF2B5EF4-FFF2-40B4-BE49-F238E27FC236}">
                    <a16:creationId xmlns:a16="http://schemas.microsoft.com/office/drawing/2014/main" id="{DC304A06-0D45-E16D-8089-861A1470D024}"/>
                  </a:ext>
                </a:extLst>
              </p:cNvPr>
              <p:cNvSpPr/>
              <p:nvPr/>
            </p:nvSpPr>
            <p:spPr>
              <a:xfrm>
                <a:off x="617222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g287">
                <a:extLst>
                  <a:ext uri="{FF2B5EF4-FFF2-40B4-BE49-F238E27FC236}">
                    <a16:creationId xmlns:a16="http://schemas.microsoft.com/office/drawing/2014/main" id="{A818259F-B899-A9CC-34BD-DC58AD4AF302}"/>
                  </a:ext>
                </a:extLst>
              </p:cNvPr>
              <p:cNvSpPr/>
              <p:nvPr/>
            </p:nvSpPr>
            <p:spPr>
              <a:xfrm>
                <a:off x="618386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g288">
                <a:extLst>
                  <a:ext uri="{FF2B5EF4-FFF2-40B4-BE49-F238E27FC236}">
                    <a16:creationId xmlns:a16="http://schemas.microsoft.com/office/drawing/2014/main" id="{577DAFB1-0DA8-D602-8C31-5CB7D6C82F8E}"/>
                  </a:ext>
                </a:extLst>
              </p:cNvPr>
              <p:cNvSpPr/>
              <p:nvPr/>
            </p:nvSpPr>
            <p:spPr>
              <a:xfrm>
                <a:off x="619550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g289">
                <a:extLst>
                  <a:ext uri="{FF2B5EF4-FFF2-40B4-BE49-F238E27FC236}">
                    <a16:creationId xmlns:a16="http://schemas.microsoft.com/office/drawing/2014/main" id="{5E6C0679-C760-4F5F-DD36-C5DEAA2B5C32}"/>
                  </a:ext>
                </a:extLst>
              </p:cNvPr>
              <p:cNvSpPr/>
              <p:nvPr/>
            </p:nvSpPr>
            <p:spPr>
              <a:xfrm>
                <a:off x="620714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g290">
                <a:extLst>
                  <a:ext uri="{FF2B5EF4-FFF2-40B4-BE49-F238E27FC236}">
                    <a16:creationId xmlns:a16="http://schemas.microsoft.com/office/drawing/2014/main" id="{BBD11D3C-CEDC-A340-2C77-0AB4A3335485}"/>
                  </a:ext>
                </a:extLst>
              </p:cNvPr>
              <p:cNvSpPr/>
              <p:nvPr/>
            </p:nvSpPr>
            <p:spPr>
              <a:xfrm>
                <a:off x="621877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g291">
                <a:extLst>
                  <a:ext uri="{FF2B5EF4-FFF2-40B4-BE49-F238E27FC236}">
                    <a16:creationId xmlns:a16="http://schemas.microsoft.com/office/drawing/2014/main" id="{EE61B61D-E69E-EA33-0F3D-B94F5D91E33E}"/>
                  </a:ext>
                </a:extLst>
              </p:cNvPr>
              <p:cNvSpPr/>
              <p:nvPr/>
            </p:nvSpPr>
            <p:spPr>
              <a:xfrm>
                <a:off x="623041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g292">
                <a:extLst>
                  <a:ext uri="{FF2B5EF4-FFF2-40B4-BE49-F238E27FC236}">
                    <a16:creationId xmlns:a16="http://schemas.microsoft.com/office/drawing/2014/main" id="{A1E682C3-637D-AFCA-F4E4-F8962E7E13EF}"/>
                  </a:ext>
                </a:extLst>
              </p:cNvPr>
              <p:cNvSpPr/>
              <p:nvPr/>
            </p:nvSpPr>
            <p:spPr>
              <a:xfrm>
                <a:off x="624205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g293">
                <a:extLst>
                  <a:ext uri="{FF2B5EF4-FFF2-40B4-BE49-F238E27FC236}">
                    <a16:creationId xmlns:a16="http://schemas.microsoft.com/office/drawing/2014/main" id="{A0D9277C-5D9F-204A-C146-04A410F9D363}"/>
                  </a:ext>
                </a:extLst>
              </p:cNvPr>
              <p:cNvSpPr/>
              <p:nvPr/>
            </p:nvSpPr>
            <p:spPr>
              <a:xfrm>
                <a:off x="625369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g294">
                <a:extLst>
                  <a:ext uri="{FF2B5EF4-FFF2-40B4-BE49-F238E27FC236}">
                    <a16:creationId xmlns:a16="http://schemas.microsoft.com/office/drawing/2014/main" id="{6B09CAA2-1C5B-4A9B-3B58-173FF18FD89A}"/>
                  </a:ext>
                </a:extLst>
              </p:cNvPr>
              <p:cNvSpPr/>
              <p:nvPr/>
            </p:nvSpPr>
            <p:spPr>
              <a:xfrm>
                <a:off x="626532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g295">
                <a:extLst>
                  <a:ext uri="{FF2B5EF4-FFF2-40B4-BE49-F238E27FC236}">
                    <a16:creationId xmlns:a16="http://schemas.microsoft.com/office/drawing/2014/main" id="{1E564C87-86BD-7C82-3D79-D5C2BECD3167}"/>
                  </a:ext>
                </a:extLst>
              </p:cNvPr>
              <p:cNvSpPr/>
              <p:nvPr/>
            </p:nvSpPr>
            <p:spPr>
              <a:xfrm>
                <a:off x="627696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g296">
                <a:extLst>
                  <a:ext uri="{FF2B5EF4-FFF2-40B4-BE49-F238E27FC236}">
                    <a16:creationId xmlns:a16="http://schemas.microsoft.com/office/drawing/2014/main" id="{F157F317-C2AC-13B6-C99D-3D29F4B3B4A2}"/>
                  </a:ext>
                </a:extLst>
              </p:cNvPr>
              <p:cNvSpPr/>
              <p:nvPr/>
            </p:nvSpPr>
            <p:spPr>
              <a:xfrm>
                <a:off x="628860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g297">
                <a:extLst>
                  <a:ext uri="{FF2B5EF4-FFF2-40B4-BE49-F238E27FC236}">
                    <a16:creationId xmlns:a16="http://schemas.microsoft.com/office/drawing/2014/main" id="{0AA0937E-2531-98C4-EF9E-D0FA80A822D0}"/>
                  </a:ext>
                </a:extLst>
              </p:cNvPr>
              <p:cNvSpPr/>
              <p:nvPr/>
            </p:nvSpPr>
            <p:spPr>
              <a:xfrm>
                <a:off x="630024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g298">
                <a:extLst>
                  <a:ext uri="{FF2B5EF4-FFF2-40B4-BE49-F238E27FC236}">
                    <a16:creationId xmlns:a16="http://schemas.microsoft.com/office/drawing/2014/main" id="{AD48D89D-F70B-5A57-F9C1-09F6073E33BF}"/>
                  </a:ext>
                </a:extLst>
              </p:cNvPr>
              <p:cNvSpPr/>
              <p:nvPr/>
            </p:nvSpPr>
            <p:spPr>
              <a:xfrm>
                <a:off x="6311877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g299">
                <a:extLst>
                  <a:ext uri="{FF2B5EF4-FFF2-40B4-BE49-F238E27FC236}">
                    <a16:creationId xmlns:a16="http://schemas.microsoft.com/office/drawing/2014/main" id="{4D33EE83-9586-E076-8173-F9F3A5D2E121}"/>
                  </a:ext>
                </a:extLst>
              </p:cNvPr>
              <p:cNvSpPr/>
              <p:nvPr/>
            </p:nvSpPr>
            <p:spPr>
              <a:xfrm>
                <a:off x="632351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DAB">
                  <a:alpha val="100000"/>
                </a:srgbClr>
              </a:solidFill>
              <a:ln w="5420" cap="flat">
                <a:solidFill>
                  <a:srgbClr val="54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g300">
                <a:extLst>
                  <a:ext uri="{FF2B5EF4-FFF2-40B4-BE49-F238E27FC236}">
                    <a16:creationId xmlns:a16="http://schemas.microsoft.com/office/drawing/2014/main" id="{B11666C8-E7C2-F7B3-ABC7-882CDFB65179}"/>
                  </a:ext>
                </a:extLst>
              </p:cNvPr>
              <p:cNvSpPr/>
              <p:nvPr/>
            </p:nvSpPr>
            <p:spPr>
              <a:xfrm>
                <a:off x="528779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g301">
                <a:extLst>
                  <a:ext uri="{FF2B5EF4-FFF2-40B4-BE49-F238E27FC236}">
                    <a16:creationId xmlns:a16="http://schemas.microsoft.com/office/drawing/2014/main" id="{E0BE6D46-4740-9970-0E06-DA35C44BAE71}"/>
                  </a:ext>
                </a:extLst>
              </p:cNvPr>
              <p:cNvSpPr/>
              <p:nvPr/>
            </p:nvSpPr>
            <p:spPr>
              <a:xfrm>
                <a:off x="529942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E">
                  <a:alpha val="100000"/>
                </a:srgbClr>
              </a:solidFill>
              <a:ln w="5420" cap="flat">
                <a:solidFill>
                  <a:srgbClr val="64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g302">
                <a:extLst>
                  <a:ext uri="{FF2B5EF4-FFF2-40B4-BE49-F238E27FC236}">
                    <a16:creationId xmlns:a16="http://schemas.microsoft.com/office/drawing/2014/main" id="{DA09BA49-071C-616E-9773-41265FD90760}"/>
                  </a:ext>
                </a:extLst>
              </p:cNvPr>
              <p:cNvSpPr/>
              <p:nvPr/>
            </p:nvSpPr>
            <p:spPr>
              <a:xfrm>
                <a:off x="531106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g303">
                <a:extLst>
                  <a:ext uri="{FF2B5EF4-FFF2-40B4-BE49-F238E27FC236}">
                    <a16:creationId xmlns:a16="http://schemas.microsoft.com/office/drawing/2014/main" id="{20DD4C9C-5DE2-4E6A-8003-F6C95AF535AD}"/>
                  </a:ext>
                </a:extLst>
              </p:cNvPr>
              <p:cNvSpPr/>
              <p:nvPr/>
            </p:nvSpPr>
            <p:spPr>
              <a:xfrm>
                <a:off x="532270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g304">
                <a:extLst>
                  <a:ext uri="{FF2B5EF4-FFF2-40B4-BE49-F238E27FC236}">
                    <a16:creationId xmlns:a16="http://schemas.microsoft.com/office/drawing/2014/main" id="{DAC101CD-35A5-0E77-3738-4A2D93B08023}"/>
                  </a:ext>
                </a:extLst>
              </p:cNvPr>
              <p:cNvSpPr/>
              <p:nvPr/>
            </p:nvSpPr>
            <p:spPr>
              <a:xfrm>
                <a:off x="533434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g305">
                <a:extLst>
                  <a:ext uri="{FF2B5EF4-FFF2-40B4-BE49-F238E27FC236}">
                    <a16:creationId xmlns:a16="http://schemas.microsoft.com/office/drawing/2014/main" id="{D972D324-7A4F-A823-0C77-35535C1997C7}"/>
                  </a:ext>
                </a:extLst>
              </p:cNvPr>
              <p:cNvSpPr/>
              <p:nvPr/>
            </p:nvSpPr>
            <p:spPr>
              <a:xfrm>
                <a:off x="534597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g306">
                <a:extLst>
                  <a:ext uri="{FF2B5EF4-FFF2-40B4-BE49-F238E27FC236}">
                    <a16:creationId xmlns:a16="http://schemas.microsoft.com/office/drawing/2014/main" id="{38426239-A86C-F3CD-9E0B-7B965AB13510}"/>
                  </a:ext>
                </a:extLst>
              </p:cNvPr>
              <p:cNvSpPr/>
              <p:nvPr/>
            </p:nvSpPr>
            <p:spPr>
              <a:xfrm>
                <a:off x="535761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g307">
                <a:extLst>
                  <a:ext uri="{FF2B5EF4-FFF2-40B4-BE49-F238E27FC236}">
                    <a16:creationId xmlns:a16="http://schemas.microsoft.com/office/drawing/2014/main" id="{415EC76A-A0E5-9BF5-80FF-8371EE12A535}"/>
                  </a:ext>
                </a:extLst>
              </p:cNvPr>
              <p:cNvSpPr/>
              <p:nvPr/>
            </p:nvSpPr>
            <p:spPr>
              <a:xfrm>
                <a:off x="536925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g308">
                <a:extLst>
                  <a:ext uri="{FF2B5EF4-FFF2-40B4-BE49-F238E27FC236}">
                    <a16:creationId xmlns:a16="http://schemas.microsoft.com/office/drawing/2014/main" id="{86D00742-4864-10B7-DABE-1BDD1CF8BECF}"/>
                  </a:ext>
                </a:extLst>
              </p:cNvPr>
              <p:cNvSpPr/>
              <p:nvPr/>
            </p:nvSpPr>
            <p:spPr>
              <a:xfrm>
                <a:off x="538089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g309">
                <a:extLst>
                  <a:ext uri="{FF2B5EF4-FFF2-40B4-BE49-F238E27FC236}">
                    <a16:creationId xmlns:a16="http://schemas.microsoft.com/office/drawing/2014/main" id="{EB2F8B83-89C3-7D31-0D8A-20126B035A90}"/>
                  </a:ext>
                </a:extLst>
              </p:cNvPr>
              <p:cNvSpPr/>
              <p:nvPr/>
            </p:nvSpPr>
            <p:spPr>
              <a:xfrm>
                <a:off x="539252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g310">
                <a:extLst>
                  <a:ext uri="{FF2B5EF4-FFF2-40B4-BE49-F238E27FC236}">
                    <a16:creationId xmlns:a16="http://schemas.microsoft.com/office/drawing/2014/main" id="{191AFA1F-1980-8ED2-0D90-A77C05317271}"/>
                  </a:ext>
                </a:extLst>
              </p:cNvPr>
              <p:cNvSpPr/>
              <p:nvPr/>
            </p:nvSpPr>
            <p:spPr>
              <a:xfrm>
                <a:off x="540416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g311">
                <a:extLst>
                  <a:ext uri="{FF2B5EF4-FFF2-40B4-BE49-F238E27FC236}">
                    <a16:creationId xmlns:a16="http://schemas.microsoft.com/office/drawing/2014/main" id="{0341D1BD-D6E8-D5E3-C90E-58659135412A}"/>
                  </a:ext>
                </a:extLst>
              </p:cNvPr>
              <p:cNvSpPr/>
              <p:nvPr/>
            </p:nvSpPr>
            <p:spPr>
              <a:xfrm>
                <a:off x="541580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g312">
                <a:extLst>
                  <a:ext uri="{FF2B5EF4-FFF2-40B4-BE49-F238E27FC236}">
                    <a16:creationId xmlns:a16="http://schemas.microsoft.com/office/drawing/2014/main" id="{DCE238DE-CE45-5419-D2C4-FE7F803E99F4}"/>
                  </a:ext>
                </a:extLst>
              </p:cNvPr>
              <p:cNvSpPr/>
              <p:nvPr/>
            </p:nvSpPr>
            <p:spPr>
              <a:xfrm>
                <a:off x="606749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g313">
                <a:extLst>
                  <a:ext uri="{FF2B5EF4-FFF2-40B4-BE49-F238E27FC236}">
                    <a16:creationId xmlns:a16="http://schemas.microsoft.com/office/drawing/2014/main" id="{FD9FD724-9D62-6AC0-D1DB-4F0FDD6A0010}"/>
                  </a:ext>
                </a:extLst>
              </p:cNvPr>
              <p:cNvSpPr/>
              <p:nvPr/>
            </p:nvSpPr>
            <p:spPr>
              <a:xfrm>
                <a:off x="607913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g314">
                <a:extLst>
                  <a:ext uri="{FF2B5EF4-FFF2-40B4-BE49-F238E27FC236}">
                    <a16:creationId xmlns:a16="http://schemas.microsoft.com/office/drawing/2014/main" id="{9B6FF841-3BEF-2B90-4ACE-38BCD0AF812B}"/>
                  </a:ext>
                </a:extLst>
              </p:cNvPr>
              <p:cNvSpPr/>
              <p:nvPr/>
            </p:nvSpPr>
            <p:spPr>
              <a:xfrm>
                <a:off x="609076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g315">
                <a:extLst>
                  <a:ext uri="{FF2B5EF4-FFF2-40B4-BE49-F238E27FC236}">
                    <a16:creationId xmlns:a16="http://schemas.microsoft.com/office/drawing/2014/main" id="{C206F174-0367-0720-28DC-832255C6B19C}"/>
                  </a:ext>
                </a:extLst>
              </p:cNvPr>
              <p:cNvSpPr/>
              <p:nvPr/>
            </p:nvSpPr>
            <p:spPr>
              <a:xfrm>
                <a:off x="610240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g316">
                <a:extLst>
                  <a:ext uri="{FF2B5EF4-FFF2-40B4-BE49-F238E27FC236}">
                    <a16:creationId xmlns:a16="http://schemas.microsoft.com/office/drawing/2014/main" id="{0DFDECEE-411F-C3AC-E673-D8D3D07F635C}"/>
                  </a:ext>
                </a:extLst>
              </p:cNvPr>
              <p:cNvSpPr/>
              <p:nvPr/>
            </p:nvSpPr>
            <p:spPr>
              <a:xfrm>
                <a:off x="611404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g317">
                <a:extLst>
                  <a:ext uri="{FF2B5EF4-FFF2-40B4-BE49-F238E27FC236}">
                    <a16:creationId xmlns:a16="http://schemas.microsoft.com/office/drawing/2014/main" id="{8F4AF5BC-3560-3E82-EA19-65469C3DD3E9}"/>
                  </a:ext>
                </a:extLst>
              </p:cNvPr>
              <p:cNvSpPr/>
              <p:nvPr/>
            </p:nvSpPr>
            <p:spPr>
              <a:xfrm>
                <a:off x="612568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g318">
                <a:extLst>
                  <a:ext uri="{FF2B5EF4-FFF2-40B4-BE49-F238E27FC236}">
                    <a16:creationId xmlns:a16="http://schemas.microsoft.com/office/drawing/2014/main" id="{8E98525B-3F1B-FAB6-52F3-C3ACB68BE7A4}"/>
                  </a:ext>
                </a:extLst>
              </p:cNvPr>
              <p:cNvSpPr/>
              <p:nvPr/>
            </p:nvSpPr>
            <p:spPr>
              <a:xfrm>
                <a:off x="613731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g319">
                <a:extLst>
                  <a:ext uri="{FF2B5EF4-FFF2-40B4-BE49-F238E27FC236}">
                    <a16:creationId xmlns:a16="http://schemas.microsoft.com/office/drawing/2014/main" id="{A0036F90-B317-368C-2DFB-4C7AC63FAD8F}"/>
                  </a:ext>
                </a:extLst>
              </p:cNvPr>
              <p:cNvSpPr/>
              <p:nvPr/>
            </p:nvSpPr>
            <p:spPr>
              <a:xfrm>
                <a:off x="614895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g320">
                <a:extLst>
                  <a:ext uri="{FF2B5EF4-FFF2-40B4-BE49-F238E27FC236}">
                    <a16:creationId xmlns:a16="http://schemas.microsoft.com/office/drawing/2014/main" id="{6D85C7A1-95AF-9F1C-5F37-A3AEB9DEA8B4}"/>
                  </a:ext>
                </a:extLst>
              </p:cNvPr>
              <p:cNvSpPr/>
              <p:nvPr/>
            </p:nvSpPr>
            <p:spPr>
              <a:xfrm>
                <a:off x="616059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g321">
                <a:extLst>
                  <a:ext uri="{FF2B5EF4-FFF2-40B4-BE49-F238E27FC236}">
                    <a16:creationId xmlns:a16="http://schemas.microsoft.com/office/drawing/2014/main" id="{1CE5FA14-9092-11A8-0BAC-8E3A7B43AD5A}"/>
                  </a:ext>
                </a:extLst>
              </p:cNvPr>
              <p:cNvSpPr/>
              <p:nvPr/>
            </p:nvSpPr>
            <p:spPr>
              <a:xfrm>
                <a:off x="617222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g322">
                <a:extLst>
                  <a:ext uri="{FF2B5EF4-FFF2-40B4-BE49-F238E27FC236}">
                    <a16:creationId xmlns:a16="http://schemas.microsoft.com/office/drawing/2014/main" id="{0B5D8A66-6AEB-1E6B-8F1D-0DB3F8357ED9}"/>
                  </a:ext>
                </a:extLst>
              </p:cNvPr>
              <p:cNvSpPr/>
              <p:nvPr/>
            </p:nvSpPr>
            <p:spPr>
              <a:xfrm>
                <a:off x="618386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g323">
                <a:extLst>
                  <a:ext uri="{FF2B5EF4-FFF2-40B4-BE49-F238E27FC236}">
                    <a16:creationId xmlns:a16="http://schemas.microsoft.com/office/drawing/2014/main" id="{23755C78-7982-E5EC-8148-64E272958BC1}"/>
                  </a:ext>
                </a:extLst>
              </p:cNvPr>
              <p:cNvSpPr/>
              <p:nvPr/>
            </p:nvSpPr>
            <p:spPr>
              <a:xfrm>
                <a:off x="619550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g324">
                <a:extLst>
                  <a:ext uri="{FF2B5EF4-FFF2-40B4-BE49-F238E27FC236}">
                    <a16:creationId xmlns:a16="http://schemas.microsoft.com/office/drawing/2014/main" id="{5F7EA512-D505-161E-F3BF-ACB70FFA925A}"/>
                  </a:ext>
                </a:extLst>
              </p:cNvPr>
              <p:cNvSpPr/>
              <p:nvPr/>
            </p:nvSpPr>
            <p:spPr>
              <a:xfrm>
                <a:off x="620714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g325">
                <a:extLst>
                  <a:ext uri="{FF2B5EF4-FFF2-40B4-BE49-F238E27FC236}">
                    <a16:creationId xmlns:a16="http://schemas.microsoft.com/office/drawing/2014/main" id="{408A0A39-FB69-09FE-D7C0-90A84906CC24}"/>
                  </a:ext>
                </a:extLst>
              </p:cNvPr>
              <p:cNvSpPr/>
              <p:nvPr/>
            </p:nvSpPr>
            <p:spPr>
              <a:xfrm>
                <a:off x="621877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g326">
                <a:extLst>
                  <a:ext uri="{FF2B5EF4-FFF2-40B4-BE49-F238E27FC236}">
                    <a16:creationId xmlns:a16="http://schemas.microsoft.com/office/drawing/2014/main" id="{37101386-CA15-B89C-423E-EC270D3EA5CC}"/>
                  </a:ext>
                </a:extLst>
              </p:cNvPr>
              <p:cNvSpPr/>
              <p:nvPr/>
            </p:nvSpPr>
            <p:spPr>
              <a:xfrm>
                <a:off x="623041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g327">
                <a:extLst>
                  <a:ext uri="{FF2B5EF4-FFF2-40B4-BE49-F238E27FC236}">
                    <a16:creationId xmlns:a16="http://schemas.microsoft.com/office/drawing/2014/main" id="{E9A4C564-04BF-AF25-D1FA-44B674FF2502}"/>
                  </a:ext>
                </a:extLst>
              </p:cNvPr>
              <p:cNvSpPr/>
              <p:nvPr/>
            </p:nvSpPr>
            <p:spPr>
              <a:xfrm>
                <a:off x="624205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g328">
                <a:extLst>
                  <a:ext uri="{FF2B5EF4-FFF2-40B4-BE49-F238E27FC236}">
                    <a16:creationId xmlns:a16="http://schemas.microsoft.com/office/drawing/2014/main" id="{17AAD38A-083D-0109-3962-D2818EE27A11}"/>
                  </a:ext>
                </a:extLst>
              </p:cNvPr>
              <p:cNvSpPr/>
              <p:nvPr/>
            </p:nvSpPr>
            <p:spPr>
              <a:xfrm>
                <a:off x="625369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g329">
                <a:extLst>
                  <a:ext uri="{FF2B5EF4-FFF2-40B4-BE49-F238E27FC236}">
                    <a16:creationId xmlns:a16="http://schemas.microsoft.com/office/drawing/2014/main" id="{C9A31A7B-B369-F917-4819-99C9DE32EDE9}"/>
                  </a:ext>
                </a:extLst>
              </p:cNvPr>
              <p:cNvSpPr/>
              <p:nvPr/>
            </p:nvSpPr>
            <p:spPr>
              <a:xfrm>
                <a:off x="626532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g330">
                <a:extLst>
                  <a:ext uri="{FF2B5EF4-FFF2-40B4-BE49-F238E27FC236}">
                    <a16:creationId xmlns:a16="http://schemas.microsoft.com/office/drawing/2014/main" id="{D85073D8-CEEA-FCCB-89AD-1B7A80B4E71A}"/>
                  </a:ext>
                </a:extLst>
              </p:cNvPr>
              <p:cNvSpPr/>
              <p:nvPr/>
            </p:nvSpPr>
            <p:spPr>
              <a:xfrm>
                <a:off x="627696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g331">
                <a:extLst>
                  <a:ext uri="{FF2B5EF4-FFF2-40B4-BE49-F238E27FC236}">
                    <a16:creationId xmlns:a16="http://schemas.microsoft.com/office/drawing/2014/main" id="{65CCAB6D-99D5-A14F-B85E-67077CF73125}"/>
                  </a:ext>
                </a:extLst>
              </p:cNvPr>
              <p:cNvSpPr/>
              <p:nvPr/>
            </p:nvSpPr>
            <p:spPr>
              <a:xfrm>
                <a:off x="628860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g332">
                <a:extLst>
                  <a:ext uri="{FF2B5EF4-FFF2-40B4-BE49-F238E27FC236}">
                    <a16:creationId xmlns:a16="http://schemas.microsoft.com/office/drawing/2014/main" id="{0E064198-40CD-B557-E06A-503E814F99AC}"/>
                  </a:ext>
                </a:extLst>
              </p:cNvPr>
              <p:cNvSpPr/>
              <p:nvPr/>
            </p:nvSpPr>
            <p:spPr>
              <a:xfrm>
                <a:off x="630024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g333">
                <a:extLst>
                  <a:ext uri="{FF2B5EF4-FFF2-40B4-BE49-F238E27FC236}">
                    <a16:creationId xmlns:a16="http://schemas.microsoft.com/office/drawing/2014/main" id="{C677D7FA-1253-9E67-7B4F-091F7F95D8A4}"/>
                  </a:ext>
                </a:extLst>
              </p:cNvPr>
              <p:cNvSpPr/>
              <p:nvPr/>
            </p:nvSpPr>
            <p:spPr>
              <a:xfrm>
                <a:off x="631187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g334">
                <a:extLst>
                  <a:ext uri="{FF2B5EF4-FFF2-40B4-BE49-F238E27FC236}">
                    <a16:creationId xmlns:a16="http://schemas.microsoft.com/office/drawing/2014/main" id="{F909AFEC-83E9-5AE8-B118-99BEC90DAE7E}"/>
                  </a:ext>
                </a:extLst>
              </p:cNvPr>
              <p:cNvSpPr/>
              <p:nvPr/>
            </p:nvSpPr>
            <p:spPr>
              <a:xfrm>
                <a:off x="632351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g335">
                <a:extLst>
                  <a:ext uri="{FF2B5EF4-FFF2-40B4-BE49-F238E27FC236}">
                    <a16:creationId xmlns:a16="http://schemas.microsoft.com/office/drawing/2014/main" id="{E76EFF59-674A-B55B-ECE0-FF83A990B603}"/>
                  </a:ext>
                </a:extLst>
              </p:cNvPr>
              <p:cNvSpPr/>
              <p:nvPr/>
            </p:nvSpPr>
            <p:spPr>
              <a:xfrm>
                <a:off x="526451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g336">
                <a:extLst>
                  <a:ext uri="{FF2B5EF4-FFF2-40B4-BE49-F238E27FC236}">
                    <a16:creationId xmlns:a16="http://schemas.microsoft.com/office/drawing/2014/main" id="{53AC2566-E6D3-3D29-2209-C6663327751D}"/>
                  </a:ext>
                </a:extLst>
              </p:cNvPr>
              <p:cNvSpPr/>
              <p:nvPr/>
            </p:nvSpPr>
            <p:spPr>
              <a:xfrm>
                <a:off x="527615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g337">
                <a:extLst>
                  <a:ext uri="{FF2B5EF4-FFF2-40B4-BE49-F238E27FC236}">
                    <a16:creationId xmlns:a16="http://schemas.microsoft.com/office/drawing/2014/main" id="{4C9E4731-4F91-3D41-BDA0-2B809AA1E40D}"/>
                  </a:ext>
                </a:extLst>
              </p:cNvPr>
              <p:cNvSpPr/>
              <p:nvPr/>
            </p:nvSpPr>
            <p:spPr>
              <a:xfrm>
                <a:off x="528779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g338">
                <a:extLst>
                  <a:ext uri="{FF2B5EF4-FFF2-40B4-BE49-F238E27FC236}">
                    <a16:creationId xmlns:a16="http://schemas.microsoft.com/office/drawing/2014/main" id="{BC09C9C8-D0B1-793F-FCB6-CB1221B3D9B0}"/>
                  </a:ext>
                </a:extLst>
              </p:cNvPr>
              <p:cNvSpPr/>
              <p:nvPr/>
            </p:nvSpPr>
            <p:spPr>
              <a:xfrm>
                <a:off x="529942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g339">
                <a:extLst>
                  <a:ext uri="{FF2B5EF4-FFF2-40B4-BE49-F238E27FC236}">
                    <a16:creationId xmlns:a16="http://schemas.microsoft.com/office/drawing/2014/main" id="{26AA0CF3-0BFE-9D31-73B8-43AD225B0CF7}"/>
                  </a:ext>
                </a:extLst>
              </p:cNvPr>
              <p:cNvSpPr/>
              <p:nvPr/>
            </p:nvSpPr>
            <p:spPr>
              <a:xfrm>
                <a:off x="531106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g340">
                <a:extLst>
                  <a:ext uri="{FF2B5EF4-FFF2-40B4-BE49-F238E27FC236}">
                    <a16:creationId xmlns:a16="http://schemas.microsoft.com/office/drawing/2014/main" id="{6AD8AF34-26AE-3308-95E8-A27C98C646A7}"/>
                  </a:ext>
                </a:extLst>
              </p:cNvPr>
              <p:cNvSpPr/>
              <p:nvPr/>
            </p:nvSpPr>
            <p:spPr>
              <a:xfrm>
                <a:off x="532270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g341">
                <a:extLst>
                  <a:ext uri="{FF2B5EF4-FFF2-40B4-BE49-F238E27FC236}">
                    <a16:creationId xmlns:a16="http://schemas.microsoft.com/office/drawing/2014/main" id="{6E709FF3-D253-ED0E-EB21-4690E052697F}"/>
                  </a:ext>
                </a:extLst>
              </p:cNvPr>
              <p:cNvSpPr/>
              <p:nvPr/>
            </p:nvSpPr>
            <p:spPr>
              <a:xfrm>
                <a:off x="533434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g342">
                <a:extLst>
                  <a:ext uri="{FF2B5EF4-FFF2-40B4-BE49-F238E27FC236}">
                    <a16:creationId xmlns:a16="http://schemas.microsoft.com/office/drawing/2014/main" id="{511D0285-6B72-A4D8-9CEE-CA69B81B5CAC}"/>
                  </a:ext>
                </a:extLst>
              </p:cNvPr>
              <p:cNvSpPr/>
              <p:nvPr/>
            </p:nvSpPr>
            <p:spPr>
              <a:xfrm>
                <a:off x="534597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g343">
                <a:extLst>
                  <a:ext uri="{FF2B5EF4-FFF2-40B4-BE49-F238E27FC236}">
                    <a16:creationId xmlns:a16="http://schemas.microsoft.com/office/drawing/2014/main" id="{12742A3E-6610-9329-C373-B34AFC2E35FB}"/>
                  </a:ext>
                </a:extLst>
              </p:cNvPr>
              <p:cNvSpPr/>
              <p:nvPr/>
            </p:nvSpPr>
            <p:spPr>
              <a:xfrm>
                <a:off x="535761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g344">
                <a:extLst>
                  <a:ext uri="{FF2B5EF4-FFF2-40B4-BE49-F238E27FC236}">
                    <a16:creationId xmlns:a16="http://schemas.microsoft.com/office/drawing/2014/main" id="{C2104585-65AA-69D5-3FE0-EC99E8590D07}"/>
                  </a:ext>
                </a:extLst>
              </p:cNvPr>
              <p:cNvSpPr/>
              <p:nvPr/>
            </p:nvSpPr>
            <p:spPr>
              <a:xfrm>
                <a:off x="536925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g345">
                <a:extLst>
                  <a:ext uri="{FF2B5EF4-FFF2-40B4-BE49-F238E27FC236}">
                    <a16:creationId xmlns:a16="http://schemas.microsoft.com/office/drawing/2014/main" id="{B047397E-100D-665B-1162-819FE5F25A87}"/>
                  </a:ext>
                </a:extLst>
              </p:cNvPr>
              <p:cNvSpPr/>
              <p:nvPr/>
            </p:nvSpPr>
            <p:spPr>
              <a:xfrm>
                <a:off x="538089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g346">
                <a:extLst>
                  <a:ext uri="{FF2B5EF4-FFF2-40B4-BE49-F238E27FC236}">
                    <a16:creationId xmlns:a16="http://schemas.microsoft.com/office/drawing/2014/main" id="{709D6E99-50FB-137B-AC84-B5EF9D8E7E71}"/>
                  </a:ext>
                </a:extLst>
              </p:cNvPr>
              <p:cNvSpPr/>
              <p:nvPr/>
            </p:nvSpPr>
            <p:spPr>
              <a:xfrm>
                <a:off x="606749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g347">
                <a:extLst>
                  <a:ext uri="{FF2B5EF4-FFF2-40B4-BE49-F238E27FC236}">
                    <a16:creationId xmlns:a16="http://schemas.microsoft.com/office/drawing/2014/main" id="{9F3DB4E4-8953-0C38-5274-590C5C6B0087}"/>
                  </a:ext>
                </a:extLst>
              </p:cNvPr>
              <p:cNvSpPr/>
              <p:nvPr/>
            </p:nvSpPr>
            <p:spPr>
              <a:xfrm>
                <a:off x="607913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g348">
                <a:extLst>
                  <a:ext uri="{FF2B5EF4-FFF2-40B4-BE49-F238E27FC236}">
                    <a16:creationId xmlns:a16="http://schemas.microsoft.com/office/drawing/2014/main" id="{2A6BB584-FFDA-40BD-CD2F-95430AE88072}"/>
                  </a:ext>
                </a:extLst>
              </p:cNvPr>
              <p:cNvSpPr/>
              <p:nvPr/>
            </p:nvSpPr>
            <p:spPr>
              <a:xfrm>
                <a:off x="609076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g349">
                <a:extLst>
                  <a:ext uri="{FF2B5EF4-FFF2-40B4-BE49-F238E27FC236}">
                    <a16:creationId xmlns:a16="http://schemas.microsoft.com/office/drawing/2014/main" id="{1DEDCD43-381F-886D-5BEA-5C60236F88EF}"/>
                  </a:ext>
                </a:extLst>
              </p:cNvPr>
              <p:cNvSpPr/>
              <p:nvPr/>
            </p:nvSpPr>
            <p:spPr>
              <a:xfrm>
                <a:off x="610240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g350">
                <a:extLst>
                  <a:ext uri="{FF2B5EF4-FFF2-40B4-BE49-F238E27FC236}">
                    <a16:creationId xmlns:a16="http://schemas.microsoft.com/office/drawing/2014/main" id="{3B5CDC3E-C4C7-40EC-6418-3B816D893419}"/>
                  </a:ext>
                </a:extLst>
              </p:cNvPr>
              <p:cNvSpPr/>
              <p:nvPr/>
            </p:nvSpPr>
            <p:spPr>
              <a:xfrm>
                <a:off x="611404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g351">
                <a:extLst>
                  <a:ext uri="{FF2B5EF4-FFF2-40B4-BE49-F238E27FC236}">
                    <a16:creationId xmlns:a16="http://schemas.microsoft.com/office/drawing/2014/main" id="{29BF8E43-8601-6DF7-4982-2E1B18F1A55D}"/>
                  </a:ext>
                </a:extLst>
              </p:cNvPr>
              <p:cNvSpPr/>
              <p:nvPr/>
            </p:nvSpPr>
            <p:spPr>
              <a:xfrm>
                <a:off x="612568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g352">
                <a:extLst>
                  <a:ext uri="{FF2B5EF4-FFF2-40B4-BE49-F238E27FC236}">
                    <a16:creationId xmlns:a16="http://schemas.microsoft.com/office/drawing/2014/main" id="{4D5A1A1A-BC9F-1CDF-34F5-C6ABEAB87FBF}"/>
                  </a:ext>
                </a:extLst>
              </p:cNvPr>
              <p:cNvSpPr/>
              <p:nvPr/>
            </p:nvSpPr>
            <p:spPr>
              <a:xfrm>
                <a:off x="613731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g353">
                <a:extLst>
                  <a:ext uri="{FF2B5EF4-FFF2-40B4-BE49-F238E27FC236}">
                    <a16:creationId xmlns:a16="http://schemas.microsoft.com/office/drawing/2014/main" id="{A1AA4DE4-66B4-5D99-1D7B-82DEFC92C56A}"/>
                  </a:ext>
                </a:extLst>
              </p:cNvPr>
              <p:cNvSpPr/>
              <p:nvPr/>
            </p:nvSpPr>
            <p:spPr>
              <a:xfrm>
                <a:off x="614895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g354">
                <a:extLst>
                  <a:ext uri="{FF2B5EF4-FFF2-40B4-BE49-F238E27FC236}">
                    <a16:creationId xmlns:a16="http://schemas.microsoft.com/office/drawing/2014/main" id="{3974314A-218C-9885-9127-EF0194386739}"/>
                  </a:ext>
                </a:extLst>
              </p:cNvPr>
              <p:cNvSpPr/>
              <p:nvPr/>
            </p:nvSpPr>
            <p:spPr>
              <a:xfrm>
                <a:off x="616059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g355">
                <a:extLst>
                  <a:ext uri="{FF2B5EF4-FFF2-40B4-BE49-F238E27FC236}">
                    <a16:creationId xmlns:a16="http://schemas.microsoft.com/office/drawing/2014/main" id="{47391A4D-BBBB-20F3-FB52-5F796C5A23A2}"/>
                  </a:ext>
                </a:extLst>
              </p:cNvPr>
              <p:cNvSpPr/>
              <p:nvPr/>
            </p:nvSpPr>
            <p:spPr>
              <a:xfrm>
                <a:off x="617222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g356">
                <a:extLst>
                  <a:ext uri="{FF2B5EF4-FFF2-40B4-BE49-F238E27FC236}">
                    <a16:creationId xmlns:a16="http://schemas.microsoft.com/office/drawing/2014/main" id="{2573E92C-5C3E-3598-2F88-B136E4533153}"/>
                  </a:ext>
                </a:extLst>
              </p:cNvPr>
              <p:cNvSpPr/>
              <p:nvPr/>
            </p:nvSpPr>
            <p:spPr>
              <a:xfrm>
                <a:off x="618386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g357">
                <a:extLst>
                  <a:ext uri="{FF2B5EF4-FFF2-40B4-BE49-F238E27FC236}">
                    <a16:creationId xmlns:a16="http://schemas.microsoft.com/office/drawing/2014/main" id="{B9B53FC4-ABFC-1FB1-2931-B5667A0D9A72}"/>
                  </a:ext>
                </a:extLst>
              </p:cNvPr>
              <p:cNvSpPr/>
              <p:nvPr/>
            </p:nvSpPr>
            <p:spPr>
              <a:xfrm>
                <a:off x="619550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g358">
                <a:extLst>
                  <a:ext uri="{FF2B5EF4-FFF2-40B4-BE49-F238E27FC236}">
                    <a16:creationId xmlns:a16="http://schemas.microsoft.com/office/drawing/2014/main" id="{CD5F5BF5-D5CE-B964-FC25-3D67B4706619}"/>
                  </a:ext>
                </a:extLst>
              </p:cNvPr>
              <p:cNvSpPr/>
              <p:nvPr/>
            </p:nvSpPr>
            <p:spPr>
              <a:xfrm>
                <a:off x="620714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g359">
                <a:extLst>
                  <a:ext uri="{FF2B5EF4-FFF2-40B4-BE49-F238E27FC236}">
                    <a16:creationId xmlns:a16="http://schemas.microsoft.com/office/drawing/2014/main" id="{EC19BC69-92DF-3887-7E24-C913E00DEFC1}"/>
                  </a:ext>
                </a:extLst>
              </p:cNvPr>
              <p:cNvSpPr/>
              <p:nvPr/>
            </p:nvSpPr>
            <p:spPr>
              <a:xfrm>
                <a:off x="621877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g360">
                <a:extLst>
                  <a:ext uri="{FF2B5EF4-FFF2-40B4-BE49-F238E27FC236}">
                    <a16:creationId xmlns:a16="http://schemas.microsoft.com/office/drawing/2014/main" id="{4E5F58F5-0E37-11E2-96C3-A8060F6928D1}"/>
                  </a:ext>
                </a:extLst>
              </p:cNvPr>
              <p:cNvSpPr/>
              <p:nvPr/>
            </p:nvSpPr>
            <p:spPr>
              <a:xfrm>
                <a:off x="623041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g361">
                <a:extLst>
                  <a:ext uri="{FF2B5EF4-FFF2-40B4-BE49-F238E27FC236}">
                    <a16:creationId xmlns:a16="http://schemas.microsoft.com/office/drawing/2014/main" id="{25CADA7D-8BF9-E0DF-4E9B-16B2E71D2A79}"/>
                  </a:ext>
                </a:extLst>
              </p:cNvPr>
              <p:cNvSpPr/>
              <p:nvPr/>
            </p:nvSpPr>
            <p:spPr>
              <a:xfrm>
                <a:off x="624205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g362">
                <a:extLst>
                  <a:ext uri="{FF2B5EF4-FFF2-40B4-BE49-F238E27FC236}">
                    <a16:creationId xmlns:a16="http://schemas.microsoft.com/office/drawing/2014/main" id="{6F73C85F-2FC2-4833-18AB-1896962890EB}"/>
                  </a:ext>
                </a:extLst>
              </p:cNvPr>
              <p:cNvSpPr/>
              <p:nvPr/>
            </p:nvSpPr>
            <p:spPr>
              <a:xfrm>
                <a:off x="625369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g363">
                <a:extLst>
                  <a:ext uri="{FF2B5EF4-FFF2-40B4-BE49-F238E27FC236}">
                    <a16:creationId xmlns:a16="http://schemas.microsoft.com/office/drawing/2014/main" id="{DC53412C-405A-E15F-99DA-1EB9F42DAE45}"/>
                  </a:ext>
                </a:extLst>
              </p:cNvPr>
              <p:cNvSpPr/>
              <p:nvPr/>
            </p:nvSpPr>
            <p:spPr>
              <a:xfrm>
                <a:off x="626532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g364">
                <a:extLst>
                  <a:ext uri="{FF2B5EF4-FFF2-40B4-BE49-F238E27FC236}">
                    <a16:creationId xmlns:a16="http://schemas.microsoft.com/office/drawing/2014/main" id="{1A973E67-F84F-EA7C-DE05-8F92FBEBDECF}"/>
                  </a:ext>
                </a:extLst>
              </p:cNvPr>
              <p:cNvSpPr/>
              <p:nvPr/>
            </p:nvSpPr>
            <p:spPr>
              <a:xfrm>
                <a:off x="627696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g365">
                <a:extLst>
                  <a:ext uri="{FF2B5EF4-FFF2-40B4-BE49-F238E27FC236}">
                    <a16:creationId xmlns:a16="http://schemas.microsoft.com/office/drawing/2014/main" id="{C5331C5E-1B49-C5BD-2128-39F58A8F6F48}"/>
                  </a:ext>
                </a:extLst>
              </p:cNvPr>
              <p:cNvSpPr/>
              <p:nvPr/>
            </p:nvSpPr>
            <p:spPr>
              <a:xfrm>
                <a:off x="628860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g366">
                <a:extLst>
                  <a:ext uri="{FF2B5EF4-FFF2-40B4-BE49-F238E27FC236}">
                    <a16:creationId xmlns:a16="http://schemas.microsoft.com/office/drawing/2014/main" id="{710C941B-85E5-7075-213D-726C68B02C5B}"/>
                  </a:ext>
                </a:extLst>
              </p:cNvPr>
              <p:cNvSpPr/>
              <p:nvPr/>
            </p:nvSpPr>
            <p:spPr>
              <a:xfrm>
                <a:off x="630024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g367">
                <a:extLst>
                  <a:ext uri="{FF2B5EF4-FFF2-40B4-BE49-F238E27FC236}">
                    <a16:creationId xmlns:a16="http://schemas.microsoft.com/office/drawing/2014/main" id="{48D53268-F64D-4361-586A-8FF5294AEDA2}"/>
                  </a:ext>
                </a:extLst>
              </p:cNvPr>
              <p:cNvSpPr/>
              <p:nvPr/>
            </p:nvSpPr>
            <p:spPr>
              <a:xfrm>
                <a:off x="631187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g368">
                <a:extLst>
                  <a:ext uri="{FF2B5EF4-FFF2-40B4-BE49-F238E27FC236}">
                    <a16:creationId xmlns:a16="http://schemas.microsoft.com/office/drawing/2014/main" id="{C1012A80-AC31-FAAD-5A81-67D653A8A558}"/>
                  </a:ext>
                </a:extLst>
              </p:cNvPr>
              <p:cNvSpPr/>
              <p:nvPr/>
            </p:nvSpPr>
            <p:spPr>
              <a:xfrm>
                <a:off x="632351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g369">
                <a:extLst>
                  <a:ext uri="{FF2B5EF4-FFF2-40B4-BE49-F238E27FC236}">
                    <a16:creationId xmlns:a16="http://schemas.microsoft.com/office/drawing/2014/main" id="{C53EA6F9-EA76-EA9B-C98A-B02F6CF0CABA}"/>
                  </a:ext>
                </a:extLst>
              </p:cNvPr>
              <p:cNvSpPr/>
              <p:nvPr/>
            </p:nvSpPr>
            <p:spPr>
              <a:xfrm>
                <a:off x="526451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g370">
                <a:extLst>
                  <a:ext uri="{FF2B5EF4-FFF2-40B4-BE49-F238E27FC236}">
                    <a16:creationId xmlns:a16="http://schemas.microsoft.com/office/drawing/2014/main" id="{AB1B9515-D0BD-3B72-88B6-55B3593AE1C4}"/>
                  </a:ext>
                </a:extLst>
              </p:cNvPr>
              <p:cNvSpPr/>
              <p:nvPr/>
            </p:nvSpPr>
            <p:spPr>
              <a:xfrm>
                <a:off x="527615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67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g371">
                <a:extLst>
                  <a:ext uri="{FF2B5EF4-FFF2-40B4-BE49-F238E27FC236}">
                    <a16:creationId xmlns:a16="http://schemas.microsoft.com/office/drawing/2014/main" id="{021E0190-C927-695E-EFFD-2A633E40078E}"/>
                  </a:ext>
                </a:extLst>
              </p:cNvPr>
              <p:cNvSpPr/>
              <p:nvPr/>
            </p:nvSpPr>
            <p:spPr>
              <a:xfrm>
                <a:off x="528779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g372">
                <a:extLst>
                  <a:ext uri="{FF2B5EF4-FFF2-40B4-BE49-F238E27FC236}">
                    <a16:creationId xmlns:a16="http://schemas.microsoft.com/office/drawing/2014/main" id="{DA25F477-266F-1C75-E2D5-43856111FAC0}"/>
                  </a:ext>
                </a:extLst>
              </p:cNvPr>
              <p:cNvSpPr/>
              <p:nvPr/>
            </p:nvSpPr>
            <p:spPr>
              <a:xfrm>
                <a:off x="529942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g373">
                <a:extLst>
                  <a:ext uri="{FF2B5EF4-FFF2-40B4-BE49-F238E27FC236}">
                    <a16:creationId xmlns:a16="http://schemas.microsoft.com/office/drawing/2014/main" id="{594D3476-A914-7806-4CA4-DF297DE19E26}"/>
                  </a:ext>
                </a:extLst>
              </p:cNvPr>
              <p:cNvSpPr/>
              <p:nvPr/>
            </p:nvSpPr>
            <p:spPr>
              <a:xfrm>
                <a:off x="531106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g374">
                <a:extLst>
                  <a:ext uri="{FF2B5EF4-FFF2-40B4-BE49-F238E27FC236}">
                    <a16:creationId xmlns:a16="http://schemas.microsoft.com/office/drawing/2014/main" id="{FDBE3EDC-1F1F-251D-B01E-0A4CADE7BC9C}"/>
                  </a:ext>
                </a:extLst>
              </p:cNvPr>
              <p:cNvSpPr/>
              <p:nvPr/>
            </p:nvSpPr>
            <p:spPr>
              <a:xfrm>
                <a:off x="532270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g375">
                <a:extLst>
                  <a:ext uri="{FF2B5EF4-FFF2-40B4-BE49-F238E27FC236}">
                    <a16:creationId xmlns:a16="http://schemas.microsoft.com/office/drawing/2014/main" id="{5FE84D6F-5D4E-D0AB-D6DA-792BF6294689}"/>
                  </a:ext>
                </a:extLst>
              </p:cNvPr>
              <p:cNvSpPr/>
              <p:nvPr/>
            </p:nvSpPr>
            <p:spPr>
              <a:xfrm>
                <a:off x="5334341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g376">
                <a:extLst>
                  <a:ext uri="{FF2B5EF4-FFF2-40B4-BE49-F238E27FC236}">
                    <a16:creationId xmlns:a16="http://schemas.microsoft.com/office/drawing/2014/main" id="{D1693CF1-8204-B0AE-8F45-65EA2660CE25}"/>
                  </a:ext>
                </a:extLst>
              </p:cNvPr>
              <p:cNvSpPr/>
              <p:nvPr/>
            </p:nvSpPr>
            <p:spPr>
              <a:xfrm>
                <a:off x="534597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g377">
                <a:extLst>
                  <a:ext uri="{FF2B5EF4-FFF2-40B4-BE49-F238E27FC236}">
                    <a16:creationId xmlns:a16="http://schemas.microsoft.com/office/drawing/2014/main" id="{CDA803FE-6551-D76B-D1C5-7832A9A2922A}"/>
                  </a:ext>
                </a:extLst>
              </p:cNvPr>
              <p:cNvSpPr/>
              <p:nvPr/>
            </p:nvSpPr>
            <p:spPr>
              <a:xfrm>
                <a:off x="535761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g378">
                <a:extLst>
                  <a:ext uri="{FF2B5EF4-FFF2-40B4-BE49-F238E27FC236}">
                    <a16:creationId xmlns:a16="http://schemas.microsoft.com/office/drawing/2014/main" id="{0524DDA3-6CDA-1019-FD11-F7CFE31566C7}"/>
                  </a:ext>
                </a:extLst>
              </p:cNvPr>
              <p:cNvSpPr/>
              <p:nvPr/>
            </p:nvSpPr>
            <p:spPr>
              <a:xfrm>
                <a:off x="6067493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g379">
                <a:extLst>
                  <a:ext uri="{FF2B5EF4-FFF2-40B4-BE49-F238E27FC236}">
                    <a16:creationId xmlns:a16="http://schemas.microsoft.com/office/drawing/2014/main" id="{641536E1-8475-E0B6-E235-30F408E0C1E0}"/>
                  </a:ext>
                </a:extLst>
              </p:cNvPr>
              <p:cNvSpPr/>
              <p:nvPr/>
            </p:nvSpPr>
            <p:spPr>
              <a:xfrm>
                <a:off x="607913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g380">
                <a:extLst>
                  <a:ext uri="{FF2B5EF4-FFF2-40B4-BE49-F238E27FC236}">
                    <a16:creationId xmlns:a16="http://schemas.microsoft.com/office/drawing/2014/main" id="{C5E7DF64-C746-F35C-0463-62F374482C65}"/>
                  </a:ext>
                </a:extLst>
              </p:cNvPr>
              <p:cNvSpPr/>
              <p:nvPr/>
            </p:nvSpPr>
            <p:spPr>
              <a:xfrm>
                <a:off x="609076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g381">
                <a:extLst>
                  <a:ext uri="{FF2B5EF4-FFF2-40B4-BE49-F238E27FC236}">
                    <a16:creationId xmlns:a16="http://schemas.microsoft.com/office/drawing/2014/main" id="{A79B1ED0-1BD8-F297-787F-4997DFC0CB67}"/>
                  </a:ext>
                </a:extLst>
              </p:cNvPr>
              <p:cNvSpPr/>
              <p:nvPr/>
            </p:nvSpPr>
            <p:spPr>
              <a:xfrm>
                <a:off x="610240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g382">
                <a:extLst>
                  <a:ext uri="{FF2B5EF4-FFF2-40B4-BE49-F238E27FC236}">
                    <a16:creationId xmlns:a16="http://schemas.microsoft.com/office/drawing/2014/main" id="{DE544A4B-87B6-244B-00D8-DAF4D54B4531}"/>
                  </a:ext>
                </a:extLst>
              </p:cNvPr>
              <p:cNvSpPr/>
              <p:nvPr/>
            </p:nvSpPr>
            <p:spPr>
              <a:xfrm>
                <a:off x="611404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g383">
                <a:extLst>
                  <a:ext uri="{FF2B5EF4-FFF2-40B4-BE49-F238E27FC236}">
                    <a16:creationId xmlns:a16="http://schemas.microsoft.com/office/drawing/2014/main" id="{57229E0A-9D03-5542-6870-819EEFD4CFAF}"/>
                  </a:ext>
                </a:extLst>
              </p:cNvPr>
              <p:cNvSpPr/>
              <p:nvPr/>
            </p:nvSpPr>
            <p:spPr>
              <a:xfrm>
                <a:off x="612568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g384">
                <a:extLst>
                  <a:ext uri="{FF2B5EF4-FFF2-40B4-BE49-F238E27FC236}">
                    <a16:creationId xmlns:a16="http://schemas.microsoft.com/office/drawing/2014/main" id="{CEB157FC-C981-97D2-DA5A-1668106CE65A}"/>
                  </a:ext>
                </a:extLst>
              </p:cNvPr>
              <p:cNvSpPr/>
              <p:nvPr/>
            </p:nvSpPr>
            <p:spPr>
              <a:xfrm>
                <a:off x="613731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g385">
                <a:extLst>
                  <a:ext uri="{FF2B5EF4-FFF2-40B4-BE49-F238E27FC236}">
                    <a16:creationId xmlns:a16="http://schemas.microsoft.com/office/drawing/2014/main" id="{6CA84B37-8116-0A58-C88F-2285A9558C15}"/>
                  </a:ext>
                </a:extLst>
              </p:cNvPr>
              <p:cNvSpPr/>
              <p:nvPr/>
            </p:nvSpPr>
            <p:spPr>
              <a:xfrm>
                <a:off x="614895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g386">
                <a:extLst>
                  <a:ext uri="{FF2B5EF4-FFF2-40B4-BE49-F238E27FC236}">
                    <a16:creationId xmlns:a16="http://schemas.microsoft.com/office/drawing/2014/main" id="{BFAB8732-0B87-027E-F40D-BC6EAA1EEEAF}"/>
                  </a:ext>
                </a:extLst>
              </p:cNvPr>
              <p:cNvSpPr/>
              <p:nvPr/>
            </p:nvSpPr>
            <p:spPr>
              <a:xfrm>
                <a:off x="616059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g387">
                <a:extLst>
                  <a:ext uri="{FF2B5EF4-FFF2-40B4-BE49-F238E27FC236}">
                    <a16:creationId xmlns:a16="http://schemas.microsoft.com/office/drawing/2014/main" id="{DF814429-BFF6-8CA6-BD50-770953B2695E}"/>
                  </a:ext>
                </a:extLst>
              </p:cNvPr>
              <p:cNvSpPr/>
              <p:nvPr/>
            </p:nvSpPr>
            <p:spPr>
              <a:xfrm>
                <a:off x="617222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g388">
                <a:extLst>
                  <a:ext uri="{FF2B5EF4-FFF2-40B4-BE49-F238E27FC236}">
                    <a16:creationId xmlns:a16="http://schemas.microsoft.com/office/drawing/2014/main" id="{048504BE-D27F-A2F1-E94C-F2A11978A36A}"/>
                  </a:ext>
                </a:extLst>
              </p:cNvPr>
              <p:cNvSpPr/>
              <p:nvPr/>
            </p:nvSpPr>
            <p:spPr>
              <a:xfrm>
                <a:off x="618386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g389">
                <a:extLst>
                  <a:ext uri="{FF2B5EF4-FFF2-40B4-BE49-F238E27FC236}">
                    <a16:creationId xmlns:a16="http://schemas.microsoft.com/office/drawing/2014/main" id="{4F2E33A3-DC72-5EFF-7CB2-B24AEBFBAED2}"/>
                  </a:ext>
                </a:extLst>
              </p:cNvPr>
              <p:cNvSpPr/>
              <p:nvPr/>
            </p:nvSpPr>
            <p:spPr>
              <a:xfrm>
                <a:off x="619550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g390">
                <a:extLst>
                  <a:ext uri="{FF2B5EF4-FFF2-40B4-BE49-F238E27FC236}">
                    <a16:creationId xmlns:a16="http://schemas.microsoft.com/office/drawing/2014/main" id="{8C9A8360-DA79-FB30-FDEF-EEAE720B5A37}"/>
                  </a:ext>
                </a:extLst>
              </p:cNvPr>
              <p:cNvSpPr/>
              <p:nvPr/>
            </p:nvSpPr>
            <p:spPr>
              <a:xfrm>
                <a:off x="6207141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g391">
                <a:extLst>
                  <a:ext uri="{FF2B5EF4-FFF2-40B4-BE49-F238E27FC236}">
                    <a16:creationId xmlns:a16="http://schemas.microsoft.com/office/drawing/2014/main" id="{401673E2-71B8-D32D-BB4B-81794F4462D1}"/>
                  </a:ext>
                </a:extLst>
              </p:cNvPr>
              <p:cNvSpPr/>
              <p:nvPr/>
            </p:nvSpPr>
            <p:spPr>
              <a:xfrm>
                <a:off x="621877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g392">
                <a:extLst>
                  <a:ext uri="{FF2B5EF4-FFF2-40B4-BE49-F238E27FC236}">
                    <a16:creationId xmlns:a16="http://schemas.microsoft.com/office/drawing/2014/main" id="{80F06D01-A2D5-A8A8-1062-6A85CFE38E7F}"/>
                  </a:ext>
                </a:extLst>
              </p:cNvPr>
              <p:cNvSpPr/>
              <p:nvPr/>
            </p:nvSpPr>
            <p:spPr>
              <a:xfrm>
                <a:off x="623041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g393">
                <a:extLst>
                  <a:ext uri="{FF2B5EF4-FFF2-40B4-BE49-F238E27FC236}">
                    <a16:creationId xmlns:a16="http://schemas.microsoft.com/office/drawing/2014/main" id="{527A3DFD-B9D0-DC67-624E-B2003C9A195E}"/>
                  </a:ext>
                </a:extLst>
              </p:cNvPr>
              <p:cNvSpPr/>
              <p:nvPr/>
            </p:nvSpPr>
            <p:spPr>
              <a:xfrm>
                <a:off x="6242053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g394">
                <a:extLst>
                  <a:ext uri="{FF2B5EF4-FFF2-40B4-BE49-F238E27FC236}">
                    <a16:creationId xmlns:a16="http://schemas.microsoft.com/office/drawing/2014/main" id="{C68B1A4E-8AA3-34F6-CCCE-BC261F3FA2C6}"/>
                  </a:ext>
                </a:extLst>
              </p:cNvPr>
              <p:cNvSpPr/>
              <p:nvPr/>
            </p:nvSpPr>
            <p:spPr>
              <a:xfrm>
                <a:off x="625369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g395">
                <a:extLst>
                  <a:ext uri="{FF2B5EF4-FFF2-40B4-BE49-F238E27FC236}">
                    <a16:creationId xmlns:a16="http://schemas.microsoft.com/office/drawing/2014/main" id="{9750F999-8937-DCF3-6664-76945E2D070B}"/>
                  </a:ext>
                </a:extLst>
              </p:cNvPr>
              <p:cNvSpPr/>
              <p:nvPr/>
            </p:nvSpPr>
            <p:spPr>
              <a:xfrm>
                <a:off x="626532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g396">
                <a:extLst>
                  <a:ext uri="{FF2B5EF4-FFF2-40B4-BE49-F238E27FC236}">
                    <a16:creationId xmlns:a16="http://schemas.microsoft.com/office/drawing/2014/main" id="{4CC4278B-FDFB-6B66-5AA2-38EF974778EA}"/>
                  </a:ext>
                </a:extLst>
              </p:cNvPr>
              <p:cNvSpPr/>
              <p:nvPr/>
            </p:nvSpPr>
            <p:spPr>
              <a:xfrm>
                <a:off x="627696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g397">
                <a:extLst>
                  <a:ext uri="{FF2B5EF4-FFF2-40B4-BE49-F238E27FC236}">
                    <a16:creationId xmlns:a16="http://schemas.microsoft.com/office/drawing/2014/main" id="{F26463C4-D15E-D79C-5149-9922EE7F4750}"/>
                  </a:ext>
                </a:extLst>
              </p:cNvPr>
              <p:cNvSpPr/>
              <p:nvPr/>
            </p:nvSpPr>
            <p:spPr>
              <a:xfrm>
                <a:off x="628860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g398">
                <a:extLst>
                  <a:ext uri="{FF2B5EF4-FFF2-40B4-BE49-F238E27FC236}">
                    <a16:creationId xmlns:a16="http://schemas.microsoft.com/office/drawing/2014/main" id="{C5D2D711-F7E7-0F9B-994F-77F5BE01E83A}"/>
                  </a:ext>
                </a:extLst>
              </p:cNvPr>
              <p:cNvSpPr/>
              <p:nvPr/>
            </p:nvSpPr>
            <p:spPr>
              <a:xfrm>
                <a:off x="630024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g399">
                <a:extLst>
                  <a:ext uri="{FF2B5EF4-FFF2-40B4-BE49-F238E27FC236}">
                    <a16:creationId xmlns:a16="http://schemas.microsoft.com/office/drawing/2014/main" id="{75846D8A-9A01-400D-76DC-3C7E85FC4FC3}"/>
                  </a:ext>
                </a:extLst>
              </p:cNvPr>
              <p:cNvSpPr/>
              <p:nvPr/>
            </p:nvSpPr>
            <p:spPr>
              <a:xfrm>
                <a:off x="631187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g400">
                <a:extLst>
                  <a:ext uri="{FF2B5EF4-FFF2-40B4-BE49-F238E27FC236}">
                    <a16:creationId xmlns:a16="http://schemas.microsoft.com/office/drawing/2014/main" id="{E200CC1E-7434-A7F5-3861-693E1E7E09E1}"/>
                  </a:ext>
                </a:extLst>
              </p:cNvPr>
              <p:cNvSpPr/>
              <p:nvPr/>
            </p:nvSpPr>
            <p:spPr>
              <a:xfrm>
                <a:off x="632351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g401">
                <a:extLst>
                  <a:ext uri="{FF2B5EF4-FFF2-40B4-BE49-F238E27FC236}">
                    <a16:creationId xmlns:a16="http://schemas.microsoft.com/office/drawing/2014/main" id="{BFF669B2-CF73-A7E8-5E0C-324C5C02B7C0}"/>
                  </a:ext>
                </a:extLst>
              </p:cNvPr>
              <p:cNvSpPr/>
              <p:nvPr/>
            </p:nvSpPr>
            <p:spPr>
              <a:xfrm>
                <a:off x="633515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g402">
                <a:extLst>
                  <a:ext uri="{FF2B5EF4-FFF2-40B4-BE49-F238E27FC236}">
                    <a16:creationId xmlns:a16="http://schemas.microsoft.com/office/drawing/2014/main" id="{56F435E5-47FE-CCAC-2C2B-0812D0C2E906}"/>
                  </a:ext>
                </a:extLst>
              </p:cNvPr>
              <p:cNvSpPr/>
              <p:nvPr/>
            </p:nvSpPr>
            <p:spPr>
              <a:xfrm>
                <a:off x="526451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g403">
                <a:extLst>
                  <a:ext uri="{FF2B5EF4-FFF2-40B4-BE49-F238E27FC236}">
                    <a16:creationId xmlns:a16="http://schemas.microsoft.com/office/drawing/2014/main" id="{17B8E8A3-E0A7-6491-FF73-0E0F71929CCC}"/>
                  </a:ext>
                </a:extLst>
              </p:cNvPr>
              <p:cNvSpPr/>
              <p:nvPr/>
            </p:nvSpPr>
            <p:spPr>
              <a:xfrm>
                <a:off x="527615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g404">
                <a:extLst>
                  <a:ext uri="{FF2B5EF4-FFF2-40B4-BE49-F238E27FC236}">
                    <a16:creationId xmlns:a16="http://schemas.microsoft.com/office/drawing/2014/main" id="{C086AE4F-0541-CD07-6798-FFA9AF704825}"/>
                  </a:ext>
                </a:extLst>
              </p:cNvPr>
              <p:cNvSpPr/>
              <p:nvPr/>
            </p:nvSpPr>
            <p:spPr>
              <a:xfrm>
                <a:off x="528779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g405">
                <a:extLst>
                  <a:ext uri="{FF2B5EF4-FFF2-40B4-BE49-F238E27FC236}">
                    <a16:creationId xmlns:a16="http://schemas.microsoft.com/office/drawing/2014/main" id="{C33B4703-243D-F867-7006-8F70ABA075E2}"/>
                  </a:ext>
                </a:extLst>
              </p:cNvPr>
              <p:cNvSpPr/>
              <p:nvPr/>
            </p:nvSpPr>
            <p:spPr>
              <a:xfrm>
                <a:off x="5299429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g406">
                <a:extLst>
                  <a:ext uri="{FF2B5EF4-FFF2-40B4-BE49-F238E27FC236}">
                    <a16:creationId xmlns:a16="http://schemas.microsoft.com/office/drawing/2014/main" id="{7B26F174-3352-1DCA-BF4C-0A1F43A7562C}"/>
                  </a:ext>
                </a:extLst>
              </p:cNvPr>
              <p:cNvSpPr/>
              <p:nvPr/>
            </p:nvSpPr>
            <p:spPr>
              <a:xfrm>
                <a:off x="531106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g407">
                <a:extLst>
                  <a:ext uri="{FF2B5EF4-FFF2-40B4-BE49-F238E27FC236}">
                    <a16:creationId xmlns:a16="http://schemas.microsoft.com/office/drawing/2014/main" id="{26CF213F-703D-EE84-A790-4E802A51428A}"/>
                  </a:ext>
                </a:extLst>
              </p:cNvPr>
              <p:cNvSpPr/>
              <p:nvPr/>
            </p:nvSpPr>
            <p:spPr>
              <a:xfrm>
                <a:off x="532270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g408">
                <a:extLst>
                  <a:ext uri="{FF2B5EF4-FFF2-40B4-BE49-F238E27FC236}">
                    <a16:creationId xmlns:a16="http://schemas.microsoft.com/office/drawing/2014/main" id="{14C2A3B4-85CE-F676-CA71-C87625250B67}"/>
                  </a:ext>
                </a:extLst>
              </p:cNvPr>
              <p:cNvSpPr/>
              <p:nvPr/>
            </p:nvSpPr>
            <p:spPr>
              <a:xfrm>
                <a:off x="6055856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g409">
                <a:extLst>
                  <a:ext uri="{FF2B5EF4-FFF2-40B4-BE49-F238E27FC236}">
                    <a16:creationId xmlns:a16="http://schemas.microsoft.com/office/drawing/2014/main" id="{6AD92993-F6C9-0228-2A20-59340C5DA494}"/>
                  </a:ext>
                </a:extLst>
              </p:cNvPr>
              <p:cNvSpPr/>
              <p:nvPr/>
            </p:nvSpPr>
            <p:spPr>
              <a:xfrm>
                <a:off x="6067493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g410">
                <a:extLst>
                  <a:ext uri="{FF2B5EF4-FFF2-40B4-BE49-F238E27FC236}">
                    <a16:creationId xmlns:a16="http://schemas.microsoft.com/office/drawing/2014/main" id="{00CAE3AB-56D5-3C8C-9A82-07DF61D5C3D0}"/>
                  </a:ext>
                </a:extLst>
              </p:cNvPr>
              <p:cNvSpPr/>
              <p:nvPr/>
            </p:nvSpPr>
            <p:spPr>
              <a:xfrm>
                <a:off x="607913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g411">
                <a:extLst>
                  <a:ext uri="{FF2B5EF4-FFF2-40B4-BE49-F238E27FC236}">
                    <a16:creationId xmlns:a16="http://schemas.microsoft.com/office/drawing/2014/main" id="{DAB7CAA4-019F-F6B3-1B0D-497907ABD2CF}"/>
                  </a:ext>
                </a:extLst>
              </p:cNvPr>
              <p:cNvSpPr/>
              <p:nvPr/>
            </p:nvSpPr>
            <p:spPr>
              <a:xfrm>
                <a:off x="6090768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g412">
                <a:extLst>
                  <a:ext uri="{FF2B5EF4-FFF2-40B4-BE49-F238E27FC236}">
                    <a16:creationId xmlns:a16="http://schemas.microsoft.com/office/drawing/2014/main" id="{A90B55F1-68CE-A3B4-FC93-D33E5DB6F816}"/>
                  </a:ext>
                </a:extLst>
              </p:cNvPr>
              <p:cNvSpPr/>
              <p:nvPr/>
            </p:nvSpPr>
            <p:spPr>
              <a:xfrm>
                <a:off x="610240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g413">
                <a:extLst>
                  <a:ext uri="{FF2B5EF4-FFF2-40B4-BE49-F238E27FC236}">
                    <a16:creationId xmlns:a16="http://schemas.microsoft.com/office/drawing/2014/main" id="{A4CA4F20-C76F-BBD6-6F73-9FA8004AF6D6}"/>
                  </a:ext>
                </a:extLst>
              </p:cNvPr>
              <p:cNvSpPr/>
              <p:nvPr/>
            </p:nvSpPr>
            <p:spPr>
              <a:xfrm>
                <a:off x="611404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g414">
                <a:extLst>
                  <a:ext uri="{FF2B5EF4-FFF2-40B4-BE49-F238E27FC236}">
                    <a16:creationId xmlns:a16="http://schemas.microsoft.com/office/drawing/2014/main" id="{3F06C874-C288-3C87-DA9E-4ACD60FE8DEF}"/>
                  </a:ext>
                </a:extLst>
              </p:cNvPr>
              <p:cNvSpPr/>
              <p:nvPr/>
            </p:nvSpPr>
            <p:spPr>
              <a:xfrm>
                <a:off x="612568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g415">
                <a:extLst>
                  <a:ext uri="{FF2B5EF4-FFF2-40B4-BE49-F238E27FC236}">
                    <a16:creationId xmlns:a16="http://schemas.microsoft.com/office/drawing/2014/main" id="{17D973DD-419B-7559-3004-EE9D07322A4F}"/>
                  </a:ext>
                </a:extLst>
              </p:cNvPr>
              <p:cNvSpPr/>
              <p:nvPr/>
            </p:nvSpPr>
            <p:spPr>
              <a:xfrm>
                <a:off x="613731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g416">
                <a:extLst>
                  <a:ext uri="{FF2B5EF4-FFF2-40B4-BE49-F238E27FC236}">
                    <a16:creationId xmlns:a16="http://schemas.microsoft.com/office/drawing/2014/main" id="{8C0F8F6A-368F-6882-63D8-4A6A63742E19}"/>
                  </a:ext>
                </a:extLst>
              </p:cNvPr>
              <p:cNvSpPr/>
              <p:nvPr/>
            </p:nvSpPr>
            <p:spPr>
              <a:xfrm>
                <a:off x="614895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g417">
                <a:extLst>
                  <a:ext uri="{FF2B5EF4-FFF2-40B4-BE49-F238E27FC236}">
                    <a16:creationId xmlns:a16="http://schemas.microsoft.com/office/drawing/2014/main" id="{48EC5132-B627-121B-134A-13D57473FD66}"/>
                  </a:ext>
                </a:extLst>
              </p:cNvPr>
              <p:cNvSpPr/>
              <p:nvPr/>
            </p:nvSpPr>
            <p:spPr>
              <a:xfrm>
                <a:off x="616059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g418">
                <a:extLst>
                  <a:ext uri="{FF2B5EF4-FFF2-40B4-BE49-F238E27FC236}">
                    <a16:creationId xmlns:a16="http://schemas.microsoft.com/office/drawing/2014/main" id="{625FE84A-5DC5-D4DC-7C1B-DEF15934D3A1}"/>
                  </a:ext>
                </a:extLst>
              </p:cNvPr>
              <p:cNvSpPr/>
              <p:nvPr/>
            </p:nvSpPr>
            <p:spPr>
              <a:xfrm>
                <a:off x="6172229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g419">
                <a:extLst>
                  <a:ext uri="{FF2B5EF4-FFF2-40B4-BE49-F238E27FC236}">
                    <a16:creationId xmlns:a16="http://schemas.microsoft.com/office/drawing/2014/main" id="{6B8A2DDC-7B30-3F2E-44C5-03F8E2D4D579}"/>
                  </a:ext>
                </a:extLst>
              </p:cNvPr>
              <p:cNvSpPr/>
              <p:nvPr/>
            </p:nvSpPr>
            <p:spPr>
              <a:xfrm>
                <a:off x="6230416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g420">
                <a:extLst>
                  <a:ext uri="{FF2B5EF4-FFF2-40B4-BE49-F238E27FC236}">
                    <a16:creationId xmlns:a16="http://schemas.microsoft.com/office/drawing/2014/main" id="{EE129894-FEDC-6235-0255-37DEFEB7CBF9}"/>
                  </a:ext>
                </a:extLst>
              </p:cNvPr>
              <p:cNvSpPr/>
              <p:nvPr/>
            </p:nvSpPr>
            <p:spPr>
              <a:xfrm>
                <a:off x="6242053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g421">
                <a:extLst>
                  <a:ext uri="{FF2B5EF4-FFF2-40B4-BE49-F238E27FC236}">
                    <a16:creationId xmlns:a16="http://schemas.microsoft.com/office/drawing/2014/main" id="{093B788B-2996-C285-E060-E552111B743A}"/>
                  </a:ext>
                </a:extLst>
              </p:cNvPr>
              <p:cNvSpPr/>
              <p:nvPr/>
            </p:nvSpPr>
            <p:spPr>
              <a:xfrm>
                <a:off x="625369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g422">
                <a:extLst>
                  <a:ext uri="{FF2B5EF4-FFF2-40B4-BE49-F238E27FC236}">
                    <a16:creationId xmlns:a16="http://schemas.microsoft.com/office/drawing/2014/main" id="{BAB8137B-A0C3-E80B-DFC4-F4988FB021E6}"/>
                  </a:ext>
                </a:extLst>
              </p:cNvPr>
              <p:cNvSpPr/>
              <p:nvPr/>
            </p:nvSpPr>
            <p:spPr>
              <a:xfrm>
                <a:off x="6265328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g423">
                <a:extLst>
                  <a:ext uri="{FF2B5EF4-FFF2-40B4-BE49-F238E27FC236}">
                    <a16:creationId xmlns:a16="http://schemas.microsoft.com/office/drawing/2014/main" id="{D1CDB3BF-527A-ABD2-E1FB-224D368EF85B}"/>
                  </a:ext>
                </a:extLst>
              </p:cNvPr>
              <p:cNvSpPr/>
              <p:nvPr/>
            </p:nvSpPr>
            <p:spPr>
              <a:xfrm>
                <a:off x="627696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g424">
                <a:extLst>
                  <a:ext uri="{FF2B5EF4-FFF2-40B4-BE49-F238E27FC236}">
                    <a16:creationId xmlns:a16="http://schemas.microsoft.com/office/drawing/2014/main" id="{BAAA8A8E-4777-9533-E1C9-9C572CA275F7}"/>
                  </a:ext>
                </a:extLst>
              </p:cNvPr>
              <p:cNvSpPr/>
              <p:nvPr/>
            </p:nvSpPr>
            <p:spPr>
              <a:xfrm>
                <a:off x="628860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g425">
                <a:extLst>
                  <a:ext uri="{FF2B5EF4-FFF2-40B4-BE49-F238E27FC236}">
                    <a16:creationId xmlns:a16="http://schemas.microsoft.com/office/drawing/2014/main" id="{11B1D0B9-6359-0AF2-4D33-85B1EB9C734B}"/>
                  </a:ext>
                </a:extLst>
              </p:cNvPr>
              <p:cNvSpPr/>
              <p:nvPr/>
            </p:nvSpPr>
            <p:spPr>
              <a:xfrm>
                <a:off x="630024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g426">
                <a:extLst>
                  <a:ext uri="{FF2B5EF4-FFF2-40B4-BE49-F238E27FC236}">
                    <a16:creationId xmlns:a16="http://schemas.microsoft.com/office/drawing/2014/main" id="{A0EB615F-6186-38A6-D821-780AABCA877A}"/>
                  </a:ext>
                </a:extLst>
              </p:cNvPr>
              <p:cNvSpPr/>
              <p:nvPr/>
            </p:nvSpPr>
            <p:spPr>
              <a:xfrm>
                <a:off x="631187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g427">
                <a:extLst>
                  <a:ext uri="{FF2B5EF4-FFF2-40B4-BE49-F238E27FC236}">
                    <a16:creationId xmlns:a16="http://schemas.microsoft.com/office/drawing/2014/main" id="{E0BE8A01-9E6F-B4F7-1D83-CB39ACC047DF}"/>
                  </a:ext>
                </a:extLst>
              </p:cNvPr>
              <p:cNvSpPr/>
              <p:nvPr/>
            </p:nvSpPr>
            <p:spPr>
              <a:xfrm>
                <a:off x="632351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g428">
                <a:extLst>
                  <a:ext uri="{FF2B5EF4-FFF2-40B4-BE49-F238E27FC236}">
                    <a16:creationId xmlns:a16="http://schemas.microsoft.com/office/drawing/2014/main" id="{F2A551F0-77CA-A3C1-5ED7-308A0DE4E231}"/>
                  </a:ext>
                </a:extLst>
              </p:cNvPr>
              <p:cNvSpPr/>
              <p:nvPr/>
            </p:nvSpPr>
            <p:spPr>
              <a:xfrm>
                <a:off x="5264517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g429">
                <a:extLst>
                  <a:ext uri="{FF2B5EF4-FFF2-40B4-BE49-F238E27FC236}">
                    <a16:creationId xmlns:a16="http://schemas.microsoft.com/office/drawing/2014/main" id="{60C9CCDE-FDE1-05A6-0355-4F6E9029AE3B}"/>
                  </a:ext>
                </a:extLst>
              </p:cNvPr>
              <p:cNvSpPr/>
              <p:nvPr/>
            </p:nvSpPr>
            <p:spPr>
              <a:xfrm>
                <a:off x="527615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g430">
                <a:extLst>
                  <a:ext uri="{FF2B5EF4-FFF2-40B4-BE49-F238E27FC236}">
                    <a16:creationId xmlns:a16="http://schemas.microsoft.com/office/drawing/2014/main" id="{A5EF6212-3DFA-949A-C3C5-A2297E11AFE3}"/>
                  </a:ext>
                </a:extLst>
              </p:cNvPr>
              <p:cNvSpPr/>
              <p:nvPr/>
            </p:nvSpPr>
            <p:spPr>
              <a:xfrm>
                <a:off x="528779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g431">
                <a:extLst>
                  <a:ext uri="{FF2B5EF4-FFF2-40B4-BE49-F238E27FC236}">
                    <a16:creationId xmlns:a16="http://schemas.microsoft.com/office/drawing/2014/main" id="{498AD8AB-6D61-3639-CE81-23AFABD9CCA6}"/>
                  </a:ext>
                </a:extLst>
              </p:cNvPr>
              <p:cNvSpPr/>
              <p:nvPr/>
            </p:nvSpPr>
            <p:spPr>
              <a:xfrm>
                <a:off x="5299429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g432">
                <a:extLst>
                  <a:ext uri="{FF2B5EF4-FFF2-40B4-BE49-F238E27FC236}">
                    <a16:creationId xmlns:a16="http://schemas.microsoft.com/office/drawing/2014/main" id="{080F179C-E451-D994-DB38-EE1DF27DC9E1}"/>
                  </a:ext>
                </a:extLst>
              </p:cNvPr>
              <p:cNvSpPr/>
              <p:nvPr/>
            </p:nvSpPr>
            <p:spPr>
              <a:xfrm>
                <a:off x="600930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g433">
                <a:extLst>
                  <a:ext uri="{FF2B5EF4-FFF2-40B4-BE49-F238E27FC236}">
                    <a16:creationId xmlns:a16="http://schemas.microsoft.com/office/drawing/2014/main" id="{BFE09FA1-FAE4-144F-3A4C-A1B460EBEDD7}"/>
                  </a:ext>
                </a:extLst>
              </p:cNvPr>
              <p:cNvSpPr/>
              <p:nvPr/>
            </p:nvSpPr>
            <p:spPr>
              <a:xfrm>
                <a:off x="6020944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g434">
                <a:extLst>
                  <a:ext uri="{FF2B5EF4-FFF2-40B4-BE49-F238E27FC236}">
                    <a16:creationId xmlns:a16="http://schemas.microsoft.com/office/drawing/2014/main" id="{5729639D-C918-E531-F246-6345B79B85CE}"/>
                  </a:ext>
                </a:extLst>
              </p:cNvPr>
              <p:cNvSpPr/>
              <p:nvPr/>
            </p:nvSpPr>
            <p:spPr>
              <a:xfrm>
                <a:off x="6032581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g435">
                <a:extLst>
                  <a:ext uri="{FF2B5EF4-FFF2-40B4-BE49-F238E27FC236}">
                    <a16:creationId xmlns:a16="http://schemas.microsoft.com/office/drawing/2014/main" id="{883E1CEE-5AB3-39CD-6A8D-60FCE9B21777}"/>
                  </a:ext>
                </a:extLst>
              </p:cNvPr>
              <p:cNvSpPr/>
              <p:nvPr/>
            </p:nvSpPr>
            <p:spPr>
              <a:xfrm>
                <a:off x="604421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g436">
                <a:extLst>
                  <a:ext uri="{FF2B5EF4-FFF2-40B4-BE49-F238E27FC236}">
                    <a16:creationId xmlns:a16="http://schemas.microsoft.com/office/drawing/2014/main" id="{912C0EE4-695B-655E-340E-A860EEE45A79}"/>
                  </a:ext>
                </a:extLst>
              </p:cNvPr>
              <p:cNvSpPr/>
              <p:nvPr/>
            </p:nvSpPr>
            <p:spPr>
              <a:xfrm>
                <a:off x="605585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g437">
                <a:extLst>
                  <a:ext uri="{FF2B5EF4-FFF2-40B4-BE49-F238E27FC236}">
                    <a16:creationId xmlns:a16="http://schemas.microsoft.com/office/drawing/2014/main" id="{9083AFDF-361F-D27A-7CCF-8F117EFF6CB2}"/>
                  </a:ext>
                </a:extLst>
              </p:cNvPr>
              <p:cNvSpPr/>
              <p:nvPr/>
            </p:nvSpPr>
            <p:spPr>
              <a:xfrm>
                <a:off x="6067493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g438">
                <a:extLst>
                  <a:ext uri="{FF2B5EF4-FFF2-40B4-BE49-F238E27FC236}">
                    <a16:creationId xmlns:a16="http://schemas.microsoft.com/office/drawing/2014/main" id="{D7FFC154-47CD-4EBF-5A5B-7C83C486C4A4}"/>
                  </a:ext>
                </a:extLst>
              </p:cNvPr>
              <p:cNvSpPr/>
              <p:nvPr/>
            </p:nvSpPr>
            <p:spPr>
              <a:xfrm>
                <a:off x="607913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g439">
                <a:extLst>
                  <a:ext uri="{FF2B5EF4-FFF2-40B4-BE49-F238E27FC236}">
                    <a16:creationId xmlns:a16="http://schemas.microsoft.com/office/drawing/2014/main" id="{E5B6713D-5507-C45F-5134-540212BF7D37}"/>
                  </a:ext>
                </a:extLst>
              </p:cNvPr>
              <p:cNvSpPr/>
              <p:nvPr/>
            </p:nvSpPr>
            <p:spPr>
              <a:xfrm>
                <a:off x="609076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g440">
                <a:extLst>
                  <a:ext uri="{FF2B5EF4-FFF2-40B4-BE49-F238E27FC236}">
                    <a16:creationId xmlns:a16="http://schemas.microsoft.com/office/drawing/2014/main" id="{FB2F7553-AEDB-F7BB-446D-8CE25A419F0E}"/>
                  </a:ext>
                </a:extLst>
              </p:cNvPr>
              <p:cNvSpPr/>
              <p:nvPr/>
            </p:nvSpPr>
            <p:spPr>
              <a:xfrm>
                <a:off x="610240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g441">
                <a:extLst>
                  <a:ext uri="{FF2B5EF4-FFF2-40B4-BE49-F238E27FC236}">
                    <a16:creationId xmlns:a16="http://schemas.microsoft.com/office/drawing/2014/main" id="{2353E04D-9496-C46E-0690-05789644F400}"/>
                  </a:ext>
                </a:extLst>
              </p:cNvPr>
              <p:cNvSpPr/>
              <p:nvPr/>
            </p:nvSpPr>
            <p:spPr>
              <a:xfrm>
                <a:off x="611404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g442">
                <a:extLst>
                  <a:ext uri="{FF2B5EF4-FFF2-40B4-BE49-F238E27FC236}">
                    <a16:creationId xmlns:a16="http://schemas.microsoft.com/office/drawing/2014/main" id="{F8282850-0467-2286-E624-1230FD279C9C}"/>
                  </a:ext>
                </a:extLst>
              </p:cNvPr>
              <p:cNvSpPr/>
              <p:nvPr/>
            </p:nvSpPr>
            <p:spPr>
              <a:xfrm>
                <a:off x="6207141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g443">
                <a:extLst>
                  <a:ext uri="{FF2B5EF4-FFF2-40B4-BE49-F238E27FC236}">
                    <a16:creationId xmlns:a16="http://schemas.microsoft.com/office/drawing/2014/main" id="{041EBF5F-767F-1677-D9AE-BA8A732E3AB5}"/>
                  </a:ext>
                </a:extLst>
              </p:cNvPr>
              <p:cNvSpPr/>
              <p:nvPr/>
            </p:nvSpPr>
            <p:spPr>
              <a:xfrm>
                <a:off x="621877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g444">
                <a:extLst>
                  <a:ext uri="{FF2B5EF4-FFF2-40B4-BE49-F238E27FC236}">
                    <a16:creationId xmlns:a16="http://schemas.microsoft.com/office/drawing/2014/main" id="{531F6AEC-E7C6-BF52-2BAD-968D6E40BE68}"/>
                  </a:ext>
                </a:extLst>
              </p:cNvPr>
              <p:cNvSpPr/>
              <p:nvPr/>
            </p:nvSpPr>
            <p:spPr>
              <a:xfrm>
                <a:off x="623041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g445">
                <a:extLst>
                  <a:ext uri="{FF2B5EF4-FFF2-40B4-BE49-F238E27FC236}">
                    <a16:creationId xmlns:a16="http://schemas.microsoft.com/office/drawing/2014/main" id="{54E1D32B-533E-2993-6E90-3FF6E41ECA86}"/>
                  </a:ext>
                </a:extLst>
              </p:cNvPr>
              <p:cNvSpPr/>
              <p:nvPr/>
            </p:nvSpPr>
            <p:spPr>
              <a:xfrm>
                <a:off x="6242053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g446">
                <a:extLst>
                  <a:ext uri="{FF2B5EF4-FFF2-40B4-BE49-F238E27FC236}">
                    <a16:creationId xmlns:a16="http://schemas.microsoft.com/office/drawing/2014/main" id="{7B72E03D-D161-CC9E-F301-C3DF15C9DE8B}"/>
                  </a:ext>
                </a:extLst>
              </p:cNvPr>
              <p:cNvSpPr/>
              <p:nvPr/>
            </p:nvSpPr>
            <p:spPr>
              <a:xfrm>
                <a:off x="625369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g447">
                <a:extLst>
                  <a:ext uri="{FF2B5EF4-FFF2-40B4-BE49-F238E27FC236}">
                    <a16:creationId xmlns:a16="http://schemas.microsoft.com/office/drawing/2014/main" id="{651E0AC1-74D2-141C-3FC6-0F9AC422125A}"/>
                  </a:ext>
                </a:extLst>
              </p:cNvPr>
              <p:cNvSpPr/>
              <p:nvPr/>
            </p:nvSpPr>
            <p:spPr>
              <a:xfrm>
                <a:off x="626532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g448">
                <a:extLst>
                  <a:ext uri="{FF2B5EF4-FFF2-40B4-BE49-F238E27FC236}">
                    <a16:creationId xmlns:a16="http://schemas.microsoft.com/office/drawing/2014/main" id="{52744FD6-8035-047D-104E-C5F238519144}"/>
                  </a:ext>
                </a:extLst>
              </p:cNvPr>
              <p:cNvSpPr/>
              <p:nvPr/>
            </p:nvSpPr>
            <p:spPr>
              <a:xfrm>
                <a:off x="627696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g449">
                <a:extLst>
                  <a:ext uri="{FF2B5EF4-FFF2-40B4-BE49-F238E27FC236}">
                    <a16:creationId xmlns:a16="http://schemas.microsoft.com/office/drawing/2014/main" id="{1D2AAC4D-C2BE-BCB5-C86F-DB8C9EFC9EF5}"/>
                  </a:ext>
                </a:extLst>
              </p:cNvPr>
              <p:cNvSpPr/>
              <p:nvPr/>
            </p:nvSpPr>
            <p:spPr>
              <a:xfrm>
                <a:off x="628860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g450">
                <a:extLst>
                  <a:ext uri="{FF2B5EF4-FFF2-40B4-BE49-F238E27FC236}">
                    <a16:creationId xmlns:a16="http://schemas.microsoft.com/office/drawing/2014/main" id="{68CB47F1-A7F0-A4E3-E617-5760CBF244E1}"/>
                  </a:ext>
                </a:extLst>
              </p:cNvPr>
              <p:cNvSpPr/>
              <p:nvPr/>
            </p:nvSpPr>
            <p:spPr>
              <a:xfrm>
                <a:off x="630024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g451">
                <a:extLst>
                  <a:ext uri="{FF2B5EF4-FFF2-40B4-BE49-F238E27FC236}">
                    <a16:creationId xmlns:a16="http://schemas.microsoft.com/office/drawing/2014/main" id="{561F5488-6289-CA3C-2628-07F605D2F72C}"/>
                  </a:ext>
                </a:extLst>
              </p:cNvPr>
              <p:cNvSpPr/>
              <p:nvPr/>
            </p:nvSpPr>
            <p:spPr>
              <a:xfrm>
                <a:off x="6311877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g452">
                <a:extLst>
                  <a:ext uri="{FF2B5EF4-FFF2-40B4-BE49-F238E27FC236}">
                    <a16:creationId xmlns:a16="http://schemas.microsoft.com/office/drawing/2014/main" id="{4A86FCF0-9265-95F2-6FBD-2CF3A6E34ADE}"/>
                  </a:ext>
                </a:extLst>
              </p:cNvPr>
              <p:cNvSpPr/>
              <p:nvPr/>
            </p:nvSpPr>
            <p:spPr>
              <a:xfrm>
                <a:off x="589293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g453">
                <a:extLst>
                  <a:ext uri="{FF2B5EF4-FFF2-40B4-BE49-F238E27FC236}">
                    <a16:creationId xmlns:a16="http://schemas.microsoft.com/office/drawing/2014/main" id="{57EBE2DD-2485-F62B-1E71-9F2B5EA6EEA9}"/>
                  </a:ext>
                </a:extLst>
              </p:cNvPr>
              <p:cNvSpPr/>
              <p:nvPr/>
            </p:nvSpPr>
            <p:spPr>
              <a:xfrm>
                <a:off x="590457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g454">
                <a:extLst>
                  <a:ext uri="{FF2B5EF4-FFF2-40B4-BE49-F238E27FC236}">
                    <a16:creationId xmlns:a16="http://schemas.microsoft.com/office/drawing/2014/main" id="{64C534DF-FE95-CC30-D29F-2A6FEAF8A737}"/>
                  </a:ext>
                </a:extLst>
              </p:cNvPr>
              <p:cNvSpPr/>
              <p:nvPr/>
            </p:nvSpPr>
            <p:spPr>
              <a:xfrm>
                <a:off x="591620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g455">
                <a:extLst>
                  <a:ext uri="{FF2B5EF4-FFF2-40B4-BE49-F238E27FC236}">
                    <a16:creationId xmlns:a16="http://schemas.microsoft.com/office/drawing/2014/main" id="{5D9F756A-7CDA-65E0-AF75-165D60CB499A}"/>
                  </a:ext>
                </a:extLst>
              </p:cNvPr>
              <p:cNvSpPr/>
              <p:nvPr/>
            </p:nvSpPr>
            <p:spPr>
              <a:xfrm>
                <a:off x="592784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g456">
                <a:extLst>
                  <a:ext uri="{FF2B5EF4-FFF2-40B4-BE49-F238E27FC236}">
                    <a16:creationId xmlns:a16="http://schemas.microsoft.com/office/drawing/2014/main" id="{DC941DE9-9618-1752-4489-FD58A9F77FBB}"/>
                  </a:ext>
                </a:extLst>
              </p:cNvPr>
              <p:cNvSpPr/>
              <p:nvPr/>
            </p:nvSpPr>
            <p:spPr>
              <a:xfrm>
                <a:off x="593948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g457">
                <a:extLst>
                  <a:ext uri="{FF2B5EF4-FFF2-40B4-BE49-F238E27FC236}">
                    <a16:creationId xmlns:a16="http://schemas.microsoft.com/office/drawing/2014/main" id="{1A76E9F3-9CEE-B92C-3054-6673E6E37BFD}"/>
                  </a:ext>
                </a:extLst>
              </p:cNvPr>
              <p:cNvSpPr/>
              <p:nvPr/>
            </p:nvSpPr>
            <p:spPr>
              <a:xfrm>
                <a:off x="595112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g458">
                <a:extLst>
                  <a:ext uri="{FF2B5EF4-FFF2-40B4-BE49-F238E27FC236}">
                    <a16:creationId xmlns:a16="http://schemas.microsoft.com/office/drawing/2014/main" id="{2567AAF8-C2F5-ECD1-4541-1EE4960EB8B5}"/>
                  </a:ext>
                </a:extLst>
              </p:cNvPr>
              <p:cNvSpPr/>
              <p:nvPr/>
            </p:nvSpPr>
            <p:spPr>
              <a:xfrm>
                <a:off x="5962757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g459">
                <a:extLst>
                  <a:ext uri="{FF2B5EF4-FFF2-40B4-BE49-F238E27FC236}">
                    <a16:creationId xmlns:a16="http://schemas.microsoft.com/office/drawing/2014/main" id="{D0378649-A385-C7BA-0E2F-72CE75A35213}"/>
                  </a:ext>
                </a:extLst>
              </p:cNvPr>
              <p:cNvSpPr/>
              <p:nvPr/>
            </p:nvSpPr>
            <p:spPr>
              <a:xfrm>
                <a:off x="597439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g460">
                <a:extLst>
                  <a:ext uri="{FF2B5EF4-FFF2-40B4-BE49-F238E27FC236}">
                    <a16:creationId xmlns:a16="http://schemas.microsoft.com/office/drawing/2014/main" id="{3FD66486-4AF5-E8F1-3A9B-458643CF0965}"/>
                  </a:ext>
                </a:extLst>
              </p:cNvPr>
              <p:cNvSpPr/>
              <p:nvPr/>
            </p:nvSpPr>
            <p:spPr>
              <a:xfrm>
                <a:off x="598603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g461">
                <a:extLst>
                  <a:ext uri="{FF2B5EF4-FFF2-40B4-BE49-F238E27FC236}">
                    <a16:creationId xmlns:a16="http://schemas.microsoft.com/office/drawing/2014/main" id="{41476079-C11A-60AF-2807-985D4DC5731A}"/>
                  </a:ext>
                </a:extLst>
              </p:cNvPr>
              <p:cNvSpPr/>
              <p:nvPr/>
            </p:nvSpPr>
            <p:spPr>
              <a:xfrm>
                <a:off x="5997669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g462">
                <a:extLst>
                  <a:ext uri="{FF2B5EF4-FFF2-40B4-BE49-F238E27FC236}">
                    <a16:creationId xmlns:a16="http://schemas.microsoft.com/office/drawing/2014/main" id="{AC62EDB9-94AD-B20F-CBB4-C90040D808F0}"/>
                  </a:ext>
                </a:extLst>
              </p:cNvPr>
              <p:cNvSpPr/>
              <p:nvPr/>
            </p:nvSpPr>
            <p:spPr>
              <a:xfrm>
                <a:off x="600930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g463">
                <a:extLst>
                  <a:ext uri="{FF2B5EF4-FFF2-40B4-BE49-F238E27FC236}">
                    <a16:creationId xmlns:a16="http://schemas.microsoft.com/office/drawing/2014/main" id="{74D5B8B0-A68D-2583-2E53-8016851ADBC1}"/>
                  </a:ext>
                </a:extLst>
              </p:cNvPr>
              <p:cNvSpPr/>
              <p:nvPr/>
            </p:nvSpPr>
            <p:spPr>
              <a:xfrm>
                <a:off x="602094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g464">
                <a:extLst>
                  <a:ext uri="{FF2B5EF4-FFF2-40B4-BE49-F238E27FC236}">
                    <a16:creationId xmlns:a16="http://schemas.microsoft.com/office/drawing/2014/main" id="{73F4B558-B1F4-0487-53DA-D3674D173282}"/>
                  </a:ext>
                </a:extLst>
              </p:cNvPr>
              <p:cNvSpPr/>
              <p:nvPr/>
            </p:nvSpPr>
            <p:spPr>
              <a:xfrm>
                <a:off x="6032581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g465">
                <a:extLst>
                  <a:ext uri="{FF2B5EF4-FFF2-40B4-BE49-F238E27FC236}">
                    <a16:creationId xmlns:a16="http://schemas.microsoft.com/office/drawing/2014/main" id="{51C116C3-8386-1E3C-AF3C-222C9657E36B}"/>
                  </a:ext>
                </a:extLst>
              </p:cNvPr>
              <p:cNvSpPr/>
              <p:nvPr/>
            </p:nvSpPr>
            <p:spPr>
              <a:xfrm>
                <a:off x="604421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g466">
                <a:extLst>
                  <a:ext uri="{FF2B5EF4-FFF2-40B4-BE49-F238E27FC236}">
                    <a16:creationId xmlns:a16="http://schemas.microsoft.com/office/drawing/2014/main" id="{03E56676-C2EC-A33A-3D93-5E79638B838B}"/>
                  </a:ext>
                </a:extLst>
              </p:cNvPr>
              <p:cNvSpPr/>
              <p:nvPr/>
            </p:nvSpPr>
            <p:spPr>
              <a:xfrm>
                <a:off x="605585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g467">
                <a:extLst>
                  <a:ext uri="{FF2B5EF4-FFF2-40B4-BE49-F238E27FC236}">
                    <a16:creationId xmlns:a16="http://schemas.microsoft.com/office/drawing/2014/main" id="{E64E3366-225D-52DC-AD9D-64B015440EE1}"/>
                  </a:ext>
                </a:extLst>
              </p:cNvPr>
              <p:cNvSpPr/>
              <p:nvPr/>
            </p:nvSpPr>
            <p:spPr>
              <a:xfrm>
                <a:off x="606749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g468">
                <a:extLst>
                  <a:ext uri="{FF2B5EF4-FFF2-40B4-BE49-F238E27FC236}">
                    <a16:creationId xmlns:a16="http://schemas.microsoft.com/office/drawing/2014/main" id="{ED2AE5D2-EDF2-E61F-F719-32A78893813A}"/>
                  </a:ext>
                </a:extLst>
              </p:cNvPr>
              <p:cNvSpPr/>
              <p:nvPr/>
            </p:nvSpPr>
            <p:spPr>
              <a:xfrm>
                <a:off x="607913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g469">
                <a:extLst>
                  <a:ext uri="{FF2B5EF4-FFF2-40B4-BE49-F238E27FC236}">
                    <a16:creationId xmlns:a16="http://schemas.microsoft.com/office/drawing/2014/main" id="{D7BC3874-0DEB-4C62-07A2-092A4E6E988D}"/>
                  </a:ext>
                </a:extLst>
              </p:cNvPr>
              <p:cNvSpPr/>
              <p:nvPr/>
            </p:nvSpPr>
            <p:spPr>
              <a:xfrm>
                <a:off x="609076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g470">
                <a:extLst>
                  <a:ext uri="{FF2B5EF4-FFF2-40B4-BE49-F238E27FC236}">
                    <a16:creationId xmlns:a16="http://schemas.microsoft.com/office/drawing/2014/main" id="{CEBBCB5C-D270-CC3D-5F8A-9B1089EDBBB9}"/>
                  </a:ext>
                </a:extLst>
              </p:cNvPr>
              <p:cNvSpPr/>
              <p:nvPr/>
            </p:nvSpPr>
            <p:spPr>
              <a:xfrm>
                <a:off x="610240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g471">
                <a:extLst>
                  <a:ext uri="{FF2B5EF4-FFF2-40B4-BE49-F238E27FC236}">
                    <a16:creationId xmlns:a16="http://schemas.microsoft.com/office/drawing/2014/main" id="{82E12B21-6E99-8581-2D11-10EEF321BBFD}"/>
                  </a:ext>
                </a:extLst>
              </p:cNvPr>
              <p:cNvSpPr/>
              <p:nvPr/>
            </p:nvSpPr>
            <p:spPr>
              <a:xfrm>
                <a:off x="611404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g472">
                <a:extLst>
                  <a:ext uri="{FF2B5EF4-FFF2-40B4-BE49-F238E27FC236}">
                    <a16:creationId xmlns:a16="http://schemas.microsoft.com/office/drawing/2014/main" id="{06C23069-8AE6-0C8B-10F7-96BFBD7E3FBB}"/>
                  </a:ext>
                </a:extLst>
              </p:cNvPr>
              <p:cNvSpPr/>
              <p:nvPr/>
            </p:nvSpPr>
            <p:spPr>
              <a:xfrm>
                <a:off x="618386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g473">
                <a:extLst>
                  <a:ext uri="{FF2B5EF4-FFF2-40B4-BE49-F238E27FC236}">
                    <a16:creationId xmlns:a16="http://schemas.microsoft.com/office/drawing/2014/main" id="{B9E8A69B-E81F-D384-4933-879D1D4FAE21}"/>
                  </a:ext>
                </a:extLst>
              </p:cNvPr>
              <p:cNvSpPr/>
              <p:nvPr/>
            </p:nvSpPr>
            <p:spPr>
              <a:xfrm>
                <a:off x="619550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g474">
                <a:extLst>
                  <a:ext uri="{FF2B5EF4-FFF2-40B4-BE49-F238E27FC236}">
                    <a16:creationId xmlns:a16="http://schemas.microsoft.com/office/drawing/2014/main" id="{F00B5BA5-A538-6603-11C5-56BA5ADD8862}"/>
                  </a:ext>
                </a:extLst>
              </p:cNvPr>
              <p:cNvSpPr/>
              <p:nvPr/>
            </p:nvSpPr>
            <p:spPr>
              <a:xfrm>
                <a:off x="6207141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g475">
                <a:extLst>
                  <a:ext uri="{FF2B5EF4-FFF2-40B4-BE49-F238E27FC236}">
                    <a16:creationId xmlns:a16="http://schemas.microsoft.com/office/drawing/2014/main" id="{2B0CEB3E-F3F5-79D2-9002-9C9F73F809C9}"/>
                  </a:ext>
                </a:extLst>
              </p:cNvPr>
              <p:cNvSpPr/>
              <p:nvPr/>
            </p:nvSpPr>
            <p:spPr>
              <a:xfrm>
                <a:off x="621877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g476">
                <a:extLst>
                  <a:ext uri="{FF2B5EF4-FFF2-40B4-BE49-F238E27FC236}">
                    <a16:creationId xmlns:a16="http://schemas.microsoft.com/office/drawing/2014/main" id="{7AAD24F5-FB0D-18B9-489A-78A1BA41E9D1}"/>
                  </a:ext>
                </a:extLst>
              </p:cNvPr>
              <p:cNvSpPr/>
              <p:nvPr/>
            </p:nvSpPr>
            <p:spPr>
              <a:xfrm>
                <a:off x="623041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g477">
                <a:extLst>
                  <a:ext uri="{FF2B5EF4-FFF2-40B4-BE49-F238E27FC236}">
                    <a16:creationId xmlns:a16="http://schemas.microsoft.com/office/drawing/2014/main" id="{F92C60DC-A505-2EDC-5C48-04D032A3EEC6}"/>
                  </a:ext>
                </a:extLst>
              </p:cNvPr>
              <p:cNvSpPr/>
              <p:nvPr/>
            </p:nvSpPr>
            <p:spPr>
              <a:xfrm>
                <a:off x="624205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g478">
                <a:extLst>
                  <a:ext uri="{FF2B5EF4-FFF2-40B4-BE49-F238E27FC236}">
                    <a16:creationId xmlns:a16="http://schemas.microsoft.com/office/drawing/2014/main" id="{1490A0DC-21E2-091F-071E-AEC7B4C7541D}"/>
                  </a:ext>
                </a:extLst>
              </p:cNvPr>
              <p:cNvSpPr/>
              <p:nvPr/>
            </p:nvSpPr>
            <p:spPr>
              <a:xfrm>
                <a:off x="625369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g479">
                <a:extLst>
                  <a:ext uri="{FF2B5EF4-FFF2-40B4-BE49-F238E27FC236}">
                    <a16:creationId xmlns:a16="http://schemas.microsoft.com/office/drawing/2014/main" id="{B7FF69CB-66BC-8285-27FE-B9FC1BF1618F}"/>
                  </a:ext>
                </a:extLst>
              </p:cNvPr>
              <p:cNvSpPr/>
              <p:nvPr/>
            </p:nvSpPr>
            <p:spPr>
              <a:xfrm>
                <a:off x="626532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g480">
                <a:extLst>
                  <a:ext uri="{FF2B5EF4-FFF2-40B4-BE49-F238E27FC236}">
                    <a16:creationId xmlns:a16="http://schemas.microsoft.com/office/drawing/2014/main" id="{A9D11837-D1D6-68F7-8271-9B95DDC0D563}"/>
                  </a:ext>
                </a:extLst>
              </p:cNvPr>
              <p:cNvSpPr/>
              <p:nvPr/>
            </p:nvSpPr>
            <p:spPr>
              <a:xfrm>
                <a:off x="627696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g481">
                <a:extLst>
                  <a:ext uri="{FF2B5EF4-FFF2-40B4-BE49-F238E27FC236}">
                    <a16:creationId xmlns:a16="http://schemas.microsoft.com/office/drawing/2014/main" id="{0542F778-A7CB-FAC6-DB9C-9F4BD4AEC1C5}"/>
                  </a:ext>
                </a:extLst>
              </p:cNvPr>
              <p:cNvSpPr/>
              <p:nvPr/>
            </p:nvSpPr>
            <p:spPr>
              <a:xfrm>
                <a:off x="628860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g482">
                <a:extLst>
                  <a:ext uri="{FF2B5EF4-FFF2-40B4-BE49-F238E27FC236}">
                    <a16:creationId xmlns:a16="http://schemas.microsoft.com/office/drawing/2014/main" id="{B3A77129-EB47-4358-CC0C-21329D35975A}"/>
                  </a:ext>
                </a:extLst>
              </p:cNvPr>
              <p:cNvSpPr/>
              <p:nvPr/>
            </p:nvSpPr>
            <p:spPr>
              <a:xfrm>
                <a:off x="588129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g483">
                <a:extLst>
                  <a:ext uri="{FF2B5EF4-FFF2-40B4-BE49-F238E27FC236}">
                    <a16:creationId xmlns:a16="http://schemas.microsoft.com/office/drawing/2014/main" id="{82F2325C-C9A6-8BBA-6126-5D0A1A4128BB}"/>
                  </a:ext>
                </a:extLst>
              </p:cNvPr>
              <p:cNvSpPr/>
              <p:nvPr/>
            </p:nvSpPr>
            <p:spPr>
              <a:xfrm>
                <a:off x="589293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g484">
                <a:extLst>
                  <a:ext uri="{FF2B5EF4-FFF2-40B4-BE49-F238E27FC236}">
                    <a16:creationId xmlns:a16="http://schemas.microsoft.com/office/drawing/2014/main" id="{5B599968-A96C-4DF0-B107-93990E67A438}"/>
                  </a:ext>
                </a:extLst>
              </p:cNvPr>
              <p:cNvSpPr/>
              <p:nvPr/>
            </p:nvSpPr>
            <p:spPr>
              <a:xfrm>
                <a:off x="590457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g485">
                <a:extLst>
                  <a:ext uri="{FF2B5EF4-FFF2-40B4-BE49-F238E27FC236}">
                    <a16:creationId xmlns:a16="http://schemas.microsoft.com/office/drawing/2014/main" id="{8C401607-A007-9788-E14A-A9B4441E9456}"/>
                  </a:ext>
                </a:extLst>
              </p:cNvPr>
              <p:cNvSpPr/>
              <p:nvPr/>
            </p:nvSpPr>
            <p:spPr>
              <a:xfrm>
                <a:off x="591620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g486">
                <a:extLst>
                  <a:ext uri="{FF2B5EF4-FFF2-40B4-BE49-F238E27FC236}">
                    <a16:creationId xmlns:a16="http://schemas.microsoft.com/office/drawing/2014/main" id="{AA5FD3E3-A9E3-734E-1F74-8E1FA90EBB55}"/>
                  </a:ext>
                </a:extLst>
              </p:cNvPr>
              <p:cNvSpPr/>
              <p:nvPr/>
            </p:nvSpPr>
            <p:spPr>
              <a:xfrm>
                <a:off x="592784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g487">
                <a:extLst>
                  <a:ext uri="{FF2B5EF4-FFF2-40B4-BE49-F238E27FC236}">
                    <a16:creationId xmlns:a16="http://schemas.microsoft.com/office/drawing/2014/main" id="{8368A4CD-6697-F730-0828-8DF0AE158267}"/>
                  </a:ext>
                </a:extLst>
              </p:cNvPr>
              <p:cNvSpPr/>
              <p:nvPr/>
            </p:nvSpPr>
            <p:spPr>
              <a:xfrm>
                <a:off x="5939482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g488">
                <a:extLst>
                  <a:ext uri="{FF2B5EF4-FFF2-40B4-BE49-F238E27FC236}">
                    <a16:creationId xmlns:a16="http://schemas.microsoft.com/office/drawing/2014/main" id="{1820E87C-6E86-E624-B8A5-7DB19C3E6AEA}"/>
                  </a:ext>
                </a:extLst>
              </p:cNvPr>
              <p:cNvSpPr/>
              <p:nvPr/>
            </p:nvSpPr>
            <p:spPr>
              <a:xfrm>
                <a:off x="595112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g489">
                <a:extLst>
                  <a:ext uri="{FF2B5EF4-FFF2-40B4-BE49-F238E27FC236}">
                    <a16:creationId xmlns:a16="http://schemas.microsoft.com/office/drawing/2014/main" id="{2C2B44A1-B17B-C658-D982-E0775183753D}"/>
                  </a:ext>
                </a:extLst>
              </p:cNvPr>
              <p:cNvSpPr/>
              <p:nvPr/>
            </p:nvSpPr>
            <p:spPr>
              <a:xfrm>
                <a:off x="5962757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g490">
                <a:extLst>
                  <a:ext uri="{FF2B5EF4-FFF2-40B4-BE49-F238E27FC236}">
                    <a16:creationId xmlns:a16="http://schemas.microsoft.com/office/drawing/2014/main" id="{2492B352-AC1C-166D-4120-1AEB757AB91D}"/>
                  </a:ext>
                </a:extLst>
              </p:cNvPr>
              <p:cNvSpPr/>
              <p:nvPr/>
            </p:nvSpPr>
            <p:spPr>
              <a:xfrm>
                <a:off x="597439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g491">
                <a:extLst>
                  <a:ext uri="{FF2B5EF4-FFF2-40B4-BE49-F238E27FC236}">
                    <a16:creationId xmlns:a16="http://schemas.microsoft.com/office/drawing/2014/main" id="{A9C63CF1-3EB4-FBEF-7D7C-6F99A3C4A328}"/>
                  </a:ext>
                </a:extLst>
              </p:cNvPr>
              <p:cNvSpPr/>
              <p:nvPr/>
            </p:nvSpPr>
            <p:spPr>
              <a:xfrm>
                <a:off x="5986032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g492">
                <a:extLst>
                  <a:ext uri="{FF2B5EF4-FFF2-40B4-BE49-F238E27FC236}">
                    <a16:creationId xmlns:a16="http://schemas.microsoft.com/office/drawing/2014/main" id="{32E72AE1-E309-5190-3E69-10FF1228E55E}"/>
                  </a:ext>
                </a:extLst>
              </p:cNvPr>
              <p:cNvSpPr/>
              <p:nvPr/>
            </p:nvSpPr>
            <p:spPr>
              <a:xfrm>
                <a:off x="5997669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g493">
                <a:extLst>
                  <a:ext uri="{FF2B5EF4-FFF2-40B4-BE49-F238E27FC236}">
                    <a16:creationId xmlns:a16="http://schemas.microsoft.com/office/drawing/2014/main" id="{8A97C692-3DCC-E2DE-4AD3-8FCD89C6CC3D}"/>
                  </a:ext>
                </a:extLst>
              </p:cNvPr>
              <p:cNvSpPr/>
              <p:nvPr/>
            </p:nvSpPr>
            <p:spPr>
              <a:xfrm>
                <a:off x="600930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g494">
                <a:extLst>
                  <a:ext uri="{FF2B5EF4-FFF2-40B4-BE49-F238E27FC236}">
                    <a16:creationId xmlns:a16="http://schemas.microsoft.com/office/drawing/2014/main" id="{4ABB6E85-B3DE-0240-3374-5D26F92E8364}"/>
                  </a:ext>
                </a:extLst>
              </p:cNvPr>
              <p:cNvSpPr/>
              <p:nvPr/>
            </p:nvSpPr>
            <p:spPr>
              <a:xfrm>
                <a:off x="602094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g495">
                <a:extLst>
                  <a:ext uri="{FF2B5EF4-FFF2-40B4-BE49-F238E27FC236}">
                    <a16:creationId xmlns:a16="http://schemas.microsoft.com/office/drawing/2014/main" id="{6AC50CE7-368C-7B18-8DE5-56475A99C111}"/>
                  </a:ext>
                </a:extLst>
              </p:cNvPr>
              <p:cNvSpPr/>
              <p:nvPr/>
            </p:nvSpPr>
            <p:spPr>
              <a:xfrm>
                <a:off x="6032581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g496">
                <a:extLst>
                  <a:ext uri="{FF2B5EF4-FFF2-40B4-BE49-F238E27FC236}">
                    <a16:creationId xmlns:a16="http://schemas.microsoft.com/office/drawing/2014/main" id="{5B73CCBF-187D-5EEF-CC65-1D9ACCE6E8E1}"/>
                  </a:ext>
                </a:extLst>
              </p:cNvPr>
              <p:cNvSpPr/>
              <p:nvPr/>
            </p:nvSpPr>
            <p:spPr>
              <a:xfrm>
                <a:off x="604421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g497">
                <a:extLst>
                  <a:ext uri="{FF2B5EF4-FFF2-40B4-BE49-F238E27FC236}">
                    <a16:creationId xmlns:a16="http://schemas.microsoft.com/office/drawing/2014/main" id="{2377EC2C-F9E2-C1DE-525C-0FAE90E040E5}"/>
                  </a:ext>
                </a:extLst>
              </p:cNvPr>
              <p:cNvSpPr/>
              <p:nvPr/>
            </p:nvSpPr>
            <p:spPr>
              <a:xfrm>
                <a:off x="605585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g498">
                <a:extLst>
                  <a:ext uri="{FF2B5EF4-FFF2-40B4-BE49-F238E27FC236}">
                    <a16:creationId xmlns:a16="http://schemas.microsoft.com/office/drawing/2014/main" id="{64CDF228-5D25-E031-775B-1BD4460096E5}"/>
                  </a:ext>
                </a:extLst>
              </p:cNvPr>
              <p:cNvSpPr/>
              <p:nvPr/>
            </p:nvSpPr>
            <p:spPr>
              <a:xfrm>
                <a:off x="606749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g499">
                <a:extLst>
                  <a:ext uri="{FF2B5EF4-FFF2-40B4-BE49-F238E27FC236}">
                    <a16:creationId xmlns:a16="http://schemas.microsoft.com/office/drawing/2014/main" id="{AD1EEA58-BC1E-AE60-CE9B-C190F918DF7B}"/>
                  </a:ext>
                </a:extLst>
              </p:cNvPr>
              <p:cNvSpPr/>
              <p:nvPr/>
            </p:nvSpPr>
            <p:spPr>
              <a:xfrm>
                <a:off x="607913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g500">
                <a:extLst>
                  <a:ext uri="{FF2B5EF4-FFF2-40B4-BE49-F238E27FC236}">
                    <a16:creationId xmlns:a16="http://schemas.microsoft.com/office/drawing/2014/main" id="{C0107B59-67D5-FC2E-6A71-956292E6F6F6}"/>
                  </a:ext>
                </a:extLst>
              </p:cNvPr>
              <p:cNvSpPr/>
              <p:nvPr/>
            </p:nvSpPr>
            <p:spPr>
              <a:xfrm>
                <a:off x="609076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g501">
                <a:extLst>
                  <a:ext uri="{FF2B5EF4-FFF2-40B4-BE49-F238E27FC236}">
                    <a16:creationId xmlns:a16="http://schemas.microsoft.com/office/drawing/2014/main" id="{13A21BC5-BD9C-1D79-B0BD-E2F55C73C9E2}"/>
                  </a:ext>
                </a:extLst>
              </p:cNvPr>
              <p:cNvSpPr/>
              <p:nvPr/>
            </p:nvSpPr>
            <p:spPr>
              <a:xfrm>
                <a:off x="610240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g502">
                <a:extLst>
                  <a:ext uri="{FF2B5EF4-FFF2-40B4-BE49-F238E27FC236}">
                    <a16:creationId xmlns:a16="http://schemas.microsoft.com/office/drawing/2014/main" id="{D5EB8791-2961-69E7-329D-5F54E460258A}"/>
                  </a:ext>
                </a:extLst>
              </p:cNvPr>
              <p:cNvSpPr/>
              <p:nvPr/>
            </p:nvSpPr>
            <p:spPr>
              <a:xfrm>
                <a:off x="6172229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g503">
                <a:extLst>
                  <a:ext uri="{FF2B5EF4-FFF2-40B4-BE49-F238E27FC236}">
                    <a16:creationId xmlns:a16="http://schemas.microsoft.com/office/drawing/2014/main" id="{CA99C3C5-A84A-EB40-D41B-69AAB5201B4B}"/>
                  </a:ext>
                </a:extLst>
              </p:cNvPr>
              <p:cNvSpPr/>
              <p:nvPr/>
            </p:nvSpPr>
            <p:spPr>
              <a:xfrm>
                <a:off x="618386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g504">
                <a:extLst>
                  <a:ext uri="{FF2B5EF4-FFF2-40B4-BE49-F238E27FC236}">
                    <a16:creationId xmlns:a16="http://schemas.microsoft.com/office/drawing/2014/main" id="{FAF093B5-8921-446F-52B8-540549EDC24C}"/>
                  </a:ext>
                </a:extLst>
              </p:cNvPr>
              <p:cNvSpPr/>
              <p:nvPr/>
            </p:nvSpPr>
            <p:spPr>
              <a:xfrm>
                <a:off x="619550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g505">
                <a:extLst>
                  <a:ext uri="{FF2B5EF4-FFF2-40B4-BE49-F238E27FC236}">
                    <a16:creationId xmlns:a16="http://schemas.microsoft.com/office/drawing/2014/main" id="{C3014041-7FAB-4762-0F6C-B7C064F98338}"/>
                  </a:ext>
                </a:extLst>
              </p:cNvPr>
              <p:cNvSpPr/>
              <p:nvPr/>
            </p:nvSpPr>
            <p:spPr>
              <a:xfrm>
                <a:off x="6207141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g506">
                <a:extLst>
                  <a:ext uri="{FF2B5EF4-FFF2-40B4-BE49-F238E27FC236}">
                    <a16:creationId xmlns:a16="http://schemas.microsoft.com/office/drawing/2014/main" id="{23DD199A-E0C4-F8DB-7FD8-170C6FC62FBE}"/>
                  </a:ext>
                </a:extLst>
              </p:cNvPr>
              <p:cNvSpPr/>
              <p:nvPr/>
            </p:nvSpPr>
            <p:spPr>
              <a:xfrm>
                <a:off x="621877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g507">
                <a:extLst>
                  <a:ext uri="{FF2B5EF4-FFF2-40B4-BE49-F238E27FC236}">
                    <a16:creationId xmlns:a16="http://schemas.microsoft.com/office/drawing/2014/main" id="{6D2AC197-B047-D30C-FD4D-94BEB9F5BE2E}"/>
                  </a:ext>
                </a:extLst>
              </p:cNvPr>
              <p:cNvSpPr/>
              <p:nvPr/>
            </p:nvSpPr>
            <p:spPr>
              <a:xfrm>
                <a:off x="623041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g508">
                <a:extLst>
                  <a:ext uri="{FF2B5EF4-FFF2-40B4-BE49-F238E27FC236}">
                    <a16:creationId xmlns:a16="http://schemas.microsoft.com/office/drawing/2014/main" id="{E2F2FEE7-1A42-A4AC-37C4-552340D4F97F}"/>
                  </a:ext>
                </a:extLst>
              </p:cNvPr>
              <p:cNvSpPr/>
              <p:nvPr/>
            </p:nvSpPr>
            <p:spPr>
              <a:xfrm>
                <a:off x="624205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g509">
                <a:extLst>
                  <a:ext uri="{FF2B5EF4-FFF2-40B4-BE49-F238E27FC236}">
                    <a16:creationId xmlns:a16="http://schemas.microsoft.com/office/drawing/2014/main" id="{ACB9EBC5-9308-C25F-FD82-37127D834CED}"/>
                  </a:ext>
                </a:extLst>
              </p:cNvPr>
              <p:cNvSpPr/>
              <p:nvPr/>
            </p:nvSpPr>
            <p:spPr>
              <a:xfrm>
                <a:off x="625369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g510">
                <a:extLst>
                  <a:ext uri="{FF2B5EF4-FFF2-40B4-BE49-F238E27FC236}">
                    <a16:creationId xmlns:a16="http://schemas.microsoft.com/office/drawing/2014/main" id="{CD48E411-B815-7C88-8ABB-B66F06A983B3}"/>
                  </a:ext>
                </a:extLst>
              </p:cNvPr>
              <p:cNvSpPr/>
              <p:nvPr/>
            </p:nvSpPr>
            <p:spPr>
              <a:xfrm>
                <a:off x="626532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g511">
                <a:extLst>
                  <a:ext uri="{FF2B5EF4-FFF2-40B4-BE49-F238E27FC236}">
                    <a16:creationId xmlns:a16="http://schemas.microsoft.com/office/drawing/2014/main" id="{3CD9E2E0-33FD-A21E-979E-A2E87157E30A}"/>
                  </a:ext>
                </a:extLst>
              </p:cNvPr>
              <p:cNvSpPr/>
              <p:nvPr/>
            </p:nvSpPr>
            <p:spPr>
              <a:xfrm>
                <a:off x="627696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g512">
                <a:extLst>
                  <a:ext uri="{FF2B5EF4-FFF2-40B4-BE49-F238E27FC236}">
                    <a16:creationId xmlns:a16="http://schemas.microsoft.com/office/drawing/2014/main" id="{2D82AFC3-E2F8-014C-135F-B81B64899A6B}"/>
                  </a:ext>
                </a:extLst>
              </p:cNvPr>
              <p:cNvSpPr/>
              <p:nvPr/>
            </p:nvSpPr>
            <p:spPr>
              <a:xfrm>
                <a:off x="586965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g513">
                <a:extLst>
                  <a:ext uri="{FF2B5EF4-FFF2-40B4-BE49-F238E27FC236}">
                    <a16:creationId xmlns:a16="http://schemas.microsoft.com/office/drawing/2014/main" id="{D9ED24A3-7EC0-43BB-9C2A-CE400B0DAD68}"/>
                  </a:ext>
                </a:extLst>
              </p:cNvPr>
              <p:cNvSpPr/>
              <p:nvPr/>
            </p:nvSpPr>
            <p:spPr>
              <a:xfrm>
                <a:off x="588129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7AA">
                  <a:alpha val="100000"/>
                </a:srgbClr>
              </a:solidFill>
              <a:ln w="5420" cap="flat">
                <a:solidFill>
                  <a:srgbClr val="43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g514">
                <a:extLst>
                  <a:ext uri="{FF2B5EF4-FFF2-40B4-BE49-F238E27FC236}">
                    <a16:creationId xmlns:a16="http://schemas.microsoft.com/office/drawing/2014/main" id="{F131BE85-0AE2-257A-0ABE-CA735C10366D}"/>
                  </a:ext>
                </a:extLst>
              </p:cNvPr>
              <p:cNvSpPr/>
              <p:nvPr/>
            </p:nvSpPr>
            <p:spPr>
              <a:xfrm>
                <a:off x="589293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g515">
                <a:extLst>
                  <a:ext uri="{FF2B5EF4-FFF2-40B4-BE49-F238E27FC236}">
                    <a16:creationId xmlns:a16="http://schemas.microsoft.com/office/drawing/2014/main" id="{C27285C9-66EB-A484-A55B-23DDDC298B69}"/>
                  </a:ext>
                </a:extLst>
              </p:cNvPr>
              <p:cNvSpPr/>
              <p:nvPr/>
            </p:nvSpPr>
            <p:spPr>
              <a:xfrm>
                <a:off x="590457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g516">
                <a:extLst>
                  <a:ext uri="{FF2B5EF4-FFF2-40B4-BE49-F238E27FC236}">
                    <a16:creationId xmlns:a16="http://schemas.microsoft.com/office/drawing/2014/main" id="{4F771491-97C9-B734-AB2B-832FF9AD3266}"/>
                  </a:ext>
                </a:extLst>
              </p:cNvPr>
              <p:cNvSpPr/>
              <p:nvPr/>
            </p:nvSpPr>
            <p:spPr>
              <a:xfrm>
                <a:off x="591620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g517">
                <a:extLst>
                  <a:ext uri="{FF2B5EF4-FFF2-40B4-BE49-F238E27FC236}">
                    <a16:creationId xmlns:a16="http://schemas.microsoft.com/office/drawing/2014/main" id="{D56F2FD1-0F28-AC45-9FBE-420A7B0D49D8}"/>
                  </a:ext>
                </a:extLst>
              </p:cNvPr>
              <p:cNvSpPr/>
              <p:nvPr/>
            </p:nvSpPr>
            <p:spPr>
              <a:xfrm>
                <a:off x="5927845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g518">
                <a:extLst>
                  <a:ext uri="{FF2B5EF4-FFF2-40B4-BE49-F238E27FC236}">
                    <a16:creationId xmlns:a16="http://schemas.microsoft.com/office/drawing/2014/main" id="{48819711-F672-0656-A3CC-CB188F7A390E}"/>
                  </a:ext>
                </a:extLst>
              </p:cNvPr>
              <p:cNvSpPr/>
              <p:nvPr/>
            </p:nvSpPr>
            <p:spPr>
              <a:xfrm>
                <a:off x="5939482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g519">
                <a:extLst>
                  <a:ext uri="{FF2B5EF4-FFF2-40B4-BE49-F238E27FC236}">
                    <a16:creationId xmlns:a16="http://schemas.microsoft.com/office/drawing/2014/main" id="{5174D799-66B2-4DF0-7085-67E1A1A1F79C}"/>
                  </a:ext>
                </a:extLst>
              </p:cNvPr>
              <p:cNvSpPr/>
              <p:nvPr/>
            </p:nvSpPr>
            <p:spPr>
              <a:xfrm>
                <a:off x="595112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g520">
                <a:extLst>
                  <a:ext uri="{FF2B5EF4-FFF2-40B4-BE49-F238E27FC236}">
                    <a16:creationId xmlns:a16="http://schemas.microsoft.com/office/drawing/2014/main" id="{F425CE32-4454-35E9-9181-B30FE5506A85}"/>
                  </a:ext>
                </a:extLst>
              </p:cNvPr>
              <p:cNvSpPr/>
              <p:nvPr/>
            </p:nvSpPr>
            <p:spPr>
              <a:xfrm>
                <a:off x="5962757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g521">
                <a:extLst>
                  <a:ext uri="{FF2B5EF4-FFF2-40B4-BE49-F238E27FC236}">
                    <a16:creationId xmlns:a16="http://schemas.microsoft.com/office/drawing/2014/main" id="{E0C9D394-2264-75F9-0D6D-7A447C7699BA}"/>
                  </a:ext>
                </a:extLst>
              </p:cNvPr>
              <p:cNvSpPr/>
              <p:nvPr/>
            </p:nvSpPr>
            <p:spPr>
              <a:xfrm>
                <a:off x="597439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g522">
                <a:extLst>
                  <a:ext uri="{FF2B5EF4-FFF2-40B4-BE49-F238E27FC236}">
                    <a16:creationId xmlns:a16="http://schemas.microsoft.com/office/drawing/2014/main" id="{B4B75B80-B4B3-407A-BD1C-B18BB33A6211}"/>
                  </a:ext>
                </a:extLst>
              </p:cNvPr>
              <p:cNvSpPr/>
              <p:nvPr/>
            </p:nvSpPr>
            <p:spPr>
              <a:xfrm>
                <a:off x="5986032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g523">
                <a:extLst>
                  <a:ext uri="{FF2B5EF4-FFF2-40B4-BE49-F238E27FC236}">
                    <a16:creationId xmlns:a16="http://schemas.microsoft.com/office/drawing/2014/main" id="{EF5710C3-BD33-F80D-0D28-B4EEEBA12F41}"/>
                  </a:ext>
                </a:extLst>
              </p:cNvPr>
              <p:cNvSpPr/>
              <p:nvPr/>
            </p:nvSpPr>
            <p:spPr>
              <a:xfrm>
                <a:off x="5997669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g524">
                <a:extLst>
                  <a:ext uri="{FF2B5EF4-FFF2-40B4-BE49-F238E27FC236}">
                    <a16:creationId xmlns:a16="http://schemas.microsoft.com/office/drawing/2014/main" id="{F83A3548-36F6-3A63-F059-36AC41BA38FF}"/>
                  </a:ext>
                </a:extLst>
              </p:cNvPr>
              <p:cNvSpPr/>
              <p:nvPr/>
            </p:nvSpPr>
            <p:spPr>
              <a:xfrm>
                <a:off x="600930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g525">
                <a:extLst>
                  <a:ext uri="{FF2B5EF4-FFF2-40B4-BE49-F238E27FC236}">
                    <a16:creationId xmlns:a16="http://schemas.microsoft.com/office/drawing/2014/main" id="{2A0C4266-9EEC-EC10-6C54-3C79C5D6CDCD}"/>
                  </a:ext>
                </a:extLst>
              </p:cNvPr>
              <p:cNvSpPr/>
              <p:nvPr/>
            </p:nvSpPr>
            <p:spPr>
              <a:xfrm>
                <a:off x="602094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g526">
                <a:extLst>
                  <a:ext uri="{FF2B5EF4-FFF2-40B4-BE49-F238E27FC236}">
                    <a16:creationId xmlns:a16="http://schemas.microsoft.com/office/drawing/2014/main" id="{E4D92FCD-C13C-949B-D9C0-6C9A41DEC675}"/>
                  </a:ext>
                </a:extLst>
              </p:cNvPr>
              <p:cNvSpPr/>
              <p:nvPr/>
            </p:nvSpPr>
            <p:spPr>
              <a:xfrm>
                <a:off x="6032581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g527">
                <a:extLst>
                  <a:ext uri="{FF2B5EF4-FFF2-40B4-BE49-F238E27FC236}">
                    <a16:creationId xmlns:a16="http://schemas.microsoft.com/office/drawing/2014/main" id="{B7ED1967-9654-82FA-520F-4EA205BFD422}"/>
                  </a:ext>
                </a:extLst>
              </p:cNvPr>
              <p:cNvSpPr/>
              <p:nvPr/>
            </p:nvSpPr>
            <p:spPr>
              <a:xfrm>
                <a:off x="604421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g528">
                <a:extLst>
                  <a:ext uri="{FF2B5EF4-FFF2-40B4-BE49-F238E27FC236}">
                    <a16:creationId xmlns:a16="http://schemas.microsoft.com/office/drawing/2014/main" id="{F44F3773-AE86-EB78-69D7-1239EF3AC2D7}"/>
                  </a:ext>
                </a:extLst>
              </p:cNvPr>
              <p:cNvSpPr/>
              <p:nvPr/>
            </p:nvSpPr>
            <p:spPr>
              <a:xfrm>
                <a:off x="605585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g529">
                <a:extLst>
                  <a:ext uri="{FF2B5EF4-FFF2-40B4-BE49-F238E27FC236}">
                    <a16:creationId xmlns:a16="http://schemas.microsoft.com/office/drawing/2014/main" id="{EF681280-EFF2-0823-B043-C9C0AA9A332A}"/>
                  </a:ext>
                </a:extLst>
              </p:cNvPr>
              <p:cNvSpPr/>
              <p:nvPr/>
            </p:nvSpPr>
            <p:spPr>
              <a:xfrm>
                <a:off x="606749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g530">
                <a:extLst>
                  <a:ext uri="{FF2B5EF4-FFF2-40B4-BE49-F238E27FC236}">
                    <a16:creationId xmlns:a16="http://schemas.microsoft.com/office/drawing/2014/main" id="{CCCE5E8E-13D5-4F4F-1724-9175A91AD67D}"/>
                  </a:ext>
                </a:extLst>
              </p:cNvPr>
              <p:cNvSpPr/>
              <p:nvPr/>
            </p:nvSpPr>
            <p:spPr>
              <a:xfrm>
                <a:off x="607913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g531">
                <a:extLst>
                  <a:ext uri="{FF2B5EF4-FFF2-40B4-BE49-F238E27FC236}">
                    <a16:creationId xmlns:a16="http://schemas.microsoft.com/office/drawing/2014/main" id="{6174CBD7-28F5-13B3-BCAB-D40A4872D881}"/>
                  </a:ext>
                </a:extLst>
              </p:cNvPr>
              <p:cNvSpPr/>
              <p:nvPr/>
            </p:nvSpPr>
            <p:spPr>
              <a:xfrm>
                <a:off x="609076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g532">
                <a:extLst>
                  <a:ext uri="{FF2B5EF4-FFF2-40B4-BE49-F238E27FC236}">
                    <a16:creationId xmlns:a16="http://schemas.microsoft.com/office/drawing/2014/main" id="{63889A88-77AF-5DCB-5465-C5E5BFBED492}"/>
                  </a:ext>
                </a:extLst>
              </p:cNvPr>
              <p:cNvSpPr/>
              <p:nvPr/>
            </p:nvSpPr>
            <p:spPr>
              <a:xfrm>
                <a:off x="6172229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g533">
                <a:extLst>
                  <a:ext uri="{FF2B5EF4-FFF2-40B4-BE49-F238E27FC236}">
                    <a16:creationId xmlns:a16="http://schemas.microsoft.com/office/drawing/2014/main" id="{D854FC59-3A61-F6DF-EEED-572314C1D829}"/>
                  </a:ext>
                </a:extLst>
              </p:cNvPr>
              <p:cNvSpPr/>
              <p:nvPr/>
            </p:nvSpPr>
            <p:spPr>
              <a:xfrm>
                <a:off x="618386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g534">
                <a:extLst>
                  <a:ext uri="{FF2B5EF4-FFF2-40B4-BE49-F238E27FC236}">
                    <a16:creationId xmlns:a16="http://schemas.microsoft.com/office/drawing/2014/main" id="{EA1CD62A-2CAB-2E9E-37FA-463569836907}"/>
                  </a:ext>
                </a:extLst>
              </p:cNvPr>
              <p:cNvSpPr/>
              <p:nvPr/>
            </p:nvSpPr>
            <p:spPr>
              <a:xfrm>
                <a:off x="619550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g535">
                <a:extLst>
                  <a:ext uri="{FF2B5EF4-FFF2-40B4-BE49-F238E27FC236}">
                    <a16:creationId xmlns:a16="http://schemas.microsoft.com/office/drawing/2014/main" id="{0DF1939A-1B14-013D-B03F-F448B3577F12}"/>
                  </a:ext>
                </a:extLst>
              </p:cNvPr>
              <p:cNvSpPr/>
              <p:nvPr/>
            </p:nvSpPr>
            <p:spPr>
              <a:xfrm>
                <a:off x="6207141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g536">
                <a:extLst>
                  <a:ext uri="{FF2B5EF4-FFF2-40B4-BE49-F238E27FC236}">
                    <a16:creationId xmlns:a16="http://schemas.microsoft.com/office/drawing/2014/main" id="{B5A28F37-5C9E-B2F5-B15C-4C9CFE41B1E2}"/>
                  </a:ext>
                </a:extLst>
              </p:cNvPr>
              <p:cNvSpPr/>
              <p:nvPr/>
            </p:nvSpPr>
            <p:spPr>
              <a:xfrm>
                <a:off x="621877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g537">
                <a:extLst>
                  <a:ext uri="{FF2B5EF4-FFF2-40B4-BE49-F238E27FC236}">
                    <a16:creationId xmlns:a16="http://schemas.microsoft.com/office/drawing/2014/main" id="{D751BA96-F5B2-DB90-2410-86AE8157D969}"/>
                  </a:ext>
                </a:extLst>
              </p:cNvPr>
              <p:cNvSpPr/>
              <p:nvPr/>
            </p:nvSpPr>
            <p:spPr>
              <a:xfrm>
                <a:off x="623041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g538">
                <a:extLst>
                  <a:ext uri="{FF2B5EF4-FFF2-40B4-BE49-F238E27FC236}">
                    <a16:creationId xmlns:a16="http://schemas.microsoft.com/office/drawing/2014/main" id="{5931BAC0-C02C-A21D-83AB-88970114DDFE}"/>
                  </a:ext>
                </a:extLst>
              </p:cNvPr>
              <p:cNvSpPr/>
              <p:nvPr/>
            </p:nvSpPr>
            <p:spPr>
              <a:xfrm>
                <a:off x="624205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g539">
                <a:extLst>
                  <a:ext uri="{FF2B5EF4-FFF2-40B4-BE49-F238E27FC236}">
                    <a16:creationId xmlns:a16="http://schemas.microsoft.com/office/drawing/2014/main" id="{2AA58B08-95E3-45F7-F130-9B69C0F992A8}"/>
                  </a:ext>
                </a:extLst>
              </p:cNvPr>
              <p:cNvSpPr/>
              <p:nvPr/>
            </p:nvSpPr>
            <p:spPr>
              <a:xfrm>
                <a:off x="625369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g540">
                <a:extLst>
                  <a:ext uri="{FF2B5EF4-FFF2-40B4-BE49-F238E27FC236}">
                    <a16:creationId xmlns:a16="http://schemas.microsoft.com/office/drawing/2014/main" id="{0478EF40-6DBF-FC01-1C3D-D23F100D0FA3}"/>
                  </a:ext>
                </a:extLst>
              </p:cNvPr>
              <p:cNvSpPr/>
              <p:nvPr/>
            </p:nvSpPr>
            <p:spPr>
              <a:xfrm>
                <a:off x="586965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g541">
                <a:extLst>
                  <a:ext uri="{FF2B5EF4-FFF2-40B4-BE49-F238E27FC236}">
                    <a16:creationId xmlns:a16="http://schemas.microsoft.com/office/drawing/2014/main" id="{EEBBABDA-B2F6-A908-9133-09685DD4FDD8}"/>
                  </a:ext>
                </a:extLst>
              </p:cNvPr>
              <p:cNvSpPr/>
              <p:nvPr/>
            </p:nvSpPr>
            <p:spPr>
              <a:xfrm>
                <a:off x="588129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g542">
                <a:extLst>
                  <a:ext uri="{FF2B5EF4-FFF2-40B4-BE49-F238E27FC236}">
                    <a16:creationId xmlns:a16="http://schemas.microsoft.com/office/drawing/2014/main" id="{F058E636-2482-64A1-790B-957165334F38}"/>
                  </a:ext>
                </a:extLst>
              </p:cNvPr>
              <p:cNvSpPr/>
              <p:nvPr/>
            </p:nvSpPr>
            <p:spPr>
              <a:xfrm>
                <a:off x="5892933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6AA">
                  <a:alpha val="100000"/>
                </a:srgbClr>
              </a:solidFill>
              <a:ln w="5420" cap="flat">
                <a:solidFill>
                  <a:srgbClr val="42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g543">
                <a:extLst>
                  <a:ext uri="{FF2B5EF4-FFF2-40B4-BE49-F238E27FC236}">
                    <a16:creationId xmlns:a16="http://schemas.microsoft.com/office/drawing/2014/main" id="{76041076-3858-E1AE-77A7-5E9A4D176F97}"/>
                  </a:ext>
                </a:extLst>
              </p:cNvPr>
              <p:cNvSpPr/>
              <p:nvPr/>
            </p:nvSpPr>
            <p:spPr>
              <a:xfrm>
                <a:off x="5904570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g544">
                <a:extLst>
                  <a:ext uri="{FF2B5EF4-FFF2-40B4-BE49-F238E27FC236}">
                    <a16:creationId xmlns:a16="http://schemas.microsoft.com/office/drawing/2014/main" id="{3783F82D-4E88-9FFA-B095-1080DFFF6466}"/>
                  </a:ext>
                </a:extLst>
              </p:cNvPr>
              <p:cNvSpPr/>
              <p:nvPr/>
            </p:nvSpPr>
            <p:spPr>
              <a:xfrm>
                <a:off x="591620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g545">
                <a:extLst>
                  <a:ext uri="{FF2B5EF4-FFF2-40B4-BE49-F238E27FC236}">
                    <a16:creationId xmlns:a16="http://schemas.microsoft.com/office/drawing/2014/main" id="{35FB0158-CCBB-CFD2-DD56-6A0C2171752C}"/>
                  </a:ext>
                </a:extLst>
              </p:cNvPr>
              <p:cNvSpPr/>
              <p:nvPr/>
            </p:nvSpPr>
            <p:spPr>
              <a:xfrm>
                <a:off x="5927845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g546">
                <a:extLst>
                  <a:ext uri="{FF2B5EF4-FFF2-40B4-BE49-F238E27FC236}">
                    <a16:creationId xmlns:a16="http://schemas.microsoft.com/office/drawing/2014/main" id="{CCD50AB7-FF98-5AE7-AD64-8A421183DF85}"/>
                  </a:ext>
                </a:extLst>
              </p:cNvPr>
              <p:cNvSpPr/>
              <p:nvPr/>
            </p:nvSpPr>
            <p:spPr>
              <a:xfrm>
                <a:off x="5939482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g547">
                <a:extLst>
                  <a:ext uri="{FF2B5EF4-FFF2-40B4-BE49-F238E27FC236}">
                    <a16:creationId xmlns:a16="http://schemas.microsoft.com/office/drawing/2014/main" id="{E969AE44-EC31-2014-F4AD-394B935C1EBF}"/>
                  </a:ext>
                </a:extLst>
              </p:cNvPr>
              <p:cNvSpPr/>
              <p:nvPr/>
            </p:nvSpPr>
            <p:spPr>
              <a:xfrm>
                <a:off x="5951120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g548">
                <a:extLst>
                  <a:ext uri="{FF2B5EF4-FFF2-40B4-BE49-F238E27FC236}">
                    <a16:creationId xmlns:a16="http://schemas.microsoft.com/office/drawing/2014/main" id="{7B5E9EDB-0038-3F3D-B130-46AF0376BF55}"/>
                  </a:ext>
                </a:extLst>
              </p:cNvPr>
              <p:cNvSpPr/>
              <p:nvPr/>
            </p:nvSpPr>
            <p:spPr>
              <a:xfrm>
                <a:off x="5962757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g549">
                <a:extLst>
                  <a:ext uri="{FF2B5EF4-FFF2-40B4-BE49-F238E27FC236}">
                    <a16:creationId xmlns:a16="http://schemas.microsoft.com/office/drawing/2014/main" id="{1D1C2965-E9BF-F657-8E09-771D1FD7D4D2}"/>
                  </a:ext>
                </a:extLst>
              </p:cNvPr>
              <p:cNvSpPr/>
              <p:nvPr/>
            </p:nvSpPr>
            <p:spPr>
              <a:xfrm>
                <a:off x="597439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g550">
                <a:extLst>
                  <a:ext uri="{FF2B5EF4-FFF2-40B4-BE49-F238E27FC236}">
                    <a16:creationId xmlns:a16="http://schemas.microsoft.com/office/drawing/2014/main" id="{06C67249-4F03-078C-D61C-DEE5BCFC7A05}"/>
                  </a:ext>
                </a:extLst>
              </p:cNvPr>
              <p:cNvSpPr/>
              <p:nvPr/>
            </p:nvSpPr>
            <p:spPr>
              <a:xfrm>
                <a:off x="5986032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g551">
                <a:extLst>
                  <a:ext uri="{FF2B5EF4-FFF2-40B4-BE49-F238E27FC236}">
                    <a16:creationId xmlns:a16="http://schemas.microsoft.com/office/drawing/2014/main" id="{29BFE4EF-F451-A66F-4AFC-7257AC1B863C}"/>
                  </a:ext>
                </a:extLst>
              </p:cNvPr>
              <p:cNvSpPr/>
              <p:nvPr/>
            </p:nvSpPr>
            <p:spPr>
              <a:xfrm>
                <a:off x="5997669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g552">
                <a:extLst>
                  <a:ext uri="{FF2B5EF4-FFF2-40B4-BE49-F238E27FC236}">
                    <a16:creationId xmlns:a16="http://schemas.microsoft.com/office/drawing/2014/main" id="{50928752-75CE-35E6-778F-D3BDD9376A19}"/>
                  </a:ext>
                </a:extLst>
              </p:cNvPr>
              <p:cNvSpPr/>
              <p:nvPr/>
            </p:nvSpPr>
            <p:spPr>
              <a:xfrm>
                <a:off x="600930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g553">
                <a:extLst>
                  <a:ext uri="{FF2B5EF4-FFF2-40B4-BE49-F238E27FC236}">
                    <a16:creationId xmlns:a16="http://schemas.microsoft.com/office/drawing/2014/main" id="{62AD5AE9-4DDA-9385-C38D-B9E079AB1F46}"/>
                  </a:ext>
                </a:extLst>
              </p:cNvPr>
              <p:cNvSpPr/>
              <p:nvPr/>
            </p:nvSpPr>
            <p:spPr>
              <a:xfrm>
                <a:off x="602094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g554">
                <a:extLst>
                  <a:ext uri="{FF2B5EF4-FFF2-40B4-BE49-F238E27FC236}">
                    <a16:creationId xmlns:a16="http://schemas.microsoft.com/office/drawing/2014/main" id="{3E57F21B-5C07-49CB-1772-04A35CFA84AB}"/>
                  </a:ext>
                </a:extLst>
              </p:cNvPr>
              <p:cNvSpPr/>
              <p:nvPr/>
            </p:nvSpPr>
            <p:spPr>
              <a:xfrm>
                <a:off x="6032581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g555">
                <a:extLst>
                  <a:ext uri="{FF2B5EF4-FFF2-40B4-BE49-F238E27FC236}">
                    <a16:creationId xmlns:a16="http://schemas.microsoft.com/office/drawing/2014/main" id="{0732D0B9-8B20-BFA5-5EC3-01D64EA5CFE9}"/>
                  </a:ext>
                </a:extLst>
              </p:cNvPr>
              <p:cNvSpPr/>
              <p:nvPr/>
            </p:nvSpPr>
            <p:spPr>
              <a:xfrm>
                <a:off x="604421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g556">
                <a:extLst>
                  <a:ext uri="{FF2B5EF4-FFF2-40B4-BE49-F238E27FC236}">
                    <a16:creationId xmlns:a16="http://schemas.microsoft.com/office/drawing/2014/main" id="{B7C04279-6B73-1FA8-74C0-6A0EBAAF2BB8}"/>
                  </a:ext>
                </a:extLst>
              </p:cNvPr>
              <p:cNvSpPr/>
              <p:nvPr/>
            </p:nvSpPr>
            <p:spPr>
              <a:xfrm>
                <a:off x="6172229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g557">
                <a:extLst>
                  <a:ext uri="{FF2B5EF4-FFF2-40B4-BE49-F238E27FC236}">
                    <a16:creationId xmlns:a16="http://schemas.microsoft.com/office/drawing/2014/main" id="{9CDE75C8-8125-0FBB-A6C9-0EFA3EC1F9A0}"/>
                  </a:ext>
                </a:extLst>
              </p:cNvPr>
              <p:cNvSpPr/>
              <p:nvPr/>
            </p:nvSpPr>
            <p:spPr>
              <a:xfrm>
                <a:off x="618386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g558">
                <a:extLst>
                  <a:ext uri="{FF2B5EF4-FFF2-40B4-BE49-F238E27FC236}">
                    <a16:creationId xmlns:a16="http://schemas.microsoft.com/office/drawing/2014/main" id="{64EA03BD-0CC2-5FE5-4BB5-D6CEE59169D0}"/>
                  </a:ext>
                </a:extLst>
              </p:cNvPr>
              <p:cNvSpPr/>
              <p:nvPr/>
            </p:nvSpPr>
            <p:spPr>
              <a:xfrm>
                <a:off x="619550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g559">
                <a:extLst>
                  <a:ext uri="{FF2B5EF4-FFF2-40B4-BE49-F238E27FC236}">
                    <a16:creationId xmlns:a16="http://schemas.microsoft.com/office/drawing/2014/main" id="{9782F32D-26C7-236C-C15E-D55779CB3849}"/>
                  </a:ext>
                </a:extLst>
              </p:cNvPr>
              <p:cNvSpPr/>
              <p:nvPr/>
            </p:nvSpPr>
            <p:spPr>
              <a:xfrm>
                <a:off x="6207141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g560">
                <a:extLst>
                  <a:ext uri="{FF2B5EF4-FFF2-40B4-BE49-F238E27FC236}">
                    <a16:creationId xmlns:a16="http://schemas.microsoft.com/office/drawing/2014/main" id="{B63BEDF1-F12F-3B07-492B-59B217F72C87}"/>
                  </a:ext>
                </a:extLst>
              </p:cNvPr>
              <p:cNvSpPr/>
              <p:nvPr/>
            </p:nvSpPr>
            <p:spPr>
              <a:xfrm>
                <a:off x="621877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g561">
                <a:extLst>
                  <a:ext uri="{FF2B5EF4-FFF2-40B4-BE49-F238E27FC236}">
                    <a16:creationId xmlns:a16="http://schemas.microsoft.com/office/drawing/2014/main" id="{3F1353DD-6A8E-0B38-A64F-C4523A79A24C}"/>
                  </a:ext>
                </a:extLst>
              </p:cNvPr>
              <p:cNvSpPr/>
              <p:nvPr/>
            </p:nvSpPr>
            <p:spPr>
              <a:xfrm>
                <a:off x="623041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g562">
                <a:extLst>
                  <a:ext uri="{FF2B5EF4-FFF2-40B4-BE49-F238E27FC236}">
                    <a16:creationId xmlns:a16="http://schemas.microsoft.com/office/drawing/2014/main" id="{636BD008-9160-1C69-A962-DEBAB7AD1AB4}"/>
                  </a:ext>
                </a:extLst>
              </p:cNvPr>
              <p:cNvSpPr/>
              <p:nvPr/>
            </p:nvSpPr>
            <p:spPr>
              <a:xfrm>
                <a:off x="5858021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g563">
                <a:extLst>
                  <a:ext uri="{FF2B5EF4-FFF2-40B4-BE49-F238E27FC236}">
                    <a16:creationId xmlns:a16="http://schemas.microsoft.com/office/drawing/2014/main" id="{4A370D2B-C23B-587E-C413-E512FD3251BF}"/>
                  </a:ext>
                </a:extLst>
              </p:cNvPr>
              <p:cNvSpPr/>
              <p:nvPr/>
            </p:nvSpPr>
            <p:spPr>
              <a:xfrm>
                <a:off x="586965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g564">
                <a:extLst>
                  <a:ext uri="{FF2B5EF4-FFF2-40B4-BE49-F238E27FC236}">
                    <a16:creationId xmlns:a16="http://schemas.microsoft.com/office/drawing/2014/main" id="{43ADDBE6-82A3-ED82-779B-7BD7A288B0FB}"/>
                  </a:ext>
                </a:extLst>
              </p:cNvPr>
              <p:cNvSpPr/>
              <p:nvPr/>
            </p:nvSpPr>
            <p:spPr>
              <a:xfrm>
                <a:off x="588129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g565">
                <a:extLst>
                  <a:ext uri="{FF2B5EF4-FFF2-40B4-BE49-F238E27FC236}">
                    <a16:creationId xmlns:a16="http://schemas.microsoft.com/office/drawing/2014/main" id="{9307ED0B-8B90-EBDE-BE87-3E4C26DFE19D}"/>
                  </a:ext>
                </a:extLst>
              </p:cNvPr>
              <p:cNvSpPr/>
              <p:nvPr/>
            </p:nvSpPr>
            <p:spPr>
              <a:xfrm>
                <a:off x="5892933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g566">
                <a:extLst>
                  <a:ext uri="{FF2B5EF4-FFF2-40B4-BE49-F238E27FC236}">
                    <a16:creationId xmlns:a16="http://schemas.microsoft.com/office/drawing/2014/main" id="{CA044204-3646-64E9-115F-89FEA7E053D4}"/>
                  </a:ext>
                </a:extLst>
              </p:cNvPr>
              <p:cNvSpPr/>
              <p:nvPr/>
            </p:nvSpPr>
            <p:spPr>
              <a:xfrm>
                <a:off x="5904570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6AA">
                  <a:alpha val="100000"/>
                </a:srgbClr>
              </a:solidFill>
              <a:ln w="5420" cap="flat">
                <a:solidFill>
                  <a:srgbClr val="42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g567">
                <a:extLst>
                  <a:ext uri="{FF2B5EF4-FFF2-40B4-BE49-F238E27FC236}">
                    <a16:creationId xmlns:a16="http://schemas.microsoft.com/office/drawing/2014/main" id="{9562D498-19D7-A8F2-C8FA-5DCB7DE36632}"/>
                  </a:ext>
                </a:extLst>
              </p:cNvPr>
              <p:cNvSpPr/>
              <p:nvPr/>
            </p:nvSpPr>
            <p:spPr>
              <a:xfrm>
                <a:off x="591620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g568">
                <a:extLst>
                  <a:ext uri="{FF2B5EF4-FFF2-40B4-BE49-F238E27FC236}">
                    <a16:creationId xmlns:a16="http://schemas.microsoft.com/office/drawing/2014/main" id="{89020DD7-960C-7740-EA7B-E3098AF71458}"/>
                  </a:ext>
                </a:extLst>
              </p:cNvPr>
              <p:cNvSpPr/>
              <p:nvPr/>
            </p:nvSpPr>
            <p:spPr>
              <a:xfrm>
                <a:off x="5927845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g569">
                <a:extLst>
                  <a:ext uri="{FF2B5EF4-FFF2-40B4-BE49-F238E27FC236}">
                    <a16:creationId xmlns:a16="http://schemas.microsoft.com/office/drawing/2014/main" id="{3C393FA2-0603-29D5-BC7A-9250E474E362}"/>
                  </a:ext>
                </a:extLst>
              </p:cNvPr>
              <p:cNvSpPr/>
              <p:nvPr/>
            </p:nvSpPr>
            <p:spPr>
              <a:xfrm>
                <a:off x="593948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g570">
                <a:extLst>
                  <a:ext uri="{FF2B5EF4-FFF2-40B4-BE49-F238E27FC236}">
                    <a16:creationId xmlns:a16="http://schemas.microsoft.com/office/drawing/2014/main" id="{339FA2E1-73B6-12B7-BDB7-81777D90DD8A}"/>
                  </a:ext>
                </a:extLst>
              </p:cNvPr>
              <p:cNvSpPr/>
              <p:nvPr/>
            </p:nvSpPr>
            <p:spPr>
              <a:xfrm>
                <a:off x="5951120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g571">
                <a:extLst>
                  <a:ext uri="{FF2B5EF4-FFF2-40B4-BE49-F238E27FC236}">
                    <a16:creationId xmlns:a16="http://schemas.microsoft.com/office/drawing/2014/main" id="{BE7EDBF9-9CBD-D79C-0905-91499BABC450}"/>
                  </a:ext>
                </a:extLst>
              </p:cNvPr>
              <p:cNvSpPr/>
              <p:nvPr/>
            </p:nvSpPr>
            <p:spPr>
              <a:xfrm>
                <a:off x="5962757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g572">
                <a:extLst>
                  <a:ext uri="{FF2B5EF4-FFF2-40B4-BE49-F238E27FC236}">
                    <a16:creationId xmlns:a16="http://schemas.microsoft.com/office/drawing/2014/main" id="{48011486-F777-3DFE-BB98-038CC0453A6D}"/>
                  </a:ext>
                </a:extLst>
              </p:cNvPr>
              <p:cNvSpPr/>
              <p:nvPr/>
            </p:nvSpPr>
            <p:spPr>
              <a:xfrm>
                <a:off x="5974394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g573">
                <a:extLst>
                  <a:ext uri="{FF2B5EF4-FFF2-40B4-BE49-F238E27FC236}">
                    <a16:creationId xmlns:a16="http://schemas.microsoft.com/office/drawing/2014/main" id="{4401153C-FBEC-DBF8-51C4-8E8D5D75AF1E}"/>
                  </a:ext>
                </a:extLst>
              </p:cNvPr>
              <p:cNvSpPr/>
              <p:nvPr/>
            </p:nvSpPr>
            <p:spPr>
              <a:xfrm>
                <a:off x="598603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g574">
                <a:extLst>
                  <a:ext uri="{FF2B5EF4-FFF2-40B4-BE49-F238E27FC236}">
                    <a16:creationId xmlns:a16="http://schemas.microsoft.com/office/drawing/2014/main" id="{BC7DB34B-6484-3FCF-D505-0C204BEA1018}"/>
                  </a:ext>
                </a:extLst>
              </p:cNvPr>
              <p:cNvSpPr/>
              <p:nvPr/>
            </p:nvSpPr>
            <p:spPr>
              <a:xfrm>
                <a:off x="5997669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g575">
                <a:extLst>
                  <a:ext uri="{FF2B5EF4-FFF2-40B4-BE49-F238E27FC236}">
                    <a16:creationId xmlns:a16="http://schemas.microsoft.com/office/drawing/2014/main" id="{A7BC078E-3CD5-0CF1-191D-E0E35FB65B74}"/>
                  </a:ext>
                </a:extLst>
              </p:cNvPr>
              <p:cNvSpPr/>
              <p:nvPr/>
            </p:nvSpPr>
            <p:spPr>
              <a:xfrm>
                <a:off x="600930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g576">
                <a:extLst>
                  <a:ext uri="{FF2B5EF4-FFF2-40B4-BE49-F238E27FC236}">
                    <a16:creationId xmlns:a16="http://schemas.microsoft.com/office/drawing/2014/main" id="{51D95788-97D7-0877-3E1C-A094F4929415}"/>
                  </a:ext>
                </a:extLst>
              </p:cNvPr>
              <p:cNvSpPr/>
              <p:nvPr/>
            </p:nvSpPr>
            <p:spPr>
              <a:xfrm>
                <a:off x="616059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g577">
                <a:extLst>
                  <a:ext uri="{FF2B5EF4-FFF2-40B4-BE49-F238E27FC236}">
                    <a16:creationId xmlns:a16="http://schemas.microsoft.com/office/drawing/2014/main" id="{D3FDFC5C-D33D-8E1C-EB7B-A1D65415F986}"/>
                  </a:ext>
                </a:extLst>
              </p:cNvPr>
              <p:cNvSpPr/>
              <p:nvPr/>
            </p:nvSpPr>
            <p:spPr>
              <a:xfrm>
                <a:off x="6172229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g578">
                <a:extLst>
                  <a:ext uri="{FF2B5EF4-FFF2-40B4-BE49-F238E27FC236}">
                    <a16:creationId xmlns:a16="http://schemas.microsoft.com/office/drawing/2014/main" id="{8BF419EC-9D4B-89FA-42C5-6D194CFC8994}"/>
                  </a:ext>
                </a:extLst>
              </p:cNvPr>
              <p:cNvSpPr/>
              <p:nvPr/>
            </p:nvSpPr>
            <p:spPr>
              <a:xfrm>
                <a:off x="618386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g579">
                <a:extLst>
                  <a:ext uri="{FF2B5EF4-FFF2-40B4-BE49-F238E27FC236}">
                    <a16:creationId xmlns:a16="http://schemas.microsoft.com/office/drawing/2014/main" id="{281EAF6C-7DFA-9C6B-4C4F-0C517EA1A912}"/>
                  </a:ext>
                </a:extLst>
              </p:cNvPr>
              <p:cNvSpPr/>
              <p:nvPr/>
            </p:nvSpPr>
            <p:spPr>
              <a:xfrm>
                <a:off x="6195504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g580">
                <a:extLst>
                  <a:ext uri="{FF2B5EF4-FFF2-40B4-BE49-F238E27FC236}">
                    <a16:creationId xmlns:a16="http://schemas.microsoft.com/office/drawing/2014/main" id="{4DCB4F17-7FDF-EC5E-33B3-48CD89FBC1B1}"/>
                  </a:ext>
                </a:extLst>
              </p:cNvPr>
              <p:cNvSpPr/>
              <p:nvPr/>
            </p:nvSpPr>
            <p:spPr>
              <a:xfrm>
                <a:off x="6207141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g581">
                <a:extLst>
                  <a:ext uri="{FF2B5EF4-FFF2-40B4-BE49-F238E27FC236}">
                    <a16:creationId xmlns:a16="http://schemas.microsoft.com/office/drawing/2014/main" id="{7B251789-2E11-EADD-BBC0-1B635D4023A5}"/>
                  </a:ext>
                </a:extLst>
              </p:cNvPr>
              <p:cNvSpPr/>
              <p:nvPr/>
            </p:nvSpPr>
            <p:spPr>
              <a:xfrm>
                <a:off x="621877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g582">
                <a:extLst>
                  <a:ext uri="{FF2B5EF4-FFF2-40B4-BE49-F238E27FC236}">
                    <a16:creationId xmlns:a16="http://schemas.microsoft.com/office/drawing/2014/main" id="{ACBC4FCC-D367-1645-C7A3-A549F122B6ED}"/>
                  </a:ext>
                </a:extLst>
              </p:cNvPr>
              <p:cNvSpPr/>
              <p:nvPr/>
            </p:nvSpPr>
            <p:spPr>
              <a:xfrm>
                <a:off x="579983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g583">
                <a:extLst>
                  <a:ext uri="{FF2B5EF4-FFF2-40B4-BE49-F238E27FC236}">
                    <a16:creationId xmlns:a16="http://schemas.microsoft.com/office/drawing/2014/main" id="{259A9D82-5491-5DDA-4A47-C145FFB2BF1D}"/>
                  </a:ext>
                </a:extLst>
              </p:cNvPr>
              <p:cNvSpPr/>
              <p:nvPr/>
            </p:nvSpPr>
            <p:spPr>
              <a:xfrm>
                <a:off x="581147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g584">
                <a:extLst>
                  <a:ext uri="{FF2B5EF4-FFF2-40B4-BE49-F238E27FC236}">
                    <a16:creationId xmlns:a16="http://schemas.microsoft.com/office/drawing/2014/main" id="{8AC6B2D2-DF38-C8F8-EA8C-D4A4E1F1D9E4}"/>
                  </a:ext>
                </a:extLst>
              </p:cNvPr>
              <p:cNvSpPr/>
              <p:nvPr/>
            </p:nvSpPr>
            <p:spPr>
              <a:xfrm>
                <a:off x="582310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g585">
                <a:extLst>
                  <a:ext uri="{FF2B5EF4-FFF2-40B4-BE49-F238E27FC236}">
                    <a16:creationId xmlns:a16="http://schemas.microsoft.com/office/drawing/2014/main" id="{6FF98026-FCA9-0F3D-AFC5-234EACB8BF24}"/>
                  </a:ext>
                </a:extLst>
              </p:cNvPr>
              <p:cNvSpPr/>
              <p:nvPr/>
            </p:nvSpPr>
            <p:spPr>
              <a:xfrm>
                <a:off x="583474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g586">
                <a:extLst>
                  <a:ext uri="{FF2B5EF4-FFF2-40B4-BE49-F238E27FC236}">
                    <a16:creationId xmlns:a16="http://schemas.microsoft.com/office/drawing/2014/main" id="{C9FFAE42-2B55-4EE4-C65E-85D404CA8B0E}"/>
                  </a:ext>
                </a:extLst>
              </p:cNvPr>
              <p:cNvSpPr/>
              <p:nvPr/>
            </p:nvSpPr>
            <p:spPr>
              <a:xfrm>
                <a:off x="584638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g587">
                <a:extLst>
                  <a:ext uri="{FF2B5EF4-FFF2-40B4-BE49-F238E27FC236}">
                    <a16:creationId xmlns:a16="http://schemas.microsoft.com/office/drawing/2014/main" id="{F74F02BD-EDA0-D59B-AD55-47CA8F2E1529}"/>
                  </a:ext>
                </a:extLst>
              </p:cNvPr>
              <p:cNvSpPr/>
              <p:nvPr/>
            </p:nvSpPr>
            <p:spPr>
              <a:xfrm>
                <a:off x="5858021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g588">
                <a:extLst>
                  <a:ext uri="{FF2B5EF4-FFF2-40B4-BE49-F238E27FC236}">
                    <a16:creationId xmlns:a16="http://schemas.microsoft.com/office/drawing/2014/main" id="{D0BD21F0-1E4D-70C8-8A4C-02FDFBE5EBC0}"/>
                  </a:ext>
                </a:extLst>
              </p:cNvPr>
              <p:cNvSpPr/>
              <p:nvPr/>
            </p:nvSpPr>
            <p:spPr>
              <a:xfrm>
                <a:off x="5869658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g589">
                <a:extLst>
                  <a:ext uri="{FF2B5EF4-FFF2-40B4-BE49-F238E27FC236}">
                    <a16:creationId xmlns:a16="http://schemas.microsoft.com/office/drawing/2014/main" id="{C19E229E-C43C-6846-1A05-EE0CFF8123BA}"/>
                  </a:ext>
                </a:extLst>
              </p:cNvPr>
              <p:cNvSpPr/>
              <p:nvPr/>
            </p:nvSpPr>
            <p:spPr>
              <a:xfrm>
                <a:off x="588129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g590">
                <a:extLst>
                  <a:ext uri="{FF2B5EF4-FFF2-40B4-BE49-F238E27FC236}">
                    <a16:creationId xmlns:a16="http://schemas.microsoft.com/office/drawing/2014/main" id="{1AD2E99F-8FD0-F2F6-EF9E-502080DDFF08}"/>
                  </a:ext>
                </a:extLst>
              </p:cNvPr>
              <p:cNvSpPr/>
              <p:nvPr/>
            </p:nvSpPr>
            <p:spPr>
              <a:xfrm>
                <a:off x="5892933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g591">
                <a:extLst>
                  <a:ext uri="{FF2B5EF4-FFF2-40B4-BE49-F238E27FC236}">
                    <a16:creationId xmlns:a16="http://schemas.microsoft.com/office/drawing/2014/main" id="{5044627A-3A2D-003E-5A63-EA9B8EBF9847}"/>
                  </a:ext>
                </a:extLst>
              </p:cNvPr>
              <p:cNvSpPr/>
              <p:nvPr/>
            </p:nvSpPr>
            <p:spPr>
              <a:xfrm>
                <a:off x="5904570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g592">
                <a:extLst>
                  <a:ext uri="{FF2B5EF4-FFF2-40B4-BE49-F238E27FC236}">
                    <a16:creationId xmlns:a16="http://schemas.microsoft.com/office/drawing/2014/main" id="{286CAD81-0D8D-3F16-BA83-68FD4D97D554}"/>
                  </a:ext>
                </a:extLst>
              </p:cNvPr>
              <p:cNvSpPr/>
              <p:nvPr/>
            </p:nvSpPr>
            <p:spPr>
              <a:xfrm>
                <a:off x="5916208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g593">
                <a:extLst>
                  <a:ext uri="{FF2B5EF4-FFF2-40B4-BE49-F238E27FC236}">
                    <a16:creationId xmlns:a16="http://schemas.microsoft.com/office/drawing/2014/main" id="{9D969CF8-C171-374F-6B8D-CDED7EDDFDE5}"/>
                  </a:ext>
                </a:extLst>
              </p:cNvPr>
              <p:cNvSpPr/>
              <p:nvPr/>
            </p:nvSpPr>
            <p:spPr>
              <a:xfrm>
                <a:off x="5927845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g594">
                <a:extLst>
                  <a:ext uri="{FF2B5EF4-FFF2-40B4-BE49-F238E27FC236}">
                    <a16:creationId xmlns:a16="http://schemas.microsoft.com/office/drawing/2014/main" id="{D66E823E-AC8B-C2C8-4F0A-16F241A7A1FC}"/>
                  </a:ext>
                </a:extLst>
              </p:cNvPr>
              <p:cNvSpPr/>
              <p:nvPr/>
            </p:nvSpPr>
            <p:spPr>
              <a:xfrm>
                <a:off x="593948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g595">
                <a:extLst>
                  <a:ext uri="{FF2B5EF4-FFF2-40B4-BE49-F238E27FC236}">
                    <a16:creationId xmlns:a16="http://schemas.microsoft.com/office/drawing/2014/main" id="{9A8A2D55-F29D-82BB-40DB-1E053F775EFF}"/>
                  </a:ext>
                </a:extLst>
              </p:cNvPr>
              <p:cNvSpPr/>
              <p:nvPr/>
            </p:nvSpPr>
            <p:spPr>
              <a:xfrm>
                <a:off x="5951120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g596">
                <a:extLst>
                  <a:ext uri="{FF2B5EF4-FFF2-40B4-BE49-F238E27FC236}">
                    <a16:creationId xmlns:a16="http://schemas.microsoft.com/office/drawing/2014/main" id="{CD6C12CE-C9BB-47AC-58AC-51A071C11588}"/>
                  </a:ext>
                </a:extLst>
              </p:cNvPr>
              <p:cNvSpPr/>
              <p:nvPr/>
            </p:nvSpPr>
            <p:spPr>
              <a:xfrm>
                <a:off x="597439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g597">
                <a:extLst>
                  <a:ext uri="{FF2B5EF4-FFF2-40B4-BE49-F238E27FC236}">
                    <a16:creationId xmlns:a16="http://schemas.microsoft.com/office/drawing/2014/main" id="{582C4499-29DF-EB5C-1D37-D418042F4EF1}"/>
                  </a:ext>
                </a:extLst>
              </p:cNvPr>
              <p:cNvSpPr/>
              <p:nvPr/>
            </p:nvSpPr>
            <p:spPr>
              <a:xfrm>
                <a:off x="598603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g598">
                <a:extLst>
                  <a:ext uri="{FF2B5EF4-FFF2-40B4-BE49-F238E27FC236}">
                    <a16:creationId xmlns:a16="http://schemas.microsoft.com/office/drawing/2014/main" id="{AFFB7BB5-9230-13C9-E6EA-C97AD84E9BC6}"/>
                  </a:ext>
                </a:extLst>
              </p:cNvPr>
              <p:cNvSpPr/>
              <p:nvPr/>
            </p:nvSpPr>
            <p:spPr>
              <a:xfrm>
                <a:off x="599766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g599">
                <a:extLst>
                  <a:ext uri="{FF2B5EF4-FFF2-40B4-BE49-F238E27FC236}">
                    <a16:creationId xmlns:a16="http://schemas.microsoft.com/office/drawing/2014/main" id="{EEFBD1D9-5D1F-94FE-F7DA-A0F17AF51C15}"/>
                  </a:ext>
                </a:extLst>
              </p:cNvPr>
              <p:cNvSpPr/>
              <p:nvPr/>
            </p:nvSpPr>
            <p:spPr>
              <a:xfrm>
                <a:off x="616059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g600">
                <a:extLst>
                  <a:ext uri="{FF2B5EF4-FFF2-40B4-BE49-F238E27FC236}">
                    <a16:creationId xmlns:a16="http://schemas.microsoft.com/office/drawing/2014/main" id="{E6F16EAB-7E90-5735-1644-83C0AD3092EA}"/>
                  </a:ext>
                </a:extLst>
              </p:cNvPr>
              <p:cNvSpPr/>
              <p:nvPr/>
            </p:nvSpPr>
            <p:spPr>
              <a:xfrm>
                <a:off x="617222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g601">
                <a:extLst>
                  <a:ext uri="{FF2B5EF4-FFF2-40B4-BE49-F238E27FC236}">
                    <a16:creationId xmlns:a16="http://schemas.microsoft.com/office/drawing/2014/main" id="{10C0C472-B529-A0BC-CA92-A94E143F8B67}"/>
                  </a:ext>
                </a:extLst>
              </p:cNvPr>
              <p:cNvSpPr/>
              <p:nvPr/>
            </p:nvSpPr>
            <p:spPr>
              <a:xfrm>
                <a:off x="618386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g602">
                <a:extLst>
                  <a:ext uri="{FF2B5EF4-FFF2-40B4-BE49-F238E27FC236}">
                    <a16:creationId xmlns:a16="http://schemas.microsoft.com/office/drawing/2014/main" id="{43C0ED45-6A44-856B-23D5-FBE1A7EF684D}"/>
                  </a:ext>
                </a:extLst>
              </p:cNvPr>
              <p:cNvSpPr/>
              <p:nvPr/>
            </p:nvSpPr>
            <p:spPr>
              <a:xfrm>
                <a:off x="619550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g603">
                <a:extLst>
                  <a:ext uri="{FF2B5EF4-FFF2-40B4-BE49-F238E27FC236}">
                    <a16:creationId xmlns:a16="http://schemas.microsoft.com/office/drawing/2014/main" id="{0426D579-FC65-9CBF-D29D-4550F6EA3BAE}"/>
                  </a:ext>
                </a:extLst>
              </p:cNvPr>
              <p:cNvSpPr/>
              <p:nvPr/>
            </p:nvSpPr>
            <p:spPr>
              <a:xfrm>
                <a:off x="6207141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g604">
                <a:extLst>
                  <a:ext uri="{FF2B5EF4-FFF2-40B4-BE49-F238E27FC236}">
                    <a16:creationId xmlns:a16="http://schemas.microsoft.com/office/drawing/2014/main" id="{012A1DAD-AF67-1C04-40E1-EFF9E464F7E5}"/>
                  </a:ext>
                </a:extLst>
              </p:cNvPr>
              <p:cNvSpPr/>
              <p:nvPr/>
            </p:nvSpPr>
            <p:spPr>
              <a:xfrm>
                <a:off x="576492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g605">
                <a:extLst>
                  <a:ext uri="{FF2B5EF4-FFF2-40B4-BE49-F238E27FC236}">
                    <a16:creationId xmlns:a16="http://schemas.microsoft.com/office/drawing/2014/main" id="{FC14F4AB-62E3-E911-9EC7-FCE95415BC02}"/>
                  </a:ext>
                </a:extLst>
              </p:cNvPr>
              <p:cNvSpPr/>
              <p:nvPr/>
            </p:nvSpPr>
            <p:spPr>
              <a:xfrm>
                <a:off x="5776560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g606">
                <a:extLst>
                  <a:ext uri="{FF2B5EF4-FFF2-40B4-BE49-F238E27FC236}">
                    <a16:creationId xmlns:a16="http://schemas.microsoft.com/office/drawing/2014/main" id="{66A83F9D-A4BD-CF17-A5F0-A6C44F7D542D}"/>
                  </a:ext>
                </a:extLst>
              </p:cNvPr>
              <p:cNvSpPr/>
              <p:nvPr/>
            </p:nvSpPr>
            <p:spPr>
              <a:xfrm>
                <a:off x="5788197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g607">
                <a:extLst>
                  <a:ext uri="{FF2B5EF4-FFF2-40B4-BE49-F238E27FC236}">
                    <a16:creationId xmlns:a16="http://schemas.microsoft.com/office/drawing/2014/main" id="{8291725E-EDE0-3CD5-C3F2-D5A5F91281F1}"/>
                  </a:ext>
                </a:extLst>
              </p:cNvPr>
              <p:cNvSpPr/>
              <p:nvPr/>
            </p:nvSpPr>
            <p:spPr>
              <a:xfrm>
                <a:off x="579983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g608">
                <a:extLst>
                  <a:ext uri="{FF2B5EF4-FFF2-40B4-BE49-F238E27FC236}">
                    <a16:creationId xmlns:a16="http://schemas.microsoft.com/office/drawing/2014/main" id="{91AFE1E2-5408-CC71-8D5A-6AAC15C5CD88}"/>
                  </a:ext>
                </a:extLst>
              </p:cNvPr>
              <p:cNvSpPr/>
              <p:nvPr/>
            </p:nvSpPr>
            <p:spPr>
              <a:xfrm>
                <a:off x="581147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g609">
                <a:extLst>
                  <a:ext uri="{FF2B5EF4-FFF2-40B4-BE49-F238E27FC236}">
                    <a16:creationId xmlns:a16="http://schemas.microsoft.com/office/drawing/2014/main" id="{8F97ED8D-6427-9A42-14EF-80A1269FE0D6}"/>
                  </a:ext>
                </a:extLst>
              </p:cNvPr>
              <p:cNvSpPr/>
              <p:nvPr/>
            </p:nvSpPr>
            <p:spPr>
              <a:xfrm>
                <a:off x="5823109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g610">
                <a:extLst>
                  <a:ext uri="{FF2B5EF4-FFF2-40B4-BE49-F238E27FC236}">
                    <a16:creationId xmlns:a16="http://schemas.microsoft.com/office/drawing/2014/main" id="{7A246788-DF79-FD36-E46E-93C01BC9443E}"/>
                  </a:ext>
                </a:extLst>
              </p:cNvPr>
              <p:cNvSpPr/>
              <p:nvPr/>
            </p:nvSpPr>
            <p:spPr>
              <a:xfrm>
                <a:off x="583474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g611">
                <a:extLst>
                  <a:ext uri="{FF2B5EF4-FFF2-40B4-BE49-F238E27FC236}">
                    <a16:creationId xmlns:a16="http://schemas.microsoft.com/office/drawing/2014/main" id="{E4E2C90D-55EA-FB7F-DC19-93621B68D211}"/>
                  </a:ext>
                </a:extLst>
              </p:cNvPr>
              <p:cNvSpPr/>
              <p:nvPr/>
            </p:nvSpPr>
            <p:spPr>
              <a:xfrm>
                <a:off x="584638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g612">
                <a:extLst>
                  <a:ext uri="{FF2B5EF4-FFF2-40B4-BE49-F238E27FC236}">
                    <a16:creationId xmlns:a16="http://schemas.microsoft.com/office/drawing/2014/main" id="{D7E861FA-FD04-82F9-60B6-731D3938EBA7}"/>
                  </a:ext>
                </a:extLst>
              </p:cNvPr>
              <p:cNvSpPr/>
              <p:nvPr/>
            </p:nvSpPr>
            <p:spPr>
              <a:xfrm>
                <a:off x="5858021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g613">
                <a:extLst>
                  <a:ext uri="{FF2B5EF4-FFF2-40B4-BE49-F238E27FC236}">
                    <a16:creationId xmlns:a16="http://schemas.microsoft.com/office/drawing/2014/main" id="{E4B3537D-2459-4B64-9826-7CBE7FF5F3C2}"/>
                  </a:ext>
                </a:extLst>
              </p:cNvPr>
              <p:cNvSpPr/>
              <p:nvPr/>
            </p:nvSpPr>
            <p:spPr>
              <a:xfrm>
                <a:off x="5869658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g614">
                <a:extLst>
                  <a:ext uri="{FF2B5EF4-FFF2-40B4-BE49-F238E27FC236}">
                    <a16:creationId xmlns:a16="http://schemas.microsoft.com/office/drawing/2014/main" id="{D3848486-AE28-BE4E-15CF-90D40E37947C}"/>
                  </a:ext>
                </a:extLst>
              </p:cNvPr>
              <p:cNvSpPr/>
              <p:nvPr/>
            </p:nvSpPr>
            <p:spPr>
              <a:xfrm>
                <a:off x="588129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g615">
                <a:extLst>
                  <a:ext uri="{FF2B5EF4-FFF2-40B4-BE49-F238E27FC236}">
                    <a16:creationId xmlns:a16="http://schemas.microsoft.com/office/drawing/2014/main" id="{8C097B29-ACEB-1B86-BFDE-9E01841F059B}"/>
                  </a:ext>
                </a:extLst>
              </p:cNvPr>
              <p:cNvSpPr/>
              <p:nvPr/>
            </p:nvSpPr>
            <p:spPr>
              <a:xfrm>
                <a:off x="5892933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g616">
                <a:extLst>
                  <a:ext uri="{FF2B5EF4-FFF2-40B4-BE49-F238E27FC236}">
                    <a16:creationId xmlns:a16="http://schemas.microsoft.com/office/drawing/2014/main" id="{036E979E-AB31-7972-3CE4-31BFE2D871A4}"/>
                  </a:ext>
                </a:extLst>
              </p:cNvPr>
              <p:cNvSpPr/>
              <p:nvPr/>
            </p:nvSpPr>
            <p:spPr>
              <a:xfrm>
                <a:off x="5904570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g617">
                <a:extLst>
                  <a:ext uri="{FF2B5EF4-FFF2-40B4-BE49-F238E27FC236}">
                    <a16:creationId xmlns:a16="http://schemas.microsoft.com/office/drawing/2014/main" id="{0B57F5CA-3954-0817-82AE-522607D501A2}"/>
                  </a:ext>
                </a:extLst>
              </p:cNvPr>
              <p:cNvSpPr/>
              <p:nvPr/>
            </p:nvSpPr>
            <p:spPr>
              <a:xfrm>
                <a:off x="5927845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g618">
                <a:extLst>
                  <a:ext uri="{FF2B5EF4-FFF2-40B4-BE49-F238E27FC236}">
                    <a16:creationId xmlns:a16="http://schemas.microsoft.com/office/drawing/2014/main" id="{3F62E0AA-3430-242C-D8BC-C49AC4A8F7E6}"/>
                  </a:ext>
                </a:extLst>
              </p:cNvPr>
              <p:cNvSpPr/>
              <p:nvPr/>
            </p:nvSpPr>
            <p:spPr>
              <a:xfrm>
                <a:off x="593948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g619">
                <a:extLst>
                  <a:ext uri="{FF2B5EF4-FFF2-40B4-BE49-F238E27FC236}">
                    <a16:creationId xmlns:a16="http://schemas.microsoft.com/office/drawing/2014/main" id="{6C9A15FB-5D46-7FF9-DE8C-1F32392D68FB}"/>
                  </a:ext>
                </a:extLst>
              </p:cNvPr>
              <p:cNvSpPr/>
              <p:nvPr/>
            </p:nvSpPr>
            <p:spPr>
              <a:xfrm>
                <a:off x="616059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g620">
                <a:extLst>
                  <a:ext uri="{FF2B5EF4-FFF2-40B4-BE49-F238E27FC236}">
                    <a16:creationId xmlns:a16="http://schemas.microsoft.com/office/drawing/2014/main" id="{DC3520BC-76F6-DE7D-AA0F-9F7E5397CD8F}"/>
                  </a:ext>
                </a:extLst>
              </p:cNvPr>
              <p:cNvSpPr/>
              <p:nvPr/>
            </p:nvSpPr>
            <p:spPr>
              <a:xfrm>
                <a:off x="6172229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g621">
                <a:extLst>
                  <a:ext uri="{FF2B5EF4-FFF2-40B4-BE49-F238E27FC236}">
                    <a16:creationId xmlns:a16="http://schemas.microsoft.com/office/drawing/2014/main" id="{CBFEF134-00D3-9A2E-8F96-D6350F1F793B}"/>
                  </a:ext>
                </a:extLst>
              </p:cNvPr>
              <p:cNvSpPr/>
              <p:nvPr/>
            </p:nvSpPr>
            <p:spPr>
              <a:xfrm>
                <a:off x="618386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g622">
                <a:extLst>
                  <a:ext uri="{FF2B5EF4-FFF2-40B4-BE49-F238E27FC236}">
                    <a16:creationId xmlns:a16="http://schemas.microsoft.com/office/drawing/2014/main" id="{8EB0E6E2-2036-BF5A-B690-8DC58266F82F}"/>
                  </a:ext>
                </a:extLst>
              </p:cNvPr>
              <p:cNvSpPr/>
              <p:nvPr/>
            </p:nvSpPr>
            <p:spPr>
              <a:xfrm>
                <a:off x="619550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g623">
                <a:extLst>
                  <a:ext uri="{FF2B5EF4-FFF2-40B4-BE49-F238E27FC236}">
                    <a16:creationId xmlns:a16="http://schemas.microsoft.com/office/drawing/2014/main" id="{9FC230D8-BCF2-961A-2F29-5EB31784E303}"/>
                  </a:ext>
                </a:extLst>
              </p:cNvPr>
              <p:cNvSpPr/>
              <p:nvPr/>
            </p:nvSpPr>
            <p:spPr>
              <a:xfrm>
                <a:off x="6207141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g624">
                <a:extLst>
                  <a:ext uri="{FF2B5EF4-FFF2-40B4-BE49-F238E27FC236}">
                    <a16:creationId xmlns:a16="http://schemas.microsoft.com/office/drawing/2014/main" id="{F4CB9201-0F46-E182-F1CB-4BF6B863A682}"/>
                  </a:ext>
                </a:extLst>
              </p:cNvPr>
              <p:cNvSpPr/>
              <p:nvPr/>
            </p:nvSpPr>
            <p:spPr>
              <a:xfrm>
                <a:off x="5753285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g625">
                <a:extLst>
                  <a:ext uri="{FF2B5EF4-FFF2-40B4-BE49-F238E27FC236}">
                    <a16:creationId xmlns:a16="http://schemas.microsoft.com/office/drawing/2014/main" id="{7BB4D217-1F08-1A7F-478A-7444ADF2A0BE}"/>
                  </a:ext>
                </a:extLst>
              </p:cNvPr>
              <p:cNvSpPr/>
              <p:nvPr/>
            </p:nvSpPr>
            <p:spPr>
              <a:xfrm>
                <a:off x="576492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g626">
                <a:extLst>
                  <a:ext uri="{FF2B5EF4-FFF2-40B4-BE49-F238E27FC236}">
                    <a16:creationId xmlns:a16="http://schemas.microsoft.com/office/drawing/2014/main" id="{0A93594A-149B-6B5D-AE43-E395171CCB13}"/>
                  </a:ext>
                </a:extLst>
              </p:cNvPr>
              <p:cNvSpPr/>
              <p:nvPr/>
            </p:nvSpPr>
            <p:spPr>
              <a:xfrm>
                <a:off x="5776560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g627">
                <a:extLst>
                  <a:ext uri="{FF2B5EF4-FFF2-40B4-BE49-F238E27FC236}">
                    <a16:creationId xmlns:a16="http://schemas.microsoft.com/office/drawing/2014/main" id="{BF9F7F41-CB3F-569D-869F-EF2D032006D6}"/>
                  </a:ext>
                </a:extLst>
              </p:cNvPr>
              <p:cNvSpPr/>
              <p:nvPr/>
            </p:nvSpPr>
            <p:spPr>
              <a:xfrm>
                <a:off x="5788197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g628">
                <a:extLst>
                  <a:ext uri="{FF2B5EF4-FFF2-40B4-BE49-F238E27FC236}">
                    <a16:creationId xmlns:a16="http://schemas.microsoft.com/office/drawing/2014/main" id="{CB0049F2-8AAC-4E00-DAE5-9D8296DDBE82}"/>
                  </a:ext>
                </a:extLst>
              </p:cNvPr>
              <p:cNvSpPr/>
              <p:nvPr/>
            </p:nvSpPr>
            <p:spPr>
              <a:xfrm>
                <a:off x="579983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g629">
                <a:extLst>
                  <a:ext uri="{FF2B5EF4-FFF2-40B4-BE49-F238E27FC236}">
                    <a16:creationId xmlns:a16="http://schemas.microsoft.com/office/drawing/2014/main" id="{CB30F813-119D-3939-9958-CF9B43233184}"/>
                  </a:ext>
                </a:extLst>
              </p:cNvPr>
              <p:cNvSpPr/>
              <p:nvPr/>
            </p:nvSpPr>
            <p:spPr>
              <a:xfrm>
                <a:off x="581147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g630">
                <a:extLst>
                  <a:ext uri="{FF2B5EF4-FFF2-40B4-BE49-F238E27FC236}">
                    <a16:creationId xmlns:a16="http://schemas.microsoft.com/office/drawing/2014/main" id="{AA299EF3-B0FA-B738-9501-45208ACDEA9C}"/>
                  </a:ext>
                </a:extLst>
              </p:cNvPr>
              <p:cNvSpPr/>
              <p:nvPr/>
            </p:nvSpPr>
            <p:spPr>
              <a:xfrm>
                <a:off x="5823109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g631">
                <a:extLst>
                  <a:ext uri="{FF2B5EF4-FFF2-40B4-BE49-F238E27FC236}">
                    <a16:creationId xmlns:a16="http://schemas.microsoft.com/office/drawing/2014/main" id="{3B6739ED-9997-02F6-EB5B-AA55FC746D55}"/>
                  </a:ext>
                </a:extLst>
              </p:cNvPr>
              <p:cNvSpPr/>
              <p:nvPr/>
            </p:nvSpPr>
            <p:spPr>
              <a:xfrm>
                <a:off x="583474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g632">
                <a:extLst>
                  <a:ext uri="{FF2B5EF4-FFF2-40B4-BE49-F238E27FC236}">
                    <a16:creationId xmlns:a16="http://schemas.microsoft.com/office/drawing/2014/main" id="{99D0D396-7B2E-5AAB-48C0-57ED211550CF}"/>
                  </a:ext>
                </a:extLst>
              </p:cNvPr>
              <p:cNvSpPr/>
              <p:nvPr/>
            </p:nvSpPr>
            <p:spPr>
              <a:xfrm>
                <a:off x="584638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g633">
                <a:extLst>
                  <a:ext uri="{FF2B5EF4-FFF2-40B4-BE49-F238E27FC236}">
                    <a16:creationId xmlns:a16="http://schemas.microsoft.com/office/drawing/2014/main" id="{FADC10BC-8376-EFEA-3039-30227C3B21BB}"/>
                  </a:ext>
                </a:extLst>
              </p:cNvPr>
              <p:cNvSpPr/>
              <p:nvPr/>
            </p:nvSpPr>
            <p:spPr>
              <a:xfrm>
                <a:off x="5858021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g634">
                <a:extLst>
                  <a:ext uri="{FF2B5EF4-FFF2-40B4-BE49-F238E27FC236}">
                    <a16:creationId xmlns:a16="http://schemas.microsoft.com/office/drawing/2014/main" id="{55F1D962-456B-9627-D60D-49328B44CF6B}"/>
                  </a:ext>
                </a:extLst>
              </p:cNvPr>
              <p:cNvSpPr/>
              <p:nvPr/>
            </p:nvSpPr>
            <p:spPr>
              <a:xfrm>
                <a:off x="5869658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g635">
                <a:extLst>
                  <a:ext uri="{FF2B5EF4-FFF2-40B4-BE49-F238E27FC236}">
                    <a16:creationId xmlns:a16="http://schemas.microsoft.com/office/drawing/2014/main" id="{14B47B61-49E1-C1B8-A4CE-C70887EC65FF}"/>
                  </a:ext>
                </a:extLst>
              </p:cNvPr>
              <p:cNvSpPr/>
              <p:nvPr/>
            </p:nvSpPr>
            <p:spPr>
              <a:xfrm>
                <a:off x="588129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g636">
                <a:extLst>
                  <a:ext uri="{FF2B5EF4-FFF2-40B4-BE49-F238E27FC236}">
                    <a16:creationId xmlns:a16="http://schemas.microsoft.com/office/drawing/2014/main" id="{F2D4EDEB-7785-CE39-FDF6-0DECB3988B5A}"/>
                  </a:ext>
                </a:extLst>
              </p:cNvPr>
              <p:cNvSpPr/>
              <p:nvPr/>
            </p:nvSpPr>
            <p:spPr>
              <a:xfrm>
                <a:off x="5892933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g637">
                <a:extLst>
                  <a:ext uri="{FF2B5EF4-FFF2-40B4-BE49-F238E27FC236}">
                    <a16:creationId xmlns:a16="http://schemas.microsoft.com/office/drawing/2014/main" id="{74EFB358-83CE-F179-AE48-B529178CA7CC}"/>
                  </a:ext>
                </a:extLst>
              </p:cNvPr>
              <p:cNvSpPr/>
              <p:nvPr/>
            </p:nvSpPr>
            <p:spPr>
              <a:xfrm>
                <a:off x="616059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g638">
                <a:extLst>
                  <a:ext uri="{FF2B5EF4-FFF2-40B4-BE49-F238E27FC236}">
                    <a16:creationId xmlns:a16="http://schemas.microsoft.com/office/drawing/2014/main" id="{4E2F4254-02E0-D8A9-5CC8-EB85F00FACB7}"/>
                  </a:ext>
                </a:extLst>
              </p:cNvPr>
              <p:cNvSpPr/>
              <p:nvPr/>
            </p:nvSpPr>
            <p:spPr>
              <a:xfrm>
                <a:off x="6172229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g639">
                <a:extLst>
                  <a:ext uri="{FF2B5EF4-FFF2-40B4-BE49-F238E27FC236}">
                    <a16:creationId xmlns:a16="http://schemas.microsoft.com/office/drawing/2014/main" id="{A401FB64-76A3-DAA9-39B7-C64AA3E7A34B}"/>
                  </a:ext>
                </a:extLst>
              </p:cNvPr>
              <p:cNvSpPr/>
              <p:nvPr/>
            </p:nvSpPr>
            <p:spPr>
              <a:xfrm>
                <a:off x="618386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g640">
                <a:extLst>
                  <a:ext uri="{FF2B5EF4-FFF2-40B4-BE49-F238E27FC236}">
                    <a16:creationId xmlns:a16="http://schemas.microsoft.com/office/drawing/2014/main" id="{463F2FC6-99D2-B616-0E4A-32FA16623FD1}"/>
                  </a:ext>
                </a:extLst>
              </p:cNvPr>
              <p:cNvSpPr/>
              <p:nvPr/>
            </p:nvSpPr>
            <p:spPr>
              <a:xfrm>
                <a:off x="619550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g641">
                <a:extLst>
                  <a:ext uri="{FF2B5EF4-FFF2-40B4-BE49-F238E27FC236}">
                    <a16:creationId xmlns:a16="http://schemas.microsoft.com/office/drawing/2014/main" id="{945732E3-AB85-4B69-0758-E9F975ABE297}"/>
                  </a:ext>
                </a:extLst>
              </p:cNvPr>
              <p:cNvSpPr/>
              <p:nvPr/>
            </p:nvSpPr>
            <p:spPr>
              <a:xfrm>
                <a:off x="6207141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g642">
                <a:extLst>
                  <a:ext uri="{FF2B5EF4-FFF2-40B4-BE49-F238E27FC236}">
                    <a16:creationId xmlns:a16="http://schemas.microsoft.com/office/drawing/2014/main" id="{D4BF0594-9F01-4BF2-D76B-6D0AB30D350F}"/>
                  </a:ext>
                </a:extLst>
              </p:cNvPr>
              <p:cNvSpPr/>
              <p:nvPr/>
            </p:nvSpPr>
            <p:spPr>
              <a:xfrm>
                <a:off x="6218778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g643">
                <a:extLst>
                  <a:ext uri="{FF2B5EF4-FFF2-40B4-BE49-F238E27FC236}">
                    <a16:creationId xmlns:a16="http://schemas.microsoft.com/office/drawing/2014/main" id="{2EB9431E-379D-9AC1-451F-ED2EA0E1CA78}"/>
                  </a:ext>
                </a:extLst>
              </p:cNvPr>
              <p:cNvSpPr/>
              <p:nvPr/>
            </p:nvSpPr>
            <p:spPr>
              <a:xfrm>
                <a:off x="623041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g644">
                <a:extLst>
                  <a:ext uri="{FF2B5EF4-FFF2-40B4-BE49-F238E27FC236}">
                    <a16:creationId xmlns:a16="http://schemas.microsoft.com/office/drawing/2014/main" id="{F7B0A5E1-2A26-365D-6B54-B5CC900CE81A}"/>
                  </a:ext>
                </a:extLst>
              </p:cNvPr>
              <p:cNvSpPr/>
              <p:nvPr/>
            </p:nvSpPr>
            <p:spPr>
              <a:xfrm>
                <a:off x="6276965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g645">
                <a:extLst>
                  <a:ext uri="{FF2B5EF4-FFF2-40B4-BE49-F238E27FC236}">
                    <a16:creationId xmlns:a16="http://schemas.microsoft.com/office/drawing/2014/main" id="{5EFFBF9E-2E48-9CDF-435D-B8BFCE0A1E93}"/>
                  </a:ext>
                </a:extLst>
              </p:cNvPr>
              <p:cNvSpPr/>
              <p:nvPr/>
            </p:nvSpPr>
            <p:spPr>
              <a:xfrm>
                <a:off x="628860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g646">
                <a:extLst>
                  <a:ext uri="{FF2B5EF4-FFF2-40B4-BE49-F238E27FC236}">
                    <a16:creationId xmlns:a16="http://schemas.microsoft.com/office/drawing/2014/main" id="{E2514892-FA73-4DA6-CEAB-ADF5D2130797}"/>
                  </a:ext>
                </a:extLst>
              </p:cNvPr>
              <p:cNvSpPr/>
              <p:nvPr/>
            </p:nvSpPr>
            <p:spPr>
              <a:xfrm>
                <a:off x="6300240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g647">
                <a:extLst>
                  <a:ext uri="{FF2B5EF4-FFF2-40B4-BE49-F238E27FC236}">
                    <a16:creationId xmlns:a16="http://schemas.microsoft.com/office/drawing/2014/main" id="{D468E71F-8CC7-5B64-F2F1-1D6521B4478F}"/>
                  </a:ext>
                </a:extLst>
              </p:cNvPr>
              <p:cNvSpPr/>
              <p:nvPr/>
            </p:nvSpPr>
            <p:spPr>
              <a:xfrm>
                <a:off x="6311877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g648">
                <a:extLst>
                  <a:ext uri="{FF2B5EF4-FFF2-40B4-BE49-F238E27FC236}">
                    <a16:creationId xmlns:a16="http://schemas.microsoft.com/office/drawing/2014/main" id="{9F09BD9E-6F64-C117-EC88-7FDFAE47212A}"/>
                  </a:ext>
                </a:extLst>
              </p:cNvPr>
              <p:cNvSpPr/>
              <p:nvPr/>
            </p:nvSpPr>
            <p:spPr>
              <a:xfrm>
                <a:off x="632351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g649">
                <a:extLst>
                  <a:ext uri="{FF2B5EF4-FFF2-40B4-BE49-F238E27FC236}">
                    <a16:creationId xmlns:a16="http://schemas.microsoft.com/office/drawing/2014/main" id="{08C0A6F9-6551-1B44-49B4-CEF1AAC3738C}"/>
                  </a:ext>
                </a:extLst>
              </p:cNvPr>
              <p:cNvSpPr/>
              <p:nvPr/>
            </p:nvSpPr>
            <p:spPr>
              <a:xfrm>
                <a:off x="574164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g650">
                <a:extLst>
                  <a:ext uri="{FF2B5EF4-FFF2-40B4-BE49-F238E27FC236}">
                    <a16:creationId xmlns:a16="http://schemas.microsoft.com/office/drawing/2014/main" id="{39392358-078A-1EFF-8FDC-586E93F87A29}"/>
                  </a:ext>
                </a:extLst>
              </p:cNvPr>
              <p:cNvSpPr/>
              <p:nvPr/>
            </p:nvSpPr>
            <p:spPr>
              <a:xfrm>
                <a:off x="5753285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g651">
                <a:extLst>
                  <a:ext uri="{FF2B5EF4-FFF2-40B4-BE49-F238E27FC236}">
                    <a16:creationId xmlns:a16="http://schemas.microsoft.com/office/drawing/2014/main" id="{A3D0FA8B-CC8E-C17C-DEC0-B2F400AEE049}"/>
                  </a:ext>
                </a:extLst>
              </p:cNvPr>
              <p:cNvSpPr/>
              <p:nvPr/>
            </p:nvSpPr>
            <p:spPr>
              <a:xfrm>
                <a:off x="576492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g652">
                <a:extLst>
                  <a:ext uri="{FF2B5EF4-FFF2-40B4-BE49-F238E27FC236}">
                    <a16:creationId xmlns:a16="http://schemas.microsoft.com/office/drawing/2014/main" id="{FDF32BB3-8644-B2D4-9593-AEEF5977E919}"/>
                  </a:ext>
                </a:extLst>
              </p:cNvPr>
              <p:cNvSpPr/>
              <p:nvPr/>
            </p:nvSpPr>
            <p:spPr>
              <a:xfrm>
                <a:off x="5776560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g653">
                <a:extLst>
                  <a:ext uri="{FF2B5EF4-FFF2-40B4-BE49-F238E27FC236}">
                    <a16:creationId xmlns:a16="http://schemas.microsoft.com/office/drawing/2014/main" id="{4D84C091-2B26-694F-2E3A-70BE456E3C38}"/>
                  </a:ext>
                </a:extLst>
              </p:cNvPr>
              <p:cNvSpPr/>
              <p:nvPr/>
            </p:nvSpPr>
            <p:spPr>
              <a:xfrm>
                <a:off x="5788197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g654">
                <a:extLst>
                  <a:ext uri="{FF2B5EF4-FFF2-40B4-BE49-F238E27FC236}">
                    <a16:creationId xmlns:a16="http://schemas.microsoft.com/office/drawing/2014/main" id="{1DF70014-E015-1373-9752-570C9094AF54}"/>
                  </a:ext>
                </a:extLst>
              </p:cNvPr>
              <p:cNvSpPr/>
              <p:nvPr/>
            </p:nvSpPr>
            <p:spPr>
              <a:xfrm>
                <a:off x="579983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g655">
                <a:extLst>
                  <a:ext uri="{FF2B5EF4-FFF2-40B4-BE49-F238E27FC236}">
                    <a16:creationId xmlns:a16="http://schemas.microsoft.com/office/drawing/2014/main" id="{5B837FB6-5E2E-D6E3-9DC3-4F8503963781}"/>
                  </a:ext>
                </a:extLst>
              </p:cNvPr>
              <p:cNvSpPr/>
              <p:nvPr/>
            </p:nvSpPr>
            <p:spPr>
              <a:xfrm>
                <a:off x="581147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g656">
                <a:extLst>
                  <a:ext uri="{FF2B5EF4-FFF2-40B4-BE49-F238E27FC236}">
                    <a16:creationId xmlns:a16="http://schemas.microsoft.com/office/drawing/2014/main" id="{710F9F55-E35D-BA4B-F947-4A41BFAD61E9}"/>
                  </a:ext>
                </a:extLst>
              </p:cNvPr>
              <p:cNvSpPr/>
              <p:nvPr/>
            </p:nvSpPr>
            <p:spPr>
              <a:xfrm>
                <a:off x="5823109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g657">
                <a:extLst>
                  <a:ext uri="{FF2B5EF4-FFF2-40B4-BE49-F238E27FC236}">
                    <a16:creationId xmlns:a16="http://schemas.microsoft.com/office/drawing/2014/main" id="{D74DC310-C124-99D8-8E11-497FAAE81AAA}"/>
                  </a:ext>
                </a:extLst>
              </p:cNvPr>
              <p:cNvSpPr/>
              <p:nvPr/>
            </p:nvSpPr>
            <p:spPr>
              <a:xfrm>
                <a:off x="583474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g658">
                <a:extLst>
                  <a:ext uri="{FF2B5EF4-FFF2-40B4-BE49-F238E27FC236}">
                    <a16:creationId xmlns:a16="http://schemas.microsoft.com/office/drawing/2014/main" id="{D89D7D22-A1EC-D64D-9F12-5F15529FFF91}"/>
                  </a:ext>
                </a:extLst>
              </p:cNvPr>
              <p:cNvSpPr/>
              <p:nvPr/>
            </p:nvSpPr>
            <p:spPr>
              <a:xfrm>
                <a:off x="584638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g659">
                <a:extLst>
                  <a:ext uri="{FF2B5EF4-FFF2-40B4-BE49-F238E27FC236}">
                    <a16:creationId xmlns:a16="http://schemas.microsoft.com/office/drawing/2014/main" id="{7AA38BE2-C464-5DC9-313C-7E6BD6EA19BE}"/>
                  </a:ext>
                </a:extLst>
              </p:cNvPr>
              <p:cNvSpPr/>
              <p:nvPr/>
            </p:nvSpPr>
            <p:spPr>
              <a:xfrm>
                <a:off x="5858021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g660">
                <a:extLst>
                  <a:ext uri="{FF2B5EF4-FFF2-40B4-BE49-F238E27FC236}">
                    <a16:creationId xmlns:a16="http://schemas.microsoft.com/office/drawing/2014/main" id="{4903AB20-6EA6-C709-FC0A-E5E2809C087D}"/>
                  </a:ext>
                </a:extLst>
              </p:cNvPr>
              <p:cNvSpPr/>
              <p:nvPr/>
            </p:nvSpPr>
            <p:spPr>
              <a:xfrm>
                <a:off x="586965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g661">
                <a:extLst>
                  <a:ext uri="{FF2B5EF4-FFF2-40B4-BE49-F238E27FC236}">
                    <a16:creationId xmlns:a16="http://schemas.microsoft.com/office/drawing/2014/main" id="{E850003B-26D2-18B4-D2D9-A5F94C9C074E}"/>
                  </a:ext>
                </a:extLst>
              </p:cNvPr>
              <p:cNvSpPr/>
              <p:nvPr/>
            </p:nvSpPr>
            <p:spPr>
              <a:xfrm>
                <a:off x="588129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g662">
                <a:extLst>
                  <a:ext uri="{FF2B5EF4-FFF2-40B4-BE49-F238E27FC236}">
                    <a16:creationId xmlns:a16="http://schemas.microsoft.com/office/drawing/2014/main" id="{5AAF28AE-9AF7-82A2-DC24-388A7F67C798}"/>
                  </a:ext>
                </a:extLst>
              </p:cNvPr>
              <p:cNvSpPr/>
              <p:nvPr/>
            </p:nvSpPr>
            <p:spPr>
              <a:xfrm>
                <a:off x="6172229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g663">
                <a:extLst>
                  <a:ext uri="{FF2B5EF4-FFF2-40B4-BE49-F238E27FC236}">
                    <a16:creationId xmlns:a16="http://schemas.microsoft.com/office/drawing/2014/main" id="{A9ED4D2F-FD99-BFE9-F9E2-9150654709D1}"/>
                  </a:ext>
                </a:extLst>
              </p:cNvPr>
              <p:cNvSpPr/>
              <p:nvPr/>
            </p:nvSpPr>
            <p:spPr>
              <a:xfrm>
                <a:off x="618386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g664">
                <a:extLst>
                  <a:ext uri="{FF2B5EF4-FFF2-40B4-BE49-F238E27FC236}">
                    <a16:creationId xmlns:a16="http://schemas.microsoft.com/office/drawing/2014/main" id="{268E24FC-3266-6E05-1C62-FEE5792F1ADD}"/>
                  </a:ext>
                </a:extLst>
              </p:cNvPr>
              <p:cNvSpPr/>
              <p:nvPr/>
            </p:nvSpPr>
            <p:spPr>
              <a:xfrm>
                <a:off x="619550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g665">
                <a:extLst>
                  <a:ext uri="{FF2B5EF4-FFF2-40B4-BE49-F238E27FC236}">
                    <a16:creationId xmlns:a16="http://schemas.microsoft.com/office/drawing/2014/main" id="{6ACE5EA2-D0D1-8376-A642-7D06460B227E}"/>
                  </a:ext>
                </a:extLst>
              </p:cNvPr>
              <p:cNvSpPr/>
              <p:nvPr/>
            </p:nvSpPr>
            <p:spPr>
              <a:xfrm>
                <a:off x="6207141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g666">
                <a:extLst>
                  <a:ext uri="{FF2B5EF4-FFF2-40B4-BE49-F238E27FC236}">
                    <a16:creationId xmlns:a16="http://schemas.microsoft.com/office/drawing/2014/main" id="{0F071A29-74CA-1D64-4E68-CFF1009B7355}"/>
                  </a:ext>
                </a:extLst>
              </p:cNvPr>
              <p:cNvSpPr/>
              <p:nvPr/>
            </p:nvSpPr>
            <p:spPr>
              <a:xfrm>
                <a:off x="621877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g667">
                <a:extLst>
                  <a:ext uri="{FF2B5EF4-FFF2-40B4-BE49-F238E27FC236}">
                    <a16:creationId xmlns:a16="http://schemas.microsoft.com/office/drawing/2014/main" id="{393247C6-026C-4F9C-E7E4-06ADA516C5DD}"/>
                  </a:ext>
                </a:extLst>
              </p:cNvPr>
              <p:cNvSpPr/>
              <p:nvPr/>
            </p:nvSpPr>
            <p:spPr>
              <a:xfrm>
                <a:off x="623041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g668">
                <a:extLst>
                  <a:ext uri="{FF2B5EF4-FFF2-40B4-BE49-F238E27FC236}">
                    <a16:creationId xmlns:a16="http://schemas.microsoft.com/office/drawing/2014/main" id="{540943CA-2FCF-504F-7197-F4D9A056A14F}"/>
                  </a:ext>
                </a:extLst>
              </p:cNvPr>
              <p:cNvSpPr/>
              <p:nvPr/>
            </p:nvSpPr>
            <p:spPr>
              <a:xfrm>
                <a:off x="6242053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g669">
                <a:extLst>
                  <a:ext uri="{FF2B5EF4-FFF2-40B4-BE49-F238E27FC236}">
                    <a16:creationId xmlns:a16="http://schemas.microsoft.com/office/drawing/2014/main" id="{EA20F9AE-CA61-C99E-D12C-353CCFC8974E}"/>
                  </a:ext>
                </a:extLst>
              </p:cNvPr>
              <p:cNvSpPr/>
              <p:nvPr/>
            </p:nvSpPr>
            <p:spPr>
              <a:xfrm>
                <a:off x="626532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g670">
                <a:extLst>
                  <a:ext uri="{FF2B5EF4-FFF2-40B4-BE49-F238E27FC236}">
                    <a16:creationId xmlns:a16="http://schemas.microsoft.com/office/drawing/2014/main" id="{76790393-1E34-3391-3365-653BE56EAEB8}"/>
                  </a:ext>
                </a:extLst>
              </p:cNvPr>
              <p:cNvSpPr/>
              <p:nvPr/>
            </p:nvSpPr>
            <p:spPr>
              <a:xfrm>
                <a:off x="6276965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g671">
                <a:extLst>
                  <a:ext uri="{FF2B5EF4-FFF2-40B4-BE49-F238E27FC236}">
                    <a16:creationId xmlns:a16="http://schemas.microsoft.com/office/drawing/2014/main" id="{BD9C9DD3-4FD4-FED3-8BDA-01C583A16DFB}"/>
                  </a:ext>
                </a:extLst>
              </p:cNvPr>
              <p:cNvSpPr/>
              <p:nvPr/>
            </p:nvSpPr>
            <p:spPr>
              <a:xfrm>
                <a:off x="628860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g672">
                <a:extLst>
                  <a:ext uri="{FF2B5EF4-FFF2-40B4-BE49-F238E27FC236}">
                    <a16:creationId xmlns:a16="http://schemas.microsoft.com/office/drawing/2014/main" id="{1A46BFD3-F576-CB45-52DB-A2C12CD33B22}"/>
                  </a:ext>
                </a:extLst>
              </p:cNvPr>
              <p:cNvSpPr/>
              <p:nvPr/>
            </p:nvSpPr>
            <p:spPr>
              <a:xfrm>
                <a:off x="6300240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g673">
                <a:extLst>
                  <a:ext uri="{FF2B5EF4-FFF2-40B4-BE49-F238E27FC236}">
                    <a16:creationId xmlns:a16="http://schemas.microsoft.com/office/drawing/2014/main" id="{328BDC3C-FCEB-6B13-37FB-5E8238BEDC33}"/>
                  </a:ext>
                </a:extLst>
              </p:cNvPr>
              <p:cNvSpPr/>
              <p:nvPr/>
            </p:nvSpPr>
            <p:spPr>
              <a:xfrm>
                <a:off x="6311877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g674">
                <a:extLst>
                  <a:ext uri="{FF2B5EF4-FFF2-40B4-BE49-F238E27FC236}">
                    <a16:creationId xmlns:a16="http://schemas.microsoft.com/office/drawing/2014/main" id="{45BDE9FD-2A25-F81C-27E0-AD109445B411}"/>
                  </a:ext>
                </a:extLst>
              </p:cNvPr>
              <p:cNvSpPr/>
              <p:nvPr/>
            </p:nvSpPr>
            <p:spPr>
              <a:xfrm>
                <a:off x="632351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g675">
                <a:extLst>
                  <a:ext uri="{FF2B5EF4-FFF2-40B4-BE49-F238E27FC236}">
                    <a16:creationId xmlns:a16="http://schemas.microsoft.com/office/drawing/2014/main" id="{5A2AC1F5-F552-5144-A991-910EA115F371}"/>
                  </a:ext>
                </a:extLst>
              </p:cNvPr>
              <p:cNvSpPr/>
              <p:nvPr/>
            </p:nvSpPr>
            <p:spPr>
              <a:xfrm>
                <a:off x="633515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g676">
                <a:extLst>
                  <a:ext uri="{FF2B5EF4-FFF2-40B4-BE49-F238E27FC236}">
                    <a16:creationId xmlns:a16="http://schemas.microsoft.com/office/drawing/2014/main" id="{D0174AC0-F2FA-3DCC-9462-3A6E919AA64F}"/>
                  </a:ext>
                </a:extLst>
              </p:cNvPr>
              <p:cNvSpPr/>
              <p:nvPr/>
            </p:nvSpPr>
            <p:spPr>
              <a:xfrm>
                <a:off x="573001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g677">
                <a:extLst>
                  <a:ext uri="{FF2B5EF4-FFF2-40B4-BE49-F238E27FC236}">
                    <a16:creationId xmlns:a16="http://schemas.microsoft.com/office/drawing/2014/main" id="{8EDC4AF8-2E92-970F-A2E4-E4530F21FBB3}"/>
                  </a:ext>
                </a:extLst>
              </p:cNvPr>
              <p:cNvSpPr/>
              <p:nvPr/>
            </p:nvSpPr>
            <p:spPr>
              <a:xfrm>
                <a:off x="574164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g678">
                <a:extLst>
                  <a:ext uri="{FF2B5EF4-FFF2-40B4-BE49-F238E27FC236}">
                    <a16:creationId xmlns:a16="http://schemas.microsoft.com/office/drawing/2014/main" id="{45006605-87E1-B9C8-EBDC-4311176159BC}"/>
                  </a:ext>
                </a:extLst>
              </p:cNvPr>
              <p:cNvSpPr/>
              <p:nvPr/>
            </p:nvSpPr>
            <p:spPr>
              <a:xfrm>
                <a:off x="5753285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g679">
                <a:extLst>
                  <a:ext uri="{FF2B5EF4-FFF2-40B4-BE49-F238E27FC236}">
                    <a16:creationId xmlns:a16="http://schemas.microsoft.com/office/drawing/2014/main" id="{709DE848-4992-A8F7-4B91-E59ACC7DFEEE}"/>
                  </a:ext>
                </a:extLst>
              </p:cNvPr>
              <p:cNvSpPr/>
              <p:nvPr/>
            </p:nvSpPr>
            <p:spPr>
              <a:xfrm>
                <a:off x="576492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g680">
                <a:extLst>
                  <a:ext uri="{FF2B5EF4-FFF2-40B4-BE49-F238E27FC236}">
                    <a16:creationId xmlns:a16="http://schemas.microsoft.com/office/drawing/2014/main" id="{0CF7685F-8E97-436E-653A-800083839563}"/>
                  </a:ext>
                </a:extLst>
              </p:cNvPr>
              <p:cNvSpPr/>
              <p:nvPr/>
            </p:nvSpPr>
            <p:spPr>
              <a:xfrm>
                <a:off x="577656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g681">
                <a:extLst>
                  <a:ext uri="{FF2B5EF4-FFF2-40B4-BE49-F238E27FC236}">
                    <a16:creationId xmlns:a16="http://schemas.microsoft.com/office/drawing/2014/main" id="{FFD24B92-46E1-5FCF-5495-401875A97525}"/>
                  </a:ext>
                </a:extLst>
              </p:cNvPr>
              <p:cNvSpPr/>
              <p:nvPr/>
            </p:nvSpPr>
            <p:spPr>
              <a:xfrm>
                <a:off x="5788197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g682">
                <a:extLst>
                  <a:ext uri="{FF2B5EF4-FFF2-40B4-BE49-F238E27FC236}">
                    <a16:creationId xmlns:a16="http://schemas.microsoft.com/office/drawing/2014/main" id="{09C00C2C-2705-6580-D985-1CA233B3BDBE}"/>
                  </a:ext>
                </a:extLst>
              </p:cNvPr>
              <p:cNvSpPr/>
              <p:nvPr/>
            </p:nvSpPr>
            <p:spPr>
              <a:xfrm>
                <a:off x="579983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g683">
                <a:extLst>
                  <a:ext uri="{FF2B5EF4-FFF2-40B4-BE49-F238E27FC236}">
                    <a16:creationId xmlns:a16="http://schemas.microsoft.com/office/drawing/2014/main" id="{739A9585-B2F9-ED7A-8E21-BAD27741A5CE}"/>
                  </a:ext>
                </a:extLst>
              </p:cNvPr>
              <p:cNvSpPr/>
              <p:nvPr/>
            </p:nvSpPr>
            <p:spPr>
              <a:xfrm>
                <a:off x="581147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g684">
                <a:extLst>
                  <a:ext uri="{FF2B5EF4-FFF2-40B4-BE49-F238E27FC236}">
                    <a16:creationId xmlns:a16="http://schemas.microsoft.com/office/drawing/2014/main" id="{CA6D8578-00E5-EB22-E5D1-F6A7B80DF0B1}"/>
                  </a:ext>
                </a:extLst>
              </p:cNvPr>
              <p:cNvSpPr/>
              <p:nvPr/>
            </p:nvSpPr>
            <p:spPr>
              <a:xfrm>
                <a:off x="5823109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g685">
                <a:extLst>
                  <a:ext uri="{FF2B5EF4-FFF2-40B4-BE49-F238E27FC236}">
                    <a16:creationId xmlns:a16="http://schemas.microsoft.com/office/drawing/2014/main" id="{7433B3A2-FE6C-0A51-325E-DE25010183F3}"/>
                  </a:ext>
                </a:extLst>
              </p:cNvPr>
              <p:cNvSpPr/>
              <p:nvPr/>
            </p:nvSpPr>
            <p:spPr>
              <a:xfrm>
                <a:off x="583474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B">
                  <a:alpha val="100000"/>
                </a:srgbClr>
              </a:solidFill>
              <a:ln w="5420" cap="flat">
                <a:solidFill>
                  <a:srgbClr val="48A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g686">
                <a:extLst>
                  <a:ext uri="{FF2B5EF4-FFF2-40B4-BE49-F238E27FC236}">
                    <a16:creationId xmlns:a16="http://schemas.microsoft.com/office/drawing/2014/main" id="{F2726481-7B79-A6D2-AAD0-C34557F7394D}"/>
                  </a:ext>
                </a:extLst>
              </p:cNvPr>
              <p:cNvSpPr/>
              <p:nvPr/>
            </p:nvSpPr>
            <p:spPr>
              <a:xfrm>
                <a:off x="584638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g687">
                <a:extLst>
                  <a:ext uri="{FF2B5EF4-FFF2-40B4-BE49-F238E27FC236}">
                    <a16:creationId xmlns:a16="http://schemas.microsoft.com/office/drawing/2014/main" id="{9AD8DEFE-C644-ABE3-D1A2-BA32ACA57D9A}"/>
                  </a:ext>
                </a:extLst>
              </p:cNvPr>
              <p:cNvSpPr/>
              <p:nvPr/>
            </p:nvSpPr>
            <p:spPr>
              <a:xfrm>
                <a:off x="6172229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g688">
                <a:extLst>
                  <a:ext uri="{FF2B5EF4-FFF2-40B4-BE49-F238E27FC236}">
                    <a16:creationId xmlns:a16="http://schemas.microsoft.com/office/drawing/2014/main" id="{B467EB92-E863-C2D5-5404-54DCC17AF448}"/>
                  </a:ext>
                </a:extLst>
              </p:cNvPr>
              <p:cNvSpPr/>
              <p:nvPr/>
            </p:nvSpPr>
            <p:spPr>
              <a:xfrm>
                <a:off x="618386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g689">
                <a:extLst>
                  <a:ext uri="{FF2B5EF4-FFF2-40B4-BE49-F238E27FC236}">
                    <a16:creationId xmlns:a16="http://schemas.microsoft.com/office/drawing/2014/main" id="{ACAFB855-8B07-AC6C-5AC8-086439D9D8C4}"/>
                  </a:ext>
                </a:extLst>
              </p:cNvPr>
              <p:cNvSpPr/>
              <p:nvPr/>
            </p:nvSpPr>
            <p:spPr>
              <a:xfrm>
                <a:off x="619550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g690">
                <a:extLst>
                  <a:ext uri="{FF2B5EF4-FFF2-40B4-BE49-F238E27FC236}">
                    <a16:creationId xmlns:a16="http://schemas.microsoft.com/office/drawing/2014/main" id="{31A9E478-4D6B-E5DC-FF17-49CB00AFA55D}"/>
                  </a:ext>
                </a:extLst>
              </p:cNvPr>
              <p:cNvSpPr/>
              <p:nvPr/>
            </p:nvSpPr>
            <p:spPr>
              <a:xfrm>
                <a:off x="6207141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g691">
                <a:extLst>
                  <a:ext uri="{FF2B5EF4-FFF2-40B4-BE49-F238E27FC236}">
                    <a16:creationId xmlns:a16="http://schemas.microsoft.com/office/drawing/2014/main" id="{2D4841F6-8C54-2DC8-8E39-36DEA3EA2A52}"/>
                  </a:ext>
                </a:extLst>
              </p:cNvPr>
              <p:cNvSpPr/>
              <p:nvPr/>
            </p:nvSpPr>
            <p:spPr>
              <a:xfrm>
                <a:off x="621877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g692">
                <a:extLst>
                  <a:ext uri="{FF2B5EF4-FFF2-40B4-BE49-F238E27FC236}">
                    <a16:creationId xmlns:a16="http://schemas.microsoft.com/office/drawing/2014/main" id="{7E6BB13D-DDA5-04B1-CFD1-BE0F241A035C}"/>
                  </a:ext>
                </a:extLst>
              </p:cNvPr>
              <p:cNvSpPr/>
              <p:nvPr/>
            </p:nvSpPr>
            <p:spPr>
              <a:xfrm>
                <a:off x="623041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g693">
                <a:extLst>
                  <a:ext uri="{FF2B5EF4-FFF2-40B4-BE49-F238E27FC236}">
                    <a16:creationId xmlns:a16="http://schemas.microsoft.com/office/drawing/2014/main" id="{B1E52A87-A605-4F34-0DCA-A754423982F9}"/>
                  </a:ext>
                </a:extLst>
              </p:cNvPr>
              <p:cNvSpPr/>
              <p:nvPr/>
            </p:nvSpPr>
            <p:spPr>
              <a:xfrm>
                <a:off x="6242053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g694">
                <a:extLst>
                  <a:ext uri="{FF2B5EF4-FFF2-40B4-BE49-F238E27FC236}">
                    <a16:creationId xmlns:a16="http://schemas.microsoft.com/office/drawing/2014/main" id="{E96285E2-B90F-9F01-9021-E808681C93AA}"/>
                  </a:ext>
                </a:extLst>
              </p:cNvPr>
              <p:cNvSpPr/>
              <p:nvPr/>
            </p:nvSpPr>
            <p:spPr>
              <a:xfrm>
                <a:off x="625369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g695">
                <a:extLst>
                  <a:ext uri="{FF2B5EF4-FFF2-40B4-BE49-F238E27FC236}">
                    <a16:creationId xmlns:a16="http://schemas.microsoft.com/office/drawing/2014/main" id="{D2D1E2CD-1983-61AD-3809-10AF795903A8}"/>
                  </a:ext>
                </a:extLst>
              </p:cNvPr>
              <p:cNvSpPr/>
              <p:nvPr/>
            </p:nvSpPr>
            <p:spPr>
              <a:xfrm>
                <a:off x="626532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g696">
                <a:extLst>
                  <a:ext uri="{FF2B5EF4-FFF2-40B4-BE49-F238E27FC236}">
                    <a16:creationId xmlns:a16="http://schemas.microsoft.com/office/drawing/2014/main" id="{A19D6C8F-C93B-042F-AF92-D256FB2D6118}"/>
                  </a:ext>
                </a:extLst>
              </p:cNvPr>
              <p:cNvSpPr/>
              <p:nvPr/>
            </p:nvSpPr>
            <p:spPr>
              <a:xfrm>
                <a:off x="6276965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g697">
                <a:extLst>
                  <a:ext uri="{FF2B5EF4-FFF2-40B4-BE49-F238E27FC236}">
                    <a16:creationId xmlns:a16="http://schemas.microsoft.com/office/drawing/2014/main" id="{D7BC44C6-C3AB-E130-2217-7E135DE6760D}"/>
                  </a:ext>
                </a:extLst>
              </p:cNvPr>
              <p:cNvSpPr/>
              <p:nvPr/>
            </p:nvSpPr>
            <p:spPr>
              <a:xfrm>
                <a:off x="628860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g698">
                <a:extLst>
                  <a:ext uri="{FF2B5EF4-FFF2-40B4-BE49-F238E27FC236}">
                    <a16:creationId xmlns:a16="http://schemas.microsoft.com/office/drawing/2014/main" id="{8892FBC4-3A66-E290-772D-7226B796DDE0}"/>
                  </a:ext>
                </a:extLst>
              </p:cNvPr>
              <p:cNvSpPr/>
              <p:nvPr/>
            </p:nvSpPr>
            <p:spPr>
              <a:xfrm>
                <a:off x="630024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g699">
                <a:extLst>
                  <a:ext uri="{FF2B5EF4-FFF2-40B4-BE49-F238E27FC236}">
                    <a16:creationId xmlns:a16="http://schemas.microsoft.com/office/drawing/2014/main" id="{F84FF1F8-CDF3-F61A-4B33-23FF42C3740F}"/>
                  </a:ext>
                </a:extLst>
              </p:cNvPr>
              <p:cNvSpPr/>
              <p:nvPr/>
            </p:nvSpPr>
            <p:spPr>
              <a:xfrm>
                <a:off x="6311877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g700">
                <a:extLst>
                  <a:ext uri="{FF2B5EF4-FFF2-40B4-BE49-F238E27FC236}">
                    <a16:creationId xmlns:a16="http://schemas.microsoft.com/office/drawing/2014/main" id="{6A817B19-3750-CF02-4FD8-F36F31A2C18C}"/>
                  </a:ext>
                </a:extLst>
              </p:cNvPr>
              <p:cNvSpPr/>
              <p:nvPr/>
            </p:nvSpPr>
            <p:spPr>
              <a:xfrm>
                <a:off x="632351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g701">
                <a:extLst>
                  <a:ext uri="{FF2B5EF4-FFF2-40B4-BE49-F238E27FC236}">
                    <a16:creationId xmlns:a16="http://schemas.microsoft.com/office/drawing/2014/main" id="{F9EFB2A0-F28D-2CA1-A50F-84A413329861}"/>
                  </a:ext>
                </a:extLst>
              </p:cNvPr>
              <p:cNvSpPr/>
              <p:nvPr/>
            </p:nvSpPr>
            <p:spPr>
              <a:xfrm>
                <a:off x="633515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g702">
                <a:extLst>
                  <a:ext uri="{FF2B5EF4-FFF2-40B4-BE49-F238E27FC236}">
                    <a16:creationId xmlns:a16="http://schemas.microsoft.com/office/drawing/2014/main" id="{5EC64924-FFF2-DAEC-3423-0EEA070C6976}"/>
                  </a:ext>
                </a:extLst>
              </p:cNvPr>
              <p:cNvSpPr/>
              <p:nvPr/>
            </p:nvSpPr>
            <p:spPr>
              <a:xfrm>
                <a:off x="5718373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g703">
                <a:extLst>
                  <a:ext uri="{FF2B5EF4-FFF2-40B4-BE49-F238E27FC236}">
                    <a16:creationId xmlns:a16="http://schemas.microsoft.com/office/drawing/2014/main" id="{AA5CAEE1-5847-AEB6-1A51-9ACD20B9F532}"/>
                  </a:ext>
                </a:extLst>
              </p:cNvPr>
              <p:cNvSpPr/>
              <p:nvPr/>
            </p:nvSpPr>
            <p:spPr>
              <a:xfrm>
                <a:off x="573001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g704">
                <a:extLst>
                  <a:ext uri="{FF2B5EF4-FFF2-40B4-BE49-F238E27FC236}">
                    <a16:creationId xmlns:a16="http://schemas.microsoft.com/office/drawing/2014/main" id="{C2383E8A-248C-CA04-CB54-01C44B66673B}"/>
                  </a:ext>
                </a:extLst>
              </p:cNvPr>
              <p:cNvSpPr/>
              <p:nvPr/>
            </p:nvSpPr>
            <p:spPr>
              <a:xfrm>
                <a:off x="574164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g705">
                <a:extLst>
                  <a:ext uri="{FF2B5EF4-FFF2-40B4-BE49-F238E27FC236}">
                    <a16:creationId xmlns:a16="http://schemas.microsoft.com/office/drawing/2014/main" id="{ABBB5F32-C44B-9B87-FB47-64C64884D1CE}"/>
                  </a:ext>
                </a:extLst>
              </p:cNvPr>
              <p:cNvSpPr/>
              <p:nvPr/>
            </p:nvSpPr>
            <p:spPr>
              <a:xfrm>
                <a:off x="5753285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g706">
                <a:extLst>
                  <a:ext uri="{FF2B5EF4-FFF2-40B4-BE49-F238E27FC236}">
                    <a16:creationId xmlns:a16="http://schemas.microsoft.com/office/drawing/2014/main" id="{8F94F97B-E85B-0672-D36A-23BE3D9FD95B}"/>
                  </a:ext>
                </a:extLst>
              </p:cNvPr>
              <p:cNvSpPr/>
              <p:nvPr/>
            </p:nvSpPr>
            <p:spPr>
              <a:xfrm>
                <a:off x="576492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g707">
                <a:extLst>
                  <a:ext uri="{FF2B5EF4-FFF2-40B4-BE49-F238E27FC236}">
                    <a16:creationId xmlns:a16="http://schemas.microsoft.com/office/drawing/2014/main" id="{F1FD3BE5-1DBD-086B-C43A-6C08C3B38459}"/>
                  </a:ext>
                </a:extLst>
              </p:cNvPr>
              <p:cNvSpPr/>
              <p:nvPr/>
            </p:nvSpPr>
            <p:spPr>
              <a:xfrm>
                <a:off x="577656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g708">
                <a:extLst>
                  <a:ext uri="{FF2B5EF4-FFF2-40B4-BE49-F238E27FC236}">
                    <a16:creationId xmlns:a16="http://schemas.microsoft.com/office/drawing/2014/main" id="{B9013CBB-96BB-8062-08D0-F96893549C45}"/>
                  </a:ext>
                </a:extLst>
              </p:cNvPr>
              <p:cNvSpPr/>
              <p:nvPr/>
            </p:nvSpPr>
            <p:spPr>
              <a:xfrm>
                <a:off x="5788197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g709">
                <a:extLst>
                  <a:ext uri="{FF2B5EF4-FFF2-40B4-BE49-F238E27FC236}">
                    <a16:creationId xmlns:a16="http://schemas.microsoft.com/office/drawing/2014/main" id="{49AD80F0-3D47-F336-5D20-9B3D03CC536A}"/>
                  </a:ext>
                </a:extLst>
              </p:cNvPr>
              <p:cNvSpPr/>
              <p:nvPr/>
            </p:nvSpPr>
            <p:spPr>
              <a:xfrm>
                <a:off x="579983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g710">
                <a:extLst>
                  <a:ext uri="{FF2B5EF4-FFF2-40B4-BE49-F238E27FC236}">
                    <a16:creationId xmlns:a16="http://schemas.microsoft.com/office/drawing/2014/main" id="{5D116B6A-2B47-3496-C105-5C728B3FBA31}"/>
                  </a:ext>
                </a:extLst>
              </p:cNvPr>
              <p:cNvSpPr/>
              <p:nvPr/>
            </p:nvSpPr>
            <p:spPr>
              <a:xfrm>
                <a:off x="581147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g711">
                <a:extLst>
                  <a:ext uri="{FF2B5EF4-FFF2-40B4-BE49-F238E27FC236}">
                    <a16:creationId xmlns:a16="http://schemas.microsoft.com/office/drawing/2014/main" id="{D8A741D8-CD5B-5776-F9B3-1F887D72EBF7}"/>
                  </a:ext>
                </a:extLst>
              </p:cNvPr>
              <p:cNvSpPr/>
              <p:nvPr/>
            </p:nvSpPr>
            <p:spPr>
              <a:xfrm>
                <a:off x="6183866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g712">
                <a:extLst>
                  <a:ext uri="{FF2B5EF4-FFF2-40B4-BE49-F238E27FC236}">
                    <a16:creationId xmlns:a16="http://schemas.microsoft.com/office/drawing/2014/main" id="{F48C4E25-0125-4724-D874-ED8DA00FBE99}"/>
                  </a:ext>
                </a:extLst>
              </p:cNvPr>
              <p:cNvSpPr/>
              <p:nvPr/>
            </p:nvSpPr>
            <p:spPr>
              <a:xfrm>
                <a:off x="619550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g713">
                <a:extLst>
                  <a:ext uri="{FF2B5EF4-FFF2-40B4-BE49-F238E27FC236}">
                    <a16:creationId xmlns:a16="http://schemas.microsoft.com/office/drawing/2014/main" id="{5BD9BDFA-BEF6-B7DA-5EB0-90C524BDA5D5}"/>
                  </a:ext>
                </a:extLst>
              </p:cNvPr>
              <p:cNvSpPr/>
              <p:nvPr/>
            </p:nvSpPr>
            <p:spPr>
              <a:xfrm>
                <a:off x="6207141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g714">
                <a:extLst>
                  <a:ext uri="{FF2B5EF4-FFF2-40B4-BE49-F238E27FC236}">
                    <a16:creationId xmlns:a16="http://schemas.microsoft.com/office/drawing/2014/main" id="{61AB75EF-CD7D-E5F4-8C17-95E2227FD998}"/>
                  </a:ext>
                </a:extLst>
              </p:cNvPr>
              <p:cNvSpPr/>
              <p:nvPr/>
            </p:nvSpPr>
            <p:spPr>
              <a:xfrm>
                <a:off x="621877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g715">
                <a:extLst>
                  <a:ext uri="{FF2B5EF4-FFF2-40B4-BE49-F238E27FC236}">
                    <a16:creationId xmlns:a16="http://schemas.microsoft.com/office/drawing/2014/main" id="{B4A16C4B-A21F-6DA6-0AFB-B22E0FDB7083}"/>
                  </a:ext>
                </a:extLst>
              </p:cNvPr>
              <p:cNvSpPr/>
              <p:nvPr/>
            </p:nvSpPr>
            <p:spPr>
              <a:xfrm>
                <a:off x="6230416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g716">
                <a:extLst>
                  <a:ext uri="{FF2B5EF4-FFF2-40B4-BE49-F238E27FC236}">
                    <a16:creationId xmlns:a16="http://schemas.microsoft.com/office/drawing/2014/main" id="{9B454E3C-8133-9517-CEB0-FF174BDA79F5}"/>
                  </a:ext>
                </a:extLst>
              </p:cNvPr>
              <p:cNvSpPr/>
              <p:nvPr/>
            </p:nvSpPr>
            <p:spPr>
              <a:xfrm>
                <a:off x="6242053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g717">
                <a:extLst>
                  <a:ext uri="{FF2B5EF4-FFF2-40B4-BE49-F238E27FC236}">
                    <a16:creationId xmlns:a16="http://schemas.microsoft.com/office/drawing/2014/main" id="{C3F044EF-04C8-5FBE-791D-5DBC30A5E017}"/>
                  </a:ext>
                </a:extLst>
              </p:cNvPr>
              <p:cNvSpPr/>
              <p:nvPr/>
            </p:nvSpPr>
            <p:spPr>
              <a:xfrm>
                <a:off x="625369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g718">
                <a:extLst>
                  <a:ext uri="{FF2B5EF4-FFF2-40B4-BE49-F238E27FC236}">
                    <a16:creationId xmlns:a16="http://schemas.microsoft.com/office/drawing/2014/main" id="{808B77D3-9903-FCCB-438D-3D06773E4887}"/>
                  </a:ext>
                </a:extLst>
              </p:cNvPr>
              <p:cNvSpPr/>
              <p:nvPr/>
            </p:nvSpPr>
            <p:spPr>
              <a:xfrm>
                <a:off x="626532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g719">
                <a:extLst>
                  <a:ext uri="{FF2B5EF4-FFF2-40B4-BE49-F238E27FC236}">
                    <a16:creationId xmlns:a16="http://schemas.microsoft.com/office/drawing/2014/main" id="{B6B9DCEF-836D-2E8E-02C0-3C358E3D128B}"/>
                  </a:ext>
                </a:extLst>
              </p:cNvPr>
              <p:cNvSpPr/>
              <p:nvPr/>
            </p:nvSpPr>
            <p:spPr>
              <a:xfrm>
                <a:off x="6276965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g720">
                <a:extLst>
                  <a:ext uri="{FF2B5EF4-FFF2-40B4-BE49-F238E27FC236}">
                    <a16:creationId xmlns:a16="http://schemas.microsoft.com/office/drawing/2014/main" id="{75C1DEFF-CCC6-D4CA-EAD2-F0A27600A452}"/>
                  </a:ext>
                </a:extLst>
              </p:cNvPr>
              <p:cNvSpPr/>
              <p:nvPr/>
            </p:nvSpPr>
            <p:spPr>
              <a:xfrm>
                <a:off x="628860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g721">
                <a:extLst>
                  <a:ext uri="{FF2B5EF4-FFF2-40B4-BE49-F238E27FC236}">
                    <a16:creationId xmlns:a16="http://schemas.microsoft.com/office/drawing/2014/main" id="{3F79E0C5-4F2D-9334-4D9A-16B639C57F11}"/>
                  </a:ext>
                </a:extLst>
              </p:cNvPr>
              <p:cNvSpPr/>
              <p:nvPr/>
            </p:nvSpPr>
            <p:spPr>
              <a:xfrm>
                <a:off x="630024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g722">
                <a:extLst>
                  <a:ext uri="{FF2B5EF4-FFF2-40B4-BE49-F238E27FC236}">
                    <a16:creationId xmlns:a16="http://schemas.microsoft.com/office/drawing/2014/main" id="{A6B71979-BC8C-398F-081D-FCD9C57D4C83}"/>
                  </a:ext>
                </a:extLst>
              </p:cNvPr>
              <p:cNvSpPr/>
              <p:nvPr/>
            </p:nvSpPr>
            <p:spPr>
              <a:xfrm>
                <a:off x="6311877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g723">
                <a:extLst>
                  <a:ext uri="{FF2B5EF4-FFF2-40B4-BE49-F238E27FC236}">
                    <a16:creationId xmlns:a16="http://schemas.microsoft.com/office/drawing/2014/main" id="{2796FD2E-7D72-3B4A-72BD-3526CE9B0EDE}"/>
                  </a:ext>
                </a:extLst>
              </p:cNvPr>
              <p:cNvSpPr/>
              <p:nvPr/>
            </p:nvSpPr>
            <p:spPr>
              <a:xfrm>
                <a:off x="632351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g724">
                <a:extLst>
                  <a:ext uri="{FF2B5EF4-FFF2-40B4-BE49-F238E27FC236}">
                    <a16:creationId xmlns:a16="http://schemas.microsoft.com/office/drawing/2014/main" id="{B53E7DCB-8ECE-012A-5C0D-99F185954F7F}"/>
                  </a:ext>
                </a:extLst>
              </p:cNvPr>
              <p:cNvSpPr/>
              <p:nvPr/>
            </p:nvSpPr>
            <p:spPr>
              <a:xfrm>
                <a:off x="5706736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g725">
                <a:extLst>
                  <a:ext uri="{FF2B5EF4-FFF2-40B4-BE49-F238E27FC236}">
                    <a16:creationId xmlns:a16="http://schemas.microsoft.com/office/drawing/2014/main" id="{0C6976D0-7239-EE39-A91E-0BE9F2881A16}"/>
                  </a:ext>
                </a:extLst>
              </p:cNvPr>
              <p:cNvSpPr/>
              <p:nvPr/>
            </p:nvSpPr>
            <p:spPr>
              <a:xfrm>
                <a:off x="5718373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g726">
                <a:extLst>
                  <a:ext uri="{FF2B5EF4-FFF2-40B4-BE49-F238E27FC236}">
                    <a16:creationId xmlns:a16="http://schemas.microsoft.com/office/drawing/2014/main" id="{574E896F-4B08-3F20-7C76-50BC1BBA191B}"/>
                  </a:ext>
                </a:extLst>
              </p:cNvPr>
              <p:cNvSpPr/>
              <p:nvPr/>
            </p:nvSpPr>
            <p:spPr>
              <a:xfrm>
                <a:off x="573001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g727">
                <a:extLst>
                  <a:ext uri="{FF2B5EF4-FFF2-40B4-BE49-F238E27FC236}">
                    <a16:creationId xmlns:a16="http://schemas.microsoft.com/office/drawing/2014/main" id="{22FD54D4-4345-74FA-C475-BEED718EB08D}"/>
                  </a:ext>
                </a:extLst>
              </p:cNvPr>
              <p:cNvSpPr/>
              <p:nvPr/>
            </p:nvSpPr>
            <p:spPr>
              <a:xfrm>
                <a:off x="574164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g728">
                <a:extLst>
                  <a:ext uri="{FF2B5EF4-FFF2-40B4-BE49-F238E27FC236}">
                    <a16:creationId xmlns:a16="http://schemas.microsoft.com/office/drawing/2014/main" id="{C60D97FE-79D0-192A-22E0-4DFA8362AAAE}"/>
                  </a:ext>
                </a:extLst>
              </p:cNvPr>
              <p:cNvSpPr/>
              <p:nvPr/>
            </p:nvSpPr>
            <p:spPr>
              <a:xfrm>
                <a:off x="5753285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g729">
                <a:extLst>
                  <a:ext uri="{FF2B5EF4-FFF2-40B4-BE49-F238E27FC236}">
                    <a16:creationId xmlns:a16="http://schemas.microsoft.com/office/drawing/2014/main" id="{C4EF8B38-4228-D50F-E0FB-D8968C59B86E}"/>
                  </a:ext>
                </a:extLst>
              </p:cNvPr>
              <p:cNvSpPr/>
              <p:nvPr/>
            </p:nvSpPr>
            <p:spPr>
              <a:xfrm>
                <a:off x="5764922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g730">
                <a:extLst>
                  <a:ext uri="{FF2B5EF4-FFF2-40B4-BE49-F238E27FC236}">
                    <a16:creationId xmlns:a16="http://schemas.microsoft.com/office/drawing/2014/main" id="{D3F97472-E767-F8B3-ADBD-DFA8DC6066AE}"/>
                  </a:ext>
                </a:extLst>
              </p:cNvPr>
              <p:cNvSpPr/>
              <p:nvPr/>
            </p:nvSpPr>
            <p:spPr>
              <a:xfrm>
                <a:off x="577656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g731">
                <a:extLst>
                  <a:ext uri="{FF2B5EF4-FFF2-40B4-BE49-F238E27FC236}">
                    <a16:creationId xmlns:a16="http://schemas.microsoft.com/office/drawing/2014/main" id="{F4DC4F05-0C08-3208-42CD-45CC8A9C5D12}"/>
                  </a:ext>
                </a:extLst>
              </p:cNvPr>
              <p:cNvSpPr/>
              <p:nvPr/>
            </p:nvSpPr>
            <p:spPr>
              <a:xfrm>
                <a:off x="6195504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g732">
                <a:extLst>
                  <a:ext uri="{FF2B5EF4-FFF2-40B4-BE49-F238E27FC236}">
                    <a16:creationId xmlns:a16="http://schemas.microsoft.com/office/drawing/2014/main" id="{B54C873F-F2C0-2B81-A4E2-DFFBBF6A1CFA}"/>
                  </a:ext>
                </a:extLst>
              </p:cNvPr>
              <p:cNvSpPr/>
              <p:nvPr/>
            </p:nvSpPr>
            <p:spPr>
              <a:xfrm>
                <a:off x="6207141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g733">
                <a:extLst>
                  <a:ext uri="{FF2B5EF4-FFF2-40B4-BE49-F238E27FC236}">
                    <a16:creationId xmlns:a16="http://schemas.microsoft.com/office/drawing/2014/main" id="{EE0EEED8-43FC-B6D5-A7BF-8DE9D544F0C3}"/>
                  </a:ext>
                </a:extLst>
              </p:cNvPr>
              <p:cNvSpPr/>
              <p:nvPr/>
            </p:nvSpPr>
            <p:spPr>
              <a:xfrm>
                <a:off x="621877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g734">
                <a:extLst>
                  <a:ext uri="{FF2B5EF4-FFF2-40B4-BE49-F238E27FC236}">
                    <a16:creationId xmlns:a16="http://schemas.microsoft.com/office/drawing/2014/main" id="{A2DED564-5A08-5B83-F112-82E8F4409A20}"/>
                  </a:ext>
                </a:extLst>
              </p:cNvPr>
              <p:cNvSpPr/>
              <p:nvPr/>
            </p:nvSpPr>
            <p:spPr>
              <a:xfrm>
                <a:off x="6230416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g735">
                <a:extLst>
                  <a:ext uri="{FF2B5EF4-FFF2-40B4-BE49-F238E27FC236}">
                    <a16:creationId xmlns:a16="http://schemas.microsoft.com/office/drawing/2014/main" id="{92114202-AB57-3661-234D-79A8C7BD1F6B}"/>
                  </a:ext>
                </a:extLst>
              </p:cNvPr>
              <p:cNvSpPr/>
              <p:nvPr/>
            </p:nvSpPr>
            <p:spPr>
              <a:xfrm>
                <a:off x="6242053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g736">
                <a:extLst>
                  <a:ext uri="{FF2B5EF4-FFF2-40B4-BE49-F238E27FC236}">
                    <a16:creationId xmlns:a16="http://schemas.microsoft.com/office/drawing/2014/main" id="{291FC787-D834-7229-1541-F30D4E309C4F}"/>
                  </a:ext>
                </a:extLst>
              </p:cNvPr>
              <p:cNvSpPr/>
              <p:nvPr/>
            </p:nvSpPr>
            <p:spPr>
              <a:xfrm>
                <a:off x="625369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g737">
                <a:extLst>
                  <a:ext uri="{FF2B5EF4-FFF2-40B4-BE49-F238E27FC236}">
                    <a16:creationId xmlns:a16="http://schemas.microsoft.com/office/drawing/2014/main" id="{824BF521-5C4B-4BE4-8922-53B8C365AEA0}"/>
                  </a:ext>
                </a:extLst>
              </p:cNvPr>
              <p:cNvSpPr/>
              <p:nvPr/>
            </p:nvSpPr>
            <p:spPr>
              <a:xfrm>
                <a:off x="626532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g738">
                <a:extLst>
                  <a:ext uri="{FF2B5EF4-FFF2-40B4-BE49-F238E27FC236}">
                    <a16:creationId xmlns:a16="http://schemas.microsoft.com/office/drawing/2014/main" id="{E85BF7B2-C69E-31D3-C1F5-5CD074C4FCC8}"/>
                  </a:ext>
                </a:extLst>
              </p:cNvPr>
              <p:cNvSpPr/>
              <p:nvPr/>
            </p:nvSpPr>
            <p:spPr>
              <a:xfrm>
                <a:off x="6276965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g739">
                <a:extLst>
                  <a:ext uri="{FF2B5EF4-FFF2-40B4-BE49-F238E27FC236}">
                    <a16:creationId xmlns:a16="http://schemas.microsoft.com/office/drawing/2014/main" id="{F87C0ECD-5452-CC99-E66A-08CD2E57C0BA}"/>
                  </a:ext>
                </a:extLst>
              </p:cNvPr>
              <p:cNvSpPr/>
              <p:nvPr/>
            </p:nvSpPr>
            <p:spPr>
              <a:xfrm>
                <a:off x="6288602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g740">
                <a:extLst>
                  <a:ext uri="{FF2B5EF4-FFF2-40B4-BE49-F238E27FC236}">
                    <a16:creationId xmlns:a16="http://schemas.microsoft.com/office/drawing/2014/main" id="{CED77FD9-65E9-F1F9-9C0B-A69689A53C6B}"/>
                  </a:ext>
                </a:extLst>
              </p:cNvPr>
              <p:cNvSpPr/>
              <p:nvPr/>
            </p:nvSpPr>
            <p:spPr>
              <a:xfrm>
                <a:off x="630024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g741">
                <a:extLst>
                  <a:ext uri="{FF2B5EF4-FFF2-40B4-BE49-F238E27FC236}">
                    <a16:creationId xmlns:a16="http://schemas.microsoft.com/office/drawing/2014/main" id="{628D2D34-A7DA-C8C3-E875-FBBFADB196FE}"/>
                  </a:ext>
                </a:extLst>
              </p:cNvPr>
              <p:cNvSpPr/>
              <p:nvPr/>
            </p:nvSpPr>
            <p:spPr>
              <a:xfrm>
                <a:off x="6311877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g742">
                <a:extLst>
                  <a:ext uri="{FF2B5EF4-FFF2-40B4-BE49-F238E27FC236}">
                    <a16:creationId xmlns:a16="http://schemas.microsoft.com/office/drawing/2014/main" id="{A49F4C76-9C61-8C18-0CAA-AA628B076F5A}"/>
                  </a:ext>
                </a:extLst>
              </p:cNvPr>
              <p:cNvSpPr/>
              <p:nvPr/>
            </p:nvSpPr>
            <p:spPr>
              <a:xfrm>
                <a:off x="5706736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g743">
                <a:extLst>
                  <a:ext uri="{FF2B5EF4-FFF2-40B4-BE49-F238E27FC236}">
                    <a16:creationId xmlns:a16="http://schemas.microsoft.com/office/drawing/2014/main" id="{E6CC9241-D06D-5D40-45C2-A9491674FACB}"/>
                  </a:ext>
                </a:extLst>
              </p:cNvPr>
              <p:cNvSpPr/>
              <p:nvPr/>
            </p:nvSpPr>
            <p:spPr>
              <a:xfrm>
                <a:off x="5718373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g744">
                <a:extLst>
                  <a:ext uri="{FF2B5EF4-FFF2-40B4-BE49-F238E27FC236}">
                    <a16:creationId xmlns:a16="http://schemas.microsoft.com/office/drawing/2014/main" id="{2402F5C7-3FD7-87BA-CE5F-591BCD09073E}"/>
                  </a:ext>
                </a:extLst>
              </p:cNvPr>
              <p:cNvSpPr/>
              <p:nvPr/>
            </p:nvSpPr>
            <p:spPr>
              <a:xfrm>
                <a:off x="5730010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g745">
                <a:extLst>
                  <a:ext uri="{FF2B5EF4-FFF2-40B4-BE49-F238E27FC236}">
                    <a16:creationId xmlns:a16="http://schemas.microsoft.com/office/drawing/2014/main" id="{B914B277-B7BC-148C-32A5-D12ADD8188CF}"/>
                  </a:ext>
                </a:extLst>
              </p:cNvPr>
              <p:cNvSpPr/>
              <p:nvPr/>
            </p:nvSpPr>
            <p:spPr>
              <a:xfrm>
                <a:off x="574164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g746">
                <a:extLst>
                  <a:ext uri="{FF2B5EF4-FFF2-40B4-BE49-F238E27FC236}">
                    <a16:creationId xmlns:a16="http://schemas.microsoft.com/office/drawing/2014/main" id="{6DC1A94F-638D-E3B9-0C0B-50A99F2D06E6}"/>
                  </a:ext>
                </a:extLst>
              </p:cNvPr>
              <p:cNvSpPr/>
              <p:nvPr/>
            </p:nvSpPr>
            <p:spPr>
              <a:xfrm>
                <a:off x="5753285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g747">
                <a:extLst>
                  <a:ext uri="{FF2B5EF4-FFF2-40B4-BE49-F238E27FC236}">
                    <a16:creationId xmlns:a16="http://schemas.microsoft.com/office/drawing/2014/main" id="{01A112F8-DFD2-84C7-1F5E-82F1F5BE5975}"/>
                  </a:ext>
                </a:extLst>
              </p:cNvPr>
              <p:cNvSpPr/>
              <p:nvPr/>
            </p:nvSpPr>
            <p:spPr>
              <a:xfrm>
                <a:off x="5764922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g748">
                <a:extLst>
                  <a:ext uri="{FF2B5EF4-FFF2-40B4-BE49-F238E27FC236}">
                    <a16:creationId xmlns:a16="http://schemas.microsoft.com/office/drawing/2014/main" id="{10BD5991-6246-B6CD-002C-FF082E1FBC33}"/>
                  </a:ext>
                </a:extLst>
              </p:cNvPr>
              <p:cNvSpPr/>
              <p:nvPr/>
            </p:nvSpPr>
            <p:spPr>
              <a:xfrm>
                <a:off x="621877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g749">
                <a:extLst>
                  <a:ext uri="{FF2B5EF4-FFF2-40B4-BE49-F238E27FC236}">
                    <a16:creationId xmlns:a16="http://schemas.microsoft.com/office/drawing/2014/main" id="{101EAD76-1BEC-D3C6-712B-6E36CAC85751}"/>
                  </a:ext>
                </a:extLst>
              </p:cNvPr>
              <p:cNvSpPr/>
              <p:nvPr/>
            </p:nvSpPr>
            <p:spPr>
              <a:xfrm>
                <a:off x="6230416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g750">
                <a:extLst>
                  <a:ext uri="{FF2B5EF4-FFF2-40B4-BE49-F238E27FC236}">
                    <a16:creationId xmlns:a16="http://schemas.microsoft.com/office/drawing/2014/main" id="{883E64E1-A9B3-63B1-6D32-35D28B707290}"/>
                  </a:ext>
                </a:extLst>
              </p:cNvPr>
              <p:cNvSpPr/>
              <p:nvPr/>
            </p:nvSpPr>
            <p:spPr>
              <a:xfrm>
                <a:off x="6242053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g751">
                <a:extLst>
                  <a:ext uri="{FF2B5EF4-FFF2-40B4-BE49-F238E27FC236}">
                    <a16:creationId xmlns:a16="http://schemas.microsoft.com/office/drawing/2014/main" id="{9B85FED1-4A3E-145E-E9E9-E7F5435B4317}"/>
                  </a:ext>
                </a:extLst>
              </p:cNvPr>
              <p:cNvSpPr/>
              <p:nvPr/>
            </p:nvSpPr>
            <p:spPr>
              <a:xfrm>
                <a:off x="6253690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g752">
                <a:extLst>
                  <a:ext uri="{FF2B5EF4-FFF2-40B4-BE49-F238E27FC236}">
                    <a16:creationId xmlns:a16="http://schemas.microsoft.com/office/drawing/2014/main" id="{4AF007A7-7A26-6326-EB24-C9ED42249059}"/>
                  </a:ext>
                </a:extLst>
              </p:cNvPr>
              <p:cNvSpPr/>
              <p:nvPr/>
            </p:nvSpPr>
            <p:spPr>
              <a:xfrm>
                <a:off x="626532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g753">
                <a:extLst>
                  <a:ext uri="{FF2B5EF4-FFF2-40B4-BE49-F238E27FC236}">
                    <a16:creationId xmlns:a16="http://schemas.microsoft.com/office/drawing/2014/main" id="{AA804C1D-1643-EA4B-ED57-7D2C708414CF}"/>
                  </a:ext>
                </a:extLst>
              </p:cNvPr>
              <p:cNvSpPr/>
              <p:nvPr/>
            </p:nvSpPr>
            <p:spPr>
              <a:xfrm>
                <a:off x="6276965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g754">
                <a:extLst>
                  <a:ext uri="{FF2B5EF4-FFF2-40B4-BE49-F238E27FC236}">
                    <a16:creationId xmlns:a16="http://schemas.microsoft.com/office/drawing/2014/main" id="{D4D44817-5EB4-821B-08B4-6FEDB8085D6C}"/>
                  </a:ext>
                </a:extLst>
              </p:cNvPr>
              <p:cNvSpPr/>
              <p:nvPr/>
            </p:nvSpPr>
            <p:spPr>
              <a:xfrm>
                <a:off x="6288602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g755">
                <a:extLst>
                  <a:ext uri="{FF2B5EF4-FFF2-40B4-BE49-F238E27FC236}">
                    <a16:creationId xmlns:a16="http://schemas.microsoft.com/office/drawing/2014/main" id="{DFAF22ED-4750-8523-4ACC-56D6D4B5DCAB}"/>
                  </a:ext>
                </a:extLst>
              </p:cNvPr>
              <p:cNvSpPr/>
              <p:nvPr/>
            </p:nvSpPr>
            <p:spPr>
              <a:xfrm>
                <a:off x="569509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g756">
                <a:extLst>
                  <a:ext uri="{FF2B5EF4-FFF2-40B4-BE49-F238E27FC236}">
                    <a16:creationId xmlns:a16="http://schemas.microsoft.com/office/drawing/2014/main" id="{FB210067-55DF-A6FB-CCBC-42C5F0C11C17}"/>
                  </a:ext>
                </a:extLst>
              </p:cNvPr>
              <p:cNvSpPr/>
              <p:nvPr/>
            </p:nvSpPr>
            <p:spPr>
              <a:xfrm>
                <a:off x="5706736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g757">
                <a:extLst>
                  <a:ext uri="{FF2B5EF4-FFF2-40B4-BE49-F238E27FC236}">
                    <a16:creationId xmlns:a16="http://schemas.microsoft.com/office/drawing/2014/main" id="{9A0E335A-E95F-3CAC-88BA-3EED15554F02}"/>
                  </a:ext>
                </a:extLst>
              </p:cNvPr>
              <p:cNvSpPr/>
              <p:nvPr/>
            </p:nvSpPr>
            <p:spPr>
              <a:xfrm>
                <a:off x="5718373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g758">
                <a:extLst>
                  <a:ext uri="{FF2B5EF4-FFF2-40B4-BE49-F238E27FC236}">
                    <a16:creationId xmlns:a16="http://schemas.microsoft.com/office/drawing/2014/main" id="{8580D916-3D93-5D26-0D4F-3C5D02C4ECB6}"/>
                  </a:ext>
                </a:extLst>
              </p:cNvPr>
              <p:cNvSpPr/>
              <p:nvPr/>
            </p:nvSpPr>
            <p:spPr>
              <a:xfrm>
                <a:off x="5730010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g759">
                <a:extLst>
                  <a:ext uri="{FF2B5EF4-FFF2-40B4-BE49-F238E27FC236}">
                    <a16:creationId xmlns:a16="http://schemas.microsoft.com/office/drawing/2014/main" id="{D221B499-6ADF-CF2E-FD9F-BBE76580A96E}"/>
                  </a:ext>
                </a:extLst>
              </p:cNvPr>
              <p:cNvSpPr/>
              <p:nvPr/>
            </p:nvSpPr>
            <p:spPr>
              <a:xfrm>
                <a:off x="574164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g760">
                <a:extLst>
                  <a:ext uri="{FF2B5EF4-FFF2-40B4-BE49-F238E27FC236}">
                    <a16:creationId xmlns:a16="http://schemas.microsoft.com/office/drawing/2014/main" id="{B9D6AA4F-0D04-41D0-FD29-8566FABAF8A2}"/>
                  </a:ext>
                </a:extLst>
              </p:cNvPr>
              <p:cNvSpPr/>
              <p:nvPr/>
            </p:nvSpPr>
            <p:spPr>
              <a:xfrm>
                <a:off x="5753285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g761">
                <a:extLst>
                  <a:ext uri="{FF2B5EF4-FFF2-40B4-BE49-F238E27FC236}">
                    <a16:creationId xmlns:a16="http://schemas.microsoft.com/office/drawing/2014/main" id="{2545806B-A045-933E-62DA-E1F01CC5E5B1}"/>
                  </a:ext>
                </a:extLst>
              </p:cNvPr>
              <p:cNvSpPr/>
              <p:nvPr/>
            </p:nvSpPr>
            <p:spPr>
              <a:xfrm>
                <a:off x="6242053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g762">
                <a:extLst>
                  <a:ext uri="{FF2B5EF4-FFF2-40B4-BE49-F238E27FC236}">
                    <a16:creationId xmlns:a16="http://schemas.microsoft.com/office/drawing/2014/main" id="{43ADBFE4-38A5-D2D9-4396-D415929AC788}"/>
                  </a:ext>
                </a:extLst>
              </p:cNvPr>
              <p:cNvSpPr/>
              <p:nvPr/>
            </p:nvSpPr>
            <p:spPr>
              <a:xfrm>
                <a:off x="6253690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g763">
                <a:extLst>
                  <a:ext uri="{FF2B5EF4-FFF2-40B4-BE49-F238E27FC236}">
                    <a16:creationId xmlns:a16="http://schemas.microsoft.com/office/drawing/2014/main" id="{C8A8726E-ED31-DAAF-ABA3-F1F18570F929}"/>
                  </a:ext>
                </a:extLst>
              </p:cNvPr>
              <p:cNvSpPr/>
              <p:nvPr/>
            </p:nvSpPr>
            <p:spPr>
              <a:xfrm>
                <a:off x="626532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g764">
                <a:extLst>
                  <a:ext uri="{FF2B5EF4-FFF2-40B4-BE49-F238E27FC236}">
                    <a16:creationId xmlns:a16="http://schemas.microsoft.com/office/drawing/2014/main" id="{3E472574-2F3B-0645-155B-5A5CC5785BC5}"/>
                  </a:ext>
                </a:extLst>
              </p:cNvPr>
              <p:cNvSpPr/>
              <p:nvPr/>
            </p:nvSpPr>
            <p:spPr>
              <a:xfrm>
                <a:off x="5683461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g765">
                <a:extLst>
                  <a:ext uri="{FF2B5EF4-FFF2-40B4-BE49-F238E27FC236}">
                    <a16:creationId xmlns:a16="http://schemas.microsoft.com/office/drawing/2014/main" id="{F34C0A1C-0175-445D-224B-C45E5C7421D4}"/>
                  </a:ext>
                </a:extLst>
              </p:cNvPr>
              <p:cNvSpPr/>
              <p:nvPr/>
            </p:nvSpPr>
            <p:spPr>
              <a:xfrm>
                <a:off x="5695098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g766">
                <a:extLst>
                  <a:ext uri="{FF2B5EF4-FFF2-40B4-BE49-F238E27FC236}">
                    <a16:creationId xmlns:a16="http://schemas.microsoft.com/office/drawing/2014/main" id="{96980D45-EB4C-CAE8-C118-469EBD7A107C}"/>
                  </a:ext>
                </a:extLst>
              </p:cNvPr>
              <p:cNvSpPr/>
              <p:nvPr/>
            </p:nvSpPr>
            <p:spPr>
              <a:xfrm>
                <a:off x="5706736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g767">
                <a:extLst>
                  <a:ext uri="{FF2B5EF4-FFF2-40B4-BE49-F238E27FC236}">
                    <a16:creationId xmlns:a16="http://schemas.microsoft.com/office/drawing/2014/main" id="{0A2D5C4B-6199-0461-D4D1-09BD66994A94}"/>
                  </a:ext>
                </a:extLst>
              </p:cNvPr>
              <p:cNvSpPr/>
              <p:nvPr/>
            </p:nvSpPr>
            <p:spPr>
              <a:xfrm>
                <a:off x="5718373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g768">
                <a:extLst>
                  <a:ext uri="{FF2B5EF4-FFF2-40B4-BE49-F238E27FC236}">
                    <a16:creationId xmlns:a16="http://schemas.microsoft.com/office/drawing/2014/main" id="{D2B3316D-A6F1-CE24-BA27-4DC3C4B75E46}"/>
                  </a:ext>
                </a:extLst>
              </p:cNvPr>
              <p:cNvSpPr/>
              <p:nvPr/>
            </p:nvSpPr>
            <p:spPr>
              <a:xfrm>
                <a:off x="5730010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g769">
                <a:extLst>
                  <a:ext uri="{FF2B5EF4-FFF2-40B4-BE49-F238E27FC236}">
                    <a16:creationId xmlns:a16="http://schemas.microsoft.com/office/drawing/2014/main" id="{422AD9EC-50EF-4A14-1C57-81C02ED552E1}"/>
                  </a:ext>
                </a:extLst>
              </p:cNvPr>
              <p:cNvSpPr/>
              <p:nvPr/>
            </p:nvSpPr>
            <p:spPr>
              <a:xfrm>
                <a:off x="5741648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g770">
                <a:extLst>
                  <a:ext uri="{FF2B5EF4-FFF2-40B4-BE49-F238E27FC236}">
                    <a16:creationId xmlns:a16="http://schemas.microsoft.com/office/drawing/2014/main" id="{23ECCEE3-98C1-F17C-D8F7-E557952A9A02}"/>
                  </a:ext>
                </a:extLst>
              </p:cNvPr>
              <p:cNvSpPr/>
              <p:nvPr/>
            </p:nvSpPr>
            <p:spPr>
              <a:xfrm>
                <a:off x="5683461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g771">
                <a:extLst>
                  <a:ext uri="{FF2B5EF4-FFF2-40B4-BE49-F238E27FC236}">
                    <a16:creationId xmlns:a16="http://schemas.microsoft.com/office/drawing/2014/main" id="{7F225388-09A8-00EA-C564-C8E483C8986B}"/>
                  </a:ext>
                </a:extLst>
              </p:cNvPr>
              <p:cNvSpPr/>
              <p:nvPr/>
            </p:nvSpPr>
            <p:spPr>
              <a:xfrm>
                <a:off x="5695098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g772">
                <a:extLst>
                  <a:ext uri="{FF2B5EF4-FFF2-40B4-BE49-F238E27FC236}">
                    <a16:creationId xmlns:a16="http://schemas.microsoft.com/office/drawing/2014/main" id="{FF0DBA4C-07D6-8CE4-DA85-572EEB43BDD6}"/>
                  </a:ext>
                </a:extLst>
              </p:cNvPr>
              <p:cNvSpPr/>
              <p:nvPr/>
            </p:nvSpPr>
            <p:spPr>
              <a:xfrm>
                <a:off x="5706736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g773">
                <a:extLst>
                  <a:ext uri="{FF2B5EF4-FFF2-40B4-BE49-F238E27FC236}">
                    <a16:creationId xmlns:a16="http://schemas.microsoft.com/office/drawing/2014/main" id="{CBA1029E-7E3C-6DE8-0C10-F9188DBE20B9}"/>
                  </a:ext>
                </a:extLst>
              </p:cNvPr>
              <p:cNvSpPr/>
              <p:nvPr/>
            </p:nvSpPr>
            <p:spPr>
              <a:xfrm>
                <a:off x="5718373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g774">
                <a:extLst>
                  <a:ext uri="{FF2B5EF4-FFF2-40B4-BE49-F238E27FC236}">
                    <a16:creationId xmlns:a16="http://schemas.microsoft.com/office/drawing/2014/main" id="{0BAA6A0D-629F-EFFB-1B14-11360EAD3823}"/>
                  </a:ext>
                </a:extLst>
              </p:cNvPr>
              <p:cNvSpPr/>
              <p:nvPr/>
            </p:nvSpPr>
            <p:spPr>
              <a:xfrm>
                <a:off x="5730010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g775">
                <a:extLst>
                  <a:ext uri="{FF2B5EF4-FFF2-40B4-BE49-F238E27FC236}">
                    <a16:creationId xmlns:a16="http://schemas.microsoft.com/office/drawing/2014/main" id="{CE00B6C6-9329-4719-A429-9050D6C0DBB3}"/>
                  </a:ext>
                </a:extLst>
              </p:cNvPr>
              <p:cNvSpPr/>
              <p:nvPr/>
            </p:nvSpPr>
            <p:spPr>
              <a:xfrm>
                <a:off x="5671824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E">
                  <a:alpha val="100000"/>
                </a:srgbClr>
              </a:solidFill>
              <a:ln w="5420" cap="flat">
                <a:solidFill>
                  <a:srgbClr val="64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g776">
                <a:extLst>
                  <a:ext uri="{FF2B5EF4-FFF2-40B4-BE49-F238E27FC236}">
                    <a16:creationId xmlns:a16="http://schemas.microsoft.com/office/drawing/2014/main" id="{08AE80D8-AFFC-AD9C-F962-ECC3B1A85FC2}"/>
                  </a:ext>
                </a:extLst>
              </p:cNvPr>
              <p:cNvSpPr/>
              <p:nvPr/>
            </p:nvSpPr>
            <p:spPr>
              <a:xfrm>
                <a:off x="5683461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g777">
                <a:extLst>
                  <a:ext uri="{FF2B5EF4-FFF2-40B4-BE49-F238E27FC236}">
                    <a16:creationId xmlns:a16="http://schemas.microsoft.com/office/drawing/2014/main" id="{7C909A28-9E4D-94FA-7794-36656EA59C59}"/>
                  </a:ext>
                </a:extLst>
              </p:cNvPr>
              <p:cNvSpPr/>
              <p:nvPr/>
            </p:nvSpPr>
            <p:spPr>
              <a:xfrm>
                <a:off x="5695098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g778">
                <a:extLst>
                  <a:ext uri="{FF2B5EF4-FFF2-40B4-BE49-F238E27FC236}">
                    <a16:creationId xmlns:a16="http://schemas.microsoft.com/office/drawing/2014/main" id="{F069CBEA-CA48-77A2-0D3C-B30EBC7B20AB}"/>
                  </a:ext>
                </a:extLst>
              </p:cNvPr>
              <p:cNvSpPr/>
              <p:nvPr/>
            </p:nvSpPr>
            <p:spPr>
              <a:xfrm>
                <a:off x="5706736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g779">
                <a:extLst>
                  <a:ext uri="{FF2B5EF4-FFF2-40B4-BE49-F238E27FC236}">
                    <a16:creationId xmlns:a16="http://schemas.microsoft.com/office/drawing/2014/main" id="{7134F7B0-2159-D9C6-3411-E3353A0AA3D1}"/>
                  </a:ext>
                </a:extLst>
              </p:cNvPr>
              <p:cNvSpPr/>
              <p:nvPr/>
            </p:nvSpPr>
            <p:spPr>
              <a:xfrm>
                <a:off x="5718373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g780">
                <a:extLst>
                  <a:ext uri="{FF2B5EF4-FFF2-40B4-BE49-F238E27FC236}">
                    <a16:creationId xmlns:a16="http://schemas.microsoft.com/office/drawing/2014/main" id="{326D8F3A-52D0-3F8A-DED4-F08041432967}"/>
                  </a:ext>
                </a:extLst>
              </p:cNvPr>
              <p:cNvSpPr/>
              <p:nvPr/>
            </p:nvSpPr>
            <p:spPr>
              <a:xfrm>
                <a:off x="5730010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g781">
                <a:extLst>
                  <a:ext uri="{FF2B5EF4-FFF2-40B4-BE49-F238E27FC236}">
                    <a16:creationId xmlns:a16="http://schemas.microsoft.com/office/drawing/2014/main" id="{9C9930C1-D225-BCA2-68F4-82DA7F164A5C}"/>
                  </a:ext>
                </a:extLst>
              </p:cNvPr>
              <p:cNvSpPr/>
              <p:nvPr/>
            </p:nvSpPr>
            <p:spPr>
              <a:xfrm>
                <a:off x="5671824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g782">
                <a:extLst>
                  <a:ext uri="{FF2B5EF4-FFF2-40B4-BE49-F238E27FC236}">
                    <a16:creationId xmlns:a16="http://schemas.microsoft.com/office/drawing/2014/main" id="{E5EC1E5E-A3BF-F6AF-92BB-0EFDE205BCC6}"/>
                  </a:ext>
                </a:extLst>
              </p:cNvPr>
              <p:cNvSpPr/>
              <p:nvPr/>
            </p:nvSpPr>
            <p:spPr>
              <a:xfrm>
                <a:off x="5683461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g783">
                <a:extLst>
                  <a:ext uri="{FF2B5EF4-FFF2-40B4-BE49-F238E27FC236}">
                    <a16:creationId xmlns:a16="http://schemas.microsoft.com/office/drawing/2014/main" id="{A0A52B1F-D7FD-9EE2-8092-1D233A521EAE}"/>
                  </a:ext>
                </a:extLst>
              </p:cNvPr>
              <p:cNvSpPr/>
              <p:nvPr/>
            </p:nvSpPr>
            <p:spPr>
              <a:xfrm>
                <a:off x="5695098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g784">
                <a:extLst>
                  <a:ext uri="{FF2B5EF4-FFF2-40B4-BE49-F238E27FC236}">
                    <a16:creationId xmlns:a16="http://schemas.microsoft.com/office/drawing/2014/main" id="{0CE616D9-8C1A-8E00-C1D6-DD09298CDE85}"/>
                  </a:ext>
                </a:extLst>
              </p:cNvPr>
              <p:cNvSpPr/>
              <p:nvPr/>
            </p:nvSpPr>
            <p:spPr>
              <a:xfrm>
                <a:off x="5706736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g785">
                <a:extLst>
                  <a:ext uri="{FF2B5EF4-FFF2-40B4-BE49-F238E27FC236}">
                    <a16:creationId xmlns:a16="http://schemas.microsoft.com/office/drawing/2014/main" id="{92871E6A-2A2E-8480-D87E-25181A937E4D}"/>
                  </a:ext>
                </a:extLst>
              </p:cNvPr>
              <p:cNvSpPr/>
              <p:nvPr/>
            </p:nvSpPr>
            <p:spPr>
              <a:xfrm>
                <a:off x="5718373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g786">
                <a:extLst>
                  <a:ext uri="{FF2B5EF4-FFF2-40B4-BE49-F238E27FC236}">
                    <a16:creationId xmlns:a16="http://schemas.microsoft.com/office/drawing/2014/main" id="{48E78481-6B8A-3D73-001A-7D74C690998D}"/>
                  </a:ext>
                </a:extLst>
              </p:cNvPr>
              <p:cNvSpPr/>
              <p:nvPr/>
            </p:nvSpPr>
            <p:spPr>
              <a:xfrm>
                <a:off x="5730010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g787">
                <a:extLst>
                  <a:ext uri="{FF2B5EF4-FFF2-40B4-BE49-F238E27FC236}">
                    <a16:creationId xmlns:a16="http://schemas.microsoft.com/office/drawing/2014/main" id="{3D4324E9-AC61-16E2-2D5B-D190FA353063}"/>
                  </a:ext>
                </a:extLst>
              </p:cNvPr>
              <p:cNvSpPr/>
              <p:nvPr/>
            </p:nvSpPr>
            <p:spPr>
              <a:xfrm>
                <a:off x="5671824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g788">
                <a:extLst>
                  <a:ext uri="{FF2B5EF4-FFF2-40B4-BE49-F238E27FC236}">
                    <a16:creationId xmlns:a16="http://schemas.microsoft.com/office/drawing/2014/main" id="{580A685A-F742-5520-B984-BEBA0E87B529}"/>
                  </a:ext>
                </a:extLst>
              </p:cNvPr>
              <p:cNvSpPr/>
              <p:nvPr/>
            </p:nvSpPr>
            <p:spPr>
              <a:xfrm>
                <a:off x="5683461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67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g789">
                <a:extLst>
                  <a:ext uri="{FF2B5EF4-FFF2-40B4-BE49-F238E27FC236}">
                    <a16:creationId xmlns:a16="http://schemas.microsoft.com/office/drawing/2014/main" id="{6F81A4EF-3890-997C-A051-0B513CB9671C}"/>
                  </a:ext>
                </a:extLst>
              </p:cNvPr>
              <p:cNvSpPr/>
              <p:nvPr/>
            </p:nvSpPr>
            <p:spPr>
              <a:xfrm>
                <a:off x="5695098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g790">
                <a:extLst>
                  <a:ext uri="{FF2B5EF4-FFF2-40B4-BE49-F238E27FC236}">
                    <a16:creationId xmlns:a16="http://schemas.microsoft.com/office/drawing/2014/main" id="{79DF4FDE-FC7A-C71C-AEC5-59FBC82CFEDD}"/>
                  </a:ext>
                </a:extLst>
              </p:cNvPr>
              <p:cNvSpPr/>
              <p:nvPr/>
            </p:nvSpPr>
            <p:spPr>
              <a:xfrm>
                <a:off x="5706736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g791">
                <a:extLst>
                  <a:ext uri="{FF2B5EF4-FFF2-40B4-BE49-F238E27FC236}">
                    <a16:creationId xmlns:a16="http://schemas.microsoft.com/office/drawing/2014/main" id="{40E67E89-5722-49DD-10EF-6E9C1E9F1701}"/>
                  </a:ext>
                </a:extLst>
              </p:cNvPr>
              <p:cNvSpPr/>
              <p:nvPr/>
            </p:nvSpPr>
            <p:spPr>
              <a:xfrm>
                <a:off x="5718373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g792">
                <a:extLst>
                  <a:ext uri="{FF2B5EF4-FFF2-40B4-BE49-F238E27FC236}">
                    <a16:creationId xmlns:a16="http://schemas.microsoft.com/office/drawing/2014/main" id="{733ACACA-254E-6A4E-C0C4-8ECFB4073173}"/>
                  </a:ext>
                </a:extLst>
              </p:cNvPr>
              <p:cNvSpPr/>
              <p:nvPr/>
            </p:nvSpPr>
            <p:spPr>
              <a:xfrm>
                <a:off x="5730010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g793">
                <a:extLst>
                  <a:ext uri="{FF2B5EF4-FFF2-40B4-BE49-F238E27FC236}">
                    <a16:creationId xmlns:a16="http://schemas.microsoft.com/office/drawing/2014/main" id="{0BE63BC5-DBF2-1F38-7AA5-5F60CF052BAF}"/>
                  </a:ext>
                </a:extLst>
              </p:cNvPr>
              <p:cNvSpPr/>
              <p:nvPr/>
            </p:nvSpPr>
            <p:spPr>
              <a:xfrm>
                <a:off x="5671824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g794">
                <a:extLst>
                  <a:ext uri="{FF2B5EF4-FFF2-40B4-BE49-F238E27FC236}">
                    <a16:creationId xmlns:a16="http://schemas.microsoft.com/office/drawing/2014/main" id="{CAADDF5F-D07C-E41E-DC61-8E89F3FC1743}"/>
                  </a:ext>
                </a:extLst>
              </p:cNvPr>
              <p:cNvSpPr/>
              <p:nvPr/>
            </p:nvSpPr>
            <p:spPr>
              <a:xfrm>
                <a:off x="5683461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g795">
                <a:extLst>
                  <a:ext uri="{FF2B5EF4-FFF2-40B4-BE49-F238E27FC236}">
                    <a16:creationId xmlns:a16="http://schemas.microsoft.com/office/drawing/2014/main" id="{8A5AC25C-4861-0BE3-C6DD-9A638BF37CEB}"/>
                  </a:ext>
                </a:extLst>
              </p:cNvPr>
              <p:cNvSpPr/>
              <p:nvPr/>
            </p:nvSpPr>
            <p:spPr>
              <a:xfrm>
                <a:off x="5695098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g796">
                <a:extLst>
                  <a:ext uri="{FF2B5EF4-FFF2-40B4-BE49-F238E27FC236}">
                    <a16:creationId xmlns:a16="http://schemas.microsoft.com/office/drawing/2014/main" id="{F8D0D04D-F8EA-EAEB-A273-08F19F37BB5A}"/>
                  </a:ext>
                </a:extLst>
              </p:cNvPr>
              <p:cNvSpPr/>
              <p:nvPr/>
            </p:nvSpPr>
            <p:spPr>
              <a:xfrm>
                <a:off x="5706736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E">
                  <a:alpha val="100000"/>
                </a:srgbClr>
              </a:solidFill>
              <a:ln w="5420" cap="flat">
                <a:solidFill>
                  <a:srgbClr val="64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g797">
                <a:extLst>
                  <a:ext uri="{FF2B5EF4-FFF2-40B4-BE49-F238E27FC236}">
                    <a16:creationId xmlns:a16="http://schemas.microsoft.com/office/drawing/2014/main" id="{91D21CA3-441C-46DA-386A-FB04F556CA8B}"/>
                  </a:ext>
                </a:extLst>
              </p:cNvPr>
              <p:cNvSpPr/>
              <p:nvPr/>
            </p:nvSpPr>
            <p:spPr>
              <a:xfrm>
                <a:off x="5718373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g798">
                <a:extLst>
                  <a:ext uri="{FF2B5EF4-FFF2-40B4-BE49-F238E27FC236}">
                    <a16:creationId xmlns:a16="http://schemas.microsoft.com/office/drawing/2014/main" id="{7E0BF61B-0ABC-C498-2511-37F89296C9C8}"/>
                  </a:ext>
                </a:extLst>
              </p:cNvPr>
              <p:cNvSpPr/>
              <p:nvPr/>
            </p:nvSpPr>
            <p:spPr>
              <a:xfrm>
                <a:off x="5730010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g799">
                <a:extLst>
                  <a:ext uri="{FF2B5EF4-FFF2-40B4-BE49-F238E27FC236}">
                    <a16:creationId xmlns:a16="http://schemas.microsoft.com/office/drawing/2014/main" id="{904A04E1-A14C-DF40-0869-F1DE61CF9B9E}"/>
                  </a:ext>
                </a:extLst>
              </p:cNvPr>
              <p:cNvSpPr/>
              <p:nvPr/>
            </p:nvSpPr>
            <p:spPr>
              <a:xfrm>
                <a:off x="5741648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g800">
                <a:extLst>
                  <a:ext uri="{FF2B5EF4-FFF2-40B4-BE49-F238E27FC236}">
                    <a16:creationId xmlns:a16="http://schemas.microsoft.com/office/drawing/2014/main" id="{CDA7BFE8-F65C-F094-3072-54E48C225F0A}"/>
                  </a:ext>
                </a:extLst>
              </p:cNvPr>
              <p:cNvSpPr/>
              <p:nvPr/>
            </p:nvSpPr>
            <p:spPr>
              <a:xfrm>
                <a:off x="5660186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g801">
                <a:extLst>
                  <a:ext uri="{FF2B5EF4-FFF2-40B4-BE49-F238E27FC236}">
                    <a16:creationId xmlns:a16="http://schemas.microsoft.com/office/drawing/2014/main" id="{B7AA8E49-B02F-F0D8-147B-075285093761}"/>
                  </a:ext>
                </a:extLst>
              </p:cNvPr>
              <p:cNvSpPr/>
              <p:nvPr/>
            </p:nvSpPr>
            <p:spPr>
              <a:xfrm>
                <a:off x="5671824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g802">
                <a:extLst>
                  <a:ext uri="{FF2B5EF4-FFF2-40B4-BE49-F238E27FC236}">
                    <a16:creationId xmlns:a16="http://schemas.microsoft.com/office/drawing/2014/main" id="{3C8107BF-7FF0-B894-625F-5B1911633A39}"/>
                  </a:ext>
                </a:extLst>
              </p:cNvPr>
              <p:cNvSpPr/>
              <p:nvPr/>
            </p:nvSpPr>
            <p:spPr>
              <a:xfrm>
                <a:off x="5683461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g803">
                <a:extLst>
                  <a:ext uri="{FF2B5EF4-FFF2-40B4-BE49-F238E27FC236}">
                    <a16:creationId xmlns:a16="http://schemas.microsoft.com/office/drawing/2014/main" id="{13EE951C-4AC5-61FC-80E5-CA58E64DAF4A}"/>
                  </a:ext>
                </a:extLst>
              </p:cNvPr>
              <p:cNvSpPr/>
              <p:nvPr/>
            </p:nvSpPr>
            <p:spPr>
              <a:xfrm>
                <a:off x="5695098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g804">
                <a:extLst>
                  <a:ext uri="{FF2B5EF4-FFF2-40B4-BE49-F238E27FC236}">
                    <a16:creationId xmlns:a16="http://schemas.microsoft.com/office/drawing/2014/main" id="{9C004D4D-0DED-9FCF-849E-4DC1EAFC4971}"/>
                  </a:ext>
                </a:extLst>
              </p:cNvPr>
              <p:cNvSpPr/>
              <p:nvPr/>
            </p:nvSpPr>
            <p:spPr>
              <a:xfrm>
                <a:off x="5706736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g805">
                <a:extLst>
                  <a:ext uri="{FF2B5EF4-FFF2-40B4-BE49-F238E27FC236}">
                    <a16:creationId xmlns:a16="http://schemas.microsoft.com/office/drawing/2014/main" id="{227C740D-B46B-41AB-D964-40C5D769DBD8}"/>
                  </a:ext>
                </a:extLst>
              </p:cNvPr>
              <p:cNvSpPr/>
              <p:nvPr/>
            </p:nvSpPr>
            <p:spPr>
              <a:xfrm>
                <a:off x="5718373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g806">
                <a:extLst>
                  <a:ext uri="{FF2B5EF4-FFF2-40B4-BE49-F238E27FC236}">
                    <a16:creationId xmlns:a16="http://schemas.microsoft.com/office/drawing/2014/main" id="{CAA94342-14C2-F783-44B9-6DC8FE087561}"/>
                  </a:ext>
                </a:extLst>
              </p:cNvPr>
              <p:cNvSpPr/>
              <p:nvPr/>
            </p:nvSpPr>
            <p:spPr>
              <a:xfrm>
                <a:off x="5730010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g807">
                <a:extLst>
                  <a:ext uri="{FF2B5EF4-FFF2-40B4-BE49-F238E27FC236}">
                    <a16:creationId xmlns:a16="http://schemas.microsoft.com/office/drawing/2014/main" id="{FAFE24C1-3208-3B7E-437C-80A253F93281}"/>
                  </a:ext>
                </a:extLst>
              </p:cNvPr>
              <p:cNvSpPr/>
              <p:nvPr/>
            </p:nvSpPr>
            <p:spPr>
              <a:xfrm>
                <a:off x="5648549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g808">
                <a:extLst>
                  <a:ext uri="{FF2B5EF4-FFF2-40B4-BE49-F238E27FC236}">
                    <a16:creationId xmlns:a16="http://schemas.microsoft.com/office/drawing/2014/main" id="{99897D80-ADCA-4ABB-A13C-86F2F5C92D77}"/>
                  </a:ext>
                </a:extLst>
              </p:cNvPr>
              <p:cNvSpPr/>
              <p:nvPr/>
            </p:nvSpPr>
            <p:spPr>
              <a:xfrm>
                <a:off x="5660186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g809">
                <a:extLst>
                  <a:ext uri="{FF2B5EF4-FFF2-40B4-BE49-F238E27FC236}">
                    <a16:creationId xmlns:a16="http://schemas.microsoft.com/office/drawing/2014/main" id="{36C13D19-FC81-B3E7-5CEB-0EF054529301}"/>
                  </a:ext>
                </a:extLst>
              </p:cNvPr>
              <p:cNvSpPr/>
              <p:nvPr/>
            </p:nvSpPr>
            <p:spPr>
              <a:xfrm>
                <a:off x="5671824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g810">
                <a:extLst>
                  <a:ext uri="{FF2B5EF4-FFF2-40B4-BE49-F238E27FC236}">
                    <a16:creationId xmlns:a16="http://schemas.microsoft.com/office/drawing/2014/main" id="{61892485-EDFF-D401-7D91-9966DBDDD347}"/>
                  </a:ext>
                </a:extLst>
              </p:cNvPr>
              <p:cNvSpPr/>
              <p:nvPr/>
            </p:nvSpPr>
            <p:spPr>
              <a:xfrm>
                <a:off x="5683461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g811">
                <a:extLst>
                  <a:ext uri="{FF2B5EF4-FFF2-40B4-BE49-F238E27FC236}">
                    <a16:creationId xmlns:a16="http://schemas.microsoft.com/office/drawing/2014/main" id="{217EB019-1D4A-314D-8155-80DE4FF8B4E0}"/>
                  </a:ext>
                </a:extLst>
              </p:cNvPr>
              <p:cNvSpPr/>
              <p:nvPr/>
            </p:nvSpPr>
            <p:spPr>
              <a:xfrm>
                <a:off x="5695098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g812">
                <a:extLst>
                  <a:ext uri="{FF2B5EF4-FFF2-40B4-BE49-F238E27FC236}">
                    <a16:creationId xmlns:a16="http://schemas.microsoft.com/office/drawing/2014/main" id="{46CE99AC-0FAA-00DB-D66E-CB4C28864078}"/>
                  </a:ext>
                </a:extLst>
              </p:cNvPr>
              <p:cNvSpPr/>
              <p:nvPr/>
            </p:nvSpPr>
            <p:spPr>
              <a:xfrm>
                <a:off x="5706736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g813">
                <a:extLst>
                  <a:ext uri="{FF2B5EF4-FFF2-40B4-BE49-F238E27FC236}">
                    <a16:creationId xmlns:a16="http://schemas.microsoft.com/office/drawing/2014/main" id="{A48EC54D-E963-84FA-B9C5-2990954FAB43}"/>
                  </a:ext>
                </a:extLst>
              </p:cNvPr>
              <p:cNvSpPr/>
              <p:nvPr/>
            </p:nvSpPr>
            <p:spPr>
              <a:xfrm>
                <a:off x="5718373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g814">
                <a:extLst>
                  <a:ext uri="{FF2B5EF4-FFF2-40B4-BE49-F238E27FC236}">
                    <a16:creationId xmlns:a16="http://schemas.microsoft.com/office/drawing/2014/main" id="{807BA476-6C47-8669-2682-0E71EC99209A}"/>
                  </a:ext>
                </a:extLst>
              </p:cNvPr>
              <p:cNvSpPr/>
              <p:nvPr/>
            </p:nvSpPr>
            <p:spPr>
              <a:xfrm>
                <a:off x="5648549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g815">
                <a:extLst>
                  <a:ext uri="{FF2B5EF4-FFF2-40B4-BE49-F238E27FC236}">
                    <a16:creationId xmlns:a16="http://schemas.microsoft.com/office/drawing/2014/main" id="{4EBA4A2A-BBD0-AF49-F17F-F765CCEEDE35}"/>
                  </a:ext>
                </a:extLst>
              </p:cNvPr>
              <p:cNvSpPr/>
              <p:nvPr/>
            </p:nvSpPr>
            <p:spPr>
              <a:xfrm>
                <a:off x="5660186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g816">
                <a:extLst>
                  <a:ext uri="{FF2B5EF4-FFF2-40B4-BE49-F238E27FC236}">
                    <a16:creationId xmlns:a16="http://schemas.microsoft.com/office/drawing/2014/main" id="{643991CF-2887-CF27-3537-277BFC2E330B}"/>
                  </a:ext>
                </a:extLst>
              </p:cNvPr>
              <p:cNvSpPr/>
              <p:nvPr/>
            </p:nvSpPr>
            <p:spPr>
              <a:xfrm>
                <a:off x="5671824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g817">
                <a:extLst>
                  <a:ext uri="{FF2B5EF4-FFF2-40B4-BE49-F238E27FC236}">
                    <a16:creationId xmlns:a16="http://schemas.microsoft.com/office/drawing/2014/main" id="{DE95CA97-3B89-B0CA-D396-4B4FC34BB93D}"/>
                  </a:ext>
                </a:extLst>
              </p:cNvPr>
              <p:cNvSpPr/>
              <p:nvPr/>
            </p:nvSpPr>
            <p:spPr>
              <a:xfrm>
                <a:off x="5683461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g818">
                <a:extLst>
                  <a:ext uri="{FF2B5EF4-FFF2-40B4-BE49-F238E27FC236}">
                    <a16:creationId xmlns:a16="http://schemas.microsoft.com/office/drawing/2014/main" id="{FBA4BB30-4AEF-B426-C02D-6436353A37FD}"/>
                  </a:ext>
                </a:extLst>
              </p:cNvPr>
              <p:cNvSpPr/>
              <p:nvPr/>
            </p:nvSpPr>
            <p:spPr>
              <a:xfrm>
                <a:off x="5695098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g819">
                <a:extLst>
                  <a:ext uri="{FF2B5EF4-FFF2-40B4-BE49-F238E27FC236}">
                    <a16:creationId xmlns:a16="http://schemas.microsoft.com/office/drawing/2014/main" id="{E76B8520-B45B-259F-1C93-165B6BE30943}"/>
                  </a:ext>
                </a:extLst>
              </p:cNvPr>
              <p:cNvSpPr/>
              <p:nvPr/>
            </p:nvSpPr>
            <p:spPr>
              <a:xfrm>
                <a:off x="5706736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g820">
                <a:extLst>
                  <a:ext uri="{FF2B5EF4-FFF2-40B4-BE49-F238E27FC236}">
                    <a16:creationId xmlns:a16="http://schemas.microsoft.com/office/drawing/2014/main" id="{B9F4F707-4267-CA42-7745-568DB4CAAFB9}"/>
                  </a:ext>
                </a:extLst>
              </p:cNvPr>
              <p:cNvSpPr/>
              <p:nvPr/>
            </p:nvSpPr>
            <p:spPr>
              <a:xfrm>
                <a:off x="5718373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g821">
                <a:extLst>
                  <a:ext uri="{FF2B5EF4-FFF2-40B4-BE49-F238E27FC236}">
                    <a16:creationId xmlns:a16="http://schemas.microsoft.com/office/drawing/2014/main" id="{42151132-C684-1B1B-E4DF-6AD497DD8D44}"/>
                  </a:ext>
                </a:extLst>
              </p:cNvPr>
              <p:cNvSpPr/>
              <p:nvPr/>
            </p:nvSpPr>
            <p:spPr>
              <a:xfrm>
                <a:off x="5741648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g822">
                <a:extLst>
                  <a:ext uri="{FF2B5EF4-FFF2-40B4-BE49-F238E27FC236}">
                    <a16:creationId xmlns:a16="http://schemas.microsoft.com/office/drawing/2014/main" id="{0F150200-D882-0409-B25B-A55A7EA1F121}"/>
                  </a:ext>
                </a:extLst>
              </p:cNvPr>
              <p:cNvSpPr/>
              <p:nvPr/>
            </p:nvSpPr>
            <p:spPr>
              <a:xfrm>
                <a:off x="5753285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g823">
                <a:extLst>
                  <a:ext uri="{FF2B5EF4-FFF2-40B4-BE49-F238E27FC236}">
                    <a16:creationId xmlns:a16="http://schemas.microsoft.com/office/drawing/2014/main" id="{B3CDA8B1-2B28-AF1C-826F-5CDF8AEC9802}"/>
                  </a:ext>
                </a:extLst>
              </p:cNvPr>
              <p:cNvSpPr/>
              <p:nvPr/>
            </p:nvSpPr>
            <p:spPr>
              <a:xfrm>
                <a:off x="5764922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g824">
                <a:extLst>
                  <a:ext uri="{FF2B5EF4-FFF2-40B4-BE49-F238E27FC236}">
                    <a16:creationId xmlns:a16="http://schemas.microsoft.com/office/drawing/2014/main" id="{479A6AA9-1482-6636-FC97-8A58F9ACB57F}"/>
                  </a:ext>
                </a:extLst>
              </p:cNvPr>
              <p:cNvSpPr/>
              <p:nvPr/>
            </p:nvSpPr>
            <p:spPr>
              <a:xfrm>
                <a:off x="5776560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g825">
                <a:extLst>
                  <a:ext uri="{FF2B5EF4-FFF2-40B4-BE49-F238E27FC236}">
                    <a16:creationId xmlns:a16="http://schemas.microsoft.com/office/drawing/2014/main" id="{F316EAE7-4041-07AD-CC25-DB43D93CFAA0}"/>
                  </a:ext>
                </a:extLst>
              </p:cNvPr>
              <p:cNvSpPr/>
              <p:nvPr/>
            </p:nvSpPr>
            <p:spPr>
              <a:xfrm>
                <a:off x="5648549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g826">
                <a:extLst>
                  <a:ext uri="{FF2B5EF4-FFF2-40B4-BE49-F238E27FC236}">
                    <a16:creationId xmlns:a16="http://schemas.microsoft.com/office/drawing/2014/main" id="{5CDBF444-9120-D26F-F656-6B3890440943}"/>
                  </a:ext>
                </a:extLst>
              </p:cNvPr>
              <p:cNvSpPr/>
              <p:nvPr/>
            </p:nvSpPr>
            <p:spPr>
              <a:xfrm>
                <a:off x="5660186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g827">
                <a:extLst>
                  <a:ext uri="{FF2B5EF4-FFF2-40B4-BE49-F238E27FC236}">
                    <a16:creationId xmlns:a16="http://schemas.microsoft.com/office/drawing/2014/main" id="{11FB8854-3E67-DE9F-C82F-6F12509C6194}"/>
                  </a:ext>
                </a:extLst>
              </p:cNvPr>
              <p:cNvSpPr/>
              <p:nvPr/>
            </p:nvSpPr>
            <p:spPr>
              <a:xfrm>
                <a:off x="5671824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g828">
                <a:extLst>
                  <a:ext uri="{FF2B5EF4-FFF2-40B4-BE49-F238E27FC236}">
                    <a16:creationId xmlns:a16="http://schemas.microsoft.com/office/drawing/2014/main" id="{73EC7E57-2D0D-31EB-2179-FD85A32C8926}"/>
                  </a:ext>
                </a:extLst>
              </p:cNvPr>
              <p:cNvSpPr/>
              <p:nvPr/>
            </p:nvSpPr>
            <p:spPr>
              <a:xfrm>
                <a:off x="5683461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g829">
                <a:extLst>
                  <a:ext uri="{FF2B5EF4-FFF2-40B4-BE49-F238E27FC236}">
                    <a16:creationId xmlns:a16="http://schemas.microsoft.com/office/drawing/2014/main" id="{27151415-44BE-CE86-F9E8-113AE456E57F}"/>
                  </a:ext>
                </a:extLst>
              </p:cNvPr>
              <p:cNvSpPr/>
              <p:nvPr/>
            </p:nvSpPr>
            <p:spPr>
              <a:xfrm>
                <a:off x="5695098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g830">
                <a:extLst>
                  <a:ext uri="{FF2B5EF4-FFF2-40B4-BE49-F238E27FC236}">
                    <a16:creationId xmlns:a16="http://schemas.microsoft.com/office/drawing/2014/main" id="{59C94982-0ACB-C8DA-9EF1-8A5493D7BBA8}"/>
                  </a:ext>
                </a:extLst>
              </p:cNvPr>
              <p:cNvSpPr/>
              <p:nvPr/>
            </p:nvSpPr>
            <p:spPr>
              <a:xfrm>
                <a:off x="5706736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g831">
                <a:extLst>
                  <a:ext uri="{FF2B5EF4-FFF2-40B4-BE49-F238E27FC236}">
                    <a16:creationId xmlns:a16="http://schemas.microsoft.com/office/drawing/2014/main" id="{08BAB9B8-EE74-D700-884E-1A39EBCFCBCC}"/>
                  </a:ext>
                </a:extLst>
              </p:cNvPr>
              <p:cNvSpPr/>
              <p:nvPr/>
            </p:nvSpPr>
            <p:spPr>
              <a:xfrm>
                <a:off x="5718373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g832">
                <a:extLst>
                  <a:ext uri="{FF2B5EF4-FFF2-40B4-BE49-F238E27FC236}">
                    <a16:creationId xmlns:a16="http://schemas.microsoft.com/office/drawing/2014/main" id="{9FE00880-0FCD-49AC-1A61-7070BC44774C}"/>
                  </a:ext>
                </a:extLst>
              </p:cNvPr>
              <p:cNvSpPr/>
              <p:nvPr/>
            </p:nvSpPr>
            <p:spPr>
              <a:xfrm>
                <a:off x="5730010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g833">
                <a:extLst>
                  <a:ext uri="{FF2B5EF4-FFF2-40B4-BE49-F238E27FC236}">
                    <a16:creationId xmlns:a16="http://schemas.microsoft.com/office/drawing/2014/main" id="{CB4ACBE3-4C75-88F3-316B-12BA474DF827}"/>
                  </a:ext>
                </a:extLst>
              </p:cNvPr>
              <p:cNvSpPr/>
              <p:nvPr/>
            </p:nvSpPr>
            <p:spPr>
              <a:xfrm>
                <a:off x="5741648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g834">
                <a:extLst>
                  <a:ext uri="{FF2B5EF4-FFF2-40B4-BE49-F238E27FC236}">
                    <a16:creationId xmlns:a16="http://schemas.microsoft.com/office/drawing/2014/main" id="{6D7895DD-C6FB-84D9-7EE8-127C0E42C8B3}"/>
                  </a:ext>
                </a:extLst>
              </p:cNvPr>
              <p:cNvSpPr/>
              <p:nvPr/>
            </p:nvSpPr>
            <p:spPr>
              <a:xfrm>
                <a:off x="5753285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g835">
                <a:extLst>
                  <a:ext uri="{FF2B5EF4-FFF2-40B4-BE49-F238E27FC236}">
                    <a16:creationId xmlns:a16="http://schemas.microsoft.com/office/drawing/2014/main" id="{F66F3805-CD8A-9865-7FAD-74C643AC9B7D}"/>
                  </a:ext>
                </a:extLst>
              </p:cNvPr>
              <p:cNvSpPr/>
              <p:nvPr/>
            </p:nvSpPr>
            <p:spPr>
              <a:xfrm>
                <a:off x="5764922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g836">
                <a:extLst>
                  <a:ext uri="{FF2B5EF4-FFF2-40B4-BE49-F238E27FC236}">
                    <a16:creationId xmlns:a16="http://schemas.microsoft.com/office/drawing/2014/main" id="{8098F553-382E-100A-A71B-28DD9C07ED37}"/>
                  </a:ext>
                </a:extLst>
              </p:cNvPr>
              <p:cNvSpPr/>
              <p:nvPr/>
            </p:nvSpPr>
            <p:spPr>
              <a:xfrm>
                <a:off x="5776560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g837">
                <a:extLst>
                  <a:ext uri="{FF2B5EF4-FFF2-40B4-BE49-F238E27FC236}">
                    <a16:creationId xmlns:a16="http://schemas.microsoft.com/office/drawing/2014/main" id="{297CC63E-9B65-A7EF-E4B0-9D44FEC4568F}"/>
                  </a:ext>
                </a:extLst>
              </p:cNvPr>
              <p:cNvSpPr/>
              <p:nvPr/>
            </p:nvSpPr>
            <p:spPr>
              <a:xfrm>
                <a:off x="5788197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g838">
                <a:extLst>
                  <a:ext uri="{FF2B5EF4-FFF2-40B4-BE49-F238E27FC236}">
                    <a16:creationId xmlns:a16="http://schemas.microsoft.com/office/drawing/2014/main" id="{80CDE559-45D6-172A-1F39-85E1D6357DF1}"/>
                  </a:ext>
                </a:extLst>
              </p:cNvPr>
              <p:cNvSpPr/>
              <p:nvPr/>
            </p:nvSpPr>
            <p:spPr>
              <a:xfrm>
                <a:off x="5671824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g839">
                <a:extLst>
                  <a:ext uri="{FF2B5EF4-FFF2-40B4-BE49-F238E27FC236}">
                    <a16:creationId xmlns:a16="http://schemas.microsoft.com/office/drawing/2014/main" id="{37890CBA-19AE-46FA-198B-46CE320C906C}"/>
                  </a:ext>
                </a:extLst>
              </p:cNvPr>
              <p:cNvSpPr/>
              <p:nvPr/>
            </p:nvSpPr>
            <p:spPr>
              <a:xfrm>
                <a:off x="5683461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g840">
                <a:extLst>
                  <a:ext uri="{FF2B5EF4-FFF2-40B4-BE49-F238E27FC236}">
                    <a16:creationId xmlns:a16="http://schemas.microsoft.com/office/drawing/2014/main" id="{3B72BB6A-3572-C8E7-8849-C4BB524BAB2C}"/>
                  </a:ext>
                </a:extLst>
              </p:cNvPr>
              <p:cNvSpPr/>
              <p:nvPr/>
            </p:nvSpPr>
            <p:spPr>
              <a:xfrm>
                <a:off x="5695098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g841">
                <a:extLst>
                  <a:ext uri="{FF2B5EF4-FFF2-40B4-BE49-F238E27FC236}">
                    <a16:creationId xmlns:a16="http://schemas.microsoft.com/office/drawing/2014/main" id="{0E4DFCD2-CDE6-3B53-A9AA-D4D7EC28C47F}"/>
                  </a:ext>
                </a:extLst>
              </p:cNvPr>
              <p:cNvSpPr/>
              <p:nvPr/>
            </p:nvSpPr>
            <p:spPr>
              <a:xfrm>
                <a:off x="5706736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g842">
                <a:extLst>
                  <a:ext uri="{FF2B5EF4-FFF2-40B4-BE49-F238E27FC236}">
                    <a16:creationId xmlns:a16="http://schemas.microsoft.com/office/drawing/2014/main" id="{2F161719-DB30-F3CB-8D64-D2A98BADFC27}"/>
                  </a:ext>
                </a:extLst>
              </p:cNvPr>
              <p:cNvSpPr/>
              <p:nvPr/>
            </p:nvSpPr>
            <p:spPr>
              <a:xfrm>
                <a:off x="5718373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g843">
                <a:extLst>
                  <a:ext uri="{FF2B5EF4-FFF2-40B4-BE49-F238E27FC236}">
                    <a16:creationId xmlns:a16="http://schemas.microsoft.com/office/drawing/2014/main" id="{0ACD3329-2F7E-D74C-8F4A-36CEC46B4BBC}"/>
                  </a:ext>
                </a:extLst>
              </p:cNvPr>
              <p:cNvSpPr/>
              <p:nvPr/>
            </p:nvSpPr>
            <p:spPr>
              <a:xfrm>
                <a:off x="5730010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g844">
                <a:extLst>
                  <a:ext uri="{FF2B5EF4-FFF2-40B4-BE49-F238E27FC236}">
                    <a16:creationId xmlns:a16="http://schemas.microsoft.com/office/drawing/2014/main" id="{B4794344-BCF3-AE22-CA06-4858B9960E44}"/>
                  </a:ext>
                </a:extLst>
              </p:cNvPr>
              <p:cNvSpPr/>
              <p:nvPr/>
            </p:nvSpPr>
            <p:spPr>
              <a:xfrm>
                <a:off x="5741648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g845">
                <a:extLst>
                  <a:ext uri="{FF2B5EF4-FFF2-40B4-BE49-F238E27FC236}">
                    <a16:creationId xmlns:a16="http://schemas.microsoft.com/office/drawing/2014/main" id="{B0F689D2-7C43-FE67-A756-636241BD1680}"/>
                  </a:ext>
                </a:extLst>
              </p:cNvPr>
              <p:cNvSpPr/>
              <p:nvPr/>
            </p:nvSpPr>
            <p:spPr>
              <a:xfrm>
                <a:off x="5753285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g846">
                <a:extLst>
                  <a:ext uri="{FF2B5EF4-FFF2-40B4-BE49-F238E27FC236}">
                    <a16:creationId xmlns:a16="http://schemas.microsoft.com/office/drawing/2014/main" id="{6A5DA37C-C2DE-8EFB-A95F-F06CC27C3CA1}"/>
                  </a:ext>
                </a:extLst>
              </p:cNvPr>
              <p:cNvSpPr/>
              <p:nvPr/>
            </p:nvSpPr>
            <p:spPr>
              <a:xfrm>
                <a:off x="5764922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g847">
                <a:extLst>
                  <a:ext uri="{FF2B5EF4-FFF2-40B4-BE49-F238E27FC236}">
                    <a16:creationId xmlns:a16="http://schemas.microsoft.com/office/drawing/2014/main" id="{A9606B1A-73AA-33FB-C5A6-6A1B01B9A921}"/>
                  </a:ext>
                </a:extLst>
              </p:cNvPr>
              <p:cNvSpPr/>
              <p:nvPr/>
            </p:nvSpPr>
            <p:spPr>
              <a:xfrm>
                <a:off x="5776560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g848">
                <a:extLst>
                  <a:ext uri="{FF2B5EF4-FFF2-40B4-BE49-F238E27FC236}">
                    <a16:creationId xmlns:a16="http://schemas.microsoft.com/office/drawing/2014/main" id="{D70FF32C-66CB-37BB-DCFF-A479231CB8CA}"/>
                  </a:ext>
                </a:extLst>
              </p:cNvPr>
              <p:cNvSpPr/>
              <p:nvPr/>
            </p:nvSpPr>
            <p:spPr>
              <a:xfrm>
                <a:off x="5788197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g849">
                <a:extLst>
                  <a:ext uri="{FF2B5EF4-FFF2-40B4-BE49-F238E27FC236}">
                    <a16:creationId xmlns:a16="http://schemas.microsoft.com/office/drawing/2014/main" id="{1A8345B8-730A-D496-6CDF-EAF488655E76}"/>
                  </a:ext>
                </a:extLst>
              </p:cNvPr>
              <p:cNvSpPr/>
              <p:nvPr/>
            </p:nvSpPr>
            <p:spPr>
              <a:xfrm>
                <a:off x="5799834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g850">
                <a:extLst>
                  <a:ext uri="{FF2B5EF4-FFF2-40B4-BE49-F238E27FC236}">
                    <a16:creationId xmlns:a16="http://schemas.microsoft.com/office/drawing/2014/main" id="{7C39B587-1C11-6471-76C3-81729E0E6C15}"/>
                  </a:ext>
                </a:extLst>
              </p:cNvPr>
              <p:cNvSpPr/>
              <p:nvPr/>
            </p:nvSpPr>
            <p:spPr>
              <a:xfrm>
                <a:off x="5625275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g851">
                <a:extLst>
                  <a:ext uri="{FF2B5EF4-FFF2-40B4-BE49-F238E27FC236}">
                    <a16:creationId xmlns:a16="http://schemas.microsoft.com/office/drawing/2014/main" id="{B0C9346D-77B5-293B-A0AE-D46A60DAAE03}"/>
                  </a:ext>
                </a:extLst>
              </p:cNvPr>
              <p:cNvSpPr/>
              <p:nvPr/>
            </p:nvSpPr>
            <p:spPr>
              <a:xfrm>
                <a:off x="5636912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g852">
                <a:extLst>
                  <a:ext uri="{FF2B5EF4-FFF2-40B4-BE49-F238E27FC236}">
                    <a16:creationId xmlns:a16="http://schemas.microsoft.com/office/drawing/2014/main" id="{20E6A19B-0ABA-CBC1-2008-2C37BCFE6531}"/>
                  </a:ext>
                </a:extLst>
              </p:cNvPr>
              <p:cNvSpPr/>
              <p:nvPr/>
            </p:nvSpPr>
            <p:spPr>
              <a:xfrm>
                <a:off x="5648549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g853">
                <a:extLst>
                  <a:ext uri="{FF2B5EF4-FFF2-40B4-BE49-F238E27FC236}">
                    <a16:creationId xmlns:a16="http://schemas.microsoft.com/office/drawing/2014/main" id="{C87A4A4A-7EF7-B86E-428B-B21EE26C0926}"/>
                  </a:ext>
                </a:extLst>
              </p:cNvPr>
              <p:cNvSpPr/>
              <p:nvPr/>
            </p:nvSpPr>
            <p:spPr>
              <a:xfrm>
                <a:off x="5660186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g854">
                <a:extLst>
                  <a:ext uri="{FF2B5EF4-FFF2-40B4-BE49-F238E27FC236}">
                    <a16:creationId xmlns:a16="http://schemas.microsoft.com/office/drawing/2014/main" id="{E9631014-66A4-3B3D-15A5-2B4C4D88D235}"/>
                  </a:ext>
                </a:extLst>
              </p:cNvPr>
              <p:cNvSpPr/>
              <p:nvPr/>
            </p:nvSpPr>
            <p:spPr>
              <a:xfrm>
                <a:off x="5695098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g855">
                <a:extLst>
                  <a:ext uri="{FF2B5EF4-FFF2-40B4-BE49-F238E27FC236}">
                    <a16:creationId xmlns:a16="http://schemas.microsoft.com/office/drawing/2014/main" id="{138DF3D2-F445-6539-92CB-D7FCF68EFFFB}"/>
                  </a:ext>
                </a:extLst>
              </p:cNvPr>
              <p:cNvSpPr/>
              <p:nvPr/>
            </p:nvSpPr>
            <p:spPr>
              <a:xfrm>
                <a:off x="5706736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g856">
                <a:extLst>
                  <a:ext uri="{FF2B5EF4-FFF2-40B4-BE49-F238E27FC236}">
                    <a16:creationId xmlns:a16="http://schemas.microsoft.com/office/drawing/2014/main" id="{E1061A6A-8713-6655-5309-7C177A83E3D3}"/>
                  </a:ext>
                </a:extLst>
              </p:cNvPr>
              <p:cNvSpPr/>
              <p:nvPr/>
            </p:nvSpPr>
            <p:spPr>
              <a:xfrm>
                <a:off x="5718373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g857">
                <a:extLst>
                  <a:ext uri="{FF2B5EF4-FFF2-40B4-BE49-F238E27FC236}">
                    <a16:creationId xmlns:a16="http://schemas.microsoft.com/office/drawing/2014/main" id="{D2DB12EB-FBBE-D46E-A069-36D9FA219F46}"/>
                  </a:ext>
                </a:extLst>
              </p:cNvPr>
              <p:cNvSpPr/>
              <p:nvPr/>
            </p:nvSpPr>
            <p:spPr>
              <a:xfrm>
                <a:off x="5730010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g858">
                <a:extLst>
                  <a:ext uri="{FF2B5EF4-FFF2-40B4-BE49-F238E27FC236}">
                    <a16:creationId xmlns:a16="http://schemas.microsoft.com/office/drawing/2014/main" id="{48919C48-077E-E595-1004-745F5AD0983D}"/>
                  </a:ext>
                </a:extLst>
              </p:cNvPr>
              <p:cNvSpPr/>
              <p:nvPr/>
            </p:nvSpPr>
            <p:spPr>
              <a:xfrm>
                <a:off x="5741648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g859">
                <a:extLst>
                  <a:ext uri="{FF2B5EF4-FFF2-40B4-BE49-F238E27FC236}">
                    <a16:creationId xmlns:a16="http://schemas.microsoft.com/office/drawing/2014/main" id="{8C2E1DE6-4B51-05B7-6481-06E31EEF129D}"/>
                  </a:ext>
                </a:extLst>
              </p:cNvPr>
              <p:cNvSpPr/>
              <p:nvPr/>
            </p:nvSpPr>
            <p:spPr>
              <a:xfrm>
                <a:off x="5753285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g860">
                <a:extLst>
                  <a:ext uri="{FF2B5EF4-FFF2-40B4-BE49-F238E27FC236}">
                    <a16:creationId xmlns:a16="http://schemas.microsoft.com/office/drawing/2014/main" id="{97B82B98-DBBC-BD9F-4562-256437BAE7AC}"/>
                  </a:ext>
                </a:extLst>
              </p:cNvPr>
              <p:cNvSpPr/>
              <p:nvPr/>
            </p:nvSpPr>
            <p:spPr>
              <a:xfrm>
                <a:off x="5764922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g861">
                <a:extLst>
                  <a:ext uri="{FF2B5EF4-FFF2-40B4-BE49-F238E27FC236}">
                    <a16:creationId xmlns:a16="http://schemas.microsoft.com/office/drawing/2014/main" id="{6AADDD3A-D82B-CEA3-1C69-32CF40F9C39B}"/>
                  </a:ext>
                </a:extLst>
              </p:cNvPr>
              <p:cNvSpPr/>
              <p:nvPr/>
            </p:nvSpPr>
            <p:spPr>
              <a:xfrm>
                <a:off x="5776560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g862">
                <a:extLst>
                  <a:ext uri="{FF2B5EF4-FFF2-40B4-BE49-F238E27FC236}">
                    <a16:creationId xmlns:a16="http://schemas.microsoft.com/office/drawing/2014/main" id="{7E9C4F90-E52E-57EE-B81D-F08B696384D0}"/>
                  </a:ext>
                </a:extLst>
              </p:cNvPr>
              <p:cNvSpPr/>
              <p:nvPr/>
            </p:nvSpPr>
            <p:spPr>
              <a:xfrm>
                <a:off x="5788197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g863">
                <a:extLst>
                  <a:ext uri="{FF2B5EF4-FFF2-40B4-BE49-F238E27FC236}">
                    <a16:creationId xmlns:a16="http://schemas.microsoft.com/office/drawing/2014/main" id="{75F683E4-B0AB-D483-DCBD-88EDF4E2A022}"/>
                  </a:ext>
                </a:extLst>
              </p:cNvPr>
              <p:cNvSpPr/>
              <p:nvPr/>
            </p:nvSpPr>
            <p:spPr>
              <a:xfrm>
                <a:off x="5799834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g864">
                <a:extLst>
                  <a:ext uri="{FF2B5EF4-FFF2-40B4-BE49-F238E27FC236}">
                    <a16:creationId xmlns:a16="http://schemas.microsoft.com/office/drawing/2014/main" id="{F785E8FB-9A4C-AEE6-0C8F-B3FBED07C6A7}"/>
                  </a:ext>
                </a:extLst>
              </p:cNvPr>
              <p:cNvSpPr/>
              <p:nvPr/>
            </p:nvSpPr>
            <p:spPr>
              <a:xfrm>
                <a:off x="5613637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g865">
                <a:extLst>
                  <a:ext uri="{FF2B5EF4-FFF2-40B4-BE49-F238E27FC236}">
                    <a16:creationId xmlns:a16="http://schemas.microsoft.com/office/drawing/2014/main" id="{09970E87-91BE-0492-E648-C0660175B6C1}"/>
                  </a:ext>
                </a:extLst>
              </p:cNvPr>
              <p:cNvSpPr/>
              <p:nvPr/>
            </p:nvSpPr>
            <p:spPr>
              <a:xfrm>
                <a:off x="5625275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g866">
                <a:extLst>
                  <a:ext uri="{FF2B5EF4-FFF2-40B4-BE49-F238E27FC236}">
                    <a16:creationId xmlns:a16="http://schemas.microsoft.com/office/drawing/2014/main" id="{C9AE9F77-17B6-DAF7-8F8B-B5ACCBFA70B9}"/>
                  </a:ext>
                </a:extLst>
              </p:cNvPr>
              <p:cNvSpPr/>
              <p:nvPr/>
            </p:nvSpPr>
            <p:spPr>
              <a:xfrm>
                <a:off x="563691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g867">
                <a:extLst>
                  <a:ext uri="{FF2B5EF4-FFF2-40B4-BE49-F238E27FC236}">
                    <a16:creationId xmlns:a16="http://schemas.microsoft.com/office/drawing/2014/main" id="{82D43332-A051-B12B-E8A9-C751A321C5B7}"/>
                  </a:ext>
                </a:extLst>
              </p:cNvPr>
              <p:cNvSpPr/>
              <p:nvPr/>
            </p:nvSpPr>
            <p:spPr>
              <a:xfrm>
                <a:off x="5648549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g868">
                <a:extLst>
                  <a:ext uri="{FF2B5EF4-FFF2-40B4-BE49-F238E27FC236}">
                    <a16:creationId xmlns:a16="http://schemas.microsoft.com/office/drawing/2014/main" id="{643A1B22-AF90-BA77-E444-6C7374755D93}"/>
                  </a:ext>
                </a:extLst>
              </p:cNvPr>
              <p:cNvSpPr/>
              <p:nvPr/>
            </p:nvSpPr>
            <p:spPr>
              <a:xfrm>
                <a:off x="5660186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g869">
                <a:extLst>
                  <a:ext uri="{FF2B5EF4-FFF2-40B4-BE49-F238E27FC236}">
                    <a16:creationId xmlns:a16="http://schemas.microsoft.com/office/drawing/2014/main" id="{52BA46BD-4046-AE3F-4171-A61EEEF868E0}"/>
                  </a:ext>
                </a:extLst>
              </p:cNvPr>
              <p:cNvSpPr/>
              <p:nvPr/>
            </p:nvSpPr>
            <p:spPr>
              <a:xfrm>
                <a:off x="5671824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g870">
                <a:extLst>
                  <a:ext uri="{FF2B5EF4-FFF2-40B4-BE49-F238E27FC236}">
                    <a16:creationId xmlns:a16="http://schemas.microsoft.com/office/drawing/2014/main" id="{41ED1DC6-52A0-E962-2D65-8854CF16CF74}"/>
                  </a:ext>
                </a:extLst>
              </p:cNvPr>
              <p:cNvSpPr/>
              <p:nvPr/>
            </p:nvSpPr>
            <p:spPr>
              <a:xfrm>
                <a:off x="5683461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g871">
                <a:extLst>
                  <a:ext uri="{FF2B5EF4-FFF2-40B4-BE49-F238E27FC236}">
                    <a16:creationId xmlns:a16="http://schemas.microsoft.com/office/drawing/2014/main" id="{3B684380-774A-DE43-90ED-6997A33809AC}"/>
                  </a:ext>
                </a:extLst>
              </p:cNvPr>
              <p:cNvSpPr/>
              <p:nvPr/>
            </p:nvSpPr>
            <p:spPr>
              <a:xfrm>
                <a:off x="5695098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g872">
                <a:extLst>
                  <a:ext uri="{FF2B5EF4-FFF2-40B4-BE49-F238E27FC236}">
                    <a16:creationId xmlns:a16="http://schemas.microsoft.com/office/drawing/2014/main" id="{DF819D51-D438-18C0-AB3A-16648F1A7932}"/>
                  </a:ext>
                </a:extLst>
              </p:cNvPr>
              <p:cNvSpPr/>
              <p:nvPr/>
            </p:nvSpPr>
            <p:spPr>
              <a:xfrm>
                <a:off x="5706736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g873">
                <a:extLst>
                  <a:ext uri="{FF2B5EF4-FFF2-40B4-BE49-F238E27FC236}">
                    <a16:creationId xmlns:a16="http://schemas.microsoft.com/office/drawing/2014/main" id="{6D03DE1D-2393-6907-3116-BFBB0DC756DD}"/>
                  </a:ext>
                </a:extLst>
              </p:cNvPr>
              <p:cNvSpPr/>
              <p:nvPr/>
            </p:nvSpPr>
            <p:spPr>
              <a:xfrm>
                <a:off x="5718373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g874">
                <a:extLst>
                  <a:ext uri="{FF2B5EF4-FFF2-40B4-BE49-F238E27FC236}">
                    <a16:creationId xmlns:a16="http://schemas.microsoft.com/office/drawing/2014/main" id="{954710D0-17BF-0D4A-938B-A9750A73F86C}"/>
                  </a:ext>
                </a:extLst>
              </p:cNvPr>
              <p:cNvSpPr/>
              <p:nvPr/>
            </p:nvSpPr>
            <p:spPr>
              <a:xfrm>
                <a:off x="5730010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g875">
                <a:extLst>
                  <a:ext uri="{FF2B5EF4-FFF2-40B4-BE49-F238E27FC236}">
                    <a16:creationId xmlns:a16="http://schemas.microsoft.com/office/drawing/2014/main" id="{305AB72F-29E5-D464-50C4-D6BA34CD6949}"/>
                  </a:ext>
                </a:extLst>
              </p:cNvPr>
              <p:cNvSpPr/>
              <p:nvPr/>
            </p:nvSpPr>
            <p:spPr>
              <a:xfrm>
                <a:off x="5741648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g876">
                <a:extLst>
                  <a:ext uri="{FF2B5EF4-FFF2-40B4-BE49-F238E27FC236}">
                    <a16:creationId xmlns:a16="http://schemas.microsoft.com/office/drawing/2014/main" id="{F2FBD24C-E4F1-8162-B45C-48B15EECE2E0}"/>
                  </a:ext>
                </a:extLst>
              </p:cNvPr>
              <p:cNvSpPr/>
              <p:nvPr/>
            </p:nvSpPr>
            <p:spPr>
              <a:xfrm>
                <a:off x="5753285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g877">
                <a:extLst>
                  <a:ext uri="{FF2B5EF4-FFF2-40B4-BE49-F238E27FC236}">
                    <a16:creationId xmlns:a16="http://schemas.microsoft.com/office/drawing/2014/main" id="{548D29A8-6FA7-D6D9-2B39-10F431D186CB}"/>
                  </a:ext>
                </a:extLst>
              </p:cNvPr>
              <p:cNvSpPr/>
              <p:nvPr/>
            </p:nvSpPr>
            <p:spPr>
              <a:xfrm>
                <a:off x="576492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g878">
                <a:extLst>
                  <a:ext uri="{FF2B5EF4-FFF2-40B4-BE49-F238E27FC236}">
                    <a16:creationId xmlns:a16="http://schemas.microsoft.com/office/drawing/2014/main" id="{E6CCCE68-8592-DB22-DE24-1D14ECCEE703}"/>
                  </a:ext>
                </a:extLst>
              </p:cNvPr>
              <p:cNvSpPr/>
              <p:nvPr/>
            </p:nvSpPr>
            <p:spPr>
              <a:xfrm>
                <a:off x="5776560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g879">
                <a:extLst>
                  <a:ext uri="{FF2B5EF4-FFF2-40B4-BE49-F238E27FC236}">
                    <a16:creationId xmlns:a16="http://schemas.microsoft.com/office/drawing/2014/main" id="{EC5D96D1-8A99-CF6D-D7A8-F5157FDD3DE0}"/>
                  </a:ext>
                </a:extLst>
              </p:cNvPr>
              <p:cNvSpPr/>
              <p:nvPr/>
            </p:nvSpPr>
            <p:spPr>
              <a:xfrm>
                <a:off x="5788197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g880">
                <a:extLst>
                  <a:ext uri="{FF2B5EF4-FFF2-40B4-BE49-F238E27FC236}">
                    <a16:creationId xmlns:a16="http://schemas.microsoft.com/office/drawing/2014/main" id="{73E03651-7049-5C4D-542A-1C5E11022269}"/>
                  </a:ext>
                </a:extLst>
              </p:cNvPr>
              <p:cNvSpPr/>
              <p:nvPr/>
            </p:nvSpPr>
            <p:spPr>
              <a:xfrm>
                <a:off x="5799834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g881">
                <a:extLst>
                  <a:ext uri="{FF2B5EF4-FFF2-40B4-BE49-F238E27FC236}">
                    <a16:creationId xmlns:a16="http://schemas.microsoft.com/office/drawing/2014/main" id="{9B5269CB-BA8F-63F7-7BA7-8679ACA5F9C0}"/>
                  </a:ext>
                </a:extLst>
              </p:cNvPr>
              <p:cNvSpPr/>
              <p:nvPr/>
            </p:nvSpPr>
            <p:spPr>
              <a:xfrm>
                <a:off x="581147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g882">
                <a:extLst>
                  <a:ext uri="{FF2B5EF4-FFF2-40B4-BE49-F238E27FC236}">
                    <a16:creationId xmlns:a16="http://schemas.microsoft.com/office/drawing/2014/main" id="{FEB261C5-6F57-5667-45EB-4E328DA899BF}"/>
                  </a:ext>
                </a:extLst>
              </p:cNvPr>
              <p:cNvSpPr/>
              <p:nvPr/>
            </p:nvSpPr>
            <p:spPr>
              <a:xfrm>
                <a:off x="5613637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g883">
                <a:extLst>
                  <a:ext uri="{FF2B5EF4-FFF2-40B4-BE49-F238E27FC236}">
                    <a16:creationId xmlns:a16="http://schemas.microsoft.com/office/drawing/2014/main" id="{A1E640EC-1AE1-98AB-E585-C7DCA2F45741}"/>
                  </a:ext>
                </a:extLst>
              </p:cNvPr>
              <p:cNvSpPr/>
              <p:nvPr/>
            </p:nvSpPr>
            <p:spPr>
              <a:xfrm>
                <a:off x="5625275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g884">
                <a:extLst>
                  <a:ext uri="{FF2B5EF4-FFF2-40B4-BE49-F238E27FC236}">
                    <a16:creationId xmlns:a16="http://schemas.microsoft.com/office/drawing/2014/main" id="{CBB4D020-BD46-CDAF-FD96-98BF486096FA}"/>
                  </a:ext>
                </a:extLst>
              </p:cNvPr>
              <p:cNvSpPr/>
              <p:nvPr/>
            </p:nvSpPr>
            <p:spPr>
              <a:xfrm>
                <a:off x="563691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g885">
                <a:extLst>
                  <a:ext uri="{FF2B5EF4-FFF2-40B4-BE49-F238E27FC236}">
                    <a16:creationId xmlns:a16="http://schemas.microsoft.com/office/drawing/2014/main" id="{63C61106-86D0-0560-350E-DEFC0B7B5062}"/>
                  </a:ext>
                </a:extLst>
              </p:cNvPr>
              <p:cNvSpPr/>
              <p:nvPr/>
            </p:nvSpPr>
            <p:spPr>
              <a:xfrm>
                <a:off x="5648549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g886">
                <a:extLst>
                  <a:ext uri="{FF2B5EF4-FFF2-40B4-BE49-F238E27FC236}">
                    <a16:creationId xmlns:a16="http://schemas.microsoft.com/office/drawing/2014/main" id="{75BBDD4B-D0E1-3B18-2603-9C92BD8AD7DD}"/>
                  </a:ext>
                </a:extLst>
              </p:cNvPr>
              <p:cNvSpPr/>
              <p:nvPr/>
            </p:nvSpPr>
            <p:spPr>
              <a:xfrm>
                <a:off x="5660186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g887">
                <a:extLst>
                  <a:ext uri="{FF2B5EF4-FFF2-40B4-BE49-F238E27FC236}">
                    <a16:creationId xmlns:a16="http://schemas.microsoft.com/office/drawing/2014/main" id="{0354C40D-C8D9-6CC1-23FE-52B28D3FB9E0}"/>
                  </a:ext>
                </a:extLst>
              </p:cNvPr>
              <p:cNvSpPr/>
              <p:nvPr/>
            </p:nvSpPr>
            <p:spPr>
              <a:xfrm>
                <a:off x="5671824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g888">
                <a:extLst>
                  <a:ext uri="{FF2B5EF4-FFF2-40B4-BE49-F238E27FC236}">
                    <a16:creationId xmlns:a16="http://schemas.microsoft.com/office/drawing/2014/main" id="{72F3D778-1DE2-C6E4-6E24-F5DEEC039743}"/>
                  </a:ext>
                </a:extLst>
              </p:cNvPr>
              <p:cNvSpPr/>
              <p:nvPr/>
            </p:nvSpPr>
            <p:spPr>
              <a:xfrm>
                <a:off x="5683461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g889">
                <a:extLst>
                  <a:ext uri="{FF2B5EF4-FFF2-40B4-BE49-F238E27FC236}">
                    <a16:creationId xmlns:a16="http://schemas.microsoft.com/office/drawing/2014/main" id="{C6A7B390-ED97-9BE5-7C21-4B498E01B67F}"/>
                  </a:ext>
                </a:extLst>
              </p:cNvPr>
              <p:cNvSpPr/>
              <p:nvPr/>
            </p:nvSpPr>
            <p:spPr>
              <a:xfrm>
                <a:off x="5695098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g890">
                <a:extLst>
                  <a:ext uri="{FF2B5EF4-FFF2-40B4-BE49-F238E27FC236}">
                    <a16:creationId xmlns:a16="http://schemas.microsoft.com/office/drawing/2014/main" id="{D70F76D8-8310-8A5B-539E-057646341361}"/>
                  </a:ext>
                </a:extLst>
              </p:cNvPr>
              <p:cNvSpPr/>
              <p:nvPr/>
            </p:nvSpPr>
            <p:spPr>
              <a:xfrm>
                <a:off x="5706736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g891">
                <a:extLst>
                  <a:ext uri="{FF2B5EF4-FFF2-40B4-BE49-F238E27FC236}">
                    <a16:creationId xmlns:a16="http://schemas.microsoft.com/office/drawing/2014/main" id="{CCF7E3A8-1501-3497-1230-CB8B4480B524}"/>
                  </a:ext>
                </a:extLst>
              </p:cNvPr>
              <p:cNvSpPr/>
              <p:nvPr/>
            </p:nvSpPr>
            <p:spPr>
              <a:xfrm>
                <a:off x="5718373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g892">
                <a:extLst>
                  <a:ext uri="{FF2B5EF4-FFF2-40B4-BE49-F238E27FC236}">
                    <a16:creationId xmlns:a16="http://schemas.microsoft.com/office/drawing/2014/main" id="{F9AED08C-73B7-6030-FECD-A818B5B2CB29}"/>
                  </a:ext>
                </a:extLst>
              </p:cNvPr>
              <p:cNvSpPr/>
              <p:nvPr/>
            </p:nvSpPr>
            <p:spPr>
              <a:xfrm>
                <a:off x="5730010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g893">
                <a:extLst>
                  <a:ext uri="{FF2B5EF4-FFF2-40B4-BE49-F238E27FC236}">
                    <a16:creationId xmlns:a16="http://schemas.microsoft.com/office/drawing/2014/main" id="{982CF772-048B-095F-99E0-16A24BCD79DE}"/>
                  </a:ext>
                </a:extLst>
              </p:cNvPr>
              <p:cNvSpPr/>
              <p:nvPr/>
            </p:nvSpPr>
            <p:spPr>
              <a:xfrm>
                <a:off x="5741648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g894">
                <a:extLst>
                  <a:ext uri="{FF2B5EF4-FFF2-40B4-BE49-F238E27FC236}">
                    <a16:creationId xmlns:a16="http://schemas.microsoft.com/office/drawing/2014/main" id="{54D6FF10-80ED-A994-B1F9-D2A6A39E13FD}"/>
                  </a:ext>
                </a:extLst>
              </p:cNvPr>
              <p:cNvSpPr/>
              <p:nvPr/>
            </p:nvSpPr>
            <p:spPr>
              <a:xfrm>
                <a:off x="5753285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g895">
                <a:extLst>
                  <a:ext uri="{FF2B5EF4-FFF2-40B4-BE49-F238E27FC236}">
                    <a16:creationId xmlns:a16="http://schemas.microsoft.com/office/drawing/2014/main" id="{39ED7563-31D5-4024-7D85-7232E503561D}"/>
                  </a:ext>
                </a:extLst>
              </p:cNvPr>
              <p:cNvSpPr/>
              <p:nvPr/>
            </p:nvSpPr>
            <p:spPr>
              <a:xfrm>
                <a:off x="576492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g896">
                <a:extLst>
                  <a:ext uri="{FF2B5EF4-FFF2-40B4-BE49-F238E27FC236}">
                    <a16:creationId xmlns:a16="http://schemas.microsoft.com/office/drawing/2014/main" id="{75878B97-4175-E3DC-4E36-6F5CC313B61B}"/>
                  </a:ext>
                </a:extLst>
              </p:cNvPr>
              <p:cNvSpPr/>
              <p:nvPr/>
            </p:nvSpPr>
            <p:spPr>
              <a:xfrm>
                <a:off x="5776560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g897">
                <a:extLst>
                  <a:ext uri="{FF2B5EF4-FFF2-40B4-BE49-F238E27FC236}">
                    <a16:creationId xmlns:a16="http://schemas.microsoft.com/office/drawing/2014/main" id="{88B04289-4DC6-4BB3-F402-D6A154964BEE}"/>
                  </a:ext>
                </a:extLst>
              </p:cNvPr>
              <p:cNvSpPr/>
              <p:nvPr/>
            </p:nvSpPr>
            <p:spPr>
              <a:xfrm>
                <a:off x="5788197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g898">
                <a:extLst>
                  <a:ext uri="{FF2B5EF4-FFF2-40B4-BE49-F238E27FC236}">
                    <a16:creationId xmlns:a16="http://schemas.microsoft.com/office/drawing/2014/main" id="{72C1E233-8B8D-441B-8AA1-8C6BD9FFE96D}"/>
                  </a:ext>
                </a:extLst>
              </p:cNvPr>
              <p:cNvSpPr/>
              <p:nvPr/>
            </p:nvSpPr>
            <p:spPr>
              <a:xfrm>
                <a:off x="5799834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g899">
                <a:extLst>
                  <a:ext uri="{FF2B5EF4-FFF2-40B4-BE49-F238E27FC236}">
                    <a16:creationId xmlns:a16="http://schemas.microsoft.com/office/drawing/2014/main" id="{D3CA4E9A-B12E-D9B8-B44D-16F26D728CE5}"/>
                  </a:ext>
                </a:extLst>
              </p:cNvPr>
              <p:cNvSpPr/>
              <p:nvPr/>
            </p:nvSpPr>
            <p:spPr>
              <a:xfrm>
                <a:off x="581147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g900">
                <a:extLst>
                  <a:ext uri="{FF2B5EF4-FFF2-40B4-BE49-F238E27FC236}">
                    <a16:creationId xmlns:a16="http://schemas.microsoft.com/office/drawing/2014/main" id="{6B757609-3EC0-2565-0B12-45964E0EE8D1}"/>
                  </a:ext>
                </a:extLst>
              </p:cNvPr>
              <p:cNvSpPr/>
              <p:nvPr/>
            </p:nvSpPr>
            <p:spPr>
              <a:xfrm>
                <a:off x="5613637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g901">
                <a:extLst>
                  <a:ext uri="{FF2B5EF4-FFF2-40B4-BE49-F238E27FC236}">
                    <a16:creationId xmlns:a16="http://schemas.microsoft.com/office/drawing/2014/main" id="{6CB8E5C9-9BC3-F1DC-6C2C-6953138C7AA9}"/>
                  </a:ext>
                </a:extLst>
              </p:cNvPr>
              <p:cNvSpPr/>
              <p:nvPr/>
            </p:nvSpPr>
            <p:spPr>
              <a:xfrm>
                <a:off x="5625275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g902">
                <a:extLst>
                  <a:ext uri="{FF2B5EF4-FFF2-40B4-BE49-F238E27FC236}">
                    <a16:creationId xmlns:a16="http://schemas.microsoft.com/office/drawing/2014/main" id="{104A8EE9-C279-DBB8-F295-CA1067813F58}"/>
                  </a:ext>
                </a:extLst>
              </p:cNvPr>
              <p:cNvSpPr/>
              <p:nvPr/>
            </p:nvSpPr>
            <p:spPr>
              <a:xfrm>
                <a:off x="563691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g903">
                <a:extLst>
                  <a:ext uri="{FF2B5EF4-FFF2-40B4-BE49-F238E27FC236}">
                    <a16:creationId xmlns:a16="http://schemas.microsoft.com/office/drawing/2014/main" id="{3C7B4BA3-26B1-99CF-AD16-C002E65C0941}"/>
                  </a:ext>
                </a:extLst>
              </p:cNvPr>
              <p:cNvSpPr/>
              <p:nvPr/>
            </p:nvSpPr>
            <p:spPr>
              <a:xfrm>
                <a:off x="5648549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g904">
                <a:extLst>
                  <a:ext uri="{FF2B5EF4-FFF2-40B4-BE49-F238E27FC236}">
                    <a16:creationId xmlns:a16="http://schemas.microsoft.com/office/drawing/2014/main" id="{AB409293-63C9-DE06-ECF1-7AF49F14AB74}"/>
                  </a:ext>
                </a:extLst>
              </p:cNvPr>
              <p:cNvSpPr/>
              <p:nvPr/>
            </p:nvSpPr>
            <p:spPr>
              <a:xfrm>
                <a:off x="5660186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g905">
                <a:extLst>
                  <a:ext uri="{FF2B5EF4-FFF2-40B4-BE49-F238E27FC236}">
                    <a16:creationId xmlns:a16="http://schemas.microsoft.com/office/drawing/2014/main" id="{89C1025A-8430-B921-E099-AADF97EA31E4}"/>
                  </a:ext>
                </a:extLst>
              </p:cNvPr>
              <p:cNvSpPr/>
              <p:nvPr/>
            </p:nvSpPr>
            <p:spPr>
              <a:xfrm>
                <a:off x="5671824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g906">
                <a:extLst>
                  <a:ext uri="{FF2B5EF4-FFF2-40B4-BE49-F238E27FC236}">
                    <a16:creationId xmlns:a16="http://schemas.microsoft.com/office/drawing/2014/main" id="{73E37250-4AA7-49CE-2067-0D259785D439}"/>
                  </a:ext>
                </a:extLst>
              </p:cNvPr>
              <p:cNvSpPr/>
              <p:nvPr/>
            </p:nvSpPr>
            <p:spPr>
              <a:xfrm>
                <a:off x="5683461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g907">
                <a:extLst>
                  <a:ext uri="{FF2B5EF4-FFF2-40B4-BE49-F238E27FC236}">
                    <a16:creationId xmlns:a16="http://schemas.microsoft.com/office/drawing/2014/main" id="{28B989B6-74E0-C7EC-D5B0-CD1221203A95}"/>
                  </a:ext>
                </a:extLst>
              </p:cNvPr>
              <p:cNvSpPr/>
              <p:nvPr/>
            </p:nvSpPr>
            <p:spPr>
              <a:xfrm>
                <a:off x="5695098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g908">
                <a:extLst>
                  <a:ext uri="{FF2B5EF4-FFF2-40B4-BE49-F238E27FC236}">
                    <a16:creationId xmlns:a16="http://schemas.microsoft.com/office/drawing/2014/main" id="{8E2D5A9C-8570-ABA8-4D0F-D43D82109983}"/>
                  </a:ext>
                </a:extLst>
              </p:cNvPr>
              <p:cNvSpPr/>
              <p:nvPr/>
            </p:nvSpPr>
            <p:spPr>
              <a:xfrm>
                <a:off x="5706736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g909">
                <a:extLst>
                  <a:ext uri="{FF2B5EF4-FFF2-40B4-BE49-F238E27FC236}">
                    <a16:creationId xmlns:a16="http://schemas.microsoft.com/office/drawing/2014/main" id="{065A6EF6-BADF-B9EE-7D4C-383BD1AD8301}"/>
                  </a:ext>
                </a:extLst>
              </p:cNvPr>
              <p:cNvSpPr/>
              <p:nvPr/>
            </p:nvSpPr>
            <p:spPr>
              <a:xfrm>
                <a:off x="5718373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g910">
                <a:extLst>
                  <a:ext uri="{FF2B5EF4-FFF2-40B4-BE49-F238E27FC236}">
                    <a16:creationId xmlns:a16="http://schemas.microsoft.com/office/drawing/2014/main" id="{B379BC30-6A2F-E45C-78D9-D1F355BDC6E0}"/>
                  </a:ext>
                </a:extLst>
              </p:cNvPr>
              <p:cNvSpPr/>
              <p:nvPr/>
            </p:nvSpPr>
            <p:spPr>
              <a:xfrm>
                <a:off x="5730010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g911">
                <a:extLst>
                  <a:ext uri="{FF2B5EF4-FFF2-40B4-BE49-F238E27FC236}">
                    <a16:creationId xmlns:a16="http://schemas.microsoft.com/office/drawing/2014/main" id="{443927D9-4DCB-DBB7-95B2-947ECC981ABF}"/>
                  </a:ext>
                </a:extLst>
              </p:cNvPr>
              <p:cNvSpPr/>
              <p:nvPr/>
            </p:nvSpPr>
            <p:spPr>
              <a:xfrm>
                <a:off x="5741648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g912">
                <a:extLst>
                  <a:ext uri="{FF2B5EF4-FFF2-40B4-BE49-F238E27FC236}">
                    <a16:creationId xmlns:a16="http://schemas.microsoft.com/office/drawing/2014/main" id="{E256706C-6D9F-E31C-2AF6-B0D87ED9AC84}"/>
                  </a:ext>
                </a:extLst>
              </p:cNvPr>
              <p:cNvSpPr/>
              <p:nvPr/>
            </p:nvSpPr>
            <p:spPr>
              <a:xfrm>
                <a:off x="5753285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g913">
                <a:extLst>
                  <a:ext uri="{FF2B5EF4-FFF2-40B4-BE49-F238E27FC236}">
                    <a16:creationId xmlns:a16="http://schemas.microsoft.com/office/drawing/2014/main" id="{72EC8484-A307-6A5E-AF58-05BC97261649}"/>
                  </a:ext>
                </a:extLst>
              </p:cNvPr>
              <p:cNvSpPr/>
              <p:nvPr/>
            </p:nvSpPr>
            <p:spPr>
              <a:xfrm>
                <a:off x="576492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g914">
                <a:extLst>
                  <a:ext uri="{FF2B5EF4-FFF2-40B4-BE49-F238E27FC236}">
                    <a16:creationId xmlns:a16="http://schemas.microsoft.com/office/drawing/2014/main" id="{4B51EBDC-EE29-B0EA-B008-4BEDDE999A76}"/>
                  </a:ext>
                </a:extLst>
              </p:cNvPr>
              <p:cNvSpPr/>
              <p:nvPr/>
            </p:nvSpPr>
            <p:spPr>
              <a:xfrm>
                <a:off x="5776560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g915">
                <a:extLst>
                  <a:ext uri="{FF2B5EF4-FFF2-40B4-BE49-F238E27FC236}">
                    <a16:creationId xmlns:a16="http://schemas.microsoft.com/office/drawing/2014/main" id="{034EC8DB-B8D0-044C-B2B0-34F3C122970B}"/>
                  </a:ext>
                </a:extLst>
              </p:cNvPr>
              <p:cNvSpPr/>
              <p:nvPr/>
            </p:nvSpPr>
            <p:spPr>
              <a:xfrm>
                <a:off x="5788197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g916">
                <a:extLst>
                  <a:ext uri="{FF2B5EF4-FFF2-40B4-BE49-F238E27FC236}">
                    <a16:creationId xmlns:a16="http://schemas.microsoft.com/office/drawing/2014/main" id="{9B0919A0-640D-3ACF-C057-1241F9BC5B3F}"/>
                  </a:ext>
                </a:extLst>
              </p:cNvPr>
              <p:cNvSpPr/>
              <p:nvPr/>
            </p:nvSpPr>
            <p:spPr>
              <a:xfrm>
                <a:off x="5799834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g917">
                <a:extLst>
                  <a:ext uri="{FF2B5EF4-FFF2-40B4-BE49-F238E27FC236}">
                    <a16:creationId xmlns:a16="http://schemas.microsoft.com/office/drawing/2014/main" id="{7BF2DC78-8A4E-F753-51FB-4A0B252BD78D}"/>
                  </a:ext>
                </a:extLst>
              </p:cNvPr>
              <p:cNvSpPr/>
              <p:nvPr/>
            </p:nvSpPr>
            <p:spPr>
              <a:xfrm>
                <a:off x="581147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g918">
                <a:extLst>
                  <a:ext uri="{FF2B5EF4-FFF2-40B4-BE49-F238E27FC236}">
                    <a16:creationId xmlns:a16="http://schemas.microsoft.com/office/drawing/2014/main" id="{A42C05F7-1DFF-7C29-0801-ED07DA27B2B3}"/>
                  </a:ext>
                </a:extLst>
              </p:cNvPr>
              <p:cNvSpPr/>
              <p:nvPr/>
            </p:nvSpPr>
            <p:spPr>
              <a:xfrm>
                <a:off x="547398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g919">
                <a:extLst>
                  <a:ext uri="{FF2B5EF4-FFF2-40B4-BE49-F238E27FC236}">
                    <a16:creationId xmlns:a16="http://schemas.microsoft.com/office/drawing/2014/main" id="{C85CC928-5115-B1D7-8946-852C2822F741}"/>
                  </a:ext>
                </a:extLst>
              </p:cNvPr>
              <p:cNvSpPr/>
              <p:nvPr/>
            </p:nvSpPr>
            <p:spPr>
              <a:xfrm>
                <a:off x="552053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g920">
                <a:extLst>
                  <a:ext uri="{FF2B5EF4-FFF2-40B4-BE49-F238E27FC236}">
                    <a16:creationId xmlns:a16="http://schemas.microsoft.com/office/drawing/2014/main" id="{86BC563F-E058-B97D-0727-8B5C3CF1BB38}"/>
                  </a:ext>
                </a:extLst>
              </p:cNvPr>
              <p:cNvSpPr/>
              <p:nvPr/>
            </p:nvSpPr>
            <p:spPr>
              <a:xfrm>
                <a:off x="553217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g921">
                <a:extLst>
                  <a:ext uri="{FF2B5EF4-FFF2-40B4-BE49-F238E27FC236}">
                    <a16:creationId xmlns:a16="http://schemas.microsoft.com/office/drawing/2014/main" id="{6C46D01F-46FE-9AE4-1715-DEF01E659CD7}"/>
                  </a:ext>
                </a:extLst>
              </p:cNvPr>
              <p:cNvSpPr/>
              <p:nvPr/>
            </p:nvSpPr>
            <p:spPr>
              <a:xfrm>
                <a:off x="554381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g922">
                <a:extLst>
                  <a:ext uri="{FF2B5EF4-FFF2-40B4-BE49-F238E27FC236}">
                    <a16:creationId xmlns:a16="http://schemas.microsoft.com/office/drawing/2014/main" id="{662D8DD8-C0D9-FF07-AB00-85B3996542E9}"/>
                  </a:ext>
                </a:extLst>
              </p:cNvPr>
              <p:cNvSpPr/>
              <p:nvPr/>
            </p:nvSpPr>
            <p:spPr>
              <a:xfrm>
                <a:off x="5555451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g923">
                <a:extLst>
                  <a:ext uri="{FF2B5EF4-FFF2-40B4-BE49-F238E27FC236}">
                    <a16:creationId xmlns:a16="http://schemas.microsoft.com/office/drawing/2014/main" id="{3D740A10-BCEB-DAA2-4647-7D456ED5F2DB}"/>
                  </a:ext>
                </a:extLst>
              </p:cNvPr>
              <p:cNvSpPr/>
              <p:nvPr/>
            </p:nvSpPr>
            <p:spPr>
              <a:xfrm>
                <a:off x="556708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g924">
                <a:extLst>
                  <a:ext uri="{FF2B5EF4-FFF2-40B4-BE49-F238E27FC236}">
                    <a16:creationId xmlns:a16="http://schemas.microsoft.com/office/drawing/2014/main" id="{9E616953-9C08-2D94-3705-CDE1F59D8661}"/>
                  </a:ext>
                </a:extLst>
              </p:cNvPr>
              <p:cNvSpPr/>
              <p:nvPr/>
            </p:nvSpPr>
            <p:spPr>
              <a:xfrm>
                <a:off x="557872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g925">
                <a:extLst>
                  <a:ext uri="{FF2B5EF4-FFF2-40B4-BE49-F238E27FC236}">
                    <a16:creationId xmlns:a16="http://schemas.microsoft.com/office/drawing/2014/main" id="{852A8427-70E2-1D41-3CC9-71DE5D8B85E1}"/>
                  </a:ext>
                </a:extLst>
              </p:cNvPr>
              <p:cNvSpPr/>
              <p:nvPr/>
            </p:nvSpPr>
            <p:spPr>
              <a:xfrm>
                <a:off x="559036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g926">
                <a:extLst>
                  <a:ext uri="{FF2B5EF4-FFF2-40B4-BE49-F238E27FC236}">
                    <a16:creationId xmlns:a16="http://schemas.microsoft.com/office/drawing/2014/main" id="{8A0297C4-E65A-A434-D2FF-F4FBB9008441}"/>
                  </a:ext>
                </a:extLst>
              </p:cNvPr>
              <p:cNvSpPr/>
              <p:nvPr/>
            </p:nvSpPr>
            <p:spPr>
              <a:xfrm>
                <a:off x="560200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g927">
                <a:extLst>
                  <a:ext uri="{FF2B5EF4-FFF2-40B4-BE49-F238E27FC236}">
                    <a16:creationId xmlns:a16="http://schemas.microsoft.com/office/drawing/2014/main" id="{DC6BD580-1866-7587-12D6-307E815B898E}"/>
                  </a:ext>
                </a:extLst>
              </p:cNvPr>
              <p:cNvSpPr/>
              <p:nvPr/>
            </p:nvSpPr>
            <p:spPr>
              <a:xfrm>
                <a:off x="5613637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g928">
                <a:extLst>
                  <a:ext uri="{FF2B5EF4-FFF2-40B4-BE49-F238E27FC236}">
                    <a16:creationId xmlns:a16="http://schemas.microsoft.com/office/drawing/2014/main" id="{F781EACD-7619-9FA1-4C1D-D37248CC0FB6}"/>
                  </a:ext>
                </a:extLst>
              </p:cNvPr>
              <p:cNvSpPr/>
              <p:nvPr/>
            </p:nvSpPr>
            <p:spPr>
              <a:xfrm>
                <a:off x="562527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g929">
                <a:extLst>
                  <a:ext uri="{FF2B5EF4-FFF2-40B4-BE49-F238E27FC236}">
                    <a16:creationId xmlns:a16="http://schemas.microsoft.com/office/drawing/2014/main" id="{4D8FD7C9-5E00-9D9D-019C-FEA915112F79}"/>
                  </a:ext>
                </a:extLst>
              </p:cNvPr>
              <p:cNvSpPr/>
              <p:nvPr/>
            </p:nvSpPr>
            <p:spPr>
              <a:xfrm>
                <a:off x="5636912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g930">
                <a:extLst>
                  <a:ext uri="{FF2B5EF4-FFF2-40B4-BE49-F238E27FC236}">
                    <a16:creationId xmlns:a16="http://schemas.microsoft.com/office/drawing/2014/main" id="{555D7D28-B368-3F01-59FF-92B788EE98BE}"/>
                  </a:ext>
                </a:extLst>
              </p:cNvPr>
              <p:cNvSpPr/>
              <p:nvPr/>
            </p:nvSpPr>
            <p:spPr>
              <a:xfrm>
                <a:off x="564854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g931">
                <a:extLst>
                  <a:ext uri="{FF2B5EF4-FFF2-40B4-BE49-F238E27FC236}">
                    <a16:creationId xmlns:a16="http://schemas.microsoft.com/office/drawing/2014/main" id="{8F226A05-0C8D-FE73-6DED-9CBA1A789CDA}"/>
                  </a:ext>
                </a:extLst>
              </p:cNvPr>
              <p:cNvSpPr/>
              <p:nvPr/>
            </p:nvSpPr>
            <p:spPr>
              <a:xfrm>
                <a:off x="566018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g932">
                <a:extLst>
                  <a:ext uri="{FF2B5EF4-FFF2-40B4-BE49-F238E27FC236}">
                    <a16:creationId xmlns:a16="http://schemas.microsoft.com/office/drawing/2014/main" id="{7CEDCF39-C879-1759-843D-87CC4DC9B7AB}"/>
                  </a:ext>
                </a:extLst>
              </p:cNvPr>
              <p:cNvSpPr/>
              <p:nvPr/>
            </p:nvSpPr>
            <p:spPr>
              <a:xfrm>
                <a:off x="5671824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g933">
                <a:extLst>
                  <a:ext uri="{FF2B5EF4-FFF2-40B4-BE49-F238E27FC236}">
                    <a16:creationId xmlns:a16="http://schemas.microsoft.com/office/drawing/2014/main" id="{1EDA5D3B-2CC2-BB11-96C0-F9AD1BEECD8B}"/>
                  </a:ext>
                </a:extLst>
              </p:cNvPr>
              <p:cNvSpPr/>
              <p:nvPr/>
            </p:nvSpPr>
            <p:spPr>
              <a:xfrm>
                <a:off x="5683461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g934">
                <a:extLst>
                  <a:ext uri="{FF2B5EF4-FFF2-40B4-BE49-F238E27FC236}">
                    <a16:creationId xmlns:a16="http://schemas.microsoft.com/office/drawing/2014/main" id="{B59BB197-7E89-4E81-957A-65F648D72607}"/>
                  </a:ext>
                </a:extLst>
              </p:cNvPr>
              <p:cNvSpPr/>
              <p:nvPr/>
            </p:nvSpPr>
            <p:spPr>
              <a:xfrm>
                <a:off x="569509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g935">
                <a:extLst>
                  <a:ext uri="{FF2B5EF4-FFF2-40B4-BE49-F238E27FC236}">
                    <a16:creationId xmlns:a16="http://schemas.microsoft.com/office/drawing/2014/main" id="{C5427D0E-8C94-E7A4-D1AD-BC9540A51552}"/>
                  </a:ext>
                </a:extLst>
              </p:cNvPr>
              <p:cNvSpPr/>
              <p:nvPr/>
            </p:nvSpPr>
            <p:spPr>
              <a:xfrm>
                <a:off x="570673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g936">
                <a:extLst>
                  <a:ext uri="{FF2B5EF4-FFF2-40B4-BE49-F238E27FC236}">
                    <a16:creationId xmlns:a16="http://schemas.microsoft.com/office/drawing/2014/main" id="{44B8DA89-7E5A-0611-7D2B-8ECEDA28581C}"/>
                  </a:ext>
                </a:extLst>
              </p:cNvPr>
              <p:cNvSpPr/>
              <p:nvPr/>
            </p:nvSpPr>
            <p:spPr>
              <a:xfrm>
                <a:off x="571837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g937">
                <a:extLst>
                  <a:ext uri="{FF2B5EF4-FFF2-40B4-BE49-F238E27FC236}">
                    <a16:creationId xmlns:a16="http://schemas.microsoft.com/office/drawing/2014/main" id="{B1E14A0E-4C12-100D-0D65-C512E3E2E372}"/>
                  </a:ext>
                </a:extLst>
              </p:cNvPr>
              <p:cNvSpPr/>
              <p:nvPr/>
            </p:nvSpPr>
            <p:spPr>
              <a:xfrm>
                <a:off x="573001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g938">
                <a:extLst>
                  <a:ext uri="{FF2B5EF4-FFF2-40B4-BE49-F238E27FC236}">
                    <a16:creationId xmlns:a16="http://schemas.microsoft.com/office/drawing/2014/main" id="{B4B92A4E-35AB-0F94-A557-97C35A628B6D}"/>
                  </a:ext>
                </a:extLst>
              </p:cNvPr>
              <p:cNvSpPr/>
              <p:nvPr/>
            </p:nvSpPr>
            <p:spPr>
              <a:xfrm>
                <a:off x="574164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g939">
                <a:extLst>
                  <a:ext uri="{FF2B5EF4-FFF2-40B4-BE49-F238E27FC236}">
                    <a16:creationId xmlns:a16="http://schemas.microsoft.com/office/drawing/2014/main" id="{56756D60-C933-4806-B297-0FBFF5AD5B3B}"/>
                  </a:ext>
                </a:extLst>
              </p:cNvPr>
              <p:cNvSpPr/>
              <p:nvPr/>
            </p:nvSpPr>
            <p:spPr>
              <a:xfrm>
                <a:off x="575328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g940">
                <a:extLst>
                  <a:ext uri="{FF2B5EF4-FFF2-40B4-BE49-F238E27FC236}">
                    <a16:creationId xmlns:a16="http://schemas.microsoft.com/office/drawing/2014/main" id="{56BE6F50-D8A7-927C-48AA-7B68E8B100ED}"/>
                  </a:ext>
                </a:extLst>
              </p:cNvPr>
              <p:cNvSpPr/>
              <p:nvPr/>
            </p:nvSpPr>
            <p:spPr>
              <a:xfrm>
                <a:off x="5764922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g941">
                <a:extLst>
                  <a:ext uri="{FF2B5EF4-FFF2-40B4-BE49-F238E27FC236}">
                    <a16:creationId xmlns:a16="http://schemas.microsoft.com/office/drawing/2014/main" id="{7C0176C6-16D9-700B-11A9-009F83045D80}"/>
                  </a:ext>
                </a:extLst>
              </p:cNvPr>
              <p:cNvSpPr/>
              <p:nvPr/>
            </p:nvSpPr>
            <p:spPr>
              <a:xfrm>
                <a:off x="577656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g942">
                <a:extLst>
                  <a:ext uri="{FF2B5EF4-FFF2-40B4-BE49-F238E27FC236}">
                    <a16:creationId xmlns:a16="http://schemas.microsoft.com/office/drawing/2014/main" id="{ABDB8A83-D88E-6C57-2417-B30082A7B030}"/>
                  </a:ext>
                </a:extLst>
              </p:cNvPr>
              <p:cNvSpPr/>
              <p:nvPr/>
            </p:nvSpPr>
            <p:spPr>
              <a:xfrm>
                <a:off x="5788197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g943">
                <a:extLst>
                  <a:ext uri="{FF2B5EF4-FFF2-40B4-BE49-F238E27FC236}">
                    <a16:creationId xmlns:a16="http://schemas.microsoft.com/office/drawing/2014/main" id="{3EABF4C4-2AFA-813F-3D8A-34F69B8FD613}"/>
                  </a:ext>
                </a:extLst>
              </p:cNvPr>
              <p:cNvSpPr/>
              <p:nvPr/>
            </p:nvSpPr>
            <p:spPr>
              <a:xfrm>
                <a:off x="5799834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g944">
                <a:extLst>
                  <a:ext uri="{FF2B5EF4-FFF2-40B4-BE49-F238E27FC236}">
                    <a16:creationId xmlns:a16="http://schemas.microsoft.com/office/drawing/2014/main" id="{32E3AF6E-268A-B8F7-BFDF-333292349F7B}"/>
                  </a:ext>
                </a:extLst>
              </p:cNvPr>
              <p:cNvSpPr/>
              <p:nvPr/>
            </p:nvSpPr>
            <p:spPr>
              <a:xfrm>
                <a:off x="534597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g945">
                <a:extLst>
                  <a:ext uri="{FF2B5EF4-FFF2-40B4-BE49-F238E27FC236}">
                    <a16:creationId xmlns:a16="http://schemas.microsoft.com/office/drawing/2014/main" id="{560DDAD1-BFA7-B25C-BBB5-221D3977DDCD}"/>
                  </a:ext>
                </a:extLst>
              </p:cNvPr>
              <p:cNvSpPr/>
              <p:nvPr/>
            </p:nvSpPr>
            <p:spPr>
              <a:xfrm>
                <a:off x="535761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g946">
                <a:extLst>
                  <a:ext uri="{FF2B5EF4-FFF2-40B4-BE49-F238E27FC236}">
                    <a16:creationId xmlns:a16="http://schemas.microsoft.com/office/drawing/2014/main" id="{C6DFCDEF-98A6-5F14-6374-85A42B76CC39}"/>
                  </a:ext>
                </a:extLst>
              </p:cNvPr>
              <p:cNvSpPr/>
              <p:nvPr/>
            </p:nvSpPr>
            <p:spPr>
              <a:xfrm>
                <a:off x="536925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g947">
                <a:extLst>
                  <a:ext uri="{FF2B5EF4-FFF2-40B4-BE49-F238E27FC236}">
                    <a16:creationId xmlns:a16="http://schemas.microsoft.com/office/drawing/2014/main" id="{DCB208D5-FF1D-8EC0-0DD6-43677DEEBCA3}"/>
                  </a:ext>
                </a:extLst>
              </p:cNvPr>
              <p:cNvSpPr/>
              <p:nvPr/>
            </p:nvSpPr>
            <p:spPr>
              <a:xfrm>
                <a:off x="543907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g948">
                <a:extLst>
                  <a:ext uri="{FF2B5EF4-FFF2-40B4-BE49-F238E27FC236}">
                    <a16:creationId xmlns:a16="http://schemas.microsoft.com/office/drawing/2014/main" id="{75D14476-17B1-9AC5-2203-CE381FC252D0}"/>
                  </a:ext>
                </a:extLst>
              </p:cNvPr>
              <p:cNvSpPr/>
              <p:nvPr/>
            </p:nvSpPr>
            <p:spPr>
              <a:xfrm>
                <a:off x="545071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g949">
                <a:extLst>
                  <a:ext uri="{FF2B5EF4-FFF2-40B4-BE49-F238E27FC236}">
                    <a16:creationId xmlns:a16="http://schemas.microsoft.com/office/drawing/2014/main" id="{14EBA379-86FA-F5AC-E6FA-8794E4597761}"/>
                  </a:ext>
                </a:extLst>
              </p:cNvPr>
              <p:cNvSpPr/>
              <p:nvPr/>
            </p:nvSpPr>
            <p:spPr>
              <a:xfrm>
                <a:off x="546235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g950">
                <a:extLst>
                  <a:ext uri="{FF2B5EF4-FFF2-40B4-BE49-F238E27FC236}">
                    <a16:creationId xmlns:a16="http://schemas.microsoft.com/office/drawing/2014/main" id="{13554C5C-E39D-1D62-30B6-3A81107807C6}"/>
                  </a:ext>
                </a:extLst>
              </p:cNvPr>
              <p:cNvSpPr/>
              <p:nvPr/>
            </p:nvSpPr>
            <p:spPr>
              <a:xfrm>
                <a:off x="547398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g951">
                <a:extLst>
                  <a:ext uri="{FF2B5EF4-FFF2-40B4-BE49-F238E27FC236}">
                    <a16:creationId xmlns:a16="http://schemas.microsoft.com/office/drawing/2014/main" id="{8015FDA5-F906-CE01-EE9B-BEE753E591B5}"/>
                  </a:ext>
                </a:extLst>
              </p:cNvPr>
              <p:cNvSpPr/>
              <p:nvPr/>
            </p:nvSpPr>
            <p:spPr>
              <a:xfrm>
                <a:off x="548562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g952">
                <a:extLst>
                  <a:ext uri="{FF2B5EF4-FFF2-40B4-BE49-F238E27FC236}">
                    <a16:creationId xmlns:a16="http://schemas.microsoft.com/office/drawing/2014/main" id="{50AFFA01-C7F6-DA4B-E3BA-47396A28B4CF}"/>
                  </a:ext>
                </a:extLst>
              </p:cNvPr>
              <p:cNvSpPr/>
              <p:nvPr/>
            </p:nvSpPr>
            <p:spPr>
              <a:xfrm>
                <a:off x="5497264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g953">
                <a:extLst>
                  <a:ext uri="{FF2B5EF4-FFF2-40B4-BE49-F238E27FC236}">
                    <a16:creationId xmlns:a16="http://schemas.microsoft.com/office/drawing/2014/main" id="{793326DF-7AC1-93B8-DA39-75EC2FD0DE99}"/>
                  </a:ext>
                </a:extLst>
              </p:cNvPr>
              <p:cNvSpPr/>
              <p:nvPr/>
            </p:nvSpPr>
            <p:spPr>
              <a:xfrm>
                <a:off x="550890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g954">
                <a:extLst>
                  <a:ext uri="{FF2B5EF4-FFF2-40B4-BE49-F238E27FC236}">
                    <a16:creationId xmlns:a16="http://schemas.microsoft.com/office/drawing/2014/main" id="{31C5DD09-8C9B-2A35-87E7-67BFAE6270AE}"/>
                  </a:ext>
                </a:extLst>
              </p:cNvPr>
              <p:cNvSpPr/>
              <p:nvPr/>
            </p:nvSpPr>
            <p:spPr>
              <a:xfrm>
                <a:off x="552053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g955">
                <a:extLst>
                  <a:ext uri="{FF2B5EF4-FFF2-40B4-BE49-F238E27FC236}">
                    <a16:creationId xmlns:a16="http://schemas.microsoft.com/office/drawing/2014/main" id="{144CE1EE-9F36-9337-4230-57F5DEA06C33}"/>
                  </a:ext>
                </a:extLst>
              </p:cNvPr>
              <p:cNvSpPr/>
              <p:nvPr/>
            </p:nvSpPr>
            <p:spPr>
              <a:xfrm>
                <a:off x="553217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g956">
                <a:extLst>
                  <a:ext uri="{FF2B5EF4-FFF2-40B4-BE49-F238E27FC236}">
                    <a16:creationId xmlns:a16="http://schemas.microsoft.com/office/drawing/2014/main" id="{4749CAF3-696B-8118-7F07-6EBA23381413}"/>
                  </a:ext>
                </a:extLst>
              </p:cNvPr>
              <p:cNvSpPr/>
              <p:nvPr/>
            </p:nvSpPr>
            <p:spPr>
              <a:xfrm>
                <a:off x="554381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g957">
                <a:extLst>
                  <a:ext uri="{FF2B5EF4-FFF2-40B4-BE49-F238E27FC236}">
                    <a16:creationId xmlns:a16="http://schemas.microsoft.com/office/drawing/2014/main" id="{B0F70080-098D-5961-4A12-80D11BF9C58E}"/>
                  </a:ext>
                </a:extLst>
              </p:cNvPr>
              <p:cNvSpPr/>
              <p:nvPr/>
            </p:nvSpPr>
            <p:spPr>
              <a:xfrm>
                <a:off x="555545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g958">
                <a:extLst>
                  <a:ext uri="{FF2B5EF4-FFF2-40B4-BE49-F238E27FC236}">
                    <a16:creationId xmlns:a16="http://schemas.microsoft.com/office/drawing/2014/main" id="{778B80AF-8CED-3561-2833-400600F6DB62}"/>
                  </a:ext>
                </a:extLst>
              </p:cNvPr>
              <p:cNvSpPr/>
              <p:nvPr/>
            </p:nvSpPr>
            <p:spPr>
              <a:xfrm>
                <a:off x="556708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g959">
                <a:extLst>
                  <a:ext uri="{FF2B5EF4-FFF2-40B4-BE49-F238E27FC236}">
                    <a16:creationId xmlns:a16="http://schemas.microsoft.com/office/drawing/2014/main" id="{C7E53F11-87CE-CE05-481C-D42DD85060DE}"/>
                  </a:ext>
                </a:extLst>
              </p:cNvPr>
              <p:cNvSpPr/>
              <p:nvPr/>
            </p:nvSpPr>
            <p:spPr>
              <a:xfrm>
                <a:off x="557872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g960">
                <a:extLst>
                  <a:ext uri="{FF2B5EF4-FFF2-40B4-BE49-F238E27FC236}">
                    <a16:creationId xmlns:a16="http://schemas.microsoft.com/office/drawing/2014/main" id="{5EF1C338-6BDB-983C-3EED-D95D1A6C4916}"/>
                  </a:ext>
                </a:extLst>
              </p:cNvPr>
              <p:cNvSpPr/>
              <p:nvPr/>
            </p:nvSpPr>
            <p:spPr>
              <a:xfrm>
                <a:off x="559036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g961">
                <a:extLst>
                  <a:ext uri="{FF2B5EF4-FFF2-40B4-BE49-F238E27FC236}">
                    <a16:creationId xmlns:a16="http://schemas.microsoft.com/office/drawing/2014/main" id="{FB5676CE-8368-32A4-00AA-B8C3C8BAC1B8}"/>
                  </a:ext>
                </a:extLst>
              </p:cNvPr>
              <p:cNvSpPr/>
              <p:nvPr/>
            </p:nvSpPr>
            <p:spPr>
              <a:xfrm>
                <a:off x="5602000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g962">
                <a:extLst>
                  <a:ext uri="{FF2B5EF4-FFF2-40B4-BE49-F238E27FC236}">
                    <a16:creationId xmlns:a16="http://schemas.microsoft.com/office/drawing/2014/main" id="{C1945B5E-B5D8-0D87-6972-020EB09E8B56}"/>
                  </a:ext>
                </a:extLst>
              </p:cNvPr>
              <p:cNvSpPr/>
              <p:nvPr/>
            </p:nvSpPr>
            <p:spPr>
              <a:xfrm>
                <a:off x="561363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g963">
                <a:extLst>
                  <a:ext uri="{FF2B5EF4-FFF2-40B4-BE49-F238E27FC236}">
                    <a16:creationId xmlns:a16="http://schemas.microsoft.com/office/drawing/2014/main" id="{7A98EDAC-DDC9-3997-A6BB-2D3C8190E734}"/>
                  </a:ext>
                </a:extLst>
              </p:cNvPr>
              <p:cNvSpPr/>
              <p:nvPr/>
            </p:nvSpPr>
            <p:spPr>
              <a:xfrm>
                <a:off x="562527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g964">
                <a:extLst>
                  <a:ext uri="{FF2B5EF4-FFF2-40B4-BE49-F238E27FC236}">
                    <a16:creationId xmlns:a16="http://schemas.microsoft.com/office/drawing/2014/main" id="{A5879351-A2D4-EFDF-BB10-BBCAE071E512}"/>
                  </a:ext>
                </a:extLst>
              </p:cNvPr>
              <p:cNvSpPr/>
              <p:nvPr/>
            </p:nvSpPr>
            <p:spPr>
              <a:xfrm>
                <a:off x="563691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g965">
                <a:extLst>
                  <a:ext uri="{FF2B5EF4-FFF2-40B4-BE49-F238E27FC236}">
                    <a16:creationId xmlns:a16="http://schemas.microsoft.com/office/drawing/2014/main" id="{8685E790-CA4A-DF00-AA5E-7D63B1C831DB}"/>
                  </a:ext>
                </a:extLst>
              </p:cNvPr>
              <p:cNvSpPr/>
              <p:nvPr/>
            </p:nvSpPr>
            <p:spPr>
              <a:xfrm>
                <a:off x="564854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g966">
                <a:extLst>
                  <a:ext uri="{FF2B5EF4-FFF2-40B4-BE49-F238E27FC236}">
                    <a16:creationId xmlns:a16="http://schemas.microsoft.com/office/drawing/2014/main" id="{546ADFDF-C404-E0D8-82D3-B17A118B416A}"/>
                  </a:ext>
                </a:extLst>
              </p:cNvPr>
              <p:cNvSpPr/>
              <p:nvPr/>
            </p:nvSpPr>
            <p:spPr>
              <a:xfrm>
                <a:off x="566018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g967">
                <a:extLst>
                  <a:ext uri="{FF2B5EF4-FFF2-40B4-BE49-F238E27FC236}">
                    <a16:creationId xmlns:a16="http://schemas.microsoft.com/office/drawing/2014/main" id="{9D571AE5-EF7F-C9E5-986F-FDC5AA343F77}"/>
                  </a:ext>
                </a:extLst>
              </p:cNvPr>
              <p:cNvSpPr/>
              <p:nvPr/>
            </p:nvSpPr>
            <p:spPr>
              <a:xfrm>
                <a:off x="5671824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g968">
                <a:extLst>
                  <a:ext uri="{FF2B5EF4-FFF2-40B4-BE49-F238E27FC236}">
                    <a16:creationId xmlns:a16="http://schemas.microsoft.com/office/drawing/2014/main" id="{454C8278-C4FC-9C9A-7705-6BAC3A1FC8A3}"/>
                  </a:ext>
                </a:extLst>
              </p:cNvPr>
              <p:cNvSpPr/>
              <p:nvPr/>
            </p:nvSpPr>
            <p:spPr>
              <a:xfrm>
                <a:off x="568346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g969">
                <a:extLst>
                  <a:ext uri="{FF2B5EF4-FFF2-40B4-BE49-F238E27FC236}">
                    <a16:creationId xmlns:a16="http://schemas.microsoft.com/office/drawing/2014/main" id="{9014BC2D-F050-B07F-E13C-1F1CE8840C8F}"/>
                  </a:ext>
                </a:extLst>
              </p:cNvPr>
              <p:cNvSpPr/>
              <p:nvPr/>
            </p:nvSpPr>
            <p:spPr>
              <a:xfrm>
                <a:off x="569509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g970">
                <a:extLst>
                  <a:ext uri="{FF2B5EF4-FFF2-40B4-BE49-F238E27FC236}">
                    <a16:creationId xmlns:a16="http://schemas.microsoft.com/office/drawing/2014/main" id="{7812B310-D72E-A858-9264-807F77E94288}"/>
                  </a:ext>
                </a:extLst>
              </p:cNvPr>
              <p:cNvSpPr/>
              <p:nvPr/>
            </p:nvSpPr>
            <p:spPr>
              <a:xfrm>
                <a:off x="570673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g971">
                <a:extLst>
                  <a:ext uri="{FF2B5EF4-FFF2-40B4-BE49-F238E27FC236}">
                    <a16:creationId xmlns:a16="http://schemas.microsoft.com/office/drawing/2014/main" id="{8BF1DEEC-8985-74B8-AD30-8DDE2DCC3FD9}"/>
                  </a:ext>
                </a:extLst>
              </p:cNvPr>
              <p:cNvSpPr/>
              <p:nvPr/>
            </p:nvSpPr>
            <p:spPr>
              <a:xfrm>
                <a:off x="571837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g972">
                <a:extLst>
                  <a:ext uri="{FF2B5EF4-FFF2-40B4-BE49-F238E27FC236}">
                    <a16:creationId xmlns:a16="http://schemas.microsoft.com/office/drawing/2014/main" id="{ED4A556A-D046-C68C-59CB-ADA1552EA920}"/>
                  </a:ext>
                </a:extLst>
              </p:cNvPr>
              <p:cNvSpPr/>
              <p:nvPr/>
            </p:nvSpPr>
            <p:spPr>
              <a:xfrm>
                <a:off x="5730010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g973">
                <a:extLst>
                  <a:ext uri="{FF2B5EF4-FFF2-40B4-BE49-F238E27FC236}">
                    <a16:creationId xmlns:a16="http://schemas.microsoft.com/office/drawing/2014/main" id="{4D0E2E88-1CC1-E612-0DB2-4CEA20E47625}"/>
                  </a:ext>
                </a:extLst>
              </p:cNvPr>
              <p:cNvSpPr/>
              <p:nvPr/>
            </p:nvSpPr>
            <p:spPr>
              <a:xfrm>
                <a:off x="574164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g974">
                <a:extLst>
                  <a:ext uri="{FF2B5EF4-FFF2-40B4-BE49-F238E27FC236}">
                    <a16:creationId xmlns:a16="http://schemas.microsoft.com/office/drawing/2014/main" id="{CF767559-0BB0-0D82-819C-E00E6A1F152B}"/>
                  </a:ext>
                </a:extLst>
              </p:cNvPr>
              <p:cNvSpPr/>
              <p:nvPr/>
            </p:nvSpPr>
            <p:spPr>
              <a:xfrm>
                <a:off x="575328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g975">
                <a:extLst>
                  <a:ext uri="{FF2B5EF4-FFF2-40B4-BE49-F238E27FC236}">
                    <a16:creationId xmlns:a16="http://schemas.microsoft.com/office/drawing/2014/main" id="{FC172765-2A2D-3209-CFDC-AC4450F49025}"/>
                  </a:ext>
                </a:extLst>
              </p:cNvPr>
              <p:cNvSpPr/>
              <p:nvPr/>
            </p:nvSpPr>
            <p:spPr>
              <a:xfrm>
                <a:off x="576492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g976">
                <a:extLst>
                  <a:ext uri="{FF2B5EF4-FFF2-40B4-BE49-F238E27FC236}">
                    <a16:creationId xmlns:a16="http://schemas.microsoft.com/office/drawing/2014/main" id="{F83EAEC9-37BC-7944-87AD-057B7267B90E}"/>
                  </a:ext>
                </a:extLst>
              </p:cNvPr>
              <p:cNvSpPr/>
              <p:nvPr/>
            </p:nvSpPr>
            <p:spPr>
              <a:xfrm>
                <a:off x="533434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g977">
                <a:extLst>
                  <a:ext uri="{FF2B5EF4-FFF2-40B4-BE49-F238E27FC236}">
                    <a16:creationId xmlns:a16="http://schemas.microsoft.com/office/drawing/2014/main" id="{8854AB23-C2C8-3133-3931-017BFA9AA266}"/>
                  </a:ext>
                </a:extLst>
              </p:cNvPr>
              <p:cNvSpPr/>
              <p:nvPr/>
            </p:nvSpPr>
            <p:spPr>
              <a:xfrm>
                <a:off x="534597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g978">
                <a:extLst>
                  <a:ext uri="{FF2B5EF4-FFF2-40B4-BE49-F238E27FC236}">
                    <a16:creationId xmlns:a16="http://schemas.microsoft.com/office/drawing/2014/main" id="{0A40B95B-A708-B299-3BF8-0DFDB9D9AE8F}"/>
                  </a:ext>
                </a:extLst>
              </p:cNvPr>
              <p:cNvSpPr/>
              <p:nvPr/>
            </p:nvSpPr>
            <p:spPr>
              <a:xfrm>
                <a:off x="535761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g979">
                <a:extLst>
                  <a:ext uri="{FF2B5EF4-FFF2-40B4-BE49-F238E27FC236}">
                    <a16:creationId xmlns:a16="http://schemas.microsoft.com/office/drawing/2014/main" id="{28FE415B-8987-3E84-04AF-26DB7AF8CEC1}"/>
                  </a:ext>
                </a:extLst>
              </p:cNvPr>
              <p:cNvSpPr/>
              <p:nvPr/>
            </p:nvSpPr>
            <p:spPr>
              <a:xfrm>
                <a:off x="536925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g980">
                <a:extLst>
                  <a:ext uri="{FF2B5EF4-FFF2-40B4-BE49-F238E27FC236}">
                    <a16:creationId xmlns:a16="http://schemas.microsoft.com/office/drawing/2014/main" id="{F590B2CB-6C2F-1522-C76F-525FEA0283E7}"/>
                  </a:ext>
                </a:extLst>
              </p:cNvPr>
              <p:cNvSpPr/>
              <p:nvPr/>
            </p:nvSpPr>
            <p:spPr>
              <a:xfrm>
                <a:off x="538089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g981">
                <a:extLst>
                  <a:ext uri="{FF2B5EF4-FFF2-40B4-BE49-F238E27FC236}">
                    <a16:creationId xmlns:a16="http://schemas.microsoft.com/office/drawing/2014/main" id="{B1C1BD7A-EF80-B367-E181-00A5CE2E5C37}"/>
                  </a:ext>
                </a:extLst>
              </p:cNvPr>
              <p:cNvSpPr/>
              <p:nvPr/>
            </p:nvSpPr>
            <p:spPr>
              <a:xfrm>
                <a:off x="541580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g982">
                <a:extLst>
                  <a:ext uri="{FF2B5EF4-FFF2-40B4-BE49-F238E27FC236}">
                    <a16:creationId xmlns:a16="http://schemas.microsoft.com/office/drawing/2014/main" id="{A62B1FAD-E755-B367-39DB-485313B73F22}"/>
                  </a:ext>
                </a:extLst>
              </p:cNvPr>
              <p:cNvSpPr/>
              <p:nvPr/>
            </p:nvSpPr>
            <p:spPr>
              <a:xfrm>
                <a:off x="5427440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g983">
                <a:extLst>
                  <a:ext uri="{FF2B5EF4-FFF2-40B4-BE49-F238E27FC236}">
                    <a16:creationId xmlns:a16="http://schemas.microsoft.com/office/drawing/2014/main" id="{49DB05FB-6885-DA57-925D-ED160A2887BF}"/>
                  </a:ext>
                </a:extLst>
              </p:cNvPr>
              <p:cNvSpPr/>
              <p:nvPr/>
            </p:nvSpPr>
            <p:spPr>
              <a:xfrm>
                <a:off x="543907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DAB">
                  <a:alpha val="100000"/>
                </a:srgbClr>
              </a:solidFill>
              <a:ln w="5420" cap="flat">
                <a:solidFill>
                  <a:srgbClr val="54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g984">
                <a:extLst>
                  <a:ext uri="{FF2B5EF4-FFF2-40B4-BE49-F238E27FC236}">
                    <a16:creationId xmlns:a16="http://schemas.microsoft.com/office/drawing/2014/main" id="{05710D93-6091-12FF-FA70-FBC0A6F2BDEA}"/>
                  </a:ext>
                </a:extLst>
              </p:cNvPr>
              <p:cNvSpPr/>
              <p:nvPr/>
            </p:nvSpPr>
            <p:spPr>
              <a:xfrm>
                <a:off x="545071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g985">
                <a:extLst>
                  <a:ext uri="{FF2B5EF4-FFF2-40B4-BE49-F238E27FC236}">
                    <a16:creationId xmlns:a16="http://schemas.microsoft.com/office/drawing/2014/main" id="{1FC5B625-1D84-B2D6-250F-371AAD24C96B}"/>
                  </a:ext>
                </a:extLst>
              </p:cNvPr>
              <p:cNvSpPr/>
              <p:nvPr/>
            </p:nvSpPr>
            <p:spPr>
              <a:xfrm>
                <a:off x="5462352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g986">
                <a:extLst>
                  <a:ext uri="{FF2B5EF4-FFF2-40B4-BE49-F238E27FC236}">
                    <a16:creationId xmlns:a16="http://schemas.microsoft.com/office/drawing/2014/main" id="{5DCDA99D-BCDB-6ECA-991B-1C25DD97C824}"/>
                  </a:ext>
                </a:extLst>
              </p:cNvPr>
              <p:cNvSpPr/>
              <p:nvPr/>
            </p:nvSpPr>
            <p:spPr>
              <a:xfrm>
                <a:off x="547398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g987">
                <a:extLst>
                  <a:ext uri="{FF2B5EF4-FFF2-40B4-BE49-F238E27FC236}">
                    <a16:creationId xmlns:a16="http://schemas.microsoft.com/office/drawing/2014/main" id="{77EF1B57-2525-57BA-29A2-3530854F2A1C}"/>
                  </a:ext>
                </a:extLst>
              </p:cNvPr>
              <p:cNvSpPr/>
              <p:nvPr/>
            </p:nvSpPr>
            <p:spPr>
              <a:xfrm>
                <a:off x="548562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g988">
                <a:extLst>
                  <a:ext uri="{FF2B5EF4-FFF2-40B4-BE49-F238E27FC236}">
                    <a16:creationId xmlns:a16="http://schemas.microsoft.com/office/drawing/2014/main" id="{48E2A0B3-BCB9-7A21-8A66-6165F2867934}"/>
                  </a:ext>
                </a:extLst>
              </p:cNvPr>
              <p:cNvSpPr/>
              <p:nvPr/>
            </p:nvSpPr>
            <p:spPr>
              <a:xfrm>
                <a:off x="5497264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g989">
                <a:extLst>
                  <a:ext uri="{FF2B5EF4-FFF2-40B4-BE49-F238E27FC236}">
                    <a16:creationId xmlns:a16="http://schemas.microsoft.com/office/drawing/2014/main" id="{B2BA7717-E0E8-E8A3-7F17-D2BFA8E05CDE}"/>
                  </a:ext>
                </a:extLst>
              </p:cNvPr>
              <p:cNvSpPr/>
              <p:nvPr/>
            </p:nvSpPr>
            <p:spPr>
              <a:xfrm>
                <a:off x="550890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g990">
                <a:extLst>
                  <a:ext uri="{FF2B5EF4-FFF2-40B4-BE49-F238E27FC236}">
                    <a16:creationId xmlns:a16="http://schemas.microsoft.com/office/drawing/2014/main" id="{0C8D3AFA-0C30-4266-8A98-6676DA22D32F}"/>
                  </a:ext>
                </a:extLst>
              </p:cNvPr>
              <p:cNvSpPr/>
              <p:nvPr/>
            </p:nvSpPr>
            <p:spPr>
              <a:xfrm>
                <a:off x="552053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g991">
                <a:extLst>
                  <a:ext uri="{FF2B5EF4-FFF2-40B4-BE49-F238E27FC236}">
                    <a16:creationId xmlns:a16="http://schemas.microsoft.com/office/drawing/2014/main" id="{3D5C1BE8-2278-FCD0-B376-EE05CBCC7FD9}"/>
                  </a:ext>
                </a:extLst>
              </p:cNvPr>
              <p:cNvSpPr/>
              <p:nvPr/>
            </p:nvSpPr>
            <p:spPr>
              <a:xfrm>
                <a:off x="553217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g992">
                <a:extLst>
                  <a:ext uri="{FF2B5EF4-FFF2-40B4-BE49-F238E27FC236}">
                    <a16:creationId xmlns:a16="http://schemas.microsoft.com/office/drawing/2014/main" id="{2850D7D9-7B1D-F819-2D16-30175E9F1C3C}"/>
                  </a:ext>
                </a:extLst>
              </p:cNvPr>
              <p:cNvSpPr/>
              <p:nvPr/>
            </p:nvSpPr>
            <p:spPr>
              <a:xfrm>
                <a:off x="554381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g993">
                <a:extLst>
                  <a:ext uri="{FF2B5EF4-FFF2-40B4-BE49-F238E27FC236}">
                    <a16:creationId xmlns:a16="http://schemas.microsoft.com/office/drawing/2014/main" id="{EE45E99A-1D88-6E02-B0CA-06DF33655A8C}"/>
                  </a:ext>
                </a:extLst>
              </p:cNvPr>
              <p:cNvSpPr/>
              <p:nvPr/>
            </p:nvSpPr>
            <p:spPr>
              <a:xfrm>
                <a:off x="555545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g994">
                <a:extLst>
                  <a:ext uri="{FF2B5EF4-FFF2-40B4-BE49-F238E27FC236}">
                    <a16:creationId xmlns:a16="http://schemas.microsoft.com/office/drawing/2014/main" id="{7CEDAED3-CECF-B3F8-6553-72BBB9B2A539}"/>
                  </a:ext>
                </a:extLst>
              </p:cNvPr>
              <p:cNvSpPr/>
              <p:nvPr/>
            </p:nvSpPr>
            <p:spPr>
              <a:xfrm>
                <a:off x="5567088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g995">
                <a:extLst>
                  <a:ext uri="{FF2B5EF4-FFF2-40B4-BE49-F238E27FC236}">
                    <a16:creationId xmlns:a16="http://schemas.microsoft.com/office/drawing/2014/main" id="{D1BAFA04-A76B-0EE4-4E51-900B22BE2877}"/>
                  </a:ext>
                </a:extLst>
              </p:cNvPr>
              <p:cNvSpPr/>
              <p:nvPr/>
            </p:nvSpPr>
            <p:spPr>
              <a:xfrm>
                <a:off x="557872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g996">
                <a:extLst>
                  <a:ext uri="{FF2B5EF4-FFF2-40B4-BE49-F238E27FC236}">
                    <a16:creationId xmlns:a16="http://schemas.microsoft.com/office/drawing/2014/main" id="{250D5AF1-E3AB-2764-2DAB-F3258EECED64}"/>
                  </a:ext>
                </a:extLst>
              </p:cNvPr>
              <p:cNvSpPr/>
              <p:nvPr/>
            </p:nvSpPr>
            <p:spPr>
              <a:xfrm>
                <a:off x="559036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g997">
                <a:extLst>
                  <a:ext uri="{FF2B5EF4-FFF2-40B4-BE49-F238E27FC236}">
                    <a16:creationId xmlns:a16="http://schemas.microsoft.com/office/drawing/2014/main" id="{48B8FBAA-9A18-1DCA-B099-0277C0835861}"/>
                  </a:ext>
                </a:extLst>
              </p:cNvPr>
              <p:cNvSpPr/>
              <p:nvPr/>
            </p:nvSpPr>
            <p:spPr>
              <a:xfrm>
                <a:off x="5602000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g998">
                <a:extLst>
                  <a:ext uri="{FF2B5EF4-FFF2-40B4-BE49-F238E27FC236}">
                    <a16:creationId xmlns:a16="http://schemas.microsoft.com/office/drawing/2014/main" id="{D1E9315B-33F2-4E7F-BC31-01309C13E695}"/>
                  </a:ext>
                </a:extLst>
              </p:cNvPr>
              <p:cNvSpPr/>
              <p:nvPr/>
            </p:nvSpPr>
            <p:spPr>
              <a:xfrm>
                <a:off x="561363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g999">
                <a:extLst>
                  <a:ext uri="{FF2B5EF4-FFF2-40B4-BE49-F238E27FC236}">
                    <a16:creationId xmlns:a16="http://schemas.microsoft.com/office/drawing/2014/main" id="{CE438F13-CD1E-D99C-FC9E-069896FC7633}"/>
                  </a:ext>
                </a:extLst>
              </p:cNvPr>
              <p:cNvSpPr/>
              <p:nvPr/>
            </p:nvSpPr>
            <p:spPr>
              <a:xfrm>
                <a:off x="562527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g1000">
                <a:extLst>
                  <a:ext uri="{FF2B5EF4-FFF2-40B4-BE49-F238E27FC236}">
                    <a16:creationId xmlns:a16="http://schemas.microsoft.com/office/drawing/2014/main" id="{7C5BE08F-610D-69D1-3470-E43B0DD536BE}"/>
                  </a:ext>
                </a:extLst>
              </p:cNvPr>
              <p:cNvSpPr/>
              <p:nvPr/>
            </p:nvSpPr>
            <p:spPr>
              <a:xfrm>
                <a:off x="5636912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g1001">
                <a:extLst>
                  <a:ext uri="{FF2B5EF4-FFF2-40B4-BE49-F238E27FC236}">
                    <a16:creationId xmlns:a16="http://schemas.microsoft.com/office/drawing/2014/main" id="{892A8F20-9663-BAEB-69AC-FFAD30BF6DE7}"/>
                  </a:ext>
                </a:extLst>
              </p:cNvPr>
              <p:cNvSpPr/>
              <p:nvPr/>
            </p:nvSpPr>
            <p:spPr>
              <a:xfrm>
                <a:off x="564854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g1002">
                <a:extLst>
                  <a:ext uri="{FF2B5EF4-FFF2-40B4-BE49-F238E27FC236}">
                    <a16:creationId xmlns:a16="http://schemas.microsoft.com/office/drawing/2014/main" id="{F50A6DB9-E7AF-5E0A-F945-D20F184C36DC}"/>
                  </a:ext>
                </a:extLst>
              </p:cNvPr>
              <p:cNvSpPr/>
              <p:nvPr/>
            </p:nvSpPr>
            <p:spPr>
              <a:xfrm>
                <a:off x="566018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g1003">
                <a:extLst>
                  <a:ext uri="{FF2B5EF4-FFF2-40B4-BE49-F238E27FC236}">
                    <a16:creationId xmlns:a16="http://schemas.microsoft.com/office/drawing/2014/main" id="{4B6B7851-8284-5399-8220-2C1794858965}"/>
                  </a:ext>
                </a:extLst>
              </p:cNvPr>
              <p:cNvSpPr/>
              <p:nvPr/>
            </p:nvSpPr>
            <p:spPr>
              <a:xfrm>
                <a:off x="5671824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g1004">
                <a:extLst>
                  <a:ext uri="{FF2B5EF4-FFF2-40B4-BE49-F238E27FC236}">
                    <a16:creationId xmlns:a16="http://schemas.microsoft.com/office/drawing/2014/main" id="{61F29F35-EF16-EF41-1B66-D93C00AA44B0}"/>
                  </a:ext>
                </a:extLst>
              </p:cNvPr>
              <p:cNvSpPr/>
              <p:nvPr/>
            </p:nvSpPr>
            <p:spPr>
              <a:xfrm>
                <a:off x="568346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g1005">
                <a:extLst>
                  <a:ext uri="{FF2B5EF4-FFF2-40B4-BE49-F238E27FC236}">
                    <a16:creationId xmlns:a16="http://schemas.microsoft.com/office/drawing/2014/main" id="{4242B459-A89B-1D1A-8C98-8A23C43A2D99}"/>
                  </a:ext>
                </a:extLst>
              </p:cNvPr>
              <p:cNvSpPr/>
              <p:nvPr/>
            </p:nvSpPr>
            <p:spPr>
              <a:xfrm>
                <a:off x="570673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g1006">
                <a:extLst>
                  <a:ext uri="{FF2B5EF4-FFF2-40B4-BE49-F238E27FC236}">
                    <a16:creationId xmlns:a16="http://schemas.microsoft.com/office/drawing/2014/main" id="{A42706D5-47D5-2D2F-07D1-C3C9D4947B4B}"/>
                  </a:ext>
                </a:extLst>
              </p:cNvPr>
              <p:cNvSpPr/>
              <p:nvPr/>
            </p:nvSpPr>
            <p:spPr>
              <a:xfrm>
                <a:off x="571837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g1007">
                <a:extLst>
                  <a:ext uri="{FF2B5EF4-FFF2-40B4-BE49-F238E27FC236}">
                    <a16:creationId xmlns:a16="http://schemas.microsoft.com/office/drawing/2014/main" id="{5218578B-0DE8-5B78-4E64-E0485441E9F1}"/>
                  </a:ext>
                </a:extLst>
              </p:cNvPr>
              <p:cNvSpPr/>
              <p:nvPr/>
            </p:nvSpPr>
            <p:spPr>
              <a:xfrm>
                <a:off x="533434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g1008">
                <a:extLst>
                  <a:ext uri="{FF2B5EF4-FFF2-40B4-BE49-F238E27FC236}">
                    <a16:creationId xmlns:a16="http://schemas.microsoft.com/office/drawing/2014/main" id="{220ED2B6-F250-496A-E9E3-4C4FAD4C602F}"/>
                  </a:ext>
                </a:extLst>
              </p:cNvPr>
              <p:cNvSpPr/>
              <p:nvPr/>
            </p:nvSpPr>
            <p:spPr>
              <a:xfrm>
                <a:off x="534597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g1009">
                <a:extLst>
                  <a:ext uri="{FF2B5EF4-FFF2-40B4-BE49-F238E27FC236}">
                    <a16:creationId xmlns:a16="http://schemas.microsoft.com/office/drawing/2014/main" id="{0E8C8B20-C198-9AAD-A559-7799B408C606}"/>
                  </a:ext>
                </a:extLst>
              </p:cNvPr>
              <p:cNvSpPr/>
              <p:nvPr/>
            </p:nvSpPr>
            <p:spPr>
              <a:xfrm>
                <a:off x="5357616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g1010">
                <a:extLst>
                  <a:ext uri="{FF2B5EF4-FFF2-40B4-BE49-F238E27FC236}">
                    <a16:creationId xmlns:a16="http://schemas.microsoft.com/office/drawing/2014/main" id="{4A3F6CC2-89B3-9786-9469-55A8DC1CEFC1}"/>
                  </a:ext>
                </a:extLst>
              </p:cNvPr>
              <p:cNvSpPr/>
              <p:nvPr/>
            </p:nvSpPr>
            <p:spPr>
              <a:xfrm>
                <a:off x="536925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g1011">
                <a:extLst>
                  <a:ext uri="{FF2B5EF4-FFF2-40B4-BE49-F238E27FC236}">
                    <a16:creationId xmlns:a16="http://schemas.microsoft.com/office/drawing/2014/main" id="{107803A5-B9B8-5DB4-5868-8B1AA532DD29}"/>
                  </a:ext>
                </a:extLst>
              </p:cNvPr>
              <p:cNvSpPr/>
              <p:nvPr/>
            </p:nvSpPr>
            <p:spPr>
              <a:xfrm>
                <a:off x="538089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g1012">
                <a:extLst>
                  <a:ext uri="{FF2B5EF4-FFF2-40B4-BE49-F238E27FC236}">
                    <a16:creationId xmlns:a16="http://schemas.microsoft.com/office/drawing/2014/main" id="{EBA64D8C-B1E5-7FB5-74DA-D70428E5E7D7}"/>
                  </a:ext>
                </a:extLst>
              </p:cNvPr>
              <p:cNvSpPr/>
              <p:nvPr/>
            </p:nvSpPr>
            <p:spPr>
              <a:xfrm>
                <a:off x="5392528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g1013">
                <a:extLst>
                  <a:ext uri="{FF2B5EF4-FFF2-40B4-BE49-F238E27FC236}">
                    <a16:creationId xmlns:a16="http://schemas.microsoft.com/office/drawing/2014/main" id="{AF1B4482-2D25-CE94-5670-4A85B7397A1D}"/>
                  </a:ext>
                </a:extLst>
              </p:cNvPr>
              <p:cNvSpPr/>
              <p:nvPr/>
            </p:nvSpPr>
            <p:spPr>
              <a:xfrm>
                <a:off x="540416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g1014">
                <a:extLst>
                  <a:ext uri="{FF2B5EF4-FFF2-40B4-BE49-F238E27FC236}">
                    <a16:creationId xmlns:a16="http://schemas.microsoft.com/office/drawing/2014/main" id="{4547B1DE-48C9-FD7D-6ABD-4305D0FC87C4}"/>
                  </a:ext>
                </a:extLst>
              </p:cNvPr>
              <p:cNvSpPr/>
              <p:nvPr/>
            </p:nvSpPr>
            <p:spPr>
              <a:xfrm>
                <a:off x="541580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g1015">
                <a:extLst>
                  <a:ext uri="{FF2B5EF4-FFF2-40B4-BE49-F238E27FC236}">
                    <a16:creationId xmlns:a16="http://schemas.microsoft.com/office/drawing/2014/main" id="{CBF1AFA9-EE3F-F6FC-8A18-9AAD46F332DF}"/>
                  </a:ext>
                </a:extLst>
              </p:cNvPr>
              <p:cNvSpPr/>
              <p:nvPr/>
            </p:nvSpPr>
            <p:spPr>
              <a:xfrm>
                <a:off x="5427440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g1016">
                <a:extLst>
                  <a:ext uri="{FF2B5EF4-FFF2-40B4-BE49-F238E27FC236}">
                    <a16:creationId xmlns:a16="http://schemas.microsoft.com/office/drawing/2014/main" id="{E714574E-D5D0-09EC-F328-5866383A012D}"/>
                  </a:ext>
                </a:extLst>
              </p:cNvPr>
              <p:cNvSpPr/>
              <p:nvPr/>
            </p:nvSpPr>
            <p:spPr>
              <a:xfrm>
                <a:off x="543907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g1017">
                <a:extLst>
                  <a:ext uri="{FF2B5EF4-FFF2-40B4-BE49-F238E27FC236}">
                    <a16:creationId xmlns:a16="http://schemas.microsoft.com/office/drawing/2014/main" id="{DBE2227D-C2F0-8F67-083F-FFBD7EC2D8B6}"/>
                  </a:ext>
                </a:extLst>
              </p:cNvPr>
              <p:cNvSpPr/>
              <p:nvPr/>
            </p:nvSpPr>
            <p:spPr>
              <a:xfrm>
                <a:off x="545071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g1018">
                <a:extLst>
                  <a:ext uri="{FF2B5EF4-FFF2-40B4-BE49-F238E27FC236}">
                    <a16:creationId xmlns:a16="http://schemas.microsoft.com/office/drawing/2014/main" id="{8460005F-CF2F-CF68-D310-2745BD6A4D86}"/>
                  </a:ext>
                </a:extLst>
              </p:cNvPr>
              <p:cNvSpPr/>
              <p:nvPr/>
            </p:nvSpPr>
            <p:spPr>
              <a:xfrm>
                <a:off x="5462352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g1019">
                <a:extLst>
                  <a:ext uri="{FF2B5EF4-FFF2-40B4-BE49-F238E27FC236}">
                    <a16:creationId xmlns:a16="http://schemas.microsoft.com/office/drawing/2014/main" id="{ABC70695-1858-684D-3778-FAA7EC9104C2}"/>
                  </a:ext>
                </a:extLst>
              </p:cNvPr>
              <p:cNvSpPr/>
              <p:nvPr/>
            </p:nvSpPr>
            <p:spPr>
              <a:xfrm>
                <a:off x="547398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g1020">
                <a:extLst>
                  <a:ext uri="{FF2B5EF4-FFF2-40B4-BE49-F238E27FC236}">
                    <a16:creationId xmlns:a16="http://schemas.microsoft.com/office/drawing/2014/main" id="{DC6F46AE-0B82-01A8-C518-E8D85249E997}"/>
                  </a:ext>
                </a:extLst>
              </p:cNvPr>
              <p:cNvSpPr/>
              <p:nvPr/>
            </p:nvSpPr>
            <p:spPr>
              <a:xfrm>
                <a:off x="548562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g1021">
                <a:extLst>
                  <a:ext uri="{FF2B5EF4-FFF2-40B4-BE49-F238E27FC236}">
                    <a16:creationId xmlns:a16="http://schemas.microsoft.com/office/drawing/2014/main" id="{C0BBE10E-61EF-9CC2-15E5-D2CF7AA771FE}"/>
                  </a:ext>
                </a:extLst>
              </p:cNvPr>
              <p:cNvSpPr/>
              <p:nvPr/>
            </p:nvSpPr>
            <p:spPr>
              <a:xfrm>
                <a:off x="5497264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g1022">
                <a:extLst>
                  <a:ext uri="{FF2B5EF4-FFF2-40B4-BE49-F238E27FC236}">
                    <a16:creationId xmlns:a16="http://schemas.microsoft.com/office/drawing/2014/main" id="{05987F75-D86E-3491-8F23-F6F0D5524068}"/>
                  </a:ext>
                </a:extLst>
              </p:cNvPr>
              <p:cNvSpPr/>
              <p:nvPr/>
            </p:nvSpPr>
            <p:spPr>
              <a:xfrm>
                <a:off x="550890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g1023">
                <a:extLst>
                  <a:ext uri="{FF2B5EF4-FFF2-40B4-BE49-F238E27FC236}">
                    <a16:creationId xmlns:a16="http://schemas.microsoft.com/office/drawing/2014/main" id="{272F0517-9994-EC3B-1F3C-581FEA57398A}"/>
                  </a:ext>
                </a:extLst>
              </p:cNvPr>
              <p:cNvSpPr/>
              <p:nvPr/>
            </p:nvSpPr>
            <p:spPr>
              <a:xfrm>
                <a:off x="552053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g1024">
                <a:extLst>
                  <a:ext uri="{FF2B5EF4-FFF2-40B4-BE49-F238E27FC236}">
                    <a16:creationId xmlns:a16="http://schemas.microsoft.com/office/drawing/2014/main" id="{9B886E85-501E-4894-6E08-366F5B16F1E2}"/>
                  </a:ext>
                </a:extLst>
              </p:cNvPr>
              <p:cNvSpPr/>
              <p:nvPr/>
            </p:nvSpPr>
            <p:spPr>
              <a:xfrm>
                <a:off x="5532176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g1025">
                <a:extLst>
                  <a:ext uri="{FF2B5EF4-FFF2-40B4-BE49-F238E27FC236}">
                    <a16:creationId xmlns:a16="http://schemas.microsoft.com/office/drawing/2014/main" id="{33AE0022-7659-068D-A8B2-33957EBC0757}"/>
                  </a:ext>
                </a:extLst>
              </p:cNvPr>
              <p:cNvSpPr/>
              <p:nvPr/>
            </p:nvSpPr>
            <p:spPr>
              <a:xfrm>
                <a:off x="554381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g1026">
                <a:extLst>
                  <a:ext uri="{FF2B5EF4-FFF2-40B4-BE49-F238E27FC236}">
                    <a16:creationId xmlns:a16="http://schemas.microsoft.com/office/drawing/2014/main" id="{407F5075-8CC3-7BD8-2EC4-A518E145FF38}"/>
                  </a:ext>
                </a:extLst>
              </p:cNvPr>
              <p:cNvSpPr/>
              <p:nvPr/>
            </p:nvSpPr>
            <p:spPr>
              <a:xfrm>
                <a:off x="555545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g1027">
                <a:extLst>
                  <a:ext uri="{FF2B5EF4-FFF2-40B4-BE49-F238E27FC236}">
                    <a16:creationId xmlns:a16="http://schemas.microsoft.com/office/drawing/2014/main" id="{CCE1FE1F-4E17-C1C4-0E85-BB06C5AF58CF}"/>
                  </a:ext>
                </a:extLst>
              </p:cNvPr>
              <p:cNvSpPr/>
              <p:nvPr/>
            </p:nvSpPr>
            <p:spPr>
              <a:xfrm>
                <a:off x="5567088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g1028">
                <a:extLst>
                  <a:ext uri="{FF2B5EF4-FFF2-40B4-BE49-F238E27FC236}">
                    <a16:creationId xmlns:a16="http://schemas.microsoft.com/office/drawing/2014/main" id="{59DB1AC2-22E9-AFDB-530D-EA119FA9A300}"/>
                  </a:ext>
                </a:extLst>
              </p:cNvPr>
              <p:cNvSpPr/>
              <p:nvPr/>
            </p:nvSpPr>
            <p:spPr>
              <a:xfrm>
                <a:off x="557872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g1029">
                <a:extLst>
                  <a:ext uri="{FF2B5EF4-FFF2-40B4-BE49-F238E27FC236}">
                    <a16:creationId xmlns:a16="http://schemas.microsoft.com/office/drawing/2014/main" id="{5DFC193C-5F8F-8C46-0119-53EDAB764B37}"/>
                  </a:ext>
                </a:extLst>
              </p:cNvPr>
              <p:cNvSpPr/>
              <p:nvPr/>
            </p:nvSpPr>
            <p:spPr>
              <a:xfrm>
                <a:off x="559036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g1030">
                <a:extLst>
                  <a:ext uri="{FF2B5EF4-FFF2-40B4-BE49-F238E27FC236}">
                    <a16:creationId xmlns:a16="http://schemas.microsoft.com/office/drawing/2014/main" id="{21FFFAC0-7F05-8FB4-469F-47959556A2C1}"/>
                  </a:ext>
                </a:extLst>
              </p:cNvPr>
              <p:cNvSpPr/>
              <p:nvPr/>
            </p:nvSpPr>
            <p:spPr>
              <a:xfrm>
                <a:off x="5602000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g1031">
                <a:extLst>
                  <a:ext uri="{FF2B5EF4-FFF2-40B4-BE49-F238E27FC236}">
                    <a16:creationId xmlns:a16="http://schemas.microsoft.com/office/drawing/2014/main" id="{E364CDC6-7AC1-E0EA-D4E7-5E68E9116C4A}"/>
                  </a:ext>
                </a:extLst>
              </p:cNvPr>
              <p:cNvSpPr/>
              <p:nvPr/>
            </p:nvSpPr>
            <p:spPr>
              <a:xfrm>
                <a:off x="561363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g1032">
                <a:extLst>
                  <a:ext uri="{FF2B5EF4-FFF2-40B4-BE49-F238E27FC236}">
                    <a16:creationId xmlns:a16="http://schemas.microsoft.com/office/drawing/2014/main" id="{565D7FEC-581F-56BB-E2E3-A763EBC2C0F1}"/>
                  </a:ext>
                </a:extLst>
              </p:cNvPr>
              <p:cNvSpPr/>
              <p:nvPr/>
            </p:nvSpPr>
            <p:spPr>
              <a:xfrm>
                <a:off x="562527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g1033">
                <a:extLst>
                  <a:ext uri="{FF2B5EF4-FFF2-40B4-BE49-F238E27FC236}">
                    <a16:creationId xmlns:a16="http://schemas.microsoft.com/office/drawing/2014/main" id="{63962956-70CB-A02D-B03B-06D1DA9EC605}"/>
                  </a:ext>
                </a:extLst>
              </p:cNvPr>
              <p:cNvSpPr/>
              <p:nvPr/>
            </p:nvSpPr>
            <p:spPr>
              <a:xfrm>
                <a:off x="5636912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g1034">
                <a:extLst>
                  <a:ext uri="{FF2B5EF4-FFF2-40B4-BE49-F238E27FC236}">
                    <a16:creationId xmlns:a16="http://schemas.microsoft.com/office/drawing/2014/main" id="{9A61B486-9535-B96D-F09B-6F989B4AFFCE}"/>
                  </a:ext>
                </a:extLst>
              </p:cNvPr>
              <p:cNvSpPr/>
              <p:nvPr/>
            </p:nvSpPr>
            <p:spPr>
              <a:xfrm>
                <a:off x="534597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g1035">
                <a:extLst>
                  <a:ext uri="{FF2B5EF4-FFF2-40B4-BE49-F238E27FC236}">
                    <a16:creationId xmlns:a16="http://schemas.microsoft.com/office/drawing/2014/main" id="{DFA97FE1-B6BB-7D23-ED45-0C5901F50B4B}"/>
                  </a:ext>
                </a:extLst>
              </p:cNvPr>
              <p:cNvSpPr/>
              <p:nvPr/>
            </p:nvSpPr>
            <p:spPr>
              <a:xfrm>
                <a:off x="5357616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g1036">
                <a:extLst>
                  <a:ext uri="{FF2B5EF4-FFF2-40B4-BE49-F238E27FC236}">
                    <a16:creationId xmlns:a16="http://schemas.microsoft.com/office/drawing/2014/main" id="{FA275D5A-DA69-F774-E9EC-05ED79AC9BBA}"/>
                  </a:ext>
                </a:extLst>
              </p:cNvPr>
              <p:cNvSpPr/>
              <p:nvPr/>
            </p:nvSpPr>
            <p:spPr>
              <a:xfrm>
                <a:off x="536925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g1037">
                <a:extLst>
                  <a:ext uri="{FF2B5EF4-FFF2-40B4-BE49-F238E27FC236}">
                    <a16:creationId xmlns:a16="http://schemas.microsoft.com/office/drawing/2014/main" id="{CB4B4283-FA93-1C54-AE4F-D2B9CA0C4053}"/>
                  </a:ext>
                </a:extLst>
              </p:cNvPr>
              <p:cNvSpPr/>
              <p:nvPr/>
            </p:nvSpPr>
            <p:spPr>
              <a:xfrm>
                <a:off x="538089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g1038">
                <a:extLst>
                  <a:ext uri="{FF2B5EF4-FFF2-40B4-BE49-F238E27FC236}">
                    <a16:creationId xmlns:a16="http://schemas.microsoft.com/office/drawing/2014/main" id="{503B9C9B-0A96-4E1B-122C-68242A51AA49}"/>
                  </a:ext>
                </a:extLst>
              </p:cNvPr>
              <p:cNvSpPr/>
              <p:nvPr/>
            </p:nvSpPr>
            <p:spPr>
              <a:xfrm>
                <a:off x="5392528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g1039">
                <a:extLst>
                  <a:ext uri="{FF2B5EF4-FFF2-40B4-BE49-F238E27FC236}">
                    <a16:creationId xmlns:a16="http://schemas.microsoft.com/office/drawing/2014/main" id="{11453FFA-BD21-E0F4-14FE-30E127118F8C}"/>
                  </a:ext>
                </a:extLst>
              </p:cNvPr>
              <p:cNvSpPr/>
              <p:nvPr/>
            </p:nvSpPr>
            <p:spPr>
              <a:xfrm>
                <a:off x="5404165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g1040">
                <a:extLst>
                  <a:ext uri="{FF2B5EF4-FFF2-40B4-BE49-F238E27FC236}">
                    <a16:creationId xmlns:a16="http://schemas.microsoft.com/office/drawing/2014/main" id="{5E7AD7A0-2386-EAAD-9D66-BD0D7A53C2F7}"/>
                  </a:ext>
                </a:extLst>
              </p:cNvPr>
              <p:cNvSpPr/>
              <p:nvPr/>
            </p:nvSpPr>
            <p:spPr>
              <a:xfrm>
                <a:off x="541580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g1041">
                <a:extLst>
                  <a:ext uri="{FF2B5EF4-FFF2-40B4-BE49-F238E27FC236}">
                    <a16:creationId xmlns:a16="http://schemas.microsoft.com/office/drawing/2014/main" id="{C0717F0D-4342-DCA6-41A3-B8399ED0E69C}"/>
                  </a:ext>
                </a:extLst>
              </p:cNvPr>
              <p:cNvSpPr/>
              <p:nvPr/>
            </p:nvSpPr>
            <p:spPr>
              <a:xfrm>
                <a:off x="5427440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g1042">
                <a:extLst>
                  <a:ext uri="{FF2B5EF4-FFF2-40B4-BE49-F238E27FC236}">
                    <a16:creationId xmlns:a16="http://schemas.microsoft.com/office/drawing/2014/main" id="{299DCB31-5BD3-BE2A-8B1F-3A0B4D08FFA2}"/>
                  </a:ext>
                </a:extLst>
              </p:cNvPr>
              <p:cNvSpPr/>
              <p:nvPr/>
            </p:nvSpPr>
            <p:spPr>
              <a:xfrm>
                <a:off x="5439077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g1043">
                <a:extLst>
                  <a:ext uri="{FF2B5EF4-FFF2-40B4-BE49-F238E27FC236}">
                    <a16:creationId xmlns:a16="http://schemas.microsoft.com/office/drawing/2014/main" id="{DBB59555-9CAE-71FF-58A4-0AB1CA03CAAB}"/>
                  </a:ext>
                </a:extLst>
              </p:cNvPr>
              <p:cNvSpPr/>
              <p:nvPr/>
            </p:nvSpPr>
            <p:spPr>
              <a:xfrm>
                <a:off x="5450715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g1044">
                <a:extLst>
                  <a:ext uri="{FF2B5EF4-FFF2-40B4-BE49-F238E27FC236}">
                    <a16:creationId xmlns:a16="http://schemas.microsoft.com/office/drawing/2014/main" id="{45896A90-D256-0992-21B6-FF220BB68485}"/>
                  </a:ext>
                </a:extLst>
              </p:cNvPr>
              <p:cNvSpPr/>
              <p:nvPr/>
            </p:nvSpPr>
            <p:spPr>
              <a:xfrm>
                <a:off x="5462352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g1045">
                <a:extLst>
                  <a:ext uri="{FF2B5EF4-FFF2-40B4-BE49-F238E27FC236}">
                    <a16:creationId xmlns:a16="http://schemas.microsoft.com/office/drawing/2014/main" id="{2EDA8B04-7117-65D5-BF3C-A1525DBBA8B0}"/>
                  </a:ext>
                </a:extLst>
              </p:cNvPr>
              <p:cNvSpPr/>
              <p:nvPr/>
            </p:nvSpPr>
            <p:spPr>
              <a:xfrm>
                <a:off x="547398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g1046">
                <a:extLst>
                  <a:ext uri="{FF2B5EF4-FFF2-40B4-BE49-F238E27FC236}">
                    <a16:creationId xmlns:a16="http://schemas.microsoft.com/office/drawing/2014/main" id="{2370E1F7-A9FF-D761-49CF-C1A900D9EFEE}"/>
                  </a:ext>
                </a:extLst>
              </p:cNvPr>
              <p:cNvSpPr/>
              <p:nvPr/>
            </p:nvSpPr>
            <p:spPr>
              <a:xfrm>
                <a:off x="5485627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g1047">
                <a:extLst>
                  <a:ext uri="{FF2B5EF4-FFF2-40B4-BE49-F238E27FC236}">
                    <a16:creationId xmlns:a16="http://schemas.microsoft.com/office/drawing/2014/main" id="{73F352A2-8D06-DE6E-48BE-CBE26C6AE78E}"/>
                  </a:ext>
                </a:extLst>
              </p:cNvPr>
              <p:cNvSpPr/>
              <p:nvPr/>
            </p:nvSpPr>
            <p:spPr>
              <a:xfrm>
                <a:off x="5497264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g1048">
                <a:extLst>
                  <a:ext uri="{FF2B5EF4-FFF2-40B4-BE49-F238E27FC236}">
                    <a16:creationId xmlns:a16="http://schemas.microsoft.com/office/drawing/2014/main" id="{FB27379C-E4AD-CC7B-22F7-624DAE4FA568}"/>
                  </a:ext>
                </a:extLst>
              </p:cNvPr>
              <p:cNvSpPr/>
              <p:nvPr/>
            </p:nvSpPr>
            <p:spPr>
              <a:xfrm>
                <a:off x="550890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g1049">
                <a:extLst>
                  <a:ext uri="{FF2B5EF4-FFF2-40B4-BE49-F238E27FC236}">
                    <a16:creationId xmlns:a16="http://schemas.microsoft.com/office/drawing/2014/main" id="{DB3F5D43-C9DE-861B-DE49-1FF26759C314}"/>
                  </a:ext>
                </a:extLst>
              </p:cNvPr>
              <p:cNvSpPr/>
              <p:nvPr/>
            </p:nvSpPr>
            <p:spPr>
              <a:xfrm>
                <a:off x="552053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g1050">
                <a:extLst>
                  <a:ext uri="{FF2B5EF4-FFF2-40B4-BE49-F238E27FC236}">
                    <a16:creationId xmlns:a16="http://schemas.microsoft.com/office/drawing/2014/main" id="{FA58192C-FCE1-0D30-E417-6480FD1FB46E}"/>
                  </a:ext>
                </a:extLst>
              </p:cNvPr>
              <p:cNvSpPr/>
              <p:nvPr/>
            </p:nvSpPr>
            <p:spPr>
              <a:xfrm>
                <a:off x="5532176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g1051">
                <a:extLst>
                  <a:ext uri="{FF2B5EF4-FFF2-40B4-BE49-F238E27FC236}">
                    <a16:creationId xmlns:a16="http://schemas.microsoft.com/office/drawing/2014/main" id="{45DCC5F9-ECC5-A950-4949-D90B3FD090DD}"/>
                  </a:ext>
                </a:extLst>
              </p:cNvPr>
              <p:cNvSpPr/>
              <p:nvPr/>
            </p:nvSpPr>
            <p:spPr>
              <a:xfrm>
                <a:off x="554381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g1052">
                <a:extLst>
                  <a:ext uri="{FF2B5EF4-FFF2-40B4-BE49-F238E27FC236}">
                    <a16:creationId xmlns:a16="http://schemas.microsoft.com/office/drawing/2014/main" id="{097BDDD4-A155-0301-6495-8F5FC7483A70}"/>
                  </a:ext>
                </a:extLst>
              </p:cNvPr>
              <p:cNvSpPr/>
              <p:nvPr/>
            </p:nvSpPr>
            <p:spPr>
              <a:xfrm>
                <a:off x="555545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g1053">
                <a:extLst>
                  <a:ext uri="{FF2B5EF4-FFF2-40B4-BE49-F238E27FC236}">
                    <a16:creationId xmlns:a16="http://schemas.microsoft.com/office/drawing/2014/main" id="{34002F13-C97E-DB46-0CAA-C4179A46555D}"/>
                  </a:ext>
                </a:extLst>
              </p:cNvPr>
              <p:cNvSpPr/>
              <p:nvPr/>
            </p:nvSpPr>
            <p:spPr>
              <a:xfrm>
                <a:off x="5567088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g1054">
                <a:extLst>
                  <a:ext uri="{FF2B5EF4-FFF2-40B4-BE49-F238E27FC236}">
                    <a16:creationId xmlns:a16="http://schemas.microsoft.com/office/drawing/2014/main" id="{6808D46F-A6AF-579A-E184-B5AD5BAFB004}"/>
                  </a:ext>
                </a:extLst>
              </p:cNvPr>
              <p:cNvSpPr/>
              <p:nvPr/>
            </p:nvSpPr>
            <p:spPr>
              <a:xfrm>
                <a:off x="559036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g1055">
                <a:extLst>
                  <a:ext uri="{FF2B5EF4-FFF2-40B4-BE49-F238E27FC236}">
                    <a16:creationId xmlns:a16="http://schemas.microsoft.com/office/drawing/2014/main" id="{882B5848-1F4D-61F2-F09A-1E0D1168C425}"/>
                  </a:ext>
                </a:extLst>
              </p:cNvPr>
              <p:cNvSpPr/>
              <p:nvPr/>
            </p:nvSpPr>
            <p:spPr>
              <a:xfrm>
                <a:off x="5345979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g1056">
                <a:extLst>
                  <a:ext uri="{FF2B5EF4-FFF2-40B4-BE49-F238E27FC236}">
                    <a16:creationId xmlns:a16="http://schemas.microsoft.com/office/drawing/2014/main" id="{628AF2E8-36C8-AC11-6BBD-A9BD469C9B0A}"/>
                  </a:ext>
                </a:extLst>
              </p:cNvPr>
              <p:cNvSpPr/>
              <p:nvPr/>
            </p:nvSpPr>
            <p:spPr>
              <a:xfrm>
                <a:off x="5357616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g1057">
                <a:extLst>
                  <a:ext uri="{FF2B5EF4-FFF2-40B4-BE49-F238E27FC236}">
                    <a16:creationId xmlns:a16="http://schemas.microsoft.com/office/drawing/2014/main" id="{909A860F-1305-20BA-DDCD-2D1E8B52C15E}"/>
                  </a:ext>
                </a:extLst>
              </p:cNvPr>
              <p:cNvSpPr/>
              <p:nvPr/>
            </p:nvSpPr>
            <p:spPr>
              <a:xfrm>
                <a:off x="5369253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g1058">
                <a:extLst>
                  <a:ext uri="{FF2B5EF4-FFF2-40B4-BE49-F238E27FC236}">
                    <a16:creationId xmlns:a16="http://schemas.microsoft.com/office/drawing/2014/main" id="{6777C394-F774-192D-9354-060C83663AB4}"/>
                  </a:ext>
                </a:extLst>
              </p:cNvPr>
              <p:cNvSpPr/>
              <p:nvPr/>
            </p:nvSpPr>
            <p:spPr>
              <a:xfrm>
                <a:off x="5380891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g1059">
                <a:extLst>
                  <a:ext uri="{FF2B5EF4-FFF2-40B4-BE49-F238E27FC236}">
                    <a16:creationId xmlns:a16="http://schemas.microsoft.com/office/drawing/2014/main" id="{C9DE5B1C-9324-4957-E7D5-B83548D9F996}"/>
                  </a:ext>
                </a:extLst>
              </p:cNvPr>
              <p:cNvSpPr/>
              <p:nvPr/>
            </p:nvSpPr>
            <p:spPr>
              <a:xfrm>
                <a:off x="5392528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g1060">
                <a:extLst>
                  <a:ext uri="{FF2B5EF4-FFF2-40B4-BE49-F238E27FC236}">
                    <a16:creationId xmlns:a16="http://schemas.microsoft.com/office/drawing/2014/main" id="{5DA25CDE-46E1-AD58-6C1B-41AED5854468}"/>
                  </a:ext>
                </a:extLst>
              </p:cNvPr>
              <p:cNvSpPr/>
              <p:nvPr/>
            </p:nvSpPr>
            <p:spPr>
              <a:xfrm>
                <a:off x="5404165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g1061">
                <a:extLst>
                  <a:ext uri="{FF2B5EF4-FFF2-40B4-BE49-F238E27FC236}">
                    <a16:creationId xmlns:a16="http://schemas.microsoft.com/office/drawing/2014/main" id="{3C8AEA23-3D44-83B7-29E5-3ACD21B19F4F}"/>
                  </a:ext>
                </a:extLst>
              </p:cNvPr>
              <p:cNvSpPr/>
              <p:nvPr/>
            </p:nvSpPr>
            <p:spPr>
              <a:xfrm>
                <a:off x="5415803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g1062">
                <a:extLst>
                  <a:ext uri="{FF2B5EF4-FFF2-40B4-BE49-F238E27FC236}">
                    <a16:creationId xmlns:a16="http://schemas.microsoft.com/office/drawing/2014/main" id="{62F54656-FB7A-CBCB-731D-B73E98C7982B}"/>
                  </a:ext>
                </a:extLst>
              </p:cNvPr>
              <p:cNvSpPr/>
              <p:nvPr/>
            </p:nvSpPr>
            <p:spPr>
              <a:xfrm>
                <a:off x="5427440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g1063">
                <a:extLst>
                  <a:ext uri="{FF2B5EF4-FFF2-40B4-BE49-F238E27FC236}">
                    <a16:creationId xmlns:a16="http://schemas.microsoft.com/office/drawing/2014/main" id="{CF99397D-F1FB-DE35-8776-713BDB7C95CB}"/>
                  </a:ext>
                </a:extLst>
              </p:cNvPr>
              <p:cNvSpPr/>
              <p:nvPr/>
            </p:nvSpPr>
            <p:spPr>
              <a:xfrm>
                <a:off x="5439077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DAB">
                  <a:alpha val="100000"/>
                </a:srgbClr>
              </a:solidFill>
              <a:ln w="5420" cap="flat">
                <a:solidFill>
                  <a:srgbClr val="54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g1064">
                <a:extLst>
                  <a:ext uri="{FF2B5EF4-FFF2-40B4-BE49-F238E27FC236}">
                    <a16:creationId xmlns:a16="http://schemas.microsoft.com/office/drawing/2014/main" id="{190761DF-1CA2-F446-8B99-F40172AE3F8A}"/>
                  </a:ext>
                </a:extLst>
              </p:cNvPr>
              <p:cNvSpPr/>
              <p:nvPr/>
            </p:nvSpPr>
            <p:spPr>
              <a:xfrm>
                <a:off x="5450715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g1065">
                <a:extLst>
                  <a:ext uri="{FF2B5EF4-FFF2-40B4-BE49-F238E27FC236}">
                    <a16:creationId xmlns:a16="http://schemas.microsoft.com/office/drawing/2014/main" id="{D9F6CB58-AB86-6001-D887-A9B7EED9876F}"/>
                  </a:ext>
                </a:extLst>
              </p:cNvPr>
              <p:cNvSpPr/>
              <p:nvPr/>
            </p:nvSpPr>
            <p:spPr>
              <a:xfrm>
                <a:off x="5462352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g1066">
                <a:extLst>
                  <a:ext uri="{FF2B5EF4-FFF2-40B4-BE49-F238E27FC236}">
                    <a16:creationId xmlns:a16="http://schemas.microsoft.com/office/drawing/2014/main" id="{9BBEA6D9-3A1D-4824-1AE7-912C6FCE4A73}"/>
                  </a:ext>
                </a:extLst>
              </p:cNvPr>
              <p:cNvSpPr/>
              <p:nvPr/>
            </p:nvSpPr>
            <p:spPr>
              <a:xfrm>
                <a:off x="5334341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g1067">
                <a:extLst>
                  <a:ext uri="{FF2B5EF4-FFF2-40B4-BE49-F238E27FC236}">
                    <a16:creationId xmlns:a16="http://schemas.microsoft.com/office/drawing/2014/main" id="{CCF3940E-B34D-E518-183D-33E22AB2A44E}"/>
                  </a:ext>
                </a:extLst>
              </p:cNvPr>
              <p:cNvSpPr/>
              <p:nvPr/>
            </p:nvSpPr>
            <p:spPr>
              <a:xfrm>
                <a:off x="5345979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g1068">
                <a:extLst>
                  <a:ext uri="{FF2B5EF4-FFF2-40B4-BE49-F238E27FC236}">
                    <a16:creationId xmlns:a16="http://schemas.microsoft.com/office/drawing/2014/main" id="{1C432047-26E8-4971-017F-17247962C122}"/>
                  </a:ext>
                </a:extLst>
              </p:cNvPr>
              <p:cNvSpPr/>
              <p:nvPr/>
            </p:nvSpPr>
            <p:spPr>
              <a:xfrm>
                <a:off x="5357616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g1069">
                <a:extLst>
                  <a:ext uri="{FF2B5EF4-FFF2-40B4-BE49-F238E27FC236}">
                    <a16:creationId xmlns:a16="http://schemas.microsoft.com/office/drawing/2014/main" id="{FBE191CE-D5B8-BCC1-5939-B7D5E589F04A}"/>
                  </a:ext>
                </a:extLst>
              </p:cNvPr>
              <p:cNvSpPr/>
              <p:nvPr/>
            </p:nvSpPr>
            <p:spPr>
              <a:xfrm>
                <a:off x="5369253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g1070">
                <a:extLst>
                  <a:ext uri="{FF2B5EF4-FFF2-40B4-BE49-F238E27FC236}">
                    <a16:creationId xmlns:a16="http://schemas.microsoft.com/office/drawing/2014/main" id="{FD334AC2-D35F-8CDB-0B5B-BA1EEC8BDE5F}"/>
                  </a:ext>
                </a:extLst>
              </p:cNvPr>
              <p:cNvSpPr/>
              <p:nvPr/>
            </p:nvSpPr>
            <p:spPr>
              <a:xfrm>
                <a:off x="5380891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g1071">
                <a:extLst>
                  <a:ext uri="{FF2B5EF4-FFF2-40B4-BE49-F238E27FC236}">
                    <a16:creationId xmlns:a16="http://schemas.microsoft.com/office/drawing/2014/main" id="{B97ED422-CBAC-9CFA-6AB9-18DB42077BF7}"/>
                  </a:ext>
                </a:extLst>
              </p:cNvPr>
              <p:cNvSpPr/>
              <p:nvPr/>
            </p:nvSpPr>
            <p:spPr>
              <a:xfrm>
                <a:off x="5392528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g1072">
                <a:extLst>
                  <a:ext uri="{FF2B5EF4-FFF2-40B4-BE49-F238E27FC236}">
                    <a16:creationId xmlns:a16="http://schemas.microsoft.com/office/drawing/2014/main" id="{D2BADB5A-430D-085F-319E-525268477F66}"/>
                  </a:ext>
                </a:extLst>
              </p:cNvPr>
              <p:cNvSpPr/>
              <p:nvPr/>
            </p:nvSpPr>
            <p:spPr>
              <a:xfrm>
                <a:off x="5404165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g1073">
                <a:extLst>
                  <a:ext uri="{FF2B5EF4-FFF2-40B4-BE49-F238E27FC236}">
                    <a16:creationId xmlns:a16="http://schemas.microsoft.com/office/drawing/2014/main" id="{C4AC379C-CD40-17BA-C745-96B84860CBD9}"/>
                  </a:ext>
                </a:extLst>
              </p:cNvPr>
              <p:cNvSpPr/>
              <p:nvPr/>
            </p:nvSpPr>
            <p:spPr>
              <a:xfrm>
                <a:off x="5415803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g1074">
                <a:extLst>
                  <a:ext uri="{FF2B5EF4-FFF2-40B4-BE49-F238E27FC236}">
                    <a16:creationId xmlns:a16="http://schemas.microsoft.com/office/drawing/2014/main" id="{DB7BFFBF-2D05-9C7C-5453-4279968577CE}"/>
                  </a:ext>
                </a:extLst>
              </p:cNvPr>
              <p:cNvSpPr/>
              <p:nvPr/>
            </p:nvSpPr>
            <p:spPr>
              <a:xfrm>
                <a:off x="5427440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g1075">
                <a:extLst>
                  <a:ext uri="{FF2B5EF4-FFF2-40B4-BE49-F238E27FC236}">
                    <a16:creationId xmlns:a16="http://schemas.microsoft.com/office/drawing/2014/main" id="{08041520-E9B2-F61D-530E-897E7F4381F6}"/>
                  </a:ext>
                </a:extLst>
              </p:cNvPr>
              <p:cNvSpPr/>
              <p:nvPr/>
            </p:nvSpPr>
            <p:spPr>
              <a:xfrm>
                <a:off x="5322704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g1076">
                <a:extLst>
                  <a:ext uri="{FF2B5EF4-FFF2-40B4-BE49-F238E27FC236}">
                    <a16:creationId xmlns:a16="http://schemas.microsoft.com/office/drawing/2014/main" id="{4F5CB03C-446C-365A-D68D-7FF887B2742D}"/>
                  </a:ext>
                </a:extLst>
              </p:cNvPr>
              <p:cNvSpPr/>
              <p:nvPr/>
            </p:nvSpPr>
            <p:spPr>
              <a:xfrm>
                <a:off x="5334341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g1077">
                <a:extLst>
                  <a:ext uri="{FF2B5EF4-FFF2-40B4-BE49-F238E27FC236}">
                    <a16:creationId xmlns:a16="http://schemas.microsoft.com/office/drawing/2014/main" id="{FE233AD7-7A22-918C-3C5D-0383F5FDF954}"/>
                  </a:ext>
                </a:extLst>
              </p:cNvPr>
              <p:cNvSpPr/>
              <p:nvPr/>
            </p:nvSpPr>
            <p:spPr>
              <a:xfrm>
                <a:off x="5345979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g1078">
                <a:extLst>
                  <a:ext uri="{FF2B5EF4-FFF2-40B4-BE49-F238E27FC236}">
                    <a16:creationId xmlns:a16="http://schemas.microsoft.com/office/drawing/2014/main" id="{A64892C1-1226-F946-A802-B4ECA8670AC3}"/>
                  </a:ext>
                </a:extLst>
              </p:cNvPr>
              <p:cNvSpPr/>
              <p:nvPr/>
            </p:nvSpPr>
            <p:spPr>
              <a:xfrm>
                <a:off x="5357616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g1079">
                <a:extLst>
                  <a:ext uri="{FF2B5EF4-FFF2-40B4-BE49-F238E27FC236}">
                    <a16:creationId xmlns:a16="http://schemas.microsoft.com/office/drawing/2014/main" id="{D32156C8-3DA8-0834-14B3-64A5B4EC3568}"/>
                  </a:ext>
                </a:extLst>
              </p:cNvPr>
              <p:cNvSpPr/>
              <p:nvPr/>
            </p:nvSpPr>
            <p:spPr>
              <a:xfrm>
                <a:off x="5369253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g1080">
                <a:extLst>
                  <a:ext uri="{FF2B5EF4-FFF2-40B4-BE49-F238E27FC236}">
                    <a16:creationId xmlns:a16="http://schemas.microsoft.com/office/drawing/2014/main" id="{3527EB5D-4B6B-373B-740E-4C65193A1B0F}"/>
                  </a:ext>
                </a:extLst>
              </p:cNvPr>
              <p:cNvSpPr/>
              <p:nvPr/>
            </p:nvSpPr>
            <p:spPr>
              <a:xfrm>
                <a:off x="5380891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g1081">
                <a:extLst>
                  <a:ext uri="{FF2B5EF4-FFF2-40B4-BE49-F238E27FC236}">
                    <a16:creationId xmlns:a16="http://schemas.microsoft.com/office/drawing/2014/main" id="{96B84B56-E380-E42A-3184-7276370771E0}"/>
                  </a:ext>
                </a:extLst>
              </p:cNvPr>
              <p:cNvSpPr/>
              <p:nvPr/>
            </p:nvSpPr>
            <p:spPr>
              <a:xfrm>
                <a:off x="5392528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g1082">
                <a:extLst>
                  <a:ext uri="{FF2B5EF4-FFF2-40B4-BE49-F238E27FC236}">
                    <a16:creationId xmlns:a16="http://schemas.microsoft.com/office/drawing/2014/main" id="{B07A432B-3735-8DDE-8B07-EAA4FACCF4C1}"/>
                  </a:ext>
                </a:extLst>
              </p:cNvPr>
              <p:cNvSpPr/>
              <p:nvPr/>
            </p:nvSpPr>
            <p:spPr>
              <a:xfrm>
                <a:off x="5404165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g1083">
                <a:extLst>
                  <a:ext uri="{FF2B5EF4-FFF2-40B4-BE49-F238E27FC236}">
                    <a16:creationId xmlns:a16="http://schemas.microsoft.com/office/drawing/2014/main" id="{AAA2C435-2294-32D4-5494-4724992A81AE}"/>
                  </a:ext>
                </a:extLst>
              </p:cNvPr>
              <p:cNvSpPr/>
              <p:nvPr/>
            </p:nvSpPr>
            <p:spPr>
              <a:xfrm>
                <a:off x="5311067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g1084">
                <a:extLst>
                  <a:ext uri="{FF2B5EF4-FFF2-40B4-BE49-F238E27FC236}">
                    <a16:creationId xmlns:a16="http://schemas.microsoft.com/office/drawing/2014/main" id="{9863706D-EBAE-D0E2-6B60-A79163997811}"/>
                  </a:ext>
                </a:extLst>
              </p:cNvPr>
              <p:cNvSpPr/>
              <p:nvPr/>
            </p:nvSpPr>
            <p:spPr>
              <a:xfrm>
                <a:off x="5322704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g1085">
                <a:extLst>
                  <a:ext uri="{FF2B5EF4-FFF2-40B4-BE49-F238E27FC236}">
                    <a16:creationId xmlns:a16="http://schemas.microsoft.com/office/drawing/2014/main" id="{EC56D31B-D42F-48AF-9DB5-8FBED9DC4398}"/>
                  </a:ext>
                </a:extLst>
              </p:cNvPr>
              <p:cNvSpPr/>
              <p:nvPr/>
            </p:nvSpPr>
            <p:spPr>
              <a:xfrm>
                <a:off x="5334341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g1086">
                <a:extLst>
                  <a:ext uri="{FF2B5EF4-FFF2-40B4-BE49-F238E27FC236}">
                    <a16:creationId xmlns:a16="http://schemas.microsoft.com/office/drawing/2014/main" id="{AE6E8235-96E6-CE27-3C95-62FB35C61360}"/>
                  </a:ext>
                </a:extLst>
              </p:cNvPr>
              <p:cNvSpPr/>
              <p:nvPr/>
            </p:nvSpPr>
            <p:spPr>
              <a:xfrm>
                <a:off x="5345979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2B2">
                  <a:alpha val="100000"/>
                </a:srgbClr>
              </a:solidFill>
              <a:ln w="5420" cap="flat">
                <a:solidFill>
                  <a:srgbClr val="71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g1087">
                <a:extLst>
                  <a:ext uri="{FF2B5EF4-FFF2-40B4-BE49-F238E27FC236}">
                    <a16:creationId xmlns:a16="http://schemas.microsoft.com/office/drawing/2014/main" id="{D7812A88-D7ED-735E-64DD-7C6D8409ADE0}"/>
                  </a:ext>
                </a:extLst>
              </p:cNvPr>
              <p:cNvSpPr/>
              <p:nvPr/>
            </p:nvSpPr>
            <p:spPr>
              <a:xfrm>
                <a:off x="5357616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g1088">
                <a:extLst>
                  <a:ext uri="{FF2B5EF4-FFF2-40B4-BE49-F238E27FC236}">
                    <a16:creationId xmlns:a16="http://schemas.microsoft.com/office/drawing/2014/main" id="{A161E169-2F76-966E-24E5-EB6D2FEF45F5}"/>
                  </a:ext>
                </a:extLst>
              </p:cNvPr>
              <p:cNvSpPr/>
              <p:nvPr/>
            </p:nvSpPr>
            <p:spPr>
              <a:xfrm>
                <a:off x="5369253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g1089">
                <a:extLst>
                  <a:ext uri="{FF2B5EF4-FFF2-40B4-BE49-F238E27FC236}">
                    <a16:creationId xmlns:a16="http://schemas.microsoft.com/office/drawing/2014/main" id="{8F2D8E7F-839C-5B37-BB52-283E14B8A99A}"/>
                  </a:ext>
                </a:extLst>
              </p:cNvPr>
              <p:cNvSpPr/>
              <p:nvPr/>
            </p:nvSpPr>
            <p:spPr>
              <a:xfrm>
                <a:off x="5380891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g1090">
                <a:extLst>
                  <a:ext uri="{FF2B5EF4-FFF2-40B4-BE49-F238E27FC236}">
                    <a16:creationId xmlns:a16="http://schemas.microsoft.com/office/drawing/2014/main" id="{86B012D0-D8C1-7B34-E842-01504A8AB4DB}"/>
                  </a:ext>
                </a:extLst>
              </p:cNvPr>
              <p:cNvSpPr/>
              <p:nvPr/>
            </p:nvSpPr>
            <p:spPr>
              <a:xfrm>
                <a:off x="5311067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g1091">
                <a:extLst>
                  <a:ext uri="{FF2B5EF4-FFF2-40B4-BE49-F238E27FC236}">
                    <a16:creationId xmlns:a16="http://schemas.microsoft.com/office/drawing/2014/main" id="{2BA9A3B5-9B93-1A99-2696-F476C5DC6EE1}"/>
                  </a:ext>
                </a:extLst>
              </p:cNvPr>
              <p:cNvSpPr/>
              <p:nvPr/>
            </p:nvSpPr>
            <p:spPr>
              <a:xfrm>
                <a:off x="5322704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g1092">
                <a:extLst>
                  <a:ext uri="{FF2B5EF4-FFF2-40B4-BE49-F238E27FC236}">
                    <a16:creationId xmlns:a16="http://schemas.microsoft.com/office/drawing/2014/main" id="{63556A5C-D72F-A681-8F48-23E1BEFEC314}"/>
                  </a:ext>
                </a:extLst>
              </p:cNvPr>
              <p:cNvSpPr/>
              <p:nvPr/>
            </p:nvSpPr>
            <p:spPr>
              <a:xfrm>
                <a:off x="5334341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g1093">
                <a:extLst>
                  <a:ext uri="{FF2B5EF4-FFF2-40B4-BE49-F238E27FC236}">
                    <a16:creationId xmlns:a16="http://schemas.microsoft.com/office/drawing/2014/main" id="{90A7D238-5A2B-7753-D3B3-3C2F8161BABC}"/>
                  </a:ext>
                </a:extLst>
              </p:cNvPr>
              <p:cNvSpPr/>
              <p:nvPr/>
            </p:nvSpPr>
            <p:spPr>
              <a:xfrm>
                <a:off x="5345979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g1094">
                <a:extLst>
                  <a:ext uri="{FF2B5EF4-FFF2-40B4-BE49-F238E27FC236}">
                    <a16:creationId xmlns:a16="http://schemas.microsoft.com/office/drawing/2014/main" id="{8AC4373E-C347-A3C9-23E9-8B420BA620B0}"/>
                  </a:ext>
                </a:extLst>
              </p:cNvPr>
              <p:cNvSpPr/>
              <p:nvPr/>
            </p:nvSpPr>
            <p:spPr>
              <a:xfrm>
                <a:off x="5357616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g1095">
                <a:extLst>
                  <a:ext uri="{FF2B5EF4-FFF2-40B4-BE49-F238E27FC236}">
                    <a16:creationId xmlns:a16="http://schemas.microsoft.com/office/drawing/2014/main" id="{DCF3970E-E04E-FE2F-1734-855D28540599}"/>
                  </a:ext>
                </a:extLst>
              </p:cNvPr>
              <p:cNvSpPr/>
              <p:nvPr/>
            </p:nvSpPr>
            <p:spPr>
              <a:xfrm>
                <a:off x="5369253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g1096">
                <a:extLst>
                  <a:ext uri="{FF2B5EF4-FFF2-40B4-BE49-F238E27FC236}">
                    <a16:creationId xmlns:a16="http://schemas.microsoft.com/office/drawing/2014/main" id="{5ACCFF40-8FD8-46E1-FDC1-13CCAA7F25D3}"/>
                  </a:ext>
                </a:extLst>
              </p:cNvPr>
              <p:cNvSpPr/>
              <p:nvPr/>
            </p:nvSpPr>
            <p:spPr>
              <a:xfrm>
                <a:off x="5380891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g1097">
                <a:extLst>
                  <a:ext uri="{FF2B5EF4-FFF2-40B4-BE49-F238E27FC236}">
                    <a16:creationId xmlns:a16="http://schemas.microsoft.com/office/drawing/2014/main" id="{189D8DD0-C6C6-CC3A-D92F-D243CA9D4505}"/>
                  </a:ext>
                </a:extLst>
              </p:cNvPr>
              <p:cNvSpPr/>
              <p:nvPr/>
            </p:nvSpPr>
            <p:spPr>
              <a:xfrm>
                <a:off x="5311067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g1098">
                <a:extLst>
                  <a:ext uri="{FF2B5EF4-FFF2-40B4-BE49-F238E27FC236}">
                    <a16:creationId xmlns:a16="http://schemas.microsoft.com/office/drawing/2014/main" id="{3D1018F6-4B52-6F55-E226-06E57493E274}"/>
                  </a:ext>
                </a:extLst>
              </p:cNvPr>
              <p:cNvSpPr/>
              <p:nvPr/>
            </p:nvSpPr>
            <p:spPr>
              <a:xfrm>
                <a:off x="5322704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g1099">
                <a:extLst>
                  <a:ext uri="{FF2B5EF4-FFF2-40B4-BE49-F238E27FC236}">
                    <a16:creationId xmlns:a16="http://schemas.microsoft.com/office/drawing/2014/main" id="{BF0F3AED-0A21-0EBF-E466-39008935525B}"/>
                  </a:ext>
                </a:extLst>
              </p:cNvPr>
              <p:cNvSpPr/>
              <p:nvPr/>
            </p:nvSpPr>
            <p:spPr>
              <a:xfrm>
                <a:off x="5334341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g1100">
                <a:extLst>
                  <a:ext uri="{FF2B5EF4-FFF2-40B4-BE49-F238E27FC236}">
                    <a16:creationId xmlns:a16="http://schemas.microsoft.com/office/drawing/2014/main" id="{B098FB89-A932-C4DC-4273-ED1C7D12576A}"/>
                  </a:ext>
                </a:extLst>
              </p:cNvPr>
              <p:cNvSpPr/>
              <p:nvPr/>
            </p:nvSpPr>
            <p:spPr>
              <a:xfrm>
                <a:off x="5345979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g1101">
                <a:extLst>
                  <a:ext uri="{FF2B5EF4-FFF2-40B4-BE49-F238E27FC236}">
                    <a16:creationId xmlns:a16="http://schemas.microsoft.com/office/drawing/2014/main" id="{79CAD715-423E-2307-2097-75CBF5DE538A}"/>
                  </a:ext>
                </a:extLst>
              </p:cNvPr>
              <p:cNvSpPr/>
              <p:nvPr/>
            </p:nvSpPr>
            <p:spPr>
              <a:xfrm>
                <a:off x="5357616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g1102">
                <a:extLst>
                  <a:ext uri="{FF2B5EF4-FFF2-40B4-BE49-F238E27FC236}">
                    <a16:creationId xmlns:a16="http://schemas.microsoft.com/office/drawing/2014/main" id="{F3EAEC75-7FF7-5EE3-4354-1DEDAD04131A}"/>
                  </a:ext>
                </a:extLst>
              </p:cNvPr>
              <p:cNvSpPr/>
              <p:nvPr/>
            </p:nvSpPr>
            <p:spPr>
              <a:xfrm>
                <a:off x="5369253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g1103">
                <a:extLst>
                  <a:ext uri="{FF2B5EF4-FFF2-40B4-BE49-F238E27FC236}">
                    <a16:creationId xmlns:a16="http://schemas.microsoft.com/office/drawing/2014/main" id="{85CC1F53-8E9A-B47D-AAC6-56467363D861}"/>
                  </a:ext>
                </a:extLst>
              </p:cNvPr>
              <p:cNvSpPr/>
              <p:nvPr/>
            </p:nvSpPr>
            <p:spPr>
              <a:xfrm>
                <a:off x="5380891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g1104">
                <a:extLst>
                  <a:ext uri="{FF2B5EF4-FFF2-40B4-BE49-F238E27FC236}">
                    <a16:creationId xmlns:a16="http://schemas.microsoft.com/office/drawing/2014/main" id="{D29179C5-2BAE-2C63-2B7B-F35EED7846FE}"/>
                  </a:ext>
                </a:extLst>
              </p:cNvPr>
              <p:cNvSpPr/>
              <p:nvPr/>
            </p:nvSpPr>
            <p:spPr>
              <a:xfrm>
                <a:off x="5311067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g1105">
                <a:extLst>
                  <a:ext uri="{FF2B5EF4-FFF2-40B4-BE49-F238E27FC236}">
                    <a16:creationId xmlns:a16="http://schemas.microsoft.com/office/drawing/2014/main" id="{70D22F30-C2CE-080B-35FD-C14A54A7517A}"/>
                  </a:ext>
                </a:extLst>
              </p:cNvPr>
              <p:cNvSpPr/>
              <p:nvPr/>
            </p:nvSpPr>
            <p:spPr>
              <a:xfrm>
                <a:off x="5322704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g1106">
                <a:extLst>
                  <a:ext uri="{FF2B5EF4-FFF2-40B4-BE49-F238E27FC236}">
                    <a16:creationId xmlns:a16="http://schemas.microsoft.com/office/drawing/2014/main" id="{B415A00C-9018-7241-67D1-4F4C32B3230B}"/>
                  </a:ext>
                </a:extLst>
              </p:cNvPr>
              <p:cNvSpPr/>
              <p:nvPr/>
            </p:nvSpPr>
            <p:spPr>
              <a:xfrm>
                <a:off x="5334341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g1107">
                <a:extLst>
                  <a:ext uri="{FF2B5EF4-FFF2-40B4-BE49-F238E27FC236}">
                    <a16:creationId xmlns:a16="http://schemas.microsoft.com/office/drawing/2014/main" id="{97415B3A-F9EA-7671-B74B-94B918206AB6}"/>
                  </a:ext>
                </a:extLst>
              </p:cNvPr>
              <p:cNvSpPr/>
              <p:nvPr/>
            </p:nvSpPr>
            <p:spPr>
              <a:xfrm>
                <a:off x="5345979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g1108">
                <a:extLst>
                  <a:ext uri="{FF2B5EF4-FFF2-40B4-BE49-F238E27FC236}">
                    <a16:creationId xmlns:a16="http://schemas.microsoft.com/office/drawing/2014/main" id="{14CF2EEF-7057-104F-E7F2-084604468516}"/>
                  </a:ext>
                </a:extLst>
              </p:cNvPr>
              <p:cNvSpPr/>
              <p:nvPr/>
            </p:nvSpPr>
            <p:spPr>
              <a:xfrm>
                <a:off x="5357616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g1109">
                <a:extLst>
                  <a:ext uri="{FF2B5EF4-FFF2-40B4-BE49-F238E27FC236}">
                    <a16:creationId xmlns:a16="http://schemas.microsoft.com/office/drawing/2014/main" id="{D6137238-5603-6C4D-532F-82E999666EE6}"/>
                  </a:ext>
                </a:extLst>
              </p:cNvPr>
              <p:cNvSpPr/>
              <p:nvPr/>
            </p:nvSpPr>
            <p:spPr>
              <a:xfrm>
                <a:off x="5369253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g1110">
                <a:extLst>
                  <a:ext uri="{FF2B5EF4-FFF2-40B4-BE49-F238E27FC236}">
                    <a16:creationId xmlns:a16="http://schemas.microsoft.com/office/drawing/2014/main" id="{2A8540F9-048B-98B1-C2B0-7183B7F87ABA}"/>
                  </a:ext>
                </a:extLst>
              </p:cNvPr>
              <p:cNvSpPr/>
              <p:nvPr/>
            </p:nvSpPr>
            <p:spPr>
              <a:xfrm>
                <a:off x="5380891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g1111">
                <a:extLst>
                  <a:ext uri="{FF2B5EF4-FFF2-40B4-BE49-F238E27FC236}">
                    <a16:creationId xmlns:a16="http://schemas.microsoft.com/office/drawing/2014/main" id="{5E00A855-71AF-5339-4CA7-4F5AD91DFE3C}"/>
                  </a:ext>
                </a:extLst>
              </p:cNvPr>
              <p:cNvSpPr/>
              <p:nvPr/>
            </p:nvSpPr>
            <p:spPr>
              <a:xfrm>
                <a:off x="5241243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4E2C8">
                  <a:alpha val="100000"/>
                </a:srgbClr>
              </a:solidFill>
              <a:ln w="5420" cap="flat">
                <a:solidFill>
                  <a:srgbClr val="A4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g1112">
                <a:extLst>
                  <a:ext uri="{FF2B5EF4-FFF2-40B4-BE49-F238E27FC236}">
                    <a16:creationId xmlns:a16="http://schemas.microsoft.com/office/drawing/2014/main" id="{226B3F0E-8090-ACB4-74F6-5421D195E722}"/>
                  </a:ext>
                </a:extLst>
              </p:cNvPr>
              <p:cNvSpPr/>
              <p:nvPr/>
            </p:nvSpPr>
            <p:spPr>
              <a:xfrm>
                <a:off x="5252880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g1113">
                <a:extLst>
                  <a:ext uri="{FF2B5EF4-FFF2-40B4-BE49-F238E27FC236}">
                    <a16:creationId xmlns:a16="http://schemas.microsoft.com/office/drawing/2014/main" id="{79D27C8D-CCE2-60A4-ADAE-F6FFF066A119}"/>
                  </a:ext>
                </a:extLst>
              </p:cNvPr>
              <p:cNvSpPr/>
              <p:nvPr/>
            </p:nvSpPr>
            <p:spPr>
              <a:xfrm>
                <a:off x="5334341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g1114">
                <a:extLst>
                  <a:ext uri="{FF2B5EF4-FFF2-40B4-BE49-F238E27FC236}">
                    <a16:creationId xmlns:a16="http://schemas.microsoft.com/office/drawing/2014/main" id="{D823E1A4-E7FE-7EF6-B57F-E688D4EA729F}"/>
                  </a:ext>
                </a:extLst>
              </p:cNvPr>
              <p:cNvSpPr/>
              <p:nvPr/>
            </p:nvSpPr>
            <p:spPr>
              <a:xfrm>
                <a:off x="5345979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g1115">
                <a:extLst>
                  <a:ext uri="{FF2B5EF4-FFF2-40B4-BE49-F238E27FC236}">
                    <a16:creationId xmlns:a16="http://schemas.microsoft.com/office/drawing/2014/main" id="{DDE0C83A-4F02-1B40-EC93-D97819F49945}"/>
                  </a:ext>
                </a:extLst>
              </p:cNvPr>
              <p:cNvSpPr/>
              <p:nvPr/>
            </p:nvSpPr>
            <p:spPr>
              <a:xfrm>
                <a:off x="5357616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g1116">
                <a:extLst>
                  <a:ext uri="{FF2B5EF4-FFF2-40B4-BE49-F238E27FC236}">
                    <a16:creationId xmlns:a16="http://schemas.microsoft.com/office/drawing/2014/main" id="{1396FD1F-60FC-DA8C-B362-B06B25494114}"/>
                  </a:ext>
                </a:extLst>
              </p:cNvPr>
              <p:cNvSpPr/>
              <p:nvPr/>
            </p:nvSpPr>
            <p:spPr>
              <a:xfrm>
                <a:off x="5369253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g1117">
                <a:extLst>
                  <a:ext uri="{FF2B5EF4-FFF2-40B4-BE49-F238E27FC236}">
                    <a16:creationId xmlns:a16="http://schemas.microsoft.com/office/drawing/2014/main" id="{EC96EC3D-F054-FB48-410F-34603287DE79}"/>
                  </a:ext>
                </a:extLst>
              </p:cNvPr>
              <p:cNvSpPr/>
              <p:nvPr/>
            </p:nvSpPr>
            <p:spPr>
              <a:xfrm>
                <a:off x="5380891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g1118">
                <a:extLst>
                  <a:ext uri="{FF2B5EF4-FFF2-40B4-BE49-F238E27FC236}">
                    <a16:creationId xmlns:a16="http://schemas.microsoft.com/office/drawing/2014/main" id="{832F1367-A622-2ECD-C362-E1A3E8A7FC58}"/>
                  </a:ext>
                </a:extLst>
              </p:cNvPr>
              <p:cNvSpPr/>
              <p:nvPr/>
            </p:nvSpPr>
            <p:spPr>
              <a:xfrm>
                <a:off x="5217968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8E3CA">
                  <a:alpha val="100000"/>
                </a:srgbClr>
              </a:solidFill>
              <a:ln w="5420" cap="flat">
                <a:solidFill>
                  <a:srgbClr val="A8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g1119">
                <a:extLst>
                  <a:ext uri="{FF2B5EF4-FFF2-40B4-BE49-F238E27FC236}">
                    <a16:creationId xmlns:a16="http://schemas.microsoft.com/office/drawing/2014/main" id="{826A776A-8619-1686-574C-0997D50FE4FD}"/>
                  </a:ext>
                </a:extLst>
              </p:cNvPr>
              <p:cNvSpPr/>
              <p:nvPr/>
            </p:nvSpPr>
            <p:spPr>
              <a:xfrm>
                <a:off x="5229605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7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g1120">
                <a:extLst>
                  <a:ext uri="{FF2B5EF4-FFF2-40B4-BE49-F238E27FC236}">
                    <a16:creationId xmlns:a16="http://schemas.microsoft.com/office/drawing/2014/main" id="{92341D06-76B5-2751-88F3-C963B3CFE3D6}"/>
                  </a:ext>
                </a:extLst>
              </p:cNvPr>
              <p:cNvSpPr/>
              <p:nvPr/>
            </p:nvSpPr>
            <p:spPr>
              <a:xfrm>
                <a:off x="5241243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7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g1121">
                <a:extLst>
                  <a:ext uri="{FF2B5EF4-FFF2-40B4-BE49-F238E27FC236}">
                    <a16:creationId xmlns:a16="http://schemas.microsoft.com/office/drawing/2014/main" id="{F2E3DA2D-01E1-EA2B-79A9-325B83AA4649}"/>
                  </a:ext>
                </a:extLst>
              </p:cNvPr>
              <p:cNvSpPr/>
              <p:nvPr/>
            </p:nvSpPr>
            <p:spPr>
              <a:xfrm>
                <a:off x="5252880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6E3C9">
                  <a:alpha val="100000"/>
                </a:srgbClr>
              </a:solidFill>
              <a:ln w="5420" cap="flat">
                <a:solidFill>
                  <a:srgbClr val="A6E3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g1122">
                <a:extLst>
                  <a:ext uri="{FF2B5EF4-FFF2-40B4-BE49-F238E27FC236}">
                    <a16:creationId xmlns:a16="http://schemas.microsoft.com/office/drawing/2014/main" id="{82B00CD6-01BD-2FEC-FBAC-82C9ED877063}"/>
                  </a:ext>
                </a:extLst>
              </p:cNvPr>
              <p:cNvSpPr/>
              <p:nvPr/>
            </p:nvSpPr>
            <p:spPr>
              <a:xfrm>
                <a:off x="5264517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5E2C9">
                  <a:alpha val="100000"/>
                </a:srgbClr>
              </a:solidFill>
              <a:ln w="5420" cap="flat">
                <a:solidFill>
                  <a:srgbClr val="A5E2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g1123">
                <a:extLst>
                  <a:ext uri="{FF2B5EF4-FFF2-40B4-BE49-F238E27FC236}">
                    <a16:creationId xmlns:a16="http://schemas.microsoft.com/office/drawing/2014/main" id="{43D2CA5D-944D-90CC-2877-D529AAA9D625}"/>
                  </a:ext>
                </a:extLst>
              </p:cNvPr>
              <p:cNvSpPr/>
              <p:nvPr/>
            </p:nvSpPr>
            <p:spPr>
              <a:xfrm>
                <a:off x="5334341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g1124">
                <a:extLst>
                  <a:ext uri="{FF2B5EF4-FFF2-40B4-BE49-F238E27FC236}">
                    <a16:creationId xmlns:a16="http://schemas.microsoft.com/office/drawing/2014/main" id="{15A34B07-D5EE-627E-4C03-0D934ACA1574}"/>
                  </a:ext>
                </a:extLst>
              </p:cNvPr>
              <p:cNvSpPr/>
              <p:nvPr/>
            </p:nvSpPr>
            <p:spPr>
              <a:xfrm>
                <a:off x="5345979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g1125">
                <a:extLst>
                  <a:ext uri="{FF2B5EF4-FFF2-40B4-BE49-F238E27FC236}">
                    <a16:creationId xmlns:a16="http://schemas.microsoft.com/office/drawing/2014/main" id="{A229B0B9-413A-888D-9949-59549CD04F2F}"/>
                  </a:ext>
                </a:extLst>
              </p:cNvPr>
              <p:cNvSpPr/>
              <p:nvPr/>
            </p:nvSpPr>
            <p:spPr>
              <a:xfrm>
                <a:off x="5357616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g1126">
                <a:extLst>
                  <a:ext uri="{FF2B5EF4-FFF2-40B4-BE49-F238E27FC236}">
                    <a16:creationId xmlns:a16="http://schemas.microsoft.com/office/drawing/2014/main" id="{6AA22DBC-88FE-3C2C-E59D-C98C9CF363D2}"/>
                  </a:ext>
                </a:extLst>
              </p:cNvPr>
              <p:cNvSpPr/>
              <p:nvPr/>
            </p:nvSpPr>
            <p:spPr>
              <a:xfrm>
                <a:off x="5369253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g1127">
                <a:extLst>
                  <a:ext uri="{FF2B5EF4-FFF2-40B4-BE49-F238E27FC236}">
                    <a16:creationId xmlns:a16="http://schemas.microsoft.com/office/drawing/2014/main" id="{4F44CE97-E887-37E2-24BE-D62C1685F95A}"/>
                  </a:ext>
                </a:extLst>
              </p:cNvPr>
              <p:cNvSpPr/>
              <p:nvPr/>
            </p:nvSpPr>
            <p:spPr>
              <a:xfrm>
                <a:off x="5380891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g1128">
                <a:extLst>
                  <a:ext uri="{FF2B5EF4-FFF2-40B4-BE49-F238E27FC236}">
                    <a16:creationId xmlns:a16="http://schemas.microsoft.com/office/drawing/2014/main" id="{02BE8E3C-0018-1EE3-62EC-8FE83D967153}"/>
                  </a:ext>
                </a:extLst>
              </p:cNvPr>
              <p:cNvSpPr/>
              <p:nvPr/>
            </p:nvSpPr>
            <p:spPr>
              <a:xfrm>
                <a:off x="519469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BE4CC">
                  <a:alpha val="100000"/>
                </a:srgbClr>
              </a:solidFill>
              <a:ln w="5420" cap="flat">
                <a:solidFill>
                  <a:srgbClr val="ABE4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g1129">
                <a:extLst>
                  <a:ext uri="{FF2B5EF4-FFF2-40B4-BE49-F238E27FC236}">
                    <a16:creationId xmlns:a16="http://schemas.microsoft.com/office/drawing/2014/main" id="{8D81597F-A5E9-E073-98E5-A35D3088786C}"/>
                  </a:ext>
                </a:extLst>
              </p:cNvPr>
              <p:cNvSpPr/>
              <p:nvPr/>
            </p:nvSpPr>
            <p:spPr>
              <a:xfrm>
                <a:off x="5206331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BE4CC">
                  <a:alpha val="100000"/>
                </a:srgbClr>
              </a:solidFill>
              <a:ln w="5420" cap="flat">
                <a:solidFill>
                  <a:srgbClr val="ABE4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g1130">
                <a:extLst>
                  <a:ext uri="{FF2B5EF4-FFF2-40B4-BE49-F238E27FC236}">
                    <a16:creationId xmlns:a16="http://schemas.microsoft.com/office/drawing/2014/main" id="{A9A836AB-35EA-9F25-7DC8-861BEA6245F0}"/>
                  </a:ext>
                </a:extLst>
              </p:cNvPr>
              <p:cNvSpPr/>
              <p:nvPr/>
            </p:nvSpPr>
            <p:spPr>
              <a:xfrm>
                <a:off x="5217968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AE4CB">
                  <a:alpha val="100000"/>
                </a:srgbClr>
              </a:solidFill>
              <a:ln w="5420" cap="flat">
                <a:solidFill>
                  <a:srgbClr val="AA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g1131">
                <a:extLst>
                  <a:ext uri="{FF2B5EF4-FFF2-40B4-BE49-F238E27FC236}">
                    <a16:creationId xmlns:a16="http://schemas.microsoft.com/office/drawing/2014/main" id="{AB3CD02B-86D7-AEFA-47F7-7D999C522176}"/>
                  </a:ext>
                </a:extLst>
              </p:cNvPr>
              <p:cNvSpPr/>
              <p:nvPr/>
            </p:nvSpPr>
            <p:spPr>
              <a:xfrm>
                <a:off x="5229605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AE4CB">
                  <a:alpha val="100000"/>
                </a:srgbClr>
              </a:solidFill>
              <a:ln w="5420" cap="flat">
                <a:solidFill>
                  <a:srgbClr val="AA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g1132">
                <a:extLst>
                  <a:ext uri="{FF2B5EF4-FFF2-40B4-BE49-F238E27FC236}">
                    <a16:creationId xmlns:a16="http://schemas.microsoft.com/office/drawing/2014/main" id="{79250F51-8A35-F8AE-85CE-AF3C462AD5F4}"/>
                  </a:ext>
                </a:extLst>
              </p:cNvPr>
              <p:cNvSpPr/>
              <p:nvPr/>
            </p:nvSpPr>
            <p:spPr>
              <a:xfrm>
                <a:off x="524124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9E4CB">
                  <a:alpha val="100000"/>
                </a:srgbClr>
              </a:solidFill>
              <a:ln w="5420" cap="flat">
                <a:solidFill>
                  <a:srgbClr val="A9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g1133">
                <a:extLst>
                  <a:ext uri="{FF2B5EF4-FFF2-40B4-BE49-F238E27FC236}">
                    <a16:creationId xmlns:a16="http://schemas.microsoft.com/office/drawing/2014/main" id="{7A7D930E-5231-8422-E495-1E4DB9FB44F0}"/>
                  </a:ext>
                </a:extLst>
              </p:cNvPr>
              <p:cNvSpPr/>
              <p:nvPr/>
            </p:nvSpPr>
            <p:spPr>
              <a:xfrm>
                <a:off x="5252880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9E4CB">
                  <a:alpha val="100000"/>
                </a:srgbClr>
              </a:solidFill>
              <a:ln w="5420" cap="flat">
                <a:solidFill>
                  <a:srgbClr val="A9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g1134">
                <a:extLst>
                  <a:ext uri="{FF2B5EF4-FFF2-40B4-BE49-F238E27FC236}">
                    <a16:creationId xmlns:a16="http://schemas.microsoft.com/office/drawing/2014/main" id="{C27FE1CE-F4C3-AA5B-8D15-5C22B2E5AF07}"/>
                  </a:ext>
                </a:extLst>
              </p:cNvPr>
              <p:cNvSpPr/>
              <p:nvPr/>
            </p:nvSpPr>
            <p:spPr>
              <a:xfrm>
                <a:off x="5264517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8E3CA">
                  <a:alpha val="100000"/>
                </a:srgbClr>
              </a:solidFill>
              <a:ln w="5420" cap="flat">
                <a:solidFill>
                  <a:srgbClr val="A8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g1135">
                <a:extLst>
                  <a:ext uri="{FF2B5EF4-FFF2-40B4-BE49-F238E27FC236}">
                    <a16:creationId xmlns:a16="http://schemas.microsoft.com/office/drawing/2014/main" id="{83FAC0FE-D402-71A1-60B3-F687F201EE89}"/>
                  </a:ext>
                </a:extLst>
              </p:cNvPr>
              <p:cNvSpPr/>
              <p:nvPr/>
            </p:nvSpPr>
            <p:spPr>
              <a:xfrm>
                <a:off x="5322704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0C6">
                  <a:alpha val="100000"/>
                </a:srgbClr>
              </a:solidFill>
              <a:ln w="5420" cap="flat">
                <a:solidFill>
                  <a:srgbClr val="9F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g1136">
                <a:extLst>
                  <a:ext uri="{FF2B5EF4-FFF2-40B4-BE49-F238E27FC236}">
                    <a16:creationId xmlns:a16="http://schemas.microsoft.com/office/drawing/2014/main" id="{CC8E335E-7A0E-8E85-0159-1D3724014296}"/>
                  </a:ext>
                </a:extLst>
              </p:cNvPr>
              <p:cNvSpPr/>
              <p:nvPr/>
            </p:nvSpPr>
            <p:spPr>
              <a:xfrm>
                <a:off x="5334341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g1137">
                <a:extLst>
                  <a:ext uri="{FF2B5EF4-FFF2-40B4-BE49-F238E27FC236}">
                    <a16:creationId xmlns:a16="http://schemas.microsoft.com/office/drawing/2014/main" id="{9A70D577-8696-385B-F359-F8B81C01BEAF}"/>
                  </a:ext>
                </a:extLst>
              </p:cNvPr>
              <p:cNvSpPr/>
              <p:nvPr/>
            </p:nvSpPr>
            <p:spPr>
              <a:xfrm>
                <a:off x="5345979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g1138">
                <a:extLst>
                  <a:ext uri="{FF2B5EF4-FFF2-40B4-BE49-F238E27FC236}">
                    <a16:creationId xmlns:a16="http://schemas.microsoft.com/office/drawing/2014/main" id="{08436219-1CCF-6C14-B25B-3AB76C4C2974}"/>
                  </a:ext>
                </a:extLst>
              </p:cNvPr>
              <p:cNvSpPr/>
              <p:nvPr/>
            </p:nvSpPr>
            <p:spPr>
              <a:xfrm>
                <a:off x="5357616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g1139">
                <a:extLst>
                  <a:ext uri="{FF2B5EF4-FFF2-40B4-BE49-F238E27FC236}">
                    <a16:creationId xmlns:a16="http://schemas.microsoft.com/office/drawing/2014/main" id="{748CC68B-EA62-896C-70A0-A42239899769}"/>
                  </a:ext>
                </a:extLst>
              </p:cNvPr>
              <p:cNvSpPr/>
              <p:nvPr/>
            </p:nvSpPr>
            <p:spPr>
              <a:xfrm>
                <a:off x="536925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g1140">
                <a:extLst>
                  <a:ext uri="{FF2B5EF4-FFF2-40B4-BE49-F238E27FC236}">
                    <a16:creationId xmlns:a16="http://schemas.microsoft.com/office/drawing/2014/main" id="{620FD563-3EC1-1AF0-1957-F15717DF2399}"/>
                  </a:ext>
                </a:extLst>
              </p:cNvPr>
              <p:cNvSpPr/>
              <p:nvPr/>
            </p:nvSpPr>
            <p:spPr>
              <a:xfrm>
                <a:off x="5183056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g1141">
                <a:extLst>
                  <a:ext uri="{FF2B5EF4-FFF2-40B4-BE49-F238E27FC236}">
                    <a16:creationId xmlns:a16="http://schemas.microsoft.com/office/drawing/2014/main" id="{DDA64FD1-C79D-EC1C-273E-007172016109}"/>
                  </a:ext>
                </a:extLst>
              </p:cNvPr>
              <p:cNvSpPr/>
              <p:nvPr/>
            </p:nvSpPr>
            <p:spPr>
              <a:xfrm>
                <a:off x="519469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g1142">
                <a:extLst>
                  <a:ext uri="{FF2B5EF4-FFF2-40B4-BE49-F238E27FC236}">
                    <a16:creationId xmlns:a16="http://schemas.microsoft.com/office/drawing/2014/main" id="{9E34F752-F01C-B17F-787E-DC806034127B}"/>
                  </a:ext>
                </a:extLst>
              </p:cNvPr>
              <p:cNvSpPr/>
              <p:nvPr/>
            </p:nvSpPr>
            <p:spPr>
              <a:xfrm>
                <a:off x="5206331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g1143">
                <a:extLst>
                  <a:ext uri="{FF2B5EF4-FFF2-40B4-BE49-F238E27FC236}">
                    <a16:creationId xmlns:a16="http://schemas.microsoft.com/office/drawing/2014/main" id="{ACB92A08-2397-72E8-677A-440E5501A4E7}"/>
                  </a:ext>
                </a:extLst>
              </p:cNvPr>
              <p:cNvSpPr/>
              <p:nvPr/>
            </p:nvSpPr>
            <p:spPr>
              <a:xfrm>
                <a:off x="5217968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g1144">
                <a:extLst>
                  <a:ext uri="{FF2B5EF4-FFF2-40B4-BE49-F238E27FC236}">
                    <a16:creationId xmlns:a16="http://schemas.microsoft.com/office/drawing/2014/main" id="{1E002F7C-72AC-4136-0038-39B983DC7F24}"/>
                  </a:ext>
                </a:extLst>
              </p:cNvPr>
              <p:cNvSpPr/>
              <p:nvPr/>
            </p:nvSpPr>
            <p:spPr>
              <a:xfrm>
                <a:off x="5229605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g1145">
                <a:extLst>
                  <a:ext uri="{FF2B5EF4-FFF2-40B4-BE49-F238E27FC236}">
                    <a16:creationId xmlns:a16="http://schemas.microsoft.com/office/drawing/2014/main" id="{8961B364-EB07-34E1-0D40-FF4F29AA7913}"/>
                  </a:ext>
                </a:extLst>
              </p:cNvPr>
              <p:cNvSpPr/>
              <p:nvPr/>
            </p:nvSpPr>
            <p:spPr>
              <a:xfrm>
                <a:off x="524124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g1146">
                <a:extLst>
                  <a:ext uri="{FF2B5EF4-FFF2-40B4-BE49-F238E27FC236}">
                    <a16:creationId xmlns:a16="http://schemas.microsoft.com/office/drawing/2014/main" id="{E33FFEB9-9F73-9E2B-04AF-9E2E1C6518F6}"/>
                  </a:ext>
                </a:extLst>
              </p:cNvPr>
              <p:cNvSpPr/>
              <p:nvPr/>
            </p:nvSpPr>
            <p:spPr>
              <a:xfrm>
                <a:off x="5252880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g1147">
                <a:extLst>
                  <a:ext uri="{FF2B5EF4-FFF2-40B4-BE49-F238E27FC236}">
                    <a16:creationId xmlns:a16="http://schemas.microsoft.com/office/drawing/2014/main" id="{A9FF9F15-57D6-A522-7C17-693607BD3117}"/>
                  </a:ext>
                </a:extLst>
              </p:cNvPr>
              <p:cNvSpPr/>
              <p:nvPr/>
            </p:nvSpPr>
            <p:spPr>
              <a:xfrm>
                <a:off x="5264517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BE4CC">
                  <a:alpha val="100000"/>
                </a:srgbClr>
              </a:solidFill>
              <a:ln w="5420" cap="flat">
                <a:solidFill>
                  <a:srgbClr val="ABE4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g1148">
                <a:extLst>
                  <a:ext uri="{FF2B5EF4-FFF2-40B4-BE49-F238E27FC236}">
                    <a16:creationId xmlns:a16="http://schemas.microsoft.com/office/drawing/2014/main" id="{87D44464-A604-1F7F-4CBD-216B4DA2CBA4}"/>
                  </a:ext>
                </a:extLst>
              </p:cNvPr>
              <p:cNvSpPr/>
              <p:nvPr/>
            </p:nvSpPr>
            <p:spPr>
              <a:xfrm>
                <a:off x="5322704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g1149">
                <a:extLst>
                  <a:ext uri="{FF2B5EF4-FFF2-40B4-BE49-F238E27FC236}">
                    <a16:creationId xmlns:a16="http://schemas.microsoft.com/office/drawing/2014/main" id="{ABB5C20A-5D1D-70A5-CB02-2AB1BDD9DBBA}"/>
                  </a:ext>
                </a:extLst>
              </p:cNvPr>
              <p:cNvSpPr/>
              <p:nvPr/>
            </p:nvSpPr>
            <p:spPr>
              <a:xfrm>
                <a:off x="5334341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0C6">
                  <a:alpha val="100000"/>
                </a:srgbClr>
              </a:solidFill>
              <a:ln w="5420" cap="flat">
                <a:solidFill>
                  <a:srgbClr val="9F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g1150">
                <a:extLst>
                  <a:ext uri="{FF2B5EF4-FFF2-40B4-BE49-F238E27FC236}">
                    <a16:creationId xmlns:a16="http://schemas.microsoft.com/office/drawing/2014/main" id="{A47899C0-88E6-FC8B-EA03-0B6330C284EE}"/>
                  </a:ext>
                </a:extLst>
              </p:cNvPr>
              <p:cNvSpPr/>
              <p:nvPr/>
            </p:nvSpPr>
            <p:spPr>
              <a:xfrm>
                <a:off x="5345979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DFC5">
                  <a:alpha val="100000"/>
                </a:srgbClr>
              </a:solidFill>
              <a:ln w="5420" cap="flat">
                <a:solidFill>
                  <a:srgbClr val="9CDF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g1151">
                <a:extLst>
                  <a:ext uri="{FF2B5EF4-FFF2-40B4-BE49-F238E27FC236}">
                    <a16:creationId xmlns:a16="http://schemas.microsoft.com/office/drawing/2014/main" id="{3F855052-AD1C-8A4E-60E8-448A6659D21E}"/>
                  </a:ext>
                </a:extLst>
              </p:cNvPr>
              <p:cNvSpPr/>
              <p:nvPr/>
            </p:nvSpPr>
            <p:spPr>
              <a:xfrm>
                <a:off x="5357616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g1152">
                <a:extLst>
                  <a:ext uri="{FF2B5EF4-FFF2-40B4-BE49-F238E27FC236}">
                    <a16:creationId xmlns:a16="http://schemas.microsoft.com/office/drawing/2014/main" id="{6AA8D296-F0A7-6BA3-A579-7647835B49BB}"/>
                  </a:ext>
                </a:extLst>
              </p:cNvPr>
              <p:cNvSpPr/>
              <p:nvPr/>
            </p:nvSpPr>
            <p:spPr>
              <a:xfrm>
                <a:off x="536925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g1153">
                <a:extLst>
                  <a:ext uri="{FF2B5EF4-FFF2-40B4-BE49-F238E27FC236}">
                    <a16:creationId xmlns:a16="http://schemas.microsoft.com/office/drawing/2014/main" id="{7A60F941-E4E1-DE8E-E8A2-4BF830F3076E}"/>
                  </a:ext>
                </a:extLst>
              </p:cNvPr>
              <p:cNvSpPr/>
              <p:nvPr/>
            </p:nvSpPr>
            <p:spPr>
              <a:xfrm>
                <a:off x="512486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g1154">
                <a:extLst>
                  <a:ext uri="{FF2B5EF4-FFF2-40B4-BE49-F238E27FC236}">
                    <a16:creationId xmlns:a16="http://schemas.microsoft.com/office/drawing/2014/main" id="{7EC144D3-4B6D-7FB1-5CA8-8C7E81D56040}"/>
                  </a:ext>
                </a:extLst>
              </p:cNvPr>
              <p:cNvSpPr/>
              <p:nvPr/>
            </p:nvSpPr>
            <p:spPr>
              <a:xfrm>
                <a:off x="5136507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g1155">
                <a:extLst>
                  <a:ext uri="{FF2B5EF4-FFF2-40B4-BE49-F238E27FC236}">
                    <a16:creationId xmlns:a16="http://schemas.microsoft.com/office/drawing/2014/main" id="{B462173D-7707-350E-0FFE-7241D6FEC528}"/>
                  </a:ext>
                </a:extLst>
              </p:cNvPr>
              <p:cNvSpPr/>
              <p:nvPr/>
            </p:nvSpPr>
            <p:spPr>
              <a:xfrm>
                <a:off x="5148144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g1156">
                <a:extLst>
                  <a:ext uri="{FF2B5EF4-FFF2-40B4-BE49-F238E27FC236}">
                    <a16:creationId xmlns:a16="http://schemas.microsoft.com/office/drawing/2014/main" id="{9CB16EAD-D85B-D550-23F2-467CDE2ED522}"/>
                  </a:ext>
                </a:extLst>
              </p:cNvPr>
              <p:cNvSpPr/>
              <p:nvPr/>
            </p:nvSpPr>
            <p:spPr>
              <a:xfrm>
                <a:off x="515978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g1157">
                <a:extLst>
                  <a:ext uri="{FF2B5EF4-FFF2-40B4-BE49-F238E27FC236}">
                    <a16:creationId xmlns:a16="http://schemas.microsoft.com/office/drawing/2014/main" id="{E379D914-9090-2A02-8243-469DB68C08A8}"/>
                  </a:ext>
                </a:extLst>
              </p:cNvPr>
              <p:cNvSpPr/>
              <p:nvPr/>
            </p:nvSpPr>
            <p:spPr>
              <a:xfrm>
                <a:off x="517141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g1158">
                <a:extLst>
                  <a:ext uri="{FF2B5EF4-FFF2-40B4-BE49-F238E27FC236}">
                    <a16:creationId xmlns:a16="http://schemas.microsoft.com/office/drawing/2014/main" id="{8940AACB-67D9-024D-8424-ED7C09BE4797}"/>
                  </a:ext>
                </a:extLst>
              </p:cNvPr>
              <p:cNvSpPr/>
              <p:nvPr/>
            </p:nvSpPr>
            <p:spPr>
              <a:xfrm>
                <a:off x="5183056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g1159">
                <a:extLst>
                  <a:ext uri="{FF2B5EF4-FFF2-40B4-BE49-F238E27FC236}">
                    <a16:creationId xmlns:a16="http://schemas.microsoft.com/office/drawing/2014/main" id="{34E6FD4A-77F5-6409-B2CF-3B79096FBE57}"/>
                  </a:ext>
                </a:extLst>
              </p:cNvPr>
              <p:cNvSpPr/>
              <p:nvPr/>
            </p:nvSpPr>
            <p:spPr>
              <a:xfrm>
                <a:off x="519469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g1160">
                <a:extLst>
                  <a:ext uri="{FF2B5EF4-FFF2-40B4-BE49-F238E27FC236}">
                    <a16:creationId xmlns:a16="http://schemas.microsoft.com/office/drawing/2014/main" id="{B5FB454E-1115-746A-F3F0-0002332313A3}"/>
                  </a:ext>
                </a:extLst>
              </p:cNvPr>
              <p:cNvSpPr/>
              <p:nvPr/>
            </p:nvSpPr>
            <p:spPr>
              <a:xfrm>
                <a:off x="520633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g1161">
                <a:extLst>
                  <a:ext uri="{FF2B5EF4-FFF2-40B4-BE49-F238E27FC236}">
                    <a16:creationId xmlns:a16="http://schemas.microsoft.com/office/drawing/2014/main" id="{9B8E0236-A9AE-C8AC-98DD-20E713E7E14A}"/>
                  </a:ext>
                </a:extLst>
              </p:cNvPr>
              <p:cNvSpPr/>
              <p:nvPr/>
            </p:nvSpPr>
            <p:spPr>
              <a:xfrm>
                <a:off x="5217968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g1162">
                <a:extLst>
                  <a:ext uri="{FF2B5EF4-FFF2-40B4-BE49-F238E27FC236}">
                    <a16:creationId xmlns:a16="http://schemas.microsoft.com/office/drawing/2014/main" id="{B5A57CC7-1FB3-D6D5-302E-D8F0D43DACC9}"/>
                  </a:ext>
                </a:extLst>
              </p:cNvPr>
              <p:cNvSpPr/>
              <p:nvPr/>
            </p:nvSpPr>
            <p:spPr>
              <a:xfrm>
                <a:off x="5229605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g1163">
                <a:extLst>
                  <a:ext uri="{FF2B5EF4-FFF2-40B4-BE49-F238E27FC236}">
                    <a16:creationId xmlns:a16="http://schemas.microsoft.com/office/drawing/2014/main" id="{C95DC2E9-03E0-1CE0-9116-8AC16F7B1567}"/>
                  </a:ext>
                </a:extLst>
              </p:cNvPr>
              <p:cNvSpPr/>
              <p:nvPr/>
            </p:nvSpPr>
            <p:spPr>
              <a:xfrm>
                <a:off x="524124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g1164">
                <a:extLst>
                  <a:ext uri="{FF2B5EF4-FFF2-40B4-BE49-F238E27FC236}">
                    <a16:creationId xmlns:a16="http://schemas.microsoft.com/office/drawing/2014/main" id="{7EB628BC-B513-C1F8-5DCC-43259B6E11E1}"/>
                  </a:ext>
                </a:extLst>
              </p:cNvPr>
              <p:cNvSpPr/>
              <p:nvPr/>
            </p:nvSpPr>
            <p:spPr>
              <a:xfrm>
                <a:off x="5252880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g1165">
                <a:extLst>
                  <a:ext uri="{FF2B5EF4-FFF2-40B4-BE49-F238E27FC236}">
                    <a16:creationId xmlns:a16="http://schemas.microsoft.com/office/drawing/2014/main" id="{B6E21533-496E-682B-F09B-929EB0D9D15A}"/>
                  </a:ext>
                </a:extLst>
              </p:cNvPr>
              <p:cNvSpPr/>
              <p:nvPr/>
            </p:nvSpPr>
            <p:spPr>
              <a:xfrm>
                <a:off x="5311067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AE4CB">
                  <a:alpha val="100000"/>
                </a:srgbClr>
              </a:solidFill>
              <a:ln w="5420" cap="flat">
                <a:solidFill>
                  <a:srgbClr val="AA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g1166">
                <a:extLst>
                  <a:ext uri="{FF2B5EF4-FFF2-40B4-BE49-F238E27FC236}">
                    <a16:creationId xmlns:a16="http://schemas.microsoft.com/office/drawing/2014/main" id="{7F2D1E7E-4BEF-E5EF-ACA0-9CEF79C437D3}"/>
                  </a:ext>
                </a:extLst>
              </p:cNvPr>
              <p:cNvSpPr/>
              <p:nvPr/>
            </p:nvSpPr>
            <p:spPr>
              <a:xfrm>
                <a:off x="5322704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7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g1167">
                <a:extLst>
                  <a:ext uri="{FF2B5EF4-FFF2-40B4-BE49-F238E27FC236}">
                    <a16:creationId xmlns:a16="http://schemas.microsoft.com/office/drawing/2014/main" id="{6921C844-4047-DC57-D060-E891598B8395}"/>
                  </a:ext>
                </a:extLst>
              </p:cNvPr>
              <p:cNvSpPr/>
              <p:nvPr/>
            </p:nvSpPr>
            <p:spPr>
              <a:xfrm>
                <a:off x="533434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g1168">
                <a:extLst>
                  <a:ext uri="{FF2B5EF4-FFF2-40B4-BE49-F238E27FC236}">
                    <a16:creationId xmlns:a16="http://schemas.microsoft.com/office/drawing/2014/main" id="{59CBC7DF-8F5D-DC6C-EE7B-436ABCCE52D5}"/>
                  </a:ext>
                </a:extLst>
              </p:cNvPr>
              <p:cNvSpPr/>
              <p:nvPr/>
            </p:nvSpPr>
            <p:spPr>
              <a:xfrm>
                <a:off x="534597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7">
                  <a:alpha val="100000"/>
                </a:srgbClr>
              </a:solidFill>
              <a:ln w="5420" cap="flat">
                <a:solidFill>
                  <a:srgbClr val="A0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g1169">
                <a:extLst>
                  <a:ext uri="{FF2B5EF4-FFF2-40B4-BE49-F238E27FC236}">
                    <a16:creationId xmlns:a16="http://schemas.microsoft.com/office/drawing/2014/main" id="{9CB614A8-7B88-2941-A154-E8AEC0567C38}"/>
                  </a:ext>
                </a:extLst>
              </p:cNvPr>
              <p:cNvSpPr/>
              <p:nvPr/>
            </p:nvSpPr>
            <p:spPr>
              <a:xfrm>
                <a:off x="5357616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5">
                  <a:alpha val="100000"/>
                </a:srgbClr>
              </a:solidFill>
              <a:ln w="5420" cap="flat">
                <a:solidFill>
                  <a:srgbClr val="9E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g1170">
                <a:extLst>
                  <a:ext uri="{FF2B5EF4-FFF2-40B4-BE49-F238E27FC236}">
                    <a16:creationId xmlns:a16="http://schemas.microsoft.com/office/drawing/2014/main" id="{863D7BE7-7397-D7E6-3A8A-5689A10D6E7F}"/>
                  </a:ext>
                </a:extLst>
              </p:cNvPr>
              <p:cNvSpPr/>
              <p:nvPr/>
            </p:nvSpPr>
            <p:spPr>
              <a:xfrm>
                <a:off x="536925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g1171">
                <a:extLst>
                  <a:ext uri="{FF2B5EF4-FFF2-40B4-BE49-F238E27FC236}">
                    <a16:creationId xmlns:a16="http://schemas.microsoft.com/office/drawing/2014/main" id="{C53B2E2D-A118-9638-7EF8-A9FAE16653A5}"/>
                  </a:ext>
                </a:extLst>
              </p:cNvPr>
              <p:cNvSpPr/>
              <p:nvPr/>
            </p:nvSpPr>
            <p:spPr>
              <a:xfrm>
                <a:off x="5113232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g1172">
                <a:extLst>
                  <a:ext uri="{FF2B5EF4-FFF2-40B4-BE49-F238E27FC236}">
                    <a16:creationId xmlns:a16="http://schemas.microsoft.com/office/drawing/2014/main" id="{94ADBC1D-6276-6DA6-43A7-25349F77C725}"/>
                  </a:ext>
                </a:extLst>
              </p:cNvPr>
              <p:cNvSpPr/>
              <p:nvPr/>
            </p:nvSpPr>
            <p:spPr>
              <a:xfrm>
                <a:off x="512486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g1173">
                <a:extLst>
                  <a:ext uri="{FF2B5EF4-FFF2-40B4-BE49-F238E27FC236}">
                    <a16:creationId xmlns:a16="http://schemas.microsoft.com/office/drawing/2014/main" id="{FB23027D-5A02-E840-19DE-B204E1B73FA1}"/>
                  </a:ext>
                </a:extLst>
              </p:cNvPr>
              <p:cNvSpPr/>
              <p:nvPr/>
            </p:nvSpPr>
            <p:spPr>
              <a:xfrm>
                <a:off x="5136507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g1174">
                <a:extLst>
                  <a:ext uri="{FF2B5EF4-FFF2-40B4-BE49-F238E27FC236}">
                    <a16:creationId xmlns:a16="http://schemas.microsoft.com/office/drawing/2014/main" id="{9036C524-A07A-6C05-E686-B3CC95C4975B}"/>
                  </a:ext>
                </a:extLst>
              </p:cNvPr>
              <p:cNvSpPr/>
              <p:nvPr/>
            </p:nvSpPr>
            <p:spPr>
              <a:xfrm>
                <a:off x="5148144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g1175">
                <a:extLst>
                  <a:ext uri="{FF2B5EF4-FFF2-40B4-BE49-F238E27FC236}">
                    <a16:creationId xmlns:a16="http://schemas.microsoft.com/office/drawing/2014/main" id="{24087473-418E-1ED5-5B64-264AAC3CF404}"/>
                  </a:ext>
                </a:extLst>
              </p:cNvPr>
              <p:cNvSpPr/>
              <p:nvPr/>
            </p:nvSpPr>
            <p:spPr>
              <a:xfrm>
                <a:off x="515978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g1176">
                <a:extLst>
                  <a:ext uri="{FF2B5EF4-FFF2-40B4-BE49-F238E27FC236}">
                    <a16:creationId xmlns:a16="http://schemas.microsoft.com/office/drawing/2014/main" id="{4F4E8313-1B34-010B-910B-09B3BFB52C37}"/>
                  </a:ext>
                </a:extLst>
              </p:cNvPr>
              <p:cNvSpPr/>
              <p:nvPr/>
            </p:nvSpPr>
            <p:spPr>
              <a:xfrm>
                <a:off x="517141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g1177">
                <a:extLst>
                  <a:ext uri="{FF2B5EF4-FFF2-40B4-BE49-F238E27FC236}">
                    <a16:creationId xmlns:a16="http://schemas.microsoft.com/office/drawing/2014/main" id="{4EACB72D-CAB1-3479-A40D-F48900D2EE60}"/>
                  </a:ext>
                </a:extLst>
              </p:cNvPr>
              <p:cNvSpPr/>
              <p:nvPr/>
            </p:nvSpPr>
            <p:spPr>
              <a:xfrm>
                <a:off x="5183056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g1178">
                <a:extLst>
                  <a:ext uri="{FF2B5EF4-FFF2-40B4-BE49-F238E27FC236}">
                    <a16:creationId xmlns:a16="http://schemas.microsoft.com/office/drawing/2014/main" id="{B7748B95-A104-8E3B-243B-9D4B62BD72E0}"/>
                  </a:ext>
                </a:extLst>
              </p:cNvPr>
              <p:cNvSpPr/>
              <p:nvPr/>
            </p:nvSpPr>
            <p:spPr>
              <a:xfrm>
                <a:off x="519469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g1179">
                <a:extLst>
                  <a:ext uri="{FF2B5EF4-FFF2-40B4-BE49-F238E27FC236}">
                    <a16:creationId xmlns:a16="http://schemas.microsoft.com/office/drawing/2014/main" id="{FF4EDBAE-D4BF-1E18-5490-AD38531688A5}"/>
                  </a:ext>
                </a:extLst>
              </p:cNvPr>
              <p:cNvSpPr/>
              <p:nvPr/>
            </p:nvSpPr>
            <p:spPr>
              <a:xfrm>
                <a:off x="520633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g1180">
                <a:extLst>
                  <a:ext uri="{FF2B5EF4-FFF2-40B4-BE49-F238E27FC236}">
                    <a16:creationId xmlns:a16="http://schemas.microsoft.com/office/drawing/2014/main" id="{24D842DD-03CA-554B-515E-E37C3346A4AE}"/>
                  </a:ext>
                </a:extLst>
              </p:cNvPr>
              <p:cNvSpPr/>
              <p:nvPr/>
            </p:nvSpPr>
            <p:spPr>
              <a:xfrm>
                <a:off x="5217968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g1181">
                <a:extLst>
                  <a:ext uri="{FF2B5EF4-FFF2-40B4-BE49-F238E27FC236}">
                    <a16:creationId xmlns:a16="http://schemas.microsoft.com/office/drawing/2014/main" id="{B157276D-61F2-5F3C-14B1-BDD0DFFF2A32}"/>
                  </a:ext>
                </a:extLst>
              </p:cNvPr>
              <p:cNvSpPr/>
              <p:nvPr/>
            </p:nvSpPr>
            <p:spPr>
              <a:xfrm>
                <a:off x="5229605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g1182">
                <a:extLst>
                  <a:ext uri="{FF2B5EF4-FFF2-40B4-BE49-F238E27FC236}">
                    <a16:creationId xmlns:a16="http://schemas.microsoft.com/office/drawing/2014/main" id="{0C2ECCFF-1B0E-AD21-3015-D8C13CEB170D}"/>
                  </a:ext>
                </a:extLst>
              </p:cNvPr>
              <p:cNvSpPr/>
              <p:nvPr/>
            </p:nvSpPr>
            <p:spPr>
              <a:xfrm>
                <a:off x="524124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g1183">
                <a:extLst>
                  <a:ext uri="{FF2B5EF4-FFF2-40B4-BE49-F238E27FC236}">
                    <a16:creationId xmlns:a16="http://schemas.microsoft.com/office/drawing/2014/main" id="{0D9BD6F0-C88A-8299-5823-35D139D57D74}"/>
                  </a:ext>
                </a:extLst>
              </p:cNvPr>
              <p:cNvSpPr/>
              <p:nvPr/>
            </p:nvSpPr>
            <p:spPr>
              <a:xfrm>
                <a:off x="529942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D">
                  <a:alpha val="100000"/>
                </a:srgbClr>
              </a:solidFill>
              <a:ln w="5420" cap="flat">
                <a:solidFill>
                  <a:srgbClr val="AFE6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g1184">
                <a:extLst>
                  <a:ext uri="{FF2B5EF4-FFF2-40B4-BE49-F238E27FC236}">
                    <a16:creationId xmlns:a16="http://schemas.microsoft.com/office/drawing/2014/main" id="{955BEF3C-89B2-AF46-A5F5-470410C570A9}"/>
                  </a:ext>
                </a:extLst>
              </p:cNvPr>
              <p:cNvSpPr/>
              <p:nvPr/>
            </p:nvSpPr>
            <p:spPr>
              <a:xfrm>
                <a:off x="5311067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g1185">
                <a:extLst>
                  <a:ext uri="{FF2B5EF4-FFF2-40B4-BE49-F238E27FC236}">
                    <a16:creationId xmlns:a16="http://schemas.microsoft.com/office/drawing/2014/main" id="{06E2B91D-7AEE-98C5-82D2-D7D60B26B8AE}"/>
                  </a:ext>
                </a:extLst>
              </p:cNvPr>
              <p:cNvSpPr/>
              <p:nvPr/>
            </p:nvSpPr>
            <p:spPr>
              <a:xfrm>
                <a:off x="5322704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BE4CC">
                  <a:alpha val="100000"/>
                </a:srgbClr>
              </a:solidFill>
              <a:ln w="5420" cap="flat">
                <a:solidFill>
                  <a:srgbClr val="ABE4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g1186">
                <a:extLst>
                  <a:ext uri="{FF2B5EF4-FFF2-40B4-BE49-F238E27FC236}">
                    <a16:creationId xmlns:a16="http://schemas.microsoft.com/office/drawing/2014/main" id="{BCEB44FA-734D-4095-4517-924AF965734C}"/>
                  </a:ext>
                </a:extLst>
              </p:cNvPr>
              <p:cNvSpPr/>
              <p:nvPr/>
            </p:nvSpPr>
            <p:spPr>
              <a:xfrm>
                <a:off x="533434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7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g1187">
                <a:extLst>
                  <a:ext uri="{FF2B5EF4-FFF2-40B4-BE49-F238E27FC236}">
                    <a16:creationId xmlns:a16="http://schemas.microsoft.com/office/drawing/2014/main" id="{11D29911-11F4-DD5F-7C3A-E0E499746FAA}"/>
                  </a:ext>
                </a:extLst>
              </p:cNvPr>
              <p:cNvSpPr/>
              <p:nvPr/>
            </p:nvSpPr>
            <p:spPr>
              <a:xfrm>
                <a:off x="534597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4E2C9">
                  <a:alpha val="100000"/>
                </a:srgbClr>
              </a:solidFill>
              <a:ln w="5420" cap="flat">
                <a:solidFill>
                  <a:srgbClr val="A4E2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g1188">
                <a:extLst>
                  <a:ext uri="{FF2B5EF4-FFF2-40B4-BE49-F238E27FC236}">
                    <a16:creationId xmlns:a16="http://schemas.microsoft.com/office/drawing/2014/main" id="{3B7CCF64-E1D3-CDF8-6902-9D794AC37C0F}"/>
                  </a:ext>
                </a:extLst>
              </p:cNvPr>
              <p:cNvSpPr/>
              <p:nvPr/>
            </p:nvSpPr>
            <p:spPr>
              <a:xfrm>
                <a:off x="5357616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2E1C7">
                  <a:alpha val="100000"/>
                </a:srgbClr>
              </a:solidFill>
              <a:ln w="5420" cap="flat">
                <a:solidFill>
                  <a:srgbClr val="A2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g1189">
                <a:extLst>
                  <a:ext uri="{FF2B5EF4-FFF2-40B4-BE49-F238E27FC236}">
                    <a16:creationId xmlns:a16="http://schemas.microsoft.com/office/drawing/2014/main" id="{0EB552DF-DAC1-4834-64FB-1B113A6F6909}"/>
                  </a:ext>
                </a:extLst>
              </p:cNvPr>
              <p:cNvSpPr/>
              <p:nvPr/>
            </p:nvSpPr>
            <p:spPr>
              <a:xfrm>
                <a:off x="536925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g1190">
                <a:extLst>
                  <a:ext uri="{FF2B5EF4-FFF2-40B4-BE49-F238E27FC236}">
                    <a16:creationId xmlns:a16="http://schemas.microsoft.com/office/drawing/2014/main" id="{12CABC44-D3DD-10D5-B252-F42A06A4E30C}"/>
                  </a:ext>
                </a:extLst>
              </p:cNvPr>
              <p:cNvSpPr/>
              <p:nvPr/>
            </p:nvSpPr>
            <p:spPr>
              <a:xfrm>
                <a:off x="508995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E">
                  <a:alpha val="100000"/>
                </a:srgbClr>
              </a:solidFill>
              <a:ln w="5420" cap="flat">
                <a:solidFill>
                  <a:srgbClr val="B1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g1191">
                <a:extLst>
                  <a:ext uri="{FF2B5EF4-FFF2-40B4-BE49-F238E27FC236}">
                    <a16:creationId xmlns:a16="http://schemas.microsoft.com/office/drawing/2014/main" id="{53F88477-845B-778F-9CC1-AD7CB3C14620}"/>
                  </a:ext>
                </a:extLst>
              </p:cNvPr>
              <p:cNvSpPr/>
              <p:nvPr/>
            </p:nvSpPr>
            <p:spPr>
              <a:xfrm>
                <a:off x="5101595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g1192">
                <a:extLst>
                  <a:ext uri="{FF2B5EF4-FFF2-40B4-BE49-F238E27FC236}">
                    <a16:creationId xmlns:a16="http://schemas.microsoft.com/office/drawing/2014/main" id="{1FDDF1FE-784E-194D-6713-644D4A41D8C6}"/>
                  </a:ext>
                </a:extLst>
              </p:cNvPr>
              <p:cNvSpPr/>
              <p:nvPr/>
            </p:nvSpPr>
            <p:spPr>
              <a:xfrm>
                <a:off x="5113232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g1193">
                <a:extLst>
                  <a:ext uri="{FF2B5EF4-FFF2-40B4-BE49-F238E27FC236}">
                    <a16:creationId xmlns:a16="http://schemas.microsoft.com/office/drawing/2014/main" id="{5DFF3A07-41B3-8C29-3D77-73B44DAADE8B}"/>
                  </a:ext>
                </a:extLst>
              </p:cNvPr>
              <p:cNvSpPr/>
              <p:nvPr/>
            </p:nvSpPr>
            <p:spPr>
              <a:xfrm>
                <a:off x="512486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g1194">
                <a:extLst>
                  <a:ext uri="{FF2B5EF4-FFF2-40B4-BE49-F238E27FC236}">
                    <a16:creationId xmlns:a16="http://schemas.microsoft.com/office/drawing/2014/main" id="{DD65FD4A-557A-FB44-D209-8299AAAD24B3}"/>
                  </a:ext>
                </a:extLst>
              </p:cNvPr>
              <p:cNvSpPr/>
              <p:nvPr/>
            </p:nvSpPr>
            <p:spPr>
              <a:xfrm>
                <a:off x="513650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g1195">
                <a:extLst>
                  <a:ext uri="{FF2B5EF4-FFF2-40B4-BE49-F238E27FC236}">
                    <a16:creationId xmlns:a16="http://schemas.microsoft.com/office/drawing/2014/main" id="{C8713433-0F06-0F53-F6A8-27630A383EA7}"/>
                  </a:ext>
                </a:extLst>
              </p:cNvPr>
              <p:cNvSpPr/>
              <p:nvPr/>
            </p:nvSpPr>
            <p:spPr>
              <a:xfrm>
                <a:off x="5148144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g1196">
                <a:extLst>
                  <a:ext uri="{FF2B5EF4-FFF2-40B4-BE49-F238E27FC236}">
                    <a16:creationId xmlns:a16="http://schemas.microsoft.com/office/drawing/2014/main" id="{6DEC1510-02B4-48A3-8F8C-B3B3C9AD98B5}"/>
                  </a:ext>
                </a:extLst>
              </p:cNvPr>
              <p:cNvSpPr/>
              <p:nvPr/>
            </p:nvSpPr>
            <p:spPr>
              <a:xfrm>
                <a:off x="515978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g1197">
                <a:extLst>
                  <a:ext uri="{FF2B5EF4-FFF2-40B4-BE49-F238E27FC236}">
                    <a16:creationId xmlns:a16="http://schemas.microsoft.com/office/drawing/2014/main" id="{6CC5C1BB-2AF8-84CF-4D74-A7AE1DB5A3E0}"/>
                  </a:ext>
                </a:extLst>
              </p:cNvPr>
              <p:cNvSpPr/>
              <p:nvPr/>
            </p:nvSpPr>
            <p:spPr>
              <a:xfrm>
                <a:off x="517141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g1198">
                <a:extLst>
                  <a:ext uri="{FF2B5EF4-FFF2-40B4-BE49-F238E27FC236}">
                    <a16:creationId xmlns:a16="http://schemas.microsoft.com/office/drawing/2014/main" id="{21599F73-6A69-C999-070C-C3DCDF6C1285}"/>
                  </a:ext>
                </a:extLst>
              </p:cNvPr>
              <p:cNvSpPr/>
              <p:nvPr/>
            </p:nvSpPr>
            <p:spPr>
              <a:xfrm>
                <a:off x="5183056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g1199">
                <a:extLst>
                  <a:ext uri="{FF2B5EF4-FFF2-40B4-BE49-F238E27FC236}">
                    <a16:creationId xmlns:a16="http://schemas.microsoft.com/office/drawing/2014/main" id="{BE1E790C-4101-FAFE-19D5-4634B9F6AE59}"/>
                  </a:ext>
                </a:extLst>
              </p:cNvPr>
              <p:cNvSpPr/>
              <p:nvPr/>
            </p:nvSpPr>
            <p:spPr>
              <a:xfrm>
                <a:off x="5194693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g1200">
                <a:extLst>
                  <a:ext uri="{FF2B5EF4-FFF2-40B4-BE49-F238E27FC236}">
                    <a16:creationId xmlns:a16="http://schemas.microsoft.com/office/drawing/2014/main" id="{87CFDDDC-245D-D808-0C02-35F83B21CF8E}"/>
                  </a:ext>
                </a:extLst>
              </p:cNvPr>
              <p:cNvSpPr/>
              <p:nvPr/>
            </p:nvSpPr>
            <p:spPr>
              <a:xfrm>
                <a:off x="520633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g1201">
                <a:extLst>
                  <a:ext uri="{FF2B5EF4-FFF2-40B4-BE49-F238E27FC236}">
                    <a16:creationId xmlns:a16="http://schemas.microsoft.com/office/drawing/2014/main" id="{10B11D30-5168-BCA4-EC46-3BF82D17FBED}"/>
                  </a:ext>
                </a:extLst>
              </p:cNvPr>
              <p:cNvSpPr/>
              <p:nvPr/>
            </p:nvSpPr>
            <p:spPr>
              <a:xfrm>
                <a:off x="5217968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D">
                  <a:alpha val="100000"/>
                </a:srgbClr>
              </a:solidFill>
              <a:ln w="5420" cap="flat">
                <a:solidFill>
                  <a:srgbClr val="AFE6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g1202">
                <a:extLst>
                  <a:ext uri="{FF2B5EF4-FFF2-40B4-BE49-F238E27FC236}">
                    <a16:creationId xmlns:a16="http://schemas.microsoft.com/office/drawing/2014/main" id="{E10D69D3-4528-DA2E-31AF-F73DDF2EB633}"/>
                  </a:ext>
                </a:extLst>
              </p:cNvPr>
              <p:cNvSpPr/>
              <p:nvPr/>
            </p:nvSpPr>
            <p:spPr>
              <a:xfrm>
                <a:off x="5287792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g1203">
                <a:extLst>
                  <a:ext uri="{FF2B5EF4-FFF2-40B4-BE49-F238E27FC236}">
                    <a16:creationId xmlns:a16="http://schemas.microsoft.com/office/drawing/2014/main" id="{FEE8A164-C789-5EF3-AAC9-0F10C917C635}"/>
                  </a:ext>
                </a:extLst>
              </p:cNvPr>
              <p:cNvSpPr/>
              <p:nvPr/>
            </p:nvSpPr>
            <p:spPr>
              <a:xfrm>
                <a:off x="529942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g1204">
                <a:extLst>
                  <a:ext uri="{FF2B5EF4-FFF2-40B4-BE49-F238E27FC236}">
                    <a16:creationId xmlns:a16="http://schemas.microsoft.com/office/drawing/2014/main" id="{155FD751-1632-2F65-EA87-FA1145B83EEC}"/>
                  </a:ext>
                </a:extLst>
              </p:cNvPr>
              <p:cNvSpPr/>
              <p:nvPr/>
            </p:nvSpPr>
            <p:spPr>
              <a:xfrm>
                <a:off x="531106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g1205">
                <a:extLst>
                  <a:ext uri="{FF2B5EF4-FFF2-40B4-BE49-F238E27FC236}">
                    <a16:creationId xmlns:a16="http://schemas.microsoft.com/office/drawing/2014/main" id="{D3332EA7-A45A-5FCC-54D3-6BB6509F3AAC}"/>
                  </a:ext>
                </a:extLst>
              </p:cNvPr>
              <p:cNvSpPr/>
              <p:nvPr/>
            </p:nvSpPr>
            <p:spPr>
              <a:xfrm>
                <a:off x="5322704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g1206">
                <a:extLst>
                  <a:ext uri="{FF2B5EF4-FFF2-40B4-BE49-F238E27FC236}">
                    <a16:creationId xmlns:a16="http://schemas.microsoft.com/office/drawing/2014/main" id="{FF1D9EBC-5027-8EAF-1437-5EFECD1D235F}"/>
                  </a:ext>
                </a:extLst>
              </p:cNvPr>
              <p:cNvSpPr/>
              <p:nvPr/>
            </p:nvSpPr>
            <p:spPr>
              <a:xfrm>
                <a:off x="533434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g1207">
                <a:extLst>
                  <a:ext uri="{FF2B5EF4-FFF2-40B4-BE49-F238E27FC236}">
                    <a16:creationId xmlns:a16="http://schemas.microsoft.com/office/drawing/2014/main" id="{FA62F02A-7B0E-5DC2-FC4B-94F5F49D352B}"/>
                  </a:ext>
                </a:extLst>
              </p:cNvPr>
              <p:cNvSpPr/>
              <p:nvPr/>
            </p:nvSpPr>
            <p:spPr>
              <a:xfrm>
                <a:off x="534597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BE4CC">
                  <a:alpha val="100000"/>
                </a:srgbClr>
              </a:solidFill>
              <a:ln w="5420" cap="flat">
                <a:solidFill>
                  <a:srgbClr val="ABE4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g1208">
                <a:extLst>
                  <a:ext uri="{FF2B5EF4-FFF2-40B4-BE49-F238E27FC236}">
                    <a16:creationId xmlns:a16="http://schemas.microsoft.com/office/drawing/2014/main" id="{62CDAFE3-16B9-807A-0C9E-A695B762C609}"/>
                  </a:ext>
                </a:extLst>
              </p:cNvPr>
              <p:cNvSpPr/>
              <p:nvPr/>
            </p:nvSpPr>
            <p:spPr>
              <a:xfrm>
                <a:off x="506668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g1209">
                <a:extLst>
                  <a:ext uri="{FF2B5EF4-FFF2-40B4-BE49-F238E27FC236}">
                    <a16:creationId xmlns:a16="http://schemas.microsoft.com/office/drawing/2014/main" id="{82D06EF2-7714-B65C-C0F9-718664D9A678}"/>
                  </a:ext>
                </a:extLst>
              </p:cNvPr>
              <p:cNvSpPr/>
              <p:nvPr/>
            </p:nvSpPr>
            <p:spPr>
              <a:xfrm>
                <a:off x="5078320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g1210">
                <a:extLst>
                  <a:ext uri="{FF2B5EF4-FFF2-40B4-BE49-F238E27FC236}">
                    <a16:creationId xmlns:a16="http://schemas.microsoft.com/office/drawing/2014/main" id="{7D6C55A1-9CB8-6F5A-6858-340B081DFCD7}"/>
                  </a:ext>
                </a:extLst>
              </p:cNvPr>
              <p:cNvSpPr/>
              <p:nvPr/>
            </p:nvSpPr>
            <p:spPr>
              <a:xfrm>
                <a:off x="508995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6CF">
                  <a:alpha val="100000"/>
                </a:srgbClr>
              </a:solidFill>
              <a:ln w="5420" cap="flat">
                <a:solidFill>
                  <a:srgbClr val="B2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g1211">
                <a:extLst>
                  <a:ext uri="{FF2B5EF4-FFF2-40B4-BE49-F238E27FC236}">
                    <a16:creationId xmlns:a16="http://schemas.microsoft.com/office/drawing/2014/main" id="{A49660E5-82A9-199B-C680-F2D8A0768C64}"/>
                  </a:ext>
                </a:extLst>
              </p:cNvPr>
              <p:cNvSpPr/>
              <p:nvPr/>
            </p:nvSpPr>
            <p:spPr>
              <a:xfrm>
                <a:off x="510159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F">
                  <a:alpha val="100000"/>
                </a:srgbClr>
              </a:solidFill>
              <a:ln w="5420" cap="flat">
                <a:solidFill>
                  <a:srgbClr val="B1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g1212">
                <a:extLst>
                  <a:ext uri="{FF2B5EF4-FFF2-40B4-BE49-F238E27FC236}">
                    <a16:creationId xmlns:a16="http://schemas.microsoft.com/office/drawing/2014/main" id="{D899DF5F-0B74-32F1-3B24-E08939609961}"/>
                  </a:ext>
                </a:extLst>
              </p:cNvPr>
              <p:cNvSpPr/>
              <p:nvPr/>
            </p:nvSpPr>
            <p:spPr>
              <a:xfrm>
                <a:off x="5113232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E">
                  <a:alpha val="100000"/>
                </a:srgbClr>
              </a:solidFill>
              <a:ln w="5420" cap="flat">
                <a:solidFill>
                  <a:srgbClr val="B1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g1213">
                <a:extLst>
                  <a:ext uri="{FF2B5EF4-FFF2-40B4-BE49-F238E27FC236}">
                    <a16:creationId xmlns:a16="http://schemas.microsoft.com/office/drawing/2014/main" id="{785E3A9D-FA63-58A7-6D60-364CAC0CC9C9}"/>
                  </a:ext>
                </a:extLst>
              </p:cNvPr>
              <p:cNvSpPr/>
              <p:nvPr/>
            </p:nvSpPr>
            <p:spPr>
              <a:xfrm>
                <a:off x="512486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g1214">
                <a:extLst>
                  <a:ext uri="{FF2B5EF4-FFF2-40B4-BE49-F238E27FC236}">
                    <a16:creationId xmlns:a16="http://schemas.microsoft.com/office/drawing/2014/main" id="{909D84C8-A379-2B27-57C9-85D2E2A84CEE}"/>
                  </a:ext>
                </a:extLst>
              </p:cNvPr>
              <p:cNvSpPr/>
              <p:nvPr/>
            </p:nvSpPr>
            <p:spPr>
              <a:xfrm>
                <a:off x="513650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g1215">
                <a:extLst>
                  <a:ext uri="{FF2B5EF4-FFF2-40B4-BE49-F238E27FC236}">
                    <a16:creationId xmlns:a16="http://schemas.microsoft.com/office/drawing/2014/main" id="{1ED258F6-4919-5725-3E63-A78BA093CF5E}"/>
                  </a:ext>
                </a:extLst>
              </p:cNvPr>
              <p:cNvSpPr/>
              <p:nvPr/>
            </p:nvSpPr>
            <p:spPr>
              <a:xfrm>
                <a:off x="5148144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g1216">
                <a:extLst>
                  <a:ext uri="{FF2B5EF4-FFF2-40B4-BE49-F238E27FC236}">
                    <a16:creationId xmlns:a16="http://schemas.microsoft.com/office/drawing/2014/main" id="{780C457C-A102-099D-A290-24C3B8AFC6DA}"/>
                  </a:ext>
                </a:extLst>
              </p:cNvPr>
              <p:cNvSpPr/>
              <p:nvPr/>
            </p:nvSpPr>
            <p:spPr>
              <a:xfrm>
                <a:off x="515978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g1217">
                <a:extLst>
                  <a:ext uri="{FF2B5EF4-FFF2-40B4-BE49-F238E27FC236}">
                    <a16:creationId xmlns:a16="http://schemas.microsoft.com/office/drawing/2014/main" id="{A3647662-DC73-ADE8-490B-5E7DD39BE8D1}"/>
                  </a:ext>
                </a:extLst>
              </p:cNvPr>
              <p:cNvSpPr/>
              <p:nvPr/>
            </p:nvSpPr>
            <p:spPr>
              <a:xfrm>
                <a:off x="517141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g1218">
                <a:extLst>
                  <a:ext uri="{FF2B5EF4-FFF2-40B4-BE49-F238E27FC236}">
                    <a16:creationId xmlns:a16="http://schemas.microsoft.com/office/drawing/2014/main" id="{F32840DA-5C4C-0F30-F45F-ADFA38CFDD82}"/>
                  </a:ext>
                </a:extLst>
              </p:cNvPr>
              <p:cNvSpPr/>
              <p:nvPr/>
            </p:nvSpPr>
            <p:spPr>
              <a:xfrm>
                <a:off x="5183056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C">
                  <a:alpha val="100000"/>
                </a:srgbClr>
              </a:solidFill>
              <a:ln w="5420" cap="flat">
                <a:solidFill>
                  <a:srgbClr val="AD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g1219">
                <a:extLst>
                  <a:ext uri="{FF2B5EF4-FFF2-40B4-BE49-F238E27FC236}">
                    <a16:creationId xmlns:a16="http://schemas.microsoft.com/office/drawing/2014/main" id="{BB2CA413-A680-394D-68FB-149FC45F0E2D}"/>
                  </a:ext>
                </a:extLst>
              </p:cNvPr>
              <p:cNvSpPr/>
              <p:nvPr/>
            </p:nvSpPr>
            <p:spPr>
              <a:xfrm>
                <a:off x="519469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g1220">
                <a:extLst>
                  <a:ext uri="{FF2B5EF4-FFF2-40B4-BE49-F238E27FC236}">
                    <a16:creationId xmlns:a16="http://schemas.microsoft.com/office/drawing/2014/main" id="{0C99001C-141C-8861-9664-5E6733D51E2C}"/>
                  </a:ext>
                </a:extLst>
              </p:cNvPr>
              <p:cNvSpPr/>
              <p:nvPr/>
            </p:nvSpPr>
            <p:spPr>
              <a:xfrm>
                <a:off x="520633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g1221">
                <a:extLst>
                  <a:ext uri="{FF2B5EF4-FFF2-40B4-BE49-F238E27FC236}">
                    <a16:creationId xmlns:a16="http://schemas.microsoft.com/office/drawing/2014/main" id="{AB329CD8-4493-2D1A-A6C9-525792C07AAD}"/>
                  </a:ext>
                </a:extLst>
              </p:cNvPr>
              <p:cNvSpPr/>
              <p:nvPr/>
            </p:nvSpPr>
            <p:spPr>
              <a:xfrm>
                <a:off x="5217968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g1222">
                <a:extLst>
                  <a:ext uri="{FF2B5EF4-FFF2-40B4-BE49-F238E27FC236}">
                    <a16:creationId xmlns:a16="http://schemas.microsoft.com/office/drawing/2014/main" id="{CD1CA022-3419-52DF-5AA8-6143CE3ECE20}"/>
                  </a:ext>
                </a:extLst>
              </p:cNvPr>
              <p:cNvSpPr/>
              <p:nvPr/>
            </p:nvSpPr>
            <p:spPr>
              <a:xfrm>
                <a:off x="522960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g1223">
                <a:extLst>
                  <a:ext uri="{FF2B5EF4-FFF2-40B4-BE49-F238E27FC236}">
                    <a16:creationId xmlns:a16="http://schemas.microsoft.com/office/drawing/2014/main" id="{A28EC1D6-4039-5C43-FA47-0239816ED5CC}"/>
                  </a:ext>
                </a:extLst>
              </p:cNvPr>
              <p:cNvSpPr/>
              <p:nvPr/>
            </p:nvSpPr>
            <p:spPr>
              <a:xfrm>
                <a:off x="524124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g1224">
                <a:extLst>
                  <a:ext uri="{FF2B5EF4-FFF2-40B4-BE49-F238E27FC236}">
                    <a16:creationId xmlns:a16="http://schemas.microsoft.com/office/drawing/2014/main" id="{ACA22BEE-D77A-A451-CE42-E4946796F223}"/>
                  </a:ext>
                </a:extLst>
              </p:cNvPr>
              <p:cNvSpPr/>
              <p:nvPr/>
            </p:nvSpPr>
            <p:spPr>
              <a:xfrm>
                <a:off x="5252880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g1225">
                <a:extLst>
                  <a:ext uri="{FF2B5EF4-FFF2-40B4-BE49-F238E27FC236}">
                    <a16:creationId xmlns:a16="http://schemas.microsoft.com/office/drawing/2014/main" id="{C6FE026B-E1E4-8B72-18BA-08C1A4092DBC}"/>
                  </a:ext>
                </a:extLst>
              </p:cNvPr>
              <p:cNvSpPr/>
              <p:nvPr/>
            </p:nvSpPr>
            <p:spPr>
              <a:xfrm>
                <a:off x="527615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4">
                  <a:alpha val="100000"/>
                </a:srgbClr>
              </a:solidFill>
              <a:ln w="5420" cap="flat">
                <a:solidFill>
                  <a:srgbClr val="BB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g1226">
                <a:extLst>
                  <a:ext uri="{FF2B5EF4-FFF2-40B4-BE49-F238E27FC236}">
                    <a16:creationId xmlns:a16="http://schemas.microsoft.com/office/drawing/2014/main" id="{3B5B73F5-1C6C-9D0D-3B0A-D76FE521A505}"/>
                  </a:ext>
                </a:extLst>
              </p:cNvPr>
              <p:cNvSpPr/>
              <p:nvPr/>
            </p:nvSpPr>
            <p:spPr>
              <a:xfrm>
                <a:off x="5287792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g1227">
                <a:extLst>
                  <a:ext uri="{FF2B5EF4-FFF2-40B4-BE49-F238E27FC236}">
                    <a16:creationId xmlns:a16="http://schemas.microsoft.com/office/drawing/2014/main" id="{E3F9D738-07DF-E2B9-6728-1473A4B2A66F}"/>
                  </a:ext>
                </a:extLst>
              </p:cNvPr>
              <p:cNvSpPr/>
              <p:nvPr/>
            </p:nvSpPr>
            <p:spPr>
              <a:xfrm>
                <a:off x="529942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g1228">
                <a:extLst>
                  <a:ext uri="{FF2B5EF4-FFF2-40B4-BE49-F238E27FC236}">
                    <a16:creationId xmlns:a16="http://schemas.microsoft.com/office/drawing/2014/main" id="{8926B1AB-20D3-1B29-F0A9-BC704790422F}"/>
                  </a:ext>
                </a:extLst>
              </p:cNvPr>
              <p:cNvSpPr/>
              <p:nvPr/>
            </p:nvSpPr>
            <p:spPr>
              <a:xfrm>
                <a:off x="531106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8D2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g1229">
                <a:extLst>
                  <a:ext uri="{FF2B5EF4-FFF2-40B4-BE49-F238E27FC236}">
                    <a16:creationId xmlns:a16="http://schemas.microsoft.com/office/drawing/2014/main" id="{A8A3CFFC-E502-5699-A0C4-B037439A9985}"/>
                  </a:ext>
                </a:extLst>
              </p:cNvPr>
              <p:cNvSpPr/>
              <p:nvPr/>
            </p:nvSpPr>
            <p:spPr>
              <a:xfrm>
                <a:off x="5322704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g1230">
                <a:extLst>
                  <a:ext uri="{FF2B5EF4-FFF2-40B4-BE49-F238E27FC236}">
                    <a16:creationId xmlns:a16="http://schemas.microsoft.com/office/drawing/2014/main" id="{049A2FDB-5152-FA09-A293-FC3E869752D3}"/>
                  </a:ext>
                </a:extLst>
              </p:cNvPr>
              <p:cNvSpPr/>
              <p:nvPr/>
            </p:nvSpPr>
            <p:spPr>
              <a:xfrm>
                <a:off x="533434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E">
                  <a:alpha val="100000"/>
                </a:srgbClr>
              </a:solidFill>
              <a:ln w="5420" cap="flat">
                <a:solidFill>
                  <a:srgbClr val="B1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g1231">
                <a:extLst>
                  <a:ext uri="{FF2B5EF4-FFF2-40B4-BE49-F238E27FC236}">
                    <a16:creationId xmlns:a16="http://schemas.microsoft.com/office/drawing/2014/main" id="{1FA45B67-2DD3-EF3F-B9AB-C943D7C84889}"/>
                  </a:ext>
                </a:extLst>
              </p:cNvPr>
              <p:cNvSpPr/>
              <p:nvPr/>
            </p:nvSpPr>
            <p:spPr>
              <a:xfrm>
                <a:off x="534597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g1232">
                <a:extLst>
                  <a:ext uri="{FF2B5EF4-FFF2-40B4-BE49-F238E27FC236}">
                    <a16:creationId xmlns:a16="http://schemas.microsoft.com/office/drawing/2014/main" id="{6B978DBB-198E-ECEB-AC66-943244D52F2B}"/>
                  </a:ext>
                </a:extLst>
              </p:cNvPr>
              <p:cNvSpPr/>
              <p:nvPr/>
            </p:nvSpPr>
            <p:spPr>
              <a:xfrm>
                <a:off x="506668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g1233">
                <a:extLst>
                  <a:ext uri="{FF2B5EF4-FFF2-40B4-BE49-F238E27FC236}">
                    <a16:creationId xmlns:a16="http://schemas.microsoft.com/office/drawing/2014/main" id="{6C3710EF-5A3D-D462-D65C-9A60E91B29AA}"/>
                  </a:ext>
                </a:extLst>
              </p:cNvPr>
              <p:cNvSpPr/>
              <p:nvPr/>
            </p:nvSpPr>
            <p:spPr>
              <a:xfrm>
                <a:off x="5078320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3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g1234">
                <a:extLst>
                  <a:ext uri="{FF2B5EF4-FFF2-40B4-BE49-F238E27FC236}">
                    <a16:creationId xmlns:a16="http://schemas.microsoft.com/office/drawing/2014/main" id="{D66421C8-040B-CEC7-A946-61C44C384455}"/>
                  </a:ext>
                </a:extLst>
              </p:cNvPr>
              <p:cNvSpPr/>
              <p:nvPr/>
            </p:nvSpPr>
            <p:spPr>
              <a:xfrm>
                <a:off x="508995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3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g1235">
                <a:extLst>
                  <a:ext uri="{FF2B5EF4-FFF2-40B4-BE49-F238E27FC236}">
                    <a16:creationId xmlns:a16="http://schemas.microsoft.com/office/drawing/2014/main" id="{C1328FA6-ACB1-9BB1-DA63-EB03A3FD8DE8}"/>
                  </a:ext>
                </a:extLst>
              </p:cNvPr>
              <p:cNvSpPr/>
              <p:nvPr/>
            </p:nvSpPr>
            <p:spPr>
              <a:xfrm>
                <a:off x="510159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g1236">
                <a:extLst>
                  <a:ext uri="{FF2B5EF4-FFF2-40B4-BE49-F238E27FC236}">
                    <a16:creationId xmlns:a16="http://schemas.microsoft.com/office/drawing/2014/main" id="{C5C89654-CDDF-ED7E-3870-3AF70901005A}"/>
                  </a:ext>
                </a:extLst>
              </p:cNvPr>
              <p:cNvSpPr/>
              <p:nvPr/>
            </p:nvSpPr>
            <p:spPr>
              <a:xfrm>
                <a:off x="5113232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g1237">
                <a:extLst>
                  <a:ext uri="{FF2B5EF4-FFF2-40B4-BE49-F238E27FC236}">
                    <a16:creationId xmlns:a16="http://schemas.microsoft.com/office/drawing/2014/main" id="{E6793731-2CB0-F737-C28A-00E1E8648E46}"/>
                  </a:ext>
                </a:extLst>
              </p:cNvPr>
              <p:cNvSpPr/>
              <p:nvPr/>
            </p:nvSpPr>
            <p:spPr>
              <a:xfrm>
                <a:off x="512486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F">
                  <a:alpha val="100000"/>
                </a:srgbClr>
              </a:solidFill>
              <a:ln w="5420" cap="flat">
                <a:solidFill>
                  <a:srgbClr val="B1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g1238">
                <a:extLst>
                  <a:ext uri="{FF2B5EF4-FFF2-40B4-BE49-F238E27FC236}">
                    <a16:creationId xmlns:a16="http://schemas.microsoft.com/office/drawing/2014/main" id="{E81F9D6D-F6D7-E96D-4087-B30E255A9C53}"/>
                  </a:ext>
                </a:extLst>
              </p:cNvPr>
              <p:cNvSpPr/>
              <p:nvPr/>
            </p:nvSpPr>
            <p:spPr>
              <a:xfrm>
                <a:off x="513650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E">
                  <a:alpha val="100000"/>
                </a:srgbClr>
              </a:solidFill>
              <a:ln w="5420" cap="flat">
                <a:solidFill>
                  <a:srgbClr val="B1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g1239">
                <a:extLst>
                  <a:ext uri="{FF2B5EF4-FFF2-40B4-BE49-F238E27FC236}">
                    <a16:creationId xmlns:a16="http://schemas.microsoft.com/office/drawing/2014/main" id="{ED3FAF3F-0AE6-DA28-F2B2-6BF36E849211}"/>
                  </a:ext>
                </a:extLst>
              </p:cNvPr>
              <p:cNvSpPr/>
              <p:nvPr/>
            </p:nvSpPr>
            <p:spPr>
              <a:xfrm>
                <a:off x="5148144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g1240">
                <a:extLst>
                  <a:ext uri="{FF2B5EF4-FFF2-40B4-BE49-F238E27FC236}">
                    <a16:creationId xmlns:a16="http://schemas.microsoft.com/office/drawing/2014/main" id="{8E8352F9-3481-F35B-C58A-91FC7768CE08}"/>
                  </a:ext>
                </a:extLst>
              </p:cNvPr>
              <p:cNvSpPr/>
              <p:nvPr/>
            </p:nvSpPr>
            <p:spPr>
              <a:xfrm>
                <a:off x="515978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g1241">
                <a:extLst>
                  <a:ext uri="{FF2B5EF4-FFF2-40B4-BE49-F238E27FC236}">
                    <a16:creationId xmlns:a16="http://schemas.microsoft.com/office/drawing/2014/main" id="{2BF973CF-F816-D22F-B0F1-122F77034D02}"/>
                  </a:ext>
                </a:extLst>
              </p:cNvPr>
              <p:cNvSpPr/>
              <p:nvPr/>
            </p:nvSpPr>
            <p:spPr>
              <a:xfrm>
                <a:off x="517141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g1242">
                <a:extLst>
                  <a:ext uri="{FF2B5EF4-FFF2-40B4-BE49-F238E27FC236}">
                    <a16:creationId xmlns:a16="http://schemas.microsoft.com/office/drawing/2014/main" id="{85B098CF-DE03-182E-681C-8FA67B02289B}"/>
                  </a:ext>
                </a:extLst>
              </p:cNvPr>
              <p:cNvSpPr/>
              <p:nvPr/>
            </p:nvSpPr>
            <p:spPr>
              <a:xfrm>
                <a:off x="5183056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g1243">
                <a:extLst>
                  <a:ext uri="{FF2B5EF4-FFF2-40B4-BE49-F238E27FC236}">
                    <a16:creationId xmlns:a16="http://schemas.microsoft.com/office/drawing/2014/main" id="{5197EDBA-55BB-E6D9-216E-9F4663AD44F2}"/>
                  </a:ext>
                </a:extLst>
              </p:cNvPr>
              <p:cNvSpPr/>
              <p:nvPr/>
            </p:nvSpPr>
            <p:spPr>
              <a:xfrm>
                <a:off x="519469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g1244">
                <a:extLst>
                  <a:ext uri="{FF2B5EF4-FFF2-40B4-BE49-F238E27FC236}">
                    <a16:creationId xmlns:a16="http://schemas.microsoft.com/office/drawing/2014/main" id="{91262C8D-40D6-6521-B69B-5FCD8BBE9570}"/>
                  </a:ext>
                </a:extLst>
              </p:cNvPr>
              <p:cNvSpPr/>
              <p:nvPr/>
            </p:nvSpPr>
            <p:spPr>
              <a:xfrm>
                <a:off x="520633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g1245">
                <a:extLst>
                  <a:ext uri="{FF2B5EF4-FFF2-40B4-BE49-F238E27FC236}">
                    <a16:creationId xmlns:a16="http://schemas.microsoft.com/office/drawing/2014/main" id="{A1628948-22C5-E103-3374-A1B6851B49D8}"/>
                  </a:ext>
                </a:extLst>
              </p:cNvPr>
              <p:cNvSpPr/>
              <p:nvPr/>
            </p:nvSpPr>
            <p:spPr>
              <a:xfrm>
                <a:off x="5217968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g1246">
                <a:extLst>
                  <a:ext uri="{FF2B5EF4-FFF2-40B4-BE49-F238E27FC236}">
                    <a16:creationId xmlns:a16="http://schemas.microsoft.com/office/drawing/2014/main" id="{C8B8A9D9-EF12-8B20-0FA4-9A194A000990}"/>
                  </a:ext>
                </a:extLst>
              </p:cNvPr>
              <p:cNvSpPr/>
              <p:nvPr/>
            </p:nvSpPr>
            <p:spPr>
              <a:xfrm>
                <a:off x="522960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g1247">
                <a:extLst>
                  <a:ext uri="{FF2B5EF4-FFF2-40B4-BE49-F238E27FC236}">
                    <a16:creationId xmlns:a16="http://schemas.microsoft.com/office/drawing/2014/main" id="{2B28B240-E44E-EE51-CA37-B78160196154}"/>
                  </a:ext>
                </a:extLst>
              </p:cNvPr>
              <p:cNvSpPr/>
              <p:nvPr/>
            </p:nvSpPr>
            <p:spPr>
              <a:xfrm>
                <a:off x="524124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g1248">
                <a:extLst>
                  <a:ext uri="{FF2B5EF4-FFF2-40B4-BE49-F238E27FC236}">
                    <a16:creationId xmlns:a16="http://schemas.microsoft.com/office/drawing/2014/main" id="{A5313914-C956-06F2-97C5-9AD53478D4CC}"/>
                  </a:ext>
                </a:extLst>
              </p:cNvPr>
              <p:cNvSpPr/>
              <p:nvPr/>
            </p:nvSpPr>
            <p:spPr>
              <a:xfrm>
                <a:off x="5252880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g1249">
                <a:extLst>
                  <a:ext uri="{FF2B5EF4-FFF2-40B4-BE49-F238E27FC236}">
                    <a16:creationId xmlns:a16="http://schemas.microsoft.com/office/drawing/2014/main" id="{A0494089-5A3A-5BAD-0B51-06E9028025ED}"/>
                  </a:ext>
                </a:extLst>
              </p:cNvPr>
              <p:cNvSpPr/>
              <p:nvPr/>
            </p:nvSpPr>
            <p:spPr>
              <a:xfrm>
                <a:off x="526451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g1250">
                <a:extLst>
                  <a:ext uri="{FF2B5EF4-FFF2-40B4-BE49-F238E27FC236}">
                    <a16:creationId xmlns:a16="http://schemas.microsoft.com/office/drawing/2014/main" id="{D78AE63C-4E27-37F7-0C7E-B47DADDCD258}"/>
                  </a:ext>
                </a:extLst>
              </p:cNvPr>
              <p:cNvSpPr/>
              <p:nvPr/>
            </p:nvSpPr>
            <p:spPr>
              <a:xfrm>
                <a:off x="527615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g1251">
                <a:extLst>
                  <a:ext uri="{FF2B5EF4-FFF2-40B4-BE49-F238E27FC236}">
                    <a16:creationId xmlns:a16="http://schemas.microsoft.com/office/drawing/2014/main" id="{FE21641B-1667-F3DD-BE93-A18C086C4632}"/>
                  </a:ext>
                </a:extLst>
              </p:cNvPr>
              <p:cNvSpPr/>
              <p:nvPr/>
            </p:nvSpPr>
            <p:spPr>
              <a:xfrm>
                <a:off x="5287792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g1252">
                <a:extLst>
                  <a:ext uri="{FF2B5EF4-FFF2-40B4-BE49-F238E27FC236}">
                    <a16:creationId xmlns:a16="http://schemas.microsoft.com/office/drawing/2014/main" id="{D9EFF125-C0E1-2F3A-5B11-2FD92948C564}"/>
                  </a:ext>
                </a:extLst>
              </p:cNvPr>
              <p:cNvSpPr/>
              <p:nvPr/>
            </p:nvSpPr>
            <p:spPr>
              <a:xfrm>
                <a:off x="529942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g1253">
                <a:extLst>
                  <a:ext uri="{FF2B5EF4-FFF2-40B4-BE49-F238E27FC236}">
                    <a16:creationId xmlns:a16="http://schemas.microsoft.com/office/drawing/2014/main" id="{145B28CF-DD68-9BEF-CE92-C8A1FA7385AF}"/>
                  </a:ext>
                </a:extLst>
              </p:cNvPr>
              <p:cNvSpPr/>
              <p:nvPr/>
            </p:nvSpPr>
            <p:spPr>
              <a:xfrm>
                <a:off x="531106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g1254">
                <a:extLst>
                  <a:ext uri="{FF2B5EF4-FFF2-40B4-BE49-F238E27FC236}">
                    <a16:creationId xmlns:a16="http://schemas.microsoft.com/office/drawing/2014/main" id="{BCF8CD4E-AAF7-E899-9C05-42BFCD6CE456}"/>
                  </a:ext>
                </a:extLst>
              </p:cNvPr>
              <p:cNvSpPr/>
              <p:nvPr/>
            </p:nvSpPr>
            <p:spPr>
              <a:xfrm>
                <a:off x="5322704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g1255">
                <a:extLst>
                  <a:ext uri="{FF2B5EF4-FFF2-40B4-BE49-F238E27FC236}">
                    <a16:creationId xmlns:a16="http://schemas.microsoft.com/office/drawing/2014/main" id="{48A95E73-E004-0907-EF00-0DCF96C4897B}"/>
                  </a:ext>
                </a:extLst>
              </p:cNvPr>
              <p:cNvSpPr/>
              <p:nvPr/>
            </p:nvSpPr>
            <p:spPr>
              <a:xfrm>
                <a:off x="533434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g1256">
                <a:extLst>
                  <a:ext uri="{FF2B5EF4-FFF2-40B4-BE49-F238E27FC236}">
                    <a16:creationId xmlns:a16="http://schemas.microsoft.com/office/drawing/2014/main" id="{079F85AA-4C24-9649-35E9-9C3CD9EAB36D}"/>
                  </a:ext>
                </a:extLst>
              </p:cNvPr>
              <p:cNvSpPr/>
              <p:nvPr/>
            </p:nvSpPr>
            <p:spPr>
              <a:xfrm>
                <a:off x="506668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g1257">
                <a:extLst>
                  <a:ext uri="{FF2B5EF4-FFF2-40B4-BE49-F238E27FC236}">
                    <a16:creationId xmlns:a16="http://schemas.microsoft.com/office/drawing/2014/main" id="{1C8AD779-7E8B-A58F-D28C-B3E2B5466D59}"/>
                  </a:ext>
                </a:extLst>
              </p:cNvPr>
              <p:cNvSpPr/>
              <p:nvPr/>
            </p:nvSpPr>
            <p:spPr>
              <a:xfrm>
                <a:off x="5078320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g1258">
                <a:extLst>
                  <a:ext uri="{FF2B5EF4-FFF2-40B4-BE49-F238E27FC236}">
                    <a16:creationId xmlns:a16="http://schemas.microsoft.com/office/drawing/2014/main" id="{DEFCCA72-62E7-B418-29DD-9621A94A747D}"/>
                  </a:ext>
                </a:extLst>
              </p:cNvPr>
              <p:cNvSpPr/>
              <p:nvPr/>
            </p:nvSpPr>
            <p:spPr>
              <a:xfrm>
                <a:off x="508995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g1259">
                <a:extLst>
                  <a:ext uri="{FF2B5EF4-FFF2-40B4-BE49-F238E27FC236}">
                    <a16:creationId xmlns:a16="http://schemas.microsoft.com/office/drawing/2014/main" id="{D482A01A-C521-9003-5E3D-305A5FB3F400}"/>
                  </a:ext>
                </a:extLst>
              </p:cNvPr>
              <p:cNvSpPr/>
              <p:nvPr/>
            </p:nvSpPr>
            <p:spPr>
              <a:xfrm>
                <a:off x="510159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g1260">
                <a:extLst>
                  <a:ext uri="{FF2B5EF4-FFF2-40B4-BE49-F238E27FC236}">
                    <a16:creationId xmlns:a16="http://schemas.microsoft.com/office/drawing/2014/main" id="{57AE9FA5-29CC-4AF8-9894-4C3D15EA8D95}"/>
                  </a:ext>
                </a:extLst>
              </p:cNvPr>
              <p:cNvSpPr/>
              <p:nvPr/>
            </p:nvSpPr>
            <p:spPr>
              <a:xfrm>
                <a:off x="5113232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3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g1261">
                <a:extLst>
                  <a:ext uri="{FF2B5EF4-FFF2-40B4-BE49-F238E27FC236}">
                    <a16:creationId xmlns:a16="http://schemas.microsoft.com/office/drawing/2014/main" id="{8D83B48B-1AC9-A9B3-C538-FDB163309E33}"/>
                  </a:ext>
                </a:extLst>
              </p:cNvPr>
              <p:cNvSpPr/>
              <p:nvPr/>
            </p:nvSpPr>
            <p:spPr>
              <a:xfrm>
                <a:off x="512486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g1262">
                <a:extLst>
                  <a:ext uri="{FF2B5EF4-FFF2-40B4-BE49-F238E27FC236}">
                    <a16:creationId xmlns:a16="http://schemas.microsoft.com/office/drawing/2014/main" id="{99D964F2-40E6-AD1E-8BD9-B3E7921899E9}"/>
                  </a:ext>
                </a:extLst>
              </p:cNvPr>
              <p:cNvSpPr/>
              <p:nvPr/>
            </p:nvSpPr>
            <p:spPr>
              <a:xfrm>
                <a:off x="513650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g1263">
                <a:extLst>
                  <a:ext uri="{FF2B5EF4-FFF2-40B4-BE49-F238E27FC236}">
                    <a16:creationId xmlns:a16="http://schemas.microsoft.com/office/drawing/2014/main" id="{902D68F0-545C-DBA5-2EA0-E90C802D0D35}"/>
                  </a:ext>
                </a:extLst>
              </p:cNvPr>
              <p:cNvSpPr/>
              <p:nvPr/>
            </p:nvSpPr>
            <p:spPr>
              <a:xfrm>
                <a:off x="5148144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F">
                  <a:alpha val="100000"/>
                </a:srgbClr>
              </a:solidFill>
              <a:ln w="5420" cap="flat">
                <a:solidFill>
                  <a:srgbClr val="B1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g1264">
                <a:extLst>
                  <a:ext uri="{FF2B5EF4-FFF2-40B4-BE49-F238E27FC236}">
                    <a16:creationId xmlns:a16="http://schemas.microsoft.com/office/drawing/2014/main" id="{1FDAAA3B-6DE7-0773-8C31-9FB3BD58D6E9}"/>
                  </a:ext>
                </a:extLst>
              </p:cNvPr>
              <p:cNvSpPr/>
              <p:nvPr/>
            </p:nvSpPr>
            <p:spPr>
              <a:xfrm>
                <a:off x="5159781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E">
                  <a:alpha val="100000"/>
                </a:srgbClr>
              </a:solidFill>
              <a:ln w="5420" cap="flat">
                <a:solidFill>
                  <a:srgbClr val="B1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g1265">
                <a:extLst>
                  <a:ext uri="{FF2B5EF4-FFF2-40B4-BE49-F238E27FC236}">
                    <a16:creationId xmlns:a16="http://schemas.microsoft.com/office/drawing/2014/main" id="{59B009FD-B033-F0F6-B5BE-390E70350402}"/>
                  </a:ext>
                </a:extLst>
              </p:cNvPr>
              <p:cNvSpPr/>
              <p:nvPr/>
            </p:nvSpPr>
            <p:spPr>
              <a:xfrm>
                <a:off x="517141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g1266">
                <a:extLst>
                  <a:ext uri="{FF2B5EF4-FFF2-40B4-BE49-F238E27FC236}">
                    <a16:creationId xmlns:a16="http://schemas.microsoft.com/office/drawing/2014/main" id="{A2987D62-D3E5-BFA4-4800-5794D645C982}"/>
                  </a:ext>
                </a:extLst>
              </p:cNvPr>
              <p:cNvSpPr/>
              <p:nvPr/>
            </p:nvSpPr>
            <p:spPr>
              <a:xfrm>
                <a:off x="5183056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g1267">
                <a:extLst>
                  <a:ext uri="{FF2B5EF4-FFF2-40B4-BE49-F238E27FC236}">
                    <a16:creationId xmlns:a16="http://schemas.microsoft.com/office/drawing/2014/main" id="{632C38DD-7E2B-DDB6-0F75-5CA94A856E80}"/>
                  </a:ext>
                </a:extLst>
              </p:cNvPr>
              <p:cNvSpPr/>
              <p:nvPr/>
            </p:nvSpPr>
            <p:spPr>
              <a:xfrm>
                <a:off x="519469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g1268">
                <a:extLst>
                  <a:ext uri="{FF2B5EF4-FFF2-40B4-BE49-F238E27FC236}">
                    <a16:creationId xmlns:a16="http://schemas.microsoft.com/office/drawing/2014/main" id="{3B406F09-5C55-DB3B-A2E3-773C16B146AE}"/>
                  </a:ext>
                </a:extLst>
              </p:cNvPr>
              <p:cNvSpPr/>
              <p:nvPr/>
            </p:nvSpPr>
            <p:spPr>
              <a:xfrm>
                <a:off x="5206331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F">
                  <a:alpha val="100000"/>
                </a:srgbClr>
              </a:solidFill>
              <a:ln w="5420" cap="flat">
                <a:solidFill>
                  <a:srgbClr val="B1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g1269">
                <a:extLst>
                  <a:ext uri="{FF2B5EF4-FFF2-40B4-BE49-F238E27FC236}">
                    <a16:creationId xmlns:a16="http://schemas.microsoft.com/office/drawing/2014/main" id="{117EA912-B47F-0385-93B2-207396F18410}"/>
                  </a:ext>
                </a:extLst>
              </p:cNvPr>
              <p:cNvSpPr/>
              <p:nvPr/>
            </p:nvSpPr>
            <p:spPr>
              <a:xfrm>
                <a:off x="5217968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g1270">
                <a:extLst>
                  <a:ext uri="{FF2B5EF4-FFF2-40B4-BE49-F238E27FC236}">
                    <a16:creationId xmlns:a16="http://schemas.microsoft.com/office/drawing/2014/main" id="{7E17CD0D-C835-1311-47B1-11AC55F2E946}"/>
                  </a:ext>
                </a:extLst>
              </p:cNvPr>
              <p:cNvSpPr/>
              <p:nvPr/>
            </p:nvSpPr>
            <p:spPr>
              <a:xfrm>
                <a:off x="522960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g1271">
                <a:extLst>
                  <a:ext uri="{FF2B5EF4-FFF2-40B4-BE49-F238E27FC236}">
                    <a16:creationId xmlns:a16="http://schemas.microsoft.com/office/drawing/2014/main" id="{A5078646-5018-859F-95ED-C6AD68181328}"/>
                  </a:ext>
                </a:extLst>
              </p:cNvPr>
              <p:cNvSpPr/>
              <p:nvPr/>
            </p:nvSpPr>
            <p:spPr>
              <a:xfrm>
                <a:off x="524124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CD7">
                  <a:alpha val="100000"/>
                </a:srgbClr>
              </a:solidFill>
              <a:ln w="5420" cap="flat">
                <a:solidFill>
                  <a:srgbClr val="C1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g1272">
                <a:extLst>
                  <a:ext uri="{FF2B5EF4-FFF2-40B4-BE49-F238E27FC236}">
                    <a16:creationId xmlns:a16="http://schemas.microsoft.com/office/drawing/2014/main" id="{1D670F31-18E8-6E63-7F8D-E46C764E4CA4}"/>
                  </a:ext>
                </a:extLst>
              </p:cNvPr>
              <p:cNvSpPr/>
              <p:nvPr/>
            </p:nvSpPr>
            <p:spPr>
              <a:xfrm>
                <a:off x="5252880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g1273">
                <a:extLst>
                  <a:ext uri="{FF2B5EF4-FFF2-40B4-BE49-F238E27FC236}">
                    <a16:creationId xmlns:a16="http://schemas.microsoft.com/office/drawing/2014/main" id="{53B55612-F316-C600-3FC2-476417979826}"/>
                  </a:ext>
                </a:extLst>
              </p:cNvPr>
              <p:cNvSpPr/>
              <p:nvPr/>
            </p:nvSpPr>
            <p:spPr>
              <a:xfrm>
                <a:off x="526451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g1274">
                <a:extLst>
                  <a:ext uri="{FF2B5EF4-FFF2-40B4-BE49-F238E27FC236}">
                    <a16:creationId xmlns:a16="http://schemas.microsoft.com/office/drawing/2014/main" id="{432EDE90-532D-3EC4-43DB-7A4B82AAC42B}"/>
                  </a:ext>
                </a:extLst>
              </p:cNvPr>
              <p:cNvSpPr/>
              <p:nvPr/>
            </p:nvSpPr>
            <p:spPr>
              <a:xfrm>
                <a:off x="527615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g1275">
                <a:extLst>
                  <a:ext uri="{FF2B5EF4-FFF2-40B4-BE49-F238E27FC236}">
                    <a16:creationId xmlns:a16="http://schemas.microsoft.com/office/drawing/2014/main" id="{E0801C3D-7323-ED8D-8818-8CE6531357E6}"/>
                  </a:ext>
                </a:extLst>
              </p:cNvPr>
              <p:cNvSpPr/>
              <p:nvPr/>
            </p:nvSpPr>
            <p:spPr>
              <a:xfrm>
                <a:off x="5287792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g1276">
                <a:extLst>
                  <a:ext uri="{FF2B5EF4-FFF2-40B4-BE49-F238E27FC236}">
                    <a16:creationId xmlns:a16="http://schemas.microsoft.com/office/drawing/2014/main" id="{89D28D55-03F4-05D0-B225-6F86AD323954}"/>
                  </a:ext>
                </a:extLst>
              </p:cNvPr>
              <p:cNvSpPr/>
              <p:nvPr/>
            </p:nvSpPr>
            <p:spPr>
              <a:xfrm>
                <a:off x="529942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6">
                  <a:alpha val="100000"/>
                </a:srgbClr>
              </a:solidFill>
              <a:ln w="5420" cap="flat">
                <a:solidFill>
                  <a:srgbClr val="BF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g1277">
                <a:extLst>
                  <a:ext uri="{FF2B5EF4-FFF2-40B4-BE49-F238E27FC236}">
                    <a16:creationId xmlns:a16="http://schemas.microsoft.com/office/drawing/2014/main" id="{5F6F4C5C-51FA-778E-AB83-091DD0E80F04}"/>
                  </a:ext>
                </a:extLst>
              </p:cNvPr>
              <p:cNvSpPr/>
              <p:nvPr/>
            </p:nvSpPr>
            <p:spPr>
              <a:xfrm>
                <a:off x="531106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g1278">
                <a:extLst>
                  <a:ext uri="{FF2B5EF4-FFF2-40B4-BE49-F238E27FC236}">
                    <a16:creationId xmlns:a16="http://schemas.microsoft.com/office/drawing/2014/main" id="{1648CD98-DF70-21AD-74EF-70744553F085}"/>
                  </a:ext>
                </a:extLst>
              </p:cNvPr>
              <p:cNvSpPr/>
              <p:nvPr/>
            </p:nvSpPr>
            <p:spPr>
              <a:xfrm>
                <a:off x="5322704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g1279">
                <a:extLst>
                  <a:ext uri="{FF2B5EF4-FFF2-40B4-BE49-F238E27FC236}">
                    <a16:creationId xmlns:a16="http://schemas.microsoft.com/office/drawing/2014/main" id="{AD8577AC-0C00-DAA6-6ADD-6516D3E2B029}"/>
                  </a:ext>
                </a:extLst>
              </p:cNvPr>
              <p:cNvSpPr/>
              <p:nvPr/>
            </p:nvSpPr>
            <p:spPr>
              <a:xfrm>
                <a:off x="5031771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0">
                  <a:alpha val="100000"/>
                </a:srgbClr>
              </a:solidFill>
              <a:ln w="5420" cap="flat">
                <a:solidFill>
                  <a:srgbClr val="B5E8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g1280">
                <a:extLst>
                  <a:ext uri="{FF2B5EF4-FFF2-40B4-BE49-F238E27FC236}">
                    <a16:creationId xmlns:a16="http://schemas.microsoft.com/office/drawing/2014/main" id="{C0DC7AD2-06A7-A3B7-78ED-FEB02C97AC21}"/>
                  </a:ext>
                </a:extLst>
              </p:cNvPr>
              <p:cNvSpPr/>
              <p:nvPr/>
            </p:nvSpPr>
            <p:spPr>
              <a:xfrm>
                <a:off x="5043408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g1281">
                <a:extLst>
                  <a:ext uri="{FF2B5EF4-FFF2-40B4-BE49-F238E27FC236}">
                    <a16:creationId xmlns:a16="http://schemas.microsoft.com/office/drawing/2014/main" id="{D343D4DC-4B02-328D-FFCC-10EB571D4C74}"/>
                  </a:ext>
                </a:extLst>
              </p:cNvPr>
              <p:cNvSpPr/>
              <p:nvPr/>
            </p:nvSpPr>
            <p:spPr>
              <a:xfrm>
                <a:off x="506668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g1282">
                <a:extLst>
                  <a:ext uri="{FF2B5EF4-FFF2-40B4-BE49-F238E27FC236}">
                    <a16:creationId xmlns:a16="http://schemas.microsoft.com/office/drawing/2014/main" id="{CA5DFBE1-7667-0DEC-AF93-09DE0F37EEB5}"/>
                  </a:ext>
                </a:extLst>
              </p:cNvPr>
              <p:cNvSpPr/>
              <p:nvPr/>
            </p:nvSpPr>
            <p:spPr>
              <a:xfrm>
                <a:off x="5078320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0">
                  <a:alpha val="100000"/>
                </a:srgbClr>
              </a:solidFill>
              <a:ln w="5420" cap="flat">
                <a:solidFill>
                  <a:srgbClr val="B5E8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g1283">
                <a:extLst>
                  <a:ext uri="{FF2B5EF4-FFF2-40B4-BE49-F238E27FC236}">
                    <a16:creationId xmlns:a16="http://schemas.microsoft.com/office/drawing/2014/main" id="{E1869BB0-662D-A330-30B8-CA14CBE3986C}"/>
                  </a:ext>
                </a:extLst>
              </p:cNvPr>
              <p:cNvSpPr/>
              <p:nvPr/>
            </p:nvSpPr>
            <p:spPr>
              <a:xfrm>
                <a:off x="508995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0">
                  <a:alpha val="100000"/>
                </a:srgbClr>
              </a:solidFill>
              <a:ln w="5420" cap="flat">
                <a:solidFill>
                  <a:srgbClr val="B5E8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g1284">
                <a:extLst>
                  <a:ext uri="{FF2B5EF4-FFF2-40B4-BE49-F238E27FC236}">
                    <a16:creationId xmlns:a16="http://schemas.microsoft.com/office/drawing/2014/main" id="{472FD0D5-D633-E3AC-E650-D0B7AE3D2BDD}"/>
                  </a:ext>
                </a:extLst>
              </p:cNvPr>
              <p:cNvSpPr/>
              <p:nvPr/>
            </p:nvSpPr>
            <p:spPr>
              <a:xfrm>
                <a:off x="510159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g1285">
                <a:extLst>
                  <a:ext uri="{FF2B5EF4-FFF2-40B4-BE49-F238E27FC236}">
                    <a16:creationId xmlns:a16="http://schemas.microsoft.com/office/drawing/2014/main" id="{9F65DE76-0D73-65B5-F712-FD0E5D7E6EE2}"/>
                  </a:ext>
                </a:extLst>
              </p:cNvPr>
              <p:cNvSpPr/>
              <p:nvPr/>
            </p:nvSpPr>
            <p:spPr>
              <a:xfrm>
                <a:off x="5113232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g1286">
                <a:extLst>
                  <a:ext uri="{FF2B5EF4-FFF2-40B4-BE49-F238E27FC236}">
                    <a16:creationId xmlns:a16="http://schemas.microsoft.com/office/drawing/2014/main" id="{E55CFE1A-62D7-6264-1FD7-257FF46AEAB1}"/>
                  </a:ext>
                </a:extLst>
              </p:cNvPr>
              <p:cNvSpPr/>
              <p:nvPr/>
            </p:nvSpPr>
            <p:spPr>
              <a:xfrm>
                <a:off x="5124869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g1287">
                <a:extLst>
                  <a:ext uri="{FF2B5EF4-FFF2-40B4-BE49-F238E27FC236}">
                    <a16:creationId xmlns:a16="http://schemas.microsoft.com/office/drawing/2014/main" id="{EC3816CD-6D32-F677-EDF7-2D4DF73F56BE}"/>
                  </a:ext>
                </a:extLst>
              </p:cNvPr>
              <p:cNvSpPr/>
              <p:nvPr/>
            </p:nvSpPr>
            <p:spPr>
              <a:xfrm>
                <a:off x="513650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g1288">
                <a:extLst>
                  <a:ext uri="{FF2B5EF4-FFF2-40B4-BE49-F238E27FC236}">
                    <a16:creationId xmlns:a16="http://schemas.microsoft.com/office/drawing/2014/main" id="{166032A9-1C6B-37C3-2C97-20CFECFCD712}"/>
                  </a:ext>
                </a:extLst>
              </p:cNvPr>
              <p:cNvSpPr/>
              <p:nvPr/>
            </p:nvSpPr>
            <p:spPr>
              <a:xfrm>
                <a:off x="5148144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g1289">
                <a:extLst>
                  <a:ext uri="{FF2B5EF4-FFF2-40B4-BE49-F238E27FC236}">
                    <a16:creationId xmlns:a16="http://schemas.microsoft.com/office/drawing/2014/main" id="{20B8135B-A860-150A-649F-583305EF2169}"/>
                  </a:ext>
                </a:extLst>
              </p:cNvPr>
              <p:cNvSpPr/>
              <p:nvPr/>
            </p:nvSpPr>
            <p:spPr>
              <a:xfrm>
                <a:off x="5183056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3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g1290">
                <a:extLst>
                  <a:ext uri="{FF2B5EF4-FFF2-40B4-BE49-F238E27FC236}">
                    <a16:creationId xmlns:a16="http://schemas.microsoft.com/office/drawing/2014/main" id="{72FD9EFA-45A7-8CEE-1428-964704CB2036}"/>
                  </a:ext>
                </a:extLst>
              </p:cNvPr>
              <p:cNvSpPr/>
              <p:nvPr/>
            </p:nvSpPr>
            <p:spPr>
              <a:xfrm>
                <a:off x="519469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g1291">
                <a:extLst>
                  <a:ext uri="{FF2B5EF4-FFF2-40B4-BE49-F238E27FC236}">
                    <a16:creationId xmlns:a16="http://schemas.microsoft.com/office/drawing/2014/main" id="{F6D80334-686F-20B4-6656-3B8FE6CA9F29}"/>
                  </a:ext>
                </a:extLst>
              </p:cNvPr>
              <p:cNvSpPr/>
              <p:nvPr/>
            </p:nvSpPr>
            <p:spPr>
              <a:xfrm>
                <a:off x="5206331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g1292">
                <a:extLst>
                  <a:ext uri="{FF2B5EF4-FFF2-40B4-BE49-F238E27FC236}">
                    <a16:creationId xmlns:a16="http://schemas.microsoft.com/office/drawing/2014/main" id="{471A7BBE-2818-4BFA-B4D0-23F055364ABF}"/>
                  </a:ext>
                </a:extLst>
              </p:cNvPr>
              <p:cNvSpPr/>
              <p:nvPr/>
            </p:nvSpPr>
            <p:spPr>
              <a:xfrm>
                <a:off x="5217968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g1293">
                <a:extLst>
                  <a:ext uri="{FF2B5EF4-FFF2-40B4-BE49-F238E27FC236}">
                    <a16:creationId xmlns:a16="http://schemas.microsoft.com/office/drawing/2014/main" id="{8ACC2E5D-86A7-1C86-1130-9FCE68C9E54F}"/>
                  </a:ext>
                </a:extLst>
              </p:cNvPr>
              <p:cNvSpPr/>
              <p:nvPr/>
            </p:nvSpPr>
            <p:spPr>
              <a:xfrm>
                <a:off x="522960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g1294">
                <a:extLst>
                  <a:ext uri="{FF2B5EF4-FFF2-40B4-BE49-F238E27FC236}">
                    <a16:creationId xmlns:a16="http://schemas.microsoft.com/office/drawing/2014/main" id="{66C5A522-A5ED-FFF5-0F09-E22158FE4556}"/>
                  </a:ext>
                </a:extLst>
              </p:cNvPr>
              <p:cNvSpPr/>
              <p:nvPr/>
            </p:nvSpPr>
            <p:spPr>
              <a:xfrm>
                <a:off x="524124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DD8">
                  <a:alpha val="100000"/>
                </a:srgbClr>
              </a:solidFill>
              <a:ln w="5420" cap="flat">
                <a:solidFill>
                  <a:srgbClr val="C4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g1295">
                <a:extLst>
                  <a:ext uri="{FF2B5EF4-FFF2-40B4-BE49-F238E27FC236}">
                    <a16:creationId xmlns:a16="http://schemas.microsoft.com/office/drawing/2014/main" id="{B451A5DB-988F-59A9-25EF-229FD5EC9D54}"/>
                  </a:ext>
                </a:extLst>
              </p:cNvPr>
              <p:cNvSpPr/>
              <p:nvPr/>
            </p:nvSpPr>
            <p:spPr>
              <a:xfrm>
                <a:off x="5252880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g1296">
                <a:extLst>
                  <a:ext uri="{FF2B5EF4-FFF2-40B4-BE49-F238E27FC236}">
                    <a16:creationId xmlns:a16="http://schemas.microsoft.com/office/drawing/2014/main" id="{8F4AE3C6-4A1A-7EC7-A43E-EE66F230463F}"/>
                  </a:ext>
                </a:extLst>
              </p:cNvPr>
              <p:cNvSpPr/>
              <p:nvPr/>
            </p:nvSpPr>
            <p:spPr>
              <a:xfrm>
                <a:off x="526451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g1297">
                <a:extLst>
                  <a:ext uri="{FF2B5EF4-FFF2-40B4-BE49-F238E27FC236}">
                    <a16:creationId xmlns:a16="http://schemas.microsoft.com/office/drawing/2014/main" id="{268A2BF7-7188-276C-9069-9AEB46526645}"/>
                  </a:ext>
                </a:extLst>
              </p:cNvPr>
              <p:cNvSpPr/>
              <p:nvPr/>
            </p:nvSpPr>
            <p:spPr>
              <a:xfrm>
                <a:off x="527615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9">
                  <a:alpha val="100000"/>
                </a:srgbClr>
              </a:solidFill>
              <a:ln w="5420" cap="flat">
                <a:solidFill>
                  <a:srgbClr val="C5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g1298">
                <a:extLst>
                  <a:ext uri="{FF2B5EF4-FFF2-40B4-BE49-F238E27FC236}">
                    <a16:creationId xmlns:a16="http://schemas.microsoft.com/office/drawing/2014/main" id="{B86713B0-8915-6FD3-F42F-65BC154C4558}"/>
                  </a:ext>
                </a:extLst>
              </p:cNvPr>
              <p:cNvSpPr/>
              <p:nvPr/>
            </p:nvSpPr>
            <p:spPr>
              <a:xfrm>
                <a:off x="5287792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g1299">
                <a:extLst>
                  <a:ext uri="{FF2B5EF4-FFF2-40B4-BE49-F238E27FC236}">
                    <a16:creationId xmlns:a16="http://schemas.microsoft.com/office/drawing/2014/main" id="{CACD9825-2E38-DB54-0F49-C0B2F04115CC}"/>
                  </a:ext>
                </a:extLst>
              </p:cNvPr>
              <p:cNvSpPr/>
              <p:nvPr/>
            </p:nvSpPr>
            <p:spPr>
              <a:xfrm>
                <a:off x="5299429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g1300">
                <a:extLst>
                  <a:ext uri="{FF2B5EF4-FFF2-40B4-BE49-F238E27FC236}">
                    <a16:creationId xmlns:a16="http://schemas.microsoft.com/office/drawing/2014/main" id="{693FB3D3-5A03-FB26-8F53-5CC9DB353117}"/>
                  </a:ext>
                </a:extLst>
              </p:cNvPr>
              <p:cNvSpPr/>
              <p:nvPr/>
            </p:nvSpPr>
            <p:spPr>
              <a:xfrm>
                <a:off x="531106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g1301">
                <a:extLst>
                  <a:ext uri="{FF2B5EF4-FFF2-40B4-BE49-F238E27FC236}">
                    <a16:creationId xmlns:a16="http://schemas.microsoft.com/office/drawing/2014/main" id="{E6A1521B-43C0-4488-00F3-7F1C6649C427}"/>
                  </a:ext>
                </a:extLst>
              </p:cNvPr>
              <p:cNvSpPr/>
              <p:nvPr/>
            </p:nvSpPr>
            <p:spPr>
              <a:xfrm>
                <a:off x="502013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g1302">
                <a:extLst>
                  <a:ext uri="{FF2B5EF4-FFF2-40B4-BE49-F238E27FC236}">
                    <a16:creationId xmlns:a16="http://schemas.microsoft.com/office/drawing/2014/main" id="{AD8EF061-711E-CF2F-D375-C6117389619C}"/>
                  </a:ext>
                </a:extLst>
              </p:cNvPr>
              <p:cNvSpPr/>
              <p:nvPr/>
            </p:nvSpPr>
            <p:spPr>
              <a:xfrm>
                <a:off x="5031771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g1303">
                <a:extLst>
                  <a:ext uri="{FF2B5EF4-FFF2-40B4-BE49-F238E27FC236}">
                    <a16:creationId xmlns:a16="http://schemas.microsoft.com/office/drawing/2014/main" id="{A9510AFF-35E1-075C-2623-46029A652B3C}"/>
                  </a:ext>
                </a:extLst>
              </p:cNvPr>
              <p:cNvSpPr/>
              <p:nvPr/>
            </p:nvSpPr>
            <p:spPr>
              <a:xfrm>
                <a:off x="5043408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g1304">
                <a:extLst>
                  <a:ext uri="{FF2B5EF4-FFF2-40B4-BE49-F238E27FC236}">
                    <a16:creationId xmlns:a16="http://schemas.microsoft.com/office/drawing/2014/main" id="{B3191078-7591-4524-02B8-B0196A0261EA}"/>
                  </a:ext>
                </a:extLst>
              </p:cNvPr>
              <p:cNvSpPr/>
              <p:nvPr/>
            </p:nvSpPr>
            <p:spPr>
              <a:xfrm>
                <a:off x="505504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g1305">
                <a:extLst>
                  <a:ext uri="{FF2B5EF4-FFF2-40B4-BE49-F238E27FC236}">
                    <a16:creationId xmlns:a16="http://schemas.microsoft.com/office/drawing/2014/main" id="{EB4EF770-FEA5-0D34-647B-1806579E5EE8}"/>
                  </a:ext>
                </a:extLst>
              </p:cNvPr>
              <p:cNvSpPr/>
              <p:nvPr/>
            </p:nvSpPr>
            <p:spPr>
              <a:xfrm>
                <a:off x="506668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g1306">
                <a:extLst>
                  <a:ext uri="{FF2B5EF4-FFF2-40B4-BE49-F238E27FC236}">
                    <a16:creationId xmlns:a16="http://schemas.microsoft.com/office/drawing/2014/main" id="{4E9DC368-1423-E9B8-FBB1-AE8CFABCE308}"/>
                  </a:ext>
                </a:extLst>
              </p:cNvPr>
              <p:cNvSpPr/>
              <p:nvPr/>
            </p:nvSpPr>
            <p:spPr>
              <a:xfrm>
                <a:off x="5078320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g1307">
                <a:extLst>
                  <a:ext uri="{FF2B5EF4-FFF2-40B4-BE49-F238E27FC236}">
                    <a16:creationId xmlns:a16="http://schemas.microsoft.com/office/drawing/2014/main" id="{77860C26-6365-AC9C-C863-23DE61983492}"/>
                  </a:ext>
                </a:extLst>
              </p:cNvPr>
              <p:cNvSpPr/>
              <p:nvPr/>
            </p:nvSpPr>
            <p:spPr>
              <a:xfrm>
                <a:off x="508995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g1308">
                <a:extLst>
                  <a:ext uri="{FF2B5EF4-FFF2-40B4-BE49-F238E27FC236}">
                    <a16:creationId xmlns:a16="http://schemas.microsoft.com/office/drawing/2014/main" id="{642608DE-9587-2B74-A720-A57FDCBD8375}"/>
                  </a:ext>
                </a:extLst>
              </p:cNvPr>
              <p:cNvSpPr/>
              <p:nvPr/>
            </p:nvSpPr>
            <p:spPr>
              <a:xfrm>
                <a:off x="510159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g1309">
                <a:extLst>
                  <a:ext uri="{FF2B5EF4-FFF2-40B4-BE49-F238E27FC236}">
                    <a16:creationId xmlns:a16="http://schemas.microsoft.com/office/drawing/2014/main" id="{E84DDCAB-3C45-5B41-CD20-7B749EBB596C}"/>
                  </a:ext>
                </a:extLst>
              </p:cNvPr>
              <p:cNvSpPr/>
              <p:nvPr/>
            </p:nvSpPr>
            <p:spPr>
              <a:xfrm>
                <a:off x="5113232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g1310">
                <a:extLst>
                  <a:ext uri="{FF2B5EF4-FFF2-40B4-BE49-F238E27FC236}">
                    <a16:creationId xmlns:a16="http://schemas.microsoft.com/office/drawing/2014/main" id="{62A976D7-74C3-3FF3-7BAC-A2503BFA0956}"/>
                  </a:ext>
                </a:extLst>
              </p:cNvPr>
              <p:cNvSpPr/>
              <p:nvPr/>
            </p:nvSpPr>
            <p:spPr>
              <a:xfrm>
                <a:off x="5124869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g1311">
                <a:extLst>
                  <a:ext uri="{FF2B5EF4-FFF2-40B4-BE49-F238E27FC236}">
                    <a16:creationId xmlns:a16="http://schemas.microsoft.com/office/drawing/2014/main" id="{0ED0EF80-B2E8-5A90-B174-1D8B5B4E6014}"/>
                  </a:ext>
                </a:extLst>
              </p:cNvPr>
              <p:cNvSpPr/>
              <p:nvPr/>
            </p:nvSpPr>
            <p:spPr>
              <a:xfrm>
                <a:off x="513650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0">
                  <a:alpha val="100000"/>
                </a:srgbClr>
              </a:solidFill>
              <a:ln w="5420" cap="flat">
                <a:solidFill>
                  <a:srgbClr val="B5E8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g1312">
                <a:extLst>
                  <a:ext uri="{FF2B5EF4-FFF2-40B4-BE49-F238E27FC236}">
                    <a16:creationId xmlns:a16="http://schemas.microsoft.com/office/drawing/2014/main" id="{7FBD11F0-4053-08D5-A301-D765D22CD3BA}"/>
                  </a:ext>
                </a:extLst>
              </p:cNvPr>
              <p:cNvSpPr/>
              <p:nvPr/>
            </p:nvSpPr>
            <p:spPr>
              <a:xfrm>
                <a:off x="5148144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7D0">
                  <a:alpha val="100000"/>
                </a:srgbClr>
              </a:solidFill>
              <a:ln w="5420" cap="flat">
                <a:solidFill>
                  <a:srgbClr val="B5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g1313">
                <a:extLst>
                  <a:ext uri="{FF2B5EF4-FFF2-40B4-BE49-F238E27FC236}">
                    <a16:creationId xmlns:a16="http://schemas.microsoft.com/office/drawing/2014/main" id="{143B3234-B9EC-3439-F8A9-7C20C2D2CEBE}"/>
                  </a:ext>
                </a:extLst>
              </p:cNvPr>
              <p:cNvSpPr/>
              <p:nvPr/>
            </p:nvSpPr>
            <p:spPr>
              <a:xfrm>
                <a:off x="519469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g1314">
                <a:extLst>
                  <a:ext uri="{FF2B5EF4-FFF2-40B4-BE49-F238E27FC236}">
                    <a16:creationId xmlns:a16="http://schemas.microsoft.com/office/drawing/2014/main" id="{FE0833EE-596F-E6A1-33CA-A98A421241CA}"/>
                  </a:ext>
                </a:extLst>
              </p:cNvPr>
              <p:cNvSpPr/>
              <p:nvPr/>
            </p:nvSpPr>
            <p:spPr>
              <a:xfrm>
                <a:off x="5206331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8D2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g1315">
                <a:extLst>
                  <a:ext uri="{FF2B5EF4-FFF2-40B4-BE49-F238E27FC236}">
                    <a16:creationId xmlns:a16="http://schemas.microsoft.com/office/drawing/2014/main" id="{535460EE-CCE3-7C5C-6507-D25E925CC736}"/>
                  </a:ext>
                </a:extLst>
              </p:cNvPr>
              <p:cNvSpPr/>
              <p:nvPr/>
            </p:nvSpPr>
            <p:spPr>
              <a:xfrm>
                <a:off x="5217968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g1316">
                <a:extLst>
                  <a:ext uri="{FF2B5EF4-FFF2-40B4-BE49-F238E27FC236}">
                    <a16:creationId xmlns:a16="http://schemas.microsoft.com/office/drawing/2014/main" id="{2F558A55-3324-C317-0561-7BED4D0BF25C}"/>
                  </a:ext>
                </a:extLst>
              </p:cNvPr>
              <p:cNvSpPr/>
              <p:nvPr/>
            </p:nvSpPr>
            <p:spPr>
              <a:xfrm>
                <a:off x="522960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CD6">
                  <a:alpha val="100000"/>
                </a:srgbClr>
              </a:solidFill>
              <a:ln w="5420" cap="flat">
                <a:solidFill>
                  <a:srgbClr val="C1EC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g1317">
                <a:extLst>
                  <a:ext uri="{FF2B5EF4-FFF2-40B4-BE49-F238E27FC236}">
                    <a16:creationId xmlns:a16="http://schemas.microsoft.com/office/drawing/2014/main" id="{EAFCF8D5-AFC0-8348-7F37-0308E22107BA}"/>
                  </a:ext>
                </a:extLst>
              </p:cNvPr>
              <p:cNvSpPr/>
              <p:nvPr/>
            </p:nvSpPr>
            <p:spPr>
              <a:xfrm>
                <a:off x="524124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DD8">
                  <a:alpha val="100000"/>
                </a:srgbClr>
              </a:solidFill>
              <a:ln w="5420" cap="flat">
                <a:solidFill>
                  <a:srgbClr val="C4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g1318">
                <a:extLst>
                  <a:ext uri="{FF2B5EF4-FFF2-40B4-BE49-F238E27FC236}">
                    <a16:creationId xmlns:a16="http://schemas.microsoft.com/office/drawing/2014/main" id="{B10F68DD-A69A-082D-575E-416A7CFC8FA6}"/>
                  </a:ext>
                </a:extLst>
              </p:cNvPr>
              <p:cNvSpPr/>
              <p:nvPr/>
            </p:nvSpPr>
            <p:spPr>
              <a:xfrm>
                <a:off x="5252880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g1319">
                <a:extLst>
                  <a:ext uri="{FF2B5EF4-FFF2-40B4-BE49-F238E27FC236}">
                    <a16:creationId xmlns:a16="http://schemas.microsoft.com/office/drawing/2014/main" id="{30D245A4-267D-3D2E-6586-7C2320449F85}"/>
                  </a:ext>
                </a:extLst>
              </p:cNvPr>
              <p:cNvSpPr/>
              <p:nvPr/>
            </p:nvSpPr>
            <p:spPr>
              <a:xfrm>
                <a:off x="526451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g1320">
                <a:extLst>
                  <a:ext uri="{FF2B5EF4-FFF2-40B4-BE49-F238E27FC236}">
                    <a16:creationId xmlns:a16="http://schemas.microsoft.com/office/drawing/2014/main" id="{0502D66B-08F0-2BDD-883F-793E66D3B022}"/>
                  </a:ext>
                </a:extLst>
              </p:cNvPr>
              <p:cNvSpPr/>
              <p:nvPr/>
            </p:nvSpPr>
            <p:spPr>
              <a:xfrm>
                <a:off x="527615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g1321">
                <a:extLst>
                  <a:ext uri="{FF2B5EF4-FFF2-40B4-BE49-F238E27FC236}">
                    <a16:creationId xmlns:a16="http://schemas.microsoft.com/office/drawing/2014/main" id="{7715D01D-9EF7-ACD1-A6C9-0FDBF8CC3417}"/>
                  </a:ext>
                </a:extLst>
              </p:cNvPr>
              <p:cNvSpPr/>
              <p:nvPr/>
            </p:nvSpPr>
            <p:spPr>
              <a:xfrm>
                <a:off x="5287792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g1322">
                <a:extLst>
                  <a:ext uri="{FF2B5EF4-FFF2-40B4-BE49-F238E27FC236}">
                    <a16:creationId xmlns:a16="http://schemas.microsoft.com/office/drawing/2014/main" id="{172EE9E5-9164-0612-9ACE-33A384307A19}"/>
                  </a:ext>
                </a:extLst>
              </p:cNvPr>
              <p:cNvSpPr/>
              <p:nvPr/>
            </p:nvSpPr>
            <p:spPr>
              <a:xfrm>
                <a:off x="5299429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g1323">
                <a:extLst>
                  <a:ext uri="{FF2B5EF4-FFF2-40B4-BE49-F238E27FC236}">
                    <a16:creationId xmlns:a16="http://schemas.microsoft.com/office/drawing/2014/main" id="{2E5D80A4-80DF-F7A1-D3B3-E17012DC637A}"/>
                  </a:ext>
                </a:extLst>
              </p:cNvPr>
              <p:cNvSpPr/>
              <p:nvPr/>
            </p:nvSpPr>
            <p:spPr>
              <a:xfrm>
                <a:off x="5008496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g1324">
                <a:extLst>
                  <a:ext uri="{FF2B5EF4-FFF2-40B4-BE49-F238E27FC236}">
                    <a16:creationId xmlns:a16="http://schemas.microsoft.com/office/drawing/2014/main" id="{FAECBA66-E3BD-FB1B-C6DB-0C54DAA8A70F}"/>
                  </a:ext>
                </a:extLst>
              </p:cNvPr>
              <p:cNvSpPr/>
              <p:nvPr/>
            </p:nvSpPr>
            <p:spPr>
              <a:xfrm>
                <a:off x="502013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g1325">
                <a:extLst>
                  <a:ext uri="{FF2B5EF4-FFF2-40B4-BE49-F238E27FC236}">
                    <a16:creationId xmlns:a16="http://schemas.microsoft.com/office/drawing/2014/main" id="{05823608-AF4E-C947-4FFE-97F17730246A}"/>
                  </a:ext>
                </a:extLst>
              </p:cNvPr>
              <p:cNvSpPr/>
              <p:nvPr/>
            </p:nvSpPr>
            <p:spPr>
              <a:xfrm>
                <a:off x="5031771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g1326">
                <a:extLst>
                  <a:ext uri="{FF2B5EF4-FFF2-40B4-BE49-F238E27FC236}">
                    <a16:creationId xmlns:a16="http://schemas.microsoft.com/office/drawing/2014/main" id="{8D554C9A-156E-0386-BF68-19AE4D907E4C}"/>
                  </a:ext>
                </a:extLst>
              </p:cNvPr>
              <p:cNvSpPr/>
              <p:nvPr/>
            </p:nvSpPr>
            <p:spPr>
              <a:xfrm>
                <a:off x="5043408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g1327">
                <a:extLst>
                  <a:ext uri="{FF2B5EF4-FFF2-40B4-BE49-F238E27FC236}">
                    <a16:creationId xmlns:a16="http://schemas.microsoft.com/office/drawing/2014/main" id="{51B7E7B8-F0DE-DA54-3CF9-9EE3426781F4}"/>
                  </a:ext>
                </a:extLst>
              </p:cNvPr>
              <p:cNvSpPr/>
              <p:nvPr/>
            </p:nvSpPr>
            <p:spPr>
              <a:xfrm>
                <a:off x="505504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g1328">
                <a:extLst>
                  <a:ext uri="{FF2B5EF4-FFF2-40B4-BE49-F238E27FC236}">
                    <a16:creationId xmlns:a16="http://schemas.microsoft.com/office/drawing/2014/main" id="{CA31D807-C4F8-487F-4D67-73F67094F79B}"/>
                  </a:ext>
                </a:extLst>
              </p:cNvPr>
              <p:cNvSpPr/>
              <p:nvPr/>
            </p:nvSpPr>
            <p:spPr>
              <a:xfrm>
                <a:off x="506668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g1329">
                <a:extLst>
                  <a:ext uri="{FF2B5EF4-FFF2-40B4-BE49-F238E27FC236}">
                    <a16:creationId xmlns:a16="http://schemas.microsoft.com/office/drawing/2014/main" id="{63F1DBEB-475D-7786-E252-58FD3D611B9B}"/>
                  </a:ext>
                </a:extLst>
              </p:cNvPr>
              <p:cNvSpPr/>
              <p:nvPr/>
            </p:nvSpPr>
            <p:spPr>
              <a:xfrm>
                <a:off x="5078320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g1330">
                <a:extLst>
                  <a:ext uri="{FF2B5EF4-FFF2-40B4-BE49-F238E27FC236}">
                    <a16:creationId xmlns:a16="http://schemas.microsoft.com/office/drawing/2014/main" id="{3BDC86AA-F5AD-3E1D-9001-2BF572A12438}"/>
                  </a:ext>
                </a:extLst>
              </p:cNvPr>
              <p:cNvSpPr/>
              <p:nvPr/>
            </p:nvSpPr>
            <p:spPr>
              <a:xfrm>
                <a:off x="508995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g1331">
                <a:extLst>
                  <a:ext uri="{FF2B5EF4-FFF2-40B4-BE49-F238E27FC236}">
                    <a16:creationId xmlns:a16="http://schemas.microsoft.com/office/drawing/2014/main" id="{9EA3097D-5EAE-08D0-AFED-5BA5D9892B83}"/>
                  </a:ext>
                </a:extLst>
              </p:cNvPr>
              <p:cNvSpPr/>
              <p:nvPr/>
            </p:nvSpPr>
            <p:spPr>
              <a:xfrm>
                <a:off x="510159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g1332">
                <a:extLst>
                  <a:ext uri="{FF2B5EF4-FFF2-40B4-BE49-F238E27FC236}">
                    <a16:creationId xmlns:a16="http://schemas.microsoft.com/office/drawing/2014/main" id="{ECE1CC97-349C-731C-8316-E905B74C5FD4}"/>
                  </a:ext>
                </a:extLst>
              </p:cNvPr>
              <p:cNvSpPr/>
              <p:nvPr/>
            </p:nvSpPr>
            <p:spPr>
              <a:xfrm>
                <a:off x="5113232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g1333">
                <a:extLst>
                  <a:ext uri="{FF2B5EF4-FFF2-40B4-BE49-F238E27FC236}">
                    <a16:creationId xmlns:a16="http://schemas.microsoft.com/office/drawing/2014/main" id="{B96B2124-5F88-5086-4338-0797290AC144}"/>
                  </a:ext>
                </a:extLst>
              </p:cNvPr>
              <p:cNvSpPr/>
              <p:nvPr/>
            </p:nvSpPr>
            <p:spPr>
              <a:xfrm>
                <a:off x="5124869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g1334">
                <a:extLst>
                  <a:ext uri="{FF2B5EF4-FFF2-40B4-BE49-F238E27FC236}">
                    <a16:creationId xmlns:a16="http://schemas.microsoft.com/office/drawing/2014/main" id="{B2FE8A58-E661-04D8-EA64-DFEFB2BA8F29}"/>
                  </a:ext>
                </a:extLst>
              </p:cNvPr>
              <p:cNvSpPr/>
              <p:nvPr/>
            </p:nvSpPr>
            <p:spPr>
              <a:xfrm>
                <a:off x="513650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g1335">
                <a:extLst>
                  <a:ext uri="{FF2B5EF4-FFF2-40B4-BE49-F238E27FC236}">
                    <a16:creationId xmlns:a16="http://schemas.microsoft.com/office/drawing/2014/main" id="{9AF73E3F-217C-4627-8541-25C3CCBBF70C}"/>
                  </a:ext>
                </a:extLst>
              </p:cNvPr>
              <p:cNvSpPr/>
              <p:nvPr/>
            </p:nvSpPr>
            <p:spPr>
              <a:xfrm>
                <a:off x="5148144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g1336">
                <a:extLst>
                  <a:ext uri="{FF2B5EF4-FFF2-40B4-BE49-F238E27FC236}">
                    <a16:creationId xmlns:a16="http://schemas.microsoft.com/office/drawing/2014/main" id="{91A729A0-FF62-A685-68E1-4CAF3CB02259}"/>
                  </a:ext>
                </a:extLst>
              </p:cNvPr>
              <p:cNvSpPr/>
              <p:nvPr/>
            </p:nvSpPr>
            <p:spPr>
              <a:xfrm>
                <a:off x="519469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8D2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g1337">
                <a:extLst>
                  <a:ext uri="{FF2B5EF4-FFF2-40B4-BE49-F238E27FC236}">
                    <a16:creationId xmlns:a16="http://schemas.microsoft.com/office/drawing/2014/main" id="{0EE8A74B-38D4-03AE-615B-B3D1B47AD724}"/>
                  </a:ext>
                </a:extLst>
              </p:cNvPr>
              <p:cNvSpPr/>
              <p:nvPr/>
            </p:nvSpPr>
            <p:spPr>
              <a:xfrm>
                <a:off x="5206331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g1338">
                <a:extLst>
                  <a:ext uri="{FF2B5EF4-FFF2-40B4-BE49-F238E27FC236}">
                    <a16:creationId xmlns:a16="http://schemas.microsoft.com/office/drawing/2014/main" id="{AFE48BC8-606F-C721-0CDA-23EE0D5FFD29}"/>
                  </a:ext>
                </a:extLst>
              </p:cNvPr>
              <p:cNvSpPr/>
              <p:nvPr/>
            </p:nvSpPr>
            <p:spPr>
              <a:xfrm>
                <a:off x="5217968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g1339">
                <a:extLst>
                  <a:ext uri="{FF2B5EF4-FFF2-40B4-BE49-F238E27FC236}">
                    <a16:creationId xmlns:a16="http://schemas.microsoft.com/office/drawing/2014/main" id="{657F1FBF-424E-D5F3-79B6-64D76AABA423}"/>
                  </a:ext>
                </a:extLst>
              </p:cNvPr>
              <p:cNvSpPr/>
              <p:nvPr/>
            </p:nvSpPr>
            <p:spPr>
              <a:xfrm>
                <a:off x="522960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g1340">
                <a:extLst>
                  <a:ext uri="{FF2B5EF4-FFF2-40B4-BE49-F238E27FC236}">
                    <a16:creationId xmlns:a16="http://schemas.microsoft.com/office/drawing/2014/main" id="{736A15D7-0A81-AF37-C031-4EA37DB354DF}"/>
                  </a:ext>
                </a:extLst>
              </p:cNvPr>
              <p:cNvSpPr/>
              <p:nvPr/>
            </p:nvSpPr>
            <p:spPr>
              <a:xfrm>
                <a:off x="524124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g1341">
                <a:extLst>
                  <a:ext uri="{FF2B5EF4-FFF2-40B4-BE49-F238E27FC236}">
                    <a16:creationId xmlns:a16="http://schemas.microsoft.com/office/drawing/2014/main" id="{2BA3CBED-9842-A814-2E87-3AC675B5824E}"/>
                  </a:ext>
                </a:extLst>
              </p:cNvPr>
              <p:cNvSpPr/>
              <p:nvPr/>
            </p:nvSpPr>
            <p:spPr>
              <a:xfrm>
                <a:off x="5252880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g1342">
                <a:extLst>
                  <a:ext uri="{FF2B5EF4-FFF2-40B4-BE49-F238E27FC236}">
                    <a16:creationId xmlns:a16="http://schemas.microsoft.com/office/drawing/2014/main" id="{FFCDBE49-7DA9-93CB-F572-B2FC57A04D6E}"/>
                  </a:ext>
                </a:extLst>
              </p:cNvPr>
              <p:cNvSpPr/>
              <p:nvPr/>
            </p:nvSpPr>
            <p:spPr>
              <a:xfrm>
                <a:off x="526451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g1343">
                <a:extLst>
                  <a:ext uri="{FF2B5EF4-FFF2-40B4-BE49-F238E27FC236}">
                    <a16:creationId xmlns:a16="http://schemas.microsoft.com/office/drawing/2014/main" id="{34DB29B5-3E10-6238-488F-81257675A08F}"/>
                  </a:ext>
                </a:extLst>
              </p:cNvPr>
              <p:cNvSpPr/>
              <p:nvPr/>
            </p:nvSpPr>
            <p:spPr>
              <a:xfrm>
                <a:off x="527615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g1344">
                <a:extLst>
                  <a:ext uri="{FF2B5EF4-FFF2-40B4-BE49-F238E27FC236}">
                    <a16:creationId xmlns:a16="http://schemas.microsoft.com/office/drawing/2014/main" id="{990E89AC-9071-4CF4-CC00-E5B0969A3163}"/>
                  </a:ext>
                </a:extLst>
              </p:cNvPr>
              <p:cNvSpPr/>
              <p:nvPr/>
            </p:nvSpPr>
            <p:spPr>
              <a:xfrm>
                <a:off x="5287792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g1345">
                <a:extLst>
                  <a:ext uri="{FF2B5EF4-FFF2-40B4-BE49-F238E27FC236}">
                    <a16:creationId xmlns:a16="http://schemas.microsoft.com/office/drawing/2014/main" id="{E304036C-F9A8-2575-357A-32383044AF06}"/>
                  </a:ext>
                </a:extLst>
              </p:cNvPr>
              <p:cNvSpPr/>
              <p:nvPr/>
            </p:nvSpPr>
            <p:spPr>
              <a:xfrm>
                <a:off x="4996859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g1346">
                <a:extLst>
                  <a:ext uri="{FF2B5EF4-FFF2-40B4-BE49-F238E27FC236}">
                    <a16:creationId xmlns:a16="http://schemas.microsoft.com/office/drawing/2014/main" id="{CF58D9F0-9087-4D85-317E-23FEDAC3A520}"/>
                  </a:ext>
                </a:extLst>
              </p:cNvPr>
              <p:cNvSpPr/>
              <p:nvPr/>
            </p:nvSpPr>
            <p:spPr>
              <a:xfrm>
                <a:off x="5008496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g1347">
                <a:extLst>
                  <a:ext uri="{FF2B5EF4-FFF2-40B4-BE49-F238E27FC236}">
                    <a16:creationId xmlns:a16="http://schemas.microsoft.com/office/drawing/2014/main" id="{7DD05E03-D227-A288-D795-4981601D2B96}"/>
                  </a:ext>
                </a:extLst>
              </p:cNvPr>
              <p:cNvSpPr/>
              <p:nvPr/>
            </p:nvSpPr>
            <p:spPr>
              <a:xfrm>
                <a:off x="502013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g1348">
                <a:extLst>
                  <a:ext uri="{FF2B5EF4-FFF2-40B4-BE49-F238E27FC236}">
                    <a16:creationId xmlns:a16="http://schemas.microsoft.com/office/drawing/2014/main" id="{AAC33230-E1F5-AC2B-8650-387E2DCFB74C}"/>
                  </a:ext>
                </a:extLst>
              </p:cNvPr>
              <p:cNvSpPr/>
              <p:nvPr/>
            </p:nvSpPr>
            <p:spPr>
              <a:xfrm>
                <a:off x="503177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g1349">
                <a:extLst>
                  <a:ext uri="{FF2B5EF4-FFF2-40B4-BE49-F238E27FC236}">
                    <a16:creationId xmlns:a16="http://schemas.microsoft.com/office/drawing/2014/main" id="{3CE80FF0-BC10-C4EC-E5CC-D2C225D5795C}"/>
                  </a:ext>
                </a:extLst>
              </p:cNvPr>
              <p:cNvSpPr/>
              <p:nvPr/>
            </p:nvSpPr>
            <p:spPr>
              <a:xfrm>
                <a:off x="5043408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g1350">
                <a:extLst>
                  <a:ext uri="{FF2B5EF4-FFF2-40B4-BE49-F238E27FC236}">
                    <a16:creationId xmlns:a16="http://schemas.microsoft.com/office/drawing/2014/main" id="{FCD489A8-C6FF-A446-EE9D-8E2B4306D4C5}"/>
                  </a:ext>
                </a:extLst>
              </p:cNvPr>
              <p:cNvSpPr/>
              <p:nvPr/>
            </p:nvSpPr>
            <p:spPr>
              <a:xfrm>
                <a:off x="505504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g1351">
                <a:extLst>
                  <a:ext uri="{FF2B5EF4-FFF2-40B4-BE49-F238E27FC236}">
                    <a16:creationId xmlns:a16="http://schemas.microsoft.com/office/drawing/2014/main" id="{A2752E35-73D2-9FBF-28C7-80FB87938628}"/>
                  </a:ext>
                </a:extLst>
              </p:cNvPr>
              <p:cNvSpPr/>
              <p:nvPr/>
            </p:nvSpPr>
            <p:spPr>
              <a:xfrm>
                <a:off x="506668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g1352">
                <a:extLst>
                  <a:ext uri="{FF2B5EF4-FFF2-40B4-BE49-F238E27FC236}">
                    <a16:creationId xmlns:a16="http://schemas.microsoft.com/office/drawing/2014/main" id="{3F9BF552-7858-045B-DD4F-17B0C3B739C9}"/>
                  </a:ext>
                </a:extLst>
              </p:cNvPr>
              <p:cNvSpPr/>
              <p:nvPr/>
            </p:nvSpPr>
            <p:spPr>
              <a:xfrm>
                <a:off x="5078320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8D2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g1353">
                <a:extLst>
                  <a:ext uri="{FF2B5EF4-FFF2-40B4-BE49-F238E27FC236}">
                    <a16:creationId xmlns:a16="http://schemas.microsoft.com/office/drawing/2014/main" id="{BBD48CE4-F1AF-443C-3745-086A616E6327}"/>
                  </a:ext>
                </a:extLst>
              </p:cNvPr>
              <p:cNvSpPr/>
              <p:nvPr/>
            </p:nvSpPr>
            <p:spPr>
              <a:xfrm>
                <a:off x="508995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g1354">
                <a:extLst>
                  <a:ext uri="{FF2B5EF4-FFF2-40B4-BE49-F238E27FC236}">
                    <a16:creationId xmlns:a16="http://schemas.microsoft.com/office/drawing/2014/main" id="{8E11B1BC-0855-07B8-BDDF-9226A80D3534}"/>
                  </a:ext>
                </a:extLst>
              </p:cNvPr>
              <p:cNvSpPr/>
              <p:nvPr/>
            </p:nvSpPr>
            <p:spPr>
              <a:xfrm>
                <a:off x="510159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g1355">
                <a:extLst>
                  <a:ext uri="{FF2B5EF4-FFF2-40B4-BE49-F238E27FC236}">
                    <a16:creationId xmlns:a16="http://schemas.microsoft.com/office/drawing/2014/main" id="{DC7785F7-A8E4-3B94-466A-61156692E055}"/>
                  </a:ext>
                </a:extLst>
              </p:cNvPr>
              <p:cNvSpPr/>
              <p:nvPr/>
            </p:nvSpPr>
            <p:spPr>
              <a:xfrm>
                <a:off x="5113232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g1356">
                <a:extLst>
                  <a:ext uri="{FF2B5EF4-FFF2-40B4-BE49-F238E27FC236}">
                    <a16:creationId xmlns:a16="http://schemas.microsoft.com/office/drawing/2014/main" id="{A67ED979-25AE-2455-5B79-CEA21D3BCA44}"/>
                  </a:ext>
                </a:extLst>
              </p:cNvPr>
              <p:cNvSpPr/>
              <p:nvPr/>
            </p:nvSpPr>
            <p:spPr>
              <a:xfrm>
                <a:off x="5124869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g1357">
                <a:extLst>
                  <a:ext uri="{FF2B5EF4-FFF2-40B4-BE49-F238E27FC236}">
                    <a16:creationId xmlns:a16="http://schemas.microsoft.com/office/drawing/2014/main" id="{50ED8801-5B3B-ECF1-4AAC-172CA82BD0E3}"/>
                  </a:ext>
                </a:extLst>
              </p:cNvPr>
              <p:cNvSpPr/>
              <p:nvPr/>
            </p:nvSpPr>
            <p:spPr>
              <a:xfrm>
                <a:off x="513650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g1358">
                <a:extLst>
                  <a:ext uri="{FF2B5EF4-FFF2-40B4-BE49-F238E27FC236}">
                    <a16:creationId xmlns:a16="http://schemas.microsoft.com/office/drawing/2014/main" id="{080EC863-8C72-DB97-2989-50D5AA7EB7A7}"/>
                  </a:ext>
                </a:extLst>
              </p:cNvPr>
              <p:cNvSpPr/>
              <p:nvPr/>
            </p:nvSpPr>
            <p:spPr>
              <a:xfrm>
                <a:off x="5148144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8D2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g1359">
                <a:extLst>
                  <a:ext uri="{FF2B5EF4-FFF2-40B4-BE49-F238E27FC236}">
                    <a16:creationId xmlns:a16="http://schemas.microsoft.com/office/drawing/2014/main" id="{4CF6EA6C-B16F-4FC2-AA18-D5A116F3B2D9}"/>
                  </a:ext>
                </a:extLst>
              </p:cNvPr>
              <p:cNvSpPr/>
              <p:nvPr/>
            </p:nvSpPr>
            <p:spPr>
              <a:xfrm>
                <a:off x="515978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g1360">
                <a:extLst>
                  <a:ext uri="{FF2B5EF4-FFF2-40B4-BE49-F238E27FC236}">
                    <a16:creationId xmlns:a16="http://schemas.microsoft.com/office/drawing/2014/main" id="{0C6BA4AA-05EF-DF53-FCFB-81152CC978E9}"/>
                  </a:ext>
                </a:extLst>
              </p:cNvPr>
              <p:cNvSpPr/>
              <p:nvPr/>
            </p:nvSpPr>
            <p:spPr>
              <a:xfrm>
                <a:off x="520633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g1361">
                <a:extLst>
                  <a:ext uri="{FF2B5EF4-FFF2-40B4-BE49-F238E27FC236}">
                    <a16:creationId xmlns:a16="http://schemas.microsoft.com/office/drawing/2014/main" id="{6CD6BAAC-1D17-C26B-1CA9-6A5F8735FCCC}"/>
                  </a:ext>
                </a:extLst>
              </p:cNvPr>
              <p:cNvSpPr/>
              <p:nvPr/>
            </p:nvSpPr>
            <p:spPr>
              <a:xfrm>
                <a:off x="5217968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g1362">
                <a:extLst>
                  <a:ext uri="{FF2B5EF4-FFF2-40B4-BE49-F238E27FC236}">
                    <a16:creationId xmlns:a16="http://schemas.microsoft.com/office/drawing/2014/main" id="{08A28F63-0586-8141-B3A0-5D3ED4F23FC6}"/>
                  </a:ext>
                </a:extLst>
              </p:cNvPr>
              <p:cNvSpPr/>
              <p:nvPr/>
            </p:nvSpPr>
            <p:spPr>
              <a:xfrm>
                <a:off x="522960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g1363">
                <a:extLst>
                  <a:ext uri="{FF2B5EF4-FFF2-40B4-BE49-F238E27FC236}">
                    <a16:creationId xmlns:a16="http://schemas.microsoft.com/office/drawing/2014/main" id="{F0B17CC2-7FEA-3AA6-95B6-9D10F2B348F8}"/>
                  </a:ext>
                </a:extLst>
              </p:cNvPr>
              <p:cNvSpPr/>
              <p:nvPr/>
            </p:nvSpPr>
            <p:spPr>
              <a:xfrm>
                <a:off x="524124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g1364">
                <a:extLst>
                  <a:ext uri="{FF2B5EF4-FFF2-40B4-BE49-F238E27FC236}">
                    <a16:creationId xmlns:a16="http://schemas.microsoft.com/office/drawing/2014/main" id="{FD37801D-377B-250B-FD8C-3C0E87AC9BE3}"/>
                  </a:ext>
                </a:extLst>
              </p:cNvPr>
              <p:cNvSpPr/>
              <p:nvPr/>
            </p:nvSpPr>
            <p:spPr>
              <a:xfrm>
                <a:off x="5252880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g1365">
                <a:extLst>
                  <a:ext uri="{FF2B5EF4-FFF2-40B4-BE49-F238E27FC236}">
                    <a16:creationId xmlns:a16="http://schemas.microsoft.com/office/drawing/2014/main" id="{C6E3736E-F80E-E081-9FD1-C296E2E23A94}"/>
                  </a:ext>
                </a:extLst>
              </p:cNvPr>
              <p:cNvSpPr/>
              <p:nvPr/>
            </p:nvSpPr>
            <p:spPr>
              <a:xfrm>
                <a:off x="526451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CD6">
                  <a:alpha val="100000"/>
                </a:srgbClr>
              </a:solidFill>
              <a:ln w="5420" cap="flat">
                <a:solidFill>
                  <a:srgbClr val="C1EC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g1366">
                <a:extLst>
                  <a:ext uri="{FF2B5EF4-FFF2-40B4-BE49-F238E27FC236}">
                    <a16:creationId xmlns:a16="http://schemas.microsoft.com/office/drawing/2014/main" id="{49AA779F-3C38-DE9A-F306-27362A7AD86B}"/>
                  </a:ext>
                </a:extLst>
              </p:cNvPr>
              <p:cNvSpPr/>
              <p:nvPr/>
            </p:nvSpPr>
            <p:spPr>
              <a:xfrm>
                <a:off x="527615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g1367">
                <a:extLst>
                  <a:ext uri="{FF2B5EF4-FFF2-40B4-BE49-F238E27FC236}">
                    <a16:creationId xmlns:a16="http://schemas.microsoft.com/office/drawing/2014/main" id="{57FC9A5A-79D9-BAE5-5A6A-80B6B8937877}"/>
                  </a:ext>
                </a:extLst>
              </p:cNvPr>
              <p:cNvSpPr/>
              <p:nvPr/>
            </p:nvSpPr>
            <p:spPr>
              <a:xfrm>
                <a:off x="4996859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g1368">
                <a:extLst>
                  <a:ext uri="{FF2B5EF4-FFF2-40B4-BE49-F238E27FC236}">
                    <a16:creationId xmlns:a16="http://schemas.microsoft.com/office/drawing/2014/main" id="{F386A07F-E071-E2EC-DC43-AE59D849B443}"/>
                  </a:ext>
                </a:extLst>
              </p:cNvPr>
              <p:cNvSpPr/>
              <p:nvPr/>
            </p:nvSpPr>
            <p:spPr>
              <a:xfrm>
                <a:off x="5008496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g1369">
                <a:extLst>
                  <a:ext uri="{FF2B5EF4-FFF2-40B4-BE49-F238E27FC236}">
                    <a16:creationId xmlns:a16="http://schemas.microsoft.com/office/drawing/2014/main" id="{DF299D9A-E1EB-787D-A8FA-35CA86A73AA5}"/>
                  </a:ext>
                </a:extLst>
              </p:cNvPr>
              <p:cNvSpPr/>
              <p:nvPr/>
            </p:nvSpPr>
            <p:spPr>
              <a:xfrm>
                <a:off x="502013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g1370">
                <a:extLst>
                  <a:ext uri="{FF2B5EF4-FFF2-40B4-BE49-F238E27FC236}">
                    <a16:creationId xmlns:a16="http://schemas.microsoft.com/office/drawing/2014/main" id="{1496A696-2D83-E05F-B27A-69F79C67F772}"/>
                  </a:ext>
                </a:extLst>
              </p:cNvPr>
              <p:cNvSpPr/>
              <p:nvPr/>
            </p:nvSpPr>
            <p:spPr>
              <a:xfrm>
                <a:off x="503177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g1371">
                <a:extLst>
                  <a:ext uri="{FF2B5EF4-FFF2-40B4-BE49-F238E27FC236}">
                    <a16:creationId xmlns:a16="http://schemas.microsoft.com/office/drawing/2014/main" id="{AB509367-929C-5AE0-5A79-655338DD5422}"/>
                  </a:ext>
                </a:extLst>
              </p:cNvPr>
              <p:cNvSpPr/>
              <p:nvPr/>
            </p:nvSpPr>
            <p:spPr>
              <a:xfrm>
                <a:off x="5043408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g1372">
                <a:extLst>
                  <a:ext uri="{FF2B5EF4-FFF2-40B4-BE49-F238E27FC236}">
                    <a16:creationId xmlns:a16="http://schemas.microsoft.com/office/drawing/2014/main" id="{FBDCF0CD-6580-4C9C-BDBF-B2633B315D51}"/>
                  </a:ext>
                </a:extLst>
              </p:cNvPr>
              <p:cNvSpPr/>
              <p:nvPr/>
            </p:nvSpPr>
            <p:spPr>
              <a:xfrm>
                <a:off x="505504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g1373">
                <a:extLst>
                  <a:ext uri="{FF2B5EF4-FFF2-40B4-BE49-F238E27FC236}">
                    <a16:creationId xmlns:a16="http://schemas.microsoft.com/office/drawing/2014/main" id="{92A3B067-F5A9-F539-3F1D-9CECC91DDB6B}"/>
                  </a:ext>
                </a:extLst>
              </p:cNvPr>
              <p:cNvSpPr/>
              <p:nvPr/>
            </p:nvSpPr>
            <p:spPr>
              <a:xfrm>
                <a:off x="506668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g1374">
                <a:extLst>
                  <a:ext uri="{FF2B5EF4-FFF2-40B4-BE49-F238E27FC236}">
                    <a16:creationId xmlns:a16="http://schemas.microsoft.com/office/drawing/2014/main" id="{BD7BD63A-C05A-AA81-6DEF-34512DA4E077}"/>
                  </a:ext>
                </a:extLst>
              </p:cNvPr>
              <p:cNvSpPr/>
              <p:nvPr/>
            </p:nvSpPr>
            <p:spPr>
              <a:xfrm>
                <a:off x="5078320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g1375">
                <a:extLst>
                  <a:ext uri="{FF2B5EF4-FFF2-40B4-BE49-F238E27FC236}">
                    <a16:creationId xmlns:a16="http://schemas.microsoft.com/office/drawing/2014/main" id="{6CB0CDEE-E6A4-5058-FFDA-88FB9EDE6AA6}"/>
                  </a:ext>
                </a:extLst>
              </p:cNvPr>
              <p:cNvSpPr/>
              <p:nvPr/>
            </p:nvSpPr>
            <p:spPr>
              <a:xfrm>
                <a:off x="508995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g1376">
                <a:extLst>
                  <a:ext uri="{FF2B5EF4-FFF2-40B4-BE49-F238E27FC236}">
                    <a16:creationId xmlns:a16="http://schemas.microsoft.com/office/drawing/2014/main" id="{97A5D119-B2C7-8FC1-877F-1243A4A127D5}"/>
                  </a:ext>
                </a:extLst>
              </p:cNvPr>
              <p:cNvSpPr/>
              <p:nvPr/>
            </p:nvSpPr>
            <p:spPr>
              <a:xfrm>
                <a:off x="510159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g1377">
                <a:extLst>
                  <a:ext uri="{FF2B5EF4-FFF2-40B4-BE49-F238E27FC236}">
                    <a16:creationId xmlns:a16="http://schemas.microsoft.com/office/drawing/2014/main" id="{63070EA6-179E-D0C7-F0EC-B32CA74721E2}"/>
                  </a:ext>
                </a:extLst>
              </p:cNvPr>
              <p:cNvSpPr/>
              <p:nvPr/>
            </p:nvSpPr>
            <p:spPr>
              <a:xfrm>
                <a:off x="5113232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g1378">
                <a:extLst>
                  <a:ext uri="{FF2B5EF4-FFF2-40B4-BE49-F238E27FC236}">
                    <a16:creationId xmlns:a16="http://schemas.microsoft.com/office/drawing/2014/main" id="{3B99F56D-7882-85A9-F627-AC7AD23002D4}"/>
                  </a:ext>
                </a:extLst>
              </p:cNvPr>
              <p:cNvSpPr/>
              <p:nvPr/>
            </p:nvSpPr>
            <p:spPr>
              <a:xfrm>
                <a:off x="5124869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g1379">
                <a:extLst>
                  <a:ext uri="{FF2B5EF4-FFF2-40B4-BE49-F238E27FC236}">
                    <a16:creationId xmlns:a16="http://schemas.microsoft.com/office/drawing/2014/main" id="{B7BB6959-FA16-44A2-FAB8-E045D87DE04D}"/>
                  </a:ext>
                </a:extLst>
              </p:cNvPr>
              <p:cNvSpPr/>
              <p:nvPr/>
            </p:nvSpPr>
            <p:spPr>
              <a:xfrm>
                <a:off x="513650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g1380">
                <a:extLst>
                  <a:ext uri="{FF2B5EF4-FFF2-40B4-BE49-F238E27FC236}">
                    <a16:creationId xmlns:a16="http://schemas.microsoft.com/office/drawing/2014/main" id="{EDBA0F4E-CC9F-8A97-0FC7-BC7D9F9A5E9D}"/>
                  </a:ext>
                </a:extLst>
              </p:cNvPr>
              <p:cNvSpPr/>
              <p:nvPr/>
            </p:nvSpPr>
            <p:spPr>
              <a:xfrm>
                <a:off x="5148144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g1381">
                <a:extLst>
                  <a:ext uri="{FF2B5EF4-FFF2-40B4-BE49-F238E27FC236}">
                    <a16:creationId xmlns:a16="http://schemas.microsoft.com/office/drawing/2014/main" id="{8344429B-D50D-73B4-516B-EF9FF4492E72}"/>
                  </a:ext>
                </a:extLst>
              </p:cNvPr>
              <p:cNvSpPr/>
              <p:nvPr/>
            </p:nvSpPr>
            <p:spPr>
              <a:xfrm>
                <a:off x="515978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g1382">
                <a:extLst>
                  <a:ext uri="{FF2B5EF4-FFF2-40B4-BE49-F238E27FC236}">
                    <a16:creationId xmlns:a16="http://schemas.microsoft.com/office/drawing/2014/main" id="{487AB16F-A250-1714-3870-263DB98C901A}"/>
                  </a:ext>
                </a:extLst>
              </p:cNvPr>
              <p:cNvSpPr/>
              <p:nvPr/>
            </p:nvSpPr>
            <p:spPr>
              <a:xfrm>
                <a:off x="520633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g1383">
                <a:extLst>
                  <a:ext uri="{FF2B5EF4-FFF2-40B4-BE49-F238E27FC236}">
                    <a16:creationId xmlns:a16="http://schemas.microsoft.com/office/drawing/2014/main" id="{4C7A9E53-0877-BF9F-31D6-8F097BC90D90}"/>
                  </a:ext>
                </a:extLst>
              </p:cNvPr>
              <p:cNvSpPr/>
              <p:nvPr/>
            </p:nvSpPr>
            <p:spPr>
              <a:xfrm>
                <a:off x="5217968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g1384">
                <a:extLst>
                  <a:ext uri="{FF2B5EF4-FFF2-40B4-BE49-F238E27FC236}">
                    <a16:creationId xmlns:a16="http://schemas.microsoft.com/office/drawing/2014/main" id="{AB3BD412-0BDA-199C-3477-934830FB6C10}"/>
                  </a:ext>
                </a:extLst>
              </p:cNvPr>
              <p:cNvSpPr/>
              <p:nvPr/>
            </p:nvSpPr>
            <p:spPr>
              <a:xfrm>
                <a:off x="522960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g1385">
                <a:extLst>
                  <a:ext uri="{FF2B5EF4-FFF2-40B4-BE49-F238E27FC236}">
                    <a16:creationId xmlns:a16="http://schemas.microsoft.com/office/drawing/2014/main" id="{BB839401-1CEB-E49A-C61F-CF0F38FF66F0}"/>
                  </a:ext>
                </a:extLst>
              </p:cNvPr>
              <p:cNvSpPr/>
              <p:nvPr/>
            </p:nvSpPr>
            <p:spPr>
              <a:xfrm>
                <a:off x="524124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g1386">
                <a:extLst>
                  <a:ext uri="{FF2B5EF4-FFF2-40B4-BE49-F238E27FC236}">
                    <a16:creationId xmlns:a16="http://schemas.microsoft.com/office/drawing/2014/main" id="{C234C71D-7B44-6DB9-4221-E383D66E127D}"/>
                  </a:ext>
                </a:extLst>
              </p:cNvPr>
              <p:cNvSpPr/>
              <p:nvPr/>
            </p:nvSpPr>
            <p:spPr>
              <a:xfrm>
                <a:off x="5252880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g1387">
                <a:extLst>
                  <a:ext uri="{FF2B5EF4-FFF2-40B4-BE49-F238E27FC236}">
                    <a16:creationId xmlns:a16="http://schemas.microsoft.com/office/drawing/2014/main" id="{FFA98923-8F5D-7D95-E2E8-9C8400D410E9}"/>
                  </a:ext>
                </a:extLst>
              </p:cNvPr>
              <p:cNvSpPr/>
              <p:nvPr/>
            </p:nvSpPr>
            <p:spPr>
              <a:xfrm>
                <a:off x="526451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g1388">
                <a:extLst>
                  <a:ext uri="{FF2B5EF4-FFF2-40B4-BE49-F238E27FC236}">
                    <a16:creationId xmlns:a16="http://schemas.microsoft.com/office/drawing/2014/main" id="{011A5316-2548-ED6D-C2A2-1FF74DEA2E77}"/>
                  </a:ext>
                </a:extLst>
              </p:cNvPr>
              <p:cNvSpPr/>
              <p:nvPr/>
            </p:nvSpPr>
            <p:spPr>
              <a:xfrm>
                <a:off x="498522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g1389">
                <a:extLst>
                  <a:ext uri="{FF2B5EF4-FFF2-40B4-BE49-F238E27FC236}">
                    <a16:creationId xmlns:a16="http://schemas.microsoft.com/office/drawing/2014/main" id="{E3D6698D-5BE1-5AC7-B68E-63F7995AC70A}"/>
                  </a:ext>
                </a:extLst>
              </p:cNvPr>
              <p:cNvSpPr/>
              <p:nvPr/>
            </p:nvSpPr>
            <p:spPr>
              <a:xfrm>
                <a:off x="499685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g1390">
                <a:extLst>
                  <a:ext uri="{FF2B5EF4-FFF2-40B4-BE49-F238E27FC236}">
                    <a16:creationId xmlns:a16="http://schemas.microsoft.com/office/drawing/2014/main" id="{76E835EB-BF13-62C8-1B88-68A2B6D58197}"/>
                  </a:ext>
                </a:extLst>
              </p:cNvPr>
              <p:cNvSpPr/>
              <p:nvPr/>
            </p:nvSpPr>
            <p:spPr>
              <a:xfrm>
                <a:off x="5008496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g1391">
                <a:extLst>
                  <a:ext uri="{FF2B5EF4-FFF2-40B4-BE49-F238E27FC236}">
                    <a16:creationId xmlns:a16="http://schemas.microsoft.com/office/drawing/2014/main" id="{B193A266-F3C3-B932-6459-647D76AA22D9}"/>
                  </a:ext>
                </a:extLst>
              </p:cNvPr>
              <p:cNvSpPr/>
              <p:nvPr/>
            </p:nvSpPr>
            <p:spPr>
              <a:xfrm>
                <a:off x="502013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g1392">
                <a:extLst>
                  <a:ext uri="{FF2B5EF4-FFF2-40B4-BE49-F238E27FC236}">
                    <a16:creationId xmlns:a16="http://schemas.microsoft.com/office/drawing/2014/main" id="{EB681500-558C-CEE4-1FED-0F8B21E37D28}"/>
                  </a:ext>
                </a:extLst>
              </p:cNvPr>
              <p:cNvSpPr/>
              <p:nvPr/>
            </p:nvSpPr>
            <p:spPr>
              <a:xfrm>
                <a:off x="503177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g1393">
                <a:extLst>
                  <a:ext uri="{FF2B5EF4-FFF2-40B4-BE49-F238E27FC236}">
                    <a16:creationId xmlns:a16="http://schemas.microsoft.com/office/drawing/2014/main" id="{38B55246-5AA6-F94C-90E7-F167EB0C5C09}"/>
                  </a:ext>
                </a:extLst>
              </p:cNvPr>
              <p:cNvSpPr/>
              <p:nvPr/>
            </p:nvSpPr>
            <p:spPr>
              <a:xfrm>
                <a:off x="5043408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g1394">
                <a:extLst>
                  <a:ext uri="{FF2B5EF4-FFF2-40B4-BE49-F238E27FC236}">
                    <a16:creationId xmlns:a16="http://schemas.microsoft.com/office/drawing/2014/main" id="{2025F5A1-70F4-E633-73C1-0AACFEA10919}"/>
                  </a:ext>
                </a:extLst>
              </p:cNvPr>
              <p:cNvSpPr/>
              <p:nvPr/>
            </p:nvSpPr>
            <p:spPr>
              <a:xfrm>
                <a:off x="505504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g1395">
                <a:extLst>
                  <a:ext uri="{FF2B5EF4-FFF2-40B4-BE49-F238E27FC236}">
                    <a16:creationId xmlns:a16="http://schemas.microsoft.com/office/drawing/2014/main" id="{BE06A424-9BD0-DF7B-F61F-FB8467BB6EEC}"/>
                  </a:ext>
                </a:extLst>
              </p:cNvPr>
              <p:cNvSpPr/>
              <p:nvPr/>
            </p:nvSpPr>
            <p:spPr>
              <a:xfrm>
                <a:off x="506668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g1396">
                <a:extLst>
                  <a:ext uri="{FF2B5EF4-FFF2-40B4-BE49-F238E27FC236}">
                    <a16:creationId xmlns:a16="http://schemas.microsoft.com/office/drawing/2014/main" id="{A2ABACB0-7E07-E4DA-0748-E77D9F7F6897}"/>
                  </a:ext>
                </a:extLst>
              </p:cNvPr>
              <p:cNvSpPr/>
              <p:nvPr/>
            </p:nvSpPr>
            <p:spPr>
              <a:xfrm>
                <a:off x="5078320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g1397">
                <a:extLst>
                  <a:ext uri="{FF2B5EF4-FFF2-40B4-BE49-F238E27FC236}">
                    <a16:creationId xmlns:a16="http://schemas.microsoft.com/office/drawing/2014/main" id="{BAEDE1A5-DAD3-7159-B7D8-DC0E3D5A5194}"/>
                  </a:ext>
                </a:extLst>
              </p:cNvPr>
              <p:cNvSpPr/>
              <p:nvPr/>
            </p:nvSpPr>
            <p:spPr>
              <a:xfrm>
                <a:off x="508995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g1398">
                <a:extLst>
                  <a:ext uri="{FF2B5EF4-FFF2-40B4-BE49-F238E27FC236}">
                    <a16:creationId xmlns:a16="http://schemas.microsoft.com/office/drawing/2014/main" id="{7AFF7B5E-FEEE-DC0E-3E0D-5309FAFEA418}"/>
                  </a:ext>
                </a:extLst>
              </p:cNvPr>
              <p:cNvSpPr/>
              <p:nvPr/>
            </p:nvSpPr>
            <p:spPr>
              <a:xfrm>
                <a:off x="510159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g1399">
                <a:extLst>
                  <a:ext uri="{FF2B5EF4-FFF2-40B4-BE49-F238E27FC236}">
                    <a16:creationId xmlns:a16="http://schemas.microsoft.com/office/drawing/2014/main" id="{D2B614FF-BDF0-609A-D62A-ADD1CB55ACB4}"/>
                  </a:ext>
                </a:extLst>
              </p:cNvPr>
              <p:cNvSpPr/>
              <p:nvPr/>
            </p:nvSpPr>
            <p:spPr>
              <a:xfrm>
                <a:off x="5113232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3">
                  <a:alpha val="100000"/>
                </a:srgbClr>
              </a:solidFill>
              <a:ln w="5420" cap="flat">
                <a:solidFill>
                  <a:srgbClr val="BBEA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g1400">
                <a:extLst>
                  <a:ext uri="{FF2B5EF4-FFF2-40B4-BE49-F238E27FC236}">
                    <a16:creationId xmlns:a16="http://schemas.microsoft.com/office/drawing/2014/main" id="{64FD7101-37A0-6DB8-CF35-F3DDF80B50D1}"/>
                  </a:ext>
                </a:extLst>
              </p:cNvPr>
              <p:cNvSpPr/>
              <p:nvPr/>
            </p:nvSpPr>
            <p:spPr>
              <a:xfrm>
                <a:off x="512486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3">
                  <a:alpha val="100000"/>
                </a:srgbClr>
              </a:solidFill>
              <a:ln w="5420" cap="flat">
                <a:solidFill>
                  <a:srgbClr val="BBEA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g1401">
                <a:extLst>
                  <a:ext uri="{FF2B5EF4-FFF2-40B4-BE49-F238E27FC236}">
                    <a16:creationId xmlns:a16="http://schemas.microsoft.com/office/drawing/2014/main" id="{0BE83DFB-9851-17AB-7A51-D8DFD4C2257D}"/>
                  </a:ext>
                </a:extLst>
              </p:cNvPr>
              <p:cNvSpPr/>
              <p:nvPr/>
            </p:nvSpPr>
            <p:spPr>
              <a:xfrm>
                <a:off x="513650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3">
                  <a:alpha val="100000"/>
                </a:srgbClr>
              </a:solidFill>
              <a:ln w="5420" cap="flat">
                <a:solidFill>
                  <a:srgbClr val="BBEA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g1402">
                <a:extLst>
                  <a:ext uri="{FF2B5EF4-FFF2-40B4-BE49-F238E27FC236}">
                    <a16:creationId xmlns:a16="http://schemas.microsoft.com/office/drawing/2014/main" id="{C42E40BB-974A-35B3-19DB-DC73BF32E21C}"/>
                  </a:ext>
                </a:extLst>
              </p:cNvPr>
              <p:cNvSpPr/>
              <p:nvPr/>
            </p:nvSpPr>
            <p:spPr>
              <a:xfrm>
                <a:off x="5148144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g1403">
                <a:extLst>
                  <a:ext uri="{FF2B5EF4-FFF2-40B4-BE49-F238E27FC236}">
                    <a16:creationId xmlns:a16="http://schemas.microsoft.com/office/drawing/2014/main" id="{0C1F5C09-2774-89DD-67FB-0B3B2957AB12}"/>
                  </a:ext>
                </a:extLst>
              </p:cNvPr>
              <p:cNvSpPr/>
              <p:nvPr/>
            </p:nvSpPr>
            <p:spPr>
              <a:xfrm>
                <a:off x="515978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g1404">
                <a:extLst>
                  <a:ext uri="{FF2B5EF4-FFF2-40B4-BE49-F238E27FC236}">
                    <a16:creationId xmlns:a16="http://schemas.microsoft.com/office/drawing/2014/main" id="{55526005-DFF2-7FEC-CED8-30530FCC3319}"/>
                  </a:ext>
                </a:extLst>
              </p:cNvPr>
              <p:cNvSpPr/>
              <p:nvPr/>
            </p:nvSpPr>
            <p:spPr>
              <a:xfrm>
                <a:off x="517141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g1405">
                <a:extLst>
                  <a:ext uri="{FF2B5EF4-FFF2-40B4-BE49-F238E27FC236}">
                    <a16:creationId xmlns:a16="http://schemas.microsoft.com/office/drawing/2014/main" id="{517F58AE-231B-CC9D-2543-D1B333EA320D}"/>
                  </a:ext>
                </a:extLst>
              </p:cNvPr>
              <p:cNvSpPr/>
              <p:nvPr/>
            </p:nvSpPr>
            <p:spPr>
              <a:xfrm>
                <a:off x="520633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g1406">
                <a:extLst>
                  <a:ext uri="{FF2B5EF4-FFF2-40B4-BE49-F238E27FC236}">
                    <a16:creationId xmlns:a16="http://schemas.microsoft.com/office/drawing/2014/main" id="{19CCD0B6-60A0-6D71-E048-18CAA83881F4}"/>
                  </a:ext>
                </a:extLst>
              </p:cNvPr>
              <p:cNvSpPr/>
              <p:nvPr/>
            </p:nvSpPr>
            <p:spPr>
              <a:xfrm>
                <a:off x="5217968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4">
                  <a:alpha val="100000"/>
                </a:srgbClr>
              </a:solidFill>
              <a:ln w="5420" cap="flat">
                <a:solidFill>
                  <a:srgbClr val="BB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g1407">
                <a:extLst>
                  <a:ext uri="{FF2B5EF4-FFF2-40B4-BE49-F238E27FC236}">
                    <a16:creationId xmlns:a16="http://schemas.microsoft.com/office/drawing/2014/main" id="{3CAEFE47-4BE5-1BDF-342E-E9AF2B964B54}"/>
                  </a:ext>
                </a:extLst>
              </p:cNvPr>
              <p:cNvSpPr/>
              <p:nvPr/>
            </p:nvSpPr>
            <p:spPr>
              <a:xfrm>
                <a:off x="522960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g1408">
                <a:extLst>
                  <a:ext uri="{FF2B5EF4-FFF2-40B4-BE49-F238E27FC236}">
                    <a16:creationId xmlns:a16="http://schemas.microsoft.com/office/drawing/2014/main" id="{53175F16-4D69-F68C-23CC-3D86C582E524}"/>
                  </a:ext>
                </a:extLst>
              </p:cNvPr>
              <p:cNvSpPr/>
              <p:nvPr/>
            </p:nvSpPr>
            <p:spPr>
              <a:xfrm>
                <a:off x="524124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g1409">
                <a:extLst>
                  <a:ext uri="{FF2B5EF4-FFF2-40B4-BE49-F238E27FC236}">
                    <a16:creationId xmlns:a16="http://schemas.microsoft.com/office/drawing/2014/main" id="{3D797933-5E8B-F57B-1B54-F45DCE6A0FDF}"/>
                  </a:ext>
                </a:extLst>
              </p:cNvPr>
              <p:cNvSpPr/>
              <p:nvPr/>
            </p:nvSpPr>
            <p:spPr>
              <a:xfrm>
                <a:off x="5252880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g1410">
                <a:extLst>
                  <a:ext uri="{FF2B5EF4-FFF2-40B4-BE49-F238E27FC236}">
                    <a16:creationId xmlns:a16="http://schemas.microsoft.com/office/drawing/2014/main" id="{127F5F3D-8E3F-D91D-C273-F39A4A532B11}"/>
                  </a:ext>
                </a:extLst>
              </p:cNvPr>
              <p:cNvSpPr/>
              <p:nvPr/>
            </p:nvSpPr>
            <p:spPr>
              <a:xfrm>
                <a:off x="526451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g1411">
                <a:extLst>
                  <a:ext uri="{FF2B5EF4-FFF2-40B4-BE49-F238E27FC236}">
                    <a16:creationId xmlns:a16="http://schemas.microsoft.com/office/drawing/2014/main" id="{38D9C809-7086-D40F-3C49-07F24A14CBBA}"/>
                  </a:ext>
                </a:extLst>
              </p:cNvPr>
              <p:cNvSpPr/>
              <p:nvPr/>
            </p:nvSpPr>
            <p:spPr>
              <a:xfrm>
                <a:off x="498522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g1412">
                <a:extLst>
                  <a:ext uri="{FF2B5EF4-FFF2-40B4-BE49-F238E27FC236}">
                    <a16:creationId xmlns:a16="http://schemas.microsoft.com/office/drawing/2014/main" id="{F11510E9-BE98-130F-703F-1F6C7D78E981}"/>
                  </a:ext>
                </a:extLst>
              </p:cNvPr>
              <p:cNvSpPr/>
              <p:nvPr/>
            </p:nvSpPr>
            <p:spPr>
              <a:xfrm>
                <a:off x="499685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g1413">
                <a:extLst>
                  <a:ext uri="{FF2B5EF4-FFF2-40B4-BE49-F238E27FC236}">
                    <a16:creationId xmlns:a16="http://schemas.microsoft.com/office/drawing/2014/main" id="{9F288653-97AD-6CEF-2C82-4F63B39A0E41}"/>
                  </a:ext>
                </a:extLst>
              </p:cNvPr>
              <p:cNvSpPr/>
              <p:nvPr/>
            </p:nvSpPr>
            <p:spPr>
              <a:xfrm>
                <a:off x="5008496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g1414">
                <a:extLst>
                  <a:ext uri="{FF2B5EF4-FFF2-40B4-BE49-F238E27FC236}">
                    <a16:creationId xmlns:a16="http://schemas.microsoft.com/office/drawing/2014/main" id="{8658EAE8-7372-7569-CCC9-CCE9B777A35A}"/>
                  </a:ext>
                </a:extLst>
              </p:cNvPr>
              <p:cNvSpPr/>
              <p:nvPr/>
            </p:nvSpPr>
            <p:spPr>
              <a:xfrm>
                <a:off x="502013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7D0">
                  <a:alpha val="100000"/>
                </a:srgbClr>
              </a:solidFill>
              <a:ln w="5420" cap="flat">
                <a:solidFill>
                  <a:srgbClr val="B5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g1415">
                <a:extLst>
                  <a:ext uri="{FF2B5EF4-FFF2-40B4-BE49-F238E27FC236}">
                    <a16:creationId xmlns:a16="http://schemas.microsoft.com/office/drawing/2014/main" id="{4671E862-B3E9-9BE8-9760-1CF6E33A71CB}"/>
                  </a:ext>
                </a:extLst>
              </p:cNvPr>
              <p:cNvSpPr/>
              <p:nvPr/>
            </p:nvSpPr>
            <p:spPr>
              <a:xfrm>
                <a:off x="503177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g1416">
                <a:extLst>
                  <a:ext uri="{FF2B5EF4-FFF2-40B4-BE49-F238E27FC236}">
                    <a16:creationId xmlns:a16="http://schemas.microsoft.com/office/drawing/2014/main" id="{ED5AACAA-1EBF-2F7D-2901-4416C315BD4B}"/>
                  </a:ext>
                </a:extLst>
              </p:cNvPr>
              <p:cNvSpPr/>
              <p:nvPr/>
            </p:nvSpPr>
            <p:spPr>
              <a:xfrm>
                <a:off x="5043408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g1417">
                <a:extLst>
                  <a:ext uri="{FF2B5EF4-FFF2-40B4-BE49-F238E27FC236}">
                    <a16:creationId xmlns:a16="http://schemas.microsoft.com/office/drawing/2014/main" id="{B5C6D994-F61E-48ED-F11E-62C33BB44FD3}"/>
                  </a:ext>
                </a:extLst>
              </p:cNvPr>
              <p:cNvSpPr/>
              <p:nvPr/>
            </p:nvSpPr>
            <p:spPr>
              <a:xfrm>
                <a:off x="505504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g1418">
                <a:extLst>
                  <a:ext uri="{FF2B5EF4-FFF2-40B4-BE49-F238E27FC236}">
                    <a16:creationId xmlns:a16="http://schemas.microsoft.com/office/drawing/2014/main" id="{D67D21D2-2A3C-7B9E-F34D-A7EC9D071337}"/>
                  </a:ext>
                </a:extLst>
              </p:cNvPr>
              <p:cNvSpPr/>
              <p:nvPr/>
            </p:nvSpPr>
            <p:spPr>
              <a:xfrm>
                <a:off x="506668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g1419">
                <a:extLst>
                  <a:ext uri="{FF2B5EF4-FFF2-40B4-BE49-F238E27FC236}">
                    <a16:creationId xmlns:a16="http://schemas.microsoft.com/office/drawing/2014/main" id="{24069B6A-E9E9-1798-4F8D-DDC375DEFE37}"/>
                  </a:ext>
                </a:extLst>
              </p:cNvPr>
              <p:cNvSpPr/>
              <p:nvPr/>
            </p:nvSpPr>
            <p:spPr>
              <a:xfrm>
                <a:off x="5078320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g1420">
                <a:extLst>
                  <a:ext uri="{FF2B5EF4-FFF2-40B4-BE49-F238E27FC236}">
                    <a16:creationId xmlns:a16="http://schemas.microsoft.com/office/drawing/2014/main" id="{F8A6843F-2143-2BDB-5919-B5E810B688A1}"/>
                  </a:ext>
                </a:extLst>
              </p:cNvPr>
              <p:cNvSpPr/>
              <p:nvPr/>
            </p:nvSpPr>
            <p:spPr>
              <a:xfrm>
                <a:off x="508995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g1421">
                <a:extLst>
                  <a:ext uri="{FF2B5EF4-FFF2-40B4-BE49-F238E27FC236}">
                    <a16:creationId xmlns:a16="http://schemas.microsoft.com/office/drawing/2014/main" id="{B89B14B9-A1E5-A279-F7B0-EF3C4CEC048E}"/>
                  </a:ext>
                </a:extLst>
              </p:cNvPr>
              <p:cNvSpPr/>
              <p:nvPr/>
            </p:nvSpPr>
            <p:spPr>
              <a:xfrm>
                <a:off x="510159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g1422">
                <a:extLst>
                  <a:ext uri="{FF2B5EF4-FFF2-40B4-BE49-F238E27FC236}">
                    <a16:creationId xmlns:a16="http://schemas.microsoft.com/office/drawing/2014/main" id="{3F44246D-EAF1-611C-70D5-75CFBA334BC3}"/>
                  </a:ext>
                </a:extLst>
              </p:cNvPr>
              <p:cNvSpPr/>
              <p:nvPr/>
            </p:nvSpPr>
            <p:spPr>
              <a:xfrm>
                <a:off x="5113232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g1423">
                <a:extLst>
                  <a:ext uri="{FF2B5EF4-FFF2-40B4-BE49-F238E27FC236}">
                    <a16:creationId xmlns:a16="http://schemas.microsoft.com/office/drawing/2014/main" id="{6AA79A8F-E4A0-B659-0D9F-944F59EEF108}"/>
                  </a:ext>
                </a:extLst>
              </p:cNvPr>
              <p:cNvSpPr/>
              <p:nvPr/>
            </p:nvSpPr>
            <p:spPr>
              <a:xfrm>
                <a:off x="512486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g1424">
                <a:extLst>
                  <a:ext uri="{FF2B5EF4-FFF2-40B4-BE49-F238E27FC236}">
                    <a16:creationId xmlns:a16="http://schemas.microsoft.com/office/drawing/2014/main" id="{6497537D-F693-6BEB-105C-919615CB4EA1}"/>
                  </a:ext>
                </a:extLst>
              </p:cNvPr>
              <p:cNvSpPr/>
              <p:nvPr/>
            </p:nvSpPr>
            <p:spPr>
              <a:xfrm>
                <a:off x="513650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g1425">
                <a:extLst>
                  <a:ext uri="{FF2B5EF4-FFF2-40B4-BE49-F238E27FC236}">
                    <a16:creationId xmlns:a16="http://schemas.microsoft.com/office/drawing/2014/main" id="{4347560E-ED97-665F-CCF0-F6D02555EB14}"/>
                  </a:ext>
                </a:extLst>
              </p:cNvPr>
              <p:cNvSpPr/>
              <p:nvPr/>
            </p:nvSpPr>
            <p:spPr>
              <a:xfrm>
                <a:off x="5148144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g1426">
                <a:extLst>
                  <a:ext uri="{FF2B5EF4-FFF2-40B4-BE49-F238E27FC236}">
                    <a16:creationId xmlns:a16="http://schemas.microsoft.com/office/drawing/2014/main" id="{91EA8895-407A-27D6-5398-A4648A5780A9}"/>
                  </a:ext>
                </a:extLst>
              </p:cNvPr>
              <p:cNvSpPr/>
              <p:nvPr/>
            </p:nvSpPr>
            <p:spPr>
              <a:xfrm>
                <a:off x="515978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g1427">
                <a:extLst>
                  <a:ext uri="{FF2B5EF4-FFF2-40B4-BE49-F238E27FC236}">
                    <a16:creationId xmlns:a16="http://schemas.microsoft.com/office/drawing/2014/main" id="{80B7904D-5008-E7FD-E7DF-BE36C310E774}"/>
                  </a:ext>
                </a:extLst>
              </p:cNvPr>
              <p:cNvSpPr/>
              <p:nvPr/>
            </p:nvSpPr>
            <p:spPr>
              <a:xfrm>
                <a:off x="517141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g1428">
                <a:extLst>
                  <a:ext uri="{FF2B5EF4-FFF2-40B4-BE49-F238E27FC236}">
                    <a16:creationId xmlns:a16="http://schemas.microsoft.com/office/drawing/2014/main" id="{0E6581D5-BB97-B334-A729-E911070F59C2}"/>
                  </a:ext>
                </a:extLst>
              </p:cNvPr>
              <p:cNvSpPr/>
              <p:nvPr/>
            </p:nvSpPr>
            <p:spPr>
              <a:xfrm>
                <a:off x="5183056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g1429">
                <a:extLst>
                  <a:ext uri="{FF2B5EF4-FFF2-40B4-BE49-F238E27FC236}">
                    <a16:creationId xmlns:a16="http://schemas.microsoft.com/office/drawing/2014/main" id="{B46C4713-FB21-76DF-F654-E660C6E55E71}"/>
                  </a:ext>
                </a:extLst>
              </p:cNvPr>
              <p:cNvSpPr/>
              <p:nvPr/>
            </p:nvSpPr>
            <p:spPr>
              <a:xfrm>
                <a:off x="5217968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g1430">
                <a:extLst>
                  <a:ext uri="{FF2B5EF4-FFF2-40B4-BE49-F238E27FC236}">
                    <a16:creationId xmlns:a16="http://schemas.microsoft.com/office/drawing/2014/main" id="{B5F9805C-FE3F-B023-67FF-84278A6E723B}"/>
                  </a:ext>
                </a:extLst>
              </p:cNvPr>
              <p:cNvSpPr/>
              <p:nvPr/>
            </p:nvSpPr>
            <p:spPr>
              <a:xfrm>
                <a:off x="522960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g1431">
                <a:extLst>
                  <a:ext uri="{FF2B5EF4-FFF2-40B4-BE49-F238E27FC236}">
                    <a16:creationId xmlns:a16="http://schemas.microsoft.com/office/drawing/2014/main" id="{D3B63F1D-CCD5-2477-5CE2-17A062C455C2}"/>
                  </a:ext>
                </a:extLst>
              </p:cNvPr>
              <p:cNvSpPr/>
              <p:nvPr/>
            </p:nvSpPr>
            <p:spPr>
              <a:xfrm>
                <a:off x="524124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g1432">
                <a:extLst>
                  <a:ext uri="{FF2B5EF4-FFF2-40B4-BE49-F238E27FC236}">
                    <a16:creationId xmlns:a16="http://schemas.microsoft.com/office/drawing/2014/main" id="{9D14F9C5-8AEF-9371-6795-2BDEB9839B2D}"/>
                  </a:ext>
                </a:extLst>
              </p:cNvPr>
              <p:cNvSpPr/>
              <p:nvPr/>
            </p:nvSpPr>
            <p:spPr>
              <a:xfrm>
                <a:off x="5252880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g1433">
                <a:extLst>
                  <a:ext uri="{FF2B5EF4-FFF2-40B4-BE49-F238E27FC236}">
                    <a16:creationId xmlns:a16="http://schemas.microsoft.com/office/drawing/2014/main" id="{4B21B217-3331-AF97-8E3A-AACE83B2177D}"/>
                  </a:ext>
                </a:extLst>
              </p:cNvPr>
              <p:cNvSpPr/>
              <p:nvPr/>
            </p:nvSpPr>
            <p:spPr>
              <a:xfrm>
                <a:off x="526451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g1434">
                <a:extLst>
                  <a:ext uri="{FF2B5EF4-FFF2-40B4-BE49-F238E27FC236}">
                    <a16:creationId xmlns:a16="http://schemas.microsoft.com/office/drawing/2014/main" id="{1C63E0E4-EF7A-D40F-48EA-C0901C15A93E}"/>
                  </a:ext>
                </a:extLst>
              </p:cNvPr>
              <p:cNvSpPr/>
              <p:nvPr/>
            </p:nvSpPr>
            <p:spPr>
              <a:xfrm>
                <a:off x="498522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g1435">
                <a:extLst>
                  <a:ext uri="{FF2B5EF4-FFF2-40B4-BE49-F238E27FC236}">
                    <a16:creationId xmlns:a16="http://schemas.microsoft.com/office/drawing/2014/main" id="{DD645384-A464-498B-1C9A-2CB1CC5118BD}"/>
                  </a:ext>
                </a:extLst>
              </p:cNvPr>
              <p:cNvSpPr/>
              <p:nvPr/>
            </p:nvSpPr>
            <p:spPr>
              <a:xfrm>
                <a:off x="499685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g1436">
                <a:extLst>
                  <a:ext uri="{FF2B5EF4-FFF2-40B4-BE49-F238E27FC236}">
                    <a16:creationId xmlns:a16="http://schemas.microsoft.com/office/drawing/2014/main" id="{70BA2E0F-7F57-7219-0330-3ECB928BC660}"/>
                  </a:ext>
                </a:extLst>
              </p:cNvPr>
              <p:cNvSpPr/>
              <p:nvPr/>
            </p:nvSpPr>
            <p:spPr>
              <a:xfrm>
                <a:off x="5008496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g1437">
                <a:extLst>
                  <a:ext uri="{FF2B5EF4-FFF2-40B4-BE49-F238E27FC236}">
                    <a16:creationId xmlns:a16="http://schemas.microsoft.com/office/drawing/2014/main" id="{A917D3C9-36C9-A9E0-3E01-3225977782F6}"/>
                  </a:ext>
                </a:extLst>
              </p:cNvPr>
              <p:cNvSpPr/>
              <p:nvPr/>
            </p:nvSpPr>
            <p:spPr>
              <a:xfrm>
                <a:off x="502013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0">
                  <a:alpha val="100000"/>
                </a:srgbClr>
              </a:solidFill>
              <a:ln w="5420" cap="flat">
                <a:solidFill>
                  <a:srgbClr val="B5E8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g1438">
                <a:extLst>
                  <a:ext uri="{FF2B5EF4-FFF2-40B4-BE49-F238E27FC236}">
                    <a16:creationId xmlns:a16="http://schemas.microsoft.com/office/drawing/2014/main" id="{BEFA5DD7-4F80-9F94-5325-8882D62990BD}"/>
                  </a:ext>
                </a:extLst>
              </p:cNvPr>
              <p:cNvSpPr/>
              <p:nvPr/>
            </p:nvSpPr>
            <p:spPr>
              <a:xfrm>
                <a:off x="503177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g1439">
                <a:extLst>
                  <a:ext uri="{FF2B5EF4-FFF2-40B4-BE49-F238E27FC236}">
                    <a16:creationId xmlns:a16="http://schemas.microsoft.com/office/drawing/2014/main" id="{64EDC49E-F57F-F6EF-1F7E-E81CBBCBA28C}"/>
                  </a:ext>
                </a:extLst>
              </p:cNvPr>
              <p:cNvSpPr/>
              <p:nvPr/>
            </p:nvSpPr>
            <p:spPr>
              <a:xfrm>
                <a:off x="5043408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g1440">
                <a:extLst>
                  <a:ext uri="{FF2B5EF4-FFF2-40B4-BE49-F238E27FC236}">
                    <a16:creationId xmlns:a16="http://schemas.microsoft.com/office/drawing/2014/main" id="{EFAC2F79-5554-1018-D36B-7E7133B7ED4D}"/>
                  </a:ext>
                </a:extLst>
              </p:cNvPr>
              <p:cNvSpPr/>
              <p:nvPr/>
            </p:nvSpPr>
            <p:spPr>
              <a:xfrm>
                <a:off x="505504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g1441">
                <a:extLst>
                  <a:ext uri="{FF2B5EF4-FFF2-40B4-BE49-F238E27FC236}">
                    <a16:creationId xmlns:a16="http://schemas.microsoft.com/office/drawing/2014/main" id="{9FFDF694-F280-133E-1836-C2C560E4C911}"/>
                  </a:ext>
                </a:extLst>
              </p:cNvPr>
              <p:cNvSpPr/>
              <p:nvPr/>
            </p:nvSpPr>
            <p:spPr>
              <a:xfrm>
                <a:off x="506668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g1442">
                <a:extLst>
                  <a:ext uri="{FF2B5EF4-FFF2-40B4-BE49-F238E27FC236}">
                    <a16:creationId xmlns:a16="http://schemas.microsoft.com/office/drawing/2014/main" id="{B05E8D64-281F-4C5E-DA95-AD3CDCF9DED8}"/>
                  </a:ext>
                </a:extLst>
              </p:cNvPr>
              <p:cNvSpPr/>
              <p:nvPr/>
            </p:nvSpPr>
            <p:spPr>
              <a:xfrm>
                <a:off x="5078320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g1443">
                <a:extLst>
                  <a:ext uri="{FF2B5EF4-FFF2-40B4-BE49-F238E27FC236}">
                    <a16:creationId xmlns:a16="http://schemas.microsoft.com/office/drawing/2014/main" id="{ADB78024-CDC1-E05E-7112-F52F617078A5}"/>
                  </a:ext>
                </a:extLst>
              </p:cNvPr>
              <p:cNvSpPr/>
              <p:nvPr/>
            </p:nvSpPr>
            <p:spPr>
              <a:xfrm>
                <a:off x="508995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g1444">
                <a:extLst>
                  <a:ext uri="{FF2B5EF4-FFF2-40B4-BE49-F238E27FC236}">
                    <a16:creationId xmlns:a16="http://schemas.microsoft.com/office/drawing/2014/main" id="{EF6FB7CA-70E2-1337-D2DE-8C4F6802799E}"/>
                  </a:ext>
                </a:extLst>
              </p:cNvPr>
              <p:cNvSpPr/>
              <p:nvPr/>
            </p:nvSpPr>
            <p:spPr>
              <a:xfrm>
                <a:off x="510159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CD7">
                  <a:alpha val="100000"/>
                </a:srgbClr>
              </a:solidFill>
              <a:ln w="5420" cap="flat">
                <a:solidFill>
                  <a:srgbClr val="C1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g1445">
                <a:extLst>
                  <a:ext uri="{FF2B5EF4-FFF2-40B4-BE49-F238E27FC236}">
                    <a16:creationId xmlns:a16="http://schemas.microsoft.com/office/drawing/2014/main" id="{3CE1A5BE-A6AC-C1E7-C473-6467DB63CAC9}"/>
                  </a:ext>
                </a:extLst>
              </p:cNvPr>
              <p:cNvSpPr/>
              <p:nvPr/>
            </p:nvSpPr>
            <p:spPr>
              <a:xfrm>
                <a:off x="5113232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CD7">
                  <a:alpha val="100000"/>
                </a:srgbClr>
              </a:solidFill>
              <a:ln w="5420" cap="flat">
                <a:solidFill>
                  <a:srgbClr val="C1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g1446">
                <a:extLst>
                  <a:ext uri="{FF2B5EF4-FFF2-40B4-BE49-F238E27FC236}">
                    <a16:creationId xmlns:a16="http://schemas.microsoft.com/office/drawing/2014/main" id="{B8F47E89-3462-21B5-7B86-4B349C462584}"/>
                  </a:ext>
                </a:extLst>
              </p:cNvPr>
              <p:cNvSpPr/>
              <p:nvPr/>
            </p:nvSpPr>
            <p:spPr>
              <a:xfrm>
                <a:off x="512486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g1447">
                <a:extLst>
                  <a:ext uri="{FF2B5EF4-FFF2-40B4-BE49-F238E27FC236}">
                    <a16:creationId xmlns:a16="http://schemas.microsoft.com/office/drawing/2014/main" id="{624323BD-24CE-FACB-69C9-5063E29AA642}"/>
                  </a:ext>
                </a:extLst>
              </p:cNvPr>
              <p:cNvSpPr/>
              <p:nvPr/>
            </p:nvSpPr>
            <p:spPr>
              <a:xfrm>
                <a:off x="513650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g1448">
                <a:extLst>
                  <a:ext uri="{FF2B5EF4-FFF2-40B4-BE49-F238E27FC236}">
                    <a16:creationId xmlns:a16="http://schemas.microsoft.com/office/drawing/2014/main" id="{3E2D6BD5-42ED-24F2-F396-95ABA2F4698A}"/>
                  </a:ext>
                </a:extLst>
              </p:cNvPr>
              <p:cNvSpPr/>
              <p:nvPr/>
            </p:nvSpPr>
            <p:spPr>
              <a:xfrm>
                <a:off x="5148144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g1449">
                <a:extLst>
                  <a:ext uri="{FF2B5EF4-FFF2-40B4-BE49-F238E27FC236}">
                    <a16:creationId xmlns:a16="http://schemas.microsoft.com/office/drawing/2014/main" id="{33B26785-6143-B371-4545-1C872811E784}"/>
                  </a:ext>
                </a:extLst>
              </p:cNvPr>
              <p:cNvSpPr/>
              <p:nvPr/>
            </p:nvSpPr>
            <p:spPr>
              <a:xfrm>
                <a:off x="515978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g1450">
                <a:extLst>
                  <a:ext uri="{FF2B5EF4-FFF2-40B4-BE49-F238E27FC236}">
                    <a16:creationId xmlns:a16="http://schemas.microsoft.com/office/drawing/2014/main" id="{00788A41-6B5D-B3B1-C607-48FAB68E15B9}"/>
                  </a:ext>
                </a:extLst>
              </p:cNvPr>
              <p:cNvSpPr/>
              <p:nvPr/>
            </p:nvSpPr>
            <p:spPr>
              <a:xfrm>
                <a:off x="517141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g1451">
                <a:extLst>
                  <a:ext uri="{FF2B5EF4-FFF2-40B4-BE49-F238E27FC236}">
                    <a16:creationId xmlns:a16="http://schemas.microsoft.com/office/drawing/2014/main" id="{B076F547-2F7F-C28D-B54C-2756E88FC9F0}"/>
                  </a:ext>
                </a:extLst>
              </p:cNvPr>
              <p:cNvSpPr/>
              <p:nvPr/>
            </p:nvSpPr>
            <p:spPr>
              <a:xfrm>
                <a:off x="5183056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g1452">
                <a:extLst>
                  <a:ext uri="{FF2B5EF4-FFF2-40B4-BE49-F238E27FC236}">
                    <a16:creationId xmlns:a16="http://schemas.microsoft.com/office/drawing/2014/main" id="{D4D9CCC0-4055-5745-136F-E385385F383C}"/>
                  </a:ext>
                </a:extLst>
              </p:cNvPr>
              <p:cNvSpPr/>
              <p:nvPr/>
            </p:nvSpPr>
            <p:spPr>
              <a:xfrm>
                <a:off x="520633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4">
                  <a:alpha val="100000"/>
                </a:srgbClr>
              </a:solidFill>
              <a:ln w="5420" cap="flat">
                <a:solidFill>
                  <a:srgbClr val="BB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g1453">
                <a:extLst>
                  <a:ext uri="{FF2B5EF4-FFF2-40B4-BE49-F238E27FC236}">
                    <a16:creationId xmlns:a16="http://schemas.microsoft.com/office/drawing/2014/main" id="{F18EFAA7-E46E-CD7B-8971-AF55B571EB9B}"/>
                  </a:ext>
                </a:extLst>
              </p:cNvPr>
              <p:cNvSpPr/>
              <p:nvPr/>
            </p:nvSpPr>
            <p:spPr>
              <a:xfrm>
                <a:off x="5217968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g1454">
                <a:extLst>
                  <a:ext uri="{FF2B5EF4-FFF2-40B4-BE49-F238E27FC236}">
                    <a16:creationId xmlns:a16="http://schemas.microsoft.com/office/drawing/2014/main" id="{C41A55B1-CBF6-C5B6-BC53-E26DD7A850F2}"/>
                  </a:ext>
                </a:extLst>
              </p:cNvPr>
              <p:cNvSpPr/>
              <p:nvPr/>
            </p:nvSpPr>
            <p:spPr>
              <a:xfrm>
                <a:off x="522960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g1455">
                <a:extLst>
                  <a:ext uri="{FF2B5EF4-FFF2-40B4-BE49-F238E27FC236}">
                    <a16:creationId xmlns:a16="http://schemas.microsoft.com/office/drawing/2014/main" id="{A8B7D1AC-F61E-7359-6003-09A1D671AC72}"/>
                  </a:ext>
                </a:extLst>
              </p:cNvPr>
              <p:cNvSpPr/>
              <p:nvPr/>
            </p:nvSpPr>
            <p:spPr>
              <a:xfrm>
                <a:off x="524124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g1456">
                <a:extLst>
                  <a:ext uri="{FF2B5EF4-FFF2-40B4-BE49-F238E27FC236}">
                    <a16:creationId xmlns:a16="http://schemas.microsoft.com/office/drawing/2014/main" id="{26D644EA-6C04-5844-E76F-99B4E0D40264}"/>
                  </a:ext>
                </a:extLst>
              </p:cNvPr>
              <p:cNvSpPr/>
              <p:nvPr/>
            </p:nvSpPr>
            <p:spPr>
              <a:xfrm>
                <a:off x="5252880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g1457">
                <a:extLst>
                  <a:ext uri="{FF2B5EF4-FFF2-40B4-BE49-F238E27FC236}">
                    <a16:creationId xmlns:a16="http://schemas.microsoft.com/office/drawing/2014/main" id="{D0FE946C-90DD-0285-8F0B-1A08C07DD59C}"/>
                  </a:ext>
                </a:extLst>
              </p:cNvPr>
              <p:cNvSpPr/>
              <p:nvPr/>
            </p:nvSpPr>
            <p:spPr>
              <a:xfrm>
                <a:off x="526451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g1458">
                <a:extLst>
                  <a:ext uri="{FF2B5EF4-FFF2-40B4-BE49-F238E27FC236}">
                    <a16:creationId xmlns:a16="http://schemas.microsoft.com/office/drawing/2014/main" id="{2C014AC0-2BDD-8C33-200F-438E1235AA52}"/>
                  </a:ext>
                </a:extLst>
              </p:cNvPr>
              <p:cNvSpPr/>
              <p:nvPr/>
            </p:nvSpPr>
            <p:spPr>
              <a:xfrm>
                <a:off x="499685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g1459">
                <a:extLst>
                  <a:ext uri="{FF2B5EF4-FFF2-40B4-BE49-F238E27FC236}">
                    <a16:creationId xmlns:a16="http://schemas.microsoft.com/office/drawing/2014/main" id="{FA0EE372-3C64-0E2A-9607-1111816A5D21}"/>
                  </a:ext>
                </a:extLst>
              </p:cNvPr>
              <p:cNvSpPr/>
              <p:nvPr/>
            </p:nvSpPr>
            <p:spPr>
              <a:xfrm>
                <a:off x="5008496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g1460">
                <a:extLst>
                  <a:ext uri="{FF2B5EF4-FFF2-40B4-BE49-F238E27FC236}">
                    <a16:creationId xmlns:a16="http://schemas.microsoft.com/office/drawing/2014/main" id="{00A941BC-0C8C-9F02-61FC-CF56EDC5DBDE}"/>
                  </a:ext>
                </a:extLst>
              </p:cNvPr>
              <p:cNvSpPr/>
              <p:nvPr/>
            </p:nvSpPr>
            <p:spPr>
              <a:xfrm>
                <a:off x="502013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g1461">
                <a:extLst>
                  <a:ext uri="{FF2B5EF4-FFF2-40B4-BE49-F238E27FC236}">
                    <a16:creationId xmlns:a16="http://schemas.microsoft.com/office/drawing/2014/main" id="{36D9ED65-221C-C5BF-45FD-5C22F4F5CD9F}"/>
                  </a:ext>
                </a:extLst>
              </p:cNvPr>
              <p:cNvSpPr/>
              <p:nvPr/>
            </p:nvSpPr>
            <p:spPr>
              <a:xfrm>
                <a:off x="503177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g1462">
                <a:extLst>
                  <a:ext uri="{FF2B5EF4-FFF2-40B4-BE49-F238E27FC236}">
                    <a16:creationId xmlns:a16="http://schemas.microsoft.com/office/drawing/2014/main" id="{B3964A4F-45B3-5575-372B-6490F8712F1A}"/>
                  </a:ext>
                </a:extLst>
              </p:cNvPr>
              <p:cNvSpPr/>
              <p:nvPr/>
            </p:nvSpPr>
            <p:spPr>
              <a:xfrm>
                <a:off x="5043408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g1463">
                <a:extLst>
                  <a:ext uri="{FF2B5EF4-FFF2-40B4-BE49-F238E27FC236}">
                    <a16:creationId xmlns:a16="http://schemas.microsoft.com/office/drawing/2014/main" id="{BFD30757-8FCE-DEF0-FE32-AAB3336C4527}"/>
                  </a:ext>
                </a:extLst>
              </p:cNvPr>
              <p:cNvSpPr/>
              <p:nvPr/>
            </p:nvSpPr>
            <p:spPr>
              <a:xfrm>
                <a:off x="505504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g1464">
                <a:extLst>
                  <a:ext uri="{FF2B5EF4-FFF2-40B4-BE49-F238E27FC236}">
                    <a16:creationId xmlns:a16="http://schemas.microsoft.com/office/drawing/2014/main" id="{1FA23121-6579-950D-EC10-B90CD5D55101}"/>
                  </a:ext>
                </a:extLst>
              </p:cNvPr>
              <p:cNvSpPr/>
              <p:nvPr/>
            </p:nvSpPr>
            <p:spPr>
              <a:xfrm>
                <a:off x="506668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g1465">
                <a:extLst>
                  <a:ext uri="{FF2B5EF4-FFF2-40B4-BE49-F238E27FC236}">
                    <a16:creationId xmlns:a16="http://schemas.microsoft.com/office/drawing/2014/main" id="{E94C8B16-02B8-C0CF-76B0-4A02F6ED6435}"/>
                  </a:ext>
                </a:extLst>
              </p:cNvPr>
              <p:cNvSpPr/>
              <p:nvPr/>
            </p:nvSpPr>
            <p:spPr>
              <a:xfrm>
                <a:off x="5078320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g1466">
                <a:extLst>
                  <a:ext uri="{FF2B5EF4-FFF2-40B4-BE49-F238E27FC236}">
                    <a16:creationId xmlns:a16="http://schemas.microsoft.com/office/drawing/2014/main" id="{A600A1B3-95AC-7C8D-4A6E-46D6A889D506}"/>
                  </a:ext>
                </a:extLst>
              </p:cNvPr>
              <p:cNvSpPr/>
              <p:nvPr/>
            </p:nvSpPr>
            <p:spPr>
              <a:xfrm>
                <a:off x="508995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g1467">
                <a:extLst>
                  <a:ext uri="{FF2B5EF4-FFF2-40B4-BE49-F238E27FC236}">
                    <a16:creationId xmlns:a16="http://schemas.microsoft.com/office/drawing/2014/main" id="{CB91B06B-ECA5-8B2D-8644-B419F252E200}"/>
                  </a:ext>
                </a:extLst>
              </p:cNvPr>
              <p:cNvSpPr/>
              <p:nvPr/>
            </p:nvSpPr>
            <p:spPr>
              <a:xfrm>
                <a:off x="510159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g1468">
                <a:extLst>
                  <a:ext uri="{FF2B5EF4-FFF2-40B4-BE49-F238E27FC236}">
                    <a16:creationId xmlns:a16="http://schemas.microsoft.com/office/drawing/2014/main" id="{02A0CBDA-8A80-C398-A5D7-8368B2AE5D9E}"/>
                  </a:ext>
                </a:extLst>
              </p:cNvPr>
              <p:cNvSpPr/>
              <p:nvPr/>
            </p:nvSpPr>
            <p:spPr>
              <a:xfrm>
                <a:off x="5113232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DD8">
                  <a:alpha val="100000"/>
                </a:srgbClr>
              </a:solidFill>
              <a:ln w="5420" cap="flat">
                <a:solidFill>
                  <a:srgbClr val="C4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g1469">
                <a:extLst>
                  <a:ext uri="{FF2B5EF4-FFF2-40B4-BE49-F238E27FC236}">
                    <a16:creationId xmlns:a16="http://schemas.microsoft.com/office/drawing/2014/main" id="{087023B1-A55E-0A93-30F1-08216052CB4B}"/>
                  </a:ext>
                </a:extLst>
              </p:cNvPr>
              <p:cNvSpPr/>
              <p:nvPr/>
            </p:nvSpPr>
            <p:spPr>
              <a:xfrm>
                <a:off x="512486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g1470">
                <a:extLst>
                  <a:ext uri="{FF2B5EF4-FFF2-40B4-BE49-F238E27FC236}">
                    <a16:creationId xmlns:a16="http://schemas.microsoft.com/office/drawing/2014/main" id="{4B0041C3-969B-3741-3420-358C440262E9}"/>
                  </a:ext>
                </a:extLst>
              </p:cNvPr>
              <p:cNvSpPr/>
              <p:nvPr/>
            </p:nvSpPr>
            <p:spPr>
              <a:xfrm>
                <a:off x="513650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g1471">
                <a:extLst>
                  <a:ext uri="{FF2B5EF4-FFF2-40B4-BE49-F238E27FC236}">
                    <a16:creationId xmlns:a16="http://schemas.microsoft.com/office/drawing/2014/main" id="{2BB8CBC9-7D78-031D-CFF9-6447395EF7EE}"/>
                  </a:ext>
                </a:extLst>
              </p:cNvPr>
              <p:cNvSpPr/>
              <p:nvPr/>
            </p:nvSpPr>
            <p:spPr>
              <a:xfrm>
                <a:off x="5148144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g1472">
                <a:extLst>
                  <a:ext uri="{FF2B5EF4-FFF2-40B4-BE49-F238E27FC236}">
                    <a16:creationId xmlns:a16="http://schemas.microsoft.com/office/drawing/2014/main" id="{44FE4D81-A54E-6FDB-D1EB-AD9EBCFA6E78}"/>
                  </a:ext>
                </a:extLst>
              </p:cNvPr>
              <p:cNvSpPr/>
              <p:nvPr/>
            </p:nvSpPr>
            <p:spPr>
              <a:xfrm>
                <a:off x="515978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g1473">
                <a:extLst>
                  <a:ext uri="{FF2B5EF4-FFF2-40B4-BE49-F238E27FC236}">
                    <a16:creationId xmlns:a16="http://schemas.microsoft.com/office/drawing/2014/main" id="{26ED6BF5-B51B-DC14-F6CF-91295B5954D1}"/>
                  </a:ext>
                </a:extLst>
              </p:cNvPr>
              <p:cNvSpPr/>
              <p:nvPr/>
            </p:nvSpPr>
            <p:spPr>
              <a:xfrm>
                <a:off x="517141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g1474">
                <a:extLst>
                  <a:ext uri="{FF2B5EF4-FFF2-40B4-BE49-F238E27FC236}">
                    <a16:creationId xmlns:a16="http://schemas.microsoft.com/office/drawing/2014/main" id="{2FD8D3C8-CB3A-AF14-AE07-BF1B26F11635}"/>
                  </a:ext>
                </a:extLst>
              </p:cNvPr>
              <p:cNvSpPr/>
              <p:nvPr/>
            </p:nvSpPr>
            <p:spPr>
              <a:xfrm>
                <a:off x="5183056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g1475">
                <a:extLst>
                  <a:ext uri="{FF2B5EF4-FFF2-40B4-BE49-F238E27FC236}">
                    <a16:creationId xmlns:a16="http://schemas.microsoft.com/office/drawing/2014/main" id="{59C8D22B-D71B-D3E6-DB54-E2932E43F517}"/>
                  </a:ext>
                </a:extLst>
              </p:cNvPr>
              <p:cNvSpPr/>
              <p:nvPr/>
            </p:nvSpPr>
            <p:spPr>
              <a:xfrm>
                <a:off x="519469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g1476">
                <a:extLst>
                  <a:ext uri="{FF2B5EF4-FFF2-40B4-BE49-F238E27FC236}">
                    <a16:creationId xmlns:a16="http://schemas.microsoft.com/office/drawing/2014/main" id="{D60DD6B0-F93D-1706-11D2-D0D1CB80F5FB}"/>
                  </a:ext>
                </a:extLst>
              </p:cNvPr>
              <p:cNvSpPr/>
              <p:nvPr/>
            </p:nvSpPr>
            <p:spPr>
              <a:xfrm>
                <a:off x="520633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4">
                  <a:alpha val="100000"/>
                </a:srgbClr>
              </a:solidFill>
              <a:ln w="5420" cap="flat">
                <a:solidFill>
                  <a:srgbClr val="BB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g1477">
                <a:extLst>
                  <a:ext uri="{FF2B5EF4-FFF2-40B4-BE49-F238E27FC236}">
                    <a16:creationId xmlns:a16="http://schemas.microsoft.com/office/drawing/2014/main" id="{16363725-82BC-D2F1-DD4D-90D9A352B79D}"/>
                  </a:ext>
                </a:extLst>
              </p:cNvPr>
              <p:cNvSpPr/>
              <p:nvPr/>
            </p:nvSpPr>
            <p:spPr>
              <a:xfrm>
                <a:off x="5217968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g1478">
                <a:extLst>
                  <a:ext uri="{FF2B5EF4-FFF2-40B4-BE49-F238E27FC236}">
                    <a16:creationId xmlns:a16="http://schemas.microsoft.com/office/drawing/2014/main" id="{6EF3DD40-BA75-E8FD-5A4C-B50943590665}"/>
                  </a:ext>
                </a:extLst>
              </p:cNvPr>
              <p:cNvSpPr/>
              <p:nvPr/>
            </p:nvSpPr>
            <p:spPr>
              <a:xfrm>
                <a:off x="522960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g1479">
                <a:extLst>
                  <a:ext uri="{FF2B5EF4-FFF2-40B4-BE49-F238E27FC236}">
                    <a16:creationId xmlns:a16="http://schemas.microsoft.com/office/drawing/2014/main" id="{4A41455D-1379-6104-2169-FFB6625203B1}"/>
                  </a:ext>
                </a:extLst>
              </p:cNvPr>
              <p:cNvSpPr/>
              <p:nvPr/>
            </p:nvSpPr>
            <p:spPr>
              <a:xfrm>
                <a:off x="524124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g1480">
                <a:extLst>
                  <a:ext uri="{FF2B5EF4-FFF2-40B4-BE49-F238E27FC236}">
                    <a16:creationId xmlns:a16="http://schemas.microsoft.com/office/drawing/2014/main" id="{F2D90746-4523-DA99-E885-070D64AA72D2}"/>
                  </a:ext>
                </a:extLst>
              </p:cNvPr>
              <p:cNvSpPr/>
              <p:nvPr/>
            </p:nvSpPr>
            <p:spPr>
              <a:xfrm>
                <a:off x="5252880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g1481">
                <a:extLst>
                  <a:ext uri="{FF2B5EF4-FFF2-40B4-BE49-F238E27FC236}">
                    <a16:creationId xmlns:a16="http://schemas.microsoft.com/office/drawing/2014/main" id="{9542E666-E249-E3FC-957F-BD66D8FF010D}"/>
                  </a:ext>
                </a:extLst>
              </p:cNvPr>
              <p:cNvSpPr/>
              <p:nvPr/>
            </p:nvSpPr>
            <p:spPr>
              <a:xfrm>
                <a:off x="526451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g1482">
                <a:extLst>
                  <a:ext uri="{FF2B5EF4-FFF2-40B4-BE49-F238E27FC236}">
                    <a16:creationId xmlns:a16="http://schemas.microsoft.com/office/drawing/2014/main" id="{3231ACD2-D812-3D20-5A33-48AF373DE63A}"/>
                  </a:ext>
                </a:extLst>
              </p:cNvPr>
              <p:cNvSpPr/>
              <p:nvPr/>
            </p:nvSpPr>
            <p:spPr>
              <a:xfrm>
                <a:off x="5008496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g1483">
                <a:extLst>
                  <a:ext uri="{FF2B5EF4-FFF2-40B4-BE49-F238E27FC236}">
                    <a16:creationId xmlns:a16="http://schemas.microsoft.com/office/drawing/2014/main" id="{640C659B-604E-2A26-3E72-A72E99385E2F}"/>
                  </a:ext>
                </a:extLst>
              </p:cNvPr>
              <p:cNvSpPr/>
              <p:nvPr/>
            </p:nvSpPr>
            <p:spPr>
              <a:xfrm>
                <a:off x="502013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g1484">
                <a:extLst>
                  <a:ext uri="{FF2B5EF4-FFF2-40B4-BE49-F238E27FC236}">
                    <a16:creationId xmlns:a16="http://schemas.microsoft.com/office/drawing/2014/main" id="{56FF04D1-FE98-3A5F-1B13-784E0D7C2D5E}"/>
                  </a:ext>
                </a:extLst>
              </p:cNvPr>
              <p:cNvSpPr/>
              <p:nvPr/>
            </p:nvSpPr>
            <p:spPr>
              <a:xfrm>
                <a:off x="503177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g1485">
                <a:extLst>
                  <a:ext uri="{FF2B5EF4-FFF2-40B4-BE49-F238E27FC236}">
                    <a16:creationId xmlns:a16="http://schemas.microsoft.com/office/drawing/2014/main" id="{D43F9DCD-F379-716A-39BA-247FDAAC38F4}"/>
                  </a:ext>
                </a:extLst>
              </p:cNvPr>
              <p:cNvSpPr/>
              <p:nvPr/>
            </p:nvSpPr>
            <p:spPr>
              <a:xfrm>
                <a:off x="5043408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g1486">
                <a:extLst>
                  <a:ext uri="{FF2B5EF4-FFF2-40B4-BE49-F238E27FC236}">
                    <a16:creationId xmlns:a16="http://schemas.microsoft.com/office/drawing/2014/main" id="{C7E80FFB-D462-102C-3CE0-B7CB3D235611}"/>
                  </a:ext>
                </a:extLst>
              </p:cNvPr>
              <p:cNvSpPr/>
              <p:nvPr/>
            </p:nvSpPr>
            <p:spPr>
              <a:xfrm>
                <a:off x="505504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g1487">
                <a:extLst>
                  <a:ext uri="{FF2B5EF4-FFF2-40B4-BE49-F238E27FC236}">
                    <a16:creationId xmlns:a16="http://schemas.microsoft.com/office/drawing/2014/main" id="{29876C93-D80D-B86E-1949-88E59FF994BE}"/>
                  </a:ext>
                </a:extLst>
              </p:cNvPr>
              <p:cNvSpPr/>
              <p:nvPr/>
            </p:nvSpPr>
            <p:spPr>
              <a:xfrm>
                <a:off x="506668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g1488">
                <a:extLst>
                  <a:ext uri="{FF2B5EF4-FFF2-40B4-BE49-F238E27FC236}">
                    <a16:creationId xmlns:a16="http://schemas.microsoft.com/office/drawing/2014/main" id="{32D33951-7395-1E77-69E4-9E20E051C813}"/>
                  </a:ext>
                </a:extLst>
              </p:cNvPr>
              <p:cNvSpPr/>
              <p:nvPr/>
            </p:nvSpPr>
            <p:spPr>
              <a:xfrm>
                <a:off x="5078320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g1489">
                <a:extLst>
                  <a:ext uri="{FF2B5EF4-FFF2-40B4-BE49-F238E27FC236}">
                    <a16:creationId xmlns:a16="http://schemas.microsoft.com/office/drawing/2014/main" id="{91E5316F-365F-7885-DBBB-9CD044455A98}"/>
                  </a:ext>
                </a:extLst>
              </p:cNvPr>
              <p:cNvSpPr/>
              <p:nvPr/>
            </p:nvSpPr>
            <p:spPr>
              <a:xfrm>
                <a:off x="5089957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g1490">
                <a:extLst>
                  <a:ext uri="{FF2B5EF4-FFF2-40B4-BE49-F238E27FC236}">
                    <a16:creationId xmlns:a16="http://schemas.microsoft.com/office/drawing/2014/main" id="{8A328782-42D8-6B41-C2DC-A56FED8964C3}"/>
                  </a:ext>
                </a:extLst>
              </p:cNvPr>
              <p:cNvSpPr/>
              <p:nvPr/>
            </p:nvSpPr>
            <p:spPr>
              <a:xfrm>
                <a:off x="510159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g1491">
                <a:extLst>
                  <a:ext uri="{FF2B5EF4-FFF2-40B4-BE49-F238E27FC236}">
                    <a16:creationId xmlns:a16="http://schemas.microsoft.com/office/drawing/2014/main" id="{7EAF4E53-0EE1-62F2-7C12-B56DD4BD2E1C}"/>
                  </a:ext>
                </a:extLst>
              </p:cNvPr>
              <p:cNvSpPr/>
              <p:nvPr/>
            </p:nvSpPr>
            <p:spPr>
              <a:xfrm>
                <a:off x="5113232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g1492">
                <a:extLst>
                  <a:ext uri="{FF2B5EF4-FFF2-40B4-BE49-F238E27FC236}">
                    <a16:creationId xmlns:a16="http://schemas.microsoft.com/office/drawing/2014/main" id="{57E15246-C0CD-4DFE-B5A1-0168070378A6}"/>
                  </a:ext>
                </a:extLst>
              </p:cNvPr>
              <p:cNvSpPr/>
              <p:nvPr/>
            </p:nvSpPr>
            <p:spPr>
              <a:xfrm>
                <a:off x="5124869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g1493">
                <a:extLst>
                  <a:ext uri="{FF2B5EF4-FFF2-40B4-BE49-F238E27FC236}">
                    <a16:creationId xmlns:a16="http://schemas.microsoft.com/office/drawing/2014/main" id="{C80C6A96-A431-B7CF-75C5-0244376021FD}"/>
                  </a:ext>
                </a:extLst>
              </p:cNvPr>
              <p:cNvSpPr/>
              <p:nvPr/>
            </p:nvSpPr>
            <p:spPr>
              <a:xfrm>
                <a:off x="5136507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g1494">
                <a:extLst>
                  <a:ext uri="{FF2B5EF4-FFF2-40B4-BE49-F238E27FC236}">
                    <a16:creationId xmlns:a16="http://schemas.microsoft.com/office/drawing/2014/main" id="{CED875E7-A441-498F-A22B-544BE3D12D68}"/>
                  </a:ext>
                </a:extLst>
              </p:cNvPr>
              <p:cNvSpPr/>
              <p:nvPr/>
            </p:nvSpPr>
            <p:spPr>
              <a:xfrm>
                <a:off x="5148144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g1495">
                <a:extLst>
                  <a:ext uri="{FF2B5EF4-FFF2-40B4-BE49-F238E27FC236}">
                    <a16:creationId xmlns:a16="http://schemas.microsoft.com/office/drawing/2014/main" id="{38534463-8DEC-E545-3FA5-0B422F65ADFC}"/>
                  </a:ext>
                </a:extLst>
              </p:cNvPr>
              <p:cNvSpPr/>
              <p:nvPr/>
            </p:nvSpPr>
            <p:spPr>
              <a:xfrm>
                <a:off x="515978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6">
                  <a:alpha val="100000"/>
                </a:srgbClr>
              </a:solidFill>
              <a:ln w="5420" cap="flat">
                <a:solidFill>
                  <a:srgbClr val="BF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g1496">
                <a:extLst>
                  <a:ext uri="{FF2B5EF4-FFF2-40B4-BE49-F238E27FC236}">
                    <a16:creationId xmlns:a16="http://schemas.microsoft.com/office/drawing/2014/main" id="{521D9D56-095C-3112-1EF0-448F6F7D02BD}"/>
                  </a:ext>
                </a:extLst>
              </p:cNvPr>
              <p:cNvSpPr/>
              <p:nvPr/>
            </p:nvSpPr>
            <p:spPr>
              <a:xfrm>
                <a:off x="5171419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g1497">
                <a:extLst>
                  <a:ext uri="{FF2B5EF4-FFF2-40B4-BE49-F238E27FC236}">
                    <a16:creationId xmlns:a16="http://schemas.microsoft.com/office/drawing/2014/main" id="{E548AE25-99ED-F329-997E-2F904F537733}"/>
                  </a:ext>
                </a:extLst>
              </p:cNvPr>
              <p:cNvSpPr/>
              <p:nvPr/>
            </p:nvSpPr>
            <p:spPr>
              <a:xfrm>
                <a:off x="5183056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g1498">
                <a:extLst>
                  <a:ext uri="{FF2B5EF4-FFF2-40B4-BE49-F238E27FC236}">
                    <a16:creationId xmlns:a16="http://schemas.microsoft.com/office/drawing/2014/main" id="{DD02AB39-3EB3-73F7-018A-D4CC6A2A2183}"/>
                  </a:ext>
                </a:extLst>
              </p:cNvPr>
              <p:cNvSpPr/>
              <p:nvPr/>
            </p:nvSpPr>
            <p:spPr>
              <a:xfrm>
                <a:off x="519469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g1499">
                <a:extLst>
                  <a:ext uri="{FF2B5EF4-FFF2-40B4-BE49-F238E27FC236}">
                    <a16:creationId xmlns:a16="http://schemas.microsoft.com/office/drawing/2014/main" id="{01C8640B-6648-4E26-59E1-C75272EAD7B0}"/>
                  </a:ext>
                </a:extLst>
              </p:cNvPr>
              <p:cNvSpPr/>
              <p:nvPr/>
            </p:nvSpPr>
            <p:spPr>
              <a:xfrm>
                <a:off x="520633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4">
                  <a:alpha val="100000"/>
                </a:srgbClr>
              </a:solidFill>
              <a:ln w="5420" cap="flat">
                <a:solidFill>
                  <a:srgbClr val="BB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g1500">
                <a:extLst>
                  <a:ext uri="{FF2B5EF4-FFF2-40B4-BE49-F238E27FC236}">
                    <a16:creationId xmlns:a16="http://schemas.microsoft.com/office/drawing/2014/main" id="{6CFD986B-3CF8-2043-5965-7E762B3999CC}"/>
                  </a:ext>
                </a:extLst>
              </p:cNvPr>
              <p:cNvSpPr/>
              <p:nvPr/>
            </p:nvSpPr>
            <p:spPr>
              <a:xfrm>
                <a:off x="5217968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g1501">
                <a:extLst>
                  <a:ext uri="{FF2B5EF4-FFF2-40B4-BE49-F238E27FC236}">
                    <a16:creationId xmlns:a16="http://schemas.microsoft.com/office/drawing/2014/main" id="{C52B7AA2-FE52-5B59-4A22-A07C6C0A4C3A}"/>
                  </a:ext>
                </a:extLst>
              </p:cNvPr>
              <p:cNvSpPr/>
              <p:nvPr/>
            </p:nvSpPr>
            <p:spPr>
              <a:xfrm>
                <a:off x="522960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g1502">
                <a:extLst>
                  <a:ext uri="{FF2B5EF4-FFF2-40B4-BE49-F238E27FC236}">
                    <a16:creationId xmlns:a16="http://schemas.microsoft.com/office/drawing/2014/main" id="{3F90F95C-2A26-CA58-B952-15D40E6FD84E}"/>
                  </a:ext>
                </a:extLst>
              </p:cNvPr>
              <p:cNvSpPr/>
              <p:nvPr/>
            </p:nvSpPr>
            <p:spPr>
              <a:xfrm>
                <a:off x="524124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g1503">
                <a:extLst>
                  <a:ext uri="{FF2B5EF4-FFF2-40B4-BE49-F238E27FC236}">
                    <a16:creationId xmlns:a16="http://schemas.microsoft.com/office/drawing/2014/main" id="{F6920CFF-DF23-78E0-9C10-6EA3E28C4D87}"/>
                  </a:ext>
                </a:extLst>
              </p:cNvPr>
              <p:cNvSpPr/>
              <p:nvPr/>
            </p:nvSpPr>
            <p:spPr>
              <a:xfrm>
                <a:off x="5252880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g1504">
                <a:extLst>
                  <a:ext uri="{FF2B5EF4-FFF2-40B4-BE49-F238E27FC236}">
                    <a16:creationId xmlns:a16="http://schemas.microsoft.com/office/drawing/2014/main" id="{5FC713B6-822F-796E-4953-E65E20FD941E}"/>
                  </a:ext>
                </a:extLst>
              </p:cNvPr>
              <p:cNvSpPr/>
              <p:nvPr/>
            </p:nvSpPr>
            <p:spPr>
              <a:xfrm>
                <a:off x="5008496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g1505">
                <a:extLst>
                  <a:ext uri="{FF2B5EF4-FFF2-40B4-BE49-F238E27FC236}">
                    <a16:creationId xmlns:a16="http://schemas.microsoft.com/office/drawing/2014/main" id="{1280F68C-AE0D-7ED2-B65D-ECDAC8E71531}"/>
                  </a:ext>
                </a:extLst>
              </p:cNvPr>
              <p:cNvSpPr/>
              <p:nvPr/>
            </p:nvSpPr>
            <p:spPr>
              <a:xfrm>
                <a:off x="502013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g1506">
                <a:extLst>
                  <a:ext uri="{FF2B5EF4-FFF2-40B4-BE49-F238E27FC236}">
                    <a16:creationId xmlns:a16="http://schemas.microsoft.com/office/drawing/2014/main" id="{64AC604D-6371-B402-E7F6-254C5666DEBD}"/>
                  </a:ext>
                </a:extLst>
              </p:cNvPr>
              <p:cNvSpPr/>
              <p:nvPr/>
            </p:nvSpPr>
            <p:spPr>
              <a:xfrm>
                <a:off x="503177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g1507">
                <a:extLst>
                  <a:ext uri="{FF2B5EF4-FFF2-40B4-BE49-F238E27FC236}">
                    <a16:creationId xmlns:a16="http://schemas.microsoft.com/office/drawing/2014/main" id="{5C8FEE00-9A72-F436-F12F-61214F73BE73}"/>
                  </a:ext>
                </a:extLst>
              </p:cNvPr>
              <p:cNvSpPr/>
              <p:nvPr/>
            </p:nvSpPr>
            <p:spPr>
              <a:xfrm>
                <a:off x="5043408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g1508">
                <a:extLst>
                  <a:ext uri="{FF2B5EF4-FFF2-40B4-BE49-F238E27FC236}">
                    <a16:creationId xmlns:a16="http://schemas.microsoft.com/office/drawing/2014/main" id="{E240C54D-8777-4298-8922-C143940BD4E8}"/>
                  </a:ext>
                </a:extLst>
              </p:cNvPr>
              <p:cNvSpPr/>
              <p:nvPr/>
            </p:nvSpPr>
            <p:spPr>
              <a:xfrm>
                <a:off x="505504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g1509">
                <a:extLst>
                  <a:ext uri="{FF2B5EF4-FFF2-40B4-BE49-F238E27FC236}">
                    <a16:creationId xmlns:a16="http://schemas.microsoft.com/office/drawing/2014/main" id="{7E74DBAF-1A27-D93C-89FB-440AC4FCCB05}"/>
                  </a:ext>
                </a:extLst>
              </p:cNvPr>
              <p:cNvSpPr/>
              <p:nvPr/>
            </p:nvSpPr>
            <p:spPr>
              <a:xfrm>
                <a:off x="506668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g1510">
                <a:extLst>
                  <a:ext uri="{FF2B5EF4-FFF2-40B4-BE49-F238E27FC236}">
                    <a16:creationId xmlns:a16="http://schemas.microsoft.com/office/drawing/2014/main" id="{CC3C10B7-CFD1-B131-FC5C-27EBA8977379}"/>
                  </a:ext>
                </a:extLst>
              </p:cNvPr>
              <p:cNvSpPr/>
              <p:nvPr/>
            </p:nvSpPr>
            <p:spPr>
              <a:xfrm>
                <a:off x="5078320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g1511">
                <a:extLst>
                  <a:ext uri="{FF2B5EF4-FFF2-40B4-BE49-F238E27FC236}">
                    <a16:creationId xmlns:a16="http://schemas.microsoft.com/office/drawing/2014/main" id="{663402C1-B000-9536-6A9F-78FAB1CDF631}"/>
                  </a:ext>
                </a:extLst>
              </p:cNvPr>
              <p:cNvSpPr/>
              <p:nvPr/>
            </p:nvSpPr>
            <p:spPr>
              <a:xfrm>
                <a:off x="5089957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g1512">
                <a:extLst>
                  <a:ext uri="{FF2B5EF4-FFF2-40B4-BE49-F238E27FC236}">
                    <a16:creationId xmlns:a16="http://schemas.microsoft.com/office/drawing/2014/main" id="{B82BC77D-FF0B-8276-BB34-912FD8BAE634}"/>
                  </a:ext>
                </a:extLst>
              </p:cNvPr>
              <p:cNvSpPr/>
              <p:nvPr/>
            </p:nvSpPr>
            <p:spPr>
              <a:xfrm>
                <a:off x="510159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AEEDB">
                  <a:alpha val="100000"/>
                </a:srgbClr>
              </a:solidFill>
              <a:ln w="5420" cap="flat">
                <a:solidFill>
                  <a:srgbClr val="CA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g1513">
                <a:extLst>
                  <a:ext uri="{FF2B5EF4-FFF2-40B4-BE49-F238E27FC236}">
                    <a16:creationId xmlns:a16="http://schemas.microsoft.com/office/drawing/2014/main" id="{40FC0E86-94C9-85D2-DB33-824AAA023CC1}"/>
                  </a:ext>
                </a:extLst>
              </p:cNvPr>
              <p:cNvSpPr/>
              <p:nvPr/>
            </p:nvSpPr>
            <p:spPr>
              <a:xfrm>
                <a:off x="5113232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g1514">
                <a:extLst>
                  <a:ext uri="{FF2B5EF4-FFF2-40B4-BE49-F238E27FC236}">
                    <a16:creationId xmlns:a16="http://schemas.microsoft.com/office/drawing/2014/main" id="{BB3A1D63-EECC-A9AB-DFDB-5986C8D3CF63}"/>
                  </a:ext>
                </a:extLst>
              </p:cNvPr>
              <p:cNvSpPr/>
              <p:nvPr/>
            </p:nvSpPr>
            <p:spPr>
              <a:xfrm>
                <a:off x="5124869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g1515">
                <a:extLst>
                  <a:ext uri="{FF2B5EF4-FFF2-40B4-BE49-F238E27FC236}">
                    <a16:creationId xmlns:a16="http://schemas.microsoft.com/office/drawing/2014/main" id="{ADDF3EC9-64FE-0E44-CE56-8E4D85A16182}"/>
                  </a:ext>
                </a:extLst>
              </p:cNvPr>
              <p:cNvSpPr/>
              <p:nvPr/>
            </p:nvSpPr>
            <p:spPr>
              <a:xfrm>
                <a:off x="5136507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8">
                  <a:alpha val="100000"/>
                </a:srgbClr>
              </a:solidFill>
              <a:ln w="5420" cap="flat">
                <a:solidFill>
                  <a:srgbClr val="C3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g1516">
                <a:extLst>
                  <a:ext uri="{FF2B5EF4-FFF2-40B4-BE49-F238E27FC236}">
                    <a16:creationId xmlns:a16="http://schemas.microsoft.com/office/drawing/2014/main" id="{D12B0D02-0D91-A976-6223-D3C80DBB8F11}"/>
                  </a:ext>
                </a:extLst>
              </p:cNvPr>
              <p:cNvSpPr/>
              <p:nvPr/>
            </p:nvSpPr>
            <p:spPr>
              <a:xfrm>
                <a:off x="5148144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g1517">
                <a:extLst>
                  <a:ext uri="{FF2B5EF4-FFF2-40B4-BE49-F238E27FC236}">
                    <a16:creationId xmlns:a16="http://schemas.microsoft.com/office/drawing/2014/main" id="{C5F01480-7D6D-F30C-7710-FE8954D362C6}"/>
                  </a:ext>
                </a:extLst>
              </p:cNvPr>
              <p:cNvSpPr/>
              <p:nvPr/>
            </p:nvSpPr>
            <p:spPr>
              <a:xfrm>
                <a:off x="515978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g1518">
                <a:extLst>
                  <a:ext uri="{FF2B5EF4-FFF2-40B4-BE49-F238E27FC236}">
                    <a16:creationId xmlns:a16="http://schemas.microsoft.com/office/drawing/2014/main" id="{A0E4F793-5EBE-6D4E-A8B5-FFFCE63F4B21}"/>
                  </a:ext>
                </a:extLst>
              </p:cNvPr>
              <p:cNvSpPr/>
              <p:nvPr/>
            </p:nvSpPr>
            <p:spPr>
              <a:xfrm>
                <a:off x="5171419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g1519">
                <a:extLst>
                  <a:ext uri="{FF2B5EF4-FFF2-40B4-BE49-F238E27FC236}">
                    <a16:creationId xmlns:a16="http://schemas.microsoft.com/office/drawing/2014/main" id="{2A6B9032-570D-59D2-E8DA-5681089242AC}"/>
                  </a:ext>
                </a:extLst>
              </p:cNvPr>
              <p:cNvSpPr/>
              <p:nvPr/>
            </p:nvSpPr>
            <p:spPr>
              <a:xfrm>
                <a:off x="5183056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g1520">
                <a:extLst>
                  <a:ext uri="{FF2B5EF4-FFF2-40B4-BE49-F238E27FC236}">
                    <a16:creationId xmlns:a16="http://schemas.microsoft.com/office/drawing/2014/main" id="{502F500E-D9D0-1B4C-1D0E-D739F0FA4184}"/>
                  </a:ext>
                </a:extLst>
              </p:cNvPr>
              <p:cNvSpPr/>
              <p:nvPr/>
            </p:nvSpPr>
            <p:spPr>
              <a:xfrm>
                <a:off x="519469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4">
                  <a:alpha val="100000"/>
                </a:srgbClr>
              </a:solidFill>
              <a:ln w="5420" cap="flat">
                <a:solidFill>
                  <a:srgbClr val="BB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g1521">
                <a:extLst>
                  <a:ext uri="{FF2B5EF4-FFF2-40B4-BE49-F238E27FC236}">
                    <a16:creationId xmlns:a16="http://schemas.microsoft.com/office/drawing/2014/main" id="{1759C45F-97A6-D733-F0C5-2A172BC7DD23}"/>
                  </a:ext>
                </a:extLst>
              </p:cNvPr>
              <p:cNvSpPr/>
              <p:nvPr/>
            </p:nvSpPr>
            <p:spPr>
              <a:xfrm>
                <a:off x="520633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g1522">
                <a:extLst>
                  <a:ext uri="{FF2B5EF4-FFF2-40B4-BE49-F238E27FC236}">
                    <a16:creationId xmlns:a16="http://schemas.microsoft.com/office/drawing/2014/main" id="{E737399D-F414-7252-AFA9-F7F7C695937D}"/>
                  </a:ext>
                </a:extLst>
              </p:cNvPr>
              <p:cNvSpPr/>
              <p:nvPr/>
            </p:nvSpPr>
            <p:spPr>
              <a:xfrm>
                <a:off x="5217968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g1523">
                <a:extLst>
                  <a:ext uri="{FF2B5EF4-FFF2-40B4-BE49-F238E27FC236}">
                    <a16:creationId xmlns:a16="http://schemas.microsoft.com/office/drawing/2014/main" id="{A60C96CE-2F9A-54C2-F940-BD113E5E2611}"/>
                  </a:ext>
                </a:extLst>
              </p:cNvPr>
              <p:cNvSpPr/>
              <p:nvPr/>
            </p:nvSpPr>
            <p:spPr>
              <a:xfrm>
                <a:off x="522960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g1524">
                <a:extLst>
                  <a:ext uri="{FF2B5EF4-FFF2-40B4-BE49-F238E27FC236}">
                    <a16:creationId xmlns:a16="http://schemas.microsoft.com/office/drawing/2014/main" id="{2AC0F1BA-05AA-DA5E-0C2D-B014354C3B10}"/>
                  </a:ext>
                </a:extLst>
              </p:cNvPr>
              <p:cNvSpPr/>
              <p:nvPr/>
            </p:nvSpPr>
            <p:spPr>
              <a:xfrm>
                <a:off x="524124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g1525">
                <a:extLst>
                  <a:ext uri="{FF2B5EF4-FFF2-40B4-BE49-F238E27FC236}">
                    <a16:creationId xmlns:a16="http://schemas.microsoft.com/office/drawing/2014/main" id="{2597CC08-A48F-7E15-28D5-6E1625ADDE43}"/>
                  </a:ext>
                </a:extLst>
              </p:cNvPr>
              <p:cNvSpPr/>
              <p:nvPr/>
            </p:nvSpPr>
            <p:spPr>
              <a:xfrm>
                <a:off x="503177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g1526">
                <a:extLst>
                  <a:ext uri="{FF2B5EF4-FFF2-40B4-BE49-F238E27FC236}">
                    <a16:creationId xmlns:a16="http://schemas.microsoft.com/office/drawing/2014/main" id="{132B1FBB-31FE-BBE0-EC7B-59E886281CA7}"/>
                  </a:ext>
                </a:extLst>
              </p:cNvPr>
              <p:cNvSpPr/>
              <p:nvPr/>
            </p:nvSpPr>
            <p:spPr>
              <a:xfrm>
                <a:off x="5043408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g1527">
                <a:extLst>
                  <a:ext uri="{FF2B5EF4-FFF2-40B4-BE49-F238E27FC236}">
                    <a16:creationId xmlns:a16="http://schemas.microsoft.com/office/drawing/2014/main" id="{97D33F61-64BE-B1D1-F3CD-FC28006E3114}"/>
                  </a:ext>
                </a:extLst>
              </p:cNvPr>
              <p:cNvSpPr/>
              <p:nvPr/>
            </p:nvSpPr>
            <p:spPr>
              <a:xfrm>
                <a:off x="505504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8">
                  <a:alpha val="100000"/>
                </a:srgbClr>
              </a:solidFill>
              <a:ln w="5420" cap="flat">
                <a:solidFill>
                  <a:srgbClr val="C3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g1528">
                <a:extLst>
                  <a:ext uri="{FF2B5EF4-FFF2-40B4-BE49-F238E27FC236}">
                    <a16:creationId xmlns:a16="http://schemas.microsoft.com/office/drawing/2014/main" id="{F7799DFE-28AC-F7DE-38EE-CEC115030FC3}"/>
                  </a:ext>
                </a:extLst>
              </p:cNvPr>
              <p:cNvSpPr/>
              <p:nvPr/>
            </p:nvSpPr>
            <p:spPr>
              <a:xfrm>
                <a:off x="5066683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9">
                  <a:alpha val="100000"/>
                </a:srgbClr>
              </a:solidFill>
              <a:ln w="5420" cap="flat">
                <a:solidFill>
                  <a:srgbClr val="C5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g1529">
                <a:extLst>
                  <a:ext uri="{FF2B5EF4-FFF2-40B4-BE49-F238E27FC236}">
                    <a16:creationId xmlns:a16="http://schemas.microsoft.com/office/drawing/2014/main" id="{CF8463C0-85F8-BFA1-EBCA-80CA67F9D498}"/>
                  </a:ext>
                </a:extLst>
              </p:cNvPr>
              <p:cNvSpPr/>
              <p:nvPr/>
            </p:nvSpPr>
            <p:spPr>
              <a:xfrm>
                <a:off x="5078320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g1530">
                <a:extLst>
                  <a:ext uri="{FF2B5EF4-FFF2-40B4-BE49-F238E27FC236}">
                    <a16:creationId xmlns:a16="http://schemas.microsoft.com/office/drawing/2014/main" id="{073BE722-A742-4572-A184-1E135BEF837F}"/>
                  </a:ext>
                </a:extLst>
              </p:cNvPr>
              <p:cNvSpPr/>
              <p:nvPr/>
            </p:nvSpPr>
            <p:spPr>
              <a:xfrm>
                <a:off x="5089957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g1531">
                <a:extLst>
                  <a:ext uri="{FF2B5EF4-FFF2-40B4-BE49-F238E27FC236}">
                    <a16:creationId xmlns:a16="http://schemas.microsoft.com/office/drawing/2014/main" id="{0AAEB508-64F6-B98E-E815-C77C2F00E413}"/>
                  </a:ext>
                </a:extLst>
              </p:cNvPr>
              <p:cNvSpPr/>
              <p:nvPr/>
            </p:nvSpPr>
            <p:spPr>
              <a:xfrm>
                <a:off x="510159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B">
                  <a:alpha val="100000"/>
                </a:srgbClr>
              </a:solidFill>
              <a:ln w="5420" cap="flat">
                <a:solidFill>
                  <a:srgbClr val="C9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g1532">
                <a:extLst>
                  <a:ext uri="{FF2B5EF4-FFF2-40B4-BE49-F238E27FC236}">
                    <a16:creationId xmlns:a16="http://schemas.microsoft.com/office/drawing/2014/main" id="{FC143897-117B-69DC-E209-F3E4717562E0}"/>
                  </a:ext>
                </a:extLst>
              </p:cNvPr>
              <p:cNvSpPr/>
              <p:nvPr/>
            </p:nvSpPr>
            <p:spPr>
              <a:xfrm>
                <a:off x="5113232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g1533">
                <a:extLst>
                  <a:ext uri="{FF2B5EF4-FFF2-40B4-BE49-F238E27FC236}">
                    <a16:creationId xmlns:a16="http://schemas.microsoft.com/office/drawing/2014/main" id="{32F4B495-C02D-9B7C-8270-5193E7F83A9C}"/>
                  </a:ext>
                </a:extLst>
              </p:cNvPr>
              <p:cNvSpPr/>
              <p:nvPr/>
            </p:nvSpPr>
            <p:spPr>
              <a:xfrm>
                <a:off x="5124869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g1534">
                <a:extLst>
                  <a:ext uri="{FF2B5EF4-FFF2-40B4-BE49-F238E27FC236}">
                    <a16:creationId xmlns:a16="http://schemas.microsoft.com/office/drawing/2014/main" id="{FBF824BB-B465-D8A9-55C4-EDD25609BC31}"/>
                  </a:ext>
                </a:extLst>
              </p:cNvPr>
              <p:cNvSpPr/>
              <p:nvPr/>
            </p:nvSpPr>
            <p:spPr>
              <a:xfrm>
                <a:off x="5136507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g1535">
                <a:extLst>
                  <a:ext uri="{FF2B5EF4-FFF2-40B4-BE49-F238E27FC236}">
                    <a16:creationId xmlns:a16="http://schemas.microsoft.com/office/drawing/2014/main" id="{E4E72AB3-D74B-5CD8-3FC5-F641F48A8AA7}"/>
                  </a:ext>
                </a:extLst>
              </p:cNvPr>
              <p:cNvSpPr/>
              <p:nvPr/>
            </p:nvSpPr>
            <p:spPr>
              <a:xfrm>
                <a:off x="5148144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g1536">
                <a:extLst>
                  <a:ext uri="{FF2B5EF4-FFF2-40B4-BE49-F238E27FC236}">
                    <a16:creationId xmlns:a16="http://schemas.microsoft.com/office/drawing/2014/main" id="{777EFD80-DE62-DC67-74E6-EE6767DE6F87}"/>
                  </a:ext>
                </a:extLst>
              </p:cNvPr>
              <p:cNvSpPr/>
              <p:nvPr/>
            </p:nvSpPr>
            <p:spPr>
              <a:xfrm>
                <a:off x="515978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g1537">
                <a:extLst>
                  <a:ext uri="{FF2B5EF4-FFF2-40B4-BE49-F238E27FC236}">
                    <a16:creationId xmlns:a16="http://schemas.microsoft.com/office/drawing/2014/main" id="{76016F16-459B-4C7B-C34B-E3B4FC00FB99}"/>
                  </a:ext>
                </a:extLst>
              </p:cNvPr>
              <p:cNvSpPr/>
              <p:nvPr/>
            </p:nvSpPr>
            <p:spPr>
              <a:xfrm>
                <a:off x="5171419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g1538">
                <a:extLst>
                  <a:ext uri="{FF2B5EF4-FFF2-40B4-BE49-F238E27FC236}">
                    <a16:creationId xmlns:a16="http://schemas.microsoft.com/office/drawing/2014/main" id="{69B0A386-2EF5-B233-5A86-26F6022EBBFE}"/>
                  </a:ext>
                </a:extLst>
              </p:cNvPr>
              <p:cNvSpPr/>
              <p:nvPr/>
            </p:nvSpPr>
            <p:spPr>
              <a:xfrm>
                <a:off x="5183056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g1539">
                <a:extLst>
                  <a:ext uri="{FF2B5EF4-FFF2-40B4-BE49-F238E27FC236}">
                    <a16:creationId xmlns:a16="http://schemas.microsoft.com/office/drawing/2014/main" id="{0F79FC3E-8D08-1F66-144A-F52DFA5D578C}"/>
                  </a:ext>
                </a:extLst>
              </p:cNvPr>
              <p:cNvSpPr/>
              <p:nvPr/>
            </p:nvSpPr>
            <p:spPr>
              <a:xfrm>
                <a:off x="5194693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g1540">
                <a:extLst>
                  <a:ext uri="{FF2B5EF4-FFF2-40B4-BE49-F238E27FC236}">
                    <a16:creationId xmlns:a16="http://schemas.microsoft.com/office/drawing/2014/main" id="{02B523EA-63CF-0283-28EF-2EBF640A8874}"/>
                  </a:ext>
                </a:extLst>
              </p:cNvPr>
              <p:cNvSpPr/>
              <p:nvPr/>
            </p:nvSpPr>
            <p:spPr>
              <a:xfrm>
                <a:off x="520633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g1541">
                <a:extLst>
                  <a:ext uri="{FF2B5EF4-FFF2-40B4-BE49-F238E27FC236}">
                    <a16:creationId xmlns:a16="http://schemas.microsoft.com/office/drawing/2014/main" id="{83A3F82E-8FBA-2DA9-763D-88ADBCC43C95}"/>
                  </a:ext>
                </a:extLst>
              </p:cNvPr>
              <p:cNvSpPr/>
              <p:nvPr/>
            </p:nvSpPr>
            <p:spPr>
              <a:xfrm>
                <a:off x="5217968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g1542">
                <a:extLst>
                  <a:ext uri="{FF2B5EF4-FFF2-40B4-BE49-F238E27FC236}">
                    <a16:creationId xmlns:a16="http://schemas.microsoft.com/office/drawing/2014/main" id="{0D014205-321C-53B0-AF9C-A4B6F8854323}"/>
                  </a:ext>
                </a:extLst>
              </p:cNvPr>
              <p:cNvSpPr/>
              <p:nvPr/>
            </p:nvSpPr>
            <p:spPr>
              <a:xfrm>
                <a:off x="522960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g1543">
                <a:extLst>
                  <a:ext uri="{FF2B5EF4-FFF2-40B4-BE49-F238E27FC236}">
                    <a16:creationId xmlns:a16="http://schemas.microsoft.com/office/drawing/2014/main" id="{E903A895-2330-0F66-58C3-A071E6810902}"/>
                  </a:ext>
                </a:extLst>
              </p:cNvPr>
              <p:cNvSpPr/>
              <p:nvPr/>
            </p:nvSpPr>
            <p:spPr>
              <a:xfrm>
                <a:off x="5043408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DD8">
                  <a:alpha val="100000"/>
                </a:srgbClr>
              </a:solidFill>
              <a:ln w="5420" cap="flat">
                <a:solidFill>
                  <a:srgbClr val="C4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g1544">
                <a:extLst>
                  <a:ext uri="{FF2B5EF4-FFF2-40B4-BE49-F238E27FC236}">
                    <a16:creationId xmlns:a16="http://schemas.microsoft.com/office/drawing/2014/main" id="{F1E180A6-1189-4D9C-7331-791A2005891B}"/>
                  </a:ext>
                </a:extLst>
              </p:cNvPr>
              <p:cNvSpPr/>
              <p:nvPr/>
            </p:nvSpPr>
            <p:spPr>
              <a:xfrm>
                <a:off x="5055045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g1545">
                <a:extLst>
                  <a:ext uri="{FF2B5EF4-FFF2-40B4-BE49-F238E27FC236}">
                    <a16:creationId xmlns:a16="http://schemas.microsoft.com/office/drawing/2014/main" id="{EB642384-E62C-8679-D4A2-A07E32DCB249}"/>
                  </a:ext>
                </a:extLst>
              </p:cNvPr>
              <p:cNvSpPr/>
              <p:nvPr/>
            </p:nvSpPr>
            <p:spPr>
              <a:xfrm>
                <a:off x="5066683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g1546">
                <a:extLst>
                  <a:ext uri="{FF2B5EF4-FFF2-40B4-BE49-F238E27FC236}">
                    <a16:creationId xmlns:a16="http://schemas.microsoft.com/office/drawing/2014/main" id="{A8E2D75C-A36E-93C7-8CD8-035B434A3972}"/>
                  </a:ext>
                </a:extLst>
              </p:cNvPr>
              <p:cNvSpPr/>
              <p:nvPr/>
            </p:nvSpPr>
            <p:spPr>
              <a:xfrm>
                <a:off x="5078320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g1547">
                <a:extLst>
                  <a:ext uri="{FF2B5EF4-FFF2-40B4-BE49-F238E27FC236}">
                    <a16:creationId xmlns:a16="http://schemas.microsoft.com/office/drawing/2014/main" id="{FB0B4D0C-6949-15D4-C2F6-26C07BBEA399}"/>
                  </a:ext>
                </a:extLst>
              </p:cNvPr>
              <p:cNvSpPr/>
              <p:nvPr/>
            </p:nvSpPr>
            <p:spPr>
              <a:xfrm>
                <a:off x="5089957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g1548">
                <a:extLst>
                  <a:ext uri="{FF2B5EF4-FFF2-40B4-BE49-F238E27FC236}">
                    <a16:creationId xmlns:a16="http://schemas.microsoft.com/office/drawing/2014/main" id="{C1A33CB7-10DE-33CD-2FD2-F02074E699BE}"/>
                  </a:ext>
                </a:extLst>
              </p:cNvPr>
              <p:cNvSpPr/>
              <p:nvPr/>
            </p:nvSpPr>
            <p:spPr>
              <a:xfrm>
                <a:off x="5101595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g1549">
                <a:extLst>
                  <a:ext uri="{FF2B5EF4-FFF2-40B4-BE49-F238E27FC236}">
                    <a16:creationId xmlns:a16="http://schemas.microsoft.com/office/drawing/2014/main" id="{A8261C11-A5AC-FCFD-AD1A-E6A7C9A07E15}"/>
                  </a:ext>
                </a:extLst>
              </p:cNvPr>
              <p:cNvSpPr/>
              <p:nvPr/>
            </p:nvSpPr>
            <p:spPr>
              <a:xfrm>
                <a:off x="5113232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ED9">
                  <a:alpha val="100000"/>
                </a:srgbClr>
              </a:solidFill>
              <a:ln w="5420" cap="flat">
                <a:solidFill>
                  <a:srgbClr val="C7EE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g1550">
                <a:extLst>
                  <a:ext uri="{FF2B5EF4-FFF2-40B4-BE49-F238E27FC236}">
                    <a16:creationId xmlns:a16="http://schemas.microsoft.com/office/drawing/2014/main" id="{5E7E39C1-5E72-7F06-4C08-15BAB60F91CA}"/>
                  </a:ext>
                </a:extLst>
              </p:cNvPr>
              <p:cNvSpPr/>
              <p:nvPr/>
            </p:nvSpPr>
            <p:spPr>
              <a:xfrm>
                <a:off x="5124869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g1551">
                <a:extLst>
                  <a:ext uri="{FF2B5EF4-FFF2-40B4-BE49-F238E27FC236}">
                    <a16:creationId xmlns:a16="http://schemas.microsoft.com/office/drawing/2014/main" id="{1F557550-E5F3-6EC1-C26C-13EE56813C72}"/>
                  </a:ext>
                </a:extLst>
              </p:cNvPr>
              <p:cNvSpPr/>
              <p:nvPr/>
            </p:nvSpPr>
            <p:spPr>
              <a:xfrm>
                <a:off x="5136507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g1552">
                <a:extLst>
                  <a:ext uri="{FF2B5EF4-FFF2-40B4-BE49-F238E27FC236}">
                    <a16:creationId xmlns:a16="http://schemas.microsoft.com/office/drawing/2014/main" id="{46BCA215-C321-C856-645E-866749936D4E}"/>
                  </a:ext>
                </a:extLst>
              </p:cNvPr>
              <p:cNvSpPr/>
              <p:nvPr/>
            </p:nvSpPr>
            <p:spPr>
              <a:xfrm>
                <a:off x="5148144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g1553">
                <a:extLst>
                  <a:ext uri="{FF2B5EF4-FFF2-40B4-BE49-F238E27FC236}">
                    <a16:creationId xmlns:a16="http://schemas.microsoft.com/office/drawing/2014/main" id="{5DF748EA-CC12-6C51-7EDA-CC6EFC2AC0E7}"/>
                  </a:ext>
                </a:extLst>
              </p:cNvPr>
              <p:cNvSpPr/>
              <p:nvPr/>
            </p:nvSpPr>
            <p:spPr>
              <a:xfrm>
                <a:off x="5159781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g1554">
                <a:extLst>
                  <a:ext uri="{FF2B5EF4-FFF2-40B4-BE49-F238E27FC236}">
                    <a16:creationId xmlns:a16="http://schemas.microsoft.com/office/drawing/2014/main" id="{6CD45E50-DBB7-8B61-43CB-B94EA248AA0C}"/>
                  </a:ext>
                </a:extLst>
              </p:cNvPr>
              <p:cNvSpPr/>
              <p:nvPr/>
            </p:nvSpPr>
            <p:spPr>
              <a:xfrm>
                <a:off x="5171419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g1555">
                <a:extLst>
                  <a:ext uri="{FF2B5EF4-FFF2-40B4-BE49-F238E27FC236}">
                    <a16:creationId xmlns:a16="http://schemas.microsoft.com/office/drawing/2014/main" id="{0CCC1D65-A15A-9706-7C62-83A9F4238553}"/>
                  </a:ext>
                </a:extLst>
              </p:cNvPr>
              <p:cNvSpPr/>
              <p:nvPr/>
            </p:nvSpPr>
            <p:spPr>
              <a:xfrm>
                <a:off x="5183056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g1556">
                <a:extLst>
                  <a:ext uri="{FF2B5EF4-FFF2-40B4-BE49-F238E27FC236}">
                    <a16:creationId xmlns:a16="http://schemas.microsoft.com/office/drawing/2014/main" id="{105744E4-D0B0-E83F-6328-9B39DD14E8CB}"/>
                  </a:ext>
                </a:extLst>
              </p:cNvPr>
              <p:cNvSpPr/>
              <p:nvPr/>
            </p:nvSpPr>
            <p:spPr>
              <a:xfrm>
                <a:off x="5194693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g1557">
                <a:extLst>
                  <a:ext uri="{FF2B5EF4-FFF2-40B4-BE49-F238E27FC236}">
                    <a16:creationId xmlns:a16="http://schemas.microsoft.com/office/drawing/2014/main" id="{CA3BF6A5-ED75-0ABC-2224-2EBA132E7FFC}"/>
                  </a:ext>
                </a:extLst>
              </p:cNvPr>
              <p:cNvSpPr/>
              <p:nvPr/>
            </p:nvSpPr>
            <p:spPr>
              <a:xfrm>
                <a:off x="5206331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g1558">
                <a:extLst>
                  <a:ext uri="{FF2B5EF4-FFF2-40B4-BE49-F238E27FC236}">
                    <a16:creationId xmlns:a16="http://schemas.microsoft.com/office/drawing/2014/main" id="{7CD1683C-8FC4-E755-0087-2D9EED6744A6}"/>
                  </a:ext>
                </a:extLst>
              </p:cNvPr>
              <p:cNvSpPr/>
              <p:nvPr/>
            </p:nvSpPr>
            <p:spPr>
              <a:xfrm>
                <a:off x="5217968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g1559">
                <a:extLst>
                  <a:ext uri="{FF2B5EF4-FFF2-40B4-BE49-F238E27FC236}">
                    <a16:creationId xmlns:a16="http://schemas.microsoft.com/office/drawing/2014/main" id="{6A6DEF77-3F77-A44B-4401-A74102FD93F0}"/>
                  </a:ext>
                </a:extLst>
              </p:cNvPr>
              <p:cNvSpPr/>
              <p:nvPr/>
            </p:nvSpPr>
            <p:spPr>
              <a:xfrm>
                <a:off x="5055045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g1560">
                <a:extLst>
                  <a:ext uri="{FF2B5EF4-FFF2-40B4-BE49-F238E27FC236}">
                    <a16:creationId xmlns:a16="http://schemas.microsoft.com/office/drawing/2014/main" id="{F5415345-F580-EB52-277B-0F48895F84A9}"/>
                  </a:ext>
                </a:extLst>
              </p:cNvPr>
              <p:cNvSpPr/>
              <p:nvPr/>
            </p:nvSpPr>
            <p:spPr>
              <a:xfrm>
                <a:off x="5066683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g1561">
                <a:extLst>
                  <a:ext uri="{FF2B5EF4-FFF2-40B4-BE49-F238E27FC236}">
                    <a16:creationId xmlns:a16="http://schemas.microsoft.com/office/drawing/2014/main" id="{E05C9D0D-1483-1AF1-55AD-6B1A0D9BB6BD}"/>
                  </a:ext>
                </a:extLst>
              </p:cNvPr>
              <p:cNvSpPr/>
              <p:nvPr/>
            </p:nvSpPr>
            <p:spPr>
              <a:xfrm>
                <a:off x="5078320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B">
                  <a:alpha val="100000"/>
                </a:srgbClr>
              </a:solidFill>
              <a:ln w="5420" cap="flat">
                <a:solidFill>
                  <a:srgbClr val="C9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g1562">
                <a:extLst>
                  <a:ext uri="{FF2B5EF4-FFF2-40B4-BE49-F238E27FC236}">
                    <a16:creationId xmlns:a16="http://schemas.microsoft.com/office/drawing/2014/main" id="{C1655EC9-6111-590A-BFD5-99620221DAA4}"/>
                  </a:ext>
                </a:extLst>
              </p:cNvPr>
              <p:cNvSpPr/>
              <p:nvPr/>
            </p:nvSpPr>
            <p:spPr>
              <a:xfrm>
                <a:off x="5089957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AEEDB">
                  <a:alpha val="100000"/>
                </a:srgbClr>
              </a:solidFill>
              <a:ln w="5420" cap="flat">
                <a:solidFill>
                  <a:srgbClr val="CA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g1563">
                <a:extLst>
                  <a:ext uri="{FF2B5EF4-FFF2-40B4-BE49-F238E27FC236}">
                    <a16:creationId xmlns:a16="http://schemas.microsoft.com/office/drawing/2014/main" id="{ABCEE829-58C1-BA32-A8ED-81AD97D9C626}"/>
                  </a:ext>
                </a:extLst>
              </p:cNvPr>
              <p:cNvSpPr/>
              <p:nvPr/>
            </p:nvSpPr>
            <p:spPr>
              <a:xfrm>
                <a:off x="5101595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g1564">
                <a:extLst>
                  <a:ext uri="{FF2B5EF4-FFF2-40B4-BE49-F238E27FC236}">
                    <a16:creationId xmlns:a16="http://schemas.microsoft.com/office/drawing/2014/main" id="{6AF18537-BF26-65F7-48A4-73E23C22D8FA}"/>
                  </a:ext>
                </a:extLst>
              </p:cNvPr>
              <p:cNvSpPr/>
              <p:nvPr/>
            </p:nvSpPr>
            <p:spPr>
              <a:xfrm>
                <a:off x="5113232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EDA">
                  <a:alpha val="100000"/>
                </a:srgbClr>
              </a:solidFill>
              <a:ln w="5420" cap="flat">
                <a:solidFill>
                  <a:srgbClr val="C7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g1565">
                <a:extLst>
                  <a:ext uri="{FF2B5EF4-FFF2-40B4-BE49-F238E27FC236}">
                    <a16:creationId xmlns:a16="http://schemas.microsoft.com/office/drawing/2014/main" id="{82469263-90B2-5595-BFB6-C62230D5C890}"/>
                  </a:ext>
                </a:extLst>
              </p:cNvPr>
              <p:cNvSpPr/>
              <p:nvPr/>
            </p:nvSpPr>
            <p:spPr>
              <a:xfrm>
                <a:off x="5124869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g1566">
                <a:extLst>
                  <a:ext uri="{FF2B5EF4-FFF2-40B4-BE49-F238E27FC236}">
                    <a16:creationId xmlns:a16="http://schemas.microsoft.com/office/drawing/2014/main" id="{E37DE92D-0C0E-EAB8-DFDC-076EDCA4074C}"/>
                  </a:ext>
                </a:extLst>
              </p:cNvPr>
              <p:cNvSpPr/>
              <p:nvPr/>
            </p:nvSpPr>
            <p:spPr>
              <a:xfrm>
                <a:off x="5136507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g1567">
                <a:extLst>
                  <a:ext uri="{FF2B5EF4-FFF2-40B4-BE49-F238E27FC236}">
                    <a16:creationId xmlns:a16="http://schemas.microsoft.com/office/drawing/2014/main" id="{E042B9D7-1BC7-3720-D509-1503467C28A1}"/>
                  </a:ext>
                </a:extLst>
              </p:cNvPr>
              <p:cNvSpPr/>
              <p:nvPr/>
            </p:nvSpPr>
            <p:spPr>
              <a:xfrm>
                <a:off x="5148144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g1568">
                <a:extLst>
                  <a:ext uri="{FF2B5EF4-FFF2-40B4-BE49-F238E27FC236}">
                    <a16:creationId xmlns:a16="http://schemas.microsoft.com/office/drawing/2014/main" id="{8726C482-1631-FB38-BF2D-8B2EBBC1ED1D}"/>
                  </a:ext>
                </a:extLst>
              </p:cNvPr>
              <p:cNvSpPr/>
              <p:nvPr/>
            </p:nvSpPr>
            <p:spPr>
              <a:xfrm>
                <a:off x="5159781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g1569">
                <a:extLst>
                  <a:ext uri="{FF2B5EF4-FFF2-40B4-BE49-F238E27FC236}">
                    <a16:creationId xmlns:a16="http://schemas.microsoft.com/office/drawing/2014/main" id="{17DDC737-395C-77B5-1FFB-02EAFDF2EA8D}"/>
                  </a:ext>
                </a:extLst>
              </p:cNvPr>
              <p:cNvSpPr/>
              <p:nvPr/>
            </p:nvSpPr>
            <p:spPr>
              <a:xfrm>
                <a:off x="5171419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g1570">
                <a:extLst>
                  <a:ext uri="{FF2B5EF4-FFF2-40B4-BE49-F238E27FC236}">
                    <a16:creationId xmlns:a16="http://schemas.microsoft.com/office/drawing/2014/main" id="{90E8EF76-2764-7F7D-E806-0BC7FF62A121}"/>
                  </a:ext>
                </a:extLst>
              </p:cNvPr>
              <p:cNvSpPr/>
              <p:nvPr/>
            </p:nvSpPr>
            <p:spPr>
              <a:xfrm>
                <a:off x="5183056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g1571">
                <a:extLst>
                  <a:ext uri="{FF2B5EF4-FFF2-40B4-BE49-F238E27FC236}">
                    <a16:creationId xmlns:a16="http://schemas.microsoft.com/office/drawing/2014/main" id="{0FBC0B74-C4AC-BB8C-9909-5CFEA8359821}"/>
                  </a:ext>
                </a:extLst>
              </p:cNvPr>
              <p:cNvSpPr/>
              <p:nvPr/>
            </p:nvSpPr>
            <p:spPr>
              <a:xfrm>
                <a:off x="5194693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g1572">
                <a:extLst>
                  <a:ext uri="{FF2B5EF4-FFF2-40B4-BE49-F238E27FC236}">
                    <a16:creationId xmlns:a16="http://schemas.microsoft.com/office/drawing/2014/main" id="{CAB11CEF-B3B8-8C8B-FDFE-DD4C841ADEDF}"/>
                  </a:ext>
                </a:extLst>
              </p:cNvPr>
              <p:cNvSpPr/>
              <p:nvPr/>
            </p:nvSpPr>
            <p:spPr>
              <a:xfrm>
                <a:off x="5206331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g1573">
                <a:extLst>
                  <a:ext uri="{FF2B5EF4-FFF2-40B4-BE49-F238E27FC236}">
                    <a16:creationId xmlns:a16="http://schemas.microsoft.com/office/drawing/2014/main" id="{EE54528E-6C13-1B67-9699-CB4FF385ACF2}"/>
                  </a:ext>
                </a:extLst>
              </p:cNvPr>
              <p:cNvSpPr/>
              <p:nvPr/>
            </p:nvSpPr>
            <p:spPr>
              <a:xfrm>
                <a:off x="5217968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g1574">
                <a:extLst>
                  <a:ext uri="{FF2B5EF4-FFF2-40B4-BE49-F238E27FC236}">
                    <a16:creationId xmlns:a16="http://schemas.microsoft.com/office/drawing/2014/main" id="{3833A372-8F3E-FC76-1D7F-39778CBAE9E8}"/>
                  </a:ext>
                </a:extLst>
              </p:cNvPr>
              <p:cNvSpPr/>
              <p:nvPr/>
            </p:nvSpPr>
            <p:spPr>
              <a:xfrm>
                <a:off x="5008496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g1575">
                <a:extLst>
                  <a:ext uri="{FF2B5EF4-FFF2-40B4-BE49-F238E27FC236}">
                    <a16:creationId xmlns:a16="http://schemas.microsoft.com/office/drawing/2014/main" id="{31A2AEC3-1F49-B00D-047A-C89398F90A87}"/>
                  </a:ext>
                </a:extLst>
              </p:cNvPr>
              <p:cNvSpPr/>
              <p:nvPr/>
            </p:nvSpPr>
            <p:spPr>
              <a:xfrm>
                <a:off x="502013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g1576">
                <a:extLst>
                  <a:ext uri="{FF2B5EF4-FFF2-40B4-BE49-F238E27FC236}">
                    <a16:creationId xmlns:a16="http://schemas.microsoft.com/office/drawing/2014/main" id="{717CAE8D-77A1-A2E2-75A4-0021BB81412B}"/>
                  </a:ext>
                </a:extLst>
              </p:cNvPr>
              <p:cNvSpPr/>
              <p:nvPr/>
            </p:nvSpPr>
            <p:spPr>
              <a:xfrm>
                <a:off x="503177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g1577">
                <a:extLst>
                  <a:ext uri="{FF2B5EF4-FFF2-40B4-BE49-F238E27FC236}">
                    <a16:creationId xmlns:a16="http://schemas.microsoft.com/office/drawing/2014/main" id="{92811F57-32DB-533A-8AD2-65D8D37711A1}"/>
                  </a:ext>
                </a:extLst>
              </p:cNvPr>
              <p:cNvSpPr/>
              <p:nvPr/>
            </p:nvSpPr>
            <p:spPr>
              <a:xfrm>
                <a:off x="5043408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AEEDB">
                  <a:alpha val="100000"/>
                </a:srgbClr>
              </a:solidFill>
              <a:ln w="5420" cap="flat">
                <a:solidFill>
                  <a:srgbClr val="CA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g1578">
                <a:extLst>
                  <a:ext uri="{FF2B5EF4-FFF2-40B4-BE49-F238E27FC236}">
                    <a16:creationId xmlns:a16="http://schemas.microsoft.com/office/drawing/2014/main" id="{93475F81-8813-EF31-75DF-43190F382BA7}"/>
                  </a:ext>
                </a:extLst>
              </p:cNvPr>
              <p:cNvSpPr/>
              <p:nvPr/>
            </p:nvSpPr>
            <p:spPr>
              <a:xfrm>
                <a:off x="5055045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BEFDB">
                  <a:alpha val="100000"/>
                </a:srgbClr>
              </a:solidFill>
              <a:ln w="5420" cap="flat">
                <a:solidFill>
                  <a:srgbClr val="CBEF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g1579">
                <a:extLst>
                  <a:ext uri="{FF2B5EF4-FFF2-40B4-BE49-F238E27FC236}">
                    <a16:creationId xmlns:a16="http://schemas.microsoft.com/office/drawing/2014/main" id="{ABAE4E41-B609-4C19-5A5A-315368B2CB1B}"/>
                  </a:ext>
                </a:extLst>
              </p:cNvPr>
              <p:cNvSpPr/>
              <p:nvPr/>
            </p:nvSpPr>
            <p:spPr>
              <a:xfrm>
                <a:off x="506668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CEFDC">
                  <a:alpha val="100000"/>
                </a:srgbClr>
              </a:solidFill>
              <a:ln w="5420" cap="flat">
                <a:solidFill>
                  <a:srgbClr val="CC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g1580">
                <a:extLst>
                  <a:ext uri="{FF2B5EF4-FFF2-40B4-BE49-F238E27FC236}">
                    <a16:creationId xmlns:a16="http://schemas.microsoft.com/office/drawing/2014/main" id="{01D40B7D-784D-4A82-FEDE-AA364F56FD0A}"/>
                  </a:ext>
                </a:extLst>
              </p:cNvPr>
              <p:cNvSpPr/>
              <p:nvPr/>
            </p:nvSpPr>
            <p:spPr>
              <a:xfrm>
                <a:off x="5078320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DEFDC">
                  <a:alpha val="100000"/>
                </a:srgbClr>
              </a:solidFill>
              <a:ln w="5420" cap="flat">
                <a:solidFill>
                  <a:srgbClr val="CD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g1581">
                <a:extLst>
                  <a:ext uri="{FF2B5EF4-FFF2-40B4-BE49-F238E27FC236}">
                    <a16:creationId xmlns:a16="http://schemas.microsoft.com/office/drawing/2014/main" id="{283F3F36-CE64-128A-B602-94C7A3E497F9}"/>
                  </a:ext>
                </a:extLst>
              </p:cNvPr>
              <p:cNvSpPr/>
              <p:nvPr/>
            </p:nvSpPr>
            <p:spPr>
              <a:xfrm>
                <a:off x="5089957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DEFDC">
                  <a:alpha val="100000"/>
                </a:srgbClr>
              </a:solidFill>
              <a:ln w="5420" cap="flat">
                <a:solidFill>
                  <a:srgbClr val="CD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g1582">
                <a:extLst>
                  <a:ext uri="{FF2B5EF4-FFF2-40B4-BE49-F238E27FC236}">
                    <a16:creationId xmlns:a16="http://schemas.microsoft.com/office/drawing/2014/main" id="{8B1C7A50-8191-E59E-3902-949FAA820785}"/>
                  </a:ext>
                </a:extLst>
              </p:cNvPr>
              <p:cNvSpPr/>
              <p:nvPr/>
            </p:nvSpPr>
            <p:spPr>
              <a:xfrm>
                <a:off x="5101595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CEFDC">
                  <a:alpha val="100000"/>
                </a:srgbClr>
              </a:solidFill>
              <a:ln w="5420" cap="flat">
                <a:solidFill>
                  <a:srgbClr val="CC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g1583">
                <a:extLst>
                  <a:ext uri="{FF2B5EF4-FFF2-40B4-BE49-F238E27FC236}">
                    <a16:creationId xmlns:a16="http://schemas.microsoft.com/office/drawing/2014/main" id="{DE570AB1-F22D-759F-F779-10E546B1EB50}"/>
                  </a:ext>
                </a:extLst>
              </p:cNvPr>
              <p:cNvSpPr/>
              <p:nvPr/>
            </p:nvSpPr>
            <p:spPr>
              <a:xfrm>
                <a:off x="5113232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AEEDB">
                  <a:alpha val="100000"/>
                </a:srgbClr>
              </a:solidFill>
              <a:ln w="5420" cap="flat">
                <a:solidFill>
                  <a:srgbClr val="CA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g1584">
                <a:extLst>
                  <a:ext uri="{FF2B5EF4-FFF2-40B4-BE49-F238E27FC236}">
                    <a16:creationId xmlns:a16="http://schemas.microsoft.com/office/drawing/2014/main" id="{ABFBC63E-A452-76FE-9560-0C30AEA88939}"/>
                  </a:ext>
                </a:extLst>
              </p:cNvPr>
              <p:cNvSpPr/>
              <p:nvPr/>
            </p:nvSpPr>
            <p:spPr>
              <a:xfrm>
                <a:off x="5124869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g1585">
                <a:extLst>
                  <a:ext uri="{FF2B5EF4-FFF2-40B4-BE49-F238E27FC236}">
                    <a16:creationId xmlns:a16="http://schemas.microsoft.com/office/drawing/2014/main" id="{D2DEF182-99BD-4609-0AD8-7CC9CFD5CED0}"/>
                  </a:ext>
                </a:extLst>
              </p:cNvPr>
              <p:cNvSpPr/>
              <p:nvPr/>
            </p:nvSpPr>
            <p:spPr>
              <a:xfrm>
                <a:off x="5136507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g1586">
                <a:extLst>
                  <a:ext uri="{FF2B5EF4-FFF2-40B4-BE49-F238E27FC236}">
                    <a16:creationId xmlns:a16="http://schemas.microsoft.com/office/drawing/2014/main" id="{7E6C70EE-C504-8C53-4441-7CF5A7777A0F}"/>
                  </a:ext>
                </a:extLst>
              </p:cNvPr>
              <p:cNvSpPr/>
              <p:nvPr/>
            </p:nvSpPr>
            <p:spPr>
              <a:xfrm>
                <a:off x="5148144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g1587">
                <a:extLst>
                  <a:ext uri="{FF2B5EF4-FFF2-40B4-BE49-F238E27FC236}">
                    <a16:creationId xmlns:a16="http://schemas.microsoft.com/office/drawing/2014/main" id="{96B14E07-8BDF-E8E2-76FF-5B921A424A82}"/>
                  </a:ext>
                </a:extLst>
              </p:cNvPr>
              <p:cNvSpPr/>
              <p:nvPr/>
            </p:nvSpPr>
            <p:spPr>
              <a:xfrm>
                <a:off x="515978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g1588">
                <a:extLst>
                  <a:ext uri="{FF2B5EF4-FFF2-40B4-BE49-F238E27FC236}">
                    <a16:creationId xmlns:a16="http://schemas.microsoft.com/office/drawing/2014/main" id="{0A1AD4E4-0861-4631-FC97-3A6199971D76}"/>
                  </a:ext>
                </a:extLst>
              </p:cNvPr>
              <p:cNvSpPr/>
              <p:nvPr/>
            </p:nvSpPr>
            <p:spPr>
              <a:xfrm>
                <a:off x="5171419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g1589">
                <a:extLst>
                  <a:ext uri="{FF2B5EF4-FFF2-40B4-BE49-F238E27FC236}">
                    <a16:creationId xmlns:a16="http://schemas.microsoft.com/office/drawing/2014/main" id="{16673627-9B87-20C4-778F-BBE9F4092AB9}"/>
                  </a:ext>
                </a:extLst>
              </p:cNvPr>
              <p:cNvSpPr/>
              <p:nvPr/>
            </p:nvSpPr>
            <p:spPr>
              <a:xfrm>
                <a:off x="5183056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g1590">
                <a:extLst>
                  <a:ext uri="{FF2B5EF4-FFF2-40B4-BE49-F238E27FC236}">
                    <a16:creationId xmlns:a16="http://schemas.microsoft.com/office/drawing/2014/main" id="{8833A23F-431A-D863-E377-95A450B05129}"/>
                  </a:ext>
                </a:extLst>
              </p:cNvPr>
              <p:cNvSpPr/>
              <p:nvPr/>
            </p:nvSpPr>
            <p:spPr>
              <a:xfrm>
                <a:off x="519469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g1591">
                <a:extLst>
                  <a:ext uri="{FF2B5EF4-FFF2-40B4-BE49-F238E27FC236}">
                    <a16:creationId xmlns:a16="http://schemas.microsoft.com/office/drawing/2014/main" id="{04104156-83F0-46C2-A6D6-70E041ECBC47}"/>
                  </a:ext>
                </a:extLst>
              </p:cNvPr>
              <p:cNvSpPr/>
              <p:nvPr/>
            </p:nvSpPr>
            <p:spPr>
              <a:xfrm>
                <a:off x="520633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g1592">
                <a:extLst>
                  <a:ext uri="{FF2B5EF4-FFF2-40B4-BE49-F238E27FC236}">
                    <a16:creationId xmlns:a16="http://schemas.microsoft.com/office/drawing/2014/main" id="{63FAA41D-B4D5-7F3D-C5EE-FCAF05E756A7}"/>
                  </a:ext>
                </a:extLst>
              </p:cNvPr>
              <p:cNvSpPr/>
              <p:nvPr/>
            </p:nvSpPr>
            <p:spPr>
              <a:xfrm>
                <a:off x="499685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g1593">
                <a:extLst>
                  <a:ext uri="{FF2B5EF4-FFF2-40B4-BE49-F238E27FC236}">
                    <a16:creationId xmlns:a16="http://schemas.microsoft.com/office/drawing/2014/main" id="{DB07FE7A-3866-3C0C-BD3B-BB0A545CCF99}"/>
                  </a:ext>
                </a:extLst>
              </p:cNvPr>
              <p:cNvSpPr/>
              <p:nvPr/>
            </p:nvSpPr>
            <p:spPr>
              <a:xfrm>
                <a:off x="5008496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g1594">
                <a:extLst>
                  <a:ext uri="{FF2B5EF4-FFF2-40B4-BE49-F238E27FC236}">
                    <a16:creationId xmlns:a16="http://schemas.microsoft.com/office/drawing/2014/main" id="{2170BC1F-992E-A004-5653-746404C9648F}"/>
                  </a:ext>
                </a:extLst>
              </p:cNvPr>
              <p:cNvSpPr/>
              <p:nvPr/>
            </p:nvSpPr>
            <p:spPr>
              <a:xfrm>
                <a:off x="502013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g1595">
                <a:extLst>
                  <a:ext uri="{FF2B5EF4-FFF2-40B4-BE49-F238E27FC236}">
                    <a16:creationId xmlns:a16="http://schemas.microsoft.com/office/drawing/2014/main" id="{57A4795B-1D6E-176A-51F6-D174A1D68D58}"/>
                  </a:ext>
                </a:extLst>
              </p:cNvPr>
              <p:cNvSpPr/>
              <p:nvPr/>
            </p:nvSpPr>
            <p:spPr>
              <a:xfrm>
                <a:off x="503177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BEFDB">
                  <a:alpha val="100000"/>
                </a:srgbClr>
              </a:solidFill>
              <a:ln w="5420" cap="flat">
                <a:solidFill>
                  <a:srgbClr val="CBEF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g1596">
                <a:extLst>
                  <a:ext uri="{FF2B5EF4-FFF2-40B4-BE49-F238E27FC236}">
                    <a16:creationId xmlns:a16="http://schemas.microsoft.com/office/drawing/2014/main" id="{728825E9-C171-2FBB-78BC-159B92E43319}"/>
                  </a:ext>
                </a:extLst>
              </p:cNvPr>
              <p:cNvSpPr/>
              <p:nvPr/>
            </p:nvSpPr>
            <p:spPr>
              <a:xfrm>
                <a:off x="5043408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CEFDC">
                  <a:alpha val="100000"/>
                </a:srgbClr>
              </a:solidFill>
              <a:ln w="5420" cap="flat">
                <a:solidFill>
                  <a:srgbClr val="CC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g1597">
                <a:extLst>
                  <a:ext uri="{FF2B5EF4-FFF2-40B4-BE49-F238E27FC236}">
                    <a16:creationId xmlns:a16="http://schemas.microsoft.com/office/drawing/2014/main" id="{014C930C-896C-D6CD-99CA-CF9DA177D572}"/>
                  </a:ext>
                </a:extLst>
              </p:cNvPr>
              <p:cNvSpPr/>
              <p:nvPr/>
            </p:nvSpPr>
            <p:spPr>
              <a:xfrm>
                <a:off x="5055045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EF0DD">
                  <a:alpha val="100000"/>
                </a:srgbClr>
              </a:solidFill>
              <a:ln w="5420" cap="flat">
                <a:solidFill>
                  <a:srgbClr val="CE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g1598">
                <a:extLst>
                  <a:ext uri="{FF2B5EF4-FFF2-40B4-BE49-F238E27FC236}">
                    <a16:creationId xmlns:a16="http://schemas.microsoft.com/office/drawing/2014/main" id="{85A544C3-41E5-5A77-109D-6638DC87753B}"/>
                  </a:ext>
                </a:extLst>
              </p:cNvPr>
              <p:cNvSpPr/>
              <p:nvPr/>
            </p:nvSpPr>
            <p:spPr>
              <a:xfrm>
                <a:off x="506668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0F0DE">
                  <a:alpha val="100000"/>
                </a:srgbClr>
              </a:solidFill>
              <a:ln w="5420" cap="flat">
                <a:solidFill>
                  <a:srgbClr val="D0F0D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g1599">
                <a:extLst>
                  <a:ext uri="{FF2B5EF4-FFF2-40B4-BE49-F238E27FC236}">
                    <a16:creationId xmlns:a16="http://schemas.microsoft.com/office/drawing/2014/main" id="{294D0CD2-DF40-4C9A-3D2F-D2CDBEA426EE}"/>
                  </a:ext>
                </a:extLst>
              </p:cNvPr>
              <p:cNvSpPr/>
              <p:nvPr/>
            </p:nvSpPr>
            <p:spPr>
              <a:xfrm>
                <a:off x="5078320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1F1DE">
                  <a:alpha val="100000"/>
                </a:srgbClr>
              </a:solidFill>
              <a:ln w="5420" cap="flat">
                <a:solidFill>
                  <a:srgbClr val="D1F1D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g1600">
                <a:extLst>
                  <a:ext uri="{FF2B5EF4-FFF2-40B4-BE49-F238E27FC236}">
                    <a16:creationId xmlns:a16="http://schemas.microsoft.com/office/drawing/2014/main" id="{DFEE0BA4-E55D-7EAA-C1DC-D004F5B24F2A}"/>
                  </a:ext>
                </a:extLst>
              </p:cNvPr>
              <p:cNvSpPr/>
              <p:nvPr/>
            </p:nvSpPr>
            <p:spPr>
              <a:xfrm>
                <a:off x="5089957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g1601">
                <a:extLst>
                  <a:ext uri="{FF2B5EF4-FFF2-40B4-BE49-F238E27FC236}">
                    <a16:creationId xmlns:a16="http://schemas.microsoft.com/office/drawing/2014/main" id="{FB64D136-F6CF-C85E-4236-077A309F41A0}"/>
                  </a:ext>
                </a:extLst>
              </p:cNvPr>
              <p:cNvSpPr/>
              <p:nvPr/>
            </p:nvSpPr>
            <p:spPr>
              <a:xfrm>
                <a:off x="5101595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0F0DE">
                  <a:alpha val="100000"/>
                </a:srgbClr>
              </a:solidFill>
              <a:ln w="5420" cap="flat">
                <a:solidFill>
                  <a:srgbClr val="D0F0D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g1602">
                <a:extLst>
                  <a:ext uri="{FF2B5EF4-FFF2-40B4-BE49-F238E27FC236}">
                    <a16:creationId xmlns:a16="http://schemas.microsoft.com/office/drawing/2014/main" id="{950CCF5F-4B9D-3B2A-87F3-55DB1F1B8EA0}"/>
                  </a:ext>
                </a:extLst>
              </p:cNvPr>
              <p:cNvSpPr/>
              <p:nvPr/>
            </p:nvSpPr>
            <p:spPr>
              <a:xfrm>
                <a:off x="5113232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DF0DD">
                  <a:alpha val="100000"/>
                </a:srgbClr>
              </a:solidFill>
              <a:ln w="5420" cap="flat">
                <a:solidFill>
                  <a:srgbClr val="CD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g1603">
                <a:extLst>
                  <a:ext uri="{FF2B5EF4-FFF2-40B4-BE49-F238E27FC236}">
                    <a16:creationId xmlns:a16="http://schemas.microsoft.com/office/drawing/2014/main" id="{8CAB4EF0-D0D2-CCCF-CEB3-80412F34BC5A}"/>
                  </a:ext>
                </a:extLst>
              </p:cNvPr>
              <p:cNvSpPr/>
              <p:nvPr/>
            </p:nvSpPr>
            <p:spPr>
              <a:xfrm>
                <a:off x="512486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AEEDB">
                  <a:alpha val="100000"/>
                </a:srgbClr>
              </a:solidFill>
              <a:ln w="5420" cap="flat">
                <a:solidFill>
                  <a:srgbClr val="CA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g1604">
                <a:extLst>
                  <a:ext uri="{FF2B5EF4-FFF2-40B4-BE49-F238E27FC236}">
                    <a16:creationId xmlns:a16="http://schemas.microsoft.com/office/drawing/2014/main" id="{AA74C36E-F5E9-4BEC-CF01-2258CB8797A6}"/>
                  </a:ext>
                </a:extLst>
              </p:cNvPr>
              <p:cNvSpPr/>
              <p:nvPr/>
            </p:nvSpPr>
            <p:spPr>
              <a:xfrm>
                <a:off x="5136507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g1605">
                <a:extLst>
                  <a:ext uri="{FF2B5EF4-FFF2-40B4-BE49-F238E27FC236}">
                    <a16:creationId xmlns:a16="http://schemas.microsoft.com/office/drawing/2014/main" id="{E33B2D89-4008-E088-6B0B-EAD8581F7194}"/>
                  </a:ext>
                </a:extLst>
              </p:cNvPr>
              <p:cNvSpPr/>
              <p:nvPr/>
            </p:nvSpPr>
            <p:spPr>
              <a:xfrm>
                <a:off x="5148144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g1606">
                <a:extLst>
                  <a:ext uri="{FF2B5EF4-FFF2-40B4-BE49-F238E27FC236}">
                    <a16:creationId xmlns:a16="http://schemas.microsoft.com/office/drawing/2014/main" id="{27388214-705C-D40F-C6A0-4347B6958B04}"/>
                  </a:ext>
                </a:extLst>
              </p:cNvPr>
              <p:cNvSpPr/>
              <p:nvPr/>
            </p:nvSpPr>
            <p:spPr>
              <a:xfrm>
                <a:off x="515978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g1607">
                <a:extLst>
                  <a:ext uri="{FF2B5EF4-FFF2-40B4-BE49-F238E27FC236}">
                    <a16:creationId xmlns:a16="http://schemas.microsoft.com/office/drawing/2014/main" id="{C338A35D-212F-6C74-A4EF-3173DFD576FF}"/>
                  </a:ext>
                </a:extLst>
              </p:cNvPr>
              <p:cNvSpPr/>
              <p:nvPr/>
            </p:nvSpPr>
            <p:spPr>
              <a:xfrm>
                <a:off x="517141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g1608">
                <a:extLst>
                  <a:ext uri="{FF2B5EF4-FFF2-40B4-BE49-F238E27FC236}">
                    <a16:creationId xmlns:a16="http://schemas.microsoft.com/office/drawing/2014/main" id="{62F0A252-6C0E-A512-7527-7D9AC50D964E}"/>
                  </a:ext>
                </a:extLst>
              </p:cNvPr>
              <p:cNvSpPr/>
              <p:nvPr/>
            </p:nvSpPr>
            <p:spPr>
              <a:xfrm>
                <a:off x="5183056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g1609">
                <a:extLst>
                  <a:ext uri="{FF2B5EF4-FFF2-40B4-BE49-F238E27FC236}">
                    <a16:creationId xmlns:a16="http://schemas.microsoft.com/office/drawing/2014/main" id="{87B6782E-4F00-228D-73EA-19A6B993BC8C}"/>
                  </a:ext>
                </a:extLst>
              </p:cNvPr>
              <p:cNvSpPr/>
              <p:nvPr/>
            </p:nvSpPr>
            <p:spPr>
              <a:xfrm>
                <a:off x="519469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g1610">
                <a:extLst>
                  <a:ext uri="{FF2B5EF4-FFF2-40B4-BE49-F238E27FC236}">
                    <a16:creationId xmlns:a16="http://schemas.microsoft.com/office/drawing/2014/main" id="{73C85FD5-F4FE-FD27-7CDE-D41C0F5DA886}"/>
                  </a:ext>
                </a:extLst>
              </p:cNvPr>
              <p:cNvSpPr/>
              <p:nvPr/>
            </p:nvSpPr>
            <p:spPr>
              <a:xfrm>
                <a:off x="520633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g1611">
                <a:extLst>
                  <a:ext uri="{FF2B5EF4-FFF2-40B4-BE49-F238E27FC236}">
                    <a16:creationId xmlns:a16="http://schemas.microsoft.com/office/drawing/2014/main" id="{61712522-B218-E7B6-8BD8-A1C918DF9A05}"/>
                  </a:ext>
                </a:extLst>
              </p:cNvPr>
              <p:cNvSpPr/>
              <p:nvPr/>
            </p:nvSpPr>
            <p:spPr>
              <a:xfrm>
                <a:off x="499685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g1612">
                <a:extLst>
                  <a:ext uri="{FF2B5EF4-FFF2-40B4-BE49-F238E27FC236}">
                    <a16:creationId xmlns:a16="http://schemas.microsoft.com/office/drawing/2014/main" id="{DE2E11C9-4C94-6249-8382-0CDE6685A360}"/>
                  </a:ext>
                </a:extLst>
              </p:cNvPr>
              <p:cNvSpPr/>
              <p:nvPr/>
            </p:nvSpPr>
            <p:spPr>
              <a:xfrm>
                <a:off x="5008496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AEFDB">
                  <a:alpha val="100000"/>
                </a:srgbClr>
              </a:solidFill>
              <a:ln w="5420" cap="flat">
                <a:solidFill>
                  <a:srgbClr val="CAEF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g1613">
                <a:extLst>
                  <a:ext uri="{FF2B5EF4-FFF2-40B4-BE49-F238E27FC236}">
                    <a16:creationId xmlns:a16="http://schemas.microsoft.com/office/drawing/2014/main" id="{545C1E41-4E8F-BB61-F117-944A7117624B}"/>
                  </a:ext>
                </a:extLst>
              </p:cNvPr>
              <p:cNvSpPr/>
              <p:nvPr/>
            </p:nvSpPr>
            <p:spPr>
              <a:xfrm>
                <a:off x="502013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CEFDC">
                  <a:alpha val="100000"/>
                </a:srgbClr>
              </a:solidFill>
              <a:ln w="5420" cap="flat">
                <a:solidFill>
                  <a:srgbClr val="CC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g1614">
                <a:extLst>
                  <a:ext uri="{FF2B5EF4-FFF2-40B4-BE49-F238E27FC236}">
                    <a16:creationId xmlns:a16="http://schemas.microsoft.com/office/drawing/2014/main" id="{1EE4E0C9-54F0-6479-1D69-C9AA589D2CB4}"/>
                  </a:ext>
                </a:extLst>
              </p:cNvPr>
              <p:cNvSpPr/>
              <p:nvPr/>
            </p:nvSpPr>
            <p:spPr>
              <a:xfrm>
                <a:off x="5031771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FF0DD">
                  <a:alpha val="100000"/>
                </a:srgbClr>
              </a:solidFill>
              <a:ln w="5420" cap="flat">
                <a:solidFill>
                  <a:srgbClr val="CF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g1615">
                <a:extLst>
                  <a:ext uri="{FF2B5EF4-FFF2-40B4-BE49-F238E27FC236}">
                    <a16:creationId xmlns:a16="http://schemas.microsoft.com/office/drawing/2014/main" id="{79702110-5D2C-7BAD-908C-4414E89C70F0}"/>
                  </a:ext>
                </a:extLst>
              </p:cNvPr>
              <p:cNvSpPr/>
              <p:nvPr/>
            </p:nvSpPr>
            <p:spPr>
              <a:xfrm>
                <a:off x="5043408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1F1DE">
                  <a:alpha val="100000"/>
                </a:srgbClr>
              </a:solidFill>
              <a:ln w="5420" cap="flat">
                <a:solidFill>
                  <a:srgbClr val="D1F1D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g1616">
                <a:extLst>
                  <a:ext uri="{FF2B5EF4-FFF2-40B4-BE49-F238E27FC236}">
                    <a16:creationId xmlns:a16="http://schemas.microsoft.com/office/drawing/2014/main" id="{99E92426-8901-4896-3A97-4250333666BB}"/>
                  </a:ext>
                </a:extLst>
              </p:cNvPr>
              <p:cNvSpPr/>
              <p:nvPr/>
            </p:nvSpPr>
            <p:spPr>
              <a:xfrm>
                <a:off x="5055045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3F1DF">
                  <a:alpha val="100000"/>
                </a:srgbClr>
              </a:solidFill>
              <a:ln w="5420" cap="flat">
                <a:solidFill>
                  <a:srgbClr val="D3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g1617">
                <a:extLst>
                  <a:ext uri="{FF2B5EF4-FFF2-40B4-BE49-F238E27FC236}">
                    <a16:creationId xmlns:a16="http://schemas.microsoft.com/office/drawing/2014/main" id="{13834F62-F0EE-118B-123A-0B1FD35B0773}"/>
                  </a:ext>
                </a:extLst>
              </p:cNvPr>
              <p:cNvSpPr/>
              <p:nvPr/>
            </p:nvSpPr>
            <p:spPr>
              <a:xfrm>
                <a:off x="506668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5F2E1">
                  <a:alpha val="100000"/>
                </a:srgbClr>
              </a:solidFill>
              <a:ln w="5420" cap="flat">
                <a:solidFill>
                  <a:srgbClr val="D5F2E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g1618">
                <a:extLst>
                  <a:ext uri="{FF2B5EF4-FFF2-40B4-BE49-F238E27FC236}">
                    <a16:creationId xmlns:a16="http://schemas.microsoft.com/office/drawing/2014/main" id="{3458C0CB-3431-B3F5-644B-6B4AC9E1E6B3}"/>
                  </a:ext>
                </a:extLst>
              </p:cNvPr>
              <p:cNvSpPr/>
              <p:nvPr/>
            </p:nvSpPr>
            <p:spPr>
              <a:xfrm>
                <a:off x="5078320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8F3E2">
                  <a:alpha val="100000"/>
                </a:srgbClr>
              </a:solidFill>
              <a:ln w="5420" cap="flat">
                <a:solidFill>
                  <a:srgbClr val="D8F3E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g1619">
                <a:extLst>
                  <a:ext uri="{FF2B5EF4-FFF2-40B4-BE49-F238E27FC236}">
                    <a16:creationId xmlns:a16="http://schemas.microsoft.com/office/drawing/2014/main" id="{D0B522BC-34D4-2B65-8EC7-F7809C832DC4}"/>
                  </a:ext>
                </a:extLst>
              </p:cNvPr>
              <p:cNvSpPr/>
              <p:nvPr/>
            </p:nvSpPr>
            <p:spPr>
              <a:xfrm>
                <a:off x="5089957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AF4E3">
                  <a:alpha val="100000"/>
                </a:srgbClr>
              </a:solidFill>
              <a:ln w="5420" cap="flat">
                <a:solidFill>
                  <a:srgbClr val="DAF4E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g1620">
                <a:extLst>
                  <a:ext uri="{FF2B5EF4-FFF2-40B4-BE49-F238E27FC236}">
                    <a16:creationId xmlns:a16="http://schemas.microsoft.com/office/drawing/2014/main" id="{148E66A0-119B-7721-DECA-B818F72D47B3}"/>
                  </a:ext>
                </a:extLst>
              </p:cNvPr>
              <p:cNvSpPr/>
              <p:nvPr/>
            </p:nvSpPr>
            <p:spPr>
              <a:xfrm>
                <a:off x="5101595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9F3E2">
                  <a:alpha val="100000"/>
                </a:srgbClr>
              </a:solidFill>
              <a:ln w="5420" cap="flat">
                <a:solidFill>
                  <a:srgbClr val="D9F3E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g1621">
                <a:extLst>
                  <a:ext uri="{FF2B5EF4-FFF2-40B4-BE49-F238E27FC236}">
                    <a16:creationId xmlns:a16="http://schemas.microsoft.com/office/drawing/2014/main" id="{5729914D-04B6-204D-E427-B5661CBDE193}"/>
                  </a:ext>
                </a:extLst>
              </p:cNvPr>
              <p:cNvSpPr/>
              <p:nvPr/>
            </p:nvSpPr>
            <p:spPr>
              <a:xfrm>
                <a:off x="5113232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5F2E0">
                  <a:alpha val="100000"/>
                </a:srgbClr>
              </a:solidFill>
              <a:ln w="5420" cap="flat">
                <a:solidFill>
                  <a:srgbClr val="D5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g1622">
                <a:extLst>
                  <a:ext uri="{FF2B5EF4-FFF2-40B4-BE49-F238E27FC236}">
                    <a16:creationId xmlns:a16="http://schemas.microsoft.com/office/drawing/2014/main" id="{B67B925D-5EF1-196E-B425-919FC1776B26}"/>
                  </a:ext>
                </a:extLst>
              </p:cNvPr>
              <p:cNvSpPr/>
              <p:nvPr/>
            </p:nvSpPr>
            <p:spPr>
              <a:xfrm>
                <a:off x="512486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1F1DE">
                  <a:alpha val="100000"/>
                </a:srgbClr>
              </a:solidFill>
              <a:ln w="5420" cap="flat">
                <a:solidFill>
                  <a:srgbClr val="D1F1D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g1623">
                <a:extLst>
                  <a:ext uri="{FF2B5EF4-FFF2-40B4-BE49-F238E27FC236}">
                    <a16:creationId xmlns:a16="http://schemas.microsoft.com/office/drawing/2014/main" id="{E1E44555-C97D-EFE2-C3A0-CC31CE85BFDB}"/>
                  </a:ext>
                </a:extLst>
              </p:cNvPr>
              <p:cNvSpPr/>
              <p:nvPr/>
            </p:nvSpPr>
            <p:spPr>
              <a:xfrm>
                <a:off x="5136507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CEFDC">
                  <a:alpha val="100000"/>
                </a:srgbClr>
              </a:solidFill>
              <a:ln w="5420" cap="flat">
                <a:solidFill>
                  <a:srgbClr val="CC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g1624">
                <a:extLst>
                  <a:ext uri="{FF2B5EF4-FFF2-40B4-BE49-F238E27FC236}">
                    <a16:creationId xmlns:a16="http://schemas.microsoft.com/office/drawing/2014/main" id="{E893194F-AF90-FD09-3A4B-80805B67ACF4}"/>
                  </a:ext>
                </a:extLst>
              </p:cNvPr>
              <p:cNvSpPr/>
              <p:nvPr/>
            </p:nvSpPr>
            <p:spPr>
              <a:xfrm>
                <a:off x="5148144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g1625">
                <a:extLst>
                  <a:ext uri="{FF2B5EF4-FFF2-40B4-BE49-F238E27FC236}">
                    <a16:creationId xmlns:a16="http://schemas.microsoft.com/office/drawing/2014/main" id="{5A08CA6D-B1CC-BAEB-DDF8-83210E7B805A}"/>
                  </a:ext>
                </a:extLst>
              </p:cNvPr>
              <p:cNvSpPr/>
              <p:nvPr/>
            </p:nvSpPr>
            <p:spPr>
              <a:xfrm>
                <a:off x="5159781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8">
                  <a:alpha val="100000"/>
                </a:srgbClr>
              </a:solidFill>
              <a:ln w="5420" cap="flat">
                <a:solidFill>
                  <a:srgbClr val="C3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g1626">
                <a:extLst>
                  <a:ext uri="{FF2B5EF4-FFF2-40B4-BE49-F238E27FC236}">
                    <a16:creationId xmlns:a16="http://schemas.microsoft.com/office/drawing/2014/main" id="{0F60D902-FF6D-B2E3-0D9D-6DFE55DD285C}"/>
                  </a:ext>
                </a:extLst>
              </p:cNvPr>
              <p:cNvSpPr/>
              <p:nvPr/>
            </p:nvSpPr>
            <p:spPr>
              <a:xfrm>
                <a:off x="517141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g1627">
                <a:extLst>
                  <a:ext uri="{FF2B5EF4-FFF2-40B4-BE49-F238E27FC236}">
                    <a16:creationId xmlns:a16="http://schemas.microsoft.com/office/drawing/2014/main" id="{56BCC90E-3ADE-3F32-DBE7-5F6DCC219829}"/>
                  </a:ext>
                </a:extLst>
              </p:cNvPr>
              <p:cNvSpPr/>
              <p:nvPr/>
            </p:nvSpPr>
            <p:spPr>
              <a:xfrm>
                <a:off x="5183056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g1628">
                <a:extLst>
                  <a:ext uri="{FF2B5EF4-FFF2-40B4-BE49-F238E27FC236}">
                    <a16:creationId xmlns:a16="http://schemas.microsoft.com/office/drawing/2014/main" id="{801C5287-C9CC-FA78-2953-CC017EBA3C1F}"/>
                  </a:ext>
                </a:extLst>
              </p:cNvPr>
              <p:cNvSpPr/>
              <p:nvPr/>
            </p:nvSpPr>
            <p:spPr>
              <a:xfrm>
                <a:off x="519469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g1629">
                <a:extLst>
                  <a:ext uri="{FF2B5EF4-FFF2-40B4-BE49-F238E27FC236}">
                    <a16:creationId xmlns:a16="http://schemas.microsoft.com/office/drawing/2014/main" id="{D21443A7-0157-7AB5-64E8-9BB1BFC861D7}"/>
                  </a:ext>
                </a:extLst>
              </p:cNvPr>
              <p:cNvSpPr/>
              <p:nvPr/>
            </p:nvSpPr>
            <p:spPr>
              <a:xfrm>
                <a:off x="499685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B">
                  <a:alpha val="100000"/>
                </a:srgbClr>
              </a:solidFill>
              <a:ln w="5420" cap="flat">
                <a:solidFill>
                  <a:srgbClr val="C9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g1630">
                <a:extLst>
                  <a:ext uri="{FF2B5EF4-FFF2-40B4-BE49-F238E27FC236}">
                    <a16:creationId xmlns:a16="http://schemas.microsoft.com/office/drawing/2014/main" id="{6325328B-28CB-5E47-2F1D-2E8A805F1932}"/>
                  </a:ext>
                </a:extLst>
              </p:cNvPr>
              <p:cNvSpPr/>
              <p:nvPr/>
            </p:nvSpPr>
            <p:spPr>
              <a:xfrm>
                <a:off x="5008496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BEFDB">
                  <a:alpha val="100000"/>
                </a:srgbClr>
              </a:solidFill>
              <a:ln w="5420" cap="flat">
                <a:solidFill>
                  <a:srgbClr val="CBEF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g1631">
                <a:extLst>
                  <a:ext uri="{FF2B5EF4-FFF2-40B4-BE49-F238E27FC236}">
                    <a16:creationId xmlns:a16="http://schemas.microsoft.com/office/drawing/2014/main" id="{833601D3-0C78-9394-E47C-E59828BBAAA1}"/>
                  </a:ext>
                </a:extLst>
              </p:cNvPr>
              <p:cNvSpPr/>
              <p:nvPr/>
            </p:nvSpPr>
            <p:spPr>
              <a:xfrm>
                <a:off x="5020133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DF0DD">
                  <a:alpha val="100000"/>
                </a:srgbClr>
              </a:solidFill>
              <a:ln w="5420" cap="flat">
                <a:solidFill>
                  <a:srgbClr val="CD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g1632">
                <a:extLst>
                  <a:ext uri="{FF2B5EF4-FFF2-40B4-BE49-F238E27FC236}">
                    <a16:creationId xmlns:a16="http://schemas.microsoft.com/office/drawing/2014/main" id="{04B73786-16FF-16E5-8E17-F7C37812E189}"/>
                  </a:ext>
                </a:extLst>
              </p:cNvPr>
              <p:cNvSpPr/>
              <p:nvPr/>
            </p:nvSpPr>
            <p:spPr>
              <a:xfrm>
                <a:off x="5031771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FF0DE">
                  <a:alpha val="100000"/>
                </a:srgbClr>
              </a:solidFill>
              <a:ln w="5420" cap="flat">
                <a:solidFill>
                  <a:srgbClr val="CFF0D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g1633">
                <a:extLst>
                  <a:ext uri="{FF2B5EF4-FFF2-40B4-BE49-F238E27FC236}">
                    <a16:creationId xmlns:a16="http://schemas.microsoft.com/office/drawing/2014/main" id="{75EC5A69-E6C3-813A-A4B4-B99EA62323D0}"/>
                  </a:ext>
                </a:extLst>
              </p:cNvPr>
              <p:cNvSpPr/>
              <p:nvPr/>
            </p:nvSpPr>
            <p:spPr>
              <a:xfrm>
                <a:off x="5043408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g1634">
                <a:extLst>
                  <a:ext uri="{FF2B5EF4-FFF2-40B4-BE49-F238E27FC236}">
                    <a16:creationId xmlns:a16="http://schemas.microsoft.com/office/drawing/2014/main" id="{D073780D-1CC3-BC48-104D-6D7A23FEDD38}"/>
                  </a:ext>
                </a:extLst>
              </p:cNvPr>
              <p:cNvSpPr/>
              <p:nvPr/>
            </p:nvSpPr>
            <p:spPr>
              <a:xfrm>
                <a:off x="5055045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4F2E0">
                  <a:alpha val="100000"/>
                </a:srgbClr>
              </a:solidFill>
              <a:ln w="5420" cap="flat">
                <a:solidFill>
                  <a:srgbClr val="D4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g1635">
                <a:extLst>
                  <a:ext uri="{FF2B5EF4-FFF2-40B4-BE49-F238E27FC236}">
                    <a16:creationId xmlns:a16="http://schemas.microsoft.com/office/drawing/2014/main" id="{0AE54E8E-3199-B357-A503-2A6CE2E16B69}"/>
                  </a:ext>
                </a:extLst>
              </p:cNvPr>
              <p:cNvSpPr/>
              <p:nvPr/>
            </p:nvSpPr>
            <p:spPr>
              <a:xfrm>
                <a:off x="5066683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6F2E1">
                  <a:alpha val="100000"/>
                </a:srgbClr>
              </a:solidFill>
              <a:ln w="5420" cap="flat">
                <a:solidFill>
                  <a:srgbClr val="D6F2E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g1636">
                <a:extLst>
                  <a:ext uri="{FF2B5EF4-FFF2-40B4-BE49-F238E27FC236}">
                    <a16:creationId xmlns:a16="http://schemas.microsoft.com/office/drawing/2014/main" id="{D39F4EE5-9E79-30B9-22DC-D3DBC441CBA9}"/>
                  </a:ext>
                </a:extLst>
              </p:cNvPr>
              <p:cNvSpPr/>
              <p:nvPr/>
            </p:nvSpPr>
            <p:spPr>
              <a:xfrm>
                <a:off x="5078320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8F3E2">
                  <a:alpha val="100000"/>
                </a:srgbClr>
              </a:solidFill>
              <a:ln w="5420" cap="flat">
                <a:solidFill>
                  <a:srgbClr val="D8F3E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g1637">
                <a:extLst>
                  <a:ext uri="{FF2B5EF4-FFF2-40B4-BE49-F238E27FC236}">
                    <a16:creationId xmlns:a16="http://schemas.microsoft.com/office/drawing/2014/main" id="{D844D50B-5F2A-2862-15A7-4D28CA2A81F0}"/>
                  </a:ext>
                </a:extLst>
              </p:cNvPr>
              <p:cNvSpPr/>
              <p:nvPr/>
            </p:nvSpPr>
            <p:spPr>
              <a:xfrm>
                <a:off x="5089957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AF4E3">
                  <a:alpha val="100000"/>
                </a:srgbClr>
              </a:solidFill>
              <a:ln w="5420" cap="flat">
                <a:solidFill>
                  <a:srgbClr val="DAF4E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g1638">
                <a:extLst>
                  <a:ext uri="{FF2B5EF4-FFF2-40B4-BE49-F238E27FC236}">
                    <a16:creationId xmlns:a16="http://schemas.microsoft.com/office/drawing/2014/main" id="{27B5E665-BE7D-F137-A955-753C279534DC}"/>
                  </a:ext>
                </a:extLst>
              </p:cNvPr>
              <p:cNvSpPr/>
              <p:nvPr/>
            </p:nvSpPr>
            <p:spPr>
              <a:xfrm>
                <a:off x="5101595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9F3E2">
                  <a:alpha val="100000"/>
                </a:srgbClr>
              </a:solidFill>
              <a:ln w="5420" cap="flat">
                <a:solidFill>
                  <a:srgbClr val="D9F3E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g1639">
                <a:extLst>
                  <a:ext uri="{FF2B5EF4-FFF2-40B4-BE49-F238E27FC236}">
                    <a16:creationId xmlns:a16="http://schemas.microsoft.com/office/drawing/2014/main" id="{7FAC5785-C03F-550F-B833-67F69C6BD784}"/>
                  </a:ext>
                </a:extLst>
              </p:cNvPr>
              <p:cNvSpPr/>
              <p:nvPr/>
            </p:nvSpPr>
            <p:spPr>
              <a:xfrm>
                <a:off x="5113232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6F2E1">
                  <a:alpha val="100000"/>
                </a:srgbClr>
              </a:solidFill>
              <a:ln w="5420" cap="flat">
                <a:solidFill>
                  <a:srgbClr val="D6F2E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g1640">
                <a:extLst>
                  <a:ext uri="{FF2B5EF4-FFF2-40B4-BE49-F238E27FC236}">
                    <a16:creationId xmlns:a16="http://schemas.microsoft.com/office/drawing/2014/main" id="{039D9803-0FA3-F284-FA1C-4D9B9F33B027}"/>
                  </a:ext>
                </a:extLst>
              </p:cNvPr>
              <p:cNvSpPr/>
              <p:nvPr/>
            </p:nvSpPr>
            <p:spPr>
              <a:xfrm>
                <a:off x="512486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g1641">
                <a:extLst>
                  <a:ext uri="{FF2B5EF4-FFF2-40B4-BE49-F238E27FC236}">
                    <a16:creationId xmlns:a16="http://schemas.microsoft.com/office/drawing/2014/main" id="{25C26E0E-D71B-81D2-3803-488585229250}"/>
                  </a:ext>
                </a:extLst>
              </p:cNvPr>
              <p:cNvSpPr/>
              <p:nvPr/>
            </p:nvSpPr>
            <p:spPr>
              <a:xfrm>
                <a:off x="5136507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EF0DD">
                  <a:alpha val="100000"/>
                </a:srgbClr>
              </a:solidFill>
              <a:ln w="5420" cap="flat">
                <a:solidFill>
                  <a:srgbClr val="CE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g1642">
                <a:extLst>
                  <a:ext uri="{FF2B5EF4-FFF2-40B4-BE49-F238E27FC236}">
                    <a16:creationId xmlns:a16="http://schemas.microsoft.com/office/drawing/2014/main" id="{63D3F259-93FB-DDC7-ED6B-8D2C30EAAB83}"/>
                  </a:ext>
                </a:extLst>
              </p:cNvPr>
              <p:cNvSpPr/>
              <p:nvPr/>
            </p:nvSpPr>
            <p:spPr>
              <a:xfrm>
                <a:off x="5148144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AEFDB">
                  <a:alpha val="100000"/>
                </a:srgbClr>
              </a:solidFill>
              <a:ln w="5420" cap="flat">
                <a:solidFill>
                  <a:srgbClr val="CAEF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g1643">
                <a:extLst>
                  <a:ext uri="{FF2B5EF4-FFF2-40B4-BE49-F238E27FC236}">
                    <a16:creationId xmlns:a16="http://schemas.microsoft.com/office/drawing/2014/main" id="{4C959E54-4ACF-1C75-9CCF-64A0F2128664}"/>
                  </a:ext>
                </a:extLst>
              </p:cNvPr>
              <p:cNvSpPr/>
              <p:nvPr/>
            </p:nvSpPr>
            <p:spPr>
              <a:xfrm>
                <a:off x="5159781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g1644">
                <a:extLst>
                  <a:ext uri="{FF2B5EF4-FFF2-40B4-BE49-F238E27FC236}">
                    <a16:creationId xmlns:a16="http://schemas.microsoft.com/office/drawing/2014/main" id="{9343C137-9D25-F619-FB95-E1CEA9A7416E}"/>
                  </a:ext>
                </a:extLst>
              </p:cNvPr>
              <p:cNvSpPr/>
              <p:nvPr/>
            </p:nvSpPr>
            <p:spPr>
              <a:xfrm>
                <a:off x="517141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8">
                  <a:alpha val="100000"/>
                </a:srgbClr>
              </a:solidFill>
              <a:ln w="5420" cap="flat">
                <a:solidFill>
                  <a:srgbClr val="C3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g1645">
                <a:extLst>
                  <a:ext uri="{FF2B5EF4-FFF2-40B4-BE49-F238E27FC236}">
                    <a16:creationId xmlns:a16="http://schemas.microsoft.com/office/drawing/2014/main" id="{02523ABA-5E55-E7A4-2EE0-B132C2D8DABE}"/>
                  </a:ext>
                </a:extLst>
              </p:cNvPr>
              <p:cNvSpPr/>
              <p:nvPr/>
            </p:nvSpPr>
            <p:spPr>
              <a:xfrm>
                <a:off x="5183056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CD6">
                  <a:alpha val="100000"/>
                </a:srgbClr>
              </a:solidFill>
              <a:ln w="5420" cap="flat">
                <a:solidFill>
                  <a:srgbClr val="C1EC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g1646">
                <a:extLst>
                  <a:ext uri="{FF2B5EF4-FFF2-40B4-BE49-F238E27FC236}">
                    <a16:creationId xmlns:a16="http://schemas.microsoft.com/office/drawing/2014/main" id="{150E515C-D460-8708-CC39-172C5C6ADE52}"/>
                  </a:ext>
                </a:extLst>
              </p:cNvPr>
              <p:cNvSpPr/>
              <p:nvPr/>
            </p:nvSpPr>
            <p:spPr>
              <a:xfrm>
                <a:off x="5008496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CEFDC">
                  <a:alpha val="100000"/>
                </a:srgbClr>
              </a:solidFill>
              <a:ln w="5420" cap="flat">
                <a:solidFill>
                  <a:srgbClr val="CC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g1647">
                <a:extLst>
                  <a:ext uri="{FF2B5EF4-FFF2-40B4-BE49-F238E27FC236}">
                    <a16:creationId xmlns:a16="http://schemas.microsoft.com/office/drawing/2014/main" id="{69569329-1A73-4FA1-9616-4D4F8DD9D188}"/>
                  </a:ext>
                </a:extLst>
              </p:cNvPr>
              <p:cNvSpPr/>
              <p:nvPr/>
            </p:nvSpPr>
            <p:spPr>
              <a:xfrm>
                <a:off x="5020133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EF0DD">
                  <a:alpha val="100000"/>
                </a:srgbClr>
              </a:solidFill>
              <a:ln w="5420" cap="flat">
                <a:solidFill>
                  <a:srgbClr val="CE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g1648">
                <a:extLst>
                  <a:ext uri="{FF2B5EF4-FFF2-40B4-BE49-F238E27FC236}">
                    <a16:creationId xmlns:a16="http://schemas.microsoft.com/office/drawing/2014/main" id="{D371375A-76AF-2983-566A-8FD192B286EB}"/>
                  </a:ext>
                </a:extLst>
              </p:cNvPr>
              <p:cNvSpPr/>
              <p:nvPr/>
            </p:nvSpPr>
            <p:spPr>
              <a:xfrm>
                <a:off x="5031771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0F0DE">
                  <a:alpha val="100000"/>
                </a:srgbClr>
              </a:solidFill>
              <a:ln w="5420" cap="flat">
                <a:solidFill>
                  <a:srgbClr val="D0F0D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g1649">
                <a:extLst>
                  <a:ext uri="{FF2B5EF4-FFF2-40B4-BE49-F238E27FC236}">
                    <a16:creationId xmlns:a16="http://schemas.microsoft.com/office/drawing/2014/main" id="{62E4D7B8-86DD-6534-88C0-F52485564D26}"/>
                  </a:ext>
                </a:extLst>
              </p:cNvPr>
              <p:cNvSpPr/>
              <p:nvPr/>
            </p:nvSpPr>
            <p:spPr>
              <a:xfrm>
                <a:off x="5043408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g1650">
                <a:extLst>
                  <a:ext uri="{FF2B5EF4-FFF2-40B4-BE49-F238E27FC236}">
                    <a16:creationId xmlns:a16="http://schemas.microsoft.com/office/drawing/2014/main" id="{9FDF052E-A666-F741-0F0C-854150940BD6}"/>
                  </a:ext>
                </a:extLst>
              </p:cNvPr>
              <p:cNvSpPr/>
              <p:nvPr/>
            </p:nvSpPr>
            <p:spPr>
              <a:xfrm>
                <a:off x="5055045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4F2E0">
                  <a:alpha val="100000"/>
                </a:srgbClr>
              </a:solidFill>
              <a:ln w="5420" cap="flat">
                <a:solidFill>
                  <a:srgbClr val="D4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g1651">
                <a:extLst>
                  <a:ext uri="{FF2B5EF4-FFF2-40B4-BE49-F238E27FC236}">
                    <a16:creationId xmlns:a16="http://schemas.microsoft.com/office/drawing/2014/main" id="{32899638-FE36-FB1F-D91D-E2F8DCD69E82}"/>
                  </a:ext>
                </a:extLst>
              </p:cNvPr>
              <p:cNvSpPr/>
              <p:nvPr/>
            </p:nvSpPr>
            <p:spPr>
              <a:xfrm>
                <a:off x="5066683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5F2E0">
                  <a:alpha val="100000"/>
                </a:srgbClr>
              </a:solidFill>
              <a:ln w="5420" cap="flat">
                <a:solidFill>
                  <a:srgbClr val="D5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g1652">
                <a:extLst>
                  <a:ext uri="{FF2B5EF4-FFF2-40B4-BE49-F238E27FC236}">
                    <a16:creationId xmlns:a16="http://schemas.microsoft.com/office/drawing/2014/main" id="{405600F1-A61C-F51D-3E6C-E0D9C1155CCC}"/>
                  </a:ext>
                </a:extLst>
              </p:cNvPr>
              <p:cNvSpPr/>
              <p:nvPr/>
            </p:nvSpPr>
            <p:spPr>
              <a:xfrm>
                <a:off x="5078320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6F2E1">
                  <a:alpha val="100000"/>
                </a:srgbClr>
              </a:solidFill>
              <a:ln w="5420" cap="flat">
                <a:solidFill>
                  <a:srgbClr val="D6F2E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g1653">
                <a:extLst>
                  <a:ext uri="{FF2B5EF4-FFF2-40B4-BE49-F238E27FC236}">
                    <a16:creationId xmlns:a16="http://schemas.microsoft.com/office/drawing/2014/main" id="{D2053F51-EB78-7C30-C006-B0EB98D0C6D2}"/>
                  </a:ext>
                </a:extLst>
              </p:cNvPr>
              <p:cNvSpPr/>
              <p:nvPr/>
            </p:nvSpPr>
            <p:spPr>
              <a:xfrm>
                <a:off x="5089957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6F2E1">
                  <a:alpha val="100000"/>
                </a:srgbClr>
              </a:solidFill>
              <a:ln w="5420" cap="flat">
                <a:solidFill>
                  <a:srgbClr val="D6F2E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g1654">
                <a:extLst>
                  <a:ext uri="{FF2B5EF4-FFF2-40B4-BE49-F238E27FC236}">
                    <a16:creationId xmlns:a16="http://schemas.microsoft.com/office/drawing/2014/main" id="{2D85ABF4-3621-1FF8-1D6B-96733E3C44A1}"/>
                  </a:ext>
                </a:extLst>
              </p:cNvPr>
              <p:cNvSpPr/>
              <p:nvPr/>
            </p:nvSpPr>
            <p:spPr>
              <a:xfrm>
                <a:off x="5101595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6F3E1">
                  <a:alpha val="100000"/>
                </a:srgbClr>
              </a:solidFill>
              <a:ln w="5420" cap="flat">
                <a:solidFill>
                  <a:srgbClr val="D6F3E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g1655">
                <a:extLst>
                  <a:ext uri="{FF2B5EF4-FFF2-40B4-BE49-F238E27FC236}">
                    <a16:creationId xmlns:a16="http://schemas.microsoft.com/office/drawing/2014/main" id="{566F916D-3660-488F-DF8F-5916A6827615}"/>
                  </a:ext>
                </a:extLst>
              </p:cNvPr>
              <p:cNvSpPr/>
              <p:nvPr/>
            </p:nvSpPr>
            <p:spPr>
              <a:xfrm>
                <a:off x="5113232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5F2E0">
                  <a:alpha val="100000"/>
                </a:srgbClr>
              </a:solidFill>
              <a:ln w="5420" cap="flat">
                <a:solidFill>
                  <a:srgbClr val="D5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g1656">
                <a:extLst>
                  <a:ext uri="{FF2B5EF4-FFF2-40B4-BE49-F238E27FC236}">
                    <a16:creationId xmlns:a16="http://schemas.microsoft.com/office/drawing/2014/main" id="{247100CA-F9A8-0C0F-82A8-15C8E240C4F0}"/>
                  </a:ext>
                </a:extLst>
              </p:cNvPr>
              <p:cNvSpPr/>
              <p:nvPr/>
            </p:nvSpPr>
            <p:spPr>
              <a:xfrm>
                <a:off x="5124869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g1657">
                <a:extLst>
                  <a:ext uri="{FF2B5EF4-FFF2-40B4-BE49-F238E27FC236}">
                    <a16:creationId xmlns:a16="http://schemas.microsoft.com/office/drawing/2014/main" id="{BB1912DE-D033-2022-6EAF-E4CAE344CD7B}"/>
                  </a:ext>
                </a:extLst>
              </p:cNvPr>
              <p:cNvSpPr/>
              <p:nvPr/>
            </p:nvSpPr>
            <p:spPr>
              <a:xfrm>
                <a:off x="5136507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FF0DD">
                  <a:alpha val="100000"/>
                </a:srgbClr>
              </a:solidFill>
              <a:ln w="5420" cap="flat">
                <a:solidFill>
                  <a:srgbClr val="CF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g1658">
                <a:extLst>
                  <a:ext uri="{FF2B5EF4-FFF2-40B4-BE49-F238E27FC236}">
                    <a16:creationId xmlns:a16="http://schemas.microsoft.com/office/drawing/2014/main" id="{DFF34D62-DE21-587B-DAEA-7E84B4C31C12}"/>
                  </a:ext>
                </a:extLst>
              </p:cNvPr>
              <p:cNvSpPr/>
              <p:nvPr/>
            </p:nvSpPr>
            <p:spPr>
              <a:xfrm>
                <a:off x="5148144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CEFDC">
                  <a:alpha val="100000"/>
                </a:srgbClr>
              </a:solidFill>
              <a:ln w="5420" cap="flat">
                <a:solidFill>
                  <a:srgbClr val="CC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g1659">
                <a:extLst>
                  <a:ext uri="{FF2B5EF4-FFF2-40B4-BE49-F238E27FC236}">
                    <a16:creationId xmlns:a16="http://schemas.microsoft.com/office/drawing/2014/main" id="{37784839-EBCF-78B5-3FF7-B0F2CCD07AA8}"/>
                  </a:ext>
                </a:extLst>
              </p:cNvPr>
              <p:cNvSpPr/>
              <p:nvPr/>
            </p:nvSpPr>
            <p:spPr>
              <a:xfrm>
                <a:off x="5159781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g1660">
                <a:extLst>
                  <a:ext uri="{FF2B5EF4-FFF2-40B4-BE49-F238E27FC236}">
                    <a16:creationId xmlns:a16="http://schemas.microsoft.com/office/drawing/2014/main" id="{17B3F5E9-CFBE-FF31-C956-FA6BBBB5704F}"/>
                  </a:ext>
                </a:extLst>
              </p:cNvPr>
              <p:cNvSpPr/>
              <p:nvPr/>
            </p:nvSpPr>
            <p:spPr>
              <a:xfrm>
                <a:off x="5171419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g1661">
                <a:extLst>
                  <a:ext uri="{FF2B5EF4-FFF2-40B4-BE49-F238E27FC236}">
                    <a16:creationId xmlns:a16="http://schemas.microsoft.com/office/drawing/2014/main" id="{894E1195-4D09-1BD8-7E58-C96F8831029B}"/>
                  </a:ext>
                </a:extLst>
              </p:cNvPr>
              <p:cNvSpPr/>
              <p:nvPr/>
            </p:nvSpPr>
            <p:spPr>
              <a:xfrm>
                <a:off x="5043408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g1662">
                <a:extLst>
                  <a:ext uri="{FF2B5EF4-FFF2-40B4-BE49-F238E27FC236}">
                    <a16:creationId xmlns:a16="http://schemas.microsoft.com/office/drawing/2014/main" id="{B037D9E3-8497-BD5C-1F97-7C4823E6F6CB}"/>
                  </a:ext>
                </a:extLst>
              </p:cNvPr>
              <p:cNvSpPr/>
              <p:nvPr/>
            </p:nvSpPr>
            <p:spPr>
              <a:xfrm>
                <a:off x="5055045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3F1DF">
                  <a:alpha val="100000"/>
                </a:srgbClr>
              </a:solidFill>
              <a:ln w="5420" cap="flat">
                <a:solidFill>
                  <a:srgbClr val="D3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g1663">
                <a:extLst>
                  <a:ext uri="{FF2B5EF4-FFF2-40B4-BE49-F238E27FC236}">
                    <a16:creationId xmlns:a16="http://schemas.microsoft.com/office/drawing/2014/main" id="{ED4DA1ED-D80F-D5CA-98CC-0E9AC5152318}"/>
                  </a:ext>
                </a:extLst>
              </p:cNvPr>
              <p:cNvSpPr/>
              <p:nvPr/>
            </p:nvSpPr>
            <p:spPr>
              <a:xfrm>
                <a:off x="5066683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4F2E0">
                  <a:alpha val="100000"/>
                </a:srgbClr>
              </a:solidFill>
              <a:ln w="5420" cap="flat">
                <a:solidFill>
                  <a:srgbClr val="D4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g1664">
                <a:extLst>
                  <a:ext uri="{FF2B5EF4-FFF2-40B4-BE49-F238E27FC236}">
                    <a16:creationId xmlns:a16="http://schemas.microsoft.com/office/drawing/2014/main" id="{4BF625BA-140B-BEF1-8198-730B333E2496}"/>
                  </a:ext>
                </a:extLst>
              </p:cNvPr>
              <p:cNvSpPr/>
              <p:nvPr/>
            </p:nvSpPr>
            <p:spPr>
              <a:xfrm>
                <a:off x="5078320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5F2E1">
                  <a:alpha val="100000"/>
                </a:srgbClr>
              </a:solidFill>
              <a:ln w="5420" cap="flat">
                <a:solidFill>
                  <a:srgbClr val="D5F2E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g1665">
                <a:extLst>
                  <a:ext uri="{FF2B5EF4-FFF2-40B4-BE49-F238E27FC236}">
                    <a16:creationId xmlns:a16="http://schemas.microsoft.com/office/drawing/2014/main" id="{2F93FB37-824E-B5BD-BB11-F32510C31416}"/>
                  </a:ext>
                </a:extLst>
              </p:cNvPr>
              <p:cNvSpPr/>
              <p:nvPr/>
            </p:nvSpPr>
            <p:spPr>
              <a:xfrm>
                <a:off x="5089957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6F2E1">
                  <a:alpha val="100000"/>
                </a:srgbClr>
              </a:solidFill>
              <a:ln w="5420" cap="flat">
                <a:solidFill>
                  <a:srgbClr val="D6F2E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g1666">
                <a:extLst>
                  <a:ext uri="{FF2B5EF4-FFF2-40B4-BE49-F238E27FC236}">
                    <a16:creationId xmlns:a16="http://schemas.microsoft.com/office/drawing/2014/main" id="{EDE27215-35E9-61F9-3368-D4C131644DD4}"/>
                  </a:ext>
                </a:extLst>
              </p:cNvPr>
              <p:cNvSpPr/>
              <p:nvPr/>
            </p:nvSpPr>
            <p:spPr>
              <a:xfrm>
                <a:off x="5101595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5F2E0">
                  <a:alpha val="100000"/>
                </a:srgbClr>
              </a:solidFill>
              <a:ln w="5420" cap="flat">
                <a:solidFill>
                  <a:srgbClr val="D5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g1667">
                <a:extLst>
                  <a:ext uri="{FF2B5EF4-FFF2-40B4-BE49-F238E27FC236}">
                    <a16:creationId xmlns:a16="http://schemas.microsoft.com/office/drawing/2014/main" id="{5C4BC084-2A00-E38B-811C-A7DCA1E665C2}"/>
                  </a:ext>
                </a:extLst>
              </p:cNvPr>
              <p:cNvSpPr/>
              <p:nvPr/>
            </p:nvSpPr>
            <p:spPr>
              <a:xfrm>
                <a:off x="5113232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4F2E0">
                  <a:alpha val="100000"/>
                </a:srgbClr>
              </a:solidFill>
              <a:ln w="5420" cap="flat">
                <a:solidFill>
                  <a:srgbClr val="D4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g1668">
                <a:extLst>
                  <a:ext uri="{FF2B5EF4-FFF2-40B4-BE49-F238E27FC236}">
                    <a16:creationId xmlns:a16="http://schemas.microsoft.com/office/drawing/2014/main" id="{1EE80D00-2151-3027-5634-A1FDB4C6EEDC}"/>
                  </a:ext>
                </a:extLst>
              </p:cNvPr>
              <p:cNvSpPr/>
              <p:nvPr/>
            </p:nvSpPr>
            <p:spPr>
              <a:xfrm>
                <a:off x="5124869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1F1DF">
                  <a:alpha val="100000"/>
                </a:srgbClr>
              </a:solidFill>
              <a:ln w="5420" cap="flat">
                <a:solidFill>
                  <a:srgbClr val="D1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g1669">
                <a:extLst>
                  <a:ext uri="{FF2B5EF4-FFF2-40B4-BE49-F238E27FC236}">
                    <a16:creationId xmlns:a16="http://schemas.microsoft.com/office/drawing/2014/main" id="{B9184C0D-6100-57C4-BFCF-F9A7A9C09E5F}"/>
                  </a:ext>
                </a:extLst>
              </p:cNvPr>
              <p:cNvSpPr/>
              <p:nvPr/>
            </p:nvSpPr>
            <p:spPr>
              <a:xfrm>
                <a:off x="5136507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FF0DD">
                  <a:alpha val="100000"/>
                </a:srgbClr>
              </a:solidFill>
              <a:ln w="5420" cap="flat">
                <a:solidFill>
                  <a:srgbClr val="CF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g1670">
                <a:extLst>
                  <a:ext uri="{FF2B5EF4-FFF2-40B4-BE49-F238E27FC236}">
                    <a16:creationId xmlns:a16="http://schemas.microsoft.com/office/drawing/2014/main" id="{127E2E11-2216-3E81-89AA-E06158DB8E94}"/>
                  </a:ext>
                </a:extLst>
              </p:cNvPr>
              <p:cNvSpPr/>
              <p:nvPr/>
            </p:nvSpPr>
            <p:spPr>
              <a:xfrm>
                <a:off x="5148144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CEFDC">
                  <a:alpha val="100000"/>
                </a:srgbClr>
              </a:solidFill>
              <a:ln w="5420" cap="flat">
                <a:solidFill>
                  <a:srgbClr val="CC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g1671">
                <a:extLst>
                  <a:ext uri="{FF2B5EF4-FFF2-40B4-BE49-F238E27FC236}">
                    <a16:creationId xmlns:a16="http://schemas.microsoft.com/office/drawing/2014/main" id="{9D060D39-0E81-31F7-0D05-1C7809FA7727}"/>
                  </a:ext>
                </a:extLst>
              </p:cNvPr>
              <p:cNvSpPr/>
              <p:nvPr/>
            </p:nvSpPr>
            <p:spPr>
              <a:xfrm>
                <a:off x="5159781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g1672">
                <a:extLst>
                  <a:ext uri="{FF2B5EF4-FFF2-40B4-BE49-F238E27FC236}">
                    <a16:creationId xmlns:a16="http://schemas.microsoft.com/office/drawing/2014/main" id="{4C7E3D22-18CC-DED8-62B6-A55926BA449D}"/>
                  </a:ext>
                </a:extLst>
              </p:cNvPr>
              <p:cNvSpPr/>
              <p:nvPr/>
            </p:nvSpPr>
            <p:spPr>
              <a:xfrm>
                <a:off x="5171419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g1673">
                <a:extLst>
                  <a:ext uri="{FF2B5EF4-FFF2-40B4-BE49-F238E27FC236}">
                    <a16:creationId xmlns:a16="http://schemas.microsoft.com/office/drawing/2014/main" id="{4FD59B03-5D08-20AD-3D68-152C1823CFB5}"/>
                  </a:ext>
                </a:extLst>
              </p:cNvPr>
              <p:cNvSpPr/>
              <p:nvPr/>
            </p:nvSpPr>
            <p:spPr>
              <a:xfrm>
                <a:off x="5066683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3F1E0">
                  <a:alpha val="100000"/>
                </a:srgbClr>
              </a:solidFill>
              <a:ln w="5420" cap="flat">
                <a:solidFill>
                  <a:srgbClr val="D3F1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g1674">
                <a:extLst>
                  <a:ext uri="{FF2B5EF4-FFF2-40B4-BE49-F238E27FC236}">
                    <a16:creationId xmlns:a16="http://schemas.microsoft.com/office/drawing/2014/main" id="{918AA758-0761-4626-30E0-DD91637B3B7D}"/>
                  </a:ext>
                </a:extLst>
              </p:cNvPr>
              <p:cNvSpPr/>
              <p:nvPr/>
            </p:nvSpPr>
            <p:spPr>
              <a:xfrm>
                <a:off x="5078320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4F2E0">
                  <a:alpha val="100000"/>
                </a:srgbClr>
              </a:solidFill>
              <a:ln w="5420" cap="flat">
                <a:solidFill>
                  <a:srgbClr val="D4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g1675">
                <a:extLst>
                  <a:ext uri="{FF2B5EF4-FFF2-40B4-BE49-F238E27FC236}">
                    <a16:creationId xmlns:a16="http://schemas.microsoft.com/office/drawing/2014/main" id="{3B6CE49C-DA35-C6EB-ADCB-9BFB662A1A03}"/>
                  </a:ext>
                </a:extLst>
              </p:cNvPr>
              <p:cNvSpPr/>
              <p:nvPr/>
            </p:nvSpPr>
            <p:spPr>
              <a:xfrm>
                <a:off x="5089957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4F2E0">
                  <a:alpha val="100000"/>
                </a:srgbClr>
              </a:solidFill>
              <a:ln w="5420" cap="flat">
                <a:solidFill>
                  <a:srgbClr val="D4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g1676">
                <a:extLst>
                  <a:ext uri="{FF2B5EF4-FFF2-40B4-BE49-F238E27FC236}">
                    <a16:creationId xmlns:a16="http://schemas.microsoft.com/office/drawing/2014/main" id="{98BA8F16-197A-8674-02C5-21CF84C958E3}"/>
                  </a:ext>
                </a:extLst>
              </p:cNvPr>
              <p:cNvSpPr/>
              <p:nvPr/>
            </p:nvSpPr>
            <p:spPr>
              <a:xfrm>
                <a:off x="5101595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3F2E0">
                  <a:alpha val="100000"/>
                </a:srgbClr>
              </a:solidFill>
              <a:ln w="5420" cap="flat">
                <a:solidFill>
                  <a:srgbClr val="D3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g1677">
                <a:extLst>
                  <a:ext uri="{FF2B5EF4-FFF2-40B4-BE49-F238E27FC236}">
                    <a16:creationId xmlns:a16="http://schemas.microsoft.com/office/drawing/2014/main" id="{C61AF8D5-94DF-074F-D781-1D9ED32F88B6}"/>
                  </a:ext>
                </a:extLst>
              </p:cNvPr>
              <p:cNvSpPr/>
              <p:nvPr/>
            </p:nvSpPr>
            <p:spPr>
              <a:xfrm>
                <a:off x="5113232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g1678">
                <a:extLst>
                  <a:ext uri="{FF2B5EF4-FFF2-40B4-BE49-F238E27FC236}">
                    <a16:creationId xmlns:a16="http://schemas.microsoft.com/office/drawing/2014/main" id="{36DDA426-9E1C-786A-8FDE-7E3152A3B887}"/>
                  </a:ext>
                </a:extLst>
              </p:cNvPr>
              <p:cNvSpPr/>
              <p:nvPr/>
            </p:nvSpPr>
            <p:spPr>
              <a:xfrm>
                <a:off x="5124869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0F0DE">
                  <a:alpha val="100000"/>
                </a:srgbClr>
              </a:solidFill>
              <a:ln w="5420" cap="flat">
                <a:solidFill>
                  <a:srgbClr val="D0F0D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g1679">
                <a:extLst>
                  <a:ext uri="{FF2B5EF4-FFF2-40B4-BE49-F238E27FC236}">
                    <a16:creationId xmlns:a16="http://schemas.microsoft.com/office/drawing/2014/main" id="{2C598E58-43AC-27BB-EF97-23D2996C23E0}"/>
                  </a:ext>
                </a:extLst>
              </p:cNvPr>
              <p:cNvSpPr/>
              <p:nvPr/>
            </p:nvSpPr>
            <p:spPr>
              <a:xfrm>
                <a:off x="5136507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EF0DD">
                  <a:alpha val="100000"/>
                </a:srgbClr>
              </a:solidFill>
              <a:ln w="5420" cap="flat">
                <a:solidFill>
                  <a:srgbClr val="CE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g1680">
                <a:extLst>
                  <a:ext uri="{FF2B5EF4-FFF2-40B4-BE49-F238E27FC236}">
                    <a16:creationId xmlns:a16="http://schemas.microsoft.com/office/drawing/2014/main" id="{29577C20-0DB0-BC18-2535-658C0CDF8A48}"/>
                  </a:ext>
                </a:extLst>
              </p:cNvPr>
              <p:cNvSpPr/>
              <p:nvPr/>
            </p:nvSpPr>
            <p:spPr>
              <a:xfrm>
                <a:off x="5148144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CEFDC">
                  <a:alpha val="100000"/>
                </a:srgbClr>
              </a:solidFill>
              <a:ln w="5420" cap="flat">
                <a:solidFill>
                  <a:srgbClr val="CC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g1681">
                <a:extLst>
                  <a:ext uri="{FF2B5EF4-FFF2-40B4-BE49-F238E27FC236}">
                    <a16:creationId xmlns:a16="http://schemas.microsoft.com/office/drawing/2014/main" id="{4B8D2706-FADF-D9A8-5D41-D688C4C094E3}"/>
                  </a:ext>
                </a:extLst>
              </p:cNvPr>
              <p:cNvSpPr/>
              <p:nvPr/>
            </p:nvSpPr>
            <p:spPr>
              <a:xfrm>
                <a:off x="5159781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B">
                  <a:alpha val="100000"/>
                </a:srgbClr>
              </a:solidFill>
              <a:ln w="5420" cap="flat">
                <a:solidFill>
                  <a:srgbClr val="C9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g1682">
                <a:extLst>
                  <a:ext uri="{FF2B5EF4-FFF2-40B4-BE49-F238E27FC236}">
                    <a16:creationId xmlns:a16="http://schemas.microsoft.com/office/drawing/2014/main" id="{A36B3B06-2E05-9BB1-01A0-CED52A8FCDEC}"/>
                  </a:ext>
                </a:extLst>
              </p:cNvPr>
              <p:cNvSpPr/>
              <p:nvPr/>
            </p:nvSpPr>
            <p:spPr>
              <a:xfrm>
                <a:off x="5171419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ED9">
                  <a:alpha val="100000"/>
                </a:srgbClr>
              </a:solidFill>
              <a:ln w="5420" cap="flat">
                <a:solidFill>
                  <a:srgbClr val="C7EE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g1683">
                <a:extLst>
                  <a:ext uri="{FF2B5EF4-FFF2-40B4-BE49-F238E27FC236}">
                    <a16:creationId xmlns:a16="http://schemas.microsoft.com/office/drawing/2014/main" id="{75A9BE97-80E8-88A1-3484-82F49B75935A}"/>
                  </a:ext>
                </a:extLst>
              </p:cNvPr>
              <p:cNvSpPr/>
              <p:nvPr/>
            </p:nvSpPr>
            <p:spPr>
              <a:xfrm>
                <a:off x="5078320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g1684">
                <a:extLst>
                  <a:ext uri="{FF2B5EF4-FFF2-40B4-BE49-F238E27FC236}">
                    <a16:creationId xmlns:a16="http://schemas.microsoft.com/office/drawing/2014/main" id="{2E7315CD-099F-4027-4237-03C469C90D97}"/>
                  </a:ext>
                </a:extLst>
              </p:cNvPr>
              <p:cNvSpPr/>
              <p:nvPr/>
            </p:nvSpPr>
            <p:spPr>
              <a:xfrm>
                <a:off x="5089957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g1685">
                <a:extLst>
                  <a:ext uri="{FF2B5EF4-FFF2-40B4-BE49-F238E27FC236}">
                    <a16:creationId xmlns:a16="http://schemas.microsoft.com/office/drawing/2014/main" id="{57CDF71A-2E53-E9AA-33D3-4E52F10DA7C7}"/>
                  </a:ext>
                </a:extLst>
              </p:cNvPr>
              <p:cNvSpPr/>
              <p:nvPr/>
            </p:nvSpPr>
            <p:spPr>
              <a:xfrm>
                <a:off x="5101595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1F1DF">
                  <a:alpha val="100000"/>
                </a:srgbClr>
              </a:solidFill>
              <a:ln w="5420" cap="flat">
                <a:solidFill>
                  <a:srgbClr val="D1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g1686">
                <a:extLst>
                  <a:ext uri="{FF2B5EF4-FFF2-40B4-BE49-F238E27FC236}">
                    <a16:creationId xmlns:a16="http://schemas.microsoft.com/office/drawing/2014/main" id="{0CA23FD7-7021-814B-06D6-923B205159CA}"/>
                  </a:ext>
                </a:extLst>
              </p:cNvPr>
              <p:cNvSpPr/>
              <p:nvPr/>
            </p:nvSpPr>
            <p:spPr>
              <a:xfrm>
                <a:off x="5113232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0F0DE">
                  <a:alpha val="100000"/>
                </a:srgbClr>
              </a:solidFill>
              <a:ln w="5420" cap="flat">
                <a:solidFill>
                  <a:srgbClr val="D0F0D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g1687">
                <a:extLst>
                  <a:ext uri="{FF2B5EF4-FFF2-40B4-BE49-F238E27FC236}">
                    <a16:creationId xmlns:a16="http://schemas.microsoft.com/office/drawing/2014/main" id="{299F34BE-EE59-D784-6A09-CE3A495CA317}"/>
                  </a:ext>
                </a:extLst>
              </p:cNvPr>
              <p:cNvSpPr/>
              <p:nvPr/>
            </p:nvSpPr>
            <p:spPr>
              <a:xfrm>
                <a:off x="5124869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FF0DD">
                  <a:alpha val="100000"/>
                </a:srgbClr>
              </a:solidFill>
              <a:ln w="5420" cap="flat">
                <a:solidFill>
                  <a:srgbClr val="CF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g1688">
                <a:extLst>
                  <a:ext uri="{FF2B5EF4-FFF2-40B4-BE49-F238E27FC236}">
                    <a16:creationId xmlns:a16="http://schemas.microsoft.com/office/drawing/2014/main" id="{57311D77-1A6A-A88E-E3E1-7F4CE640327D}"/>
                  </a:ext>
                </a:extLst>
              </p:cNvPr>
              <p:cNvSpPr/>
              <p:nvPr/>
            </p:nvSpPr>
            <p:spPr>
              <a:xfrm>
                <a:off x="5136507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DEFDC">
                  <a:alpha val="100000"/>
                </a:srgbClr>
              </a:solidFill>
              <a:ln w="5420" cap="flat">
                <a:solidFill>
                  <a:srgbClr val="CD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g1689">
                <a:extLst>
                  <a:ext uri="{FF2B5EF4-FFF2-40B4-BE49-F238E27FC236}">
                    <a16:creationId xmlns:a16="http://schemas.microsoft.com/office/drawing/2014/main" id="{23DD532C-0016-66EE-3A07-30537E096A09}"/>
                  </a:ext>
                </a:extLst>
              </p:cNvPr>
              <p:cNvSpPr/>
              <p:nvPr/>
            </p:nvSpPr>
            <p:spPr>
              <a:xfrm>
                <a:off x="5148144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BEFDB">
                  <a:alpha val="100000"/>
                </a:srgbClr>
              </a:solidFill>
              <a:ln w="5420" cap="flat">
                <a:solidFill>
                  <a:srgbClr val="CBEF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g1690">
                <a:extLst>
                  <a:ext uri="{FF2B5EF4-FFF2-40B4-BE49-F238E27FC236}">
                    <a16:creationId xmlns:a16="http://schemas.microsoft.com/office/drawing/2014/main" id="{D7D942EB-F242-E218-04ED-BE07F0B6FFFA}"/>
                  </a:ext>
                </a:extLst>
              </p:cNvPr>
              <p:cNvSpPr/>
              <p:nvPr/>
            </p:nvSpPr>
            <p:spPr>
              <a:xfrm>
                <a:off x="5159781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g1691">
                <a:extLst>
                  <a:ext uri="{FF2B5EF4-FFF2-40B4-BE49-F238E27FC236}">
                    <a16:creationId xmlns:a16="http://schemas.microsoft.com/office/drawing/2014/main" id="{D9F0CB12-DF95-4185-D74F-5BF42AFA6636}"/>
                  </a:ext>
                </a:extLst>
              </p:cNvPr>
              <p:cNvSpPr/>
              <p:nvPr/>
            </p:nvSpPr>
            <p:spPr>
              <a:xfrm>
                <a:off x="5171419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g1692">
                <a:extLst>
                  <a:ext uri="{FF2B5EF4-FFF2-40B4-BE49-F238E27FC236}">
                    <a16:creationId xmlns:a16="http://schemas.microsoft.com/office/drawing/2014/main" id="{16744E71-2F9A-6978-01E7-1872564E04EB}"/>
                  </a:ext>
                </a:extLst>
              </p:cNvPr>
              <p:cNvSpPr/>
              <p:nvPr/>
            </p:nvSpPr>
            <p:spPr>
              <a:xfrm>
                <a:off x="5089957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0F0DE">
                  <a:alpha val="100000"/>
                </a:srgbClr>
              </a:solidFill>
              <a:ln w="5420" cap="flat">
                <a:solidFill>
                  <a:srgbClr val="D0F0D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g1693">
                <a:extLst>
                  <a:ext uri="{FF2B5EF4-FFF2-40B4-BE49-F238E27FC236}">
                    <a16:creationId xmlns:a16="http://schemas.microsoft.com/office/drawing/2014/main" id="{C9860FA5-6583-9B60-7103-90E881C3A965}"/>
                  </a:ext>
                </a:extLst>
              </p:cNvPr>
              <p:cNvSpPr/>
              <p:nvPr/>
            </p:nvSpPr>
            <p:spPr>
              <a:xfrm>
                <a:off x="5101595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FF0DD">
                  <a:alpha val="100000"/>
                </a:srgbClr>
              </a:solidFill>
              <a:ln w="5420" cap="flat">
                <a:solidFill>
                  <a:srgbClr val="CF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g1694">
                <a:extLst>
                  <a:ext uri="{FF2B5EF4-FFF2-40B4-BE49-F238E27FC236}">
                    <a16:creationId xmlns:a16="http://schemas.microsoft.com/office/drawing/2014/main" id="{D7973424-88F0-60E8-558C-C9545AD6E248}"/>
                  </a:ext>
                </a:extLst>
              </p:cNvPr>
              <p:cNvSpPr/>
              <p:nvPr/>
            </p:nvSpPr>
            <p:spPr>
              <a:xfrm>
                <a:off x="5113232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EF0DD">
                  <a:alpha val="100000"/>
                </a:srgbClr>
              </a:solidFill>
              <a:ln w="5420" cap="flat">
                <a:solidFill>
                  <a:srgbClr val="CE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g1695">
                <a:extLst>
                  <a:ext uri="{FF2B5EF4-FFF2-40B4-BE49-F238E27FC236}">
                    <a16:creationId xmlns:a16="http://schemas.microsoft.com/office/drawing/2014/main" id="{1F860D39-234F-CC5C-2B38-2912B4730671}"/>
                  </a:ext>
                </a:extLst>
              </p:cNvPr>
              <p:cNvSpPr/>
              <p:nvPr/>
            </p:nvSpPr>
            <p:spPr>
              <a:xfrm>
                <a:off x="5124869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DEFDC">
                  <a:alpha val="100000"/>
                </a:srgbClr>
              </a:solidFill>
              <a:ln w="5420" cap="flat">
                <a:solidFill>
                  <a:srgbClr val="CD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g1696">
                <a:extLst>
                  <a:ext uri="{FF2B5EF4-FFF2-40B4-BE49-F238E27FC236}">
                    <a16:creationId xmlns:a16="http://schemas.microsoft.com/office/drawing/2014/main" id="{17FD1E23-3622-2009-5533-C1D3D0D2A50A}"/>
                  </a:ext>
                </a:extLst>
              </p:cNvPr>
              <p:cNvSpPr/>
              <p:nvPr/>
            </p:nvSpPr>
            <p:spPr>
              <a:xfrm>
                <a:off x="5136507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BEFDC">
                  <a:alpha val="100000"/>
                </a:srgbClr>
              </a:solidFill>
              <a:ln w="5420" cap="flat">
                <a:solidFill>
                  <a:srgbClr val="CB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g1697">
                <a:extLst>
                  <a:ext uri="{FF2B5EF4-FFF2-40B4-BE49-F238E27FC236}">
                    <a16:creationId xmlns:a16="http://schemas.microsoft.com/office/drawing/2014/main" id="{677F42E2-5969-BDA5-5038-FA18A81BD524}"/>
                  </a:ext>
                </a:extLst>
              </p:cNvPr>
              <p:cNvSpPr/>
              <p:nvPr/>
            </p:nvSpPr>
            <p:spPr>
              <a:xfrm>
                <a:off x="5148144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AEEDB">
                  <a:alpha val="100000"/>
                </a:srgbClr>
              </a:solidFill>
              <a:ln w="5420" cap="flat">
                <a:solidFill>
                  <a:srgbClr val="CA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g1698">
                <a:extLst>
                  <a:ext uri="{FF2B5EF4-FFF2-40B4-BE49-F238E27FC236}">
                    <a16:creationId xmlns:a16="http://schemas.microsoft.com/office/drawing/2014/main" id="{2B981230-0228-BF75-0057-9D7E9B10150C}"/>
                  </a:ext>
                </a:extLst>
              </p:cNvPr>
              <p:cNvSpPr/>
              <p:nvPr/>
            </p:nvSpPr>
            <p:spPr>
              <a:xfrm>
                <a:off x="5159781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g1699">
                <a:extLst>
                  <a:ext uri="{FF2B5EF4-FFF2-40B4-BE49-F238E27FC236}">
                    <a16:creationId xmlns:a16="http://schemas.microsoft.com/office/drawing/2014/main" id="{4526746D-3329-4554-A415-28E853E40D40}"/>
                  </a:ext>
                </a:extLst>
              </p:cNvPr>
              <p:cNvSpPr/>
              <p:nvPr/>
            </p:nvSpPr>
            <p:spPr>
              <a:xfrm>
                <a:off x="5171419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g1700">
                <a:extLst>
                  <a:ext uri="{FF2B5EF4-FFF2-40B4-BE49-F238E27FC236}">
                    <a16:creationId xmlns:a16="http://schemas.microsoft.com/office/drawing/2014/main" id="{9A27E61A-081E-0EA7-5867-C55DA25F21E6}"/>
                  </a:ext>
                </a:extLst>
              </p:cNvPr>
              <p:cNvSpPr/>
              <p:nvPr/>
            </p:nvSpPr>
            <p:spPr>
              <a:xfrm>
                <a:off x="5183056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g1701">
                <a:extLst>
                  <a:ext uri="{FF2B5EF4-FFF2-40B4-BE49-F238E27FC236}">
                    <a16:creationId xmlns:a16="http://schemas.microsoft.com/office/drawing/2014/main" id="{DCC66E26-6604-BF04-8F4E-F432E883F888}"/>
                  </a:ext>
                </a:extLst>
              </p:cNvPr>
              <p:cNvSpPr/>
              <p:nvPr/>
            </p:nvSpPr>
            <p:spPr>
              <a:xfrm>
                <a:off x="5124869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BEFDB">
                  <a:alpha val="100000"/>
                </a:srgbClr>
              </a:solidFill>
              <a:ln w="5420" cap="flat">
                <a:solidFill>
                  <a:srgbClr val="CBEF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g1702">
                <a:extLst>
                  <a:ext uri="{FF2B5EF4-FFF2-40B4-BE49-F238E27FC236}">
                    <a16:creationId xmlns:a16="http://schemas.microsoft.com/office/drawing/2014/main" id="{8D32BCFA-FE5D-C35A-8BA2-FDFB931B8D38}"/>
                  </a:ext>
                </a:extLst>
              </p:cNvPr>
              <p:cNvSpPr/>
              <p:nvPr/>
            </p:nvSpPr>
            <p:spPr>
              <a:xfrm>
                <a:off x="5136507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AEEDB">
                  <a:alpha val="100000"/>
                </a:srgbClr>
              </a:solidFill>
              <a:ln w="5420" cap="flat">
                <a:solidFill>
                  <a:srgbClr val="CA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g1703">
                <a:extLst>
                  <a:ext uri="{FF2B5EF4-FFF2-40B4-BE49-F238E27FC236}">
                    <a16:creationId xmlns:a16="http://schemas.microsoft.com/office/drawing/2014/main" id="{DAF4C271-75C1-90D9-EA41-E77E99502D70}"/>
                  </a:ext>
                </a:extLst>
              </p:cNvPr>
              <p:cNvSpPr/>
              <p:nvPr/>
            </p:nvSpPr>
            <p:spPr>
              <a:xfrm>
                <a:off x="5148144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g1704">
                <a:extLst>
                  <a:ext uri="{FF2B5EF4-FFF2-40B4-BE49-F238E27FC236}">
                    <a16:creationId xmlns:a16="http://schemas.microsoft.com/office/drawing/2014/main" id="{DC4B9166-FB09-7B3D-6A63-CDDAAAB5238B}"/>
                  </a:ext>
                </a:extLst>
              </p:cNvPr>
              <p:cNvSpPr/>
              <p:nvPr/>
            </p:nvSpPr>
            <p:spPr>
              <a:xfrm>
                <a:off x="5159781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g1705">
                <a:extLst>
                  <a:ext uri="{FF2B5EF4-FFF2-40B4-BE49-F238E27FC236}">
                    <a16:creationId xmlns:a16="http://schemas.microsoft.com/office/drawing/2014/main" id="{81622C4A-46E2-2D5D-A591-1E60E5E7F378}"/>
                  </a:ext>
                </a:extLst>
              </p:cNvPr>
              <p:cNvSpPr/>
              <p:nvPr/>
            </p:nvSpPr>
            <p:spPr>
              <a:xfrm>
                <a:off x="5171419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9">
                  <a:alpha val="100000"/>
                </a:srgbClr>
              </a:solidFill>
              <a:ln w="5420" cap="flat">
                <a:solidFill>
                  <a:srgbClr val="C5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g1706">
                <a:extLst>
                  <a:ext uri="{FF2B5EF4-FFF2-40B4-BE49-F238E27FC236}">
                    <a16:creationId xmlns:a16="http://schemas.microsoft.com/office/drawing/2014/main" id="{14F4C32B-52F4-FF57-AFD0-F8BBE268485D}"/>
                  </a:ext>
                </a:extLst>
              </p:cNvPr>
              <p:cNvSpPr/>
              <p:nvPr/>
            </p:nvSpPr>
            <p:spPr>
              <a:xfrm>
                <a:off x="5183056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g1707">
                <a:extLst>
                  <a:ext uri="{FF2B5EF4-FFF2-40B4-BE49-F238E27FC236}">
                    <a16:creationId xmlns:a16="http://schemas.microsoft.com/office/drawing/2014/main" id="{BB847723-07CF-DE57-610B-6E5DF6EB9274}"/>
                  </a:ext>
                </a:extLst>
              </p:cNvPr>
              <p:cNvSpPr/>
              <p:nvPr/>
            </p:nvSpPr>
            <p:spPr>
              <a:xfrm>
                <a:off x="5066683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B">
                  <a:alpha val="100000"/>
                </a:srgbClr>
              </a:solidFill>
              <a:ln w="5420" cap="flat">
                <a:solidFill>
                  <a:srgbClr val="C9EED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g1708">
                <a:extLst>
                  <a:ext uri="{FF2B5EF4-FFF2-40B4-BE49-F238E27FC236}">
                    <a16:creationId xmlns:a16="http://schemas.microsoft.com/office/drawing/2014/main" id="{E4F5CC26-06EA-F188-40E1-82268D78181F}"/>
                  </a:ext>
                </a:extLst>
              </p:cNvPr>
              <p:cNvSpPr/>
              <p:nvPr/>
            </p:nvSpPr>
            <p:spPr>
              <a:xfrm>
                <a:off x="5113232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g1709">
                <a:extLst>
                  <a:ext uri="{FF2B5EF4-FFF2-40B4-BE49-F238E27FC236}">
                    <a16:creationId xmlns:a16="http://schemas.microsoft.com/office/drawing/2014/main" id="{78B6D9E0-BA20-6EAC-FA97-1D4C5889D4EC}"/>
                  </a:ext>
                </a:extLst>
              </p:cNvPr>
              <p:cNvSpPr/>
              <p:nvPr/>
            </p:nvSpPr>
            <p:spPr>
              <a:xfrm>
                <a:off x="5124869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9EEDA">
                  <a:alpha val="100000"/>
                </a:srgbClr>
              </a:solidFill>
              <a:ln w="5420" cap="flat">
                <a:solidFill>
                  <a:srgbClr val="C9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g1710">
                <a:extLst>
                  <a:ext uri="{FF2B5EF4-FFF2-40B4-BE49-F238E27FC236}">
                    <a16:creationId xmlns:a16="http://schemas.microsoft.com/office/drawing/2014/main" id="{3FE5634F-E5A6-5488-6715-99066796DD13}"/>
                  </a:ext>
                </a:extLst>
              </p:cNvPr>
              <p:cNvSpPr/>
              <p:nvPr/>
            </p:nvSpPr>
            <p:spPr>
              <a:xfrm>
                <a:off x="5136507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g1711">
                <a:extLst>
                  <a:ext uri="{FF2B5EF4-FFF2-40B4-BE49-F238E27FC236}">
                    <a16:creationId xmlns:a16="http://schemas.microsoft.com/office/drawing/2014/main" id="{165C4E7B-4E68-32B7-A005-D2F8398CC017}"/>
                  </a:ext>
                </a:extLst>
              </p:cNvPr>
              <p:cNvSpPr/>
              <p:nvPr/>
            </p:nvSpPr>
            <p:spPr>
              <a:xfrm>
                <a:off x="5148144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g1712">
                <a:extLst>
                  <a:ext uri="{FF2B5EF4-FFF2-40B4-BE49-F238E27FC236}">
                    <a16:creationId xmlns:a16="http://schemas.microsoft.com/office/drawing/2014/main" id="{A2310E42-1791-564B-FCF5-B39FABF459C4}"/>
                  </a:ext>
                </a:extLst>
              </p:cNvPr>
              <p:cNvSpPr/>
              <p:nvPr/>
            </p:nvSpPr>
            <p:spPr>
              <a:xfrm>
                <a:off x="5159781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9">
                  <a:alpha val="100000"/>
                </a:srgbClr>
              </a:solidFill>
              <a:ln w="5420" cap="flat">
                <a:solidFill>
                  <a:srgbClr val="C5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g1713">
                <a:extLst>
                  <a:ext uri="{FF2B5EF4-FFF2-40B4-BE49-F238E27FC236}">
                    <a16:creationId xmlns:a16="http://schemas.microsoft.com/office/drawing/2014/main" id="{B1F9943D-6E02-1B1C-348E-A2255FCD15A4}"/>
                  </a:ext>
                </a:extLst>
              </p:cNvPr>
              <p:cNvSpPr/>
              <p:nvPr/>
            </p:nvSpPr>
            <p:spPr>
              <a:xfrm>
                <a:off x="5171419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DD8">
                  <a:alpha val="100000"/>
                </a:srgbClr>
              </a:solidFill>
              <a:ln w="5420" cap="flat">
                <a:solidFill>
                  <a:srgbClr val="C4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g1714">
                <a:extLst>
                  <a:ext uri="{FF2B5EF4-FFF2-40B4-BE49-F238E27FC236}">
                    <a16:creationId xmlns:a16="http://schemas.microsoft.com/office/drawing/2014/main" id="{6C32C489-90EA-5469-6A53-9A67E479748B}"/>
                  </a:ext>
                </a:extLst>
              </p:cNvPr>
              <p:cNvSpPr/>
              <p:nvPr/>
            </p:nvSpPr>
            <p:spPr>
              <a:xfrm>
                <a:off x="5183056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g1715">
                <a:extLst>
                  <a:ext uri="{FF2B5EF4-FFF2-40B4-BE49-F238E27FC236}">
                    <a16:creationId xmlns:a16="http://schemas.microsoft.com/office/drawing/2014/main" id="{B1CAEB61-FEFA-3938-0B8D-CF95F1294551}"/>
                  </a:ext>
                </a:extLst>
              </p:cNvPr>
              <p:cNvSpPr/>
              <p:nvPr/>
            </p:nvSpPr>
            <p:spPr>
              <a:xfrm>
                <a:off x="5055045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g1716">
                <a:extLst>
                  <a:ext uri="{FF2B5EF4-FFF2-40B4-BE49-F238E27FC236}">
                    <a16:creationId xmlns:a16="http://schemas.microsoft.com/office/drawing/2014/main" id="{0AB72A55-853B-713C-F6E1-C33FE645DF9D}"/>
                  </a:ext>
                </a:extLst>
              </p:cNvPr>
              <p:cNvSpPr/>
              <p:nvPr/>
            </p:nvSpPr>
            <p:spPr>
              <a:xfrm>
                <a:off x="5066683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g1717">
                <a:extLst>
                  <a:ext uri="{FF2B5EF4-FFF2-40B4-BE49-F238E27FC236}">
                    <a16:creationId xmlns:a16="http://schemas.microsoft.com/office/drawing/2014/main" id="{D906609D-6542-8AD6-508E-A4B6C761EF6F}"/>
                  </a:ext>
                </a:extLst>
              </p:cNvPr>
              <p:cNvSpPr/>
              <p:nvPr/>
            </p:nvSpPr>
            <p:spPr>
              <a:xfrm>
                <a:off x="5078320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g1718">
                <a:extLst>
                  <a:ext uri="{FF2B5EF4-FFF2-40B4-BE49-F238E27FC236}">
                    <a16:creationId xmlns:a16="http://schemas.microsoft.com/office/drawing/2014/main" id="{1210B430-2B44-9B90-0F2D-71FB7096B8CD}"/>
                  </a:ext>
                </a:extLst>
              </p:cNvPr>
              <p:cNvSpPr/>
              <p:nvPr/>
            </p:nvSpPr>
            <p:spPr>
              <a:xfrm>
                <a:off x="5089957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g1719">
                <a:extLst>
                  <a:ext uri="{FF2B5EF4-FFF2-40B4-BE49-F238E27FC236}">
                    <a16:creationId xmlns:a16="http://schemas.microsoft.com/office/drawing/2014/main" id="{ED602C7A-839B-10EA-1B0A-B8EAACF3E316}"/>
                  </a:ext>
                </a:extLst>
              </p:cNvPr>
              <p:cNvSpPr/>
              <p:nvPr/>
            </p:nvSpPr>
            <p:spPr>
              <a:xfrm>
                <a:off x="5101595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8EEDA">
                  <a:alpha val="100000"/>
                </a:srgbClr>
              </a:solidFill>
              <a:ln w="5420" cap="flat">
                <a:solidFill>
                  <a:srgbClr val="C8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g1720">
                <a:extLst>
                  <a:ext uri="{FF2B5EF4-FFF2-40B4-BE49-F238E27FC236}">
                    <a16:creationId xmlns:a16="http://schemas.microsoft.com/office/drawing/2014/main" id="{D40C0F88-D65C-BA78-85EB-9B6EEF479639}"/>
                  </a:ext>
                </a:extLst>
              </p:cNvPr>
              <p:cNvSpPr/>
              <p:nvPr/>
            </p:nvSpPr>
            <p:spPr>
              <a:xfrm>
                <a:off x="5113232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EDA">
                  <a:alpha val="100000"/>
                </a:srgbClr>
              </a:solidFill>
              <a:ln w="5420" cap="flat">
                <a:solidFill>
                  <a:srgbClr val="C7EED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g1721">
                <a:extLst>
                  <a:ext uri="{FF2B5EF4-FFF2-40B4-BE49-F238E27FC236}">
                    <a16:creationId xmlns:a16="http://schemas.microsoft.com/office/drawing/2014/main" id="{B8C44DAD-F6C8-A749-EA4A-C3FD4CFCDF2F}"/>
                  </a:ext>
                </a:extLst>
              </p:cNvPr>
              <p:cNvSpPr/>
              <p:nvPr/>
            </p:nvSpPr>
            <p:spPr>
              <a:xfrm>
                <a:off x="5124869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g1722">
                <a:extLst>
                  <a:ext uri="{FF2B5EF4-FFF2-40B4-BE49-F238E27FC236}">
                    <a16:creationId xmlns:a16="http://schemas.microsoft.com/office/drawing/2014/main" id="{A57C2682-8F66-3036-CC5F-9748BB52D518}"/>
                  </a:ext>
                </a:extLst>
              </p:cNvPr>
              <p:cNvSpPr/>
              <p:nvPr/>
            </p:nvSpPr>
            <p:spPr>
              <a:xfrm>
                <a:off x="5136507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g1723">
                <a:extLst>
                  <a:ext uri="{FF2B5EF4-FFF2-40B4-BE49-F238E27FC236}">
                    <a16:creationId xmlns:a16="http://schemas.microsoft.com/office/drawing/2014/main" id="{6138E2AB-F021-0F8F-65CD-6DAE8AFCE96F}"/>
                  </a:ext>
                </a:extLst>
              </p:cNvPr>
              <p:cNvSpPr/>
              <p:nvPr/>
            </p:nvSpPr>
            <p:spPr>
              <a:xfrm>
                <a:off x="5148144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g1724">
                <a:extLst>
                  <a:ext uri="{FF2B5EF4-FFF2-40B4-BE49-F238E27FC236}">
                    <a16:creationId xmlns:a16="http://schemas.microsoft.com/office/drawing/2014/main" id="{7790E2D8-65D4-EEF9-4749-AF230B869B02}"/>
                  </a:ext>
                </a:extLst>
              </p:cNvPr>
              <p:cNvSpPr/>
              <p:nvPr/>
            </p:nvSpPr>
            <p:spPr>
              <a:xfrm>
                <a:off x="5159781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g1725">
                <a:extLst>
                  <a:ext uri="{FF2B5EF4-FFF2-40B4-BE49-F238E27FC236}">
                    <a16:creationId xmlns:a16="http://schemas.microsoft.com/office/drawing/2014/main" id="{0719383B-7B0C-00C3-29C7-144DF59B09EA}"/>
                  </a:ext>
                </a:extLst>
              </p:cNvPr>
              <p:cNvSpPr/>
              <p:nvPr/>
            </p:nvSpPr>
            <p:spPr>
              <a:xfrm>
                <a:off x="5171419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g1726">
                <a:extLst>
                  <a:ext uri="{FF2B5EF4-FFF2-40B4-BE49-F238E27FC236}">
                    <a16:creationId xmlns:a16="http://schemas.microsoft.com/office/drawing/2014/main" id="{36B2796D-A984-6374-A0B6-4DFAB10B06B9}"/>
                  </a:ext>
                </a:extLst>
              </p:cNvPr>
              <p:cNvSpPr/>
              <p:nvPr/>
            </p:nvSpPr>
            <p:spPr>
              <a:xfrm>
                <a:off x="5183056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g1727">
                <a:extLst>
                  <a:ext uri="{FF2B5EF4-FFF2-40B4-BE49-F238E27FC236}">
                    <a16:creationId xmlns:a16="http://schemas.microsoft.com/office/drawing/2014/main" id="{71C20FB1-0758-8037-61E0-D86C82C79B33}"/>
                  </a:ext>
                </a:extLst>
              </p:cNvPr>
              <p:cNvSpPr/>
              <p:nvPr/>
            </p:nvSpPr>
            <p:spPr>
              <a:xfrm>
                <a:off x="5043408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g1728">
                <a:extLst>
                  <a:ext uri="{FF2B5EF4-FFF2-40B4-BE49-F238E27FC236}">
                    <a16:creationId xmlns:a16="http://schemas.microsoft.com/office/drawing/2014/main" id="{BDAA3187-0BEC-6F9C-9169-BA7376163517}"/>
                  </a:ext>
                </a:extLst>
              </p:cNvPr>
              <p:cNvSpPr/>
              <p:nvPr/>
            </p:nvSpPr>
            <p:spPr>
              <a:xfrm>
                <a:off x="5055045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g1729">
                <a:extLst>
                  <a:ext uri="{FF2B5EF4-FFF2-40B4-BE49-F238E27FC236}">
                    <a16:creationId xmlns:a16="http://schemas.microsoft.com/office/drawing/2014/main" id="{741C44D5-A6F7-85FD-DCBD-B80388AC5AF5}"/>
                  </a:ext>
                </a:extLst>
              </p:cNvPr>
              <p:cNvSpPr/>
              <p:nvPr/>
            </p:nvSpPr>
            <p:spPr>
              <a:xfrm>
                <a:off x="5066683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g1730">
                <a:extLst>
                  <a:ext uri="{FF2B5EF4-FFF2-40B4-BE49-F238E27FC236}">
                    <a16:creationId xmlns:a16="http://schemas.microsoft.com/office/drawing/2014/main" id="{FE9F2A58-07FC-78ED-052A-43DC8928F723}"/>
                  </a:ext>
                </a:extLst>
              </p:cNvPr>
              <p:cNvSpPr/>
              <p:nvPr/>
            </p:nvSpPr>
            <p:spPr>
              <a:xfrm>
                <a:off x="5078320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8">
                  <a:alpha val="100000"/>
                </a:srgbClr>
              </a:solidFill>
              <a:ln w="5420" cap="flat">
                <a:solidFill>
                  <a:srgbClr val="C3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g1731">
                <a:extLst>
                  <a:ext uri="{FF2B5EF4-FFF2-40B4-BE49-F238E27FC236}">
                    <a16:creationId xmlns:a16="http://schemas.microsoft.com/office/drawing/2014/main" id="{597A7FE4-0236-3FA7-076E-A27A284406F5}"/>
                  </a:ext>
                </a:extLst>
              </p:cNvPr>
              <p:cNvSpPr/>
              <p:nvPr/>
            </p:nvSpPr>
            <p:spPr>
              <a:xfrm>
                <a:off x="5089957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g1732">
                <a:extLst>
                  <a:ext uri="{FF2B5EF4-FFF2-40B4-BE49-F238E27FC236}">
                    <a16:creationId xmlns:a16="http://schemas.microsoft.com/office/drawing/2014/main" id="{D9EE8AEE-E702-DDE4-DE68-E1F0F771D341}"/>
                  </a:ext>
                </a:extLst>
              </p:cNvPr>
              <p:cNvSpPr/>
              <p:nvPr/>
            </p:nvSpPr>
            <p:spPr>
              <a:xfrm>
                <a:off x="5101595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8">
                  <a:alpha val="100000"/>
                </a:srgbClr>
              </a:solidFill>
              <a:ln w="5420" cap="flat">
                <a:solidFill>
                  <a:srgbClr val="C3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g1733">
                <a:extLst>
                  <a:ext uri="{FF2B5EF4-FFF2-40B4-BE49-F238E27FC236}">
                    <a16:creationId xmlns:a16="http://schemas.microsoft.com/office/drawing/2014/main" id="{1566D948-F6B9-E970-0F2F-72E803B5FC67}"/>
                  </a:ext>
                </a:extLst>
              </p:cNvPr>
              <p:cNvSpPr/>
              <p:nvPr/>
            </p:nvSpPr>
            <p:spPr>
              <a:xfrm>
                <a:off x="5113232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g1734">
                <a:extLst>
                  <a:ext uri="{FF2B5EF4-FFF2-40B4-BE49-F238E27FC236}">
                    <a16:creationId xmlns:a16="http://schemas.microsoft.com/office/drawing/2014/main" id="{327C5FA8-930B-26D3-E7DB-AF2B4FADB155}"/>
                  </a:ext>
                </a:extLst>
              </p:cNvPr>
              <p:cNvSpPr/>
              <p:nvPr/>
            </p:nvSpPr>
            <p:spPr>
              <a:xfrm>
                <a:off x="5124869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7">
                  <a:alpha val="100000"/>
                </a:srgbClr>
              </a:solidFill>
              <a:ln w="5420" cap="flat">
                <a:solidFill>
                  <a:srgbClr val="C3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g1735">
                <a:extLst>
                  <a:ext uri="{FF2B5EF4-FFF2-40B4-BE49-F238E27FC236}">
                    <a16:creationId xmlns:a16="http://schemas.microsoft.com/office/drawing/2014/main" id="{19F0CEA1-CF2C-A330-9754-82DD842703D3}"/>
                  </a:ext>
                </a:extLst>
              </p:cNvPr>
              <p:cNvSpPr/>
              <p:nvPr/>
            </p:nvSpPr>
            <p:spPr>
              <a:xfrm>
                <a:off x="5136507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g1736">
                <a:extLst>
                  <a:ext uri="{FF2B5EF4-FFF2-40B4-BE49-F238E27FC236}">
                    <a16:creationId xmlns:a16="http://schemas.microsoft.com/office/drawing/2014/main" id="{83FF59ED-D22D-A155-07D1-B078CC72E9D8}"/>
                  </a:ext>
                </a:extLst>
              </p:cNvPr>
              <p:cNvSpPr/>
              <p:nvPr/>
            </p:nvSpPr>
            <p:spPr>
              <a:xfrm>
                <a:off x="5148144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CD7">
                  <a:alpha val="100000"/>
                </a:srgbClr>
              </a:solidFill>
              <a:ln w="5420" cap="flat">
                <a:solidFill>
                  <a:srgbClr val="C1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g1737">
                <a:extLst>
                  <a:ext uri="{FF2B5EF4-FFF2-40B4-BE49-F238E27FC236}">
                    <a16:creationId xmlns:a16="http://schemas.microsoft.com/office/drawing/2014/main" id="{D81317E9-9727-9F96-DFE7-6EDDECBFCF27}"/>
                  </a:ext>
                </a:extLst>
              </p:cNvPr>
              <p:cNvSpPr/>
              <p:nvPr/>
            </p:nvSpPr>
            <p:spPr>
              <a:xfrm>
                <a:off x="5159781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g1738">
                <a:extLst>
                  <a:ext uri="{FF2B5EF4-FFF2-40B4-BE49-F238E27FC236}">
                    <a16:creationId xmlns:a16="http://schemas.microsoft.com/office/drawing/2014/main" id="{FD80265D-2EC5-751A-64A3-11F34BE06D55}"/>
                  </a:ext>
                </a:extLst>
              </p:cNvPr>
              <p:cNvSpPr/>
              <p:nvPr/>
            </p:nvSpPr>
            <p:spPr>
              <a:xfrm>
                <a:off x="5171419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g1739">
                <a:extLst>
                  <a:ext uri="{FF2B5EF4-FFF2-40B4-BE49-F238E27FC236}">
                    <a16:creationId xmlns:a16="http://schemas.microsoft.com/office/drawing/2014/main" id="{7F75EDBC-10AE-FF12-7665-2CF138CB084C}"/>
                  </a:ext>
                </a:extLst>
              </p:cNvPr>
              <p:cNvSpPr/>
              <p:nvPr/>
            </p:nvSpPr>
            <p:spPr>
              <a:xfrm>
                <a:off x="5183056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g1740">
                <a:extLst>
                  <a:ext uri="{FF2B5EF4-FFF2-40B4-BE49-F238E27FC236}">
                    <a16:creationId xmlns:a16="http://schemas.microsoft.com/office/drawing/2014/main" id="{0CCC0CFB-94E5-6F77-4638-742F6D8A9DB0}"/>
                  </a:ext>
                </a:extLst>
              </p:cNvPr>
              <p:cNvSpPr/>
              <p:nvPr/>
            </p:nvSpPr>
            <p:spPr>
              <a:xfrm>
                <a:off x="5194693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g1741">
                <a:extLst>
                  <a:ext uri="{FF2B5EF4-FFF2-40B4-BE49-F238E27FC236}">
                    <a16:creationId xmlns:a16="http://schemas.microsoft.com/office/drawing/2014/main" id="{D6141917-2AD1-5069-F15C-1D8FB3CC71BD}"/>
                  </a:ext>
                </a:extLst>
              </p:cNvPr>
              <p:cNvSpPr/>
              <p:nvPr/>
            </p:nvSpPr>
            <p:spPr>
              <a:xfrm>
                <a:off x="5043408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g1742">
                <a:extLst>
                  <a:ext uri="{FF2B5EF4-FFF2-40B4-BE49-F238E27FC236}">
                    <a16:creationId xmlns:a16="http://schemas.microsoft.com/office/drawing/2014/main" id="{56A4086B-111D-5E78-7664-1A534E58D285}"/>
                  </a:ext>
                </a:extLst>
              </p:cNvPr>
              <p:cNvSpPr/>
              <p:nvPr/>
            </p:nvSpPr>
            <p:spPr>
              <a:xfrm>
                <a:off x="5055045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g1743">
                <a:extLst>
                  <a:ext uri="{FF2B5EF4-FFF2-40B4-BE49-F238E27FC236}">
                    <a16:creationId xmlns:a16="http://schemas.microsoft.com/office/drawing/2014/main" id="{EF86BF0F-98A2-6D12-6418-79203C78C2E2}"/>
                  </a:ext>
                </a:extLst>
              </p:cNvPr>
              <p:cNvSpPr/>
              <p:nvPr/>
            </p:nvSpPr>
            <p:spPr>
              <a:xfrm>
                <a:off x="5066683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g1744">
                <a:extLst>
                  <a:ext uri="{FF2B5EF4-FFF2-40B4-BE49-F238E27FC236}">
                    <a16:creationId xmlns:a16="http://schemas.microsoft.com/office/drawing/2014/main" id="{E8A437B1-500C-7B37-DB47-9FC802C14CCD}"/>
                  </a:ext>
                </a:extLst>
              </p:cNvPr>
              <p:cNvSpPr/>
              <p:nvPr/>
            </p:nvSpPr>
            <p:spPr>
              <a:xfrm>
                <a:off x="5078320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g1745">
                <a:extLst>
                  <a:ext uri="{FF2B5EF4-FFF2-40B4-BE49-F238E27FC236}">
                    <a16:creationId xmlns:a16="http://schemas.microsoft.com/office/drawing/2014/main" id="{2A2DEABF-65E9-ED01-9F56-E03173FD4B18}"/>
                  </a:ext>
                </a:extLst>
              </p:cNvPr>
              <p:cNvSpPr/>
              <p:nvPr/>
            </p:nvSpPr>
            <p:spPr>
              <a:xfrm>
                <a:off x="5089957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CD6">
                  <a:alpha val="100000"/>
                </a:srgbClr>
              </a:solidFill>
              <a:ln w="5420" cap="flat">
                <a:solidFill>
                  <a:srgbClr val="C1EC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g1746">
                <a:extLst>
                  <a:ext uri="{FF2B5EF4-FFF2-40B4-BE49-F238E27FC236}">
                    <a16:creationId xmlns:a16="http://schemas.microsoft.com/office/drawing/2014/main" id="{A2A012A6-CA7D-5D3B-FE24-EB8DF5F2139B}"/>
                  </a:ext>
                </a:extLst>
              </p:cNvPr>
              <p:cNvSpPr/>
              <p:nvPr/>
            </p:nvSpPr>
            <p:spPr>
              <a:xfrm>
                <a:off x="5101595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CD6">
                  <a:alpha val="100000"/>
                </a:srgbClr>
              </a:solidFill>
              <a:ln w="5420" cap="flat">
                <a:solidFill>
                  <a:srgbClr val="C1EC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g1747">
                <a:extLst>
                  <a:ext uri="{FF2B5EF4-FFF2-40B4-BE49-F238E27FC236}">
                    <a16:creationId xmlns:a16="http://schemas.microsoft.com/office/drawing/2014/main" id="{525FCEE5-96E5-4D38-003A-3C257A3C788B}"/>
                  </a:ext>
                </a:extLst>
              </p:cNvPr>
              <p:cNvSpPr/>
              <p:nvPr/>
            </p:nvSpPr>
            <p:spPr>
              <a:xfrm>
                <a:off x="5113232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g1748">
                <a:extLst>
                  <a:ext uri="{FF2B5EF4-FFF2-40B4-BE49-F238E27FC236}">
                    <a16:creationId xmlns:a16="http://schemas.microsoft.com/office/drawing/2014/main" id="{5F609580-56E5-EC9E-F646-40E0809BCDA7}"/>
                  </a:ext>
                </a:extLst>
              </p:cNvPr>
              <p:cNvSpPr/>
              <p:nvPr/>
            </p:nvSpPr>
            <p:spPr>
              <a:xfrm>
                <a:off x="5124869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g1749">
                <a:extLst>
                  <a:ext uri="{FF2B5EF4-FFF2-40B4-BE49-F238E27FC236}">
                    <a16:creationId xmlns:a16="http://schemas.microsoft.com/office/drawing/2014/main" id="{3B2630CE-4DA1-221A-D4F6-FEF9A61AE7CC}"/>
                  </a:ext>
                </a:extLst>
              </p:cNvPr>
              <p:cNvSpPr/>
              <p:nvPr/>
            </p:nvSpPr>
            <p:spPr>
              <a:xfrm>
                <a:off x="5136507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g1750">
                <a:extLst>
                  <a:ext uri="{FF2B5EF4-FFF2-40B4-BE49-F238E27FC236}">
                    <a16:creationId xmlns:a16="http://schemas.microsoft.com/office/drawing/2014/main" id="{DF13029A-B142-43C7-C30B-846B2B28C7FF}"/>
                  </a:ext>
                </a:extLst>
              </p:cNvPr>
              <p:cNvSpPr/>
              <p:nvPr/>
            </p:nvSpPr>
            <p:spPr>
              <a:xfrm>
                <a:off x="5148144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g1751">
                <a:extLst>
                  <a:ext uri="{FF2B5EF4-FFF2-40B4-BE49-F238E27FC236}">
                    <a16:creationId xmlns:a16="http://schemas.microsoft.com/office/drawing/2014/main" id="{BBD62C9B-CFF1-E9B1-4DA5-701D372A8E29}"/>
                  </a:ext>
                </a:extLst>
              </p:cNvPr>
              <p:cNvSpPr/>
              <p:nvPr/>
            </p:nvSpPr>
            <p:spPr>
              <a:xfrm>
                <a:off x="5159781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g1752">
                <a:extLst>
                  <a:ext uri="{FF2B5EF4-FFF2-40B4-BE49-F238E27FC236}">
                    <a16:creationId xmlns:a16="http://schemas.microsoft.com/office/drawing/2014/main" id="{F484F3E2-8EFE-9069-1202-712821B4980E}"/>
                  </a:ext>
                </a:extLst>
              </p:cNvPr>
              <p:cNvSpPr/>
              <p:nvPr/>
            </p:nvSpPr>
            <p:spPr>
              <a:xfrm>
                <a:off x="5171419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g1753">
                <a:extLst>
                  <a:ext uri="{FF2B5EF4-FFF2-40B4-BE49-F238E27FC236}">
                    <a16:creationId xmlns:a16="http://schemas.microsoft.com/office/drawing/2014/main" id="{1C40D4B0-3FB4-99C4-C820-DD1440D6A778}"/>
                  </a:ext>
                </a:extLst>
              </p:cNvPr>
              <p:cNvSpPr/>
              <p:nvPr/>
            </p:nvSpPr>
            <p:spPr>
              <a:xfrm>
                <a:off x="5183056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g1754">
                <a:extLst>
                  <a:ext uri="{FF2B5EF4-FFF2-40B4-BE49-F238E27FC236}">
                    <a16:creationId xmlns:a16="http://schemas.microsoft.com/office/drawing/2014/main" id="{95068029-0C7D-4499-64AF-E33E3A6F129F}"/>
                  </a:ext>
                </a:extLst>
              </p:cNvPr>
              <p:cNvSpPr/>
              <p:nvPr/>
            </p:nvSpPr>
            <p:spPr>
              <a:xfrm>
                <a:off x="5194693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g1755">
                <a:extLst>
                  <a:ext uri="{FF2B5EF4-FFF2-40B4-BE49-F238E27FC236}">
                    <a16:creationId xmlns:a16="http://schemas.microsoft.com/office/drawing/2014/main" id="{8052B2E0-9C14-63A7-798A-17B1F401D2DE}"/>
                  </a:ext>
                </a:extLst>
              </p:cNvPr>
              <p:cNvSpPr/>
              <p:nvPr/>
            </p:nvSpPr>
            <p:spPr>
              <a:xfrm>
                <a:off x="5206331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g1756">
                <a:extLst>
                  <a:ext uri="{FF2B5EF4-FFF2-40B4-BE49-F238E27FC236}">
                    <a16:creationId xmlns:a16="http://schemas.microsoft.com/office/drawing/2014/main" id="{B51195B6-87EA-6E29-2D33-09FB5B384430}"/>
                  </a:ext>
                </a:extLst>
              </p:cNvPr>
              <p:cNvSpPr/>
              <p:nvPr/>
            </p:nvSpPr>
            <p:spPr>
              <a:xfrm>
                <a:off x="5043408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g1757">
                <a:extLst>
                  <a:ext uri="{FF2B5EF4-FFF2-40B4-BE49-F238E27FC236}">
                    <a16:creationId xmlns:a16="http://schemas.microsoft.com/office/drawing/2014/main" id="{FF113A7A-22F7-BF4B-5A3D-9C1D933C16BC}"/>
                  </a:ext>
                </a:extLst>
              </p:cNvPr>
              <p:cNvSpPr/>
              <p:nvPr/>
            </p:nvSpPr>
            <p:spPr>
              <a:xfrm>
                <a:off x="5055045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g1758">
                <a:extLst>
                  <a:ext uri="{FF2B5EF4-FFF2-40B4-BE49-F238E27FC236}">
                    <a16:creationId xmlns:a16="http://schemas.microsoft.com/office/drawing/2014/main" id="{6C533414-A0FF-DB71-194A-871F57750230}"/>
                  </a:ext>
                </a:extLst>
              </p:cNvPr>
              <p:cNvSpPr/>
              <p:nvPr/>
            </p:nvSpPr>
            <p:spPr>
              <a:xfrm>
                <a:off x="5066683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g1759">
                <a:extLst>
                  <a:ext uri="{FF2B5EF4-FFF2-40B4-BE49-F238E27FC236}">
                    <a16:creationId xmlns:a16="http://schemas.microsoft.com/office/drawing/2014/main" id="{52C008F9-36E3-AB44-8CCB-88FD6D895495}"/>
                  </a:ext>
                </a:extLst>
              </p:cNvPr>
              <p:cNvSpPr/>
              <p:nvPr/>
            </p:nvSpPr>
            <p:spPr>
              <a:xfrm>
                <a:off x="5078320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g1760">
                <a:extLst>
                  <a:ext uri="{FF2B5EF4-FFF2-40B4-BE49-F238E27FC236}">
                    <a16:creationId xmlns:a16="http://schemas.microsoft.com/office/drawing/2014/main" id="{40BB4876-1AC3-FCB9-64EF-5D75A0C03B0B}"/>
                  </a:ext>
                </a:extLst>
              </p:cNvPr>
              <p:cNvSpPr/>
              <p:nvPr/>
            </p:nvSpPr>
            <p:spPr>
              <a:xfrm>
                <a:off x="5089957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g1761">
                <a:extLst>
                  <a:ext uri="{FF2B5EF4-FFF2-40B4-BE49-F238E27FC236}">
                    <a16:creationId xmlns:a16="http://schemas.microsoft.com/office/drawing/2014/main" id="{B982BFAB-58F0-1D17-EDD0-96C3615B97C6}"/>
                  </a:ext>
                </a:extLst>
              </p:cNvPr>
              <p:cNvSpPr/>
              <p:nvPr/>
            </p:nvSpPr>
            <p:spPr>
              <a:xfrm>
                <a:off x="5101595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g1762">
                <a:extLst>
                  <a:ext uri="{FF2B5EF4-FFF2-40B4-BE49-F238E27FC236}">
                    <a16:creationId xmlns:a16="http://schemas.microsoft.com/office/drawing/2014/main" id="{99B2D0CD-E771-56FA-B2E3-036ADBEF9014}"/>
                  </a:ext>
                </a:extLst>
              </p:cNvPr>
              <p:cNvSpPr/>
              <p:nvPr/>
            </p:nvSpPr>
            <p:spPr>
              <a:xfrm>
                <a:off x="5113232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g1763">
                <a:extLst>
                  <a:ext uri="{FF2B5EF4-FFF2-40B4-BE49-F238E27FC236}">
                    <a16:creationId xmlns:a16="http://schemas.microsoft.com/office/drawing/2014/main" id="{0917AB34-BD4E-304D-170C-771F013FA2E5}"/>
                  </a:ext>
                </a:extLst>
              </p:cNvPr>
              <p:cNvSpPr/>
              <p:nvPr/>
            </p:nvSpPr>
            <p:spPr>
              <a:xfrm>
                <a:off x="5124869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g1764">
                <a:extLst>
                  <a:ext uri="{FF2B5EF4-FFF2-40B4-BE49-F238E27FC236}">
                    <a16:creationId xmlns:a16="http://schemas.microsoft.com/office/drawing/2014/main" id="{686978F7-EA4D-1D78-763D-E2DA6FA4A495}"/>
                  </a:ext>
                </a:extLst>
              </p:cNvPr>
              <p:cNvSpPr/>
              <p:nvPr/>
            </p:nvSpPr>
            <p:spPr>
              <a:xfrm>
                <a:off x="5136507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g1765">
                <a:extLst>
                  <a:ext uri="{FF2B5EF4-FFF2-40B4-BE49-F238E27FC236}">
                    <a16:creationId xmlns:a16="http://schemas.microsoft.com/office/drawing/2014/main" id="{789C22AD-FCC3-4101-B7D1-B8E5845A49FB}"/>
                  </a:ext>
                </a:extLst>
              </p:cNvPr>
              <p:cNvSpPr/>
              <p:nvPr/>
            </p:nvSpPr>
            <p:spPr>
              <a:xfrm>
                <a:off x="5148144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BE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g1766">
                <a:extLst>
                  <a:ext uri="{FF2B5EF4-FFF2-40B4-BE49-F238E27FC236}">
                    <a16:creationId xmlns:a16="http://schemas.microsoft.com/office/drawing/2014/main" id="{17704234-B6CB-E935-71D8-D8116C57CDE0}"/>
                  </a:ext>
                </a:extLst>
              </p:cNvPr>
              <p:cNvSpPr/>
              <p:nvPr/>
            </p:nvSpPr>
            <p:spPr>
              <a:xfrm>
                <a:off x="5159781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5">
                  <a:alpha val="100000"/>
                </a:srgbClr>
              </a:solidFill>
              <a:ln w="5420" cap="flat">
                <a:solidFill>
                  <a:srgbClr val="BDEA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g1767">
                <a:extLst>
                  <a:ext uri="{FF2B5EF4-FFF2-40B4-BE49-F238E27FC236}">
                    <a16:creationId xmlns:a16="http://schemas.microsoft.com/office/drawing/2014/main" id="{8A02EFBF-4956-F816-E330-730A2E591A36}"/>
                  </a:ext>
                </a:extLst>
              </p:cNvPr>
              <p:cNvSpPr/>
              <p:nvPr/>
            </p:nvSpPr>
            <p:spPr>
              <a:xfrm>
                <a:off x="5171419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g1768">
                <a:extLst>
                  <a:ext uri="{FF2B5EF4-FFF2-40B4-BE49-F238E27FC236}">
                    <a16:creationId xmlns:a16="http://schemas.microsoft.com/office/drawing/2014/main" id="{89291223-0E78-D194-8C66-D4AFEE1E8912}"/>
                  </a:ext>
                </a:extLst>
              </p:cNvPr>
              <p:cNvSpPr/>
              <p:nvPr/>
            </p:nvSpPr>
            <p:spPr>
              <a:xfrm>
                <a:off x="5183056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g1769">
                <a:extLst>
                  <a:ext uri="{FF2B5EF4-FFF2-40B4-BE49-F238E27FC236}">
                    <a16:creationId xmlns:a16="http://schemas.microsoft.com/office/drawing/2014/main" id="{ADD5D09B-1356-E2A9-2CCD-FE7201275DDC}"/>
                  </a:ext>
                </a:extLst>
              </p:cNvPr>
              <p:cNvSpPr/>
              <p:nvPr/>
            </p:nvSpPr>
            <p:spPr>
              <a:xfrm>
                <a:off x="5194693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g1770">
                <a:extLst>
                  <a:ext uri="{FF2B5EF4-FFF2-40B4-BE49-F238E27FC236}">
                    <a16:creationId xmlns:a16="http://schemas.microsoft.com/office/drawing/2014/main" id="{13DDF35C-11F4-D4A9-C2E9-276D9A5F87B2}"/>
                  </a:ext>
                </a:extLst>
              </p:cNvPr>
              <p:cNvSpPr/>
              <p:nvPr/>
            </p:nvSpPr>
            <p:spPr>
              <a:xfrm>
                <a:off x="5206331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3">
                  <a:alpha val="100000"/>
                </a:srgbClr>
              </a:solidFill>
              <a:ln w="5420" cap="flat">
                <a:solidFill>
                  <a:srgbClr val="BBEA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g1771">
                <a:extLst>
                  <a:ext uri="{FF2B5EF4-FFF2-40B4-BE49-F238E27FC236}">
                    <a16:creationId xmlns:a16="http://schemas.microsoft.com/office/drawing/2014/main" id="{9D7DFC65-45E1-64A3-2D32-839E34748925}"/>
                  </a:ext>
                </a:extLst>
              </p:cNvPr>
              <p:cNvSpPr/>
              <p:nvPr/>
            </p:nvSpPr>
            <p:spPr>
              <a:xfrm>
                <a:off x="5043408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g1772">
                <a:extLst>
                  <a:ext uri="{FF2B5EF4-FFF2-40B4-BE49-F238E27FC236}">
                    <a16:creationId xmlns:a16="http://schemas.microsoft.com/office/drawing/2014/main" id="{4B5D8B75-DF70-412E-A102-387A5FBA91BA}"/>
                  </a:ext>
                </a:extLst>
              </p:cNvPr>
              <p:cNvSpPr/>
              <p:nvPr/>
            </p:nvSpPr>
            <p:spPr>
              <a:xfrm>
                <a:off x="5055045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g1773">
                <a:extLst>
                  <a:ext uri="{FF2B5EF4-FFF2-40B4-BE49-F238E27FC236}">
                    <a16:creationId xmlns:a16="http://schemas.microsoft.com/office/drawing/2014/main" id="{7DC6A7AB-8CF6-C876-6191-2A9E97768CF3}"/>
                  </a:ext>
                </a:extLst>
              </p:cNvPr>
              <p:cNvSpPr/>
              <p:nvPr/>
            </p:nvSpPr>
            <p:spPr>
              <a:xfrm>
                <a:off x="5066683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g1774">
                <a:extLst>
                  <a:ext uri="{FF2B5EF4-FFF2-40B4-BE49-F238E27FC236}">
                    <a16:creationId xmlns:a16="http://schemas.microsoft.com/office/drawing/2014/main" id="{E653FB13-1F3B-02EB-6880-1D97A286E6E4}"/>
                  </a:ext>
                </a:extLst>
              </p:cNvPr>
              <p:cNvSpPr/>
              <p:nvPr/>
            </p:nvSpPr>
            <p:spPr>
              <a:xfrm>
                <a:off x="5078320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g1775">
                <a:extLst>
                  <a:ext uri="{FF2B5EF4-FFF2-40B4-BE49-F238E27FC236}">
                    <a16:creationId xmlns:a16="http://schemas.microsoft.com/office/drawing/2014/main" id="{FD93362F-198D-2289-AD17-F4EB59767ACB}"/>
                  </a:ext>
                </a:extLst>
              </p:cNvPr>
              <p:cNvSpPr/>
              <p:nvPr/>
            </p:nvSpPr>
            <p:spPr>
              <a:xfrm>
                <a:off x="5089957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g1776">
                <a:extLst>
                  <a:ext uri="{FF2B5EF4-FFF2-40B4-BE49-F238E27FC236}">
                    <a16:creationId xmlns:a16="http://schemas.microsoft.com/office/drawing/2014/main" id="{E1F3F2A3-55F8-33D1-0755-1DBC238C99FD}"/>
                  </a:ext>
                </a:extLst>
              </p:cNvPr>
              <p:cNvSpPr/>
              <p:nvPr/>
            </p:nvSpPr>
            <p:spPr>
              <a:xfrm>
                <a:off x="5101595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g1777">
                <a:extLst>
                  <a:ext uri="{FF2B5EF4-FFF2-40B4-BE49-F238E27FC236}">
                    <a16:creationId xmlns:a16="http://schemas.microsoft.com/office/drawing/2014/main" id="{D1049772-4962-3BC7-5F2F-033081834F3E}"/>
                  </a:ext>
                </a:extLst>
              </p:cNvPr>
              <p:cNvSpPr/>
              <p:nvPr/>
            </p:nvSpPr>
            <p:spPr>
              <a:xfrm>
                <a:off x="5113232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g1778">
                <a:extLst>
                  <a:ext uri="{FF2B5EF4-FFF2-40B4-BE49-F238E27FC236}">
                    <a16:creationId xmlns:a16="http://schemas.microsoft.com/office/drawing/2014/main" id="{95D7FABF-C880-E3C1-4B98-C049AD5FC180}"/>
                  </a:ext>
                </a:extLst>
              </p:cNvPr>
              <p:cNvSpPr/>
              <p:nvPr/>
            </p:nvSpPr>
            <p:spPr>
              <a:xfrm>
                <a:off x="5124869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DEAD4">
                  <a:alpha val="100000"/>
                </a:srgbClr>
              </a:solidFill>
              <a:ln w="5420" cap="flat">
                <a:solidFill>
                  <a:srgbClr val="BD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g1779">
                <a:extLst>
                  <a:ext uri="{FF2B5EF4-FFF2-40B4-BE49-F238E27FC236}">
                    <a16:creationId xmlns:a16="http://schemas.microsoft.com/office/drawing/2014/main" id="{3E7A2517-80EE-E1BA-477F-62BAB92E1F12}"/>
                  </a:ext>
                </a:extLst>
              </p:cNvPr>
              <p:cNvSpPr/>
              <p:nvPr/>
            </p:nvSpPr>
            <p:spPr>
              <a:xfrm>
                <a:off x="5136507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g1780">
                <a:extLst>
                  <a:ext uri="{FF2B5EF4-FFF2-40B4-BE49-F238E27FC236}">
                    <a16:creationId xmlns:a16="http://schemas.microsoft.com/office/drawing/2014/main" id="{C8043366-587D-6132-435F-1CDDE8A6255C}"/>
                  </a:ext>
                </a:extLst>
              </p:cNvPr>
              <p:cNvSpPr/>
              <p:nvPr/>
            </p:nvSpPr>
            <p:spPr>
              <a:xfrm>
                <a:off x="5148144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g1781">
                <a:extLst>
                  <a:ext uri="{FF2B5EF4-FFF2-40B4-BE49-F238E27FC236}">
                    <a16:creationId xmlns:a16="http://schemas.microsoft.com/office/drawing/2014/main" id="{73706019-4CFE-828B-8DFB-A302AFC23A2D}"/>
                  </a:ext>
                </a:extLst>
              </p:cNvPr>
              <p:cNvSpPr/>
              <p:nvPr/>
            </p:nvSpPr>
            <p:spPr>
              <a:xfrm>
                <a:off x="5159781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BC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g1782">
                <a:extLst>
                  <a:ext uri="{FF2B5EF4-FFF2-40B4-BE49-F238E27FC236}">
                    <a16:creationId xmlns:a16="http://schemas.microsoft.com/office/drawing/2014/main" id="{3F91ADC8-8BC2-C735-D427-9F73DDC9F397}"/>
                  </a:ext>
                </a:extLst>
              </p:cNvPr>
              <p:cNvSpPr/>
              <p:nvPr/>
            </p:nvSpPr>
            <p:spPr>
              <a:xfrm>
                <a:off x="5171419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4">
                  <a:alpha val="100000"/>
                </a:srgbClr>
              </a:solidFill>
              <a:ln w="5420" cap="flat">
                <a:solidFill>
                  <a:srgbClr val="BBEAD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g1783">
                <a:extLst>
                  <a:ext uri="{FF2B5EF4-FFF2-40B4-BE49-F238E27FC236}">
                    <a16:creationId xmlns:a16="http://schemas.microsoft.com/office/drawing/2014/main" id="{9D0854D1-D11E-C833-DBEB-DAFB060F9C8C}"/>
                  </a:ext>
                </a:extLst>
              </p:cNvPr>
              <p:cNvSpPr/>
              <p:nvPr/>
            </p:nvSpPr>
            <p:spPr>
              <a:xfrm>
                <a:off x="5183056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g1784">
                <a:extLst>
                  <a:ext uri="{FF2B5EF4-FFF2-40B4-BE49-F238E27FC236}">
                    <a16:creationId xmlns:a16="http://schemas.microsoft.com/office/drawing/2014/main" id="{4B8273EB-7F6F-6DCB-D54E-4863C8DC90CA}"/>
                  </a:ext>
                </a:extLst>
              </p:cNvPr>
              <p:cNvSpPr/>
              <p:nvPr/>
            </p:nvSpPr>
            <p:spPr>
              <a:xfrm>
                <a:off x="5194693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g1785">
                <a:extLst>
                  <a:ext uri="{FF2B5EF4-FFF2-40B4-BE49-F238E27FC236}">
                    <a16:creationId xmlns:a16="http://schemas.microsoft.com/office/drawing/2014/main" id="{5080663F-FED6-1B98-DBB3-6AAB4BA30A9F}"/>
                  </a:ext>
                </a:extLst>
              </p:cNvPr>
              <p:cNvSpPr/>
              <p:nvPr/>
            </p:nvSpPr>
            <p:spPr>
              <a:xfrm>
                <a:off x="5206331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g1786">
                <a:extLst>
                  <a:ext uri="{FF2B5EF4-FFF2-40B4-BE49-F238E27FC236}">
                    <a16:creationId xmlns:a16="http://schemas.microsoft.com/office/drawing/2014/main" id="{0D26801F-27A5-CE8B-E9D6-28F1BBC62481}"/>
                  </a:ext>
                </a:extLst>
              </p:cNvPr>
              <p:cNvSpPr/>
              <p:nvPr/>
            </p:nvSpPr>
            <p:spPr>
              <a:xfrm>
                <a:off x="5217968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g1787">
                <a:extLst>
                  <a:ext uri="{FF2B5EF4-FFF2-40B4-BE49-F238E27FC236}">
                    <a16:creationId xmlns:a16="http://schemas.microsoft.com/office/drawing/2014/main" id="{87852FE0-862B-E3E5-1B07-D65953EE310F}"/>
                  </a:ext>
                </a:extLst>
              </p:cNvPr>
              <p:cNvSpPr/>
              <p:nvPr/>
            </p:nvSpPr>
            <p:spPr>
              <a:xfrm>
                <a:off x="5055045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g1788">
                <a:extLst>
                  <a:ext uri="{FF2B5EF4-FFF2-40B4-BE49-F238E27FC236}">
                    <a16:creationId xmlns:a16="http://schemas.microsoft.com/office/drawing/2014/main" id="{FF44545D-4DE5-B597-4438-F6F06DA398C6}"/>
                  </a:ext>
                </a:extLst>
              </p:cNvPr>
              <p:cNvSpPr/>
              <p:nvPr/>
            </p:nvSpPr>
            <p:spPr>
              <a:xfrm>
                <a:off x="5066683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g1789">
                <a:extLst>
                  <a:ext uri="{FF2B5EF4-FFF2-40B4-BE49-F238E27FC236}">
                    <a16:creationId xmlns:a16="http://schemas.microsoft.com/office/drawing/2014/main" id="{9849FF1F-1F55-FCCE-5002-CAA25B442E55}"/>
                  </a:ext>
                </a:extLst>
              </p:cNvPr>
              <p:cNvSpPr/>
              <p:nvPr/>
            </p:nvSpPr>
            <p:spPr>
              <a:xfrm>
                <a:off x="5078320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g1790">
                <a:extLst>
                  <a:ext uri="{FF2B5EF4-FFF2-40B4-BE49-F238E27FC236}">
                    <a16:creationId xmlns:a16="http://schemas.microsoft.com/office/drawing/2014/main" id="{F613683D-6BA2-F3B7-6CD7-C894DEFB3F25}"/>
                  </a:ext>
                </a:extLst>
              </p:cNvPr>
              <p:cNvSpPr/>
              <p:nvPr/>
            </p:nvSpPr>
            <p:spPr>
              <a:xfrm>
                <a:off x="5089957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g1791">
                <a:extLst>
                  <a:ext uri="{FF2B5EF4-FFF2-40B4-BE49-F238E27FC236}">
                    <a16:creationId xmlns:a16="http://schemas.microsoft.com/office/drawing/2014/main" id="{861D05EE-7239-19F3-3FB2-FA8B2023F07C}"/>
                  </a:ext>
                </a:extLst>
              </p:cNvPr>
              <p:cNvSpPr/>
              <p:nvPr/>
            </p:nvSpPr>
            <p:spPr>
              <a:xfrm>
                <a:off x="5101595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3">
                  <a:alpha val="100000"/>
                </a:srgbClr>
              </a:solidFill>
              <a:ln w="5420" cap="flat">
                <a:solidFill>
                  <a:srgbClr val="BBEA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g1792">
                <a:extLst>
                  <a:ext uri="{FF2B5EF4-FFF2-40B4-BE49-F238E27FC236}">
                    <a16:creationId xmlns:a16="http://schemas.microsoft.com/office/drawing/2014/main" id="{7B02EBD4-C31C-EE02-49E5-F85E64569E9A}"/>
                  </a:ext>
                </a:extLst>
              </p:cNvPr>
              <p:cNvSpPr/>
              <p:nvPr/>
            </p:nvSpPr>
            <p:spPr>
              <a:xfrm>
                <a:off x="5113232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3">
                  <a:alpha val="100000"/>
                </a:srgbClr>
              </a:solidFill>
              <a:ln w="5420" cap="flat">
                <a:solidFill>
                  <a:srgbClr val="BBEA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g1793">
                <a:extLst>
                  <a:ext uri="{FF2B5EF4-FFF2-40B4-BE49-F238E27FC236}">
                    <a16:creationId xmlns:a16="http://schemas.microsoft.com/office/drawing/2014/main" id="{B76FBCAE-0147-5D8F-6B0F-AF1C68E54830}"/>
                  </a:ext>
                </a:extLst>
              </p:cNvPr>
              <p:cNvSpPr/>
              <p:nvPr/>
            </p:nvSpPr>
            <p:spPr>
              <a:xfrm>
                <a:off x="5124869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g1794">
                <a:extLst>
                  <a:ext uri="{FF2B5EF4-FFF2-40B4-BE49-F238E27FC236}">
                    <a16:creationId xmlns:a16="http://schemas.microsoft.com/office/drawing/2014/main" id="{8DED2DDE-836E-7027-1527-D94971876E84}"/>
                  </a:ext>
                </a:extLst>
              </p:cNvPr>
              <p:cNvSpPr/>
              <p:nvPr/>
            </p:nvSpPr>
            <p:spPr>
              <a:xfrm>
                <a:off x="5136507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9D3">
                  <a:alpha val="100000"/>
                </a:srgbClr>
              </a:solidFill>
              <a:ln w="5420" cap="flat">
                <a:solidFill>
                  <a:srgbClr val="BB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g1795">
                <a:extLst>
                  <a:ext uri="{FF2B5EF4-FFF2-40B4-BE49-F238E27FC236}">
                    <a16:creationId xmlns:a16="http://schemas.microsoft.com/office/drawing/2014/main" id="{1D743593-3CD6-4E34-C3D0-7E567648BCED}"/>
                  </a:ext>
                </a:extLst>
              </p:cNvPr>
              <p:cNvSpPr/>
              <p:nvPr/>
            </p:nvSpPr>
            <p:spPr>
              <a:xfrm>
                <a:off x="5148144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g1796">
                <a:extLst>
                  <a:ext uri="{FF2B5EF4-FFF2-40B4-BE49-F238E27FC236}">
                    <a16:creationId xmlns:a16="http://schemas.microsoft.com/office/drawing/2014/main" id="{9A8E3EBF-2EFE-E62B-A367-0881FDF7CF4E}"/>
                  </a:ext>
                </a:extLst>
              </p:cNvPr>
              <p:cNvSpPr/>
              <p:nvPr/>
            </p:nvSpPr>
            <p:spPr>
              <a:xfrm>
                <a:off x="5159781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g1797">
                <a:extLst>
                  <a:ext uri="{FF2B5EF4-FFF2-40B4-BE49-F238E27FC236}">
                    <a16:creationId xmlns:a16="http://schemas.microsoft.com/office/drawing/2014/main" id="{2CAE46A4-C88D-A0C6-AB4C-BCB532DDCEB9}"/>
                  </a:ext>
                </a:extLst>
              </p:cNvPr>
              <p:cNvSpPr/>
              <p:nvPr/>
            </p:nvSpPr>
            <p:spPr>
              <a:xfrm>
                <a:off x="5171419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g1798">
                <a:extLst>
                  <a:ext uri="{FF2B5EF4-FFF2-40B4-BE49-F238E27FC236}">
                    <a16:creationId xmlns:a16="http://schemas.microsoft.com/office/drawing/2014/main" id="{7EECE15F-3DCD-F09F-C6A2-AAC90028E366}"/>
                  </a:ext>
                </a:extLst>
              </p:cNvPr>
              <p:cNvSpPr/>
              <p:nvPr/>
            </p:nvSpPr>
            <p:spPr>
              <a:xfrm>
                <a:off x="5183056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g1799">
                <a:extLst>
                  <a:ext uri="{FF2B5EF4-FFF2-40B4-BE49-F238E27FC236}">
                    <a16:creationId xmlns:a16="http://schemas.microsoft.com/office/drawing/2014/main" id="{699683B5-FBA6-EC56-41D1-F2134497C679}"/>
                  </a:ext>
                </a:extLst>
              </p:cNvPr>
              <p:cNvSpPr/>
              <p:nvPr/>
            </p:nvSpPr>
            <p:spPr>
              <a:xfrm>
                <a:off x="5194693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g1800">
                <a:extLst>
                  <a:ext uri="{FF2B5EF4-FFF2-40B4-BE49-F238E27FC236}">
                    <a16:creationId xmlns:a16="http://schemas.microsoft.com/office/drawing/2014/main" id="{5238A664-3A2A-3700-3CE1-0CBE84630E04}"/>
                  </a:ext>
                </a:extLst>
              </p:cNvPr>
              <p:cNvSpPr/>
              <p:nvPr/>
            </p:nvSpPr>
            <p:spPr>
              <a:xfrm>
                <a:off x="5206331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g1801">
                <a:extLst>
                  <a:ext uri="{FF2B5EF4-FFF2-40B4-BE49-F238E27FC236}">
                    <a16:creationId xmlns:a16="http://schemas.microsoft.com/office/drawing/2014/main" id="{F31E4D4B-2E78-4F32-4805-30B74E8880CA}"/>
                  </a:ext>
                </a:extLst>
              </p:cNvPr>
              <p:cNvSpPr/>
              <p:nvPr/>
            </p:nvSpPr>
            <p:spPr>
              <a:xfrm>
                <a:off x="5217968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8D2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g1802">
                <a:extLst>
                  <a:ext uri="{FF2B5EF4-FFF2-40B4-BE49-F238E27FC236}">
                    <a16:creationId xmlns:a16="http://schemas.microsoft.com/office/drawing/2014/main" id="{0097CC36-4EA9-2265-A766-125C3D188F6D}"/>
                  </a:ext>
                </a:extLst>
              </p:cNvPr>
              <p:cNvSpPr/>
              <p:nvPr/>
            </p:nvSpPr>
            <p:spPr>
              <a:xfrm>
                <a:off x="502013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g1803">
                <a:extLst>
                  <a:ext uri="{FF2B5EF4-FFF2-40B4-BE49-F238E27FC236}">
                    <a16:creationId xmlns:a16="http://schemas.microsoft.com/office/drawing/2014/main" id="{9EB479E2-BD56-B99B-2139-BB0AB9CAE579}"/>
                  </a:ext>
                </a:extLst>
              </p:cNvPr>
              <p:cNvSpPr/>
              <p:nvPr/>
            </p:nvSpPr>
            <p:spPr>
              <a:xfrm>
                <a:off x="503177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g1804">
                <a:extLst>
                  <a:ext uri="{FF2B5EF4-FFF2-40B4-BE49-F238E27FC236}">
                    <a16:creationId xmlns:a16="http://schemas.microsoft.com/office/drawing/2014/main" id="{F74E6BCB-B438-19DF-7309-2F53403A891A}"/>
                  </a:ext>
                </a:extLst>
              </p:cNvPr>
              <p:cNvSpPr/>
              <p:nvPr/>
            </p:nvSpPr>
            <p:spPr>
              <a:xfrm>
                <a:off x="5043408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g1805">
                <a:extLst>
                  <a:ext uri="{FF2B5EF4-FFF2-40B4-BE49-F238E27FC236}">
                    <a16:creationId xmlns:a16="http://schemas.microsoft.com/office/drawing/2014/main" id="{65A6ED39-1813-D7F5-2587-81C35F466597}"/>
                  </a:ext>
                </a:extLst>
              </p:cNvPr>
              <p:cNvSpPr/>
              <p:nvPr/>
            </p:nvSpPr>
            <p:spPr>
              <a:xfrm>
                <a:off x="5055045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g1806">
                <a:extLst>
                  <a:ext uri="{FF2B5EF4-FFF2-40B4-BE49-F238E27FC236}">
                    <a16:creationId xmlns:a16="http://schemas.microsoft.com/office/drawing/2014/main" id="{89D565E0-95BB-619B-8645-462A141AB3AB}"/>
                  </a:ext>
                </a:extLst>
              </p:cNvPr>
              <p:cNvSpPr/>
              <p:nvPr/>
            </p:nvSpPr>
            <p:spPr>
              <a:xfrm>
                <a:off x="506668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g1807">
                <a:extLst>
                  <a:ext uri="{FF2B5EF4-FFF2-40B4-BE49-F238E27FC236}">
                    <a16:creationId xmlns:a16="http://schemas.microsoft.com/office/drawing/2014/main" id="{84AEFC67-5FF5-1ECC-B23E-54DA60400C18}"/>
                  </a:ext>
                </a:extLst>
              </p:cNvPr>
              <p:cNvSpPr/>
              <p:nvPr/>
            </p:nvSpPr>
            <p:spPr>
              <a:xfrm>
                <a:off x="5078320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g1808">
                <a:extLst>
                  <a:ext uri="{FF2B5EF4-FFF2-40B4-BE49-F238E27FC236}">
                    <a16:creationId xmlns:a16="http://schemas.microsoft.com/office/drawing/2014/main" id="{38E94517-3E39-31DC-2324-D177FEC0B589}"/>
                  </a:ext>
                </a:extLst>
              </p:cNvPr>
              <p:cNvSpPr/>
              <p:nvPr/>
            </p:nvSpPr>
            <p:spPr>
              <a:xfrm>
                <a:off x="5089957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g1809">
                <a:extLst>
                  <a:ext uri="{FF2B5EF4-FFF2-40B4-BE49-F238E27FC236}">
                    <a16:creationId xmlns:a16="http://schemas.microsoft.com/office/drawing/2014/main" id="{FC83BE26-B6CE-5650-1FF8-3326020FB25B}"/>
                  </a:ext>
                </a:extLst>
              </p:cNvPr>
              <p:cNvSpPr/>
              <p:nvPr/>
            </p:nvSpPr>
            <p:spPr>
              <a:xfrm>
                <a:off x="5101595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g1810">
                <a:extLst>
                  <a:ext uri="{FF2B5EF4-FFF2-40B4-BE49-F238E27FC236}">
                    <a16:creationId xmlns:a16="http://schemas.microsoft.com/office/drawing/2014/main" id="{B56FFF58-A43E-9210-0FE8-2D5580821BAD}"/>
                  </a:ext>
                </a:extLst>
              </p:cNvPr>
              <p:cNvSpPr/>
              <p:nvPr/>
            </p:nvSpPr>
            <p:spPr>
              <a:xfrm>
                <a:off x="5113232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g1811">
                <a:extLst>
                  <a:ext uri="{FF2B5EF4-FFF2-40B4-BE49-F238E27FC236}">
                    <a16:creationId xmlns:a16="http://schemas.microsoft.com/office/drawing/2014/main" id="{768561A9-C7AD-1E70-9FB0-2B255C1C9A30}"/>
                  </a:ext>
                </a:extLst>
              </p:cNvPr>
              <p:cNvSpPr/>
              <p:nvPr/>
            </p:nvSpPr>
            <p:spPr>
              <a:xfrm>
                <a:off x="5124869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g1812">
                <a:extLst>
                  <a:ext uri="{FF2B5EF4-FFF2-40B4-BE49-F238E27FC236}">
                    <a16:creationId xmlns:a16="http://schemas.microsoft.com/office/drawing/2014/main" id="{A6B48A8B-4E81-2C4F-52C8-13A6375071C4}"/>
                  </a:ext>
                </a:extLst>
              </p:cNvPr>
              <p:cNvSpPr/>
              <p:nvPr/>
            </p:nvSpPr>
            <p:spPr>
              <a:xfrm>
                <a:off x="5136507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g1813">
                <a:extLst>
                  <a:ext uri="{FF2B5EF4-FFF2-40B4-BE49-F238E27FC236}">
                    <a16:creationId xmlns:a16="http://schemas.microsoft.com/office/drawing/2014/main" id="{38D65294-D278-AAAB-47E9-12FF3992ACA5}"/>
                  </a:ext>
                </a:extLst>
              </p:cNvPr>
              <p:cNvSpPr/>
              <p:nvPr/>
            </p:nvSpPr>
            <p:spPr>
              <a:xfrm>
                <a:off x="5148144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g1814">
                <a:extLst>
                  <a:ext uri="{FF2B5EF4-FFF2-40B4-BE49-F238E27FC236}">
                    <a16:creationId xmlns:a16="http://schemas.microsoft.com/office/drawing/2014/main" id="{CBD78815-10EA-57B7-4E21-2F145E005165}"/>
                  </a:ext>
                </a:extLst>
              </p:cNvPr>
              <p:cNvSpPr/>
              <p:nvPr/>
            </p:nvSpPr>
            <p:spPr>
              <a:xfrm>
                <a:off x="515978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g1815">
                <a:extLst>
                  <a:ext uri="{FF2B5EF4-FFF2-40B4-BE49-F238E27FC236}">
                    <a16:creationId xmlns:a16="http://schemas.microsoft.com/office/drawing/2014/main" id="{D0CB0152-B79F-79F3-5BCF-5D650CCCFE1D}"/>
                  </a:ext>
                </a:extLst>
              </p:cNvPr>
              <p:cNvSpPr/>
              <p:nvPr/>
            </p:nvSpPr>
            <p:spPr>
              <a:xfrm>
                <a:off x="5171419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g1816">
                <a:extLst>
                  <a:ext uri="{FF2B5EF4-FFF2-40B4-BE49-F238E27FC236}">
                    <a16:creationId xmlns:a16="http://schemas.microsoft.com/office/drawing/2014/main" id="{650C6C74-9BFD-7288-E5DD-DB104523E772}"/>
                  </a:ext>
                </a:extLst>
              </p:cNvPr>
              <p:cNvSpPr/>
              <p:nvPr/>
            </p:nvSpPr>
            <p:spPr>
              <a:xfrm>
                <a:off x="5183056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g1817">
                <a:extLst>
                  <a:ext uri="{FF2B5EF4-FFF2-40B4-BE49-F238E27FC236}">
                    <a16:creationId xmlns:a16="http://schemas.microsoft.com/office/drawing/2014/main" id="{FD9C6C27-F496-9829-8ABF-3C0C9397469B}"/>
                  </a:ext>
                </a:extLst>
              </p:cNvPr>
              <p:cNvSpPr/>
              <p:nvPr/>
            </p:nvSpPr>
            <p:spPr>
              <a:xfrm>
                <a:off x="519469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8D2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g1818">
                <a:extLst>
                  <a:ext uri="{FF2B5EF4-FFF2-40B4-BE49-F238E27FC236}">
                    <a16:creationId xmlns:a16="http://schemas.microsoft.com/office/drawing/2014/main" id="{079F2122-A525-3B19-8C95-69495467667B}"/>
                  </a:ext>
                </a:extLst>
              </p:cNvPr>
              <p:cNvSpPr/>
              <p:nvPr/>
            </p:nvSpPr>
            <p:spPr>
              <a:xfrm>
                <a:off x="520633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g1819">
                <a:extLst>
                  <a:ext uri="{FF2B5EF4-FFF2-40B4-BE49-F238E27FC236}">
                    <a16:creationId xmlns:a16="http://schemas.microsoft.com/office/drawing/2014/main" id="{02D049D3-413E-E47B-6C55-73245D779181}"/>
                  </a:ext>
                </a:extLst>
              </p:cNvPr>
              <p:cNvSpPr/>
              <p:nvPr/>
            </p:nvSpPr>
            <p:spPr>
              <a:xfrm>
                <a:off x="502013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7D0">
                  <a:alpha val="100000"/>
                </a:srgbClr>
              </a:solidFill>
              <a:ln w="5420" cap="flat">
                <a:solidFill>
                  <a:srgbClr val="B5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g1820">
                <a:extLst>
                  <a:ext uri="{FF2B5EF4-FFF2-40B4-BE49-F238E27FC236}">
                    <a16:creationId xmlns:a16="http://schemas.microsoft.com/office/drawing/2014/main" id="{86885815-6022-C3C3-8B67-BD53205DA7D3}"/>
                  </a:ext>
                </a:extLst>
              </p:cNvPr>
              <p:cNvSpPr/>
              <p:nvPr/>
            </p:nvSpPr>
            <p:spPr>
              <a:xfrm>
                <a:off x="5031771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g1821">
                <a:extLst>
                  <a:ext uri="{FF2B5EF4-FFF2-40B4-BE49-F238E27FC236}">
                    <a16:creationId xmlns:a16="http://schemas.microsoft.com/office/drawing/2014/main" id="{E7F3498A-AEA8-3A25-81BD-972460A36E8D}"/>
                  </a:ext>
                </a:extLst>
              </p:cNvPr>
              <p:cNvSpPr/>
              <p:nvPr/>
            </p:nvSpPr>
            <p:spPr>
              <a:xfrm>
                <a:off x="5043408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g1822">
                <a:extLst>
                  <a:ext uri="{FF2B5EF4-FFF2-40B4-BE49-F238E27FC236}">
                    <a16:creationId xmlns:a16="http://schemas.microsoft.com/office/drawing/2014/main" id="{B34CA4FD-7B8D-81B5-8804-E32E90B5F21B}"/>
                  </a:ext>
                </a:extLst>
              </p:cNvPr>
              <p:cNvSpPr/>
              <p:nvPr/>
            </p:nvSpPr>
            <p:spPr>
              <a:xfrm>
                <a:off x="5055045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g1823">
                <a:extLst>
                  <a:ext uri="{FF2B5EF4-FFF2-40B4-BE49-F238E27FC236}">
                    <a16:creationId xmlns:a16="http://schemas.microsoft.com/office/drawing/2014/main" id="{DB0AF3CF-A48E-E365-9707-5F818B1101F7}"/>
                  </a:ext>
                </a:extLst>
              </p:cNvPr>
              <p:cNvSpPr/>
              <p:nvPr/>
            </p:nvSpPr>
            <p:spPr>
              <a:xfrm>
                <a:off x="506668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g1824">
                <a:extLst>
                  <a:ext uri="{FF2B5EF4-FFF2-40B4-BE49-F238E27FC236}">
                    <a16:creationId xmlns:a16="http://schemas.microsoft.com/office/drawing/2014/main" id="{F57C30A4-7160-1CC4-7965-CF7FF9E68B46}"/>
                  </a:ext>
                </a:extLst>
              </p:cNvPr>
              <p:cNvSpPr/>
              <p:nvPr/>
            </p:nvSpPr>
            <p:spPr>
              <a:xfrm>
                <a:off x="5078320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g1825">
                <a:extLst>
                  <a:ext uri="{FF2B5EF4-FFF2-40B4-BE49-F238E27FC236}">
                    <a16:creationId xmlns:a16="http://schemas.microsoft.com/office/drawing/2014/main" id="{6DFF864E-F025-3FA8-21C5-8B5764D4A5E2}"/>
                  </a:ext>
                </a:extLst>
              </p:cNvPr>
              <p:cNvSpPr/>
              <p:nvPr/>
            </p:nvSpPr>
            <p:spPr>
              <a:xfrm>
                <a:off x="5089957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g1826">
                <a:extLst>
                  <a:ext uri="{FF2B5EF4-FFF2-40B4-BE49-F238E27FC236}">
                    <a16:creationId xmlns:a16="http://schemas.microsoft.com/office/drawing/2014/main" id="{08D2A468-5B2E-C890-FB16-0B756E507B4C}"/>
                  </a:ext>
                </a:extLst>
              </p:cNvPr>
              <p:cNvSpPr/>
              <p:nvPr/>
            </p:nvSpPr>
            <p:spPr>
              <a:xfrm>
                <a:off x="5101595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g1827">
                <a:extLst>
                  <a:ext uri="{FF2B5EF4-FFF2-40B4-BE49-F238E27FC236}">
                    <a16:creationId xmlns:a16="http://schemas.microsoft.com/office/drawing/2014/main" id="{8A3CBCC6-096D-FDAB-D07C-7CA0931C8CA0}"/>
                  </a:ext>
                </a:extLst>
              </p:cNvPr>
              <p:cNvSpPr/>
              <p:nvPr/>
            </p:nvSpPr>
            <p:spPr>
              <a:xfrm>
                <a:off x="5113232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g1828">
                <a:extLst>
                  <a:ext uri="{FF2B5EF4-FFF2-40B4-BE49-F238E27FC236}">
                    <a16:creationId xmlns:a16="http://schemas.microsoft.com/office/drawing/2014/main" id="{B5FE9E67-8650-9578-AAE2-168AF521120B}"/>
                  </a:ext>
                </a:extLst>
              </p:cNvPr>
              <p:cNvSpPr/>
              <p:nvPr/>
            </p:nvSpPr>
            <p:spPr>
              <a:xfrm>
                <a:off x="5124869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g1829">
                <a:extLst>
                  <a:ext uri="{FF2B5EF4-FFF2-40B4-BE49-F238E27FC236}">
                    <a16:creationId xmlns:a16="http://schemas.microsoft.com/office/drawing/2014/main" id="{CB0BAAA7-BA41-C225-7A99-1AB68F511B80}"/>
                  </a:ext>
                </a:extLst>
              </p:cNvPr>
              <p:cNvSpPr/>
              <p:nvPr/>
            </p:nvSpPr>
            <p:spPr>
              <a:xfrm>
                <a:off x="5136507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g1830">
                <a:extLst>
                  <a:ext uri="{FF2B5EF4-FFF2-40B4-BE49-F238E27FC236}">
                    <a16:creationId xmlns:a16="http://schemas.microsoft.com/office/drawing/2014/main" id="{673C8405-610F-700B-36EF-D30027DF5F47}"/>
                  </a:ext>
                </a:extLst>
              </p:cNvPr>
              <p:cNvSpPr/>
              <p:nvPr/>
            </p:nvSpPr>
            <p:spPr>
              <a:xfrm>
                <a:off x="5148144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g1831">
                <a:extLst>
                  <a:ext uri="{FF2B5EF4-FFF2-40B4-BE49-F238E27FC236}">
                    <a16:creationId xmlns:a16="http://schemas.microsoft.com/office/drawing/2014/main" id="{483D785F-D4AC-F08A-E0A7-0C42AF1C0489}"/>
                  </a:ext>
                </a:extLst>
              </p:cNvPr>
              <p:cNvSpPr/>
              <p:nvPr/>
            </p:nvSpPr>
            <p:spPr>
              <a:xfrm>
                <a:off x="5159781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g1832">
                <a:extLst>
                  <a:ext uri="{FF2B5EF4-FFF2-40B4-BE49-F238E27FC236}">
                    <a16:creationId xmlns:a16="http://schemas.microsoft.com/office/drawing/2014/main" id="{A9C7A02A-93A6-1F94-48A5-DE54BA38EBF6}"/>
                  </a:ext>
                </a:extLst>
              </p:cNvPr>
              <p:cNvSpPr/>
              <p:nvPr/>
            </p:nvSpPr>
            <p:spPr>
              <a:xfrm>
                <a:off x="5171419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g1833">
                <a:extLst>
                  <a:ext uri="{FF2B5EF4-FFF2-40B4-BE49-F238E27FC236}">
                    <a16:creationId xmlns:a16="http://schemas.microsoft.com/office/drawing/2014/main" id="{DBE11F63-419E-CE83-42F3-D7883FD78A37}"/>
                  </a:ext>
                </a:extLst>
              </p:cNvPr>
              <p:cNvSpPr/>
              <p:nvPr/>
            </p:nvSpPr>
            <p:spPr>
              <a:xfrm>
                <a:off x="5183056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g1834">
                <a:extLst>
                  <a:ext uri="{FF2B5EF4-FFF2-40B4-BE49-F238E27FC236}">
                    <a16:creationId xmlns:a16="http://schemas.microsoft.com/office/drawing/2014/main" id="{AB86A95D-C10B-09FA-C3DC-2D56DA9CB0C6}"/>
                  </a:ext>
                </a:extLst>
              </p:cNvPr>
              <p:cNvSpPr/>
              <p:nvPr/>
            </p:nvSpPr>
            <p:spPr>
              <a:xfrm>
                <a:off x="519469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g1835">
                <a:extLst>
                  <a:ext uri="{FF2B5EF4-FFF2-40B4-BE49-F238E27FC236}">
                    <a16:creationId xmlns:a16="http://schemas.microsoft.com/office/drawing/2014/main" id="{2486641A-2117-4183-EBE8-DB4866349C9A}"/>
                  </a:ext>
                </a:extLst>
              </p:cNvPr>
              <p:cNvSpPr/>
              <p:nvPr/>
            </p:nvSpPr>
            <p:spPr>
              <a:xfrm>
                <a:off x="5020133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g1836">
                <a:extLst>
                  <a:ext uri="{FF2B5EF4-FFF2-40B4-BE49-F238E27FC236}">
                    <a16:creationId xmlns:a16="http://schemas.microsoft.com/office/drawing/2014/main" id="{897A4364-123E-589B-EA78-17E4EDD0E12B}"/>
                  </a:ext>
                </a:extLst>
              </p:cNvPr>
              <p:cNvSpPr/>
              <p:nvPr/>
            </p:nvSpPr>
            <p:spPr>
              <a:xfrm>
                <a:off x="5031771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g1837">
                <a:extLst>
                  <a:ext uri="{FF2B5EF4-FFF2-40B4-BE49-F238E27FC236}">
                    <a16:creationId xmlns:a16="http://schemas.microsoft.com/office/drawing/2014/main" id="{5F9671FE-92B1-C564-2284-00AEF598DFFB}"/>
                  </a:ext>
                </a:extLst>
              </p:cNvPr>
              <p:cNvSpPr/>
              <p:nvPr/>
            </p:nvSpPr>
            <p:spPr>
              <a:xfrm>
                <a:off x="5043408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g1838">
                <a:extLst>
                  <a:ext uri="{FF2B5EF4-FFF2-40B4-BE49-F238E27FC236}">
                    <a16:creationId xmlns:a16="http://schemas.microsoft.com/office/drawing/2014/main" id="{D12D615F-AB1F-E4DF-0B44-8E25CC31494A}"/>
                  </a:ext>
                </a:extLst>
              </p:cNvPr>
              <p:cNvSpPr/>
              <p:nvPr/>
            </p:nvSpPr>
            <p:spPr>
              <a:xfrm>
                <a:off x="5055045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7D0">
                  <a:alpha val="100000"/>
                </a:srgbClr>
              </a:solidFill>
              <a:ln w="5420" cap="flat">
                <a:solidFill>
                  <a:srgbClr val="B5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g1839">
                <a:extLst>
                  <a:ext uri="{FF2B5EF4-FFF2-40B4-BE49-F238E27FC236}">
                    <a16:creationId xmlns:a16="http://schemas.microsoft.com/office/drawing/2014/main" id="{0DDF284A-405A-714F-3C47-70760154ED16}"/>
                  </a:ext>
                </a:extLst>
              </p:cNvPr>
              <p:cNvSpPr/>
              <p:nvPr/>
            </p:nvSpPr>
            <p:spPr>
              <a:xfrm>
                <a:off x="5066683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0">
                  <a:alpha val="100000"/>
                </a:srgbClr>
              </a:solidFill>
              <a:ln w="5420" cap="flat">
                <a:solidFill>
                  <a:srgbClr val="B5E8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g1840">
                <a:extLst>
                  <a:ext uri="{FF2B5EF4-FFF2-40B4-BE49-F238E27FC236}">
                    <a16:creationId xmlns:a16="http://schemas.microsoft.com/office/drawing/2014/main" id="{18DF6193-41B1-01D1-FA93-1654D7B54BDE}"/>
                  </a:ext>
                </a:extLst>
              </p:cNvPr>
              <p:cNvSpPr/>
              <p:nvPr/>
            </p:nvSpPr>
            <p:spPr>
              <a:xfrm>
                <a:off x="5078320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g1841">
                <a:extLst>
                  <a:ext uri="{FF2B5EF4-FFF2-40B4-BE49-F238E27FC236}">
                    <a16:creationId xmlns:a16="http://schemas.microsoft.com/office/drawing/2014/main" id="{B5D13244-0877-8CED-7721-5A93A406845D}"/>
                  </a:ext>
                </a:extLst>
              </p:cNvPr>
              <p:cNvSpPr/>
              <p:nvPr/>
            </p:nvSpPr>
            <p:spPr>
              <a:xfrm>
                <a:off x="5089957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g1842">
                <a:extLst>
                  <a:ext uri="{FF2B5EF4-FFF2-40B4-BE49-F238E27FC236}">
                    <a16:creationId xmlns:a16="http://schemas.microsoft.com/office/drawing/2014/main" id="{2422CA6E-5FE0-666B-3237-3B5D768BAB13}"/>
                  </a:ext>
                </a:extLst>
              </p:cNvPr>
              <p:cNvSpPr/>
              <p:nvPr/>
            </p:nvSpPr>
            <p:spPr>
              <a:xfrm>
                <a:off x="5101595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g1843">
                <a:extLst>
                  <a:ext uri="{FF2B5EF4-FFF2-40B4-BE49-F238E27FC236}">
                    <a16:creationId xmlns:a16="http://schemas.microsoft.com/office/drawing/2014/main" id="{5E07D428-C898-259F-A5DE-0D78FF3E7C62}"/>
                  </a:ext>
                </a:extLst>
              </p:cNvPr>
              <p:cNvSpPr/>
              <p:nvPr/>
            </p:nvSpPr>
            <p:spPr>
              <a:xfrm>
                <a:off x="5113232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g1844">
                <a:extLst>
                  <a:ext uri="{FF2B5EF4-FFF2-40B4-BE49-F238E27FC236}">
                    <a16:creationId xmlns:a16="http://schemas.microsoft.com/office/drawing/2014/main" id="{708D2F44-3439-AFCD-7E61-C897C3F816F7}"/>
                  </a:ext>
                </a:extLst>
              </p:cNvPr>
              <p:cNvSpPr/>
              <p:nvPr/>
            </p:nvSpPr>
            <p:spPr>
              <a:xfrm>
                <a:off x="5124869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g1845">
                <a:extLst>
                  <a:ext uri="{FF2B5EF4-FFF2-40B4-BE49-F238E27FC236}">
                    <a16:creationId xmlns:a16="http://schemas.microsoft.com/office/drawing/2014/main" id="{F4F3604F-859C-4682-1428-36C42C2B1DC4}"/>
                  </a:ext>
                </a:extLst>
              </p:cNvPr>
              <p:cNvSpPr/>
              <p:nvPr/>
            </p:nvSpPr>
            <p:spPr>
              <a:xfrm>
                <a:off x="5136507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g1846">
                <a:extLst>
                  <a:ext uri="{FF2B5EF4-FFF2-40B4-BE49-F238E27FC236}">
                    <a16:creationId xmlns:a16="http://schemas.microsoft.com/office/drawing/2014/main" id="{2B7B4441-E91D-BBE4-02A1-A30CC8F273B6}"/>
                  </a:ext>
                </a:extLst>
              </p:cNvPr>
              <p:cNvSpPr/>
              <p:nvPr/>
            </p:nvSpPr>
            <p:spPr>
              <a:xfrm>
                <a:off x="5148144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g1847">
                <a:extLst>
                  <a:ext uri="{FF2B5EF4-FFF2-40B4-BE49-F238E27FC236}">
                    <a16:creationId xmlns:a16="http://schemas.microsoft.com/office/drawing/2014/main" id="{F8B8AD8C-C027-560F-1AAC-6F95F321005E}"/>
                  </a:ext>
                </a:extLst>
              </p:cNvPr>
              <p:cNvSpPr/>
              <p:nvPr/>
            </p:nvSpPr>
            <p:spPr>
              <a:xfrm>
                <a:off x="5159781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g1848">
                <a:extLst>
                  <a:ext uri="{FF2B5EF4-FFF2-40B4-BE49-F238E27FC236}">
                    <a16:creationId xmlns:a16="http://schemas.microsoft.com/office/drawing/2014/main" id="{092882E0-820D-28A2-484C-5D9C97EEED1A}"/>
                  </a:ext>
                </a:extLst>
              </p:cNvPr>
              <p:cNvSpPr/>
              <p:nvPr/>
            </p:nvSpPr>
            <p:spPr>
              <a:xfrm>
                <a:off x="5171419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g1849">
                <a:extLst>
                  <a:ext uri="{FF2B5EF4-FFF2-40B4-BE49-F238E27FC236}">
                    <a16:creationId xmlns:a16="http://schemas.microsoft.com/office/drawing/2014/main" id="{03BD8173-BE83-F8C8-542C-79D60679D169}"/>
                  </a:ext>
                </a:extLst>
              </p:cNvPr>
              <p:cNvSpPr/>
              <p:nvPr/>
            </p:nvSpPr>
            <p:spPr>
              <a:xfrm>
                <a:off x="5183056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g1850">
                <a:extLst>
                  <a:ext uri="{FF2B5EF4-FFF2-40B4-BE49-F238E27FC236}">
                    <a16:creationId xmlns:a16="http://schemas.microsoft.com/office/drawing/2014/main" id="{623C844B-9649-7D43-C5A8-01C093BBEB27}"/>
                  </a:ext>
                </a:extLst>
              </p:cNvPr>
              <p:cNvSpPr/>
              <p:nvPr/>
            </p:nvSpPr>
            <p:spPr>
              <a:xfrm>
                <a:off x="5020133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g1851">
                <a:extLst>
                  <a:ext uri="{FF2B5EF4-FFF2-40B4-BE49-F238E27FC236}">
                    <a16:creationId xmlns:a16="http://schemas.microsoft.com/office/drawing/2014/main" id="{9695232E-CCDF-DE7E-B7AA-87757145007C}"/>
                  </a:ext>
                </a:extLst>
              </p:cNvPr>
              <p:cNvSpPr/>
              <p:nvPr/>
            </p:nvSpPr>
            <p:spPr>
              <a:xfrm>
                <a:off x="5031771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g1852">
                <a:extLst>
                  <a:ext uri="{FF2B5EF4-FFF2-40B4-BE49-F238E27FC236}">
                    <a16:creationId xmlns:a16="http://schemas.microsoft.com/office/drawing/2014/main" id="{22C14C07-203E-B0E8-1315-085CCB611AD1}"/>
                  </a:ext>
                </a:extLst>
              </p:cNvPr>
              <p:cNvSpPr/>
              <p:nvPr/>
            </p:nvSpPr>
            <p:spPr>
              <a:xfrm>
                <a:off x="5043408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3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g1853">
                <a:extLst>
                  <a:ext uri="{FF2B5EF4-FFF2-40B4-BE49-F238E27FC236}">
                    <a16:creationId xmlns:a16="http://schemas.microsoft.com/office/drawing/2014/main" id="{6AE9D4FA-8190-97C1-FED7-2B8E33A0F698}"/>
                  </a:ext>
                </a:extLst>
              </p:cNvPr>
              <p:cNvSpPr/>
              <p:nvPr/>
            </p:nvSpPr>
            <p:spPr>
              <a:xfrm>
                <a:off x="5055045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g1854">
                <a:extLst>
                  <a:ext uri="{FF2B5EF4-FFF2-40B4-BE49-F238E27FC236}">
                    <a16:creationId xmlns:a16="http://schemas.microsoft.com/office/drawing/2014/main" id="{EF16D615-8EF0-CB23-35BF-1DB6D9025768}"/>
                  </a:ext>
                </a:extLst>
              </p:cNvPr>
              <p:cNvSpPr/>
              <p:nvPr/>
            </p:nvSpPr>
            <p:spPr>
              <a:xfrm>
                <a:off x="5066683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g1855">
                <a:extLst>
                  <a:ext uri="{FF2B5EF4-FFF2-40B4-BE49-F238E27FC236}">
                    <a16:creationId xmlns:a16="http://schemas.microsoft.com/office/drawing/2014/main" id="{1912A916-3466-C648-40F0-74D471B1D3F8}"/>
                  </a:ext>
                </a:extLst>
              </p:cNvPr>
              <p:cNvSpPr/>
              <p:nvPr/>
            </p:nvSpPr>
            <p:spPr>
              <a:xfrm>
                <a:off x="5078320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g1856">
                <a:extLst>
                  <a:ext uri="{FF2B5EF4-FFF2-40B4-BE49-F238E27FC236}">
                    <a16:creationId xmlns:a16="http://schemas.microsoft.com/office/drawing/2014/main" id="{B247750A-21FC-2C05-76B6-AECD36656867}"/>
                  </a:ext>
                </a:extLst>
              </p:cNvPr>
              <p:cNvSpPr/>
              <p:nvPr/>
            </p:nvSpPr>
            <p:spPr>
              <a:xfrm>
                <a:off x="5089957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g1857">
                <a:extLst>
                  <a:ext uri="{FF2B5EF4-FFF2-40B4-BE49-F238E27FC236}">
                    <a16:creationId xmlns:a16="http://schemas.microsoft.com/office/drawing/2014/main" id="{600D0F04-D2B7-E5E6-79F2-DDC2280D058F}"/>
                  </a:ext>
                </a:extLst>
              </p:cNvPr>
              <p:cNvSpPr/>
              <p:nvPr/>
            </p:nvSpPr>
            <p:spPr>
              <a:xfrm>
                <a:off x="5101595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g1858">
                <a:extLst>
                  <a:ext uri="{FF2B5EF4-FFF2-40B4-BE49-F238E27FC236}">
                    <a16:creationId xmlns:a16="http://schemas.microsoft.com/office/drawing/2014/main" id="{9F870E5D-75D2-F009-700E-53F9548F3440}"/>
                  </a:ext>
                </a:extLst>
              </p:cNvPr>
              <p:cNvSpPr/>
              <p:nvPr/>
            </p:nvSpPr>
            <p:spPr>
              <a:xfrm>
                <a:off x="5113232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g1859">
                <a:extLst>
                  <a:ext uri="{FF2B5EF4-FFF2-40B4-BE49-F238E27FC236}">
                    <a16:creationId xmlns:a16="http://schemas.microsoft.com/office/drawing/2014/main" id="{0CF13BAD-3FDD-8BEF-DF98-CEE8856A1D99}"/>
                  </a:ext>
                </a:extLst>
              </p:cNvPr>
              <p:cNvSpPr/>
              <p:nvPr/>
            </p:nvSpPr>
            <p:spPr>
              <a:xfrm>
                <a:off x="5124869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g1860">
                <a:extLst>
                  <a:ext uri="{FF2B5EF4-FFF2-40B4-BE49-F238E27FC236}">
                    <a16:creationId xmlns:a16="http://schemas.microsoft.com/office/drawing/2014/main" id="{21ADA2DE-3F32-57F3-53B2-7677495CFADD}"/>
                  </a:ext>
                </a:extLst>
              </p:cNvPr>
              <p:cNvSpPr/>
              <p:nvPr/>
            </p:nvSpPr>
            <p:spPr>
              <a:xfrm>
                <a:off x="5136507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g1861">
                <a:extLst>
                  <a:ext uri="{FF2B5EF4-FFF2-40B4-BE49-F238E27FC236}">
                    <a16:creationId xmlns:a16="http://schemas.microsoft.com/office/drawing/2014/main" id="{764B18F0-4D34-0653-803D-382533D65BED}"/>
                  </a:ext>
                </a:extLst>
              </p:cNvPr>
              <p:cNvSpPr/>
              <p:nvPr/>
            </p:nvSpPr>
            <p:spPr>
              <a:xfrm>
                <a:off x="5148144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g1862">
                <a:extLst>
                  <a:ext uri="{FF2B5EF4-FFF2-40B4-BE49-F238E27FC236}">
                    <a16:creationId xmlns:a16="http://schemas.microsoft.com/office/drawing/2014/main" id="{527EB618-CA44-300A-EA83-A53B66BEA9BC}"/>
                  </a:ext>
                </a:extLst>
              </p:cNvPr>
              <p:cNvSpPr/>
              <p:nvPr/>
            </p:nvSpPr>
            <p:spPr>
              <a:xfrm>
                <a:off x="5159781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g1863">
                <a:extLst>
                  <a:ext uri="{FF2B5EF4-FFF2-40B4-BE49-F238E27FC236}">
                    <a16:creationId xmlns:a16="http://schemas.microsoft.com/office/drawing/2014/main" id="{70E38E47-BA0E-8697-740B-264DF3A6A5B1}"/>
                  </a:ext>
                </a:extLst>
              </p:cNvPr>
              <p:cNvSpPr/>
              <p:nvPr/>
            </p:nvSpPr>
            <p:spPr>
              <a:xfrm>
                <a:off x="5171419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g1864">
                <a:extLst>
                  <a:ext uri="{FF2B5EF4-FFF2-40B4-BE49-F238E27FC236}">
                    <a16:creationId xmlns:a16="http://schemas.microsoft.com/office/drawing/2014/main" id="{D49C7870-8A39-9EC7-EE1E-17D5C0700111}"/>
                  </a:ext>
                </a:extLst>
              </p:cNvPr>
              <p:cNvSpPr/>
              <p:nvPr/>
            </p:nvSpPr>
            <p:spPr>
              <a:xfrm>
                <a:off x="5008496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g1865">
                <a:extLst>
                  <a:ext uri="{FF2B5EF4-FFF2-40B4-BE49-F238E27FC236}">
                    <a16:creationId xmlns:a16="http://schemas.microsoft.com/office/drawing/2014/main" id="{C6DAF1E4-FCB6-26EC-8D76-26DBF9E14C86}"/>
                  </a:ext>
                </a:extLst>
              </p:cNvPr>
              <p:cNvSpPr/>
              <p:nvPr/>
            </p:nvSpPr>
            <p:spPr>
              <a:xfrm>
                <a:off x="5020133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E">
                  <a:alpha val="100000"/>
                </a:srgbClr>
              </a:solidFill>
              <a:ln w="5420" cap="flat">
                <a:solidFill>
                  <a:srgbClr val="B1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g1866">
                <a:extLst>
                  <a:ext uri="{FF2B5EF4-FFF2-40B4-BE49-F238E27FC236}">
                    <a16:creationId xmlns:a16="http://schemas.microsoft.com/office/drawing/2014/main" id="{8FB95DA6-C1A3-A520-38A8-1C3670AB2286}"/>
                  </a:ext>
                </a:extLst>
              </p:cNvPr>
              <p:cNvSpPr/>
              <p:nvPr/>
            </p:nvSpPr>
            <p:spPr>
              <a:xfrm>
                <a:off x="5031771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F">
                  <a:alpha val="100000"/>
                </a:srgbClr>
              </a:solidFill>
              <a:ln w="5420" cap="flat">
                <a:solidFill>
                  <a:srgbClr val="B1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g1867">
                <a:extLst>
                  <a:ext uri="{FF2B5EF4-FFF2-40B4-BE49-F238E27FC236}">
                    <a16:creationId xmlns:a16="http://schemas.microsoft.com/office/drawing/2014/main" id="{740E7C61-89D1-7187-2C2F-42498039C8D2}"/>
                  </a:ext>
                </a:extLst>
              </p:cNvPr>
              <p:cNvSpPr/>
              <p:nvPr/>
            </p:nvSpPr>
            <p:spPr>
              <a:xfrm>
                <a:off x="5043408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F">
                  <a:alpha val="100000"/>
                </a:srgbClr>
              </a:solidFill>
              <a:ln w="5420" cap="flat">
                <a:solidFill>
                  <a:srgbClr val="B1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g1868">
                <a:extLst>
                  <a:ext uri="{FF2B5EF4-FFF2-40B4-BE49-F238E27FC236}">
                    <a16:creationId xmlns:a16="http://schemas.microsoft.com/office/drawing/2014/main" id="{DDE2BCEA-FBBF-2165-550D-3A5FE19AC300}"/>
                  </a:ext>
                </a:extLst>
              </p:cNvPr>
              <p:cNvSpPr/>
              <p:nvPr/>
            </p:nvSpPr>
            <p:spPr>
              <a:xfrm>
                <a:off x="5055045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6CF">
                  <a:alpha val="100000"/>
                </a:srgbClr>
              </a:solidFill>
              <a:ln w="5420" cap="flat">
                <a:solidFill>
                  <a:srgbClr val="B2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g1869">
                <a:extLst>
                  <a:ext uri="{FF2B5EF4-FFF2-40B4-BE49-F238E27FC236}">
                    <a16:creationId xmlns:a16="http://schemas.microsoft.com/office/drawing/2014/main" id="{423BCD71-8457-77FC-EADC-CFB9F7317B7A}"/>
                  </a:ext>
                </a:extLst>
              </p:cNvPr>
              <p:cNvSpPr/>
              <p:nvPr/>
            </p:nvSpPr>
            <p:spPr>
              <a:xfrm>
                <a:off x="5066683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g1870">
                <a:extLst>
                  <a:ext uri="{FF2B5EF4-FFF2-40B4-BE49-F238E27FC236}">
                    <a16:creationId xmlns:a16="http://schemas.microsoft.com/office/drawing/2014/main" id="{F9694292-AD65-709A-E1C2-62BC10A773E7}"/>
                  </a:ext>
                </a:extLst>
              </p:cNvPr>
              <p:cNvSpPr/>
              <p:nvPr/>
            </p:nvSpPr>
            <p:spPr>
              <a:xfrm>
                <a:off x="5078320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g1871">
                <a:extLst>
                  <a:ext uri="{FF2B5EF4-FFF2-40B4-BE49-F238E27FC236}">
                    <a16:creationId xmlns:a16="http://schemas.microsoft.com/office/drawing/2014/main" id="{52A708E2-79C1-0749-22C7-6C7D869C5BE7}"/>
                  </a:ext>
                </a:extLst>
              </p:cNvPr>
              <p:cNvSpPr/>
              <p:nvPr/>
            </p:nvSpPr>
            <p:spPr>
              <a:xfrm>
                <a:off x="5089957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3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g1872">
                <a:extLst>
                  <a:ext uri="{FF2B5EF4-FFF2-40B4-BE49-F238E27FC236}">
                    <a16:creationId xmlns:a16="http://schemas.microsoft.com/office/drawing/2014/main" id="{B5F64296-AFD2-A501-DB33-1198EB4DD445}"/>
                  </a:ext>
                </a:extLst>
              </p:cNvPr>
              <p:cNvSpPr/>
              <p:nvPr/>
            </p:nvSpPr>
            <p:spPr>
              <a:xfrm>
                <a:off x="5101595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3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g1873">
                <a:extLst>
                  <a:ext uri="{FF2B5EF4-FFF2-40B4-BE49-F238E27FC236}">
                    <a16:creationId xmlns:a16="http://schemas.microsoft.com/office/drawing/2014/main" id="{3A0B96A3-D18A-3322-18C6-A72A4D3A04E0}"/>
                  </a:ext>
                </a:extLst>
              </p:cNvPr>
              <p:cNvSpPr/>
              <p:nvPr/>
            </p:nvSpPr>
            <p:spPr>
              <a:xfrm>
                <a:off x="5113232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g1874">
                <a:extLst>
                  <a:ext uri="{FF2B5EF4-FFF2-40B4-BE49-F238E27FC236}">
                    <a16:creationId xmlns:a16="http://schemas.microsoft.com/office/drawing/2014/main" id="{755759DF-7D0B-D78B-0C8B-FAF7FAE99F77}"/>
                  </a:ext>
                </a:extLst>
              </p:cNvPr>
              <p:cNvSpPr/>
              <p:nvPr/>
            </p:nvSpPr>
            <p:spPr>
              <a:xfrm>
                <a:off x="5124869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g1875">
                <a:extLst>
                  <a:ext uri="{FF2B5EF4-FFF2-40B4-BE49-F238E27FC236}">
                    <a16:creationId xmlns:a16="http://schemas.microsoft.com/office/drawing/2014/main" id="{F8792AA7-D37C-7FF3-F469-B47863AF1781}"/>
                  </a:ext>
                </a:extLst>
              </p:cNvPr>
              <p:cNvSpPr/>
              <p:nvPr/>
            </p:nvSpPr>
            <p:spPr>
              <a:xfrm>
                <a:off x="5136507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g1876">
                <a:extLst>
                  <a:ext uri="{FF2B5EF4-FFF2-40B4-BE49-F238E27FC236}">
                    <a16:creationId xmlns:a16="http://schemas.microsoft.com/office/drawing/2014/main" id="{70CEDCA2-2529-155F-753D-191E71A2E0EA}"/>
                  </a:ext>
                </a:extLst>
              </p:cNvPr>
              <p:cNvSpPr/>
              <p:nvPr/>
            </p:nvSpPr>
            <p:spPr>
              <a:xfrm>
                <a:off x="5148144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g1877">
                <a:extLst>
                  <a:ext uri="{FF2B5EF4-FFF2-40B4-BE49-F238E27FC236}">
                    <a16:creationId xmlns:a16="http://schemas.microsoft.com/office/drawing/2014/main" id="{4C228D38-5E9C-255C-C793-98E3126BE6ED}"/>
                  </a:ext>
                </a:extLst>
              </p:cNvPr>
              <p:cNvSpPr/>
              <p:nvPr/>
            </p:nvSpPr>
            <p:spPr>
              <a:xfrm>
                <a:off x="5008496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g1878">
                <a:extLst>
                  <a:ext uri="{FF2B5EF4-FFF2-40B4-BE49-F238E27FC236}">
                    <a16:creationId xmlns:a16="http://schemas.microsoft.com/office/drawing/2014/main" id="{79EF4A02-7BCC-D9E5-EEF5-36364168FDD9}"/>
                  </a:ext>
                </a:extLst>
              </p:cNvPr>
              <p:cNvSpPr/>
              <p:nvPr/>
            </p:nvSpPr>
            <p:spPr>
              <a:xfrm>
                <a:off x="5020133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D">
                  <a:alpha val="100000"/>
                </a:srgbClr>
              </a:solidFill>
              <a:ln w="5420" cap="flat">
                <a:solidFill>
                  <a:srgbClr val="AFE6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g1879">
                <a:extLst>
                  <a:ext uri="{FF2B5EF4-FFF2-40B4-BE49-F238E27FC236}">
                    <a16:creationId xmlns:a16="http://schemas.microsoft.com/office/drawing/2014/main" id="{D15C708A-A1E8-948F-86E8-7B2F9D915E1C}"/>
                  </a:ext>
                </a:extLst>
              </p:cNvPr>
              <p:cNvSpPr/>
              <p:nvPr/>
            </p:nvSpPr>
            <p:spPr>
              <a:xfrm>
                <a:off x="5031771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g1880">
                <a:extLst>
                  <a:ext uri="{FF2B5EF4-FFF2-40B4-BE49-F238E27FC236}">
                    <a16:creationId xmlns:a16="http://schemas.microsoft.com/office/drawing/2014/main" id="{88B9D897-C226-0947-DBB8-21DA5CFAA519}"/>
                  </a:ext>
                </a:extLst>
              </p:cNvPr>
              <p:cNvSpPr/>
              <p:nvPr/>
            </p:nvSpPr>
            <p:spPr>
              <a:xfrm>
                <a:off x="5043408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g1881">
                <a:extLst>
                  <a:ext uri="{FF2B5EF4-FFF2-40B4-BE49-F238E27FC236}">
                    <a16:creationId xmlns:a16="http://schemas.microsoft.com/office/drawing/2014/main" id="{F657AA6C-3EFC-6E23-CA35-0C7C6193D7D1}"/>
                  </a:ext>
                </a:extLst>
              </p:cNvPr>
              <p:cNvSpPr/>
              <p:nvPr/>
            </p:nvSpPr>
            <p:spPr>
              <a:xfrm>
                <a:off x="5055045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g1882">
                <a:extLst>
                  <a:ext uri="{FF2B5EF4-FFF2-40B4-BE49-F238E27FC236}">
                    <a16:creationId xmlns:a16="http://schemas.microsoft.com/office/drawing/2014/main" id="{BCE8BF04-F528-B154-0E67-EB35416D6FD8}"/>
                  </a:ext>
                </a:extLst>
              </p:cNvPr>
              <p:cNvSpPr/>
              <p:nvPr/>
            </p:nvSpPr>
            <p:spPr>
              <a:xfrm>
                <a:off x="5066683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g1883">
                <a:extLst>
                  <a:ext uri="{FF2B5EF4-FFF2-40B4-BE49-F238E27FC236}">
                    <a16:creationId xmlns:a16="http://schemas.microsoft.com/office/drawing/2014/main" id="{4EE9A76E-2A55-833B-5FE8-A7AE18646BD6}"/>
                  </a:ext>
                </a:extLst>
              </p:cNvPr>
              <p:cNvSpPr/>
              <p:nvPr/>
            </p:nvSpPr>
            <p:spPr>
              <a:xfrm>
                <a:off x="5078320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g1884">
                <a:extLst>
                  <a:ext uri="{FF2B5EF4-FFF2-40B4-BE49-F238E27FC236}">
                    <a16:creationId xmlns:a16="http://schemas.microsoft.com/office/drawing/2014/main" id="{378713EC-0B32-191B-0409-656B5071D0C5}"/>
                  </a:ext>
                </a:extLst>
              </p:cNvPr>
              <p:cNvSpPr/>
              <p:nvPr/>
            </p:nvSpPr>
            <p:spPr>
              <a:xfrm>
                <a:off x="5089957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g1885">
                <a:extLst>
                  <a:ext uri="{FF2B5EF4-FFF2-40B4-BE49-F238E27FC236}">
                    <a16:creationId xmlns:a16="http://schemas.microsoft.com/office/drawing/2014/main" id="{63A3F310-9084-1CD8-2F48-C1D99F6CB9A9}"/>
                  </a:ext>
                </a:extLst>
              </p:cNvPr>
              <p:cNvSpPr/>
              <p:nvPr/>
            </p:nvSpPr>
            <p:spPr>
              <a:xfrm>
                <a:off x="5101595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g1886">
                <a:extLst>
                  <a:ext uri="{FF2B5EF4-FFF2-40B4-BE49-F238E27FC236}">
                    <a16:creationId xmlns:a16="http://schemas.microsoft.com/office/drawing/2014/main" id="{4298AB91-4AF5-660A-F4AF-5D2CCC9B2396}"/>
                  </a:ext>
                </a:extLst>
              </p:cNvPr>
              <p:cNvSpPr/>
              <p:nvPr/>
            </p:nvSpPr>
            <p:spPr>
              <a:xfrm>
                <a:off x="5113232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E">
                  <a:alpha val="100000"/>
                </a:srgbClr>
              </a:solidFill>
              <a:ln w="5420" cap="flat">
                <a:solidFill>
                  <a:srgbClr val="B1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g1887">
                <a:extLst>
                  <a:ext uri="{FF2B5EF4-FFF2-40B4-BE49-F238E27FC236}">
                    <a16:creationId xmlns:a16="http://schemas.microsoft.com/office/drawing/2014/main" id="{3A9A9E20-FF6B-B3A3-03A4-00B123848EB5}"/>
                  </a:ext>
                </a:extLst>
              </p:cNvPr>
              <p:cNvSpPr/>
              <p:nvPr/>
            </p:nvSpPr>
            <p:spPr>
              <a:xfrm>
                <a:off x="5124869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E">
                  <a:alpha val="100000"/>
                </a:srgbClr>
              </a:solidFill>
              <a:ln w="5420" cap="flat">
                <a:solidFill>
                  <a:srgbClr val="B1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g1888">
                <a:extLst>
                  <a:ext uri="{FF2B5EF4-FFF2-40B4-BE49-F238E27FC236}">
                    <a16:creationId xmlns:a16="http://schemas.microsoft.com/office/drawing/2014/main" id="{63FC88D0-70F5-BB48-BA6F-F9437F45B7E6}"/>
                  </a:ext>
                </a:extLst>
              </p:cNvPr>
              <p:cNvSpPr/>
              <p:nvPr/>
            </p:nvSpPr>
            <p:spPr>
              <a:xfrm>
                <a:off x="5136507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F">
                  <a:alpha val="100000"/>
                </a:srgbClr>
              </a:solidFill>
              <a:ln w="5420" cap="flat">
                <a:solidFill>
                  <a:srgbClr val="B1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g1889">
                <a:extLst>
                  <a:ext uri="{FF2B5EF4-FFF2-40B4-BE49-F238E27FC236}">
                    <a16:creationId xmlns:a16="http://schemas.microsoft.com/office/drawing/2014/main" id="{6E395B02-5B5A-6DC9-D817-89551D46EF85}"/>
                  </a:ext>
                </a:extLst>
              </p:cNvPr>
              <p:cNvSpPr/>
              <p:nvPr/>
            </p:nvSpPr>
            <p:spPr>
              <a:xfrm>
                <a:off x="5008496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g1890">
                <a:extLst>
                  <a:ext uri="{FF2B5EF4-FFF2-40B4-BE49-F238E27FC236}">
                    <a16:creationId xmlns:a16="http://schemas.microsoft.com/office/drawing/2014/main" id="{2790B386-3FC1-0B3B-B82F-F5CA82F0453B}"/>
                  </a:ext>
                </a:extLst>
              </p:cNvPr>
              <p:cNvSpPr/>
              <p:nvPr/>
            </p:nvSpPr>
            <p:spPr>
              <a:xfrm>
                <a:off x="5020133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g1891">
                <a:extLst>
                  <a:ext uri="{FF2B5EF4-FFF2-40B4-BE49-F238E27FC236}">
                    <a16:creationId xmlns:a16="http://schemas.microsoft.com/office/drawing/2014/main" id="{E129EE62-EAFE-3EF1-D0C8-B3911CC3ED47}"/>
                  </a:ext>
                </a:extLst>
              </p:cNvPr>
              <p:cNvSpPr/>
              <p:nvPr/>
            </p:nvSpPr>
            <p:spPr>
              <a:xfrm>
                <a:off x="5031771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g1892">
                <a:extLst>
                  <a:ext uri="{FF2B5EF4-FFF2-40B4-BE49-F238E27FC236}">
                    <a16:creationId xmlns:a16="http://schemas.microsoft.com/office/drawing/2014/main" id="{F8CE120B-FF69-B10E-22B6-E386D0390155}"/>
                  </a:ext>
                </a:extLst>
              </p:cNvPr>
              <p:cNvSpPr/>
              <p:nvPr/>
            </p:nvSpPr>
            <p:spPr>
              <a:xfrm>
                <a:off x="5043408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g1893">
                <a:extLst>
                  <a:ext uri="{FF2B5EF4-FFF2-40B4-BE49-F238E27FC236}">
                    <a16:creationId xmlns:a16="http://schemas.microsoft.com/office/drawing/2014/main" id="{D732DCAC-9F9D-41C0-07B9-9847140336FB}"/>
                  </a:ext>
                </a:extLst>
              </p:cNvPr>
              <p:cNvSpPr/>
              <p:nvPr/>
            </p:nvSpPr>
            <p:spPr>
              <a:xfrm>
                <a:off x="5055045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D">
                  <a:alpha val="100000"/>
                </a:srgbClr>
              </a:solidFill>
              <a:ln w="5420" cap="flat">
                <a:solidFill>
                  <a:srgbClr val="AFE6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g1894">
                <a:extLst>
                  <a:ext uri="{FF2B5EF4-FFF2-40B4-BE49-F238E27FC236}">
                    <a16:creationId xmlns:a16="http://schemas.microsoft.com/office/drawing/2014/main" id="{6C25C1C7-7B95-7C31-E31C-BEE39806D749}"/>
                  </a:ext>
                </a:extLst>
              </p:cNvPr>
              <p:cNvSpPr/>
              <p:nvPr/>
            </p:nvSpPr>
            <p:spPr>
              <a:xfrm>
                <a:off x="5066683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g1895">
                <a:extLst>
                  <a:ext uri="{FF2B5EF4-FFF2-40B4-BE49-F238E27FC236}">
                    <a16:creationId xmlns:a16="http://schemas.microsoft.com/office/drawing/2014/main" id="{D139E90E-B30A-2D7C-BEB2-D272B523F771}"/>
                  </a:ext>
                </a:extLst>
              </p:cNvPr>
              <p:cNvSpPr/>
              <p:nvPr/>
            </p:nvSpPr>
            <p:spPr>
              <a:xfrm>
                <a:off x="5078320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g1896">
                <a:extLst>
                  <a:ext uri="{FF2B5EF4-FFF2-40B4-BE49-F238E27FC236}">
                    <a16:creationId xmlns:a16="http://schemas.microsoft.com/office/drawing/2014/main" id="{8373F692-31CC-A14D-D0E6-952B81563FB5}"/>
                  </a:ext>
                </a:extLst>
              </p:cNvPr>
              <p:cNvSpPr/>
              <p:nvPr/>
            </p:nvSpPr>
            <p:spPr>
              <a:xfrm>
                <a:off x="5089957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g1897">
                <a:extLst>
                  <a:ext uri="{FF2B5EF4-FFF2-40B4-BE49-F238E27FC236}">
                    <a16:creationId xmlns:a16="http://schemas.microsoft.com/office/drawing/2014/main" id="{E59F8C4F-6D8B-54FE-68A4-75AD910368DE}"/>
                  </a:ext>
                </a:extLst>
              </p:cNvPr>
              <p:cNvSpPr/>
              <p:nvPr/>
            </p:nvSpPr>
            <p:spPr>
              <a:xfrm>
                <a:off x="5101595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g1898">
                <a:extLst>
                  <a:ext uri="{FF2B5EF4-FFF2-40B4-BE49-F238E27FC236}">
                    <a16:creationId xmlns:a16="http://schemas.microsoft.com/office/drawing/2014/main" id="{931AB5D0-98A6-BBE4-C2B7-08432A7B00CC}"/>
                  </a:ext>
                </a:extLst>
              </p:cNvPr>
              <p:cNvSpPr/>
              <p:nvPr/>
            </p:nvSpPr>
            <p:spPr>
              <a:xfrm>
                <a:off x="5113232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g1899">
                <a:extLst>
                  <a:ext uri="{FF2B5EF4-FFF2-40B4-BE49-F238E27FC236}">
                    <a16:creationId xmlns:a16="http://schemas.microsoft.com/office/drawing/2014/main" id="{74C4A74C-8042-093C-2863-06E029C15E8C}"/>
                  </a:ext>
                </a:extLst>
              </p:cNvPr>
              <p:cNvSpPr/>
              <p:nvPr/>
            </p:nvSpPr>
            <p:spPr>
              <a:xfrm>
                <a:off x="5124869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g1900">
                <a:extLst>
                  <a:ext uri="{FF2B5EF4-FFF2-40B4-BE49-F238E27FC236}">
                    <a16:creationId xmlns:a16="http://schemas.microsoft.com/office/drawing/2014/main" id="{8A04E990-6021-F3CD-8179-6E6B86E74ECE}"/>
                  </a:ext>
                </a:extLst>
              </p:cNvPr>
              <p:cNvSpPr/>
              <p:nvPr/>
            </p:nvSpPr>
            <p:spPr>
              <a:xfrm>
                <a:off x="4985221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g1901">
                <a:extLst>
                  <a:ext uri="{FF2B5EF4-FFF2-40B4-BE49-F238E27FC236}">
                    <a16:creationId xmlns:a16="http://schemas.microsoft.com/office/drawing/2014/main" id="{FE091BA7-D5B1-0D6E-8859-7FFFF7599E5C}"/>
                  </a:ext>
                </a:extLst>
              </p:cNvPr>
              <p:cNvSpPr/>
              <p:nvPr/>
            </p:nvSpPr>
            <p:spPr>
              <a:xfrm>
                <a:off x="4996859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g1902">
                <a:extLst>
                  <a:ext uri="{FF2B5EF4-FFF2-40B4-BE49-F238E27FC236}">
                    <a16:creationId xmlns:a16="http://schemas.microsoft.com/office/drawing/2014/main" id="{8A89F91E-56F4-E579-E2B0-6252357B718F}"/>
                  </a:ext>
                </a:extLst>
              </p:cNvPr>
              <p:cNvSpPr/>
              <p:nvPr/>
            </p:nvSpPr>
            <p:spPr>
              <a:xfrm>
                <a:off x="5008496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g1903">
                <a:extLst>
                  <a:ext uri="{FF2B5EF4-FFF2-40B4-BE49-F238E27FC236}">
                    <a16:creationId xmlns:a16="http://schemas.microsoft.com/office/drawing/2014/main" id="{0D300740-AE22-2CF0-D6E9-E09308B4516D}"/>
                  </a:ext>
                </a:extLst>
              </p:cNvPr>
              <p:cNvSpPr/>
              <p:nvPr/>
            </p:nvSpPr>
            <p:spPr>
              <a:xfrm>
                <a:off x="5020133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g1904">
                <a:extLst>
                  <a:ext uri="{FF2B5EF4-FFF2-40B4-BE49-F238E27FC236}">
                    <a16:creationId xmlns:a16="http://schemas.microsoft.com/office/drawing/2014/main" id="{F38AC240-8DF6-6B32-95AD-FAA2266C89C0}"/>
                  </a:ext>
                </a:extLst>
              </p:cNvPr>
              <p:cNvSpPr/>
              <p:nvPr/>
            </p:nvSpPr>
            <p:spPr>
              <a:xfrm>
                <a:off x="5031771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g1905">
                <a:extLst>
                  <a:ext uri="{FF2B5EF4-FFF2-40B4-BE49-F238E27FC236}">
                    <a16:creationId xmlns:a16="http://schemas.microsoft.com/office/drawing/2014/main" id="{F454E03B-2567-A9CA-7701-72777B13C8B3}"/>
                  </a:ext>
                </a:extLst>
              </p:cNvPr>
              <p:cNvSpPr/>
              <p:nvPr/>
            </p:nvSpPr>
            <p:spPr>
              <a:xfrm>
                <a:off x="5043408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g1906">
                <a:extLst>
                  <a:ext uri="{FF2B5EF4-FFF2-40B4-BE49-F238E27FC236}">
                    <a16:creationId xmlns:a16="http://schemas.microsoft.com/office/drawing/2014/main" id="{8E0E45D0-F240-92AE-F4D4-680282320A59}"/>
                  </a:ext>
                </a:extLst>
              </p:cNvPr>
              <p:cNvSpPr/>
              <p:nvPr/>
            </p:nvSpPr>
            <p:spPr>
              <a:xfrm>
                <a:off x="5055045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g1907">
                <a:extLst>
                  <a:ext uri="{FF2B5EF4-FFF2-40B4-BE49-F238E27FC236}">
                    <a16:creationId xmlns:a16="http://schemas.microsoft.com/office/drawing/2014/main" id="{1C914279-0DB1-A8E2-951B-96AD1C119959}"/>
                  </a:ext>
                </a:extLst>
              </p:cNvPr>
              <p:cNvSpPr/>
              <p:nvPr/>
            </p:nvSpPr>
            <p:spPr>
              <a:xfrm>
                <a:off x="5066683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g1908">
                <a:extLst>
                  <a:ext uri="{FF2B5EF4-FFF2-40B4-BE49-F238E27FC236}">
                    <a16:creationId xmlns:a16="http://schemas.microsoft.com/office/drawing/2014/main" id="{738AE185-B871-D49B-DA80-A845F6B69D85}"/>
                  </a:ext>
                </a:extLst>
              </p:cNvPr>
              <p:cNvSpPr/>
              <p:nvPr/>
            </p:nvSpPr>
            <p:spPr>
              <a:xfrm>
                <a:off x="5078320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g1909">
                <a:extLst>
                  <a:ext uri="{FF2B5EF4-FFF2-40B4-BE49-F238E27FC236}">
                    <a16:creationId xmlns:a16="http://schemas.microsoft.com/office/drawing/2014/main" id="{6990394B-C843-E79B-0490-737542FA1FA0}"/>
                  </a:ext>
                </a:extLst>
              </p:cNvPr>
              <p:cNvSpPr/>
              <p:nvPr/>
            </p:nvSpPr>
            <p:spPr>
              <a:xfrm>
                <a:off x="5089957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g1910">
                <a:extLst>
                  <a:ext uri="{FF2B5EF4-FFF2-40B4-BE49-F238E27FC236}">
                    <a16:creationId xmlns:a16="http://schemas.microsoft.com/office/drawing/2014/main" id="{9C0A0E74-DE57-B4EB-D1FD-850D98731B1E}"/>
                  </a:ext>
                </a:extLst>
              </p:cNvPr>
              <p:cNvSpPr/>
              <p:nvPr/>
            </p:nvSpPr>
            <p:spPr>
              <a:xfrm>
                <a:off x="5101595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5CD">
                  <a:alpha val="100000"/>
                </a:srgbClr>
              </a:solidFill>
              <a:ln w="5420" cap="flat">
                <a:solidFill>
                  <a:srgbClr val="AF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g1911">
                <a:extLst>
                  <a:ext uri="{FF2B5EF4-FFF2-40B4-BE49-F238E27FC236}">
                    <a16:creationId xmlns:a16="http://schemas.microsoft.com/office/drawing/2014/main" id="{416490A9-CAC9-C8AE-7B42-1C280F97F35F}"/>
                  </a:ext>
                </a:extLst>
              </p:cNvPr>
              <p:cNvSpPr/>
              <p:nvPr/>
            </p:nvSpPr>
            <p:spPr>
              <a:xfrm>
                <a:off x="5113232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D">
                  <a:alpha val="100000"/>
                </a:srgbClr>
              </a:solidFill>
              <a:ln w="5420" cap="flat">
                <a:solidFill>
                  <a:srgbClr val="AFE6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g1912">
                <a:extLst>
                  <a:ext uri="{FF2B5EF4-FFF2-40B4-BE49-F238E27FC236}">
                    <a16:creationId xmlns:a16="http://schemas.microsoft.com/office/drawing/2014/main" id="{1B850EC6-710E-5315-CAEC-E57A310BAECE}"/>
                  </a:ext>
                </a:extLst>
              </p:cNvPr>
              <p:cNvSpPr/>
              <p:nvPr/>
            </p:nvSpPr>
            <p:spPr>
              <a:xfrm>
                <a:off x="5124869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D">
                  <a:alpha val="100000"/>
                </a:srgbClr>
              </a:solidFill>
              <a:ln w="5420" cap="flat">
                <a:solidFill>
                  <a:srgbClr val="AFE6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g1913">
                <a:extLst>
                  <a:ext uri="{FF2B5EF4-FFF2-40B4-BE49-F238E27FC236}">
                    <a16:creationId xmlns:a16="http://schemas.microsoft.com/office/drawing/2014/main" id="{0E4BB689-D429-5D19-6BD6-BF98AFFBE974}"/>
                  </a:ext>
                </a:extLst>
              </p:cNvPr>
              <p:cNvSpPr/>
              <p:nvPr/>
            </p:nvSpPr>
            <p:spPr>
              <a:xfrm>
                <a:off x="4973584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C">
                  <a:alpha val="100000"/>
                </a:srgbClr>
              </a:solidFill>
              <a:ln w="5420" cap="flat">
                <a:solidFill>
                  <a:srgbClr val="AD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g1914">
                <a:extLst>
                  <a:ext uri="{FF2B5EF4-FFF2-40B4-BE49-F238E27FC236}">
                    <a16:creationId xmlns:a16="http://schemas.microsoft.com/office/drawing/2014/main" id="{1007398F-D5DA-4D33-13B0-572460FDF721}"/>
                  </a:ext>
                </a:extLst>
              </p:cNvPr>
              <p:cNvSpPr/>
              <p:nvPr/>
            </p:nvSpPr>
            <p:spPr>
              <a:xfrm>
                <a:off x="4985221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g1915">
                <a:extLst>
                  <a:ext uri="{FF2B5EF4-FFF2-40B4-BE49-F238E27FC236}">
                    <a16:creationId xmlns:a16="http://schemas.microsoft.com/office/drawing/2014/main" id="{56608713-7547-A007-B94F-6D57ECE3FD24}"/>
                  </a:ext>
                </a:extLst>
              </p:cNvPr>
              <p:cNvSpPr/>
              <p:nvPr/>
            </p:nvSpPr>
            <p:spPr>
              <a:xfrm>
                <a:off x="4996859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g1916">
                <a:extLst>
                  <a:ext uri="{FF2B5EF4-FFF2-40B4-BE49-F238E27FC236}">
                    <a16:creationId xmlns:a16="http://schemas.microsoft.com/office/drawing/2014/main" id="{ADE1A106-E63F-6B5D-694C-D1C359131628}"/>
                  </a:ext>
                </a:extLst>
              </p:cNvPr>
              <p:cNvSpPr/>
              <p:nvPr/>
            </p:nvSpPr>
            <p:spPr>
              <a:xfrm>
                <a:off x="5008496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g1917">
                <a:extLst>
                  <a:ext uri="{FF2B5EF4-FFF2-40B4-BE49-F238E27FC236}">
                    <a16:creationId xmlns:a16="http://schemas.microsoft.com/office/drawing/2014/main" id="{46022FDB-1F7C-7AE4-57C6-DC2BF8B2113E}"/>
                  </a:ext>
                </a:extLst>
              </p:cNvPr>
              <p:cNvSpPr/>
              <p:nvPr/>
            </p:nvSpPr>
            <p:spPr>
              <a:xfrm>
                <a:off x="5020133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g1918">
                <a:extLst>
                  <a:ext uri="{FF2B5EF4-FFF2-40B4-BE49-F238E27FC236}">
                    <a16:creationId xmlns:a16="http://schemas.microsoft.com/office/drawing/2014/main" id="{79CE636B-BB11-4B74-C3C7-6D2FE039EB0E}"/>
                  </a:ext>
                </a:extLst>
              </p:cNvPr>
              <p:cNvSpPr/>
              <p:nvPr/>
            </p:nvSpPr>
            <p:spPr>
              <a:xfrm>
                <a:off x="5031771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g1919">
                <a:extLst>
                  <a:ext uri="{FF2B5EF4-FFF2-40B4-BE49-F238E27FC236}">
                    <a16:creationId xmlns:a16="http://schemas.microsoft.com/office/drawing/2014/main" id="{0570CE17-CE2E-77E0-C3CE-C009364445B8}"/>
                  </a:ext>
                </a:extLst>
              </p:cNvPr>
              <p:cNvSpPr/>
              <p:nvPr/>
            </p:nvSpPr>
            <p:spPr>
              <a:xfrm>
                <a:off x="5043408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g1920">
                <a:extLst>
                  <a:ext uri="{FF2B5EF4-FFF2-40B4-BE49-F238E27FC236}">
                    <a16:creationId xmlns:a16="http://schemas.microsoft.com/office/drawing/2014/main" id="{1AD5BEE8-7567-0EF6-9911-1B73CF57722A}"/>
                  </a:ext>
                </a:extLst>
              </p:cNvPr>
              <p:cNvSpPr/>
              <p:nvPr/>
            </p:nvSpPr>
            <p:spPr>
              <a:xfrm>
                <a:off x="5055045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g1921">
                <a:extLst>
                  <a:ext uri="{FF2B5EF4-FFF2-40B4-BE49-F238E27FC236}">
                    <a16:creationId xmlns:a16="http://schemas.microsoft.com/office/drawing/2014/main" id="{6C793B50-7E28-1D5A-B861-E673D9D0B320}"/>
                  </a:ext>
                </a:extLst>
              </p:cNvPr>
              <p:cNvSpPr/>
              <p:nvPr/>
            </p:nvSpPr>
            <p:spPr>
              <a:xfrm>
                <a:off x="5066683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g1922">
                <a:extLst>
                  <a:ext uri="{FF2B5EF4-FFF2-40B4-BE49-F238E27FC236}">
                    <a16:creationId xmlns:a16="http://schemas.microsoft.com/office/drawing/2014/main" id="{D584DD5B-ED45-824A-7A26-B8E73B6D25D2}"/>
                  </a:ext>
                </a:extLst>
              </p:cNvPr>
              <p:cNvSpPr/>
              <p:nvPr/>
            </p:nvSpPr>
            <p:spPr>
              <a:xfrm>
                <a:off x="5078320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g1923">
                <a:extLst>
                  <a:ext uri="{FF2B5EF4-FFF2-40B4-BE49-F238E27FC236}">
                    <a16:creationId xmlns:a16="http://schemas.microsoft.com/office/drawing/2014/main" id="{AEFF66A5-FB4E-15F8-4A76-148A677A3C26}"/>
                  </a:ext>
                </a:extLst>
              </p:cNvPr>
              <p:cNvSpPr/>
              <p:nvPr/>
            </p:nvSpPr>
            <p:spPr>
              <a:xfrm>
                <a:off x="5089957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g1924">
                <a:extLst>
                  <a:ext uri="{FF2B5EF4-FFF2-40B4-BE49-F238E27FC236}">
                    <a16:creationId xmlns:a16="http://schemas.microsoft.com/office/drawing/2014/main" id="{BC9C0618-8B5D-AF62-2553-795BDEB1E24E}"/>
                  </a:ext>
                </a:extLst>
              </p:cNvPr>
              <p:cNvSpPr/>
              <p:nvPr/>
            </p:nvSpPr>
            <p:spPr>
              <a:xfrm>
                <a:off x="5101595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g1925">
                <a:extLst>
                  <a:ext uri="{FF2B5EF4-FFF2-40B4-BE49-F238E27FC236}">
                    <a16:creationId xmlns:a16="http://schemas.microsoft.com/office/drawing/2014/main" id="{954FED91-EAFA-5F1C-D8E7-6405BF526F32}"/>
                  </a:ext>
                </a:extLst>
              </p:cNvPr>
              <p:cNvSpPr/>
              <p:nvPr/>
            </p:nvSpPr>
            <p:spPr>
              <a:xfrm>
                <a:off x="5113232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g1926">
                <a:extLst>
                  <a:ext uri="{FF2B5EF4-FFF2-40B4-BE49-F238E27FC236}">
                    <a16:creationId xmlns:a16="http://schemas.microsoft.com/office/drawing/2014/main" id="{28225AF9-FA11-1FF0-2BCA-3DFE20ED3B48}"/>
                  </a:ext>
                </a:extLst>
              </p:cNvPr>
              <p:cNvSpPr/>
              <p:nvPr/>
            </p:nvSpPr>
            <p:spPr>
              <a:xfrm>
                <a:off x="5124869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g1927">
                <a:extLst>
                  <a:ext uri="{FF2B5EF4-FFF2-40B4-BE49-F238E27FC236}">
                    <a16:creationId xmlns:a16="http://schemas.microsoft.com/office/drawing/2014/main" id="{E636CC2B-22FB-BCB9-8DF5-696FFABAE656}"/>
                  </a:ext>
                </a:extLst>
              </p:cNvPr>
              <p:cNvSpPr/>
              <p:nvPr/>
            </p:nvSpPr>
            <p:spPr>
              <a:xfrm>
                <a:off x="4973584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g1928">
                <a:extLst>
                  <a:ext uri="{FF2B5EF4-FFF2-40B4-BE49-F238E27FC236}">
                    <a16:creationId xmlns:a16="http://schemas.microsoft.com/office/drawing/2014/main" id="{03C7D3BF-4EF0-F298-62EB-254E31DDC6C0}"/>
                  </a:ext>
                </a:extLst>
              </p:cNvPr>
              <p:cNvSpPr/>
              <p:nvPr/>
            </p:nvSpPr>
            <p:spPr>
              <a:xfrm>
                <a:off x="4985221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g1929">
                <a:extLst>
                  <a:ext uri="{FF2B5EF4-FFF2-40B4-BE49-F238E27FC236}">
                    <a16:creationId xmlns:a16="http://schemas.microsoft.com/office/drawing/2014/main" id="{B68188AE-7D04-023B-56FF-1D70446B00CC}"/>
                  </a:ext>
                </a:extLst>
              </p:cNvPr>
              <p:cNvSpPr/>
              <p:nvPr/>
            </p:nvSpPr>
            <p:spPr>
              <a:xfrm>
                <a:off x="4996859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g1930">
                <a:extLst>
                  <a:ext uri="{FF2B5EF4-FFF2-40B4-BE49-F238E27FC236}">
                    <a16:creationId xmlns:a16="http://schemas.microsoft.com/office/drawing/2014/main" id="{BF2D837A-22E0-7C9F-6AFF-99CE7327AF30}"/>
                  </a:ext>
                </a:extLst>
              </p:cNvPr>
              <p:cNvSpPr/>
              <p:nvPr/>
            </p:nvSpPr>
            <p:spPr>
              <a:xfrm>
                <a:off x="5008496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g1931">
                <a:extLst>
                  <a:ext uri="{FF2B5EF4-FFF2-40B4-BE49-F238E27FC236}">
                    <a16:creationId xmlns:a16="http://schemas.microsoft.com/office/drawing/2014/main" id="{31AB2931-1757-5EDB-A311-B0F3088FECD6}"/>
                  </a:ext>
                </a:extLst>
              </p:cNvPr>
              <p:cNvSpPr/>
              <p:nvPr/>
            </p:nvSpPr>
            <p:spPr>
              <a:xfrm>
                <a:off x="5020133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g1932">
                <a:extLst>
                  <a:ext uri="{FF2B5EF4-FFF2-40B4-BE49-F238E27FC236}">
                    <a16:creationId xmlns:a16="http://schemas.microsoft.com/office/drawing/2014/main" id="{CDC8F6FE-A6FC-6E7F-C177-342A6F7E34C8}"/>
                  </a:ext>
                </a:extLst>
              </p:cNvPr>
              <p:cNvSpPr/>
              <p:nvPr/>
            </p:nvSpPr>
            <p:spPr>
              <a:xfrm>
                <a:off x="5031771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g1933">
                <a:extLst>
                  <a:ext uri="{FF2B5EF4-FFF2-40B4-BE49-F238E27FC236}">
                    <a16:creationId xmlns:a16="http://schemas.microsoft.com/office/drawing/2014/main" id="{FF86C01F-2FC2-8587-D2F9-8CCB573BB679}"/>
                  </a:ext>
                </a:extLst>
              </p:cNvPr>
              <p:cNvSpPr/>
              <p:nvPr/>
            </p:nvSpPr>
            <p:spPr>
              <a:xfrm>
                <a:off x="5043408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g1934">
                <a:extLst>
                  <a:ext uri="{FF2B5EF4-FFF2-40B4-BE49-F238E27FC236}">
                    <a16:creationId xmlns:a16="http://schemas.microsoft.com/office/drawing/2014/main" id="{CDF0D637-6977-54A9-A2EB-1A7C0C2B761D}"/>
                  </a:ext>
                </a:extLst>
              </p:cNvPr>
              <p:cNvSpPr/>
              <p:nvPr/>
            </p:nvSpPr>
            <p:spPr>
              <a:xfrm>
                <a:off x="5055045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g1935">
                <a:extLst>
                  <a:ext uri="{FF2B5EF4-FFF2-40B4-BE49-F238E27FC236}">
                    <a16:creationId xmlns:a16="http://schemas.microsoft.com/office/drawing/2014/main" id="{3752145E-48B4-9651-2191-2A2906B89654}"/>
                  </a:ext>
                </a:extLst>
              </p:cNvPr>
              <p:cNvSpPr/>
              <p:nvPr/>
            </p:nvSpPr>
            <p:spPr>
              <a:xfrm>
                <a:off x="5066683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g1936">
                <a:extLst>
                  <a:ext uri="{FF2B5EF4-FFF2-40B4-BE49-F238E27FC236}">
                    <a16:creationId xmlns:a16="http://schemas.microsoft.com/office/drawing/2014/main" id="{10779197-BF0D-8CE5-FBB1-259C744E2F4B}"/>
                  </a:ext>
                </a:extLst>
              </p:cNvPr>
              <p:cNvSpPr/>
              <p:nvPr/>
            </p:nvSpPr>
            <p:spPr>
              <a:xfrm>
                <a:off x="5078320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g1937">
                <a:extLst>
                  <a:ext uri="{FF2B5EF4-FFF2-40B4-BE49-F238E27FC236}">
                    <a16:creationId xmlns:a16="http://schemas.microsoft.com/office/drawing/2014/main" id="{FAAB6F1A-BED5-ED08-B4E0-89E89B044A03}"/>
                  </a:ext>
                </a:extLst>
              </p:cNvPr>
              <p:cNvSpPr/>
              <p:nvPr/>
            </p:nvSpPr>
            <p:spPr>
              <a:xfrm>
                <a:off x="5089957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g1938">
                <a:extLst>
                  <a:ext uri="{FF2B5EF4-FFF2-40B4-BE49-F238E27FC236}">
                    <a16:creationId xmlns:a16="http://schemas.microsoft.com/office/drawing/2014/main" id="{7256C68F-2A87-D9C3-2A6C-0B453EAA1777}"/>
                  </a:ext>
                </a:extLst>
              </p:cNvPr>
              <p:cNvSpPr/>
              <p:nvPr/>
            </p:nvSpPr>
            <p:spPr>
              <a:xfrm>
                <a:off x="5101595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g1939">
                <a:extLst>
                  <a:ext uri="{FF2B5EF4-FFF2-40B4-BE49-F238E27FC236}">
                    <a16:creationId xmlns:a16="http://schemas.microsoft.com/office/drawing/2014/main" id="{434ABAC6-8206-CBE5-F755-586437DE42B6}"/>
                  </a:ext>
                </a:extLst>
              </p:cNvPr>
              <p:cNvSpPr/>
              <p:nvPr/>
            </p:nvSpPr>
            <p:spPr>
              <a:xfrm>
                <a:off x="5113232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g1940">
                <a:extLst>
                  <a:ext uri="{FF2B5EF4-FFF2-40B4-BE49-F238E27FC236}">
                    <a16:creationId xmlns:a16="http://schemas.microsoft.com/office/drawing/2014/main" id="{32EA8BEF-C035-5D89-38DD-519596E1D7DB}"/>
                  </a:ext>
                </a:extLst>
              </p:cNvPr>
              <p:cNvSpPr/>
              <p:nvPr/>
            </p:nvSpPr>
            <p:spPr>
              <a:xfrm>
                <a:off x="4961947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g1941">
                <a:extLst>
                  <a:ext uri="{FF2B5EF4-FFF2-40B4-BE49-F238E27FC236}">
                    <a16:creationId xmlns:a16="http://schemas.microsoft.com/office/drawing/2014/main" id="{6E12429C-FB4A-D3DA-ED84-A65A5B239BB8}"/>
                  </a:ext>
                </a:extLst>
              </p:cNvPr>
              <p:cNvSpPr/>
              <p:nvPr/>
            </p:nvSpPr>
            <p:spPr>
              <a:xfrm>
                <a:off x="4973584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g1942">
                <a:extLst>
                  <a:ext uri="{FF2B5EF4-FFF2-40B4-BE49-F238E27FC236}">
                    <a16:creationId xmlns:a16="http://schemas.microsoft.com/office/drawing/2014/main" id="{2240C122-1DA0-381B-EACA-0F6A270D7D41}"/>
                  </a:ext>
                </a:extLst>
              </p:cNvPr>
              <p:cNvSpPr/>
              <p:nvPr/>
            </p:nvSpPr>
            <p:spPr>
              <a:xfrm>
                <a:off x="4985221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g1943">
                <a:extLst>
                  <a:ext uri="{FF2B5EF4-FFF2-40B4-BE49-F238E27FC236}">
                    <a16:creationId xmlns:a16="http://schemas.microsoft.com/office/drawing/2014/main" id="{D80A6988-17D3-5FA0-B43D-1328D2BA1154}"/>
                  </a:ext>
                </a:extLst>
              </p:cNvPr>
              <p:cNvSpPr/>
              <p:nvPr/>
            </p:nvSpPr>
            <p:spPr>
              <a:xfrm>
                <a:off x="4996859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g1944">
                <a:extLst>
                  <a:ext uri="{FF2B5EF4-FFF2-40B4-BE49-F238E27FC236}">
                    <a16:creationId xmlns:a16="http://schemas.microsoft.com/office/drawing/2014/main" id="{1DF473A3-46EA-89A3-28CB-4E1B73552554}"/>
                  </a:ext>
                </a:extLst>
              </p:cNvPr>
              <p:cNvSpPr/>
              <p:nvPr/>
            </p:nvSpPr>
            <p:spPr>
              <a:xfrm>
                <a:off x="5008496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g1945">
                <a:extLst>
                  <a:ext uri="{FF2B5EF4-FFF2-40B4-BE49-F238E27FC236}">
                    <a16:creationId xmlns:a16="http://schemas.microsoft.com/office/drawing/2014/main" id="{430FDD36-95B6-31A8-6732-3B3DE0E7C3E6}"/>
                  </a:ext>
                </a:extLst>
              </p:cNvPr>
              <p:cNvSpPr/>
              <p:nvPr/>
            </p:nvSpPr>
            <p:spPr>
              <a:xfrm>
                <a:off x="5020133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g1946">
                <a:extLst>
                  <a:ext uri="{FF2B5EF4-FFF2-40B4-BE49-F238E27FC236}">
                    <a16:creationId xmlns:a16="http://schemas.microsoft.com/office/drawing/2014/main" id="{7366AAAF-E4C4-27FB-3733-5BA997180A6B}"/>
                  </a:ext>
                </a:extLst>
              </p:cNvPr>
              <p:cNvSpPr/>
              <p:nvPr/>
            </p:nvSpPr>
            <p:spPr>
              <a:xfrm>
                <a:off x="5031771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g1947">
                <a:extLst>
                  <a:ext uri="{FF2B5EF4-FFF2-40B4-BE49-F238E27FC236}">
                    <a16:creationId xmlns:a16="http://schemas.microsoft.com/office/drawing/2014/main" id="{CDD395FF-DF30-9794-146A-C594D573B33E}"/>
                  </a:ext>
                </a:extLst>
              </p:cNvPr>
              <p:cNvSpPr/>
              <p:nvPr/>
            </p:nvSpPr>
            <p:spPr>
              <a:xfrm>
                <a:off x="5043408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g1948">
                <a:extLst>
                  <a:ext uri="{FF2B5EF4-FFF2-40B4-BE49-F238E27FC236}">
                    <a16:creationId xmlns:a16="http://schemas.microsoft.com/office/drawing/2014/main" id="{821C713A-459C-1181-5EE5-DD3C892CF0E6}"/>
                  </a:ext>
                </a:extLst>
              </p:cNvPr>
              <p:cNvSpPr/>
              <p:nvPr/>
            </p:nvSpPr>
            <p:spPr>
              <a:xfrm>
                <a:off x="5055045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C">
                  <a:alpha val="100000"/>
                </a:srgbClr>
              </a:solidFill>
              <a:ln w="5420" cap="flat">
                <a:solidFill>
                  <a:srgbClr val="AD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g1949">
                <a:extLst>
                  <a:ext uri="{FF2B5EF4-FFF2-40B4-BE49-F238E27FC236}">
                    <a16:creationId xmlns:a16="http://schemas.microsoft.com/office/drawing/2014/main" id="{1714288F-3797-E37B-F238-E25494473F07}"/>
                  </a:ext>
                </a:extLst>
              </p:cNvPr>
              <p:cNvSpPr/>
              <p:nvPr/>
            </p:nvSpPr>
            <p:spPr>
              <a:xfrm>
                <a:off x="5066683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C">
                  <a:alpha val="100000"/>
                </a:srgbClr>
              </a:solidFill>
              <a:ln w="5420" cap="flat">
                <a:solidFill>
                  <a:srgbClr val="AD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g1950">
                <a:extLst>
                  <a:ext uri="{FF2B5EF4-FFF2-40B4-BE49-F238E27FC236}">
                    <a16:creationId xmlns:a16="http://schemas.microsoft.com/office/drawing/2014/main" id="{68E042ED-9EA1-DAAD-CEC7-23F8A96039A5}"/>
                  </a:ext>
                </a:extLst>
              </p:cNvPr>
              <p:cNvSpPr/>
              <p:nvPr/>
            </p:nvSpPr>
            <p:spPr>
              <a:xfrm>
                <a:off x="5078320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C">
                  <a:alpha val="100000"/>
                </a:srgbClr>
              </a:solidFill>
              <a:ln w="5420" cap="flat">
                <a:solidFill>
                  <a:srgbClr val="AD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g1951">
                <a:extLst>
                  <a:ext uri="{FF2B5EF4-FFF2-40B4-BE49-F238E27FC236}">
                    <a16:creationId xmlns:a16="http://schemas.microsoft.com/office/drawing/2014/main" id="{E79055FC-6A2C-3171-2F82-B46FDF7BDFE7}"/>
                  </a:ext>
                </a:extLst>
              </p:cNvPr>
              <p:cNvSpPr/>
              <p:nvPr/>
            </p:nvSpPr>
            <p:spPr>
              <a:xfrm>
                <a:off x="5089957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C">
                  <a:alpha val="100000"/>
                </a:srgbClr>
              </a:solidFill>
              <a:ln w="5420" cap="flat">
                <a:solidFill>
                  <a:srgbClr val="AD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g1952">
                <a:extLst>
                  <a:ext uri="{FF2B5EF4-FFF2-40B4-BE49-F238E27FC236}">
                    <a16:creationId xmlns:a16="http://schemas.microsoft.com/office/drawing/2014/main" id="{791B059C-CEA2-D1DB-0A78-F3DCA5A487C6}"/>
                  </a:ext>
                </a:extLst>
              </p:cNvPr>
              <p:cNvSpPr/>
              <p:nvPr/>
            </p:nvSpPr>
            <p:spPr>
              <a:xfrm>
                <a:off x="5101595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C">
                  <a:alpha val="100000"/>
                </a:srgbClr>
              </a:solidFill>
              <a:ln w="5420" cap="flat">
                <a:solidFill>
                  <a:srgbClr val="AD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g1953">
                <a:extLst>
                  <a:ext uri="{FF2B5EF4-FFF2-40B4-BE49-F238E27FC236}">
                    <a16:creationId xmlns:a16="http://schemas.microsoft.com/office/drawing/2014/main" id="{26007924-D94B-4002-15B7-EA101DB62AE2}"/>
                  </a:ext>
                </a:extLst>
              </p:cNvPr>
              <p:cNvSpPr/>
              <p:nvPr/>
            </p:nvSpPr>
            <p:spPr>
              <a:xfrm>
                <a:off x="4950309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g1954">
                <a:extLst>
                  <a:ext uri="{FF2B5EF4-FFF2-40B4-BE49-F238E27FC236}">
                    <a16:creationId xmlns:a16="http://schemas.microsoft.com/office/drawing/2014/main" id="{C3A30763-C0A7-66A6-B00E-5C4A429C38DF}"/>
                  </a:ext>
                </a:extLst>
              </p:cNvPr>
              <p:cNvSpPr/>
              <p:nvPr/>
            </p:nvSpPr>
            <p:spPr>
              <a:xfrm>
                <a:off x="4961947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g1955">
                <a:extLst>
                  <a:ext uri="{FF2B5EF4-FFF2-40B4-BE49-F238E27FC236}">
                    <a16:creationId xmlns:a16="http://schemas.microsoft.com/office/drawing/2014/main" id="{6931BE25-9A48-DE83-AA26-26D28F1E401B}"/>
                  </a:ext>
                </a:extLst>
              </p:cNvPr>
              <p:cNvSpPr/>
              <p:nvPr/>
            </p:nvSpPr>
            <p:spPr>
              <a:xfrm>
                <a:off x="4973584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g1956">
                <a:extLst>
                  <a:ext uri="{FF2B5EF4-FFF2-40B4-BE49-F238E27FC236}">
                    <a16:creationId xmlns:a16="http://schemas.microsoft.com/office/drawing/2014/main" id="{87AE0AED-B283-31B7-B648-A42A1C8AC12A}"/>
                  </a:ext>
                </a:extLst>
              </p:cNvPr>
              <p:cNvSpPr/>
              <p:nvPr/>
            </p:nvSpPr>
            <p:spPr>
              <a:xfrm>
                <a:off x="4985221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g1957">
                <a:extLst>
                  <a:ext uri="{FF2B5EF4-FFF2-40B4-BE49-F238E27FC236}">
                    <a16:creationId xmlns:a16="http://schemas.microsoft.com/office/drawing/2014/main" id="{6990A619-6FF7-415A-6B2B-D677BE5E3486}"/>
                  </a:ext>
                </a:extLst>
              </p:cNvPr>
              <p:cNvSpPr/>
              <p:nvPr/>
            </p:nvSpPr>
            <p:spPr>
              <a:xfrm>
                <a:off x="4996859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g1958">
                <a:extLst>
                  <a:ext uri="{FF2B5EF4-FFF2-40B4-BE49-F238E27FC236}">
                    <a16:creationId xmlns:a16="http://schemas.microsoft.com/office/drawing/2014/main" id="{B84A44EC-5B14-8B65-04E0-949412FB03A4}"/>
                  </a:ext>
                </a:extLst>
              </p:cNvPr>
              <p:cNvSpPr/>
              <p:nvPr/>
            </p:nvSpPr>
            <p:spPr>
              <a:xfrm>
                <a:off x="5008496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g1959">
                <a:extLst>
                  <a:ext uri="{FF2B5EF4-FFF2-40B4-BE49-F238E27FC236}">
                    <a16:creationId xmlns:a16="http://schemas.microsoft.com/office/drawing/2014/main" id="{AFB1BF4D-9FCC-19C4-7E32-C3BBFF9777DA}"/>
                  </a:ext>
                </a:extLst>
              </p:cNvPr>
              <p:cNvSpPr/>
              <p:nvPr/>
            </p:nvSpPr>
            <p:spPr>
              <a:xfrm>
                <a:off x="5020133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g1960">
                <a:extLst>
                  <a:ext uri="{FF2B5EF4-FFF2-40B4-BE49-F238E27FC236}">
                    <a16:creationId xmlns:a16="http://schemas.microsoft.com/office/drawing/2014/main" id="{B9C1DB3C-D561-7815-1998-379819EA029D}"/>
                  </a:ext>
                </a:extLst>
              </p:cNvPr>
              <p:cNvSpPr/>
              <p:nvPr/>
            </p:nvSpPr>
            <p:spPr>
              <a:xfrm>
                <a:off x="5031771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g1961">
                <a:extLst>
                  <a:ext uri="{FF2B5EF4-FFF2-40B4-BE49-F238E27FC236}">
                    <a16:creationId xmlns:a16="http://schemas.microsoft.com/office/drawing/2014/main" id="{B6307D0E-3927-C634-3EA6-1305EA2BB880}"/>
                  </a:ext>
                </a:extLst>
              </p:cNvPr>
              <p:cNvSpPr/>
              <p:nvPr/>
            </p:nvSpPr>
            <p:spPr>
              <a:xfrm>
                <a:off x="5043408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C">
                  <a:alpha val="100000"/>
                </a:srgbClr>
              </a:solidFill>
              <a:ln w="5420" cap="flat">
                <a:solidFill>
                  <a:srgbClr val="AD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g1962">
                <a:extLst>
                  <a:ext uri="{FF2B5EF4-FFF2-40B4-BE49-F238E27FC236}">
                    <a16:creationId xmlns:a16="http://schemas.microsoft.com/office/drawing/2014/main" id="{3551841B-2407-383C-EF6C-28D8F2587B5C}"/>
                  </a:ext>
                </a:extLst>
              </p:cNvPr>
              <p:cNvSpPr/>
              <p:nvPr/>
            </p:nvSpPr>
            <p:spPr>
              <a:xfrm>
                <a:off x="5055045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g1963">
                <a:extLst>
                  <a:ext uri="{FF2B5EF4-FFF2-40B4-BE49-F238E27FC236}">
                    <a16:creationId xmlns:a16="http://schemas.microsoft.com/office/drawing/2014/main" id="{BD1DDE07-EDA9-29DD-1253-6C652C8397B9}"/>
                  </a:ext>
                </a:extLst>
              </p:cNvPr>
              <p:cNvSpPr/>
              <p:nvPr/>
            </p:nvSpPr>
            <p:spPr>
              <a:xfrm>
                <a:off x="5066683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g1964">
                <a:extLst>
                  <a:ext uri="{FF2B5EF4-FFF2-40B4-BE49-F238E27FC236}">
                    <a16:creationId xmlns:a16="http://schemas.microsoft.com/office/drawing/2014/main" id="{02187DE6-B7F2-8701-F9C7-FA324E6C5242}"/>
                  </a:ext>
                </a:extLst>
              </p:cNvPr>
              <p:cNvSpPr/>
              <p:nvPr/>
            </p:nvSpPr>
            <p:spPr>
              <a:xfrm>
                <a:off x="5078320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g1965">
                <a:extLst>
                  <a:ext uri="{FF2B5EF4-FFF2-40B4-BE49-F238E27FC236}">
                    <a16:creationId xmlns:a16="http://schemas.microsoft.com/office/drawing/2014/main" id="{4601B421-420D-ECC0-9806-C0C16A3C8943}"/>
                  </a:ext>
                </a:extLst>
              </p:cNvPr>
              <p:cNvSpPr/>
              <p:nvPr/>
            </p:nvSpPr>
            <p:spPr>
              <a:xfrm>
                <a:off x="4927035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g1966">
                <a:extLst>
                  <a:ext uri="{FF2B5EF4-FFF2-40B4-BE49-F238E27FC236}">
                    <a16:creationId xmlns:a16="http://schemas.microsoft.com/office/drawing/2014/main" id="{44DEEE1D-71A7-235E-A151-33F3CB3BD242}"/>
                  </a:ext>
                </a:extLst>
              </p:cNvPr>
              <p:cNvSpPr/>
              <p:nvPr/>
            </p:nvSpPr>
            <p:spPr>
              <a:xfrm>
                <a:off x="4938672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g1967">
                <a:extLst>
                  <a:ext uri="{FF2B5EF4-FFF2-40B4-BE49-F238E27FC236}">
                    <a16:creationId xmlns:a16="http://schemas.microsoft.com/office/drawing/2014/main" id="{2884C10F-7F7B-D17C-C95F-A600A92E059E}"/>
                  </a:ext>
                </a:extLst>
              </p:cNvPr>
              <p:cNvSpPr/>
              <p:nvPr/>
            </p:nvSpPr>
            <p:spPr>
              <a:xfrm>
                <a:off x="4950309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g1968">
                <a:extLst>
                  <a:ext uri="{FF2B5EF4-FFF2-40B4-BE49-F238E27FC236}">
                    <a16:creationId xmlns:a16="http://schemas.microsoft.com/office/drawing/2014/main" id="{5FB9F236-314C-CF64-3D4F-81EDF18598AB}"/>
                  </a:ext>
                </a:extLst>
              </p:cNvPr>
              <p:cNvSpPr/>
              <p:nvPr/>
            </p:nvSpPr>
            <p:spPr>
              <a:xfrm>
                <a:off x="4961947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g1969">
                <a:extLst>
                  <a:ext uri="{FF2B5EF4-FFF2-40B4-BE49-F238E27FC236}">
                    <a16:creationId xmlns:a16="http://schemas.microsoft.com/office/drawing/2014/main" id="{1A395319-F23B-4438-8B38-20DEF756A9EA}"/>
                  </a:ext>
                </a:extLst>
              </p:cNvPr>
              <p:cNvSpPr/>
              <p:nvPr/>
            </p:nvSpPr>
            <p:spPr>
              <a:xfrm>
                <a:off x="4973584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g1970">
                <a:extLst>
                  <a:ext uri="{FF2B5EF4-FFF2-40B4-BE49-F238E27FC236}">
                    <a16:creationId xmlns:a16="http://schemas.microsoft.com/office/drawing/2014/main" id="{711D6B81-5346-E8D9-89CF-EB71172CBB4F}"/>
                  </a:ext>
                </a:extLst>
              </p:cNvPr>
              <p:cNvSpPr/>
              <p:nvPr/>
            </p:nvSpPr>
            <p:spPr>
              <a:xfrm>
                <a:off x="4985221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g1971">
                <a:extLst>
                  <a:ext uri="{FF2B5EF4-FFF2-40B4-BE49-F238E27FC236}">
                    <a16:creationId xmlns:a16="http://schemas.microsoft.com/office/drawing/2014/main" id="{EC5BAE72-29F8-FD6D-591D-96DE8957A8C8}"/>
                  </a:ext>
                </a:extLst>
              </p:cNvPr>
              <p:cNvSpPr/>
              <p:nvPr/>
            </p:nvSpPr>
            <p:spPr>
              <a:xfrm>
                <a:off x="4996859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g1972">
                <a:extLst>
                  <a:ext uri="{FF2B5EF4-FFF2-40B4-BE49-F238E27FC236}">
                    <a16:creationId xmlns:a16="http://schemas.microsoft.com/office/drawing/2014/main" id="{ED4E7279-E6FA-3C4D-929C-C102DF888C89}"/>
                  </a:ext>
                </a:extLst>
              </p:cNvPr>
              <p:cNvSpPr/>
              <p:nvPr/>
            </p:nvSpPr>
            <p:spPr>
              <a:xfrm>
                <a:off x="5008496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g1973">
                <a:extLst>
                  <a:ext uri="{FF2B5EF4-FFF2-40B4-BE49-F238E27FC236}">
                    <a16:creationId xmlns:a16="http://schemas.microsoft.com/office/drawing/2014/main" id="{DD77AD81-BEEC-E41E-B7FB-425AB6A1EEBE}"/>
                  </a:ext>
                </a:extLst>
              </p:cNvPr>
              <p:cNvSpPr/>
              <p:nvPr/>
            </p:nvSpPr>
            <p:spPr>
              <a:xfrm>
                <a:off x="5020133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g1974">
                <a:extLst>
                  <a:ext uri="{FF2B5EF4-FFF2-40B4-BE49-F238E27FC236}">
                    <a16:creationId xmlns:a16="http://schemas.microsoft.com/office/drawing/2014/main" id="{13A195D0-829A-2C45-90DB-04EA40086BFE}"/>
                  </a:ext>
                </a:extLst>
              </p:cNvPr>
              <p:cNvSpPr/>
              <p:nvPr/>
            </p:nvSpPr>
            <p:spPr>
              <a:xfrm>
                <a:off x="4915397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g1975">
                <a:extLst>
                  <a:ext uri="{FF2B5EF4-FFF2-40B4-BE49-F238E27FC236}">
                    <a16:creationId xmlns:a16="http://schemas.microsoft.com/office/drawing/2014/main" id="{E0A8E90C-0C07-EEEA-C50F-4828C30812D6}"/>
                  </a:ext>
                </a:extLst>
              </p:cNvPr>
              <p:cNvSpPr/>
              <p:nvPr/>
            </p:nvSpPr>
            <p:spPr>
              <a:xfrm>
                <a:off x="4927035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g1976">
                <a:extLst>
                  <a:ext uri="{FF2B5EF4-FFF2-40B4-BE49-F238E27FC236}">
                    <a16:creationId xmlns:a16="http://schemas.microsoft.com/office/drawing/2014/main" id="{5802F7D6-E256-0F19-70AF-930DF4AC4035}"/>
                  </a:ext>
                </a:extLst>
              </p:cNvPr>
              <p:cNvSpPr/>
              <p:nvPr/>
            </p:nvSpPr>
            <p:spPr>
              <a:xfrm>
                <a:off x="4938672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g1977">
                <a:extLst>
                  <a:ext uri="{FF2B5EF4-FFF2-40B4-BE49-F238E27FC236}">
                    <a16:creationId xmlns:a16="http://schemas.microsoft.com/office/drawing/2014/main" id="{9C3AC02F-CEF0-9B48-B0C4-21245EF729A5}"/>
                  </a:ext>
                </a:extLst>
              </p:cNvPr>
              <p:cNvSpPr/>
              <p:nvPr/>
            </p:nvSpPr>
            <p:spPr>
              <a:xfrm>
                <a:off x="4950309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g1978">
                <a:extLst>
                  <a:ext uri="{FF2B5EF4-FFF2-40B4-BE49-F238E27FC236}">
                    <a16:creationId xmlns:a16="http://schemas.microsoft.com/office/drawing/2014/main" id="{7FDA9D85-3169-98C9-7A4E-BEC971C72DFD}"/>
                  </a:ext>
                </a:extLst>
              </p:cNvPr>
              <p:cNvSpPr/>
              <p:nvPr/>
            </p:nvSpPr>
            <p:spPr>
              <a:xfrm>
                <a:off x="4961947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g1979">
                <a:extLst>
                  <a:ext uri="{FF2B5EF4-FFF2-40B4-BE49-F238E27FC236}">
                    <a16:creationId xmlns:a16="http://schemas.microsoft.com/office/drawing/2014/main" id="{1E3EFDBE-86B8-BBBB-7572-FAF896E82314}"/>
                  </a:ext>
                </a:extLst>
              </p:cNvPr>
              <p:cNvSpPr/>
              <p:nvPr/>
            </p:nvSpPr>
            <p:spPr>
              <a:xfrm>
                <a:off x="4973584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g1980">
                <a:extLst>
                  <a:ext uri="{FF2B5EF4-FFF2-40B4-BE49-F238E27FC236}">
                    <a16:creationId xmlns:a16="http://schemas.microsoft.com/office/drawing/2014/main" id="{7F6D6651-DF58-F549-C98E-864EA76D8D6B}"/>
                  </a:ext>
                </a:extLst>
              </p:cNvPr>
              <p:cNvSpPr/>
              <p:nvPr/>
            </p:nvSpPr>
            <p:spPr>
              <a:xfrm>
                <a:off x="4985221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g1981">
                <a:extLst>
                  <a:ext uri="{FF2B5EF4-FFF2-40B4-BE49-F238E27FC236}">
                    <a16:creationId xmlns:a16="http://schemas.microsoft.com/office/drawing/2014/main" id="{C0714869-667F-860A-E847-B54F5F5FF578}"/>
                  </a:ext>
                </a:extLst>
              </p:cNvPr>
              <p:cNvSpPr/>
              <p:nvPr/>
            </p:nvSpPr>
            <p:spPr>
              <a:xfrm>
                <a:off x="4996859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g1982">
                <a:extLst>
                  <a:ext uri="{FF2B5EF4-FFF2-40B4-BE49-F238E27FC236}">
                    <a16:creationId xmlns:a16="http://schemas.microsoft.com/office/drawing/2014/main" id="{8868AB3A-06D3-01CC-F84D-B886DE5D9689}"/>
                  </a:ext>
                </a:extLst>
              </p:cNvPr>
              <p:cNvSpPr/>
              <p:nvPr/>
            </p:nvSpPr>
            <p:spPr>
              <a:xfrm>
                <a:off x="4892123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g1983">
                <a:extLst>
                  <a:ext uri="{FF2B5EF4-FFF2-40B4-BE49-F238E27FC236}">
                    <a16:creationId xmlns:a16="http://schemas.microsoft.com/office/drawing/2014/main" id="{74FBBE19-59ED-96AE-4C8C-CD5B83045D76}"/>
                  </a:ext>
                </a:extLst>
              </p:cNvPr>
              <p:cNvSpPr/>
              <p:nvPr/>
            </p:nvSpPr>
            <p:spPr>
              <a:xfrm>
                <a:off x="4903760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g1984">
                <a:extLst>
                  <a:ext uri="{FF2B5EF4-FFF2-40B4-BE49-F238E27FC236}">
                    <a16:creationId xmlns:a16="http://schemas.microsoft.com/office/drawing/2014/main" id="{CC640C5B-EC4C-84E6-F70D-AAE053EB94F4}"/>
                  </a:ext>
                </a:extLst>
              </p:cNvPr>
              <p:cNvSpPr/>
              <p:nvPr/>
            </p:nvSpPr>
            <p:spPr>
              <a:xfrm>
                <a:off x="4915397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g1985">
                <a:extLst>
                  <a:ext uri="{FF2B5EF4-FFF2-40B4-BE49-F238E27FC236}">
                    <a16:creationId xmlns:a16="http://schemas.microsoft.com/office/drawing/2014/main" id="{677A09B5-B9C1-C6FB-2D62-B6FE694211E0}"/>
                  </a:ext>
                </a:extLst>
              </p:cNvPr>
              <p:cNvSpPr/>
              <p:nvPr/>
            </p:nvSpPr>
            <p:spPr>
              <a:xfrm>
                <a:off x="4927035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g1986">
                <a:extLst>
                  <a:ext uri="{FF2B5EF4-FFF2-40B4-BE49-F238E27FC236}">
                    <a16:creationId xmlns:a16="http://schemas.microsoft.com/office/drawing/2014/main" id="{FF281748-84FB-2E50-E3DC-31BFE337BB50}"/>
                  </a:ext>
                </a:extLst>
              </p:cNvPr>
              <p:cNvSpPr/>
              <p:nvPr/>
            </p:nvSpPr>
            <p:spPr>
              <a:xfrm>
                <a:off x="4938672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g1987">
                <a:extLst>
                  <a:ext uri="{FF2B5EF4-FFF2-40B4-BE49-F238E27FC236}">
                    <a16:creationId xmlns:a16="http://schemas.microsoft.com/office/drawing/2014/main" id="{4E8FE9A8-B368-BD30-D392-2E988E498D12}"/>
                  </a:ext>
                </a:extLst>
              </p:cNvPr>
              <p:cNvSpPr/>
              <p:nvPr/>
            </p:nvSpPr>
            <p:spPr>
              <a:xfrm>
                <a:off x="4950309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g1988">
                <a:extLst>
                  <a:ext uri="{FF2B5EF4-FFF2-40B4-BE49-F238E27FC236}">
                    <a16:creationId xmlns:a16="http://schemas.microsoft.com/office/drawing/2014/main" id="{66D8F06D-5A85-2D93-1E93-24B1754C67CB}"/>
                  </a:ext>
                </a:extLst>
              </p:cNvPr>
              <p:cNvSpPr/>
              <p:nvPr/>
            </p:nvSpPr>
            <p:spPr>
              <a:xfrm>
                <a:off x="4961947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g1989">
                <a:extLst>
                  <a:ext uri="{FF2B5EF4-FFF2-40B4-BE49-F238E27FC236}">
                    <a16:creationId xmlns:a16="http://schemas.microsoft.com/office/drawing/2014/main" id="{E8399319-EA28-F125-6E90-86EAD6AED565}"/>
                  </a:ext>
                </a:extLst>
              </p:cNvPr>
              <p:cNvSpPr/>
              <p:nvPr/>
            </p:nvSpPr>
            <p:spPr>
              <a:xfrm>
                <a:off x="4973584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g1990">
                <a:extLst>
                  <a:ext uri="{FF2B5EF4-FFF2-40B4-BE49-F238E27FC236}">
                    <a16:creationId xmlns:a16="http://schemas.microsoft.com/office/drawing/2014/main" id="{C628399A-04CC-B18F-F0B4-6263CF2C1996}"/>
                  </a:ext>
                </a:extLst>
              </p:cNvPr>
              <p:cNvSpPr/>
              <p:nvPr/>
            </p:nvSpPr>
            <p:spPr>
              <a:xfrm>
                <a:off x="4985221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g1991">
                <a:extLst>
                  <a:ext uri="{FF2B5EF4-FFF2-40B4-BE49-F238E27FC236}">
                    <a16:creationId xmlns:a16="http://schemas.microsoft.com/office/drawing/2014/main" id="{87D72F91-BB52-C440-CBE7-D0C82C869E8B}"/>
                  </a:ext>
                </a:extLst>
              </p:cNvPr>
              <p:cNvSpPr/>
              <p:nvPr/>
            </p:nvSpPr>
            <p:spPr>
              <a:xfrm>
                <a:off x="4857211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6">
                  <a:alpha val="100000"/>
                </a:srgbClr>
              </a:solidFill>
              <a:ln w="5420" cap="flat">
                <a:solidFill>
                  <a:srgbClr val="A0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g1992">
                <a:extLst>
                  <a:ext uri="{FF2B5EF4-FFF2-40B4-BE49-F238E27FC236}">
                    <a16:creationId xmlns:a16="http://schemas.microsoft.com/office/drawing/2014/main" id="{D1A7DD8F-5593-B840-1852-E4E1FAD16AF1}"/>
                  </a:ext>
                </a:extLst>
              </p:cNvPr>
              <p:cNvSpPr/>
              <p:nvPr/>
            </p:nvSpPr>
            <p:spPr>
              <a:xfrm>
                <a:off x="4868848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7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g1993">
                <a:extLst>
                  <a:ext uri="{FF2B5EF4-FFF2-40B4-BE49-F238E27FC236}">
                    <a16:creationId xmlns:a16="http://schemas.microsoft.com/office/drawing/2014/main" id="{7641FFA7-B135-82E3-3727-CABE3DD9F06C}"/>
                  </a:ext>
                </a:extLst>
              </p:cNvPr>
              <p:cNvSpPr/>
              <p:nvPr/>
            </p:nvSpPr>
            <p:spPr>
              <a:xfrm>
                <a:off x="4880485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AE4CB">
                  <a:alpha val="100000"/>
                </a:srgbClr>
              </a:solidFill>
              <a:ln w="5420" cap="flat">
                <a:solidFill>
                  <a:srgbClr val="AA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g1994">
                <a:extLst>
                  <a:ext uri="{FF2B5EF4-FFF2-40B4-BE49-F238E27FC236}">
                    <a16:creationId xmlns:a16="http://schemas.microsoft.com/office/drawing/2014/main" id="{C92941B4-6CDC-9B18-E80B-67E80179EF38}"/>
                  </a:ext>
                </a:extLst>
              </p:cNvPr>
              <p:cNvSpPr/>
              <p:nvPr/>
            </p:nvSpPr>
            <p:spPr>
              <a:xfrm>
                <a:off x="4892123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g1995">
                <a:extLst>
                  <a:ext uri="{FF2B5EF4-FFF2-40B4-BE49-F238E27FC236}">
                    <a16:creationId xmlns:a16="http://schemas.microsoft.com/office/drawing/2014/main" id="{1C0BDC85-1C5B-A5C2-AFA2-ED515D8354EA}"/>
                  </a:ext>
                </a:extLst>
              </p:cNvPr>
              <p:cNvSpPr/>
              <p:nvPr/>
            </p:nvSpPr>
            <p:spPr>
              <a:xfrm>
                <a:off x="4903760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g1996">
                <a:extLst>
                  <a:ext uri="{FF2B5EF4-FFF2-40B4-BE49-F238E27FC236}">
                    <a16:creationId xmlns:a16="http://schemas.microsoft.com/office/drawing/2014/main" id="{30078A94-F3F5-39D9-3B7E-01445AC9155F}"/>
                  </a:ext>
                </a:extLst>
              </p:cNvPr>
              <p:cNvSpPr/>
              <p:nvPr/>
            </p:nvSpPr>
            <p:spPr>
              <a:xfrm>
                <a:off x="4915397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F">
                  <a:alpha val="100000"/>
                </a:srgbClr>
              </a:solidFill>
              <a:ln w="5420" cap="flat">
                <a:solidFill>
                  <a:srgbClr val="B1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g1997">
                <a:extLst>
                  <a:ext uri="{FF2B5EF4-FFF2-40B4-BE49-F238E27FC236}">
                    <a16:creationId xmlns:a16="http://schemas.microsoft.com/office/drawing/2014/main" id="{DEFA1CD3-E554-4343-B9F9-475430D28216}"/>
                  </a:ext>
                </a:extLst>
              </p:cNvPr>
              <p:cNvSpPr/>
              <p:nvPr/>
            </p:nvSpPr>
            <p:spPr>
              <a:xfrm>
                <a:off x="4927035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g1998">
                <a:extLst>
                  <a:ext uri="{FF2B5EF4-FFF2-40B4-BE49-F238E27FC236}">
                    <a16:creationId xmlns:a16="http://schemas.microsoft.com/office/drawing/2014/main" id="{6B146D33-4FBB-9B2B-E7A0-9BD888820F25}"/>
                  </a:ext>
                </a:extLst>
              </p:cNvPr>
              <p:cNvSpPr/>
              <p:nvPr/>
            </p:nvSpPr>
            <p:spPr>
              <a:xfrm>
                <a:off x="4938672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g1999">
                <a:extLst>
                  <a:ext uri="{FF2B5EF4-FFF2-40B4-BE49-F238E27FC236}">
                    <a16:creationId xmlns:a16="http://schemas.microsoft.com/office/drawing/2014/main" id="{E9CAF396-18A3-E967-59C1-E01DB0F98C60}"/>
                  </a:ext>
                </a:extLst>
              </p:cNvPr>
              <p:cNvSpPr/>
              <p:nvPr/>
            </p:nvSpPr>
            <p:spPr>
              <a:xfrm>
                <a:off x="4950309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g2000">
                <a:extLst>
                  <a:ext uri="{FF2B5EF4-FFF2-40B4-BE49-F238E27FC236}">
                    <a16:creationId xmlns:a16="http://schemas.microsoft.com/office/drawing/2014/main" id="{3ADB52CA-9EF4-078E-BE3C-38D2AED3E720}"/>
                  </a:ext>
                </a:extLst>
              </p:cNvPr>
              <p:cNvSpPr/>
              <p:nvPr/>
            </p:nvSpPr>
            <p:spPr>
              <a:xfrm>
                <a:off x="4961947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g2001">
                <a:extLst>
                  <a:ext uri="{FF2B5EF4-FFF2-40B4-BE49-F238E27FC236}">
                    <a16:creationId xmlns:a16="http://schemas.microsoft.com/office/drawing/2014/main" id="{E06C3EDE-D1A8-9EAC-09B0-E0C263C5F1C7}"/>
                  </a:ext>
                </a:extLst>
              </p:cNvPr>
              <p:cNvSpPr/>
              <p:nvPr/>
            </p:nvSpPr>
            <p:spPr>
              <a:xfrm>
                <a:off x="4973584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D">
                  <a:alpha val="100000"/>
                </a:srgbClr>
              </a:solidFill>
              <a:ln w="5420" cap="flat">
                <a:solidFill>
                  <a:srgbClr val="AFE6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g2002">
                <a:extLst>
                  <a:ext uri="{FF2B5EF4-FFF2-40B4-BE49-F238E27FC236}">
                    <a16:creationId xmlns:a16="http://schemas.microsoft.com/office/drawing/2014/main" id="{D06DF5C2-915C-6F2F-AF63-65DA55B957F1}"/>
                  </a:ext>
                </a:extLst>
              </p:cNvPr>
              <p:cNvSpPr/>
              <p:nvPr/>
            </p:nvSpPr>
            <p:spPr>
              <a:xfrm>
                <a:off x="4833936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g2003">
                <a:extLst>
                  <a:ext uri="{FF2B5EF4-FFF2-40B4-BE49-F238E27FC236}">
                    <a16:creationId xmlns:a16="http://schemas.microsoft.com/office/drawing/2014/main" id="{2B1AE307-AE2E-C9E7-1561-8F7CDB3589FE}"/>
                  </a:ext>
                </a:extLst>
              </p:cNvPr>
              <p:cNvSpPr/>
              <p:nvPr/>
            </p:nvSpPr>
            <p:spPr>
              <a:xfrm>
                <a:off x="4845573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g2004">
                <a:extLst>
                  <a:ext uri="{FF2B5EF4-FFF2-40B4-BE49-F238E27FC236}">
                    <a16:creationId xmlns:a16="http://schemas.microsoft.com/office/drawing/2014/main" id="{625BB20C-98F2-B703-8BFC-DDF0DE884407}"/>
                  </a:ext>
                </a:extLst>
              </p:cNvPr>
              <p:cNvSpPr/>
              <p:nvPr/>
            </p:nvSpPr>
            <p:spPr>
              <a:xfrm>
                <a:off x="4857211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EC3">
                  <a:alpha val="100000"/>
                </a:srgbClr>
              </a:solidFill>
              <a:ln w="5420" cap="flat">
                <a:solidFill>
                  <a:srgbClr val="99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g2005">
                <a:extLst>
                  <a:ext uri="{FF2B5EF4-FFF2-40B4-BE49-F238E27FC236}">
                    <a16:creationId xmlns:a16="http://schemas.microsoft.com/office/drawing/2014/main" id="{114BCFC9-D03C-4E0C-E573-57FFED776A97}"/>
                  </a:ext>
                </a:extLst>
              </p:cNvPr>
              <p:cNvSpPr/>
              <p:nvPr/>
            </p:nvSpPr>
            <p:spPr>
              <a:xfrm>
                <a:off x="4868848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g2006">
                <a:extLst>
                  <a:ext uri="{FF2B5EF4-FFF2-40B4-BE49-F238E27FC236}">
                    <a16:creationId xmlns:a16="http://schemas.microsoft.com/office/drawing/2014/main" id="{90E23A1A-D7A8-E4A6-05AE-FBE5D9099FB6}"/>
                  </a:ext>
                </a:extLst>
              </p:cNvPr>
              <p:cNvSpPr/>
              <p:nvPr/>
            </p:nvSpPr>
            <p:spPr>
              <a:xfrm>
                <a:off x="4880485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8E3CA">
                  <a:alpha val="100000"/>
                </a:srgbClr>
              </a:solidFill>
              <a:ln w="5420" cap="flat">
                <a:solidFill>
                  <a:srgbClr val="A8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g2007">
                <a:extLst>
                  <a:ext uri="{FF2B5EF4-FFF2-40B4-BE49-F238E27FC236}">
                    <a16:creationId xmlns:a16="http://schemas.microsoft.com/office/drawing/2014/main" id="{F95B3A7B-A584-9004-BBDE-760465E7E1BE}"/>
                  </a:ext>
                </a:extLst>
              </p:cNvPr>
              <p:cNvSpPr/>
              <p:nvPr/>
            </p:nvSpPr>
            <p:spPr>
              <a:xfrm>
                <a:off x="4892123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g2008">
                <a:extLst>
                  <a:ext uri="{FF2B5EF4-FFF2-40B4-BE49-F238E27FC236}">
                    <a16:creationId xmlns:a16="http://schemas.microsoft.com/office/drawing/2014/main" id="{5E10396C-E71A-C90F-0607-7A04F6526D69}"/>
                  </a:ext>
                </a:extLst>
              </p:cNvPr>
              <p:cNvSpPr/>
              <p:nvPr/>
            </p:nvSpPr>
            <p:spPr>
              <a:xfrm>
                <a:off x="4903760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g2009">
                <a:extLst>
                  <a:ext uri="{FF2B5EF4-FFF2-40B4-BE49-F238E27FC236}">
                    <a16:creationId xmlns:a16="http://schemas.microsoft.com/office/drawing/2014/main" id="{AB37B912-1FA2-E48C-D628-4FB379982232}"/>
                  </a:ext>
                </a:extLst>
              </p:cNvPr>
              <p:cNvSpPr/>
              <p:nvPr/>
            </p:nvSpPr>
            <p:spPr>
              <a:xfrm>
                <a:off x="4915397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g2010">
                <a:extLst>
                  <a:ext uri="{FF2B5EF4-FFF2-40B4-BE49-F238E27FC236}">
                    <a16:creationId xmlns:a16="http://schemas.microsoft.com/office/drawing/2014/main" id="{EEF93979-CF03-0700-D8D2-5C73F7D7B697}"/>
                  </a:ext>
                </a:extLst>
              </p:cNvPr>
              <p:cNvSpPr/>
              <p:nvPr/>
            </p:nvSpPr>
            <p:spPr>
              <a:xfrm>
                <a:off x="4927035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g2011">
                <a:extLst>
                  <a:ext uri="{FF2B5EF4-FFF2-40B4-BE49-F238E27FC236}">
                    <a16:creationId xmlns:a16="http://schemas.microsoft.com/office/drawing/2014/main" id="{1633E721-7D6A-9E2C-3138-07CBECBE0D1A}"/>
                  </a:ext>
                </a:extLst>
              </p:cNvPr>
              <p:cNvSpPr/>
              <p:nvPr/>
            </p:nvSpPr>
            <p:spPr>
              <a:xfrm>
                <a:off x="4938672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g2012">
                <a:extLst>
                  <a:ext uri="{FF2B5EF4-FFF2-40B4-BE49-F238E27FC236}">
                    <a16:creationId xmlns:a16="http://schemas.microsoft.com/office/drawing/2014/main" id="{610AD1CD-6879-A77A-4528-A7142D76D7FA}"/>
                  </a:ext>
                </a:extLst>
              </p:cNvPr>
              <p:cNvSpPr/>
              <p:nvPr/>
            </p:nvSpPr>
            <p:spPr>
              <a:xfrm>
                <a:off x="4950309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g2013">
                <a:extLst>
                  <a:ext uri="{FF2B5EF4-FFF2-40B4-BE49-F238E27FC236}">
                    <a16:creationId xmlns:a16="http://schemas.microsoft.com/office/drawing/2014/main" id="{032DAF79-4923-109A-FC46-9BADDE3D2177}"/>
                  </a:ext>
                </a:extLst>
              </p:cNvPr>
              <p:cNvSpPr/>
              <p:nvPr/>
            </p:nvSpPr>
            <p:spPr>
              <a:xfrm>
                <a:off x="4961947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g2014">
                <a:extLst>
                  <a:ext uri="{FF2B5EF4-FFF2-40B4-BE49-F238E27FC236}">
                    <a16:creationId xmlns:a16="http://schemas.microsoft.com/office/drawing/2014/main" id="{9EB33FE6-4B9C-6B8E-3B33-037CC373CD84}"/>
                  </a:ext>
                </a:extLst>
              </p:cNvPr>
              <p:cNvSpPr/>
              <p:nvPr/>
            </p:nvSpPr>
            <p:spPr>
              <a:xfrm>
                <a:off x="4822299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g2015">
                <a:extLst>
                  <a:ext uri="{FF2B5EF4-FFF2-40B4-BE49-F238E27FC236}">
                    <a16:creationId xmlns:a16="http://schemas.microsoft.com/office/drawing/2014/main" id="{A2D01124-3A77-2F93-C121-4DE498F5846D}"/>
                  </a:ext>
                </a:extLst>
              </p:cNvPr>
              <p:cNvSpPr/>
              <p:nvPr/>
            </p:nvSpPr>
            <p:spPr>
              <a:xfrm>
                <a:off x="4833936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g2016">
                <a:extLst>
                  <a:ext uri="{FF2B5EF4-FFF2-40B4-BE49-F238E27FC236}">
                    <a16:creationId xmlns:a16="http://schemas.microsoft.com/office/drawing/2014/main" id="{B9044823-00ED-52E1-9DC4-82F632A2FE62}"/>
                  </a:ext>
                </a:extLst>
              </p:cNvPr>
              <p:cNvSpPr/>
              <p:nvPr/>
            </p:nvSpPr>
            <p:spPr>
              <a:xfrm>
                <a:off x="4845573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g2017">
                <a:extLst>
                  <a:ext uri="{FF2B5EF4-FFF2-40B4-BE49-F238E27FC236}">
                    <a16:creationId xmlns:a16="http://schemas.microsoft.com/office/drawing/2014/main" id="{CD1575F1-6CCD-4762-95FC-3DF3F1165B7C}"/>
                  </a:ext>
                </a:extLst>
              </p:cNvPr>
              <p:cNvSpPr/>
              <p:nvPr/>
            </p:nvSpPr>
            <p:spPr>
              <a:xfrm>
                <a:off x="4857211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g2018">
                <a:extLst>
                  <a:ext uri="{FF2B5EF4-FFF2-40B4-BE49-F238E27FC236}">
                    <a16:creationId xmlns:a16="http://schemas.microsoft.com/office/drawing/2014/main" id="{CEE6B8A7-0917-E6EB-0EAF-DC8425990D55}"/>
                  </a:ext>
                </a:extLst>
              </p:cNvPr>
              <p:cNvSpPr/>
              <p:nvPr/>
            </p:nvSpPr>
            <p:spPr>
              <a:xfrm>
                <a:off x="4868848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g2019">
                <a:extLst>
                  <a:ext uri="{FF2B5EF4-FFF2-40B4-BE49-F238E27FC236}">
                    <a16:creationId xmlns:a16="http://schemas.microsoft.com/office/drawing/2014/main" id="{D90336A8-6FBD-3765-3FBD-F9F82181A666}"/>
                  </a:ext>
                </a:extLst>
              </p:cNvPr>
              <p:cNvSpPr/>
              <p:nvPr/>
            </p:nvSpPr>
            <p:spPr>
              <a:xfrm>
                <a:off x="4880485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5E2C9">
                  <a:alpha val="100000"/>
                </a:srgbClr>
              </a:solidFill>
              <a:ln w="5420" cap="flat">
                <a:solidFill>
                  <a:srgbClr val="A5E2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g2020">
                <a:extLst>
                  <a:ext uri="{FF2B5EF4-FFF2-40B4-BE49-F238E27FC236}">
                    <a16:creationId xmlns:a16="http://schemas.microsoft.com/office/drawing/2014/main" id="{FA411CD3-CD4E-1038-08C8-BF38CA7F06B9}"/>
                  </a:ext>
                </a:extLst>
              </p:cNvPr>
              <p:cNvSpPr/>
              <p:nvPr/>
            </p:nvSpPr>
            <p:spPr>
              <a:xfrm>
                <a:off x="4892123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AE4CB">
                  <a:alpha val="100000"/>
                </a:srgbClr>
              </a:solidFill>
              <a:ln w="5420" cap="flat">
                <a:solidFill>
                  <a:srgbClr val="AA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g2021">
                <a:extLst>
                  <a:ext uri="{FF2B5EF4-FFF2-40B4-BE49-F238E27FC236}">
                    <a16:creationId xmlns:a16="http://schemas.microsoft.com/office/drawing/2014/main" id="{0D6E408B-804B-A371-BF7A-C3BAB83D73DD}"/>
                  </a:ext>
                </a:extLst>
              </p:cNvPr>
              <p:cNvSpPr/>
              <p:nvPr/>
            </p:nvSpPr>
            <p:spPr>
              <a:xfrm>
                <a:off x="4903760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D">
                  <a:alpha val="100000"/>
                </a:srgbClr>
              </a:solidFill>
              <a:ln w="5420" cap="flat">
                <a:solidFill>
                  <a:srgbClr val="AFE6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g2022">
                <a:extLst>
                  <a:ext uri="{FF2B5EF4-FFF2-40B4-BE49-F238E27FC236}">
                    <a16:creationId xmlns:a16="http://schemas.microsoft.com/office/drawing/2014/main" id="{FDA7AA2C-B341-E5AB-E169-A579A900D27F}"/>
                  </a:ext>
                </a:extLst>
              </p:cNvPr>
              <p:cNvSpPr/>
              <p:nvPr/>
            </p:nvSpPr>
            <p:spPr>
              <a:xfrm>
                <a:off x="4915397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g2023">
                <a:extLst>
                  <a:ext uri="{FF2B5EF4-FFF2-40B4-BE49-F238E27FC236}">
                    <a16:creationId xmlns:a16="http://schemas.microsoft.com/office/drawing/2014/main" id="{FB308584-E4FF-A601-F11B-EE0C241E9C42}"/>
                  </a:ext>
                </a:extLst>
              </p:cNvPr>
              <p:cNvSpPr/>
              <p:nvPr/>
            </p:nvSpPr>
            <p:spPr>
              <a:xfrm>
                <a:off x="4927035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0">
                  <a:alpha val="100000"/>
                </a:srgbClr>
              </a:solidFill>
              <a:ln w="5420" cap="flat">
                <a:solidFill>
                  <a:srgbClr val="B5E8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g2024">
                <a:extLst>
                  <a:ext uri="{FF2B5EF4-FFF2-40B4-BE49-F238E27FC236}">
                    <a16:creationId xmlns:a16="http://schemas.microsoft.com/office/drawing/2014/main" id="{03B6A49D-22E6-3C32-5AE8-F70DA5FD6328}"/>
                  </a:ext>
                </a:extLst>
              </p:cNvPr>
              <p:cNvSpPr/>
              <p:nvPr/>
            </p:nvSpPr>
            <p:spPr>
              <a:xfrm>
                <a:off x="4938672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g2025">
                <a:extLst>
                  <a:ext uri="{FF2B5EF4-FFF2-40B4-BE49-F238E27FC236}">
                    <a16:creationId xmlns:a16="http://schemas.microsoft.com/office/drawing/2014/main" id="{0901D13C-0B4B-6003-01CD-873FCC6DE154}"/>
                  </a:ext>
                </a:extLst>
              </p:cNvPr>
              <p:cNvSpPr/>
              <p:nvPr/>
            </p:nvSpPr>
            <p:spPr>
              <a:xfrm>
                <a:off x="4950309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g2026">
                <a:extLst>
                  <a:ext uri="{FF2B5EF4-FFF2-40B4-BE49-F238E27FC236}">
                    <a16:creationId xmlns:a16="http://schemas.microsoft.com/office/drawing/2014/main" id="{4EC3D00F-8456-953F-8F4C-14A9163A6327}"/>
                  </a:ext>
                </a:extLst>
              </p:cNvPr>
              <p:cNvSpPr/>
              <p:nvPr/>
            </p:nvSpPr>
            <p:spPr>
              <a:xfrm>
                <a:off x="4961947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g2027">
                <a:extLst>
                  <a:ext uri="{FF2B5EF4-FFF2-40B4-BE49-F238E27FC236}">
                    <a16:creationId xmlns:a16="http://schemas.microsoft.com/office/drawing/2014/main" id="{F3272349-9204-7FA4-90C6-97B7F2B2B129}"/>
                  </a:ext>
                </a:extLst>
              </p:cNvPr>
              <p:cNvSpPr/>
              <p:nvPr/>
            </p:nvSpPr>
            <p:spPr>
              <a:xfrm>
                <a:off x="4810661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g2028">
                <a:extLst>
                  <a:ext uri="{FF2B5EF4-FFF2-40B4-BE49-F238E27FC236}">
                    <a16:creationId xmlns:a16="http://schemas.microsoft.com/office/drawing/2014/main" id="{9E566BFE-120A-4A4D-3482-73616E5F1DF0}"/>
                  </a:ext>
                </a:extLst>
              </p:cNvPr>
              <p:cNvSpPr/>
              <p:nvPr/>
            </p:nvSpPr>
            <p:spPr>
              <a:xfrm>
                <a:off x="4822299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g2029">
                <a:extLst>
                  <a:ext uri="{FF2B5EF4-FFF2-40B4-BE49-F238E27FC236}">
                    <a16:creationId xmlns:a16="http://schemas.microsoft.com/office/drawing/2014/main" id="{FF073B0A-0527-880C-A4A3-4AB7471E3742}"/>
                  </a:ext>
                </a:extLst>
              </p:cNvPr>
              <p:cNvSpPr/>
              <p:nvPr/>
            </p:nvSpPr>
            <p:spPr>
              <a:xfrm>
                <a:off x="4833936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g2030">
                <a:extLst>
                  <a:ext uri="{FF2B5EF4-FFF2-40B4-BE49-F238E27FC236}">
                    <a16:creationId xmlns:a16="http://schemas.microsoft.com/office/drawing/2014/main" id="{8B526840-B6E6-B19F-49C9-5B384EE76B6B}"/>
                  </a:ext>
                </a:extLst>
              </p:cNvPr>
              <p:cNvSpPr/>
              <p:nvPr/>
            </p:nvSpPr>
            <p:spPr>
              <a:xfrm>
                <a:off x="4845573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g2031">
                <a:extLst>
                  <a:ext uri="{FF2B5EF4-FFF2-40B4-BE49-F238E27FC236}">
                    <a16:creationId xmlns:a16="http://schemas.microsoft.com/office/drawing/2014/main" id="{C1E86EC0-4506-92FD-6DAD-B3DD093ABF6B}"/>
                  </a:ext>
                </a:extLst>
              </p:cNvPr>
              <p:cNvSpPr/>
              <p:nvPr/>
            </p:nvSpPr>
            <p:spPr>
              <a:xfrm>
                <a:off x="4857211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g2032">
                <a:extLst>
                  <a:ext uri="{FF2B5EF4-FFF2-40B4-BE49-F238E27FC236}">
                    <a16:creationId xmlns:a16="http://schemas.microsoft.com/office/drawing/2014/main" id="{985DB288-10E4-160D-005F-6DB9624B658E}"/>
                  </a:ext>
                </a:extLst>
              </p:cNvPr>
              <p:cNvSpPr/>
              <p:nvPr/>
            </p:nvSpPr>
            <p:spPr>
              <a:xfrm>
                <a:off x="4868848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DFC4">
                  <a:alpha val="100000"/>
                </a:srgbClr>
              </a:solidFill>
              <a:ln w="5420" cap="flat">
                <a:solidFill>
                  <a:srgbClr val="9C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g2033">
                <a:extLst>
                  <a:ext uri="{FF2B5EF4-FFF2-40B4-BE49-F238E27FC236}">
                    <a16:creationId xmlns:a16="http://schemas.microsoft.com/office/drawing/2014/main" id="{5966BF6A-0B9C-DF49-9468-2640486F263A}"/>
                  </a:ext>
                </a:extLst>
              </p:cNvPr>
              <p:cNvSpPr/>
              <p:nvPr/>
            </p:nvSpPr>
            <p:spPr>
              <a:xfrm>
                <a:off x="4880485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2E1C7">
                  <a:alpha val="100000"/>
                </a:srgbClr>
              </a:solidFill>
              <a:ln w="5420" cap="flat">
                <a:solidFill>
                  <a:srgbClr val="A2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g2034">
                <a:extLst>
                  <a:ext uri="{FF2B5EF4-FFF2-40B4-BE49-F238E27FC236}">
                    <a16:creationId xmlns:a16="http://schemas.microsoft.com/office/drawing/2014/main" id="{2C1029F6-C7BA-C47C-2A00-A594CBDD9CC7}"/>
                  </a:ext>
                </a:extLst>
              </p:cNvPr>
              <p:cNvSpPr/>
              <p:nvPr/>
            </p:nvSpPr>
            <p:spPr>
              <a:xfrm>
                <a:off x="4892123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7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g2035">
                <a:extLst>
                  <a:ext uri="{FF2B5EF4-FFF2-40B4-BE49-F238E27FC236}">
                    <a16:creationId xmlns:a16="http://schemas.microsoft.com/office/drawing/2014/main" id="{CB56E590-6C59-F65B-323C-71A5DF206FDA}"/>
                  </a:ext>
                </a:extLst>
              </p:cNvPr>
              <p:cNvSpPr/>
              <p:nvPr/>
            </p:nvSpPr>
            <p:spPr>
              <a:xfrm>
                <a:off x="4903760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g2036">
                <a:extLst>
                  <a:ext uri="{FF2B5EF4-FFF2-40B4-BE49-F238E27FC236}">
                    <a16:creationId xmlns:a16="http://schemas.microsoft.com/office/drawing/2014/main" id="{38EB2298-4F44-2FA8-6C3B-32061194F27F}"/>
                  </a:ext>
                </a:extLst>
              </p:cNvPr>
              <p:cNvSpPr/>
              <p:nvPr/>
            </p:nvSpPr>
            <p:spPr>
              <a:xfrm>
                <a:off x="4915397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g2037">
                <a:extLst>
                  <a:ext uri="{FF2B5EF4-FFF2-40B4-BE49-F238E27FC236}">
                    <a16:creationId xmlns:a16="http://schemas.microsoft.com/office/drawing/2014/main" id="{C148E07E-6641-2C1A-1512-1D4BCAA1166A}"/>
                  </a:ext>
                </a:extLst>
              </p:cNvPr>
              <p:cNvSpPr/>
              <p:nvPr/>
            </p:nvSpPr>
            <p:spPr>
              <a:xfrm>
                <a:off x="4927035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g2038">
                <a:extLst>
                  <a:ext uri="{FF2B5EF4-FFF2-40B4-BE49-F238E27FC236}">
                    <a16:creationId xmlns:a16="http://schemas.microsoft.com/office/drawing/2014/main" id="{C5CDA21B-0237-7BB6-C934-54A0469DFE68}"/>
                  </a:ext>
                </a:extLst>
              </p:cNvPr>
              <p:cNvSpPr/>
              <p:nvPr/>
            </p:nvSpPr>
            <p:spPr>
              <a:xfrm>
                <a:off x="4938672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g2039">
                <a:extLst>
                  <a:ext uri="{FF2B5EF4-FFF2-40B4-BE49-F238E27FC236}">
                    <a16:creationId xmlns:a16="http://schemas.microsoft.com/office/drawing/2014/main" id="{CC5F1C53-3593-2016-3BAB-308DCF041214}"/>
                  </a:ext>
                </a:extLst>
              </p:cNvPr>
              <p:cNvSpPr/>
              <p:nvPr/>
            </p:nvSpPr>
            <p:spPr>
              <a:xfrm>
                <a:off x="4950309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g2040">
                <a:extLst>
                  <a:ext uri="{FF2B5EF4-FFF2-40B4-BE49-F238E27FC236}">
                    <a16:creationId xmlns:a16="http://schemas.microsoft.com/office/drawing/2014/main" id="{31B8890B-9E3D-6365-86F2-11B00E0FA571}"/>
                  </a:ext>
                </a:extLst>
              </p:cNvPr>
              <p:cNvSpPr/>
              <p:nvPr/>
            </p:nvSpPr>
            <p:spPr>
              <a:xfrm>
                <a:off x="4799024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g2041">
                <a:extLst>
                  <a:ext uri="{FF2B5EF4-FFF2-40B4-BE49-F238E27FC236}">
                    <a16:creationId xmlns:a16="http://schemas.microsoft.com/office/drawing/2014/main" id="{28AEE961-E0DC-790D-4E49-F81306C20201}"/>
                  </a:ext>
                </a:extLst>
              </p:cNvPr>
              <p:cNvSpPr/>
              <p:nvPr/>
            </p:nvSpPr>
            <p:spPr>
              <a:xfrm>
                <a:off x="4810661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g2042">
                <a:extLst>
                  <a:ext uri="{FF2B5EF4-FFF2-40B4-BE49-F238E27FC236}">
                    <a16:creationId xmlns:a16="http://schemas.microsoft.com/office/drawing/2014/main" id="{D09F84E0-1218-786E-BA64-664B5406D358}"/>
                  </a:ext>
                </a:extLst>
              </p:cNvPr>
              <p:cNvSpPr/>
              <p:nvPr/>
            </p:nvSpPr>
            <p:spPr>
              <a:xfrm>
                <a:off x="4822299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g2043">
                <a:extLst>
                  <a:ext uri="{FF2B5EF4-FFF2-40B4-BE49-F238E27FC236}">
                    <a16:creationId xmlns:a16="http://schemas.microsoft.com/office/drawing/2014/main" id="{A7CCFCA0-D238-B80D-A955-06D8E7C8C014}"/>
                  </a:ext>
                </a:extLst>
              </p:cNvPr>
              <p:cNvSpPr/>
              <p:nvPr/>
            </p:nvSpPr>
            <p:spPr>
              <a:xfrm>
                <a:off x="4833936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g2044">
                <a:extLst>
                  <a:ext uri="{FF2B5EF4-FFF2-40B4-BE49-F238E27FC236}">
                    <a16:creationId xmlns:a16="http://schemas.microsoft.com/office/drawing/2014/main" id="{E0ABE639-704B-1FBB-F781-BDFBEE7FF79B}"/>
                  </a:ext>
                </a:extLst>
              </p:cNvPr>
              <p:cNvSpPr/>
              <p:nvPr/>
            </p:nvSpPr>
            <p:spPr>
              <a:xfrm>
                <a:off x="4845573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g2045">
                <a:extLst>
                  <a:ext uri="{FF2B5EF4-FFF2-40B4-BE49-F238E27FC236}">
                    <a16:creationId xmlns:a16="http://schemas.microsoft.com/office/drawing/2014/main" id="{9ADF6C2C-D622-1F63-02DB-A6F2AD066667}"/>
                  </a:ext>
                </a:extLst>
              </p:cNvPr>
              <p:cNvSpPr/>
              <p:nvPr/>
            </p:nvSpPr>
            <p:spPr>
              <a:xfrm>
                <a:off x="4857211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g2046">
                <a:extLst>
                  <a:ext uri="{FF2B5EF4-FFF2-40B4-BE49-F238E27FC236}">
                    <a16:creationId xmlns:a16="http://schemas.microsoft.com/office/drawing/2014/main" id="{604BB16B-C8BA-7EA0-30FC-FD472936F26B}"/>
                  </a:ext>
                </a:extLst>
              </p:cNvPr>
              <p:cNvSpPr/>
              <p:nvPr/>
            </p:nvSpPr>
            <p:spPr>
              <a:xfrm>
                <a:off x="4868848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g2047">
                <a:extLst>
                  <a:ext uri="{FF2B5EF4-FFF2-40B4-BE49-F238E27FC236}">
                    <a16:creationId xmlns:a16="http://schemas.microsoft.com/office/drawing/2014/main" id="{AB0CF8E9-C2DD-D8FD-4E46-2B32CBA4C30A}"/>
                  </a:ext>
                </a:extLst>
              </p:cNvPr>
              <p:cNvSpPr/>
              <p:nvPr/>
            </p:nvSpPr>
            <p:spPr>
              <a:xfrm>
                <a:off x="4787387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9BC">
                  <a:alpha val="100000"/>
                </a:srgbClr>
              </a:solidFill>
              <a:ln w="5420" cap="flat">
                <a:solidFill>
                  <a:srgbClr val="89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g2048">
                <a:extLst>
                  <a:ext uri="{FF2B5EF4-FFF2-40B4-BE49-F238E27FC236}">
                    <a16:creationId xmlns:a16="http://schemas.microsoft.com/office/drawing/2014/main" id="{8E95A1FA-F858-2EA1-3DBD-7F58731C7B5B}"/>
                  </a:ext>
                </a:extLst>
              </p:cNvPr>
              <p:cNvSpPr/>
              <p:nvPr/>
            </p:nvSpPr>
            <p:spPr>
              <a:xfrm>
                <a:off x="4799024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g2049">
                <a:extLst>
                  <a:ext uri="{FF2B5EF4-FFF2-40B4-BE49-F238E27FC236}">
                    <a16:creationId xmlns:a16="http://schemas.microsoft.com/office/drawing/2014/main" id="{4EB3EE1F-795F-50CC-E6A6-59EE4BC007D3}"/>
                  </a:ext>
                </a:extLst>
              </p:cNvPr>
              <p:cNvSpPr/>
              <p:nvPr/>
            </p:nvSpPr>
            <p:spPr>
              <a:xfrm>
                <a:off x="4810661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g2050">
                <a:extLst>
                  <a:ext uri="{FF2B5EF4-FFF2-40B4-BE49-F238E27FC236}">
                    <a16:creationId xmlns:a16="http://schemas.microsoft.com/office/drawing/2014/main" id="{184F6310-2908-E985-40BF-45542D817465}"/>
                  </a:ext>
                </a:extLst>
              </p:cNvPr>
              <p:cNvSpPr/>
              <p:nvPr/>
            </p:nvSpPr>
            <p:spPr>
              <a:xfrm>
                <a:off x="4822299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g2051">
                <a:extLst>
                  <a:ext uri="{FF2B5EF4-FFF2-40B4-BE49-F238E27FC236}">
                    <a16:creationId xmlns:a16="http://schemas.microsoft.com/office/drawing/2014/main" id="{DE66D136-739D-63BC-5C39-30D3D54A60F8}"/>
                  </a:ext>
                </a:extLst>
              </p:cNvPr>
              <p:cNvSpPr/>
              <p:nvPr/>
            </p:nvSpPr>
            <p:spPr>
              <a:xfrm>
                <a:off x="4833936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g2052">
                <a:extLst>
                  <a:ext uri="{FF2B5EF4-FFF2-40B4-BE49-F238E27FC236}">
                    <a16:creationId xmlns:a16="http://schemas.microsoft.com/office/drawing/2014/main" id="{C215EE7F-56A5-B346-A102-9BE84340E2AF}"/>
                  </a:ext>
                </a:extLst>
              </p:cNvPr>
              <p:cNvSpPr/>
              <p:nvPr/>
            </p:nvSpPr>
            <p:spPr>
              <a:xfrm>
                <a:off x="4845573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g2053">
                <a:extLst>
                  <a:ext uri="{FF2B5EF4-FFF2-40B4-BE49-F238E27FC236}">
                    <a16:creationId xmlns:a16="http://schemas.microsoft.com/office/drawing/2014/main" id="{DA4820B6-3623-C111-5EB0-908935DD0895}"/>
                  </a:ext>
                </a:extLst>
              </p:cNvPr>
              <p:cNvSpPr/>
              <p:nvPr/>
            </p:nvSpPr>
            <p:spPr>
              <a:xfrm>
                <a:off x="4857211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g2054">
                <a:extLst>
                  <a:ext uri="{FF2B5EF4-FFF2-40B4-BE49-F238E27FC236}">
                    <a16:creationId xmlns:a16="http://schemas.microsoft.com/office/drawing/2014/main" id="{601593F9-40DD-344E-1BDB-9985E6C680A2}"/>
                  </a:ext>
                </a:extLst>
              </p:cNvPr>
              <p:cNvSpPr/>
              <p:nvPr/>
            </p:nvSpPr>
            <p:spPr>
              <a:xfrm>
                <a:off x="4775749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g2055">
                <a:extLst>
                  <a:ext uri="{FF2B5EF4-FFF2-40B4-BE49-F238E27FC236}">
                    <a16:creationId xmlns:a16="http://schemas.microsoft.com/office/drawing/2014/main" id="{145198CF-2F2E-080E-AF98-08327BDA8D92}"/>
                  </a:ext>
                </a:extLst>
              </p:cNvPr>
              <p:cNvSpPr/>
              <p:nvPr/>
            </p:nvSpPr>
            <p:spPr>
              <a:xfrm>
                <a:off x="4787387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g2056">
                <a:extLst>
                  <a:ext uri="{FF2B5EF4-FFF2-40B4-BE49-F238E27FC236}">
                    <a16:creationId xmlns:a16="http://schemas.microsoft.com/office/drawing/2014/main" id="{A1359A17-0462-AF14-DD93-854AB653B297}"/>
                  </a:ext>
                </a:extLst>
              </p:cNvPr>
              <p:cNvSpPr/>
              <p:nvPr/>
            </p:nvSpPr>
            <p:spPr>
              <a:xfrm>
                <a:off x="4799024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g2057">
                <a:extLst>
                  <a:ext uri="{FF2B5EF4-FFF2-40B4-BE49-F238E27FC236}">
                    <a16:creationId xmlns:a16="http://schemas.microsoft.com/office/drawing/2014/main" id="{678D6DD4-C689-4A7B-6B26-976FED1FA6A8}"/>
                  </a:ext>
                </a:extLst>
              </p:cNvPr>
              <p:cNvSpPr/>
              <p:nvPr/>
            </p:nvSpPr>
            <p:spPr>
              <a:xfrm>
                <a:off x="4810661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g2058">
                <a:extLst>
                  <a:ext uri="{FF2B5EF4-FFF2-40B4-BE49-F238E27FC236}">
                    <a16:creationId xmlns:a16="http://schemas.microsoft.com/office/drawing/2014/main" id="{8F90D6AB-7254-7552-FD74-99E5ECF370FC}"/>
                  </a:ext>
                </a:extLst>
              </p:cNvPr>
              <p:cNvSpPr/>
              <p:nvPr/>
            </p:nvSpPr>
            <p:spPr>
              <a:xfrm>
                <a:off x="4822299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g2059">
                <a:extLst>
                  <a:ext uri="{FF2B5EF4-FFF2-40B4-BE49-F238E27FC236}">
                    <a16:creationId xmlns:a16="http://schemas.microsoft.com/office/drawing/2014/main" id="{7F73BBF9-6D91-0888-7A83-873827EA8AC8}"/>
                  </a:ext>
                </a:extLst>
              </p:cNvPr>
              <p:cNvSpPr/>
              <p:nvPr/>
            </p:nvSpPr>
            <p:spPr>
              <a:xfrm>
                <a:off x="4833936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g2060">
                <a:extLst>
                  <a:ext uri="{FF2B5EF4-FFF2-40B4-BE49-F238E27FC236}">
                    <a16:creationId xmlns:a16="http://schemas.microsoft.com/office/drawing/2014/main" id="{41403EA0-ACC8-B83A-45B3-CB8DEC5E8CE5}"/>
                  </a:ext>
                </a:extLst>
              </p:cNvPr>
              <p:cNvSpPr/>
              <p:nvPr/>
            </p:nvSpPr>
            <p:spPr>
              <a:xfrm>
                <a:off x="4845573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g2061">
                <a:extLst>
                  <a:ext uri="{FF2B5EF4-FFF2-40B4-BE49-F238E27FC236}">
                    <a16:creationId xmlns:a16="http://schemas.microsoft.com/office/drawing/2014/main" id="{C95A70D9-EBD4-9E87-3969-18CF29D4386B}"/>
                  </a:ext>
                </a:extLst>
              </p:cNvPr>
              <p:cNvSpPr/>
              <p:nvPr/>
            </p:nvSpPr>
            <p:spPr>
              <a:xfrm>
                <a:off x="4775749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g2062">
                <a:extLst>
                  <a:ext uri="{FF2B5EF4-FFF2-40B4-BE49-F238E27FC236}">
                    <a16:creationId xmlns:a16="http://schemas.microsoft.com/office/drawing/2014/main" id="{34D8C5A5-392D-B65A-294F-497AD000CD2B}"/>
                  </a:ext>
                </a:extLst>
              </p:cNvPr>
              <p:cNvSpPr/>
              <p:nvPr/>
            </p:nvSpPr>
            <p:spPr>
              <a:xfrm>
                <a:off x="4787387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g2063">
                <a:extLst>
                  <a:ext uri="{FF2B5EF4-FFF2-40B4-BE49-F238E27FC236}">
                    <a16:creationId xmlns:a16="http://schemas.microsoft.com/office/drawing/2014/main" id="{38C76D5E-3A97-5A2C-29C2-DBEA00EB3A3D}"/>
                  </a:ext>
                </a:extLst>
              </p:cNvPr>
              <p:cNvSpPr/>
              <p:nvPr/>
            </p:nvSpPr>
            <p:spPr>
              <a:xfrm>
                <a:off x="4799024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g2064">
                <a:extLst>
                  <a:ext uri="{FF2B5EF4-FFF2-40B4-BE49-F238E27FC236}">
                    <a16:creationId xmlns:a16="http://schemas.microsoft.com/office/drawing/2014/main" id="{B328A5DA-AE7A-0F13-7529-86301D2C7C6E}"/>
                  </a:ext>
                </a:extLst>
              </p:cNvPr>
              <p:cNvSpPr/>
              <p:nvPr/>
            </p:nvSpPr>
            <p:spPr>
              <a:xfrm>
                <a:off x="4810661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g2065">
                <a:extLst>
                  <a:ext uri="{FF2B5EF4-FFF2-40B4-BE49-F238E27FC236}">
                    <a16:creationId xmlns:a16="http://schemas.microsoft.com/office/drawing/2014/main" id="{192AE9B3-169A-743E-A020-D071FB5F8EBF}"/>
                  </a:ext>
                </a:extLst>
              </p:cNvPr>
              <p:cNvSpPr/>
              <p:nvPr/>
            </p:nvSpPr>
            <p:spPr>
              <a:xfrm>
                <a:off x="4822299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g2066">
                <a:extLst>
                  <a:ext uri="{FF2B5EF4-FFF2-40B4-BE49-F238E27FC236}">
                    <a16:creationId xmlns:a16="http://schemas.microsoft.com/office/drawing/2014/main" id="{2880C1FF-3600-86AC-B2DC-FD0479A70E35}"/>
                  </a:ext>
                </a:extLst>
              </p:cNvPr>
              <p:cNvSpPr/>
              <p:nvPr/>
            </p:nvSpPr>
            <p:spPr>
              <a:xfrm>
                <a:off x="4833936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g2067">
                <a:extLst>
                  <a:ext uri="{FF2B5EF4-FFF2-40B4-BE49-F238E27FC236}">
                    <a16:creationId xmlns:a16="http://schemas.microsoft.com/office/drawing/2014/main" id="{61B7D632-DB7B-EA03-21A7-0FD5CC9DD04B}"/>
                  </a:ext>
                </a:extLst>
              </p:cNvPr>
              <p:cNvSpPr/>
              <p:nvPr/>
            </p:nvSpPr>
            <p:spPr>
              <a:xfrm>
                <a:off x="4752475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g2068">
                <a:extLst>
                  <a:ext uri="{FF2B5EF4-FFF2-40B4-BE49-F238E27FC236}">
                    <a16:creationId xmlns:a16="http://schemas.microsoft.com/office/drawing/2014/main" id="{7634796E-C881-2D4B-DE3E-90E058A13036}"/>
                  </a:ext>
                </a:extLst>
              </p:cNvPr>
              <p:cNvSpPr/>
              <p:nvPr/>
            </p:nvSpPr>
            <p:spPr>
              <a:xfrm>
                <a:off x="4764112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g2069">
                <a:extLst>
                  <a:ext uri="{FF2B5EF4-FFF2-40B4-BE49-F238E27FC236}">
                    <a16:creationId xmlns:a16="http://schemas.microsoft.com/office/drawing/2014/main" id="{C3A53F7F-EB73-E670-1BDC-2E3656F394A4}"/>
                  </a:ext>
                </a:extLst>
              </p:cNvPr>
              <p:cNvSpPr/>
              <p:nvPr/>
            </p:nvSpPr>
            <p:spPr>
              <a:xfrm>
                <a:off x="4775749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g2070">
                <a:extLst>
                  <a:ext uri="{FF2B5EF4-FFF2-40B4-BE49-F238E27FC236}">
                    <a16:creationId xmlns:a16="http://schemas.microsoft.com/office/drawing/2014/main" id="{BD3D2644-4EF6-BF07-2D87-2C5892FD5DC0}"/>
                  </a:ext>
                </a:extLst>
              </p:cNvPr>
              <p:cNvSpPr/>
              <p:nvPr/>
            </p:nvSpPr>
            <p:spPr>
              <a:xfrm>
                <a:off x="4787387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g2071">
                <a:extLst>
                  <a:ext uri="{FF2B5EF4-FFF2-40B4-BE49-F238E27FC236}">
                    <a16:creationId xmlns:a16="http://schemas.microsoft.com/office/drawing/2014/main" id="{2825B5C9-DE34-9DDD-F8FD-B9F88B7D340C}"/>
                  </a:ext>
                </a:extLst>
              </p:cNvPr>
              <p:cNvSpPr/>
              <p:nvPr/>
            </p:nvSpPr>
            <p:spPr>
              <a:xfrm>
                <a:off x="4799024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g2072">
                <a:extLst>
                  <a:ext uri="{FF2B5EF4-FFF2-40B4-BE49-F238E27FC236}">
                    <a16:creationId xmlns:a16="http://schemas.microsoft.com/office/drawing/2014/main" id="{D8FE1987-C473-6901-ABC1-42B7BABFC455}"/>
                  </a:ext>
                </a:extLst>
              </p:cNvPr>
              <p:cNvSpPr/>
              <p:nvPr/>
            </p:nvSpPr>
            <p:spPr>
              <a:xfrm>
                <a:off x="4810661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g2073">
                <a:extLst>
                  <a:ext uri="{FF2B5EF4-FFF2-40B4-BE49-F238E27FC236}">
                    <a16:creationId xmlns:a16="http://schemas.microsoft.com/office/drawing/2014/main" id="{4A79E654-2584-356A-8904-72C49F81FD54}"/>
                  </a:ext>
                </a:extLst>
              </p:cNvPr>
              <p:cNvSpPr/>
              <p:nvPr/>
            </p:nvSpPr>
            <p:spPr>
              <a:xfrm>
                <a:off x="4822299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g2074">
                <a:extLst>
                  <a:ext uri="{FF2B5EF4-FFF2-40B4-BE49-F238E27FC236}">
                    <a16:creationId xmlns:a16="http://schemas.microsoft.com/office/drawing/2014/main" id="{F925D079-2077-74B3-9016-659823CDB733}"/>
                  </a:ext>
                </a:extLst>
              </p:cNvPr>
              <p:cNvSpPr/>
              <p:nvPr/>
            </p:nvSpPr>
            <p:spPr>
              <a:xfrm>
                <a:off x="4740837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g2075">
                <a:extLst>
                  <a:ext uri="{FF2B5EF4-FFF2-40B4-BE49-F238E27FC236}">
                    <a16:creationId xmlns:a16="http://schemas.microsoft.com/office/drawing/2014/main" id="{49DF098A-C5BF-1C10-F6AF-61000007E7B0}"/>
                  </a:ext>
                </a:extLst>
              </p:cNvPr>
              <p:cNvSpPr/>
              <p:nvPr/>
            </p:nvSpPr>
            <p:spPr>
              <a:xfrm>
                <a:off x="4752475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g2076">
                <a:extLst>
                  <a:ext uri="{FF2B5EF4-FFF2-40B4-BE49-F238E27FC236}">
                    <a16:creationId xmlns:a16="http://schemas.microsoft.com/office/drawing/2014/main" id="{D5F12C1B-C8B4-3DFF-3F39-20FC652FD864}"/>
                  </a:ext>
                </a:extLst>
              </p:cNvPr>
              <p:cNvSpPr/>
              <p:nvPr/>
            </p:nvSpPr>
            <p:spPr>
              <a:xfrm>
                <a:off x="4764112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g2077">
                <a:extLst>
                  <a:ext uri="{FF2B5EF4-FFF2-40B4-BE49-F238E27FC236}">
                    <a16:creationId xmlns:a16="http://schemas.microsoft.com/office/drawing/2014/main" id="{5201D605-3799-3F8E-9BE4-CF1A5F0A1806}"/>
                  </a:ext>
                </a:extLst>
              </p:cNvPr>
              <p:cNvSpPr/>
              <p:nvPr/>
            </p:nvSpPr>
            <p:spPr>
              <a:xfrm>
                <a:off x="4775749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g2078">
                <a:extLst>
                  <a:ext uri="{FF2B5EF4-FFF2-40B4-BE49-F238E27FC236}">
                    <a16:creationId xmlns:a16="http://schemas.microsoft.com/office/drawing/2014/main" id="{B7ECE821-3167-0A3D-F8FA-31B615788E73}"/>
                  </a:ext>
                </a:extLst>
              </p:cNvPr>
              <p:cNvSpPr/>
              <p:nvPr/>
            </p:nvSpPr>
            <p:spPr>
              <a:xfrm>
                <a:off x="4787387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g2079">
                <a:extLst>
                  <a:ext uri="{FF2B5EF4-FFF2-40B4-BE49-F238E27FC236}">
                    <a16:creationId xmlns:a16="http://schemas.microsoft.com/office/drawing/2014/main" id="{6D40A92B-A4A4-BD4A-576E-8963CE80E064}"/>
                  </a:ext>
                </a:extLst>
              </p:cNvPr>
              <p:cNvSpPr/>
              <p:nvPr/>
            </p:nvSpPr>
            <p:spPr>
              <a:xfrm>
                <a:off x="4799024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g2080">
                <a:extLst>
                  <a:ext uri="{FF2B5EF4-FFF2-40B4-BE49-F238E27FC236}">
                    <a16:creationId xmlns:a16="http://schemas.microsoft.com/office/drawing/2014/main" id="{015A3705-627A-C954-AC01-777B32E26A91}"/>
                  </a:ext>
                </a:extLst>
              </p:cNvPr>
              <p:cNvSpPr/>
              <p:nvPr/>
            </p:nvSpPr>
            <p:spPr>
              <a:xfrm>
                <a:off x="4810661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g2081">
                <a:extLst>
                  <a:ext uri="{FF2B5EF4-FFF2-40B4-BE49-F238E27FC236}">
                    <a16:creationId xmlns:a16="http://schemas.microsoft.com/office/drawing/2014/main" id="{DA14CE3E-87F6-4916-F2D6-70FA5D380A89}"/>
                  </a:ext>
                </a:extLst>
              </p:cNvPr>
              <p:cNvSpPr/>
              <p:nvPr/>
            </p:nvSpPr>
            <p:spPr>
              <a:xfrm>
                <a:off x="4822299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g2082">
                <a:extLst>
                  <a:ext uri="{FF2B5EF4-FFF2-40B4-BE49-F238E27FC236}">
                    <a16:creationId xmlns:a16="http://schemas.microsoft.com/office/drawing/2014/main" id="{56A90DC9-0BFA-F842-9EF2-68FA27BAD046}"/>
                  </a:ext>
                </a:extLst>
              </p:cNvPr>
              <p:cNvSpPr/>
              <p:nvPr/>
            </p:nvSpPr>
            <p:spPr>
              <a:xfrm>
                <a:off x="4717563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g2083">
                <a:extLst>
                  <a:ext uri="{FF2B5EF4-FFF2-40B4-BE49-F238E27FC236}">
                    <a16:creationId xmlns:a16="http://schemas.microsoft.com/office/drawing/2014/main" id="{7506F095-632C-9BF2-F9BB-DA5EC5C7D865}"/>
                  </a:ext>
                </a:extLst>
              </p:cNvPr>
              <p:cNvSpPr/>
              <p:nvPr/>
            </p:nvSpPr>
            <p:spPr>
              <a:xfrm>
                <a:off x="4729200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g2084">
                <a:extLst>
                  <a:ext uri="{FF2B5EF4-FFF2-40B4-BE49-F238E27FC236}">
                    <a16:creationId xmlns:a16="http://schemas.microsoft.com/office/drawing/2014/main" id="{AEDAA299-D8E5-C19E-0ED1-37F1ABD1DE38}"/>
                  </a:ext>
                </a:extLst>
              </p:cNvPr>
              <p:cNvSpPr/>
              <p:nvPr/>
            </p:nvSpPr>
            <p:spPr>
              <a:xfrm>
                <a:off x="4740837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g2085">
                <a:extLst>
                  <a:ext uri="{FF2B5EF4-FFF2-40B4-BE49-F238E27FC236}">
                    <a16:creationId xmlns:a16="http://schemas.microsoft.com/office/drawing/2014/main" id="{0E997695-F73A-8C06-7365-9A270644960B}"/>
                  </a:ext>
                </a:extLst>
              </p:cNvPr>
              <p:cNvSpPr/>
              <p:nvPr/>
            </p:nvSpPr>
            <p:spPr>
              <a:xfrm>
                <a:off x="4752475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g2086">
                <a:extLst>
                  <a:ext uri="{FF2B5EF4-FFF2-40B4-BE49-F238E27FC236}">
                    <a16:creationId xmlns:a16="http://schemas.microsoft.com/office/drawing/2014/main" id="{130C4A35-54C4-6EF1-82AB-51E441EDA367}"/>
                  </a:ext>
                </a:extLst>
              </p:cNvPr>
              <p:cNvSpPr/>
              <p:nvPr/>
            </p:nvSpPr>
            <p:spPr>
              <a:xfrm>
                <a:off x="4764112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g2087">
                <a:extLst>
                  <a:ext uri="{FF2B5EF4-FFF2-40B4-BE49-F238E27FC236}">
                    <a16:creationId xmlns:a16="http://schemas.microsoft.com/office/drawing/2014/main" id="{D20D5A44-06D6-7D76-6F8D-E41482F69056}"/>
                  </a:ext>
                </a:extLst>
              </p:cNvPr>
              <p:cNvSpPr/>
              <p:nvPr/>
            </p:nvSpPr>
            <p:spPr>
              <a:xfrm>
                <a:off x="4775749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g2088">
                <a:extLst>
                  <a:ext uri="{FF2B5EF4-FFF2-40B4-BE49-F238E27FC236}">
                    <a16:creationId xmlns:a16="http://schemas.microsoft.com/office/drawing/2014/main" id="{45D5EA8F-87A6-F22B-0832-F2F191AE25CF}"/>
                  </a:ext>
                </a:extLst>
              </p:cNvPr>
              <p:cNvSpPr/>
              <p:nvPr/>
            </p:nvSpPr>
            <p:spPr>
              <a:xfrm>
                <a:off x="4787387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g2089">
                <a:extLst>
                  <a:ext uri="{FF2B5EF4-FFF2-40B4-BE49-F238E27FC236}">
                    <a16:creationId xmlns:a16="http://schemas.microsoft.com/office/drawing/2014/main" id="{B884D06E-A20C-1B62-1585-813ACD36B333}"/>
                  </a:ext>
                </a:extLst>
              </p:cNvPr>
              <p:cNvSpPr/>
              <p:nvPr/>
            </p:nvSpPr>
            <p:spPr>
              <a:xfrm>
                <a:off x="4799024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g2090">
                <a:extLst>
                  <a:ext uri="{FF2B5EF4-FFF2-40B4-BE49-F238E27FC236}">
                    <a16:creationId xmlns:a16="http://schemas.microsoft.com/office/drawing/2014/main" id="{392A9FC2-EED8-459A-3EC0-5CE341DD7379}"/>
                  </a:ext>
                </a:extLst>
              </p:cNvPr>
              <p:cNvSpPr/>
              <p:nvPr/>
            </p:nvSpPr>
            <p:spPr>
              <a:xfrm>
                <a:off x="4810661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g2091">
                <a:extLst>
                  <a:ext uri="{FF2B5EF4-FFF2-40B4-BE49-F238E27FC236}">
                    <a16:creationId xmlns:a16="http://schemas.microsoft.com/office/drawing/2014/main" id="{06E3EC28-5046-CE85-2898-3E02A4CE002A}"/>
                  </a:ext>
                </a:extLst>
              </p:cNvPr>
              <p:cNvSpPr/>
              <p:nvPr/>
            </p:nvSpPr>
            <p:spPr>
              <a:xfrm>
                <a:off x="4705925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g2092">
                <a:extLst>
                  <a:ext uri="{FF2B5EF4-FFF2-40B4-BE49-F238E27FC236}">
                    <a16:creationId xmlns:a16="http://schemas.microsoft.com/office/drawing/2014/main" id="{1753CF85-FF53-3B31-0CEA-B862CD462F0E}"/>
                  </a:ext>
                </a:extLst>
              </p:cNvPr>
              <p:cNvSpPr/>
              <p:nvPr/>
            </p:nvSpPr>
            <p:spPr>
              <a:xfrm>
                <a:off x="4717563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g2093">
                <a:extLst>
                  <a:ext uri="{FF2B5EF4-FFF2-40B4-BE49-F238E27FC236}">
                    <a16:creationId xmlns:a16="http://schemas.microsoft.com/office/drawing/2014/main" id="{93F085E4-7728-6FE6-43F0-5131891F33A8}"/>
                  </a:ext>
                </a:extLst>
              </p:cNvPr>
              <p:cNvSpPr/>
              <p:nvPr/>
            </p:nvSpPr>
            <p:spPr>
              <a:xfrm>
                <a:off x="4729200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g2094">
                <a:extLst>
                  <a:ext uri="{FF2B5EF4-FFF2-40B4-BE49-F238E27FC236}">
                    <a16:creationId xmlns:a16="http://schemas.microsoft.com/office/drawing/2014/main" id="{87518F1A-E7BC-9ABC-B199-FDC4B8E83BFD}"/>
                  </a:ext>
                </a:extLst>
              </p:cNvPr>
              <p:cNvSpPr/>
              <p:nvPr/>
            </p:nvSpPr>
            <p:spPr>
              <a:xfrm>
                <a:off x="4740837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g2095">
                <a:extLst>
                  <a:ext uri="{FF2B5EF4-FFF2-40B4-BE49-F238E27FC236}">
                    <a16:creationId xmlns:a16="http://schemas.microsoft.com/office/drawing/2014/main" id="{C81C8360-17D2-1244-5C2F-436E7E57B669}"/>
                  </a:ext>
                </a:extLst>
              </p:cNvPr>
              <p:cNvSpPr/>
              <p:nvPr/>
            </p:nvSpPr>
            <p:spPr>
              <a:xfrm>
                <a:off x="4752475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g2096">
                <a:extLst>
                  <a:ext uri="{FF2B5EF4-FFF2-40B4-BE49-F238E27FC236}">
                    <a16:creationId xmlns:a16="http://schemas.microsoft.com/office/drawing/2014/main" id="{9C7352B1-A7D3-879B-43E8-1016EC47BCF6}"/>
                  </a:ext>
                </a:extLst>
              </p:cNvPr>
              <p:cNvSpPr/>
              <p:nvPr/>
            </p:nvSpPr>
            <p:spPr>
              <a:xfrm>
                <a:off x="4764112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g2097">
                <a:extLst>
                  <a:ext uri="{FF2B5EF4-FFF2-40B4-BE49-F238E27FC236}">
                    <a16:creationId xmlns:a16="http://schemas.microsoft.com/office/drawing/2014/main" id="{9B0AF80E-FB9D-5F49-BD2A-E67092CE6011}"/>
                  </a:ext>
                </a:extLst>
              </p:cNvPr>
              <p:cNvSpPr/>
              <p:nvPr/>
            </p:nvSpPr>
            <p:spPr>
              <a:xfrm>
                <a:off x="4775749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g2098">
                <a:extLst>
                  <a:ext uri="{FF2B5EF4-FFF2-40B4-BE49-F238E27FC236}">
                    <a16:creationId xmlns:a16="http://schemas.microsoft.com/office/drawing/2014/main" id="{6931E853-9691-FD91-97D9-564F339C412F}"/>
                  </a:ext>
                </a:extLst>
              </p:cNvPr>
              <p:cNvSpPr/>
              <p:nvPr/>
            </p:nvSpPr>
            <p:spPr>
              <a:xfrm>
                <a:off x="4787387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g2099">
                <a:extLst>
                  <a:ext uri="{FF2B5EF4-FFF2-40B4-BE49-F238E27FC236}">
                    <a16:creationId xmlns:a16="http://schemas.microsoft.com/office/drawing/2014/main" id="{9136407B-4A40-D9F1-2A7E-BC6280EF2C7F}"/>
                  </a:ext>
                </a:extLst>
              </p:cNvPr>
              <p:cNvSpPr/>
              <p:nvPr/>
            </p:nvSpPr>
            <p:spPr>
              <a:xfrm>
                <a:off x="4647739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g2100">
                <a:extLst>
                  <a:ext uri="{FF2B5EF4-FFF2-40B4-BE49-F238E27FC236}">
                    <a16:creationId xmlns:a16="http://schemas.microsoft.com/office/drawing/2014/main" id="{E61BE4B8-6F27-F31E-9846-8CE553B60D98}"/>
                  </a:ext>
                </a:extLst>
              </p:cNvPr>
              <p:cNvSpPr/>
              <p:nvPr/>
            </p:nvSpPr>
            <p:spPr>
              <a:xfrm>
                <a:off x="4659376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g2101">
                <a:extLst>
                  <a:ext uri="{FF2B5EF4-FFF2-40B4-BE49-F238E27FC236}">
                    <a16:creationId xmlns:a16="http://schemas.microsoft.com/office/drawing/2014/main" id="{90D663FD-C320-50CE-0D83-93737ACE0517}"/>
                  </a:ext>
                </a:extLst>
              </p:cNvPr>
              <p:cNvSpPr/>
              <p:nvPr/>
            </p:nvSpPr>
            <p:spPr>
              <a:xfrm>
                <a:off x="4671013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g2102">
                <a:extLst>
                  <a:ext uri="{FF2B5EF4-FFF2-40B4-BE49-F238E27FC236}">
                    <a16:creationId xmlns:a16="http://schemas.microsoft.com/office/drawing/2014/main" id="{D55B2528-B162-DD71-BD86-702D0F222ACF}"/>
                  </a:ext>
                </a:extLst>
              </p:cNvPr>
              <p:cNvSpPr/>
              <p:nvPr/>
            </p:nvSpPr>
            <p:spPr>
              <a:xfrm>
                <a:off x="4682651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g2103">
                <a:extLst>
                  <a:ext uri="{FF2B5EF4-FFF2-40B4-BE49-F238E27FC236}">
                    <a16:creationId xmlns:a16="http://schemas.microsoft.com/office/drawing/2014/main" id="{91B7F1DD-86A3-F8C8-43D2-C93B885100AD}"/>
                  </a:ext>
                </a:extLst>
              </p:cNvPr>
              <p:cNvSpPr/>
              <p:nvPr/>
            </p:nvSpPr>
            <p:spPr>
              <a:xfrm>
                <a:off x="4694288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g2104">
                <a:extLst>
                  <a:ext uri="{FF2B5EF4-FFF2-40B4-BE49-F238E27FC236}">
                    <a16:creationId xmlns:a16="http://schemas.microsoft.com/office/drawing/2014/main" id="{01A5643D-4347-F082-0FEB-7446DE45A0FB}"/>
                  </a:ext>
                </a:extLst>
              </p:cNvPr>
              <p:cNvSpPr/>
              <p:nvPr/>
            </p:nvSpPr>
            <p:spPr>
              <a:xfrm>
                <a:off x="4705925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g2105">
                <a:extLst>
                  <a:ext uri="{FF2B5EF4-FFF2-40B4-BE49-F238E27FC236}">
                    <a16:creationId xmlns:a16="http://schemas.microsoft.com/office/drawing/2014/main" id="{B2BC3373-5A11-EFF1-507F-3BC9DB7DEBAA}"/>
                  </a:ext>
                </a:extLst>
              </p:cNvPr>
              <p:cNvSpPr/>
              <p:nvPr/>
            </p:nvSpPr>
            <p:spPr>
              <a:xfrm>
                <a:off x="4717563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g2106">
                <a:extLst>
                  <a:ext uri="{FF2B5EF4-FFF2-40B4-BE49-F238E27FC236}">
                    <a16:creationId xmlns:a16="http://schemas.microsoft.com/office/drawing/2014/main" id="{A2D2B77F-6589-9D14-6CE9-7F0060BFEF36}"/>
                  </a:ext>
                </a:extLst>
              </p:cNvPr>
              <p:cNvSpPr/>
              <p:nvPr/>
            </p:nvSpPr>
            <p:spPr>
              <a:xfrm>
                <a:off x="4729200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g2107">
                <a:extLst>
                  <a:ext uri="{FF2B5EF4-FFF2-40B4-BE49-F238E27FC236}">
                    <a16:creationId xmlns:a16="http://schemas.microsoft.com/office/drawing/2014/main" id="{DBFCFFCD-3451-645F-3378-14F72D61592E}"/>
                  </a:ext>
                </a:extLst>
              </p:cNvPr>
              <p:cNvSpPr/>
              <p:nvPr/>
            </p:nvSpPr>
            <p:spPr>
              <a:xfrm>
                <a:off x="4740837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g2108">
                <a:extLst>
                  <a:ext uri="{FF2B5EF4-FFF2-40B4-BE49-F238E27FC236}">
                    <a16:creationId xmlns:a16="http://schemas.microsoft.com/office/drawing/2014/main" id="{B78E9F73-7F22-DA48-0B77-7AB45D682D7C}"/>
                  </a:ext>
                </a:extLst>
              </p:cNvPr>
              <p:cNvSpPr/>
              <p:nvPr/>
            </p:nvSpPr>
            <p:spPr>
              <a:xfrm>
                <a:off x="4752475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g2109">
                <a:extLst>
                  <a:ext uri="{FF2B5EF4-FFF2-40B4-BE49-F238E27FC236}">
                    <a16:creationId xmlns:a16="http://schemas.microsoft.com/office/drawing/2014/main" id="{6B17B60C-8F4F-02D8-E5C3-4474FF48A8DA}"/>
                  </a:ext>
                </a:extLst>
              </p:cNvPr>
              <p:cNvSpPr/>
              <p:nvPr/>
            </p:nvSpPr>
            <p:spPr>
              <a:xfrm>
                <a:off x="4764112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g2110">
                <a:extLst>
                  <a:ext uri="{FF2B5EF4-FFF2-40B4-BE49-F238E27FC236}">
                    <a16:creationId xmlns:a16="http://schemas.microsoft.com/office/drawing/2014/main" id="{984C4616-3EA6-1825-9AF8-485FD43D59CE}"/>
                  </a:ext>
                </a:extLst>
              </p:cNvPr>
              <p:cNvSpPr/>
              <p:nvPr/>
            </p:nvSpPr>
            <p:spPr>
              <a:xfrm>
                <a:off x="4775749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g2111">
                <a:extLst>
                  <a:ext uri="{FF2B5EF4-FFF2-40B4-BE49-F238E27FC236}">
                    <a16:creationId xmlns:a16="http://schemas.microsoft.com/office/drawing/2014/main" id="{E5D5CA96-A238-D559-63AB-352DE5846CF2}"/>
                  </a:ext>
                </a:extLst>
              </p:cNvPr>
              <p:cNvSpPr/>
              <p:nvPr/>
            </p:nvSpPr>
            <p:spPr>
              <a:xfrm>
                <a:off x="4624464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g2112">
                <a:extLst>
                  <a:ext uri="{FF2B5EF4-FFF2-40B4-BE49-F238E27FC236}">
                    <a16:creationId xmlns:a16="http://schemas.microsoft.com/office/drawing/2014/main" id="{652557EE-9A51-8972-6C10-00DBC547773F}"/>
                  </a:ext>
                </a:extLst>
              </p:cNvPr>
              <p:cNvSpPr/>
              <p:nvPr/>
            </p:nvSpPr>
            <p:spPr>
              <a:xfrm>
                <a:off x="4636101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g2113">
                <a:extLst>
                  <a:ext uri="{FF2B5EF4-FFF2-40B4-BE49-F238E27FC236}">
                    <a16:creationId xmlns:a16="http://schemas.microsoft.com/office/drawing/2014/main" id="{B5E8155C-F12E-0FFD-D743-53F75A1814BA}"/>
                  </a:ext>
                </a:extLst>
              </p:cNvPr>
              <p:cNvSpPr/>
              <p:nvPr/>
            </p:nvSpPr>
            <p:spPr>
              <a:xfrm>
                <a:off x="4647739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g2114">
                <a:extLst>
                  <a:ext uri="{FF2B5EF4-FFF2-40B4-BE49-F238E27FC236}">
                    <a16:creationId xmlns:a16="http://schemas.microsoft.com/office/drawing/2014/main" id="{5E250A4F-5861-6C2B-C6A7-4E01B090675D}"/>
                  </a:ext>
                </a:extLst>
              </p:cNvPr>
              <p:cNvSpPr/>
              <p:nvPr/>
            </p:nvSpPr>
            <p:spPr>
              <a:xfrm>
                <a:off x="4659376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g2115">
                <a:extLst>
                  <a:ext uri="{FF2B5EF4-FFF2-40B4-BE49-F238E27FC236}">
                    <a16:creationId xmlns:a16="http://schemas.microsoft.com/office/drawing/2014/main" id="{AEA0E06A-4AF6-B755-331D-5B7ACDBC1B0E}"/>
                  </a:ext>
                </a:extLst>
              </p:cNvPr>
              <p:cNvSpPr/>
              <p:nvPr/>
            </p:nvSpPr>
            <p:spPr>
              <a:xfrm>
                <a:off x="4671013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g2116">
                <a:extLst>
                  <a:ext uri="{FF2B5EF4-FFF2-40B4-BE49-F238E27FC236}">
                    <a16:creationId xmlns:a16="http://schemas.microsoft.com/office/drawing/2014/main" id="{2B60B02B-B663-7360-5CD9-81627C4AB8E1}"/>
                  </a:ext>
                </a:extLst>
              </p:cNvPr>
              <p:cNvSpPr/>
              <p:nvPr/>
            </p:nvSpPr>
            <p:spPr>
              <a:xfrm>
                <a:off x="4682651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g2117">
                <a:extLst>
                  <a:ext uri="{FF2B5EF4-FFF2-40B4-BE49-F238E27FC236}">
                    <a16:creationId xmlns:a16="http://schemas.microsoft.com/office/drawing/2014/main" id="{C9F2F745-2EFF-8E92-FB72-5634C6E8290A}"/>
                  </a:ext>
                </a:extLst>
              </p:cNvPr>
              <p:cNvSpPr/>
              <p:nvPr/>
            </p:nvSpPr>
            <p:spPr>
              <a:xfrm>
                <a:off x="4694288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g2118">
                <a:extLst>
                  <a:ext uri="{FF2B5EF4-FFF2-40B4-BE49-F238E27FC236}">
                    <a16:creationId xmlns:a16="http://schemas.microsoft.com/office/drawing/2014/main" id="{E2C8EB51-80AA-D02B-D2FB-D8CC87BAEC67}"/>
                  </a:ext>
                </a:extLst>
              </p:cNvPr>
              <p:cNvSpPr/>
              <p:nvPr/>
            </p:nvSpPr>
            <p:spPr>
              <a:xfrm>
                <a:off x="4705925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g2119">
                <a:extLst>
                  <a:ext uri="{FF2B5EF4-FFF2-40B4-BE49-F238E27FC236}">
                    <a16:creationId xmlns:a16="http://schemas.microsoft.com/office/drawing/2014/main" id="{0AB152A7-01E6-EE7D-E3D0-BE1E84A53D5E}"/>
                  </a:ext>
                </a:extLst>
              </p:cNvPr>
              <p:cNvSpPr/>
              <p:nvPr/>
            </p:nvSpPr>
            <p:spPr>
              <a:xfrm>
                <a:off x="4717563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g2120">
                <a:extLst>
                  <a:ext uri="{FF2B5EF4-FFF2-40B4-BE49-F238E27FC236}">
                    <a16:creationId xmlns:a16="http://schemas.microsoft.com/office/drawing/2014/main" id="{0AFE9BCE-5453-1CC0-8743-F256EC3A080B}"/>
                  </a:ext>
                </a:extLst>
              </p:cNvPr>
              <p:cNvSpPr/>
              <p:nvPr/>
            </p:nvSpPr>
            <p:spPr>
              <a:xfrm>
                <a:off x="4729200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g2121">
                <a:extLst>
                  <a:ext uri="{FF2B5EF4-FFF2-40B4-BE49-F238E27FC236}">
                    <a16:creationId xmlns:a16="http://schemas.microsoft.com/office/drawing/2014/main" id="{24D08169-D04A-BA47-27B7-DF05C696A6C0}"/>
                  </a:ext>
                </a:extLst>
              </p:cNvPr>
              <p:cNvSpPr/>
              <p:nvPr/>
            </p:nvSpPr>
            <p:spPr>
              <a:xfrm>
                <a:off x="4740837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g2122">
                <a:extLst>
                  <a:ext uri="{FF2B5EF4-FFF2-40B4-BE49-F238E27FC236}">
                    <a16:creationId xmlns:a16="http://schemas.microsoft.com/office/drawing/2014/main" id="{3F8052C3-B805-7F33-75F7-27F897BCB775}"/>
                  </a:ext>
                </a:extLst>
              </p:cNvPr>
              <p:cNvSpPr/>
              <p:nvPr/>
            </p:nvSpPr>
            <p:spPr>
              <a:xfrm>
                <a:off x="4752475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g2123">
                <a:extLst>
                  <a:ext uri="{FF2B5EF4-FFF2-40B4-BE49-F238E27FC236}">
                    <a16:creationId xmlns:a16="http://schemas.microsoft.com/office/drawing/2014/main" id="{1FE4B5F6-D1E3-8E41-C6CB-8C8DD655AC2F}"/>
                  </a:ext>
                </a:extLst>
              </p:cNvPr>
              <p:cNvSpPr/>
              <p:nvPr/>
            </p:nvSpPr>
            <p:spPr>
              <a:xfrm>
                <a:off x="4764112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g2124">
                <a:extLst>
                  <a:ext uri="{FF2B5EF4-FFF2-40B4-BE49-F238E27FC236}">
                    <a16:creationId xmlns:a16="http://schemas.microsoft.com/office/drawing/2014/main" id="{8A81A8EA-5914-E00D-573D-18C282FD8917}"/>
                  </a:ext>
                </a:extLst>
              </p:cNvPr>
              <p:cNvSpPr/>
              <p:nvPr/>
            </p:nvSpPr>
            <p:spPr>
              <a:xfrm>
                <a:off x="4612827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g2125">
                <a:extLst>
                  <a:ext uri="{FF2B5EF4-FFF2-40B4-BE49-F238E27FC236}">
                    <a16:creationId xmlns:a16="http://schemas.microsoft.com/office/drawing/2014/main" id="{C702753F-5996-C8CB-3EE7-6F5452A725F4}"/>
                  </a:ext>
                </a:extLst>
              </p:cNvPr>
              <p:cNvSpPr/>
              <p:nvPr/>
            </p:nvSpPr>
            <p:spPr>
              <a:xfrm>
                <a:off x="4624464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g2126">
                <a:extLst>
                  <a:ext uri="{FF2B5EF4-FFF2-40B4-BE49-F238E27FC236}">
                    <a16:creationId xmlns:a16="http://schemas.microsoft.com/office/drawing/2014/main" id="{3A5A450F-98A2-30C1-7380-B73A440D8206}"/>
                  </a:ext>
                </a:extLst>
              </p:cNvPr>
              <p:cNvSpPr/>
              <p:nvPr/>
            </p:nvSpPr>
            <p:spPr>
              <a:xfrm>
                <a:off x="4636101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g2127">
                <a:extLst>
                  <a:ext uri="{FF2B5EF4-FFF2-40B4-BE49-F238E27FC236}">
                    <a16:creationId xmlns:a16="http://schemas.microsoft.com/office/drawing/2014/main" id="{B9F38C3A-6AE6-09A1-710E-800ADBDD36E5}"/>
                  </a:ext>
                </a:extLst>
              </p:cNvPr>
              <p:cNvSpPr/>
              <p:nvPr/>
            </p:nvSpPr>
            <p:spPr>
              <a:xfrm>
                <a:off x="4647739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g2128">
                <a:extLst>
                  <a:ext uri="{FF2B5EF4-FFF2-40B4-BE49-F238E27FC236}">
                    <a16:creationId xmlns:a16="http://schemas.microsoft.com/office/drawing/2014/main" id="{82193CFB-EA7D-22B1-D329-38F5E40A1561}"/>
                  </a:ext>
                </a:extLst>
              </p:cNvPr>
              <p:cNvSpPr/>
              <p:nvPr/>
            </p:nvSpPr>
            <p:spPr>
              <a:xfrm>
                <a:off x="4659376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DFC5">
                  <a:alpha val="100000"/>
                </a:srgbClr>
              </a:solidFill>
              <a:ln w="5420" cap="flat">
                <a:solidFill>
                  <a:srgbClr val="9CDF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g2129">
                <a:extLst>
                  <a:ext uri="{FF2B5EF4-FFF2-40B4-BE49-F238E27FC236}">
                    <a16:creationId xmlns:a16="http://schemas.microsoft.com/office/drawing/2014/main" id="{4ED9CD75-2C75-5D9E-F26A-FA42C417B884}"/>
                  </a:ext>
                </a:extLst>
              </p:cNvPr>
              <p:cNvSpPr/>
              <p:nvPr/>
            </p:nvSpPr>
            <p:spPr>
              <a:xfrm>
                <a:off x="4671013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g2130">
                <a:extLst>
                  <a:ext uri="{FF2B5EF4-FFF2-40B4-BE49-F238E27FC236}">
                    <a16:creationId xmlns:a16="http://schemas.microsoft.com/office/drawing/2014/main" id="{92F2C9A4-B031-C911-DD0A-B42342708A72}"/>
                  </a:ext>
                </a:extLst>
              </p:cNvPr>
              <p:cNvSpPr/>
              <p:nvPr/>
            </p:nvSpPr>
            <p:spPr>
              <a:xfrm>
                <a:off x="4682651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g2131">
                <a:extLst>
                  <a:ext uri="{FF2B5EF4-FFF2-40B4-BE49-F238E27FC236}">
                    <a16:creationId xmlns:a16="http://schemas.microsoft.com/office/drawing/2014/main" id="{41E93C16-C1C1-BEC2-364B-815BC35A1566}"/>
                  </a:ext>
                </a:extLst>
              </p:cNvPr>
              <p:cNvSpPr/>
              <p:nvPr/>
            </p:nvSpPr>
            <p:spPr>
              <a:xfrm>
                <a:off x="4694288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g2132">
                <a:extLst>
                  <a:ext uri="{FF2B5EF4-FFF2-40B4-BE49-F238E27FC236}">
                    <a16:creationId xmlns:a16="http://schemas.microsoft.com/office/drawing/2014/main" id="{A2BEF22A-B020-6015-96F9-1A23DA2302E6}"/>
                  </a:ext>
                </a:extLst>
              </p:cNvPr>
              <p:cNvSpPr/>
              <p:nvPr/>
            </p:nvSpPr>
            <p:spPr>
              <a:xfrm>
                <a:off x="4705925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g2133">
                <a:extLst>
                  <a:ext uri="{FF2B5EF4-FFF2-40B4-BE49-F238E27FC236}">
                    <a16:creationId xmlns:a16="http://schemas.microsoft.com/office/drawing/2014/main" id="{6CBCF5F2-B091-94D1-9EC9-DF8216CD041A}"/>
                  </a:ext>
                </a:extLst>
              </p:cNvPr>
              <p:cNvSpPr/>
              <p:nvPr/>
            </p:nvSpPr>
            <p:spPr>
              <a:xfrm>
                <a:off x="4717563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g2134">
                <a:extLst>
                  <a:ext uri="{FF2B5EF4-FFF2-40B4-BE49-F238E27FC236}">
                    <a16:creationId xmlns:a16="http://schemas.microsoft.com/office/drawing/2014/main" id="{E5C5D4F6-A106-7403-CD95-A3C3B539CABD}"/>
                  </a:ext>
                </a:extLst>
              </p:cNvPr>
              <p:cNvSpPr/>
              <p:nvPr/>
            </p:nvSpPr>
            <p:spPr>
              <a:xfrm>
                <a:off x="4729200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g2135">
                <a:extLst>
                  <a:ext uri="{FF2B5EF4-FFF2-40B4-BE49-F238E27FC236}">
                    <a16:creationId xmlns:a16="http://schemas.microsoft.com/office/drawing/2014/main" id="{0FC99285-4974-D2B7-F22F-61C1E7AFDC6C}"/>
                  </a:ext>
                </a:extLst>
              </p:cNvPr>
              <p:cNvSpPr/>
              <p:nvPr/>
            </p:nvSpPr>
            <p:spPr>
              <a:xfrm>
                <a:off x="4740837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g2136">
                <a:extLst>
                  <a:ext uri="{FF2B5EF4-FFF2-40B4-BE49-F238E27FC236}">
                    <a16:creationId xmlns:a16="http://schemas.microsoft.com/office/drawing/2014/main" id="{22C32150-072E-8A31-4F31-76DCD0AF077D}"/>
                  </a:ext>
                </a:extLst>
              </p:cNvPr>
              <p:cNvSpPr/>
              <p:nvPr/>
            </p:nvSpPr>
            <p:spPr>
              <a:xfrm>
                <a:off x="4612827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g2137">
                <a:extLst>
                  <a:ext uri="{FF2B5EF4-FFF2-40B4-BE49-F238E27FC236}">
                    <a16:creationId xmlns:a16="http://schemas.microsoft.com/office/drawing/2014/main" id="{7B7AA359-0BBE-840F-27DD-3C32BCF5ED42}"/>
                  </a:ext>
                </a:extLst>
              </p:cNvPr>
              <p:cNvSpPr/>
              <p:nvPr/>
            </p:nvSpPr>
            <p:spPr>
              <a:xfrm>
                <a:off x="4624464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5">
                  <a:alpha val="100000"/>
                </a:srgbClr>
              </a:solidFill>
              <a:ln w="5420" cap="flat">
                <a:solidFill>
                  <a:srgbClr val="9E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g2138">
                <a:extLst>
                  <a:ext uri="{FF2B5EF4-FFF2-40B4-BE49-F238E27FC236}">
                    <a16:creationId xmlns:a16="http://schemas.microsoft.com/office/drawing/2014/main" id="{F5492C0B-540F-A8B7-4CB2-BB191F1C18F1}"/>
                  </a:ext>
                </a:extLst>
              </p:cNvPr>
              <p:cNvSpPr/>
              <p:nvPr/>
            </p:nvSpPr>
            <p:spPr>
              <a:xfrm>
                <a:off x="4636101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5">
                  <a:alpha val="100000"/>
                </a:srgbClr>
              </a:solidFill>
              <a:ln w="5420" cap="flat">
                <a:solidFill>
                  <a:srgbClr val="9E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g2139">
                <a:extLst>
                  <a:ext uri="{FF2B5EF4-FFF2-40B4-BE49-F238E27FC236}">
                    <a16:creationId xmlns:a16="http://schemas.microsoft.com/office/drawing/2014/main" id="{FDA35CC3-36F2-27B1-7101-017561FA8653}"/>
                  </a:ext>
                </a:extLst>
              </p:cNvPr>
              <p:cNvSpPr/>
              <p:nvPr/>
            </p:nvSpPr>
            <p:spPr>
              <a:xfrm>
                <a:off x="4647739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g2140">
                <a:extLst>
                  <a:ext uri="{FF2B5EF4-FFF2-40B4-BE49-F238E27FC236}">
                    <a16:creationId xmlns:a16="http://schemas.microsoft.com/office/drawing/2014/main" id="{A0A47C26-3982-2E0D-2396-7F398A247FCE}"/>
                  </a:ext>
                </a:extLst>
              </p:cNvPr>
              <p:cNvSpPr/>
              <p:nvPr/>
            </p:nvSpPr>
            <p:spPr>
              <a:xfrm>
                <a:off x="4659376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g2141">
                <a:extLst>
                  <a:ext uri="{FF2B5EF4-FFF2-40B4-BE49-F238E27FC236}">
                    <a16:creationId xmlns:a16="http://schemas.microsoft.com/office/drawing/2014/main" id="{4EEB5544-EFF7-26E8-2877-41BC0F500048}"/>
                  </a:ext>
                </a:extLst>
              </p:cNvPr>
              <p:cNvSpPr/>
              <p:nvPr/>
            </p:nvSpPr>
            <p:spPr>
              <a:xfrm>
                <a:off x="4671013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DFC5">
                  <a:alpha val="100000"/>
                </a:srgbClr>
              </a:solidFill>
              <a:ln w="5420" cap="flat">
                <a:solidFill>
                  <a:srgbClr val="9CDF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g2142">
                <a:extLst>
                  <a:ext uri="{FF2B5EF4-FFF2-40B4-BE49-F238E27FC236}">
                    <a16:creationId xmlns:a16="http://schemas.microsoft.com/office/drawing/2014/main" id="{280BFBD6-02CA-B3F3-A393-F2C6898147A0}"/>
                  </a:ext>
                </a:extLst>
              </p:cNvPr>
              <p:cNvSpPr/>
              <p:nvPr/>
            </p:nvSpPr>
            <p:spPr>
              <a:xfrm>
                <a:off x="4682651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g2143">
                <a:extLst>
                  <a:ext uri="{FF2B5EF4-FFF2-40B4-BE49-F238E27FC236}">
                    <a16:creationId xmlns:a16="http://schemas.microsoft.com/office/drawing/2014/main" id="{43181586-1953-7D34-BBB3-3B43B56C0FBB}"/>
                  </a:ext>
                </a:extLst>
              </p:cNvPr>
              <p:cNvSpPr/>
              <p:nvPr/>
            </p:nvSpPr>
            <p:spPr>
              <a:xfrm>
                <a:off x="4694288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g2144">
                <a:extLst>
                  <a:ext uri="{FF2B5EF4-FFF2-40B4-BE49-F238E27FC236}">
                    <a16:creationId xmlns:a16="http://schemas.microsoft.com/office/drawing/2014/main" id="{67439427-1E87-67E1-9F7D-A8FB7DB74D88}"/>
                  </a:ext>
                </a:extLst>
              </p:cNvPr>
              <p:cNvSpPr/>
              <p:nvPr/>
            </p:nvSpPr>
            <p:spPr>
              <a:xfrm>
                <a:off x="4705925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g2145">
                <a:extLst>
                  <a:ext uri="{FF2B5EF4-FFF2-40B4-BE49-F238E27FC236}">
                    <a16:creationId xmlns:a16="http://schemas.microsoft.com/office/drawing/2014/main" id="{F6F0F678-B5C5-263E-DFF9-401FF85302BD}"/>
                  </a:ext>
                </a:extLst>
              </p:cNvPr>
              <p:cNvSpPr/>
              <p:nvPr/>
            </p:nvSpPr>
            <p:spPr>
              <a:xfrm>
                <a:off x="4717563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g2146">
                <a:extLst>
                  <a:ext uri="{FF2B5EF4-FFF2-40B4-BE49-F238E27FC236}">
                    <a16:creationId xmlns:a16="http://schemas.microsoft.com/office/drawing/2014/main" id="{E931E006-F23B-2F65-E43E-769BA5D871BE}"/>
                  </a:ext>
                </a:extLst>
              </p:cNvPr>
              <p:cNvSpPr/>
              <p:nvPr/>
            </p:nvSpPr>
            <p:spPr>
              <a:xfrm>
                <a:off x="4729200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g2147">
                <a:extLst>
                  <a:ext uri="{FF2B5EF4-FFF2-40B4-BE49-F238E27FC236}">
                    <a16:creationId xmlns:a16="http://schemas.microsoft.com/office/drawing/2014/main" id="{915C1643-2561-E053-6A7E-D640DCA63292}"/>
                  </a:ext>
                </a:extLst>
              </p:cNvPr>
              <p:cNvSpPr/>
              <p:nvPr/>
            </p:nvSpPr>
            <p:spPr>
              <a:xfrm>
                <a:off x="4612827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0C6">
                  <a:alpha val="100000"/>
                </a:srgbClr>
              </a:solidFill>
              <a:ln w="5420" cap="flat">
                <a:solidFill>
                  <a:srgbClr val="9F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g2148">
                <a:extLst>
                  <a:ext uri="{FF2B5EF4-FFF2-40B4-BE49-F238E27FC236}">
                    <a16:creationId xmlns:a16="http://schemas.microsoft.com/office/drawing/2014/main" id="{74739FA1-0B4B-22E9-1B70-1E2E4614B5B1}"/>
                  </a:ext>
                </a:extLst>
              </p:cNvPr>
              <p:cNvSpPr/>
              <p:nvPr/>
            </p:nvSpPr>
            <p:spPr>
              <a:xfrm>
                <a:off x="4624464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g2149">
                <a:extLst>
                  <a:ext uri="{FF2B5EF4-FFF2-40B4-BE49-F238E27FC236}">
                    <a16:creationId xmlns:a16="http://schemas.microsoft.com/office/drawing/2014/main" id="{A8286DAE-6EC5-CB3A-E05F-11FEE3E07A73}"/>
                  </a:ext>
                </a:extLst>
              </p:cNvPr>
              <p:cNvSpPr/>
              <p:nvPr/>
            </p:nvSpPr>
            <p:spPr>
              <a:xfrm>
                <a:off x="4636101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g2150">
                <a:extLst>
                  <a:ext uri="{FF2B5EF4-FFF2-40B4-BE49-F238E27FC236}">
                    <a16:creationId xmlns:a16="http://schemas.microsoft.com/office/drawing/2014/main" id="{8CD9DEDD-2093-0FFD-F5FD-E70723911989}"/>
                  </a:ext>
                </a:extLst>
              </p:cNvPr>
              <p:cNvSpPr/>
              <p:nvPr/>
            </p:nvSpPr>
            <p:spPr>
              <a:xfrm>
                <a:off x="4647739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0C6">
                  <a:alpha val="100000"/>
                </a:srgbClr>
              </a:solidFill>
              <a:ln w="5420" cap="flat">
                <a:solidFill>
                  <a:srgbClr val="9F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g2151">
                <a:extLst>
                  <a:ext uri="{FF2B5EF4-FFF2-40B4-BE49-F238E27FC236}">
                    <a16:creationId xmlns:a16="http://schemas.microsoft.com/office/drawing/2014/main" id="{C1A1B33C-0F4C-0F63-99FD-C98685E24857}"/>
                  </a:ext>
                </a:extLst>
              </p:cNvPr>
              <p:cNvSpPr/>
              <p:nvPr/>
            </p:nvSpPr>
            <p:spPr>
              <a:xfrm>
                <a:off x="4659376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5">
                  <a:alpha val="100000"/>
                </a:srgbClr>
              </a:solidFill>
              <a:ln w="5420" cap="flat">
                <a:solidFill>
                  <a:srgbClr val="9E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g2152">
                <a:extLst>
                  <a:ext uri="{FF2B5EF4-FFF2-40B4-BE49-F238E27FC236}">
                    <a16:creationId xmlns:a16="http://schemas.microsoft.com/office/drawing/2014/main" id="{A50BA980-2E33-C316-DA03-5D85B49F96AF}"/>
                  </a:ext>
                </a:extLst>
              </p:cNvPr>
              <p:cNvSpPr/>
              <p:nvPr/>
            </p:nvSpPr>
            <p:spPr>
              <a:xfrm>
                <a:off x="4671013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g2153">
                <a:extLst>
                  <a:ext uri="{FF2B5EF4-FFF2-40B4-BE49-F238E27FC236}">
                    <a16:creationId xmlns:a16="http://schemas.microsoft.com/office/drawing/2014/main" id="{0B81103E-A8E4-5975-DB74-3C1D8659776F}"/>
                  </a:ext>
                </a:extLst>
              </p:cNvPr>
              <p:cNvSpPr/>
              <p:nvPr/>
            </p:nvSpPr>
            <p:spPr>
              <a:xfrm>
                <a:off x="4682651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DFC4">
                  <a:alpha val="100000"/>
                </a:srgbClr>
              </a:solidFill>
              <a:ln w="5420" cap="flat">
                <a:solidFill>
                  <a:srgbClr val="9C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g2154">
                <a:extLst>
                  <a:ext uri="{FF2B5EF4-FFF2-40B4-BE49-F238E27FC236}">
                    <a16:creationId xmlns:a16="http://schemas.microsoft.com/office/drawing/2014/main" id="{EC93AB45-5E28-AFCD-54E8-42DD99AA0864}"/>
                  </a:ext>
                </a:extLst>
              </p:cNvPr>
              <p:cNvSpPr/>
              <p:nvPr/>
            </p:nvSpPr>
            <p:spPr>
              <a:xfrm>
                <a:off x="4694288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g2155">
                <a:extLst>
                  <a:ext uri="{FF2B5EF4-FFF2-40B4-BE49-F238E27FC236}">
                    <a16:creationId xmlns:a16="http://schemas.microsoft.com/office/drawing/2014/main" id="{7E372C5C-712A-DFDA-5F2E-4320F1F88C3B}"/>
                  </a:ext>
                </a:extLst>
              </p:cNvPr>
              <p:cNvSpPr/>
              <p:nvPr/>
            </p:nvSpPr>
            <p:spPr>
              <a:xfrm>
                <a:off x="4612827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6">
                  <a:alpha val="100000"/>
                </a:srgbClr>
              </a:solidFill>
              <a:ln w="5420" cap="flat">
                <a:solidFill>
                  <a:srgbClr val="A0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g2156">
                <a:extLst>
                  <a:ext uri="{FF2B5EF4-FFF2-40B4-BE49-F238E27FC236}">
                    <a16:creationId xmlns:a16="http://schemas.microsoft.com/office/drawing/2014/main" id="{D521AF7E-EAE8-81E9-0FB0-13F919A0E7DA}"/>
                  </a:ext>
                </a:extLst>
              </p:cNvPr>
              <p:cNvSpPr/>
              <p:nvPr/>
            </p:nvSpPr>
            <p:spPr>
              <a:xfrm>
                <a:off x="4624464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g2157">
                <a:extLst>
                  <a:ext uri="{FF2B5EF4-FFF2-40B4-BE49-F238E27FC236}">
                    <a16:creationId xmlns:a16="http://schemas.microsoft.com/office/drawing/2014/main" id="{1A02A41D-CEBF-2FE2-EB57-CD3966905789}"/>
                  </a:ext>
                </a:extLst>
              </p:cNvPr>
              <p:cNvSpPr/>
              <p:nvPr/>
            </p:nvSpPr>
            <p:spPr>
              <a:xfrm>
                <a:off x="4636101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g2158">
                <a:extLst>
                  <a:ext uri="{FF2B5EF4-FFF2-40B4-BE49-F238E27FC236}">
                    <a16:creationId xmlns:a16="http://schemas.microsoft.com/office/drawing/2014/main" id="{CF61B5B8-8DE3-CE54-21E7-C1B9B2F7E2B3}"/>
                  </a:ext>
                </a:extLst>
              </p:cNvPr>
              <p:cNvSpPr/>
              <p:nvPr/>
            </p:nvSpPr>
            <p:spPr>
              <a:xfrm>
                <a:off x="4647739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7">
                  <a:alpha val="100000"/>
                </a:srgbClr>
              </a:solidFill>
              <a:ln w="5420" cap="flat">
                <a:solidFill>
                  <a:srgbClr val="A0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g2159">
                <a:extLst>
                  <a:ext uri="{FF2B5EF4-FFF2-40B4-BE49-F238E27FC236}">
                    <a16:creationId xmlns:a16="http://schemas.microsoft.com/office/drawing/2014/main" id="{7E8B02DC-2D9F-83C0-FFDE-BD8124A051AE}"/>
                  </a:ext>
                </a:extLst>
              </p:cNvPr>
              <p:cNvSpPr/>
              <p:nvPr/>
            </p:nvSpPr>
            <p:spPr>
              <a:xfrm>
                <a:off x="4659376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0C6">
                  <a:alpha val="100000"/>
                </a:srgbClr>
              </a:solidFill>
              <a:ln w="5420" cap="flat">
                <a:solidFill>
                  <a:srgbClr val="9F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g2160">
                <a:extLst>
                  <a:ext uri="{FF2B5EF4-FFF2-40B4-BE49-F238E27FC236}">
                    <a16:creationId xmlns:a16="http://schemas.microsoft.com/office/drawing/2014/main" id="{589891BC-3644-9B4E-7023-944163D0D6DF}"/>
                  </a:ext>
                </a:extLst>
              </p:cNvPr>
              <p:cNvSpPr/>
              <p:nvPr/>
            </p:nvSpPr>
            <p:spPr>
              <a:xfrm>
                <a:off x="4671013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g2161">
                <a:extLst>
                  <a:ext uri="{FF2B5EF4-FFF2-40B4-BE49-F238E27FC236}">
                    <a16:creationId xmlns:a16="http://schemas.microsoft.com/office/drawing/2014/main" id="{D4EDF7E5-FAFC-979A-6829-F8B8A17D9CF1}"/>
                  </a:ext>
                </a:extLst>
              </p:cNvPr>
              <p:cNvSpPr/>
              <p:nvPr/>
            </p:nvSpPr>
            <p:spPr>
              <a:xfrm>
                <a:off x="4682651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g2162">
                <a:extLst>
                  <a:ext uri="{FF2B5EF4-FFF2-40B4-BE49-F238E27FC236}">
                    <a16:creationId xmlns:a16="http://schemas.microsoft.com/office/drawing/2014/main" id="{A38C7237-06B2-6910-B2CC-BB0FDD9AB995}"/>
                  </a:ext>
                </a:extLst>
              </p:cNvPr>
              <p:cNvSpPr/>
              <p:nvPr/>
            </p:nvSpPr>
            <p:spPr>
              <a:xfrm>
                <a:off x="4589552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g2163">
                <a:extLst>
                  <a:ext uri="{FF2B5EF4-FFF2-40B4-BE49-F238E27FC236}">
                    <a16:creationId xmlns:a16="http://schemas.microsoft.com/office/drawing/2014/main" id="{C7A3A13C-02BF-1708-2A2C-E10B5613D2F1}"/>
                  </a:ext>
                </a:extLst>
              </p:cNvPr>
              <p:cNvSpPr/>
              <p:nvPr/>
            </p:nvSpPr>
            <p:spPr>
              <a:xfrm>
                <a:off x="4601190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g2164">
                <a:extLst>
                  <a:ext uri="{FF2B5EF4-FFF2-40B4-BE49-F238E27FC236}">
                    <a16:creationId xmlns:a16="http://schemas.microsoft.com/office/drawing/2014/main" id="{7C8220CA-1149-A3BE-E37A-B9CED2C7190C}"/>
                  </a:ext>
                </a:extLst>
              </p:cNvPr>
              <p:cNvSpPr/>
              <p:nvPr/>
            </p:nvSpPr>
            <p:spPr>
              <a:xfrm>
                <a:off x="4612827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0C6">
                  <a:alpha val="100000"/>
                </a:srgbClr>
              </a:solidFill>
              <a:ln w="5420" cap="flat">
                <a:solidFill>
                  <a:srgbClr val="9F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g2165">
                <a:extLst>
                  <a:ext uri="{FF2B5EF4-FFF2-40B4-BE49-F238E27FC236}">
                    <a16:creationId xmlns:a16="http://schemas.microsoft.com/office/drawing/2014/main" id="{FDEE5C6B-4D6A-7532-066E-B35B91CA3CF9}"/>
                  </a:ext>
                </a:extLst>
              </p:cNvPr>
              <p:cNvSpPr/>
              <p:nvPr/>
            </p:nvSpPr>
            <p:spPr>
              <a:xfrm>
                <a:off x="4624464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g2166">
                <a:extLst>
                  <a:ext uri="{FF2B5EF4-FFF2-40B4-BE49-F238E27FC236}">
                    <a16:creationId xmlns:a16="http://schemas.microsoft.com/office/drawing/2014/main" id="{C975C737-C12A-8CE9-4530-9BAF939F2402}"/>
                  </a:ext>
                </a:extLst>
              </p:cNvPr>
              <p:cNvSpPr/>
              <p:nvPr/>
            </p:nvSpPr>
            <p:spPr>
              <a:xfrm>
                <a:off x="4636101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g2167">
                <a:extLst>
                  <a:ext uri="{FF2B5EF4-FFF2-40B4-BE49-F238E27FC236}">
                    <a16:creationId xmlns:a16="http://schemas.microsoft.com/office/drawing/2014/main" id="{9AAC141C-6E93-EBA1-6880-7EC341712F58}"/>
                  </a:ext>
                </a:extLst>
              </p:cNvPr>
              <p:cNvSpPr/>
              <p:nvPr/>
            </p:nvSpPr>
            <p:spPr>
              <a:xfrm>
                <a:off x="4647739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g2168">
                <a:extLst>
                  <a:ext uri="{FF2B5EF4-FFF2-40B4-BE49-F238E27FC236}">
                    <a16:creationId xmlns:a16="http://schemas.microsoft.com/office/drawing/2014/main" id="{E4FFD15D-BA79-6DF4-F659-A23DECDB88C9}"/>
                  </a:ext>
                </a:extLst>
              </p:cNvPr>
              <p:cNvSpPr/>
              <p:nvPr/>
            </p:nvSpPr>
            <p:spPr>
              <a:xfrm>
                <a:off x="4659376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g2169">
                <a:extLst>
                  <a:ext uri="{FF2B5EF4-FFF2-40B4-BE49-F238E27FC236}">
                    <a16:creationId xmlns:a16="http://schemas.microsoft.com/office/drawing/2014/main" id="{589CE6AD-38DC-C3A5-25E3-421FE1E21DC2}"/>
                  </a:ext>
                </a:extLst>
              </p:cNvPr>
              <p:cNvSpPr/>
              <p:nvPr/>
            </p:nvSpPr>
            <p:spPr>
              <a:xfrm>
                <a:off x="4671013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5">
                  <a:alpha val="100000"/>
                </a:srgbClr>
              </a:solidFill>
              <a:ln w="5420" cap="flat">
                <a:solidFill>
                  <a:srgbClr val="9E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g2170">
                <a:extLst>
                  <a:ext uri="{FF2B5EF4-FFF2-40B4-BE49-F238E27FC236}">
                    <a16:creationId xmlns:a16="http://schemas.microsoft.com/office/drawing/2014/main" id="{1AC14075-67F0-F1AE-DF99-2EE7ECBBC780}"/>
                  </a:ext>
                </a:extLst>
              </p:cNvPr>
              <p:cNvSpPr/>
              <p:nvPr/>
            </p:nvSpPr>
            <p:spPr>
              <a:xfrm>
                <a:off x="4589552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DFC4">
                  <a:alpha val="100000"/>
                </a:srgbClr>
              </a:solidFill>
              <a:ln w="5420" cap="flat">
                <a:solidFill>
                  <a:srgbClr val="9C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g2171">
                <a:extLst>
                  <a:ext uri="{FF2B5EF4-FFF2-40B4-BE49-F238E27FC236}">
                    <a16:creationId xmlns:a16="http://schemas.microsoft.com/office/drawing/2014/main" id="{C3399B68-3D29-EF2B-E12B-F405F67C885E}"/>
                  </a:ext>
                </a:extLst>
              </p:cNvPr>
              <p:cNvSpPr/>
              <p:nvPr/>
            </p:nvSpPr>
            <p:spPr>
              <a:xfrm>
                <a:off x="4601190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g2172">
                <a:extLst>
                  <a:ext uri="{FF2B5EF4-FFF2-40B4-BE49-F238E27FC236}">
                    <a16:creationId xmlns:a16="http://schemas.microsoft.com/office/drawing/2014/main" id="{B85A2AE5-DB74-390D-C724-A48AA7A4AB3D}"/>
                  </a:ext>
                </a:extLst>
              </p:cNvPr>
              <p:cNvSpPr/>
              <p:nvPr/>
            </p:nvSpPr>
            <p:spPr>
              <a:xfrm>
                <a:off x="4612827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g2173">
                <a:extLst>
                  <a:ext uri="{FF2B5EF4-FFF2-40B4-BE49-F238E27FC236}">
                    <a16:creationId xmlns:a16="http://schemas.microsoft.com/office/drawing/2014/main" id="{4B03CD30-8663-A375-9325-D35C733534E5}"/>
                  </a:ext>
                </a:extLst>
              </p:cNvPr>
              <p:cNvSpPr/>
              <p:nvPr/>
            </p:nvSpPr>
            <p:spPr>
              <a:xfrm>
                <a:off x="4624464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2E1C7">
                  <a:alpha val="100000"/>
                </a:srgbClr>
              </a:solidFill>
              <a:ln w="5420" cap="flat">
                <a:solidFill>
                  <a:srgbClr val="A2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g2174">
                <a:extLst>
                  <a:ext uri="{FF2B5EF4-FFF2-40B4-BE49-F238E27FC236}">
                    <a16:creationId xmlns:a16="http://schemas.microsoft.com/office/drawing/2014/main" id="{AC15423F-D381-C334-C41E-BA5DB0401A50}"/>
                  </a:ext>
                </a:extLst>
              </p:cNvPr>
              <p:cNvSpPr/>
              <p:nvPr/>
            </p:nvSpPr>
            <p:spPr>
              <a:xfrm>
                <a:off x="4636101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4E2C8">
                  <a:alpha val="100000"/>
                </a:srgbClr>
              </a:solidFill>
              <a:ln w="5420" cap="flat">
                <a:solidFill>
                  <a:srgbClr val="A4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g2175">
                <a:extLst>
                  <a:ext uri="{FF2B5EF4-FFF2-40B4-BE49-F238E27FC236}">
                    <a16:creationId xmlns:a16="http://schemas.microsoft.com/office/drawing/2014/main" id="{88F4770B-6D6C-FA23-6A75-B627D936F8D7}"/>
                  </a:ext>
                </a:extLst>
              </p:cNvPr>
              <p:cNvSpPr/>
              <p:nvPr/>
            </p:nvSpPr>
            <p:spPr>
              <a:xfrm>
                <a:off x="4647739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g2176">
                <a:extLst>
                  <a:ext uri="{FF2B5EF4-FFF2-40B4-BE49-F238E27FC236}">
                    <a16:creationId xmlns:a16="http://schemas.microsoft.com/office/drawing/2014/main" id="{91D1174A-E73B-05C4-0CD2-CF3C060CF2C2}"/>
                  </a:ext>
                </a:extLst>
              </p:cNvPr>
              <p:cNvSpPr/>
              <p:nvPr/>
            </p:nvSpPr>
            <p:spPr>
              <a:xfrm>
                <a:off x="4659376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g2177">
                <a:extLst>
                  <a:ext uri="{FF2B5EF4-FFF2-40B4-BE49-F238E27FC236}">
                    <a16:creationId xmlns:a16="http://schemas.microsoft.com/office/drawing/2014/main" id="{674483A8-C91B-6814-C4E4-65019694719D}"/>
                  </a:ext>
                </a:extLst>
              </p:cNvPr>
              <p:cNvSpPr/>
              <p:nvPr/>
            </p:nvSpPr>
            <p:spPr>
              <a:xfrm>
                <a:off x="4577915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g2178">
                <a:extLst>
                  <a:ext uri="{FF2B5EF4-FFF2-40B4-BE49-F238E27FC236}">
                    <a16:creationId xmlns:a16="http://schemas.microsoft.com/office/drawing/2014/main" id="{577FE9EE-35FE-9A5F-5CFF-FAA304F66B0C}"/>
                  </a:ext>
                </a:extLst>
              </p:cNvPr>
              <p:cNvSpPr/>
              <p:nvPr/>
            </p:nvSpPr>
            <p:spPr>
              <a:xfrm>
                <a:off x="4589552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g2179">
                <a:extLst>
                  <a:ext uri="{FF2B5EF4-FFF2-40B4-BE49-F238E27FC236}">
                    <a16:creationId xmlns:a16="http://schemas.microsoft.com/office/drawing/2014/main" id="{893FDD67-10D3-2073-9043-9F18C6563943}"/>
                  </a:ext>
                </a:extLst>
              </p:cNvPr>
              <p:cNvSpPr/>
              <p:nvPr/>
            </p:nvSpPr>
            <p:spPr>
              <a:xfrm>
                <a:off x="4601190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DFC4">
                  <a:alpha val="100000"/>
                </a:srgbClr>
              </a:solidFill>
              <a:ln w="5420" cap="flat">
                <a:solidFill>
                  <a:srgbClr val="9C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g2180">
                <a:extLst>
                  <a:ext uri="{FF2B5EF4-FFF2-40B4-BE49-F238E27FC236}">
                    <a16:creationId xmlns:a16="http://schemas.microsoft.com/office/drawing/2014/main" id="{92618A19-2B87-66D9-B432-E2EBD5CEE804}"/>
                  </a:ext>
                </a:extLst>
              </p:cNvPr>
              <p:cNvSpPr/>
              <p:nvPr/>
            </p:nvSpPr>
            <p:spPr>
              <a:xfrm>
                <a:off x="4612827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g2181">
                <a:extLst>
                  <a:ext uri="{FF2B5EF4-FFF2-40B4-BE49-F238E27FC236}">
                    <a16:creationId xmlns:a16="http://schemas.microsoft.com/office/drawing/2014/main" id="{02EC32C4-3CB6-2FB1-1BB7-9651265B7C90}"/>
                  </a:ext>
                </a:extLst>
              </p:cNvPr>
              <p:cNvSpPr/>
              <p:nvPr/>
            </p:nvSpPr>
            <p:spPr>
              <a:xfrm>
                <a:off x="4624464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g2182">
                <a:extLst>
                  <a:ext uri="{FF2B5EF4-FFF2-40B4-BE49-F238E27FC236}">
                    <a16:creationId xmlns:a16="http://schemas.microsoft.com/office/drawing/2014/main" id="{9063AF5B-F0EE-8C99-9F9F-1B97D9FC9C60}"/>
                  </a:ext>
                </a:extLst>
              </p:cNvPr>
              <p:cNvSpPr/>
              <p:nvPr/>
            </p:nvSpPr>
            <p:spPr>
              <a:xfrm>
                <a:off x="4636101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g2183">
                <a:extLst>
                  <a:ext uri="{FF2B5EF4-FFF2-40B4-BE49-F238E27FC236}">
                    <a16:creationId xmlns:a16="http://schemas.microsoft.com/office/drawing/2014/main" id="{158BC08D-0DE6-3C84-C9E6-A6BE5055776A}"/>
                  </a:ext>
                </a:extLst>
              </p:cNvPr>
              <p:cNvSpPr/>
              <p:nvPr/>
            </p:nvSpPr>
            <p:spPr>
              <a:xfrm>
                <a:off x="4647739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7">
                  <a:alpha val="100000"/>
                </a:srgbClr>
              </a:solidFill>
              <a:ln w="5420" cap="flat">
                <a:solidFill>
                  <a:srgbClr val="A0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g2184">
                <a:extLst>
                  <a:ext uri="{FF2B5EF4-FFF2-40B4-BE49-F238E27FC236}">
                    <a16:creationId xmlns:a16="http://schemas.microsoft.com/office/drawing/2014/main" id="{67D0BEFD-7385-3401-27A1-C68E40016FA8}"/>
                  </a:ext>
                </a:extLst>
              </p:cNvPr>
              <p:cNvSpPr/>
              <p:nvPr/>
            </p:nvSpPr>
            <p:spPr>
              <a:xfrm>
                <a:off x="4577915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g2185">
                <a:extLst>
                  <a:ext uri="{FF2B5EF4-FFF2-40B4-BE49-F238E27FC236}">
                    <a16:creationId xmlns:a16="http://schemas.microsoft.com/office/drawing/2014/main" id="{64CE389C-C06B-A0C7-554B-5A890591AC3B}"/>
                  </a:ext>
                </a:extLst>
              </p:cNvPr>
              <p:cNvSpPr/>
              <p:nvPr/>
            </p:nvSpPr>
            <p:spPr>
              <a:xfrm>
                <a:off x="4589552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g2186">
                <a:extLst>
                  <a:ext uri="{FF2B5EF4-FFF2-40B4-BE49-F238E27FC236}">
                    <a16:creationId xmlns:a16="http://schemas.microsoft.com/office/drawing/2014/main" id="{319EC9BF-A49C-95E0-EB2A-5985D7725AF0}"/>
                  </a:ext>
                </a:extLst>
              </p:cNvPr>
              <p:cNvSpPr/>
              <p:nvPr/>
            </p:nvSpPr>
            <p:spPr>
              <a:xfrm>
                <a:off x="4601190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g2187">
                <a:extLst>
                  <a:ext uri="{FF2B5EF4-FFF2-40B4-BE49-F238E27FC236}">
                    <a16:creationId xmlns:a16="http://schemas.microsoft.com/office/drawing/2014/main" id="{B29C8F0F-BF9C-2EDD-7766-B25B93696436}"/>
                  </a:ext>
                </a:extLst>
              </p:cNvPr>
              <p:cNvSpPr/>
              <p:nvPr/>
            </p:nvSpPr>
            <p:spPr>
              <a:xfrm>
                <a:off x="4612827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g2188">
                <a:extLst>
                  <a:ext uri="{FF2B5EF4-FFF2-40B4-BE49-F238E27FC236}">
                    <a16:creationId xmlns:a16="http://schemas.microsoft.com/office/drawing/2014/main" id="{A11625D6-13DF-7E6B-FE43-C4AB1B2FBA52}"/>
                  </a:ext>
                </a:extLst>
              </p:cNvPr>
              <p:cNvSpPr/>
              <p:nvPr/>
            </p:nvSpPr>
            <p:spPr>
              <a:xfrm>
                <a:off x="4624464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g2189">
                <a:extLst>
                  <a:ext uri="{FF2B5EF4-FFF2-40B4-BE49-F238E27FC236}">
                    <a16:creationId xmlns:a16="http://schemas.microsoft.com/office/drawing/2014/main" id="{3951BF9A-6BFB-0E35-90C3-E2E47853E27B}"/>
                  </a:ext>
                </a:extLst>
              </p:cNvPr>
              <p:cNvSpPr/>
              <p:nvPr/>
            </p:nvSpPr>
            <p:spPr>
              <a:xfrm>
                <a:off x="4636101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g2190">
                <a:extLst>
                  <a:ext uri="{FF2B5EF4-FFF2-40B4-BE49-F238E27FC236}">
                    <a16:creationId xmlns:a16="http://schemas.microsoft.com/office/drawing/2014/main" id="{4D2EAFDB-71AC-A01F-D9FF-B5DDAB9973D9}"/>
                  </a:ext>
                </a:extLst>
              </p:cNvPr>
              <p:cNvSpPr/>
              <p:nvPr/>
            </p:nvSpPr>
            <p:spPr>
              <a:xfrm>
                <a:off x="4566278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g2191">
                <a:extLst>
                  <a:ext uri="{FF2B5EF4-FFF2-40B4-BE49-F238E27FC236}">
                    <a16:creationId xmlns:a16="http://schemas.microsoft.com/office/drawing/2014/main" id="{BEAA925E-7BF5-1B3D-15D1-26FF9DA59C11}"/>
                  </a:ext>
                </a:extLst>
              </p:cNvPr>
              <p:cNvSpPr/>
              <p:nvPr/>
            </p:nvSpPr>
            <p:spPr>
              <a:xfrm>
                <a:off x="4577915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g2192">
                <a:extLst>
                  <a:ext uri="{FF2B5EF4-FFF2-40B4-BE49-F238E27FC236}">
                    <a16:creationId xmlns:a16="http://schemas.microsoft.com/office/drawing/2014/main" id="{99EC2095-478F-C7FA-D6D5-BD43E7569D20}"/>
                  </a:ext>
                </a:extLst>
              </p:cNvPr>
              <p:cNvSpPr/>
              <p:nvPr/>
            </p:nvSpPr>
            <p:spPr>
              <a:xfrm>
                <a:off x="4589552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g2193">
                <a:extLst>
                  <a:ext uri="{FF2B5EF4-FFF2-40B4-BE49-F238E27FC236}">
                    <a16:creationId xmlns:a16="http://schemas.microsoft.com/office/drawing/2014/main" id="{604036FE-2F7B-F92D-8159-C92B6176F0A7}"/>
                  </a:ext>
                </a:extLst>
              </p:cNvPr>
              <p:cNvSpPr/>
              <p:nvPr/>
            </p:nvSpPr>
            <p:spPr>
              <a:xfrm>
                <a:off x="4601190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g2194">
                <a:extLst>
                  <a:ext uri="{FF2B5EF4-FFF2-40B4-BE49-F238E27FC236}">
                    <a16:creationId xmlns:a16="http://schemas.microsoft.com/office/drawing/2014/main" id="{C519717F-AA34-FDEA-13F9-E5FF70BBA867}"/>
                  </a:ext>
                </a:extLst>
              </p:cNvPr>
              <p:cNvSpPr/>
              <p:nvPr/>
            </p:nvSpPr>
            <p:spPr>
              <a:xfrm>
                <a:off x="4612827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g2195">
                <a:extLst>
                  <a:ext uri="{FF2B5EF4-FFF2-40B4-BE49-F238E27FC236}">
                    <a16:creationId xmlns:a16="http://schemas.microsoft.com/office/drawing/2014/main" id="{D4257C8C-506D-9CD0-F2A6-05F1959823D3}"/>
                  </a:ext>
                </a:extLst>
              </p:cNvPr>
              <p:cNvSpPr/>
              <p:nvPr/>
            </p:nvSpPr>
            <p:spPr>
              <a:xfrm>
                <a:off x="4624464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g2196">
                <a:extLst>
                  <a:ext uri="{FF2B5EF4-FFF2-40B4-BE49-F238E27FC236}">
                    <a16:creationId xmlns:a16="http://schemas.microsoft.com/office/drawing/2014/main" id="{26C8CFC1-EC27-2469-3E2E-92C1A9B808FD}"/>
                  </a:ext>
                </a:extLst>
              </p:cNvPr>
              <p:cNvSpPr/>
              <p:nvPr/>
            </p:nvSpPr>
            <p:spPr>
              <a:xfrm>
                <a:off x="4566278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g2197">
                <a:extLst>
                  <a:ext uri="{FF2B5EF4-FFF2-40B4-BE49-F238E27FC236}">
                    <a16:creationId xmlns:a16="http://schemas.microsoft.com/office/drawing/2014/main" id="{6E09CE0C-D1D3-4964-1715-68368DE23D03}"/>
                  </a:ext>
                </a:extLst>
              </p:cNvPr>
              <p:cNvSpPr/>
              <p:nvPr/>
            </p:nvSpPr>
            <p:spPr>
              <a:xfrm>
                <a:off x="4577915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g2198">
                <a:extLst>
                  <a:ext uri="{FF2B5EF4-FFF2-40B4-BE49-F238E27FC236}">
                    <a16:creationId xmlns:a16="http://schemas.microsoft.com/office/drawing/2014/main" id="{EE90FCB0-1FF4-601B-1E57-FBDF25676D7D}"/>
                  </a:ext>
                </a:extLst>
              </p:cNvPr>
              <p:cNvSpPr/>
              <p:nvPr/>
            </p:nvSpPr>
            <p:spPr>
              <a:xfrm>
                <a:off x="4589552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g2199">
                <a:extLst>
                  <a:ext uri="{FF2B5EF4-FFF2-40B4-BE49-F238E27FC236}">
                    <a16:creationId xmlns:a16="http://schemas.microsoft.com/office/drawing/2014/main" id="{9622F5C6-4944-92DC-9BAC-4F49E2D10D9A}"/>
                  </a:ext>
                </a:extLst>
              </p:cNvPr>
              <p:cNvSpPr/>
              <p:nvPr/>
            </p:nvSpPr>
            <p:spPr>
              <a:xfrm>
                <a:off x="4601190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g2200">
                <a:extLst>
                  <a:ext uri="{FF2B5EF4-FFF2-40B4-BE49-F238E27FC236}">
                    <a16:creationId xmlns:a16="http://schemas.microsoft.com/office/drawing/2014/main" id="{AB33F8CB-9FCB-E801-3A8C-707A91EF5A6D}"/>
                  </a:ext>
                </a:extLst>
              </p:cNvPr>
              <p:cNvSpPr/>
              <p:nvPr/>
            </p:nvSpPr>
            <p:spPr>
              <a:xfrm>
                <a:off x="4612827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g2201">
                <a:extLst>
                  <a:ext uri="{FF2B5EF4-FFF2-40B4-BE49-F238E27FC236}">
                    <a16:creationId xmlns:a16="http://schemas.microsoft.com/office/drawing/2014/main" id="{941C41A4-6457-BCC4-28D2-02F9B8EBF214}"/>
                  </a:ext>
                </a:extLst>
              </p:cNvPr>
              <p:cNvSpPr/>
              <p:nvPr/>
            </p:nvSpPr>
            <p:spPr>
              <a:xfrm>
                <a:off x="4554640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g2202">
                <a:extLst>
                  <a:ext uri="{FF2B5EF4-FFF2-40B4-BE49-F238E27FC236}">
                    <a16:creationId xmlns:a16="http://schemas.microsoft.com/office/drawing/2014/main" id="{05600CC9-E633-C7F2-99BF-5CBA876C3D4B}"/>
                  </a:ext>
                </a:extLst>
              </p:cNvPr>
              <p:cNvSpPr/>
              <p:nvPr/>
            </p:nvSpPr>
            <p:spPr>
              <a:xfrm>
                <a:off x="4566278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g2203">
                <a:extLst>
                  <a:ext uri="{FF2B5EF4-FFF2-40B4-BE49-F238E27FC236}">
                    <a16:creationId xmlns:a16="http://schemas.microsoft.com/office/drawing/2014/main" id="{F46215F5-3A07-F945-CEA0-CB1AC87A9765}"/>
                  </a:ext>
                </a:extLst>
              </p:cNvPr>
              <p:cNvSpPr/>
              <p:nvPr/>
            </p:nvSpPr>
            <p:spPr>
              <a:xfrm>
                <a:off x="4577915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g2204">
                <a:extLst>
                  <a:ext uri="{FF2B5EF4-FFF2-40B4-BE49-F238E27FC236}">
                    <a16:creationId xmlns:a16="http://schemas.microsoft.com/office/drawing/2014/main" id="{79623F6E-BF90-6A8A-5FF3-064690E023E8}"/>
                  </a:ext>
                </a:extLst>
              </p:cNvPr>
              <p:cNvSpPr/>
              <p:nvPr/>
            </p:nvSpPr>
            <p:spPr>
              <a:xfrm>
                <a:off x="4589552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g2205">
                <a:extLst>
                  <a:ext uri="{FF2B5EF4-FFF2-40B4-BE49-F238E27FC236}">
                    <a16:creationId xmlns:a16="http://schemas.microsoft.com/office/drawing/2014/main" id="{FE5CD8CE-962F-5702-24E9-F5513D1D195F}"/>
                  </a:ext>
                </a:extLst>
              </p:cNvPr>
              <p:cNvSpPr/>
              <p:nvPr/>
            </p:nvSpPr>
            <p:spPr>
              <a:xfrm>
                <a:off x="4601190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g2206">
                <a:extLst>
                  <a:ext uri="{FF2B5EF4-FFF2-40B4-BE49-F238E27FC236}">
                    <a16:creationId xmlns:a16="http://schemas.microsoft.com/office/drawing/2014/main" id="{B12A1A38-5129-21A8-5F84-AFAAC2AAEC5A}"/>
                  </a:ext>
                </a:extLst>
              </p:cNvPr>
              <p:cNvSpPr/>
              <p:nvPr/>
            </p:nvSpPr>
            <p:spPr>
              <a:xfrm>
                <a:off x="4612827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g2207">
                <a:extLst>
                  <a:ext uri="{FF2B5EF4-FFF2-40B4-BE49-F238E27FC236}">
                    <a16:creationId xmlns:a16="http://schemas.microsoft.com/office/drawing/2014/main" id="{07BCC4A4-BA51-8503-09CF-22F9B2D83E8D}"/>
                  </a:ext>
                </a:extLst>
              </p:cNvPr>
              <p:cNvSpPr/>
              <p:nvPr/>
            </p:nvSpPr>
            <p:spPr>
              <a:xfrm>
                <a:off x="4554640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g2208">
                <a:extLst>
                  <a:ext uri="{FF2B5EF4-FFF2-40B4-BE49-F238E27FC236}">
                    <a16:creationId xmlns:a16="http://schemas.microsoft.com/office/drawing/2014/main" id="{7128AE57-D641-B7AA-8D45-405860578467}"/>
                  </a:ext>
                </a:extLst>
              </p:cNvPr>
              <p:cNvSpPr/>
              <p:nvPr/>
            </p:nvSpPr>
            <p:spPr>
              <a:xfrm>
                <a:off x="4566278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g2209">
                <a:extLst>
                  <a:ext uri="{FF2B5EF4-FFF2-40B4-BE49-F238E27FC236}">
                    <a16:creationId xmlns:a16="http://schemas.microsoft.com/office/drawing/2014/main" id="{F9A422CE-A4A7-D50A-CC0D-0C808D0454D8}"/>
                  </a:ext>
                </a:extLst>
              </p:cNvPr>
              <p:cNvSpPr/>
              <p:nvPr/>
            </p:nvSpPr>
            <p:spPr>
              <a:xfrm>
                <a:off x="4577915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g2210">
                <a:extLst>
                  <a:ext uri="{FF2B5EF4-FFF2-40B4-BE49-F238E27FC236}">
                    <a16:creationId xmlns:a16="http://schemas.microsoft.com/office/drawing/2014/main" id="{652B0745-8A75-2092-16EE-EB7BD6B5FC39}"/>
                  </a:ext>
                </a:extLst>
              </p:cNvPr>
              <p:cNvSpPr/>
              <p:nvPr/>
            </p:nvSpPr>
            <p:spPr>
              <a:xfrm>
                <a:off x="4589552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g2211">
                <a:extLst>
                  <a:ext uri="{FF2B5EF4-FFF2-40B4-BE49-F238E27FC236}">
                    <a16:creationId xmlns:a16="http://schemas.microsoft.com/office/drawing/2014/main" id="{F78FA43A-3046-A1FC-79A4-589EEA3B29FC}"/>
                  </a:ext>
                </a:extLst>
              </p:cNvPr>
              <p:cNvSpPr/>
              <p:nvPr/>
            </p:nvSpPr>
            <p:spPr>
              <a:xfrm>
                <a:off x="4601190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g2212">
                <a:extLst>
                  <a:ext uri="{FF2B5EF4-FFF2-40B4-BE49-F238E27FC236}">
                    <a16:creationId xmlns:a16="http://schemas.microsoft.com/office/drawing/2014/main" id="{661D30FD-C00F-4EC4-0168-65441054AC7E}"/>
                  </a:ext>
                </a:extLst>
              </p:cNvPr>
              <p:cNvSpPr/>
              <p:nvPr/>
            </p:nvSpPr>
            <p:spPr>
              <a:xfrm>
                <a:off x="4543003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g2213">
                <a:extLst>
                  <a:ext uri="{FF2B5EF4-FFF2-40B4-BE49-F238E27FC236}">
                    <a16:creationId xmlns:a16="http://schemas.microsoft.com/office/drawing/2014/main" id="{FFCB4E65-037D-9ED2-BD91-CACA9E828827}"/>
                  </a:ext>
                </a:extLst>
              </p:cNvPr>
              <p:cNvSpPr/>
              <p:nvPr/>
            </p:nvSpPr>
            <p:spPr>
              <a:xfrm>
                <a:off x="4554640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g2214">
                <a:extLst>
                  <a:ext uri="{FF2B5EF4-FFF2-40B4-BE49-F238E27FC236}">
                    <a16:creationId xmlns:a16="http://schemas.microsoft.com/office/drawing/2014/main" id="{00FB57F0-90A8-1A19-5B49-3A085759A960}"/>
                  </a:ext>
                </a:extLst>
              </p:cNvPr>
              <p:cNvSpPr/>
              <p:nvPr/>
            </p:nvSpPr>
            <p:spPr>
              <a:xfrm>
                <a:off x="4566278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g2215">
                <a:extLst>
                  <a:ext uri="{FF2B5EF4-FFF2-40B4-BE49-F238E27FC236}">
                    <a16:creationId xmlns:a16="http://schemas.microsoft.com/office/drawing/2014/main" id="{10A7D32E-0ABE-8B85-57D3-B4D4EE8C7C98}"/>
                  </a:ext>
                </a:extLst>
              </p:cNvPr>
              <p:cNvSpPr/>
              <p:nvPr/>
            </p:nvSpPr>
            <p:spPr>
              <a:xfrm>
                <a:off x="4577915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g2216">
                <a:extLst>
                  <a:ext uri="{FF2B5EF4-FFF2-40B4-BE49-F238E27FC236}">
                    <a16:creationId xmlns:a16="http://schemas.microsoft.com/office/drawing/2014/main" id="{A060E75F-24E0-7240-BAA6-D7DC566CFC30}"/>
                  </a:ext>
                </a:extLst>
              </p:cNvPr>
              <p:cNvSpPr/>
              <p:nvPr/>
            </p:nvSpPr>
            <p:spPr>
              <a:xfrm>
                <a:off x="4589552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g2217">
                <a:extLst>
                  <a:ext uri="{FF2B5EF4-FFF2-40B4-BE49-F238E27FC236}">
                    <a16:creationId xmlns:a16="http://schemas.microsoft.com/office/drawing/2014/main" id="{8F4A6EC8-969F-8C50-E07F-806A93374CB1}"/>
                  </a:ext>
                </a:extLst>
              </p:cNvPr>
              <p:cNvSpPr/>
              <p:nvPr/>
            </p:nvSpPr>
            <p:spPr>
              <a:xfrm>
                <a:off x="4601190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g2218">
                <a:extLst>
                  <a:ext uri="{FF2B5EF4-FFF2-40B4-BE49-F238E27FC236}">
                    <a16:creationId xmlns:a16="http://schemas.microsoft.com/office/drawing/2014/main" id="{85A11478-B374-47F0-B090-209B45CDBB3A}"/>
                  </a:ext>
                </a:extLst>
              </p:cNvPr>
              <p:cNvSpPr/>
              <p:nvPr/>
            </p:nvSpPr>
            <p:spPr>
              <a:xfrm>
                <a:off x="4543003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g2219">
                <a:extLst>
                  <a:ext uri="{FF2B5EF4-FFF2-40B4-BE49-F238E27FC236}">
                    <a16:creationId xmlns:a16="http://schemas.microsoft.com/office/drawing/2014/main" id="{E5E7C1FD-A073-37E0-4890-33A7AB802855}"/>
                  </a:ext>
                </a:extLst>
              </p:cNvPr>
              <p:cNvSpPr/>
              <p:nvPr/>
            </p:nvSpPr>
            <p:spPr>
              <a:xfrm>
                <a:off x="4554640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g2220">
                <a:extLst>
                  <a:ext uri="{FF2B5EF4-FFF2-40B4-BE49-F238E27FC236}">
                    <a16:creationId xmlns:a16="http://schemas.microsoft.com/office/drawing/2014/main" id="{ACFC69AC-5082-7E48-A2BD-C556442AFC15}"/>
                  </a:ext>
                </a:extLst>
              </p:cNvPr>
              <p:cNvSpPr/>
              <p:nvPr/>
            </p:nvSpPr>
            <p:spPr>
              <a:xfrm>
                <a:off x="4566278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g2221">
                <a:extLst>
                  <a:ext uri="{FF2B5EF4-FFF2-40B4-BE49-F238E27FC236}">
                    <a16:creationId xmlns:a16="http://schemas.microsoft.com/office/drawing/2014/main" id="{B201337F-D3A0-E627-F711-C639F4C076A9}"/>
                  </a:ext>
                </a:extLst>
              </p:cNvPr>
              <p:cNvSpPr/>
              <p:nvPr/>
            </p:nvSpPr>
            <p:spPr>
              <a:xfrm>
                <a:off x="4577915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g2222">
                <a:extLst>
                  <a:ext uri="{FF2B5EF4-FFF2-40B4-BE49-F238E27FC236}">
                    <a16:creationId xmlns:a16="http://schemas.microsoft.com/office/drawing/2014/main" id="{7F598458-CACE-1CA2-2AD3-3E8644BE5729}"/>
                  </a:ext>
                </a:extLst>
              </p:cNvPr>
              <p:cNvSpPr/>
              <p:nvPr/>
            </p:nvSpPr>
            <p:spPr>
              <a:xfrm>
                <a:off x="4589552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g2223">
                <a:extLst>
                  <a:ext uri="{FF2B5EF4-FFF2-40B4-BE49-F238E27FC236}">
                    <a16:creationId xmlns:a16="http://schemas.microsoft.com/office/drawing/2014/main" id="{F8BEC015-4C94-F62F-08E8-69B88AA79C60}"/>
                  </a:ext>
                </a:extLst>
              </p:cNvPr>
              <p:cNvSpPr/>
              <p:nvPr/>
            </p:nvSpPr>
            <p:spPr>
              <a:xfrm>
                <a:off x="4601190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g2224">
                <a:extLst>
                  <a:ext uri="{FF2B5EF4-FFF2-40B4-BE49-F238E27FC236}">
                    <a16:creationId xmlns:a16="http://schemas.microsoft.com/office/drawing/2014/main" id="{36B07758-72EF-5BE4-5025-241A22F74105}"/>
                  </a:ext>
                </a:extLst>
              </p:cNvPr>
              <p:cNvSpPr/>
              <p:nvPr/>
            </p:nvSpPr>
            <p:spPr>
              <a:xfrm>
                <a:off x="4543003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g2225">
                <a:extLst>
                  <a:ext uri="{FF2B5EF4-FFF2-40B4-BE49-F238E27FC236}">
                    <a16:creationId xmlns:a16="http://schemas.microsoft.com/office/drawing/2014/main" id="{59696369-2650-CED1-521F-4B74A385C624}"/>
                  </a:ext>
                </a:extLst>
              </p:cNvPr>
              <p:cNvSpPr/>
              <p:nvPr/>
            </p:nvSpPr>
            <p:spPr>
              <a:xfrm>
                <a:off x="4554640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g2226">
                <a:extLst>
                  <a:ext uri="{FF2B5EF4-FFF2-40B4-BE49-F238E27FC236}">
                    <a16:creationId xmlns:a16="http://schemas.microsoft.com/office/drawing/2014/main" id="{F77579D6-BBD2-51AB-CA60-5FBD3E28949D}"/>
                  </a:ext>
                </a:extLst>
              </p:cNvPr>
              <p:cNvSpPr/>
              <p:nvPr/>
            </p:nvSpPr>
            <p:spPr>
              <a:xfrm>
                <a:off x="4566278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g2227">
                <a:extLst>
                  <a:ext uri="{FF2B5EF4-FFF2-40B4-BE49-F238E27FC236}">
                    <a16:creationId xmlns:a16="http://schemas.microsoft.com/office/drawing/2014/main" id="{63488E51-A5BD-48CE-531B-7D00C84D2BBF}"/>
                  </a:ext>
                </a:extLst>
              </p:cNvPr>
              <p:cNvSpPr/>
              <p:nvPr/>
            </p:nvSpPr>
            <p:spPr>
              <a:xfrm>
                <a:off x="4577915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g2228">
                <a:extLst>
                  <a:ext uri="{FF2B5EF4-FFF2-40B4-BE49-F238E27FC236}">
                    <a16:creationId xmlns:a16="http://schemas.microsoft.com/office/drawing/2014/main" id="{29C1D9C2-0E92-5632-441F-365FEB3DC08A}"/>
                  </a:ext>
                </a:extLst>
              </p:cNvPr>
              <p:cNvSpPr/>
              <p:nvPr/>
            </p:nvSpPr>
            <p:spPr>
              <a:xfrm>
                <a:off x="4589552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g2229">
                <a:extLst>
                  <a:ext uri="{FF2B5EF4-FFF2-40B4-BE49-F238E27FC236}">
                    <a16:creationId xmlns:a16="http://schemas.microsoft.com/office/drawing/2014/main" id="{0676C100-EE46-4EF0-8367-ADDCA57BAD87}"/>
                  </a:ext>
                </a:extLst>
              </p:cNvPr>
              <p:cNvSpPr/>
              <p:nvPr/>
            </p:nvSpPr>
            <p:spPr>
              <a:xfrm>
                <a:off x="3856400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g2230">
                <a:extLst>
                  <a:ext uri="{FF2B5EF4-FFF2-40B4-BE49-F238E27FC236}">
                    <a16:creationId xmlns:a16="http://schemas.microsoft.com/office/drawing/2014/main" id="{350718F8-4654-91D3-F094-DAD138724421}"/>
                  </a:ext>
                </a:extLst>
              </p:cNvPr>
              <p:cNvSpPr/>
              <p:nvPr/>
            </p:nvSpPr>
            <p:spPr>
              <a:xfrm>
                <a:off x="3868038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g2231">
                <a:extLst>
                  <a:ext uri="{FF2B5EF4-FFF2-40B4-BE49-F238E27FC236}">
                    <a16:creationId xmlns:a16="http://schemas.microsoft.com/office/drawing/2014/main" id="{98999AF9-37C3-0644-6F49-FF0959038C92}"/>
                  </a:ext>
                </a:extLst>
              </p:cNvPr>
              <p:cNvSpPr/>
              <p:nvPr/>
            </p:nvSpPr>
            <p:spPr>
              <a:xfrm>
                <a:off x="3879675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g2232">
                <a:extLst>
                  <a:ext uri="{FF2B5EF4-FFF2-40B4-BE49-F238E27FC236}">
                    <a16:creationId xmlns:a16="http://schemas.microsoft.com/office/drawing/2014/main" id="{9273F806-CB73-94F8-059D-B42307F7705C}"/>
                  </a:ext>
                </a:extLst>
              </p:cNvPr>
              <p:cNvSpPr/>
              <p:nvPr/>
            </p:nvSpPr>
            <p:spPr>
              <a:xfrm>
                <a:off x="3891312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g2233">
                <a:extLst>
                  <a:ext uri="{FF2B5EF4-FFF2-40B4-BE49-F238E27FC236}">
                    <a16:creationId xmlns:a16="http://schemas.microsoft.com/office/drawing/2014/main" id="{4ADB738B-CB4C-D692-5413-F81553243F57}"/>
                  </a:ext>
                </a:extLst>
              </p:cNvPr>
              <p:cNvSpPr/>
              <p:nvPr/>
            </p:nvSpPr>
            <p:spPr>
              <a:xfrm>
                <a:off x="4543003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g2234">
                <a:extLst>
                  <a:ext uri="{FF2B5EF4-FFF2-40B4-BE49-F238E27FC236}">
                    <a16:creationId xmlns:a16="http://schemas.microsoft.com/office/drawing/2014/main" id="{AC6827F3-B604-31E0-27F0-7C7A92C3EF5B}"/>
                  </a:ext>
                </a:extLst>
              </p:cNvPr>
              <p:cNvSpPr/>
              <p:nvPr/>
            </p:nvSpPr>
            <p:spPr>
              <a:xfrm>
                <a:off x="4554640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g2235">
                <a:extLst>
                  <a:ext uri="{FF2B5EF4-FFF2-40B4-BE49-F238E27FC236}">
                    <a16:creationId xmlns:a16="http://schemas.microsoft.com/office/drawing/2014/main" id="{065364FF-F2EB-7FA3-E941-27D1B6F92F93}"/>
                  </a:ext>
                </a:extLst>
              </p:cNvPr>
              <p:cNvSpPr/>
              <p:nvPr/>
            </p:nvSpPr>
            <p:spPr>
              <a:xfrm>
                <a:off x="4566278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g2236">
                <a:extLst>
                  <a:ext uri="{FF2B5EF4-FFF2-40B4-BE49-F238E27FC236}">
                    <a16:creationId xmlns:a16="http://schemas.microsoft.com/office/drawing/2014/main" id="{F59E7E3E-26F7-C67D-F699-2C2FA5768E4B}"/>
                  </a:ext>
                </a:extLst>
              </p:cNvPr>
              <p:cNvSpPr/>
              <p:nvPr/>
            </p:nvSpPr>
            <p:spPr>
              <a:xfrm>
                <a:off x="4577915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g2237">
                <a:extLst>
                  <a:ext uri="{FF2B5EF4-FFF2-40B4-BE49-F238E27FC236}">
                    <a16:creationId xmlns:a16="http://schemas.microsoft.com/office/drawing/2014/main" id="{05A1BF68-7F8A-D32C-211B-57F81CC73E25}"/>
                  </a:ext>
                </a:extLst>
              </p:cNvPr>
              <p:cNvSpPr/>
              <p:nvPr/>
            </p:nvSpPr>
            <p:spPr>
              <a:xfrm>
                <a:off x="385640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g2238">
                <a:extLst>
                  <a:ext uri="{FF2B5EF4-FFF2-40B4-BE49-F238E27FC236}">
                    <a16:creationId xmlns:a16="http://schemas.microsoft.com/office/drawing/2014/main" id="{5E2B05B6-A73D-B6E1-022D-483A0B6C6C7B}"/>
                  </a:ext>
                </a:extLst>
              </p:cNvPr>
              <p:cNvSpPr/>
              <p:nvPr/>
            </p:nvSpPr>
            <p:spPr>
              <a:xfrm>
                <a:off x="386803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g2239">
                <a:extLst>
                  <a:ext uri="{FF2B5EF4-FFF2-40B4-BE49-F238E27FC236}">
                    <a16:creationId xmlns:a16="http://schemas.microsoft.com/office/drawing/2014/main" id="{22A6D721-10D1-0A4D-739A-30F46E536BC4}"/>
                  </a:ext>
                </a:extLst>
              </p:cNvPr>
              <p:cNvSpPr/>
              <p:nvPr/>
            </p:nvSpPr>
            <p:spPr>
              <a:xfrm>
                <a:off x="3879675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g2240">
                <a:extLst>
                  <a:ext uri="{FF2B5EF4-FFF2-40B4-BE49-F238E27FC236}">
                    <a16:creationId xmlns:a16="http://schemas.microsoft.com/office/drawing/2014/main" id="{8C85F135-80A5-46F4-39D8-8A9DC84172C1}"/>
                  </a:ext>
                </a:extLst>
              </p:cNvPr>
              <p:cNvSpPr/>
              <p:nvPr/>
            </p:nvSpPr>
            <p:spPr>
              <a:xfrm>
                <a:off x="3891312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g2241">
                <a:extLst>
                  <a:ext uri="{FF2B5EF4-FFF2-40B4-BE49-F238E27FC236}">
                    <a16:creationId xmlns:a16="http://schemas.microsoft.com/office/drawing/2014/main" id="{2C67B683-8E50-8F2A-923B-B48F58ECFDBD}"/>
                  </a:ext>
                </a:extLst>
              </p:cNvPr>
              <p:cNvSpPr/>
              <p:nvPr/>
            </p:nvSpPr>
            <p:spPr>
              <a:xfrm>
                <a:off x="390295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g2242">
                <a:extLst>
                  <a:ext uri="{FF2B5EF4-FFF2-40B4-BE49-F238E27FC236}">
                    <a16:creationId xmlns:a16="http://schemas.microsoft.com/office/drawing/2014/main" id="{2DC325DA-66A3-6049-8269-7860C4715487}"/>
                  </a:ext>
                </a:extLst>
              </p:cNvPr>
              <p:cNvSpPr/>
              <p:nvPr/>
            </p:nvSpPr>
            <p:spPr>
              <a:xfrm>
                <a:off x="3949499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g2243">
                <a:extLst>
                  <a:ext uri="{FF2B5EF4-FFF2-40B4-BE49-F238E27FC236}">
                    <a16:creationId xmlns:a16="http://schemas.microsoft.com/office/drawing/2014/main" id="{78FF2AD4-1F65-EF02-2672-A41D1A158EF3}"/>
                  </a:ext>
                </a:extLst>
              </p:cNvPr>
              <p:cNvSpPr/>
              <p:nvPr/>
            </p:nvSpPr>
            <p:spPr>
              <a:xfrm>
                <a:off x="3961136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g2244">
                <a:extLst>
                  <a:ext uri="{FF2B5EF4-FFF2-40B4-BE49-F238E27FC236}">
                    <a16:creationId xmlns:a16="http://schemas.microsoft.com/office/drawing/2014/main" id="{401EC4D7-77A2-420B-35B0-DE4B32F686C7}"/>
                  </a:ext>
                </a:extLst>
              </p:cNvPr>
              <p:cNvSpPr/>
              <p:nvPr/>
            </p:nvSpPr>
            <p:spPr>
              <a:xfrm>
                <a:off x="3972774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C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g2245">
                <a:extLst>
                  <a:ext uri="{FF2B5EF4-FFF2-40B4-BE49-F238E27FC236}">
                    <a16:creationId xmlns:a16="http://schemas.microsoft.com/office/drawing/2014/main" id="{1751BB42-1D8B-78DD-B51E-F2169AD81E4E}"/>
                  </a:ext>
                </a:extLst>
              </p:cNvPr>
              <p:cNvSpPr/>
              <p:nvPr/>
            </p:nvSpPr>
            <p:spPr>
              <a:xfrm>
                <a:off x="3984411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g2246">
                <a:extLst>
                  <a:ext uri="{FF2B5EF4-FFF2-40B4-BE49-F238E27FC236}">
                    <a16:creationId xmlns:a16="http://schemas.microsoft.com/office/drawing/2014/main" id="{4476E537-F2A5-64C7-3D23-999E5A5F48A2}"/>
                  </a:ext>
                </a:extLst>
              </p:cNvPr>
              <p:cNvSpPr/>
              <p:nvPr/>
            </p:nvSpPr>
            <p:spPr>
              <a:xfrm>
                <a:off x="399604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g2247">
                <a:extLst>
                  <a:ext uri="{FF2B5EF4-FFF2-40B4-BE49-F238E27FC236}">
                    <a16:creationId xmlns:a16="http://schemas.microsoft.com/office/drawing/2014/main" id="{9536D290-032D-F936-A60D-60E1BCA138E6}"/>
                  </a:ext>
                </a:extLst>
              </p:cNvPr>
              <p:cNvSpPr/>
              <p:nvPr/>
            </p:nvSpPr>
            <p:spPr>
              <a:xfrm>
                <a:off x="4543003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g2248">
                <a:extLst>
                  <a:ext uri="{FF2B5EF4-FFF2-40B4-BE49-F238E27FC236}">
                    <a16:creationId xmlns:a16="http://schemas.microsoft.com/office/drawing/2014/main" id="{552B954F-141C-244F-B574-E50C96EA35D9}"/>
                  </a:ext>
                </a:extLst>
              </p:cNvPr>
              <p:cNvSpPr/>
              <p:nvPr/>
            </p:nvSpPr>
            <p:spPr>
              <a:xfrm>
                <a:off x="455464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67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g2249">
                <a:extLst>
                  <a:ext uri="{FF2B5EF4-FFF2-40B4-BE49-F238E27FC236}">
                    <a16:creationId xmlns:a16="http://schemas.microsoft.com/office/drawing/2014/main" id="{19F59326-D344-A51C-ED53-A0F08C36F902}"/>
                  </a:ext>
                </a:extLst>
              </p:cNvPr>
              <p:cNvSpPr/>
              <p:nvPr/>
            </p:nvSpPr>
            <p:spPr>
              <a:xfrm>
                <a:off x="456627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g2250">
                <a:extLst>
                  <a:ext uri="{FF2B5EF4-FFF2-40B4-BE49-F238E27FC236}">
                    <a16:creationId xmlns:a16="http://schemas.microsoft.com/office/drawing/2014/main" id="{E1B112F3-66F2-AE21-2AD4-FDDCA3669D0D}"/>
                  </a:ext>
                </a:extLst>
              </p:cNvPr>
              <p:cNvSpPr/>
              <p:nvPr/>
            </p:nvSpPr>
            <p:spPr>
              <a:xfrm>
                <a:off x="4577915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g2251">
                <a:extLst>
                  <a:ext uri="{FF2B5EF4-FFF2-40B4-BE49-F238E27FC236}">
                    <a16:creationId xmlns:a16="http://schemas.microsoft.com/office/drawing/2014/main" id="{10D9352D-8B69-1305-AB47-04A1499C2035}"/>
                  </a:ext>
                </a:extLst>
              </p:cNvPr>
              <p:cNvSpPr/>
              <p:nvPr/>
            </p:nvSpPr>
            <p:spPr>
              <a:xfrm>
                <a:off x="4589552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g2252">
                <a:extLst>
                  <a:ext uri="{FF2B5EF4-FFF2-40B4-BE49-F238E27FC236}">
                    <a16:creationId xmlns:a16="http://schemas.microsoft.com/office/drawing/2014/main" id="{E7C0A473-43E4-E644-310F-5EBAD4B7318E}"/>
                  </a:ext>
                </a:extLst>
              </p:cNvPr>
              <p:cNvSpPr/>
              <p:nvPr/>
            </p:nvSpPr>
            <p:spPr>
              <a:xfrm>
                <a:off x="3774939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g2253">
                <a:extLst>
                  <a:ext uri="{FF2B5EF4-FFF2-40B4-BE49-F238E27FC236}">
                    <a16:creationId xmlns:a16="http://schemas.microsoft.com/office/drawing/2014/main" id="{2BDC15F4-54DD-837F-5F41-76F2E6F95A83}"/>
                  </a:ext>
                </a:extLst>
              </p:cNvPr>
              <p:cNvSpPr/>
              <p:nvPr/>
            </p:nvSpPr>
            <p:spPr>
              <a:xfrm>
                <a:off x="378657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g2254">
                <a:extLst>
                  <a:ext uri="{FF2B5EF4-FFF2-40B4-BE49-F238E27FC236}">
                    <a16:creationId xmlns:a16="http://schemas.microsoft.com/office/drawing/2014/main" id="{2026298B-FB93-73D2-D840-25BC650F1DB5}"/>
                  </a:ext>
                </a:extLst>
              </p:cNvPr>
              <p:cNvSpPr/>
              <p:nvPr/>
            </p:nvSpPr>
            <p:spPr>
              <a:xfrm>
                <a:off x="384476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g2255">
                <a:extLst>
                  <a:ext uri="{FF2B5EF4-FFF2-40B4-BE49-F238E27FC236}">
                    <a16:creationId xmlns:a16="http://schemas.microsoft.com/office/drawing/2014/main" id="{A25315BE-CD8E-BF52-154A-0791B4C93561}"/>
                  </a:ext>
                </a:extLst>
              </p:cNvPr>
              <p:cNvSpPr/>
              <p:nvPr/>
            </p:nvSpPr>
            <p:spPr>
              <a:xfrm>
                <a:off x="385640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g2256">
                <a:extLst>
                  <a:ext uri="{FF2B5EF4-FFF2-40B4-BE49-F238E27FC236}">
                    <a16:creationId xmlns:a16="http://schemas.microsoft.com/office/drawing/2014/main" id="{21E759BD-299B-BCFF-929B-011A3761A8C3}"/>
                  </a:ext>
                </a:extLst>
              </p:cNvPr>
              <p:cNvSpPr/>
              <p:nvPr/>
            </p:nvSpPr>
            <p:spPr>
              <a:xfrm>
                <a:off x="386803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g2257">
                <a:extLst>
                  <a:ext uri="{FF2B5EF4-FFF2-40B4-BE49-F238E27FC236}">
                    <a16:creationId xmlns:a16="http://schemas.microsoft.com/office/drawing/2014/main" id="{B83BF3C1-4A6A-850B-D5AD-1CCC746691C8}"/>
                  </a:ext>
                </a:extLst>
              </p:cNvPr>
              <p:cNvSpPr/>
              <p:nvPr/>
            </p:nvSpPr>
            <p:spPr>
              <a:xfrm>
                <a:off x="387967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g2258">
                <a:extLst>
                  <a:ext uri="{FF2B5EF4-FFF2-40B4-BE49-F238E27FC236}">
                    <a16:creationId xmlns:a16="http://schemas.microsoft.com/office/drawing/2014/main" id="{5532E542-D8AA-94E1-0534-0E831C68EC61}"/>
                  </a:ext>
                </a:extLst>
              </p:cNvPr>
              <p:cNvSpPr/>
              <p:nvPr/>
            </p:nvSpPr>
            <p:spPr>
              <a:xfrm>
                <a:off x="389131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g2259">
                <a:extLst>
                  <a:ext uri="{FF2B5EF4-FFF2-40B4-BE49-F238E27FC236}">
                    <a16:creationId xmlns:a16="http://schemas.microsoft.com/office/drawing/2014/main" id="{DEE4C86E-EDAD-EF7D-C9CD-50971418CC10}"/>
                  </a:ext>
                </a:extLst>
              </p:cNvPr>
              <p:cNvSpPr/>
              <p:nvPr/>
            </p:nvSpPr>
            <p:spPr>
              <a:xfrm>
                <a:off x="390295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g2260">
                <a:extLst>
                  <a:ext uri="{FF2B5EF4-FFF2-40B4-BE49-F238E27FC236}">
                    <a16:creationId xmlns:a16="http://schemas.microsoft.com/office/drawing/2014/main" id="{1CD4EDFF-4B6D-BAA5-250D-BD592B21A089}"/>
                  </a:ext>
                </a:extLst>
              </p:cNvPr>
              <p:cNvSpPr/>
              <p:nvPr/>
            </p:nvSpPr>
            <p:spPr>
              <a:xfrm>
                <a:off x="3949499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g2261">
                <a:extLst>
                  <a:ext uri="{FF2B5EF4-FFF2-40B4-BE49-F238E27FC236}">
                    <a16:creationId xmlns:a16="http://schemas.microsoft.com/office/drawing/2014/main" id="{6D95CA33-4893-22A4-BA5F-38FCA3FAF430}"/>
                  </a:ext>
                </a:extLst>
              </p:cNvPr>
              <p:cNvSpPr/>
              <p:nvPr/>
            </p:nvSpPr>
            <p:spPr>
              <a:xfrm>
                <a:off x="396113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g2262">
                <a:extLst>
                  <a:ext uri="{FF2B5EF4-FFF2-40B4-BE49-F238E27FC236}">
                    <a16:creationId xmlns:a16="http://schemas.microsoft.com/office/drawing/2014/main" id="{06A9F12A-61FC-D104-FF8F-BFDC33DF8F3F}"/>
                  </a:ext>
                </a:extLst>
              </p:cNvPr>
              <p:cNvSpPr/>
              <p:nvPr/>
            </p:nvSpPr>
            <p:spPr>
              <a:xfrm>
                <a:off x="3972774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g2263">
                <a:extLst>
                  <a:ext uri="{FF2B5EF4-FFF2-40B4-BE49-F238E27FC236}">
                    <a16:creationId xmlns:a16="http://schemas.microsoft.com/office/drawing/2014/main" id="{11FF13B7-CB02-19CE-66FF-492105994BE8}"/>
                  </a:ext>
                </a:extLst>
              </p:cNvPr>
              <p:cNvSpPr/>
              <p:nvPr/>
            </p:nvSpPr>
            <p:spPr>
              <a:xfrm>
                <a:off x="3984411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g2264">
                <a:extLst>
                  <a:ext uri="{FF2B5EF4-FFF2-40B4-BE49-F238E27FC236}">
                    <a16:creationId xmlns:a16="http://schemas.microsoft.com/office/drawing/2014/main" id="{4F4A4475-DB31-FA29-04D5-0229F44F9092}"/>
                  </a:ext>
                </a:extLst>
              </p:cNvPr>
              <p:cNvSpPr/>
              <p:nvPr/>
            </p:nvSpPr>
            <p:spPr>
              <a:xfrm>
                <a:off x="399604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g2265">
                <a:extLst>
                  <a:ext uri="{FF2B5EF4-FFF2-40B4-BE49-F238E27FC236}">
                    <a16:creationId xmlns:a16="http://schemas.microsoft.com/office/drawing/2014/main" id="{65882C46-B215-5A46-72B0-81FE6D9D1D52}"/>
                  </a:ext>
                </a:extLst>
              </p:cNvPr>
              <p:cNvSpPr/>
              <p:nvPr/>
            </p:nvSpPr>
            <p:spPr>
              <a:xfrm>
                <a:off x="400768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g2266">
                <a:extLst>
                  <a:ext uri="{FF2B5EF4-FFF2-40B4-BE49-F238E27FC236}">
                    <a16:creationId xmlns:a16="http://schemas.microsoft.com/office/drawing/2014/main" id="{AADA6DD9-B3F6-70B5-0A3A-BFC40ED1698E}"/>
                  </a:ext>
                </a:extLst>
              </p:cNvPr>
              <p:cNvSpPr/>
              <p:nvPr/>
            </p:nvSpPr>
            <p:spPr>
              <a:xfrm>
                <a:off x="401932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g2267">
                <a:extLst>
                  <a:ext uri="{FF2B5EF4-FFF2-40B4-BE49-F238E27FC236}">
                    <a16:creationId xmlns:a16="http://schemas.microsoft.com/office/drawing/2014/main" id="{F9C21582-9F5A-F578-6FD5-B89DAAF742A5}"/>
                  </a:ext>
                </a:extLst>
              </p:cNvPr>
              <p:cNvSpPr/>
              <p:nvPr/>
            </p:nvSpPr>
            <p:spPr>
              <a:xfrm>
                <a:off x="403096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g2268">
                <a:extLst>
                  <a:ext uri="{FF2B5EF4-FFF2-40B4-BE49-F238E27FC236}">
                    <a16:creationId xmlns:a16="http://schemas.microsoft.com/office/drawing/2014/main" id="{6C8A07E4-F83A-C5A0-0850-2FE7292AA708}"/>
                  </a:ext>
                </a:extLst>
              </p:cNvPr>
              <p:cNvSpPr/>
              <p:nvPr/>
            </p:nvSpPr>
            <p:spPr>
              <a:xfrm>
                <a:off x="404259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g2269">
                <a:extLst>
                  <a:ext uri="{FF2B5EF4-FFF2-40B4-BE49-F238E27FC236}">
                    <a16:creationId xmlns:a16="http://schemas.microsoft.com/office/drawing/2014/main" id="{F0387C43-9DBD-D379-728A-FA4A3D1EB86C}"/>
                  </a:ext>
                </a:extLst>
              </p:cNvPr>
              <p:cNvSpPr/>
              <p:nvPr/>
            </p:nvSpPr>
            <p:spPr>
              <a:xfrm>
                <a:off x="405423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g2270">
                <a:extLst>
                  <a:ext uri="{FF2B5EF4-FFF2-40B4-BE49-F238E27FC236}">
                    <a16:creationId xmlns:a16="http://schemas.microsoft.com/office/drawing/2014/main" id="{0F7D2B67-51DE-6C70-CE03-04064C6C6241}"/>
                  </a:ext>
                </a:extLst>
              </p:cNvPr>
              <p:cNvSpPr/>
              <p:nvPr/>
            </p:nvSpPr>
            <p:spPr>
              <a:xfrm>
                <a:off x="406587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g2271">
                <a:extLst>
                  <a:ext uri="{FF2B5EF4-FFF2-40B4-BE49-F238E27FC236}">
                    <a16:creationId xmlns:a16="http://schemas.microsoft.com/office/drawing/2014/main" id="{F8FB7647-3E51-C7B8-E76D-1E278F7D0F4C}"/>
                  </a:ext>
                </a:extLst>
              </p:cNvPr>
              <p:cNvSpPr/>
              <p:nvPr/>
            </p:nvSpPr>
            <p:spPr>
              <a:xfrm>
                <a:off x="407751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g2272">
                <a:extLst>
                  <a:ext uri="{FF2B5EF4-FFF2-40B4-BE49-F238E27FC236}">
                    <a16:creationId xmlns:a16="http://schemas.microsoft.com/office/drawing/2014/main" id="{80960820-44E1-8130-DAD3-3F234609C297}"/>
                  </a:ext>
                </a:extLst>
              </p:cNvPr>
              <p:cNvSpPr/>
              <p:nvPr/>
            </p:nvSpPr>
            <p:spPr>
              <a:xfrm>
                <a:off x="454300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g2273">
                <a:extLst>
                  <a:ext uri="{FF2B5EF4-FFF2-40B4-BE49-F238E27FC236}">
                    <a16:creationId xmlns:a16="http://schemas.microsoft.com/office/drawing/2014/main" id="{26FF02D1-B138-23E1-E58C-9EBEFCA6695F}"/>
                  </a:ext>
                </a:extLst>
              </p:cNvPr>
              <p:cNvSpPr/>
              <p:nvPr/>
            </p:nvSpPr>
            <p:spPr>
              <a:xfrm>
                <a:off x="455464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g2274">
                <a:extLst>
                  <a:ext uri="{FF2B5EF4-FFF2-40B4-BE49-F238E27FC236}">
                    <a16:creationId xmlns:a16="http://schemas.microsoft.com/office/drawing/2014/main" id="{F8730EDE-B8AB-ED73-1E88-0354D3F95BA9}"/>
                  </a:ext>
                </a:extLst>
              </p:cNvPr>
              <p:cNvSpPr/>
              <p:nvPr/>
            </p:nvSpPr>
            <p:spPr>
              <a:xfrm>
                <a:off x="456627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g2275">
                <a:extLst>
                  <a:ext uri="{FF2B5EF4-FFF2-40B4-BE49-F238E27FC236}">
                    <a16:creationId xmlns:a16="http://schemas.microsoft.com/office/drawing/2014/main" id="{7F31D0DA-24B3-1A75-B54F-3F9A827EFE03}"/>
                  </a:ext>
                </a:extLst>
              </p:cNvPr>
              <p:cNvSpPr/>
              <p:nvPr/>
            </p:nvSpPr>
            <p:spPr>
              <a:xfrm>
                <a:off x="457791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g2276">
                <a:extLst>
                  <a:ext uri="{FF2B5EF4-FFF2-40B4-BE49-F238E27FC236}">
                    <a16:creationId xmlns:a16="http://schemas.microsoft.com/office/drawing/2014/main" id="{D1CF30BB-C9A5-718D-2BF9-1F982ABA9216}"/>
                  </a:ext>
                </a:extLst>
              </p:cNvPr>
              <p:cNvSpPr/>
              <p:nvPr/>
            </p:nvSpPr>
            <p:spPr>
              <a:xfrm>
                <a:off x="458955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g2277">
                <a:extLst>
                  <a:ext uri="{FF2B5EF4-FFF2-40B4-BE49-F238E27FC236}">
                    <a16:creationId xmlns:a16="http://schemas.microsoft.com/office/drawing/2014/main" id="{6F374698-F743-51EC-AA2B-212CB09D66CA}"/>
                  </a:ext>
                </a:extLst>
              </p:cNvPr>
              <p:cNvSpPr/>
              <p:nvPr/>
            </p:nvSpPr>
            <p:spPr>
              <a:xfrm>
                <a:off x="362365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g2278">
                <a:extLst>
                  <a:ext uri="{FF2B5EF4-FFF2-40B4-BE49-F238E27FC236}">
                    <a16:creationId xmlns:a16="http://schemas.microsoft.com/office/drawing/2014/main" id="{053D1031-CFEC-64D4-F134-DF073B296F7B}"/>
                  </a:ext>
                </a:extLst>
              </p:cNvPr>
              <p:cNvSpPr/>
              <p:nvPr/>
            </p:nvSpPr>
            <p:spPr>
              <a:xfrm>
                <a:off x="363529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g2279">
                <a:extLst>
                  <a:ext uri="{FF2B5EF4-FFF2-40B4-BE49-F238E27FC236}">
                    <a16:creationId xmlns:a16="http://schemas.microsoft.com/office/drawing/2014/main" id="{EDE1883C-FF7E-472A-AD0F-4BF7C8DF4CD7}"/>
                  </a:ext>
                </a:extLst>
              </p:cNvPr>
              <p:cNvSpPr/>
              <p:nvPr/>
            </p:nvSpPr>
            <p:spPr>
              <a:xfrm>
                <a:off x="364692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g2280">
                <a:extLst>
                  <a:ext uri="{FF2B5EF4-FFF2-40B4-BE49-F238E27FC236}">
                    <a16:creationId xmlns:a16="http://schemas.microsoft.com/office/drawing/2014/main" id="{A5C6CC44-8A0B-FE40-72BC-37FE7B00339C}"/>
                  </a:ext>
                </a:extLst>
              </p:cNvPr>
              <p:cNvSpPr/>
              <p:nvPr/>
            </p:nvSpPr>
            <p:spPr>
              <a:xfrm>
                <a:off x="365856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g2281">
                <a:extLst>
                  <a:ext uri="{FF2B5EF4-FFF2-40B4-BE49-F238E27FC236}">
                    <a16:creationId xmlns:a16="http://schemas.microsoft.com/office/drawing/2014/main" id="{B0F7ED88-D027-1829-AC53-B48A95AAD640}"/>
                  </a:ext>
                </a:extLst>
              </p:cNvPr>
              <p:cNvSpPr/>
              <p:nvPr/>
            </p:nvSpPr>
            <p:spPr>
              <a:xfrm>
                <a:off x="367020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g2282">
                <a:extLst>
                  <a:ext uri="{FF2B5EF4-FFF2-40B4-BE49-F238E27FC236}">
                    <a16:creationId xmlns:a16="http://schemas.microsoft.com/office/drawing/2014/main" id="{DFF8E776-15A6-9EB5-6930-0A3C04A99A57}"/>
                  </a:ext>
                </a:extLst>
              </p:cNvPr>
              <p:cNvSpPr/>
              <p:nvPr/>
            </p:nvSpPr>
            <p:spPr>
              <a:xfrm>
                <a:off x="372839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g2283">
                <a:extLst>
                  <a:ext uri="{FF2B5EF4-FFF2-40B4-BE49-F238E27FC236}">
                    <a16:creationId xmlns:a16="http://schemas.microsoft.com/office/drawing/2014/main" id="{592E6AC6-B072-B983-32D2-7E1F6CD8BCF2}"/>
                  </a:ext>
                </a:extLst>
              </p:cNvPr>
              <p:cNvSpPr/>
              <p:nvPr/>
            </p:nvSpPr>
            <p:spPr>
              <a:xfrm>
                <a:off x="374002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g2284">
                <a:extLst>
                  <a:ext uri="{FF2B5EF4-FFF2-40B4-BE49-F238E27FC236}">
                    <a16:creationId xmlns:a16="http://schemas.microsoft.com/office/drawing/2014/main" id="{753E42BA-8617-C018-2AD5-9C0C650DF4C0}"/>
                  </a:ext>
                </a:extLst>
              </p:cNvPr>
              <p:cNvSpPr/>
              <p:nvPr/>
            </p:nvSpPr>
            <p:spPr>
              <a:xfrm>
                <a:off x="375166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g2285">
                <a:extLst>
                  <a:ext uri="{FF2B5EF4-FFF2-40B4-BE49-F238E27FC236}">
                    <a16:creationId xmlns:a16="http://schemas.microsoft.com/office/drawing/2014/main" id="{8056817D-F2D2-C6C5-92ED-2343EB1748DB}"/>
                  </a:ext>
                </a:extLst>
              </p:cNvPr>
              <p:cNvSpPr/>
              <p:nvPr/>
            </p:nvSpPr>
            <p:spPr>
              <a:xfrm>
                <a:off x="376330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g2286">
                <a:extLst>
                  <a:ext uri="{FF2B5EF4-FFF2-40B4-BE49-F238E27FC236}">
                    <a16:creationId xmlns:a16="http://schemas.microsoft.com/office/drawing/2014/main" id="{F0FA2E25-9129-87C6-4363-DFAACDA059C4}"/>
                  </a:ext>
                </a:extLst>
              </p:cNvPr>
              <p:cNvSpPr/>
              <p:nvPr/>
            </p:nvSpPr>
            <p:spPr>
              <a:xfrm>
                <a:off x="377493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g2287">
                <a:extLst>
                  <a:ext uri="{FF2B5EF4-FFF2-40B4-BE49-F238E27FC236}">
                    <a16:creationId xmlns:a16="http://schemas.microsoft.com/office/drawing/2014/main" id="{7BE19F3F-81BC-A74F-AFF9-F2B719457740}"/>
                  </a:ext>
                </a:extLst>
              </p:cNvPr>
              <p:cNvSpPr/>
              <p:nvPr/>
            </p:nvSpPr>
            <p:spPr>
              <a:xfrm>
                <a:off x="378657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g2288">
                <a:extLst>
                  <a:ext uri="{FF2B5EF4-FFF2-40B4-BE49-F238E27FC236}">
                    <a16:creationId xmlns:a16="http://schemas.microsoft.com/office/drawing/2014/main" id="{A1C2A40C-194A-E129-5E31-DD6067F1BC92}"/>
                  </a:ext>
                </a:extLst>
              </p:cNvPr>
              <p:cNvSpPr/>
              <p:nvPr/>
            </p:nvSpPr>
            <p:spPr>
              <a:xfrm>
                <a:off x="379821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g2289">
                <a:extLst>
                  <a:ext uri="{FF2B5EF4-FFF2-40B4-BE49-F238E27FC236}">
                    <a16:creationId xmlns:a16="http://schemas.microsoft.com/office/drawing/2014/main" id="{7ADC0575-5DDF-83B1-BE21-D4B1DC2113D8}"/>
                  </a:ext>
                </a:extLst>
              </p:cNvPr>
              <p:cNvSpPr/>
              <p:nvPr/>
            </p:nvSpPr>
            <p:spPr>
              <a:xfrm>
                <a:off x="380985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g2290">
                <a:extLst>
                  <a:ext uri="{FF2B5EF4-FFF2-40B4-BE49-F238E27FC236}">
                    <a16:creationId xmlns:a16="http://schemas.microsoft.com/office/drawing/2014/main" id="{F927E3DD-7267-2541-1CAC-5D1D8A69CF24}"/>
                  </a:ext>
                </a:extLst>
              </p:cNvPr>
              <p:cNvSpPr/>
              <p:nvPr/>
            </p:nvSpPr>
            <p:spPr>
              <a:xfrm>
                <a:off x="382148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g2291">
                <a:extLst>
                  <a:ext uri="{FF2B5EF4-FFF2-40B4-BE49-F238E27FC236}">
                    <a16:creationId xmlns:a16="http://schemas.microsoft.com/office/drawing/2014/main" id="{B9CE93B9-1AB4-93A8-773B-F8387554073D}"/>
                  </a:ext>
                </a:extLst>
              </p:cNvPr>
              <p:cNvSpPr/>
              <p:nvPr/>
            </p:nvSpPr>
            <p:spPr>
              <a:xfrm>
                <a:off x="383312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g2292">
                <a:extLst>
                  <a:ext uri="{FF2B5EF4-FFF2-40B4-BE49-F238E27FC236}">
                    <a16:creationId xmlns:a16="http://schemas.microsoft.com/office/drawing/2014/main" id="{1FC2B464-F3E4-3054-AF33-DDA2547E43CF}"/>
                  </a:ext>
                </a:extLst>
              </p:cNvPr>
              <p:cNvSpPr/>
              <p:nvPr/>
            </p:nvSpPr>
            <p:spPr>
              <a:xfrm>
                <a:off x="384476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g2293">
                <a:extLst>
                  <a:ext uri="{FF2B5EF4-FFF2-40B4-BE49-F238E27FC236}">
                    <a16:creationId xmlns:a16="http://schemas.microsoft.com/office/drawing/2014/main" id="{7C65A1A3-8887-7E28-E170-D81CFB773993}"/>
                  </a:ext>
                </a:extLst>
              </p:cNvPr>
              <p:cNvSpPr/>
              <p:nvPr/>
            </p:nvSpPr>
            <p:spPr>
              <a:xfrm>
                <a:off x="385640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g2294">
                <a:extLst>
                  <a:ext uri="{FF2B5EF4-FFF2-40B4-BE49-F238E27FC236}">
                    <a16:creationId xmlns:a16="http://schemas.microsoft.com/office/drawing/2014/main" id="{F9B90FB0-C295-3206-5CB1-463EA7EF3B7F}"/>
                  </a:ext>
                </a:extLst>
              </p:cNvPr>
              <p:cNvSpPr/>
              <p:nvPr/>
            </p:nvSpPr>
            <p:spPr>
              <a:xfrm>
                <a:off x="386803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g2295">
                <a:extLst>
                  <a:ext uri="{FF2B5EF4-FFF2-40B4-BE49-F238E27FC236}">
                    <a16:creationId xmlns:a16="http://schemas.microsoft.com/office/drawing/2014/main" id="{ACCA905B-3240-8349-923D-B77F0BBFB670}"/>
                  </a:ext>
                </a:extLst>
              </p:cNvPr>
              <p:cNvSpPr/>
              <p:nvPr/>
            </p:nvSpPr>
            <p:spPr>
              <a:xfrm>
                <a:off x="387967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g2296">
                <a:extLst>
                  <a:ext uri="{FF2B5EF4-FFF2-40B4-BE49-F238E27FC236}">
                    <a16:creationId xmlns:a16="http://schemas.microsoft.com/office/drawing/2014/main" id="{5D0C4243-5CF2-6FC0-E0AC-E87AB284FD0C}"/>
                  </a:ext>
                </a:extLst>
              </p:cNvPr>
              <p:cNvSpPr/>
              <p:nvPr/>
            </p:nvSpPr>
            <p:spPr>
              <a:xfrm>
                <a:off x="389131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g2297">
                <a:extLst>
                  <a:ext uri="{FF2B5EF4-FFF2-40B4-BE49-F238E27FC236}">
                    <a16:creationId xmlns:a16="http://schemas.microsoft.com/office/drawing/2014/main" id="{6648884E-5E1D-29C4-E29E-6FF5ABC79054}"/>
                  </a:ext>
                </a:extLst>
              </p:cNvPr>
              <p:cNvSpPr/>
              <p:nvPr/>
            </p:nvSpPr>
            <p:spPr>
              <a:xfrm>
                <a:off x="390295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g2298">
                <a:extLst>
                  <a:ext uri="{FF2B5EF4-FFF2-40B4-BE49-F238E27FC236}">
                    <a16:creationId xmlns:a16="http://schemas.microsoft.com/office/drawing/2014/main" id="{E8880514-EE7E-8798-8960-1B20F34C028F}"/>
                  </a:ext>
                </a:extLst>
              </p:cNvPr>
              <p:cNvSpPr/>
              <p:nvPr/>
            </p:nvSpPr>
            <p:spPr>
              <a:xfrm>
                <a:off x="391458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g2299">
                <a:extLst>
                  <a:ext uri="{FF2B5EF4-FFF2-40B4-BE49-F238E27FC236}">
                    <a16:creationId xmlns:a16="http://schemas.microsoft.com/office/drawing/2014/main" id="{1A56A649-E166-D572-66BA-E3198D0E2E32}"/>
                  </a:ext>
                </a:extLst>
              </p:cNvPr>
              <p:cNvSpPr/>
              <p:nvPr/>
            </p:nvSpPr>
            <p:spPr>
              <a:xfrm>
                <a:off x="392622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g2300">
                <a:extLst>
                  <a:ext uri="{FF2B5EF4-FFF2-40B4-BE49-F238E27FC236}">
                    <a16:creationId xmlns:a16="http://schemas.microsoft.com/office/drawing/2014/main" id="{FD06F22D-DEF8-FAFD-E18F-3EFE3876BA9C}"/>
                  </a:ext>
                </a:extLst>
              </p:cNvPr>
              <p:cNvSpPr/>
              <p:nvPr/>
            </p:nvSpPr>
            <p:spPr>
              <a:xfrm>
                <a:off x="393786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g2301">
                <a:extLst>
                  <a:ext uri="{FF2B5EF4-FFF2-40B4-BE49-F238E27FC236}">
                    <a16:creationId xmlns:a16="http://schemas.microsoft.com/office/drawing/2014/main" id="{AB79912B-6277-2305-6E2F-7D7A049760E1}"/>
                  </a:ext>
                </a:extLst>
              </p:cNvPr>
              <p:cNvSpPr/>
              <p:nvPr/>
            </p:nvSpPr>
            <p:spPr>
              <a:xfrm>
                <a:off x="394949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g2302">
                <a:extLst>
                  <a:ext uri="{FF2B5EF4-FFF2-40B4-BE49-F238E27FC236}">
                    <a16:creationId xmlns:a16="http://schemas.microsoft.com/office/drawing/2014/main" id="{A2DFD548-A7CA-3D08-30F8-D5A7746876B5}"/>
                  </a:ext>
                </a:extLst>
              </p:cNvPr>
              <p:cNvSpPr/>
              <p:nvPr/>
            </p:nvSpPr>
            <p:spPr>
              <a:xfrm>
                <a:off x="396113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g2303">
                <a:extLst>
                  <a:ext uri="{FF2B5EF4-FFF2-40B4-BE49-F238E27FC236}">
                    <a16:creationId xmlns:a16="http://schemas.microsoft.com/office/drawing/2014/main" id="{93EDDB4D-E8F9-313B-9189-E4132D70B512}"/>
                  </a:ext>
                </a:extLst>
              </p:cNvPr>
              <p:cNvSpPr/>
              <p:nvPr/>
            </p:nvSpPr>
            <p:spPr>
              <a:xfrm>
                <a:off x="397277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g2304">
                <a:extLst>
                  <a:ext uri="{FF2B5EF4-FFF2-40B4-BE49-F238E27FC236}">
                    <a16:creationId xmlns:a16="http://schemas.microsoft.com/office/drawing/2014/main" id="{9EAB999B-BED7-E7D6-DFAD-420A0AC44619}"/>
                  </a:ext>
                </a:extLst>
              </p:cNvPr>
              <p:cNvSpPr/>
              <p:nvPr/>
            </p:nvSpPr>
            <p:spPr>
              <a:xfrm>
                <a:off x="398441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g2305">
                <a:extLst>
                  <a:ext uri="{FF2B5EF4-FFF2-40B4-BE49-F238E27FC236}">
                    <a16:creationId xmlns:a16="http://schemas.microsoft.com/office/drawing/2014/main" id="{B41592E8-FC6D-0583-FC26-300ABC468A25}"/>
                  </a:ext>
                </a:extLst>
              </p:cNvPr>
              <p:cNvSpPr/>
              <p:nvPr/>
            </p:nvSpPr>
            <p:spPr>
              <a:xfrm>
                <a:off x="399604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85D8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g2306">
                <a:extLst>
                  <a:ext uri="{FF2B5EF4-FFF2-40B4-BE49-F238E27FC236}">
                    <a16:creationId xmlns:a16="http://schemas.microsoft.com/office/drawing/2014/main" id="{85ED9D67-F19A-F180-1B98-3D08411DC5E5}"/>
                  </a:ext>
                </a:extLst>
              </p:cNvPr>
              <p:cNvSpPr/>
              <p:nvPr/>
            </p:nvSpPr>
            <p:spPr>
              <a:xfrm>
                <a:off x="400768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g2307">
                <a:extLst>
                  <a:ext uri="{FF2B5EF4-FFF2-40B4-BE49-F238E27FC236}">
                    <a16:creationId xmlns:a16="http://schemas.microsoft.com/office/drawing/2014/main" id="{D77880D2-941F-665F-F401-446CECA75EA2}"/>
                  </a:ext>
                </a:extLst>
              </p:cNvPr>
              <p:cNvSpPr/>
              <p:nvPr/>
            </p:nvSpPr>
            <p:spPr>
              <a:xfrm>
                <a:off x="401932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g2308">
                <a:extLst>
                  <a:ext uri="{FF2B5EF4-FFF2-40B4-BE49-F238E27FC236}">
                    <a16:creationId xmlns:a16="http://schemas.microsoft.com/office/drawing/2014/main" id="{F14664D7-B220-1773-A85A-F8BC12DDEE41}"/>
                  </a:ext>
                </a:extLst>
              </p:cNvPr>
              <p:cNvSpPr/>
              <p:nvPr/>
            </p:nvSpPr>
            <p:spPr>
              <a:xfrm>
                <a:off x="403096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g2309">
                <a:extLst>
                  <a:ext uri="{FF2B5EF4-FFF2-40B4-BE49-F238E27FC236}">
                    <a16:creationId xmlns:a16="http://schemas.microsoft.com/office/drawing/2014/main" id="{209F355F-75C0-6323-6F58-307A9CDADF48}"/>
                  </a:ext>
                </a:extLst>
              </p:cNvPr>
              <p:cNvSpPr/>
              <p:nvPr/>
            </p:nvSpPr>
            <p:spPr>
              <a:xfrm>
                <a:off x="404259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g2310">
                <a:extLst>
                  <a:ext uri="{FF2B5EF4-FFF2-40B4-BE49-F238E27FC236}">
                    <a16:creationId xmlns:a16="http://schemas.microsoft.com/office/drawing/2014/main" id="{0ABAC9B4-3610-F218-5164-284E3E173F31}"/>
                  </a:ext>
                </a:extLst>
              </p:cNvPr>
              <p:cNvSpPr/>
              <p:nvPr/>
            </p:nvSpPr>
            <p:spPr>
              <a:xfrm>
                <a:off x="405423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g2311">
                <a:extLst>
                  <a:ext uri="{FF2B5EF4-FFF2-40B4-BE49-F238E27FC236}">
                    <a16:creationId xmlns:a16="http://schemas.microsoft.com/office/drawing/2014/main" id="{5495CEA1-8E7E-D39D-4F1C-13C5A34CA015}"/>
                  </a:ext>
                </a:extLst>
              </p:cNvPr>
              <p:cNvSpPr/>
              <p:nvPr/>
            </p:nvSpPr>
            <p:spPr>
              <a:xfrm>
                <a:off x="406587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g2312">
                <a:extLst>
                  <a:ext uri="{FF2B5EF4-FFF2-40B4-BE49-F238E27FC236}">
                    <a16:creationId xmlns:a16="http://schemas.microsoft.com/office/drawing/2014/main" id="{388FB95D-B2DD-89F3-1EB4-E8360458C3C7}"/>
                  </a:ext>
                </a:extLst>
              </p:cNvPr>
              <p:cNvSpPr/>
              <p:nvPr/>
            </p:nvSpPr>
            <p:spPr>
              <a:xfrm>
                <a:off x="407751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g2313">
                <a:extLst>
                  <a:ext uri="{FF2B5EF4-FFF2-40B4-BE49-F238E27FC236}">
                    <a16:creationId xmlns:a16="http://schemas.microsoft.com/office/drawing/2014/main" id="{49A6D390-90B8-931F-C93D-EC89C728D4DE}"/>
                  </a:ext>
                </a:extLst>
              </p:cNvPr>
              <p:cNvSpPr/>
              <p:nvPr/>
            </p:nvSpPr>
            <p:spPr>
              <a:xfrm>
                <a:off x="408914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g2314">
                <a:extLst>
                  <a:ext uri="{FF2B5EF4-FFF2-40B4-BE49-F238E27FC236}">
                    <a16:creationId xmlns:a16="http://schemas.microsoft.com/office/drawing/2014/main" id="{51C593B3-B3E8-85FB-9E84-1A01D37A5C09}"/>
                  </a:ext>
                </a:extLst>
              </p:cNvPr>
              <p:cNvSpPr/>
              <p:nvPr/>
            </p:nvSpPr>
            <p:spPr>
              <a:xfrm>
                <a:off x="412405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g2315">
                <a:extLst>
                  <a:ext uri="{FF2B5EF4-FFF2-40B4-BE49-F238E27FC236}">
                    <a16:creationId xmlns:a16="http://schemas.microsoft.com/office/drawing/2014/main" id="{DB244150-A479-3F82-8E83-0DF6F4810B75}"/>
                  </a:ext>
                </a:extLst>
              </p:cNvPr>
              <p:cNvSpPr/>
              <p:nvPr/>
            </p:nvSpPr>
            <p:spPr>
              <a:xfrm>
                <a:off x="454300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g2316">
                <a:extLst>
                  <a:ext uri="{FF2B5EF4-FFF2-40B4-BE49-F238E27FC236}">
                    <a16:creationId xmlns:a16="http://schemas.microsoft.com/office/drawing/2014/main" id="{FCDCA002-2521-2D23-8282-1C218AE31E8B}"/>
                  </a:ext>
                </a:extLst>
              </p:cNvPr>
              <p:cNvSpPr/>
              <p:nvPr/>
            </p:nvSpPr>
            <p:spPr>
              <a:xfrm>
                <a:off x="455464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g2317">
                <a:extLst>
                  <a:ext uri="{FF2B5EF4-FFF2-40B4-BE49-F238E27FC236}">
                    <a16:creationId xmlns:a16="http://schemas.microsoft.com/office/drawing/2014/main" id="{2F41088A-3BF7-D0F4-902B-D7D584D03CA8}"/>
                  </a:ext>
                </a:extLst>
              </p:cNvPr>
              <p:cNvSpPr/>
              <p:nvPr/>
            </p:nvSpPr>
            <p:spPr>
              <a:xfrm>
                <a:off x="456627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g2318">
                <a:extLst>
                  <a:ext uri="{FF2B5EF4-FFF2-40B4-BE49-F238E27FC236}">
                    <a16:creationId xmlns:a16="http://schemas.microsoft.com/office/drawing/2014/main" id="{01D5A73D-12CC-2603-8F1B-015981898323}"/>
                  </a:ext>
                </a:extLst>
              </p:cNvPr>
              <p:cNvSpPr/>
              <p:nvPr/>
            </p:nvSpPr>
            <p:spPr>
              <a:xfrm>
                <a:off x="457791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g2319">
                <a:extLst>
                  <a:ext uri="{FF2B5EF4-FFF2-40B4-BE49-F238E27FC236}">
                    <a16:creationId xmlns:a16="http://schemas.microsoft.com/office/drawing/2014/main" id="{2605EB1D-7D88-641D-60B5-D8BB3742A11D}"/>
                  </a:ext>
                </a:extLst>
              </p:cNvPr>
              <p:cNvSpPr/>
              <p:nvPr/>
            </p:nvSpPr>
            <p:spPr>
              <a:xfrm>
                <a:off x="458955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g2320">
                <a:extLst>
                  <a:ext uri="{FF2B5EF4-FFF2-40B4-BE49-F238E27FC236}">
                    <a16:creationId xmlns:a16="http://schemas.microsoft.com/office/drawing/2014/main" id="{F49ABE32-EC43-3592-6DA5-6FBCD72DBCF2}"/>
                  </a:ext>
                </a:extLst>
              </p:cNvPr>
              <p:cNvSpPr/>
              <p:nvPr/>
            </p:nvSpPr>
            <p:spPr>
              <a:xfrm>
                <a:off x="361201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g2321">
                <a:extLst>
                  <a:ext uri="{FF2B5EF4-FFF2-40B4-BE49-F238E27FC236}">
                    <a16:creationId xmlns:a16="http://schemas.microsoft.com/office/drawing/2014/main" id="{C3F9CE8D-473B-DFDB-BA94-FEB78139B22A}"/>
                  </a:ext>
                </a:extLst>
              </p:cNvPr>
              <p:cNvSpPr/>
              <p:nvPr/>
            </p:nvSpPr>
            <p:spPr>
              <a:xfrm>
                <a:off x="362365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g2322">
                <a:extLst>
                  <a:ext uri="{FF2B5EF4-FFF2-40B4-BE49-F238E27FC236}">
                    <a16:creationId xmlns:a16="http://schemas.microsoft.com/office/drawing/2014/main" id="{A330F9DE-9CEF-0EDF-93E5-B17A3C2B7107}"/>
                  </a:ext>
                </a:extLst>
              </p:cNvPr>
              <p:cNvSpPr/>
              <p:nvPr/>
            </p:nvSpPr>
            <p:spPr>
              <a:xfrm>
                <a:off x="363529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g2323">
                <a:extLst>
                  <a:ext uri="{FF2B5EF4-FFF2-40B4-BE49-F238E27FC236}">
                    <a16:creationId xmlns:a16="http://schemas.microsoft.com/office/drawing/2014/main" id="{FF78138E-60E5-7716-D72E-D57026A9E7EE}"/>
                  </a:ext>
                </a:extLst>
              </p:cNvPr>
              <p:cNvSpPr/>
              <p:nvPr/>
            </p:nvSpPr>
            <p:spPr>
              <a:xfrm>
                <a:off x="364692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g2324">
                <a:extLst>
                  <a:ext uri="{FF2B5EF4-FFF2-40B4-BE49-F238E27FC236}">
                    <a16:creationId xmlns:a16="http://schemas.microsoft.com/office/drawing/2014/main" id="{A346A8A7-CB6E-D3EB-3589-8DE14F6E26B8}"/>
                  </a:ext>
                </a:extLst>
              </p:cNvPr>
              <p:cNvSpPr/>
              <p:nvPr/>
            </p:nvSpPr>
            <p:spPr>
              <a:xfrm>
                <a:off x="365856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g2325">
                <a:extLst>
                  <a:ext uri="{FF2B5EF4-FFF2-40B4-BE49-F238E27FC236}">
                    <a16:creationId xmlns:a16="http://schemas.microsoft.com/office/drawing/2014/main" id="{04E4EA9F-497F-5E4A-0015-4D3BA85C3244}"/>
                  </a:ext>
                </a:extLst>
              </p:cNvPr>
              <p:cNvSpPr/>
              <p:nvPr/>
            </p:nvSpPr>
            <p:spPr>
              <a:xfrm>
                <a:off x="367020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g2326">
                <a:extLst>
                  <a:ext uri="{FF2B5EF4-FFF2-40B4-BE49-F238E27FC236}">
                    <a16:creationId xmlns:a16="http://schemas.microsoft.com/office/drawing/2014/main" id="{02634909-FA9F-D147-1A0D-91AE469C62DC}"/>
                  </a:ext>
                </a:extLst>
              </p:cNvPr>
              <p:cNvSpPr/>
              <p:nvPr/>
            </p:nvSpPr>
            <p:spPr>
              <a:xfrm>
                <a:off x="368184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g2327">
                <a:extLst>
                  <a:ext uri="{FF2B5EF4-FFF2-40B4-BE49-F238E27FC236}">
                    <a16:creationId xmlns:a16="http://schemas.microsoft.com/office/drawing/2014/main" id="{E5016846-9CCB-0E48-6267-83F9DBE87525}"/>
                  </a:ext>
                </a:extLst>
              </p:cNvPr>
              <p:cNvSpPr/>
              <p:nvPr/>
            </p:nvSpPr>
            <p:spPr>
              <a:xfrm>
                <a:off x="369347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g2328">
                <a:extLst>
                  <a:ext uri="{FF2B5EF4-FFF2-40B4-BE49-F238E27FC236}">
                    <a16:creationId xmlns:a16="http://schemas.microsoft.com/office/drawing/2014/main" id="{2C6FBCA0-D66E-53A8-7FFC-F09299E8A49E}"/>
                  </a:ext>
                </a:extLst>
              </p:cNvPr>
              <p:cNvSpPr/>
              <p:nvPr/>
            </p:nvSpPr>
            <p:spPr>
              <a:xfrm>
                <a:off x="370511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g2329">
                <a:extLst>
                  <a:ext uri="{FF2B5EF4-FFF2-40B4-BE49-F238E27FC236}">
                    <a16:creationId xmlns:a16="http://schemas.microsoft.com/office/drawing/2014/main" id="{EFE672BE-3EBF-1892-BAD3-1A0EC08997CB}"/>
                  </a:ext>
                </a:extLst>
              </p:cNvPr>
              <p:cNvSpPr/>
              <p:nvPr/>
            </p:nvSpPr>
            <p:spPr>
              <a:xfrm>
                <a:off x="371675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g2330">
                <a:extLst>
                  <a:ext uri="{FF2B5EF4-FFF2-40B4-BE49-F238E27FC236}">
                    <a16:creationId xmlns:a16="http://schemas.microsoft.com/office/drawing/2014/main" id="{9E7055C8-8831-A3A6-346B-704CCCA0FFF5}"/>
                  </a:ext>
                </a:extLst>
              </p:cNvPr>
              <p:cNvSpPr/>
              <p:nvPr/>
            </p:nvSpPr>
            <p:spPr>
              <a:xfrm>
                <a:off x="372839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g2331">
                <a:extLst>
                  <a:ext uri="{FF2B5EF4-FFF2-40B4-BE49-F238E27FC236}">
                    <a16:creationId xmlns:a16="http://schemas.microsoft.com/office/drawing/2014/main" id="{A2F2068A-92FA-9234-9D34-3D6F0FBFD818}"/>
                  </a:ext>
                </a:extLst>
              </p:cNvPr>
              <p:cNvSpPr/>
              <p:nvPr/>
            </p:nvSpPr>
            <p:spPr>
              <a:xfrm>
                <a:off x="374002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g2332">
                <a:extLst>
                  <a:ext uri="{FF2B5EF4-FFF2-40B4-BE49-F238E27FC236}">
                    <a16:creationId xmlns:a16="http://schemas.microsoft.com/office/drawing/2014/main" id="{E70ED2B8-C151-331A-F4EF-4B3DA6269598}"/>
                  </a:ext>
                </a:extLst>
              </p:cNvPr>
              <p:cNvSpPr/>
              <p:nvPr/>
            </p:nvSpPr>
            <p:spPr>
              <a:xfrm>
                <a:off x="375166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g2333">
                <a:extLst>
                  <a:ext uri="{FF2B5EF4-FFF2-40B4-BE49-F238E27FC236}">
                    <a16:creationId xmlns:a16="http://schemas.microsoft.com/office/drawing/2014/main" id="{6BC278E1-D843-6DA0-5D25-F64AF809DED2}"/>
                  </a:ext>
                </a:extLst>
              </p:cNvPr>
              <p:cNvSpPr/>
              <p:nvPr/>
            </p:nvSpPr>
            <p:spPr>
              <a:xfrm>
                <a:off x="376330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g2334">
                <a:extLst>
                  <a:ext uri="{FF2B5EF4-FFF2-40B4-BE49-F238E27FC236}">
                    <a16:creationId xmlns:a16="http://schemas.microsoft.com/office/drawing/2014/main" id="{8044E898-5FDB-D588-A35C-AE656A19CB60}"/>
                  </a:ext>
                </a:extLst>
              </p:cNvPr>
              <p:cNvSpPr/>
              <p:nvPr/>
            </p:nvSpPr>
            <p:spPr>
              <a:xfrm>
                <a:off x="377493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g2335">
                <a:extLst>
                  <a:ext uri="{FF2B5EF4-FFF2-40B4-BE49-F238E27FC236}">
                    <a16:creationId xmlns:a16="http://schemas.microsoft.com/office/drawing/2014/main" id="{D33AAB4F-DA9C-6CA5-5153-BEF29408A104}"/>
                  </a:ext>
                </a:extLst>
              </p:cNvPr>
              <p:cNvSpPr/>
              <p:nvPr/>
            </p:nvSpPr>
            <p:spPr>
              <a:xfrm>
                <a:off x="378657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g2336">
                <a:extLst>
                  <a:ext uri="{FF2B5EF4-FFF2-40B4-BE49-F238E27FC236}">
                    <a16:creationId xmlns:a16="http://schemas.microsoft.com/office/drawing/2014/main" id="{94A87323-00C4-58C5-9AA8-03FB5BB5F1D8}"/>
                  </a:ext>
                </a:extLst>
              </p:cNvPr>
              <p:cNvSpPr/>
              <p:nvPr/>
            </p:nvSpPr>
            <p:spPr>
              <a:xfrm>
                <a:off x="379821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g2337">
                <a:extLst>
                  <a:ext uri="{FF2B5EF4-FFF2-40B4-BE49-F238E27FC236}">
                    <a16:creationId xmlns:a16="http://schemas.microsoft.com/office/drawing/2014/main" id="{46E06D8B-BD4A-1F95-533D-1461EE5CC188}"/>
                  </a:ext>
                </a:extLst>
              </p:cNvPr>
              <p:cNvSpPr/>
              <p:nvPr/>
            </p:nvSpPr>
            <p:spPr>
              <a:xfrm>
                <a:off x="380985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g2338">
                <a:extLst>
                  <a:ext uri="{FF2B5EF4-FFF2-40B4-BE49-F238E27FC236}">
                    <a16:creationId xmlns:a16="http://schemas.microsoft.com/office/drawing/2014/main" id="{10F64AE1-DEA4-32D3-062B-556068BEA68A}"/>
                  </a:ext>
                </a:extLst>
              </p:cNvPr>
              <p:cNvSpPr/>
              <p:nvPr/>
            </p:nvSpPr>
            <p:spPr>
              <a:xfrm>
                <a:off x="382148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g2339">
                <a:extLst>
                  <a:ext uri="{FF2B5EF4-FFF2-40B4-BE49-F238E27FC236}">
                    <a16:creationId xmlns:a16="http://schemas.microsoft.com/office/drawing/2014/main" id="{91AA9E01-F201-E43A-D758-B2BCA4FCC579}"/>
                  </a:ext>
                </a:extLst>
              </p:cNvPr>
              <p:cNvSpPr/>
              <p:nvPr/>
            </p:nvSpPr>
            <p:spPr>
              <a:xfrm>
                <a:off x="383312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g2340">
                <a:extLst>
                  <a:ext uri="{FF2B5EF4-FFF2-40B4-BE49-F238E27FC236}">
                    <a16:creationId xmlns:a16="http://schemas.microsoft.com/office/drawing/2014/main" id="{E25B1F91-360D-1752-E470-0BCE4D886286}"/>
                  </a:ext>
                </a:extLst>
              </p:cNvPr>
              <p:cNvSpPr/>
              <p:nvPr/>
            </p:nvSpPr>
            <p:spPr>
              <a:xfrm>
                <a:off x="384476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g2341">
                <a:extLst>
                  <a:ext uri="{FF2B5EF4-FFF2-40B4-BE49-F238E27FC236}">
                    <a16:creationId xmlns:a16="http://schemas.microsoft.com/office/drawing/2014/main" id="{C8D02387-DB82-46C4-4D23-3F2B298C7759}"/>
                  </a:ext>
                </a:extLst>
              </p:cNvPr>
              <p:cNvSpPr/>
              <p:nvPr/>
            </p:nvSpPr>
            <p:spPr>
              <a:xfrm>
                <a:off x="385640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g2342">
                <a:extLst>
                  <a:ext uri="{FF2B5EF4-FFF2-40B4-BE49-F238E27FC236}">
                    <a16:creationId xmlns:a16="http://schemas.microsoft.com/office/drawing/2014/main" id="{556AC569-CB36-9C21-21A9-A34F9AA85D71}"/>
                  </a:ext>
                </a:extLst>
              </p:cNvPr>
              <p:cNvSpPr/>
              <p:nvPr/>
            </p:nvSpPr>
            <p:spPr>
              <a:xfrm>
                <a:off x="386803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g2343">
                <a:extLst>
                  <a:ext uri="{FF2B5EF4-FFF2-40B4-BE49-F238E27FC236}">
                    <a16:creationId xmlns:a16="http://schemas.microsoft.com/office/drawing/2014/main" id="{01FF68F6-BE3A-EFD9-4404-D95C15CE2034}"/>
                  </a:ext>
                </a:extLst>
              </p:cNvPr>
              <p:cNvSpPr/>
              <p:nvPr/>
            </p:nvSpPr>
            <p:spPr>
              <a:xfrm>
                <a:off x="387967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g2344">
                <a:extLst>
                  <a:ext uri="{FF2B5EF4-FFF2-40B4-BE49-F238E27FC236}">
                    <a16:creationId xmlns:a16="http://schemas.microsoft.com/office/drawing/2014/main" id="{705C6EB0-2F4C-0DCB-F166-EC72D9EE4C2E}"/>
                  </a:ext>
                </a:extLst>
              </p:cNvPr>
              <p:cNvSpPr/>
              <p:nvPr/>
            </p:nvSpPr>
            <p:spPr>
              <a:xfrm>
                <a:off x="389131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g2345">
                <a:extLst>
                  <a:ext uri="{FF2B5EF4-FFF2-40B4-BE49-F238E27FC236}">
                    <a16:creationId xmlns:a16="http://schemas.microsoft.com/office/drawing/2014/main" id="{935B7EA8-CF4B-CCE3-E9B0-508B628107F3}"/>
                  </a:ext>
                </a:extLst>
              </p:cNvPr>
              <p:cNvSpPr/>
              <p:nvPr/>
            </p:nvSpPr>
            <p:spPr>
              <a:xfrm>
                <a:off x="390295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g2346">
                <a:extLst>
                  <a:ext uri="{FF2B5EF4-FFF2-40B4-BE49-F238E27FC236}">
                    <a16:creationId xmlns:a16="http://schemas.microsoft.com/office/drawing/2014/main" id="{25680A1F-34C4-0EEB-047D-8F43A7C3B38C}"/>
                  </a:ext>
                </a:extLst>
              </p:cNvPr>
              <p:cNvSpPr/>
              <p:nvPr/>
            </p:nvSpPr>
            <p:spPr>
              <a:xfrm>
                <a:off x="391458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g2347">
                <a:extLst>
                  <a:ext uri="{FF2B5EF4-FFF2-40B4-BE49-F238E27FC236}">
                    <a16:creationId xmlns:a16="http://schemas.microsoft.com/office/drawing/2014/main" id="{B9BD194F-9AFC-A699-9220-B062AD284F85}"/>
                  </a:ext>
                </a:extLst>
              </p:cNvPr>
              <p:cNvSpPr/>
              <p:nvPr/>
            </p:nvSpPr>
            <p:spPr>
              <a:xfrm>
                <a:off x="392622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g2348">
                <a:extLst>
                  <a:ext uri="{FF2B5EF4-FFF2-40B4-BE49-F238E27FC236}">
                    <a16:creationId xmlns:a16="http://schemas.microsoft.com/office/drawing/2014/main" id="{D1CDCF39-77C2-3E16-6AE3-08C1DB010F95}"/>
                  </a:ext>
                </a:extLst>
              </p:cNvPr>
              <p:cNvSpPr/>
              <p:nvPr/>
            </p:nvSpPr>
            <p:spPr>
              <a:xfrm>
                <a:off x="393786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g2349">
                <a:extLst>
                  <a:ext uri="{FF2B5EF4-FFF2-40B4-BE49-F238E27FC236}">
                    <a16:creationId xmlns:a16="http://schemas.microsoft.com/office/drawing/2014/main" id="{BC7A4E13-1193-D2E3-2771-8EC4FE3D3BEB}"/>
                  </a:ext>
                </a:extLst>
              </p:cNvPr>
              <p:cNvSpPr/>
              <p:nvPr/>
            </p:nvSpPr>
            <p:spPr>
              <a:xfrm>
                <a:off x="394949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g2350">
                <a:extLst>
                  <a:ext uri="{FF2B5EF4-FFF2-40B4-BE49-F238E27FC236}">
                    <a16:creationId xmlns:a16="http://schemas.microsoft.com/office/drawing/2014/main" id="{8B1039DA-B91B-A18C-8640-E607CD87496D}"/>
                  </a:ext>
                </a:extLst>
              </p:cNvPr>
              <p:cNvSpPr/>
              <p:nvPr/>
            </p:nvSpPr>
            <p:spPr>
              <a:xfrm>
                <a:off x="396113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g2351">
                <a:extLst>
                  <a:ext uri="{FF2B5EF4-FFF2-40B4-BE49-F238E27FC236}">
                    <a16:creationId xmlns:a16="http://schemas.microsoft.com/office/drawing/2014/main" id="{AA01878E-D4FA-51B8-8D91-787E40A038A6}"/>
                  </a:ext>
                </a:extLst>
              </p:cNvPr>
              <p:cNvSpPr/>
              <p:nvPr/>
            </p:nvSpPr>
            <p:spPr>
              <a:xfrm>
                <a:off x="397277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g2352">
                <a:extLst>
                  <a:ext uri="{FF2B5EF4-FFF2-40B4-BE49-F238E27FC236}">
                    <a16:creationId xmlns:a16="http://schemas.microsoft.com/office/drawing/2014/main" id="{653A1F48-BE38-375F-D2E9-85D34FA493B4}"/>
                  </a:ext>
                </a:extLst>
              </p:cNvPr>
              <p:cNvSpPr/>
              <p:nvPr/>
            </p:nvSpPr>
            <p:spPr>
              <a:xfrm>
                <a:off x="398441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g2353">
                <a:extLst>
                  <a:ext uri="{FF2B5EF4-FFF2-40B4-BE49-F238E27FC236}">
                    <a16:creationId xmlns:a16="http://schemas.microsoft.com/office/drawing/2014/main" id="{DE201280-0BCA-CFC3-95D6-7F8FD897B5C9}"/>
                  </a:ext>
                </a:extLst>
              </p:cNvPr>
              <p:cNvSpPr/>
              <p:nvPr/>
            </p:nvSpPr>
            <p:spPr>
              <a:xfrm>
                <a:off x="399604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g2354">
                <a:extLst>
                  <a:ext uri="{FF2B5EF4-FFF2-40B4-BE49-F238E27FC236}">
                    <a16:creationId xmlns:a16="http://schemas.microsoft.com/office/drawing/2014/main" id="{971855A0-AA93-9559-E9E8-60DABECF9B13}"/>
                  </a:ext>
                </a:extLst>
              </p:cNvPr>
              <p:cNvSpPr/>
              <p:nvPr/>
            </p:nvSpPr>
            <p:spPr>
              <a:xfrm>
                <a:off x="400768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g2355">
                <a:extLst>
                  <a:ext uri="{FF2B5EF4-FFF2-40B4-BE49-F238E27FC236}">
                    <a16:creationId xmlns:a16="http://schemas.microsoft.com/office/drawing/2014/main" id="{8C50795E-9398-B277-A64E-59E7E0898B85}"/>
                  </a:ext>
                </a:extLst>
              </p:cNvPr>
              <p:cNvSpPr/>
              <p:nvPr/>
            </p:nvSpPr>
            <p:spPr>
              <a:xfrm>
                <a:off x="401932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g2356">
                <a:extLst>
                  <a:ext uri="{FF2B5EF4-FFF2-40B4-BE49-F238E27FC236}">
                    <a16:creationId xmlns:a16="http://schemas.microsoft.com/office/drawing/2014/main" id="{83AE3E2B-BA6B-9108-FA54-CA4188FF31D4}"/>
                  </a:ext>
                </a:extLst>
              </p:cNvPr>
              <p:cNvSpPr/>
              <p:nvPr/>
            </p:nvSpPr>
            <p:spPr>
              <a:xfrm>
                <a:off x="403096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g2357">
                <a:extLst>
                  <a:ext uri="{FF2B5EF4-FFF2-40B4-BE49-F238E27FC236}">
                    <a16:creationId xmlns:a16="http://schemas.microsoft.com/office/drawing/2014/main" id="{06A90F24-578D-6F67-B5A4-B015C6F3DFAE}"/>
                  </a:ext>
                </a:extLst>
              </p:cNvPr>
              <p:cNvSpPr/>
              <p:nvPr/>
            </p:nvSpPr>
            <p:spPr>
              <a:xfrm>
                <a:off x="404259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g2358">
                <a:extLst>
                  <a:ext uri="{FF2B5EF4-FFF2-40B4-BE49-F238E27FC236}">
                    <a16:creationId xmlns:a16="http://schemas.microsoft.com/office/drawing/2014/main" id="{B16D9D15-27B5-7142-B05D-1772AC58D8FF}"/>
                  </a:ext>
                </a:extLst>
              </p:cNvPr>
              <p:cNvSpPr/>
              <p:nvPr/>
            </p:nvSpPr>
            <p:spPr>
              <a:xfrm>
                <a:off x="405423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g2359">
                <a:extLst>
                  <a:ext uri="{FF2B5EF4-FFF2-40B4-BE49-F238E27FC236}">
                    <a16:creationId xmlns:a16="http://schemas.microsoft.com/office/drawing/2014/main" id="{3A136830-3E85-25C9-B964-39BCDD6077E6}"/>
                  </a:ext>
                </a:extLst>
              </p:cNvPr>
              <p:cNvSpPr/>
              <p:nvPr/>
            </p:nvSpPr>
            <p:spPr>
              <a:xfrm>
                <a:off x="406587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g2360">
                <a:extLst>
                  <a:ext uri="{FF2B5EF4-FFF2-40B4-BE49-F238E27FC236}">
                    <a16:creationId xmlns:a16="http://schemas.microsoft.com/office/drawing/2014/main" id="{9694B663-129D-EF9D-721B-0DEE0867FEAE}"/>
                  </a:ext>
                </a:extLst>
              </p:cNvPr>
              <p:cNvSpPr/>
              <p:nvPr/>
            </p:nvSpPr>
            <p:spPr>
              <a:xfrm>
                <a:off x="407751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g2361">
                <a:extLst>
                  <a:ext uri="{FF2B5EF4-FFF2-40B4-BE49-F238E27FC236}">
                    <a16:creationId xmlns:a16="http://schemas.microsoft.com/office/drawing/2014/main" id="{BC8A355D-6315-335C-42E5-1739F4ACCBBF}"/>
                  </a:ext>
                </a:extLst>
              </p:cNvPr>
              <p:cNvSpPr/>
              <p:nvPr/>
            </p:nvSpPr>
            <p:spPr>
              <a:xfrm>
                <a:off x="408914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g2362">
                <a:extLst>
                  <a:ext uri="{FF2B5EF4-FFF2-40B4-BE49-F238E27FC236}">
                    <a16:creationId xmlns:a16="http://schemas.microsoft.com/office/drawing/2014/main" id="{32F99066-A973-B1AD-9E3F-BA4606DB2E85}"/>
                  </a:ext>
                </a:extLst>
              </p:cNvPr>
              <p:cNvSpPr/>
              <p:nvPr/>
            </p:nvSpPr>
            <p:spPr>
              <a:xfrm>
                <a:off x="410078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g2363">
                <a:extLst>
                  <a:ext uri="{FF2B5EF4-FFF2-40B4-BE49-F238E27FC236}">
                    <a16:creationId xmlns:a16="http://schemas.microsoft.com/office/drawing/2014/main" id="{98C5CD18-E590-23E9-53FE-D56113727D51}"/>
                  </a:ext>
                </a:extLst>
              </p:cNvPr>
              <p:cNvSpPr/>
              <p:nvPr/>
            </p:nvSpPr>
            <p:spPr>
              <a:xfrm>
                <a:off x="411242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g2364">
                <a:extLst>
                  <a:ext uri="{FF2B5EF4-FFF2-40B4-BE49-F238E27FC236}">
                    <a16:creationId xmlns:a16="http://schemas.microsoft.com/office/drawing/2014/main" id="{8CE8DA0D-49CC-C86C-BD21-E838EA001D4B}"/>
                  </a:ext>
                </a:extLst>
              </p:cNvPr>
              <p:cNvSpPr/>
              <p:nvPr/>
            </p:nvSpPr>
            <p:spPr>
              <a:xfrm>
                <a:off x="412405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g2365">
                <a:extLst>
                  <a:ext uri="{FF2B5EF4-FFF2-40B4-BE49-F238E27FC236}">
                    <a16:creationId xmlns:a16="http://schemas.microsoft.com/office/drawing/2014/main" id="{73AAE5B1-5F77-77A0-37A2-A900193FBB1E}"/>
                  </a:ext>
                </a:extLst>
              </p:cNvPr>
              <p:cNvSpPr/>
              <p:nvPr/>
            </p:nvSpPr>
            <p:spPr>
              <a:xfrm>
                <a:off x="413569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g2366">
                <a:extLst>
                  <a:ext uri="{FF2B5EF4-FFF2-40B4-BE49-F238E27FC236}">
                    <a16:creationId xmlns:a16="http://schemas.microsoft.com/office/drawing/2014/main" id="{F07BDAAF-16F8-ADDC-5202-A7577C225947}"/>
                  </a:ext>
                </a:extLst>
              </p:cNvPr>
              <p:cNvSpPr/>
              <p:nvPr/>
            </p:nvSpPr>
            <p:spPr>
              <a:xfrm>
                <a:off x="414733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g2367">
                <a:extLst>
                  <a:ext uri="{FF2B5EF4-FFF2-40B4-BE49-F238E27FC236}">
                    <a16:creationId xmlns:a16="http://schemas.microsoft.com/office/drawing/2014/main" id="{F9BA079B-A80B-BBA3-6B80-01E462B87B49}"/>
                  </a:ext>
                </a:extLst>
              </p:cNvPr>
              <p:cNvSpPr/>
              <p:nvPr/>
            </p:nvSpPr>
            <p:spPr>
              <a:xfrm>
                <a:off x="455464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g2368">
                <a:extLst>
                  <a:ext uri="{FF2B5EF4-FFF2-40B4-BE49-F238E27FC236}">
                    <a16:creationId xmlns:a16="http://schemas.microsoft.com/office/drawing/2014/main" id="{91D6DBA8-E8D6-F08E-ED2A-410C85C42803}"/>
                  </a:ext>
                </a:extLst>
              </p:cNvPr>
              <p:cNvSpPr/>
              <p:nvPr/>
            </p:nvSpPr>
            <p:spPr>
              <a:xfrm>
                <a:off x="456627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g2369">
                <a:extLst>
                  <a:ext uri="{FF2B5EF4-FFF2-40B4-BE49-F238E27FC236}">
                    <a16:creationId xmlns:a16="http://schemas.microsoft.com/office/drawing/2014/main" id="{64217207-2FBA-64C5-CB73-A503D5EB28E4}"/>
                  </a:ext>
                </a:extLst>
              </p:cNvPr>
              <p:cNvSpPr/>
              <p:nvPr/>
            </p:nvSpPr>
            <p:spPr>
              <a:xfrm>
                <a:off x="457791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g2370">
                <a:extLst>
                  <a:ext uri="{FF2B5EF4-FFF2-40B4-BE49-F238E27FC236}">
                    <a16:creationId xmlns:a16="http://schemas.microsoft.com/office/drawing/2014/main" id="{37DD0A8C-07E5-30E8-C338-F1EFA2120C7D}"/>
                  </a:ext>
                </a:extLst>
              </p:cNvPr>
              <p:cNvSpPr/>
              <p:nvPr/>
            </p:nvSpPr>
            <p:spPr>
              <a:xfrm>
                <a:off x="458955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g2371">
                <a:extLst>
                  <a:ext uri="{FF2B5EF4-FFF2-40B4-BE49-F238E27FC236}">
                    <a16:creationId xmlns:a16="http://schemas.microsoft.com/office/drawing/2014/main" id="{E9F37644-788A-327A-63AC-1E1EB11341C8}"/>
                  </a:ext>
                </a:extLst>
              </p:cNvPr>
              <p:cNvSpPr/>
              <p:nvPr/>
            </p:nvSpPr>
            <p:spPr>
              <a:xfrm>
                <a:off x="360037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g2372">
                <a:extLst>
                  <a:ext uri="{FF2B5EF4-FFF2-40B4-BE49-F238E27FC236}">
                    <a16:creationId xmlns:a16="http://schemas.microsoft.com/office/drawing/2014/main" id="{1BC5CA90-322F-CB96-7623-BC6EE74604BE}"/>
                  </a:ext>
                </a:extLst>
              </p:cNvPr>
              <p:cNvSpPr/>
              <p:nvPr/>
            </p:nvSpPr>
            <p:spPr>
              <a:xfrm>
                <a:off x="361201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g2373">
                <a:extLst>
                  <a:ext uri="{FF2B5EF4-FFF2-40B4-BE49-F238E27FC236}">
                    <a16:creationId xmlns:a16="http://schemas.microsoft.com/office/drawing/2014/main" id="{D4C8CB80-112E-6772-8375-A3FE6DCE4569}"/>
                  </a:ext>
                </a:extLst>
              </p:cNvPr>
              <p:cNvSpPr/>
              <p:nvPr/>
            </p:nvSpPr>
            <p:spPr>
              <a:xfrm>
                <a:off x="362365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BF">
                  <a:alpha val="100000"/>
                </a:srgbClr>
              </a:solidFill>
              <a:ln w="5420" cap="flat">
                <a:solidFill>
                  <a:srgbClr val="91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g2374">
                <a:extLst>
                  <a:ext uri="{FF2B5EF4-FFF2-40B4-BE49-F238E27FC236}">
                    <a16:creationId xmlns:a16="http://schemas.microsoft.com/office/drawing/2014/main" id="{7C38E854-84E8-00BB-8F0C-9FE0C18B88CE}"/>
                  </a:ext>
                </a:extLst>
              </p:cNvPr>
              <p:cNvSpPr/>
              <p:nvPr/>
            </p:nvSpPr>
            <p:spPr>
              <a:xfrm>
                <a:off x="363529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g2375">
                <a:extLst>
                  <a:ext uri="{FF2B5EF4-FFF2-40B4-BE49-F238E27FC236}">
                    <a16:creationId xmlns:a16="http://schemas.microsoft.com/office/drawing/2014/main" id="{EC9FD1F3-1005-6779-8B65-58B73D2B87A9}"/>
                  </a:ext>
                </a:extLst>
              </p:cNvPr>
              <p:cNvSpPr/>
              <p:nvPr/>
            </p:nvSpPr>
            <p:spPr>
              <a:xfrm>
                <a:off x="364692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g2376">
                <a:extLst>
                  <a:ext uri="{FF2B5EF4-FFF2-40B4-BE49-F238E27FC236}">
                    <a16:creationId xmlns:a16="http://schemas.microsoft.com/office/drawing/2014/main" id="{564A4FF3-022A-46B5-BA8F-418FB490E73B}"/>
                  </a:ext>
                </a:extLst>
              </p:cNvPr>
              <p:cNvSpPr/>
              <p:nvPr/>
            </p:nvSpPr>
            <p:spPr>
              <a:xfrm>
                <a:off x="365856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g2377">
                <a:extLst>
                  <a:ext uri="{FF2B5EF4-FFF2-40B4-BE49-F238E27FC236}">
                    <a16:creationId xmlns:a16="http://schemas.microsoft.com/office/drawing/2014/main" id="{9A0959D9-2AA5-398B-A410-BB3C379E2CF3}"/>
                  </a:ext>
                </a:extLst>
              </p:cNvPr>
              <p:cNvSpPr/>
              <p:nvPr/>
            </p:nvSpPr>
            <p:spPr>
              <a:xfrm>
                <a:off x="367020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g2378">
                <a:extLst>
                  <a:ext uri="{FF2B5EF4-FFF2-40B4-BE49-F238E27FC236}">
                    <a16:creationId xmlns:a16="http://schemas.microsoft.com/office/drawing/2014/main" id="{24033BD1-F3F6-945C-1DF9-8D12EF8049C3}"/>
                  </a:ext>
                </a:extLst>
              </p:cNvPr>
              <p:cNvSpPr/>
              <p:nvPr/>
            </p:nvSpPr>
            <p:spPr>
              <a:xfrm>
                <a:off x="368184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g2379">
                <a:extLst>
                  <a:ext uri="{FF2B5EF4-FFF2-40B4-BE49-F238E27FC236}">
                    <a16:creationId xmlns:a16="http://schemas.microsoft.com/office/drawing/2014/main" id="{881AC100-32D8-C5A5-CA4D-A686CB1ACDD3}"/>
                  </a:ext>
                </a:extLst>
              </p:cNvPr>
              <p:cNvSpPr/>
              <p:nvPr/>
            </p:nvSpPr>
            <p:spPr>
              <a:xfrm>
                <a:off x="369347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DC0">
                  <a:alpha val="100000"/>
                </a:srgbClr>
              </a:solidFill>
              <a:ln w="5420" cap="flat">
                <a:solidFill>
                  <a:srgbClr val="92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g2380">
                <a:extLst>
                  <a:ext uri="{FF2B5EF4-FFF2-40B4-BE49-F238E27FC236}">
                    <a16:creationId xmlns:a16="http://schemas.microsoft.com/office/drawing/2014/main" id="{928D9FE2-78B6-8C47-8CDD-1637E19EADBF}"/>
                  </a:ext>
                </a:extLst>
              </p:cNvPr>
              <p:cNvSpPr/>
              <p:nvPr/>
            </p:nvSpPr>
            <p:spPr>
              <a:xfrm>
                <a:off x="370511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DC0">
                  <a:alpha val="100000"/>
                </a:srgbClr>
              </a:solidFill>
              <a:ln w="5420" cap="flat">
                <a:solidFill>
                  <a:srgbClr val="92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g2381">
                <a:extLst>
                  <a:ext uri="{FF2B5EF4-FFF2-40B4-BE49-F238E27FC236}">
                    <a16:creationId xmlns:a16="http://schemas.microsoft.com/office/drawing/2014/main" id="{967795CA-81CF-7677-1B02-C5A1B8ED4F39}"/>
                  </a:ext>
                </a:extLst>
              </p:cNvPr>
              <p:cNvSpPr/>
              <p:nvPr/>
            </p:nvSpPr>
            <p:spPr>
              <a:xfrm>
                <a:off x="371675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DC0">
                  <a:alpha val="100000"/>
                </a:srgbClr>
              </a:solidFill>
              <a:ln w="5420" cap="flat">
                <a:solidFill>
                  <a:srgbClr val="92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g2382">
                <a:extLst>
                  <a:ext uri="{FF2B5EF4-FFF2-40B4-BE49-F238E27FC236}">
                    <a16:creationId xmlns:a16="http://schemas.microsoft.com/office/drawing/2014/main" id="{C4605E39-D8FB-05EF-5849-3D7E372E8698}"/>
                  </a:ext>
                </a:extLst>
              </p:cNvPr>
              <p:cNvSpPr/>
              <p:nvPr/>
            </p:nvSpPr>
            <p:spPr>
              <a:xfrm>
                <a:off x="372839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g2383">
                <a:extLst>
                  <a:ext uri="{FF2B5EF4-FFF2-40B4-BE49-F238E27FC236}">
                    <a16:creationId xmlns:a16="http://schemas.microsoft.com/office/drawing/2014/main" id="{36AA6F17-6DA5-4A56-274F-1389E460BA0D}"/>
                  </a:ext>
                </a:extLst>
              </p:cNvPr>
              <p:cNvSpPr/>
              <p:nvPr/>
            </p:nvSpPr>
            <p:spPr>
              <a:xfrm>
                <a:off x="374002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g2384">
                <a:extLst>
                  <a:ext uri="{FF2B5EF4-FFF2-40B4-BE49-F238E27FC236}">
                    <a16:creationId xmlns:a16="http://schemas.microsoft.com/office/drawing/2014/main" id="{1CD4F315-9C6D-CBD6-FFA8-AB1FC5E16E24}"/>
                  </a:ext>
                </a:extLst>
              </p:cNvPr>
              <p:cNvSpPr/>
              <p:nvPr/>
            </p:nvSpPr>
            <p:spPr>
              <a:xfrm>
                <a:off x="375166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g2385">
                <a:extLst>
                  <a:ext uri="{FF2B5EF4-FFF2-40B4-BE49-F238E27FC236}">
                    <a16:creationId xmlns:a16="http://schemas.microsoft.com/office/drawing/2014/main" id="{AFD62D6B-BD9E-3523-FCE0-4D7F1E3F0CFF}"/>
                  </a:ext>
                </a:extLst>
              </p:cNvPr>
              <p:cNvSpPr/>
              <p:nvPr/>
            </p:nvSpPr>
            <p:spPr>
              <a:xfrm>
                <a:off x="376330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g2386">
                <a:extLst>
                  <a:ext uri="{FF2B5EF4-FFF2-40B4-BE49-F238E27FC236}">
                    <a16:creationId xmlns:a16="http://schemas.microsoft.com/office/drawing/2014/main" id="{DD94CC67-3ECF-2F1D-E11F-567E171F6D15}"/>
                  </a:ext>
                </a:extLst>
              </p:cNvPr>
              <p:cNvSpPr/>
              <p:nvPr/>
            </p:nvSpPr>
            <p:spPr>
              <a:xfrm>
                <a:off x="377493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g2387">
                <a:extLst>
                  <a:ext uri="{FF2B5EF4-FFF2-40B4-BE49-F238E27FC236}">
                    <a16:creationId xmlns:a16="http://schemas.microsoft.com/office/drawing/2014/main" id="{CA23F8D7-4FDC-AD59-948D-27A38CC4D3C4}"/>
                  </a:ext>
                </a:extLst>
              </p:cNvPr>
              <p:cNvSpPr/>
              <p:nvPr/>
            </p:nvSpPr>
            <p:spPr>
              <a:xfrm>
                <a:off x="378657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g2388">
                <a:extLst>
                  <a:ext uri="{FF2B5EF4-FFF2-40B4-BE49-F238E27FC236}">
                    <a16:creationId xmlns:a16="http://schemas.microsoft.com/office/drawing/2014/main" id="{D811DCB9-6088-A4DD-7F12-625A6777FD82}"/>
                  </a:ext>
                </a:extLst>
              </p:cNvPr>
              <p:cNvSpPr/>
              <p:nvPr/>
            </p:nvSpPr>
            <p:spPr>
              <a:xfrm>
                <a:off x="379821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g2389">
                <a:extLst>
                  <a:ext uri="{FF2B5EF4-FFF2-40B4-BE49-F238E27FC236}">
                    <a16:creationId xmlns:a16="http://schemas.microsoft.com/office/drawing/2014/main" id="{5B91BF26-9453-F89F-E535-8E81D7915DCF}"/>
                  </a:ext>
                </a:extLst>
              </p:cNvPr>
              <p:cNvSpPr/>
              <p:nvPr/>
            </p:nvSpPr>
            <p:spPr>
              <a:xfrm>
                <a:off x="380985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g2390">
                <a:extLst>
                  <a:ext uri="{FF2B5EF4-FFF2-40B4-BE49-F238E27FC236}">
                    <a16:creationId xmlns:a16="http://schemas.microsoft.com/office/drawing/2014/main" id="{B4A2FF48-3E57-A0B4-C886-6441D3F4A429}"/>
                  </a:ext>
                </a:extLst>
              </p:cNvPr>
              <p:cNvSpPr/>
              <p:nvPr/>
            </p:nvSpPr>
            <p:spPr>
              <a:xfrm>
                <a:off x="382148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g2391">
                <a:extLst>
                  <a:ext uri="{FF2B5EF4-FFF2-40B4-BE49-F238E27FC236}">
                    <a16:creationId xmlns:a16="http://schemas.microsoft.com/office/drawing/2014/main" id="{827E3764-DA2A-9B74-2FF0-5F4C8C5E667D}"/>
                  </a:ext>
                </a:extLst>
              </p:cNvPr>
              <p:cNvSpPr/>
              <p:nvPr/>
            </p:nvSpPr>
            <p:spPr>
              <a:xfrm>
                <a:off x="383312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g2392">
                <a:extLst>
                  <a:ext uri="{FF2B5EF4-FFF2-40B4-BE49-F238E27FC236}">
                    <a16:creationId xmlns:a16="http://schemas.microsoft.com/office/drawing/2014/main" id="{3C8955A2-2B58-7EC6-B90A-0EE96F319912}"/>
                  </a:ext>
                </a:extLst>
              </p:cNvPr>
              <p:cNvSpPr/>
              <p:nvPr/>
            </p:nvSpPr>
            <p:spPr>
              <a:xfrm>
                <a:off x="384476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g2393">
                <a:extLst>
                  <a:ext uri="{FF2B5EF4-FFF2-40B4-BE49-F238E27FC236}">
                    <a16:creationId xmlns:a16="http://schemas.microsoft.com/office/drawing/2014/main" id="{507D3B47-F4BB-0747-B05E-53EA1E6EDF35}"/>
                  </a:ext>
                </a:extLst>
              </p:cNvPr>
              <p:cNvSpPr/>
              <p:nvPr/>
            </p:nvSpPr>
            <p:spPr>
              <a:xfrm>
                <a:off x="385640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g2394">
                <a:extLst>
                  <a:ext uri="{FF2B5EF4-FFF2-40B4-BE49-F238E27FC236}">
                    <a16:creationId xmlns:a16="http://schemas.microsoft.com/office/drawing/2014/main" id="{D128E1F9-03CA-E74E-EEED-CAA7826D1B68}"/>
                  </a:ext>
                </a:extLst>
              </p:cNvPr>
              <p:cNvSpPr/>
              <p:nvPr/>
            </p:nvSpPr>
            <p:spPr>
              <a:xfrm>
                <a:off x="386803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g2395">
                <a:extLst>
                  <a:ext uri="{FF2B5EF4-FFF2-40B4-BE49-F238E27FC236}">
                    <a16:creationId xmlns:a16="http://schemas.microsoft.com/office/drawing/2014/main" id="{AFED8091-2680-4AA9-8846-82CAC7A1F16F}"/>
                  </a:ext>
                </a:extLst>
              </p:cNvPr>
              <p:cNvSpPr/>
              <p:nvPr/>
            </p:nvSpPr>
            <p:spPr>
              <a:xfrm>
                <a:off x="387967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g2396">
                <a:extLst>
                  <a:ext uri="{FF2B5EF4-FFF2-40B4-BE49-F238E27FC236}">
                    <a16:creationId xmlns:a16="http://schemas.microsoft.com/office/drawing/2014/main" id="{D73DFBA2-7716-2677-F4AA-F46CA334AD95}"/>
                  </a:ext>
                </a:extLst>
              </p:cNvPr>
              <p:cNvSpPr/>
              <p:nvPr/>
            </p:nvSpPr>
            <p:spPr>
              <a:xfrm>
                <a:off x="389131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g2397">
                <a:extLst>
                  <a:ext uri="{FF2B5EF4-FFF2-40B4-BE49-F238E27FC236}">
                    <a16:creationId xmlns:a16="http://schemas.microsoft.com/office/drawing/2014/main" id="{5CFB00C4-CB62-7A01-18F6-C5BABD9B5851}"/>
                  </a:ext>
                </a:extLst>
              </p:cNvPr>
              <p:cNvSpPr/>
              <p:nvPr/>
            </p:nvSpPr>
            <p:spPr>
              <a:xfrm>
                <a:off x="390295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g2398">
                <a:extLst>
                  <a:ext uri="{FF2B5EF4-FFF2-40B4-BE49-F238E27FC236}">
                    <a16:creationId xmlns:a16="http://schemas.microsoft.com/office/drawing/2014/main" id="{4E568768-2EE8-9BEC-F5C3-508C20582A19}"/>
                  </a:ext>
                </a:extLst>
              </p:cNvPr>
              <p:cNvSpPr/>
              <p:nvPr/>
            </p:nvSpPr>
            <p:spPr>
              <a:xfrm>
                <a:off x="391458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g2399">
                <a:extLst>
                  <a:ext uri="{FF2B5EF4-FFF2-40B4-BE49-F238E27FC236}">
                    <a16:creationId xmlns:a16="http://schemas.microsoft.com/office/drawing/2014/main" id="{CD82EC0C-97D1-0F43-30E7-DAC57F9E79A6}"/>
                  </a:ext>
                </a:extLst>
              </p:cNvPr>
              <p:cNvSpPr/>
              <p:nvPr/>
            </p:nvSpPr>
            <p:spPr>
              <a:xfrm>
                <a:off x="392622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g2400">
                <a:extLst>
                  <a:ext uri="{FF2B5EF4-FFF2-40B4-BE49-F238E27FC236}">
                    <a16:creationId xmlns:a16="http://schemas.microsoft.com/office/drawing/2014/main" id="{DEAA45CD-2D0B-F044-969E-4E4D1AB9171B}"/>
                  </a:ext>
                </a:extLst>
              </p:cNvPr>
              <p:cNvSpPr/>
              <p:nvPr/>
            </p:nvSpPr>
            <p:spPr>
              <a:xfrm>
                <a:off x="393786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g2401">
                <a:extLst>
                  <a:ext uri="{FF2B5EF4-FFF2-40B4-BE49-F238E27FC236}">
                    <a16:creationId xmlns:a16="http://schemas.microsoft.com/office/drawing/2014/main" id="{85FFF46E-E41E-6D34-E1EB-6742EAA8DB16}"/>
                  </a:ext>
                </a:extLst>
              </p:cNvPr>
              <p:cNvSpPr/>
              <p:nvPr/>
            </p:nvSpPr>
            <p:spPr>
              <a:xfrm>
                <a:off x="394949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9BC">
                  <a:alpha val="100000"/>
                </a:srgbClr>
              </a:solidFill>
              <a:ln w="5420" cap="flat">
                <a:solidFill>
                  <a:srgbClr val="89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g2402">
                <a:extLst>
                  <a:ext uri="{FF2B5EF4-FFF2-40B4-BE49-F238E27FC236}">
                    <a16:creationId xmlns:a16="http://schemas.microsoft.com/office/drawing/2014/main" id="{14545464-FAB6-ADA4-3EE0-F70EF6F4F890}"/>
                  </a:ext>
                </a:extLst>
              </p:cNvPr>
              <p:cNvSpPr/>
              <p:nvPr/>
            </p:nvSpPr>
            <p:spPr>
              <a:xfrm>
                <a:off x="396113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g2403">
                <a:extLst>
                  <a:ext uri="{FF2B5EF4-FFF2-40B4-BE49-F238E27FC236}">
                    <a16:creationId xmlns:a16="http://schemas.microsoft.com/office/drawing/2014/main" id="{5AA34841-9326-06BA-3034-E0B35E7A63BC}"/>
                  </a:ext>
                </a:extLst>
              </p:cNvPr>
              <p:cNvSpPr/>
              <p:nvPr/>
            </p:nvSpPr>
            <p:spPr>
              <a:xfrm>
                <a:off x="397277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g2404">
                <a:extLst>
                  <a:ext uri="{FF2B5EF4-FFF2-40B4-BE49-F238E27FC236}">
                    <a16:creationId xmlns:a16="http://schemas.microsoft.com/office/drawing/2014/main" id="{F7741084-33F5-5926-EE18-7CC9CEB93435}"/>
                  </a:ext>
                </a:extLst>
              </p:cNvPr>
              <p:cNvSpPr/>
              <p:nvPr/>
            </p:nvSpPr>
            <p:spPr>
              <a:xfrm>
                <a:off x="398441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g2405">
                <a:extLst>
                  <a:ext uri="{FF2B5EF4-FFF2-40B4-BE49-F238E27FC236}">
                    <a16:creationId xmlns:a16="http://schemas.microsoft.com/office/drawing/2014/main" id="{B81F59D7-4F8C-A775-12E4-3AA9DE580870}"/>
                  </a:ext>
                </a:extLst>
              </p:cNvPr>
              <p:cNvSpPr/>
              <p:nvPr/>
            </p:nvSpPr>
            <p:spPr>
              <a:xfrm>
                <a:off x="399604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g2406">
                <a:extLst>
                  <a:ext uri="{FF2B5EF4-FFF2-40B4-BE49-F238E27FC236}">
                    <a16:creationId xmlns:a16="http://schemas.microsoft.com/office/drawing/2014/main" id="{87B4D76E-718A-0B08-5343-568ACEDCA212}"/>
                  </a:ext>
                </a:extLst>
              </p:cNvPr>
              <p:cNvSpPr/>
              <p:nvPr/>
            </p:nvSpPr>
            <p:spPr>
              <a:xfrm>
                <a:off x="400768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g2407">
                <a:extLst>
                  <a:ext uri="{FF2B5EF4-FFF2-40B4-BE49-F238E27FC236}">
                    <a16:creationId xmlns:a16="http://schemas.microsoft.com/office/drawing/2014/main" id="{8BD44B67-7C53-FB21-65BE-B608D6EF56C9}"/>
                  </a:ext>
                </a:extLst>
              </p:cNvPr>
              <p:cNvSpPr/>
              <p:nvPr/>
            </p:nvSpPr>
            <p:spPr>
              <a:xfrm>
                <a:off x="401932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g2408">
                <a:extLst>
                  <a:ext uri="{FF2B5EF4-FFF2-40B4-BE49-F238E27FC236}">
                    <a16:creationId xmlns:a16="http://schemas.microsoft.com/office/drawing/2014/main" id="{CFA8EA29-9800-182A-AF09-123E14CA5CBA}"/>
                  </a:ext>
                </a:extLst>
              </p:cNvPr>
              <p:cNvSpPr/>
              <p:nvPr/>
            </p:nvSpPr>
            <p:spPr>
              <a:xfrm>
                <a:off x="403096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g2409">
                <a:extLst>
                  <a:ext uri="{FF2B5EF4-FFF2-40B4-BE49-F238E27FC236}">
                    <a16:creationId xmlns:a16="http://schemas.microsoft.com/office/drawing/2014/main" id="{671BC1A4-6FD4-0E91-43BE-B6C7BA3F7A7C}"/>
                  </a:ext>
                </a:extLst>
              </p:cNvPr>
              <p:cNvSpPr/>
              <p:nvPr/>
            </p:nvSpPr>
            <p:spPr>
              <a:xfrm>
                <a:off x="404259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g2410">
                <a:extLst>
                  <a:ext uri="{FF2B5EF4-FFF2-40B4-BE49-F238E27FC236}">
                    <a16:creationId xmlns:a16="http://schemas.microsoft.com/office/drawing/2014/main" id="{4DBAAE82-0629-7D15-9DFE-B45EB0F194EE}"/>
                  </a:ext>
                </a:extLst>
              </p:cNvPr>
              <p:cNvSpPr/>
              <p:nvPr/>
            </p:nvSpPr>
            <p:spPr>
              <a:xfrm>
                <a:off x="405423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g2411">
                <a:extLst>
                  <a:ext uri="{FF2B5EF4-FFF2-40B4-BE49-F238E27FC236}">
                    <a16:creationId xmlns:a16="http://schemas.microsoft.com/office/drawing/2014/main" id="{159D08E7-A91D-246C-BDF6-5E549F62EEFA}"/>
                  </a:ext>
                </a:extLst>
              </p:cNvPr>
              <p:cNvSpPr/>
              <p:nvPr/>
            </p:nvSpPr>
            <p:spPr>
              <a:xfrm>
                <a:off x="406587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g2412">
                <a:extLst>
                  <a:ext uri="{FF2B5EF4-FFF2-40B4-BE49-F238E27FC236}">
                    <a16:creationId xmlns:a16="http://schemas.microsoft.com/office/drawing/2014/main" id="{0AF0B348-2491-7143-F346-45F822CC5F23}"/>
                  </a:ext>
                </a:extLst>
              </p:cNvPr>
              <p:cNvSpPr/>
              <p:nvPr/>
            </p:nvSpPr>
            <p:spPr>
              <a:xfrm>
                <a:off x="407751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g2413">
                <a:extLst>
                  <a:ext uri="{FF2B5EF4-FFF2-40B4-BE49-F238E27FC236}">
                    <a16:creationId xmlns:a16="http://schemas.microsoft.com/office/drawing/2014/main" id="{7C26A8E1-ED3E-598A-7A44-1550A5489A84}"/>
                  </a:ext>
                </a:extLst>
              </p:cNvPr>
              <p:cNvSpPr/>
              <p:nvPr/>
            </p:nvSpPr>
            <p:spPr>
              <a:xfrm>
                <a:off x="408914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g2414">
                <a:extLst>
                  <a:ext uri="{FF2B5EF4-FFF2-40B4-BE49-F238E27FC236}">
                    <a16:creationId xmlns:a16="http://schemas.microsoft.com/office/drawing/2014/main" id="{99C54A6F-13CD-439B-29F1-9D83D57414D6}"/>
                  </a:ext>
                </a:extLst>
              </p:cNvPr>
              <p:cNvSpPr/>
              <p:nvPr/>
            </p:nvSpPr>
            <p:spPr>
              <a:xfrm>
                <a:off x="410078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g2415">
                <a:extLst>
                  <a:ext uri="{FF2B5EF4-FFF2-40B4-BE49-F238E27FC236}">
                    <a16:creationId xmlns:a16="http://schemas.microsoft.com/office/drawing/2014/main" id="{48ABC0E1-32C9-3CAA-EA9B-24132853C5DA}"/>
                  </a:ext>
                </a:extLst>
              </p:cNvPr>
              <p:cNvSpPr/>
              <p:nvPr/>
            </p:nvSpPr>
            <p:spPr>
              <a:xfrm>
                <a:off x="411242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4">
                  <a:alpha val="100000"/>
                </a:srgbClr>
              </a:solidFill>
              <a:ln w="5420" cap="flat">
                <a:solidFill>
                  <a:srgbClr val="77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g2416">
                <a:extLst>
                  <a:ext uri="{FF2B5EF4-FFF2-40B4-BE49-F238E27FC236}">
                    <a16:creationId xmlns:a16="http://schemas.microsoft.com/office/drawing/2014/main" id="{6B8B7196-1246-2092-30FC-B0F3729D187D}"/>
                  </a:ext>
                </a:extLst>
              </p:cNvPr>
              <p:cNvSpPr/>
              <p:nvPr/>
            </p:nvSpPr>
            <p:spPr>
              <a:xfrm>
                <a:off x="412405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g2417">
                <a:extLst>
                  <a:ext uri="{FF2B5EF4-FFF2-40B4-BE49-F238E27FC236}">
                    <a16:creationId xmlns:a16="http://schemas.microsoft.com/office/drawing/2014/main" id="{86D56A1A-24F5-0116-B914-8D9166E4C70B}"/>
                  </a:ext>
                </a:extLst>
              </p:cNvPr>
              <p:cNvSpPr/>
              <p:nvPr/>
            </p:nvSpPr>
            <p:spPr>
              <a:xfrm>
                <a:off x="413569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g2418">
                <a:extLst>
                  <a:ext uri="{FF2B5EF4-FFF2-40B4-BE49-F238E27FC236}">
                    <a16:creationId xmlns:a16="http://schemas.microsoft.com/office/drawing/2014/main" id="{8670D0FC-5D94-9415-5E34-056062C0F377}"/>
                  </a:ext>
                </a:extLst>
              </p:cNvPr>
              <p:cNvSpPr/>
              <p:nvPr/>
            </p:nvSpPr>
            <p:spPr>
              <a:xfrm>
                <a:off x="414733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g2419">
                <a:extLst>
                  <a:ext uri="{FF2B5EF4-FFF2-40B4-BE49-F238E27FC236}">
                    <a16:creationId xmlns:a16="http://schemas.microsoft.com/office/drawing/2014/main" id="{AB281D57-5302-9C86-9A28-EE57A1585D59}"/>
                  </a:ext>
                </a:extLst>
              </p:cNvPr>
              <p:cNvSpPr/>
              <p:nvPr/>
            </p:nvSpPr>
            <p:spPr>
              <a:xfrm>
                <a:off x="426370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g2420">
                <a:extLst>
                  <a:ext uri="{FF2B5EF4-FFF2-40B4-BE49-F238E27FC236}">
                    <a16:creationId xmlns:a16="http://schemas.microsoft.com/office/drawing/2014/main" id="{52858853-4276-7FB4-0D79-FC8B5FEB9AD7}"/>
                  </a:ext>
                </a:extLst>
              </p:cNvPr>
              <p:cNvSpPr/>
              <p:nvPr/>
            </p:nvSpPr>
            <p:spPr>
              <a:xfrm>
                <a:off x="427534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g2421">
                <a:extLst>
                  <a:ext uri="{FF2B5EF4-FFF2-40B4-BE49-F238E27FC236}">
                    <a16:creationId xmlns:a16="http://schemas.microsoft.com/office/drawing/2014/main" id="{FC0F1F54-F0B0-4CB2-DA0C-B29DFAA2BC1E}"/>
                  </a:ext>
                </a:extLst>
              </p:cNvPr>
              <p:cNvSpPr/>
              <p:nvPr/>
            </p:nvSpPr>
            <p:spPr>
              <a:xfrm>
                <a:off x="428698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g2422">
                <a:extLst>
                  <a:ext uri="{FF2B5EF4-FFF2-40B4-BE49-F238E27FC236}">
                    <a16:creationId xmlns:a16="http://schemas.microsoft.com/office/drawing/2014/main" id="{9E95C384-75FB-C633-D697-DD8038759FDA}"/>
                  </a:ext>
                </a:extLst>
              </p:cNvPr>
              <p:cNvSpPr/>
              <p:nvPr/>
            </p:nvSpPr>
            <p:spPr>
              <a:xfrm>
                <a:off x="429861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g2423">
                <a:extLst>
                  <a:ext uri="{FF2B5EF4-FFF2-40B4-BE49-F238E27FC236}">
                    <a16:creationId xmlns:a16="http://schemas.microsoft.com/office/drawing/2014/main" id="{F6E4C045-D3BD-FA77-3BE5-D8CF92C1BE60}"/>
                  </a:ext>
                </a:extLst>
              </p:cNvPr>
              <p:cNvSpPr/>
              <p:nvPr/>
            </p:nvSpPr>
            <p:spPr>
              <a:xfrm>
                <a:off x="455464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g2424">
                <a:extLst>
                  <a:ext uri="{FF2B5EF4-FFF2-40B4-BE49-F238E27FC236}">
                    <a16:creationId xmlns:a16="http://schemas.microsoft.com/office/drawing/2014/main" id="{0DC5DBDC-B1C6-20D0-9836-3F132089462A}"/>
                  </a:ext>
                </a:extLst>
              </p:cNvPr>
              <p:cNvSpPr/>
              <p:nvPr/>
            </p:nvSpPr>
            <p:spPr>
              <a:xfrm>
                <a:off x="456627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g2425">
                <a:extLst>
                  <a:ext uri="{FF2B5EF4-FFF2-40B4-BE49-F238E27FC236}">
                    <a16:creationId xmlns:a16="http://schemas.microsoft.com/office/drawing/2014/main" id="{C42F3911-07BC-6B32-8498-08BA210C85E1}"/>
                  </a:ext>
                </a:extLst>
              </p:cNvPr>
              <p:cNvSpPr/>
              <p:nvPr/>
            </p:nvSpPr>
            <p:spPr>
              <a:xfrm>
                <a:off x="457791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g2426">
                <a:extLst>
                  <a:ext uri="{FF2B5EF4-FFF2-40B4-BE49-F238E27FC236}">
                    <a16:creationId xmlns:a16="http://schemas.microsoft.com/office/drawing/2014/main" id="{73ECF7BE-32B7-8E5F-76F7-B1960B9EC287}"/>
                  </a:ext>
                </a:extLst>
              </p:cNvPr>
              <p:cNvSpPr/>
              <p:nvPr/>
            </p:nvSpPr>
            <p:spPr>
              <a:xfrm>
                <a:off x="458955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g2427">
                <a:extLst>
                  <a:ext uri="{FF2B5EF4-FFF2-40B4-BE49-F238E27FC236}">
                    <a16:creationId xmlns:a16="http://schemas.microsoft.com/office/drawing/2014/main" id="{67220692-0C30-E760-F0D6-8509206EB2E8}"/>
                  </a:ext>
                </a:extLst>
              </p:cNvPr>
              <p:cNvSpPr/>
              <p:nvPr/>
            </p:nvSpPr>
            <p:spPr>
              <a:xfrm>
                <a:off x="460119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g2428">
                <a:extLst>
                  <a:ext uri="{FF2B5EF4-FFF2-40B4-BE49-F238E27FC236}">
                    <a16:creationId xmlns:a16="http://schemas.microsoft.com/office/drawing/2014/main" id="{90DFA46E-D6DF-E89D-A96D-B543B888D314}"/>
                  </a:ext>
                </a:extLst>
              </p:cNvPr>
              <p:cNvSpPr/>
              <p:nvPr/>
            </p:nvSpPr>
            <p:spPr>
              <a:xfrm>
                <a:off x="325125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g2429">
                <a:extLst>
                  <a:ext uri="{FF2B5EF4-FFF2-40B4-BE49-F238E27FC236}">
                    <a16:creationId xmlns:a16="http://schemas.microsoft.com/office/drawing/2014/main" id="{4A97CB68-8A65-7BC9-B021-FBB3BCB15A46}"/>
                  </a:ext>
                </a:extLst>
              </p:cNvPr>
              <p:cNvSpPr/>
              <p:nvPr/>
            </p:nvSpPr>
            <p:spPr>
              <a:xfrm>
                <a:off x="326289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g2430">
                <a:extLst>
                  <a:ext uri="{FF2B5EF4-FFF2-40B4-BE49-F238E27FC236}">
                    <a16:creationId xmlns:a16="http://schemas.microsoft.com/office/drawing/2014/main" id="{0D3BAE15-5701-792D-2B64-73C0E690421C}"/>
                  </a:ext>
                </a:extLst>
              </p:cNvPr>
              <p:cNvSpPr/>
              <p:nvPr/>
            </p:nvSpPr>
            <p:spPr>
              <a:xfrm>
                <a:off x="360037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g2431">
                <a:extLst>
                  <a:ext uri="{FF2B5EF4-FFF2-40B4-BE49-F238E27FC236}">
                    <a16:creationId xmlns:a16="http://schemas.microsoft.com/office/drawing/2014/main" id="{D27E8459-9D25-AA32-DB56-BF21C9642C0E}"/>
                  </a:ext>
                </a:extLst>
              </p:cNvPr>
              <p:cNvSpPr/>
              <p:nvPr/>
            </p:nvSpPr>
            <p:spPr>
              <a:xfrm>
                <a:off x="361201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g2432">
                <a:extLst>
                  <a:ext uri="{FF2B5EF4-FFF2-40B4-BE49-F238E27FC236}">
                    <a16:creationId xmlns:a16="http://schemas.microsoft.com/office/drawing/2014/main" id="{59A46E25-52D8-0C56-EAC1-3980518FCB51}"/>
                  </a:ext>
                </a:extLst>
              </p:cNvPr>
              <p:cNvSpPr/>
              <p:nvPr/>
            </p:nvSpPr>
            <p:spPr>
              <a:xfrm>
                <a:off x="362365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g2433">
                <a:extLst>
                  <a:ext uri="{FF2B5EF4-FFF2-40B4-BE49-F238E27FC236}">
                    <a16:creationId xmlns:a16="http://schemas.microsoft.com/office/drawing/2014/main" id="{23BD0594-F3CF-920D-D512-6AE3AFE2F84E}"/>
                  </a:ext>
                </a:extLst>
              </p:cNvPr>
              <p:cNvSpPr/>
              <p:nvPr/>
            </p:nvSpPr>
            <p:spPr>
              <a:xfrm>
                <a:off x="363529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g2434">
                <a:extLst>
                  <a:ext uri="{FF2B5EF4-FFF2-40B4-BE49-F238E27FC236}">
                    <a16:creationId xmlns:a16="http://schemas.microsoft.com/office/drawing/2014/main" id="{58361A53-43BB-5D7E-54E5-380B7FECBF73}"/>
                  </a:ext>
                </a:extLst>
              </p:cNvPr>
              <p:cNvSpPr/>
              <p:nvPr/>
            </p:nvSpPr>
            <p:spPr>
              <a:xfrm>
                <a:off x="364692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g2435">
                <a:extLst>
                  <a:ext uri="{FF2B5EF4-FFF2-40B4-BE49-F238E27FC236}">
                    <a16:creationId xmlns:a16="http://schemas.microsoft.com/office/drawing/2014/main" id="{E445106E-7446-913C-E4CC-3416AFEA74B3}"/>
                  </a:ext>
                </a:extLst>
              </p:cNvPr>
              <p:cNvSpPr/>
              <p:nvPr/>
            </p:nvSpPr>
            <p:spPr>
              <a:xfrm>
                <a:off x="365856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g2436">
                <a:extLst>
                  <a:ext uri="{FF2B5EF4-FFF2-40B4-BE49-F238E27FC236}">
                    <a16:creationId xmlns:a16="http://schemas.microsoft.com/office/drawing/2014/main" id="{E7988A84-1C13-CB0E-5E67-7675B04ED501}"/>
                  </a:ext>
                </a:extLst>
              </p:cNvPr>
              <p:cNvSpPr/>
              <p:nvPr/>
            </p:nvSpPr>
            <p:spPr>
              <a:xfrm>
                <a:off x="367020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g2437">
                <a:extLst>
                  <a:ext uri="{FF2B5EF4-FFF2-40B4-BE49-F238E27FC236}">
                    <a16:creationId xmlns:a16="http://schemas.microsoft.com/office/drawing/2014/main" id="{AC3A0571-7DBF-CE58-169D-FB9406E864D5}"/>
                  </a:ext>
                </a:extLst>
              </p:cNvPr>
              <p:cNvSpPr/>
              <p:nvPr/>
            </p:nvSpPr>
            <p:spPr>
              <a:xfrm>
                <a:off x="368184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g2438">
                <a:extLst>
                  <a:ext uri="{FF2B5EF4-FFF2-40B4-BE49-F238E27FC236}">
                    <a16:creationId xmlns:a16="http://schemas.microsoft.com/office/drawing/2014/main" id="{DE327518-A5CC-A541-1C98-95536A07768E}"/>
                  </a:ext>
                </a:extLst>
              </p:cNvPr>
              <p:cNvSpPr/>
              <p:nvPr/>
            </p:nvSpPr>
            <p:spPr>
              <a:xfrm>
                <a:off x="369347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g2439">
                <a:extLst>
                  <a:ext uri="{FF2B5EF4-FFF2-40B4-BE49-F238E27FC236}">
                    <a16:creationId xmlns:a16="http://schemas.microsoft.com/office/drawing/2014/main" id="{3DA69DD9-9069-ADE4-F72B-B86425A29584}"/>
                  </a:ext>
                </a:extLst>
              </p:cNvPr>
              <p:cNvSpPr/>
              <p:nvPr/>
            </p:nvSpPr>
            <p:spPr>
              <a:xfrm>
                <a:off x="370511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g2440">
                <a:extLst>
                  <a:ext uri="{FF2B5EF4-FFF2-40B4-BE49-F238E27FC236}">
                    <a16:creationId xmlns:a16="http://schemas.microsoft.com/office/drawing/2014/main" id="{9FBB9321-D142-FD71-15BB-C518CC120962}"/>
                  </a:ext>
                </a:extLst>
              </p:cNvPr>
              <p:cNvSpPr/>
              <p:nvPr/>
            </p:nvSpPr>
            <p:spPr>
              <a:xfrm>
                <a:off x="371675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g2441">
                <a:extLst>
                  <a:ext uri="{FF2B5EF4-FFF2-40B4-BE49-F238E27FC236}">
                    <a16:creationId xmlns:a16="http://schemas.microsoft.com/office/drawing/2014/main" id="{A60BDFF0-B39A-0252-52B8-EB7B334C7E84}"/>
                  </a:ext>
                </a:extLst>
              </p:cNvPr>
              <p:cNvSpPr/>
              <p:nvPr/>
            </p:nvSpPr>
            <p:spPr>
              <a:xfrm>
                <a:off x="372839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g2442">
                <a:extLst>
                  <a:ext uri="{FF2B5EF4-FFF2-40B4-BE49-F238E27FC236}">
                    <a16:creationId xmlns:a16="http://schemas.microsoft.com/office/drawing/2014/main" id="{256176E9-C097-4056-5513-1F332E3A1045}"/>
                  </a:ext>
                </a:extLst>
              </p:cNvPr>
              <p:cNvSpPr/>
              <p:nvPr/>
            </p:nvSpPr>
            <p:spPr>
              <a:xfrm>
                <a:off x="374002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g2443">
                <a:extLst>
                  <a:ext uri="{FF2B5EF4-FFF2-40B4-BE49-F238E27FC236}">
                    <a16:creationId xmlns:a16="http://schemas.microsoft.com/office/drawing/2014/main" id="{25653AE6-8F70-733D-36CD-6DD391DECDBA}"/>
                  </a:ext>
                </a:extLst>
              </p:cNvPr>
              <p:cNvSpPr/>
              <p:nvPr/>
            </p:nvSpPr>
            <p:spPr>
              <a:xfrm>
                <a:off x="375166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g2444">
                <a:extLst>
                  <a:ext uri="{FF2B5EF4-FFF2-40B4-BE49-F238E27FC236}">
                    <a16:creationId xmlns:a16="http://schemas.microsoft.com/office/drawing/2014/main" id="{9C2E0A8A-3885-9089-D8A0-7AB09E568F35}"/>
                  </a:ext>
                </a:extLst>
              </p:cNvPr>
              <p:cNvSpPr/>
              <p:nvPr/>
            </p:nvSpPr>
            <p:spPr>
              <a:xfrm>
                <a:off x="376330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g2445">
                <a:extLst>
                  <a:ext uri="{FF2B5EF4-FFF2-40B4-BE49-F238E27FC236}">
                    <a16:creationId xmlns:a16="http://schemas.microsoft.com/office/drawing/2014/main" id="{2EDFE16D-BA49-5D09-C2E1-C2F7B1B1622E}"/>
                  </a:ext>
                </a:extLst>
              </p:cNvPr>
              <p:cNvSpPr/>
              <p:nvPr/>
            </p:nvSpPr>
            <p:spPr>
              <a:xfrm>
                <a:off x="377493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g2446">
                <a:extLst>
                  <a:ext uri="{FF2B5EF4-FFF2-40B4-BE49-F238E27FC236}">
                    <a16:creationId xmlns:a16="http://schemas.microsoft.com/office/drawing/2014/main" id="{7FF5BC76-37A1-0926-3D87-B19249AAAE73}"/>
                  </a:ext>
                </a:extLst>
              </p:cNvPr>
              <p:cNvSpPr/>
              <p:nvPr/>
            </p:nvSpPr>
            <p:spPr>
              <a:xfrm>
                <a:off x="378657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g2447">
                <a:extLst>
                  <a:ext uri="{FF2B5EF4-FFF2-40B4-BE49-F238E27FC236}">
                    <a16:creationId xmlns:a16="http://schemas.microsoft.com/office/drawing/2014/main" id="{91C5F48C-76A4-A6E9-7394-C50D9B663392}"/>
                  </a:ext>
                </a:extLst>
              </p:cNvPr>
              <p:cNvSpPr/>
              <p:nvPr/>
            </p:nvSpPr>
            <p:spPr>
              <a:xfrm>
                <a:off x="379821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g2448">
                <a:extLst>
                  <a:ext uri="{FF2B5EF4-FFF2-40B4-BE49-F238E27FC236}">
                    <a16:creationId xmlns:a16="http://schemas.microsoft.com/office/drawing/2014/main" id="{C6AFC016-F981-6B38-09ED-A11FADE06AD2}"/>
                  </a:ext>
                </a:extLst>
              </p:cNvPr>
              <p:cNvSpPr/>
              <p:nvPr/>
            </p:nvSpPr>
            <p:spPr>
              <a:xfrm>
                <a:off x="380985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g2449">
                <a:extLst>
                  <a:ext uri="{FF2B5EF4-FFF2-40B4-BE49-F238E27FC236}">
                    <a16:creationId xmlns:a16="http://schemas.microsoft.com/office/drawing/2014/main" id="{11E83CD3-3442-B14B-0C65-D69BF7C9C50C}"/>
                  </a:ext>
                </a:extLst>
              </p:cNvPr>
              <p:cNvSpPr/>
              <p:nvPr/>
            </p:nvSpPr>
            <p:spPr>
              <a:xfrm>
                <a:off x="382148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g2450">
                <a:extLst>
                  <a:ext uri="{FF2B5EF4-FFF2-40B4-BE49-F238E27FC236}">
                    <a16:creationId xmlns:a16="http://schemas.microsoft.com/office/drawing/2014/main" id="{9A3B68AA-3846-6E71-E8B6-6BDA44900F11}"/>
                  </a:ext>
                </a:extLst>
              </p:cNvPr>
              <p:cNvSpPr/>
              <p:nvPr/>
            </p:nvSpPr>
            <p:spPr>
              <a:xfrm>
                <a:off x="383312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g2451">
                <a:extLst>
                  <a:ext uri="{FF2B5EF4-FFF2-40B4-BE49-F238E27FC236}">
                    <a16:creationId xmlns:a16="http://schemas.microsoft.com/office/drawing/2014/main" id="{636C57BD-4F12-350B-900B-C3484C44A507}"/>
                  </a:ext>
                </a:extLst>
              </p:cNvPr>
              <p:cNvSpPr/>
              <p:nvPr/>
            </p:nvSpPr>
            <p:spPr>
              <a:xfrm>
                <a:off x="384476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g2452">
                <a:extLst>
                  <a:ext uri="{FF2B5EF4-FFF2-40B4-BE49-F238E27FC236}">
                    <a16:creationId xmlns:a16="http://schemas.microsoft.com/office/drawing/2014/main" id="{EF0288D6-788B-F849-F4EB-1712E815F702}"/>
                  </a:ext>
                </a:extLst>
              </p:cNvPr>
              <p:cNvSpPr/>
              <p:nvPr/>
            </p:nvSpPr>
            <p:spPr>
              <a:xfrm>
                <a:off x="385640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g2453">
                <a:extLst>
                  <a:ext uri="{FF2B5EF4-FFF2-40B4-BE49-F238E27FC236}">
                    <a16:creationId xmlns:a16="http://schemas.microsoft.com/office/drawing/2014/main" id="{BD2D659D-AEFD-F5C7-0945-004304D23873}"/>
                  </a:ext>
                </a:extLst>
              </p:cNvPr>
              <p:cNvSpPr/>
              <p:nvPr/>
            </p:nvSpPr>
            <p:spPr>
              <a:xfrm>
                <a:off x="386803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g2454">
                <a:extLst>
                  <a:ext uri="{FF2B5EF4-FFF2-40B4-BE49-F238E27FC236}">
                    <a16:creationId xmlns:a16="http://schemas.microsoft.com/office/drawing/2014/main" id="{B9D2DEBF-BD91-2465-27BB-1015C5F88CC5}"/>
                  </a:ext>
                </a:extLst>
              </p:cNvPr>
              <p:cNvSpPr/>
              <p:nvPr/>
            </p:nvSpPr>
            <p:spPr>
              <a:xfrm>
                <a:off x="387967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g2455">
                <a:extLst>
                  <a:ext uri="{FF2B5EF4-FFF2-40B4-BE49-F238E27FC236}">
                    <a16:creationId xmlns:a16="http://schemas.microsoft.com/office/drawing/2014/main" id="{2F48F249-4E7D-D639-6A6A-6F8E1CB8C6BC}"/>
                  </a:ext>
                </a:extLst>
              </p:cNvPr>
              <p:cNvSpPr/>
              <p:nvPr/>
            </p:nvSpPr>
            <p:spPr>
              <a:xfrm>
                <a:off x="389131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g2456">
                <a:extLst>
                  <a:ext uri="{FF2B5EF4-FFF2-40B4-BE49-F238E27FC236}">
                    <a16:creationId xmlns:a16="http://schemas.microsoft.com/office/drawing/2014/main" id="{169D686A-75A1-5AD1-F363-35F2E05F3054}"/>
                  </a:ext>
                </a:extLst>
              </p:cNvPr>
              <p:cNvSpPr/>
              <p:nvPr/>
            </p:nvSpPr>
            <p:spPr>
              <a:xfrm>
                <a:off x="390295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g2457">
                <a:extLst>
                  <a:ext uri="{FF2B5EF4-FFF2-40B4-BE49-F238E27FC236}">
                    <a16:creationId xmlns:a16="http://schemas.microsoft.com/office/drawing/2014/main" id="{9691E49D-D68A-BA6A-A502-74084912B549}"/>
                  </a:ext>
                </a:extLst>
              </p:cNvPr>
              <p:cNvSpPr/>
              <p:nvPr/>
            </p:nvSpPr>
            <p:spPr>
              <a:xfrm>
                <a:off x="391458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g2458">
                <a:extLst>
                  <a:ext uri="{FF2B5EF4-FFF2-40B4-BE49-F238E27FC236}">
                    <a16:creationId xmlns:a16="http://schemas.microsoft.com/office/drawing/2014/main" id="{5D9FEF1A-4D0A-8FB9-2640-D4178279414C}"/>
                  </a:ext>
                </a:extLst>
              </p:cNvPr>
              <p:cNvSpPr/>
              <p:nvPr/>
            </p:nvSpPr>
            <p:spPr>
              <a:xfrm>
                <a:off x="392622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g2459">
                <a:extLst>
                  <a:ext uri="{FF2B5EF4-FFF2-40B4-BE49-F238E27FC236}">
                    <a16:creationId xmlns:a16="http://schemas.microsoft.com/office/drawing/2014/main" id="{DA731D06-CDD7-5497-B562-89CCB4E9893B}"/>
                  </a:ext>
                </a:extLst>
              </p:cNvPr>
              <p:cNvSpPr/>
              <p:nvPr/>
            </p:nvSpPr>
            <p:spPr>
              <a:xfrm>
                <a:off x="393786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g2460">
                <a:extLst>
                  <a:ext uri="{FF2B5EF4-FFF2-40B4-BE49-F238E27FC236}">
                    <a16:creationId xmlns:a16="http://schemas.microsoft.com/office/drawing/2014/main" id="{32A55CB1-E95D-E0D1-6BC0-9C2E3733BA43}"/>
                  </a:ext>
                </a:extLst>
              </p:cNvPr>
              <p:cNvSpPr/>
              <p:nvPr/>
            </p:nvSpPr>
            <p:spPr>
              <a:xfrm>
                <a:off x="394949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g2461">
                <a:extLst>
                  <a:ext uri="{FF2B5EF4-FFF2-40B4-BE49-F238E27FC236}">
                    <a16:creationId xmlns:a16="http://schemas.microsoft.com/office/drawing/2014/main" id="{80FE8315-D35A-84F6-A376-02F82AB457E7}"/>
                  </a:ext>
                </a:extLst>
              </p:cNvPr>
              <p:cNvSpPr/>
              <p:nvPr/>
            </p:nvSpPr>
            <p:spPr>
              <a:xfrm>
                <a:off x="396113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C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g2462">
                <a:extLst>
                  <a:ext uri="{FF2B5EF4-FFF2-40B4-BE49-F238E27FC236}">
                    <a16:creationId xmlns:a16="http://schemas.microsoft.com/office/drawing/2014/main" id="{1BF09600-83B2-8BAD-366D-B303FF06AD6E}"/>
                  </a:ext>
                </a:extLst>
              </p:cNvPr>
              <p:cNvSpPr/>
              <p:nvPr/>
            </p:nvSpPr>
            <p:spPr>
              <a:xfrm>
                <a:off x="397277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g2463">
                <a:extLst>
                  <a:ext uri="{FF2B5EF4-FFF2-40B4-BE49-F238E27FC236}">
                    <a16:creationId xmlns:a16="http://schemas.microsoft.com/office/drawing/2014/main" id="{7DB139E5-42B9-BD41-5B29-EB6C913DD47E}"/>
                  </a:ext>
                </a:extLst>
              </p:cNvPr>
              <p:cNvSpPr/>
              <p:nvPr/>
            </p:nvSpPr>
            <p:spPr>
              <a:xfrm>
                <a:off x="398441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g2464">
                <a:extLst>
                  <a:ext uri="{FF2B5EF4-FFF2-40B4-BE49-F238E27FC236}">
                    <a16:creationId xmlns:a16="http://schemas.microsoft.com/office/drawing/2014/main" id="{89EB1CF7-8CB9-90EA-479F-BB5EB37AAC06}"/>
                  </a:ext>
                </a:extLst>
              </p:cNvPr>
              <p:cNvSpPr/>
              <p:nvPr/>
            </p:nvSpPr>
            <p:spPr>
              <a:xfrm>
                <a:off x="399604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g2465">
                <a:extLst>
                  <a:ext uri="{FF2B5EF4-FFF2-40B4-BE49-F238E27FC236}">
                    <a16:creationId xmlns:a16="http://schemas.microsoft.com/office/drawing/2014/main" id="{5D2E8063-114E-FD5D-488F-8E25F0B8170B}"/>
                  </a:ext>
                </a:extLst>
              </p:cNvPr>
              <p:cNvSpPr/>
              <p:nvPr/>
            </p:nvSpPr>
            <p:spPr>
              <a:xfrm>
                <a:off x="400768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g2466">
                <a:extLst>
                  <a:ext uri="{FF2B5EF4-FFF2-40B4-BE49-F238E27FC236}">
                    <a16:creationId xmlns:a16="http://schemas.microsoft.com/office/drawing/2014/main" id="{F5AD8A91-2299-03FC-7D5A-07B8091642E8}"/>
                  </a:ext>
                </a:extLst>
              </p:cNvPr>
              <p:cNvSpPr/>
              <p:nvPr/>
            </p:nvSpPr>
            <p:spPr>
              <a:xfrm>
                <a:off x="401932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g2467">
                <a:extLst>
                  <a:ext uri="{FF2B5EF4-FFF2-40B4-BE49-F238E27FC236}">
                    <a16:creationId xmlns:a16="http://schemas.microsoft.com/office/drawing/2014/main" id="{31E905CE-FB3E-45FA-1BBC-D841C6793186}"/>
                  </a:ext>
                </a:extLst>
              </p:cNvPr>
              <p:cNvSpPr/>
              <p:nvPr/>
            </p:nvSpPr>
            <p:spPr>
              <a:xfrm>
                <a:off x="403096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g2468">
                <a:extLst>
                  <a:ext uri="{FF2B5EF4-FFF2-40B4-BE49-F238E27FC236}">
                    <a16:creationId xmlns:a16="http://schemas.microsoft.com/office/drawing/2014/main" id="{A74361FF-75F2-4DEC-E109-E075990C1B9D}"/>
                  </a:ext>
                </a:extLst>
              </p:cNvPr>
              <p:cNvSpPr/>
              <p:nvPr/>
            </p:nvSpPr>
            <p:spPr>
              <a:xfrm>
                <a:off x="404259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g2469">
                <a:extLst>
                  <a:ext uri="{FF2B5EF4-FFF2-40B4-BE49-F238E27FC236}">
                    <a16:creationId xmlns:a16="http://schemas.microsoft.com/office/drawing/2014/main" id="{833F9C65-9F50-0CA9-47DA-C52C6FC87A22}"/>
                  </a:ext>
                </a:extLst>
              </p:cNvPr>
              <p:cNvSpPr/>
              <p:nvPr/>
            </p:nvSpPr>
            <p:spPr>
              <a:xfrm>
                <a:off x="405423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g2470">
                <a:extLst>
                  <a:ext uri="{FF2B5EF4-FFF2-40B4-BE49-F238E27FC236}">
                    <a16:creationId xmlns:a16="http://schemas.microsoft.com/office/drawing/2014/main" id="{372BC056-E2A7-F9AF-8739-BBA45A66F557}"/>
                  </a:ext>
                </a:extLst>
              </p:cNvPr>
              <p:cNvSpPr/>
              <p:nvPr/>
            </p:nvSpPr>
            <p:spPr>
              <a:xfrm>
                <a:off x="406587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g2471">
                <a:extLst>
                  <a:ext uri="{FF2B5EF4-FFF2-40B4-BE49-F238E27FC236}">
                    <a16:creationId xmlns:a16="http://schemas.microsoft.com/office/drawing/2014/main" id="{30E2826A-CCA2-E42A-0DA5-ACDF14CCC37D}"/>
                  </a:ext>
                </a:extLst>
              </p:cNvPr>
              <p:cNvSpPr/>
              <p:nvPr/>
            </p:nvSpPr>
            <p:spPr>
              <a:xfrm>
                <a:off x="407751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g2472">
                <a:extLst>
                  <a:ext uri="{FF2B5EF4-FFF2-40B4-BE49-F238E27FC236}">
                    <a16:creationId xmlns:a16="http://schemas.microsoft.com/office/drawing/2014/main" id="{472F06FD-7D12-FBE1-A0A8-25CEBB5EFD7E}"/>
                  </a:ext>
                </a:extLst>
              </p:cNvPr>
              <p:cNvSpPr/>
              <p:nvPr/>
            </p:nvSpPr>
            <p:spPr>
              <a:xfrm>
                <a:off x="408914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g2473">
                <a:extLst>
                  <a:ext uri="{FF2B5EF4-FFF2-40B4-BE49-F238E27FC236}">
                    <a16:creationId xmlns:a16="http://schemas.microsoft.com/office/drawing/2014/main" id="{CAD507AF-1472-1147-10CA-0D0D6F8A387B}"/>
                  </a:ext>
                </a:extLst>
              </p:cNvPr>
              <p:cNvSpPr/>
              <p:nvPr/>
            </p:nvSpPr>
            <p:spPr>
              <a:xfrm>
                <a:off x="410078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g2474">
                <a:extLst>
                  <a:ext uri="{FF2B5EF4-FFF2-40B4-BE49-F238E27FC236}">
                    <a16:creationId xmlns:a16="http://schemas.microsoft.com/office/drawing/2014/main" id="{12AFC039-0D36-CE6D-2102-8ED92524EDBE}"/>
                  </a:ext>
                </a:extLst>
              </p:cNvPr>
              <p:cNvSpPr/>
              <p:nvPr/>
            </p:nvSpPr>
            <p:spPr>
              <a:xfrm>
                <a:off x="411242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g2475">
                <a:extLst>
                  <a:ext uri="{FF2B5EF4-FFF2-40B4-BE49-F238E27FC236}">
                    <a16:creationId xmlns:a16="http://schemas.microsoft.com/office/drawing/2014/main" id="{DFD04B10-8C90-3F4E-31F9-6DB90ED52BEF}"/>
                  </a:ext>
                </a:extLst>
              </p:cNvPr>
              <p:cNvSpPr/>
              <p:nvPr/>
            </p:nvSpPr>
            <p:spPr>
              <a:xfrm>
                <a:off x="412405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g2476">
                <a:extLst>
                  <a:ext uri="{FF2B5EF4-FFF2-40B4-BE49-F238E27FC236}">
                    <a16:creationId xmlns:a16="http://schemas.microsoft.com/office/drawing/2014/main" id="{1EE9BB89-8A00-B57F-B772-DB9D6195A9C5}"/>
                  </a:ext>
                </a:extLst>
              </p:cNvPr>
              <p:cNvSpPr/>
              <p:nvPr/>
            </p:nvSpPr>
            <p:spPr>
              <a:xfrm>
                <a:off x="413569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g2477">
                <a:extLst>
                  <a:ext uri="{FF2B5EF4-FFF2-40B4-BE49-F238E27FC236}">
                    <a16:creationId xmlns:a16="http://schemas.microsoft.com/office/drawing/2014/main" id="{6A334905-E512-7CA4-E63C-8D9F69EC181A}"/>
                  </a:ext>
                </a:extLst>
              </p:cNvPr>
              <p:cNvSpPr/>
              <p:nvPr/>
            </p:nvSpPr>
            <p:spPr>
              <a:xfrm>
                <a:off x="414733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g2478">
                <a:extLst>
                  <a:ext uri="{FF2B5EF4-FFF2-40B4-BE49-F238E27FC236}">
                    <a16:creationId xmlns:a16="http://schemas.microsoft.com/office/drawing/2014/main" id="{B5838326-0E1C-F65F-AEA0-8397A0522B2D}"/>
                  </a:ext>
                </a:extLst>
              </p:cNvPr>
              <p:cNvSpPr/>
              <p:nvPr/>
            </p:nvSpPr>
            <p:spPr>
              <a:xfrm>
                <a:off x="425207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g2479">
                <a:extLst>
                  <a:ext uri="{FF2B5EF4-FFF2-40B4-BE49-F238E27FC236}">
                    <a16:creationId xmlns:a16="http://schemas.microsoft.com/office/drawing/2014/main" id="{26DB466C-983F-A528-747D-018F25410837}"/>
                  </a:ext>
                </a:extLst>
              </p:cNvPr>
              <p:cNvSpPr/>
              <p:nvPr/>
            </p:nvSpPr>
            <p:spPr>
              <a:xfrm>
                <a:off x="426370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g2480">
                <a:extLst>
                  <a:ext uri="{FF2B5EF4-FFF2-40B4-BE49-F238E27FC236}">
                    <a16:creationId xmlns:a16="http://schemas.microsoft.com/office/drawing/2014/main" id="{648F83E9-885B-648C-7641-8B97746B1F5C}"/>
                  </a:ext>
                </a:extLst>
              </p:cNvPr>
              <p:cNvSpPr/>
              <p:nvPr/>
            </p:nvSpPr>
            <p:spPr>
              <a:xfrm>
                <a:off x="427534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g2481">
                <a:extLst>
                  <a:ext uri="{FF2B5EF4-FFF2-40B4-BE49-F238E27FC236}">
                    <a16:creationId xmlns:a16="http://schemas.microsoft.com/office/drawing/2014/main" id="{C68E01FD-0A2C-66C1-CBD0-106FB320B955}"/>
                  </a:ext>
                </a:extLst>
              </p:cNvPr>
              <p:cNvSpPr/>
              <p:nvPr/>
            </p:nvSpPr>
            <p:spPr>
              <a:xfrm>
                <a:off x="428698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g2482">
                <a:extLst>
                  <a:ext uri="{FF2B5EF4-FFF2-40B4-BE49-F238E27FC236}">
                    <a16:creationId xmlns:a16="http://schemas.microsoft.com/office/drawing/2014/main" id="{71EA3D56-A05F-67DE-3867-607D5AF80D9F}"/>
                  </a:ext>
                </a:extLst>
              </p:cNvPr>
              <p:cNvSpPr/>
              <p:nvPr/>
            </p:nvSpPr>
            <p:spPr>
              <a:xfrm>
                <a:off x="429861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g2483">
                <a:extLst>
                  <a:ext uri="{FF2B5EF4-FFF2-40B4-BE49-F238E27FC236}">
                    <a16:creationId xmlns:a16="http://schemas.microsoft.com/office/drawing/2014/main" id="{B53FE12D-4B9E-3B1F-B324-0054179A44DF}"/>
                  </a:ext>
                </a:extLst>
              </p:cNvPr>
              <p:cNvSpPr/>
              <p:nvPr/>
            </p:nvSpPr>
            <p:spPr>
              <a:xfrm>
                <a:off x="431025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g2484">
                <a:extLst>
                  <a:ext uri="{FF2B5EF4-FFF2-40B4-BE49-F238E27FC236}">
                    <a16:creationId xmlns:a16="http://schemas.microsoft.com/office/drawing/2014/main" id="{C1E532CC-BEE1-C4AD-E0ED-267C30A16058}"/>
                  </a:ext>
                </a:extLst>
              </p:cNvPr>
              <p:cNvSpPr/>
              <p:nvPr/>
            </p:nvSpPr>
            <p:spPr>
              <a:xfrm>
                <a:off x="432189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g2485">
                <a:extLst>
                  <a:ext uri="{FF2B5EF4-FFF2-40B4-BE49-F238E27FC236}">
                    <a16:creationId xmlns:a16="http://schemas.microsoft.com/office/drawing/2014/main" id="{DB6F93E3-4823-2AEF-3BA7-B10DE5E498E9}"/>
                  </a:ext>
                </a:extLst>
              </p:cNvPr>
              <p:cNvSpPr/>
              <p:nvPr/>
            </p:nvSpPr>
            <p:spPr>
              <a:xfrm>
                <a:off x="455464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g2486">
                <a:extLst>
                  <a:ext uri="{FF2B5EF4-FFF2-40B4-BE49-F238E27FC236}">
                    <a16:creationId xmlns:a16="http://schemas.microsoft.com/office/drawing/2014/main" id="{1BAFEE75-5412-DBF9-1F84-7B64D0C0F607}"/>
                  </a:ext>
                </a:extLst>
              </p:cNvPr>
              <p:cNvSpPr/>
              <p:nvPr/>
            </p:nvSpPr>
            <p:spPr>
              <a:xfrm>
                <a:off x="456627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g2487">
                <a:extLst>
                  <a:ext uri="{FF2B5EF4-FFF2-40B4-BE49-F238E27FC236}">
                    <a16:creationId xmlns:a16="http://schemas.microsoft.com/office/drawing/2014/main" id="{30849501-D78A-385C-F6B2-AAA86550EB90}"/>
                  </a:ext>
                </a:extLst>
              </p:cNvPr>
              <p:cNvSpPr/>
              <p:nvPr/>
            </p:nvSpPr>
            <p:spPr>
              <a:xfrm>
                <a:off x="457791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g2488">
                <a:extLst>
                  <a:ext uri="{FF2B5EF4-FFF2-40B4-BE49-F238E27FC236}">
                    <a16:creationId xmlns:a16="http://schemas.microsoft.com/office/drawing/2014/main" id="{75D564AC-8E78-08D0-FA25-6A0A77EF7DB4}"/>
                  </a:ext>
                </a:extLst>
              </p:cNvPr>
              <p:cNvSpPr/>
              <p:nvPr/>
            </p:nvSpPr>
            <p:spPr>
              <a:xfrm>
                <a:off x="458955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g2489">
                <a:extLst>
                  <a:ext uri="{FF2B5EF4-FFF2-40B4-BE49-F238E27FC236}">
                    <a16:creationId xmlns:a16="http://schemas.microsoft.com/office/drawing/2014/main" id="{2AE94E24-4316-D247-CD40-14A33F238C16}"/>
                  </a:ext>
                </a:extLst>
              </p:cNvPr>
              <p:cNvSpPr/>
              <p:nvPr/>
            </p:nvSpPr>
            <p:spPr>
              <a:xfrm>
                <a:off x="460119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g2490">
                <a:extLst>
                  <a:ext uri="{FF2B5EF4-FFF2-40B4-BE49-F238E27FC236}">
                    <a16:creationId xmlns:a16="http://schemas.microsoft.com/office/drawing/2014/main" id="{9F1C6A97-C02B-A47F-A6D7-99CB4690EDE1}"/>
                  </a:ext>
                </a:extLst>
              </p:cNvPr>
              <p:cNvSpPr/>
              <p:nvPr/>
            </p:nvSpPr>
            <p:spPr>
              <a:xfrm>
                <a:off x="323962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g2491">
                <a:extLst>
                  <a:ext uri="{FF2B5EF4-FFF2-40B4-BE49-F238E27FC236}">
                    <a16:creationId xmlns:a16="http://schemas.microsoft.com/office/drawing/2014/main" id="{213D5B73-FDDF-0CF6-212F-4239DFE1BC1F}"/>
                  </a:ext>
                </a:extLst>
              </p:cNvPr>
              <p:cNvSpPr/>
              <p:nvPr/>
            </p:nvSpPr>
            <p:spPr>
              <a:xfrm>
                <a:off x="325125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g2492">
                <a:extLst>
                  <a:ext uri="{FF2B5EF4-FFF2-40B4-BE49-F238E27FC236}">
                    <a16:creationId xmlns:a16="http://schemas.microsoft.com/office/drawing/2014/main" id="{9F3B83CD-B0CB-C520-B38E-B49D59082E1A}"/>
                  </a:ext>
                </a:extLst>
              </p:cNvPr>
              <p:cNvSpPr/>
              <p:nvPr/>
            </p:nvSpPr>
            <p:spPr>
              <a:xfrm>
                <a:off x="326289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g2493">
                <a:extLst>
                  <a:ext uri="{FF2B5EF4-FFF2-40B4-BE49-F238E27FC236}">
                    <a16:creationId xmlns:a16="http://schemas.microsoft.com/office/drawing/2014/main" id="{2FC574B3-18D1-12DA-8FEE-5851825EDCEA}"/>
                  </a:ext>
                </a:extLst>
              </p:cNvPr>
              <p:cNvSpPr/>
              <p:nvPr/>
            </p:nvSpPr>
            <p:spPr>
              <a:xfrm>
                <a:off x="327453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g2494">
                <a:extLst>
                  <a:ext uri="{FF2B5EF4-FFF2-40B4-BE49-F238E27FC236}">
                    <a16:creationId xmlns:a16="http://schemas.microsoft.com/office/drawing/2014/main" id="{947817E8-2555-AF1E-6A2D-6B9772DC0EAE}"/>
                  </a:ext>
                </a:extLst>
              </p:cNvPr>
              <p:cNvSpPr/>
              <p:nvPr/>
            </p:nvSpPr>
            <p:spPr>
              <a:xfrm>
                <a:off x="328617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g2495">
                <a:extLst>
                  <a:ext uri="{FF2B5EF4-FFF2-40B4-BE49-F238E27FC236}">
                    <a16:creationId xmlns:a16="http://schemas.microsoft.com/office/drawing/2014/main" id="{C1F4E75D-4373-B6EF-9CB7-4BF1277E154F}"/>
                  </a:ext>
                </a:extLst>
              </p:cNvPr>
              <p:cNvSpPr/>
              <p:nvPr/>
            </p:nvSpPr>
            <p:spPr>
              <a:xfrm>
                <a:off x="360037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g2496">
                <a:extLst>
                  <a:ext uri="{FF2B5EF4-FFF2-40B4-BE49-F238E27FC236}">
                    <a16:creationId xmlns:a16="http://schemas.microsoft.com/office/drawing/2014/main" id="{DACEF93B-2F5E-7A56-1612-0D9A6C61A028}"/>
                  </a:ext>
                </a:extLst>
              </p:cNvPr>
              <p:cNvSpPr/>
              <p:nvPr/>
            </p:nvSpPr>
            <p:spPr>
              <a:xfrm>
                <a:off x="361201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g2497">
                <a:extLst>
                  <a:ext uri="{FF2B5EF4-FFF2-40B4-BE49-F238E27FC236}">
                    <a16:creationId xmlns:a16="http://schemas.microsoft.com/office/drawing/2014/main" id="{B1D5236B-A2D4-D6FE-B13C-8C6E03B7DE02}"/>
                  </a:ext>
                </a:extLst>
              </p:cNvPr>
              <p:cNvSpPr/>
              <p:nvPr/>
            </p:nvSpPr>
            <p:spPr>
              <a:xfrm>
                <a:off x="362365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g2498">
                <a:extLst>
                  <a:ext uri="{FF2B5EF4-FFF2-40B4-BE49-F238E27FC236}">
                    <a16:creationId xmlns:a16="http://schemas.microsoft.com/office/drawing/2014/main" id="{875ECAC3-02F2-0C79-C15C-2E58534C4D51}"/>
                  </a:ext>
                </a:extLst>
              </p:cNvPr>
              <p:cNvSpPr/>
              <p:nvPr/>
            </p:nvSpPr>
            <p:spPr>
              <a:xfrm>
                <a:off x="363529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g2499">
                <a:extLst>
                  <a:ext uri="{FF2B5EF4-FFF2-40B4-BE49-F238E27FC236}">
                    <a16:creationId xmlns:a16="http://schemas.microsoft.com/office/drawing/2014/main" id="{CD17D876-A70F-F8B1-4194-671DD8870BE9}"/>
                  </a:ext>
                </a:extLst>
              </p:cNvPr>
              <p:cNvSpPr/>
              <p:nvPr/>
            </p:nvSpPr>
            <p:spPr>
              <a:xfrm>
                <a:off x="364692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g2500">
                <a:extLst>
                  <a:ext uri="{FF2B5EF4-FFF2-40B4-BE49-F238E27FC236}">
                    <a16:creationId xmlns:a16="http://schemas.microsoft.com/office/drawing/2014/main" id="{4A8D2EB9-9097-F728-0AFB-6AC21A3065FB}"/>
                  </a:ext>
                </a:extLst>
              </p:cNvPr>
              <p:cNvSpPr/>
              <p:nvPr/>
            </p:nvSpPr>
            <p:spPr>
              <a:xfrm>
                <a:off x="365856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g2501">
                <a:extLst>
                  <a:ext uri="{FF2B5EF4-FFF2-40B4-BE49-F238E27FC236}">
                    <a16:creationId xmlns:a16="http://schemas.microsoft.com/office/drawing/2014/main" id="{4FD9DBAE-5DDA-11E7-990E-057A109E7FB5}"/>
                  </a:ext>
                </a:extLst>
              </p:cNvPr>
              <p:cNvSpPr/>
              <p:nvPr/>
            </p:nvSpPr>
            <p:spPr>
              <a:xfrm>
                <a:off x="3670203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g2502">
                <a:extLst>
                  <a:ext uri="{FF2B5EF4-FFF2-40B4-BE49-F238E27FC236}">
                    <a16:creationId xmlns:a16="http://schemas.microsoft.com/office/drawing/2014/main" id="{53E3169F-D7F3-0C44-2929-5D369BD79732}"/>
                  </a:ext>
                </a:extLst>
              </p:cNvPr>
              <p:cNvSpPr/>
              <p:nvPr/>
            </p:nvSpPr>
            <p:spPr>
              <a:xfrm>
                <a:off x="368184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g2503">
                <a:extLst>
                  <a:ext uri="{FF2B5EF4-FFF2-40B4-BE49-F238E27FC236}">
                    <a16:creationId xmlns:a16="http://schemas.microsoft.com/office/drawing/2014/main" id="{5513B8F1-1F50-01E7-CB9D-DADB1EB73691}"/>
                  </a:ext>
                </a:extLst>
              </p:cNvPr>
              <p:cNvSpPr/>
              <p:nvPr/>
            </p:nvSpPr>
            <p:spPr>
              <a:xfrm>
                <a:off x="369347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g2504">
                <a:extLst>
                  <a:ext uri="{FF2B5EF4-FFF2-40B4-BE49-F238E27FC236}">
                    <a16:creationId xmlns:a16="http://schemas.microsoft.com/office/drawing/2014/main" id="{5C5FA6EE-8602-B755-162D-C0BEF2B6AA93}"/>
                  </a:ext>
                </a:extLst>
              </p:cNvPr>
              <p:cNvSpPr/>
              <p:nvPr/>
            </p:nvSpPr>
            <p:spPr>
              <a:xfrm>
                <a:off x="370511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g2505">
                <a:extLst>
                  <a:ext uri="{FF2B5EF4-FFF2-40B4-BE49-F238E27FC236}">
                    <a16:creationId xmlns:a16="http://schemas.microsoft.com/office/drawing/2014/main" id="{B877BEB1-CF4B-B4D9-CC74-238D447866FD}"/>
                  </a:ext>
                </a:extLst>
              </p:cNvPr>
              <p:cNvSpPr/>
              <p:nvPr/>
            </p:nvSpPr>
            <p:spPr>
              <a:xfrm>
                <a:off x="371675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g2506">
                <a:extLst>
                  <a:ext uri="{FF2B5EF4-FFF2-40B4-BE49-F238E27FC236}">
                    <a16:creationId xmlns:a16="http://schemas.microsoft.com/office/drawing/2014/main" id="{71CB0E69-168B-BEAA-C028-5ABD6A2A7FE0}"/>
                  </a:ext>
                </a:extLst>
              </p:cNvPr>
              <p:cNvSpPr/>
              <p:nvPr/>
            </p:nvSpPr>
            <p:spPr>
              <a:xfrm>
                <a:off x="372839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g2507">
                <a:extLst>
                  <a:ext uri="{FF2B5EF4-FFF2-40B4-BE49-F238E27FC236}">
                    <a16:creationId xmlns:a16="http://schemas.microsoft.com/office/drawing/2014/main" id="{1A1A67BE-3496-8729-CD40-45709C2CDEDA}"/>
                  </a:ext>
                </a:extLst>
              </p:cNvPr>
              <p:cNvSpPr/>
              <p:nvPr/>
            </p:nvSpPr>
            <p:spPr>
              <a:xfrm>
                <a:off x="374002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g2508">
                <a:extLst>
                  <a:ext uri="{FF2B5EF4-FFF2-40B4-BE49-F238E27FC236}">
                    <a16:creationId xmlns:a16="http://schemas.microsoft.com/office/drawing/2014/main" id="{8351C83A-3754-5787-AC4F-9CBDF8B639F2}"/>
                  </a:ext>
                </a:extLst>
              </p:cNvPr>
              <p:cNvSpPr/>
              <p:nvPr/>
            </p:nvSpPr>
            <p:spPr>
              <a:xfrm>
                <a:off x="375166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g2509">
                <a:extLst>
                  <a:ext uri="{FF2B5EF4-FFF2-40B4-BE49-F238E27FC236}">
                    <a16:creationId xmlns:a16="http://schemas.microsoft.com/office/drawing/2014/main" id="{88049E59-4DC7-53C4-E5C4-1A6BCF1A504E}"/>
                  </a:ext>
                </a:extLst>
              </p:cNvPr>
              <p:cNvSpPr/>
              <p:nvPr/>
            </p:nvSpPr>
            <p:spPr>
              <a:xfrm>
                <a:off x="385640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g2510">
                <a:extLst>
                  <a:ext uri="{FF2B5EF4-FFF2-40B4-BE49-F238E27FC236}">
                    <a16:creationId xmlns:a16="http://schemas.microsoft.com/office/drawing/2014/main" id="{E0FB823A-779A-B503-2DE8-1EAA4D88E9D0}"/>
                  </a:ext>
                </a:extLst>
              </p:cNvPr>
              <p:cNvSpPr/>
              <p:nvPr/>
            </p:nvSpPr>
            <p:spPr>
              <a:xfrm>
                <a:off x="386803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g2511">
                <a:extLst>
                  <a:ext uri="{FF2B5EF4-FFF2-40B4-BE49-F238E27FC236}">
                    <a16:creationId xmlns:a16="http://schemas.microsoft.com/office/drawing/2014/main" id="{478289BD-34F6-4DD0-4091-51DE09643884}"/>
                  </a:ext>
                </a:extLst>
              </p:cNvPr>
              <p:cNvSpPr/>
              <p:nvPr/>
            </p:nvSpPr>
            <p:spPr>
              <a:xfrm>
                <a:off x="387967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g2512">
                <a:extLst>
                  <a:ext uri="{FF2B5EF4-FFF2-40B4-BE49-F238E27FC236}">
                    <a16:creationId xmlns:a16="http://schemas.microsoft.com/office/drawing/2014/main" id="{8E4F86A5-F03C-2409-C921-AAD999AF3364}"/>
                  </a:ext>
                </a:extLst>
              </p:cNvPr>
              <p:cNvSpPr/>
              <p:nvPr/>
            </p:nvSpPr>
            <p:spPr>
              <a:xfrm>
                <a:off x="389131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g2513">
                <a:extLst>
                  <a:ext uri="{FF2B5EF4-FFF2-40B4-BE49-F238E27FC236}">
                    <a16:creationId xmlns:a16="http://schemas.microsoft.com/office/drawing/2014/main" id="{317AD972-24BF-D1CD-A4AF-C1DDCA63DB8B}"/>
                  </a:ext>
                </a:extLst>
              </p:cNvPr>
              <p:cNvSpPr/>
              <p:nvPr/>
            </p:nvSpPr>
            <p:spPr>
              <a:xfrm>
                <a:off x="390295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g2514">
                <a:extLst>
                  <a:ext uri="{FF2B5EF4-FFF2-40B4-BE49-F238E27FC236}">
                    <a16:creationId xmlns:a16="http://schemas.microsoft.com/office/drawing/2014/main" id="{178C8020-97F4-03A3-397E-6196D4F1A681}"/>
                  </a:ext>
                </a:extLst>
              </p:cNvPr>
              <p:cNvSpPr/>
              <p:nvPr/>
            </p:nvSpPr>
            <p:spPr>
              <a:xfrm>
                <a:off x="391458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g2515">
                <a:extLst>
                  <a:ext uri="{FF2B5EF4-FFF2-40B4-BE49-F238E27FC236}">
                    <a16:creationId xmlns:a16="http://schemas.microsoft.com/office/drawing/2014/main" id="{A3B5B2DA-D89C-191E-3B70-EFE6D70CBDB2}"/>
                  </a:ext>
                </a:extLst>
              </p:cNvPr>
              <p:cNvSpPr/>
              <p:nvPr/>
            </p:nvSpPr>
            <p:spPr>
              <a:xfrm>
                <a:off x="392622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g2516">
                <a:extLst>
                  <a:ext uri="{FF2B5EF4-FFF2-40B4-BE49-F238E27FC236}">
                    <a16:creationId xmlns:a16="http://schemas.microsoft.com/office/drawing/2014/main" id="{7BEAEEDD-927E-DB60-F8F1-F68CC95F180A}"/>
                  </a:ext>
                </a:extLst>
              </p:cNvPr>
              <p:cNvSpPr/>
              <p:nvPr/>
            </p:nvSpPr>
            <p:spPr>
              <a:xfrm>
                <a:off x="393786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g2517">
                <a:extLst>
                  <a:ext uri="{FF2B5EF4-FFF2-40B4-BE49-F238E27FC236}">
                    <a16:creationId xmlns:a16="http://schemas.microsoft.com/office/drawing/2014/main" id="{D0AFFDEB-B49F-6ED4-CC4D-0E7F1905F3BA}"/>
                  </a:ext>
                </a:extLst>
              </p:cNvPr>
              <p:cNvSpPr/>
              <p:nvPr/>
            </p:nvSpPr>
            <p:spPr>
              <a:xfrm>
                <a:off x="394949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g2518">
                <a:extLst>
                  <a:ext uri="{FF2B5EF4-FFF2-40B4-BE49-F238E27FC236}">
                    <a16:creationId xmlns:a16="http://schemas.microsoft.com/office/drawing/2014/main" id="{8B77A4B1-B2B0-64FA-44AB-1AF7432BCA3A}"/>
                  </a:ext>
                </a:extLst>
              </p:cNvPr>
              <p:cNvSpPr/>
              <p:nvPr/>
            </p:nvSpPr>
            <p:spPr>
              <a:xfrm>
                <a:off x="396113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g2519">
                <a:extLst>
                  <a:ext uri="{FF2B5EF4-FFF2-40B4-BE49-F238E27FC236}">
                    <a16:creationId xmlns:a16="http://schemas.microsoft.com/office/drawing/2014/main" id="{4FD835B5-245B-AD23-694E-B7FF5BCBC4AB}"/>
                  </a:ext>
                </a:extLst>
              </p:cNvPr>
              <p:cNvSpPr/>
              <p:nvPr/>
            </p:nvSpPr>
            <p:spPr>
              <a:xfrm>
                <a:off x="406587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g2520">
                <a:extLst>
                  <a:ext uri="{FF2B5EF4-FFF2-40B4-BE49-F238E27FC236}">
                    <a16:creationId xmlns:a16="http://schemas.microsoft.com/office/drawing/2014/main" id="{4A3D2CE0-B6D5-C3CC-719B-5E2B079F9E76}"/>
                  </a:ext>
                </a:extLst>
              </p:cNvPr>
              <p:cNvSpPr/>
              <p:nvPr/>
            </p:nvSpPr>
            <p:spPr>
              <a:xfrm>
                <a:off x="407751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g2521">
                <a:extLst>
                  <a:ext uri="{FF2B5EF4-FFF2-40B4-BE49-F238E27FC236}">
                    <a16:creationId xmlns:a16="http://schemas.microsoft.com/office/drawing/2014/main" id="{B7A271A4-C39C-9551-8DDA-A4F966BA7939}"/>
                  </a:ext>
                </a:extLst>
              </p:cNvPr>
              <p:cNvSpPr/>
              <p:nvPr/>
            </p:nvSpPr>
            <p:spPr>
              <a:xfrm>
                <a:off x="408914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g2522">
                <a:extLst>
                  <a:ext uri="{FF2B5EF4-FFF2-40B4-BE49-F238E27FC236}">
                    <a16:creationId xmlns:a16="http://schemas.microsoft.com/office/drawing/2014/main" id="{C2E7BD39-9DEB-5C3E-406E-0BD2FEA89C11}"/>
                  </a:ext>
                </a:extLst>
              </p:cNvPr>
              <p:cNvSpPr/>
              <p:nvPr/>
            </p:nvSpPr>
            <p:spPr>
              <a:xfrm>
                <a:off x="410078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g2523">
                <a:extLst>
                  <a:ext uri="{FF2B5EF4-FFF2-40B4-BE49-F238E27FC236}">
                    <a16:creationId xmlns:a16="http://schemas.microsoft.com/office/drawing/2014/main" id="{DD87E1F0-77D6-7FF0-672E-D36F99CFE840}"/>
                  </a:ext>
                </a:extLst>
              </p:cNvPr>
              <p:cNvSpPr/>
              <p:nvPr/>
            </p:nvSpPr>
            <p:spPr>
              <a:xfrm>
                <a:off x="411242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g2524">
                <a:extLst>
                  <a:ext uri="{FF2B5EF4-FFF2-40B4-BE49-F238E27FC236}">
                    <a16:creationId xmlns:a16="http://schemas.microsoft.com/office/drawing/2014/main" id="{77628060-9D6D-AE69-B009-10C434B26B9D}"/>
                  </a:ext>
                </a:extLst>
              </p:cNvPr>
              <p:cNvSpPr/>
              <p:nvPr/>
            </p:nvSpPr>
            <p:spPr>
              <a:xfrm>
                <a:off x="412405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g2525">
                <a:extLst>
                  <a:ext uri="{FF2B5EF4-FFF2-40B4-BE49-F238E27FC236}">
                    <a16:creationId xmlns:a16="http://schemas.microsoft.com/office/drawing/2014/main" id="{F50C318A-098E-B783-2EA6-5F996C1E737D}"/>
                  </a:ext>
                </a:extLst>
              </p:cNvPr>
              <p:cNvSpPr/>
              <p:nvPr/>
            </p:nvSpPr>
            <p:spPr>
              <a:xfrm>
                <a:off x="413569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g2526">
                <a:extLst>
                  <a:ext uri="{FF2B5EF4-FFF2-40B4-BE49-F238E27FC236}">
                    <a16:creationId xmlns:a16="http://schemas.microsoft.com/office/drawing/2014/main" id="{19D3D09E-4F5D-032E-E0C1-0E0CB5C6BCFA}"/>
                  </a:ext>
                </a:extLst>
              </p:cNvPr>
              <p:cNvSpPr/>
              <p:nvPr/>
            </p:nvSpPr>
            <p:spPr>
              <a:xfrm>
                <a:off x="414733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g2527">
                <a:extLst>
                  <a:ext uri="{FF2B5EF4-FFF2-40B4-BE49-F238E27FC236}">
                    <a16:creationId xmlns:a16="http://schemas.microsoft.com/office/drawing/2014/main" id="{1E39B321-B165-0951-B138-2D38E9DBD4AF}"/>
                  </a:ext>
                </a:extLst>
              </p:cNvPr>
              <p:cNvSpPr/>
              <p:nvPr/>
            </p:nvSpPr>
            <p:spPr>
              <a:xfrm>
                <a:off x="415897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g2528">
                <a:extLst>
                  <a:ext uri="{FF2B5EF4-FFF2-40B4-BE49-F238E27FC236}">
                    <a16:creationId xmlns:a16="http://schemas.microsoft.com/office/drawing/2014/main" id="{239BF2B0-D575-F834-89FD-CAF320EE72F9}"/>
                  </a:ext>
                </a:extLst>
              </p:cNvPr>
              <p:cNvSpPr/>
              <p:nvPr/>
            </p:nvSpPr>
            <p:spPr>
              <a:xfrm>
                <a:off x="422879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g2529">
                <a:extLst>
                  <a:ext uri="{FF2B5EF4-FFF2-40B4-BE49-F238E27FC236}">
                    <a16:creationId xmlns:a16="http://schemas.microsoft.com/office/drawing/2014/main" id="{34ADEA01-B472-6360-B572-C9FBFFA0AC2B}"/>
                  </a:ext>
                </a:extLst>
              </p:cNvPr>
              <p:cNvSpPr/>
              <p:nvPr/>
            </p:nvSpPr>
            <p:spPr>
              <a:xfrm>
                <a:off x="424043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g2530">
                <a:extLst>
                  <a:ext uri="{FF2B5EF4-FFF2-40B4-BE49-F238E27FC236}">
                    <a16:creationId xmlns:a16="http://schemas.microsoft.com/office/drawing/2014/main" id="{D2EBE7CA-C841-A642-70A6-0F008A6A43D1}"/>
                  </a:ext>
                </a:extLst>
              </p:cNvPr>
              <p:cNvSpPr/>
              <p:nvPr/>
            </p:nvSpPr>
            <p:spPr>
              <a:xfrm>
                <a:off x="425207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2B2">
                  <a:alpha val="100000"/>
                </a:srgbClr>
              </a:solidFill>
              <a:ln w="5420" cap="flat">
                <a:solidFill>
                  <a:srgbClr val="71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g2531">
                <a:extLst>
                  <a:ext uri="{FF2B5EF4-FFF2-40B4-BE49-F238E27FC236}">
                    <a16:creationId xmlns:a16="http://schemas.microsoft.com/office/drawing/2014/main" id="{BCCBEE3A-4E93-FE61-F8C6-1477FC9C86AD}"/>
                  </a:ext>
                </a:extLst>
              </p:cNvPr>
              <p:cNvSpPr/>
              <p:nvPr/>
            </p:nvSpPr>
            <p:spPr>
              <a:xfrm>
                <a:off x="426370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g2532">
                <a:extLst>
                  <a:ext uri="{FF2B5EF4-FFF2-40B4-BE49-F238E27FC236}">
                    <a16:creationId xmlns:a16="http://schemas.microsoft.com/office/drawing/2014/main" id="{91A33466-CE75-DDC7-9F3F-B67FD38AAA7A}"/>
                  </a:ext>
                </a:extLst>
              </p:cNvPr>
              <p:cNvSpPr/>
              <p:nvPr/>
            </p:nvSpPr>
            <p:spPr>
              <a:xfrm>
                <a:off x="427534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g2533">
                <a:extLst>
                  <a:ext uri="{FF2B5EF4-FFF2-40B4-BE49-F238E27FC236}">
                    <a16:creationId xmlns:a16="http://schemas.microsoft.com/office/drawing/2014/main" id="{718F724A-214B-F0C4-ECA6-7BC37DC4449B}"/>
                  </a:ext>
                </a:extLst>
              </p:cNvPr>
              <p:cNvSpPr/>
              <p:nvPr/>
            </p:nvSpPr>
            <p:spPr>
              <a:xfrm>
                <a:off x="428698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g2534">
                <a:extLst>
                  <a:ext uri="{FF2B5EF4-FFF2-40B4-BE49-F238E27FC236}">
                    <a16:creationId xmlns:a16="http://schemas.microsoft.com/office/drawing/2014/main" id="{230D36A4-FD0F-31E1-3318-391CAF00E6F9}"/>
                  </a:ext>
                </a:extLst>
              </p:cNvPr>
              <p:cNvSpPr/>
              <p:nvPr/>
            </p:nvSpPr>
            <p:spPr>
              <a:xfrm>
                <a:off x="429861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g2535">
                <a:extLst>
                  <a:ext uri="{FF2B5EF4-FFF2-40B4-BE49-F238E27FC236}">
                    <a16:creationId xmlns:a16="http://schemas.microsoft.com/office/drawing/2014/main" id="{4E3BFFB7-8F77-247F-A271-DC8CE4829599}"/>
                  </a:ext>
                </a:extLst>
              </p:cNvPr>
              <p:cNvSpPr/>
              <p:nvPr/>
            </p:nvSpPr>
            <p:spPr>
              <a:xfrm>
                <a:off x="431025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g2536">
                <a:extLst>
                  <a:ext uri="{FF2B5EF4-FFF2-40B4-BE49-F238E27FC236}">
                    <a16:creationId xmlns:a16="http://schemas.microsoft.com/office/drawing/2014/main" id="{F371FE2C-CCD1-1024-5C27-DE3593F26CF1}"/>
                  </a:ext>
                </a:extLst>
              </p:cNvPr>
              <p:cNvSpPr/>
              <p:nvPr/>
            </p:nvSpPr>
            <p:spPr>
              <a:xfrm>
                <a:off x="432189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g2537">
                <a:extLst>
                  <a:ext uri="{FF2B5EF4-FFF2-40B4-BE49-F238E27FC236}">
                    <a16:creationId xmlns:a16="http://schemas.microsoft.com/office/drawing/2014/main" id="{6AE9D390-E9A0-C996-B4C6-1234987C9123}"/>
                  </a:ext>
                </a:extLst>
              </p:cNvPr>
              <p:cNvSpPr/>
              <p:nvPr/>
            </p:nvSpPr>
            <p:spPr>
              <a:xfrm>
                <a:off x="433353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g2538">
                <a:extLst>
                  <a:ext uri="{FF2B5EF4-FFF2-40B4-BE49-F238E27FC236}">
                    <a16:creationId xmlns:a16="http://schemas.microsoft.com/office/drawing/2014/main" id="{1932C02C-CB65-DD25-0410-B1FDAACBFB8F}"/>
                  </a:ext>
                </a:extLst>
              </p:cNvPr>
              <p:cNvSpPr/>
              <p:nvPr/>
            </p:nvSpPr>
            <p:spPr>
              <a:xfrm>
                <a:off x="434516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g2539">
                <a:extLst>
                  <a:ext uri="{FF2B5EF4-FFF2-40B4-BE49-F238E27FC236}">
                    <a16:creationId xmlns:a16="http://schemas.microsoft.com/office/drawing/2014/main" id="{E27F2E67-AB18-ED68-6833-680FD6F0E7A8}"/>
                  </a:ext>
                </a:extLst>
              </p:cNvPr>
              <p:cNvSpPr/>
              <p:nvPr/>
            </p:nvSpPr>
            <p:spPr>
              <a:xfrm>
                <a:off x="455464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g2540">
                <a:extLst>
                  <a:ext uri="{FF2B5EF4-FFF2-40B4-BE49-F238E27FC236}">
                    <a16:creationId xmlns:a16="http://schemas.microsoft.com/office/drawing/2014/main" id="{4B291CE1-40F7-F890-0BEF-FD709E69E3FC}"/>
                  </a:ext>
                </a:extLst>
              </p:cNvPr>
              <p:cNvSpPr/>
              <p:nvPr/>
            </p:nvSpPr>
            <p:spPr>
              <a:xfrm>
                <a:off x="456627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g2541">
                <a:extLst>
                  <a:ext uri="{FF2B5EF4-FFF2-40B4-BE49-F238E27FC236}">
                    <a16:creationId xmlns:a16="http://schemas.microsoft.com/office/drawing/2014/main" id="{B7C6A48C-6A23-F729-3377-2384E6F542FF}"/>
                  </a:ext>
                </a:extLst>
              </p:cNvPr>
              <p:cNvSpPr/>
              <p:nvPr/>
            </p:nvSpPr>
            <p:spPr>
              <a:xfrm>
                <a:off x="457791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g2542">
                <a:extLst>
                  <a:ext uri="{FF2B5EF4-FFF2-40B4-BE49-F238E27FC236}">
                    <a16:creationId xmlns:a16="http://schemas.microsoft.com/office/drawing/2014/main" id="{9DFECFBE-B38E-CCEA-8B29-B6F7C1C2F535}"/>
                  </a:ext>
                </a:extLst>
              </p:cNvPr>
              <p:cNvSpPr/>
              <p:nvPr/>
            </p:nvSpPr>
            <p:spPr>
              <a:xfrm>
                <a:off x="458955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g2543">
                <a:extLst>
                  <a:ext uri="{FF2B5EF4-FFF2-40B4-BE49-F238E27FC236}">
                    <a16:creationId xmlns:a16="http://schemas.microsoft.com/office/drawing/2014/main" id="{6C22BBDF-D616-5F09-713A-EF4EDA2F8B33}"/>
                  </a:ext>
                </a:extLst>
              </p:cNvPr>
              <p:cNvSpPr/>
              <p:nvPr/>
            </p:nvSpPr>
            <p:spPr>
              <a:xfrm>
                <a:off x="460119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g2544">
                <a:extLst>
                  <a:ext uri="{FF2B5EF4-FFF2-40B4-BE49-F238E27FC236}">
                    <a16:creationId xmlns:a16="http://schemas.microsoft.com/office/drawing/2014/main" id="{2D292EEE-F97F-AE5E-2F2C-69557D840CFA}"/>
                  </a:ext>
                </a:extLst>
              </p:cNvPr>
              <p:cNvSpPr/>
              <p:nvPr/>
            </p:nvSpPr>
            <p:spPr>
              <a:xfrm>
                <a:off x="314652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g2545">
                <a:extLst>
                  <a:ext uri="{FF2B5EF4-FFF2-40B4-BE49-F238E27FC236}">
                    <a16:creationId xmlns:a16="http://schemas.microsoft.com/office/drawing/2014/main" id="{621C3F14-30F4-2E2B-3EC5-21A6C934C9FD}"/>
                  </a:ext>
                </a:extLst>
              </p:cNvPr>
              <p:cNvSpPr/>
              <p:nvPr/>
            </p:nvSpPr>
            <p:spPr>
              <a:xfrm>
                <a:off x="315816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EC3">
                  <a:alpha val="100000"/>
                </a:srgbClr>
              </a:solidFill>
              <a:ln w="5420" cap="flat">
                <a:solidFill>
                  <a:srgbClr val="99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g2546">
                <a:extLst>
                  <a:ext uri="{FF2B5EF4-FFF2-40B4-BE49-F238E27FC236}">
                    <a16:creationId xmlns:a16="http://schemas.microsoft.com/office/drawing/2014/main" id="{534BC30F-0B35-E53E-352D-72FE019B245B}"/>
                  </a:ext>
                </a:extLst>
              </p:cNvPr>
              <p:cNvSpPr/>
              <p:nvPr/>
            </p:nvSpPr>
            <p:spPr>
              <a:xfrm>
                <a:off x="316979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g2547">
                <a:extLst>
                  <a:ext uri="{FF2B5EF4-FFF2-40B4-BE49-F238E27FC236}">
                    <a16:creationId xmlns:a16="http://schemas.microsoft.com/office/drawing/2014/main" id="{760FB18F-91D6-611F-8346-0975FAC8D89D}"/>
                  </a:ext>
                </a:extLst>
              </p:cNvPr>
              <p:cNvSpPr/>
              <p:nvPr/>
            </p:nvSpPr>
            <p:spPr>
              <a:xfrm>
                <a:off x="322798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g2548">
                <a:extLst>
                  <a:ext uri="{FF2B5EF4-FFF2-40B4-BE49-F238E27FC236}">
                    <a16:creationId xmlns:a16="http://schemas.microsoft.com/office/drawing/2014/main" id="{3FF725CF-FB79-A57B-E42E-BAB64E0D7F43}"/>
                  </a:ext>
                </a:extLst>
              </p:cNvPr>
              <p:cNvSpPr/>
              <p:nvPr/>
            </p:nvSpPr>
            <p:spPr>
              <a:xfrm>
                <a:off x="323962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g2549">
                <a:extLst>
                  <a:ext uri="{FF2B5EF4-FFF2-40B4-BE49-F238E27FC236}">
                    <a16:creationId xmlns:a16="http://schemas.microsoft.com/office/drawing/2014/main" id="{96C2474D-93C6-9C59-0559-2CFBD548FF21}"/>
                  </a:ext>
                </a:extLst>
              </p:cNvPr>
              <p:cNvSpPr/>
              <p:nvPr/>
            </p:nvSpPr>
            <p:spPr>
              <a:xfrm>
                <a:off x="325125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g2550">
                <a:extLst>
                  <a:ext uri="{FF2B5EF4-FFF2-40B4-BE49-F238E27FC236}">
                    <a16:creationId xmlns:a16="http://schemas.microsoft.com/office/drawing/2014/main" id="{A128D99B-1417-8860-004C-96D47A388D51}"/>
                  </a:ext>
                </a:extLst>
              </p:cNvPr>
              <p:cNvSpPr/>
              <p:nvPr/>
            </p:nvSpPr>
            <p:spPr>
              <a:xfrm>
                <a:off x="326289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g2551">
                <a:extLst>
                  <a:ext uri="{FF2B5EF4-FFF2-40B4-BE49-F238E27FC236}">
                    <a16:creationId xmlns:a16="http://schemas.microsoft.com/office/drawing/2014/main" id="{07455AE0-FCC6-E80F-072D-D21FBA18EA31}"/>
                  </a:ext>
                </a:extLst>
              </p:cNvPr>
              <p:cNvSpPr/>
              <p:nvPr/>
            </p:nvSpPr>
            <p:spPr>
              <a:xfrm>
                <a:off x="327453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g2552">
                <a:extLst>
                  <a:ext uri="{FF2B5EF4-FFF2-40B4-BE49-F238E27FC236}">
                    <a16:creationId xmlns:a16="http://schemas.microsoft.com/office/drawing/2014/main" id="{FAF894B3-89D3-1FDB-6CF3-87AD9DA80732}"/>
                  </a:ext>
                </a:extLst>
              </p:cNvPr>
              <p:cNvSpPr/>
              <p:nvPr/>
            </p:nvSpPr>
            <p:spPr>
              <a:xfrm>
                <a:off x="328617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g2553">
                <a:extLst>
                  <a:ext uri="{FF2B5EF4-FFF2-40B4-BE49-F238E27FC236}">
                    <a16:creationId xmlns:a16="http://schemas.microsoft.com/office/drawing/2014/main" id="{2F319CF8-6D2A-A200-CFB4-063D6E0451A6}"/>
                  </a:ext>
                </a:extLst>
              </p:cNvPr>
              <p:cNvSpPr/>
              <p:nvPr/>
            </p:nvSpPr>
            <p:spPr>
              <a:xfrm>
                <a:off x="329780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g2554">
                <a:extLst>
                  <a:ext uri="{FF2B5EF4-FFF2-40B4-BE49-F238E27FC236}">
                    <a16:creationId xmlns:a16="http://schemas.microsoft.com/office/drawing/2014/main" id="{205BE9E3-9EF9-D0F6-03D6-38053C22B5E6}"/>
                  </a:ext>
                </a:extLst>
              </p:cNvPr>
              <p:cNvSpPr/>
              <p:nvPr/>
            </p:nvSpPr>
            <p:spPr>
              <a:xfrm>
                <a:off x="330944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g2555">
                <a:extLst>
                  <a:ext uri="{FF2B5EF4-FFF2-40B4-BE49-F238E27FC236}">
                    <a16:creationId xmlns:a16="http://schemas.microsoft.com/office/drawing/2014/main" id="{6A546BB2-DEBA-F58E-13C5-A156D3FF4B26}"/>
                  </a:ext>
                </a:extLst>
              </p:cNvPr>
              <p:cNvSpPr/>
              <p:nvPr/>
            </p:nvSpPr>
            <p:spPr>
              <a:xfrm>
                <a:off x="332108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g2556">
                <a:extLst>
                  <a:ext uri="{FF2B5EF4-FFF2-40B4-BE49-F238E27FC236}">
                    <a16:creationId xmlns:a16="http://schemas.microsoft.com/office/drawing/2014/main" id="{F481C51B-055B-64E9-7853-226885ED8151}"/>
                  </a:ext>
                </a:extLst>
              </p:cNvPr>
              <p:cNvSpPr/>
              <p:nvPr/>
            </p:nvSpPr>
            <p:spPr>
              <a:xfrm>
                <a:off x="333272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g2557">
                <a:extLst>
                  <a:ext uri="{FF2B5EF4-FFF2-40B4-BE49-F238E27FC236}">
                    <a16:creationId xmlns:a16="http://schemas.microsoft.com/office/drawing/2014/main" id="{E46B140B-C1A0-7E69-CF98-4DE20BE3CE68}"/>
                  </a:ext>
                </a:extLst>
              </p:cNvPr>
              <p:cNvSpPr/>
              <p:nvPr/>
            </p:nvSpPr>
            <p:spPr>
              <a:xfrm>
                <a:off x="334435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g2558">
                <a:extLst>
                  <a:ext uri="{FF2B5EF4-FFF2-40B4-BE49-F238E27FC236}">
                    <a16:creationId xmlns:a16="http://schemas.microsoft.com/office/drawing/2014/main" id="{DAD9E15F-D753-A9DD-D923-1E1649397358}"/>
                  </a:ext>
                </a:extLst>
              </p:cNvPr>
              <p:cNvSpPr/>
              <p:nvPr/>
            </p:nvSpPr>
            <p:spPr>
              <a:xfrm>
                <a:off x="343745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DC0">
                  <a:alpha val="100000"/>
                </a:srgbClr>
              </a:solidFill>
              <a:ln w="5420" cap="flat">
                <a:solidFill>
                  <a:srgbClr val="92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g2559">
                <a:extLst>
                  <a:ext uri="{FF2B5EF4-FFF2-40B4-BE49-F238E27FC236}">
                    <a16:creationId xmlns:a16="http://schemas.microsoft.com/office/drawing/2014/main" id="{A70C49D3-FD85-9B45-C674-0D53E793FC54}"/>
                  </a:ext>
                </a:extLst>
              </p:cNvPr>
              <p:cNvSpPr/>
              <p:nvPr/>
            </p:nvSpPr>
            <p:spPr>
              <a:xfrm>
                <a:off x="344909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g2560">
                <a:extLst>
                  <a:ext uri="{FF2B5EF4-FFF2-40B4-BE49-F238E27FC236}">
                    <a16:creationId xmlns:a16="http://schemas.microsoft.com/office/drawing/2014/main" id="{545CF25E-0435-7A47-151F-BA69AFB0C7B3}"/>
                  </a:ext>
                </a:extLst>
              </p:cNvPr>
              <p:cNvSpPr/>
              <p:nvPr/>
            </p:nvSpPr>
            <p:spPr>
              <a:xfrm>
                <a:off x="346073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g2561">
                <a:extLst>
                  <a:ext uri="{FF2B5EF4-FFF2-40B4-BE49-F238E27FC236}">
                    <a16:creationId xmlns:a16="http://schemas.microsoft.com/office/drawing/2014/main" id="{5D24E6FD-CC0C-17B0-35CD-E0CEA933DA3B}"/>
                  </a:ext>
                </a:extLst>
              </p:cNvPr>
              <p:cNvSpPr/>
              <p:nvPr/>
            </p:nvSpPr>
            <p:spPr>
              <a:xfrm>
                <a:off x="347236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g2562">
                <a:extLst>
                  <a:ext uri="{FF2B5EF4-FFF2-40B4-BE49-F238E27FC236}">
                    <a16:creationId xmlns:a16="http://schemas.microsoft.com/office/drawing/2014/main" id="{CC2A6A99-A372-9BC4-FDF7-82379D121762}"/>
                  </a:ext>
                </a:extLst>
              </p:cNvPr>
              <p:cNvSpPr/>
              <p:nvPr/>
            </p:nvSpPr>
            <p:spPr>
              <a:xfrm>
                <a:off x="348400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g2563">
                <a:extLst>
                  <a:ext uri="{FF2B5EF4-FFF2-40B4-BE49-F238E27FC236}">
                    <a16:creationId xmlns:a16="http://schemas.microsoft.com/office/drawing/2014/main" id="{A8DAEAE6-33A0-41C3-6FD9-99301B514DAB}"/>
                  </a:ext>
                </a:extLst>
              </p:cNvPr>
              <p:cNvSpPr/>
              <p:nvPr/>
            </p:nvSpPr>
            <p:spPr>
              <a:xfrm>
                <a:off x="360037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g2564">
                <a:extLst>
                  <a:ext uri="{FF2B5EF4-FFF2-40B4-BE49-F238E27FC236}">
                    <a16:creationId xmlns:a16="http://schemas.microsoft.com/office/drawing/2014/main" id="{4429FE4C-CF57-7A80-98AC-762162CC1431}"/>
                  </a:ext>
                </a:extLst>
              </p:cNvPr>
              <p:cNvSpPr/>
              <p:nvPr/>
            </p:nvSpPr>
            <p:spPr>
              <a:xfrm>
                <a:off x="361201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g2565">
                <a:extLst>
                  <a:ext uri="{FF2B5EF4-FFF2-40B4-BE49-F238E27FC236}">
                    <a16:creationId xmlns:a16="http://schemas.microsoft.com/office/drawing/2014/main" id="{76C99152-908E-9151-E501-033347A267B5}"/>
                  </a:ext>
                </a:extLst>
              </p:cNvPr>
              <p:cNvSpPr/>
              <p:nvPr/>
            </p:nvSpPr>
            <p:spPr>
              <a:xfrm>
                <a:off x="362365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g2566">
                <a:extLst>
                  <a:ext uri="{FF2B5EF4-FFF2-40B4-BE49-F238E27FC236}">
                    <a16:creationId xmlns:a16="http://schemas.microsoft.com/office/drawing/2014/main" id="{E33FFE29-1456-968F-2A39-2E36A8BDE595}"/>
                  </a:ext>
                </a:extLst>
              </p:cNvPr>
              <p:cNvSpPr/>
              <p:nvPr/>
            </p:nvSpPr>
            <p:spPr>
              <a:xfrm>
                <a:off x="363529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g2567">
                <a:extLst>
                  <a:ext uri="{FF2B5EF4-FFF2-40B4-BE49-F238E27FC236}">
                    <a16:creationId xmlns:a16="http://schemas.microsoft.com/office/drawing/2014/main" id="{3BAC6E58-2E6B-E5CA-4DC1-F503342D160E}"/>
                  </a:ext>
                </a:extLst>
              </p:cNvPr>
              <p:cNvSpPr/>
              <p:nvPr/>
            </p:nvSpPr>
            <p:spPr>
              <a:xfrm>
                <a:off x="364692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g2568">
                <a:extLst>
                  <a:ext uri="{FF2B5EF4-FFF2-40B4-BE49-F238E27FC236}">
                    <a16:creationId xmlns:a16="http://schemas.microsoft.com/office/drawing/2014/main" id="{B26F6C32-4A3A-8017-188F-3DF51916AE54}"/>
                  </a:ext>
                </a:extLst>
              </p:cNvPr>
              <p:cNvSpPr/>
              <p:nvPr/>
            </p:nvSpPr>
            <p:spPr>
              <a:xfrm>
                <a:off x="365856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g2569">
                <a:extLst>
                  <a:ext uri="{FF2B5EF4-FFF2-40B4-BE49-F238E27FC236}">
                    <a16:creationId xmlns:a16="http://schemas.microsoft.com/office/drawing/2014/main" id="{49C42D40-6521-31A6-295E-6DF922E8DFAD}"/>
                  </a:ext>
                </a:extLst>
              </p:cNvPr>
              <p:cNvSpPr/>
              <p:nvPr/>
            </p:nvSpPr>
            <p:spPr>
              <a:xfrm>
                <a:off x="367020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g2570">
                <a:extLst>
                  <a:ext uri="{FF2B5EF4-FFF2-40B4-BE49-F238E27FC236}">
                    <a16:creationId xmlns:a16="http://schemas.microsoft.com/office/drawing/2014/main" id="{0D878BCC-15D4-E807-4C55-76308B0A6026}"/>
                  </a:ext>
                </a:extLst>
              </p:cNvPr>
              <p:cNvSpPr/>
              <p:nvPr/>
            </p:nvSpPr>
            <p:spPr>
              <a:xfrm>
                <a:off x="368184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g2571">
                <a:extLst>
                  <a:ext uri="{FF2B5EF4-FFF2-40B4-BE49-F238E27FC236}">
                    <a16:creationId xmlns:a16="http://schemas.microsoft.com/office/drawing/2014/main" id="{541AC7D7-2512-C9E9-C79D-BD3402181118}"/>
                  </a:ext>
                </a:extLst>
              </p:cNvPr>
              <p:cNvSpPr/>
              <p:nvPr/>
            </p:nvSpPr>
            <p:spPr>
              <a:xfrm>
                <a:off x="369347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g2572">
                <a:extLst>
                  <a:ext uri="{FF2B5EF4-FFF2-40B4-BE49-F238E27FC236}">
                    <a16:creationId xmlns:a16="http://schemas.microsoft.com/office/drawing/2014/main" id="{F057F07C-057F-BEC5-A313-39DAEF06B196}"/>
                  </a:ext>
                </a:extLst>
              </p:cNvPr>
              <p:cNvSpPr/>
              <p:nvPr/>
            </p:nvSpPr>
            <p:spPr>
              <a:xfrm>
                <a:off x="370511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g2573">
                <a:extLst>
                  <a:ext uri="{FF2B5EF4-FFF2-40B4-BE49-F238E27FC236}">
                    <a16:creationId xmlns:a16="http://schemas.microsoft.com/office/drawing/2014/main" id="{D588B767-FC9C-4D7B-202F-A4E8C7889820}"/>
                  </a:ext>
                </a:extLst>
              </p:cNvPr>
              <p:cNvSpPr/>
              <p:nvPr/>
            </p:nvSpPr>
            <p:spPr>
              <a:xfrm>
                <a:off x="371675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g2574">
                <a:extLst>
                  <a:ext uri="{FF2B5EF4-FFF2-40B4-BE49-F238E27FC236}">
                    <a16:creationId xmlns:a16="http://schemas.microsoft.com/office/drawing/2014/main" id="{48E2B346-B5AF-61F8-251D-72423CA660FC}"/>
                  </a:ext>
                </a:extLst>
              </p:cNvPr>
              <p:cNvSpPr/>
              <p:nvPr/>
            </p:nvSpPr>
            <p:spPr>
              <a:xfrm>
                <a:off x="372839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g2575">
                <a:extLst>
                  <a:ext uri="{FF2B5EF4-FFF2-40B4-BE49-F238E27FC236}">
                    <a16:creationId xmlns:a16="http://schemas.microsoft.com/office/drawing/2014/main" id="{80420526-5B89-D214-2411-6220B309F5A0}"/>
                  </a:ext>
                </a:extLst>
              </p:cNvPr>
              <p:cNvSpPr/>
              <p:nvPr/>
            </p:nvSpPr>
            <p:spPr>
              <a:xfrm>
                <a:off x="374002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g2576">
                <a:extLst>
                  <a:ext uri="{FF2B5EF4-FFF2-40B4-BE49-F238E27FC236}">
                    <a16:creationId xmlns:a16="http://schemas.microsoft.com/office/drawing/2014/main" id="{0B5E118B-5576-4447-EC59-EF57D82F7E24}"/>
                  </a:ext>
                </a:extLst>
              </p:cNvPr>
              <p:cNvSpPr/>
              <p:nvPr/>
            </p:nvSpPr>
            <p:spPr>
              <a:xfrm>
                <a:off x="375166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g2577">
                <a:extLst>
                  <a:ext uri="{FF2B5EF4-FFF2-40B4-BE49-F238E27FC236}">
                    <a16:creationId xmlns:a16="http://schemas.microsoft.com/office/drawing/2014/main" id="{0B7F8860-D8DB-B885-262B-0EC1A5F37B8C}"/>
                  </a:ext>
                </a:extLst>
              </p:cNvPr>
              <p:cNvSpPr/>
              <p:nvPr/>
            </p:nvSpPr>
            <p:spPr>
              <a:xfrm>
                <a:off x="410078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g2578">
                <a:extLst>
                  <a:ext uri="{FF2B5EF4-FFF2-40B4-BE49-F238E27FC236}">
                    <a16:creationId xmlns:a16="http://schemas.microsoft.com/office/drawing/2014/main" id="{2F0C2D51-4AC3-4AFC-F4E4-F61820CDE16F}"/>
                  </a:ext>
                </a:extLst>
              </p:cNvPr>
              <p:cNvSpPr/>
              <p:nvPr/>
            </p:nvSpPr>
            <p:spPr>
              <a:xfrm>
                <a:off x="411242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g2579">
                <a:extLst>
                  <a:ext uri="{FF2B5EF4-FFF2-40B4-BE49-F238E27FC236}">
                    <a16:creationId xmlns:a16="http://schemas.microsoft.com/office/drawing/2014/main" id="{C72F39A3-0CA4-7D69-7393-214170BE0580}"/>
                  </a:ext>
                </a:extLst>
              </p:cNvPr>
              <p:cNvSpPr/>
              <p:nvPr/>
            </p:nvSpPr>
            <p:spPr>
              <a:xfrm>
                <a:off x="412405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g2580">
                <a:extLst>
                  <a:ext uri="{FF2B5EF4-FFF2-40B4-BE49-F238E27FC236}">
                    <a16:creationId xmlns:a16="http://schemas.microsoft.com/office/drawing/2014/main" id="{D7144DFC-28EC-9E40-0502-4DA1776848E2}"/>
                  </a:ext>
                </a:extLst>
              </p:cNvPr>
              <p:cNvSpPr/>
              <p:nvPr/>
            </p:nvSpPr>
            <p:spPr>
              <a:xfrm>
                <a:off x="413569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g2581">
                <a:extLst>
                  <a:ext uri="{FF2B5EF4-FFF2-40B4-BE49-F238E27FC236}">
                    <a16:creationId xmlns:a16="http://schemas.microsoft.com/office/drawing/2014/main" id="{E297E83A-753F-31AB-700C-6FD4C2E2306B}"/>
                  </a:ext>
                </a:extLst>
              </p:cNvPr>
              <p:cNvSpPr/>
              <p:nvPr/>
            </p:nvSpPr>
            <p:spPr>
              <a:xfrm>
                <a:off x="414733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g2582">
                <a:extLst>
                  <a:ext uri="{FF2B5EF4-FFF2-40B4-BE49-F238E27FC236}">
                    <a16:creationId xmlns:a16="http://schemas.microsoft.com/office/drawing/2014/main" id="{D7B3FF60-8476-7605-CCE1-F877F5D78F40}"/>
                  </a:ext>
                </a:extLst>
              </p:cNvPr>
              <p:cNvSpPr/>
              <p:nvPr/>
            </p:nvSpPr>
            <p:spPr>
              <a:xfrm>
                <a:off x="415897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g2583">
                <a:extLst>
                  <a:ext uri="{FF2B5EF4-FFF2-40B4-BE49-F238E27FC236}">
                    <a16:creationId xmlns:a16="http://schemas.microsoft.com/office/drawing/2014/main" id="{ED117DBF-67F1-86F7-1662-323ADF9B8785}"/>
                  </a:ext>
                </a:extLst>
              </p:cNvPr>
              <p:cNvSpPr/>
              <p:nvPr/>
            </p:nvSpPr>
            <p:spPr>
              <a:xfrm>
                <a:off x="417060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g2584">
                <a:extLst>
                  <a:ext uri="{FF2B5EF4-FFF2-40B4-BE49-F238E27FC236}">
                    <a16:creationId xmlns:a16="http://schemas.microsoft.com/office/drawing/2014/main" id="{04B3E478-64E1-A4A5-B3DA-45291FD8FFF1}"/>
                  </a:ext>
                </a:extLst>
              </p:cNvPr>
              <p:cNvSpPr/>
              <p:nvPr/>
            </p:nvSpPr>
            <p:spPr>
              <a:xfrm>
                <a:off x="419388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g2585">
                <a:extLst>
                  <a:ext uri="{FF2B5EF4-FFF2-40B4-BE49-F238E27FC236}">
                    <a16:creationId xmlns:a16="http://schemas.microsoft.com/office/drawing/2014/main" id="{6506A691-8DD2-CB49-04C7-857A873657A3}"/>
                  </a:ext>
                </a:extLst>
              </p:cNvPr>
              <p:cNvSpPr/>
              <p:nvPr/>
            </p:nvSpPr>
            <p:spPr>
              <a:xfrm>
                <a:off x="420552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g2586">
                <a:extLst>
                  <a:ext uri="{FF2B5EF4-FFF2-40B4-BE49-F238E27FC236}">
                    <a16:creationId xmlns:a16="http://schemas.microsoft.com/office/drawing/2014/main" id="{1D19A76A-638B-6457-2CCD-714F67DA3490}"/>
                  </a:ext>
                </a:extLst>
              </p:cNvPr>
              <p:cNvSpPr/>
              <p:nvPr/>
            </p:nvSpPr>
            <p:spPr>
              <a:xfrm>
                <a:off x="421715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g2587">
                <a:extLst>
                  <a:ext uri="{FF2B5EF4-FFF2-40B4-BE49-F238E27FC236}">
                    <a16:creationId xmlns:a16="http://schemas.microsoft.com/office/drawing/2014/main" id="{824BEAC6-E55F-F2EC-380D-81621F097F68}"/>
                  </a:ext>
                </a:extLst>
              </p:cNvPr>
              <p:cNvSpPr/>
              <p:nvPr/>
            </p:nvSpPr>
            <p:spPr>
              <a:xfrm>
                <a:off x="422879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g2588">
                <a:extLst>
                  <a:ext uri="{FF2B5EF4-FFF2-40B4-BE49-F238E27FC236}">
                    <a16:creationId xmlns:a16="http://schemas.microsoft.com/office/drawing/2014/main" id="{C528B047-544D-E0CE-7B74-6E3F9657FDB0}"/>
                  </a:ext>
                </a:extLst>
              </p:cNvPr>
              <p:cNvSpPr/>
              <p:nvPr/>
            </p:nvSpPr>
            <p:spPr>
              <a:xfrm>
                <a:off x="424043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g2589">
                <a:extLst>
                  <a:ext uri="{FF2B5EF4-FFF2-40B4-BE49-F238E27FC236}">
                    <a16:creationId xmlns:a16="http://schemas.microsoft.com/office/drawing/2014/main" id="{4107692F-4B3C-B43E-0735-6EC37AF01EF1}"/>
                  </a:ext>
                </a:extLst>
              </p:cNvPr>
              <p:cNvSpPr/>
              <p:nvPr/>
            </p:nvSpPr>
            <p:spPr>
              <a:xfrm>
                <a:off x="425207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g2590">
                <a:extLst>
                  <a:ext uri="{FF2B5EF4-FFF2-40B4-BE49-F238E27FC236}">
                    <a16:creationId xmlns:a16="http://schemas.microsoft.com/office/drawing/2014/main" id="{FC61DC8F-40A0-776D-7535-B7DE751982CF}"/>
                  </a:ext>
                </a:extLst>
              </p:cNvPr>
              <p:cNvSpPr/>
              <p:nvPr/>
            </p:nvSpPr>
            <p:spPr>
              <a:xfrm>
                <a:off x="426370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g2591">
                <a:extLst>
                  <a:ext uri="{FF2B5EF4-FFF2-40B4-BE49-F238E27FC236}">
                    <a16:creationId xmlns:a16="http://schemas.microsoft.com/office/drawing/2014/main" id="{44CCA15F-EEBE-87B7-D11F-9B8DDCB831F3}"/>
                  </a:ext>
                </a:extLst>
              </p:cNvPr>
              <p:cNvSpPr/>
              <p:nvPr/>
            </p:nvSpPr>
            <p:spPr>
              <a:xfrm>
                <a:off x="427534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g2592">
                <a:extLst>
                  <a:ext uri="{FF2B5EF4-FFF2-40B4-BE49-F238E27FC236}">
                    <a16:creationId xmlns:a16="http://schemas.microsoft.com/office/drawing/2014/main" id="{7424F395-D1FB-37E5-1E6D-7EC577458DD4}"/>
                  </a:ext>
                </a:extLst>
              </p:cNvPr>
              <p:cNvSpPr/>
              <p:nvPr/>
            </p:nvSpPr>
            <p:spPr>
              <a:xfrm>
                <a:off x="428698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g2593">
                <a:extLst>
                  <a:ext uri="{FF2B5EF4-FFF2-40B4-BE49-F238E27FC236}">
                    <a16:creationId xmlns:a16="http://schemas.microsoft.com/office/drawing/2014/main" id="{E852BB68-6154-004F-FA88-868B31E66855}"/>
                  </a:ext>
                </a:extLst>
              </p:cNvPr>
              <p:cNvSpPr/>
              <p:nvPr/>
            </p:nvSpPr>
            <p:spPr>
              <a:xfrm>
                <a:off x="429861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g2594">
                <a:extLst>
                  <a:ext uri="{FF2B5EF4-FFF2-40B4-BE49-F238E27FC236}">
                    <a16:creationId xmlns:a16="http://schemas.microsoft.com/office/drawing/2014/main" id="{A2EE3B0F-8B15-0F7D-7CD8-B89AE45993FE}"/>
                  </a:ext>
                </a:extLst>
              </p:cNvPr>
              <p:cNvSpPr/>
              <p:nvPr/>
            </p:nvSpPr>
            <p:spPr>
              <a:xfrm>
                <a:off x="431025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g2595">
                <a:extLst>
                  <a:ext uri="{FF2B5EF4-FFF2-40B4-BE49-F238E27FC236}">
                    <a16:creationId xmlns:a16="http://schemas.microsoft.com/office/drawing/2014/main" id="{86419065-8CAA-4922-ABEA-B71E22183D68}"/>
                  </a:ext>
                </a:extLst>
              </p:cNvPr>
              <p:cNvSpPr/>
              <p:nvPr/>
            </p:nvSpPr>
            <p:spPr>
              <a:xfrm>
                <a:off x="432189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g2596">
                <a:extLst>
                  <a:ext uri="{FF2B5EF4-FFF2-40B4-BE49-F238E27FC236}">
                    <a16:creationId xmlns:a16="http://schemas.microsoft.com/office/drawing/2014/main" id="{4F4BA531-551F-FCE0-4D95-53B8D59F3E67}"/>
                  </a:ext>
                </a:extLst>
              </p:cNvPr>
              <p:cNvSpPr/>
              <p:nvPr/>
            </p:nvSpPr>
            <p:spPr>
              <a:xfrm>
                <a:off x="433353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g2597">
                <a:extLst>
                  <a:ext uri="{FF2B5EF4-FFF2-40B4-BE49-F238E27FC236}">
                    <a16:creationId xmlns:a16="http://schemas.microsoft.com/office/drawing/2014/main" id="{F00B6B95-CBB4-14F1-DC28-712F827BA6B7}"/>
                  </a:ext>
                </a:extLst>
              </p:cNvPr>
              <p:cNvSpPr/>
              <p:nvPr/>
            </p:nvSpPr>
            <p:spPr>
              <a:xfrm>
                <a:off x="434516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g2598">
                <a:extLst>
                  <a:ext uri="{FF2B5EF4-FFF2-40B4-BE49-F238E27FC236}">
                    <a16:creationId xmlns:a16="http://schemas.microsoft.com/office/drawing/2014/main" id="{14F33A10-4AC4-3C65-C98A-05A7EB9066C0}"/>
                  </a:ext>
                </a:extLst>
              </p:cNvPr>
              <p:cNvSpPr/>
              <p:nvPr/>
            </p:nvSpPr>
            <p:spPr>
              <a:xfrm>
                <a:off x="435680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g2599">
                <a:extLst>
                  <a:ext uri="{FF2B5EF4-FFF2-40B4-BE49-F238E27FC236}">
                    <a16:creationId xmlns:a16="http://schemas.microsoft.com/office/drawing/2014/main" id="{8B7DCA54-FB08-6EA5-AAC0-F6AEDEBE8B6B}"/>
                  </a:ext>
                </a:extLst>
              </p:cNvPr>
              <p:cNvSpPr/>
              <p:nvPr/>
            </p:nvSpPr>
            <p:spPr>
              <a:xfrm>
                <a:off x="456627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g2600">
                <a:extLst>
                  <a:ext uri="{FF2B5EF4-FFF2-40B4-BE49-F238E27FC236}">
                    <a16:creationId xmlns:a16="http://schemas.microsoft.com/office/drawing/2014/main" id="{AB0AF6DF-844D-F2FF-599C-8B829F41C505}"/>
                  </a:ext>
                </a:extLst>
              </p:cNvPr>
              <p:cNvSpPr/>
              <p:nvPr/>
            </p:nvSpPr>
            <p:spPr>
              <a:xfrm>
                <a:off x="457791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g2601">
                <a:extLst>
                  <a:ext uri="{FF2B5EF4-FFF2-40B4-BE49-F238E27FC236}">
                    <a16:creationId xmlns:a16="http://schemas.microsoft.com/office/drawing/2014/main" id="{022CB3EA-5158-60F4-CDCA-6E469444114C}"/>
                  </a:ext>
                </a:extLst>
              </p:cNvPr>
              <p:cNvSpPr/>
              <p:nvPr/>
            </p:nvSpPr>
            <p:spPr>
              <a:xfrm>
                <a:off x="458955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g2602">
                <a:extLst>
                  <a:ext uri="{FF2B5EF4-FFF2-40B4-BE49-F238E27FC236}">
                    <a16:creationId xmlns:a16="http://schemas.microsoft.com/office/drawing/2014/main" id="{88D17FBA-6BFA-6692-73D5-AED7E4D67978}"/>
                  </a:ext>
                </a:extLst>
              </p:cNvPr>
              <p:cNvSpPr/>
              <p:nvPr/>
            </p:nvSpPr>
            <p:spPr>
              <a:xfrm>
                <a:off x="460119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g2603">
                <a:extLst>
                  <a:ext uri="{FF2B5EF4-FFF2-40B4-BE49-F238E27FC236}">
                    <a16:creationId xmlns:a16="http://schemas.microsoft.com/office/drawing/2014/main" id="{6392E1D0-D660-E8A1-6D36-7EAA57833A62}"/>
                  </a:ext>
                </a:extLst>
              </p:cNvPr>
              <p:cNvSpPr/>
              <p:nvPr/>
            </p:nvSpPr>
            <p:spPr>
              <a:xfrm>
                <a:off x="312324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g2604">
                <a:extLst>
                  <a:ext uri="{FF2B5EF4-FFF2-40B4-BE49-F238E27FC236}">
                    <a16:creationId xmlns:a16="http://schemas.microsoft.com/office/drawing/2014/main" id="{D95660CC-3A4A-97F8-4E83-E72563799B27}"/>
                  </a:ext>
                </a:extLst>
              </p:cNvPr>
              <p:cNvSpPr/>
              <p:nvPr/>
            </p:nvSpPr>
            <p:spPr>
              <a:xfrm>
                <a:off x="313488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DFC4">
                  <a:alpha val="100000"/>
                </a:srgbClr>
              </a:solidFill>
              <a:ln w="5420" cap="flat">
                <a:solidFill>
                  <a:srgbClr val="9C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g2605">
                <a:extLst>
                  <a:ext uri="{FF2B5EF4-FFF2-40B4-BE49-F238E27FC236}">
                    <a16:creationId xmlns:a16="http://schemas.microsoft.com/office/drawing/2014/main" id="{56B8958E-0A38-78C9-C19A-FFC34E796E68}"/>
                  </a:ext>
                </a:extLst>
              </p:cNvPr>
              <p:cNvSpPr/>
              <p:nvPr/>
            </p:nvSpPr>
            <p:spPr>
              <a:xfrm>
                <a:off x="314652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g2606">
                <a:extLst>
                  <a:ext uri="{FF2B5EF4-FFF2-40B4-BE49-F238E27FC236}">
                    <a16:creationId xmlns:a16="http://schemas.microsoft.com/office/drawing/2014/main" id="{402FA7D6-7219-0130-00AE-8362E42B7E67}"/>
                  </a:ext>
                </a:extLst>
              </p:cNvPr>
              <p:cNvSpPr/>
              <p:nvPr/>
            </p:nvSpPr>
            <p:spPr>
              <a:xfrm>
                <a:off x="315816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g2607">
                <a:extLst>
                  <a:ext uri="{FF2B5EF4-FFF2-40B4-BE49-F238E27FC236}">
                    <a16:creationId xmlns:a16="http://schemas.microsoft.com/office/drawing/2014/main" id="{2C0F6A30-A12C-B677-181D-DAECFACCC721}"/>
                  </a:ext>
                </a:extLst>
              </p:cNvPr>
              <p:cNvSpPr/>
              <p:nvPr/>
            </p:nvSpPr>
            <p:spPr>
              <a:xfrm>
                <a:off x="316979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g2608">
                <a:extLst>
                  <a:ext uri="{FF2B5EF4-FFF2-40B4-BE49-F238E27FC236}">
                    <a16:creationId xmlns:a16="http://schemas.microsoft.com/office/drawing/2014/main" id="{50B7CAA1-5073-30DB-F88A-2ED706CAF5C5}"/>
                  </a:ext>
                </a:extLst>
              </p:cNvPr>
              <p:cNvSpPr/>
              <p:nvPr/>
            </p:nvSpPr>
            <p:spPr>
              <a:xfrm>
                <a:off x="318143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g2609">
                <a:extLst>
                  <a:ext uri="{FF2B5EF4-FFF2-40B4-BE49-F238E27FC236}">
                    <a16:creationId xmlns:a16="http://schemas.microsoft.com/office/drawing/2014/main" id="{913DFA24-9DCA-E504-2CE9-6EFBECC7CAD3}"/>
                  </a:ext>
                </a:extLst>
              </p:cNvPr>
              <p:cNvSpPr/>
              <p:nvPr/>
            </p:nvSpPr>
            <p:spPr>
              <a:xfrm>
                <a:off x="321634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g2610">
                <a:extLst>
                  <a:ext uri="{FF2B5EF4-FFF2-40B4-BE49-F238E27FC236}">
                    <a16:creationId xmlns:a16="http://schemas.microsoft.com/office/drawing/2014/main" id="{249B0441-2BB1-74F1-7155-F854A950F7E3}"/>
                  </a:ext>
                </a:extLst>
              </p:cNvPr>
              <p:cNvSpPr/>
              <p:nvPr/>
            </p:nvSpPr>
            <p:spPr>
              <a:xfrm>
                <a:off x="322798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g2611">
                <a:extLst>
                  <a:ext uri="{FF2B5EF4-FFF2-40B4-BE49-F238E27FC236}">
                    <a16:creationId xmlns:a16="http://schemas.microsoft.com/office/drawing/2014/main" id="{B577F981-7A8C-67FF-D1AF-B7DBA39314D1}"/>
                  </a:ext>
                </a:extLst>
              </p:cNvPr>
              <p:cNvSpPr/>
              <p:nvPr/>
            </p:nvSpPr>
            <p:spPr>
              <a:xfrm>
                <a:off x="323962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g2612">
                <a:extLst>
                  <a:ext uri="{FF2B5EF4-FFF2-40B4-BE49-F238E27FC236}">
                    <a16:creationId xmlns:a16="http://schemas.microsoft.com/office/drawing/2014/main" id="{994CA066-C6AF-A3BD-14B3-DE95B3C29148}"/>
                  </a:ext>
                </a:extLst>
              </p:cNvPr>
              <p:cNvSpPr/>
              <p:nvPr/>
            </p:nvSpPr>
            <p:spPr>
              <a:xfrm>
                <a:off x="325125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g2613">
                <a:extLst>
                  <a:ext uri="{FF2B5EF4-FFF2-40B4-BE49-F238E27FC236}">
                    <a16:creationId xmlns:a16="http://schemas.microsoft.com/office/drawing/2014/main" id="{5C7B230F-5476-BBAD-2B31-DDE98A61F134}"/>
                  </a:ext>
                </a:extLst>
              </p:cNvPr>
              <p:cNvSpPr/>
              <p:nvPr/>
            </p:nvSpPr>
            <p:spPr>
              <a:xfrm>
                <a:off x="326289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g2614">
                <a:extLst>
                  <a:ext uri="{FF2B5EF4-FFF2-40B4-BE49-F238E27FC236}">
                    <a16:creationId xmlns:a16="http://schemas.microsoft.com/office/drawing/2014/main" id="{9CF55CDC-B089-DC02-BDCA-C50F0F056291}"/>
                  </a:ext>
                </a:extLst>
              </p:cNvPr>
              <p:cNvSpPr/>
              <p:nvPr/>
            </p:nvSpPr>
            <p:spPr>
              <a:xfrm>
                <a:off x="327453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g2615">
                <a:extLst>
                  <a:ext uri="{FF2B5EF4-FFF2-40B4-BE49-F238E27FC236}">
                    <a16:creationId xmlns:a16="http://schemas.microsoft.com/office/drawing/2014/main" id="{2B42837A-14E8-73A6-0107-3394CEE03EFE}"/>
                  </a:ext>
                </a:extLst>
              </p:cNvPr>
              <p:cNvSpPr/>
              <p:nvPr/>
            </p:nvSpPr>
            <p:spPr>
              <a:xfrm>
                <a:off x="328617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g2616">
                <a:extLst>
                  <a:ext uri="{FF2B5EF4-FFF2-40B4-BE49-F238E27FC236}">
                    <a16:creationId xmlns:a16="http://schemas.microsoft.com/office/drawing/2014/main" id="{8A337E27-A62D-046A-7A2C-C675A67288BC}"/>
                  </a:ext>
                </a:extLst>
              </p:cNvPr>
              <p:cNvSpPr/>
              <p:nvPr/>
            </p:nvSpPr>
            <p:spPr>
              <a:xfrm>
                <a:off x="329780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g2617">
                <a:extLst>
                  <a:ext uri="{FF2B5EF4-FFF2-40B4-BE49-F238E27FC236}">
                    <a16:creationId xmlns:a16="http://schemas.microsoft.com/office/drawing/2014/main" id="{651E3B63-94EB-20D0-07C7-048BA9DAB687}"/>
                  </a:ext>
                </a:extLst>
              </p:cNvPr>
              <p:cNvSpPr/>
              <p:nvPr/>
            </p:nvSpPr>
            <p:spPr>
              <a:xfrm>
                <a:off x="330944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g2618">
                <a:extLst>
                  <a:ext uri="{FF2B5EF4-FFF2-40B4-BE49-F238E27FC236}">
                    <a16:creationId xmlns:a16="http://schemas.microsoft.com/office/drawing/2014/main" id="{31947436-5562-FF00-8B59-CAA1F785FB73}"/>
                  </a:ext>
                </a:extLst>
              </p:cNvPr>
              <p:cNvSpPr/>
              <p:nvPr/>
            </p:nvSpPr>
            <p:spPr>
              <a:xfrm>
                <a:off x="332108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g2619">
                <a:extLst>
                  <a:ext uri="{FF2B5EF4-FFF2-40B4-BE49-F238E27FC236}">
                    <a16:creationId xmlns:a16="http://schemas.microsoft.com/office/drawing/2014/main" id="{A4340146-CBEC-E471-B57E-242F20D8B029}"/>
                  </a:ext>
                </a:extLst>
              </p:cNvPr>
              <p:cNvSpPr/>
              <p:nvPr/>
            </p:nvSpPr>
            <p:spPr>
              <a:xfrm>
                <a:off x="333272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g2620">
                <a:extLst>
                  <a:ext uri="{FF2B5EF4-FFF2-40B4-BE49-F238E27FC236}">
                    <a16:creationId xmlns:a16="http://schemas.microsoft.com/office/drawing/2014/main" id="{B34A3E05-81A7-0A45-FBDF-CBAA06BA51A1}"/>
                  </a:ext>
                </a:extLst>
              </p:cNvPr>
              <p:cNvSpPr/>
              <p:nvPr/>
            </p:nvSpPr>
            <p:spPr>
              <a:xfrm>
                <a:off x="334435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g2621">
                <a:extLst>
                  <a:ext uri="{FF2B5EF4-FFF2-40B4-BE49-F238E27FC236}">
                    <a16:creationId xmlns:a16="http://schemas.microsoft.com/office/drawing/2014/main" id="{0055B62E-733C-1AAC-3743-BA43CFEA2AC6}"/>
                  </a:ext>
                </a:extLst>
              </p:cNvPr>
              <p:cNvSpPr/>
              <p:nvPr/>
            </p:nvSpPr>
            <p:spPr>
              <a:xfrm>
                <a:off x="335599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g2622">
                <a:extLst>
                  <a:ext uri="{FF2B5EF4-FFF2-40B4-BE49-F238E27FC236}">
                    <a16:creationId xmlns:a16="http://schemas.microsoft.com/office/drawing/2014/main" id="{8D654ADE-D643-2F4F-257D-6BD613663946}"/>
                  </a:ext>
                </a:extLst>
              </p:cNvPr>
              <p:cNvSpPr/>
              <p:nvPr/>
            </p:nvSpPr>
            <p:spPr>
              <a:xfrm>
                <a:off x="336763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g2623">
                <a:extLst>
                  <a:ext uri="{FF2B5EF4-FFF2-40B4-BE49-F238E27FC236}">
                    <a16:creationId xmlns:a16="http://schemas.microsoft.com/office/drawing/2014/main" id="{E1D760FA-BC0B-A2F1-7927-55020D37D668}"/>
                  </a:ext>
                </a:extLst>
              </p:cNvPr>
              <p:cNvSpPr/>
              <p:nvPr/>
            </p:nvSpPr>
            <p:spPr>
              <a:xfrm>
                <a:off x="342581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g2624">
                <a:extLst>
                  <a:ext uri="{FF2B5EF4-FFF2-40B4-BE49-F238E27FC236}">
                    <a16:creationId xmlns:a16="http://schemas.microsoft.com/office/drawing/2014/main" id="{92C232B4-D682-DA21-38FE-E72DA150AA13}"/>
                  </a:ext>
                </a:extLst>
              </p:cNvPr>
              <p:cNvSpPr/>
              <p:nvPr/>
            </p:nvSpPr>
            <p:spPr>
              <a:xfrm>
                <a:off x="343745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g2625">
                <a:extLst>
                  <a:ext uri="{FF2B5EF4-FFF2-40B4-BE49-F238E27FC236}">
                    <a16:creationId xmlns:a16="http://schemas.microsoft.com/office/drawing/2014/main" id="{5C35B944-AA98-B188-4EE9-5F4F60632B26}"/>
                  </a:ext>
                </a:extLst>
              </p:cNvPr>
              <p:cNvSpPr/>
              <p:nvPr/>
            </p:nvSpPr>
            <p:spPr>
              <a:xfrm>
                <a:off x="344909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g2626">
                <a:extLst>
                  <a:ext uri="{FF2B5EF4-FFF2-40B4-BE49-F238E27FC236}">
                    <a16:creationId xmlns:a16="http://schemas.microsoft.com/office/drawing/2014/main" id="{CB29005A-2415-6294-BDB5-FA6D163B6A8D}"/>
                  </a:ext>
                </a:extLst>
              </p:cNvPr>
              <p:cNvSpPr/>
              <p:nvPr/>
            </p:nvSpPr>
            <p:spPr>
              <a:xfrm>
                <a:off x="346073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g2627">
                <a:extLst>
                  <a:ext uri="{FF2B5EF4-FFF2-40B4-BE49-F238E27FC236}">
                    <a16:creationId xmlns:a16="http://schemas.microsoft.com/office/drawing/2014/main" id="{7B3E99C9-37B0-9FAD-DFB3-4BEFA162362B}"/>
                  </a:ext>
                </a:extLst>
              </p:cNvPr>
              <p:cNvSpPr/>
              <p:nvPr/>
            </p:nvSpPr>
            <p:spPr>
              <a:xfrm>
                <a:off x="347236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g2628">
                <a:extLst>
                  <a:ext uri="{FF2B5EF4-FFF2-40B4-BE49-F238E27FC236}">
                    <a16:creationId xmlns:a16="http://schemas.microsoft.com/office/drawing/2014/main" id="{7524848A-677F-D4F2-7CEB-7EA6157C29E6}"/>
                  </a:ext>
                </a:extLst>
              </p:cNvPr>
              <p:cNvSpPr/>
              <p:nvPr/>
            </p:nvSpPr>
            <p:spPr>
              <a:xfrm>
                <a:off x="348400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g2629">
                <a:extLst>
                  <a:ext uri="{FF2B5EF4-FFF2-40B4-BE49-F238E27FC236}">
                    <a16:creationId xmlns:a16="http://schemas.microsoft.com/office/drawing/2014/main" id="{62F4D572-BC99-9DD9-B588-B2B1FDD66B3C}"/>
                  </a:ext>
                </a:extLst>
              </p:cNvPr>
              <p:cNvSpPr/>
              <p:nvPr/>
            </p:nvSpPr>
            <p:spPr>
              <a:xfrm>
                <a:off x="349564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g2630">
                <a:extLst>
                  <a:ext uri="{FF2B5EF4-FFF2-40B4-BE49-F238E27FC236}">
                    <a16:creationId xmlns:a16="http://schemas.microsoft.com/office/drawing/2014/main" id="{76C26E10-700C-CD0D-B9C7-04D61EFD0EA5}"/>
                  </a:ext>
                </a:extLst>
              </p:cNvPr>
              <p:cNvSpPr/>
              <p:nvPr/>
            </p:nvSpPr>
            <p:spPr>
              <a:xfrm>
                <a:off x="350728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g2631">
                <a:extLst>
                  <a:ext uri="{FF2B5EF4-FFF2-40B4-BE49-F238E27FC236}">
                    <a16:creationId xmlns:a16="http://schemas.microsoft.com/office/drawing/2014/main" id="{0561147E-0F56-3CB0-2B09-28CAD9F9D9EE}"/>
                  </a:ext>
                </a:extLst>
              </p:cNvPr>
              <p:cNvSpPr/>
              <p:nvPr/>
            </p:nvSpPr>
            <p:spPr>
              <a:xfrm>
                <a:off x="362365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g2632">
                <a:extLst>
                  <a:ext uri="{FF2B5EF4-FFF2-40B4-BE49-F238E27FC236}">
                    <a16:creationId xmlns:a16="http://schemas.microsoft.com/office/drawing/2014/main" id="{C2B697A3-F126-70B8-EAE4-CF78351E1C5B}"/>
                  </a:ext>
                </a:extLst>
              </p:cNvPr>
              <p:cNvSpPr/>
              <p:nvPr/>
            </p:nvSpPr>
            <p:spPr>
              <a:xfrm>
                <a:off x="363529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g2633">
                <a:extLst>
                  <a:ext uri="{FF2B5EF4-FFF2-40B4-BE49-F238E27FC236}">
                    <a16:creationId xmlns:a16="http://schemas.microsoft.com/office/drawing/2014/main" id="{5684B92B-2468-EB4E-6EDB-9FDBFCA441F9}"/>
                  </a:ext>
                </a:extLst>
              </p:cNvPr>
              <p:cNvSpPr/>
              <p:nvPr/>
            </p:nvSpPr>
            <p:spPr>
              <a:xfrm>
                <a:off x="364692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g2634">
                <a:extLst>
                  <a:ext uri="{FF2B5EF4-FFF2-40B4-BE49-F238E27FC236}">
                    <a16:creationId xmlns:a16="http://schemas.microsoft.com/office/drawing/2014/main" id="{EE544A69-38B8-EAF1-A69E-1E75C315ED45}"/>
                  </a:ext>
                </a:extLst>
              </p:cNvPr>
              <p:cNvSpPr/>
              <p:nvPr/>
            </p:nvSpPr>
            <p:spPr>
              <a:xfrm>
                <a:off x="365856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g2635">
                <a:extLst>
                  <a:ext uri="{FF2B5EF4-FFF2-40B4-BE49-F238E27FC236}">
                    <a16:creationId xmlns:a16="http://schemas.microsoft.com/office/drawing/2014/main" id="{A43E5558-4DDA-F1F9-D4C8-73EE9E2673D5}"/>
                  </a:ext>
                </a:extLst>
              </p:cNvPr>
              <p:cNvSpPr/>
              <p:nvPr/>
            </p:nvSpPr>
            <p:spPr>
              <a:xfrm>
                <a:off x="367020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g2636">
                <a:extLst>
                  <a:ext uri="{FF2B5EF4-FFF2-40B4-BE49-F238E27FC236}">
                    <a16:creationId xmlns:a16="http://schemas.microsoft.com/office/drawing/2014/main" id="{809752A8-FEB0-411E-B558-CDC426660466}"/>
                  </a:ext>
                </a:extLst>
              </p:cNvPr>
              <p:cNvSpPr/>
              <p:nvPr/>
            </p:nvSpPr>
            <p:spPr>
              <a:xfrm>
                <a:off x="368184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g2637">
                <a:extLst>
                  <a:ext uri="{FF2B5EF4-FFF2-40B4-BE49-F238E27FC236}">
                    <a16:creationId xmlns:a16="http://schemas.microsoft.com/office/drawing/2014/main" id="{0B50A7FE-C095-94C0-B130-54431A4B2069}"/>
                  </a:ext>
                </a:extLst>
              </p:cNvPr>
              <p:cNvSpPr/>
              <p:nvPr/>
            </p:nvSpPr>
            <p:spPr>
              <a:xfrm>
                <a:off x="369347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g2638">
                <a:extLst>
                  <a:ext uri="{FF2B5EF4-FFF2-40B4-BE49-F238E27FC236}">
                    <a16:creationId xmlns:a16="http://schemas.microsoft.com/office/drawing/2014/main" id="{B72023D0-594B-43EA-1E5B-137B05783580}"/>
                  </a:ext>
                </a:extLst>
              </p:cNvPr>
              <p:cNvSpPr/>
              <p:nvPr/>
            </p:nvSpPr>
            <p:spPr>
              <a:xfrm>
                <a:off x="370511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g2639">
                <a:extLst>
                  <a:ext uri="{FF2B5EF4-FFF2-40B4-BE49-F238E27FC236}">
                    <a16:creationId xmlns:a16="http://schemas.microsoft.com/office/drawing/2014/main" id="{6DAC496A-7FE7-0A27-51A1-F7C11873CCEA}"/>
                  </a:ext>
                </a:extLst>
              </p:cNvPr>
              <p:cNvSpPr/>
              <p:nvPr/>
            </p:nvSpPr>
            <p:spPr>
              <a:xfrm>
                <a:off x="371675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g2640">
                <a:extLst>
                  <a:ext uri="{FF2B5EF4-FFF2-40B4-BE49-F238E27FC236}">
                    <a16:creationId xmlns:a16="http://schemas.microsoft.com/office/drawing/2014/main" id="{D7CFE2DC-C4E7-B891-5D61-EB5156152630}"/>
                  </a:ext>
                </a:extLst>
              </p:cNvPr>
              <p:cNvSpPr/>
              <p:nvPr/>
            </p:nvSpPr>
            <p:spPr>
              <a:xfrm>
                <a:off x="372839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g2641">
                <a:extLst>
                  <a:ext uri="{FF2B5EF4-FFF2-40B4-BE49-F238E27FC236}">
                    <a16:creationId xmlns:a16="http://schemas.microsoft.com/office/drawing/2014/main" id="{C36668BD-BE47-BCDE-390A-1A0F31D3212D}"/>
                  </a:ext>
                </a:extLst>
              </p:cNvPr>
              <p:cNvSpPr/>
              <p:nvPr/>
            </p:nvSpPr>
            <p:spPr>
              <a:xfrm>
                <a:off x="374002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g2642">
                <a:extLst>
                  <a:ext uri="{FF2B5EF4-FFF2-40B4-BE49-F238E27FC236}">
                    <a16:creationId xmlns:a16="http://schemas.microsoft.com/office/drawing/2014/main" id="{4AB4435F-5ABF-956F-98F4-A29C5834133D}"/>
                  </a:ext>
                </a:extLst>
              </p:cNvPr>
              <p:cNvSpPr/>
              <p:nvPr/>
            </p:nvSpPr>
            <p:spPr>
              <a:xfrm>
                <a:off x="375166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g2643">
                <a:extLst>
                  <a:ext uri="{FF2B5EF4-FFF2-40B4-BE49-F238E27FC236}">
                    <a16:creationId xmlns:a16="http://schemas.microsoft.com/office/drawing/2014/main" id="{FC3476AC-C88E-8340-968D-ED09F44B8156}"/>
                  </a:ext>
                </a:extLst>
              </p:cNvPr>
              <p:cNvSpPr/>
              <p:nvPr/>
            </p:nvSpPr>
            <p:spPr>
              <a:xfrm>
                <a:off x="411242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g2644">
                <a:extLst>
                  <a:ext uri="{FF2B5EF4-FFF2-40B4-BE49-F238E27FC236}">
                    <a16:creationId xmlns:a16="http://schemas.microsoft.com/office/drawing/2014/main" id="{4D5BCD3C-DD22-28BE-0FAA-860B6414C21E}"/>
                  </a:ext>
                </a:extLst>
              </p:cNvPr>
              <p:cNvSpPr/>
              <p:nvPr/>
            </p:nvSpPr>
            <p:spPr>
              <a:xfrm>
                <a:off x="412405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g2645">
                <a:extLst>
                  <a:ext uri="{FF2B5EF4-FFF2-40B4-BE49-F238E27FC236}">
                    <a16:creationId xmlns:a16="http://schemas.microsoft.com/office/drawing/2014/main" id="{27406738-8941-FFC4-9522-D86DA8E70B76}"/>
                  </a:ext>
                </a:extLst>
              </p:cNvPr>
              <p:cNvSpPr/>
              <p:nvPr/>
            </p:nvSpPr>
            <p:spPr>
              <a:xfrm>
                <a:off x="413569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g2646">
                <a:extLst>
                  <a:ext uri="{FF2B5EF4-FFF2-40B4-BE49-F238E27FC236}">
                    <a16:creationId xmlns:a16="http://schemas.microsoft.com/office/drawing/2014/main" id="{2AB59CED-061D-DB1E-32EE-0211D87F1D59}"/>
                  </a:ext>
                </a:extLst>
              </p:cNvPr>
              <p:cNvSpPr/>
              <p:nvPr/>
            </p:nvSpPr>
            <p:spPr>
              <a:xfrm>
                <a:off x="414733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g2647">
                <a:extLst>
                  <a:ext uri="{FF2B5EF4-FFF2-40B4-BE49-F238E27FC236}">
                    <a16:creationId xmlns:a16="http://schemas.microsoft.com/office/drawing/2014/main" id="{7AB05A88-783E-D1B4-FC65-490BA9480EE4}"/>
                  </a:ext>
                </a:extLst>
              </p:cNvPr>
              <p:cNvSpPr/>
              <p:nvPr/>
            </p:nvSpPr>
            <p:spPr>
              <a:xfrm>
                <a:off x="415897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g2648">
                <a:extLst>
                  <a:ext uri="{FF2B5EF4-FFF2-40B4-BE49-F238E27FC236}">
                    <a16:creationId xmlns:a16="http://schemas.microsoft.com/office/drawing/2014/main" id="{F02DCBF4-03FE-C5CB-F126-C826887F2076}"/>
                  </a:ext>
                </a:extLst>
              </p:cNvPr>
              <p:cNvSpPr/>
              <p:nvPr/>
            </p:nvSpPr>
            <p:spPr>
              <a:xfrm>
                <a:off x="417060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g2649">
                <a:extLst>
                  <a:ext uri="{FF2B5EF4-FFF2-40B4-BE49-F238E27FC236}">
                    <a16:creationId xmlns:a16="http://schemas.microsoft.com/office/drawing/2014/main" id="{A509E6C2-C4CA-836A-9F29-28C6D08F40AA}"/>
                  </a:ext>
                </a:extLst>
              </p:cNvPr>
              <p:cNvSpPr/>
              <p:nvPr/>
            </p:nvSpPr>
            <p:spPr>
              <a:xfrm>
                <a:off x="418224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g2650">
                <a:extLst>
                  <a:ext uri="{FF2B5EF4-FFF2-40B4-BE49-F238E27FC236}">
                    <a16:creationId xmlns:a16="http://schemas.microsoft.com/office/drawing/2014/main" id="{C381EAE0-D714-06EA-32BE-B267D95D0693}"/>
                  </a:ext>
                </a:extLst>
              </p:cNvPr>
              <p:cNvSpPr/>
              <p:nvPr/>
            </p:nvSpPr>
            <p:spPr>
              <a:xfrm>
                <a:off x="419388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2B1">
                  <a:alpha val="100000"/>
                </a:srgbClr>
              </a:solidFill>
              <a:ln w="5420" cap="flat">
                <a:solidFill>
                  <a:srgbClr val="6D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g2651">
                <a:extLst>
                  <a:ext uri="{FF2B5EF4-FFF2-40B4-BE49-F238E27FC236}">
                    <a16:creationId xmlns:a16="http://schemas.microsoft.com/office/drawing/2014/main" id="{94F1E3DB-79BF-9ECB-14BD-BC1683C049EE}"/>
                  </a:ext>
                </a:extLst>
              </p:cNvPr>
              <p:cNvSpPr/>
              <p:nvPr/>
            </p:nvSpPr>
            <p:spPr>
              <a:xfrm>
                <a:off x="420552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g2652">
                <a:extLst>
                  <a:ext uri="{FF2B5EF4-FFF2-40B4-BE49-F238E27FC236}">
                    <a16:creationId xmlns:a16="http://schemas.microsoft.com/office/drawing/2014/main" id="{9C67AC93-5255-DF69-E59A-5CB87EF8F07E}"/>
                  </a:ext>
                </a:extLst>
              </p:cNvPr>
              <p:cNvSpPr/>
              <p:nvPr/>
            </p:nvSpPr>
            <p:spPr>
              <a:xfrm>
                <a:off x="421715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g2653">
                <a:extLst>
                  <a:ext uri="{FF2B5EF4-FFF2-40B4-BE49-F238E27FC236}">
                    <a16:creationId xmlns:a16="http://schemas.microsoft.com/office/drawing/2014/main" id="{CFFF3E6A-68BB-B4B4-C38F-42D20F88A87B}"/>
                  </a:ext>
                </a:extLst>
              </p:cNvPr>
              <p:cNvSpPr/>
              <p:nvPr/>
            </p:nvSpPr>
            <p:spPr>
              <a:xfrm>
                <a:off x="422879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g2654">
                <a:extLst>
                  <a:ext uri="{FF2B5EF4-FFF2-40B4-BE49-F238E27FC236}">
                    <a16:creationId xmlns:a16="http://schemas.microsoft.com/office/drawing/2014/main" id="{76C5FFAB-A73B-71E9-B84D-7D27006E513B}"/>
                  </a:ext>
                </a:extLst>
              </p:cNvPr>
              <p:cNvSpPr/>
              <p:nvPr/>
            </p:nvSpPr>
            <p:spPr>
              <a:xfrm>
                <a:off x="424043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g2655">
                <a:extLst>
                  <a:ext uri="{FF2B5EF4-FFF2-40B4-BE49-F238E27FC236}">
                    <a16:creationId xmlns:a16="http://schemas.microsoft.com/office/drawing/2014/main" id="{1DF3D8DF-0313-0C0E-018B-1CD2D3049505}"/>
                  </a:ext>
                </a:extLst>
              </p:cNvPr>
              <p:cNvSpPr/>
              <p:nvPr/>
            </p:nvSpPr>
            <p:spPr>
              <a:xfrm>
                <a:off x="425207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g2656">
                <a:extLst>
                  <a:ext uri="{FF2B5EF4-FFF2-40B4-BE49-F238E27FC236}">
                    <a16:creationId xmlns:a16="http://schemas.microsoft.com/office/drawing/2014/main" id="{248FBBEF-71E1-8823-D78C-5B692E976926}"/>
                  </a:ext>
                </a:extLst>
              </p:cNvPr>
              <p:cNvSpPr/>
              <p:nvPr/>
            </p:nvSpPr>
            <p:spPr>
              <a:xfrm>
                <a:off x="426370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g2657">
                <a:extLst>
                  <a:ext uri="{FF2B5EF4-FFF2-40B4-BE49-F238E27FC236}">
                    <a16:creationId xmlns:a16="http://schemas.microsoft.com/office/drawing/2014/main" id="{B0ACB1FA-C57C-A500-149D-4B03BFB63C6C}"/>
                  </a:ext>
                </a:extLst>
              </p:cNvPr>
              <p:cNvSpPr/>
              <p:nvPr/>
            </p:nvSpPr>
            <p:spPr>
              <a:xfrm>
                <a:off x="427534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g2658">
                <a:extLst>
                  <a:ext uri="{FF2B5EF4-FFF2-40B4-BE49-F238E27FC236}">
                    <a16:creationId xmlns:a16="http://schemas.microsoft.com/office/drawing/2014/main" id="{BD59BC8B-3E1E-1E6A-F8BF-9E9620CF3CF8}"/>
                  </a:ext>
                </a:extLst>
              </p:cNvPr>
              <p:cNvSpPr/>
              <p:nvPr/>
            </p:nvSpPr>
            <p:spPr>
              <a:xfrm>
                <a:off x="428698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g2659">
                <a:extLst>
                  <a:ext uri="{FF2B5EF4-FFF2-40B4-BE49-F238E27FC236}">
                    <a16:creationId xmlns:a16="http://schemas.microsoft.com/office/drawing/2014/main" id="{D56CAE34-38B9-3209-DD1F-8D161E587415}"/>
                  </a:ext>
                </a:extLst>
              </p:cNvPr>
              <p:cNvSpPr/>
              <p:nvPr/>
            </p:nvSpPr>
            <p:spPr>
              <a:xfrm>
                <a:off x="429861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g2660">
                <a:extLst>
                  <a:ext uri="{FF2B5EF4-FFF2-40B4-BE49-F238E27FC236}">
                    <a16:creationId xmlns:a16="http://schemas.microsoft.com/office/drawing/2014/main" id="{C0DA673C-69B6-4DD5-6F4E-4E98F1F07985}"/>
                  </a:ext>
                </a:extLst>
              </p:cNvPr>
              <p:cNvSpPr/>
              <p:nvPr/>
            </p:nvSpPr>
            <p:spPr>
              <a:xfrm>
                <a:off x="431025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g2661">
                <a:extLst>
                  <a:ext uri="{FF2B5EF4-FFF2-40B4-BE49-F238E27FC236}">
                    <a16:creationId xmlns:a16="http://schemas.microsoft.com/office/drawing/2014/main" id="{B19AE0F8-741A-E88B-4931-EFE739A5BD9D}"/>
                  </a:ext>
                </a:extLst>
              </p:cNvPr>
              <p:cNvSpPr/>
              <p:nvPr/>
            </p:nvSpPr>
            <p:spPr>
              <a:xfrm>
                <a:off x="432189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g2662">
                <a:extLst>
                  <a:ext uri="{FF2B5EF4-FFF2-40B4-BE49-F238E27FC236}">
                    <a16:creationId xmlns:a16="http://schemas.microsoft.com/office/drawing/2014/main" id="{CC8C0367-4F93-71EA-F582-87B5A545650E}"/>
                  </a:ext>
                </a:extLst>
              </p:cNvPr>
              <p:cNvSpPr/>
              <p:nvPr/>
            </p:nvSpPr>
            <p:spPr>
              <a:xfrm>
                <a:off x="433353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g2663">
                <a:extLst>
                  <a:ext uri="{FF2B5EF4-FFF2-40B4-BE49-F238E27FC236}">
                    <a16:creationId xmlns:a16="http://schemas.microsoft.com/office/drawing/2014/main" id="{2BF50ACD-69FD-D944-8036-5D967A6D4870}"/>
                  </a:ext>
                </a:extLst>
              </p:cNvPr>
              <p:cNvSpPr/>
              <p:nvPr/>
            </p:nvSpPr>
            <p:spPr>
              <a:xfrm>
                <a:off x="434516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g2664">
                <a:extLst>
                  <a:ext uri="{FF2B5EF4-FFF2-40B4-BE49-F238E27FC236}">
                    <a16:creationId xmlns:a16="http://schemas.microsoft.com/office/drawing/2014/main" id="{7BD294FA-45C1-F393-10AE-97DC159641C9}"/>
                  </a:ext>
                </a:extLst>
              </p:cNvPr>
              <p:cNvSpPr/>
              <p:nvPr/>
            </p:nvSpPr>
            <p:spPr>
              <a:xfrm>
                <a:off x="435680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g2665">
                <a:extLst>
                  <a:ext uri="{FF2B5EF4-FFF2-40B4-BE49-F238E27FC236}">
                    <a16:creationId xmlns:a16="http://schemas.microsoft.com/office/drawing/2014/main" id="{EB7DD429-E3A2-40E7-B146-A17E2CFA2CD4}"/>
                  </a:ext>
                </a:extLst>
              </p:cNvPr>
              <p:cNvSpPr/>
              <p:nvPr/>
            </p:nvSpPr>
            <p:spPr>
              <a:xfrm>
                <a:off x="436844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g2666">
                <a:extLst>
                  <a:ext uri="{FF2B5EF4-FFF2-40B4-BE49-F238E27FC236}">
                    <a16:creationId xmlns:a16="http://schemas.microsoft.com/office/drawing/2014/main" id="{8FBA758E-02B0-59FF-1DBD-9B466569824E}"/>
                  </a:ext>
                </a:extLst>
              </p:cNvPr>
              <p:cNvSpPr/>
              <p:nvPr/>
            </p:nvSpPr>
            <p:spPr>
              <a:xfrm>
                <a:off x="456627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g2667">
                <a:extLst>
                  <a:ext uri="{FF2B5EF4-FFF2-40B4-BE49-F238E27FC236}">
                    <a16:creationId xmlns:a16="http://schemas.microsoft.com/office/drawing/2014/main" id="{B32406D5-EEBE-9A5E-E15E-4B19DDD00E17}"/>
                  </a:ext>
                </a:extLst>
              </p:cNvPr>
              <p:cNvSpPr/>
              <p:nvPr/>
            </p:nvSpPr>
            <p:spPr>
              <a:xfrm>
                <a:off x="457791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g2668">
                <a:extLst>
                  <a:ext uri="{FF2B5EF4-FFF2-40B4-BE49-F238E27FC236}">
                    <a16:creationId xmlns:a16="http://schemas.microsoft.com/office/drawing/2014/main" id="{D8AE3D23-7F0F-BAE3-6209-3B80780163D9}"/>
                  </a:ext>
                </a:extLst>
              </p:cNvPr>
              <p:cNvSpPr/>
              <p:nvPr/>
            </p:nvSpPr>
            <p:spPr>
              <a:xfrm>
                <a:off x="458955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g2669">
                <a:extLst>
                  <a:ext uri="{FF2B5EF4-FFF2-40B4-BE49-F238E27FC236}">
                    <a16:creationId xmlns:a16="http://schemas.microsoft.com/office/drawing/2014/main" id="{B0D58A55-1A26-FF67-AD43-9AF2B580264C}"/>
                  </a:ext>
                </a:extLst>
              </p:cNvPr>
              <p:cNvSpPr/>
              <p:nvPr/>
            </p:nvSpPr>
            <p:spPr>
              <a:xfrm>
                <a:off x="460119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g2670">
                <a:extLst>
                  <a:ext uri="{FF2B5EF4-FFF2-40B4-BE49-F238E27FC236}">
                    <a16:creationId xmlns:a16="http://schemas.microsoft.com/office/drawing/2014/main" id="{AB234E4E-81B3-7366-3BE3-0168A4D23BA1}"/>
                  </a:ext>
                </a:extLst>
              </p:cNvPr>
              <p:cNvSpPr/>
              <p:nvPr/>
            </p:nvSpPr>
            <p:spPr>
              <a:xfrm>
                <a:off x="461282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g2671">
                <a:extLst>
                  <a:ext uri="{FF2B5EF4-FFF2-40B4-BE49-F238E27FC236}">
                    <a16:creationId xmlns:a16="http://schemas.microsoft.com/office/drawing/2014/main" id="{FF01482C-B92B-E6EF-0D9B-46418D1BA4F4}"/>
                  </a:ext>
                </a:extLst>
              </p:cNvPr>
              <p:cNvSpPr/>
              <p:nvPr/>
            </p:nvSpPr>
            <p:spPr>
              <a:xfrm>
                <a:off x="311161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g2672">
                <a:extLst>
                  <a:ext uri="{FF2B5EF4-FFF2-40B4-BE49-F238E27FC236}">
                    <a16:creationId xmlns:a16="http://schemas.microsoft.com/office/drawing/2014/main" id="{9851E6F9-9B64-F6C3-AA66-B9BA1A2F16D0}"/>
                  </a:ext>
                </a:extLst>
              </p:cNvPr>
              <p:cNvSpPr/>
              <p:nvPr/>
            </p:nvSpPr>
            <p:spPr>
              <a:xfrm>
                <a:off x="312324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g2673">
                <a:extLst>
                  <a:ext uri="{FF2B5EF4-FFF2-40B4-BE49-F238E27FC236}">
                    <a16:creationId xmlns:a16="http://schemas.microsoft.com/office/drawing/2014/main" id="{2043AAD1-55E3-C1A0-6D00-EB0673734AFD}"/>
                  </a:ext>
                </a:extLst>
              </p:cNvPr>
              <p:cNvSpPr/>
              <p:nvPr/>
            </p:nvSpPr>
            <p:spPr>
              <a:xfrm>
                <a:off x="313488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6">
                  <a:alpha val="100000"/>
                </a:srgbClr>
              </a:solidFill>
              <a:ln w="5420" cap="flat">
                <a:solidFill>
                  <a:srgbClr val="9E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g2674">
                <a:extLst>
                  <a:ext uri="{FF2B5EF4-FFF2-40B4-BE49-F238E27FC236}">
                    <a16:creationId xmlns:a16="http://schemas.microsoft.com/office/drawing/2014/main" id="{EEC1C0B4-C055-9470-113C-2E75058B19BC}"/>
                  </a:ext>
                </a:extLst>
              </p:cNvPr>
              <p:cNvSpPr/>
              <p:nvPr/>
            </p:nvSpPr>
            <p:spPr>
              <a:xfrm>
                <a:off x="314652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6">
                  <a:alpha val="100000"/>
                </a:srgbClr>
              </a:solidFill>
              <a:ln w="5420" cap="flat">
                <a:solidFill>
                  <a:srgbClr val="9E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g2675">
                <a:extLst>
                  <a:ext uri="{FF2B5EF4-FFF2-40B4-BE49-F238E27FC236}">
                    <a16:creationId xmlns:a16="http://schemas.microsoft.com/office/drawing/2014/main" id="{D91D6AD2-BB0E-80F9-0DDE-18C3F9BE6808}"/>
                  </a:ext>
                </a:extLst>
              </p:cNvPr>
              <p:cNvSpPr/>
              <p:nvPr/>
            </p:nvSpPr>
            <p:spPr>
              <a:xfrm>
                <a:off x="315816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g2676">
                <a:extLst>
                  <a:ext uri="{FF2B5EF4-FFF2-40B4-BE49-F238E27FC236}">
                    <a16:creationId xmlns:a16="http://schemas.microsoft.com/office/drawing/2014/main" id="{5FFBBEF1-F5F6-BCE4-C483-D92BEA18B889}"/>
                  </a:ext>
                </a:extLst>
              </p:cNvPr>
              <p:cNvSpPr/>
              <p:nvPr/>
            </p:nvSpPr>
            <p:spPr>
              <a:xfrm>
                <a:off x="316979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g2677">
                <a:extLst>
                  <a:ext uri="{FF2B5EF4-FFF2-40B4-BE49-F238E27FC236}">
                    <a16:creationId xmlns:a16="http://schemas.microsoft.com/office/drawing/2014/main" id="{545DD604-D2B6-1C78-7835-ADA1C956F72E}"/>
                  </a:ext>
                </a:extLst>
              </p:cNvPr>
              <p:cNvSpPr/>
              <p:nvPr/>
            </p:nvSpPr>
            <p:spPr>
              <a:xfrm>
                <a:off x="318143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g2678">
                <a:extLst>
                  <a:ext uri="{FF2B5EF4-FFF2-40B4-BE49-F238E27FC236}">
                    <a16:creationId xmlns:a16="http://schemas.microsoft.com/office/drawing/2014/main" id="{5115D2CE-14A5-6C23-64BE-00FD963B929A}"/>
                  </a:ext>
                </a:extLst>
              </p:cNvPr>
              <p:cNvSpPr/>
              <p:nvPr/>
            </p:nvSpPr>
            <p:spPr>
              <a:xfrm>
                <a:off x="319307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g2679">
                <a:extLst>
                  <a:ext uri="{FF2B5EF4-FFF2-40B4-BE49-F238E27FC236}">
                    <a16:creationId xmlns:a16="http://schemas.microsoft.com/office/drawing/2014/main" id="{10951087-E7BD-EC23-EE47-464C52E58424}"/>
                  </a:ext>
                </a:extLst>
              </p:cNvPr>
              <p:cNvSpPr/>
              <p:nvPr/>
            </p:nvSpPr>
            <p:spPr>
              <a:xfrm>
                <a:off x="320471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g2680">
                <a:extLst>
                  <a:ext uri="{FF2B5EF4-FFF2-40B4-BE49-F238E27FC236}">
                    <a16:creationId xmlns:a16="http://schemas.microsoft.com/office/drawing/2014/main" id="{76E0E873-5671-92C8-ED85-75B730CBE08C}"/>
                  </a:ext>
                </a:extLst>
              </p:cNvPr>
              <p:cNvSpPr/>
              <p:nvPr/>
            </p:nvSpPr>
            <p:spPr>
              <a:xfrm>
                <a:off x="321634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g2681">
                <a:extLst>
                  <a:ext uri="{FF2B5EF4-FFF2-40B4-BE49-F238E27FC236}">
                    <a16:creationId xmlns:a16="http://schemas.microsoft.com/office/drawing/2014/main" id="{0C7A4D9C-D32D-855E-6BBB-73ED22D0476C}"/>
                  </a:ext>
                </a:extLst>
              </p:cNvPr>
              <p:cNvSpPr/>
              <p:nvPr/>
            </p:nvSpPr>
            <p:spPr>
              <a:xfrm>
                <a:off x="322798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g2682">
                <a:extLst>
                  <a:ext uri="{FF2B5EF4-FFF2-40B4-BE49-F238E27FC236}">
                    <a16:creationId xmlns:a16="http://schemas.microsoft.com/office/drawing/2014/main" id="{23D05B7E-28CD-C388-281C-4083D9330F25}"/>
                  </a:ext>
                </a:extLst>
              </p:cNvPr>
              <p:cNvSpPr/>
              <p:nvPr/>
            </p:nvSpPr>
            <p:spPr>
              <a:xfrm>
                <a:off x="323962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g2683">
                <a:extLst>
                  <a:ext uri="{FF2B5EF4-FFF2-40B4-BE49-F238E27FC236}">
                    <a16:creationId xmlns:a16="http://schemas.microsoft.com/office/drawing/2014/main" id="{1624F49C-CC6F-5947-14D0-AF4C67DA56E0}"/>
                  </a:ext>
                </a:extLst>
              </p:cNvPr>
              <p:cNvSpPr/>
              <p:nvPr/>
            </p:nvSpPr>
            <p:spPr>
              <a:xfrm>
                <a:off x="325125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g2684">
                <a:extLst>
                  <a:ext uri="{FF2B5EF4-FFF2-40B4-BE49-F238E27FC236}">
                    <a16:creationId xmlns:a16="http://schemas.microsoft.com/office/drawing/2014/main" id="{A54A833F-9D2F-2D2A-39BF-A6247A6B50F8}"/>
                  </a:ext>
                </a:extLst>
              </p:cNvPr>
              <p:cNvSpPr/>
              <p:nvPr/>
            </p:nvSpPr>
            <p:spPr>
              <a:xfrm>
                <a:off x="326289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g2685">
                <a:extLst>
                  <a:ext uri="{FF2B5EF4-FFF2-40B4-BE49-F238E27FC236}">
                    <a16:creationId xmlns:a16="http://schemas.microsoft.com/office/drawing/2014/main" id="{9A9E5D46-0ACE-6BCD-B765-04587DF2F79D}"/>
                  </a:ext>
                </a:extLst>
              </p:cNvPr>
              <p:cNvSpPr/>
              <p:nvPr/>
            </p:nvSpPr>
            <p:spPr>
              <a:xfrm>
                <a:off x="327453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g2686">
                <a:extLst>
                  <a:ext uri="{FF2B5EF4-FFF2-40B4-BE49-F238E27FC236}">
                    <a16:creationId xmlns:a16="http://schemas.microsoft.com/office/drawing/2014/main" id="{0D1CF670-3A9A-6692-A17A-088A879BB5DB}"/>
                  </a:ext>
                </a:extLst>
              </p:cNvPr>
              <p:cNvSpPr/>
              <p:nvPr/>
            </p:nvSpPr>
            <p:spPr>
              <a:xfrm>
                <a:off x="328617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g2687">
                <a:extLst>
                  <a:ext uri="{FF2B5EF4-FFF2-40B4-BE49-F238E27FC236}">
                    <a16:creationId xmlns:a16="http://schemas.microsoft.com/office/drawing/2014/main" id="{B43A4FD5-604B-3561-DC5F-20B32A70BA8D}"/>
                  </a:ext>
                </a:extLst>
              </p:cNvPr>
              <p:cNvSpPr/>
              <p:nvPr/>
            </p:nvSpPr>
            <p:spPr>
              <a:xfrm>
                <a:off x="329780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g2688">
                <a:extLst>
                  <a:ext uri="{FF2B5EF4-FFF2-40B4-BE49-F238E27FC236}">
                    <a16:creationId xmlns:a16="http://schemas.microsoft.com/office/drawing/2014/main" id="{DE19B2EE-D4C4-AFC0-5A3E-BEEB170D6F47}"/>
                  </a:ext>
                </a:extLst>
              </p:cNvPr>
              <p:cNvSpPr/>
              <p:nvPr/>
            </p:nvSpPr>
            <p:spPr>
              <a:xfrm>
                <a:off x="330944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g2689">
                <a:extLst>
                  <a:ext uri="{FF2B5EF4-FFF2-40B4-BE49-F238E27FC236}">
                    <a16:creationId xmlns:a16="http://schemas.microsoft.com/office/drawing/2014/main" id="{81DABCEA-E9D5-6033-4534-F563117115D6}"/>
                  </a:ext>
                </a:extLst>
              </p:cNvPr>
              <p:cNvSpPr/>
              <p:nvPr/>
            </p:nvSpPr>
            <p:spPr>
              <a:xfrm>
                <a:off x="332108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g2690">
                <a:extLst>
                  <a:ext uri="{FF2B5EF4-FFF2-40B4-BE49-F238E27FC236}">
                    <a16:creationId xmlns:a16="http://schemas.microsoft.com/office/drawing/2014/main" id="{4200122E-1CEC-EE9B-D6D4-69FDB2204181}"/>
                  </a:ext>
                </a:extLst>
              </p:cNvPr>
              <p:cNvSpPr/>
              <p:nvPr/>
            </p:nvSpPr>
            <p:spPr>
              <a:xfrm>
                <a:off x="333272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g2691">
                <a:extLst>
                  <a:ext uri="{FF2B5EF4-FFF2-40B4-BE49-F238E27FC236}">
                    <a16:creationId xmlns:a16="http://schemas.microsoft.com/office/drawing/2014/main" id="{E05F7833-95AC-E2B1-1F78-3A1F09038B24}"/>
                  </a:ext>
                </a:extLst>
              </p:cNvPr>
              <p:cNvSpPr/>
              <p:nvPr/>
            </p:nvSpPr>
            <p:spPr>
              <a:xfrm>
                <a:off x="334435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g2692">
                <a:extLst>
                  <a:ext uri="{FF2B5EF4-FFF2-40B4-BE49-F238E27FC236}">
                    <a16:creationId xmlns:a16="http://schemas.microsoft.com/office/drawing/2014/main" id="{C3F79581-FA19-1487-8BA4-71710BAD8A96}"/>
                  </a:ext>
                </a:extLst>
              </p:cNvPr>
              <p:cNvSpPr/>
              <p:nvPr/>
            </p:nvSpPr>
            <p:spPr>
              <a:xfrm>
                <a:off x="335599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g2693">
                <a:extLst>
                  <a:ext uri="{FF2B5EF4-FFF2-40B4-BE49-F238E27FC236}">
                    <a16:creationId xmlns:a16="http://schemas.microsoft.com/office/drawing/2014/main" id="{3BD9BA21-0B8B-5EC5-888B-4E3D1E50C793}"/>
                  </a:ext>
                </a:extLst>
              </p:cNvPr>
              <p:cNvSpPr/>
              <p:nvPr/>
            </p:nvSpPr>
            <p:spPr>
              <a:xfrm>
                <a:off x="336763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g2694">
                <a:extLst>
                  <a:ext uri="{FF2B5EF4-FFF2-40B4-BE49-F238E27FC236}">
                    <a16:creationId xmlns:a16="http://schemas.microsoft.com/office/drawing/2014/main" id="{04488A66-09DF-850F-0275-4004CABE4219}"/>
                  </a:ext>
                </a:extLst>
              </p:cNvPr>
              <p:cNvSpPr/>
              <p:nvPr/>
            </p:nvSpPr>
            <p:spPr>
              <a:xfrm>
                <a:off x="337927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g2695">
                <a:extLst>
                  <a:ext uri="{FF2B5EF4-FFF2-40B4-BE49-F238E27FC236}">
                    <a16:creationId xmlns:a16="http://schemas.microsoft.com/office/drawing/2014/main" id="{09E0EAD8-2195-3F0D-FB90-E61B695D1791}"/>
                  </a:ext>
                </a:extLst>
              </p:cNvPr>
              <p:cNvSpPr/>
              <p:nvPr/>
            </p:nvSpPr>
            <p:spPr>
              <a:xfrm>
                <a:off x="339090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g2696">
                <a:extLst>
                  <a:ext uri="{FF2B5EF4-FFF2-40B4-BE49-F238E27FC236}">
                    <a16:creationId xmlns:a16="http://schemas.microsoft.com/office/drawing/2014/main" id="{40D41FEF-3352-EA59-B396-DB3C301E01B7}"/>
                  </a:ext>
                </a:extLst>
              </p:cNvPr>
              <p:cNvSpPr/>
              <p:nvPr/>
            </p:nvSpPr>
            <p:spPr>
              <a:xfrm>
                <a:off x="340254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BF">
                  <a:alpha val="100000"/>
                </a:srgbClr>
              </a:solidFill>
              <a:ln w="5420" cap="flat">
                <a:solidFill>
                  <a:srgbClr val="91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g2697">
                <a:extLst>
                  <a:ext uri="{FF2B5EF4-FFF2-40B4-BE49-F238E27FC236}">
                    <a16:creationId xmlns:a16="http://schemas.microsoft.com/office/drawing/2014/main" id="{E42E1A0C-630A-C371-1B56-2258051162FF}"/>
                  </a:ext>
                </a:extLst>
              </p:cNvPr>
              <p:cNvSpPr/>
              <p:nvPr/>
            </p:nvSpPr>
            <p:spPr>
              <a:xfrm>
                <a:off x="341418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g2698">
                <a:extLst>
                  <a:ext uri="{FF2B5EF4-FFF2-40B4-BE49-F238E27FC236}">
                    <a16:creationId xmlns:a16="http://schemas.microsoft.com/office/drawing/2014/main" id="{0858AD12-BF4B-2CA0-F9A2-C8EFB9FD2587}"/>
                  </a:ext>
                </a:extLst>
              </p:cNvPr>
              <p:cNvSpPr/>
              <p:nvPr/>
            </p:nvSpPr>
            <p:spPr>
              <a:xfrm>
                <a:off x="342581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g2699">
                <a:extLst>
                  <a:ext uri="{FF2B5EF4-FFF2-40B4-BE49-F238E27FC236}">
                    <a16:creationId xmlns:a16="http://schemas.microsoft.com/office/drawing/2014/main" id="{0616D723-2383-71ED-116C-4589EAEA328E}"/>
                  </a:ext>
                </a:extLst>
              </p:cNvPr>
              <p:cNvSpPr/>
              <p:nvPr/>
            </p:nvSpPr>
            <p:spPr>
              <a:xfrm>
                <a:off x="343745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g2700">
                <a:extLst>
                  <a:ext uri="{FF2B5EF4-FFF2-40B4-BE49-F238E27FC236}">
                    <a16:creationId xmlns:a16="http://schemas.microsoft.com/office/drawing/2014/main" id="{206E4CDD-4617-6A1C-BB88-9BCA54BC6997}"/>
                  </a:ext>
                </a:extLst>
              </p:cNvPr>
              <p:cNvSpPr/>
              <p:nvPr/>
            </p:nvSpPr>
            <p:spPr>
              <a:xfrm>
                <a:off x="344909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g2701">
                <a:extLst>
                  <a:ext uri="{FF2B5EF4-FFF2-40B4-BE49-F238E27FC236}">
                    <a16:creationId xmlns:a16="http://schemas.microsoft.com/office/drawing/2014/main" id="{AC3D473F-A384-AE34-1C02-EA3EB8B200AA}"/>
                  </a:ext>
                </a:extLst>
              </p:cNvPr>
              <p:cNvSpPr/>
              <p:nvPr/>
            </p:nvSpPr>
            <p:spPr>
              <a:xfrm>
                <a:off x="346073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g2702">
                <a:extLst>
                  <a:ext uri="{FF2B5EF4-FFF2-40B4-BE49-F238E27FC236}">
                    <a16:creationId xmlns:a16="http://schemas.microsoft.com/office/drawing/2014/main" id="{1C2960C0-FC82-67D8-7D5D-55028E06793B}"/>
                  </a:ext>
                </a:extLst>
              </p:cNvPr>
              <p:cNvSpPr/>
              <p:nvPr/>
            </p:nvSpPr>
            <p:spPr>
              <a:xfrm>
                <a:off x="347236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g2703">
                <a:extLst>
                  <a:ext uri="{FF2B5EF4-FFF2-40B4-BE49-F238E27FC236}">
                    <a16:creationId xmlns:a16="http://schemas.microsoft.com/office/drawing/2014/main" id="{79457C17-F037-F0C4-5A13-91092C75892D}"/>
                  </a:ext>
                </a:extLst>
              </p:cNvPr>
              <p:cNvSpPr/>
              <p:nvPr/>
            </p:nvSpPr>
            <p:spPr>
              <a:xfrm>
                <a:off x="348400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g2704">
                <a:extLst>
                  <a:ext uri="{FF2B5EF4-FFF2-40B4-BE49-F238E27FC236}">
                    <a16:creationId xmlns:a16="http://schemas.microsoft.com/office/drawing/2014/main" id="{1ECDE4F6-A8B1-902D-115E-9301B65C13B1}"/>
                  </a:ext>
                </a:extLst>
              </p:cNvPr>
              <p:cNvSpPr/>
              <p:nvPr/>
            </p:nvSpPr>
            <p:spPr>
              <a:xfrm>
                <a:off x="349564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g2705">
                <a:extLst>
                  <a:ext uri="{FF2B5EF4-FFF2-40B4-BE49-F238E27FC236}">
                    <a16:creationId xmlns:a16="http://schemas.microsoft.com/office/drawing/2014/main" id="{62D22E73-DCA5-CDDD-513A-215E21720694}"/>
                  </a:ext>
                </a:extLst>
              </p:cNvPr>
              <p:cNvSpPr/>
              <p:nvPr/>
            </p:nvSpPr>
            <p:spPr>
              <a:xfrm>
                <a:off x="350728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g2706">
                <a:extLst>
                  <a:ext uri="{FF2B5EF4-FFF2-40B4-BE49-F238E27FC236}">
                    <a16:creationId xmlns:a16="http://schemas.microsoft.com/office/drawing/2014/main" id="{C2CF654D-FAF6-F367-A899-A6693C147B35}"/>
                  </a:ext>
                </a:extLst>
              </p:cNvPr>
              <p:cNvSpPr/>
              <p:nvPr/>
            </p:nvSpPr>
            <p:spPr>
              <a:xfrm>
                <a:off x="351891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g2707">
                <a:extLst>
                  <a:ext uri="{FF2B5EF4-FFF2-40B4-BE49-F238E27FC236}">
                    <a16:creationId xmlns:a16="http://schemas.microsoft.com/office/drawing/2014/main" id="{0BE107D8-CEDA-22BA-1A41-4408B0AB41D8}"/>
                  </a:ext>
                </a:extLst>
              </p:cNvPr>
              <p:cNvSpPr/>
              <p:nvPr/>
            </p:nvSpPr>
            <p:spPr>
              <a:xfrm>
                <a:off x="353055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g2708">
                <a:extLst>
                  <a:ext uri="{FF2B5EF4-FFF2-40B4-BE49-F238E27FC236}">
                    <a16:creationId xmlns:a16="http://schemas.microsoft.com/office/drawing/2014/main" id="{739EEAE8-1747-FA82-F893-6F932078C52A}"/>
                  </a:ext>
                </a:extLst>
              </p:cNvPr>
              <p:cNvSpPr/>
              <p:nvPr/>
            </p:nvSpPr>
            <p:spPr>
              <a:xfrm>
                <a:off x="354219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g2709">
                <a:extLst>
                  <a:ext uri="{FF2B5EF4-FFF2-40B4-BE49-F238E27FC236}">
                    <a16:creationId xmlns:a16="http://schemas.microsoft.com/office/drawing/2014/main" id="{BDAFF5F5-98C5-3269-5756-0062DAC57BC7}"/>
                  </a:ext>
                </a:extLst>
              </p:cNvPr>
              <p:cNvSpPr/>
              <p:nvPr/>
            </p:nvSpPr>
            <p:spPr>
              <a:xfrm>
                <a:off x="363529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g2710">
                <a:extLst>
                  <a:ext uri="{FF2B5EF4-FFF2-40B4-BE49-F238E27FC236}">
                    <a16:creationId xmlns:a16="http://schemas.microsoft.com/office/drawing/2014/main" id="{1EB2F91E-4C0C-93C8-61BB-9829D9765278}"/>
                  </a:ext>
                </a:extLst>
              </p:cNvPr>
              <p:cNvSpPr/>
              <p:nvPr/>
            </p:nvSpPr>
            <p:spPr>
              <a:xfrm>
                <a:off x="364692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g2711">
                <a:extLst>
                  <a:ext uri="{FF2B5EF4-FFF2-40B4-BE49-F238E27FC236}">
                    <a16:creationId xmlns:a16="http://schemas.microsoft.com/office/drawing/2014/main" id="{33DA1086-69E9-3A4E-6894-FE6959965486}"/>
                  </a:ext>
                </a:extLst>
              </p:cNvPr>
              <p:cNvSpPr/>
              <p:nvPr/>
            </p:nvSpPr>
            <p:spPr>
              <a:xfrm>
                <a:off x="365856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g2712">
                <a:extLst>
                  <a:ext uri="{FF2B5EF4-FFF2-40B4-BE49-F238E27FC236}">
                    <a16:creationId xmlns:a16="http://schemas.microsoft.com/office/drawing/2014/main" id="{2F0E2F76-D0E2-B251-EDEF-D22BC3F43DE6}"/>
                  </a:ext>
                </a:extLst>
              </p:cNvPr>
              <p:cNvSpPr/>
              <p:nvPr/>
            </p:nvSpPr>
            <p:spPr>
              <a:xfrm>
                <a:off x="368184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g2713">
                <a:extLst>
                  <a:ext uri="{FF2B5EF4-FFF2-40B4-BE49-F238E27FC236}">
                    <a16:creationId xmlns:a16="http://schemas.microsoft.com/office/drawing/2014/main" id="{D57858AF-F62E-A03E-49D2-D85560F0227E}"/>
                  </a:ext>
                </a:extLst>
              </p:cNvPr>
              <p:cNvSpPr/>
              <p:nvPr/>
            </p:nvSpPr>
            <p:spPr>
              <a:xfrm>
                <a:off x="369347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g2714">
                <a:extLst>
                  <a:ext uri="{FF2B5EF4-FFF2-40B4-BE49-F238E27FC236}">
                    <a16:creationId xmlns:a16="http://schemas.microsoft.com/office/drawing/2014/main" id="{F7BCA4E5-EA11-0F74-3454-5D2842B55B42}"/>
                  </a:ext>
                </a:extLst>
              </p:cNvPr>
              <p:cNvSpPr/>
              <p:nvPr/>
            </p:nvSpPr>
            <p:spPr>
              <a:xfrm>
                <a:off x="370511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4">
                  <a:alpha val="100000"/>
                </a:srgbClr>
              </a:solidFill>
              <a:ln w="5420" cap="flat">
                <a:solidFill>
                  <a:srgbClr val="99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g2715">
                <a:extLst>
                  <a:ext uri="{FF2B5EF4-FFF2-40B4-BE49-F238E27FC236}">
                    <a16:creationId xmlns:a16="http://schemas.microsoft.com/office/drawing/2014/main" id="{358B3D6F-3B99-B002-500C-E8F8ABCDBCCA}"/>
                  </a:ext>
                </a:extLst>
              </p:cNvPr>
              <p:cNvSpPr/>
              <p:nvPr/>
            </p:nvSpPr>
            <p:spPr>
              <a:xfrm>
                <a:off x="371675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g2716">
                <a:extLst>
                  <a:ext uri="{FF2B5EF4-FFF2-40B4-BE49-F238E27FC236}">
                    <a16:creationId xmlns:a16="http://schemas.microsoft.com/office/drawing/2014/main" id="{7B2EEE2A-62E7-742C-F33B-9DDC28E81537}"/>
                  </a:ext>
                </a:extLst>
              </p:cNvPr>
              <p:cNvSpPr/>
              <p:nvPr/>
            </p:nvSpPr>
            <p:spPr>
              <a:xfrm>
                <a:off x="372839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4">
                  <a:alpha val="100000"/>
                </a:srgbClr>
              </a:solidFill>
              <a:ln w="5420" cap="flat">
                <a:solidFill>
                  <a:srgbClr val="99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g2717">
                <a:extLst>
                  <a:ext uri="{FF2B5EF4-FFF2-40B4-BE49-F238E27FC236}">
                    <a16:creationId xmlns:a16="http://schemas.microsoft.com/office/drawing/2014/main" id="{B255FA2E-9FC1-8373-D60E-8FBEC9CEB551}"/>
                  </a:ext>
                </a:extLst>
              </p:cNvPr>
              <p:cNvSpPr/>
              <p:nvPr/>
            </p:nvSpPr>
            <p:spPr>
              <a:xfrm>
                <a:off x="374002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g2718">
                <a:extLst>
                  <a:ext uri="{FF2B5EF4-FFF2-40B4-BE49-F238E27FC236}">
                    <a16:creationId xmlns:a16="http://schemas.microsoft.com/office/drawing/2014/main" id="{4F9B5380-C6B7-EEF6-D188-BDD071C2C761}"/>
                  </a:ext>
                </a:extLst>
              </p:cNvPr>
              <p:cNvSpPr/>
              <p:nvPr/>
            </p:nvSpPr>
            <p:spPr>
              <a:xfrm>
                <a:off x="375166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g2719">
                <a:extLst>
                  <a:ext uri="{FF2B5EF4-FFF2-40B4-BE49-F238E27FC236}">
                    <a16:creationId xmlns:a16="http://schemas.microsoft.com/office/drawing/2014/main" id="{9C98C39B-A923-84F2-243A-CA04FC7166EE}"/>
                  </a:ext>
                </a:extLst>
              </p:cNvPr>
              <p:cNvSpPr/>
              <p:nvPr/>
            </p:nvSpPr>
            <p:spPr>
              <a:xfrm>
                <a:off x="412405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g2720">
                <a:extLst>
                  <a:ext uri="{FF2B5EF4-FFF2-40B4-BE49-F238E27FC236}">
                    <a16:creationId xmlns:a16="http://schemas.microsoft.com/office/drawing/2014/main" id="{3D0D0185-833C-17D8-177C-2C1BE3E87817}"/>
                  </a:ext>
                </a:extLst>
              </p:cNvPr>
              <p:cNvSpPr/>
              <p:nvPr/>
            </p:nvSpPr>
            <p:spPr>
              <a:xfrm>
                <a:off x="413569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g2721">
                <a:extLst>
                  <a:ext uri="{FF2B5EF4-FFF2-40B4-BE49-F238E27FC236}">
                    <a16:creationId xmlns:a16="http://schemas.microsoft.com/office/drawing/2014/main" id="{A19EB490-E85B-6B0D-53D9-453C8740B784}"/>
                  </a:ext>
                </a:extLst>
              </p:cNvPr>
              <p:cNvSpPr/>
              <p:nvPr/>
            </p:nvSpPr>
            <p:spPr>
              <a:xfrm>
                <a:off x="414733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g2722">
                <a:extLst>
                  <a:ext uri="{FF2B5EF4-FFF2-40B4-BE49-F238E27FC236}">
                    <a16:creationId xmlns:a16="http://schemas.microsoft.com/office/drawing/2014/main" id="{DDB22C04-3CCC-D36B-6A63-52F160D417A4}"/>
                  </a:ext>
                </a:extLst>
              </p:cNvPr>
              <p:cNvSpPr/>
              <p:nvPr/>
            </p:nvSpPr>
            <p:spPr>
              <a:xfrm>
                <a:off x="415897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g2723">
                <a:extLst>
                  <a:ext uri="{FF2B5EF4-FFF2-40B4-BE49-F238E27FC236}">
                    <a16:creationId xmlns:a16="http://schemas.microsoft.com/office/drawing/2014/main" id="{CB7B846A-3E7B-DF7E-5D8F-9775FB0BFF97}"/>
                  </a:ext>
                </a:extLst>
              </p:cNvPr>
              <p:cNvSpPr/>
              <p:nvPr/>
            </p:nvSpPr>
            <p:spPr>
              <a:xfrm>
                <a:off x="417060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g2724">
                <a:extLst>
                  <a:ext uri="{FF2B5EF4-FFF2-40B4-BE49-F238E27FC236}">
                    <a16:creationId xmlns:a16="http://schemas.microsoft.com/office/drawing/2014/main" id="{C97B852E-71F0-DCF7-0B49-4B9C9101FDB9}"/>
                  </a:ext>
                </a:extLst>
              </p:cNvPr>
              <p:cNvSpPr/>
              <p:nvPr/>
            </p:nvSpPr>
            <p:spPr>
              <a:xfrm>
                <a:off x="418224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g2725">
                <a:extLst>
                  <a:ext uri="{FF2B5EF4-FFF2-40B4-BE49-F238E27FC236}">
                    <a16:creationId xmlns:a16="http://schemas.microsoft.com/office/drawing/2014/main" id="{E4251B60-D623-A08C-BE00-4E1BD22C05A7}"/>
                  </a:ext>
                </a:extLst>
              </p:cNvPr>
              <p:cNvSpPr/>
              <p:nvPr/>
            </p:nvSpPr>
            <p:spPr>
              <a:xfrm>
                <a:off x="419388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g2726">
                <a:extLst>
                  <a:ext uri="{FF2B5EF4-FFF2-40B4-BE49-F238E27FC236}">
                    <a16:creationId xmlns:a16="http://schemas.microsoft.com/office/drawing/2014/main" id="{B4F896AE-7E8C-A2C4-6AA6-96FE15F985C6}"/>
                  </a:ext>
                </a:extLst>
              </p:cNvPr>
              <p:cNvSpPr/>
              <p:nvPr/>
            </p:nvSpPr>
            <p:spPr>
              <a:xfrm>
                <a:off x="420552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g2727">
                <a:extLst>
                  <a:ext uri="{FF2B5EF4-FFF2-40B4-BE49-F238E27FC236}">
                    <a16:creationId xmlns:a16="http://schemas.microsoft.com/office/drawing/2014/main" id="{747D72A8-8D7B-CA9E-3021-9019071CA7A8}"/>
                  </a:ext>
                </a:extLst>
              </p:cNvPr>
              <p:cNvSpPr/>
              <p:nvPr/>
            </p:nvSpPr>
            <p:spPr>
              <a:xfrm>
                <a:off x="421715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g2728">
                <a:extLst>
                  <a:ext uri="{FF2B5EF4-FFF2-40B4-BE49-F238E27FC236}">
                    <a16:creationId xmlns:a16="http://schemas.microsoft.com/office/drawing/2014/main" id="{3B988D55-D3AB-F582-4C33-C34DAAB0A2B5}"/>
                  </a:ext>
                </a:extLst>
              </p:cNvPr>
              <p:cNvSpPr/>
              <p:nvPr/>
            </p:nvSpPr>
            <p:spPr>
              <a:xfrm>
                <a:off x="422879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g2729">
                <a:extLst>
                  <a:ext uri="{FF2B5EF4-FFF2-40B4-BE49-F238E27FC236}">
                    <a16:creationId xmlns:a16="http://schemas.microsoft.com/office/drawing/2014/main" id="{C6CFFA0B-087A-0B05-5F71-77C48344C916}"/>
                  </a:ext>
                </a:extLst>
              </p:cNvPr>
              <p:cNvSpPr/>
              <p:nvPr/>
            </p:nvSpPr>
            <p:spPr>
              <a:xfrm>
                <a:off x="424043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g2730">
                <a:extLst>
                  <a:ext uri="{FF2B5EF4-FFF2-40B4-BE49-F238E27FC236}">
                    <a16:creationId xmlns:a16="http://schemas.microsoft.com/office/drawing/2014/main" id="{6E08ED16-E143-A6E7-0D44-A79CC7EA5123}"/>
                  </a:ext>
                </a:extLst>
              </p:cNvPr>
              <p:cNvSpPr/>
              <p:nvPr/>
            </p:nvSpPr>
            <p:spPr>
              <a:xfrm>
                <a:off x="425207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g2731">
                <a:extLst>
                  <a:ext uri="{FF2B5EF4-FFF2-40B4-BE49-F238E27FC236}">
                    <a16:creationId xmlns:a16="http://schemas.microsoft.com/office/drawing/2014/main" id="{22B55FFB-1FB5-6DB7-D5CB-92DA2BC8F88C}"/>
                  </a:ext>
                </a:extLst>
              </p:cNvPr>
              <p:cNvSpPr/>
              <p:nvPr/>
            </p:nvSpPr>
            <p:spPr>
              <a:xfrm>
                <a:off x="426370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g2732">
                <a:extLst>
                  <a:ext uri="{FF2B5EF4-FFF2-40B4-BE49-F238E27FC236}">
                    <a16:creationId xmlns:a16="http://schemas.microsoft.com/office/drawing/2014/main" id="{37DF922F-A1D7-790E-01F9-7F501D1FB73E}"/>
                  </a:ext>
                </a:extLst>
              </p:cNvPr>
              <p:cNvSpPr/>
              <p:nvPr/>
            </p:nvSpPr>
            <p:spPr>
              <a:xfrm>
                <a:off x="427534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g2733">
                <a:extLst>
                  <a:ext uri="{FF2B5EF4-FFF2-40B4-BE49-F238E27FC236}">
                    <a16:creationId xmlns:a16="http://schemas.microsoft.com/office/drawing/2014/main" id="{D210665F-2022-8DBB-195F-616856B8BE76}"/>
                  </a:ext>
                </a:extLst>
              </p:cNvPr>
              <p:cNvSpPr/>
              <p:nvPr/>
            </p:nvSpPr>
            <p:spPr>
              <a:xfrm>
                <a:off x="431025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g2734">
                <a:extLst>
                  <a:ext uri="{FF2B5EF4-FFF2-40B4-BE49-F238E27FC236}">
                    <a16:creationId xmlns:a16="http://schemas.microsoft.com/office/drawing/2014/main" id="{C257878A-5161-093B-808B-7EC21AF28F8E}"/>
                  </a:ext>
                </a:extLst>
              </p:cNvPr>
              <p:cNvSpPr/>
              <p:nvPr/>
            </p:nvSpPr>
            <p:spPr>
              <a:xfrm>
                <a:off x="432189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g2735">
                <a:extLst>
                  <a:ext uri="{FF2B5EF4-FFF2-40B4-BE49-F238E27FC236}">
                    <a16:creationId xmlns:a16="http://schemas.microsoft.com/office/drawing/2014/main" id="{E43EBAB5-632F-8D73-1D24-10A4ACA6CBFB}"/>
                  </a:ext>
                </a:extLst>
              </p:cNvPr>
              <p:cNvSpPr/>
              <p:nvPr/>
            </p:nvSpPr>
            <p:spPr>
              <a:xfrm>
                <a:off x="433353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g2736">
                <a:extLst>
                  <a:ext uri="{FF2B5EF4-FFF2-40B4-BE49-F238E27FC236}">
                    <a16:creationId xmlns:a16="http://schemas.microsoft.com/office/drawing/2014/main" id="{AACCFEC3-BD85-B8E0-A8C5-BA46D3EB9E7E}"/>
                  </a:ext>
                </a:extLst>
              </p:cNvPr>
              <p:cNvSpPr/>
              <p:nvPr/>
            </p:nvSpPr>
            <p:spPr>
              <a:xfrm>
                <a:off x="434516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g2737">
                <a:extLst>
                  <a:ext uri="{FF2B5EF4-FFF2-40B4-BE49-F238E27FC236}">
                    <a16:creationId xmlns:a16="http://schemas.microsoft.com/office/drawing/2014/main" id="{343F92A1-7C52-EAD3-07A6-215953203D6E}"/>
                  </a:ext>
                </a:extLst>
              </p:cNvPr>
              <p:cNvSpPr/>
              <p:nvPr/>
            </p:nvSpPr>
            <p:spPr>
              <a:xfrm>
                <a:off x="435680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g2738">
                <a:extLst>
                  <a:ext uri="{FF2B5EF4-FFF2-40B4-BE49-F238E27FC236}">
                    <a16:creationId xmlns:a16="http://schemas.microsoft.com/office/drawing/2014/main" id="{341AA191-622A-4D5D-1E45-E552AC3A6723}"/>
                  </a:ext>
                </a:extLst>
              </p:cNvPr>
              <p:cNvSpPr/>
              <p:nvPr/>
            </p:nvSpPr>
            <p:spPr>
              <a:xfrm>
                <a:off x="436844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g2739">
                <a:extLst>
                  <a:ext uri="{FF2B5EF4-FFF2-40B4-BE49-F238E27FC236}">
                    <a16:creationId xmlns:a16="http://schemas.microsoft.com/office/drawing/2014/main" id="{A3B00E20-74B3-3119-F499-9D0CF901C796}"/>
                  </a:ext>
                </a:extLst>
              </p:cNvPr>
              <p:cNvSpPr/>
              <p:nvPr/>
            </p:nvSpPr>
            <p:spPr>
              <a:xfrm>
                <a:off x="438008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g2740">
                <a:extLst>
                  <a:ext uri="{FF2B5EF4-FFF2-40B4-BE49-F238E27FC236}">
                    <a16:creationId xmlns:a16="http://schemas.microsoft.com/office/drawing/2014/main" id="{8646F666-182E-D128-17F9-B8E684DD1248}"/>
                  </a:ext>
                </a:extLst>
              </p:cNvPr>
              <p:cNvSpPr/>
              <p:nvPr/>
            </p:nvSpPr>
            <p:spPr>
              <a:xfrm>
                <a:off x="456627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g2741">
                <a:extLst>
                  <a:ext uri="{FF2B5EF4-FFF2-40B4-BE49-F238E27FC236}">
                    <a16:creationId xmlns:a16="http://schemas.microsoft.com/office/drawing/2014/main" id="{4E9B0F96-260D-7CC2-E4A6-A7AAE5DA19DD}"/>
                  </a:ext>
                </a:extLst>
              </p:cNvPr>
              <p:cNvSpPr/>
              <p:nvPr/>
            </p:nvSpPr>
            <p:spPr>
              <a:xfrm>
                <a:off x="457791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g2742">
                <a:extLst>
                  <a:ext uri="{FF2B5EF4-FFF2-40B4-BE49-F238E27FC236}">
                    <a16:creationId xmlns:a16="http://schemas.microsoft.com/office/drawing/2014/main" id="{C876E0B1-92D2-1E34-4913-E96BE498B928}"/>
                  </a:ext>
                </a:extLst>
              </p:cNvPr>
              <p:cNvSpPr/>
              <p:nvPr/>
            </p:nvSpPr>
            <p:spPr>
              <a:xfrm>
                <a:off x="458955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g2743">
                <a:extLst>
                  <a:ext uri="{FF2B5EF4-FFF2-40B4-BE49-F238E27FC236}">
                    <a16:creationId xmlns:a16="http://schemas.microsoft.com/office/drawing/2014/main" id="{0419E42A-C515-3436-C8BE-125CF71A466A}"/>
                  </a:ext>
                </a:extLst>
              </p:cNvPr>
              <p:cNvSpPr/>
              <p:nvPr/>
            </p:nvSpPr>
            <p:spPr>
              <a:xfrm>
                <a:off x="460119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g2744">
                <a:extLst>
                  <a:ext uri="{FF2B5EF4-FFF2-40B4-BE49-F238E27FC236}">
                    <a16:creationId xmlns:a16="http://schemas.microsoft.com/office/drawing/2014/main" id="{4AE539FE-E137-F01B-B82E-84C100F9B223}"/>
                  </a:ext>
                </a:extLst>
              </p:cNvPr>
              <p:cNvSpPr/>
              <p:nvPr/>
            </p:nvSpPr>
            <p:spPr>
              <a:xfrm>
                <a:off x="461282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g2745">
                <a:extLst>
                  <a:ext uri="{FF2B5EF4-FFF2-40B4-BE49-F238E27FC236}">
                    <a16:creationId xmlns:a16="http://schemas.microsoft.com/office/drawing/2014/main" id="{FDAF5403-AF29-A755-E680-98A1A01699C7}"/>
                  </a:ext>
                </a:extLst>
              </p:cNvPr>
              <p:cNvSpPr/>
              <p:nvPr/>
            </p:nvSpPr>
            <p:spPr>
              <a:xfrm>
                <a:off x="311161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5">
                  <a:alpha val="100000"/>
                </a:srgbClr>
              </a:solidFill>
              <a:ln w="5420" cap="flat">
                <a:solidFill>
                  <a:srgbClr val="9E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g2746">
                <a:extLst>
                  <a:ext uri="{FF2B5EF4-FFF2-40B4-BE49-F238E27FC236}">
                    <a16:creationId xmlns:a16="http://schemas.microsoft.com/office/drawing/2014/main" id="{785D0EC7-198B-3DC0-B768-525D5E2A65B7}"/>
                  </a:ext>
                </a:extLst>
              </p:cNvPr>
              <p:cNvSpPr/>
              <p:nvPr/>
            </p:nvSpPr>
            <p:spPr>
              <a:xfrm>
                <a:off x="312324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g2747">
                <a:extLst>
                  <a:ext uri="{FF2B5EF4-FFF2-40B4-BE49-F238E27FC236}">
                    <a16:creationId xmlns:a16="http://schemas.microsoft.com/office/drawing/2014/main" id="{6F311660-1FC2-FA40-3A7F-D09B0E4C341D}"/>
                  </a:ext>
                </a:extLst>
              </p:cNvPr>
              <p:cNvSpPr/>
              <p:nvPr/>
            </p:nvSpPr>
            <p:spPr>
              <a:xfrm>
                <a:off x="313488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7">
                  <a:alpha val="100000"/>
                </a:srgbClr>
              </a:solidFill>
              <a:ln w="5420" cap="flat">
                <a:solidFill>
                  <a:srgbClr val="A0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g2748">
                <a:extLst>
                  <a:ext uri="{FF2B5EF4-FFF2-40B4-BE49-F238E27FC236}">
                    <a16:creationId xmlns:a16="http://schemas.microsoft.com/office/drawing/2014/main" id="{335B2B93-19C0-2E3A-4040-10E9B7FAAC72}"/>
                  </a:ext>
                </a:extLst>
              </p:cNvPr>
              <p:cNvSpPr/>
              <p:nvPr/>
            </p:nvSpPr>
            <p:spPr>
              <a:xfrm>
                <a:off x="314652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7">
                  <a:alpha val="100000"/>
                </a:srgbClr>
              </a:solidFill>
              <a:ln w="5420" cap="flat">
                <a:solidFill>
                  <a:srgbClr val="A0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g2749">
                <a:extLst>
                  <a:ext uri="{FF2B5EF4-FFF2-40B4-BE49-F238E27FC236}">
                    <a16:creationId xmlns:a16="http://schemas.microsoft.com/office/drawing/2014/main" id="{6B5B060F-C21F-C6BE-34CB-1AC6D8C13FD2}"/>
                  </a:ext>
                </a:extLst>
              </p:cNvPr>
              <p:cNvSpPr/>
              <p:nvPr/>
            </p:nvSpPr>
            <p:spPr>
              <a:xfrm>
                <a:off x="315816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g2750">
                <a:extLst>
                  <a:ext uri="{FF2B5EF4-FFF2-40B4-BE49-F238E27FC236}">
                    <a16:creationId xmlns:a16="http://schemas.microsoft.com/office/drawing/2014/main" id="{56BEAE0C-1921-4D8D-CF02-9D4B9BFA04AC}"/>
                  </a:ext>
                </a:extLst>
              </p:cNvPr>
              <p:cNvSpPr/>
              <p:nvPr/>
            </p:nvSpPr>
            <p:spPr>
              <a:xfrm>
                <a:off x="316979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g2751">
                <a:extLst>
                  <a:ext uri="{FF2B5EF4-FFF2-40B4-BE49-F238E27FC236}">
                    <a16:creationId xmlns:a16="http://schemas.microsoft.com/office/drawing/2014/main" id="{FC632C2D-8FA3-80C4-D121-0729FFADB3FE}"/>
                  </a:ext>
                </a:extLst>
              </p:cNvPr>
              <p:cNvSpPr/>
              <p:nvPr/>
            </p:nvSpPr>
            <p:spPr>
              <a:xfrm>
                <a:off x="318143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g2752">
                <a:extLst>
                  <a:ext uri="{FF2B5EF4-FFF2-40B4-BE49-F238E27FC236}">
                    <a16:creationId xmlns:a16="http://schemas.microsoft.com/office/drawing/2014/main" id="{1B20C14C-10D2-BFD7-C48F-C645EEF9BACE}"/>
                  </a:ext>
                </a:extLst>
              </p:cNvPr>
              <p:cNvSpPr/>
              <p:nvPr/>
            </p:nvSpPr>
            <p:spPr>
              <a:xfrm>
                <a:off x="319307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g2753">
                <a:extLst>
                  <a:ext uri="{FF2B5EF4-FFF2-40B4-BE49-F238E27FC236}">
                    <a16:creationId xmlns:a16="http://schemas.microsoft.com/office/drawing/2014/main" id="{58FE1DCA-523C-59A1-A5CB-E608BEAFB226}"/>
                  </a:ext>
                </a:extLst>
              </p:cNvPr>
              <p:cNvSpPr/>
              <p:nvPr/>
            </p:nvSpPr>
            <p:spPr>
              <a:xfrm>
                <a:off x="320471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g2754">
                <a:extLst>
                  <a:ext uri="{FF2B5EF4-FFF2-40B4-BE49-F238E27FC236}">
                    <a16:creationId xmlns:a16="http://schemas.microsoft.com/office/drawing/2014/main" id="{D2B457BD-DB02-6328-CF1B-820876D0DCA3}"/>
                  </a:ext>
                </a:extLst>
              </p:cNvPr>
              <p:cNvSpPr/>
              <p:nvPr/>
            </p:nvSpPr>
            <p:spPr>
              <a:xfrm>
                <a:off x="321634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g2755">
                <a:extLst>
                  <a:ext uri="{FF2B5EF4-FFF2-40B4-BE49-F238E27FC236}">
                    <a16:creationId xmlns:a16="http://schemas.microsoft.com/office/drawing/2014/main" id="{D508778D-04E1-42D8-9317-172A06686172}"/>
                  </a:ext>
                </a:extLst>
              </p:cNvPr>
              <p:cNvSpPr/>
              <p:nvPr/>
            </p:nvSpPr>
            <p:spPr>
              <a:xfrm>
                <a:off x="322798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g2756">
                <a:extLst>
                  <a:ext uri="{FF2B5EF4-FFF2-40B4-BE49-F238E27FC236}">
                    <a16:creationId xmlns:a16="http://schemas.microsoft.com/office/drawing/2014/main" id="{4F76FAE8-63AD-FD42-B5C1-7CA0D8522869}"/>
                  </a:ext>
                </a:extLst>
              </p:cNvPr>
              <p:cNvSpPr/>
              <p:nvPr/>
            </p:nvSpPr>
            <p:spPr>
              <a:xfrm>
                <a:off x="323962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g2757">
                <a:extLst>
                  <a:ext uri="{FF2B5EF4-FFF2-40B4-BE49-F238E27FC236}">
                    <a16:creationId xmlns:a16="http://schemas.microsoft.com/office/drawing/2014/main" id="{4163F38D-2AA8-5391-66B3-F2DC02DFE1DA}"/>
                  </a:ext>
                </a:extLst>
              </p:cNvPr>
              <p:cNvSpPr/>
              <p:nvPr/>
            </p:nvSpPr>
            <p:spPr>
              <a:xfrm>
                <a:off x="325125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g2758">
                <a:extLst>
                  <a:ext uri="{FF2B5EF4-FFF2-40B4-BE49-F238E27FC236}">
                    <a16:creationId xmlns:a16="http://schemas.microsoft.com/office/drawing/2014/main" id="{4C76D849-168D-F9DD-40C2-B6089EBCB61C}"/>
                  </a:ext>
                </a:extLst>
              </p:cNvPr>
              <p:cNvSpPr/>
              <p:nvPr/>
            </p:nvSpPr>
            <p:spPr>
              <a:xfrm>
                <a:off x="326289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g2759">
                <a:extLst>
                  <a:ext uri="{FF2B5EF4-FFF2-40B4-BE49-F238E27FC236}">
                    <a16:creationId xmlns:a16="http://schemas.microsoft.com/office/drawing/2014/main" id="{63535E5A-B630-7F36-402F-B858B05C84FE}"/>
                  </a:ext>
                </a:extLst>
              </p:cNvPr>
              <p:cNvSpPr/>
              <p:nvPr/>
            </p:nvSpPr>
            <p:spPr>
              <a:xfrm>
                <a:off x="327453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g2760">
                <a:extLst>
                  <a:ext uri="{FF2B5EF4-FFF2-40B4-BE49-F238E27FC236}">
                    <a16:creationId xmlns:a16="http://schemas.microsoft.com/office/drawing/2014/main" id="{3A41E371-8787-812B-0CBE-564CA12194E1}"/>
                  </a:ext>
                </a:extLst>
              </p:cNvPr>
              <p:cNvSpPr/>
              <p:nvPr/>
            </p:nvSpPr>
            <p:spPr>
              <a:xfrm>
                <a:off x="328617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g2761">
                <a:extLst>
                  <a:ext uri="{FF2B5EF4-FFF2-40B4-BE49-F238E27FC236}">
                    <a16:creationId xmlns:a16="http://schemas.microsoft.com/office/drawing/2014/main" id="{69CDEEC1-5C1E-6DBA-E517-06C36F74B497}"/>
                  </a:ext>
                </a:extLst>
              </p:cNvPr>
              <p:cNvSpPr/>
              <p:nvPr/>
            </p:nvSpPr>
            <p:spPr>
              <a:xfrm>
                <a:off x="329780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g2762">
                <a:extLst>
                  <a:ext uri="{FF2B5EF4-FFF2-40B4-BE49-F238E27FC236}">
                    <a16:creationId xmlns:a16="http://schemas.microsoft.com/office/drawing/2014/main" id="{3E720ED4-9BB8-C10C-5091-FCE71A79CD5C}"/>
                  </a:ext>
                </a:extLst>
              </p:cNvPr>
              <p:cNvSpPr/>
              <p:nvPr/>
            </p:nvSpPr>
            <p:spPr>
              <a:xfrm>
                <a:off x="330944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g2763">
                <a:extLst>
                  <a:ext uri="{FF2B5EF4-FFF2-40B4-BE49-F238E27FC236}">
                    <a16:creationId xmlns:a16="http://schemas.microsoft.com/office/drawing/2014/main" id="{B2A4AAEF-73F4-76F9-5717-07EDF986F817}"/>
                  </a:ext>
                </a:extLst>
              </p:cNvPr>
              <p:cNvSpPr/>
              <p:nvPr/>
            </p:nvSpPr>
            <p:spPr>
              <a:xfrm>
                <a:off x="332108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g2764">
                <a:extLst>
                  <a:ext uri="{FF2B5EF4-FFF2-40B4-BE49-F238E27FC236}">
                    <a16:creationId xmlns:a16="http://schemas.microsoft.com/office/drawing/2014/main" id="{FC48AEF7-9E25-2B88-FEF4-60FB498DBBFF}"/>
                  </a:ext>
                </a:extLst>
              </p:cNvPr>
              <p:cNvSpPr/>
              <p:nvPr/>
            </p:nvSpPr>
            <p:spPr>
              <a:xfrm>
                <a:off x="333272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g2765">
                <a:extLst>
                  <a:ext uri="{FF2B5EF4-FFF2-40B4-BE49-F238E27FC236}">
                    <a16:creationId xmlns:a16="http://schemas.microsoft.com/office/drawing/2014/main" id="{8C1AE9F0-3A48-689A-56CF-CED84B265B49}"/>
                  </a:ext>
                </a:extLst>
              </p:cNvPr>
              <p:cNvSpPr/>
              <p:nvPr/>
            </p:nvSpPr>
            <p:spPr>
              <a:xfrm>
                <a:off x="334435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g2766">
                <a:extLst>
                  <a:ext uri="{FF2B5EF4-FFF2-40B4-BE49-F238E27FC236}">
                    <a16:creationId xmlns:a16="http://schemas.microsoft.com/office/drawing/2014/main" id="{201D87A5-8639-13FD-46BF-85AC296A5E09}"/>
                  </a:ext>
                </a:extLst>
              </p:cNvPr>
              <p:cNvSpPr/>
              <p:nvPr/>
            </p:nvSpPr>
            <p:spPr>
              <a:xfrm>
                <a:off x="335599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g2767">
                <a:extLst>
                  <a:ext uri="{FF2B5EF4-FFF2-40B4-BE49-F238E27FC236}">
                    <a16:creationId xmlns:a16="http://schemas.microsoft.com/office/drawing/2014/main" id="{54DEC0A2-15F5-D9E7-1AF6-657AFE7B4B72}"/>
                  </a:ext>
                </a:extLst>
              </p:cNvPr>
              <p:cNvSpPr/>
              <p:nvPr/>
            </p:nvSpPr>
            <p:spPr>
              <a:xfrm>
                <a:off x="336763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g2768">
                <a:extLst>
                  <a:ext uri="{FF2B5EF4-FFF2-40B4-BE49-F238E27FC236}">
                    <a16:creationId xmlns:a16="http://schemas.microsoft.com/office/drawing/2014/main" id="{78A431BE-C314-E888-C2D4-D11C804F8C6F}"/>
                  </a:ext>
                </a:extLst>
              </p:cNvPr>
              <p:cNvSpPr/>
              <p:nvPr/>
            </p:nvSpPr>
            <p:spPr>
              <a:xfrm>
                <a:off x="337927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g2769">
                <a:extLst>
                  <a:ext uri="{FF2B5EF4-FFF2-40B4-BE49-F238E27FC236}">
                    <a16:creationId xmlns:a16="http://schemas.microsoft.com/office/drawing/2014/main" id="{80464FD6-FFB8-6FF2-D49C-C64F7B448DD7}"/>
                  </a:ext>
                </a:extLst>
              </p:cNvPr>
              <p:cNvSpPr/>
              <p:nvPr/>
            </p:nvSpPr>
            <p:spPr>
              <a:xfrm>
                <a:off x="339090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g2770">
                <a:extLst>
                  <a:ext uri="{FF2B5EF4-FFF2-40B4-BE49-F238E27FC236}">
                    <a16:creationId xmlns:a16="http://schemas.microsoft.com/office/drawing/2014/main" id="{1A61E862-8D10-D41E-AF27-6C5F6B1DA782}"/>
                  </a:ext>
                </a:extLst>
              </p:cNvPr>
              <p:cNvSpPr/>
              <p:nvPr/>
            </p:nvSpPr>
            <p:spPr>
              <a:xfrm>
                <a:off x="340254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g2771">
                <a:extLst>
                  <a:ext uri="{FF2B5EF4-FFF2-40B4-BE49-F238E27FC236}">
                    <a16:creationId xmlns:a16="http://schemas.microsoft.com/office/drawing/2014/main" id="{53031151-8E43-50F4-81E9-52E798B43F41}"/>
                  </a:ext>
                </a:extLst>
              </p:cNvPr>
              <p:cNvSpPr/>
              <p:nvPr/>
            </p:nvSpPr>
            <p:spPr>
              <a:xfrm>
                <a:off x="341418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g2772">
                <a:extLst>
                  <a:ext uri="{FF2B5EF4-FFF2-40B4-BE49-F238E27FC236}">
                    <a16:creationId xmlns:a16="http://schemas.microsoft.com/office/drawing/2014/main" id="{D0A26A48-75D6-CB28-800D-CD18D336FC27}"/>
                  </a:ext>
                </a:extLst>
              </p:cNvPr>
              <p:cNvSpPr/>
              <p:nvPr/>
            </p:nvSpPr>
            <p:spPr>
              <a:xfrm>
                <a:off x="342581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g2773">
                <a:extLst>
                  <a:ext uri="{FF2B5EF4-FFF2-40B4-BE49-F238E27FC236}">
                    <a16:creationId xmlns:a16="http://schemas.microsoft.com/office/drawing/2014/main" id="{3623C31A-A51D-91E0-D69E-08EA40009146}"/>
                  </a:ext>
                </a:extLst>
              </p:cNvPr>
              <p:cNvSpPr/>
              <p:nvPr/>
            </p:nvSpPr>
            <p:spPr>
              <a:xfrm>
                <a:off x="343745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g2774">
                <a:extLst>
                  <a:ext uri="{FF2B5EF4-FFF2-40B4-BE49-F238E27FC236}">
                    <a16:creationId xmlns:a16="http://schemas.microsoft.com/office/drawing/2014/main" id="{AA350236-D67D-16F5-7C48-3B6B3465FDA9}"/>
                  </a:ext>
                </a:extLst>
              </p:cNvPr>
              <p:cNvSpPr/>
              <p:nvPr/>
            </p:nvSpPr>
            <p:spPr>
              <a:xfrm>
                <a:off x="344909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g2775">
                <a:extLst>
                  <a:ext uri="{FF2B5EF4-FFF2-40B4-BE49-F238E27FC236}">
                    <a16:creationId xmlns:a16="http://schemas.microsoft.com/office/drawing/2014/main" id="{D0FD1A4F-2CBC-DD1A-5B4E-7937AE81B5ED}"/>
                  </a:ext>
                </a:extLst>
              </p:cNvPr>
              <p:cNvSpPr/>
              <p:nvPr/>
            </p:nvSpPr>
            <p:spPr>
              <a:xfrm>
                <a:off x="346073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g2776">
                <a:extLst>
                  <a:ext uri="{FF2B5EF4-FFF2-40B4-BE49-F238E27FC236}">
                    <a16:creationId xmlns:a16="http://schemas.microsoft.com/office/drawing/2014/main" id="{3D9BABDC-7AC1-1EA7-4B6C-36E72D264EA2}"/>
                  </a:ext>
                </a:extLst>
              </p:cNvPr>
              <p:cNvSpPr/>
              <p:nvPr/>
            </p:nvSpPr>
            <p:spPr>
              <a:xfrm>
                <a:off x="347236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g2777">
                <a:extLst>
                  <a:ext uri="{FF2B5EF4-FFF2-40B4-BE49-F238E27FC236}">
                    <a16:creationId xmlns:a16="http://schemas.microsoft.com/office/drawing/2014/main" id="{AA9C6BBB-BD94-A25F-FA07-2AFC382E44F2}"/>
                  </a:ext>
                </a:extLst>
              </p:cNvPr>
              <p:cNvSpPr/>
              <p:nvPr/>
            </p:nvSpPr>
            <p:spPr>
              <a:xfrm>
                <a:off x="348400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g2778">
                <a:extLst>
                  <a:ext uri="{FF2B5EF4-FFF2-40B4-BE49-F238E27FC236}">
                    <a16:creationId xmlns:a16="http://schemas.microsoft.com/office/drawing/2014/main" id="{92EF5013-E202-22F8-1373-48736BAE5432}"/>
                  </a:ext>
                </a:extLst>
              </p:cNvPr>
              <p:cNvSpPr/>
              <p:nvPr/>
            </p:nvSpPr>
            <p:spPr>
              <a:xfrm>
                <a:off x="349564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g2779">
                <a:extLst>
                  <a:ext uri="{FF2B5EF4-FFF2-40B4-BE49-F238E27FC236}">
                    <a16:creationId xmlns:a16="http://schemas.microsoft.com/office/drawing/2014/main" id="{9AF654CB-FEE2-C41B-6E3A-02DE1DEDB202}"/>
                  </a:ext>
                </a:extLst>
              </p:cNvPr>
              <p:cNvSpPr/>
              <p:nvPr/>
            </p:nvSpPr>
            <p:spPr>
              <a:xfrm>
                <a:off x="350728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g2780">
                <a:extLst>
                  <a:ext uri="{FF2B5EF4-FFF2-40B4-BE49-F238E27FC236}">
                    <a16:creationId xmlns:a16="http://schemas.microsoft.com/office/drawing/2014/main" id="{39CABF87-0B20-7E1A-5ACD-70DB5E50795A}"/>
                  </a:ext>
                </a:extLst>
              </p:cNvPr>
              <p:cNvSpPr/>
              <p:nvPr/>
            </p:nvSpPr>
            <p:spPr>
              <a:xfrm>
                <a:off x="351891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g2781">
                <a:extLst>
                  <a:ext uri="{FF2B5EF4-FFF2-40B4-BE49-F238E27FC236}">
                    <a16:creationId xmlns:a16="http://schemas.microsoft.com/office/drawing/2014/main" id="{2F82CF5E-D13A-DB09-366B-ACB32863A5BC}"/>
                  </a:ext>
                </a:extLst>
              </p:cNvPr>
              <p:cNvSpPr/>
              <p:nvPr/>
            </p:nvSpPr>
            <p:spPr>
              <a:xfrm>
                <a:off x="353055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g2782">
                <a:extLst>
                  <a:ext uri="{FF2B5EF4-FFF2-40B4-BE49-F238E27FC236}">
                    <a16:creationId xmlns:a16="http://schemas.microsoft.com/office/drawing/2014/main" id="{8C35B733-89D9-BD7D-884C-8D97FFDC2E7E}"/>
                  </a:ext>
                </a:extLst>
              </p:cNvPr>
              <p:cNvSpPr/>
              <p:nvPr/>
            </p:nvSpPr>
            <p:spPr>
              <a:xfrm>
                <a:off x="354219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g2783">
                <a:extLst>
                  <a:ext uri="{FF2B5EF4-FFF2-40B4-BE49-F238E27FC236}">
                    <a16:creationId xmlns:a16="http://schemas.microsoft.com/office/drawing/2014/main" id="{9C278D1E-9807-497D-4C26-D9560781A852}"/>
                  </a:ext>
                </a:extLst>
              </p:cNvPr>
              <p:cNvSpPr/>
              <p:nvPr/>
            </p:nvSpPr>
            <p:spPr>
              <a:xfrm>
                <a:off x="355383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g2784">
                <a:extLst>
                  <a:ext uri="{FF2B5EF4-FFF2-40B4-BE49-F238E27FC236}">
                    <a16:creationId xmlns:a16="http://schemas.microsoft.com/office/drawing/2014/main" id="{235DDDAE-CBD7-973A-F869-81982D10291D}"/>
                  </a:ext>
                </a:extLst>
              </p:cNvPr>
              <p:cNvSpPr/>
              <p:nvPr/>
            </p:nvSpPr>
            <p:spPr>
              <a:xfrm>
                <a:off x="362365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g2785">
                <a:extLst>
                  <a:ext uri="{FF2B5EF4-FFF2-40B4-BE49-F238E27FC236}">
                    <a16:creationId xmlns:a16="http://schemas.microsoft.com/office/drawing/2014/main" id="{70273A4A-85B7-8664-8766-08999A7691F5}"/>
                  </a:ext>
                </a:extLst>
              </p:cNvPr>
              <p:cNvSpPr/>
              <p:nvPr/>
            </p:nvSpPr>
            <p:spPr>
              <a:xfrm>
                <a:off x="363529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g2786">
                <a:extLst>
                  <a:ext uri="{FF2B5EF4-FFF2-40B4-BE49-F238E27FC236}">
                    <a16:creationId xmlns:a16="http://schemas.microsoft.com/office/drawing/2014/main" id="{AEA6A6E3-2FBA-1F72-4A2C-7119423DEB6F}"/>
                  </a:ext>
                </a:extLst>
              </p:cNvPr>
              <p:cNvSpPr/>
              <p:nvPr/>
            </p:nvSpPr>
            <p:spPr>
              <a:xfrm>
                <a:off x="364692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g2787">
                <a:extLst>
                  <a:ext uri="{FF2B5EF4-FFF2-40B4-BE49-F238E27FC236}">
                    <a16:creationId xmlns:a16="http://schemas.microsoft.com/office/drawing/2014/main" id="{E0EE73DA-69A7-8884-1E74-A4A31699535B}"/>
                  </a:ext>
                </a:extLst>
              </p:cNvPr>
              <p:cNvSpPr/>
              <p:nvPr/>
            </p:nvSpPr>
            <p:spPr>
              <a:xfrm>
                <a:off x="365856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g2788">
                <a:extLst>
                  <a:ext uri="{FF2B5EF4-FFF2-40B4-BE49-F238E27FC236}">
                    <a16:creationId xmlns:a16="http://schemas.microsoft.com/office/drawing/2014/main" id="{05874DDF-966E-B04B-105A-27DD463E7B80}"/>
                  </a:ext>
                </a:extLst>
              </p:cNvPr>
              <p:cNvSpPr/>
              <p:nvPr/>
            </p:nvSpPr>
            <p:spPr>
              <a:xfrm>
                <a:off x="367020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g2789">
                <a:extLst>
                  <a:ext uri="{FF2B5EF4-FFF2-40B4-BE49-F238E27FC236}">
                    <a16:creationId xmlns:a16="http://schemas.microsoft.com/office/drawing/2014/main" id="{7A08B4BD-3BBE-8024-60C3-1FB0F99A56B9}"/>
                  </a:ext>
                </a:extLst>
              </p:cNvPr>
              <p:cNvSpPr/>
              <p:nvPr/>
            </p:nvSpPr>
            <p:spPr>
              <a:xfrm>
                <a:off x="368184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g2790">
                <a:extLst>
                  <a:ext uri="{FF2B5EF4-FFF2-40B4-BE49-F238E27FC236}">
                    <a16:creationId xmlns:a16="http://schemas.microsoft.com/office/drawing/2014/main" id="{D92A45BA-60D5-843A-3D4B-07F1CA7B6173}"/>
                  </a:ext>
                </a:extLst>
              </p:cNvPr>
              <p:cNvSpPr/>
              <p:nvPr/>
            </p:nvSpPr>
            <p:spPr>
              <a:xfrm>
                <a:off x="369347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g2791">
                <a:extLst>
                  <a:ext uri="{FF2B5EF4-FFF2-40B4-BE49-F238E27FC236}">
                    <a16:creationId xmlns:a16="http://schemas.microsoft.com/office/drawing/2014/main" id="{E73603AB-5D9F-6A44-7830-883BA602604C}"/>
                  </a:ext>
                </a:extLst>
              </p:cNvPr>
              <p:cNvSpPr/>
              <p:nvPr/>
            </p:nvSpPr>
            <p:spPr>
              <a:xfrm>
                <a:off x="370511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g2792">
                <a:extLst>
                  <a:ext uri="{FF2B5EF4-FFF2-40B4-BE49-F238E27FC236}">
                    <a16:creationId xmlns:a16="http://schemas.microsoft.com/office/drawing/2014/main" id="{DB8CD238-6EA2-55D3-BE83-441559B748AC}"/>
                  </a:ext>
                </a:extLst>
              </p:cNvPr>
              <p:cNvSpPr/>
              <p:nvPr/>
            </p:nvSpPr>
            <p:spPr>
              <a:xfrm>
                <a:off x="371675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g2793">
                <a:extLst>
                  <a:ext uri="{FF2B5EF4-FFF2-40B4-BE49-F238E27FC236}">
                    <a16:creationId xmlns:a16="http://schemas.microsoft.com/office/drawing/2014/main" id="{6278F03A-32D4-FEF9-91FB-F1238491E61C}"/>
                  </a:ext>
                </a:extLst>
              </p:cNvPr>
              <p:cNvSpPr/>
              <p:nvPr/>
            </p:nvSpPr>
            <p:spPr>
              <a:xfrm>
                <a:off x="372839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g2794">
                <a:extLst>
                  <a:ext uri="{FF2B5EF4-FFF2-40B4-BE49-F238E27FC236}">
                    <a16:creationId xmlns:a16="http://schemas.microsoft.com/office/drawing/2014/main" id="{9CD32C5F-8EDE-653A-634B-0F411AEA3A48}"/>
                  </a:ext>
                </a:extLst>
              </p:cNvPr>
              <p:cNvSpPr/>
              <p:nvPr/>
            </p:nvSpPr>
            <p:spPr>
              <a:xfrm>
                <a:off x="374002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g2795">
                <a:extLst>
                  <a:ext uri="{FF2B5EF4-FFF2-40B4-BE49-F238E27FC236}">
                    <a16:creationId xmlns:a16="http://schemas.microsoft.com/office/drawing/2014/main" id="{D728055C-A8DB-8120-A2C9-46615A319BC8}"/>
                  </a:ext>
                </a:extLst>
              </p:cNvPr>
              <p:cNvSpPr/>
              <p:nvPr/>
            </p:nvSpPr>
            <p:spPr>
              <a:xfrm>
                <a:off x="413569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g2796">
                <a:extLst>
                  <a:ext uri="{FF2B5EF4-FFF2-40B4-BE49-F238E27FC236}">
                    <a16:creationId xmlns:a16="http://schemas.microsoft.com/office/drawing/2014/main" id="{2755DC8B-6D20-0238-CAC3-87B357D8FF0C}"/>
                  </a:ext>
                </a:extLst>
              </p:cNvPr>
              <p:cNvSpPr/>
              <p:nvPr/>
            </p:nvSpPr>
            <p:spPr>
              <a:xfrm>
                <a:off x="414733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g2797">
                <a:extLst>
                  <a:ext uri="{FF2B5EF4-FFF2-40B4-BE49-F238E27FC236}">
                    <a16:creationId xmlns:a16="http://schemas.microsoft.com/office/drawing/2014/main" id="{484D6AB1-E283-FC16-A75E-3473F9A71001}"/>
                  </a:ext>
                </a:extLst>
              </p:cNvPr>
              <p:cNvSpPr/>
              <p:nvPr/>
            </p:nvSpPr>
            <p:spPr>
              <a:xfrm>
                <a:off x="415897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g2798">
                <a:extLst>
                  <a:ext uri="{FF2B5EF4-FFF2-40B4-BE49-F238E27FC236}">
                    <a16:creationId xmlns:a16="http://schemas.microsoft.com/office/drawing/2014/main" id="{42F065F9-60E5-58E5-29B9-5DFC34D83162}"/>
                  </a:ext>
                </a:extLst>
              </p:cNvPr>
              <p:cNvSpPr/>
              <p:nvPr/>
            </p:nvSpPr>
            <p:spPr>
              <a:xfrm>
                <a:off x="417060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g2799">
                <a:extLst>
                  <a:ext uri="{FF2B5EF4-FFF2-40B4-BE49-F238E27FC236}">
                    <a16:creationId xmlns:a16="http://schemas.microsoft.com/office/drawing/2014/main" id="{30EC85E3-4616-BCC6-7B01-B657102575DE}"/>
                  </a:ext>
                </a:extLst>
              </p:cNvPr>
              <p:cNvSpPr/>
              <p:nvPr/>
            </p:nvSpPr>
            <p:spPr>
              <a:xfrm>
                <a:off x="418224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2B1">
                  <a:alpha val="100000"/>
                </a:srgbClr>
              </a:solidFill>
              <a:ln w="5420" cap="flat">
                <a:solidFill>
                  <a:srgbClr val="6D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g2800">
                <a:extLst>
                  <a:ext uri="{FF2B5EF4-FFF2-40B4-BE49-F238E27FC236}">
                    <a16:creationId xmlns:a16="http://schemas.microsoft.com/office/drawing/2014/main" id="{31F85AD2-A749-0125-3E6B-1D4A6147EFFB}"/>
                  </a:ext>
                </a:extLst>
              </p:cNvPr>
              <p:cNvSpPr/>
              <p:nvPr/>
            </p:nvSpPr>
            <p:spPr>
              <a:xfrm>
                <a:off x="419388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1">
                  <a:alpha val="100000"/>
                </a:srgbClr>
              </a:solidFill>
              <a:ln w="5420" cap="flat">
                <a:solidFill>
                  <a:srgbClr val="6C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g2801">
                <a:extLst>
                  <a:ext uri="{FF2B5EF4-FFF2-40B4-BE49-F238E27FC236}">
                    <a16:creationId xmlns:a16="http://schemas.microsoft.com/office/drawing/2014/main" id="{F3F3C027-58F5-E094-10B6-7491E8B2B8CC}"/>
                  </a:ext>
                </a:extLst>
              </p:cNvPr>
              <p:cNvSpPr/>
              <p:nvPr/>
            </p:nvSpPr>
            <p:spPr>
              <a:xfrm>
                <a:off x="420552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g2802">
                <a:extLst>
                  <a:ext uri="{FF2B5EF4-FFF2-40B4-BE49-F238E27FC236}">
                    <a16:creationId xmlns:a16="http://schemas.microsoft.com/office/drawing/2014/main" id="{6D7EDF85-5D7B-AC8C-A866-7F49983E5798}"/>
                  </a:ext>
                </a:extLst>
              </p:cNvPr>
              <p:cNvSpPr/>
              <p:nvPr/>
            </p:nvSpPr>
            <p:spPr>
              <a:xfrm>
                <a:off x="421715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g2803">
                <a:extLst>
                  <a:ext uri="{FF2B5EF4-FFF2-40B4-BE49-F238E27FC236}">
                    <a16:creationId xmlns:a16="http://schemas.microsoft.com/office/drawing/2014/main" id="{54FEC303-4911-21FF-248B-2978E8D8A58F}"/>
                  </a:ext>
                </a:extLst>
              </p:cNvPr>
              <p:cNvSpPr/>
              <p:nvPr/>
            </p:nvSpPr>
            <p:spPr>
              <a:xfrm>
                <a:off x="422879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g2804">
                <a:extLst>
                  <a:ext uri="{FF2B5EF4-FFF2-40B4-BE49-F238E27FC236}">
                    <a16:creationId xmlns:a16="http://schemas.microsoft.com/office/drawing/2014/main" id="{93180675-3784-A4CD-CA75-FF2300BDB4B9}"/>
                  </a:ext>
                </a:extLst>
              </p:cNvPr>
              <p:cNvSpPr/>
              <p:nvPr/>
            </p:nvSpPr>
            <p:spPr>
              <a:xfrm>
                <a:off x="424043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1">
                  <a:alpha val="100000"/>
                </a:srgbClr>
              </a:solidFill>
              <a:ln w="5420" cap="flat">
                <a:solidFill>
                  <a:srgbClr val="6C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g2805">
                <a:extLst>
                  <a:ext uri="{FF2B5EF4-FFF2-40B4-BE49-F238E27FC236}">
                    <a16:creationId xmlns:a16="http://schemas.microsoft.com/office/drawing/2014/main" id="{21C46FEE-126D-08A5-25F9-0114C429E9B9}"/>
                  </a:ext>
                </a:extLst>
              </p:cNvPr>
              <p:cNvSpPr/>
              <p:nvPr/>
            </p:nvSpPr>
            <p:spPr>
              <a:xfrm>
                <a:off x="432189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g2806">
                <a:extLst>
                  <a:ext uri="{FF2B5EF4-FFF2-40B4-BE49-F238E27FC236}">
                    <a16:creationId xmlns:a16="http://schemas.microsoft.com/office/drawing/2014/main" id="{063DC41C-FAB7-21AB-9EC0-7B541C7B643C}"/>
                  </a:ext>
                </a:extLst>
              </p:cNvPr>
              <p:cNvSpPr/>
              <p:nvPr/>
            </p:nvSpPr>
            <p:spPr>
              <a:xfrm>
                <a:off x="433353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g2807">
                <a:extLst>
                  <a:ext uri="{FF2B5EF4-FFF2-40B4-BE49-F238E27FC236}">
                    <a16:creationId xmlns:a16="http://schemas.microsoft.com/office/drawing/2014/main" id="{4B62FA90-5FFC-85EE-EDB6-4AAE42309C22}"/>
                  </a:ext>
                </a:extLst>
              </p:cNvPr>
              <p:cNvSpPr/>
              <p:nvPr/>
            </p:nvSpPr>
            <p:spPr>
              <a:xfrm>
                <a:off x="434516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g2808">
                <a:extLst>
                  <a:ext uri="{FF2B5EF4-FFF2-40B4-BE49-F238E27FC236}">
                    <a16:creationId xmlns:a16="http://schemas.microsoft.com/office/drawing/2014/main" id="{23623F7D-A730-B100-E6C1-A3F0C3915D94}"/>
                  </a:ext>
                </a:extLst>
              </p:cNvPr>
              <p:cNvSpPr/>
              <p:nvPr/>
            </p:nvSpPr>
            <p:spPr>
              <a:xfrm>
                <a:off x="435680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g2809">
                <a:extLst>
                  <a:ext uri="{FF2B5EF4-FFF2-40B4-BE49-F238E27FC236}">
                    <a16:creationId xmlns:a16="http://schemas.microsoft.com/office/drawing/2014/main" id="{847F011F-BF4B-F398-53AB-B4277C3D6F4B}"/>
                  </a:ext>
                </a:extLst>
              </p:cNvPr>
              <p:cNvSpPr/>
              <p:nvPr/>
            </p:nvSpPr>
            <p:spPr>
              <a:xfrm>
                <a:off x="436844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g2810">
                <a:extLst>
                  <a:ext uri="{FF2B5EF4-FFF2-40B4-BE49-F238E27FC236}">
                    <a16:creationId xmlns:a16="http://schemas.microsoft.com/office/drawing/2014/main" id="{D78DC92A-E834-5AEA-49C4-BE77909C40A9}"/>
                  </a:ext>
                </a:extLst>
              </p:cNvPr>
              <p:cNvSpPr/>
              <p:nvPr/>
            </p:nvSpPr>
            <p:spPr>
              <a:xfrm>
                <a:off x="438008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g2811">
                <a:extLst>
                  <a:ext uri="{FF2B5EF4-FFF2-40B4-BE49-F238E27FC236}">
                    <a16:creationId xmlns:a16="http://schemas.microsoft.com/office/drawing/2014/main" id="{3CDE037E-0C1F-DFD5-22F6-7260EE433D5C}"/>
                  </a:ext>
                </a:extLst>
              </p:cNvPr>
              <p:cNvSpPr/>
              <p:nvPr/>
            </p:nvSpPr>
            <p:spPr>
              <a:xfrm>
                <a:off x="457791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g2812">
                <a:extLst>
                  <a:ext uri="{FF2B5EF4-FFF2-40B4-BE49-F238E27FC236}">
                    <a16:creationId xmlns:a16="http://schemas.microsoft.com/office/drawing/2014/main" id="{59F2CF02-E563-63E1-22C6-8B2BED99FD05}"/>
                  </a:ext>
                </a:extLst>
              </p:cNvPr>
              <p:cNvSpPr/>
              <p:nvPr/>
            </p:nvSpPr>
            <p:spPr>
              <a:xfrm>
                <a:off x="458955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g2813">
                <a:extLst>
                  <a:ext uri="{FF2B5EF4-FFF2-40B4-BE49-F238E27FC236}">
                    <a16:creationId xmlns:a16="http://schemas.microsoft.com/office/drawing/2014/main" id="{635EAE2A-761F-5F7A-18CB-80653F9784BA}"/>
                  </a:ext>
                </a:extLst>
              </p:cNvPr>
              <p:cNvSpPr/>
              <p:nvPr/>
            </p:nvSpPr>
            <p:spPr>
              <a:xfrm>
                <a:off x="460119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g2814">
                <a:extLst>
                  <a:ext uri="{FF2B5EF4-FFF2-40B4-BE49-F238E27FC236}">
                    <a16:creationId xmlns:a16="http://schemas.microsoft.com/office/drawing/2014/main" id="{7D631B68-2654-4E86-DDD5-7D1603A8E6E6}"/>
                  </a:ext>
                </a:extLst>
              </p:cNvPr>
              <p:cNvSpPr/>
              <p:nvPr/>
            </p:nvSpPr>
            <p:spPr>
              <a:xfrm>
                <a:off x="461282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g2815">
                <a:extLst>
                  <a:ext uri="{FF2B5EF4-FFF2-40B4-BE49-F238E27FC236}">
                    <a16:creationId xmlns:a16="http://schemas.microsoft.com/office/drawing/2014/main" id="{4417D6DB-6E93-2DCD-4CC0-9E2B454332D0}"/>
                  </a:ext>
                </a:extLst>
              </p:cNvPr>
              <p:cNvSpPr/>
              <p:nvPr/>
            </p:nvSpPr>
            <p:spPr>
              <a:xfrm>
                <a:off x="462446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g2816">
                <a:extLst>
                  <a:ext uri="{FF2B5EF4-FFF2-40B4-BE49-F238E27FC236}">
                    <a16:creationId xmlns:a16="http://schemas.microsoft.com/office/drawing/2014/main" id="{A270522C-3555-C70B-9636-49301574B76E}"/>
                  </a:ext>
                </a:extLst>
              </p:cNvPr>
              <p:cNvSpPr/>
              <p:nvPr/>
            </p:nvSpPr>
            <p:spPr>
              <a:xfrm>
                <a:off x="311161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6">
                  <a:alpha val="100000"/>
                </a:srgbClr>
              </a:solidFill>
              <a:ln w="5420" cap="flat">
                <a:solidFill>
                  <a:srgbClr val="9E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g2817">
                <a:extLst>
                  <a:ext uri="{FF2B5EF4-FFF2-40B4-BE49-F238E27FC236}">
                    <a16:creationId xmlns:a16="http://schemas.microsoft.com/office/drawing/2014/main" id="{F59FD731-7A7A-DE48-0557-A12E11FA1316}"/>
                  </a:ext>
                </a:extLst>
              </p:cNvPr>
              <p:cNvSpPr/>
              <p:nvPr/>
            </p:nvSpPr>
            <p:spPr>
              <a:xfrm>
                <a:off x="312324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7">
                  <a:alpha val="100000"/>
                </a:srgbClr>
              </a:solidFill>
              <a:ln w="5420" cap="flat">
                <a:solidFill>
                  <a:srgbClr val="A0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g2818">
                <a:extLst>
                  <a:ext uri="{FF2B5EF4-FFF2-40B4-BE49-F238E27FC236}">
                    <a16:creationId xmlns:a16="http://schemas.microsoft.com/office/drawing/2014/main" id="{C54EFA8D-F88B-63AF-EC76-93F8F91B2186}"/>
                  </a:ext>
                </a:extLst>
              </p:cNvPr>
              <p:cNvSpPr/>
              <p:nvPr/>
            </p:nvSpPr>
            <p:spPr>
              <a:xfrm>
                <a:off x="313488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2E1C7">
                  <a:alpha val="100000"/>
                </a:srgbClr>
              </a:solidFill>
              <a:ln w="5420" cap="flat">
                <a:solidFill>
                  <a:srgbClr val="A2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g2819">
                <a:extLst>
                  <a:ext uri="{FF2B5EF4-FFF2-40B4-BE49-F238E27FC236}">
                    <a16:creationId xmlns:a16="http://schemas.microsoft.com/office/drawing/2014/main" id="{3021412A-C8DD-7815-3AF2-33C4E0F37B28}"/>
                  </a:ext>
                </a:extLst>
              </p:cNvPr>
              <p:cNvSpPr/>
              <p:nvPr/>
            </p:nvSpPr>
            <p:spPr>
              <a:xfrm>
                <a:off x="314652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2E1C7">
                  <a:alpha val="100000"/>
                </a:srgbClr>
              </a:solidFill>
              <a:ln w="5420" cap="flat">
                <a:solidFill>
                  <a:srgbClr val="A2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g2820">
                <a:extLst>
                  <a:ext uri="{FF2B5EF4-FFF2-40B4-BE49-F238E27FC236}">
                    <a16:creationId xmlns:a16="http://schemas.microsoft.com/office/drawing/2014/main" id="{D10F8231-195A-9E30-4578-DBF64638095D}"/>
                  </a:ext>
                </a:extLst>
              </p:cNvPr>
              <p:cNvSpPr/>
              <p:nvPr/>
            </p:nvSpPr>
            <p:spPr>
              <a:xfrm>
                <a:off x="315816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g2821">
                <a:extLst>
                  <a:ext uri="{FF2B5EF4-FFF2-40B4-BE49-F238E27FC236}">
                    <a16:creationId xmlns:a16="http://schemas.microsoft.com/office/drawing/2014/main" id="{B617A6EE-2318-A3A5-C246-14A95FEC7BA5}"/>
                  </a:ext>
                </a:extLst>
              </p:cNvPr>
              <p:cNvSpPr/>
              <p:nvPr/>
            </p:nvSpPr>
            <p:spPr>
              <a:xfrm>
                <a:off x="316979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0C6">
                  <a:alpha val="100000"/>
                </a:srgbClr>
              </a:solidFill>
              <a:ln w="5420" cap="flat">
                <a:solidFill>
                  <a:srgbClr val="9F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g2822">
                <a:extLst>
                  <a:ext uri="{FF2B5EF4-FFF2-40B4-BE49-F238E27FC236}">
                    <a16:creationId xmlns:a16="http://schemas.microsoft.com/office/drawing/2014/main" id="{068BC7A6-3DC9-578B-1261-092FBE0A0B22}"/>
                  </a:ext>
                </a:extLst>
              </p:cNvPr>
              <p:cNvSpPr/>
              <p:nvPr/>
            </p:nvSpPr>
            <p:spPr>
              <a:xfrm>
                <a:off x="318143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DFC4">
                  <a:alpha val="100000"/>
                </a:srgbClr>
              </a:solidFill>
              <a:ln w="5420" cap="flat">
                <a:solidFill>
                  <a:srgbClr val="9C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g2823">
                <a:extLst>
                  <a:ext uri="{FF2B5EF4-FFF2-40B4-BE49-F238E27FC236}">
                    <a16:creationId xmlns:a16="http://schemas.microsoft.com/office/drawing/2014/main" id="{32B9E114-1D87-449C-A37C-BAB2C620B50B}"/>
                  </a:ext>
                </a:extLst>
              </p:cNvPr>
              <p:cNvSpPr/>
              <p:nvPr/>
            </p:nvSpPr>
            <p:spPr>
              <a:xfrm>
                <a:off x="319307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g2824">
                <a:extLst>
                  <a:ext uri="{FF2B5EF4-FFF2-40B4-BE49-F238E27FC236}">
                    <a16:creationId xmlns:a16="http://schemas.microsoft.com/office/drawing/2014/main" id="{E765C156-792F-C263-9886-7A1C8B049F7D}"/>
                  </a:ext>
                </a:extLst>
              </p:cNvPr>
              <p:cNvSpPr/>
              <p:nvPr/>
            </p:nvSpPr>
            <p:spPr>
              <a:xfrm>
                <a:off x="320471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g2825">
                <a:extLst>
                  <a:ext uri="{FF2B5EF4-FFF2-40B4-BE49-F238E27FC236}">
                    <a16:creationId xmlns:a16="http://schemas.microsoft.com/office/drawing/2014/main" id="{75587723-808C-E2AC-2D90-2C197063CD58}"/>
                  </a:ext>
                </a:extLst>
              </p:cNvPr>
              <p:cNvSpPr/>
              <p:nvPr/>
            </p:nvSpPr>
            <p:spPr>
              <a:xfrm>
                <a:off x="321634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DC0">
                  <a:alpha val="100000"/>
                </a:srgbClr>
              </a:solidFill>
              <a:ln w="5420" cap="flat">
                <a:solidFill>
                  <a:srgbClr val="92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g2826">
                <a:extLst>
                  <a:ext uri="{FF2B5EF4-FFF2-40B4-BE49-F238E27FC236}">
                    <a16:creationId xmlns:a16="http://schemas.microsoft.com/office/drawing/2014/main" id="{D2B52B95-270E-89ED-B32D-E834EFEE8929}"/>
                  </a:ext>
                </a:extLst>
              </p:cNvPr>
              <p:cNvSpPr/>
              <p:nvPr/>
            </p:nvSpPr>
            <p:spPr>
              <a:xfrm>
                <a:off x="322798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g2827">
                <a:extLst>
                  <a:ext uri="{FF2B5EF4-FFF2-40B4-BE49-F238E27FC236}">
                    <a16:creationId xmlns:a16="http://schemas.microsoft.com/office/drawing/2014/main" id="{61FE0D7E-AD2B-15CB-F47B-642355017532}"/>
                  </a:ext>
                </a:extLst>
              </p:cNvPr>
              <p:cNvSpPr/>
              <p:nvPr/>
            </p:nvSpPr>
            <p:spPr>
              <a:xfrm>
                <a:off x="323962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g2828">
                <a:extLst>
                  <a:ext uri="{FF2B5EF4-FFF2-40B4-BE49-F238E27FC236}">
                    <a16:creationId xmlns:a16="http://schemas.microsoft.com/office/drawing/2014/main" id="{0E35D89E-B5C5-1887-07DD-887BC196A39A}"/>
                  </a:ext>
                </a:extLst>
              </p:cNvPr>
              <p:cNvSpPr/>
              <p:nvPr/>
            </p:nvSpPr>
            <p:spPr>
              <a:xfrm>
                <a:off x="325125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g2829">
                <a:extLst>
                  <a:ext uri="{FF2B5EF4-FFF2-40B4-BE49-F238E27FC236}">
                    <a16:creationId xmlns:a16="http://schemas.microsoft.com/office/drawing/2014/main" id="{7716A7B1-D41E-4698-3F5A-D0DBA89271DF}"/>
                  </a:ext>
                </a:extLst>
              </p:cNvPr>
              <p:cNvSpPr/>
              <p:nvPr/>
            </p:nvSpPr>
            <p:spPr>
              <a:xfrm>
                <a:off x="326289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g2830">
                <a:extLst>
                  <a:ext uri="{FF2B5EF4-FFF2-40B4-BE49-F238E27FC236}">
                    <a16:creationId xmlns:a16="http://schemas.microsoft.com/office/drawing/2014/main" id="{8729F614-6BF5-780C-1A5E-309842DE1875}"/>
                  </a:ext>
                </a:extLst>
              </p:cNvPr>
              <p:cNvSpPr/>
              <p:nvPr/>
            </p:nvSpPr>
            <p:spPr>
              <a:xfrm>
                <a:off x="327453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g2831">
                <a:extLst>
                  <a:ext uri="{FF2B5EF4-FFF2-40B4-BE49-F238E27FC236}">
                    <a16:creationId xmlns:a16="http://schemas.microsoft.com/office/drawing/2014/main" id="{70E27A0F-231C-37D9-D85E-785E042E8238}"/>
                  </a:ext>
                </a:extLst>
              </p:cNvPr>
              <p:cNvSpPr/>
              <p:nvPr/>
            </p:nvSpPr>
            <p:spPr>
              <a:xfrm>
                <a:off x="328617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g2832">
                <a:extLst>
                  <a:ext uri="{FF2B5EF4-FFF2-40B4-BE49-F238E27FC236}">
                    <a16:creationId xmlns:a16="http://schemas.microsoft.com/office/drawing/2014/main" id="{656AB45D-161A-A318-9D4A-5C652735C8A6}"/>
                  </a:ext>
                </a:extLst>
              </p:cNvPr>
              <p:cNvSpPr/>
              <p:nvPr/>
            </p:nvSpPr>
            <p:spPr>
              <a:xfrm>
                <a:off x="329780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g2833">
                <a:extLst>
                  <a:ext uri="{FF2B5EF4-FFF2-40B4-BE49-F238E27FC236}">
                    <a16:creationId xmlns:a16="http://schemas.microsoft.com/office/drawing/2014/main" id="{DDA8681A-F9BA-353C-1A71-5B698599B971}"/>
                  </a:ext>
                </a:extLst>
              </p:cNvPr>
              <p:cNvSpPr/>
              <p:nvPr/>
            </p:nvSpPr>
            <p:spPr>
              <a:xfrm>
                <a:off x="330944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g2834">
                <a:extLst>
                  <a:ext uri="{FF2B5EF4-FFF2-40B4-BE49-F238E27FC236}">
                    <a16:creationId xmlns:a16="http://schemas.microsoft.com/office/drawing/2014/main" id="{04EC2A65-48BD-FAF5-125C-4A1E4C8654DA}"/>
                  </a:ext>
                </a:extLst>
              </p:cNvPr>
              <p:cNvSpPr/>
              <p:nvPr/>
            </p:nvSpPr>
            <p:spPr>
              <a:xfrm>
                <a:off x="332108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g2835">
                <a:extLst>
                  <a:ext uri="{FF2B5EF4-FFF2-40B4-BE49-F238E27FC236}">
                    <a16:creationId xmlns:a16="http://schemas.microsoft.com/office/drawing/2014/main" id="{2079357B-FFA5-9EF2-5A96-1483DF77CC49}"/>
                  </a:ext>
                </a:extLst>
              </p:cNvPr>
              <p:cNvSpPr/>
              <p:nvPr/>
            </p:nvSpPr>
            <p:spPr>
              <a:xfrm>
                <a:off x="333272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g2836">
                <a:extLst>
                  <a:ext uri="{FF2B5EF4-FFF2-40B4-BE49-F238E27FC236}">
                    <a16:creationId xmlns:a16="http://schemas.microsoft.com/office/drawing/2014/main" id="{4FECC601-27AD-F3AF-C970-F11960A89065}"/>
                  </a:ext>
                </a:extLst>
              </p:cNvPr>
              <p:cNvSpPr/>
              <p:nvPr/>
            </p:nvSpPr>
            <p:spPr>
              <a:xfrm>
                <a:off x="334435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g2837">
                <a:extLst>
                  <a:ext uri="{FF2B5EF4-FFF2-40B4-BE49-F238E27FC236}">
                    <a16:creationId xmlns:a16="http://schemas.microsoft.com/office/drawing/2014/main" id="{11D5465F-5F07-A4B9-4AE1-E569271A8D05}"/>
                  </a:ext>
                </a:extLst>
              </p:cNvPr>
              <p:cNvSpPr/>
              <p:nvPr/>
            </p:nvSpPr>
            <p:spPr>
              <a:xfrm>
                <a:off x="335599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g2838">
                <a:extLst>
                  <a:ext uri="{FF2B5EF4-FFF2-40B4-BE49-F238E27FC236}">
                    <a16:creationId xmlns:a16="http://schemas.microsoft.com/office/drawing/2014/main" id="{A2FF5528-A1B4-FF50-7254-17A39A0B4CC0}"/>
                  </a:ext>
                </a:extLst>
              </p:cNvPr>
              <p:cNvSpPr/>
              <p:nvPr/>
            </p:nvSpPr>
            <p:spPr>
              <a:xfrm>
                <a:off x="336763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g2839">
                <a:extLst>
                  <a:ext uri="{FF2B5EF4-FFF2-40B4-BE49-F238E27FC236}">
                    <a16:creationId xmlns:a16="http://schemas.microsoft.com/office/drawing/2014/main" id="{DD1E054F-3914-2600-8ED4-D90D8A0AAB30}"/>
                  </a:ext>
                </a:extLst>
              </p:cNvPr>
              <p:cNvSpPr/>
              <p:nvPr/>
            </p:nvSpPr>
            <p:spPr>
              <a:xfrm>
                <a:off x="337927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g2840">
                <a:extLst>
                  <a:ext uri="{FF2B5EF4-FFF2-40B4-BE49-F238E27FC236}">
                    <a16:creationId xmlns:a16="http://schemas.microsoft.com/office/drawing/2014/main" id="{56572EFD-4D89-803F-291D-6DDD93B87571}"/>
                  </a:ext>
                </a:extLst>
              </p:cNvPr>
              <p:cNvSpPr/>
              <p:nvPr/>
            </p:nvSpPr>
            <p:spPr>
              <a:xfrm>
                <a:off x="339090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g2841">
                <a:extLst>
                  <a:ext uri="{FF2B5EF4-FFF2-40B4-BE49-F238E27FC236}">
                    <a16:creationId xmlns:a16="http://schemas.microsoft.com/office/drawing/2014/main" id="{61B3C49A-E07C-3302-494E-7CA16DB53203}"/>
                  </a:ext>
                </a:extLst>
              </p:cNvPr>
              <p:cNvSpPr/>
              <p:nvPr/>
            </p:nvSpPr>
            <p:spPr>
              <a:xfrm>
                <a:off x="340254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g2842">
                <a:extLst>
                  <a:ext uri="{FF2B5EF4-FFF2-40B4-BE49-F238E27FC236}">
                    <a16:creationId xmlns:a16="http://schemas.microsoft.com/office/drawing/2014/main" id="{434FA83F-D101-81F9-7D3B-60469DD2864E}"/>
                  </a:ext>
                </a:extLst>
              </p:cNvPr>
              <p:cNvSpPr/>
              <p:nvPr/>
            </p:nvSpPr>
            <p:spPr>
              <a:xfrm>
                <a:off x="341418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g2843">
                <a:extLst>
                  <a:ext uri="{FF2B5EF4-FFF2-40B4-BE49-F238E27FC236}">
                    <a16:creationId xmlns:a16="http://schemas.microsoft.com/office/drawing/2014/main" id="{D08323E3-AE8D-0D22-295A-2487C53D862F}"/>
                  </a:ext>
                </a:extLst>
              </p:cNvPr>
              <p:cNvSpPr/>
              <p:nvPr/>
            </p:nvSpPr>
            <p:spPr>
              <a:xfrm>
                <a:off x="342581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g2844">
                <a:extLst>
                  <a:ext uri="{FF2B5EF4-FFF2-40B4-BE49-F238E27FC236}">
                    <a16:creationId xmlns:a16="http://schemas.microsoft.com/office/drawing/2014/main" id="{15F79F2B-8500-B342-3A53-68104F2CB2AB}"/>
                  </a:ext>
                </a:extLst>
              </p:cNvPr>
              <p:cNvSpPr/>
              <p:nvPr/>
            </p:nvSpPr>
            <p:spPr>
              <a:xfrm>
                <a:off x="343745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g2845">
                <a:extLst>
                  <a:ext uri="{FF2B5EF4-FFF2-40B4-BE49-F238E27FC236}">
                    <a16:creationId xmlns:a16="http://schemas.microsoft.com/office/drawing/2014/main" id="{AE40CDAD-FDB9-4A04-FC52-5ED59A3A7CBD}"/>
                  </a:ext>
                </a:extLst>
              </p:cNvPr>
              <p:cNvSpPr/>
              <p:nvPr/>
            </p:nvSpPr>
            <p:spPr>
              <a:xfrm>
                <a:off x="344909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g2846">
                <a:extLst>
                  <a:ext uri="{FF2B5EF4-FFF2-40B4-BE49-F238E27FC236}">
                    <a16:creationId xmlns:a16="http://schemas.microsoft.com/office/drawing/2014/main" id="{A2D288FB-EE7F-0142-4873-EF107D911E1E}"/>
                  </a:ext>
                </a:extLst>
              </p:cNvPr>
              <p:cNvSpPr/>
              <p:nvPr/>
            </p:nvSpPr>
            <p:spPr>
              <a:xfrm>
                <a:off x="346073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EC3">
                  <a:alpha val="100000"/>
                </a:srgbClr>
              </a:solidFill>
              <a:ln w="5420" cap="flat">
                <a:solidFill>
                  <a:srgbClr val="99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g2847">
                <a:extLst>
                  <a:ext uri="{FF2B5EF4-FFF2-40B4-BE49-F238E27FC236}">
                    <a16:creationId xmlns:a16="http://schemas.microsoft.com/office/drawing/2014/main" id="{049B44C7-0727-8300-4921-4E1600560E1A}"/>
                  </a:ext>
                </a:extLst>
              </p:cNvPr>
              <p:cNvSpPr/>
              <p:nvPr/>
            </p:nvSpPr>
            <p:spPr>
              <a:xfrm>
                <a:off x="347236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g2848">
                <a:extLst>
                  <a:ext uri="{FF2B5EF4-FFF2-40B4-BE49-F238E27FC236}">
                    <a16:creationId xmlns:a16="http://schemas.microsoft.com/office/drawing/2014/main" id="{46A50A33-80FC-2D78-0A33-2F52F5B33B05}"/>
                  </a:ext>
                </a:extLst>
              </p:cNvPr>
              <p:cNvSpPr/>
              <p:nvPr/>
            </p:nvSpPr>
            <p:spPr>
              <a:xfrm>
                <a:off x="348400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g2849">
                <a:extLst>
                  <a:ext uri="{FF2B5EF4-FFF2-40B4-BE49-F238E27FC236}">
                    <a16:creationId xmlns:a16="http://schemas.microsoft.com/office/drawing/2014/main" id="{8701E77B-E296-4A69-403A-861C1E9204E1}"/>
                  </a:ext>
                </a:extLst>
              </p:cNvPr>
              <p:cNvSpPr/>
              <p:nvPr/>
            </p:nvSpPr>
            <p:spPr>
              <a:xfrm>
                <a:off x="349564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EC3">
                  <a:alpha val="100000"/>
                </a:srgbClr>
              </a:solidFill>
              <a:ln w="5420" cap="flat">
                <a:solidFill>
                  <a:srgbClr val="99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g2850">
                <a:extLst>
                  <a:ext uri="{FF2B5EF4-FFF2-40B4-BE49-F238E27FC236}">
                    <a16:creationId xmlns:a16="http://schemas.microsoft.com/office/drawing/2014/main" id="{40BC0D50-C9E1-34FC-8A7C-624C776EE666}"/>
                  </a:ext>
                </a:extLst>
              </p:cNvPr>
              <p:cNvSpPr/>
              <p:nvPr/>
            </p:nvSpPr>
            <p:spPr>
              <a:xfrm>
                <a:off x="350728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g2851">
                <a:extLst>
                  <a:ext uri="{FF2B5EF4-FFF2-40B4-BE49-F238E27FC236}">
                    <a16:creationId xmlns:a16="http://schemas.microsoft.com/office/drawing/2014/main" id="{239215E6-2B4B-1BC1-4E1C-CE04706E9A36}"/>
                  </a:ext>
                </a:extLst>
              </p:cNvPr>
              <p:cNvSpPr/>
              <p:nvPr/>
            </p:nvSpPr>
            <p:spPr>
              <a:xfrm>
                <a:off x="351891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g2852">
                <a:extLst>
                  <a:ext uri="{FF2B5EF4-FFF2-40B4-BE49-F238E27FC236}">
                    <a16:creationId xmlns:a16="http://schemas.microsoft.com/office/drawing/2014/main" id="{FA4292F3-46D4-FAF0-46FA-FA58DF11A0D5}"/>
                  </a:ext>
                </a:extLst>
              </p:cNvPr>
              <p:cNvSpPr/>
              <p:nvPr/>
            </p:nvSpPr>
            <p:spPr>
              <a:xfrm>
                <a:off x="353055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g2853">
                <a:extLst>
                  <a:ext uri="{FF2B5EF4-FFF2-40B4-BE49-F238E27FC236}">
                    <a16:creationId xmlns:a16="http://schemas.microsoft.com/office/drawing/2014/main" id="{78A4E9D7-976E-68AB-95ED-3B31F07B639B}"/>
                  </a:ext>
                </a:extLst>
              </p:cNvPr>
              <p:cNvSpPr/>
              <p:nvPr/>
            </p:nvSpPr>
            <p:spPr>
              <a:xfrm>
                <a:off x="354219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g2854">
                <a:extLst>
                  <a:ext uri="{FF2B5EF4-FFF2-40B4-BE49-F238E27FC236}">
                    <a16:creationId xmlns:a16="http://schemas.microsoft.com/office/drawing/2014/main" id="{6A43CB25-2AA9-5EBC-C2CE-873692C6B58C}"/>
                  </a:ext>
                </a:extLst>
              </p:cNvPr>
              <p:cNvSpPr/>
              <p:nvPr/>
            </p:nvSpPr>
            <p:spPr>
              <a:xfrm>
                <a:off x="355383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g2855">
                <a:extLst>
                  <a:ext uri="{FF2B5EF4-FFF2-40B4-BE49-F238E27FC236}">
                    <a16:creationId xmlns:a16="http://schemas.microsoft.com/office/drawing/2014/main" id="{5300F364-B11E-F9E4-7D9A-94C8CB668BB1}"/>
                  </a:ext>
                </a:extLst>
              </p:cNvPr>
              <p:cNvSpPr/>
              <p:nvPr/>
            </p:nvSpPr>
            <p:spPr>
              <a:xfrm>
                <a:off x="361201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g2856">
                <a:extLst>
                  <a:ext uri="{FF2B5EF4-FFF2-40B4-BE49-F238E27FC236}">
                    <a16:creationId xmlns:a16="http://schemas.microsoft.com/office/drawing/2014/main" id="{BDD60B3E-79D5-7213-9B54-4A7CE08B1FED}"/>
                  </a:ext>
                </a:extLst>
              </p:cNvPr>
              <p:cNvSpPr/>
              <p:nvPr/>
            </p:nvSpPr>
            <p:spPr>
              <a:xfrm>
                <a:off x="362365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g2857">
                <a:extLst>
                  <a:ext uri="{FF2B5EF4-FFF2-40B4-BE49-F238E27FC236}">
                    <a16:creationId xmlns:a16="http://schemas.microsoft.com/office/drawing/2014/main" id="{3D6AF724-42B8-B384-8B5C-2B56A2C57FA3}"/>
                  </a:ext>
                </a:extLst>
              </p:cNvPr>
              <p:cNvSpPr/>
              <p:nvPr/>
            </p:nvSpPr>
            <p:spPr>
              <a:xfrm>
                <a:off x="363529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g2858">
                <a:extLst>
                  <a:ext uri="{FF2B5EF4-FFF2-40B4-BE49-F238E27FC236}">
                    <a16:creationId xmlns:a16="http://schemas.microsoft.com/office/drawing/2014/main" id="{FBE198D7-E81E-FDF5-7098-9A75949D194E}"/>
                  </a:ext>
                </a:extLst>
              </p:cNvPr>
              <p:cNvSpPr/>
              <p:nvPr/>
            </p:nvSpPr>
            <p:spPr>
              <a:xfrm>
                <a:off x="364692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g2859">
                <a:extLst>
                  <a:ext uri="{FF2B5EF4-FFF2-40B4-BE49-F238E27FC236}">
                    <a16:creationId xmlns:a16="http://schemas.microsoft.com/office/drawing/2014/main" id="{2C2DBB09-5D83-A0B1-71EC-194564153906}"/>
                  </a:ext>
                </a:extLst>
              </p:cNvPr>
              <p:cNvSpPr/>
              <p:nvPr/>
            </p:nvSpPr>
            <p:spPr>
              <a:xfrm>
                <a:off x="365856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g2860">
                <a:extLst>
                  <a:ext uri="{FF2B5EF4-FFF2-40B4-BE49-F238E27FC236}">
                    <a16:creationId xmlns:a16="http://schemas.microsoft.com/office/drawing/2014/main" id="{FFCC886F-E9AB-4F77-03B0-F570B568179D}"/>
                  </a:ext>
                </a:extLst>
              </p:cNvPr>
              <p:cNvSpPr/>
              <p:nvPr/>
            </p:nvSpPr>
            <p:spPr>
              <a:xfrm>
                <a:off x="367020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g2861">
                <a:extLst>
                  <a:ext uri="{FF2B5EF4-FFF2-40B4-BE49-F238E27FC236}">
                    <a16:creationId xmlns:a16="http://schemas.microsoft.com/office/drawing/2014/main" id="{C3AB8F82-6EB6-8E95-B5AA-922BF27F3B02}"/>
                  </a:ext>
                </a:extLst>
              </p:cNvPr>
              <p:cNvSpPr/>
              <p:nvPr/>
            </p:nvSpPr>
            <p:spPr>
              <a:xfrm>
                <a:off x="368184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g2862">
                <a:extLst>
                  <a:ext uri="{FF2B5EF4-FFF2-40B4-BE49-F238E27FC236}">
                    <a16:creationId xmlns:a16="http://schemas.microsoft.com/office/drawing/2014/main" id="{8D32544A-5C90-469A-64B0-463AC7A20463}"/>
                  </a:ext>
                </a:extLst>
              </p:cNvPr>
              <p:cNvSpPr/>
              <p:nvPr/>
            </p:nvSpPr>
            <p:spPr>
              <a:xfrm>
                <a:off x="369347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g2863">
                <a:extLst>
                  <a:ext uri="{FF2B5EF4-FFF2-40B4-BE49-F238E27FC236}">
                    <a16:creationId xmlns:a16="http://schemas.microsoft.com/office/drawing/2014/main" id="{76ABC6CB-7716-10BC-713C-A73C4D7DBD57}"/>
                  </a:ext>
                </a:extLst>
              </p:cNvPr>
              <p:cNvSpPr/>
              <p:nvPr/>
            </p:nvSpPr>
            <p:spPr>
              <a:xfrm>
                <a:off x="370511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g2864">
                <a:extLst>
                  <a:ext uri="{FF2B5EF4-FFF2-40B4-BE49-F238E27FC236}">
                    <a16:creationId xmlns:a16="http://schemas.microsoft.com/office/drawing/2014/main" id="{65A89A4E-B1D6-C4C5-7662-7A56ECE17CAE}"/>
                  </a:ext>
                </a:extLst>
              </p:cNvPr>
              <p:cNvSpPr/>
              <p:nvPr/>
            </p:nvSpPr>
            <p:spPr>
              <a:xfrm>
                <a:off x="371675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g2865">
                <a:extLst>
                  <a:ext uri="{FF2B5EF4-FFF2-40B4-BE49-F238E27FC236}">
                    <a16:creationId xmlns:a16="http://schemas.microsoft.com/office/drawing/2014/main" id="{B1D5D7CD-9B8D-E931-20C8-B5737842105D}"/>
                  </a:ext>
                </a:extLst>
              </p:cNvPr>
              <p:cNvSpPr/>
              <p:nvPr/>
            </p:nvSpPr>
            <p:spPr>
              <a:xfrm>
                <a:off x="372839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g2866">
                <a:extLst>
                  <a:ext uri="{FF2B5EF4-FFF2-40B4-BE49-F238E27FC236}">
                    <a16:creationId xmlns:a16="http://schemas.microsoft.com/office/drawing/2014/main" id="{0230945F-518D-2D95-9C21-6CB3ABEE11AD}"/>
                  </a:ext>
                </a:extLst>
              </p:cNvPr>
              <p:cNvSpPr/>
              <p:nvPr/>
            </p:nvSpPr>
            <p:spPr>
              <a:xfrm>
                <a:off x="374002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g2867">
                <a:extLst>
                  <a:ext uri="{FF2B5EF4-FFF2-40B4-BE49-F238E27FC236}">
                    <a16:creationId xmlns:a16="http://schemas.microsoft.com/office/drawing/2014/main" id="{F68FF20A-33FC-02F9-3C55-5704EB036510}"/>
                  </a:ext>
                </a:extLst>
              </p:cNvPr>
              <p:cNvSpPr/>
              <p:nvPr/>
            </p:nvSpPr>
            <p:spPr>
              <a:xfrm>
                <a:off x="375166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g2868">
                <a:extLst>
                  <a:ext uri="{FF2B5EF4-FFF2-40B4-BE49-F238E27FC236}">
                    <a16:creationId xmlns:a16="http://schemas.microsoft.com/office/drawing/2014/main" id="{7090FFF4-73F3-BE37-C418-21097FDDA599}"/>
                  </a:ext>
                </a:extLst>
              </p:cNvPr>
              <p:cNvSpPr/>
              <p:nvPr/>
            </p:nvSpPr>
            <p:spPr>
              <a:xfrm>
                <a:off x="376330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g2869">
                <a:extLst>
                  <a:ext uri="{FF2B5EF4-FFF2-40B4-BE49-F238E27FC236}">
                    <a16:creationId xmlns:a16="http://schemas.microsoft.com/office/drawing/2014/main" id="{9CACB211-A2E0-0BF2-6B6B-A0209A92973C}"/>
                  </a:ext>
                </a:extLst>
              </p:cNvPr>
              <p:cNvSpPr/>
              <p:nvPr/>
            </p:nvSpPr>
            <p:spPr>
              <a:xfrm>
                <a:off x="413569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g2870">
                <a:extLst>
                  <a:ext uri="{FF2B5EF4-FFF2-40B4-BE49-F238E27FC236}">
                    <a16:creationId xmlns:a16="http://schemas.microsoft.com/office/drawing/2014/main" id="{5F356B9A-D6D3-395D-BE59-82FF36B5FA5B}"/>
                  </a:ext>
                </a:extLst>
              </p:cNvPr>
              <p:cNvSpPr/>
              <p:nvPr/>
            </p:nvSpPr>
            <p:spPr>
              <a:xfrm>
                <a:off x="414733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g2871">
                <a:extLst>
                  <a:ext uri="{FF2B5EF4-FFF2-40B4-BE49-F238E27FC236}">
                    <a16:creationId xmlns:a16="http://schemas.microsoft.com/office/drawing/2014/main" id="{E0FA13C3-5B36-E6E2-3B2A-854725E3FC83}"/>
                  </a:ext>
                </a:extLst>
              </p:cNvPr>
              <p:cNvSpPr/>
              <p:nvPr/>
            </p:nvSpPr>
            <p:spPr>
              <a:xfrm>
                <a:off x="415897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g2872">
                <a:extLst>
                  <a:ext uri="{FF2B5EF4-FFF2-40B4-BE49-F238E27FC236}">
                    <a16:creationId xmlns:a16="http://schemas.microsoft.com/office/drawing/2014/main" id="{A43C77CE-65F6-F8DB-CDB4-B7D4828A9DEC}"/>
                  </a:ext>
                </a:extLst>
              </p:cNvPr>
              <p:cNvSpPr/>
              <p:nvPr/>
            </p:nvSpPr>
            <p:spPr>
              <a:xfrm>
                <a:off x="417060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g2873">
                <a:extLst>
                  <a:ext uri="{FF2B5EF4-FFF2-40B4-BE49-F238E27FC236}">
                    <a16:creationId xmlns:a16="http://schemas.microsoft.com/office/drawing/2014/main" id="{B309B55C-309B-A1D5-0431-80091D678E8A}"/>
                  </a:ext>
                </a:extLst>
              </p:cNvPr>
              <p:cNvSpPr/>
              <p:nvPr/>
            </p:nvSpPr>
            <p:spPr>
              <a:xfrm>
                <a:off x="418224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g2874">
                <a:extLst>
                  <a:ext uri="{FF2B5EF4-FFF2-40B4-BE49-F238E27FC236}">
                    <a16:creationId xmlns:a16="http://schemas.microsoft.com/office/drawing/2014/main" id="{42534168-DA2C-6D90-3292-E8C834298335}"/>
                  </a:ext>
                </a:extLst>
              </p:cNvPr>
              <p:cNvSpPr/>
              <p:nvPr/>
            </p:nvSpPr>
            <p:spPr>
              <a:xfrm>
                <a:off x="419388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2B1">
                  <a:alpha val="100000"/>
                </a:srgbClr>
              </a:solidFill>
              <a:ln w="5420" cap="flat">
                <a:solidFill>
                  <a:srgbClr val="6D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g2875">
                <a:extLst>
                  <a:ext uri="{FF2B5EF4-FFF2-40B4-BE49-F238E27FC236}">
                    <a16:creationId xmlns:a16="http://schemas.microsoft.com/office/drawing/2014/main" id="{A59314AD-9C41-CD11-B240-BEA74A28DDA4}"/>
                  </a:ext>
                </a:extLst>
              </p:cNvPr>
              <p:cNvSpPr/>
              <p:nvPr/>
            </p:nvSpPr>
            <p:spPr>
              <a:xfrm>
                <a:off x="420552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1">
                  <a:alpha val="100000"/>
                </a:srgbClr>
              </a:solidFill>
              <a:ln w="5420" cap="flat">
                <a:solidFill>
                  <a:srgbClr val="6C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g2876">
                <a:extLst>
                  <a:ext uri="{FF2B5EF4-FFF2-40B4-BE49-F238E27FC236}">
                    <a16:creationId xmlns:a16="http://schemas.microsoft.com/office/drawing/2014/main" id="{CCAB7BFD-DA3C-11BA-F157-CEC7B4C71FC9}"/>
                  </a:ext>
                </a:extLst>
              </p:cNvPr>
              <p:cNvSpPr/>
              <p:nvPr/>
            </p:nvSpPr>
            <p:spPr>
              <a:xfrm>
                <a:off x="421715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g2877">
                <a:extLst>
                  <a:ext uri="{FF2B5EF4-FFF2-40B4-BE49-F238E27FC236}">
                    <a16:creationId xmlns:a16="http://schemas.microsoft.com/office/drawing/2014/main" id="{F70C2539-39ED-4DDD-F953-A19C158CDC13}"/>
                  </a:ext>
                </a:extLst>
              </p:cNvPr>
              <p:cNvSpPr/>
              <p:nvPr/>
            </p:nvSpPr>
            <p:spPr>
              <a:xfrm>
                <a:off x="433353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g2878">
                <a:extLst>
                  <a:ext uri="{FF2B5EF4-FFF2-40B4-BE49-F238E27FC236}">
                    <a16:creationId xmlns:a16="http://schemas.microsoft.com/office/drawing/2014/main" id="{54372C66-AEC1-4FA4-D625-C6626C076893}"/>
                  </a:ext>
                </a:extLst>
              </p:cNvPr>
              <p:cNvSpPr/>
              <p:nvPr/>
            </p:nvSpPr>
            <p:spPr>
              <a:xfrm>
                <a:off x="434516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g2879">
                <a:extLst>
                  <a:ext uri="{FF2B5EF4-FFF2-40B4-BE49-F238E27FC236}">
                    <a16:creationId xmlns:a16="http://schemas.microsoft.com/office/drawing/2014/main" id="{99ABA1D6-D959-37DA-27FC-321C28B9119A}"/>
                  </a:ext>
                </a:extLst>
              </p:cNvPr>
              <p:cNvSpPr/>
              <p:nvPr/>
            </p:nvSpPr>
            <p:spPr>
              <a:xfrm>
                <a:off x="435680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g2880">
                <a:extLst>
                  <a:ext uri="{FF2B5EF4-FFF2-40B4-BE49-F238E27FC236}">
                    <a16:creationId xmlns:a16="http://schemas.microsoft.com/office/drawing/2014/main" id="{B2688D9A-E43A-39BA-C120-174C094A7791}"/>
                  </a:ext>
                </a:extLst>
              </p:cNvPr>
              <p:cNvSpPr/>
              <p:nvPr/>
            </p:nvSpPr>
            <p:spPr>
              <a:xfrm>
                <a:off x="436844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g2881">
                <a:extLst>
                  <a:ext uri="{FF2B5EF4-FFF2-40B4-BE49-F238E27FC236}">
                    <a16:creationId xmlns:a16="http://schemas.microsoft.com/office/drawing/2014/main" id="{E960870E-A139-C1EA-BABB-5CF888C429E4}"/>
                  </a:ext>
                </a:extLst>
              </p:cNvPr>
              <p:cNvSpPr/>
              <p:nvPr/>
            </p:nvSpPr>
            <p:spPr>
              <a:xfrm>
                <a:off x="438008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g2882">
                <a:extLst>
                  <a:ext uri="{FF2B5EF4-FFF2-40B4-BE49-F238E27FC236}">
                    <a16:creationId xmlns:a16="http://schemas.microsoft.com/office/drawing/2014/main" id="{BD9043F9-E004-30E2-00E1-82B4BD1AD296}"/>
                  </a:ext>
                </a:extLst>
              </p:cNvPr>
              <p:cNvSpPr/>
              <p:nvPr/>
            </p:nvSpPr>
            <p:spPr>
              <a:xfrm>
                <a:off x="439171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g2883">
                <a:extLst>
                  <a:ext uri="{FF2B5EF4-FFF2-40B4-BE49-F238E27FC236}">
                    <a16:creationId xmlns:a16="http://schemas.microsoft.com/office/drawing/2014/main" id="{90276000-80C5-7484-0315-97EFA838E809}"/>
                  </a:ext>
                </a:extLst>
              </p:cNvPr>
              <p:cNvSpPr/>
              <p:nvPr/>
            </p:nvSpPr>
            <p:spPr>
              <a:xfrm>
                <a:off x="440335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g2884">
                <a:extLst>
                  <a:ext uri="{FF2B5EF4-FFF2-40B4-BE49-F238E27FC236}">
                    <a16:creationId xmlns:a16="http://schemas.microsoft.com/office/drawing/2014/main" id="{F1089543-257C-29F7-607C-3C97E088C97D}"/>
                  </a:ext>
                </a:extLst>
              </p:cNvPr>
              <p:cNvSpPr/>
              <p:nvPr/>
            </p:nvSpPr>
            <p:spPr>
              <a:xfrm>
                <a:off x="457791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g2885">
                <a:extLst>
                  <a:ext uri="{FF2B5EF4-FFF2-40B4-BE49-F238E27FC236}">
                    <a16:creationId xmlns:a16="http://schemas.microsoft.com/office/drawing/2014/main" id="{E11E9F8B-1618-EEB0-2C29-DF37CDB56CAE}"/>
                  </a:ext>
                </a:extLst>
              </p:cNvPr>
              <p:cNvSpPr/>
              <p:nvPr/>
            </p:nvSpPr>
            <p:spPr>
              <a:xfrm>
                <a:off x="458955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g2886">
                <a:extLst>
                  <a:ext uri="{FF2B5EF4-FFF2-40B4-BE49-F238E27FC236}">
                    <a16:creationId xmlns:a16="http://schemas.microsoft.com/office/drawing/2014/main" id="{3C8E4E25-2D80-B2AE-95D5-E25A6612CC15}"/>
                  </a:ext>
                </a:extLst>
              </p:cNvPr>
              <p:cNvSpPr/>
              <p:nvPr/>
            </p:nvSpPr>
            <p:spPr>
              <a:xfrm>
                <a:off x="460119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g2887">
                <a:extLst>
                  <a:ext uri="{FF2B5EF4-FFF2-40B4-BE49-F238E27FC236}">
                    <a16:creationId xmlns:a16="http://schemas.microsoft.com/office/drawing/2014/main" id="{30A9B2F6-C891-6183-ED7D-137094C3B63A}"/>
                  </a:ext>
                </a:extLst>
              </p:cNvPr>
              <p:cNvSpPr/>
              <p:nvPr/>
            </p:nvSpPr>
            <p:spPr>
              <a:xfrm>
                <a:off x="461282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g2888">
                <a:extLst>
                  <a:ext uri="{FF2B5EF4-FFF2-40B4-BE49-F238E27FC236}">
                    <a16:creationId xmlns:a16="http://schemas.microsoft.com/office/drawing/2014/main" id="{DC343C54-0582-B050-88EE-EAE9B6618EF7}"/>
                  </a:ext>
                </a:extLst>
              </p:cNvPr>
              <p:cNvSpPr/>
              <p:nvPr/>
            </p:nvSpPr>
            <p:spPr>
              <a:xfrm>
                <a:off x="462446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g2889">
                <a:extLst>
                  <a:ext uri="{FF2B5EF4-FFF2-40B4-BE49-F238E27FC236}">
                    <a16:creationId xmlns:a16="http://schemas.microsoft.com/office/drawing/2014/main" id="{BBC6A896-9271-0C3A-9521-06ADA04A7C06}"/>
                  </a:ext>
                </a:extLst>
              </p:cNvPr>
              <p:cNvSpPr/>
              <p:nvPr/>
            </p:nvSpPr>
            <p:spPr>
              <a:xfrm>
                <a:off x="311161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g2890">
                <a:extLst>
                  <a:ext uri="{FF2B5EF4-FFF2-40B4-BE49-F238E27FC236}">
                    <a16:creationId xmlns:a16="http://schemas.microsoft.com/office/drawing/2014/main" id="{17253D9C-320B-F979-7712-4875D3F485DC}"/>
                  </a:ext>
                </a:extLst>
              </p:cNvPr>
              <p:cNvSpPr/>
              <p:nvPr/>
            </p:nvSpPr>
            <p:spPr>
              <a:xfrm>
                <a:off x="312324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g2891">
                <a:extLst>
                  <a:ext uri="{FF2B5EF4-FFF2-40B4-BE49-F238E27FC236}">
                    <a16:creationId xmlns:a16="http://schemas.microsoft.com/office/drawing/2014/main" id="{1F7EED2A-BBC5-BD00-2CF1-C46F2EC482FD}"/>
                  </a:ext>
                </a:extLst>
              </p:cNvPr>
              <p:cNvSpPr/>
              <p:nvPr/>
            </p:nvSpPr>
            <p:spPr>
              <a:xfrm>
                <a:off x="313488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7">
                  <a:alpha val="100000"/>
                </a:srgbClr>
              </a:solidFill>
              <a:ln w="5420" cap="flat">
                <a:solidFill>
                  <a:srgbClr val="A0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g2892">
                <a:extLst>
                  <a:ext uri="{FF2B5EF4-FFF2-40B4-BE49-F238E27FC236}">
                    <a16:creationId xmlns:a16="http://schemas.microsoft.com/office/drawing/2014/main" id="{BD8FC6BD-E53A-1175-90A9-332631C8F05E}"/>
                  </a:ext>
                </a:extLst>
              </p:cNvPr>
              <p:cNvSpPr/>
              <p:nvPr/>
            </p:nvSpPr>
            <p:spPr>
              <a:xfrm>
                <a:off x="314652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7">
                  <a:alpha val="100000"/>
                </a:srgbClr>
              </a:solidFill>
              <a:ln w="5420" cap="flat">
                <a:solidFill>
                  <a:srgbClr val="A0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g2893">
                <a:extLst>
                  <a:ext uri="{FF2B5EF4-FFF2-40B4-BE49-F238E27FC236}">
                    <a16:creationId xmlns:a16="http://schemas.microsoft.com/office/drawing/2014/main" id="{26651308-3165-076E-49E6-44C912B223C8}"/>
                  </a:ext>
                </a:extLst>
              </p:cNvPr>
              <p:cNvSpPr/>
              <p:nvPr/>
            </p:nvSpPr>
            <p:spPr>
              <a:xfrm>
                <a:off x="315816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g2894">
                <a:extLst>
                  <a:ext uri="{FF2B5EF4-FFF2-40B4-BE49-F238E27FC236}">
                    <a16:creationId xmlns:a16="http://schemas.microsoft.com/office/drawing/2014/main" id="{CB2DFC85-6DFD-4DC7-44A6-77DBF09E9D12}"/>
                  </a:ext>
                </a:extLst>
              </p:cNvPr>
              <p:cNvSpPr/>
              <p:nvPr/>
            </p:nvSpPr>
            <p:spPr>
              <a:xfrm>
                <a:off x="316979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5">
                  <a:alpha val="100000"/>
                </a:srgbClr>
              </a:solidFill>
              <a:ln w="5420" cap="flat">
                <a:solidFill>
                  <a:srgbClr val="9E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g2895">
                <a:extLst>
                  <a:ext uri="{FF2B5EF4-FFF2-40B4-BE49-F238E27FC236}">
                    <a16:creationId xmlns:a16="http://schemas.microsoft.com/office/drawing/2014/main" id="{BD0AED3B-4433-B52D-41BE-E5ABD3DC773B}"/>
                  </a:ext>
                </a:extLst>
              </p:cNvPr>
              <p:cNvSpPr/>
              <p:nvPr/>
            </p:nvSpPr>
            <p:spPr>
              <a:xfrm>
                <a:off x="318143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g2896">
                <a:extLst>
                  <a:ext uri="{FF2B5EF4-FFF2-40B4-BE49-F238E27FC236}">
                    <a16:creationId xmlns:a16="http://schemas.microsoft.com/office/drawing/2014/main" id="{36AAC595-BAD3-C680-C942-74FBE001AEB0}"/>
                  </a:ext>
                </a:extLst>
              </p:cNvPr>
              <p:cNvSpPr/>
              <p:nvPr/>
            </p:nvSpPr>
            <p:spPr>
              <a:xfrm>
                <a:off x="319307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g2897">
                <a:extLst>
                  <a:ext uri="{FF2B5EF4-FFF2-40B4-BE49-F238E27FC236}">
                    <a16:creationId xmlns:a16="http://schemas.microsoft.com/office/drawing/2014/main" id="{C7B679C0-2A39-7749-71FC-EC66198A19BA}"/>
                  </a:ext>
                </a:extLst>
              </p:cNvPr>
              <p:cNvSpPr/>
              <p:nvPr/>
            </p:nvSpPr>
            <p:spPr>
              <a:xfrm>
                <a:off x="320471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g2898">
                <a:extLst>
                  <a:ext uri="{FF2B5EF4-FFF2-40B4-BE49-F238E27FC236}">
                    <a16:creationId xmlns:a16="http://schemas.microsoft.com/office/drawing/2014/main" id="{4F3FF496-48E4-BAD4-195F-0082750BA148}"/>
                  </a:ext>
                </a:extLst>
              </p:cNvPr>
              <p:cNvSpPr/>
              <p:nvPr/>
            </p:nvSpPr>
            <p:spPr>
              <a:xfrm>
                <a:off x="321634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g2899">
                <a:extLst>
                  <a:ext uri="{FF2B5EF4-FFF2-40B4-BE49-F238E27FC236}">
                    <a16:creationId xmlns:a16="http://schemas.microsoft.com/office/drawing/2014/main" id="{6259C2A9-FFBB-D808-226C-8BD406459221}"/>
                  </a:ext>
                </a:extLst>
              </p:cNvPr>
              <p:cNvSpPr/>
              <p:nvPr/>
            </p:nvSpPr>
            <p:spPr>
              <a:xfrm>
                <a:off x="322798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g2900">
                <a:extLst>
                  <a:ext uri="{FF2B5EF4-FFF2-40B4-BE49-F238E27FC236}">
                    <a16:creationId xmlns:a16="http://schemas.microsoft.com/office/drawing/2014/main" id="{280262D6-E737-BFDC-17F8-AE932EE77EFB}"/>
                  </a:ext>
                </a:extLst>
              </p:cNvPr>
              <p:cNvSpPr/>
              <p:nvPr/>
            </p:nvSpPr>
            <p:spPr>
              <a:xfrm>
                <a:off x="323962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g2901">
                <a:extLst>
                  <a:ext uri="{FF2B5EF4-FFF2-40B4-BE49-F238E27FC236}">
                    <a16:creationId xmlns:a16="http://schemas.microsoft.com/office/drawing/2014/main" id="{71C89C7F-4035-9A11-A229-007F2266071C}"/>
                  </a:ext>
                </a:extLst>
              </p:cNvPr>
              <p:cNvSpPr/>
              <p:nvPr/>
            </p:nvSpPr>
            <p:spPr>
              <a:xfrm>
                <a:off x="335599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g2902">
                <a:extLst>
                  <a:ext uri="{FF2B5EF4-FFF2-40B4-BE49-F238E27FC236}">
                    <a16:creationId xmlns:a16="http://schemas.microsoft.com/office/drawing/2014/main" id="{E401C4CD-3717-21AD-AACB-312F038FD290}"/>
                  </a:ext>
                </a:extLst>
              </p:cNvPr>
              <p:cNvSpPr/>
              <p:nvPr/>
            </p:nvSpPr>
            <p:spPr>
              <a:xfrm>
                <a:off x="336763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g2903">
                <a:extLst>
                  <a:ext uri="{FF2B5EF4-FFF2-40B4-BE49-F238E27FC236}">
                    <a16:creationId xmlns:a16="http://schemas.microsoft.com/office/drawing/2014/main" id="{C2D0F281-591A-ADF5-DE76-3295D61EC442}"/>
                  </a:ext>
                </a:extLst>
              </p:cNvPr>
              <p:cNvSpPr/>
              <p:nvPr/>
            </p:nvSpPr>
            <p:spPr>
              <a:xfrm>
                <a:off x="337927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g2904">
                <a:extLst>
                  <a:ext uri="{FF2B5EF4-FFF2-40B4-BE49-F238E27FC236}">
                    <a16:creationId xmlns:a16="http://schemas.microsoft.com/office/drawing/2014/main" id="{903AFE6A-4D07-A140-3AA3-9E451BD03EB3}"/>
                  </a:ext>
                </a:extLst>
              </p:cNvPr>
              <p:cNvSpPr/>
              <p:nvPr/>
            </p:nvSpPr>
            <p:spPr>
              <a:xfrm>
                <a:off x="339090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g2905">
                <a:extLst>
                  <a:ext uri="{FF2B5EF4-FFF2-40B4-BE49-F238E27FC236}">
                    <a16:creationId xmlns:a16="http://schemas.microsoft.com/office/drawing/2014/main" id="{7F9C1298-AFEF-C548-394D-5066EA2D62B0}"/>
                  </a:ext>
                </a:extLst>
              </p:cNvPr>
              <p:cNvSpPr/>
              <p:nvPr/>
            </p:nvSpPr>
            <p:spPr>
              <a:xfrm>
                <a:off x="340254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g2906">
                <a:extLst>
                  <a:ext uri="{FF2B5EF4-FFF2-40B4-BE49-F238E27FC236}">
                    <a16:creationId xmlns:a16="http://schemas.microsoft.com/office/drawing/2014/main" id="{B3F33EC7-9ECE-636D-01B4-3E27F5CDDF64}"/>
                  </a:ext>
                </a:extLst>
              </p:cNvPr>
              <p:cNvSpPr/>
              <p:nvPr/>
            </p:nvSpPr>
            <p:spPr>
              <a:xfrm>
                <a:off x="341418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g2907">
                <a:extLst>
                  <a:ext uri="{FF2B5EF4-FFF2-40B4-BE49-F238E27FC236}">
                    <a16:creationId xmlns:a16="http://schemas.microsoft.com/office/drawing/2014/main" id="{14DFAE67-D598-17FC-972A-2C97A28E9354}"/>
                  </a:ext>
                </a:extLst>
              </p:cNvPr>
              <p:cNvSpPr/>
              <p:nvPr/>
            </p:nvSpPr>
            <p:spPr>
              <a:xfrm>
                <a:off x="342581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g2908">
                <a:extLst>
                  <a:ext uri="{FF2B5EF4-FFF2-40B4-BE49-F238E27FC236}">
                    <a16:creationId xmlns:a16="http://schemas.microsoft.com/office/drawing/2014/main" id="{3F5FE955-FB6B-3F7D-38C6-D959F23B62C9}"/>
                  </a:ext>
                </a:extLst>
              </p:cNvPr>
              <p:cNvSpPr/>
              <p:nvPr/>
            </p:nvSpPr>
            <p:spPr>
              <a:xfrm>
                <a:off x="343745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g2909">
                <a:extLst>
                  <a:ext uri="{FF2B5EF4-FFF2-40B4-BE49-F238E27FC236}">
                    <a16:creationId xmlns:a16="http://schemas.microsoft.com/office/drawing/2014/main" id="{8C2AEBF6-2BB1-262F-AC48-8F08DF17A78E}"/>
                  </a:ext>
                </a:extLst>
              </p:cNvPr>
              <p:cNvSpPr/>
              <p:nvPr/>
            </p:nvSpPr>
            <p:spPr>
              <a:xfrm>
                <a:off x="344909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g2910">
                <a:extLst>
                  <a:ext uri="{FF2B5EF4-FFF2-40B4-BE49-F238E27FC236}">
                    <a16:creationId xmlns:a16="http://schemas.microsoft.com/office/drawing/2014/main" id="{FAB5A520-F890-0B52-C823-33505E839758}"/>
                  </a:ext>
                </a:extLst>
              </p:cNvPr>
              <p:cNvSpPr/>
              <p:nvPr/>
            </p:nvSpPr>
            <p:spPr>
              <a:xfrm>
                <a:off x="346073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EC3">
                  <a:alpha val="100000"/>
                </a:srgbClr>
              </a:solidFill>
              <a:ln w="5420" cap="flat">
                <a:solidFill>
                  <a:srgbClr val="99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g2911">
                <a:extLst>
                  <a:ext uri="{FF2B5EF4-FFF2-40B4-BE49-F238E27FC236}">
                    <a16:creationId xmlns:a16="http://schemas.microsoft.com/office/drawing/2014/main" id="{6E6A5497-5146-26CD-3B01-E4B12E7A37AB}"/>
                  </a:ext>
                </a:extLst>
              </p:cNvPr>
              <p:cNvSpPr/>
              <p:nvPr/>
            </p:nvSpPr>
            <p:spPr>
              <a:xfrm>
                <a:off x="348400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g2912">
                <a:extLst>
                  <a:ext uri="{FF2B5EF4-FFF2-40B4-BE49-F238E27FC236}">
                    <a16:creationId xmlns:a16="http://schemas.microsoft.com/office/drawing/2014/main" id="{E8CB0FD2-12A4-72F7-DE06-BBE4E98384DB}"/>
                  </a:ext>
                </a:extLst>
              </p:cNvPr>
              <p:cNvSpPr/>
              <p:nvPr/>
            </p:nvSpPr>
            <p:spPr>
              <a:xfrm>
                <a:off x="349564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g2913">
                <a:extLst>
                  <a:ext uri="{FF2B5EF4-FFF2-40B4-BE49-F238E27FC236}">
                    <a16:creationId xmlns:a16="http://schemas.microsoft.com/office/drawing/2014/main" id="{594EE8D6-68CC-5F0C-4B48-CE0CB8401E1A}"/>
                  </a:ext>
                </a:extLst>
              </p:cNvPr>
              <p:cNvSpPr/>
              <p:nvPr/>
            </p:nvSpPr>
            <p:spPr>
              <a:xfrm>
                <a:off x="350728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g2914">
                <a:extLst>
                  <a:ext uri="{FF2B5EF4-FFF2-40B4-BE49-F238E27FC236}">
                    <a16:creationId xmlns:a16="http://schemas.microsoft.com/office/drawing/2014/main" id="{EA4E5984-0940-99B2-DAEC-CCDE7C305B63}"/>
                  </a:ext>
                </a:extLst>
              </p:cNvPr>
              <p:cNvSpPr/>
              <p:nvPr/>
            </p:nvSpPr>
            <p:spPr>
              <a:xfrm>
                <a:off x="351891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g2915">
                <a:extLst>
                  <a:ext uri="{FF2B5EF4-FFF2-40B4-BE49-F238E27FC236}">
                    <a16:creationId xmlns:a16="http://schemas.microsoft.com/office/drawing/2014/main" id="{70B99D59-3C73-9DCA-BF9F-19F9A4AFDA6A}"/>
                  </a:ext>
                </a:extLst>
              </p:cNvPr>
              <p:cNvSpPr/>
              <p:nvPr/>
            </p:nvSpPr>
            <p:spPr>
              <a:xfrm>
                <a:off x="353055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g2916">
                <a:extLst>
                  <a:ext uri="{FF2B5EF4-FFF2-40B4-BE49-F238E27FC236}">
                    <a16:creationId xmlns:a16="http://schemas.microsoft.com/office/drawing/2014/main" id="{44968B21-7EB7-2462-71F8-5C1F75ED82DF}"/>
                  </a:ext>
                </a:extLst>
              </p:cNvPr>
              <p:cNvSpPr/>
              <p:nvPr/>
            </p:nvSpPr>
            <p:spPr>
              <a:xfrm>
                <a:off x="354219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DC0">
                  <a:alpha val="100000"/>
                </a:srgbClr>
              </a:solidFill>
              <a:ln w="5420" cap="flat">
                <a:solidFill>
                  <a:srgbClr val="92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g2917">
                <a:extLst>
                  <a:ext uri="{FF2B5EF4-FFF2-40B4-BE49-F238E27FC236}">
                    <a16:creationId xmlns:a16="http://schemas.microsoft.com/office/drawing/2014/main" id="{F134FE18-3B01-CAD6-F834-FBE845A4FB4E}"/>
                  </a:ext>
                </a:extLst>
              </p:cNvPr>
              <p:cNvSpPr/>
              <p:nvPr/>
            </p:nvSpPr>
            <p:spPr>
              <a:xfrm>
                <a:off x="355383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g2918">
                <a:extLst>
                  <a:ext uri="{FF2B5EF4-FFF2-40B4-BE49-F238E27FC236}">
                    <a16:creationId xmlns:a16="http://schemas.microsoft.com/office/drawing/2014/main" id="{CBADEC90-0A83-0E05-E164-DE9C9E8A2893}"/>
                  </a:ext>
                </a:extLst>
              </p:cNvPr>
              <p:cNvSpPr/>
              <p:nvPr/>
            </p:nvSpPr>
            <p:spPr>
              <a:xfrm>
                <a:off x="356546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g2919">
                <a:extLst>
                  <a:ext uri="{FF2B5EF4-FFF2-40B4-BE49-F238E27FC236}">
                    <a16:creationId xmlns:a16="http://schemas.microsoft.com/office/drawing/2014/main" id="{AE013ED4-BE2B-2E02-7001-871696337C40}"/>
                  </a:ext>
                </a:extLst>
              </p:cNvPr>
              <p:cNvSpPr/>
              <p:nvPr/>
            </p:nvSpPr>
            <p:spPr>
              <a:xfrm>
                <a:off x="358874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g2920">
                <a:extLst>
                  <a:ext uri="{FF2B5EF4-FFF2-40B4-BE49-F238E27FC236}">
                    <a16:creationId xmlns:a16="http://schemas.microsoft.com/office/drawing/2014/main" id="{DB42B964-521C-9454-5F82-0C02020E2C8D}"/>
                  </a:ext>
                </a:extLst>
              </p:cNvPr>
              <p:cNvSpPr/>
              <p:nvPr/>
            </p:nvSpPr>
            <p:spPr>
              <a:xfrm>
                <a:off x="360037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g2921">
                <a:extLst>
                  <a:ext uri="{FF2B5EF4-FFF2-40B4-BE49-F238E27FC236}">
                    <a16:creationId xmlns:a16="http://schemas.microsoft.com/office/drawing/2014/main" id="{A70F80FC-D2FC-4A2E-9754-19FDA00256F5}"/>
                  </a:ext>
                </a:extLst>
              </p:cNvPr>
              <p:cNvSpPr/>
              <p:nvPr/>
            </p:nvSpPr>
            <p:spPr>
              <a:xfrm>
                <a:off x="361201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g2922">
                <a:extLst>
                  <a:ext uri="{FF2B5EF4-FFF2-40B4-BE49-F238E27FC236}">
                    <a16:creationId xmlns:a16="http://schemas.microsoft.com/office/drawing/2014/main" id="{510AF796-9C81-C43B-8A58-7C4F6E78F0A6}"/>
                  </a:ext>
                </a:extLst>
              </p:cNvPr>
              <p:cNvSpPr/>
              <p:nvPr/>
            </p:nvSpPr>
            <p:spPr>
              <a:xfrm>
                <a:off x="362365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g2923">
                <a:extLst>
                  <a:ext uri="{FF2B5EF4-FFF2-40B4-BE49-F238E27FC236}">
                    <a16:creationId xmlns:a16="http://schemas.microsoft.com/office/drawing/2014/main" id="{2F2EAA12-51A6-53E3-D462-3A7CB14BCED5}"/>
                  </a:ext>
                </a:extLst>
              </p:cNvPr>
              <p:cNvSpPr/>
              <p:nvPr/>
            </p:nvSpPr>
            <p:spPr>
              <a:xfrm>
                <a:off x="363529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g2924">
                <a:extLst>
                  <a:ext uri="{FF2B5EF4-FFF2-40B4-BE49-F238E27FC236}">
                    <a16:creationId xmlns:a16="http://schemas.microsoft.com/office/drawing/2014/main" id="{4C56679A-FF3E-AED5-CF13-AFD932AE48ED}"/>
                  </a:ext>
                </a:extLst>
              </p:cNvPr>
              <p:cNvSpPr/>
              <p:nvPr/>
            </p:nvSpPr>
            <p:spPr>
              <a:xfrm>
                <a:off x="364692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g2925">
                <a:extLst>
                  <a:ext uri="{FF2B5EF4-FFF2-40B4-BE49-F238E27FC236}">
                    <a16:creationId xmlns:a16="http://schemas.microsoft.com/office/drawing/2014/main" id="{5EAF82FE-00F3-EA37-85E9-F090AEF1445A}"/>
                  </a:ext>
                </a:extLst>
              </p:cNvPr>
              <p:cNvSpPr/>
              <p:nvPr/>
            </p:nvSpPr>
            <p:spPr>
              <a:xfrm>
                <a:off x="365856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g2926">
                <a:extLst>
                  <a:ext uri="{FF2B5EF4-FFF2-40B4-BE49-F238E27FC236}">
                    <a16:creationId xmlns:a16="http://schemas.microsoft.com/office/drawing/2014/main" id="{398A525F-37F2-A73A-4BD2-790F98A61EE7}"/>
                  </a:ext>
                </a:extLst>
              </p:cNvPr>
              <p:cNvSpPr/>
              <p:nvPr/>
            </p:nvSpPr>
            <p:spPr>
              <a:xfrm>
                <a:off x="367020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g2927">
                <a:extLst>
                  <a:ext uri="{FF2B5EF4-FFF2-40B4-BE49-F238E27FC236}">
                    <a16:creationId xmlns:a16="http://schemas.microsoft.com/office/drawing/2014/main" id="{72610E80-375F-5102-35FB-8C2E1BB0EB4F}"/>
                  </a:ext>
                </a:extLst>
              </p:cNvPr>
              <p:cNvSpPr/>
              <p:nvPr/>
            </p:nvSpPr>
            <p:spPr>
              <a:xfrm>
                <a:off x="368184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g2928">
                <a:extLst>
                  <a:ext uri="{FF2B5EF4-FFF2-40B4-BE49-F238E27FC236}">
                    <a16:creationId xmlns:a16="http://schemas.microsoft.com/office/drawing/2014/main" id="{C67BB55F-B4FE-D6F2-9E64-814765E08306}"/>
                  </a:ext>
                </a:extLst>
              </p:cNvPr>
              <p:cNvSpPr/>
              <p:nvPr/>
            </p:nvSpPr>
            <p:spPr>
              <a:xfrm>
                <a:off x="369347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g2929">
                <a:extLst>
                  <a:ext uri="{FF2B5EF4-FFF2-40B4-BE49-F238E27FC236}">
                    <a16:creationId xmlns:a16="http://schemas.microsoft.com/office/drawing/2014/main" id="{11260D5E-9AC9-B779-6D8D-16AEA8FF33B3}"/>
                  </a:ext>
                </a:extLst>
              </p:cNvPr>
              <p:cNvSpPr/>
              <p:nvPr/>
            </p:nvSpPr>
            <p:spPr>
              <a:xfrm>
                <a:off x="370511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g2930">
                <a:extLst>
                  <a:ext uri="{FF2B5EF4-FFF2-40B4-BE49-F238E27FC236}">
                    <a16:creationId xmlns:a16="http://schemas.microsoft.com/office/drawing/2014/main" id="{AE71C606-F181-71A5-AB8A-3D3DA504D080}"/>
                  </a:ext>
                </a:extLst>
              </p:cNvPr>
              <p:cNvSpPr/>
              <p:nvPr/>
            </p:nvSpPr>
            <p:spPr>
              <a:xfrm>
                <a:off x="371675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g2931">
                <a:extLst>
                  <a:ext uri="{FF2B5EF4-FFF2-40B4-BE49-F238E27FC236}">
                    <a16:creationId xmlns:a16="http://schemas.microsoft.com/office/drawing/2014/main" id="{7D2A8837-84C3-5437-FBA7-369E61F034AF}"/>
                  </a:ext>
                </a:extLst>
              </p:cNvPr>
              <p:cNvSpPr/>
              <p:nvPr/>
            </p:nvSpPr>
            <p:spPr>
              <a:xfrm>
                <a:off x="372839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g2932">
                <a:extLst>
                  <a:ext uri="{FF2B5EF4-FFF2-40B4-BE49-F238E27FC236}">
                    <a16:creationId xmlns:a16="http://schemas.microsoft.com/office/drawing/2014/main" id="{E9E6BA7A-3826-1A1F-80E7-C5831B3AFEE9}"/>
                  </a:ext>
                </a:extLst>
              </p:cNvPr>
              <p:cNvSpPr/>
              <p:nvPr/>
            </p:nvSpPr>
            <p:spPr>
              <a:xfrm>
                <a:off x="374002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g2933">
                <a:extLst>
                  <a:ext uri="{FF2B5EF4-FFF2-40B4-BE49-F238E27FC236}">
                    <a16:creationId xmlns:a16="http://schemas.microsoft.com/office/drawing/2014/main" id="{85ED6304-E70D-F32F-FD13-FF6F2BB533FA}"/>
                  </a:ext>
                </a:extLst>
              </p:cNvPr>
              <p:cNvSpPr/>
              <p:nvPr/>
            </p:nvSpPr>
            <p:spPr>
              <a:xfrm>
                <a:off x="375166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g2934">
                <a:extLst>
                  <a:ext uri="{FF2B5EF4-FFF2-40B4-BE49-F238E27FC236}">
                    <a16:creationId xmlns:a16="http://schemas.microsoft.com/office/drawing/2014/main" id="{55CE266A-7268-F27D-6E83-30E6F5931EF9}"/>
                  </a:ext>
                </a:extLst>
              </p:cNvPr>
              <p:cNvSpPr/>
              <p:nvPr/>
            </p:nvSpPr>
            <p:spPr>
              <a:xfrm>
                <a:off x="376330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g2935">
                <a:extLst>
                  <a:ext uri="{FF2B5EF4-FFF2-40B4-BE49-F238E27FC236}">
                    <a16:creationId xmlns:a16="http://schemas.microsoft.com/office/drawing/2014/main" id="{FD85B624-8ABB-7D21-B68D-5238A469364D}"/>
                  </a:ext>
                </a:extLst>
              </p:cNvPr>
              <p:cNvSpPr/>
              <p:nvPr/>
            </p:nvSpPr>
            <p:spPr>
              <a:xfrm>
                <a:off x="377493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g2936">
                <a:extLst>
                  <a:ext uri="{FF2B5EF4-FFF2-40B4-BE49-F238E27FC236}">
                    <a16:creationId xmlns:a16="http://schemas.microsoft.com/office/drawing/2014/main" id="{CF4F1DC0-85E5-3A5D-18FE-C3A0EA1221D5}"/>
                  </a:ext>
                </a:extLst>
              </p:cNvPr>
              <p:cNvSpPr/>
              <p:nvPr/>
            </p:nvSpPr>
            <p:spPr>
              <a:xfrm>
                <a:off x="415897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g2937">
                <a:extLst>
                  <a:ext uri="{FF2B5EF4-FFF2-40B4-BE49-F238E27FC236}">
                    <a16:creationId xmlns:a16="http://schemas.microsoft.com/office/drawing/2014/main" id="{1050DBC6-36B7-35A8-B9D5-DA72EF1F5EE1}"/>
                  </a:ext>
                </a:extLst>
              </p:cNvPr>
              <p:cNvSpPr/>
              <p:nvPr/>
            </p:nvSpPr>
            <p:spPr>
              <a:xfrm>
                <a:off x="434516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g2938">
                <a:extLst>
                  <a:ext uri="{FF2B5EF4-FFF2-40B4-BE49-F238E27FC236}">
                    <a16:creationId xmlns:a16="http://schemas.microsoft.com/office/drawing/2014/main" id="{DFAF8BEA-8471-78FB-F42E-B38D2C96A74B}"/>
                  </a:ext>
                </a:extLst>
              </p:cNvPr>
              <p:cNvSpPr/>
              <p:nvPr/>
            </p:nvSpPr>
            <p:spPr>
              <a:xfrm>
                <a:off x="435680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g2939">
                <a:extLst>
                  <a:ext uri="{FF2B5EF4-FFF2-40B4-BE49-F238E27FC236}">
                    <a16:creationId xmlns:a16="http://schemas.microsoft.com/office/drawing/2014/main" id="{08F96275-4F58-7F0B-BA4B-AC3426DB7B88}"/>
                  </a:ext>
                </a:extLst>
              </p:cNvPr>
              <p:cNvSpPr/>
              <p:nvPr/>
            </p:nvSpPr>
            <p:spPr>
              <a:xfrm>
                <a:off x="436844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g2940">
                <a:extLst>
                  <a:ext uri="{FF2B5EF4-FFF2-40B4-BE49-F238E27FC236}">
                    <a16:creationId xmlns:a16="http://schemas.microsoft.com/office/drawing/2014/main" id="{44F05381-8045-8A2E-31C5-39329191AC94}"/>
                  </a:ext>
                </a:extLst>
              </p:cNvPr>
              <p:cNvSpPr/>
              <p:nvPr/>
            </p:nvSpPr>
            <p:spPr>
              <a:xfrm>
                <a:off x="438008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g2941">
                <a:extLst>
                  <a:ext uri="{FF2B5EF4-FFF2-40B4-BE49-F238E27FC236}">
                    <a16:creationId xmlns:a16="http://schemas.microsoft.com/office/drawing/2014/main" id="{909A905C-90A1-B4CB-B50F-2452D265480C}"/>
                  </a:ext>
                </a:extLst>
              </p:cNvPr>
              <p:cNvSpPr/>
              <p:nvPr/>
            </p:nvSpPr>
            <p:spPr>
              <a:xfrm>
                <a:off x="439171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g2942">
                <a:extLst>
                  <a:ext uri="{FF2B5EF4-FFF2-40B4-BE49-F238E27FC236}">
                    <a16:creationId xmlns:a16="http://schemas.microsoft.com/office/drawing/2014/main" id="{097CF81D-8C3A-87FB-0CDF-21C68A67DAAE}"/>
                  </a:ext>
                </a:extLst>
              </p:cNvPr>
              <p:cNvSpPr/>
              <p:nvPr/>
            </p:nvSpPr>
            <p:spPr>
              <a:xfrm>
                <a:off x="440335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g2943">
                <a:extLst>
                  <a:ext uri="{FF2B5EF4-FFF2-40B4-BE49-F238E27FC236}">
                    <a16:creationId xmlns:a16="http://schemas.microsoft.com/office/drawing/2014/main" id="{C7F49D4E-08FE-5B3E-3B43-E235D93D0D1A}"/>
                  </a:ext>
                </a:extLst>
              </p:cNvPr>
              <p:cNvSpPr/>
              <p:nvPr/>
            </p:nvSpPr>
            <p:spPr>
              <a:xfrm>
                <a:off x="441499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g2944">
                <a:extLst>
                  <a:ext uri="{FF2B5EF4-FFF2-40B4-BE49-F238E27FC236}">
                    <a16:creationId xmlns:a16="http://schemas.microsoft.com/office/drawing/2014/main" id="{752500A6-0FEE-6717-AB21-AF91AC05A4F4}"/>
                  </a:ext>
                </a:extLst>
              </p:cNvPr>
              <p:cNvSpPr/>
              <p:nvPr/>
            </p:nvSpPr>
            <p:spPr>
              <a:xfrm>
                <a:off x="457791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g2945">
                <a:extLst>
                  <a:ext uri="{FF2B5EF4-FFF2-40B4-BE49-F238E27FC236}">
                    <a16:creationId xmlns:a16="http://schemas.microsoft.com/office/drawing/2014/main" id="{CBFFE8D8-EF9E-18FF-84E4-C3E581B39325}"/>
                  </a:ext>
                </a:extLst>
              </p:cNvPr>
              <p:cNvSpPr/>
              <p:nvPr/>
            </p:nvSpPr>
            <p:spPr>
              <a:xfrm>
                <a:off x="458955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g2946">
                <a:extLst>
                  <a:ext uri="{FF2B5EF4-FFF2-40B4-BE49-F238E27FC236}">
                    <a16:creationId xmlns:a16="http://schemas.microsoft.com/office/drawing/2014/main" id="{F67F2FFE-F612-7347-838A-E8066FB1B6B7}"/>
                  </a:ext>
                </a:extLst>
              </p:cNvPr>
              <p:cNvSpPr/>
              <p:nvPr/>
            </p:nvSpPr>
            <p:spPr>
              <a:xfrm>
                <a:off x="460119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g2947">
                <a:extLst>
                  <a:ext uri="{FF2B5EF4-FFF2-40B4-BE49-F238E27FC236}">
                    <a16:creationId xmlns:a16="http://schemas.microsoft.com/office/drawing/2014/main" id="{1C0783E5-31BA-37A4-3953-1C1592130F85}"/>
                  </a:ext>
                </a:extLst>
              </p:cNvPr>
              <p:cNvSpPr/>
              <p:nvPr/>
            </p:nvSpPr>
            <p:spPr>
              <a:xfrm>
                <a:off x="461282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g2948">
                <a:extLst>
                  <a:ext uri="{FF2B5EF4-FFF2-40B4-BE49-F238E27FC236}">
                    <a16:creationId xmlns:a16="http://schemas.microsoft.com/office/drawing/2014/main" id="{8DB02CD5-0EDD-4A4D-1EF7-D011895F24E0}"/>
                  </a:ext>
                </a:extLst>
              </p:cNvPr>
              <p:cNvSpPr/>
              <p:nvPr/>
            </p:nvSpPr>
            <p:spPr>
              <a:xfrm>
                <a:off x="462446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g2949">
                <a:extLst>
                  <a:ext uri="{FF2B5EF4-FFF2-40B4-BE49-F238E27FC236}">
                    <a16:creationId xmlns:a16="http://schemas.microsoft.com/office/drawing/2014/main" id="{009F2923-3F9A-2DEF-281F-F8EBA308E33B}"/>
                  </a:ext>
                </a:extLst>
              </p:cNvPr>
              <p:cNvSpPr/>
              <p:nvPr/>
            </p:nvSpPr>
            <p:spPr>
              <a:xfrm>
                <a:off x="309997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g2950">
                <a:extLst>
                  <a:ext uri="{FF2B5EF4-FFF2-40B4-BE49-F238E27FC236}">
                    <a16:creationId xmlns:a16="http://schemas.microsoft.com/office/drawing/2014/main" id="{4596C899-50A2-B730-3540-96766E0EF520}"/>
                  </a:ext>
                </a:extLst>
              </p:cNvPr>
              <p:cNvSpPr/>
              <p:nvPr/>
            </p:nvSpPr>
            <p:spPr>
              <a:xfrm>
                <a:off x="311161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g2951">
                <a:extLst>
                  <a:ext uri="{FF2B5EF4-FFF2-40B4-BE49-F238E27FC236}">
                    <a16:creationId xmlns:a16="http://schemas.microsoft.com/office/drawing/2014/main" id="{E6961C3A-7674-8552-48C6-3ED3742E031E}"/>
                  </a:ext>
                </a:extLst>
              </p:cNvPr>
              <p:cNvSpPr/>
              <p:nvPr/>
            </p:nvSpPr>
            <p:spPr>
              <a:xfrm>
                <a:off x="312324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g2952">
                <a:extLst>
                  <a:ext uri="{FF2B5EF4-FFF2-40B4-BE49-F238E27FC236}">
                    <a16:creationId xmlns:a16="http://schemas.microsoft.com/office/drawing/2014/main" id="{D476A985-0F5E-56FA-8AF6-DC81C5212306}"/>
                  </a:ext>
                </a:extLst>
              </p:cNvPr>
              <p:cNvSpPr/>
              <p:nvPr/>
            </p:nvSpPr>
            <p:spPr>
              <a:xfrm>
                <a:off x="313488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6">
                  <a:alpha val="100000"/>
                </a:srgbClr>
              </a:solidFill>
              <a:ln w="5420" cap="flat">
                <a:solidFill>
                  <a:srgbClr val="9E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g2953">
                <a:extLst>
                  <a:ext uri="{FF2B5EF4-FFF2-40B4-BE49-F238E27FC236}">
                    <a16:creationId xmlns:a16="http://schemas.microsoft.com/office/drawing/2014/main" id="{E80FF16D-C9E6-99A0-4AF3-9F4A3297DAAB}"/>
                  </a:ext>
                </a:extLst>
              </p:cNvPr>
              <p:cNvSpPr/>
              <p:nvPr/>
            </p:nvSpPr>
            <p:spPr>
              <a:xfrm>
                <a:off x="314652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6">
                  <a:alpha val="100000"/>
                </a:srgbClr>
              </a:solidFill>
              <a:ln w="5420" cap="flat">
                <a:solidFill>
                  <a:srgbClr val="9E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g2954">
                <a:extLst>
                  <a:ext uri="{FF2B5EF4-FFF2-40B4-BE49-F238E27FC236}">
                    <a16:creationId xmlns:a16="http://schemas.microsoft.com/office/drawing/2014/main" id="{39C32645-8E74-90C5-62AD-A1D5BBFA9144}"/>
                  </a:ext>
                </a:extLst>
              </p:cNvPr>
              <p:cNvSpPr/>
              <p:nvPr/>
            </p:nvSpPr>
            <p:spPr>
              <a:xfrm>
                <a:off x="315816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g2955">
                <a:extLst>
                  <a:ext uri="{FF2B5EF4-FFF2-40B4-BE49-F238E27FC236}">
                    <a16:creationId xmlns:a16="http://schemas.microsoft.com/office/drawing/2014/main" id="{8CB180C5-0BE8-6C14-AEA3-C1C50570B5BD}"/>
                  </a:ext>
                </a:extLst>
              </p:cNvPr>
              <p:cNvSpPr/>
              <p:nvPr/>
            </p:nvSpPr>
            <p:spPr>
              <a:xfrm>
                <a:off x="316979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DFC5">
                  <a:alpha val="100000"/>
                </a:srgbClr>
              </a:solidFill>
              <a:ln w="5420" cap="flat">
                <a:solidFill>
                  <a:srgbClr val="9CDF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g2956">
                <a:extLst>
                  <a:ext uri="{FF2B5EF4-FFF2-40B4-BE49-F238E27FC236}">
                    <a16:creationId xmlns:a16="http://schemas.microsoft.com/office/drawing/2014/main" id="{2AE1BD20-F78D-EB29-49F0-FEC79F8D8C94}"/>
                  </a:ext>
                </a:extLst>
              </p:cNvPr>
              <p:cNvSpPr/>
              <p:nvPr/>
            </p:nvSpPr>
            <p:spPr>
              <a:xfrm>
                <a:off x="318143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g2957">
                <a:extLst>
                  <a:ext uri="{FF2B5EF4-FFF2-40B4-BE49-F238E27FC236}">
                    <a16:creationId xmlns:a16="http://schemas.microsoft.com/office/drawing/2014/main" id="{1B1F3592-1289-A5D1-A45E-D35CABE62DC7}"/>
                  </a:ext>
                </a:extLst>
              </p:cNvPr>
              <p:cNvSpPr/>
              <p:nvPr/>
            </p:nvSpPr>
            <p:spPr>
              <a:xfrm>
                <a:off x="319307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g2958">
                <a:extLst>
                  <a:ext uri="{FF2B5EF4-FFF2-40B4-BE49-F238E27FC236}">
                    <a16:creationId xmlns:a16="http://schemas.microsoft.com/office/drawing/2014/main" id="{89F6A25C-EDAC-E359-4D96-17C06DF637DC}"/>
                  </a:ext>
                </a:extLst>
              </p:cNvPr>
              <p:cNvSpPr/>
              <p:nvPr/>
            </p:nvSpPr>
            <p:spPr>
              <a:xfrm>
                <a:off x="320471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g2959">
                <a:extLst>
                  <a:ext uri="{FF2B5EF4-FFF2-40B4-BE49-F238E27FC236}">
                    <a16:creationId xmlns:a16="http://schemas.microsoft.com/office/drawing/2014/main" id="{D5CA707E-4DB6-DA3E-2C62-03A238E244C1}"/>
                  </a:ext>
                </a:extLst>
              </p:cNvPr>
              <p:cNvSpPr/>
              <p:nvPr/>
            </p:nvSpPr>
            <p:spPr>
              <a:xfrm>
                <a:off x="341418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g2960">
                <a:extLst>
                  <a:ext uri="{FF2B5EF4-FFF2-40B4-BE49-F238E27FC236}">
                    <a16:creationId xmlns:a16="http://schemas.microsoft.com/office/drawing/2014/main" id="{4CD2A4A1-52E2-CD81-A6EE-514E2FB14097}"/>
                  </a:ext>
                </a:extLst>
              </p:cNvPr>
              <p:cNvSpPr/>
              <p:nvPr/>
            </p:nvSpPr>
            <p:spPr>
              <a:xfrm>
                <a:off x="342581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g2961">
                <a:extLst>
                  <a:ext uri="{FF2B5EF4-FFF2-40B4-BE49-F238E27FC236}">
                    <a16:creationId xmlns:a16="http://schemas.microsoft.com/office/drawing/2014/main" id="{70876EBC-1DB0-1C3F-9609-8565C39C1C12}"/>
                  </a:ext>
                </a:extLst>
              </p:cNvPr>
              <p:cNvSpPr/>
              <p:nvPr/>
            </p:nvSpPr>
            <p:spPr>
              <a:xfrm>
                <a:off x="349564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g2962">
                <a:extLst>
                  <a:ext uri="{FF2B5EF4-FFF2-40B4-BE49-F238E27FC236}">
                    <a16:creationId xmlns:a16="http://schemas.microsoft.com/office/drawing/2014/main" id="{9E6D195A-A8B4-D3E7-7D04-3A2E4AE96618}"/>
                  </a:ext>
                </a:extLst>
              </p:cNvPr>
              <p:cNvSpPr/>
              <p:nvPr/>
            </p:nvSpPr>
            <p:spPr>
              <a:xfrm>
                <a:off x="350728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g2963">
                <a:extLst>
                  <a:ext uri="{FF2B5EF4-FFF2-40B4-BE49-F238E27FC236}">
                    <a16:creationId xmlns:a16="http://schemas.microsoft.com/office/drawing/2014/main" id="{E740C109-C5AD-E85C-23A6-B0ABC63280AE}"/>
                  </a:ext>
                </a:extLst>
              </p:cNvPr>
              <p:cNvSpPr/>
              <p:nvPr/>
            </p:nvSpPr>
            <p:spPr>
              <a:xfrm>
                <a:off x="351891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g2964">
                <a:extLst>
                  <a:ext uri="{FF2B5EF4-FFF2-40B4-BE49-F238E27FC236}">
                    <a16:creationId xmlns:a16="http://schemas.microsoft.com/office/drawing/2014/main" id="{51500E31-B6FE-B95A-E980-7F3A732F8078}"/>
                  </a:ext>
                </a:extLst>
              </p:cNvPr>
              <p:cNvSpPr/>
              <p:nvPr/>
            </p:nvSpPr>
            <p:spPr>
              <a:xfrm>
                <a:off x="353055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g2965">
                <a:extLst>
                  <a:ext uri="{FF2B5EF4-FFF2-40B4-BE49-F238E27FC236}">
                    <a16:creationId xmlns:a16="http://schemas.microsoft.com/office/drawing/2014/main" id="{1DC644C2-EFED-663C-91FF-F96A2E107AFA}"/>
                  </a:ext>
                </a:extLst>
              </p:cNvPr>
              <p:cNvSpPr/>
              <p:nvPr/>
            </p:nvSpPr>
            <p:spPr>
              <a:xfrm>
                <a:off x="354219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g2966">
                <a:extLst>
                  <a:ext uri="{FF2B5EF4-FFF2-40B4-BE49-F238E27FC236}">
                    <a16:creationId xmlns:a16="http://schemas.microsoft.com/office/drawing/2014/main" id="{FFFC5EC5-ECBB-A7D0-B9F0-B0B562591C9D}"/>
                  </a:ext>
                </a:extLst>
              </p:cNvPr>
              <p:cNvSpPr/>
              <p:nvPr/>
            </p:nvSpPr>
            <p:spPr>
              <a:xfrm>
                <a:off x="355383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g2967">
                <a:extLst>
                  <a:ext uri="{FF2B5EF4-FFF2-40B4-BE49-F238E27FC236}">
                    <a16:creationId xmlns:a16="http://schemas.microsoft.com/office/drawing/2014/main" id="{DA3CEA2D-6590-95ED-D90B-CED26AC7A0B1}"/>
                  </a:ext>
                </a:extLst>
              </p:cNvPr>
              <p:cNvSpPr/>
              <p:nvPr/>
            </p:nvSpPr>
            <p:spPr>
              <a:xfrm>
                <a:off x="356546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g2968">
                <a:extLst>
                  <a:ext uri="{FF2B5EF4-FFF2-40B4-BE49-F238E27FC236}">
                    <a16:creationId xmlns:a16="http://schemas.microsoft.com/office/drawing/2014/main" id="{654F4513-21D9-CBB3-229D-4DD19083EE1B}"/>
                  </a:ext>
                </a:extLst>
              </p:cNvPr>
              <p:cNvSpPr/>
              <p:nvPr/>
            </p:nvSpPr>
            <p:spPr>
              <a:xfrm>
                <a:off x="357710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g2969">
                <a:extLst>
                  <a:ext uri="{FF2B5EF4-FFF2-40B4-BE49-F238E27FC236}">
                    <a16:creationId xmlns:a16="http://schemas.microsoft.com/office/drawing/2014/main" id="{EE519933-3660-B1B4-FB6E-235AD557914D}"/>
                  </a:ext>
                </a:extLst>
              </p:cNvPr>
              <p:cNvSpPr/>
              <p:nvPr/>
            </p:nvSpPr>
            <p:spPr>
              <a:xfrm>
                <a:off x="358874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g2970">
                <a:extLst>
                  <a:ext uri="{FF2B5EF4-FFF2-40B4-BE49-F238E27FC236}">
                    <a16:creationId xmlns:a16="http://schemas.microsoft.com/office/drawing/2014/main" id="{6C991891-2E45-9D9E-4156-0E748974976D}"/>
                  </a:ext>
                </a:extLst>
              </p:cNvPr>
              <p:cNvSpPr/>
              <p:nvPr/>
            </p:nvSpPr>
            <p:spPr>
              <a:xfrm>
                <a:off x="360037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g2971">
                <a:extLst>
                  <a:ext uri="{FF2B5EF4-FFF2-40B4-BE49-F238E27FC236}">
                    <a16:creationId xmlns:a16="http://schemas.microsoft.com/office/drawing/2014/main" id="{FFFBEE83-54BE-02B2-8FD4-0993567C525B}"/>
                  </a:ext>
                </a:extLst>
              </p:cNvPr>
              <p:cNvSpPr/>
              <p:nvPr/>
            </p:nvSpPr>
            <p:spPr>
              <a:xfrm>
                <a:off x="361201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g2972">
                <a:extLst>
                  <a:ext uri="{FF2B5EF4-FFF2-40B4-BE49-F238E27FC236}">
                    <a16:creationId xmlns:a16="http://schemas.microsoft.com/office/drawing/2014/main" id="{81BF6ED8-0EB8-64E8-BC82-970A4AA3EFF1}"/>
                  </a:ext>
                </a:extLst>
              </p:cNvPr>
              <p:cNvSpPr/>
              <p:nvPr/>
            </p:nvSpPr>
            <p:spPr>
              <a:xfrm>
                <a:off x="362365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g2973">
                <a:extLst>
                  <a:ext uri="{FF2B5EF4-FFF2-40B4-BE49-F238E27FC236}">
                    <a16:creationId xmlns:a16="http://schemas.microsoft.com/office/drawing/2014/main" id="{E7804EF9-B05A-9AC3-17CE-479F7E276E4A}"/>
                  </a:ext>
                </a:extLst>
              </p:cNvPr>
              <p:cNvSpPr/>
              <p:nvPr/>
            </p:nvSpPr>
            <p:spPr>
              <a:xfrm>
                <a:off x="363529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g2974">
                <a:extLst>
                  <a:ext uri="{FF2B5EF4-FFF2-40B4-BE49-F238E27FC236}">
                    <a16:creationId xmlns:a16="http://schemas.microsoft.com/office/drawing/2014/main" id="{AAA10D1E-401C-1F8D-B3EE-8905821B396D}"/>
                  </a:ext>
                </a:extLst>
              </p:cNvPr>
              <p:cNvSpPr/>
              <p:nvPr/>
            </p:nvSpPr>
            <p:spPr>
              <a:xfrm>
                <a:off x="364692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g2975">
                <a:extLst>
                  <a:ext uri="{FF2B5EF4-FFF2-40B4-BE49-F238E27FC236}">
                    <a16:creationId xmlns:a16="http://schemas.microsoft.com/office/drawing/2014/main" id="{F17BFD45-CDB7-4BF9-A231-D8FA1AE1FCDA}"/>
                  </a:ext>
                </a:extLst>
              </p:cNvPr>
              <p:cNvSpPr/>
              <p:nvPr/>
            </p:nvSpPr>
            <p:spPr>
              <a:xfrm>
                <a:off x="365856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g2976">
                <a:extLst>
                  <a:ext uri="{FF2B5EF4-FFF2-40B4-BE49-F238E27FC236}">
                    <a16:creationId xmlns:a16="http://schemas.microsoft.com/office/drawing/2014/main" id="{F22FC65D-F8C2-6DE1-A762-5F1B75CCDBBE}"/>
                  </a:ext>
                </a:extLst>
              </p:cNvPr>
              <p:cNvSpPr/>
              <p:nvPr/>
            </p:nvSpPr>
            <p:spPr>
              <a:xfrm>
                <a:off x="367020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g2977">
                <a:extLst>
                  <a:ext uri="{FF2B5EF4-FFF2-40B4-BE49-F238E27FC236}">
                    <a16:creationId xmlns:a16="http://schemas.microsoft.com/office/drawing/2014/main" id="{294D5991-98FF-7430-6E3C-944919BF7ED3}"/>
                  </a:ext>
                </a:extLst>
              </p:cNvPr>
              <p:cNvSpPr/>
              <p:nvPr/>
            </p:nvSpPr>
            <p:spPr>
              <a:xfrm>
                <a:off x="368184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g2978">
                <a:extLst>
                  <a:ext uri="{FF2B5EF4-FFF2-40B4-BE49-F238E27FC236}">
                    <a16:creationId xmlns:a16="http://schemas.microsoft.com/office/drawing/2014/main" id="{DEC0B346-1495-6F60-85A9-4179102AC966}"/>
                  </a:ext>
                </a:extLst>
              </p:cNvPr>
              <p:cNvSpPr/>
              <p:nvPr/>
            </p:nvSpPr>
            <p:spPr>
              <a:xfrm>
                <a:off x="369347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g2979">
                <a:extLst>
                  <a:ext uri="{FF2B5EF4-FFF2-40B4-BE49-F238E27FC236}">
                    <a16:creationId xmlns:a16="http://schemas.microsoft.com/office/drawing/2014/main" id="{C4A4B6BC-5960-52F0-889E-89836692526B}"/>
                  </a:ext>
                </a:extLst>
              </p:cNvPr>
              <p:cNvSpPr/>
              <p:nvPr/>
            </p:nvSpPr>
            <p:spPr>
              <a:xfrm>
                <a:off x="370511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g2980">
                <a:extLst>
                  <a:ext uri="{FF2B5EF4-FFF2-40B4-BE49-F238E27FC236}">
                    <a16:creationId xmlns:a16="http://schemas.microsoft.com/office/drawing/2014/main" id="{5D335A4D-7E66-A79D-08F8-145F6BA6114E}"/>
                  </a:ext>
                </a:extLst>
              </p:cNvPr>
              <p:cNvSpPr/>
              <p:nvPr/>
            </p:nvSpPr>
            <p:spPr>
              <a:xfrm>
                <a:off x="371675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g2981">
                <a:extLst>
                  <a:ext uri="{FF2B5EF4-FFF2-40B4-BE49-F238E27FC236}">
                    <a16:creationId xmlns:a16="http://schemas.microsoft.com/office/drawing/2014/main" id="{B3575FE6-07F6-3CD2-7CAF-4631A6268E8E}"/>
                  </a:ext>
                </a:extLst>
              </p:cNvPr>
              <p:cNvSpPr/>
              <p:nvPr/>
            </p:nvSpPr>
            <p:spPr>
              <a:xfrm>
                <a:off x="372839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g2982">
                <a:extLst>
                  <a:ext uri="{FF2B5EF4-FFF2-40B4-BE49-F238E27FC236}">
                    <a16:creationId xmlns:a16="http://schemas.microsoft.com/office/drawing/2014/main" id="{192B2B4C-835A-B0F3-5146-9957786EA24C}"/>
                  </a:ext>
                </a:extLst>
              </p:cNvPr>
              <p:cNvSpPr/>
              <p:nvPr/>
            </p:nvSpPr>
            <p:spPr>
              <a:xfrm>
                <a:off x="374002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g2983">
                <a:extLst>
                  <a:ext uri="{FF2B5EF4-FFF2-40B4-BE49-F238E27FC236}">
                    <a16:creationId xmlns:a16="http://schemas.microsoft.com/office/drawing/2014/main" id="{1613925A-003D-F572-50AB-EDB10CF3C8E9}"/>
                  </a:ext>
                </a:extLst>
              </p:cNvPr>
              <p:cNvSpPr/>
              <p:nvPr/>
            </p:nvSpPr>
            <p:spPr>
              <a:xfrm>
                <a:off x="375166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g2984">
                <a:extLst>
                  <a:ext uri="{FF2B5EF4-FFF2-40B4-BE49-F238E27FC236}">
                    <a16:creationId xmlns:a16="http://schemas.microsoft.com/office/drawing/2014/main" id="{3DB478BE-AFF0-7CF6-47D8-0AECFD026A3B}"/>
                  </a:ext>
                </a:extLst>
              </p:cNvPr>
              <p:cNvSpPr/>
              <p:nvPr/>
            </p:nvSpPr>
            <p:spPr>
              <a:xfrm>
                <a:off x="376330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g2985">
                <a:extLst>
                  <a:ext uri="{FF2B5EF4-FFF2-40B4-BE49-F238E27FC236}">
                    <a16:creationId xmlns:a16="http://schemas.microsoft.com/office/drawing/2014/main" id="{7474C3D8-582C-20E4-B1CD-EAC26212883D}"/>
                  </a:ext>
                </a:extLst>
              </p:cNvPr>
              <p:cNvSpPr/>
              <p:nvPr/>
            </p:nvSpPr>
            <p:spPr>
              <a:xfrm>
                <a:off x="377493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g2986">
                <a:extLst>
                  <a:ext uri="{FF2B5EF4-FFF2-40B4-BE49-F238E27FC236}">
                    <a16:creationId xmlns:a16="http://schemas.microsoft.com/office/drawing/2014/main" id="{5A552E87-3E35-A8D1-5833-37839255AC79}"/>
                  </a:ext>
                </a:extLst>
              </p:cNvPr>
              <p:cNvSpPr/>
              <p:nvPr/>
            </p:nvSpPr>
            <p:spPr>
              <a:xfrm>
                <a:off x="378657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g2987">
                <a:extLst>
                  <a:ext uri="{FF2B5EF4-FFF2-40B4-BE49-F238E27FC236}">
                    <a16:creationId xmlns:a16="http://schemas.microsoft.com/office/drawing/2014/main" id="{12E8C8DB-8734-B75E-5DA4-3EAC47B31677}"/>
                  </a:ext>
                </a:extLst>
              </p:cNvPr>
              <p:cNvSpPr/>
              <p:nvPr/>
            </p:nvSpPr>
            <p:spPr>
              <a:xfrm>
                <a:off x="435680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g2988">
                <a:extLst>
                  <a:ext uri="{FF2B5EF4-FFF2-40B4-BE49-F238E27FC236}">
                    <a16:creationId xmlns:a16="http://schemas.microsoft.com/office/drawing/2014/main" id="{93E29090-C8FF-7C7E-11FA-EB461002D1B5}"/>
                  </a:ext>
                </a:extLst>
              </p:cNvPr>
              <p:cNvSpPr/>
              <p:nvPr/>
            </p:nvSpPr>
            <p:spPr>
              <a:xfrm>
                <a:off x="436844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g2989">
                <a:extLst>
                  <a:ext uri="{FF2B5EF4-FFF2-40B4-BE49-F238E27FC236}">
                    <a16:creationId xmlns:a16="http://schemas.microsoft.com/office/drawing/2014/main" id="{C86DF8D6-6652-1096-A9BE-6807C3A0BA62}"/>
                  </a:ext>
                </a:extLst>
              </p:cNvPr>
              <p:cNvSpPr/>
              <p:nvPr/>
            </p:nvSpPr>
            <p:spPr>
              <a:xfrm>
                <a:off x="438008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g2990">
                <a:extLst>
                  <a:ext uri="{FF2B5EF4-FFF2-40B4-BE49-F238E27FC236}">
                    <a16:creationId xmlns:a16="http://schemas.microsoft.com/office/drawing/2014/main" id="{182DB915-BA78-717E-7CCA-96E5471F9690}"/>
                  </a:ext>
                </a:extLst>
              </p:cNvPr>
              <p:cNvSpPr/>
              <p:nvPr/>
            </p:nvSpPr>
            <p:spPr>
              <a:xfrm>
                <a:off x="439171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g2991">
                <a:extLst>
                  <a:ext uri="{FF2B5EF4-FFF2-40B4-BE49-F238E27FC236}">
                    <a16:creationId xmlns:a16="http://schemas.microsoft.com/office/drawing/2014/main" id="{1CCC99AF-85EB-E285-F043-872194D56BA3}"/>
                  </a:ext>
                </a:extLst>
              </p:cNvPr>
              <p:cNvSpPr/>
              <p:nvPr/>
            </p:nvSpPr>
            <p:spPr>
              <a:xfrm>
                <a:off x="440335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g2992">
                <a:extLst>
                  <a:ext uri="{FF2B5EF4-FFF2-40B4-BE49-F238E27FC236}">
                    <a16:creationId xmlns:a16="http://schemas.microsoft.com/office/drawing/2014/main" id="{A5BB7D14-8DE7-47E0-0728-0414BF53A212}"/>
                  </a:ext>
                </a:extLst>
              </p:cNvPr>
              <p:cNvSpPr/>
              <p:nvPr/>
            </p:nvSpPr>
            <p:spPr>
              <a:xfrm>
                <a:off x="441499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g2993">
                <a:extLst>
                  <a:ext uri="{FF2B5EF4-FFF2-40B4-BE49-F238E27FC236}">
                    <a16:creationId xmlns:a16="http://schemas.microsoft.com/office/drawing/2014/main" id="{733E8F08-9330-7F5F-F600-1963F318C519}"/>
                  </a:ext>
                </a:extLst>
              </p:cNvPr>
              <p:cNvSpPr/>
              <p:nvPr/>
            </p:nvSpPr>
            <p:spPr>
              <a:xfrm>
                <a:off x="442663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g2994">
                <a:extLst>
                  <a:ext uri="{FF2B5EF4-FFF2-40B4-BE49-F238E27FC236}">
                    <a16:creationId xmlns:a16="http://schemas.microsoft.com/office/drawing/2014/main" id="{2CD782DD-1A09-1E47-FA8E-0DD4D7F4226C}"/>
                  </a:ext>
                </a:extLst>
              </p:cNvPr>
              <p:cNvSpPr/>
              <p:nvPr/>
            </p:nvSpPr>
            <p:spPr>
              <a:xfrm>
                <a:off x="458955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g2995">
                <a:extLst>
                  <a:ext uri="{FF2B5EF4-FFF2-40B4-BE49-F238E27FC236}">
                    <a16:creationId xmlns:a16="http://schemas.microsoft.com/office/drawing/2014/main" id="{ADC455D7-A95D-A620-18AB-FE8C1A4DE7F3}"/>
                  </a:ext>
                </a:extLst>
              </p:cNvPr>
              <p:cNvSpPr/>
              <p:nvPr/>
            </p:nvSpPr>
            <p:spPr>
              <a:xfrm>
                <a:off x="460119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g2996">
                <a:extLst>
                  <a:ext uri="{FF2B5EF4-FFF2-40B4-BE49-F238E27FC236}">
                    <a16:creationId xmlns:a16="http://schemas.microsoft.com/office/drawing/2014/main" id="{EEAF594C-85AD-555D-DF8A-1EA647663E74}"/>
                  </a:ext>
                </a:extLst>
              </p:cNvPr>
              <p:cNvSpPr/>
              <p:nvPr/>
            </p:nvSpPr>
            <p:spPr>
              <a:xfrm>
                <a:off x="461282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g2997">
                <a:extLst>
                  <a:ext uri="{FF2B5EF4-FFF2-40B4-BE49-F238E27FC236}">
                    <a16:creationId xmlns:a16="http://schemas.microsoft.com/office/drawing/2014/main" id="{9DEACC15-E742-4714-7491-3CEBF894BD7B}"/>
                  </a:ext>
                </a:extLst>
              </p:cNvPr>
              <p:cNvSpPr/>
              <p:nvPr/>
            </p:nvSpPr>
            <p:spPr>
              <a:xfrm>
                <a:off x="462446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g2998">
                <a:extLst>
                  <a:ext uri="{FF2B5EF4-FFF2-40B4-BE49-F238E27FC236}">
                    <a16:creationId xmlns:a16="http://schemas.microsoft.com/office/drawing/2014/main" id="{5D12F52B-4355-8773-F521-667D17E1FFE1}"/>
                  </a:ext>
                </a:extLst>
              </p:cNvPr>
              <p:cNvSpPr/>
              <p:nvPr/>
            </p:nvSpPr>
            <p:spPr>
              <a:xfrm>
                <a:off x="463610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g2999">
                <a:extLst>
                  <a:ext uri="{FF2B5EF4-FFF2-40B4-BE49-F238E27FC236}">
                    <a16:creationId xmlns:a16="http://schemas.microsoft.com/office/drawing/2014/main" id="{C0D74538-38DB-9654-4FD2-A894D6F2691F}"/>
                  </a:ext>
                </a:extLst>
              </p:cNvPr>
              <p:cNvSpPr/>
              <p:nvPr/>
            </p:nvSpPr>
            <p:spPr>
              <a:xfrm>
                <a:off x="309997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g3000">
                <a:extLst>
                  <a:ext uri="{FF2B5EF4-FFF2-40B4-BE49-F238E27FC236}">
                    <a16:creationId xmlns:a16="http://schemas.microsoft.com/office/drawing/2014/main" id="{18B7D4B8-A2EE-58B5-0542-0B03E563EB79}"/>
                  </a:ext>
                </a:extLst>
              </p:cNvPr>
              <p:cNvSpPr/>
              <p:nvPr/>
            </p:nvSpPr>
            <p:spPr>
              <a:xfrm>
                <a:off x="311161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g3001">
                <a:extLst>
                  <a:ext uri="{FF2B5EF4-FFF2-40B4-BE49-F238E27FC236}">
                    <a16:creationId xmlns:a16="http://schemas.microsoft.com/office/drawing/2014/main" id="{0FAE56F0-483B-8449-7314-D5D9C078A993}"/>
                  </a:ext>
                </a:extLst>
              </p:cNvPr>
              <p:cNvSpPr/>
              <p:nvPr/>
            </p:nvSpPr>
            <p:spPr>
              <a:xfrm>
                <a:off x="312324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g3002">
                <a:extLst>
                  <a:ext uri="{FF2B5EF4-FFF2-40B4-BE49-F238E27FC236}">
                    <a16:creationId xmlns:a16="http://schemas.microsoft.com/office/drawing/2014/main" id="{0E553E5A-3C25-39E9-5C4F-051E1C89C377}"/>
                  </a:ext>
                </a:extLst>
              </p:cNvPr>
              <p:cNvSpPr/>
              <p:nvPr/>
            </p:nvSpPr>
            <p:spPr>
              <a:xfrm>
                <a:off x="313488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g3003">
                <a:extLst>
                  <a:ext uri="{FF2B5EF4-FFF2-40B4-BE49-F238E27FC236}">
                    <a16:creationId xmlns:a16="http://schemas.microsoft.com/office/drawing/2014/main" id="{68756F81-7568-6C77-6FF5-64AAE1634559}"/>
                  </a:ext>
                </a:extLst>
              </p:cNvPr>
              <p:cNvSpPr/>
              <p:nvPr/>
            </p:nvSpPr>
            <p:spPr>
              <a:xfrm>
                <a:off x="314652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g3004">
                <a:extLst>
                  <a:ext uri="{FF2B5EF4-FFF2-40B4-BE49-F238E27FC236}">
                    <a16:creationId xmlns:a16="http://schemas.microsoft.com/office/drawing/2014/main" id="{B96F441A-0886-4AB5-788E-F9DEC6D66895}"/>
                  </a:ext>
                </a:extLst>
              </p:cNvPr>
              <p:cNvSpPr/>
              <p:nvPr/>
            </p:nvSpPr>
            <p:spPr>
              <a:xfrm>
                <a:off x="315816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g3005">
                <a:extLst>
                  <a:ext uri="{FF2B5EF4-FFF2-40B4-BE49-F238E27FC236}">
                    <a16:creationId xmlns:a16="http://schemas.microsoft.com/office/drawing/2014/main" id="{0E7B2C43-1DAE-33EC-0355-D60CB769AC4F}"/>
                  </a:ext>
                </a:extLst>
              </p:cNvPr>
              <p:cNvSpPr/>
              <p:nvPr/>
            </p:nvSpPr>
            <p:spPr>
              <a:xfrm>
                <a:off x="316979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g3006">
                <a:extLst>
                  <a:ext uri="{FF2B5EF4-FFF2-40B4-BE49-F238E27FC236}">
                    <a16:creationId xmlns:a16="http://schemas.microsoft.com/office/drawing/2014/main" id="{29054710-A6F5-F378-89D9-F4A04253529A}"/>
                  </a:ext>
                </a:extLst>
              </p:cNvPr>
              <p:cNvSpPr/>
              <p:nvPr/>
            </p:nvSpPr>
            <p:spPr>
              <a:xfrm>
                <a:off x="318143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g3007">
                <a:extLst>
                  <a:ext uri="{FF2B5EF4-FFF2-40B4-BE49-F238E27FC236}">
                    <a16:creationId xmlns:a16="http://schemas.microsoft.com/office/drawing/2014/main" id="{231786E7-5C04-FF62-7B68-DF4270B03EA2}"/>
                  </a:ext>
                </a:extLst>
              </p:cNvPr>
              <p:cNvSpPr/>
              <p:nvPr/>
            </p:nvSpPr>
            <p:spPr>
              <a:xfrm>
                <a:off x="350728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g3008">
                <a:extLst>
                  <a:ext uri="{FF2B5EF4-FFF2-40B4-BE49-F238E27FC236}">
                    <a16:creationId xmlns:a16="http://schemas.microsoft.com/office/drawing/2014/main" id="{A37953E3-47FC-6C47-8410-4A473BE13E19}"/>
                  </a:ext>
                </a:extLst>
              </p:cNvPr>
              <p:cNvSpPr/>
              <p:nvPr/>
            </p:nvSpPr>
            <p:spPr>
              <a:xfrm>
                <a:off x="351891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g3009">
                <a:extLst>
                  <a:ext uri="{FF2B5EF4-FFF2-40B4-BE49-F238E27FC236}">
                    <a16:creationId xmlns:a16="http://schemas.microsoft.com/office/drawing/2014/main" id="{0E241EE7-AE12-CE65-8705-6E19E0CB96B7}"/>
                  </a:ext>
                </a:extLst>
              </p:cNvPr>
              <p:cNvSpPr/>
              <p:nvPr/>
            </p:nvSpPr>
            <p:spPr>
              <a:xfrm>
                <a:off x="353055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g3010">
                <a:extLst>
                  <a:ext uri="{FF2B5EF4-FFF2-40B4-BE49-F238E27FC236}">
                    <a16:creationId xmlns:a16="http://schemas.microsoft.com/office/drawing/2014/main" id="{540816A8-992A-0B00-2DD2-A95EC6D956ED}"/>
                  </a:ext>
                </a:extLst>
              </p:cNvPr>
              <p:cNvSpPr/>
              <p:nvPr/>
            </p:nvSpPr>
            <p:spPr>
              <a:xfrm>
                <a:off x="354219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g3011">
                <a:extLst>
                  <a:ext uri="{FF2B5EF4-FFF2-40B4-BE49-F238E27FC236}">
                    <a16:creationId xmlns:a16="http://schemas.microsoft.com/office/drawing/2014/main" id="{C1B36B79-686F-868E-F707-DBE26B9756B9}"/>
                  </a:ext>
                </a:extLst>
              </p:cNvPr>
              <p:cNvSpPr/>
              <p:nvPr/>
            </p:nvSpPr>
            <p:spPr>
              <a:xfrm>
                <a:off x="355383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g3012">
                <a:extLst>
                  <a:ext uri="{FF2B5EF4-FFF2-40B4-BE49-F238E27FC236}">
                    <a16:creationId xmlns:a16="http://schemas.microsoft.com/office/drawing/2014/main" id="{1BFDB4A3-D52D-C272-CCB5-2793F857C7FC}"/>
                  </a:ext>
                </a:extLst>
              </p:cNvPr>
              <p:cNvSpPr/>
              <p:nvPr/>
            </p:nvSpPr>
            <p:spPr>
              <a:xfrm>
                <a:off x="356546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g3013">
                <a:extLst>
                  <a:ext uri="{FF2B5EF4-FFF2-40B4-BE49-F238E27FC236}">
                    <a16:creationId xmlns:a16="http://schemas.microsoft.com/office/drawing/2014/main" id="{3170D333-ADF7-24D3-1E85-2F5F60F68DCF}"/>
                  </a:ext>
                </a:extLst>
              </p:cNvPr>
              <p:cNvSpPr/>
              <p:nvPr/>
            </p:nvSpPr>
            <p:spPr>
              <a:xfrm>
                <a:off x="357710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g3014">
                <a:extLst>
                  <a:ext uri="{FF2B5EF4-FFF2-40B4-BE49-F238E27FC236}">
                    <a16:creationId xmlns:a16="http://schemas.microsoft.com/office/drawing/2014/main" id="{93405516-BA0B-EA7B-5C69-19B2055AAFC4}"/>
                  </a:ext>
                </a:extLst>
              </p:cNvPr>
              <p:cNvSpPr/>
              <p:nvPr/>
            </p:nvSpPr>
            <p:spPr>
              <a:xfrm>
                <a:off x="358874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BF">
                  <a:alpha val="100000"/>
                </a:srgbClr>
              </a:solidFill>
              <a:ln w="5420" cap="flat">
                <a:solidFill>
                  <a:srgbClr val="91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g3015">
                <a:extLst>
                  <a:ext uri="{FF2B5EF4-FFF2-40B4-BE49-F238E27FC236}">
                    <a16:creationId xmlns:a16="http://schemas.microsoft.com/office/drawing/2014/main" id="{0F8C81B5-1FC4-C9BA-41A7-754C18921112}"/>
                  </a:ext>
                </a:extLst>
              </p:cNvPr>
              <p:cNvSpPr/>
              <p:nvPr/>
            </p:nvSpPr>
            <p:spPr>
              <a:xfrm>
                <a:off x="360037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g3016">
                <a:extLst>
                  <a:ext uri="{FF2B5EF4-FFF2-40B4-BE49-F238E27FC236}">
                    <a16:creationId xmlns:a16="http://schemas.microsoft.com/office/drawing/2014/main" id="{FCFDCC85-D232-C158-B4FB-A8F083F77402}"/>
                  </a:ext>
                </a:extLst>
              </p:cNvPr>
              <p:cNvSpPr/>
              <p:nvPr/>
            </p:nvSpPr>
            <p:spPr>
              <a:xfrm>
                <a:off x="361201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g3017">
                <a:extLst>
                  <a:ext uri="{FF2B5EF4-FFF2-40B4-BE49-F238E27FC236}">
                    <a16:creationId xmlns:a16="http://schemas.microsoft.com/office/drawing/2014/main" id="{81C78CD7-EF84-D34F-7EB0-3BBDC0CA80DC}"/>
                  </a:ext>
                </a:extLst>
              </p:cNvPr>
              <p:cNvSpPr/>
              <p:nvPr/>
            </p:nvSpPr>
            <p:spPr>
              <a:xfrm>
                <a:off x="362365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g3018">
                <a:extLst>
                  <a:ext uri="{FF2B5EF4-FFF2-40B4-BE49-F238E27FC236}">
                    <a16:creationId xmlns:a16="http://schemas.microsoft.com/office/drawing/2014/main" id="{EA623CCE-0696-6338-9D34-CFCAD0B86895}"/>
                  </a:ext>
                </a:extLst>
              </p:cNvPr>
              <p:cNvSpPr/>
              <p:nvPr/>
            </p:nvSpPr>
            <p:spPr>
              <a:xfrm>
                <a:off x="363529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g3019">
                <a:extLst>
                  <a:ext uri="{FF2B5EF4-FFF2-40B4-BE49-F238E27FC236}">
                    <a16:creationId xmlns:a16="http://schemas.microsoft.com/office/drawing/2014/main" id="{31DFCBEC-DF95-36A7-64BF-D3454EBDF8E5}"/>
                  </a:ext>
                </a:extLst>
              </p:cNvPr>
              <p:cNvSpPr/>
              <p:nvPr/>
            </p:nvSpPr>
            <p:spPr>
              <a:xfrm>
                <a:off x="364692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g3020">
                <a:extLst>
                  <a:ext uri="{FF2B5EF4-FFF2-40B4-BE49-F238E27FC236}">
                    <a16:creationId xmlns:a16="http://schemas.microsoft.com/office/drawing/2014/main" id="{9F159693-4009-324D-737B-E1629ABE59B9}"/>
                  </a:ext>
                </a:extLst>
              </p:cNvPr>
              <p:cNvSpPr/>
              <p:nvPr/>
            </p:nvSpPr>
            <p:spPr>
              <a:xfrm>
                <a:off x="365856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g3021">
                <a:extLst>
                  <a:ext uri="{FF2B5EF4-FFF2-40B4-BE49-F238E27FC236}">
                    <a16:creationId xmlns:a16="http://schemas.microsoft.com/office/drawing/2014/main" id="{36700348-2803-CA09-8BEE-55CD65F8B9CA}"/>
                  </a:ext>
                </a:extLst>
              </p:cNvPr>
              <p:cNvSpPr/>
              <p:nvPr/>
            </p:nvSpPr>
            <p:spPr>
              <a:xfrm>
                <a:off x="367020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g3022">
                <a:extLst>
                  <a:ext uri="{FF2B5EF4-FFF2-40B4-BE49-F238E27FC236}">
                    <a16:creationId xmlns:a16="http://schemas.microsoft.com/office/drawing/2014/main" id="{12393190-5CB4-A688-12C5-16341F333463}"/>
                  </a:ext>
                </a:extLst>
              </p:cNvPr>
              <p:cNvSpPr/>
              <p:nvPr/>
            </p:nvSpPr>
            <p:spPr>
              <a:xfrm>
                <a:off x="368184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g3023">
                <a:extLst>
                  <a:ext uri="{FF2B5EF4-FFF2-40B4-BE49-F238E27FC236}">
                    <a16:creationId xmlns:a16="http://schemas.microsoft.com/office/drawing/2014/main" id="{70272E86-CA4E-F70A-7006-EAC2046B920A}"/>
                  </a:ext>
                </a:extLst>
              </p:cNvPr>
              <p:cNvSpPr/>
              <p:nvPr/>
            </p:nvSpPr>
            <p:spPr>
              <a:xfrm>
                <a:off x="369347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g3024">
                <a:extLst>
                  <a:ext uri="{FF2B5EF4-FFF2-40B4-BE49-F238E27FC236}">
                    <a16:creationId xmlns:a16="http://schemas.microsoft.com/office/drawing/2014/main" id="{00D035C5-535A-DE97-9A61-338432BEABEE}"/>
                  </a:ext>
                </a:extLst>
              </p:cNvPr>
              <p:cNvSpPr/>
              <p:nvPr/>
            </p:nvSpPr>
            <p:spPr>
              <a:xfrm>
                <a:off x="370511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g3025">
                <a:extLst>
                  <a:ext uri="{FF2B5EF4-FFF2-40B4-BE49-F238E27FC236}">
                    <a16:creationId xmlns:a16="http://schemas.microsoft.com/office/drawing/2014/main" id="{D214AA7F-67BC-9B9F-25D1-83AF35398186}"/>
                  </a:ext>
                </a:extLst>
              </p:cNvPr>
              <p:cNvSpPr/>
              <p:nvPr/>
            </p:nvSpPr>
            <p:spPr>
              <a:xfrm>
                <a:off x="371675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g3026">
                <a:extLst>
                  <a:ext uri="{FF2B5EF4-FFF2-40B4-BE49-F238E27FC236}">
                    <a16:creationId xmlns:a16="http://schemas.microsoft.com/office/drawing/2014/main" id="{A5DD665C-DDCA-2BCF-EB02-B310D2B12CD6}"/>
                  </a:ext>
                </a:extLst>
              </p:cNvPr>
              <p:cNvSpPr/>
              <p:nvPr/>
            </p:nvSpPr>
            <p:spPr>
              <a:xfrm>
                <a:off x="372839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g3027">
                <a:extLst>
                  <a:ext uri="{FF2B5EF4-FFF2-40B4-BE49-F238E27FC236}">
                    <a16:creationId xmlns:a16="http://schemas.microsoft.com/office/drawing/2014/main" id="{5128EA5B-C911-935B-816D-ABAB7BE81DB9}"/>
                  </a:ext>
                </a:extLst>
              </p:cNvPr>
              <p:cNvSpPr/>
              <p:nvPr/>
            </p:nvSpPr>
            <p:spPr>
              <a:xfrm>
                <a:off x="374002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g3028">
                <a:extLst>
                  <a:ext uri="{FF2B5EF4-FFF2-40B4-BE49-F238E27FC236}">
                    <a16:creationId xmlns:a16="http://schemas.microsoft.com/office/drawing/2014/main" id="{A06C9466-1290-439D-577E-9A3F1444B4C4}"/>
                  </a:ext>
                </a:extLst>
              </p:cNvPr>
              <p:cNvSpPr/>
              <p:nvPr/>
            </p:nvSpPr>
            <p:spPr>
              <a:xfrm>
                <a:off x="375166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g3029">
                <a:extLst>
                  <a:ext uri="{FF2B5EF4-FFF2-40B4-BE49-F238E27FC236}">
                    <a16:creationId xmlns:a16="http://schemas.microsoft.com/office/drawing/2014/main" id="{1E203E57-6A9E-1E39-ABC7-0EDCCC17D8B5}"/>
                  </a:ext>
                </a:extLst>
              </p:cNvPr>
              <p:cNvSpPr/>
              <p:nvPr/>
            </p:nvSpPr>
            <p:spPr>
              <a:xfrm>
                <a:off x="376330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g3030">
                <a:extLst>
                  <a:ext uri="{FF2B5EF4-FFF2-40B4-BE49-F238E27FC236}">
                    <a16:creationId xmlns:a16="http://schemas.microsoft.com/office/drawing/2014/main" id="{CD0D1C40-CFBB-F6BC-06B5-5BE52546F25C}"/>
                  </a:ext>
                </a:extLst>
              </p:cNvPr>
              <p:cNvSpPr/>
              <p:nvPr/>
            </p:nvSpPr>
            <p:spPr>
              <a:xfrm>
                <a:off x="377493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g3031">
                <a:extLst>
                  <a:ext uri="{FF2B5EF4-FFF2-40B4-BE49-F238E27FC236}">
                    <a16:creationId xmlns:a16="http://schemas.microsoft.com/office/drawing/2014/main" id="{F6BCDB70-1134-6F49-2FF2-1C2742F71C17}"/>
                  </a:ext>
                </a:extLst>
              </p:cNvPr>
              <p:cNvSpPr/>
              <p:nvPr/>
            </p:nvSpPr>
            <p:spPr>
              <a:xfrm>
                <a:off x="378657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g3032">
                <a:extLst>
                  <a:ext uri="{FF2B5EF4-FFF2-40B4-BE49-F238E27FC236}">
                    <a16:creationId xmlns:a16="http://schemas.microsoft.com/office/drawing/2014/main" id="{C0C6CB4E-36D8-FACD-8034-2D608071A712}"/>
                  </a:ext>
                </a:extLst>
              </p:cNvPr>
              <p:cNvSpPr/>
              <p:nvPr/>
            </p:nvSpPr>
            <p:spPr>
              <a:xfrm>
                <a:off x="436844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g3033">
                <a:extLst>
                  <a:ext uri="{FF2B5EF4-FFF2-40B4-BE49-F238E27FC236}">
                    <a16:creationId xmlns:a16="http://schemas.microsoft.com/office/drawing/2014/main" id="{C3C996AD-0AF6-DB1C-74EB-CD137CC24FA6}"/>
                  </a:ext>
                </a:extLst>
              </p:cNvPr>
              <p:cNvSpPr/>
              <p:nvPr/>
            </p:nvSpPr>
            <p:spPr>
              <a:xfrm>
                <a:off x="438008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g3034">
                <a:extLst>
                  <a:ext uri="{FF2B5EF4-FFF2-40B4-BE49-F238E27FC236}">
                    <a16:creationId xmlns:a16="http://schemas.microsoft.com/office/drawing/2014/main" id="{584E99F1-29C6-875A-A791-A7ECC0460030}"/>
                  </a:ext>
                </a:extLst>
              </p:cNvPr>
              <p:cNvSpPr/>
              <p:nvPr/>
            </p:nvSpPr>
            <p:spPr>
              <a:xfrm>
                <a:off x="439171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g3035">
                <a:extLst>
                  <a:ext uri="{FF2B5EF4-FFF2-40B4-BE49-F238E27FC236}">
                    <a16:creationId xmlns:a16="http://schemas.microsoft.com/office/drawing/2014/main" id="{E780ACC2-91F3-CF74-453D-5C2B23F125D1}"/>
                  </a:ext>
                </a:extLst>
              </p:cNvPr>
              <p:cNvSpPr/>
              <p:nvPr/>
            </p:nvSpPr>
            <p:spPr>
              <a:xfrm>
                <a:off x="440335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g3036">
                <a:extLst>
                  <a:ext uri="{FF2B5EF4-FFF2-40B4-BE49-F238E27FC236}">
                    <a16:creationId xmlns:a16="http://schemas.microsoft.com/office/drawing/2014/main" id="{AA96CA16-4D30-2AF1-4F52-89A876491FD3}"/>
                  </a:ext>
                </a:extLst>
              </p:cNvPr>
              <p:cNvSpPr/>
              <p:nvPr/>
            </p:nvSpPr>
            <p:spPr>
              <a:xfrm>
                <a:off x="441499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g3037">
                <a:extLst>
                  <a:ext uri="{FF2B5EF4-FFF2-40B4-BE49-F238E27FC236}">
                    <a16:creationId xmlns:a16="http://schemas.microsoft.com/office/drawing/2014/main" id="{E61BC2C9-008D-48F9-19DB-25503FF46334}"/>
                  </a:ext>
                </a:extLst>
              </p:cNvPr>
              <p:cNvSpPr/>
              <p:nvPr/>
            </p:nvSpPr>
            <p:spPr>
              <a:xfrm>
                <a:off x="442663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g3038">
                <a:extLst>
                  <a:ext uri="{FF2B5EF4-FFF2-40B4-BE49-F238E27FC236}">
                    <a16:creationId xmlns:a16="http://schemas.microsoft.com/office/drawing/2014/main" id="{AA04E739-A4F1-24FF-AFBC-5A5585664632}"/>
                  </a:ext>
                </a:extLst>
              </p:cNvPr>
              <p:cNvSpPr/>
              <p:nvPr/>
            </p:nvSpPr>
            <p:spPr>
              <a:xfrm>
                <a:off x="443826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g3039">
                <a:extLst>
                  <a:ext uri="{FF2B5EF4-FFF2-40B4-BE49-F238E27FC236}">
                    <a16:creationId xmlns:a16="http://schemas.microsoft.com/office/drawing/2014/main" id="{EA2B1601-2DBC-4BE7-5293-26BBD263007F}"/>
                  </a:ext>
                </a:extLst>
              </p:cNvPr>
              <p:cNvSpPr/>
              <p:nvPr/>
            </p:nvSpPr>
            <p:spPr>
              <a:xfrm>
                <a:off x="458955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g3040">
                <a:extLst>
                  <a:ext uri="{FF2B5EF4-FFF2-40B4-BE49-F238E27FC236}">
                    <a16:creationId xmlns:a16="http://schemas.microsoft.com/office/drawing/2014/main" id="{B4BA9885-BF69-8D04-AF22-76F4F87ED1AF}"/>
                  </a:ext>
                </a:extLst>
              </p:cNvPr>
              <p:cNvSpPr/>
              <p:nvPr/>
            </p:nvSpPr>
            <p:spPr>
              <a:xfrm>
                <a:off x="460119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g3041">
                <a:extLst>
                  <a:ext uri="{FF2B5EF4-FFF2-40B4-BE49-F238E27FC236}">
                    <a16:creationId xmlns:a16="http://schemas.microsoft.com/office/drawing/2014/main" id="{3A58DD80-9908-1DEE-34AD-2330031BC799}"/>
                  </a:ext>
                </a:extLst>
              </p:cNvPr>
              <p:cNvSpPr/>
              <p:nvPr/>
            </p:nvSpPr>
            <p:spPr>
              <a:xfrm>
                <a:off x="461282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g3042">
                <a:extLst>
                  <a:ext uri="{FF2B5EF4-FFF2-40B4-BE49-F238E27FC236}">
                    <a16:creationId xmlns:a16="http://schemas.microsoft.com/office/drawing/2014/main" id="{03781531-C360-37CA-3938-6D9AB1C4E1A1}"/>
                  </a:ext>
                </a:extLst>
              </p:cNvPr>
              <p:cNvSpPr/>
              <p:nvPr/>
            </p:nvSpPr>
            <p:spPr>
              <a:xfrm>
                <a:off x="462446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g3043">
                <a:extLst>
                  <a:ext uri="{FF2B5EF4-FFF2-40B4-BE49-F238E27FC236}">
                    <a16:creationId xmlns:a16="http://schemas.microsoft.com/office/drawing/2014/main" id="{34764B43-4973-E585-0141-7F63596C1C95}"/>
                  </a:ext>
                </a:extLst>
              </p:cNvPr>
              <p:cNvSpPr/>
              <p:nvPr/>
            </p:nvSpPr>
            <p:spPr>
              <a:xfrm>
                <a:off x="463610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g3044">
                <a:extLst>
                  <a:ext uri="{FF2B5EF4-FFF2-40B4-BE49-F238E27FC236}">
                    <a16:creationId xmlns:a16="http://schemas.microsoft.com/office/drawing/2014/main" id="{4D0125A5-03A1-03BE-C521-5AD309CDF802}"/>
                  </a:ext>
                </a:extLst>
              </p:cNvPr>
              <p:cNvSpPr/>
              <p:nvPr/>
            </p:nvSpPr>
            <p:spPr>
              <a:xfrm>
                <a:off x="308833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g3045">
                <a:extLst>
                  <a:ext uri="{FF2B5EF4-FFF2-40B4-BE49-F238E27FC236}">
                    <a16:creationId xmlns:a16="http://schemas.microsoft.com/office/drawing/2014/main" id="{7FAC3D3D-C4EE-0B0E-CF92-3DBF18A55C9F}"/>
                  </a:ext>
                </a:extLst>
              </p:cNvPr>
              <p:cNvSpPr/>
              <p:nvPr/>
            </p:nvSpPr>
            <p:spPr>
              <a:xfrm>
                <a:off x="309997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g3046">
                <a:extLst>
                  <a:ext uri="{FF2B5EF4-FFF2-40B4-BE49-F238E27FC236}">
                    <a16:creationId xmlns:a16="http://schemas.microsoft.com/office/drawing/2014/main" id="{2AFD7AD2-3D0B-88ED-73E0-57DE3F7BBEFB}"/>
                  </a:ext>
                </a:extLst>
              </p:cNvPr>
              <p:cNvSpPr/>
              <p:nvPr/>
            </p:nvSpPr>
            <p:spPr>
              <a:xfrm>
                <a:off x="311161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g3047">
                <a:extLst>
                  <a:ext uri="{FF2B5EF4-FFF2-40B4-BE49-F238E27FC236}">
                    <a16:creationId xmlns:a16="http://schemas.microsoft.com/office/drawing/2014/main" id="{F6C8B3C6-3F69-24F8-864E-387226F0D890}"/>
                  </a:ext>
                </a:extLst>
              </p:cNvPr>
              <p:cNvSpPr/>
              <p:nvPr/>
            </p:nvSpPr>
            <p:spPr>
              <a:xfrm>
                <a:off x="312324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g3048">
                <a:extLst>
                  <a:ext uri="{FF2B5EF4-FFF2-40B4-BE49-F238E27FC236}">
                    <a16:creationId xmlns:a16="http://schemas.microsoft.com/office/drawing/2014/main" id="{0C0B6EBA-3C84-0C26-5BDA-24148F3E429F}"/>
                  </a:ext>
                </a:extLst>
              </p:cNvPr>
              <p:cNvSpPr/>
              <p:nvPr/>
            </p:nvSpPr>
            <p:spPr>
              <a:xfrm>
                <a:off x="313488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g3049">
                <a:extLst>
                  <a:ext uri="{FF2B5EF4-FFF2-40B4-BE49-F238E27FC236}">
                    <a16:creationId xmlns:a16="http://schemas.microsoft.com/office/drawing/2014/main" id="{8F2C09D6-AE4E-A935-B796-8497D18B6B2B}"/>
                  </a:ext>
                </a:extLst>
              </p:cNvPr>
              <p:cNvSpPr/>
              <p:nvPr/>
            </p:nvSpPr>
            <p:spPr>
              <a:xfrm>
                <a:off x="314652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g3050">
                <a:extLst>
                  <a:ext uri="{FF2B5EF4-FFF2-40B4-BE49-F238E27FC236}">
                    <a16:creationId xmlns:a16="http://schemas.microsoft.com/office/drawing/2014/main" id="{C9EE35E0-90CC-5E4D-072A-CCB93A020CDF}"/>
                  </a:ext>
                </a:extLst>
              </p:cNvPr>
              <p:cNvSpPr/>
              <p:nvPr/>
            </p:nvSpPr>
            <p:spPr>
              <a:xfrm>
                <a:off x="351891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g3051">
                <a:extLst>
                  <a:ext uri="{FF2B5EF4-FFF2-40B4-BE49-F238E27FC236}">
                    <a16:creationId xmlns:a16="http://schemas.microsoft.com/office/drawing/2014/main" id="{36569194-3C3B-534D-EE75-6AC15B4AC70B}"/>
                  </a:ext>
                </a:extLst>
              </p:cNvPr>
              <p:cNvSpPr/>
              <p:nvPr/>
            </p:nvSpPr>
            <p:spPr>
              <a:xfrm>
                <a:off x="353055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g3052">
                <a:extLst>
                  <a:ext uri="{FF2B5EF4-FFF2-40B4-BE49-F238E27FC236}">
                    <a16:creationId xmlns:a16="http://schemas.microsoft.com/office/drawing/2014/main" id="{E084001C-FBE2-F6F3-DD62-18107692AF15}"/>
                  </a:ext>
                </a:extLst>
              </p:cNvPr>
              <p:cNvSpPr/>
              <p:nvPr/>
            </p:nvSpPr>
            <p:spPr>
              <a:xfrm>
                <a:off x="354219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g3053">
                <a:extLst>
                  <a:ext uri="{FF2B5EF4-FFF2-40B4-BE49-F238E27FC236}">
                    <a16:creationId xmlns:a16="http://schemas.microsoft.com/office/drawing/2014/main" id="{F9A7843F-C0A4-7174-6640-2F2218B34DFF}"/>
                  </a:ext>
                </a:extLst>
              </p:cNvPr>
              <p:cNvSpPr/>
              <p:nvPr/>
            </p:nvSpPr>
            <p:spPr>
              <a:xfrm>
                <a:off x="355383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g3054">
                <a:extLst>
                  <a:ext uri="{FF2B5EF4-FFF2-40B4-BE49-F238E27FC236}">
                    <a16:creationId xmlns:a16="http://schemas.microsoft.com/office/drawing/2014/main" id="{3A67E460-0819-4A46-E18D-3A6835993A64}"/>
                  </a:ext>
                </a:extLst>
              </p:cNvPr>
              <p:cNvSpPr/>
              <p:nvPr/>
            </p:nvSpPr>
            <p:spPr>
              <a:xfrm>
                <a:off x="356546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g3055">
                <a:extLst>
                  <a:ext uri="{FF2B5EF4-FFF2-40B4-BE49-F238E27FC236}">
                    <a16:creationId xmlns:a16="http://schemas.microsoft.com/office/drawing/2014/main" id="{9F808EFB-FBAB-C249-7E27-2C93F96A1210}"/>
                  </a:ext>
                </a:extLst>
              </p:cNvPr>
              <p:cNvSpPr/>
              <p:nvPr/>
            </p:nvSpPr>
            <p:spPr>
              <a:xfrm>
                <a:off x="357710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g3056">
                <a:extLst>
                  <a:ext uri="{FF2B5EF4-FFF2-40B4-BE49-F238E27FC236}">
                    <a16:creationId xmlns:a16="http://schemas.microsoft.com/office/drawing/2014/main" id="{99CC7D16-A80B-E96A-1EA2-E3816E2548F6}"/>
                  </a:ext>
                </a:extLst>
              </p:cNvPr>
              <p:cNvSpPr/>
              <p:nvPr/>
            </p:nvSpPr>
            <p:spPr>
              <a:xfrm>
                <a:off x="358874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BF">
                  <a:alpha val="100000"/>
                </a:srgbClr>
              </a:solidFill>
              <a:ln w="5420" cap="flat">
                <a:solidFill>
                  <a:srgbClr val="91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g3057">
                <a:extLst>
                  <a:ext uri="{FF2B5EF4-FFF2-40B4-BE49-F238E27FC236}">
                    <a16:creationId xmlns:a16="http://schemas.microsoft.com/office/drawing/2014/main" id="{513D6C36-9237-EEFA-2A57-CDB1C6BDF7B9}"/>
                  </a:ext>
                </a:extLst>
              </p:cNvPr>
              <p:cNvSpPr/>
              <p:nvPr/>
            </p:nvSpPr>
            <p:spPr>
              <a:xfrm>
                <a:off x="360037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g3058">
                <a:extLst>
                  <a:ext uri="{FF2B5EF4-FFF2-40B4-BE49-F238E27FC236}">
                    <a16:creationId xmlns:a16="http://schemas.microsoft.com/office/drawing/2014/main" id="{8B739DA3-BE64-80AF-EAF2-69A3C59B1611}"/>
                  </a:ext>
                </a:extLst>
              </p:cNvPr>
              <p:cNvSpPr/>
              <p:nvPr/>
            </p:nvSpPr>
            <p:spPr>
              <a:xfrm>
                <a:off x="361201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g3059">
                <a:extLst>
                  <a:ext uri="{FF2B5EF4-FFF2-40B4-BE49-F238E27FC236}">
                    <a16:creationId xmlns:a16="http://schemas.microsoft.com/office/drawing/2014/main" id="{66ADBD6E-2A9F-E64A-65AF-039AD20634E4}"/>
                  </a:ext>
                </a:extLst>
              </p:cNvPr>
              <p:cNvSpPr/>
              <p:nvPr/>
            </p:nvSpPr>
            <p:spPr>
              <a:xfrm>
                <a:off x="362365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g3060">
                <a:extLst>
                  <a:ext uri="{FF2B5EF4-FFF2-40B4-BE49-F238E27FC236}">
                    <a16:creationId xmlns:a16="http://schemas.microsoft.com/office/drawing/2014/main" id="{19670BC7-45A5-59AA-6BBD-B9EB1F10F324}"/>
                  </a:ext>
                </a:extLst>
              </p:cNvPr>
              <p:cNvSpPr/>
              <p:nvPr/>
            </p:nvSpPr>
            <p:spPr>
              <a:xfrm>
                <a:off x="363529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g3061">
                <a:extLst>
                  <a:ext uri="{FF2B5EF4-FFF2-40B4-BE49-F238E27FC236}">
                    <a16:creationId xmlns:a16="http://schemas.microsoft.com/office/drawing/2014/main" id="{CDD11B68-5115-096E-7BD9-BE70D77A7E95}"/>
                  </a:ext>
                </a:extLst>
              </p:cNvPr>
              <p:cNvSpPr/>
              <p:nvPr/>
            </p:nvSpPr>
            <p:spPr>
              <a:xfrm>
                <a:off x="364692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g3062">
                <a:extLst>
                  <a:ext uri="{FF2B5EF4-FFF2-40B4-BE49-F238E27FC236}">
                    <a16:creationId xmlns:a16="http://schemas.microsoft.com/office/drawing/2014/main" id="{3F5168A8-9B3A-10A8-0C34-FC5048351D30}"/>
                  </a:ext>
                </a:extLst>
              </p:cNvPr>
              <p:cNvSpPr/>
              <p:nvPr/>
            </p:nvSpPr>
            <p:spPr>
              <a:xfrm>
                <a:off x="365856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g3063">
                <a:extLst>
                  <a:ext uri="{FF2B5EF4-FFF2-40B4-BE49-F238E27FC236}">
                    <a16:creationId xmlns:a16="http://schemas.microsoft.com/office/drawing/2014/main" id="{0EBBBF1B-F2B7-69C6-516E-0DB5E8FE32E1}"/>
                  </a:ext>
                </a:extLst>
              </p:cNvPr>
              <p:cNvSpPr/>
              <p:nvPr/>
            </p:nvSpPr>
            <p:spPr>
              <a:xfrm>
                <a:off x="367020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g3064">
                <a:extLst>
                  <a:ext uri="{FF2B5EF4-FFF2-40B4-BE49-F238E27FC236}">
                    <a16:creationId xmlns:a16="http://schemas.microsoft.com/office/drawing/2014/main" id="{C3E2026C-A1BA-5AD9-95E9-4B7EEDCA6D37}"/>
                  </a:ext>
                </a:extLst>
              </p:cNvPr>
              <p:cNvSpPr/>
              <p:nvPr/>
            </p:nvSpPr>
            <p:spPr>
              <a:xfrm>
                <a:off x="368184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g3065">
                <a:extLst>
                  <a:ext uri="{FF2B5EF4-FFF2-40B4-BE49-F238E27FC236}">
                    <a16:creationId xmlns:a16="http://schemas.microsoft.com/office/drawing/2014/main" id="{24B4B7C8-7D24-46B1-17B4-F6FBBF82D85C}"/>
                  </a:ext>
                </a:extLst>
              </p:cNvPr>
              <p:cNvSpPr/>
              <p:nvPr/>
            </p:nvSpPr>
            <p:spPr>
              <a:xfrm>
                <a:off x="369347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g3066">
                <a:extLst>
                  <a:ext uri="{FF2B5EF4-FFF2-40B4-BE49-F238E27FC236}">
                    <a16:creationId xmlns:a16="http://schemas.microsoft.com/office/drawing/2014/main" id="{1418D753-D1B8-429A-0557-C57F395B0B38}"/>
                  </a:ext>
                </a:extLst>
              </p:cNvPr>
              <p:cNvSpPr/>
              <p:nvPr/>
            </p:nvSpPr>
            <p:spPr>
              <a:xfrm>
                <a:off x="370511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g3067">
                <a:extLst>
                  <a:ext uri="{FF2B5EF4-FFF2-40B4-BE49-F238E27FC236}">
                    <a16:creationId xmlns:a16="http://schemas.microsoft.com/office/drawing/2014/main" id="{441C2B89-0A1C-974E-1383-FECDE1804B2A}"/>
                  </a:ext>
                </a:extLst>
              </p:cNvPr>
              <p:cNvSpPr/>
              <p:nvPr/>
            </p:nvSpPr>
            <p:spPr>
              <a:xfrm>
                <a:off x="371675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g3068">
                <a:extLst>
                  <a:ext uri="{FF2B5EF4-FFF2-40B4-BE49-F238E27FC236}">
                    <a16:creationId xmlns:a16="http://schemas.microsoft.com/office/drawing/2014/main" id="{D7EA6319-0945-06AD-0283-431C505C977C}"/>
                  </a:ext>
                </a:extLst>
              </p:cNvPr>
              <p:cNvSpPr/>
              <p:nvPr/>
            </p:nvSpPr>
            <p:spPr>
              <a:xfrm>
                <a:off x="372839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DC0">
                  <a:alpha val="100000"/>
                </a:srgbClr>
              </a:solidFill>
              <a:ln w="5420" cap="flat">
                <a:solidFill>
                  <a:srgbClr val="92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g3069">
                <a:extLst>
                  <a:ext uri="{FF2B5EF4-FFF2-40B4-BE49-F238E27FC236}">
                    <a16:creationId xmlns:a16="http://schemas.microsoft.com/office/drawing/2014/main" id="{55F3C685-22F9-2585-9C13-E40F6B5B08DF}"/>
                  </a:ext>
                </a:extLst>
              </p:cNvPr>
              <p:cNvSpPr/>
              <p:nvPr/>
            </p:nvSpPr>
            <p:spPr>
              <a:xfrm>
                <a:off x="374002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g3070">
                <a:extLst>
                  <a:ext uri="{FF2B5EF4-FFF2-40B4-BE49-F238E27FC236}">
                    <a16:creationId xmlns:a16="http://schemas.microsoft.com/office/drawing/2014/main" id="{1B863F38-6B1D-E02C-62E8-F1EA8FC5B0D9}"/>
                  </a:ext>
                </a:extLst>
              </p:cNvPr>
              <p:cNvSpPr/>
              <p:nvPr/>
            </p:nvSpPr>
            <p:spPr>
              <a:xfrm>
                <a:off x="375166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3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g3071">
                <a:extLst>
                  <a:ext uri="{FF2B5EF4-FFF2-40B4-BE49-F238E27FC236}">
                    <a16:creationId xmlns:a16="http://schemas.microsoft.com/office/drawing/2014/main" id="{F45D11ED-8D59-A03C-A5C0-6CB36646F9A5}"/>
                  </a:ext>
                </a:extLst>
              </p:cNvPr>
              <p:cNvSpPr/>
              <p:nvPr/>
            </p:nvSpPr>
            <p:spPr>
              <a:xfrm>
                <a:off x="376330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g3072">
                <a:extLst>
                  <a:ext uri="{FF2B5EF4-FFF2-40B4-BE49-F238E27FC236}">
                    <a16:creationId xmlns:a16="http://schemas.microsoft.com/office/drawing/2014/main" id="{48992132-A661-C2E7-DAAC-DFA21AE3CAD0}"/>
                  </a:ext>
                </a:extLst>
              </p:cNvPr>
              <p:cNvSpPr/>
              <p:nvPr/>
            </p:nvSpPr>
            <p:spPr>
              <a:xfrm>
                <a:off x="377493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g3073">
                <a:extLst>
                  <a:ext uri="{FF2B5EF4-FFF2-40B4-BE49-F238E27FC236}">
                    <a16:creationId xmlns:a16="http://schemas.microsoft.com/office/drawing/2014/main" id="{20D75C5C-72F1-AFE6-B9D0-BE3F7EEF9CD8}"/>
                  </a:ext>
                </a:extLst>
              </p:cNvPr>
              <p:cNvSpPr/>
              <p:nvPr/>
            </p:nvSpPr>
            <p:spPr>
              <a:xfrm>
                <a:off x="378657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g3074">
                <a:extLst>
                  <a:ext uri="{FF2B5EF4-FFF2-40B4-BE49-F238E27FC236}">
                    <a16:creationId xmlns:a16="http://schemas.microsoft.com/office/drawing/2014/main" id="{010DA4A9-D672-293B-860B-181B5F4BB7FF}"/>
                  </a:ext>
                </a:extLst>
              </p:cNvPr>
              <p:cNvSpPr/>
              <p:nvPr/>
            </p:nvSpPr>
            <p:spPr>
              <a:xfrm>
                <a:off x="438008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g3075">
                <a:extLst>
                  <a:ext uri="{FF2B5EF4-FFF2-40B4-BE49-F238E27FC236}">
                    <a16:creationId xmlns:a16="http://schemas.microsoft.com/office/drawing/2014/main" id="{E63A8CE1-6167-3B96-C84F-B67098D36994}"/>
                  </a:ext>
                </a:extLst>
              </p:cNvPr>
              <p:cNvSpPr/>
              <p:nvPr/>
            </p:nvSpPr>
            <p:spPr>
              <a:xfrm>
                <a:off x="439171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g3076">
                <a:extLst>
                  <a:ext uri="{FF2B5EF4-FFF2-40B4-BE49-F238E27FC236}">
                    <a16:creationId xmlns:a16="http://schemas.microsoft.com/office/drawing/2014/main" id="{8FF63437-9998-7F05-430A-B2448BADF3A0}"/>
                  </a:ext>
                </a:extLst>
              </p:cNvPr>
              <p:cNvSpPr/>
              <p:nvPr/>
            </p:nvSpPr>
            <p:spPr>
              <a:xfrm>
                <a:off x="440335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g3077">
                <a:extLst>
                  <a:ext uri="{FF2B5EF4-FFF2-40B4-BE49-F238E27FC236}">
                    <a16:creationId xmlns:a16="http://schemas.microsoft.com/office/drawing/2014/main" id="{9F3802D5-E086-A7A9-26E2-DD90D53C8677}"/>
                  </a:ext>
                </a:extLst>
              </p:cNvPr>
              <p:cNvSpPr/>
              <p:nvPr/>
            </p:nvSpPr>
            <p:spPr>
              <a:xfrm>
                <a:off x="441499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g3078">
                <a:extLst>
                  <a:ext uri="{FF2B5EF4-FFF2-40B4-BE49-F238E27FC236}">
                    <a16:creationId xmlns:a16="http://schemas.microsoft.com/office/drawing/2014/main" id="{366E5FF5-369D-6D31-F832-F10BE74E9912}"/>
                  </a:ext>
                </a:extLst>
              </p:cNvPr>
              <p:cNvSpPr/>
              <p:nvPr/>
            </p:nvSpPr>
            <p:spPr>
              <a:xfrm>
                <a:off x="442663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g3079">
                <a:extLst>
                  <a:ext uri="{FF2B5EF4-FFF2-40B4-BE49-F238E27FC236}">
                    <a16:creationId xmlns:a16="http://schemas.microsoft.com/office/drawing/2014/main" id="{78833A26-5639-6DE4-4622-EE5B2D9A86CB}"/>
                  </a:ext>
                </a:extLst>
              </p:cNvPr>
              <p:cNvSpPr/>
              <p:nvPr/>
            </p:nvSpPr>
            <p:spPr>
              <a:xfrm>
                <a:off x="443826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g3080">
                <a:extLst>
                  <a:ext uri="{FF2B5EF4-FFF2-40B4-BE49-F238E27FC236}">
                    <a16:creationId xmlns:a16="http://schemas.microsoft.com/office/drawing/2014/main" id="{6A77C4BF-B6BA-88C7-0A05-C21C38587544}"/>
                  </a:ext>
                </a:extLst>
              </p:cNvPr>
              <p:cNvSpPr/>
              <p:nvPr/>
            </p:nvSpPr>
            <p:spPr>
              <a:xfrm>
                <a:off x="444990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g3081">
                <a:extLst>
                  <a:ext uri="{FF2B5EF4-FFF2-40B4-BE49-F238E27FC236}">
                    <a16:creationId xmlns:a16="http://schemas.microsoft.com/office/drawing/2014/main" id="{61D7E4D3-517A-EDF8-A0FE-817B71314EA5}"/>
                  </a:ext>
                </a:extLst>
              </p:cNvPr>
              <p:cNvSpPr/>
              <p:nvPr/>
            </p:nvSpPr>
            <p:spPr>
              <a:xfrm>
                <a:off x="460119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g3082">
                <a:extLst>
                  <a:ext uri="{FF2B5EF4-FFF2-40B4-BE49-F238E27FC236}">
                    <a16:creationId xmlns:a16="http://schemas.microsoft.com/office/drawing/2014/main" id="{90F46A84-AFD5-ADAA-ABFD-495ECD6D90FC}"/>
                  </a:ext>
                </a:extLst>
              </p:cNvPr>
              <p:cNvSpPr/>
              <p:nvPr/>
            </p:nvSpPr>
            <p:spPr>
              <a:xfrm>
                <a:off x="461282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g3083">
                <a:extLst>
                  <a:ext uri="{FF2B5EF4-FFF2-40B4-BE49-F238E27FC236}">
                    <a16:creationId xmlns:a16="http://schemas.microsoft.com/office/drawing/2014/main" id="{6131CB61-7130-FC45-41C6-DBE4B4F7EF4C}"/>
                  </a:ext>
                </a:extLst>
              </p:cNvPr>
              <p:cNvSpPr/>
              <p:nvPr/>
            </p:nvSpPr>
            <p:spPr>
              <a:xfrm>
                <a:off x="462446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g3084">
                <a:extLst>
                  <a:ext uri="{FF2B5EF4-FFF2-40B4-BE49-F238E27FC236}">
                    <a16:creationId xmlns:a16="http://schemas.microsoft.com/office/drawing/2014/main" id="{F900890D-C3FF-FD8A-50DC-56C919F2AA1E}"/>
                  </a:ext>
                </a:extLst>
              </p:cNvPr>
              <p:cNvSpPr/>
              <p:nvPr/>
            </p:nvSpPr>
            <p:spPr>
              <a:xfrm>
                <a:off x="463610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g3085">
                <a:extLst>
                  <a:ext uri="{FF2B5EF4-FFF2-40B4-BE49-F238E27FC236}">
                    <a16:creationId xmlns:a16="http://schemas.microsoft.com/office/drawing/2014/main" id="{4599967D-972B-808C-A34E-EDAA757AAF15}"/>
                  </a:ext>
                </a:extLst>
              </p:cNvPr>
              <p:cNvSpPr/>
              <p:nvPr/>
            </p:nvSpPr>
            <p:spPr>
              <a:xfrm>
                <a:off x="464773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g3086">
                <a:extLst>
                  <a:ext uri="{FF2B5EF4-FFF2-40B4-BE49-F238E27FC236}">
                    <a16:creationId xmlns:a16="http://schemas.microsoft.com/office/drawing/2014/main" id="{C0ED8D02-5C73-06B7-8E6A-850F99675288}"/>
                  </a:ext>
                </a:extLst>
              </p:cNvPr>
              <p:cNvSpPr/>
              <p:nvPr/>
            </p:nvSpPr>
            <p:spPr>
              <a:xfrm>
                <a:off x="306506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g3087">
                <a:extLst>
                  <a:ext uri="{FF2B5EF4-FFF2-40B4-BE49-F238E27FC236}">
                    <a16:creationId xmlns:a16="http://schemas.microsoft.com/office/drawing/2014/main" id="{8230F1F0-EE39-2762-053B-B5751B3C6C7F}"/>
                  </a:ext>
                </a:extLst>
              </p:cNvPr>
              <p:cNvSpPr/>
              <p:nvPr/>
            </p:nvSpPr>
            <p:spPr>
              <a:xfrm>
                <a:off x="307669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g3088">
                <a:extLst>
                  <a:ext uri="{FF2B5EF4-FFF2-40B4-BE49-F238E27FC236}">
                    <a16:creationId xmlns:a16="http://schemas.microsoft.com/office/drawing/2014/main" id="{4E41AA43-B005-1A6E-FCC4-E9FE0AA199AE}"/>
                  </a:ext>
                </a:extLst>
              </p:cNvPr>
              <p:cNvSpPr/>
              <p:nvPr/>
            </p:nvSpPr>
            <p:spPr>
              <a:xfrm>
                <a:off x="308833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g3089">
                <a:extLst>
                  <a:ext uri="{FF2B5EF4-FFF2-40B4-BE49-F238E27FC236}">
                    <a16:creationId xmlns:a16="http://schemas.microsoft.com/office/drawing/2014/main" id="{516D348B-8ADB-62D0-5563-44185D8A3912}"/>
                  </a:ext>
                </a:extLst>
              </p:cNvPr>
              <p:cNvSpPr/>
              <p:nvPr/>
            </p:nvSpPr>
            <p:spPr>
              <a:xfrm>
                <a:off x="309997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g3090">
                <a:extLst>
                  <a:ext uri="{FF2B5EF4-FFF2-40B4-BE49-F238E27FC236}">
                    <a16:creationId xmlns:a16="http://schemas.microsoft.com/office/drawing/2014/main" id="{D4C23463-C44B-AED0-43E2-99FC374AC21F}"/>
                  </a:ext>
                </a:extLst>
              </p:cNvPr>
              <p:cNvSpPr/>
              <p:nvPr/>
            </p:nvSpPr>
            <p:spPr>
              <a:xfrm>
                <a:off x="311161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DC0">
                  <a:alpha val="100000"/>
                </a:srgbClr>
              </a:solidFill>
              <a:ln w="5420" cap="flat">
                <a:solidFill>
                  <a:srgbClr val="92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g3091">
                <a:extLst>
                  <a:ext uri="{FF2B5EF4-FFF2-40B4-BE49-F238E27FC236}">
                    <a16:creationId xmlns:a16="http://schemas.microsoft.com/office/drawing/2014/main" id="{61D949E8-6095-1AA3-B334-168D5BDBDCB6}"/>
                  </a:ext>
                </a:extLst>
              </p:cNvPr>
              <p:cNvSpPr/>
              <p:nvPr/>
            </p:nvSpPr>
            <p:spPr>
              <a:xfrm>
                <a:off x="312324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g3092">
                <a:extLst>
                  <a:ext uri="{FF2B5EF4-FFF2-40B4-BE49-F238E27FC236}">
                    <a16:creationId xmlns:a16="http://schemas.microsoft.com/office/drawing/2014/main" id="{677C0CA1-CE12-4C3A-0AAC-78BB37EB5DAF}"/>
                  </a:ext>
                </a:extLst>
              </p:cNvPr>
              <p:cNvSpPr/>
              <p:nvPr/>
            </p:nvSpPr>
            <p:spPr>
              <a:xfrm>
                <a:off x="313488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g3093">
                <a:extLst>
                  <a:ext uri="{FF2B5EF4-FFF2-40B4-BE49-F238E27FC236}">
                    <a16:creationId xmlns:a16="http://schemas.microsoft.com/office/drawing/2014/main" id="{93A0BA6D-148D-C313-6935-1A13029D46C9}"/>
                  </a:ext>
                </a:extLst>
              </p:cNvPr>
              <p:cNvSpPr/>
              <p:nvPr/>
            </p:nvSpPr>
            <p:spPr>
              <a:xfrm>
                <a:off x="3542193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g3094">
                <a:extLst>
                  <a:ext uri="{FF2B5EF4-FFF2-40B4-BE49-F238E27FC236}">
                    <a16:creationId xmlns:a16="http://schemas.microsoft.com/office/drawing/2014/main" id="{B9B819DC-544A-57B8-6307-C48FD0B8C150}"/>
                  </a:ext>
                </a:extLst>
              </p:cNvPr>
              <p:cNvSpPr/>
              <p:nvPr/>
            </p:nvSpPr>
            <p:spPr>
              <a:xfrm>
                <a:off x="355383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g3095">
                <a:extLst>
                  <a:ext uri="{FF2B5EF4-FFF2-40B4-BE49-F238E27FC236}">
                    <a16:creationId xmlns:a16="http://schemas.microsoft.com/office/drawing/2014/main" id="{5559FE25-4906-A62C-00A6-D8B3B7849E70}"/>
                  </a:ext>
                </a:extLst>
              </p:cNvPr>
              <p:cNvSpPr/>
              <p:nvPr/>
            </p:nvSpPr>
            <p:spPr>
              <a:xfrm>
                <a:off x="356546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g3096">
                <a:extLst>
                  <a:ext uri="{FF2B5EF4-FFF2-40B4-BE49-F238E27FC236}">
                    <a16:creationId xmlns:a16="http://schemas.microsoft.com/office/drawing/2014/main" id="{BAE0B60D-FE61-4B8B-843A-2362C7C6ECE5}"/>
                  </a:ext>
                </a:extLst>
              </p:cNvPr>
              <p:cNvSpPr/>
              <p:nvPr/>
            </p:nvSpPr>
            <p:spPr>
              <a:xfrm>
                <a:off x="357710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g3097">
                <a:extLst>
                  <a:ext uri="{FF2B5EF4-FFF2-40B4-BE49-F238E27FC236}">
                    <a16:creationId xmlns:a16="http://schemas.microsoft.com/office/drawing/2014/main" id="{DAC0AC9C-99B1-EEEF-9E85-C4D93C012A9D}"/>
                  </a:ext>
                </a:extLst>
              </p:cNvPr>
              <p:cNvSpPr/>
              <p:nvPr/>
            </p:nvSpPr>
            <p:spPr>
              <a:xfrm>
                <a:off x="358874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g3098">
                <a:extLst>
                  <a:ext uri="{FF2B5EF4-FFF2-40B4-BE49-F238E27FC236}">
                    <a16:creationId xmlns:a16="http://schemas.microsoft.com/office/drawing/2014/main" id="{6E039536-0F2E-02C5-835F-69510B82749F}"/>
                  </a:ext>
                </a:extLst>
              </p:cNvPr>
              <p:cNvSpPr/>
              <p:nvPr/>
            </p:nvSpPr>
            <p:spPr>
              <a:xfrm>
                <a:off x="360037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g3099">
                <a:extLst>
                  <a:ext uri="{FF2B5EF4-FFF2-40B4-BE49-F238E27FC236}">
                    <a16:creationId xmlns:a16="http://schemas.microsoft.com/office/drawing/2014/main" id="{B38BFA08-EBC5-C16A-2025-472B2E2A376C}"/>
                  </a:ext>
                </a:extLst>
              </p:cNvPr>
              <p:cNvSpPr/>
              <p:nvPr/>
            </p:nvSpPr>
            <p:spPr>
              <a:xfrm>
                <a:off x="361201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g3100">
                <a:extLst>
                  <a:ext uri="{FF2B5EF4-FFF2-40B4-BE49-F238E27FC236}">
                    <a16:creationId xmlns:a16="http://schemas.microsoft.com/office/drawing/2014/main" id="{AAEC54C5-7C0E-395E-DF21-A678BB319326}"/>
                  </a:ext>
                </a:extLst>
              </p:cNvPr>
              <p:cNvSpPr/>
              <p:nvPr/>
            </p:nvSpPr>
            <p:spPr>
              <a:xfrm>
                <a:off x="362365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g3101">
                <a:extLst>
                  <a:ext uri="{FF2B5EF4-FFF2-40B4-BE49-F238E27FC236}">
                    <a16:creationId xmlns:a16="http://schemas.microsoft.com/office/drawing/2014/main" id="{6F47986A-C961-9651-FFB6-B53A920D26B6}"/>
                  </a:ext>
                </a:extLst>
              </p:cNvPr>
              <p:cNvSpPr/>
              <p:nvPr/>
            </p:nvSpPr>
            <p:spPr>
              <a:xfrm>
                <a:off x="363529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g3102">
                <a:extLst>
                  <a:ext uri="{FF2B5EF4-FFF2-40B4-BE49-F238E27FC236}">
                    <a16:creationId xmlns:a16="http://schemas.microsoft.com/office/drawing/2014/main" id="{7492236E-675C-3C2D-CCEA-20E1B37D0AFD}"/>
                  </a:ext>
                </a:extLst>
              </p:cNvPr>
              <p:cNvSpPr/>
              <p:nvPr/>
            </p:nvSpPr>
            <p:spPr>
              <a:xfrm>
                <a:off x="3646928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g3103">
                <a:extLst>
                  <a:ext uri="{FF2B5EF4-FFF2-40B4-BE49-F238E27FC236}">
                    <a16:creationId xmlns:a16="http://schemas.microsoft.com/office/drawing/2014/main" id="{61CE4047-F518-B3F5-CA73-151A8510E9F1}"/>
                  </a:ext>
                </a:extLst>
              </p:cNvPr>
              <p:cNvSpPr/>
              <p:nvPr/>
            </p:nvSpPr>
            <p:spPr>
              <a:xfrm>
                <a:off x="365856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g3104">
                <a:extLst>
                  <a:ext uri="{FF2B5EF4-FFF2-40B4-BE49-F238E27FC236}">
                    <a16:creationId xmlns:a16="http://schemas.microsoft.com/office/drawing/2014/main" id="{D676C881-B0C4-8A7C-3039-19D2E81C775F}"/>
                  </a:ext>
                </a:extLst>
              </p:cNvPr>
              <p:cNvSpPr/>
              <p:nvPr/>
            </p:nvSpPr>
            <p:spPr>
              <a:xfrm>
                <a:off x="3670203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g3105">
                <a:extLst>
                  <a:ext uri="{FF2B5EF4-FFF2-40B4-BE49-F238E27FC236}">
                    <a16:creationId xmlns:a16="http://schemas.microsoft.com/office/drawing/2014/main" id="{739FC682-8130-9019-FBFA-136484D3C1DB}"/>
                  </a:ext>
                </a:extLst>
              </p:cNvPr>
              <p:cNvSpPr/>
              <p:nvPr/>
            </p:nvSpPr>
            <p:spPr>
              <a:xfrm>
                <a:off x="370511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g3106">
                <a:extLst>
                  <a:ext uri="{FF2B5EF4-FFF2-40B4-BE49-F238E27FC236}">
                    <a16:creationId xmlns:a16="http://schemas.microsoft.com/office/drawing/2014/main" id="{5EFF22D3-D2EF-0B75-0B57-7E11709854DE}"/>
                  </a:ext>
                </a:extLst>
              </p:cNvPr>
              <p:cNvSpPr/>
              <p:nvPr/>
            </p:nvSpPr>
            <p:spPr>
              <a:xfrm>
                <a:off x="371675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g3107">
                <a:extLst>
                  <a:ext uri="{FF2B5EF4-FFF2-40B4-BE49-F238E27FC236}">
                    <a16:creationId xmlns:a16="http://schemas.microsoft.com/office/drawing/2014/main" id="{13BCF226-5C93-0EC1-FFB4-2B3ED32583B2}"/>
                  </a:ext>
                </a:extLst>
              </p:cNvPr>
              <p:cNvSpPr/>
              <p:nvPr/>
            </p:nvSpPr>
            <p:spPr>
              <a:xfrm>
                <a:off x="372839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g3108">
                <a:extLst>
                  <a:ext uri="{FF2B5EF4-FFF2-40B4-BE49-F238E27FC236}">
                    <a16:creationId xmlns:a16="http://schemas.microsoft.com/office/drawing/2014/main" id="{8FCC30E8-035B-B5CC-5001-73A85FDC2D15}"/>
                  </a:ext>
                </a:extLst>
              </p:cNvPr>
              <p:cNvSpPr/>
              <p:nvPr/>
            </p:nvSpPr>
            <p:spPr>
              <a:xfrm>
                <a:off x="374002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g3109">
                <a:extLst>
                  <a:ext uri="{FF2B5EF4-FFF2-40B4-BE49-F238E27FC236}">
                    <a16:creationId xmlns:a16="http://schemas.microsoft.com/office/drawing/2014/main" id="{410CECDE-3A6E-1600-208C-1287EB6DB097}"/>
                  </a:ext>
                </a:extLst>
              </p:cNvPr>
              <p:cNvSpPr/>
              <p:nvPr/>
            </p:nvSpPr>
            <p:spPr>
              <a:xfrm>
                <a:off x="375166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g3110">
                <a:extLst>
                  <a:ext uri="{FF2B5EF4-FFF2-40B4-BE49-F238E27FC236}">
                    <a16:creationId xmlns:a16="http://schemas.microsoft.com/office/drawing/2014/main" id="{C52C61D7-B182-D028-EFAB-2B9459FC5CA5}"/>
                  </a:ext>
                </a:extLst>
              </p:cNvPr>
              <p:cNvSpPr/>
              <p:nvPr/>
            </p:nvSpPr>
            <p:spPr>
              <a:xfrm>
                <a:off x="376330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g3111">
                <a:extLst>
                  <a:ext uri="{FF2B5EF4-FFF2-40B4-BE49-F238E27FC236}">
                    <a16:creationId xmlns:a16="http://schemas.microsoft.com/office/drawing/2014/main" id="{AC0423FF-FDE5-EEB4-ADF2-03A2129EE3F4}"/>
                  </a:ext>
                </a:extLst>
              </p:cNvPr>
              <p:cNvSpPr/>
              <p:nvPr/>
            </p:nvSpPr>
            <p:spPr>
              <a:xfrm>
                <a:off x="377493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g3112">
                <a:extLst>
                  <a:ext uri="{FF2B5EF4-FFF2-40B4-BE49-F238E27FC236}">
                    <a16:creationId xmlns:a16="http://schemas.microsoft.com/office/drawing/2014/main" id="{A39FC3AD-255A-E444-EF40-4848A5E6DB47}"/>
                  </a:ext>
                </a:extLst>
              </p:cNvPr>
              <p:cNvSpPr/>
              <p:nvPr/>
            </p:nvSpPr>
            <p:spPr>
              <a:xfrm>
                <a:off x="378657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g3113">
                <a:extLst>
                  <a:ext uri="{FF2B5EF4-FFF2-40B4-BE49-F238E27FC236}">
                    <a16:creationId xmlns:a16="http://schemas.microsoft.com/office/drawing/2014/main" id="{ECC9E1AF-C47E-F38A-D82F-E049EEFE0ED7}"/>
                  </a:ext>
                </a:extLst>
              </p:cNvPr>
              <p:cNvSpPr/>
              <p:nvPr/>
            </p:nvSpPr>
            <p:spPr>
              <a:xfrm>
                <a:off x="440335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g3114">
                <a:extLst>
                  <a:ext uri="{FF2B5EF4-FFF2-40B4-BE49-F238E27FC236}">
                    <a16:creationId xmlns:a16="http://schemas.microsoft.com/office/drawing/2014/main" id="{C246753B-213D-2B50-B1EB-A06AFBC3B0E5}"/>
                  </a:ext>
                </a:extLst>
              </p:cNvPr>
              <p:cNvSpPr/>
              <p:nvPr/>
            </p:nvSpPr>
            <p:spPr>
              <a:xfrm>
                <a:off x="441499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g3115">
                <a:extLst>
                  <a:ext uri="{FF2B5EF4-FFF2-40B4-BE49-F238E27FC236}">
                    <a16:creationId xmlns:a16="http://schemas.microsoft.com/office/drawing/2014/main" id="{9A1850E8-A088-0882-4DDD-C09BEC025A71}"/>
                  </a:ext>
                </a:extLst>
              </p:cNvPr>
              <p:cNvSpPr/>
              <p:nvPr/>
            </p:nvSpPr>
            <p:spPr>
              <a:xfrm>
                <a:off x="442663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g3116">
                <a:extLst>
                  <a:ext uri="{FF2B5EF4-FFF2-40B4-BE49-F238E27FC236}">
                    <a16:creationId xmlns:a16="http://schemas.microsoft.com/office/drawing/2014/main" id="{95F35920-DAAD-3003-D7D0-33A14E9B2721}"/>
                  </a:ext>
                </a:extLst>
              </p:cNvPr>
              <p:cNvSpPr/>
              <p:nvPr/>
            </p:nvSpPr>
            <p:spPr>
              <a:xfrm>
                <a:off x="443826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g3117">
                <a:extLst>
                  <a:ext uri="{FF2B5EF4-FFF2-40B4-BE49-F238E27FC236}">
                    <a16:creationId xmlns:a16="http://schemas.microsoft.com/office/drawing/2014/main" id="{D0F5355A-EDBD-765C-3068-4AB60DC207FA}"/>
                  </a:ext>
                </a:extLst>
              </p:cNvPr>
              <p:cNvSpPr/>
              <p:nvPr/>
            </p:nvSpPr>
            <p:spPr>
              <a:xfrm>
                <a:off x="444990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g3118">
                <a:extLst>
                  <a:ext uri="{FF2B5EF4-FFF2-40B4-BE49-F238E27FC236}">
                    <a16:creationId xmlns:a16="http://schemas.microsoft.com/office/drawing/2014/main" id="{56A70459-AA9E-E066-3355-C32C63563208}"/>
                  </a:ext>
                </a:extLst>
              </p:cNvPr>
              <p:cNvSpPr/>
              <p:nvPr/>
            </p:nvSpPr>
            <p:spPr>
              <a:xfrm>
                <a:off x="446154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g3119">
                <a:extLst>
                  <a:ext uri="{FF2B5EF4-FFF2-40B4-BE49-F238E27FC236}">
                    <a16:creationId xmlns:a16="http://schemas.microsoft.com/office/drawing/2014/main" id="{87B5F833-BD81-4BA0-139A-36A3AEA01C88}"/>
                  </a:ext>
                </a:extLst>
              </p:cNvPr>
              <p:cNvSpPr/>
              <p:nvPr/>
            </p:nvSpPr>
            <p:spPr>
              <a:xfrm>
                <a:off x="460119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g3120">
                <a:extLst>
                  <a:ext uri="{FF2B5EF4-FFF2-40B4-BE49-F238E27FC236}">
                    <a16:creationId xmlns:a16="http://schemas.microsoft.com/office/drawing/2014/main" id="{831920F2-9D91-B5C1-5B5D-79B3AE4FC24D}"/>
                  </a:ext>
                </a:extLst>
              </p:cNvPr>
              <p:cNvSpPr/>
              <p:nvPr/>
            </p:nvSpPr>
            <p:spPr>
              <a:xfrm>
                <a:off x="461282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g3121">
                <a:extLst>
                  <a:ext uri="{FF2B5EF4-FFF2-40B4-BE49-F238E27FC236}">
                    <a16:creationId xmlns:a16="http://schemas.microsoft.com/office/drawing/2014/main" id="{547F8283-08DD-579B-1BC7-4477C83772AD}"/>
                  </a:ext>
                </a:extLst>
              </p:cNvPr>
              <p:cNvSpPr/>
              <p:nvPr/>
            </p:nvSpPr>
            <p:spPr>
              <a:xfrm>
                <a:off x="462446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g3122">
                <a:extLst>
                  <a:ext uri="{FF2B5EF4-FFF2-40B4-BE49-F238E27FC236}">
                    <a16:creationId xmlns:a16="http://schemas.microsoft.com/office/drawing/2014/main" id="{D1930298-25E3-4809-DA96-61560C83F772}"/>
                  </a:ext>
                </a:extLst>
              </p:cNvPr>
              <p:cNvSpPr/>
              <p:nvPr/>
            </p:nvSpPr>
            <p:spPr>
              <a:xfrm>
                <a:off x="463610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g3123">
                <a:extLst>
                  <a:ext uri="{FF2B5EF4-FFF2-40B4-BE49-F238E27FC236}">
                    <a16:creationId xmlns:a16="http://schemas.microsoft.com/office/drawing/2014/main" id="{77CD070E-5330-92DA-50B8-09A551BA3C87}"/>
                  </a:ext>
                </a:extLst>
              </p:cNvPr>
              <p:cNvSpPr/>
              <p:nvPr/>
            </p:nvSpPr>
            <p:spPr>
              <a:xfrm>
                <a:off x="464773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g3124">
                <a:extLst>
                  <a:ext uri="{FF2B5EF4-FFF2-40B4-BE49-F238E27FC236}">
                    <a16:creationId xmlns:a16="http://schemas.microsoft.com/office/drawing/2014/main" id="{4ADF56AB-762D-9471-76FB-57200934D5C1}"/>
                  </a:ext>
                </a:extLst>
              </p:cNvPr>
              <p:cNvSpPr/>
              <p:nvPr/>
            </p:nvSpPr>
            <p:spPr>
              <a:xfrm>
                <a:off x="465937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g3125">
                <a:extLst>
                  <a:ext uri="{FF2B5EF4-FFF2-40B4-BE49-F238E27FC236}">
                    <a16:creationId xmlns:a16="http://schemas.microsoft.com/office/drawing/2014/main" id="{A0A7D1FC-8CC1-11ED-5522-ABE7461AA91F}"/>
                  </a:ext>
                </a:extLst>
              </p:cNvPr>
              <p:cNvSpPr/>
              <p:nvPr/>
            </p:nvSpPr>
            <p:spPr>
              <a:xfrm>
                <a:off x="294868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g3126">
                <a:extLst>
                  <a:ext uri="{FF2B5EF4-FFF2-40B4-BE49-F238E27FC236}">
                    <a16:creationId xmlns:a16="http://schemas.microsoft.com/office/drawing/2014/main" id="{46F1D5E3-F161-912B-22C5-BCFAEF40442B}"/>
                  </a:ext>
                </a:extLst>
              </p:cNvPr>
              <p:cNvSpPr/>
              <p:nvPr/>
            </p:nvSpPr>
            <p:spPr>
              <a:xfrm>
                <a:off x="2960326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g3127">
                <a:extLst>
                  <a:ext uri="{FF2B5EF4-FFF2-40B4-BE49-F238E27FC236}">
                    <a16:creationId xmlns:a16="http://schemas.microsoft.com/office/drawing/2014/main" id="{D27038AC-EFF3-17EB-30AD-91220FAE1673}"/>
                  </a:ext>
                </a:extLst>
              </p:cNvPr>
              <p:cNvSpPr/>
              <p:nvPr/>
            </p:nvSpPr>
            <p:spPr>
              <a:xfrm>
                <a:off x="2971963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g3128">
                <a:extLst>
                  <a:ext uri="{FF2B5EF4-FFF2-40B4-BE49-F238E27FC236}">
                    <a16:creationId xmlns:a16="http://schemas.microsoft.com/office/drawing/2014/main" id="{674BC6BC-D305-A8F5-9B89-BBBEDF160F6B}"/>
                  </a:ext>
                </a:extLst>
              </p:cNvPr>
              <p:cNvSpPr/>
              <p:nvPr/>
            </p:nvSpPr>
            <p:spPr>
              <a:xfrm>
                <a:off x="298360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g3129">
                <a:extLst>
                  <a:ext uri="{FF2B5EF4-FFF2-40B4-BE49-F238E27FC236}">
                    <a16:creationId xmlns:a16="http://schemas.microsoft.com/office/drawing/2014/main" id="{DC0463ED-3FF8-D89F-787A-D97BB58B321C}"/>
                  </a:ext>
                </a:extLst>
              </p:cNvPr>
              <p:cNvSpPr/>
              <p:nvPr/>
            </p:nvSpPr>
            <p:spPr>
              <a:xfrm>
                <a:off x="2995238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9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g3130">
                <a:extLst>
                  <a:ext uri="{FF2B5EF4-FFF2-40B4-BE49-F238E27FC236}">
                    <a16:creationId xmlns:a16="http://schemas.microsoft.com/office/drawing/2014/main" id="{CF300356-23F4-65E3-CB89-7ABC9DDAFAA9}"/>
                  </a:ext>
                </a:extLst>
              </p:cNvPr>
              <p:cNvSpPr/>
              <p:nvPr/>
            </p:nvSpPr>
            <p:spPr>
              <a:xfrm>
                <a:off x="3006875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g3131">
                <a:extLst>
                  <a:ext uri="{FF2B5EF4-FFF2-40B4-BE49-F238E27FC236}">
                    <a16:creationId xmlns:a16="http://schemas.microsoft.com/office/drawing/2014/main" id="{AFF614A8-CA1D-876E-416E-37F4E67F5F2F}"/>
                  </a:ext>
                </a:extLst>
              </p:cNvPr>
              <p:cNvSpPr/>
              <p:nvPr/>
            </p:nvSpPr>
            <p:spPr>
              <a:xfrm>
                <a:off x="304178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g3132">
                <a:extLst>
                  <a:ext uri="{FF2B5EF4-FFF2-40B4-BE49-F238E27FC236}">
                    <a16:creationId xmlns:a16="http://schemas.microsoft.com/office/drawing/2014/main" id="{75429BDE-9A57-2F47-46EA-CE2AC86D8B1E}"/>
                  </a:ext>
                </a:extLst>
              </p:cNvPr>
              <p:cNvSpPr/>
              <p:nvPr/>
            </p:nvSpPr>
            <p:spPr>
              <a:xfrm>
                <a:off x="3053425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g3133">
                <a:extLst>
                  <a:ext uri="{FF2B5EF4-FFF2-40B4-BE49-F238E27FC236}">
                    <a16:creationId xmlns:a16="http://schemas.microsoft.com/office/drawing/2014/main" id="{671A7EEE-B7B6-3633-2EC4-301650B2EE8D}"/>
                  </a:ext>
                </a:extLst>
              </p:cNvPr>
              <p:cNvSpPr/>
              <p:nvPr/>
            </p:nvSpPr>
            <p:spPr>
              <a:xfrm>
                <a:off x="306506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g3134">
                <a:extLst>
                  <a:ext uri="{FF2B5EF4-FFF2-40B4-BE49-F238E27FC236}">
                    <a16:creationId xmlns:a16="http://schemas.microsoft.com/office/drawing/2014/main" id="{151D7773-CE24-1CDA-4CB2-9A2C0DF1E609}"/>
                  </a:ext>
                </a:extLst>
              </p:cNvPr>
              <p:cNvSpPr/>
              <p:nvPr/>
            </p:nvSpPr>
            <p:spPr>
              <a:xfrm>
                <a:off x="307669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g3135">
                <a:extLst>
                  <a:ext uri="{FF2B5EF4-FFF2-40B4-BE49-F238E27FC236}">
                    <a16:creationId xmlns:a16="http://schemas.microsoft.com/office/drawing/2014/main" id="{42C3BE1F-7BF2-E9F7-8EAF-A8C632BE8BD6}"/>
                  </a:ext>
                </a:extLst>
              </p:cNvPr>
              <p:cNvSpPr/>
              <p:nvPr/>
            </p:nvSpPr>
            <p:spPr>
              <a:xfrm>
                <a:off x="308833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g3136">
                <a:extLst>
                  <a:ext uri="{FF2B5EF4-FFF2-40B4-BE49-F238E27FC236}">
                    <a16:creationId xmlns:a16="http://schemas.microsoft.com/office/drawing/2014/main" id="{D99F8C9A-A5B7-8514-7DD5-506C6FDE8295}"/>
                  </a:ext>
                </a:extLst>
              </p:cNvPr>
              <p:cNvSpPr/>
              <p:nvPr/>
            </p:nvSpPr>
            <p:spPr>
              <a:xfrm>
                <a:off x="309997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g3137">
                <a:extLst>
                  <a:ext uri="{FF2B5EF4-FFF2-40B4-BE49-F238E27FC236}">
                    <a16:creationId xmlns:a16="http://schemas.microsoft.com/office/drawing/2014/main" id="{C25DB747-2158-DA01-6C9E-EBF4AAE755A4}"/>
                  </a:ext>
                </a:extLst>
              </p:cNvPr>
              <p:cNvSpPr/>
              <p:nvPr/>
            </p:nvSpPr>
            <p:spPr>
              <a:xfrm>
                <a:off x="311161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g3138">
                <a:extLst>
                  <a:ext uri="{FF2B5EF4-FFF2-40B4-BE49-F238E27FC236}">
                    <a16:creationId xmlns:a16="http://schemas.microsoft.com/office/drawing/2014/main" id="{718F0C6F-5239-1368-19E3-20FAA5BA292E}"/>
                  </a:ext>
                </a:extLst>
              </p:cNvPr>
              <p:cNvSpPr/>
              <p:nvPr/>
            </p:nvSpPr>
            <p:spPr>
              <a:xfrm>
                <a:off x="312324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g3139">
                <a:extLst>
                  <a:ext uri="{FF2B5EF4-FFF2-40B4-BE49-F238E27FC236}">
                    <a16:creationId xmlns:a16="http://schemas.microsoft.com/office/drawing/2014/main" id="{4E8BD344-62A1-BA08-B76E-16B13CF802A4}"/>
                  </a:ext>
                </a:extLst>
              </p:cNvPr>
              <p:cNvSpPr/>
              <p:nvPr/>
            </p:nvSpPr>
            <p:spPr>
              <a:xfrm>
                <a:off x="363529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g3140">
                <a:extLst>
                  <a:ext uri="{FF2B5EF4-FFF2-40B4-BE49-F238E27FC236}">
                    <a16:creationId xmlns:a16="http://schemas.microsoft.com/office/drawing/2014/main" id="{25AC6259-81F9-AD1F-31C6-C1DE5B5AE6F9}"/>
                  </a:ext>
                </a:extLst>
              </p:cNvPr>
              <p:cNvSpPr/>
              <p:nvPr/>
            </p:nvSpPr>
            <p:spPr>
              <a:xfrm>
                <a:off x="3646928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g3141">
                <a:extLst>
                  <a:ext uri="{FF2B5EF4-FFF2-40B4-BE49-F238E27FC236}">
                    <a16:creationId xmlns:a16="http://schemas.microsoft.com/office/drawing/2014/main" id="{AED63DD1-6D40-4716-F9E3-A57EED6F3E3F}"/>
                  </a:ext>
                </a:extLst>
              </p:cNvPr>
              <p:cNvSpPr/>
              <p:nvPr/>
            </p:nvSpPr>
            <p:spPr>
              <a:xfrm>
                <a:off x="371675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g3142">
                <a:extLst>
                  <a:ext uri="{FF2B5EF4-FFF2-40B4-BE49-F238E27FC236}">
                    <a16:creationId xmlns:a16="http://schemas.microsoft.com/office/drawing/2014/main" id="{CF53DF31-D9BB-FEE5-A78E-484336829632}"/>
                  </a:ext>
                </a:extLst>
              </p:cNvPr>
              <p:cNvSpPr/>
              <p:nvPr/>
            </p:nvSpPr>
            <p:spPr>
              <a:xfrm>
                <a:off x="3728390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g3143">
                <a:extLst>
                  <a:ext uri="{FF2B5EF4-FFF2-40B4-BE49-F238E27FC236}">
                    <a16:creationId xmlns:a16="http://schemas.microsoft.com/office/drawing/2014/main" id="{7456F187-2618-D4DB-224D-871F779A893D}"/>
                  </a:ext>
                </a:extLst>
              </p:cNvPr>
              <p:cNvSpPr/>
              <p:nvPr/>
            </p:nvSpPr>
            <p:spPr>
              <a:xfrm>
                <a:off x="374002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g3144">
                <a:extLst>
                  <a:ext uri="{FF2B5EF4-FFF2-40B4-BE49-F238E27FC236}">
                    <a16:creationId xmlns:a16="http://schemas.microsoft.com/office/drawing/2014/main" id="{C8CB08C1-98D0-1E22-64CF-38455F4785A9}"/>
                  </a:ext>
                </a:extLst>
              </p:cNvPr>
              <p:cNvSpPr/>
              <p:nvPr/>
            </p:nvSpPr>
            <p:spPr>
              <a:xfrm>
                <a:off x="375166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g3145">
                <a:extLst>
                  <a:ext uri="{FF2B5EF4-FFF2-40B4-BE49-F238E27FC236}">
                    <a16:creationId xmlns:a16="http://schemas.microsoft.com/office/drawing/2014/main" id="{DC889B80-1225-942A-E49F-5D596AAD1550}"/>
                  </a:ext>
                </a:extLst>
              </p:cNvPr>
              <p:cNvSpPr/>
              <p:nvPr/>
            </p:nvSpPr>
            <p:spPr>
              <a:xfrm>
                <a:off x="376330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g3146">
                <a:extLst>
                  <a:ext uri="{FF2B5EF4-FFF2-40B4-BE49-F238E27FC236}">
                    <a16:creationId xmlns:a16="http://schemas.microsoft.com/office/drawing/2014/main" id="{B7C60B65-8E93-370F-90D8-7B01719AF526}"/>
                  </a:ext>
                </a:extLst>
              </p:cNvPr>
              <p:cNvSpPr/>
              <p:nvPr/>
            </p:nvSpPr>
            <p:spPr>
              <a:xfrm>
                <a:off x="377493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g3147">
                <a:extLst>
                  <a:ext uri="{FF2B5EF4-FFF2-40B4-BE49-F238E27FC236}">
                    <a16:creationId xmlns:a16="http://schemas.microsoft.com/office/drawing/2014/main" id="{01FEB8BC-63A0-2CAF-28E4-58D206B9D60C}"/>
                  </a:ext>
                </a:extLst>
              </p:cNvPr>
              <p:cNvSpPr/>
              <p:nvPr/>
            </p:nvSpPr>
            <p:spPr>
              <a:xfrm>
                <a:off x="441499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g3148">
                <a:extLst>
                  <a:ext uri="{FF2B5EF4-FFF2-40B4-BE49-F238E27FC236}">
                    <a16:creationId xmlns:a16="http://schemas.microsoft.com/office/drawing/2014/main" id="{ABCF8C6C-3EAA-9457-44D0-3FB383C20D3B}"/>
                  </a:ext>
                </a:extLst>
              </p:cNvPr>
              <p:cNvSpPr/>
              <p:nvPr/>
            </p:nvSpPr>
            <p:spPr>
              <a:xfrm>
                <a:off x="4426630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g3149">
                <a:extLst>
                  <a:ext uri="{FF2B5EF4-FFF2-40B4-BE49-F238E27FC236}">
                    <a16:creationId xmlns:a16="http://schemas.microsoft.com/office/drawing/2014/main" id="{3C497170-7FDF-5785-4F6A-42F764F15F58}"/>
                  </a:ext>
                </a:extLst>
              </p:cNvPr>
              <p:cNvSpPr/>
              <p:nvPr/>
            </p:nvSpPr>
            <p:spPr>
              <a:xfrm>
                <a:off x="443826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g3150">
                <a:extLst>
                  <a:ext uri="{FF2B5EF4-FFF2-40B4-BE49-F238E27FC236}">
                    <a16:creationId xmlns:a16="http://schemas.microsoft.com/office/drawing/2014/main" id="{1D42EFFA-BBF7-44B1-4A8E-CA89000B10EE}"/>
                  </a:ext>
                </a:extLst>
              </p:cNvPr>
              <p:cNvSpPr/>
              <p:nvPr/>
            </p:nvSpPr>
            <p:spPr>
              <a:xfrm>
                <a:off x="444990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g3151">
                <a:extLst>
                  <a:ext uri="{FF2B5EF4-FFF2-40B4-BE49-F238E27FC236}">
                    <a16:creationId xmlns:a16="http://schemas.microsoft.com/office/drawing/2014/main" id="{1262D6C2-E180-A760-FC51-39CDAA3F15AA}"/>
                  </a:ext>
                </a:extLst>
              </p:cNvPr>
              <p:cNvSpPr/>
              <p:nvPr/>
            </p:nvSpPr>
            <p:spPr>
              <a:xfrm>
                <a:off x="446154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g3152">
                <a:extLst>
                  <a:ext uri="{FF2B5EF4-FFF2-40B4-BE49-F238E27FC236}">
                    <a16:creationId xmlns:a16="http://schemas.microsoft.com/office/drawing/2014/main" id="{D39C46D7-62BD-B883-1231-CC44E1100299}"/>
                  </a:ext>
                </a:extLst>
              </p:cNvPr>
              <p:cNvSpPr/>
              <p:nvPr/>
            </p:nvSpPr>
            <p:spPr>
              <a:xfrm>
                <a:off x="461282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g3153">
                <a:extLst>
                  <a:ext uri="{FF2B5EF4-FFF2-40B4-BE49-F238E27FC236}">
                    <a16:creationId xmlns:a16="http://schemas.microsoft.com/office/drawing/2014/main" id="{8FE6188E-77AF-97F3-776C-141DA8829FB6}"/>
                  </a:ext>
                </a:extLst>
              </p:cNvPr>
              <p:cNvSpPr/>
              <p:nvPr/>
            </p:nvSpPr>
            <p:spPr>
              <a:xfrm>
                <a:off x="462446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g3154">
                <a:extLst>
                  <a:ext uri="{FF2B5EF4-FFF2-40B4-BE49-F238E27FC236}">
                    <a16:creationId xmlns:a16="http://schemas.microsoft.com/office/drawing/2014/main" id="{B177D08E-293A-390B-4D57-9AC1496CE14F}"/>
                  </a:ext>
                </a:extLst>
              </p:cNvPr>
              <p:cNvSpPr/>
              <p:nvPr/>
            </p:nvSpPr>
            <p:spPr>
              <a:xfrm>
                <a:off x="463610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g3155">
                <a:extLst>
                  <a:ext uri="{FF2B5EF4-FFF2-40B4-BE49-F238E27FC236}">
                    <a16:creationId xmlns:a16="http://schemas.microsoft.com/office/drawing/2014/main" id="{5B70D915-A7D0-4413-35B3-46EF322C8898}"/>
                  </a:ext>
                </a:extLst>
              </p:cNvPr>
              <p:cNvSpPr/>
              <p:nvPr/>
            </p:nvSpPr>
            <p:spPr>
              <a:xfrm>
                <a:off x="464773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g3156">
                <a:extLst>
                  <a:ext uri="{FF2B5EF4-FFF2-40B4-BE49-F238E27FC236}">
                    <a16:creationId xmlns:a16="http://schemas.microsoft.com/office/drawing/2014/main" id="{A095376C-A996-6EEB-81AF-1FFA291E8E91}"/>
                  </a:ext>
                </a:extLst>
              </p:cNvPr>
              <p:cNvSpPr/>
              <p:nvPr/>
            </p:nvSpPr>
            <p:spPr>
              <a:xfrm>
                <a:off x="4659376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g3157">
                <a:extLst>
                  <a:ext uri="{FF2B5EF4-FFF2-40B4-BE49-F238E27FC236}">
                    <a16:creationId xmlns:a16="http://schemas.microsoft.com/office/drawing/2014/main" id="{409A8B60-F92E-63BD-85B8-B5BDCE256432}"/>
                  </a:ext>
                </a:extLst>
              </p:cNvPr>
              <p:cNvSpPr/>
              <p:nvPr/>
            </p:nvSpPr>
            <p:spPr>
              <a:xfrm>
                <a:off x="293705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g3158">
                <a:extLst>
                  <a:ext uri="{FF2B5EF4-FFF2-40B4-BE49-F238E27FC236}">
                    <a16:creationId xmlns:a16="http://schemas.microsoft.com/office/drawing/2014/main" id="{FECCEFD7-7164-2C18-3F64-E7CC027B8782}"/>
                  </a:ext>
                </a:extLst>
              </p:cNvPr>
              <p:cNvSpPr/>
              <p:nvPr/>
            </p:nvSpPr>
            <p:spPr>
              <a:xfrm>
                <a:off x="294868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g3159">
                <a:extLst>
                  <a:ext uri="{FF2B5EF4-FFF2-40B4-BE49-F238E27FC236}">
                    <a16:creationId xmlns:a16="http://schemas.microsoft.com/office/drawing/2014/main" id="{381F0F5F-4643-1317-41FE-B8B768FB1E23}"/>
                  </a:ext>
                </a:extLst>
              </p:cNvPr>
              <p:cNvSpPr/>
              <p:nvPr/>
            </p:nvSpPr>
            <p:spPr>
              <a:xfrm>
                <a:off x="2960326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g3160">
                <a:extLst>
                  <a:ext uri="{FF2B5EF4-FFF2-40B4-BE49-F238E27FC236}">
                    <a16:creationId xmlns:a16="http://schemas.microsoft.com/office/drawing/2014/main" id="{23747D77-7923-7B17-9AC1-C79BA35B8672}"/>
                  </a:ext>
                </a:extLst>
              </p:cNvPr>
              <p:cNvSpPr/>
              <p:nvPr/>
            </p:nvSpPr>
            <p:spPr>
              <a:xfrm>
                <a:off x="297196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g3161">
                <a:extLst>
                  <a:ext uri="{FF2B5EF4-FFF2-40B4-BE49-F238E27FC236}">
                    <a16:creationId xmlns:a16="http://schemas.microsoft.com/office/drawing/2014/main" id="{201B8D36-BE2C-8103-FFF9-9E85EA5AE5BD}"/>
                  </a:ext>
                </a:extLst>
              </p:cNvPr>
              <p:cNvSpPr/>
              <p:nvPr/>
            </p:nvSpPr>
            <p:spPr>
              <a:xfrm>
                <a:off x="298360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g3162">
                <a:extLst>
                  <a:ext uri="{FF2B5EF4-FFF2-40B4-BE49-F238E27FC236}">
                    <a16:creationId xmlns:a16="http://schemas.microsoft.com/office/drawing/2014/main" id="{1A64D05A-5A6D-BD46-31BE-2C20A2401263}"/>
                  </a:ext>
                </a:extLst>
              </p:cNvPr>
              <p:cNvSpPr/>
              <p:nvPr/>
            </p:nvSpPr>
            <p:spPr>
              <a:xfrm>
                <a:off x="2995238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g3163">
                <a:extLst>
                  <a:ext uri="{FF2B5EF4-FFF2-40B4-BE49-F238E27FC236}">
                    <a16:creationId xmlns:a16="http://schemas.microsoft.com/office/drawing/2014/main" id="{197295EE-BFA6-4E1E-8295-591CD45220DA}"/>
                  </a:ext>
                </a:extLst>
              </p:cNvPr>
              <p:cNvSpPr/>
              <p:nvPr/>
            </p:nvSpPr>
            <p:spPr>
              <a:xfrm>
                <a:off x="3006875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g3164">
                <a:extLst>
                  <a:ext uri="{FF2B5EF4-FFF2-40B4-BE49-F238E27FC236}">
                    <a16:creationId xmlns:a16="http://schemas.microsoft.com/office/drawing/2014/main" id="{2F472F92-76DB-B72E-F0DC-232E6D38FD74}"/>
                  </a:ext>
                </a:extLst>
              </p:cNvPr>
              <p:cNvSpPr/>
              <p:nvPr/>
            </p:nvSpPr>
            <p:spPr>
              <a:xfrm>
                <a:off x="301851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g3165">
                <a:extLst>
                  <a:ext uri="{FF2B5EF4-FFF2-40B4-BE49-F238E27FC236}">
                    <a16:creationId xmlns:a16="http://schemas.microsoft.com/office/drawing/2014/main" id="{A4055465-5A90-0889-7A87-D1D302F32C3F}"/>
                  </a:ext>
                </a:extLst>
              </p:cNvPr>
              <p:cNvSpPr/>
              <p:nvPr/>
            </p:nvSpPr>
            <p:spPr>
              <a:xfrm>
                <a:off x="303015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g3166">
                <a:extLst>
                  <a:ext uri="{FF2B5EF4-FFF2-40B4-BE49-F238E27FC236}">
                    <a16:creationId xmlns:a16="http://schemas.microsoft.com/office/drawing/2014/main" id="{6E08EB84-510A-90BF-39EC-C2E41653E0CC}"/>
                  </a:ext>
                </a:extLst>
              </p:cNvPr>
              <p:cNvSpPr/>
              <p:nvPr/>
            </p:nvSpPr>
            <p:spPr>
              <a:xfrm>
                <a:off x="304178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g3167">
                <a:extLst>
                  <a:ext uri="{FF2B5EF4-FFF2-40B4-BE49-F238E27FC236}">
                    <a16:creationId xmlns:a16="http://schemas.microsoft.com/office/drawing/2014/main" id="{FA1C4409-EB0B-F14C-52C4-5D954219B970}"/>
                  </a:ext>
                </a:extLst>
              </p:cNvPr>
              <p:cNvSpPr/>
              <p:nvPr/>
            </p:nvSpPr>
            <p:spPr>
              <a:xfrm>
                <a:off x="3053425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g3168">
                <a:extLst>
                  <a:ext uri="{FF2B5EF4-FFF2-40B4-BE49-F238E27FC236}">
                    <a16:creationId xmlns:a16="http://schemas.microsoft.com/office/drawing/2014/main" id="{63302394-3469-80D0-AF2F-89E4ED7158A9}"/>
                  </a:ext>
                </a:extLst>
              </p:cNvPr>
              <p:cNvSpPr/>
              <p:nvPr/>
            </p:nvSpPr>
            <p:spPr>
              <a:xfrm>
                <a:off x="306506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g3169">
                <a:extLst>
                  <a:ext uri="{FF2B5EF4-FFF2-40B4-BE49-F238E27FC236}">
                    <a16:creationId xmlns:a16="http://schemas.microsoft.com/office/drawing/2014/main" id="{E501AFA1-2DAA-306F-E139-72CBBC2FDAB0}"/>
                  </a:ext>
                </a:extLst>
              </p:cNvPr>
              <p:cNvSpPr/>
              <p:nvPr/>
            </p:nvSpPr>
            <p:spPr>
              <a:xfrm>
                <a:off x="307669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g3170">
                <a:extLst>
                  <a:ext uri="{FF2B5EF4-FFF2-40B4-BE49-F238E27FC236}">
                    <a16:creationId xmlns:a16="http://schemas.microsoft.com/office/drawing/2014/main" id="{DFBD8388-054D-8016-A19A-4976F541B632}"/>
                  </a:ext>
                </a:extLst>
              </p:cNvPr>
              <p:cNvSpPr/>
              <p:nvPr/>
            </p:nvSpPr>
            <p:spPr>
              <a:xfrm>
                <a:off x="308833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g3171">
                <a:extLst>
                  <a:ext uri="{FF2B5EF4-FFF2-40B4-BE49-F238E27FC236}">
                    <a16:creationId xmlns:a16="http://schemas.microsoft.com/office/drawing/2014/main" id="{05C7B7B1-1E68-B93F-1392-53414F84C3C2}"/>
                  </a:ext>
                </a:extLst>
              </p:cNvPr>
              <p:cNvSpPr/>
              <p:nvPr/>
            </p:nvSpPr>
            <p:spPr>
              <a:xfrm>
                <a:off x="309997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g3172">
                <a:extLst>
                  <a:ext uri="{FF2B5EF4-FFF2-40B4-BE49-F238E27FC236}">
                    <a16:creationId xmlns:a16="http://schemas.microsoft.com/office/drawing/2014/main" id="{3CBFA192-247C-1880-CD88-E5A0F51312DF}"/>
                  </a:ext>
                </a:extLst>
              </p:cNvPr>
              <p:cNvSpPr/>
              <p:nvPr/>
            </p:nvSpPr>
            <p:spPr>
              <a:xfrm>
                <a:off x="311161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g3173">
                <a:extLst>
                  <a:ext uri="{FF2B5EF4-FFF2-40B4-BE49-F238E27FC236}">
                    <a16:creationId xmlns:a16="http://schemas.microsoft.com/office/drawing/2014/main" id="{ED208DEA-FFE0-9EF6-2FD5-70A0FE7C5D73}"/>
                  </a:ext>
                </a:extLst>
              </p:cNvPr>
              <p:cNvSpPr/>
              <p:nvPr/>
            </p:nvSpPr>
            <p:spPr>
              <a:xfrm>
                <a:off x="371675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g3174">
                <a:extLst>
                  <a:ext uri="{FF2B5EF4-FFF2-40B4-BE49-F238E27FC236}">
                    <a16:creationId xmlns:a16="http://schemas.microsoft.com/office/drawing/2014/main" id="{34D62487-B439-F2BC-8D44-758D9518B308}"/>
                  </a:ext>
                </a:extLst>
              </p:cNvPr>
              <p:cNvSpPr/>
              <p:nvPr/>
            </p:nvSpPr>
            <p:spPr>
              <a:xfrm>
                <a:off x="372839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g3175">
                <a:extLst>
                  <a:ext uri="{FF2B5EF4-FFF2-40B4-BE49-F238E27FC236}">
                    <a16:creationId xmlns:a16="http://schemas.microsoft.com/office/drawing/2014/main" id="{DB4F3845-B2DB-7B60-77B1-B15D62D178FB}"/>
                  </a:ext>
                </a:extLst>
              </p:cNvPr>
              <p:cNvSpPr/>
              <p:nvPr/>
            </p:nvSpPr>
            <p:spPr>
              <a:xfrm>
                <a:off x="374002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g3176">
                <a:extLst>
                  <a:ext uri="{FF2B5EF4-FFF2-40B4-BE49-F238E27FC236}">
                    <a16:creationId xmlns:a16="http://schemas.microsoft.com/office/drawing/2014/main" id="{70ABB50E-7E67-2ED3-3FE0-A83CA72CFF98}"/>
                  </a:ext>
                </a:extLst>
              </p:cNvPr>
              <p:cNvSpPr/>
              <p:nvPr/>
            </p:nvSpPr>
            <p:spPr>
              <a:xfrm>
                <a:off x="375166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BF">
                  <a:alpha val="100000"/>
                </a:srgbClr>
              </a:solidFill>
              <a:ln w="5420" cap="flat">
                <a:solidFill>
                  <a:srgbClr val="91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g3177">
                <a:extLst>
                  <a:ext uri="{FF2B5EF4-FFF2-40B4-BE49-F238E27FC236}">
                    <a16:creationId xmlns:a16="http://schemas.microsoft.com/office/drawing/2014/main" id="{2FA9D46C-735E-C3FA-A99F-7658BA40DBF7}"/>
                  </a:ext>
                </a:extLst>
              </p:cNvPr>
              <p:cNvSpPr/>
              <p:nvPr/>
            </p:nvSpPr>
            <p:spPr>
              <a:xfrm>
                <a:off x="441499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g3178">
                <a:extLst>
                  <a:ext uri="{FF2B5EF4-FFF2-40B4-BE49-F238E27FC236}">
                    <a16:creationId xmlns:a16="http://schemas.microsoft.com/office/drawing/2014/main" id="{BABEE092-8F82-96A2-ED90-A626426037FD}"/>
                  </a:ext>
                </a:extLst>
              </p:cNvPr>
              <p:cNvSpPr/>
              <p:nvPr/>
            </p:nvSpPr>
            <p:spPr>
              <a:xfrm>
                <a:off x="442663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g3179">
                <a:extLst>
                  <a:ext uri="{FF2B5EF4-FFF2-40B4-BE49-F238E27FC236}">
                    <a16:creationId xmlns:a16="http://schemas.microsoft.com/office/drawing/2014/main" id="{1BA5103C-9841-8F46-412E-6A01EA4CA82F}"/>
                  </a:ext>
                </a:extLst>
              </p:cNvPr>
              <p:cNvSpPr/>
              <p:nvPr/>
            </p:nvSpPr>
            <p:spPr>
              <a:xfrm>
                <a:off x="443826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g3180">
                <a:extLst>
                  <a:ext uri="{FF2B5EF4-FFF2-40B4-BE49-F238E27FC236}">
                    <a16:creationId xmlns:a16="http://schemas.microsoft.com/office/drawing/2014/main" id="{35F97088-AD8E-C7EB-0029-A30C59FA035C}"/>
                  </a:ext>
                </a:extLst>
              </p:cNvPr>
              <p:cNvSpPr/>
              <p:nvPr/>
            </p:nvSpPr>
            <p:spPr>
              <a:xfrm>
                <a:off x="444990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g3181">
                <a:extLst>
                  <a:ext uri="{FF2B5EF4-FFF2-40B4-BE49-F238E27FC236}">
                    <a16:creationId xmlns:a16="http://schemas.microsoft.com/office/drawing/2014/main" id="{CC04E843-A6F9-48A3-EE35-834823324EF0}"/>
                  </a:ext>
                </a:extLst>
              </p:cNvPr>
              <p:cNvSpPr/>
              <p:nvPr/>
            </p:nvSpPr>
            <p:spPr>
              <a:xfrm>
                <a:off x="446154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g3182">
                <a:extLst>
                  <a:ext uri="{FF2B5EF4-FFF2-40B4-BE49-F238E27FC236}">
                    <a16:creationId xmlns:a16="http://schemas.microsoft.com/office/drawing/2014/main" id="{7168AA9A-7241-E1BD-BCB9-5B093749275E}"/>
                  </a:ext>
                </a:extLst>
              </p:cNvPr>
              <p:cNvSpPr/>
              <p:nvPr/>
            </p:nvSpPr>
            <p:spPr>
              <a:xfrm>
                <a:off x="461282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g3183">
                <a:extLst>
                  <a:ext uri="{FF2B5EF4-FFF2-40B4-BE49-F238E27FC236}">
                    <a16:creationId xmlns:a16="http://schemas.microsoft.com/office/drawing/2014/main" id="{CC29E97D-FCF9-FC4C-3DFC-C642286A7001}"/>
                  </a:ext>
                </a:extLst>
              </p:cNvPr>
              <p:cNvSpPr/>
              <p:nvPr/>
            </p:nvSpPr>
            <p:spPr>
              <a:xfrm>
                <a:off x="462446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g3184">
                <a:extLst>
                  <a:ext uri="{FF2B5EF4-FFF2-40B4-BE49-F238E27FC236}">
                    <a16:creationId xmlns:a16="http://schemas.microsoft.com/office/drawing/2014/main" id="{1E4EF9B9-A542-8275-F39F-4DA157159E91}"/>
                  </a:ext>
                </a:extLst>
              </p:cNvPr>
              <p:cNvSpPr/>
              <p:nvPr/>
            </p:nvSpPr>
            <p:spPr>
              <a:xfrm>
                <a:off x="463610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g3185">
                <a:extLst>
                  <a:ext uri="{FF2B5EF4-FFF2-40B4-BE49-F238E27FC236}">
                    <a16:creationId xmlns:a16="http://schemas.microsoft.com/office/drawing/2014/main" id="{A96B6AB8-07BA-8D02-F9C8-8DA374DD2DCF}"/>
                  </a:ext>
                </a:extLst>
              </p:cNvPr>
              <p:cNvSpPr/>
              <p:nvPr/>
            </p:nvSpPr>
            <p:spPr>
              <a:xfrm>
                <a:off x="464773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g3186">
                <a:extLst>
                  <a:ext uri="{FF2B5EF4-FFF2-40B4-BE49-F238E27FC236}">
                    <a16:creationId xmlns:a16="http://schemas.microsoft.com/office/drawing/2014/main" id="{CE418C1A-F0DD-232A-3BC7-DD5EA98BCD25}"/>
                  </a:ext>
                </a:extLst>
              </p:cNvPr>
              <p:cNvSpPr/>
              <p:nvPr/>
            </p:nvSpPr>
            <p:spPr>
              <a:xfrm>
                <a:off x="4659376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g3187">
                <a:extLst>
                  <a:ext uri="{FF2B5EF4-FFF2-40B4-BE49-F238E27FC236}">
                    <a16:creationId xmlns:a16="http://schemas.microsoft.com/office/drawing/2014/main" id="{F1DBA243-09CA-92B5-65B9-84954D55CF9F}"/>
                  </a:ext>
                </a:extLst>
              </p:cNvPr>
              <p:cNvSpPr/>
              <p:nvPr/>
            </p:nvSpPr>
            <p:spPr>
              <a:xfrm>
                <a:off x="467101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g3188">
                <a:extLst>
                  <a:ext uri="{FF2B5EF4-FFF2-40B4-BE49-F238E27FC236}">
                    <a16:creationId xmlns:a16="http://schemas.microsoft.com/office/drawing/2014/main" id="{EA995215-08F3-7424-39BF-A4C3D016E24C}"/>
                  </a:ext>
                </a:extLst>
              </p:cNvPr>
              <p:cNvSpPr/>
              <p:nvPr/>
            </p:nvSpPr>
            <p:spPr>
              <a:xfrm>
                <a:off x="293705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67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g3189">
                <a:extLst>
                  <a:ext uri="{FF2B5EF4-FFF2-40B4-BE49-F238E27FC236}">
                    <a16:creationId xmlns:a16="http://schemas.microsoft.com/office/drawing/2014/main" id="{7C24E278-FC2F-6EC5-4425-544960B0CEE2}"/>
                  </a:ext>
                </a:extLst>
              </p:cNvPr>
              <p:cNvSpPr/>
              <p:nvPr/>
            </p:nvSpPr>
            <p:spPr>
              <a:xfrm>
                <a:off x="294868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g3190">
                <a:extLst>
                  <a:ext uri="{FF2B5EF4-FFF2-40B4-BE49-F238E27FC236}">
                    <a16:creationId xmlns:a16="http://schemas.microsoft.com/office/drawing/2014/main" id="{16F1C5EC-45D1-F646-ACB9-0EB405A49407}"/>
                  </a:ext>
                </a:extLst>
              </p:cNvPr>
              <p:cNvSpPr/>
              <p:nvPr/>
            </p:nvSpPr>
            <p:spPr>
              <a:xfrm>
                <a:off x="2960326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g3191">
                <a:extLst>
                  <a:ext uri="{FF2B5EF4-FFF2-40B4-BE49-F238E27FC236}">
                    <a16:creationId xmlns:a16="http://schemas.microsoft.com/office/drawing/2014/main" id="{D1362C72-A805-16BC-16F2-2C75A0146BA5}"/>
                  </a:ext>
                </a:extLst>
              </p:cNvPr>
              <p:cNvSpPr/>
              <p:nvPr/>
            </p:nvSpPr>
            <p:spPr>
              <a:xfrm>
                <a:off x="297196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g3192">
                <a:extLst>
                  <a:ext uri="{FF2B5EF4-FFF2-40B4-BE49-F238E27FC236}">
                    <a16:creationId xmlns:a16="http://schemas.microsoft.com/office/drawing/2014/main" id="{4C4C379F-54D0-0D57-4D74-5BBF1DEC1F5F}"/>
                  </a:ext>
                </a:extLst>
              </p:cNvPr>
              <p:cNvSpPr/>
              <p:nvPr/>
            </p:nvSpPr>
            <p:spPr>
              <a:xfrm>
                <a:off x="298360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g3193">
                <a:extLst>
                  <a:ext uri="{FF2B5EF4-FFF2-40B4-BE49-F238E27FC236}">
                    <a16:creationId xmlns:a16="http://schemas.microsoft.com/office/drawing/2014/main" id="{E818B875-7A9F-9178-A043-DC524F91E88B}"/>
                  </a:ext>
                </a:extLst>
              </p:cNvPr>
              <p:cNvSpPr/>
              <p:nvPr/>
            </p:nvSpPr>
            <p:spPr>
              <a:xfrm>
                <a:off x="2995238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g3194">
                <a:extLst>
                  <a:ext uri="{FF2B5EF4-FFF2-40B4-BE49-F238E27FC236}">
                    <a16:creationId xmlns:a16="http://schemas.microsoft.com/office/drawing/2014/main" id="{87021586-6B69-E699-8B37-F90B8F8797E7}"/>
                  </a:ext>
                </a:extLst>
              </p:cNvPr>
              <p:cNvSpPr/>
              <p:nvPr/>
            </p:nvSpPr>
            <p:spPr>
              <a:xfrm>
                <a:off x="3006875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g3195">
                <a:extLst>
                  <a:ext uri="{FF2B5EF4-FFF2-40B4-BE49-F238E27FC236}">
                    <a16:creationId xmlns:a16="http://schemas.microsoft.com/office/drawing/2014/main" id="{009BB1F2-7D98-55DF-94EF-898551AC3352}"/>
                  </a:ext>
                </a:extLst>
              </p:cNvPr>
              <p:cNvSpPr/>
              <p:nvPr/>
            </p:nvSpPr>
            <p:spPr>
              <a:xfrm>
                <a:off x="301851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g3196">
                <a:extLst>
                  <a:ext uri="{FF2B5EF4-FFF2-40B4-BE49-F238E27FC236}">
                    <a16:creationId xmlns:a16="http://schemas.microsoft.com/office/drawing/2014/main" id="{8965382C-51F5-A2BA-732C-D7C7CD233872}"/>
                  </a:ext>
                </a:extLst>
              </p:cNvPr>
              <p:cNvSpPr/>
              <p:nvPr/>
            </p:nvSpPr>
            <p:spPr>
              <a:xfrm>
                <a:off x="3030150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g3197">
                <a:extLst>
                  <a:ext uri="{FF2B5EF4-FFF2-40B4-BE49-F238E27FC236}">
                    <a16:creationId xmlns:a16="http://schemas.microsoft.com/office/drawing/2014/main" id="{AE3CC5F9-9713-5EC3-B4F3-CC53AAD16AF4}"/>
                  </a:ext>
                </a:extLst>
              </p:cNvPr>
              <p:cNvSpPr/>
              <p:nvPr/>
            </p:nvSpPr>
            <p:spPr>
              <a:xfrm>
                <a:off x="304178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g3198">
                <a:extLst>
                  <a:ext uri="{FF2B5EF4-FFF2-40B4-BE49-F238E27FC236}">
                    <a16:creationId xmlns:a16="http://schemas.microsoft.com/office/drawing/2014/main" id="{F0C03CEE-CB59-2400-8F7F-870CF2C1808F}"/>
                  </a:ext>
                </a:extLst>
              </p:cNvPr>
              <p:cNvSpPr/>
              <p:nvPr/>
            </p:nvSpPr>
            <p:spPr>
              <a:xfrm>
                <a:off x="3053425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g3199">
                <a:extLst>
                  <a:ext uri="{FF2B5EF4-FFF2-40B4-BE49-F238E27FC236}">
                    <a16:creationId xmlns:a16="http://schemas.microsoft.com/office/drawing/2014/main" id="{29E2E624-152F-A91C-97C6-8F31B12D1267}"/>
                  </a:ext>
                </a:extLst>
              </p:cNvPr>
              <p:cNvSpPr/>
              <p:nvPr/>
            </p:nvSpPr>
            <p:spPr>
              <a:xfrm>
                <a:off x="306506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g3200">
                <a:extLst>
                  <a:ext uri="{FF2B5EF4-FFF2-40B4-BE49-F238E27FC236}">
                    <a16:creationId xmlns:a16="http://schemas.microsoft.com/office/drawing/2014/main" id="{7762905E-44C2-24B2-EA6C-A587A8068CBC}"/>
                  </a:ext>
                </a:extLst>
              </p:cNvPr>
              <p:cNvSpPr/>
              <p:nvPr/>
            </p:nvSpPr>
            <p:spPr>
              <a:xfrm>
                <a:off x="307669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g3201">
                <a:extLst>
                  <a:ext uri="{FF2B5EF4-FFF2-40B4-BE49-F238E27FC236}">
                    <a16:creationId xmlns:a16="http://schemas.microsoft.com/office/drawing/2014/main" id="{8588AA44-8AFC-3D08-AAC3-5684CB273623}"/>
                  </a:ext>
                </a:extLst>
              </p:cNvPr>
              <p:cNvSpPr/>
              <p:nvPr/>
            </p:nvSpPr>
            <p:spPr>
              <a:xfrm>
                <a:off x="308833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g3202">
                <a:extLst>
                  <a:ext uri="{FF2B5EF4-FFF2-40B4-BE49-F238E27FC236}">
                    <a16:creationId xmlns:a16="http://schemas.microsoft.com/office/drawing/2014/main" id="{E9A52B9E-DBEC-DF95-512A-1F30CC3A66A4}"/>
                  </a:ext>
                </a:extLst>
              </p:cNvPr>
              <p:cNvSpPr/>
              <p:nvPr/>
            </p:nvSpPr>
            <p:spPr>
              <a:xfrm>
                <a:off x="309997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g3203">
                <a:extLst>
                  <a:ext uri="{FF2B5EF4-FFF2-40B4-BE49-F238E27FC236}">
                    <a16:creationId xmlns:a16="http://schemas.microsoft.com/office/drawing/2014/main" id="{BEE70393-2706-08BD-CB80-78ABB9C6EB68}"/>
                  </a:ext>
                </a:extLst>
              </p:cNvPr>
              <p:cNvSpPr/>
              <p:nvPr/>
            </p:nvSpPr>
            <p:spPr>
              <a:xfrm>
                <a:off x="441499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g3204">
                <a:extLst>
                  <a:ext uri="{FF2B5EF4-FFF2-40B4-BE49-F238E27FC236}">
                    <a16:creationId xmlns:a16="http://schemas.microsoft.com/office/drawing/2014/main" id="{A57FBAF6-5B54-AEC5-00A8-2282CF79B6DB}"/>
                  </a:ext>
                </a:extLst>
              </p:cNvPr>
              <p:cNvSpPr/>
              <p:nvPr/>
            </p:nvSpPr>
            <p:spPr>
              <a:xfrm>
                <a:off x="4426630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g3205">
                <a:extLst>
                  <a:ext uri="{FF2B5EF4-FFF2-40B4-BE49-F238E27FC236}">
                    <a16:creationId xmlns:a16="http://schemas.microsoft.com/office/drawing/2014/main" id="{422295F3-3740-CA2B-5ADE-9A2BD8F8C67A}"/>
                  </a:ext>
                </a:extLst>
              </p:cNvPr>
              <p:cNvSpPr/>
              <p:nvPr/>
            </p:nvSpPr>
            <p:spPr>
              <a:xfrm>
                <a:off x="443826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g3206">
                <a:extLst>
                  <a:ext uri="{FF2B5EF4-FFF2-40B4-BE49-F238E27FC236}">
                    <a16:creationId xmlns:a16="http://schemas.microsoft.com/office/drawing/2014/main" id="{AED0702F-7082-D29A-3DB2-9DB9BE4FC3B1}"/>
                  </a:ext>
                </a:extLst>
              </p:cNvPr>
              <p:cNvSpPr/>
              <p:nvPr/>
            </p:nvSpPr>
            <p:spPr>
              <a:xfrm>
                <a:off x="444990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g3207">
                <a:extLst>
                  <a:ext uri="{FF2B5EF4-FFF2-40B4-BE49-F238E27FC236}">
                    <a16:creationId xmlns:a16="http://schemas.microsoft.com/office/drawing/2014/main" id="{DAFD2FB4-392B-0AD2-DF55-0F0AD0014C4D}"/>
                  </a:ext>
                </a:extLst>
              </p:cNvPr>
              <p:cNvSpPr/>
              <p:nvPr/>
            </p:nvSpPr>
            <p:spPr>
              <a:xfrm>
                <a:off x="446154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g3208">
                <a:extLst>
                  <a:ext uri="{FF2B5EF4-FFF2-40B4-BE49-F238E27FC236}">
                    <a16:creationId xmlns:a16="http://schemas.microsoft.com/office/drawing/2014/main" id="{40DAFFAB-C763-5421-575F-A1F89CC49F93}"/>
                  </a:ext>
                </a:extLst>
              </p:cNvPr>
              <p:cNvSpPr/>
              <p:nvPr/>
            </p:nvSpPr>
            <p:spPr>
              <a:xfrm>
                <a:off x="461282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g3209">
                <a:extLst>
                  <a:ext uri="{FF2B5EF4-FFF2-40B4-BE49-F238E27FC236}">
                    <a16:creationId xmlns:a16="http://schemas.microsoft.com/office/drawing/2014/main" id="{6D3F266E-EFD5-AB97-53B1-C28D28FEB784}"/>
                  </a:ext>
                </a:extLst>
              </p:cNvPr>
              <p:cNvSpPr/>
              <p:nvPr/>
            </p:nvSpPr>
            <p:spPr>
              <a:xfrm>
                <a:off x="462446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g3210">
                <a:extLst>
                  <a:ext uri="{FF2B5EF4-FFF2-40B4-BE49-F238E27FC236}">
                    <a16:creationId xmlns:a16="http://schemas.microsoft.com/office/drawing/2014/main" id="{0F898BAF-FD86-92C1-3EA1-9BBD8407B349}"/>
                  </a:ext>
                </a:extLst>
              </p:cNvPr>
              <p:cNvSpPr/>
              <p:nvPr/>
            </p:nvSpPr>
            <p:spPr>
              <a:xfrm>
                <a:off x="463610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g3211">
                <a:extLst>
                  <a:ext uri="{FF2B5EF4-FFF2-40B4-BE49-F238E27FC236}">
                    <a16:creationId xmlns:a16="http://schemas.microsoft.com/office/drawing/2014/main" id="{60CE105E-B762-7D6C-67DF-3ACDDCE0ABA0}"/>
                  </a:ext>
                </a:extLst>
              </p:cNvPr>
              <p:cNvSpPr/>
              <p:nvPr/>
            </p:nvSpPr>
            <p:spPr>
              <a:xfrm>
                <a:off x="464773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g3212">
                <a:extLst>
                  <a:ext uri="{FF2B5EF4-FFF2-40B4-BE49-F238E27FC236}">
                    <a16:creationId xmlns:a16="http://schemas.microsoft.com/office/drawing/2014/main" id="{1C340B53-A7A4-D0B8-FFF5-8AEF9F25F5F4}"/>
                  </a:ext>
                </a:extLst>
              </p:cNvPr>
              <p:cNvSpPr/>
              <p:nvPr/>
            </p:nvSpPr>
            <p:spPr>
              <a:xfrm>
                <a:off x="4659376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g3213">
                <a:extLst>
                  <a:ext uri="{FF2B5EF4-FFF2-40B4-BE49-F238E27FC236}">
                    <a16:creationId xmlns:a16="http://schemas.microsoft.com/office/drawing/2014/main" id="{BBFFCF76-E558-B13F-4846-C9181FD080B4}"/>
                  </a:ext>
                </a:extLst>
              </p:cNvPr>
              <p:cNvSpPr/>
              <p:nvPr/>
            </p:nvSpPr>
            <p:spPr>
              <a:xfrm>
                <a:off x="467101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g3214">
                <a:extLst>
                  <a:ext uri="{FF2B5EF4-FFF2-40B4-BE49-F238E27FC236}">
                    <a16:creationId xmlns:a16="http://schemas.microsoft.com/office/drawing/2014/main" id="{B34A211E-2661-63C6-9A0E-4471FABEB3C4}"/>
                  </a:ext>
                </a:extLst>
              </p:cNvPr>
              <p:cNvSpPr/>
              <p:nvPr/>
            </p:nvSpPr>
            <p:spPr>
              <a:xfrm>
                <a:off x="468265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g3215">
                <a:extLst>
                  <a:ext uri="{FF2B5EF4-FFF2-40B4-BE49-F238E27FC236}">
                    <a16:creationId xmlns:a16="http://schemas.microsoft.com/office/drawing/2014/main" id="{5A8482E7-4DB7-9ADC-B439-75D215391C13}"/>
                  </a:ext>
                </a:extLst>
              </p:cNvPr>
              <p:cNvSpPr/>
              <p:nvPr/>
            </p:nvSpPr>
            <p:spPr>
              <a:xfrm>
                <a:off x="292541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g3216">
                <a:extLst>
                  <a:ext uri="{FF2B5EF4-FFF2-40B4-BE49-F238E27FC236}">
                    <a16:creationId xmlns:a16="http://schemas.microsoft.com/office/drawing/2014/main" id="{DBB358FA-6690-5207-6AA7-022855536271}"/>
                  </a:ext>
                </a:extLst>
              </p:cNvPr>
              <p:cNvSpPr/>
              <p:nvPr/>
            </p:nvSpPr>
            <p:spPr>
              <a:xfrm>
                <a:off x="293705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g3217">
                <a:extLst>
                  <a:ext uri="{FF2B5EF4-FFF2-40B4-BE49-F238E27FC236}">
                    <a16:creationId xmlns:a16="http://schemas.microsoft.com/office/drawing/2014/main" id="{99A2B7DD-E29E-7C22-CB23-22897AB04705}"/>
                  </a:ext>
                </a:extLst>
              </p:cNvPr>
              <p:cNvSpPr/>
              <p:nvPr/>
            </p:nvSpPr>
            <p:spPr>
              <a:xfrm>
                <a:off x="294868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g3218">
                <a:extLst>
                  <a:ext uri="{FF2B5EF4-FFF2-40B4-BE49-F238E27FC236}">
                    <a16:creationId xmlns:a16="http://schemas.microsoft.com/office/drawing/2014/main" id="{F657B272-3AE2-A4CB-ABBF-F3C08AFBE259}"/>
                  </a:ext>
                </a:extLst>
              </p:cNvPr>
              <p:cNvSpPr/>
              <p:nvPr/>
            </p:nvSpPr>
            <p:spPr>
              <a:xfrm>
                <a:off x="2960326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g3219">
                <a:extLst>
                  <a:ext uri="{FF2B5EF4-FFF2-40B4-BE49-F238E27FC236}">
                    <a16:creationId xmlns:a16="http://schemas.microsoft.com/office/drawing/2014/main" id="{D352E926-C469-CC00-0C41-DDFC94743612}"/>
                  </a:ext>
                </a:extLst>
              </p:cNvPr>
              <p:cNvSpPr/>
              <p:nvPr/>
            </p:nvSpPr>
            <p:spPr>
              <a:xfrm>
                <a:off x="297196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g3220">
                <a:extLst>
                  <a:ext uri="{FF2B5EF4-FFF2-40B4-BE49-F238E27FC236}">
                    <a16:creationId xmlns:a16="http://schemas.microsoft.com/office/drawing/2014/main" id="{855311EA-F9EC-0844-AC56-9015E3A13D92}"/>
                  </a:ext>
                </a:extLst>
              </p:cNvPr>
              <p:cNvSpPr/>
              <p:nvPr/>
            </p:nvSpPr>
            <p:spPr>
              <a:xfrm>
                <a:off x="298360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g3221">
                <a:extLst>
                  <a:ext uri="{FF2B5EF4-FFF2-40B4-BE49-F238E27FC236}">
                    <a16:creationId xmlns:a16="http://schemas.microsoft.com/office/drawing/2014/main" id="{6CC61E5C-0162-DCCF-D632-E4ED4213708A}"/>
                  </a:ext>
                </a:extLst>
              </p:cNvPr>
              <p:cNvSpPr/>
              <p:nvPr/>
            </p:nvSpPr>
            <p:spPr>
              <a:xfrm>
                <a:off x="2995238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g3222">
                <a:extLst>
                  <a:ext uri="{FF2B5EF4-FFF2-40B4-BE49-F238E27FC236}">
                    <a16:creationId xmlns:a16="http://schemas.microsoft.com/office/drawing/2014/main" id="{E0B1FFA2-CF59-081D-756D-5C9A91A3774A}"/>
                  </a:ext>
                </a:extLst>
              </p:cNvPr>
              <p:cNvSpPr/>
              <p:nvPr/>
            </p:nvSpPr>
            <p:spPr>
              <a:xfrm>
                <a:off x="3006875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g3223">
                <a:extLst>
                  <a:ext uri="{FF2B5EF4-FFF2-40B4-BE49-F238E27FC236}">
                    <a16:creationId xmlns:a16="http://schemas.microsoft.com/office/drawing/2014/main" id="{F0EC1FE3-F52A-D024-2E54-829B2988085B}"/>
                  </a:ext>
                </a:extLst>
              </p:cNvPr>
              <p:cNvSpPr/>
              <p:nvPr/>
            </p:nvSpPr>
            <p:spPr>
              <a:xfrm>
                <a:off x="301851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g3224">
                <a:extLst>
                  <a:ext uri="{FF2B5EF4-FFF2-40B4-BE49-F238E27FC236}">
                    <a16:creationId xmlns:a16="http://schemas.microsoft.com/office/drawing/2014/main" id="{7C9317E0-9924-2D73-20AC-8C18236D57AB}"/>
                  </a:ext>
                </a:extLst>
              </p:cNvPr>
              <p:cNvSpPr/>
              <p:nvPr/>
            </p:nvSpPr>
            <p:spPr>
              <a:xfrm>
                <a:off x="3030150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g3225">
                <a:extLst>
                  <a:ext uri="{FF2B5EF4-FFF2-40B4-BE49-F238E27FC236}">
                    <a16:creationId xmlns:a16="http://schemas.microsoft.com/office/drawing/2014/main" id="{0FCE0DB7-D6E0-1B2B-697F-7B4D8EE9D99D}"/>
                  </a:ext>
                </a:extLst>
              </p:cNvPr>
              <p:cNvSpPr/>
              <p:nvPr/>
            </p:nvSpPr>
            <p:spPr>
              <a:xfrm>
                <a:off x="304178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g3226">
                <a:extLst>
                  <a:ext uri="{FF2B5EF4-FFF2-40B4-BE49-F238E27FC236}">
                    <a16:creationId xmlns:a16="http://schemas.microsoft.com/office/drawing/2014/main" id="{C75A6209-A9F3-321A-28D6-C0490A53D2F5}"/>
                  </a:ext>
                </a:extLst>
              </p:cNvPr>
              <p:cNvSpPr/>
              <p:nvPr/>
            </p:nvSpPr>
            <p:spPr>
              <a:xfrm>
                <a:off x="3053425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g3227">
                <a:extLst>
                  <a:ext uri="{FF2B5EF4-FFF2-40B4-BE49-F238E27FC236}">
                    <a16:creationId xmlns:a16="http://schemas.microsoft.com/office/drawing/2014/main" id="{B0BFA2F7-F571-EE87-BD65-175FB02F0BD9}"/>
                  </a:ext>
                </a:extLst>
              </p:cNvPr>
              <p:cNvSpPr/>
              <p:nvPr/>
            </p:nvSpPr>
            <p:spPr>
              <a:xfrm>
                <a:off x="306506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g3228">
                <a:extLst>
                  <a:ext uri="{FF2B5EF4-FFF2-40B4-BE49-F238E27FC236}">
                    <a16:creationId xmlns:a16="http://schemas.microsoft.com/office/drawing/2014/main" id="{D5319C00-7C59-0FA7-0AAB-88D87CA4F4C4}"/>
                  </a:ext>
                </a:extLst>
              </p:cNvPr>
              <p:cNvSpPr/>
              <p:nvPr/>
            </p:nvSpPr>
            <p:spPr>
              <a:xfrm>
                <a:off x="307669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g3229">
                <a:extLst>
                  <a:ext uri="{FF2B5EF4-FFF2-40B4-BE49-F238E27FC236}">
                    <a16:creationId xmlns:a16="http://schemas.microsoft.com/office/drawing/2014/main" id="{ECA1F455-327E-728E-9958-29CA98AB36F4}"/>
                  </a:ext>
                </a:extLst>
              </p:cNvPr>
              <p:cNvSpPr/>
              <p:nvPr/>
            </p:nvSpPr>
            <p:spPr>
              <a:xfrm>
                <a:off x="441499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g3230">
                <a:extLst>
                  <a:ext uri="{FF2B5EF4-FFF2-40B4-BE49-F238E27FC236}">
                    <a16:creationId xmlns:a16="http://schemas.microsoft.com/office/drawing/2014/main" id="{D770AE29-06C3-75EB-9D4C-8E43186F14B0}"/>
                  </a:ext>
                </a:extLst>
              </p:cNvPr>
              <p:cNvSpPr/>
              <p:nvPr/>
            </p:nvSpPr>
            <p:spPr>
              <a:xfrm>
                <a:off x="4426630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g3231">
                <a:extLst>
                  <a:ext uri="{FF2B5EF4-FFF2-40B4-BE49-F238E27FC236}">
                    <a16:creationId xmlns:a16="http://schemas.microsoft.com/office/drawing/2014/main" id="{9BB9393D-C7E9-AD62-4DBD-702B50177BC6}"/>
                  </a:ext>
                </a:extLst>
              </p:cNvPr>
              <p:cNvSpPr/>
              <p:nvPr/>
            </p:nvSpPr>
            <p:spPr>
              <a:xfrm>
                <a:off x="443826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g3232">
                <a:extLst>
                  <a:ext uri="{FF2B5EF4-FFF2-40B4-BE49-F238E27FC236}">
                    <a16:creationId xmlns:a16="http://schemas.microsoft.com/office/drawing/2014/main" id="{A86F5C8C-92C2-6901-61DA-9A5D181B3D31}"/>
                  </a:ext>
                </a:extLst>
              </p:cNvPr>
              <p:cNvSpPr/>
              <p:nvPr/>
            </p:nvSpPr>
            <p:spPr>
              <a:xfrm>
                <a:off x="444990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g3233">
                <a:extLst>
                  <a:ext uri="{FF2B5EF4-FFF2-40B4-BE49-F238E27FC236}">
                    <a16:creationId xmlns:a16="http://schemas.microsoft.com/office/drawing/2014/main" id="{7401AC2C-2F06-6C9F-7CF9-646963D5E20C}"/>
                  </a:ext>
                </a:extLst>
              </p:cNvPr>
              <p:cNvSpPr/>
              <p:nvPr/>
            </p:nvSpPr>
            <p:spPr>
              <a:xfrm>
                <a:off x="446154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g3234">
                <a:extLst>
                  <a:ext uri="{FF2B5EF4-FFF2-40B4-BE49-F238E27FC236}">
                    <a16:creationId xmlns:a16="http://schemas.microsoft.com/office/drawing/2014/main" id="{E12B6DE0-9344-0A16-85E6-007DAC38A2F6}"/>
                  </a:ext>
                </a:extLst>
              </p:cNvPr>
              <p:cNvSpPr/>
              <p:nvPr/>
            </p:nvSpPr>
            <p:spPr>
              <a:xfrm>
                <a:off x="461282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g3235">
                <a:extLst>
                  <a:ext uri="{FF2B5EF4-FFF2-40B4-BE49-F238E27FC236}">
                    <a16:creationId xmlns:a16="http://schemas.microsoft.com/office/drawing/2014/main" id="{4512EFE1-89E7-CE91-BE45-6BDAA844FB6C}"/>
                  </a:ext>
                </a:extLst>
              </p:cNvPr>
              <p:cNvSpPr/>
              <p:nvPr/>
            </p:nvSpPr>
            <p:spPr>
              <a:xfrm>
                <a:off x="462446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g3236">
                <a:extLst>
                  <a:ext uri="{FF2B5EF4-FFF2-40B4-BE49-F238E27FC236}">
                    <a16:creationId xmlns:a16="http://schemas.microsoft.com/office/drawing/2014/main" id="{06022E09-406E-8139-7422-8D14442FBB88}"/>
                  </a:ext>
                </a:extLst>
              </p:cNvPr>
              <p:cNvSpPr/>
              <p:nvPr/>
            </p:nvSpPr>
            <p:spPr>
              <a:xfrm>
                <a:off x="463610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g3237">
                <a:extLst>
                  <a:ext uri="{FF2B5EF4-FFF2-40B4-BE49-F238E27FC236}">
                    <a16:creationId xmlns:a16="http://schemas.microsoft.com/office/drawing/2014/main" id="{7FA3E55F-F7CA-EDD6-46D6-19405372B590}"/>
                  </a:ext>
                </a:extLst>
              </p:cNvPr>
              <p:cNvSpPr/>
              <p:nvPr/>
            </p:nvSpPr>
            <p:spPr>
              <a:xfrm>
                <a:off x="464773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9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g3238">
                <a:extLst>
                  <a:ext uri="{FF2B5EF4-FFF2-40B4-BE49-F238E27FC236}">
                    <a16:creationId xmlns:a16="http://schemas.microsoft.com/office/drawing/2014/main" id="{FD0B8443-5BB8-5443-CEDC-8DAFD810D9AC}"/>
                  </a:ext>
                </a:extLst>
              </p:cNvPr>
              <p:cNvSpPr/>
              <p:nvPr/>
            </p:nvSpPr>
            <p:spPr>
              <a:xfrm>
                <a:off x="4659376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g3239">
                <a:extLst>
                  <a:ext uri="{FF2B5EF4-FFF2-40B4-BE49-F238E27FC236}">
                    <a16:creationId xmlns:a16="http://schemas.microsoft.com/office/drawing/2014/main" id="{B6075360-AC7D-E151-D0F8-A23188F09EB1}"/>
                  </a:ext>
                </a:extLst>
              </p:cNvPr>
              <p:cNvSpPr/>
              <p:nvPr/>
            </p:nvSpPr>
            <p:spPr>
              <a:xfrm>
                <a:off x="467101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g3240">
                <a:extLst>
                  <a:ext uri="{FF2B5EF4-FFF2-40B4-BE49-F238E27FC236}">
                    <a16:creationId xmlns:a16="http://schemas.microsoft.com/office/drawing/2014/main" id="{3CCF6F3D-A791-F8FB-8BEB-CC653E213F6F}"/>
                  </a:ext>
                </a:extLst>
              </p:cNvPr>
              <p:cNvSpPr/>
              <p:nvPr/>
            </p:nvSpPr>
            <p:spPr>
              <a:xfrm>
                <a:off x="468265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g3241">
                <a:extLst>
                  <a:ext uri="{FF2B5EF4-FFF2-40B4-BE49-F238E27FC236}">
                    <a16:creationId xmlns:a16="http://schemas.microsoft.com/office/drawing/2014/main" id="{C8B92B5B-ACA8-CE62-AB3C-CBF8AEDF0B28}"/>
                  </a:ext>
                </a:extLst>
              </p:cNvPr>
              <p:cNvSpPr/>
              <p:nvPr/>
            </p:nvSpPr>
            <p:spPr>
              <a:xfrm>
                <a:off x="292541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g3242">
                <a:extLst>
                  <a:ext uri="{FF2B5EF4-FFF2-40B4-BE49-F238E27FC236}">
                    <a16:creationId xmlns:a16="http://schemas.microsoft.com/office/drawing/2014/main" id="{78838F92-713A-514E-E0CD-4B9A6D505FF6}"/>
                  </a:ext>
                </a:extLst>
              </p:cNvPr>
              <p:cNvSpPr/>
              <p:nvPr/>
            </p:nvSpPr>
            <p:spPr>
              <a:xfrm>
                <a:off x="293705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g3243">
                <a:extLst>
                  <a:ext uri="{FF2B5EF4-FFF2-40B4-BE49-F238E27FC236}">
                    <a16:creationId xmlns:a16="http://schemas.microsoft.com/office/drawing/2014/main" id="{ADFCA074-2156-1892-4FBA-02C2FC664B8F}"/>
                  </a:ext>
                </a:extLst>
              </p:cNvPr>
              <p:cNvSpPr/>
              <p:nvPr/>
            </p:nvSpPr>
            <p:spPr>
              <a:xfrm>
                <a:off x="2948689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g3244">
                <a:extLst>
                  <a:ext uri="{FF2B5EF4-FFF2-40B4-BE49-F238E27FC236}">
                    <a16:creationId xmlns:a16="http://schemas.microsoft.com/office/drawing/2014/main" id="{723FD276-E14A-DFAB-2E9D-F72053A2C0F8}"/>
                  </a:ext>
                </a:extLst>
              </p:cNvPr>
              <p:cNvSpPr/>
              <p:nvPr/>
            </p:nvSpPr>
            <p:spPr>
              <a:xfrm>
                <a:off x="2960326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g3245">
                <a:extLst>
                  <a:ext uri="{FF2B5EF4-FFF2-40B4-BE49-F238E27FC236}">
                    <a16:creationId xmlns:a16="http://schemas.microsoft.com/office/drawing/2014/main" id="{7A121559-A232-668D-1E1E-EE30EF3EED97}"/>
                  </a:ext>
                </a:extLst>
              </p:cNvPr>
              <p:cNvSpPr/>
              <p:nvPr/>
            </p:nvSpPr>
            <p:spPr>
              <a:xfrm>
                <a:off x="297196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g3246">
                <a:extLst>
                  <a:ext uri="{FF2B5EF4-FFF2-40B4-BE49-F238E27FC236}">
                    <a16:creationId xmlns:a16="http://schemas.microsoft.com/office/drawing/2014/main" id="{3B8CFD14-6568-B861-5403-4E4954592B05}"/>
                  </a:ext>
                </a:extLst>
              </p:cNvPr>
              <p:cNvSpPr/>
              <p:nvPr/>
            </p:nvSpPr>
            <p:spPr>
              <a:xfrm>
                <a:off x="298360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g3247">
                <a:extLst>
                  <a:ext uri="{FF2B5EF4-FFF2-40B4-BE49-F238E27FC236}">
                    <a16:creationId xmlns:a16="http://schemas.microsoft.com/office/drawing/2014/main" id="{A63414CE-D2A2-F0B6-75CF-BB06AFB58D22}"/>
                  </a:ext>
                </a:extLst>
              </p:cNvPr>
              <p:cNvSpPr/>
              <p:nvPr/>
            </p:nvSpPr>
            <p:spPr>
              <a:xfrm>
                <a:off x="2995238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g3248">
                <a:extLst>
                  <a:ext uri="{FF2B5EF4-FFF2-40B4-BE49-F238E27FC236}">
                    <a16:creationId xmlns:a16="http://schemas.microsoft.com/office/drawing/2014/main" id="{439C1D32-FC56-1660-4B2D-59E637F8AD07}"/>
                  </a:ext>
                </a:extLst>
              </p:cNvPr>
              <p:cNvSpPr/>
              <p:nvPr/>
            </p:nvSpPr>
            <p:spPr>
              <a:xfrm>
                <a:off x="3006875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g3249">
                <a:extLst>
                  <a:ext uri="{FF2B5EF4-FFF2-40B4-BE49-F238E27FC236}">
                    <a16:creationId xmlns:a16="http://schemas.microsoft.com/office/drawing/2014/main" id="{08D1BB8F-0430-99B5-E934-ABB148FF91F7}"/>
                  </a:ext>
                </a:extLst>
              </p:cNvPr>
              <p:cNvSpPr/>
              <p:nvPr/>
            </p:nvSpPr>
            <p:spPr>
              <a:xfrm>
                <a:off x="301851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g3250">
                <a:extLst>
                  <a:ext uri="{FF2B5EF4-FFF2-40B4-BE49-F238E27FC236}">
                    <a16:creationId xmlns:a16="http://schemas.microsoft.com/office/drawing/2014/main" id="{3F216283-E3FD-98D5-CFD4-BB52B65C41CE}"/>
                  </a:ext>
                </a:extLst>
              </p:cNvPr>
              <p:cNvSpPr/>
              <p:nvPr/>
            </p:nvSpPr>
            <p:spPr>
              <a:xfrm>
                <a:off x="3030150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g3251">
                <a:extLst>
                  <a:ext uri="{FF2B5EF4-FFF2-40B4-BE49-F238E27FC236}">
                    <a16:creationId xmlns:a16="http://schemas.microsoft.com/office/drawing/2014/main" id="{9B4189C8-A2D1-BC20-52A7-17A810FA4187}"/>
                  </a:ext>
                </a:extLst>
              </p:cNvPr>
              <p:cNvSpPr/>
              <p:nvPr/>
            </p:nvSpPr>
            <p:spPr>
              <a:xfrm>
                <a:off x="3041787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g3252">
                <a:extLst>
                  <a:ext uri="{FF2B5EF4-FFF2-40B4-BE49-F238E27FC236}">
                    <a16:creationId xmlns:a16="http://schemas.microsoft.com/office/drawing/2014/main" id="{C4F89336-6C2A-9660-51D9-ECF9F81B27AA}"/>
                  </a:ext>
                </a:extLst>
              </p:cNvPr>
              <p:cNvSpPr/>
              <p:nvPr/>
            </p:nvSpPr>
            <p:spPr>
              <a:xfrm>
                <a:off x="3053425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g3253">
                <a:extLst>
                  <a:ext uri="{FF2B5EF4-FFF2-40B4-BE49-F238E27FC236}">
                    <a16:creationId xmlns:a16="http://schemas.microsoft.com/office/drawing/2014/main" id="{D5DA12C6-5735-B9EE-6D4C-475BD216AFAF}"/>
                  </a:ext>
                </a:extLst>
              </p:cNvPr>
              <p:cNvSpPr/>
              <p:nvPr/>
            </p:nvSpPr>
            <p:spPr>
              <a:xfrm>
                <a:off x="4414992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g3254">
                <a:extLst>
                  <a:ext uri="{FF2B5EF4-FFF2-40B4-BE49-F238E27FC236}">
                    <a16:creationId xmlns:a16="http://schemas.microsoft.com/office/drawing/2014/main" id="{A21DB9B8-B03B-0889-4E35-0BCAE194875D}"/>
                  </a:ext>
                </a:extLst>
              </p:cNvPr>
              <p:cNvSpPr/>
              <p:nvPr/>
            </p:nvSpPr>
            <p:spPr>
              <a:xfrm>
                <a:off x="4426630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g3255">
                <a:extLst>
                  <a:ext uri="{FF2B5EF4-FFF2-40B4-BE49-F238E27FC236}">
                    <a16:creationId xmlns:a16="http://schemas.microsoft.com/office/drawing/2014/main" id="{CA1DF5FA-300E-131A-6A3E-353B8DF40E4C}"/>
                  </a:ext>
                </a:extLst>
              </p:cNvPr>
              <p:cNvSpPr/>
              <p:nvPr/>
            </p:nvSpPr>
            <p:spPr>
              <a:xfrm>
                <a:off x="4438267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g3256">
                <a:extLst>
                  <a:ext uri="{FF2B5EF4-FFF2-40B4-BE49-F238E27FC236}">
                    <a16:creationId xmlns:a16="http://schemas.microsoft.com/office/drawing/2014/main" id="{C035247D-5D2A-F348-E1B1-9E8E2164CA6B}"/>
                  </a:ext>
                </a:extLst>
              </p:cNvPr>
              <p:cNvSpPr/>
              <p:nvPr/>
            </p:nvSpPr>
            <p:spPr>
              <a:xfrm>
                <a:off x="444990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g3257">
                <a:extLst>
                  <a:ext uri="{FF2B5EF4-FFF2-40B4-BE49-F238E27FC236}">
                    <a16:creationId xmlns:a16="http://schemas.microsoft.com/office/drawing/2014/main" id="{10C2D9E6-7634-EC23-C549-3F9BF8DBB77F}"/>
                  </a:ext>
                </a:extLst>
              </p:cNvPr>
              <p:cNvSpPr/>
              <p:nvPr/>
            </p:nvSpPr>
            <p:spPr>
              <a:xfrm>
                <a:off x="4461542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g3258">
                <a:extLst>
                  <a:ext uri="{FF2B5EF4-FFF2-40B4-BE49-F238E27FC236}">
                    <a16:creationId xmlns:a16="http://schemas.microsoft.com/office/drawing/2014/main" id="{55D101A1-1CC8-9E15-6305-C01ECFBB533D}"/>
                  </a:ext>
                </a:extLst>
              </p:cNvPr>
              <p:cNvSpPr/>
              <p:nvPr/>
            </p:nvSpPr>
            <p:spPr>
              <a:xfrm>
                <a:off x="462446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9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g3259">
                <a:extLst>
                  <a:ext uri="{FF2B5EF4-FFF2-40B4-BE49-F238E27FC236}">
                    <a16:creationId xmlns:a16="http://schemas.microsoft.com/office/drawing/2014/main" id="{569D9794-D7DE-A6C4-A0AE-3DD66530B381}"/>
                  </a:ext>
                </a:extLst>
              </p:cNvPr>
              <p:cNvSpPr/>
              <p:nvPr/>
            </p:nvSpPr>
            <p:spPr>
              <a:xfrm>
                <a:off x="463610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g3260">
                <a:extLst>
                  <a:ext uri="{FF2B5EF4-FFF2-40B4-BE49-F238E27FC236}">
                    <a16:creationId xmlns:a16="http://schemas.microsoft.com/office/drawing/2014/main" id="{C22779E7-E777-DD7A-22C0-00BCF329F122}"/>
                  </a:ext>
                </a:extLst>
              </p:cNvPr>
              <p:cNvSpPr/>
              <p:nvPr/>
            </p:nvSpPr>
            <p:spPr>
              <a:xfrm>
                <a:off x="4647739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g3261">
                <a:extLst>
                  <a:ext uri="{FF2B5EF4-FFF2-40B4-BE49-F238E27FC236}">
                    <a16:creationId xmlns:a16="http://schemas.microsoft.com/office/drawing/2014/main" id="{82EDA270-1582-DEED-BC69-A7BFB1DDC1F3}"/>
                  </a:ext>
                </a:extLst>
              </p:cNvPr>
              <p:cNvSpPr/>
              <p:nvPr/>
            </p:nvSpPr>
            <p:spPr>
              <a:xfrm>
                <a:off x="4659376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g3262">
                <a:extLst>
                  <a:ext uri="{FF2B5EF4-FFF2-40B4-BE49-F238E27FC236}">
                    <a16:creationId xmlns:a16="http://schemas.microsoft.com/office/drawing/2014/main" id="{7E756570-AA21-7ABD-6108-826E6E36E250}"/>
                  </a:ext>
                </a:extLst>
              </p:cNvPr>
              <p:cNvSpPr/>
              <p:nvPr/>
            </p:nvSpPr>
            <p:spPr>
              <a:xfrm>
                <a:off x="467101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9">
                  <a:alpha val="100000"/>
                </a:srgbClr>
              </a:solidFill>
              <a:ln w="5420" cap="flat">
                <a:solidFill>
                  <a:srgbClr val="83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g3263">
                <a:extLst>
                  <a:ext uri="{FF2B5EF4-FFF2-40B4-BE49-F238E27FC236}">
                    <a16:creationId xmlns:a16="http://schemas.microsoft.com/office/drawing/2014/main" id="{032BF4C3-38EE-EC65-BD9A-49E631366624}"/>
                  </a:ext>
                </a:extLst>
              </p:cNvPr>
              <p:cNvSpPr/>
              <p:nvPr/>
            </p:nvSpPr>
            <p:spPr>
              <a:xfrm>
                <a:off x="468265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g3264">
                <a:extLst>
                  <a:ext uri="{FF2B5EF4-FFF2-40B4-BE49-F238E27FC236}">
                    <a16:creationId xmlns:a16="http://schemas.microsoft.com/office/drawing/2014/main" id="{51E70CF8-F1ED-9C36-9017-158189F7DB07}"/>
                  </a:ext>
                </a:extLst>
              </p:cNvPr>
              <p:cNvSpPr/>
              <p:nvPr/>
            </p:nvSpPr>
            <p:spPr>
              <a:xfrm>
                <a:off x="289050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g3265">
                <a:extLst>
                  <a:ext uri="{FF2B5EF4-FFF2-40B4-BE49-F238E27FC236}">
                    <a16:creationId xmlns:a16="http://schemas.microsoft.com/office/drawing/2014/main" id="{34743B88-EB77-CA3D-09B9-CBAA1B94BB82}"/>
                  </a:ext>
                </a:extLst>
              </p:cNvPr>
              <p:cNvSpPr/>
              <p:nvPr/>
            </p:nvSpPr>
            <p:spPr>
              <a:xfrm>
                <a:off x="290213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g3266">
                <a:extLst>
                  <a:ext uri="{FF2B5EF4-FFF2-40B4-BE49-F238E27FC236}">
                    <a16:creationId xmlns:a16="http://schemas.microsoft.com/office/drawing/2014/main" id="{7A541468-6A6F-D3E1-F834-B5D89259FF79}"/>
                  </a:ext>
                </a:extLst>
              </p:cNvPr>
              <p:cNvSpPr/>
              <p:nvPr/>
            </p:nvSpPr>
            <p:spPr>
              <a:xfrm>
                <a:off x="2913777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g3267">
                <a:extLst>
                  <a:ext uri="{FF2B5EF4-FFF2-40B4-BE49-F238E27FC236}">
                    <a16:creationId xmlns:a16="http://schemas.microsoft.com/office/drawing/2014/main" id="{AB7920E2-67C5-AE07-37FD-F15674BEFD20}"/>
                  </a:ext>
                </a:extLst>
              </p:cNvPr>
              <p:cNvSpPr/>
              <p:nvPr/>
            </p:nvSpPr>
            <p:spPr>
              <a:xfrm>
                <a:off x="292541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g3268">
                <a:extLst>
                  <a:ext uri="{FF2B5EF4-FFF2-40B4-BE49-F238E27FC236}">
                    <a16:creationId xmlns:a16="http://schemas.microsoft.com/office/drawing/2014/main" id="{ACEAF24D-1E09-84F7-8E72-0F4EDD458775}"/>
                  </a:ext>
                </a:extLst>
              </p:cNvPr>
              <p:cNvSpPr/>
              <p:nvPr/>
            </p:nvSpPr>
            <p:spPr>
              <a:xfrm>
                <a:off x="293705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g3269">
                <a:extLst>
                  <a:ext uri="{FF2B5EF4-FFF2-40B4-BE49-F238E27FC236}">
                    <a16:creationId xmlns:a16="http://schemas.microsoft.com/office/drawing/2014/main" id="{6BA64020-2B23-9BF6-D5CA-741D009B4EAC}"/>
                  </a:ext>
                </a:extLst>
              </p:cNvPr>
              <p:cNvSpPr/>
              <p:nvPr/>
            </p:nvSpPr>
            <p:spPr>
              <a:xfrm>
                <a:off x="294868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g3270">
                <a:extLst>
                  <a:ext uri="{FF2B5EF4-FFF2-40B4-BE49-F238E27FC236}">
                    <a16:creationId xmlns:a16="http://schemas.microsoft.com/office/drawing/2014/main" id="{0850F4AB-0BC9-2CD8-90FF-481457F9F2AE}"/>
                  </a:ext>
                </a:extLst>
              </p:cNvPr>
              <p:cNvSpPr/>
              <p:nvPr/>
            </p:nvSpPr>
            <p:spPr>
              <a:xfrm>
                <a:off x="2960326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g3271">
                <a:extLst>
                  <a:ext uri="{FF2B5EF4-FFF2-40B4-BE49-F238E27FC236}">
                    <a16:creationId xmlns:a16="http://schemas.microsoft.com/office/drawing/2014/main" id="{BB700459-EECD-88F6-44A3-03680A62EE0C}"/>
                  </a:ext>
                </a:extLst>
              </p:cNvPr>
              <p:cNvSpPr/>
              <p:nvPr/>
            </p:nvSpPr>
            <p:spPr>
              <a:xfrm>
                <a:off x="297196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g3272">
                <a:extLst>
                  <a:ext uri="{FF2B5EF4-FFF2-40B4-BE49-F238E27FC236}">
                    <a16:creationId xmlns:a16="http://schemas.microsoft.com/office/drawing/2014/main" id="{703DF4C3-95EE-DE55-1CB0-6004C5552371}"/>
                  </a:ext>
                </a:extLst>
              </p:cNvPr>
              <p:cNvSpPr/>
              <p:nvPr/>
            </p:nvSpPr>
            <p:spPr>
              <a:xfrm>
                <a:off x="298360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g3273">
                <a:extLst>
                  <a:ext uri="{FF2B5EF4-FFF2-40B4-BE49-F238E27FC236}">
                    <a16:creationId xmlns:a16="http://schemas.microsoft.com/office/drawing/2014/main" id="{80F10185-D618-7D8B-03A3-6FDECE6D7422}"/>
                  </a:ext>
                </a:extLst>
              </p:cNvPr>
              <p:cNvSpPr/>
              <p:nvPr/>
            </p:nvSpPr>
            <p:spPr>
              <a:xfrm>
                <a:off x="2995238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g3274">
                <a:extLst>
                  <a:ext uri="{FF2B5EF4-FFF2-40B4-BE49-F238E27FC236}">
                    <a16:creationId xmlns:a16="http://schemas.microsoft.com/office/drawing/2014/main" id="{A2F57C73-729F-F5B7-B62D-D8E8FCD6C4D9}"/>
                  </a:ext>
                </a:extLst>
              </p:cNvPr>
              <p:cNvSpPr/>
              <p:nvPr/>
            </p:nvSpPr>
            <p:spPr>
              <a:xfrm>
                <a:off x="3006875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g3275">
                <a:extLst>
                  <a:ext uri="{FF2B5EF4-FFF2-40B4-BE49-F238E27FC236}">
                    <a16:creationId xmlns:a16="http://schemas.microsoft.com/office/drawing/2014/main" id="{56952EDB-FDBF-946D-3F05-3A9468EC8913}"/>
                  </a:ext>
                </a:extLst>
              </p:cNvPr>
              <p:cNvSpPr/>
              <p:nvPr/>
            </p:nvSpPr>
            <p:spPr>
              <a:xfrm>
                <a:off x="301851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g3276">
                <a:extLst>
                  <a:ext uri="{FF2B5EF4-FFF2-40B4-BE49-F238E27FC236}">
                    <a16:creationId xmlns:a16="http://schemas.microsoft.com/office/drawing/2014/main" id="{371E35B0-8761-10AA-10CD-0C4C39F11BA3}"/>
                  </a:ext>
                </a:extLst>
              </p:cNvPr>
              <p:cNvSpPr/>
              <p:nvPr/>
            </p:nvSpPr>
            <p:spPr>
              <a:xfrm>
                <a:off x="3030150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g3277">
                <a:extLst>
                  <a:ext uri="{FF2B5EF4-FFF2-40B4-BE49-F238E27FC236}">
                    <a16:creationId xmlns:a16="http://schemas.microsoft.com/office/drawing/2014/main" id="{66853848-A7F1-AC20-582C-A8B80F398606}"/>
                  </a:ext>
                </a:extLst>
              </p:cNvPr>
              <p:cNvSpPr/>
              <p:nvPr/>
            </p:nvSpPr>
            <p:spPr>
              <a:xfrm>
                <a:off x="441499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g3278">
                <a:extLst>
                  <a:ext uri="{FF2B5EF4-FFF2-40B4-BE49-F238E27FC236}">
                    <a16:creationId xmlns:a16="http://schemas.microsoft.com/office/drawing/2014/main" id="{1869B92A-5573-618D-F95D-D34B7FE6ACD0}"/>
                  </a:ext>
                </a:extLst>
              </p:cNvPr>
              <p:cNvSpPr/>
              <p:nvPr/>
            </p:nvSpPr>
            <p:spPr>
              <a:xfrm>
                <a:off x="4426630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g3279">
                <a:extLst>
                  <a:ext uri="{FF2B5EF4-FFF2-40B4-BE49-F238E27FC236}">
                    <a16:creationId xmlns:a16="http://schemas.microsoft.com/office/drawing/2014/main" id="{B01FE1A1-0886-1C5F-ADFE-692B10E978F5}"/>
                  </a:ext>
                </a:extLst>
              </p:cNvPr>
              <p:cNvSpPr/>
              <p:nvPr/>
            </p:nvSpPr>
            <p:spPr>
              <a:xfrm>
                <a:off x="4438267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6B8">
                  <a:alpha val="100000"/>
                </a:srgbClr>
              </a:solidFill>
              <a:ln w="5420" cap="flat">
                <a:solidFill>
                  <a:srgbClr val="7F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g3280">
                <a:extLst>
                  <a:ext uri="{FF2B5EF4-FFF2-40B4-BE49-F238E27FC236}">
                    <a16:creationId xmlns:a16="http://schemas.microsoft.com/office/drawing/2014/main" id="{3CB86157-4B16-40C6-415C-1608A49D562D}"/>
                  </a:ext>
                </a:extLst>
              </p:cNvPr>
              <p:cNvSpPr/>
              <p:nvPr/>
            </p:nvSpPr>
            <p:spPr>
              <a:xfrm>
                <a:off x="444990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g3281">
                <a:extLst>
                  <a:ext uri="{FF2B5EF4-FFF2-40B4-BE49-F238E27FC236}">
                    <a16:creationId xmlns:a16="http://schemas.microsoft.com/office/drawing/2014/main" id="{3B16CC92-A0AC-4FFC-B0BF-8C1DCF423B15}"/>
                  </a:ext>
                </a:extLst>
              </p:cNvPr>
              <p:cNvSpPr/>
              <p:nvPr/>
            </p:nvSpPr>
            <p:spPr>
              <a:xfrm>
                <a:off x="446154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g3282">
                <a:extLst>
                  <a:ext uri="{FF2B5EF4-FFF2-40B4-BE49-F238E27FC236}">
                    <a16:creationId xmlns:a16="http://schemas.microsoft.com/office/drawing/2014/main" id="{59F446BF-3A80-4C51-FEF3-402F65469309}"/>
                  </a:ext>
                </a:extLst>
              </p:cNvPr>
              <p:cNvSpPr/>
              <p:nvPr/>
            </p:nvSpPr>
            <p:spPr>
              <a:xfrm>
                <a:off x="462446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g3283">
                <a:extLst>
                  <a:ext uri="{FF2B5EF4-FFF2-40B4-BE49-F238E27FC236}">
                    <a16:creationId xmlns:a16="http://schemas.microsoft.com/office/drawing/2014/main" id="{EA48A8D4-FC0F-C3AC-5819-31BB60647B2B}"/>
                  </a:ext>
                </a:extLst>
              </p:cNvPr>
              <p:cNvSpPr/>
              <p:nvPr/>
            </p:nvSpPr>
            <p:spPr>
              <a:xfrm>
                <a:off x="463610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g3284">
                <a:extLst>
                  <a:ext uri="{FF2B5EF4-FFF2-40B4-BE49-F238E27FC236}">
                    <a16:creationId xmlns:a16="http://schemas.microsoft.com/office/drawing/2014/main" id="{0C89BC62-06DA-F9A2-95FA-EB8EF2BC5AE1}"/>
                  </a:ext>
                </a:extLst>
              </p:cNvPr>
              <p:cNvSpPr/>
              <p:nvPr/>
            </p:nvSpPr>
            <p:spPr>
              <a:xfrm>
                <a:off x="464773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g3285">
                <a:extLst>
                  <a:ext uri="{FF2B5EF4-FFF2-40B4-BE49-F238E27FC236}">
                    <a16:creationId xmlns:a16="http://schemas.microsoft.com/office/drawing/2014/main" id="{C7DEF189-7D1F-A357-7C8C-8C7897F903D9}"/>
                  </a:ext>
                </a:extLst>
              </p:cNvPr>
              <p:cNvSpPr/>
              <p:nvPr/>
            </p:nvSpPr>
            <p:spPr>
              <a:xfrm>
                <a:off x="4659376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9">
                  <a:alpha val="100000"/>
                </a:srgbClr>
              </a:solidFill>
              <a:ln w="5420" cap="flat">
                <a:solidFill>
                  <a:srgbClr val="83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g3286">
                <a:extLst>
                  <a:ext uri="{FF2B5EF4-FFF2-40B4-BE49-F238E27FC236}">
                    <a16:creationId xmlns:a16="http://schemas.microsoft.com/office/drawing/2014/main" id="{A16553A2-671D-1F90-10FF-C6821A8CCB28}"/>
                  </a:ext>
                </a:extLst>
              </p:cNvPr>
              <p:cNvSpPr/>
              <p:nvPr/>
            </p:nvSpPr>
            <p:spPr>
              <a:xfrm>
                <a:off x="467101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g3287">
                <a:extLst>
                  <a:ext uri="{FF2B5EF4-FFF2-40B4-BE49-F238E27FC236}">
                    <a16:creationId xmlns:a16="http://schemas.microsoft.com/office/drawing/2014/main" id="{E96FCFDB-E41B-E296-E12A-86151569C0AF}"/>
                  </a:ext>
                </a:extLst>
              </p:cNvPr>
              <p:cNvSpPr/>
              <p:nvPr/>
            </p:nvSpPr>
            <p:spPr>
              <a:xfrm>
                <a:off x="468265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g3288">
                <a:extLst>
                  <a:ext uri="{FF2B5EF4-FFF2-40B4-BE49-F238E27FC236}">
                    <a16:creationId xmlns:a16="http://schemas.microsoft.com/office/drawing/2014/main" id="{34BB7662-75A3-E347-A94E-E290084FC0BA}"/>
                  </a:ext>
                </a:extLst>
              </p:cNvPr>
              <p:cNvSpPr/>
              <p:nvPr/>
            </p:nvSpPr>
            <p:spPr>
              <a:xfrm>
                <a:off x="2890502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g3289">
                <a:extLst>
                  <a:ext uri="{FF2B5EF4-FFF2-40B4-BE49-F238E27FC236}">
                    <a16:creationId xmlns:a16="http://schemas.microsoft.com/office/drawing/2014/main" id="{EE0A8C1A-B474-8F4E-6664-024D48859842}"/>
                  </a:ext>
                </a:extLst>
              </p:cNvPr>
              <p:cNvSpPr/>
              <p:nvPr/>
            </p:nvSpPr>
            <p:spPr>
              <a:xfrm>
                <a:off x="290213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g3290">
                <a:extLst>
                  <a:ext uri="{FF2B5EF4-FFF2-40B4-BE49-F238E27FC236}">
                    <a16:creationId xmlns:a16="http://schemas.microsoft.com/office/drawing/2014/main" id="{A9DE5B88-588F-40F9-915B-990B197ACCE8}"/>
                  </a:ext>
                </a:extLst>
              </p:cNvPr>
              <p:cNvSpPr/>
              <p:nvPr/>
            </p:nvSpPr>
            <p:spPr>
              <a:xfrm>
                <a:off x="2913777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g3291">
                <a:extLst>
                  <a:ext uri="{FF2B5EF4-FFF2-40B4-BE49-F238E27FC236}">
                    <a16:creationId xmlns:a16="http://schemas.microsoft.com/office/drawing/2014/main" id="{4099B9D6-2AB0-1198-09D4-B4146D9CDF03}"/>
                  </a:ext>
                </a:extLst>
              </p:cNvPr>
              <p:cNvSpPr/>
              <p:nvPr/>
            </p:nvSpPr>
            <p:spPr>
              <a:xfrm>
                <a:off x="292541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g3292">
                <a:extLst>
                  <a:ext uri="{FF2B5EF4-FFF2-40B4-BE49-F238E27FC236}">
                    <a16:creationId xmlns:a16="http://schemas.microsoft.com/office/drawing/2014/main" id="{7AC0202B-4B1C-159D-533E-08AC9988E86B}"/>
                  </a:ext>
                </a:extLst>
              </p:cNvPr>
              <p:cNvSpPr/>
              <p:nvPr/>
            </p:nvSpPr>
            <p:spPr>
              <a:xfrm>
                <a:off x="293705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g3293">
                <a:extLst>
                  <a:ext uri="{FF2B5EF4-FFF2-40B4-BE49-F238E27FC236}">
                    <a16:creationId xmlns:a16="http://schemas.microsoft.com/office/drawing/2014/main" id="{E185821C-E2BC-CA11-E491-6D955F2C1C51}"/>
                  </a:ext>
                </a:extLst>
              </p:cNvPr>
              <p:cNvSpPr/>
              <p:nvPr/>
            </p:nvSpPr>
            <p:spPr>
              <a:xfrm>
                <a:off x="294868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g3294">
                <a:extLst>
                  <a:ext uri="{FF2B5EF4-FFF2-40B4-BE49-F238E27FC236}">
                    <a16:creationId xmlns:a16="http://schemas.microsoft.com/office/drawing/2014/main" id="{084FA0B2-062B-168B-7AC8-2CFE4D9762BD}"/>
                  </a:ext>
                </a:extLst>
              </p:cNvPr>
              <p:cNvSpPr/>
              <p:nvPr/>
            </p:nvSpPr>
            <p:spPr>
              <a:xfrm>
                <a:off x="2960326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g3295">
                <a:extLst>
                  <a:ext uri="{FF2B5EF4-FFF2-40B4-BE49-F238E27FC236}">
                    <a16:creationId xmlns:a16="http://schemas.microsoft.com/office/drawing/2014/main" id="{5DE9D1D9-963C-F93C-74BC-9A84D3F7767D}"/>
                  </a:ext>
                </a:extLst>
              </p:cNvPr>
              <p:cNvSpPr/>
              <p:nvPr/>
            </p:nvSpPr>
            <p:spPr>
              <a:xfrm>
                <a:off x="2971963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g3296">
                <a:extLst>
                  <a:ext uri="{FF2B5EF4-FFF2-40B4-BE49-F238E27FC236}">
                    <a16:creationId xmlns:a16="http://schemas.microsoft.com/office/drawing/2014/main" id="{17BE978A-D634-705A-DE91-6B7AB29E2FE6}"/>
                  </a:ext>
                </a:extLst>
              </p:cNvPr>
              <p:cNvSpPr/>
              <p:nvPr/>
            </p:nvSpPr>
            <p:spPr>
              <a:xfrm>
                <a:off x="298360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g3297">
                <a:extLst>
                  <a:ext uri="{FF2B5EF4-FFF2-40B4-BE49-F238E27FC236}">
                    <a16:creationId xmlns:a16="http://schemas.microsoft.com/office/drawing/2014/main" id="{446F583C-2F99-C0A8-F8D5-BA3B72E2329E}"/>
                  </a:ext>
                </a:extLst>
              </p:cNvPr>
              <p:cNvSpPr/>
              <p:nvPr/>
            </p:nvSpPr>
            <p:spPr>
              <a:xfrm>
                <a:off x="4403355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6B8">
                  <a:alpha val="100000"/>
                </a:srgbClr>
              </a:solidFill>
              <a:ln w="5420" cap="flat">
                <a:solidFill>
                  <a:srgbClr val="7F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g3298">
                <a:extLst>
                  <a:ext uri="{FF2B5EF4-FFF2-40B4-BE49-F238E27FC236}">
                    <a16:creationId xmlns:a16="http://schemas.microsoft.com/office/drawing/2014/main" id="{6470C0E6-A942-CE96-05AC-4FE2182DA0E7}"/>
                  </a:ext>
                </a:extLst>
              </p:cNvPr>
              <p:cNvSpPr/>
              <p:nvPr/>
            </p:nvSpPr>
            <p:spPr>
              <a:xfrm>
                <a:off x="4414992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g3299">
                <a:extLst>
                  <a:ext uri="{FF2B5EF4-FFF2-40B4-BE49-F238E27FC236}">
                    <a16:creationId xmlns:a16="http://schemas.microsoft.com/office/drawing/2014/main" id="{1AE550F3-7A43-02E7-3BB3-D6982D1DBF78}"/>
                  </a:ext>
                </a:extLst>
              </p:cNvPr>
              <p:cNvSpPr/>
              <p:nvPr/>
            </p:nvSpPr>
            <p:spPr>
              <a:xfrm>
                <a:off x="4426630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g3300">
                <a:extLst>
                  <a:ext uri="{FF2B5EF4-FFF2-40B4-BE49-F238E27FC236}">
                    <a16:creationId xmlns:a16="http://schemas.microsoft.com/office/drawing/2014/main" id="{32D747D8-8434-D0E8-0CF1-8438CC469488}"/>
                  </a:ext>
                </a:extLst>
              </p:cNvPr>
              <p:cNvSpPr/>
              <p:nvPr/>
            </p:nvSpPr>
            <p:spPr>
              <a:xfrm>
                <a:off x="4438267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g3301">
                <a:extLst>
                  <a:ext uri="{FF2B5EF4-FFF2-40B4-BE49-F238E27FC236}">
                    <a16:creationId xmlns:a16="http://schemas.microsoft.com/office/drawing/2014/main" id="{519D9F93-4E70-07A8-DBB0-04A03D0F5ABE}"/>
                  </a:ext>
                </a:extLst>
              </p:cNvPr>
              <p:cNvSpPr/>
              <p:nvPr/>
            </p:nvSpPr>
            <p:spPr>
              <a:xfrm>
                <a:off x="444990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g3302">
                <a:extLst>
                  <a:ext uri="{FF2B5EF4-FFF2-40B4-BE49-F238E27FC236}">
                    <a16:creationId xmlns:a16="http://schemas.microsoft.com/office/drawing/2014/main" id="{29288FE8-21BE-2516-EBB1-F6C5F6858489}"/>
                  </a:ext>
                </a:extLst>
              </p:cNvPr>
              <p:cNvSpPr/>
              <p:nvPr/>
            </p:nvSpPr>
            <p:spPr>
              <a:xfrm>
                <a:off x="462446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g3303">
                <a:extLst>
                  <a:ext uri="{FF2B5EF4-FFF2-40B4-BE49-F238E27FC236}">
                    <a16:creationId xmlns:a16="http://schemas.microsoft.com/office/drawing/2014/main" id="{242341AC-EC05-66A5-ADAB-0AC4E54B2BEB}"/>
                  </a:ext>
                </a:extLst>
              </p:cNvPr>
              <p:cNvSpPr/>
              <p:nvPr/>
            </p:nvSpPr>
            <p:spPr>
              <a:xfrm>
                <a:off x="463610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g3304">
                <a:extLst>
                  <a:ext uri="{FF2B5EF4-FFF2-40B4-BE49-F238E27FC236}">
                    <a16:creationId xmlns:a16="http://schemas.microsoft.com/office/drawing/2014/main" id="{73E945F3-0D5E-7768-23F1-BAC7EB24F986}"/>
                  </a:ext>
                </a:extLst>
              </p:cNvPr>
              <p:cNvSpPr/>
              <p:nvPr/>
            </p:nvSpPr>
            <p:spPr>
              <a:xfrm>
                <a:off x="464773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9">
                  <a:alpha val="100000"/>
                </a:srgbClr>
              </a:solidFill>
              <a:ln w="5420" cap="flat">
                <a:solidFill>
                  <a:srgbClr val="83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g3305">
                <a:extLst>
                  <a:ext uri="{FF2B5EF4-FFF2-40B4-BE49-F238E27FC236}">
                    <a16:creationId xmlns:a16="http://schemas.microsoft.com/office/drawing/2014/main" id="{2F7DA7AC-85D7-41FA-132C-E908748D6866}"/>
                  </a:ext>
                </a:extLst>
              </p:cNvPr>
              <p:cNvSpPr/>
              <p:nvPr/>
            </p:nvSpPr>
            <p:spPr>
              <a:xfrm>
                <a:off x="4659376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g3306">
                <a:extLst>
                  <a:ext uri="{FF2B5EF4-FFF2-40B4-BE49-F238E27FC236}">
                    <a16:creationId xmlns:a16="http://schemas.microsoft.com/office/drawing/2014/main" id="{7EE8B2D4-5072-5BAE-4013-E862CD6EFDE9}"/>
                  </a:ext>
                </a:extLst>
              </p:cNvPr>
              <p:cNvSpPr/>
              <p:nvPr/>
            </p:nvSpPr>
            <p:spPr>
              <a:xfrm>
                <a:off x="4671013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g3307">
                <a:extLst>
                  <a:ext uri="{FF2B5EF4-FFF2-40B4-BE49-F238E27FC236}">
                    <a16:creationId xmlns:a16="http://schemas.microsoft.com/office/drawing/2014/main" id="{647413D5-BACC-E272-253D-A7FD3EE3B16F}"/>
                  </a:ext>
                </a:extLst>
              </p:cNvPr>
              <p:cNvSpPr/>
              <p:nvPr/>
            </p:nvSpPr>
            <p:spPr>
              <a:xfrm>
                <a:off x="468265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g3308">
                <a:extLst>
                  <a:ext uri="{FF2B5EF4-FFF2-40B4-BE49-F238E27FC236}">
                    <a16:creationId xmlns:a16="http://schemas.microsoft.com/office/drawing/2014/main" id="{C561ADAB-FB1B-C574-FC2E-786F20EA7AEC}"/>
                  </a:ext>
                </a:extLst>
              </p:cNvPr>
              <p:cNvSpPr/>
              <p:nvPr/>
            </p:nvSpPr>
            <p:spPr>
              <a:xfrm>
                <a:off x="2878865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g3309">
                <a:extLst>
                  <a:ext uri="{FF2B5EF4-FFF2-40B4-BE49-F238E27FC236}">
                    <a16:creationId xmlns:a16="http://schemas.microsoft.com/office/drawing/2014/main" id="{F7773997-8D25-1A2B-E54C-015BFB25AA90}"/>
                  </a:ext>
                </a:extLst>
              </p:cNvPr>
              <p:cNvSpPr/>
              <p:nvPr/>
            </p:nvSpPr>
            <p:spPr>
              <a:xfrm>
                <a:off x="289050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g3310">
                <a:extLst>
                  <a:ext uri="{FF2B5EF4-FFF2-40B4-BE49-F238E27FC236}">
                    <a16:creationId xmlns:a16="http://schemas.microsoft.com/office/drawing/2014/main" id="{8AA04BA2-B1BA-E12F-7103-3708CDD2D35C}"/>
                  </a:ext>
                </a:extLst>
              </p:cNvPr>
              <p:cNvSpPr/>
              <p:nvPr/>
            </p:nvSpPr>
            <p:spPr>
              <a:xfrm>
                <a:off x="290213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g3311">
                <a:extLst>
                  <a:ext uri="{FF2B5EF4-FFF2-40B4-BE49-F238E27FC236}">
                    <a16:creationId xmlns:a16="http://schemas.microsoft.com/office/drawing/2014/main" id="{42044DB1-8B72-4FB2-EE28-7B0DB2D6A23D}"/>
                  </a:ext>
                </a:extLst>
              </p:cNvPr>
              <p:cNvSpPr/>
              <p:nvPr/>
            </p:nvSpPr>
            <p:spPr>
              <a:xfrm>
                <a:off x="2913777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g3312">
                <a:extLst>
                  <a:ext uri="{FF2B5EF4-FFF2-40B4-BE49-F238E27FC236}">
                    <a16:creationId xmlns:a16="http://schemas.microsoft.com/office/drawing/2014/main" id="{9B54ABE0-2415-1330-FD00-42F4415C6517}"/>
                  </a:ext>
                </a:extLst>
              </p:cNvPr>
              <p:cNvSpPr/>
              <p:nvPr/>
            </p:nvSpPr>
            <p:spPr>
              <a:xfrm>
                <a:off x="2925414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g3313">
                <a:extLst>
                  <a:ext uri="{FF2B5EF4-FFF2-40B4-BE49-F238E27FC236}">
                    <a16:creationId xmlns:a16="http://schemas.microsoft.com/office/drawing/2014/main" id="{1AC99578-A53A-6660-2E96-38F47B465A38}"/>
                  </a:ext>
                </a:extLst>
              </p:cNvPr>
              <p:cNvSpPr/>
              <p:nvPr/>
            </p:nvSpPr>
            <p:spPr>
              <a:xfrm>
                <a:off x="293705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g3314">
                <a:extLst>
                  <a:ext uri="{FF2B5EF4-FFF2-40B4-BE49-F238E27FC236}">
                    <a16:creationId xmlns:a16="http://schemas.microsoft.com/office/drawing/2014/main" id="{D987FE46-A936-8895-827C-46D0B02BEF93}"/>
                  </a:ext>
                </a:extLst>
              </p:cNvPr>
              <p:cNvSpPr/>
              <p:nvPr/>
            </p:nvSpPr>
            <p:spPr>
              <a:xfrm>
                <a:off x="294868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g3315">
                <a:extLst>
                  <a:ext uri="{FF2B5EF4-FFF2-40B4-BE49-F238E27FC236}">
                    <a16:creationId xmlns:a16="http://schemas.microsoft.com/office/drawing/2014/main" id="{FEBAE8E6-A9B6-BFDC-5DE3-0FB6AFDAA82E}"/>
                  </a:ext>
                </a:extLst>
              </p:cNvPr>
              <p:cNvSpPr/>
              <p:nvPr/>
            </p:nvSpPr>
            <p:spPr>
              <a:xfrm>
                <a:off x="2960326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g3316">
                <a:extLst>
                  <a:ext uri="{FF2B5EF4-FFF2-40B4-BE49-F238E27FC236}">
                    <a16:creationId xmlns:a16="http://schemas.microsoft.com/office/drawing/2014/main" id="{B3E6497D-1B97-F513-8404-65B8460491F4}"/>
                  </a:ext>
                </a:extLst>
              </p:cNvPr>
              <p:cNvSpPr/>
              <p:nvPr/>
            </p:nvSpPr>
            <p:spPr>
              <a:xfrm>
                <a:off x="4403355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g3317">
                <a:extLst>
                  <a:ext uri="{FF2B5EF4-FFF2-40B4-BE49-F238E27FC236}">
                    <a16:creationId xmlns:a16="http://schemas.microsoft.com/office/drawing/2014/main" id="{F2029731-BD05-29CE-EF2A-8FBE55763E4C}"/>
                  </a:ext>
                </a:extLst>
              </p:cNvPr>
              <p:cNvSpPr/>
              <p:nvPr/>
            </p:nvSpPr>
            <p:spPr>
              <a:xfrm>
                <a:off x="441499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g3318">
                <a:extLst>
                  <a:ext uri="{FF2B5EF4-FFF2-40B4-BE49-F238E27FC236}">
                    <a16:creationId xmlns:a16="http://schemas.microsoft.com/office/drawing/2014/main" id="{9EB8C518-20F4-66BD-936D-53F5BCF0D055}"/>
                  </a:ext>
                </a:extLst>
              </p:cNvPr>
              <p:cNvSpPr/>
              <p:nvPr/>
            </p:nvSpPr>
            <p:spPr>
              <a:xfrm>
                <a:off x="4426630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g3319">
                <a:extLst>
                  <a:ext uri="{FF2B5EF4-FFF2-40B4-BE49-F238E27FC236}">
                    <a16:creationId xmlns:a16="http://schemas.microsoft.com/office/drawing/2014/main" id="{FF1A3A52-EBFC-9A93-78F0-DB0D0FC96CCE}"/>
                  </a:ext>
                </a:extLst>
              </p:cNvPr>
              <p:cNvSpPr/>
              <p:nvPr/>
            </p:nvSpPr>
            <p:spPr>
              <a:xfrm>
                <a:off x="4438267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g3320">
                <a:extLst>
                  <a:ext uri="{FF2B5EF4-FFF2-40B4-BE49-F238E27FC236}">
                    <a16:creationId xmlns:a16="http://schemas.microsoft.com/office/drawing/2014/main" id="{6DE6816E-842F-2205-AC81-41EC2973879D}"/>
                  </a:ext>
                </a:extLst>
              </p:cNvPr>
              <p:cNvSpPr/>
              <p:nvPr/>
            </p:nvSpPr>
            <p:spPr>
              <a:xfrm>
                <a:off x="4449904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g3321">
                <a:extLst>
                  <a:ext uri="{FF2B5EF4-FFF2-40B4-BE49-F238E27FC236}">
                    <a16:creationId xmlns:a16="http://schemas.microsoft.com/office/drawing/2014/main" id="{E932F9FA-5B13-BAB7-5C8D-B718B61AC4D2}"/>
                  </a:ext>
                </a:extLst>
              </p:cNvPr>
              <p:cNvSpPr/>
              <p:nvPr/>
            </p:nvSpPr>
            <p:spPr>
              <a:xfrm>
                <a:off x="446154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g3322">
                <a:extLst>
                  <a:ext uri="{FF2B5EF4-FFF2-40B4-BE49-F238E27FC236}">
                    <a16:creationId xmlns:a16="http://schemas.microsoft.com/office/drawing/2014/main" id="{B3F56DF5-1FBC-755B-6790-7AC51D7FC932}"/>
                  </a:ext>
                </a:extLst>
              </p:cNvPr>
              <p:cNvSpPr/>
              <p:nvPr/>
            </p:nvSpPr>
            <p:spPr>
              <a:xfrm>
                <a:off x="447317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g3323">
                <a:extLst>
                  <a:ext uri="{FF2B5EF4-FFF2-40B4-BE49-F238E27FC236}">
                    <a16:creationId xmlns:a16="http://schemas.microsoft.com/office/drawing/2014/main" id="{C1DBE995-FD0D-2D50-7531-1FBCBE2BBCEA}"/>
                  </a:ext>
                </a:extLst>
              </p:cNvPr>
              <p:cNvSpPr/>
              <p:nvPr/>
            </p:nvSpPr>
            <p:spPr>
              <a:xfrm>
                <a:off x="463610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g3324">
                <a:extLst>
                  <a:ext uri="{FF2B5EF4-FFF2-40B4-BE49-F238E27FC236}">
                    <a16:creationId xmlns:a16="http://schemas.microsoft.com/office/drawing/2014/main" id="{298A534F-33A9-5A47-2110-5D497FD56753}"/>
                  </a:ext>
                </a:extLst>
              </p:cNvPr>
              <p:cNvSpPr/>
              <p:nvPr/>
            </p:nvSpPr>
            <p:spPr>
              <a:xfrm>
                <a:off x="464773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g3325">
                <a:extLst>
                  <a:ext uri="{FF2B5EF4-FFF2-40B4-BE49-F238E27FC236}">
                    <a16:creationId xmlns:a16="http://schemas.microsoft.com/office/drawing/2014/main" id="{97A0312C-99BC-D71B-9299-2CE1FCAED719}"/>
                  </a:ext>
                </a:extLst>
              </p:cNvPr>
              <p:cNvSpPr/>
              <p:nvPr/>
            </p:nvSpPr>
            <p:spPr>
              <a:xfrm>
                <a:off x="4659376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g3326">
                <a:extLst>
                  <a:ext uri="{FF2B5EF4-FFF2-40B4-BE49-F238E27FC236}">
                    <a16:creationId xmlns:a16="http://schemas.microsoft.com/office/drawing/2014/main" id="{0A95B47B-31AD-1964-D276-45907401506F}"/>
                  </a:ext>
                </a:extLst>
              </p:cNvPr>
              <p:cNvSpPr/>
              <p:nvPr/>
            </p:nvSpPr>
            <p:spPr>
              <a:xfrm>
                <a:off x="4671013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g3327">
                <a:extLst>
                  <a:ext uri="{FF2B5EF4-FFF2-40B4-BE49-F238E27FC236}">
                    <a16:creationId xmlns:a16="http://schemas.microsoft.com/office/drawing/2014/main" id="{7A81B825-4460-9174-5D3C-4D25C91DD8AB}"/>
                  </a:ext>
                </a:extLst>
              </p:cNvPr>
              <p:cNvSpPr/>
              <p:nvPr/>
            </p:nvSpPr>
            <p:spPr>
              <a:xfrm>
                <a:off x="468265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g3328">
                <a:extLst>
                  <a:ext uri="{FF2B5EF4-FFF2-40B4-BE49-F238E27FC236}">
                    <a16:creationId xmlns:a16="http://schemas.microsoft.com/office/drawing/2014/main" id="{A8E3F046-9BEC-CF17-56EA-B2580E56EB16}"/>
                  </a:ext>
                </a:extLst>
              </p:cNvPr>
              <p:cNvSpPr/>
              <p:nvPr/>
            </p:nvSpPr>
            <p:spPr>
              <a:xfrm>
                <a:off x="286722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g3329">
                <a:extLst>
                  <a:ext uri="{FF2B5EF4-FFF2-40B4-BE49-F238E27FC236}">
                    <a16:creationId xmlns:a16="http://schemas.microsoft.com/office/drawing/2014/main" id="{68300F48-EAEB-3153-8DAC-B8194DDEBEAF}"/>
                  </a:ext>
                </a:extLst>
              </p:cNvPr>
              <p:cNvSpPr/>
              <p:nvPr/>
            </p:nvSpPr>
            <p:spPr>
              <a:xfrm>
                <a:off x="2878865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g3330">
                <a:extLst>
                  <a:ext uri="{FF2B5EF4-FFF2-40B4-BE49-F238E27FC236}">
                    <a16:creationId xmlns:a16="http://schemas.microsoft.com/office/drawing/2014/main" id="{F2250E76-D322-0A21-110E-72701FE4FBB3}"/>
                  </a:ext>
                </a:extLst>
              </p:cNvPr>
              <p:cNvSpPr/>
              <p:nvPr/>
            </p:nvSpPr>
            <p:spPr>
              <a:xfrm>
                <a:off x="289050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g3331">
                <a:extLst>
                  <a:ext uri="{FF2B5EF4-FFF2-40B4-BE49-F238E27FC236}">
                    <a16:creationId xmlns:a16="http://schemas.microsoft.com/office/drawing/2014/main" id="{F4B12495-8AEA-B700-C657-8622024CB36A}"/>
                  </a:ext>
                </a:extLst>
              </p:cNvPr>
              <p:cNvSpPr/>
              <p:nvPr/>
            </p:nvSpPr>
            <p:spPr>
              <a:xfrm>
                <a:off x="290213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g3332">
                <a:extLst>
                  <a:ext uri="{FF2B5EF4-FFF2-40B4-BE49-F238E27FC236}">
                    <a16:creationId xmlns:a16="http://schemas.microsoft.com/office/drawing/2014/main" id="{DAAC774D-E295-BBFC-EDC4-E489B9421660}"/>
                  </a:ext>
                </a:extLst>
              </p:cNvPr>
              <p:cNvSpPr/>
              <p:nvPr/>
            </p:nvSpPr>
            <p:spPr>
              <a:xfrm>
                <a:off x="291377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g3333">
                <a:extLst>
                  <a:ext uri="{FF2B5EF4-FFF2-40B4-BE49-F238E27FC236}">
                    <a16:creationId xmlns:a16="http://schemas.microsoft.com/office/drawing/2014/main" id="{D118BC98-1206-AFCC-E259-22763327F0A6}"/>
                  </a:ext>
                </a:extLst>
              </p:cNvPr>
              <p:cNvSpPr/>
              <p:nvPr/>
            </p:nvSpPr>
            <p:spPr>
              <a:xfrm>
                <a:off x="2925414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g3334">
                <a:extLst>
                  <a:ext uri="{FF2B5EF4-FFF2-40B4-BE49-F238E27FC236}">
                    <a16:creationId xmlns:a16="http://schemas.microsoft.com/office/drawing/2014/main" id="{D00B304F-F6B5-3DC1-DDEB-A9C8506F1C0F}"/>
                  </a:ext>
                </a:extLst>
              </p:cNvPr>
              <p:cNvSpPr/>
              <p:nvPr/>
            </p:nvSpPr>
            <p:spPr>
              <a:xfrm>
                <a:off x="293705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g3335">
                <a:extLst>
                  <a:ext uri="{FF2B5EF4-FFF2-40B4-BE49-F238E27FC236}">
                    <a16:creationId xmlns:a16="http://schemas.microsoft.com/office/drawing/2014/main" id="{AE398E8F-F460-C942-A666-584955C68B74}"/>
                  </a:ext>
                </a:extLst>
              </p:cNvPr>
              <p:cNvSpPr/>
              <p:nvPr/>
            </p:nvSpPr>
            <p:spPr>
              <a:xfrm>
                <a:off x="294868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g3336">
                <a:extLst>
                  <a:ext uri="{FF2B5EF4-FFF2-40B4-BE49-F238E27FC236}">
                    <a16:creationId xmlns:a16="http://schemas.microsoft.com/office/drawing/2014/main" id="{941D948A-4F7C-E8F4-3F04-E362FACDD020}"/>
                  </a:ext>
                </a:extLst>
              </p:cNvPr>
              <p:cNvSpPr/>
              <p:nvPr/>
            </p:nvSpPr>
            <p:spPr>
              <a:xfrm>
                <a:off x="4403355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g3337">
                <a:extLst>
                  <a:ext uri="{FF2B5EF4-FFF2-40B4-BE49-F238E27FC236}">
                    <a16:creationId xmlns:a16="http://schemas.microsoft.com/office/drawing/2014/main" id="{D181EDD7-34BF-4264-EE46-74D16547D4CB}"/>
                  </a:ext>
                </a:extLst>
              </p:cNvPr>
              <p:cNvSpPr/>
              <p:nvPr/>
            </p:nvSpPr>
            <p:spPr>
              <a:xfrm>
                <a:off x="441499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g3338">
                <a:extLst>
                  <a:ext uri="{FF2B5EF4-FFF2-40B4-BE49-F238E27FC236}">
                    <a16:creationId xmlns:a16="http://schemas.microsoft.com/office/drawing/2014/main" id="{F94FD00D-FD68-3DF0-946B-4327FCCCE267}"/>
                  </a:ext>
                </a:extLst>
              </p:cNvPr>
              <p:cNvSpPr/>
              <p:nvPr/>
            </p:nvSpPr>
            <p:spPr>
              <a:xfrm>
                <a:off x="4426630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g3339">
                <a:extLst>
                  <a:ext uri="{FF2B5EF4-FFF2-40B4-BE49-F238E27FC236}">
                    <a16:creationId xmlns:a16="http://schemas.microsoft.com/office/drawing/2014/main" id="{4F9CD71C-E59F-2EA9-562C-685038EAF344}"/>
                  </a:ext>
                </a:extLst>
              </p:cNvPr>
              <p:cNvSpPr/>
              <p:nvPr/>
            </p:nvSpPr>
            <p:spPr>
              <a:xfrm>
                <a:off x="443826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g3340">
                <a:extLst>
                  <a:ext uri="{FF2B5EF4-FFF2-40B4-BE49-F238E27FC236}">
                    <a16:creationId xmlns:a16="http://schemas.microsoft.com/office/drawing/2014/main" id="{F05FAA97-E8E3-934A-FE0D-BDCEBC008F85}"/>
                  </a:ext>
                </a:extLst>
              </p:cNvPr>
              <p:cNvSpPr/>
              <p:nvPr/>
            </p:nvSpPr>
            <p:spPr>
              <a:xfrm>
                <a:off x="4449904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g3341">
                <a:extLst>
                  <a:ext uri="{FF2B5EF4-FFF2-40B4-BE49-F238E27FC236}">
                    <a16:creationId xmlns:a16="http://schemas.microsoft.com/office/drawing/2014/main" id="{D5D1A2C6-D95C-223E-9687-FCEF22183C89}"/>
                  </a:ext>
                </a:extLst>
              </p:cNvPr>
              <p:cNvSpPr/>
              <p:nvPr/>
            </p:nvSpPr>
            <p:spPr>
              <a:xfrm>
                <a:off x="446154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g3342">
                <a:extLst>
                  <a:ext uri="{FF2B5EF4-FFF2-40B4-BE49-F238E27FC236}">
                    <a16:creationId xmlns:a16="http://schemas.microsoft.com/office/drawing/2014/main" id="{0A478756-2B7A-5247-12B7-22B32CA23BA4}"/>
                  </a:ext>
                </a:extLst>
              </p:cNvPr>
              <p:cNvSpPr/>
              <p:nvPr/>
            </p:nvSpPr>
            <p:spPr>
              <a:xfrm>
                <a:off x="447317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g3343">
                <a:extLst>
                  <a:ext uri="{FF2B5EF4-FFF2-40B4-BE49-F238E27FC236}">
                    <a16:creationId xmlns:a16="http://schemas.microsoft.com/office/drawing/2014/main" id="{903E4510-C905-A7DA-0202-7E1AD0D9C631}"/>
                  </a:ext>
                </a:extLst>
              </p:cNvPr>
              <p:cNvSpPr/>
              <p:nvPr/>
            </p:nvSpPr>
            <p:spPr>
              <a:xfrm>
                <a:off x="4484816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g3344">
                <a:extLst>
                  <a:ext uri="{FF2B5EF4-FFF2-40B4-BE49-F238E27FC236}">
                    <a16:creationId xmlns:a16="http://schemas.microsoft.com/office/drawing/2014/main" id="{02FFF985-1A3D-1961-5FB4-D9F0B04EB5B8}"/>
                  </a:ext>
                </a:extLst>
              </p:cNvPr>
              <p:cNvSpPr/>
              <p:nvPr/>
            </p:nvSpPr>
            <p:spPr>
              <a:xfrm>
                <a:off x="463610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g3345">
                <a:extLst>
                  <a:ext uri="{FF2B5EF4-FFF2-40B4-BE49-F238E27FC236}">
                    <a16:creationId xmlns:a16="http://schemas.microsoft.com/office/drawing/2014/main" id="{1AF8B7CC-50DF-B251-DB10-CB59CAB9491B}"/>
                  </a:ext>
                </a:extLst>
              </p:cNvPr>
              <p:cNvSpPr/>
              <p:nvPr/>
            </p:nvSpPr>
            <p:spPr>
              <a:xfrm>
                <a:off x="464773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g3346">
                <a:extLst>
                  <a:ext uri="{FF2B5EF4-FFF2-40B4-BE49-F238E27FC236}">
                    <a16:creationId xmlns:a16="http://schemas.microsoft.com/office/drawing/2014/main" id="{054C358D-EB68-2413-B825-8FE825AC4517}"/>
                  </a:ext>
                </a:extLst>
              </p:cNvPr>
              <p:cNvSpPr/>
              <p:nvPr/>
            </p:nvSpPr>
            <p:spPr>
              <a:xfrm>
                <a:off x="4659376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g3347">
                <a:extLst>
                  <a:ext uri="{FF2B5EF4-FFF2-40B4-BE49-F238E27FC236}">
                    <a16:creationId xmlns:a16="http://schemas.microsoft.com/office/drawing/2014/main" id="{7B1CD0F0-A93B-AD19-0DEB-C42C5B6D0CE9}"/>
                  </a:ext>
                </a:extLst>
              </p:cNvPr>
              <p:cNvSpPr/>
              <p:nvPr/>
            </p:nvSpPr>
            <p:spPr>
              <a:xfrm>
                <a:off x="4671013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g3348">
                <a:extLst>
                  <a:ext uri="{FF2B5EF4-FFF2-40B4-BE49-F238E27FC236}">
                    <a16:creationId xmlns:a16="http://schemas.microsoft.com/office/drawing/2014/main" id="{D3692F0F-80CC-78B6-89DF-16D9F73EF887}"/>
                  </a:ext>
                </a:extLst>
              </p:cNvPr>
              <p:cNvSpPr/>
              <p:nvPr/>
            </p:nvSpPr>
            <p:spPr>
              <a:xfrm>
                <a:off x="468265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g3349">
                <a:extLst>
                  <a:ext uri="{FF2B5EF4-FFF2-40B4-BE49-F238E27FC236}">
                    <a16:creationId xmlns:a16="http://schemas.microsoft.com/office/drawing/2014/main" id="{3DE0B24A-B441-296A-A51B-2E0A974F42D8}"/>
                  </a:ext>
                </a:extLst>
              </p:cNvPr>
              <p:cNvSpPr/>
              <p:nvPr/>
            </p:nvSpPr>
            <p:spPr>
              <a:xfrm>
                <a:off x="4694288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g3350">
                <a:extLst>
                  <a:ext uri="{FF2B5EF4-FFF2-40B4-BE49-F238E27FC236}">
                    <a16:creationId xmlns:a16="http://schemas.microsoft.com/office/drawing/2014/main" id="{76EAE25E-9673-30BE-3E58-16A9CD947A8F}"/>
                  </a:ext>
                </a:extLst>
              </p:cNvPr>
              <p:cNvSpPr/>
              <p:nvPr/>
            </p:nvSpPr>
            <p:spPr>
              <a:xfrm>
                <a:off x="2855590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g3351">
                <a:extLst>
                  <a:ext uri="{FF2B5EF4-FFF2-40B4-BE49-F238E27FC236}">
                    <a16:creationId xmlns:a16="http://schemas.microsoft.com/office/drawing/2014/main" id="{16CB3421-6897-B4C5-A273-B5287823CEDF}"/>
                  </a:ext>
                </a:extLst>
              </p:cNvPr>
              <p:cNvSpPr/>
              <p:nvPr/>
            </p:nvSpPr>
            <p:spPr>
              <a:xfrm>
                <a:off x="286722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g3352">
                <a:extLst>
                  <a:ext uri="{FF2B5EF4-FFF2-40B4-BE49-F238E27FC236}">
                    <a16:creationId xmlns:a16="http://schemas.microsoft.com/office/drawing/2014/main" id="{E868346E-398E-AF55-7952-9D9748BDE91A}"/>
                  </a:ext>
                </a:extLst>
              </p:cNvPr>
              <p:cNvSpPr/>
              <p:nvPr/>
            </p:nvSpPr>
            <p:spPr>
              <a:xfrm>
                <a:off x="2878865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g3353">
                <a:extLst>
                  <a:ext uri="{FF2B5EF4-FFF2-40B4-BE49-F238E27FC236}">
                    <a16:creationId xmlns:a16="http://schemas.microsoft.com/office/drawing/2014/main" id="{0D519193-ECB9-EC80-8C34-D7F96F83E55B}"/>
                  </a:ext>
                </a:extLst>
              </p:cNvPr>
              <p:cNvSpPr/>
              <p:nvPr/>
            </p:nvSpPr>
            <p:spPr>
              <a:xfrm>
                <a:off x="289050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g3354">
                <a:extLst>
                  <a:ext uri="{FF2B5EF4-FFF2-40B4-BE49-F238E27FC236}">
                    <a16:creationId xmlns:a16="http://schemas.microsoft.com/office/drawing/2014/main" id="{0205486D-0DC0-C4F3-8B43-5093EBA8442F}"/>
                  </a:ext>
                </a:extLst>
              </p:cNvPr>
              <p:cNvSpPr/>
              <p:nvPr/>
            </p:nvSpPr>
            <p:spPr>
              <a:xfrm>
                <a:off x="290213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g3355">
                <a:extLst>
                  <a:ext uri="{FF2B5EF4-FFF2-40B4-BE49-F238E27FC236}">
                    <a16:creationId xmlns:a16="http://schemas.microsoft.com/office/drawing/2014/main" id="{4FD572C7-FCE0-AF24-6092-6F14191441F6}"/>
                  </a:ext>
                </a:extLst>
              </p:cNvPr>
              <p:cNvSpPr/>
              <p:nvPr/>
            </p:nvSpPr>
            <p:spPr>
              <a:xfrm>
                <a:off x="291377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g3356">
                <a:extLst>
                  <a:ext uri="{FF2B5EF4-FFF2-40B4-BE49-F238E27FC236}">
                    <a16:creationId xmlns:a16="http://schemas.microsoft.com/office/drawing/2014/main" id="{4862538A-39FE-0D56-837A-195B50C14DA2}"/>
                  </a:ext>
                </a:extLst>
              </p:cNvPr>
              <p:cNvSpPr/>
              <p:nvPr/>
            </p:nvSpPr>
            <p:spPr>
              <a:xfrm>
                <a:off x="2925414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g3357">
                <a:extLst>
                  <a:ext uri="{FF2B5EF4-FFF2-40B4-BE49-F238E27FC236}">
                    <a16:creationId xmlns:a16="http://schemas.microsoft.com/office/drawing/2014/main" id="{B11796AA-B018-AEBE-ECF6-4CE42DAB7833}"/>
                  </a:ext>
                </a:extLst>
              </p:cNvPr>
              <p:cNvSpPr/>
              <p:nvPr/>
            </p:nvSpPr>
            <p:spPr>
              <a:xfrm>
                <a:off x="2937051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g3358">
                <a:extLst>
                  <a:ext uri="{FF2B5EF4-FFF2-40B4-BE49-F238E27FC236}">
                    <a16:creationId xmlns:a16="http://schemas.microsoft.com/office/drawing/2014/main" id="{4BE5F28B-C124-C7D1-C5FF-9B3BB7DA3499}"/>
                  </a:ext>
                </a:extLst>
              </p:cNvPr>
              <p:cNvSpPr/>
              <p:nvPr/>
            </p:nvSpPr>
            <p:spPr>
              <a:xfrm>
                <a:off x="4403355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g3359">
                <a:extLst>
                  <a:ext uri="{FF2B5EF4-FFF2-40B4-BE49-F238E27FC236}">
                    <a16:creationId xmlns:a16="http://schemas.microsoft.com/office/drawing/2014/main" id="{8D1918F3-8106-3BC8-BCAB-6E3FC0F125EF}"/>
                  </a:ext>
                </a:extLst>
              </p:cNvPr>
              <p:cNvSpPr/>
              <p:nvPr/>
            </p:nvSpPr>
            <p:spPr>
              <a:xfrm>
                <a:off x="441499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g3360">
                <a:extLst>
                  <a:ext uri="{FF2B5EF4-FFF2-40B4-BE49-F238E27FC236}">
                    <a16:creationId xmlns:a16="http://schemas.microsoft.com/office/drawing/2014/main" id="{A10E09D4-51AF-7B5B-DFC8-3580C337D938}"/>
                  </a:ext>
                </a:extLst>
              </p:cNvPr>
              <p:cNvSpPr/>
              <p:nvPr/>
            </p:nvSpPr>
            <p:spPr>
              <a:xfrm>
                <a:off x="4426630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g3361">
                <a:extLst>
                  <a:ext uri="{FF2B5EF4-FFF2-40B4-BE49-F238E27FC236}">
                    <a16:creationId xmlns:a16="http://schemas.microsoft.com/office/drawing/2014/main" id="{CDEF64FA-B8CA-F20E-F287-C7A12FE148AB}"/>
                  </a:ext>
                </a:extLst>
              </p:cNvPr>
              <p:cNvSpPr/>
              <p:nvPr/>
            </p:nvSpPr>
            <p:spPr>
              <a:xfrm>
                <a:off x="443826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g3362">
                <a:extLst>
                  <a:ext uri="{FF2B5EF4-FFF2-40B4-BE49-F238E27FC236}">
                    <a16:creationId xmlns:a16="http://schemas.microsoft.com/office/drawing/2014/main" id="{0A61B5CE-924F-8F82-BA4B-D10381D32EC5}"/>
                  </a:ext>
                </a:extLst>
              </p:cNvPr>
              <p:cNvSpPr/>
              <p:nvPr/>
            </p:nvSpPr>
            <p:spPr>
              <a:xfrm>
                <a:off x="4449904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9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g3363">
                <a:extLst>
                  <a:ext uri="{FF2B5EF4-FFF2-40B4-BE49-F238E27FC236}">
                    <a16:creationId xmlns:a16="http://schemas.microsoft.com/office/drawing/2014/main" id="{510DF707-ABDE-317E-3C1A-1B55D087A515}"/>
                  </a:ext>
                </a:extLst>
              </p:cNvPr>
              <p:cNvSpPr/>
              <p:nvPr/>
            </p:nvSpPr>
            <p:spPr>
              <a:xfrm>
                <a:off x="446154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9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g3364">
                <a:extLst>
                  <a:ext uri="{FF2B5EF4-FFF2-40B4-BE49-F238E27FC236}">
                    <a16:creationId xmlns:a16="http://schemas.microsoft.com/office/drawing/2014/main" id="{E24E069F-B956-48A1-252A-6D14C472E660}"/>
                  </a:ext>
                </a:extLst>
              </p:cNvPr>
              <p:cNvSpPr/>
              <p:nvPr/>
            </p:nvSpPr>
            <p:spPr>
              <a:xfrm>
                <a:off x="447317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g3365">
                <a:extLst>
                  <a:ext uri="{FF2B5EF4-FFF2-40B4-BE49-F238E27FC236}">
                    <a16:creationId xmlns:a16="http://schemas.microsoft.com/office/drawing/2014/main" id="{517B9D80-1DEF-6240-9E50-19548F8E886E}"/>
                  </a:ext>
                </a:extLst>
              </p:cNvPr>
              <p:cNvSpPr/>
              <p:nvPr/>
            </p:nvSpPr>
            <p:spPr>
              <a:xfrm>
                <a:off x="4484816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g3366">
                <a:extLst>
                  <a:ext uri="{FF2B5EF4-FFF2-40B4-BE49-F238E27FC236}">
                    <a16:creationId xmlns:a16="http://schemas.microsoft.com/office/drawing/2014/main" id="{6B71271A-7650-B4D5-8C25-ADD31813618B}"/>
                  </a:ext>
                </a:extLst>
              </p:cNvPr>
              <p:cNvSpPr/>
              <p:nvPr/>
            </p:nvSpPr>
            <p:spPr>
              <a:xfrm>
                <a:off x="464773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g3367">
                <a:extLst>
                  <a:ext uri="{FF2B5EF4-FFF2-40B4-BE49-F238E27FC236}">
                    <a16:creationId xmlns:a16="http://schemas.microsoft.com/office/drawing/2014/main" id="{6BA755E3-27C6-D884-52FA-A91666F26FE1}"/>
                  </a:ext>
                </a:extLst>
              </p:cNvPr>
              <p:cNvSpPr/>
              <p:nvPr/>
            </p:nvSpPr>
            <p:spPr>
              <a:xfrm>
                <a:off x="4659376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g3368">
                <a:extLst>
                  <a:ext uri="{FF2B5EF4-FFF2-40B4-BE49-F238E27FC236}">
                    <a16:creationId xmlns:a16="http://schemas.microsoft.com/office/drawing/2014/main" id="{4C3D3593-7A5F-6D8A-BCCC-CD84791390FC}"/>
                  </a:ext>
                </a:extLst>
              </p:cNvPr>
              <p:cNvSpPr/>
              <p:nvPr/>
            </p:nvSpPr>
            <p:spPr>
              <a:xfrm>
                <a:off x="4671013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g3369">
                <a:extLst>
                  <a:ext uri="{FF2B5EF4-FFF2-40B4-BE49-F238E27FC236}">
                    <a16:creationId xmlns:a16="http://schemas.microsoft.com/office/drawing/2014/main" id="{2B357154-334C-7D2B-7C4D-FFEAB0EFEDD8}"/>
                  </a:ext>
                </a:extLst>
              </p:cNvPr>
              <p:cNvSpPr/>
              <p:nvPr/>
            </p:nvSpPr>
            <p:spPr>
              <a:xfrm>
                <a:off x="4682651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g3370">
                <a:extLst>
                  <a:ext uri="{FF2B5EF4-FFF2-40B4-BE49-F238E27FC236}">
                    <a16:creationId xmlns:a16="http://schemas.microsoft.com/office/drawing/2014/main" id="{72CADF8E-2B1D-0525-D70E-154CF2586B34}"/>
                  </a:ext>
                </a:extLst>
              </p:cNvPr>
              <p:cNvSpPr/>
              <p:nvPr/>
            </p:nvSpPr>
            <p:spPr>
              <a:xfrm>
                <a:off x="4694288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g3371">
                <a:extLst>
                  <a:ext uri="{FF2B5EF4-FFF2-40B4-BE49-F238E27FC236}">
                    <a16:creationId xmlns:a16="http://schemas.microsoft.com/office/drawing/2014/main" id="{B15C83FF-D33E-A05A-BA80-9F7BC11910C3}"/>
                  </a:ext>
                </a:extLst>
              </p:cNvPr>
              <p:cNvSpPr/>
              <p:nvPr/>
            </p:nvSpPr>
            <p:spPr>
              <a:xfrm>
                <a:off x="2855590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g3372">
                <a:extLst>
                  <a:ext uri="{FF2B5EF4-FFF2-40B4-BE49-F238E27FC236}">
                    <a16:creationId xmlns:a16="http://schemas.microsoft.com/office/drawing/2014/main" id="{E9986F2D-4FB9-441E-9D45-41AB31FEECB0}"/>
                  </a:ext>
                </a:extLst>
              </p:cNvPr>
              <p:cNvSpPr/>
              <p:nvPr/>
            </p:nvSpPr>
            <p:spPr>
              <a:xfrm>
                <a:off x="286722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g3373">
                <a:extLst>
                  <a:ext uri="{FF2B5EF4-FFF2-40B4-BE49-F238E27FC236}">
                    <a16:creationId xmlns:a16="http://schemas.microsoft.com/office/drawing/2014/main" id="{85D2D03E-C0ED-0A55-F930-4C4EDF85814A}"/>
                  </a:ext>
                </a:extLst>
              </p:cNvPr>
              <p:cNvSpPr/>
              <p:nvPr/>
            </p:nvSpPr>
            <p:spPr>
              <a:xfrm>
                <a:off x="2878865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g3374">
                <a:extLst>
                  <a:ext uri="{FF2B5EF4-FFF2-40B4-BE49-F238E27FC236}">
                    <a16:creationId xmlns:a16="http://schemas.microsoft.com/office/drawing/2014/main" id="{4AC4C766-A525-2DE1-1A12-D42E06BBDFD9}"/>
                  </a:ext>
                </a:extLst>
              </p:cNvPr>
              <p:cNvSpPr/>
              <p:nvPr/>
            </p:nvSpPr>
            <p:spPr>
              <a:xfrm>
                <a:off x="289050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g3375">
                <a:extLst>
                  <a:ext uri="{FF2B5EF4-FFF2-40B4-BE49-F238E27FC236}">
                    <a16:creationId xmlns:a16="http://schemas.microsoft.com/office/drawing/2014/main" id="{802AFB82-5B5C-E2F4-BE04-20E202F569CD}"/>
                  </a:ext>
                </a:extLst>
              </p:cNvPr>
              <p:cNvSpPr/>
              <p:nvPr/>
            </p:nvSpPr>
            <p:spPr>
              <a:xfrm>
                <a:off x="290213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g3376">
                <a:extLst>
                  <a:ext uri="{FF2B5EF4-FFF2-40B4-BE49-F238E27FC236}">
                    <a16:creationId xmlns:a16="http://schemas.microsoft.com/office/drawing/2014/main" id="{F2812A1B-8571-8749-5635-8A0588AC5E77}"/>
                  </a:ext>
                </a:extLst>
              </p:cNvPr>
              <p:cNvSpPr/>
              <p:nvPr/>
            </p:nvSpPr>
            <p:spPr>
              <a:xfrm>
                <a:off x="291377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g3377">
                <a:extLst>
                  <a:ext uri="{FF2B5EF4-FFF2-40B4-BE49-F238E27FC236}">
                    <a16:creationId xmlns:a16="http://schemas.microsoft.com/office/drawing/2014/main" id="{6785538E-7A99-E33D-50B4-4F52CC9F7980}"/>
                  </a:ext>
                </a:extLst>
              </p:cNvPr>
              <p:cNvSpPr/>
              <p:nvPr/>
            </p:nvSpPr>
            <p:spPr>
              <a:xfrm>
                <a:off x="2925414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BFAB">
                  <a:alpha val="100000"/>
                </a:srgbClr>
              </a:solidFill>
              <a:ln w="5420" cap="flat">
                <a:solidFill>
                  <a:srgbClr val="57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g3378">
                <a:extLst>
                  <a:ext uri="{FF2B5EF4-FFF2-40B4-BE49-F238E27FC236}">
                    <a16:creationId xmlns:a16="http://schemas.microsoft.com/office/drawing/2014/main" id="{27E13E15-D998-AA7D-827B-2E2876DEF83D}"/>
                  </a:ext>
                </a:extLst>
              </p:cNvPr>
              <p:cNvSpPr/>
              <p:nvPr/>
            </p:nvSpPr>
            <p:spPr>
              <a:xfrm>
                <a:off x="4403355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g3379">
                <a:extLst>
                  <a:ext uri="{FF2B5EF4-FFF2-40B4-BE49-F238E27FC236}">
                    <a16:creationId xmlns:a16="http://schemas.microsoft.com/office/drawing/2014/main" id="{6CE55272-1848-B758-00FD-942BCDCE6563}"/>
                  </a:ext>
                </a:extLst>
              </p:cNvPr>
              <p:cNvSpPr/>
              <p:nvPr/>
            </p:nvSpPr>
            <p:spPr>
              <a:xfrm>
                <a:off x="441499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9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g3380">
                <a:extLst>
                  <a:ext uri="{FF2B5EF4-FFF2-40B4-BE49-F238E27FC236}">
                    <a16:creationId xmlns:a16="http://schemas.microsoft.com/office/drawing/2014/main" id="{57A6FCD1-13A2-477C-858F-15AF7CC2AD96}"/>
                  </a:ext>
                </a:extLst>
              </p:cNvPr>
              <p:cNvSpPr/>
              <p:nvPr/>
            </p:nvSpPr>
            <p:spPr>
              <a:xfrm>
                <a:off x="4426630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9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g3381">
                <a:extLst>
                  <a:ext uri="{FF2B5EF4-FFF2-40B4-BE49-F238E27FC236}">
                    <a16:creationId xmlns:a16="http://schemas.microsoft.com/office/drawing/2014/main" id="{6B3AE275-698D-E623-97EE-8A4CC4C8F99C}"/>
                  </a:ext>
                </a:extLst>
              </p:cNvPr>
              <p:cNvSpPr/>
              <p:nvPr/>
            </p:nvSpPr>
            <p:spPr>
              <a:xfrm>
                <a:off x="443826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g3382">
                <a:extLst>
                  <a:ext uri="{FF2B5EF4-FFF2-40B4-BE49-F238E27FC236}">
                    <a16:creationId xmlns:a16="http://schemas.microsoft.com/office/drawing/2014/main" id="{F406AE23-057A-BC0A-A09D-40A9F4C1C403}"/>
                  </a:ext>
                </a:extLst>
              </p:cNvPr>
              <p:cNvSpPr/>
              <p:nvPr/>
            </p:nvSpPr>
            <p:spPr>
              <a:xfrm>
                <a:off x="4449904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g3383">
                <a:extLst>
                  <a:ext uri="{FF2B5EF4-FFF2-40B4-BE49-F238E27FC236}">
                    <a16:creationId xmlns:a16="http://schemas.microsoft.com/office/drawing/2014/main" id="{5B0445D5-122A-E5E1-B869-59097CACBA3C}"/>
                  </a:ext>
                </a:extLst>
              </p:cNvPr>
              <p:cNvSpPr/>
              <p:nvPr/>
            </p:nvSpPr>
            <p:spPr>
              <a:xfrm>
                <a:off x="446154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g3384">
                <a:extLst>
                  <a:ext uri="{FF2B5EF4-FFF2-40B4-BE49-F238E27FC236}">
                    <a16:creationId xmlns:a16="http://schemas.microsoft.com/office/drawing/2014/main" id="{CDFB1360-CCBF-C370-13C5-914F09E5E497}"/>
                  </a:ext>
                </a:extLst>
              </p:cNvPr>
              <p:cNvSpPr/>
              <p:nvPr/>
            </p:nvSpPr>
            <p:spPr>
              <a:xfrm>
                <a:off x="447317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g3385">
                <a:extLst>
                  <a:ext uri="{FF2B5EF4-FFF2-40B4-BE49-F238E27FC236}">
                    <a16:creationId xmlns:a16="http://schemas.microsoft.com/office/drawing/2014/main" id="{F5B09841-1A81-CC22-30C8-587C7C408E12}"/>
                  </a:ext>
                </a:extLst>
              </p:cNvPr>
              <p:cNvSpPr/>
              <p:nvPr/>
            </p:nvSpPr>
            <p:spPr>
              <a:xfrm>
                <a:off x="4484816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g3386">
                <a:extLst>
                  <a:ext uri="{FF2B5EF4-FFF2-40B4-BE49-F238E27FC236}">
                    <a16:creationId xmlns:a16="http://schemas.microsoft.com/office/drawing/2014/main" id="{74B7F0E2-BF4C-BF3C-033C-A9F36610BECC}"/>
                  </a:ext>
                </a:extLst>
              </p:cNvPr>
              <p:cNvSpPr/>
              <p:nvPr/>
            </p:nvSpPr>
            <p:spPr>
              <a:xfrm>
                <a:off x="464773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g3387">
                <a:extLst>
                  <a:ext uri="{FF2B5EF4-FFF2-40B4-BE49-F238E27FC236}">
                    <a16:creationId xmlns:a16="http://schemas.microsoft.com/office/drawing/2014/main" id="{1A7E1798-3B09-AAAB-FC21-9B7A1CA3318D}"/>
                  </a:ext>
                </a:extLst>
              </p:cNvPr>
              <p:cNvSpPr/>
              <p:nvPr/>
            </p:nvSpPr>
            <p:spPr>
              <a:xfrm>
                <a:off x="4659376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g3388">
                <a:extLst>
                  <a:ext uri="{FF2B5EF4-FFF2-40B4-BE49-F238E27FC236}">
                    <a16:creationId xmlns:a16="http://schemas.microsoft.com/office/drawing/2014/main" id="{39822E4A-273A-73E0-3AA6-4E5FA48D6FBE}"/>
                  </a:ext>
                </a:extLst>
              </p:cNvPr>
              <p:cNvSpPr/>
              <p:nvPr/>
            </p:nvSpPr>
            <p:spPr>
              <a:xfrm>
                <a:off x="4671013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g3389">
                <a:extLst>
                  <a:ext uri="{FF2B5EF4-FFF2-40B4-BE49-F238E27FC236}">
                    <a16:creationId xmlns:a16="http://schemas.microsoft.com/office/drawing/2014/main" id="{FDE43206-941A-717A-105C-12570BB71BDE}"/>
                  </a:ext>
                </a:extLst>
              </p:cNvPr>
              <p:cNvSpPr/>
              <p:nvPr/>
            </p:nvSpPr>
            <p:spPr>
              <a:xfrm>
                <a:off x="4682651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g3390">
                <a:extLst>
                  <a:ext uri="{FF2B5EF4-FFF2-40B4-BE49-F238E27FC236}">
                    <a16:creationId xmlns:a16="http://schemas.microsoft.com/office/drawing/2014/main" id="{AF494EC1-2A71-24D6-5F12-6377875FAE7B}"/>
                  </a:ext>
                </a:extLst>
              </p:cNvPr>
              <p:cNvSpPr/>
              <p:nvPr/>
            </p:nvSpPr>
            <p:spPr>
              <a:xfrm>
                <a:off x="4694288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g3391">
                <a:extLst>
                  <a:ext uri="{FF2B5EF4-FFF2-40B4-BE49-F238E27FC236}">
                    <a16:creationId xmlns:a16="http://schemas.microsoft.com/office/drawing/2014/main" id="{07D7FA6E-E23D-33CE-722E-283F1E55B81C}"/>
                  </a:ext>
                </a:extLst>
              </p:cNvPr>
              <p:cNvSpPr/>
              <p:nvPr/>
            </p:nvSpPr>
            <p:spPr>
              <a:xfrm>
                <a:off x="283231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g3392">
                <a:extLst>
                  <a:ext uri="{FF2B5EF4-FFF2-40B4-BE49-F238E27FC236}">
                    <a16:creationId xmlns:a16="http://schemas.microsoft.com/office/drawing/2014/main" id="{B4325288-DE0C-AC86-3C2E-90A64337E1E3}"/>
                  </a:ext>
                </a:extLst>
              </p:cNvPr>
              <p:cNvSpPr/>
              <p:nvPr/>
            </p:nvSpPr>
            <p:spPr>
              <a:xfrm>
                <a:off x="2843953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g3393">
                <a:extLst>
                  <a:ext uri="{FF2B5EF4-FFF2-40B4-BE49-F238E27FC236}">
                    <a16:creationId xmlns:a16="http://schemas.microsoft.com/office/drawing/2014/main" id="{CB99C739-3B85-8ED5-CB19-C4947BF42C98}"/>
                  </a:ext>
                </a:extLst>
              </p:cNvPr>
              <p:cNvSpPr/>
              <p:nvPr/>
            </p:nvSpPr>
            <p:spPr>
              <a:xfrm>
                <a:off x="286722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g3394">
                <a:extLst>
                  <a:ext uri="{FF2B5EF4-FFF2-40B4-BE49-F238E27FC236}">
                    <a16:creationId xmlns:a16="http://schemas.microsoft.com/office/drawing/2014/main" id="{7C020959-F85E-9699-B2F0-DB5ECB123637}"/>
                  </a:ext>
                </a:extLst>
              </p:cNvPr>
              <p:cNvSpPr/>
              <p:nvPr/>
            </p:nvSpPr>
            <p:spPr>
              <a:xfrm>
                <a:off x="287886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g3395">
                <a:extLst>
                  <a:ext uri="{FF2B5EF4-FFF2-40B4-BE49-F238E27FC236}">
                    <a16:creationId xmlns:a16="http://schemas.microsoft.com/office/drawing/2014/main" id="{25E84A03-76A7-A0EE-C0B2-8E8906DA0A36}"/>
                  </a:ext>
                </a:extLst>
              </p:cNvPr>
              <p:cNvSpPr/>
              <p:nvPr/>
            </p:nvSpPr>
            <p:spPr>
              <a:xfrm>
                <a:off x="289050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g3396">
                <a:extLst>
                  <a:ext uri="{FF2B5EF4-FFF2-40B4-BE49-F238E27FC236}">
                    <a16:creationId xmlns:a16="http://schemas.microsoft.com/office/drawing/2014/main" id="{860983D2-E73D-A829-811D-FBE24B489C24}"/>
                  </a:ext>
                </a:extLst>
              </p:cNvPr>
              <p:cNvSpPr/>
              <p:nvPr/>
            </p:nvSpPr>
            <p:spPr>
              <a:xfrm>
                <a:off x="290213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g3397">
                <a:extLst>
                  <a:ext uri="{FF2B5EF4-FFF2-40B4-BE49-F238E27FC236}">
                    <a16:creationId xmlns:a16="http://schemas.microsoft.com/office/drawing/2014/main" id="{C90567DF-515D-E7DA-0664-0301777FD5F5}"/>
                  </a:ext>
                </a:extLst>
              </p:cNvPr>
              <p:cNvSpPr/>
              <p:nvPr/>
            </p:nvSpPr>
            <p:spPr>
              <a:xfrm>
                <a:off x="291377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g3398">
                <a:extLst>
                  <a:ext uri="{FF2B5EF4-FFF2-40B4-BE49-F238E27FC236}">
                    <a16:creationId xmlns:a16="http://schemas.microsoft.com/office/drawing/2014/main" id="{1186B618-426D-9BDE-6C9D-9E32899F88E1}"/>
                  </a:ext>
                </a:extLst>
              </p:cNvPr>
              <p:cNvSpPr/>
              <p:nvPr/>
            </p:nvSpPr>
            <p:spPr>
              <a:xfrm>
                <a:off x="440335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g3399">
                <a:extLst>
                  <a:ext uri="{FF2B5EF4-FFF2-40B4-BE49-F238E27FC236}">
                    <a16:creationId xmlns:a16="http://schemas.microsoft.com/office/drawing/2014/main" id="{2EE4B832-2C31-2DA7-FBD9-28BC8877D23F}"/>
                  </a:ext>
                </a:extLst>
              </p:cNvPr>
              <p:cNvSpPr/>
              <p:nvPr/>
            </p:nvSpPr>
            <p:spPr>
              <a:xfrm>
                <a:off x="441499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g3400">
                <a:extLst>
                  <a:ext uri="{FF2B5EF4-FFF2-40B4-BE49-F238E27FC236}">
                    <a16:creationId xmlns:a16="http://schemas.microsoft.com/office/drawing/2014/main" id="{B1547082-DD25-5012-039B-CF3E1126BF8A}"/>
                  </a:ext>
                </a:extLst>
              </p:cNvPr>
              <p:cNvSpPr/>
              <p:nvPr/>
            </p:nvSpPr>
            <p:spPr>
              <a:xfrm>
                <a:off x="4426630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g3401">
                <a:extLst>
                  <a:ext uri="{FF2B5EF4-FFF2-40B4-BE49-F238E27FC236}">
                    <a16:creationId xmlns:a16="http://schemas.microsoft.com/office/drawing/2014/main" id="{D95FA7D4-3ED6-975F-3C07-409CBF1ACC04}"/>
                  </a:ext>
                </a:extLst>
              </p:cNvPr>
              <p:cNvSpPr/>
              <p:nvPr/>
            </p:nvSpPr>
            <p:spPr>
              <a:xfrm>
                <a:off x="443826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g3402">
                <a:extLst>
                  <a:ext uri="{FF2B5EF4-FFF2-40B4-BE49-F238E27FC236}">
                    <a16:creationId xmlns:a16="http://schemas.microsoft.com/office/drawing/2014/main" id="{522E5A91-B26A-625D-388D-AB483E151CFA}"/>
                  </a:ext>
                </a:extLst>
              </p:cNvPr>
              <p:cNvSpPr/>
              <p:nvPr/>
            </p:nvSpPr>
            <p:spPr>
              <a:xfrm>
                <a:off x="4449904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g3403">
                <a:extLst>
                  <a:ext uri="{FF2B5EF4-FFF2-40B4-BE49-F238E27FC236}">
                    <a16:creationId xmlns:a16="http://schemas.microsoft.com/office/drawing/2014/main" id="{E849C088-82E3-2F22-9A84-AF980194E0D8}"/>
                  </a:ext>
                </a:extLst>
              </p:cNvPr>
              <p:cNvSpPr/>
              <p:nvPr/>
            </p:nvSpPr>
            <p:spPr>
              <a:xfrm>
                <a:off x="446154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g3404">
                <a:extLst>
                  <a:ext uri="{FF2B5EF4-FFF2-40B4-BE49-F238E27FC236}">
                    <a16:creationId xmlns:a16="http://schemas.microsoft.com/office/drawing/2014/main" id="{21ADF057-40C5-B680-2708-9700B250B5CA}"/>
                  </a:ext>
                </a:extLst>
              </p:cNvPr>
              <p:cNvSpPr/>
              <p:nvPr/>
            </p:nvSpPr>
            <p:spPr>
              <a:xfrm>
                <a:off x="447317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g3405">
                <a:extLst>
                  <a:ext uri="{FF2B5EF4-FFF2-40B4-BE49-F238E27FC236}">
                    <a16:creationId xmlns:a16="http://schemas.microsoft.com/office/drawing/2014/main" id="{272CA25D-F688-8698-75E3-8B2C0307412D}"/>
                  </a:ext>
                </a:extLst>
              </p:cNvPr>
              <p:cNvSpPr/>
              <p:nvPr/>
            </p:nvSpPr>
            <p:spPr>
              <a:xfrm>
                <a:off x="4484816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g3406">
                <a:extLst>
                  <a:ext uri="{FF2B5EF4-FFF2-40B4-BE49-F238E27FC236}">
                    <a16:creationId xmlns:a16="http://schemas.microsoft.com/office/drawing/2014/main" id="{FD9EA5E2-9636-BD66-A380-E26477B1B54E}"/>
                  </a:ext>
                </a:extLst>
              </p:cNvPr>
              <p:cNvSpPr/>
              <p:nvPr/>
            </p:nvSpPr>
            <p:spPr>
              <a:xfrm>
                <a:off x="464773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g3407">
                <a:extLst>
                  <a:ext uri="{FF2B5EF4-FFF2-40B4-BE49-F238E27FC236}">
                    <a16:creationId xmlns:a16="http://schemas.microsoft.com/office/drawing/2014/main" id="{56AA31CC-DD20-BDAD-F1D7-6EBA9F777245}"/>
                  </a:ext>
                </a:extLst>
              </p:cNvPr>
              <p:cNvSpPr/>
              <p:nvPr/>
            </p:nvSpPr>
            <p:spPr>
              <a:xfrm>
                <a:off x="4659376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g3408">
                <a:extLst>
                  <a:ext uri="{FF2B5EF4-FFF2-40B4-BE49-F238E27FC236}">
                    <a16:creationId xmlns:a16="http://schemas.microsoft.com/office/drawing/2014/main" id="{70763789-D346-26F1-1BC6-C0365DCED3A6}"/>
                  </a:ext>
                </a:extLst>
              </p:cNvPr>
              <p:cNvSpPr/>
              <p:nvPr/>
            </p:nvSpPr>
            <p:spPr>
              <a:xfrm>
                <a:off x="4671013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85D8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g3409">
                <a:extLst>
                  <a:ext uri="{FF2B5EF4-FFF2-40B4-BE49-F238E27FC236}">
                    <a16:creationId xmlns:a16="http://schemas.microsoft.com/office/drawing/2014/main" id="{103904B1-9A2F-69A7-47AD-CAA665A52D75}"/>
                  </a:ext>
                </a:extLst>
              </p:cNvPr>
              <p:cNvSpPr/>
              <p:nvPr/>
            </p:nvSpPr>
            <p:spPr>
              <a:xfrm>
                <a:off x="4682651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g3410">
                <a:extLst>
                  <a:ext uri="{FF2B5EF4-FFF2-40B4-BE49-F238E27FC236}">
                    <a16:creationId xmlns:a16="http://schemas.microsoft.com/office/drawing/2014/main" id="{60669061-BBC4-DD4A-7383-CF36F9B779A5}"/>
                  </a:ext>
                </a:extLst>
              </p:cNvPr>
              <p:cNvSpPr/>
              <p:nvPr/>
            </p:nvSpPr>
            <p:spPr>
              <a:xfrm>
                <a:off x="4694288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g3411">
                <a:extLst>
                  <a:ext uri="{FF2B5EF4-FFF2-40B4-BE49-F238E27FC236}">
                    <a16:creationId xmlns:a16="http://schemas.microsoft.com/office/drawing/2014/main" id="{33F9BE92-2CF6-6336-25E8-423D17669212}"/>
                  </a:ext>
                </a:extLst>
              </p:cNvPr>
              <p:cNvSpPr/>
              <p:nvPr/>
            </p:nvSpPr>
            <p:spPr>
              <a:xfrm>
                <a:off x="2820678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g3412">
                <a:extLst>
                  <a:ext uri="{FF2B5EF4-FFF2-40B4-BE49-F238E27FC236}">
                    <a16:creationId xmlns:a16="http://schemas.microsoft.com/office/drawing/2014/main" id="{56C16294-333A-6859-D990-47776D1D23D8}"/>
                  </a:ext>
                </a:extLst>
              </p:cNvPr>
              <p:cNvSpPr/>
              <p:nvPr/>
            </p:nvSpPr>
            <p:spPr>
              <a:xfrm>
                <a:off x="283231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g3413">
                <a:extLst>
                  <a:ext uri="{FF2B5EF4-FFF2-40B4-BE49-F238E27FC236}">
                    <a16:creationId xmlns:a16="http://schemas.microsoft.com/office/drawing/2014/main" id="{F609C713-9FAE-AE10-52F4-3C62B6D86D62}"/>
                  </a:ext>
                </a:extLst>
              </p:cNvPr>
              <p:cNvSpPr/>
              <p:nvPr/>
            </p:nvSpPr>
            <p:spPr>
              <a:xfrm>
                <a:off x="2843953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g3414">
                <a:extLst>
                  <a:ext uri="{FF2B5EF4-FFF2-40B4-BE49-F238E27FC236}">
                    <a16:creationId xmlns:a16="http://schemas.microsoft.com/office/drawing/2014/main" id="{6CC59543-BB11-C769-D017-35D3F501C993}"/>
                  </a:ext>
                </a:extLst>
              </p:cNvPr>
              <p:cNvSpPr/>
              <p:nvPr/>
            </p:nvSpPr>
            <p:spPr>
              <a:xfrm>
                <a:off x="2855590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g3415">
                <a:extLst>
                  <a:ext uri="{FF2B5EF4-FFF2-40B4-BE49-F238E27FC236}">
                    <a16:creationId xmlns:a16="http://schemas.microsoft.com/office/drawing/2014/main" id="{08784FCD-6432-493C-CFFF-AD3BA7F9DB11}"/>
                  </a:ext>
                </a:extLst>
              </p:cNvPr>
              <p:cNvSpPr/>
              <p:nvPr/>
            </p:nvSpPr>
            <p:spPr>
              <a:xfrm>
                <a:off x="286722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g3416">
                <a:extLst>
                  <a:ext uri="{FF2B5EF4-FFF2-40B4-BE49-F238E27FC236}">
                    <a16:creationId xmlns:a16="http://schemas.microsoft.com/office/drawing/2014/main" id="{95D64384-2FF1-7E19-8876-923F6A1DF95C}"/>
                  </a:ext>
                </a:extLst>
              </p:cNvPr>
              <p:cNvSpPr/>
              <p:nvPr/>
            </p:nvSpPr>
            <p:spPr>
              <a:xfrm>
                <a:off x="287886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g3417">
                <a:extLst>
                  <a:ext uri="{FF2B5EF4-FFF2-40B4-BE49-F238E27FC236}">
                    <a16:creationId xmlns:a16="http://schemas.microsoft.com/office/drawing/2014/main" id="{43D1AD57-4707-EAD7-43DE-0B1F0DB1194A}"/>
                  </a:ext>
                </a:extLst>
              </p:cNvPr>
              <p:cNvSpPr/>
              <p:nvPr/>
            </p:nvSpPr>
            <p:spPr>
              <a:xfrm>
                <a:off x="289050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g3418">
                <a:extLst>
                  <a:ext uri="{FF2B5EF4-FFF2-40B4-BE49-F238E27FC236}">
                    <a16:creationId xmlns:a16="http://schemas.microsoft.com/office/drawing/2014/main" id="{192F9D91-B222-0A6F-740B-09D5B81DE23F}"/>
                  </a:ext>
                </a:extLst>
              </p:cNvPr>
              <p:cNvSpPr/>
              <p:nvPr/>
            </p:nvSpPr>
            <p:spPr>
              <a:xfrm>
                <a:off x="2902139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g3419">
                <a:extLst>
                  <a:ext uri="{FF2B5EF4-FFF2-40B4-BE49-F238E27FC236}">
                    <a16:creationId xmlns:a16="http://schemas.microsoft.com/office/drawing/2014/main" id="{984B961B-9383-79DB-A800-B4AC841FA140}"/>
                  </a:ext>
                </a:extLst>
              </p:cNvPr>
              <p:cNvSpPr/>
              <p:nvPr/>
            </p:nvSpPr>
            <p:spPr>
              <a:xfrm>
                <a:off x="291377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g3420">
                <a:extLst>
                  <a:ext uri="{FF2B5EF4-FFF2-40B4-BE49-F238E27FC236}">
                    <a16:creationId xmlns:a16="http://schemas.microsoft.com/office/drawing/2014/main" id="{9C32271D-7C5C-C25B-C959-6853C9FAE653}"/>
                  </a:ext>
                </a:extLst>
              </p:cNvPr>
              <p:cNvSpPr/>
              <p:nvPr/>
            </p:nvSpPr>
            <p:spPr>
              <a:xfrm>
                <a:off x="441499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g3421">
                <a:extLst>
                  <a:ext uri="{FF2B5EF4-FFF2-40B4-BE49-F238E27FC236}">
                    <a16:creationId xmlns:a16="http://schemas.microsoft.com/office/drawing/2014/main" id="{04E861D9-8945-A052-66BB-9206BA562FB9}"/>
                  </a:ext>
                </a:extLst>
              </p:cNvPr>
              <p:cNvSpPr/>
              <p:nvPr/>
            </p:nvSpPr>
            <p:spPr>
              <a:xfrm>
                <a:off x="4426630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g3422">
                <a:extLst>
                  <a:ext uri="{FF2B5EF4-FFF2-40B4-BE49-F238E27FC236}">
                    <a16:creationId xmlns:a16="http://schemas.microsoft.com/office/drawing/2014/main" id="{CF500D79-4D05-80E4-960A-4AEDD729AE65}"/>
                  </a:ext>
                </a:extLst>
              </p:cNvPr>
              <p:cNvSpPr/>
              <p:nvPr/>
            </p:nvSpPr>
            <p:spPr>
              <a:xfrm>
                <a:off x="443826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g3423">
                <a:extLst>
                  <a:ext uri="{FF2B5EF4-FFF2-40B4-BE49-F238E27FC236}">
                    <a16:creationId xmlns:a16="http://schemas.microsoft.com/office/drawing/2014/main" id="{053DDFA2-5D96-BE1C-3FD6-0E0BEE78B534}"/>
                  </a:ext>
                </a:extLst>
              </p:cNvPr>
              <p:cNvSpPr/>
              <p:nvPr/>
            </p:nvSpPr>
            <p:spPr>
              <a:xfrm>
                <a:off x="4449904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g3424">
                <a:extLst>
                  <a:ext uri="{FF2B5EF4-FFF2-40B4-BE49-F238E27FC236}">
                    <a16:creationId xmlns:a16="http://schemas.microsoft.com/office/drawing/2014/main" id="{2A626E3C-1756-36D4-C4AD-FFE3C7ECBE2F}"/>
                  </a:ext>
                </a:extLst>
              </p:cNvPr>
              <p:cNvSpPr/>
              <p:nvPr/>
            </p:nvSpPr>
            <p:spPr>
              <a:xfrm>
                <a:off x="446154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g3425">
                <a:extLst>
                  <a:ext uri="{FF2B5EF4-FFF2-40B4-BE49-F238E27FC236}">
                    <a16:creationId xmlns:a16="http://schemas.microsoft.com/office/drawing/2014/main" id="{6FF9AE39-193A-898D-1092-431A3009D397}"/>
                  </a:ext>
                </a:extLst>
              </p:cNvPr>
              <p:cNvSpPr/>
              <p:nvPr/>
            </p:nvSpPr>
            <p:spPr>
              <a:xfrm>
                <a:off x="4473179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g3426">
                <a:extLst>
                  <a:ext uri="{FF2B5EF4-FFF2-40B4-BE49-F238E27FC236}">
                    <a16:creationId xmlns:a16="http://schemas.microsoft.com/office/drawing/2014/main" id="{8D57456A-898D-1111-E2E4-C732A1430826}"/>
                  </a:ext>
                </a:extLst>
              </p:cNvPr>
              <p:cNvSpPr/>
              <p:nvPr/>
            </p:nvSpPr>
            <p:spPr>
              <a:xfrm>
                <a:off x="4659376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g3427">
                <a:extLst>
                  <a:ext uri="{FF2B5EF4-FFF2-40B4-BE49-F238E27FC236}">
                    <a16:creationId xmlns:a16="http://schemas.microsoft.com/office/drawing/2014/main" id="{D079BDC1-8377-A8A8-CF09-038376C85AD7}"/>
                  </a:ext>
                </a:extLst>
              </p:cNvPr>
              <p:cNvSpPr/>
              <p:nvPr/>
            </p:nvSpPr>
            <p:spPr>
              <a:xfrm>
                <a:off x="4671013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g3428">
                <a:extLst>
                  <a:ext uri="{FF2B5EF4-FFF2-40B4-BE49-F238E27FC236}">
                    <a16:creationId xmlns:a16="http://schemas.microsoft.com/office/drawing/2014/main" id="{147A0836-3C9D-F960-32D7-753C7C5F2465}"/>
                  </a:ext>
                </a:extLst>
              </p:cNvPr>
              <p:cNvSpPr/>
              <p:nvPr/>
            </p:nvSpPr>
            <p:spPr>
              <a:xfrm>
                <a:off x="4682651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g3429">
                <a:extLst>
                  <a:ext uri="{FF2B5EF4-FFF2-40B4-BE49-F238E27FC236}">
                    <a16:creationId xmlns:a16="http://schemas.microsoft.com/office/drawing/2014/main" id="{634003C5-CF01-0A76-52FB-E216BCA90D76}"/>
                  </a:ext>
                </a:extLst>
              </p:cNvPr>
              <p:cNvSpPr/>
              <p:nvPr/>
            </p:nvSpPr>
            <p:spPr>
              <a:xfrm>
                <a:off x="4694288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g3430">
                <a:extLst>
                  <a:ext uri="{FF2B5EF4-FFF2-40B4-BE49-F238E27FC236}">
                    <a16:creationId xmlns:a16="http://schemas.microsoft.com/office/drawing/2014/main" id="{91187D1D-5598-D657-37DD-B75FE1752518}"/>
                  </a:ext>
                </a:extLst>
              </p:cNvPr>
              <p:cNvSpPr/>
              <p:nvPr/>
            </p:nvSpPr>
            <p:spPr>
              <a:xfrm>
                <a:off x="470592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g3431">
                <a:extLst>
                  <a:ext uri="{FF2B5EF4-FFF2-40B4-BE49-F238E27FC236}">
                    <a16:creationId xmlns:a16="http://schemas.microsoft.com/office/drawing/2014/main" id="{0AF36046-9EAF-548F-CCB5-046494A11E0C}"/>
                  </a:ext>
                </a:extLst>
              </p:cNvPr>
              <p:cNvSpPr/>
              <p:nvPr/>
            </p:nvSpPr>
            <p:spPr>
              <a:xfrm>
                <a:off x="2820678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g3432">
                <a:extLst>
                  <a:ext uri="{FF2B5EF4-FFF2-40B4-BE49-F238E27FC236}">
                    <a16:creationId xmlns:a16="http://schemas.microsoft.com/office/drawing/2014/main" id="{0C63480B-F5A7-E7B3-3257-3A92EDE04F85}"/>
                  </a:ext>
                </a:extLst>
              </p:cNvPr>
              <p:cNvSpPr/>
              <p:nvPr/>
            </p:nvSpPr>
            <p:spPr>
              <a:xfrm>
                <a:off x="283231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g3433">
                <a:extLst>
                  <a:ext uri="{FF2B5EF4-FFF2-40B4-BE49-F238E27FC236}">
                    <a16:creationId xmlns:a16="http://schemas.microsoft.com/office/drawing/2014/main" id="{B2E176F2-75E0-8DD2-8520-7FD1F511F45E}"/>
                  </a:ext>
                </a:extLst>
              </p:cNvPr>
              <p:cNvSpPr/>
              <p:nvPr/>
            </p:nvSpPr>
            <p:spPr>
              <a:xfrm>
                <a:off x="2843953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g3434">
                <a:extLst>
                  <a:ext uri="{FF2B5EF4-FFF2-40B4-BE49-F238E27FC236}">
                    <a16:creationId xmlns:a16="http://schemas.microsoft.com/office/drawing/2014/main" id="{A8962B54-1741-5AB9-205D-92DD52E44E24}"/>
                  </a:ext>
                </a:extLst>
              </p:cNvPr>
              <p:cNvSpPr/>
              <p:nvPr/>
            </p:nvSpPr>
            <p:spPr>
              <a:xfrm>
                <a:off x="2855590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g3435">
                <a:extLst>
                  <a:ext uri="{FF2B5EF4-FFF2-40B4-BE49-F238E27FC236}">
                    <a16:creationId xmlns:a16="http://schemas.microsoft.com/office/drawing/2014/main" id="{BFDD8B62-878F-3D4D-6CBD-7FB3FAD9823B}"/>
                  </a:ext>
                </a:extLst>
              </p:cNvPr>
              <p:cNvSpPr/>
              <p:nvPr/>
            </p:nvSpPr>
            <p:spPr>
              <a:xfrm>
                <a:off x="2867227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g3436">
                <a:extLst>
                  <a:ext uri="{FF2B5EF4-FFF2-40B4-BE49-F238E27FC236}">
                    <a16:creationId xmlns:a16="http://schemas.microsoft.com/office/drawing/2014/main" id="{2953E263-87BD-6156-DEB9-7EFBA8B5BF86}"/>
                  </a:ext>
                </a:extLst>
              </p:cNvPr>
              <p:cNvSpPr/>
              <p:nvPr/>
            </p:nvSpPr>
            <p:spPr>
              <a:xfrm>
                <a:off x="287886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g3437">
                <a:extLst>
                  <a:ext uri="{FF2B5EF4-FFF2-40B4-BE49-F238E27FC236}">
                    <a16:creationId xmlns:a16="http://schemas.microsoft.com/office/drawing/2014/main" id="{C2FF9A05-96C2-196E-9A1B-9D4A3EDA0C78}"/>
                  </a:ext>
                </a:extLst>
              </p:cNvPr>
              <p:cNvSpPr/>
              <p:nvPr/>
            </p:nvSpPr>
            <p:spPr>
              <a:xfrm>
                <a:off x="289050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g3438">
                <a:extLst>
                  <a:ext uri="{FF2B5EF4-FFF2-40B4-BE49-F238E27FC236}">
                    <a16:creationId xmlns:a16="http://schemas.microsoft.com/office/drawing/2014/main" id="{5DAD9179-DBB3-F0FD-5A3E-BA507B359EC6}"/>
                  </a:ext>
                </a:extLst>
              </p:cNvPr>
              <p:cNvSpPr/>
              <p:nvPr/>
            </p:nvSpPr>
            <p:spPr>
              <a:xfrm>
                <a:off x="2902139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g3439">
                <a:extLst>
                  <a:ext uri="{FF2B5EF4-FFF2-40B4-BE49-F238E27FC236}">
                    <a16:creationId xmlns:a16="http://schemas.microsoft.com/office/drawing/2014/main" id="{1788C8A0-B6CA-F646-80E0-28A4BC9B964B}"/>
                  </a:ext>
                </a:extLst>
              </p:cNvPr>
              <p:cNvSpPr/>
              <p:nvPr/>
            </p:nvSpPr>
            <p:spPr>
              <a:xfrm>
                <a:off x="441499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g3440">
                <a:extLst>
                  <a:ext uri="{FF2B5EF4-FFF2-40B4-BE49-F238E27FC236}">
                    <a16:creationId xmlns:a16="http://schemas.microsoft.com/office/drawing/2014/main" id="{FECAE7BB-E246-DDE6-87C1-FB708C936DD6}"/>
                  </a:ext>
                </a:extLst>
              </p:cNvPr>
              <p:cNvSpPr/>
              <p:nvPr/>
            </p:nvSpPr>
            <p:spPr>
              <a:xfrm>
                <a:off x="4426630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g3441">
                <a:extLst>
                  <a:ext uri="{FF2B5EF4-FFF2-40B4-BE49-F238E27FC236}">
                    <a16:creationId xmlns:a16="http://schemas.microsoft.com/office/drawing/2014/main" id="{490B3B91-19D9-99FA-7CD8-7DCF24550E08}"/>
                  </a:ext>
                </a:extLst>
              </p:cNvPr>
              <p:cNvSpPr/>
              <p:nvPr/>
            </p:nvSpPr>
            <p:spPr>
              <a:xfrm>
                <a:off x="4438267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g3442">
                <a:extLst>
                  <a:ext uri="{FF2B5EF4-FFF2-40B4-BE49-F238E27FC236}">
                    <a16:creationId xmlns:a16="http://schemas.microsoft.com/office/drawing/2014/main" id="{66CACCD8-AE4E-2B83-9C57-DB1A71B48FA8}"/>
                  </a:ext>
                </a:extLst>
              </p:cNvPr>
              <p:cNvSpPr/>
              <p:nvPr/>
            </p:nvSpPr>
            <p:spPr>
              <a:xfrm>
                <a:off x="4449904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g3443">
                <a:extLst>
                  <a:ext uri="{FF2B5EF4-FFF2-40B4-BE49-F238E27FC236}">
                    <a16:creationId xmlns:a16="http://schemas.microsoft.com/office/drawing/2014/main" id="{E82F59CB-BF74-328D-8503-7B21870FAC16}"/>
                  </a:ext>
                </a:extLst>
              </p:cNvPr>
              <p:cNvSpPr/>
              <p:nvPr/>
            </p:nvSpPr>
            <p:spPr>
              <a:xfrm>
                <a:off x="446154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g3444">
                <a:extLst>
                  <a:ext uri="{FF2B5EF4-FFF2-40B4-BE49-F238E27FC236}">
                    <a16:creationId xmlns:a16="http://schemas.microsoft.com/office/drawing/2014/main" id="{D16B784F-EDC2-F119-618B-FC90243B683C}"/>
                  </a:ext>
                </a:extLst>
              </p:cNvPr>
              <p:cNvSpPr/>
              <p:nvPr/>
            </p:nvSpPr>
            <p:spPr>
              <a:xfrm>
                <a:off x="4659376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g3445">
                <a:extLst>
                  <a:ext uri="{FF2B5EF4-FFF2-40B4-BE49-F238E27FC236}">
                    <a16:creationId xmlns:a16="http://schemas.microsoft.com/office/drawing/2014/main" id="{A16646BC-83F5-D9FF-38D6-EC995D880ECF}"/>
                  </a:ext>
                </a:extLst>
              </p:cNvPr>
              <p:cNvSpPr/>
              <p:nvPr/>
            </p:nvSpPr>
            <p:spPr>
              <a:xfrm>
                <a:off x="4671013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g3446">
                <a:extLst>
                  <a:ext uri="{FF2B5EF4-FFF2-40B4-BE49-F238E27FC236}">
                    <a16:creationId xmlns:a16="http://schemas.microsoft.com/office/drawing/2014/main" id="{2A2F092C-ACA0-D763-415E-53AA846DFD10}"/>
                  </a:ext>
                </a:extLst>
              </p:cNvPr>
              <p:cNvSpPr/>
              <p:nvPr/>
            </p:nvSpPr>
            <p:spPr>
              <a:xfrm>
                <a:off x="4682651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g3447">
                <a:extLst>
                  <a:ext uri="{FF2B5EF4-FFF2-40B4-BE49-F238E27FC236}">
                    <a16:creationId xmlns:a16="http://schemas.microsoft.com/office/drawing/2014/main" id="{669E9B2A-A6FB-D902-2EB7-202B82C5373D}"/>
                  </a:ext>
                </a:extLst>
              </p:cNvPr>
              <p:cNvSpPr/>
              <p:nvPr/>
            </p:nvSpPr>
            <p:spPr>
              <a:xfrm>
                <a:off x="4694288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g3448">
                <a:extLst>
                  <a:ext uri="{FF2B5EF4-FFF2-40B4-BE49-F238E27FC236}">
                    <a16:creationId xmlns:a16="http://schemas.microsoft.com/office/drawing/2014/main" id="{78A82272-E473-1AC5-2C92-4C140F3289BE}"/>
                  </a:ext>
                </a:extLst>
              </p:cNvPr>
              <p:cNvSpPr/>
              <p:nvPr/>
            </p:nvSpPr>
            <p:spPr>
              <a:xfrm>
                <a:off x="470592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g3449">
                <a:extLst>
                  <a:ext uri="{FF2B5EF4-FFF2-40B4-BE49-F238E27FC236}">
                    <a16:creationId xmlns:a16="http://schemas.microsoft.com/office/drawing/2014/main" id="{D647E96C-B4BF-85CA-D487-3EEC3C412B53}"/>
                  </a:ext>
                </a:extLst>
              </p:cNvPr>
              <p:cNvSpPr/>
              <p:nvPr/>
            </p:nvSpPr>
            <p:spPr>
              <a:xfrm>
                <a:off x="2820678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g3450">
                <a:extLst>
                  <a:ext uri="{FF2B5EF4-FFF2-40B4-BE49-F238E27FC236}">
                    <a16:creationId xmlns:a16="http://schemas.microsoft.com/office/drawing/2014/main" id="{477AB936-0A81-B5C3-0175-653E36AF6DF8}"/>
                  </a:ext>
                </a:extLst>
              </p:cNvPr>
              <p:cNvSpPr/>
              <p:nvPr/>
            </p:nvSpPr>
            <p:spPr>
              <a:xfrm>
                <a:off x="283231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g3451">
                <a:extLst>
                  <a:ext uri="{FF2B5EF4-FFF2-40B4-BE49-F238E27FC236}">
                    <a16:creationId xmlns:a16="http://schemas.microsoft.com/office/drawing/2014/main" id="{067C67B5-8B27-7543-66EF-728FAC975771}"/>
                  </a:ext>
                </a:extLst>
              </p:cNvPr>
              <p:cNvSpPr/>
              <p:nvPr/>
            </p:nvSpPr>
            <p:spPr>
              <a:xfrm>
                <a:off x="284395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g3452">
                <a:extLst>
                  <a:ext uri="{FF2B5EF4-FFF2-40B4-BE49-F238E27FC236}">
                    <a16:creationId xmlns:a16="http://schemas.microsoft.com/office/drawing/2014/main" id="{F978C97A-BDAC-F4CE-83AE-480684D25CA0}"/>
                  </a:ext>
                </a:extLst>
              </p:cNvPr>
              <p:cNvSpPr/>
              <p:nvPr/>
            </p:nvSpPr>
            <p:spPr>
              <a:xfrm>
                <a:off x="2855590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g3453">
                <a:extLst>
                  <a:ext uri="{FF2B5EF4-FFF2-40B4-BE49-F238E27FC236}">
                    <a16:creationId xmlns:a16="http://schemas.microsoft.com/office/drawing/2014/main" id="{08EFDE0D-31B2-AB57-4BEC-90173CD444E3}"/>
                  </a:ext>
                </a:extLst>
              </p:cNvPr>
              <p:cNvSpPr/>
              <p:nvPr/>
            </p:nvSpPr>
            <p:spPr>
              <a:xfrm>
                <a:off x="2867227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g3454">
                <a:extLst>
                  <a:ext uri="{FF2B5EF4-FFF2-40B4-BE49-F238E27FC236}">
                    <a16:creationId xmlns:a16="http://schemas.microsoft.com/office/drawing/2014/main" id="{AD259046-1A87-999D-F09B-19901D215324}"/>
                  </a:ext>
                </a:extLst>
              </p:cNvPr>
              <p:cNvSpPr/>
              <p:nvPr/>
            </p:nvSpPr>
            <p:spPr>
              <a:xfrm>
                <a:off x="287886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g3455">
                <a:extLst>
                  <a:ext uri="{FF2B5EF4-FFF2-40B4-BE49-F238E27FC236}">
                    <a16:creationId xmlns:a16="http://schemas.microsoft.com/office/drawing/2014/main" id="{1C096D35-C1A6-D1CD-287E-DAF6DE2B3438}"/>
                  </a:ext>
                </a:extLst>
              </p:cNvPr>
              <p:cNvSpPr/>
              <p:nvPr/>
            </p:nvSpPr>
            <p:spPr>
              <a:xfrm>
                <a:off x="289050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g3456">
                <a:extLst>
                  <a:ext uri="{FF2B5EF4-FFF2-40B4-BE49-F238E27FC236}">
                    <a16:creationId xmlns:a16="http://schemas.microsoft.com/office/drawing/2014/main" id="{9A895962-A768-03FD-FD68-4AD38612C92C}"/>
                  </a:ext>
                </a:extLst>
              </p:cNvPr>
              <p:cNvSpPr/>
              <p:nvPr/>
            </p:nvSpPr>
            <p:spPr>
              <a:xfrm>
                <a:off x="2902139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g3457">
                <a:extLst>
                  <a:ext uri="{FF2B5EF4-FFF2-40B4-BE49-F238E27FC236}">
                    <a16:creationId xmlns:a16="http://schemas.microsoft.com/office/drawing/2014/main" id="{25F806AD-5179-C4CF-A5E2-05960E78DC33}"/>
                  </a:ext>
                </a:extLst>
              </p:cNvPr>
              <p:cNvSpPr/>
              <p:nvPr/>
            </p:nvSpPr>
            <p:spPr>
              <a:xfrm>
                <a:off x="441499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g3458">
                <a:extLst>
                  <a:ext uri="{FF2B5EF4-FFF2-40B4-BE49-F238E27FC236}">
                    <a16:creationId xmlns:a16="http://schemas.microsoft.com/office/drawing/2014/main" id="{84888850-9E7C-B3AB-9936-1E510C7F52B8}"/>
                  </a:ext>
                </a:extLst>
              </p:cNvPr>
              <p:cNvSpPr/>
              <p:nvPr/>
            </p:nvSpPr>
            <p:spPr>
              <a:xfrm>
                <a:off x="4426630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g3459">
                <a:extLst>
                  <a:ext uri="{FF2B5EF4-FFF2-40B4-BE49-F238E27FC236}">
                    <a16:creationId xmlns:a16="http://schemas.microsoft.com/office/drawing/2014/main" id="{F0EDC864-45F3-1385-E02A-0F5481370F7A}"/>
                  </a:ext>
                </a:extLst>
              </p:cNvPr>
              <p:cNvSpPr/>
              <p:nvPr/>
            </p:nvSpPr>
            <p:spPr>
              <a:xfrm>
                <a:off x="4438267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g3460">
                <a:extLst>
                  <a:ext uri="{FF2B5EF4-FFF2-40B4-BE49-F238E27FC236}">
                    <a16:creationId xmlns:a16="http://schemas.microsoft.com/office/drawing/2014/main" id="{08F96C5B-80DA-98B6-08FF-F4120B9965CA}"/>
                  </a:ext>
                </a:extLst>
              </p:cNvPr>
              <p:cNvSpPr/>
              <p:nvPr/>
            </p:nvSpPr>
            <p:spPr>
              <a:xfrm>
                <a:off x="4449904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9">
                  <a:alpha val="100000"/>
                </a:srgbClr>
              </a:solidFill>
              <a:ln w="5420" cap="flat">
                <a:solidFill>
                  <a:srgbClr val="83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g3461">
                <a:extLst>
                  <a:ext uri="{FF2B5EF4-FFF2-40B4-BE49-F238E27FC236}">
                    <a16:creationId xmlns:a16="http://schemas.microsoft.com/office/drawing/2014/main" id="{507C035A-E3D4-17FD-A3D1-71271A071F64}"/>
                  </a:ext>
                </a:extLst>
              </p:cNvPr>
              <p:cNvSpPr/>
              <p:nvPr/>
            </p:nvSpPr>
            <p:spPr>
              <a:xfrm>
                <a:off x="446154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9">
                  <a:alpha val="100000"/>
                </a:srgbClr>
              </a:solidFill>
              <a:ln w="5420" cap="flat">
                <a:solidFill>
                  <a:srgbClr val="83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g3462">
                <a:extLst>
                  <a:ext uri="{FF2B5EF4-FFF2-40B4-BE49-F238E27FC236}">
                    <a16:creationId xmlns:a16="http://schemas.microsoft.com/office/drawing/2014/main" id="{2FBBF8A8-20D8-26BF-7F73-5DD5A69DE1E2}"/>
                  </a:ext>
                </a:extLst>
              </p:cNvPr>
              <p:cNvSpPr/>
              <p:nvPr/>
            </p:nvSpPr>
            <p:spPr>
              <a:xfrm>
                <a:off x="4473179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g3463">
                <a:extLst>
                  <a:ext uri="{FF2B5EF4-FFF2-40B4-BE49-F238E27FC236}">
                    <a16:creationId xmlns:a16="http://schemas.microsoft.com/office/drawing/2014/main" id="{E72C8B88-F11B-55DE-BFDA-130BC47FF8FE}"/>
                  </a:ext>
                </a:extLst>
              </p:cNvPr>
              <p:cNvSpPr/>
              <p:nvPr/>
            </p:nvSpPr>
            <p:spPr>
              <a:xfrm>
                <a:off x="467101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g3464">
                <a:extLst>
                  <a:ext uri="{FF2B5EF4-FFF2-40B4-BE49-F238E27FC236}">
                    <a16:creationId xmlns:a16="http://schemas.microsoft.com/office/drawing/2014/main" id="{9C3FCACE-88F8-330D-9823-2EEDAD7F084F}"/>
                  </a:ext>
                </a:extLst>
              </p:cNvPr>
              <p:cNvSpPr/>
              <p:nvPr/>
            </p:nvSpPr>
            <p:spPr>
              <a:xfrm>
                <a:off x="4682651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g3465">
                <a:extLst>
                  <a:ext uri="{FF2B5EF4-FFF2-40B4-BE49-F238E27FC236}">
                    <a16:creationId xmlns:a16="http://schemas.microsoft.com/office/drawing/2014/main" id="{F7AC0015-25D2-C545-68AC-2D8CEEDD0B72}"/>
                  </a:ext>
                </a:extLst>
              </p:cNvPr>
              <p:cNvSpPr/>
              <p:nvPr/>
            </p:nvSpPr>
            <p:spPr>
              <a:xfrm>
                <a:off x="4694288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g3466">
                <a:extLst>
                  <a:ext uri="{FF2B5EF4-FFF2-40B4-BE49-F238E27FC236}">
                    <a16:creationId xmlns:a16="http://schemas.microsoft.com/office/drawing/2014/main" id="{7A4657FE-0194-4F4B-C324-9E3A637F1E3E}"/>
                  </a:ext>
                </a:extLst>
              </p:cNvPr>
              <p:cNvSpPr/>
              <p:nvPr/>
            </p:nvSpPr>
            <p:spPr>
              <a:xfrm>
                <a:off x="470592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g3467">
                <a:extLst>
                  <a:ext uri="{FF2B5EF4-FFF2-40B4-BE49-F238E27FC236}">
                    <a16:creationId xmlns:a16="http://schemas.microsoft.com/office/drawing/2014/main" id="{7F9002C6-3489-94A2-B2F9-F3142166EFA5}"/>
                  </a:ext>
                </a:extLst>
              </p:cNvPr>
              <p:cNvSpPr/>
              <p:nvPr/>
            </p:nvSpPr>
            <p:spPr>
              <a:xfrm>
                <a:off x="471756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g3468">
                <a:extLst>
                  <a:ext uri="{FF2B5EF4-FFF2-40B4-BE49-F238E27FC236}">
                    <a16:creationId xmlns:a16="http://schemas.microsoft.com/office/drawing/2014/main" id="{42D39265-B2E4-0CED-6C01-7EEB5D05E993}"/>
                  </a:ext>
                </a:extLst>
              </p:cNvPr>
              <p:cNvSpPr/>
              <p:nvPr/>
            </p:nvSpPr>
            <p:spPr>
              <a:xfrm>
                <a:off x="283231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g3469">
                <a:extLst>
                  <a:ext uri="{FF2B5EF4-FFF2-40B4-BE49-F238E27FC236}">
                    <a16:creationId xmlns:a16="http://schemas.microsoft.com/office/drawing/2014/main" id="{EDF4D322-9541-5063-E552-2063C322D4E5}"/>
                  </a:ext>
                </a:extLst>
              </p:cNvPr>
              <p:cNvSpPr/>
              <p:nvPr/>
            </p:nvSpPr>
            <p:spPr>
              <a:xfrm>
                <a:off x="284395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g3470">
                <a:extLst>
                  <a:ext uri="{FF2B5EF4-FFF2-40B4-BE49-F238E27FC236}">
                    <a16:creationId xmlns:a16="http://schemas.microsoft.com/office/drawing/2014/main" id="{C95B930A-4D78-F60D-D800-0EC4A34E9B55}"/>
                  </a:ext>
                </a:extLst>
              </p:cNvPr>
              <p:cNvSpPr/>
              <p:nvPr/>
            </p:nvSpPr>
            <p:spPr>
              <a:xfrm>
                <a:off x="285559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g3471">
                <a:extLst>
                  <a:ext uri="{FF2B5EF4-FFF2-40B4-BE49-F238E27FC236}">
                    <a16:creationId xmlns:a16="http://schemas.microsoft.com/office/drawing/2014/main" id="{385A0205-B8FA-46CE-E1CC-848C822B1F0E}"/>
                  </a:ext>
                </a:extLst>
              </p:cNvPr>
              <p:cNvSpPr/>
              <p:nvPr/>
            </p:nvSpPr>
            <p:spPr>
              <a:xfrm>
                <a:off x="2867227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g3472">
                <a:extLst>
                  <a:ext uri="{FF2B5EF4-FFF2-40B4-BE49-F238E27FC236}">
                    <a16:creationId xmlns:a16="http://schemas.microsoft.com/office/drawing/2014/main" id="{8E760C20-E875-D457-694F-5402EBC9B322}"/>
                  </a:ext>
                </a:extLst>
              </p:cNvPr>
              <p:cNvSpPr/>
              <p:nvPr/>
            </p:nvSpPr>
            <p:spPr>
              <a:xfrm>
                <a:off x="287886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g3473">
                <a:extLst>
                  <a:ext uri="{FF2B5EF4-FFF2-40B4-BE49-F238E27FC236}">
                    <a16:creationId xmlns:a16="http://schemas.microsoft.com/office/drawing/2014/main" id="{3064A0DE-842B-0DDF-4B45-ACF3CDEAACA7}"/>
                  </a:ext>
                </a:extLst>
              </p:cNvPr>
              <p:cNvSpPr/>
              <p:nvPr/>
            </p:nvSpPr>
            <p:spPr>
              <a:xfrm>
                <a:off x="2890502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g3474">
                <a:extLst>
                  <a:ext uri="{FF2B5EF4-FFF2-40B4-BE49-F238E27FC236}">
                    <a16:creationId xmlns:a16="http://schemas.microsoft.com/office/drawing/2014/main" id="{72493E00-BD75-F2B5-5467-A87091A5AC2C}"/>
                  </a:ext>
                </a:extLst>
              </p:cNvPr>
              <p:cNvSpPr/>
              <p:nvPr/>
            </p:nvSpPr>
            <p:spPr>
              <a:xfrm>
                <a:off x="442663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9">
                  <a:alpha val="100000"/>
                </a:srgbClr>
              </a:solidFill>
              <a:ln w="5420" cap="flat">
                <a:solidFill>
                  <a:srgbClr val="83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g3475">
                <a:extLst>
                  <a:ext uri="{FF2B5EF4-FFF2-40B4-BE49-F238E27FC236}">
                    <a16:creationId xmlns:a16="http://schemas.microsoft.com/office/drawing/2014/main" id="{2C0A946D-FB08-D85E-9491-52146FAFDB8C}"/>
                  </a:ext>
                </a:extLst>
              </p:cNvPr>
              <p:cNvSpPr/>
              <p:nvPr/>
            </p:nvSpPr>
            <p:spPr>
              <a:xfrm>
                <a:off x="4438267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g3476">
                <a:extLst>
                  <a:ext uri="{FF2B5EF4-FFF2-40B4-BE49-F238E27FC236}">
                    <a16:creationId xmlns:a16="http://schemas.microsoft.com/office/drawing/2014/main" id="{D526D4CD-6E3D-E59B-4892-56DC5D84E58A}"/>
                  </a:ext>
                </a:extLst>
              </p:cNvPr>
              <p:cNvSpPr/>
              <p:nvPr/>
            </p:nvSpPr>
            <p:spPr>
              <a:xfrm>
                <a:off x="4449904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g3477">
                <a:extLst>
                  <a:ext uri="{FF2B5EF4-FFF2-40B4-BE49-F238E27FC236}">
                    <a16:creationId xmlns:a16="http://schemas.microsoft.com/office/drawing/2014/main" id="{85CD560C-6E94-5254-CEA4-B7A1D3FD9DEC}"/>
                  </a:ext>
                </a:extLst>
              </p:cNvPr>
              <p:cNvSpPr/>
              <p:nvPr/>
            </p:nvSpPr>
            <p:spPr>
              <a:xfrm>
                <a:off x="4461542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g3478">
                <a:extLst>
                  <a:ext uri="{FF2B5EF4-FFF2-40B4-BE49-F238E27FC236}">
                    <a16:creationId xmlns:a16="http://schemas.microsoft.com/office/drawing/2014/main" id="{F8AD0451-DB31-C5BA-4332-62D3307B445E}"/>
                  </a:ext>
                </a:extLst>
              </p:cNvPr>
              <p:cNvSpPr/>
              <p:nvPr/>
            </p:nvSpPr>
            <p:spPr>
              <a:xfrm>
                <a:off x="4473179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g3479">
                <a:extLst>
                  <a:ext uri="{FF2B5EF4-FFF2-40B4-BE49-F238E27FC236}">
                    <a16:creationId xmlns:a16="http://schemas.microsoft.com/office/drawing/2014/main" id="{0488D94A-199F-B484-EA20-3E2AE29759CF}"/>
                  </a:ext>
                </a:extLst>
              </p:cNvPr>
              <p:cNvSpPr/>
              <p:nvPr/>
            </p:nvSpPr>
            <p:spPr>
              <a:xfrm>
                <a:off x="467101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g3480">
                <a:extLst>
                  <a:ext uri="{FF2B5EF4-FFF2-40B4-BE49-F238E27FC236}">
                    <a16:creationId xmlns:a16="http://schemas.microsoft.com/office/drawing/2014/main" id="{89ED1A19-BE48-4A72-A707-9D593E657834}"/>
                  </a:ext>
                </a:extLst>
              </p:cNvPr>
              <p:cNvSpPr/>
              <p:nvPr/>
            </p:nvSpPr>
            <p:spPr>
              <a:xfrm>
                <a:off x="4682651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g3481">
                <a:extLst>
                  <a:ext uri="{FF2B5EF4-FFF2-40B4-BE49-F238E27FC236}">
                    <a16:creationId xmlns:a16="http://schemas.microsoft.com/office/drawing/2014/main" id="{43F7548D-57E8-A092-7547-A0791B9E154F}"/>
                  </a:ext>
                </a:extLst>
              </p:cNvPr>
              <p:cNvSpPr/>
              <p:nvPr/>
            </p:nvSpPr>
            <p:spPr>
              <a:xfrm>
                <a:off x="4694288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g3482">
                <a:extLst>
                  <a:ext uri="{FF2B5EF4-FFF2-40B4-BE49-F238E27FC236}">
                    <a16:creationId xmlns:a16="http://schemas.microsoft.com/office/drawing/2014/main" id="{87F63FE5-C26A-22E5-8833-2B75A8B2B961}"/>
                  </a:ext>
                </a:extLst>
              </p:cNvPr>
              <p:cNvSpPr/>
              <p:nvPr/>
            </p:nvSpPr>
            <p:spPr>
              <a:xfrm>
                <a:off x="470592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g3483">
                <a:extLst>
                  <a:ext uri="{FF2B5EF4-FFF2-40B4-BE49-F238E27FC236}">
                    <a16:creationId xmlns:a16="http://schemas.microsoft.com/office/drawing/2014/main" id="{0BEA530A-93C8-F50B-B87C-3BC3B8937079}"/>
                  </a:ext>
                </a:extLst>
              </p:cNvPr>
              <p:cNvSpPr/>
              <p:nvPr/>
            </p:nvSpPr>
            <p:spPr>
              <a:xfrm>
                <a:off x="471756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g3484">
                <a:extLst>
                  <a:ext uri="{FF2B5EF4-FFF2-40B4-BE49-F238E27FC236}">
                    <a16:creationId xmlns:a16="http://schemas.microsoft.com/office/drawing/2014/main" id="{72E2761A-E948-FC5E-9770-10AB06A78D72}"/>
                  </a:ext>
                </a:extLst>
              </p:cNvPr>
              <p:cNvSpPr/>
              <p:nvPr/>
            </p:nvSpPr>
            <p:spPr>
              <a:xfrm>
                <a:off x="472920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g3485">
                <a:extLst>
                  <a:ext uri="{FF2B5EF4-FFF2-40B4-BE49-F238E27FC236}">
                    <a16:creationId xmlns:a16="http://schemas.microsoft.com/office/drawing/2014/main" id="{73EE9A4D-16DC-43B4-FF0C-4281BCFCD11C}"/>
                  </a:ext>
                </a:extLst>
              </p:cNvPr>
              <p:cNvSpPr/>
              <p:nvPr/>
            </p:nvSpPr>
            <p:spPr>
              <a:xfrm>
                <a:off x="283231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g3486">
                <a:extLst>
                  <a:ext uri="{FF2B5EF4-FFF2-40B4-BE49-F238E27FC236}">
                    <a16:creationId xmlns:a16="http://schemas.microsoft.com/office/drawing/2014/main" id="{D2D26BE9-E908-E6EB-EFEA-9B40A5727833}"/>
                  </a:ext>
                </a:extLst>
              </p:cNvPr>
              <p:cNvSpPr/>
              <p:nvPr/>
            </p:nvSpPr>
            <p:spPr>
              <a:xfrm>
                <a:off x="2843953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g3487">
                <a:extLst>
                  <a:ext uri="{FF2B5EF4-FFF2-40B4-BE49-F238E27FC236}">
                    <a16:creationId xmlns:a16="http://schemas.microsoft.com/office/drawing/2014/main" id="{F8A09CC8-13AE-ADC8-B2AB-85AEE491661D}"/>
                  </a:ext>
                </a:extLst>
              </p:cNvPr>
              <p:cNvSpPr/>
              <p:nvPr/>
            </p:nvSpPr>
            <p:spPr>
              <a:xfrm>
                <a:off x="2855590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g3488">
                <a:extLst>
                  <a:ext uri="{FF2B5EF4-FFF2-40B4-BE49-F238E27FC236}">
                    <a16:creationId xmlns:a16="http://schemas.microsoft.com/office/drawing/2014/main" id="{05A4CAB8-3B2E-4320-5C34-4BB57E38D546}"/>
                  </a:ext>
                </a:extLst>
              </p:cNvPr>
              <p:cNvSpPr/>
              <p:nvPr/>
            </p:nvSpPr>
            <p:spPr>
              <a:xfrm>
                <a:off x="2867227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g3489">
                <a:extLst>
                  <a:ext uri="{FF2B5EF4-FFF2-40B4-BE49-F238E27FC236}">
                    <a16:creationId xmlns:a16="http://schemas.microsoft.com/office/drawing/2014/main" id="{7F285B6F-63FB-7C69-1F17-DD06168548B6}"/>
                  </a:ext>
                </a:extLst>
              </p:cNvPr>
              <p:cNvSpPr/>
              <p:nvPr/>
            </p:nvSpPr>
            <p:spPr>
              <a:xfrm>
                <a:off x="287886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g3490">
                <a:extLst>
                  <a:ext uri="{FF2B5EF4-FFF2-40B4-BE49-F238E27FC236}">
                    <a16:creationId xmlns:a16="http://schemas.microsoft.com/office/drawing/2014/main" id="{AF00271E-5D14-8920-3A27-136954AD91E3}"/>
                  </a:ext>
                </a:extLst>
              </p:cNvPr>
              <p:cNvSpPr/>
              <p:nvPr/>
            </p:nvSpPr>
            <p:spPr>
              <a:xfrm>
                <a:off x="2890502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g3491">
                <a:extLst>
                  <a:ext uri="{FF2B5EF4-FFF2-40B4-BE49-F238E27FC236}">
                    <a16:creationId xmlns:a16="http://schemas.microsoft.com/office/drawing/2014/main" id="{B30754C8-9C24-8052-94AD-2628954DEE1C}"/>
                  </a:ext>
                </a:extLst>
              </p:cNvPr>
              <p:cNvSpPr/>
              <p:nvPr/>
            </p:nvSpPr>
            <p:spPr>
              <a:xfrm>
                <a:off x="4438267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g3492">
                <a:extLst>
                  <a:ext uri="{FF2B5EF4-FFF2-40B4-BE49-F238E27FC236}">
                    <a16:creationId xmlns:a16="http://schemas.microsoft.com/office/drawing/2014/main" id="{9DDAE958-671B-A7B3-4061-7316A755DFE8}"/>
                  </a:ext>
                </a:extLst>
              </p:cNvPr>
              <p:cNvSpPr/>
              <p:nvPr/>
            </p:nvSpPr>
            <p:spPr>
              <a:xfrm>
                <a:off x="4449904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g3493">
                <a:extLst>
                  <a:ext uri="{FF2B5EF4-FFF2-40B4-BE49-F238E27FC236}">
                    <a16:creationId xmlns:a16="http://schemas.microsoft.com/office/drawing/2014/main" id="{73C51221-7D67-24D6-7310-82FB08A7ACA0}"/>
                  </a:ext>
                </a:extLst>
              </p:cNvPr>
              <p:cNvSpPr/>
              <p:nvPr/>
            </p:nvSpPr>
            <p:spPr>
              <a:xfrm>
                <a:off x="4461542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g3494">
                <a:extLst>
                  <a:ext uri="{FF2B5EF4-FFF2-40B4-BE49-F238E27FC236}">
                    <a16:creationId xmlns:a16="http://schemas.microsoft.com/office/drawing/2014/main" id="{5FEB03B6-A01F-5483-D457-87F85309F5D7}"/>
                  </a:ext>
                </a:extLst>
              </p:cNvPr>
              <p:cNvSpPr/>
              <p:nvPr/>
            </p:nvSpPr>
            <p:spPr>
              <a:xfrm>
                <a:off x="4473179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g3495">
                <a:extLst>
                  <a:ext uri="{FF2B5EF4-FFF2-40B4-BE49-F238E27FC236}">
                    <a16:creationId xmlns:a16="http://schemas.microsoft.com/office/drawing/2014/main" id="{82A0B3E1-1D8D-9F38-9339-740625375A17}"/>
                  </a:ext>
                </a:extLst>
              </p:cNvPr>
              <p:cNvSpPr/>
              <p:nvPr/>
            </p:nvSpPr>
            <p:spPr>
              <a:xfrm>
                <a:off x="4484816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g3496">
                <a:extLst>
                  <a:ext uri="{FF2B5EF4-FFF2-40B4-BE49-F238E27FC236}">
                    <a16:creationId xmlns:a16="http://schemas.microsoft.com/office/drawing/2014/main" id="{7994D642-8D21-B86F-329A-CFC8F6508F1E}"/>
                  </a:ext>
                </a:extLst>
              </p:cNvPr>
              <p:cNvSpPr/>
              <p:nvPr/>
            </p:nvSpPr>
            <p:spPr>
              <a:xfrm>
                <a:off x="4496454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g3497">
                <a:extLst>
                  <a:ext uri="{FF2B5EF4-FFF2-40B4-BE49-F238E27FC236}">
                    <a16:creationId xmlns:a16="http://schemas.microsoft.com/office/drawing/2014/main" id="{179A9640-38E0-6711-08B7-136615B7015B}"/>
                  </a:ext>
                </a:extLst>
              </p:cNvPr>
              <p:cNvSpPr/>
              <p:nvPr/>
            </p:nvSpPr>
            <p:spPr>
              <a:xfrm>
                <a:off x="4508091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g3498">
                <a:extLst>
                  <a:ext uri="{FF2B5EF4-FFF2-40B4-BE49-F238E27FC236}">
                    <a16:creationId xmlns:a16="http://schemas.microsoft.com/office/drawing/2014/main" id="{E1233E15-1AC0-838D-CD5A-015B5D65EC9B}"/>
                  </a:ext>
                </a:extLst>
              </p:cNvPr>
              <p:cNvSpPr/>
              <p:nvPr/>
            </p:nvSpPr>
            <p:spPr>
              <a:xfrm>
                <a:off x="4519728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g3499">
                <a:extLst>
                  <a:ext uri="{FF2B5EF4-FFF2-40B4-BE49-F238E27FC236}">
                    <a16:creationId xmlns:a16="http://schemas.microsoft.com/office/drawing/2014/main" id="{C845A603-9DEC-86CE-5B09-F0D61726D392}"/>
                  </a:ext>
                </a:extLst>
              </p:cNvPr>
              <p:cNvSpPr/>
              <p:nvPr/>
            </p:nvSpPr>
            <p:spPr>
              <a:xfrm>
                <a:off x="4682651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g3500">
                <a:extLst>
                  <a:ext uri="{FF2B5EF4-FFF2-40B4-BE49-F238E27FC236}">
                    <a16:creationId xmlns:a16="http://schemas.microsoft.com/office/drawing/2014/main" id="{8D351A7F-E37E-EE3A-A82B-179925E63FB9}"/>
                  </a:ext>
                </a:extLst>
              </p:cNvPr>
              <p:cNvSpPr/>
              <p:nvPr/>
            </p:nvSpPr>
            <p:spPr>
              <a:xfrm>
                <a:off x="4694288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g3501">
                <a:extLst>
                  <a:ext uri="{FF2B5EF4-FFF2-40B4-BE49-F238E27FC236}">
                    <a16:creationId xmlns:a16="http://schemas.microsoft.com/office/drawing/2014/main" id="{5E2AEE49-7A5A-C1AD-1503-9943CA94B170}"/>
                  </a:ext>
                </a:extLst>
              </p:cNvPr>
              <p:cNvSpPr/>
              <p:nvPr/>
            </p:nvSpPr>
            <p:spPr>
              <a:xfrm>
                <a:off x="470592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C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g3502">
                <a:extLst>
                  <a:ext uri="{FF2B5EF4-FFF2-40B4-BE49-F238E27FC236}">
                    <a16:creationId xmlns:a16="http://schemas.microsoft.com/office/drawing/2014/main" id="{6AEBB3AF-09F7-A474-FAC5-3A9AF925D5EE}"/>
                  </a:ext>
                </a:extLst>
              </p:cNvPr>
              <p:cNvSpPr/>
              <p:nvPr/>
            </p:nvSpPr>
            <p:spPr>
              <a:xfrm>
                <a:off x="4717563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g3503">
                <a:extLst>
                  <a:ext uri="{FF2B5EF4-FFF2-40B4-BE49-F238E27FC236}">
                    <a16:creationId xmlns:a16="http://schemas.microsoft.com/office/drawing/2014/main" id="{1AE7AAD0-CF1E-DF3B-7140-7A45962F8882}"/>
                  </a:ext>
                </a:extLst>
              </p:cNvPr>
              <p:cNvSpPr/>
              <p:nvPr/>
            </p:nvSpPr>
            <p:spPr>
              <a:xfrm>
                <a:off x="4729200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g3504">
                <a:extLst>
                  <a:ext uri="{FF2B5EF4-FFF2-40B4-BE49-F238E27FC236}">
                    <a16:creationId xmlns:a16="http://schemas.microsoft.com/office/drawing/2014/main" id="{36545515-07E4-4F44-2EF2-EC3AD147B06D}"/>
                  </a:ext>
                </a:extLst>
              </p:cNvPr>
              <p:cNvSpPr/>
              <p:nvPr/>
            </p:nvSpPr>
            <p:spPr>
              <a:xfrm>
                <a:off x="2843953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g3505">
                <a:extLst>
                  <a:ext uri="{FF2B5EF4-FFF2-40B4-BE49-F238E27FC236}">
                    <a16:creationId xmlns:a16="http://schemas.microsoft.com/office/drawing/2014/main" id="{15BD7C64-58C1-E194-F204-6EC734A75BB9}"/>
                  </a:ext>
                </a:extLst>
              </p:cNvPr>
              <p:cNvSpPr/>
              <p:nvPr/>
            </p:nvSpPr>
            <p:spPr>
              <a:xfrm>
                <a:off x="2855590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g3506">
                <a:extLst>
                  <a:ext uri="{FF2B5EF4-FFF2-40B4-BE49-F238E27FC236}">
                    <a16:creationId xmlns:a16="http://schemas.microsoft.com/office/drawing/2014/main" id="{06E92AE7-BF79-E7AD-3C4E-71A5DE40B331}"/>
                  </a:ext>
                </a:extLst>
              </p:cNvPr>
              <p:cNvSpPr/>
              <p:nvPr/>
            </p:nvSpPr>
            <p:spPr>
              <a:xfrm>
                <a:off x="2867227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g3507">
                <a:extLst>
                  <a:ext uri="{FF2B5EF4-FFF2-40B4-BE49-F238E27FC236}">
                    <a16:creationId xmlns:a16="http://schemas.microsoft.com/office/drawing/2014/main" id="{7D316D83-B4AA-ABC7-8BAF-3232520F9F10}"/>
                  </a:ext>
                </a:extLst>
              </p:cNvPr>
              <p:cNvSpPr/>
              <p:nvPr/>
            </p:nvSpPr>
            <p:spPr>
              <a:xfrm>
                <a:off x="2878865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g3508">
                <a:extLst>
                  <a:ext uri="{FF2B5EF4-FFF2-40B4-BE49-F238E27FC236}">
                    <a16:creationId xmlns:a16="http://schemas.microsoft.com/office/drawing/2014/main" id="{B64EB819-1A1B-D720-85BE-81256CC11B4F}"/>
                  </a:ext>
                </a:extLst>
              </p:cNvPr>
              <p:cNvSpPr/>
              <p:nvPr/>
            </p:nvSpPr>
            <p:spPr>
              <a:xfrm>
                <a:off x="2890502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g3509">
                <a:extLst>
                  <a:ext uri="{FF2B5EF4-FFF2-40B4-BE49-F238E27FC236}">
                    <a16:creationId xmlns:a16="http://schemas.microsoft.com/office/drawing/2014/main" id="{6BA331BF-9E01-8C91-9287-284E6CD3FB42}"/>
                  </a:ext>
                </a:extLst>
              </p:cNvPr>
              <p:cNvSpPr/>
              <p:nvPr/>
            </p:nvSpPr>
            <p:spPr>
              <a:xfrm>
                <a:off x="4438267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g3510">
                <a:extLst>
                  <a:ext uri="{FF2B5EF4-FFF2-40B4-BE49-F238E27FC236}">
                    <a16:creationId xmlns:a16="http://schemas.microsoft.com/office/drawing/2014/main" id="{13F59768-39DD-1F68-5318-8F597AB361BF}"/>
                  </a:ext>
                </a:extLst>
              </p:cNvPr>
              <p:cNvSpPr/>
              <p:nvPr/>
            </p:nvSpPr>
            <p:spPr>
              <a:xfrm>
                <a:off x="4449904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g3511">
                <a:extLst>
                  <a:ext uri="{FF2B5EF4-FFF2-40B4-BE49-F238E27FC236}">
                    <a16:creationId xmlns:a16="http://schemas.microsoft.com/office/drawing/2014/main" id="{76CE28D7-CB64-B348-7254-FE0E03B2A604}"/>
                  </a:ext>
                </a:extLst>
              </p:cNvPr>
              <p:cNvSpPr/>
              <p:nvPr/>
            </p:nvSpPr>
            <p:spPr>
              <a:xfrm>
                <a:off x="4461542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g3512">
                <a:extLst>
                  <a:ext uri="{FF2B5EF4-FFF2-40B4-BE49-F238E27FC236}">
                    <a16:creationId xmlns:a16="http://schemas.microsoft.com/office/drawing/2014/main" id="{C2B304E3-CAA9-DDAC-5BE3-DB7081DF6220}"/>
                  </a:ext>
                </a:extLst>
              </p:cNvPr>
              <p:cNvSpPr/>
              <p:nvPr/>
            </p:nvSpPr>
            <p:spPr>
              <a:xfrm>
                <a:off x="4473179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g3513">
                <a:extLst>
                  <a:ext uri="{FF2B5EF4-FFF2-40B4-BE49-F238E27FC236}">
                    <a16:creationId xmlns:a16="http://schemas.microsoft.com/office/drawing/2014/main" id="{596CC9F0-3AE4-382E-8E0E-74A5340491BE}"/>
                  </a:ext>
                </a:extLst>
              </p:cNvPr>
              <p:cNvSpPr/>
              <p:nvPr/>
            </p:nvSpPr>
            <p:spPr>
              <a:xfrm>
                <a:off x="4484816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g3514">
                <a:extLst>
                  <a:ext uri="{FF2B5EF4-FFF2-40B4-BE49-F238E27FC236}">
                    <a16:creationId xmlns:a16="http://schemas.microsoft.com/office/drawing/2014/main" id="{3B47EBF5-574D-AEA0-C188-CB9D29421B87}"/>
                  </a:ext>
                </a:extLst>
              </p:cNvPr>
              <p:cNvSpPr/>
              <p:nvPr/>
            </p:nvSpPr>
            <p:spPr>
              <a:xfrm>
                <a:off x="4496454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g3515">
                <a:extLst>
                  <a:ext uri="{FF2B5EF4-FFF2-40B4-BE49-F238E27FC236}">
                    <a16:creationId xmlns:a16="http://schemas.microsoft.com/office/drawing/2014/main" id="{108811B3-034B-B062-1998-F53F027E5B93}"/>
                  </a:ext>
                </a:extLst>
              </p:cNvPr>
              <p:cNvSpPr/>
              <p:nvPr/>
            </p:nvSpPr>
            <p:spPr>
              <a:xfrm>
                <a:off x="4508091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g3516">
                <a:extLst>
                  <a:ext uri="{FF2B5EF4-FFF2-40B4-BE49-F238E27FC236}">
                    <a16:creationId xmlns:a16="http://schemas.microsoft.com/office/drawing/2014/main" id="{309A9C73-B712-55CA-DD0A-D5D5513A4E67}"/>
                  </a:ext>
                </a:extLst>
              </p:cNvPr>
              <p:cNvSpPr/>
              <p:nvPr/>
            </p:nvSpPr>
            <p:spPr>
              <a:xfrm>
                <a:off x="4519728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g3517">
                <a:extLst>
                  <a:ext uri="{FF2B5EF4-FFF2-40B4-BE49-F238E27FC236}">
                    <a16:creationId xmlns:a16="http://schemas.microsoft.com/office/drawing/2014/main" id="{875EEA6D-BB2D-BE65-9998-0231ECFFDE29}"/>
                  </a:ext>
                </a:extLst>
              </p:cNvPr>
              <p:cNvSpPr/>
              <p:nvPr/>
            </p:nvSpPr>
            <p:spPr>
              <a:xfrm>
                <a:off x="4531366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g3518">
                <a:extLst>
                  <a:ext uri="{FF2B5EF4-FFF2-40B4-BE49-F238E27FC236}">
                    <a16:creationId xmlns:a16="http://schemas.microsoft.com/office/drawing/2014/main" id="{BE0625B3-EA18-E12C-59B3-55F2378CC903}"/>
                  </a:ext>
                </a:extLst>
              </p:cNvPr>
              <p:cNvSpPr/>
              <p:nvPr/>
            </p:nvSpPr>
            <p:spPr>
              <a:xfrm>
                <a:off x="4682651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g3519">
                <a:extLst>
                  <a:ext uri="{FF2B5EF4-FFF2-40B4-BE49-F238E27FC236}">
                    <a16:creationId xmlns:a16="http://schemas.microsoft.com/office/drawing/2014/main" id="{EBB9B814-96D6-3F3E-AD44-7222B1CA2373}"/>
                  </a:ext>
                </a:extLst>
              </p:cNvPr>
              <p:cNvSpPr/>
              <p:nvPr/>
            </p:nvSpPr>
            <p:spPr>
              <a:xfrm>
                <a:off x="4694288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C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g3520">
                <a:extLst>
                  <a:ext uri="{FF2B5EF4-FFF2-40B4-BE49-F238E27FC236}">
                    <a16:creationId xmlns:a16="http://schemas.microsoft.com/office/drawing/2014/main" id="{95164FF4-C868-C6C0-797D-E8E10BD7F74B}"/>
                  </a:ext>
                </a:extLst>
              </p:cNvPr>
              <p:cNvSpPr/>
              <p:nvPr/>
            </p:nvSpPr>
            <p:spPr>
              <a:xfrm>
                <a:off x="4705925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g3521">
                <a:extLst>
                  <a:ext uri="{FF2B5EF4-FFF2-40B4-BE49-F238E27FC236}">
                    <a16:creationId xmlns:a16="http://schemas.microsoft.com/office/drawing/2014/main" id="{2A7FF4F4-43DB-415C-7730-EBBADFC4B3CA}"/>
                  </a:ext>
                </a:extLst>
              </p:cNvPr>
              <p:cNvSpPr/>
              <p:nvPr/>
            </p:nvSpPr>
            <p:spPr>
              <a:xfrm>
                <a:off x="4717563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g3522">
                <a:extLst>
                  <a:ext uri="{FF2B5EF4-FFF2-40B4-BE49-F238E27FC236}">
                    <a16:creationId xmlns:a16="http://schemas.microsoft.com/office/drawing/2014/main" id="{F2286616-7BE7-4007-D623-FD1BA6B45F19}"/>
                  </a:ext>
                </a:extLst>
              </p:cNvPr>
              <p:cNvSpPr/>
              <p:nvPr/>
            </p:nvSpPr>
            <p:spPr>
              <a:xfrm>
                <a:off x="4729200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g3523">
                <a:extLst>
                  <a:ext uri="{FF2B5EF4-FFF2-40B4-BE49-F238E27FC236}">
                    <a16:creationId xmlns:a16="http://schemas.microsoft.com/office/drawing/2014/main" id="{261165A0-3236-AB5B-8BAE-E47EAF69CC30}"/>
                  </a:ext>
                </a:extLst>
              </p:cNvPr>
              <p:cNvSpPr/>
              <p:nvPr/>
            </p:nvSpPr>
            <p:spPr>
              <a:xfrm>
                <a:off x="2843953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g3524">
                <a:extLst>
                  <a:ext uri="{FF2B5EF4-FFF2-40B4-BE49-F238E27FC236}">
                    <a16:creationId xmlns:a16="http://schemas.microsoft.com/office/drawing/2014/main" id="{93312F1A-5C0A-491A-D070-B260BEA1532D}"/>
                  </a:ext>
                </a:extLst>
              </p:cNvPr>
              <p:cNvSpPr/>
              <p:nvPr/>
            </p:nvSpPr>
            <p:spPr>
              <a:xfrm>
                <a:off x="2855590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g3525">
                <a:extLst>
                  <a:ext uri="{FF2B5EF4-FFF2-40B4-BE49-F238E27FC236}">
                    <a16:creationId xmlns:a16="http://schemas.microsoft.com/office/drawing/2014/main" id="{09347409-E75C-C8AD-93ED-E39D103467D0}"/>
                  </a:ext>
                </a:extLst>
              </p:cNvPr>
              <p:cNvSpPr/>
              <p:nvPr/>
            </p:nvSpPr>
            <p:spPr>
              <a:xfrm>
                <a:off x="2867227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g3526">
                <a:extLst>
                  <a:ext uri="{FF2B5EF4-FFF2-40B4-BE49-F238E27FC236}">
                    <a16:creationId xmlns:a16="http://schemas.microsoft.com/office/drawing/2014/main" id="{66DF0A00-2CDD-0F82-DD5E-73C2555995F3}"/>
                  </a:ext>
                </a:extLst>
              </p:cNvPr>
              <p:cNvSpPr/>
              <p:nvPr/>
            </p:nvSpPr>
            <p:spPr>
              <a:xfrm>
                <a:off x="2878865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g3527">
                <a:extLst>
                  <a:ext uri="{FF2B5EF4-FFF2-40B4-BE49-F238E27FC236}">
                    <a16:creationId xmlns:a16="http://schemas.microsoft.com/office/drawing/2014/main" id="{F9D26115-9862-F507-D4F8-AABE35F4DEF6}"/>
                  </a:ext>
                </a:extLst>
              </p:cNvPr>
              <p:cNvSpPr/>
              <p:nvPr/>
            </p:nvSpPr>
            <p:spPr>
              <a:xfrm>
                <a:off x="2890502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g3528">
                <a:extLst>
                  <a:ext uri="{FF2B5EF4-FFF2-40B4-BE49-F238E27FC236}">
                    <a16:creationId xmlns:a16="http://schemas.microsoft.com/office/drawing/2014/main" id="{69D141DB-CCCB-27EF-0F17-AC5AAC85B2F6}"/>
                  </a:ext>
                </a:extLst>
              </p:cNvPr>
              <p:cNvSpPr/>
              <p:nvPr/>
            </p:nvSpPr>
            <p:spPr>
              <a:xfrm>
                <a:off x="4449904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g3529">
                <a:extLst>
                  <a:ext uri="{FF2B5EF4-FFF2-40B4-BE49-F238E27FC236}">
                    <a16:creationId xmlns:a16="http://schemas.microsoft.com/office/drawing/2014/main" id="{64E59E8F-5680-E3C3-31E2-191948700B08}"/>
                  </a:ext>
                </a:extLst>
              </p:cNvPr>
              <p:cNvSpPr/>
              <p:nvPr/>
            </p:nvSpPr>
            <p:spPr>
              <a:xfrm>
                <a:off x="4461542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g3530">
                <a:extLst>
                  <a:ext uri="{FF2B5EF4-FFF2-40B4-BE49-F238E27FC236}">
                    <a16:creationId xmlns:a16="http://schemas.microsoft.com/office/drawing/2014/main" id="{1E4FD003-4D82-3FE4-62A1-E0BAC1634624}"/>
                  </a:ext>
                </a:extLst>
              </p:cNvPr>
              <p:cNvSpPr/>
              <p:nvPr/>
            </p:nvSpPr>
            <p:spPr>
              <a:xfrm>
                <a:off x="4473179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g3531">
                <a:extLst>
                  <a:ext uri="{FF2B5EF4-FFF2-40B4-BE49-F238E27FC236}">
                    <a16:creationId xmlns:a16="http://schemas.microsoft.com/office/drawing/2014/main" id="{B851DE05-9A41-FCB5-3F34-743BF0B23821}"/>
                  </a:ext>
                </a:extLst>
              </p:cNvPr>
              <p:cNvSpPr/>
              <p:nvPr/>
            </p:nvSpPr>
            <p:spPr>
              <a:xfrm>
                <a:off x="4484816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g3532">
                <a:extLst>
                  <a:ext uri="{FF2B5EF4-FFF2-40B4-BE49-F238E27FC236}">
                    <a16:creationId xmlns:a16="http://schemas.microsoft.com/office/drawing/2014/main" id="{2BDB205F-0506-2622-B9A9-8A1493E36431}"/>
                  </a:ext>
                </a:extLst>
              </p:cNvPr>
              <p:cNvSpPr/>
              <p:nvPr/>
            </p:nvSpPr>
            <p:spPr>
              <a:xfrm>
                <a:off x="4496454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g3533">
                <a:extLst>
                  <a:ext uri="{FF2B5EF4-FFF2-40B4-BE49-F238E27FC236}">
                    <a16:creationId xmlns:a16="http://schemas.microsoft.com/office/drawing/2014/main" id="{F8339E9E-E686-AC97-9CCA-5D79A064D53B}"/>
                  </a:ext>
                </a:extLst>
              </p:cNvPr>
              <p:cNvSpPr/>
              <p:nvPr/>
            </p:nvSpPr>
            <p:spPr>
              <a:xfrm>
                <a:off x="4508091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g3534">
                <a:extLst>
                  <a:ext uri="{FF2B5EF4-FFF2-40B4-BE49-F238E27FC236}">
                    <a16:creationId xmlns:a16="http://schemas.microsoft.com/office/drawing/2014/main" id="{EF4BF823-F0C3-E6E7-D748-25FD9B278509}"/>
                  </a:ext>
                </a:extLst>
              </p:cNvPr>
              <p:cNvSpPr/>
              <p:nvPr/>
            </p:nvSpPr>
            <p:spPr>
              <a:xfrm>
                <a:off x="4519728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g3535">
                <a:extLst>
                  <a:ext uri="{FF2B5EF4-FFF2-40B4-BE49-F238E27FC236}">
                    <a16:creationId xmlns:a16="http://schemas.microsoft.com/office/drawing/2014/main" id="{B270E810-A8DA-AD9B-35BB-A77C3517FE77}"/>
                  </a:ext>
                </a:extLst>
              </p:cNvPr>
              <p:cNvSpPr/>
              <p:nvPr/>
            </p:nvSpPr>
            <p:spPr>
              <a:xfrm>
                <a:off x="4531366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g3536">
                <a:extLst>
                  <a:ext uri="{FF2B5EF4-FFF2-40B4-BE49-F238E27FC236}">
                    <a16:creationId xmlns:a16="http://schemas.microsoft.com/office/drawing/2014/main" id="{C9077330-13A1-9BAE-067F-590379E00A3B}"/>
                  </a:ext>
                </a:extLst>
              </p:cNvPr>
              <p:cNvSpPr/>
              <p:nvPr/>
            </p:nvSpPr>
            <p:spPr>
              <a:xfrm>
                <a:off x="4694288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g3537">
                <a:extLst>
                  <a:ext uri="{FF2B5EF4-FFF2-40B4-BE49-F238E27FC236}">
                    <a16:creationId xmlns:a16="http://schemas.microsoft.com/office/drawing/2014/main" id="{8F9C8D11-2CEF-B5BD-0537-1704DB834658}"/>
                  </a:ext>
                </a:extLst>
              </p:cNvPr>
              <p:cNvSpPr/>
              <p:nvPr/>
            </p:nvSpPr>
            <p:spPr>
              <a:xfrm>
                <a:off x="4705925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g3538">
                <a:extLst>
                  <a:ext uri="{FF2B5EF4-FFF2-40B4-BE49-F238E27FC236}">
                    <a16:creationId xmlns:a16="http://schemas.microsoft.com/office/drawing/2014/main" id="{4EAF14E8-49A8-2A2B-8853-4CFF5BE75D32}"/>
                  </a:ext>
                </a:extLst>
              </p:cNvPr>
              <p:cNvSpPr/>
              <p:nvPr/>
            </p:nvSpPr>
            <p:spPr>
              <a:xfrm>
                <a:off x="4717563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g3539">
                <a:extLst>
                  <a:ext uri="{FF2B5EF4-FFF2-40B4-BE49-F238E27FC236}">
                    <a16:creationId xmlns:a16="http://schemas.microsoft.com/office/drawing/2014/main" id="{C223EC5B-A09C-F3A5-FF03-600B6D08D414}"/>
                  </a:ext>
                </a:extLst>
              </p:cNvPr>
              <p:cNvSpPr/>
              <p:nvPr/>
            </p:nvSpPr>
            <p:spPr>
              <a:xfrm>
                <a:off x="4729200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g3540">
                <a:extLst>
                  <a:ext uri="{FF2B5EF4-FFF2-40B4-BE49-F238E27FC236}">
                    <a16:creationId xmlns:a16="http://schemas.microsoft.com/office/drawing/2014/main" id="{6EA97399-B03E-ABC0-DBD1-C5802FC749DB}"/>
                  </a:ext>
                </a:extLst>
              </p:cNvPr>
              <p:cNvSpPr/>
              <p:nvPr/>
            </p:nvSpPr>
            <p:spPr>
              <a:xfrm>
                <a:off x="4740837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g3541">
                <a:extLst>
                  <a:ext uri="{FF2B5EF4-FFF2-40B4-BE49-F238E27FC236}">
                    <a16:creationId xmlns:a16="http://schemas.microsoft.com/office/drawing/2014/main" id="{ACA6E5C0-5052-422A-D8D1-C646EC69A5AD}"/>
                  </a:ext>
                </a:extLst>
              </p:cNvPr>
              <p:cNvSpPr/>
              <p:nvPr/>
            </p:nvSpPr>
            <p:spPr>
              <a:xfrm>
                <a:off x="284395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g3542">
                <a:extLst>
                  <a:ext uri="{FF2B5EF4-FFF2-40B4-BE49-F238E27FC236}">
                    <a16:creationId xmlns:a16="http://schemas.microsoft.com/office/drawing/2014/main" id="{DEA706EA-2BD1-AE4D-88AA-06278AF25C2F}"/>
                  </a:ext>
                </a:extLst>
              </p:cNvPr>
              <p:cNvSpPr/>
              <p:nvPr/>
            </p:nvSpPr>
            <p:spPr>
              <a:xfrm>
                <a:off x="2855590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g3543">
                <a:extLst>
                  <a:ext uri="{FF2B5EF4-FFF2-40B4-BE49-F238E27FC236}">
                    <a16:creationId xmlns:a16="http://schemas.microsoft.com/office/drawing/2014/main" id="{9E3EA432-736F-0782-47B2-1307999BECCD}"/>
                  </a:ext>
                </a:extLst>
              </p:cNvPr>
              <p:cNvSpPr/>
              <p:nvPr/>
            </p:nvSpPr>
            <p:spPr>
              <a:xfrm>
                <a:off x="2867227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g3544">
                <a:extLst>
                  <a:ext uri="{FF2B5EF4-FFF2-40B4-BE49-F238E27FC236}">
                    <a16:creationId xmlns:a16="http://schemas.microsoft.com/office/drawing/2014/main" id="{82C9E632-9471-7EB2-9DBC-88E9C26AE6DD}"/>
                  </a:ext>
                </a:extLst>
              </p:cNvPr>
              <p:cNvSpPr/>
              <p:nvPr/>
            </p:nvSpPr>
            <p:spPr>
              <a:xfrm>
                <a:off x="2878865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g3545">
                <a:extLst>
                  <a:ext uri="{FF2B5EF4-FFF2-40B4-BE49-F238E27FC236}">
                    <a16:creationId xmlns:a16="http://schemas.microsoft.com/office/drawing/2014/main" id="{1143FCC4-DEBE-1BD2-3532-5B59524AB811}"/>
                  </a:ext>
                </a:extLst>
              </p:cNvPr>
              <p:cNvSpPr/>
              <p:nvPr/>
            </p:nvSpPr>
            <p:spPr>
              <a:xfrm>
                <a:off x="2890502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g3546">
                <a:extLst>
                  <a:ext uri="{FF2B5EF4-FFF2-40B4-BE49-F238E27FC236}">
                    <a16:creationId xmlns:a16="http://schemas.microsoft.com/office/drawing/2014/main" id="{B89E83BD-3F45-E626-C4ED-E65BEEB3EE27}"/>
                  </a:ext>
                </a:extLst>
              </p:cNvPr>
              <p:cNvSpPr/>
              <p:nvPr/>
            </p:nvSpPr>
            <p:spPr>
              <a:xfrm>
                <a:off x="4461542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g3547">
                <a:extLst>
                  <a:ext uri="{FF2B5EF4-FFF2-40B4-BE49-F238E27FC236}">
                    <a16:creationId xmlns:a16="http://schemas.microsoft.com/office/drawing/2014/main" id="{F99C3EEF-CAF4-BF2C-6774-533E8EE51B53}"/>
                  </a:ext>
                </a:extLst>
              </p:cNvPr>
              <p:cNvSpPr/>
              <p:nvPr/>
            </p:nvSpPr>
            <p:spPr>
              <a:xfrm>
                <a:off x="4473179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g3548">
                <a:extLst>
                  <a:ext uri="{FF2B5EF4-FFF2-40B4-BE49-F238E27FC236}">
                    <a16:creationId xmlns:a16="http://schemas.microsoft.com/office/drawing/2014/main" id="{6DD14E3C-6914-CE57-C607-9D6BD2736F73}"/>
                  </a:ext>
                </a:extLst>
              </p:cNvPr>
              <p:cNvSpPr/>
              <p:nvPr/>
            </p:nvSpPr>
            <p:spPr>
              <a:xfrm>
                <a:off x="4484816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g3549">
                <a:extLst>
                  <a:ext uri="{FF2B5EF4-FFF2-40B4-BE49-F238E27FC236}">
                    <a16:creationId xmlns:a16="http://schemas.microsoft.com/office/drawing/2014/main" id="{B40B6159-C84D-7A83-4F61-08DBCFA7FE0F}"/>
                  </a:ext>
                </a:extLst>
              </p:cNvPr>
              <p:cNvSpPr/>
              <p:nvPr/>
            </p:nvSpPr>
            <p:spPr>
              <a:xfrm>
                <a:off x="4496454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g3550">
                <a:extLst>
                  <a:ext uri="{FF2B5EF4-FFF2-40B4-BE49-F238E27FC236}">
                    <a16:creationId xmlns:a16="http://schemas.microsoft.com/office/drawing/2014/main" id="{271E765C-7D03-87AE-D8FA-699962CDF98B}"/>
                  </a:ext>
                </a:extLst>
              </p:cNvPr>
              <p:cNvSpPr/>
              <p:nvPr/>
            </p:nvSpPr>
            <p:spPr>
              <a:xfrm>
                <a:off x="4508091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g3551">
                <a:extLst>
                  <a:ext uri="{FF2B5EF4-FFF2-40B4-BE49-F238E27FC236}">
                    <a16:creationId xmlns:a16="http://schemas.microsoft.com/office/drawing/2014/main" id="{5E3E6BA2-55B6-21A8-A535-BCD16313B171}"/>
                  </a:ext>
                </a:extLst>
              </p:cNvPr>
              <p:cNvSpPr/>
              <p:nvPr/>
            </p:nvSpPr>
            <p:spPr>
              <a:xfrm>
                <a:off x="4519728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g3552">
                <a:extLst>
                  <a:ext uri="{FF2B5EF4-FFF2-40B4-BE49-F238E27FC236}">
                    <a16:creationId xmlns:a16="http://schemas.microsoft.com/office/drawing/2014/main" id="{C47F6312-B077-A118-5DBE-DCCD6D3AB009}"/>
                  </a:ext>
                </a:extLst>
              </p:cNvPr>
              <p:cNvSpPr/>
              <p:nvPr/>
            </p:nvSpPr>
            <p:spPr>
              <a:xfrm>
                <a:off x="4531366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85D8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g3553">
                <a:extLst>
                  <a:ext uri="{FF2B5EF4-FFF2-40B4-BE49-F238E27FC236}">
                    <a16:creationId xmlns:a16="http://schemas.microsoft.com/office/drawing/2014/main" id="{71978363-2143-64FE-7B00-847563B96E24}"/>
                  </a:ext>
                </a:extLst>
              </p:cNvPr>
              <p:cNvSpPr/>
              <p:nvPr/>
            </p:nvSpPr>
            <p:spPr>
              <a:xfrm>
                <a:off x="454300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85D8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g3554">
                <a:extLst>
                  <a:ext uri="{FF2B5EF4-FFF2-40B4-BE49-F238E27FC236}">
                    <a16:creationId xmlns:a16="http://schemas.microsoft.com/office/drawing/2014/main" id="{589C4E89-C58F-A2EC-84BD-BD3E3747FCC0}"/>
                  </a:ext>
                </a:extLst>
              </p:cNvPr>
              <p:cNvSpPr/>
              <p:nvPr/>
            </p:nvSpPr>
            <p:spPr>
              <a:xfrm>
                <a:off x="4694288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g3555">
                <a:extLst>
                  <a:ext uri="{FF2B5EF4-FFF2-40B4-BE49-F238E27FC236}">
                    <a16:creationId xmlns:a16="http://schemas.microsoft.com/office/drawing/2014/main" id="{76884058-0C9E-9FB6-26BD-644BFE740DA3}"/>
                  </a:ext>
                </a:extLst>
              </p:cNvPr>
              <p:cNvSpPr/>
              <p:nvPr/>
            </p:nvSpPr>
            <p:spPr>
              <a:xfrm>
                <a:off x="4705925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g3556">
                <a:extLst>
                  <a:ext uri="{FF2B5EF4-FFF2-40B4-BE49-F238E27FC236}">
                    <a16:creationId xmlns:a16="http://schemas.microsoft.com/office/drawing/2014/main" id="{19156863-C773-401E-BC6D-32AD2982AE8F}"/>
                  </a:ext>
                </a:extLst>
              </p:cNvPr>
              <p:cNvSpPr/>
              <p:nvPr/>
            </p:nvSpPr>
            <p:spPr>
              <a:xfrm>
                <a:off x="471756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g3557">
                <a:extLst>
                  <a:ext uri="{FF2B5EF4-FFF2-40B4-BE49-F238E27FC236}">
                    <a16:creationId xmlns:a16="http://schemas.microsoft.com/office/drawing/2014/main" id="{7D698FD4-B390-4CE8-981A-88A251117A61}"/>
                  </a:ext>
                </a:extLst>
              </p:cNvPr>
              <p:cNvSpPr/>
              <p:nvPr/>
            </p:nvSpPr>
            <p:spPr>
              <a:xfrm>
                <a:off x="4729200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g3558">
                <a:extLst>
                  <a:ext uri="{FF2B5EF4-FFF2-40B4-BE49-F238E27FC236}">
                    <a16:creationId xmlns:a16="http://schemas.microsoft.com/office/drawing/2014/main" id="{EC2CDFBA-37EF-76EC-5730-07D2AA5A32D5}"/>
                  </a:ext>
                </a:extLst>
              </p:cNvPr>
              <p:cNvSpPr/>
              <p:nvPr/>
            </p:nvSpPr>
            <p:spPr>
              <a:xfrm>
                <a:off x="4740837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g3559">
                <a:extLst>
                  <a:ext uri="{FF2B5EF4-FFF2-40B4-BE49-F238E27FC236}">
                    <a16:creationId xmlns:a16="http://schemas.microsoft.com/office/drawing/2014/main" id="{5213F240-F987-89BA-85DF-84ED8EDD8220}"/>
                  </a:ext>
                </a:extLst>
              </p:cNvPr>
              <p:cNvSpPr/>
              <p:nvPr/>
            </p:nvSpPr>
            <p:spPr>
              <a:xfrm>
                <a:off x="285559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g3560">
                <a:extLst>
                  <a:ext uri="{FF2B5EF4-FFF2-40B4-BE49-F238E27FC236}">
                    <a16:creationId xmlns:a16="http://schemas.microsoft.com/office/drawing/2014/main" id="{87004DA6-4B99-CA6C-53EE-E244E4DADC1E}"/>
                  </a:ext>
                </a:extLst>
              </p:cNvPr>
              <p:cNvSpPr/>
              <p:nvPr/>
            </p:nvSpPr>
            <p:spPr>
              <a:xfrm>
                <a:off x="2867227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g3561">
                <a:extLst>
                  <a:ext uri="{FF2B5EF4-FFF2-40B4-BE49-F238E27FC236}">
                    <a16:creationId xmlns:a16="http://schemas.microsoft.com/office/drawing/2014/main" id="{4C2B2B23-1AF8-CE33-A853-D1A4545749B8}"/>
                  </a:ext>
                </a:extLst>
              </p:cNvPr>
              <p:cNvSpPr/>
              <p:nvPr/>
            </p:nvSpPr>
            <p:spPr>
              <a:xfrm>
                <a:off x="2878865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g3562">
                <a:extLst>
                  <a:ext uri="{FF2B5EF4-FFF2-40B4-BE49-F238E27FC236}">
                    <a16:creationId xmlns:a16="http://schemas.microsoft.com/office/drawing/2014/main" id="{B6BDB235-F3ED-C44A-F56B-EB33BD591A15}"/>
                  </a:ext>
                </a:extLst>
              </p:cNvPr>
              <p:cNvSpPr/>
              <p:nvPr/>
            </p:nvSpPr>
            <p:spPr>
              <a:xfrm>
                <a:off x="2890502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g3563">
                <a:extLst>
                  <a:ext uri="{FF2B5EF4-FFF2-40B4-BE49-F238E27FC236}">
                    <a16:creationId xmlns:a16="http://schemas.microsoft.com/office/drawing/2014/main" id="{9AA4F4E5-B285-4358-421D-31E20CCDCDC9}"/>
                  </a:ext>
                </a:extLst>
              </p:cNvPr>
              <p:cNvSpPr/>
              <p:nvPr/>
            </p:nvSpPr>
            <p:spPr>
              <a:xfrm>
                <a:off x="4473179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g3564">
                <a:extLst>
                  <a:ext uri="{FF2B5EF4-FFF2-40B4-BE49-F238E27FC236}">
                    <a16:creationId xmlns:a16="http://schemas.microsoft.com/office/drawing/2014/main" id="{7887F18A-CAE8-B723-F825-A4D7C9EF203E}"/>
                  </a:ext>
                </a:extLst>
              </p:cNvPr>
              <p:cNvSpPr/>
              <p:nvPr/>
            </p:nvSpPr>
            <p:spPr>
              <a:xfrm>
                <a:off x="4484816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g3565">
                <a:extLst>
                  <a:ext uri="{FF2B5EF4-FFF2-40B4-BE49-F238E27FC236}">
                    <a16:creationId xmlns:a16="http://schemas.microsoft.com/office/drawing/2014/main" id="{7187AE9B-2A9A-354D-3A84-4961C6917C60}"/>
                  </a:ext>
                </a:extLst>
              </p:cNvPr>
              <p:cNvSpPr/>
              <p:nvPr/>
            </p:nvSpPr>
            <p:spPr>
              <a:xfrm>
                <a:off x="4496454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g3566">
                <a:extLst>
                  <a:ext uri="{FF2B5EF4-FFF2-40B4-BE49-F238E27FC236}">
                    <a16:creationId xmlns:a16="http://schemas.microsoft.com/office/drawing/2014/main" id="{8125C40B-6759-F8A7-A2B3-FADB2C02CC32}"/>
                  </a:ext>
                </a:extLst>
              </p:cNvPr>
              <p:cNvSpPr/>
              <p:nvPr/>
            </p:nvSpPr>
            <p:spPr>
              <a:xfrm>
                <a:off x="4508091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g3567">
                <a:extLst>
                  <a:ext uri="{FF2B5EF4-FFF2-40B4-BE49-F238E27FC236}">
                    <a16:creationId xmlns:a16="http://schemas.microsoft.com/office/drawing/2014/main" id="{623F6156-26A7-457E-9546-498934B659AC}"/>
                  </a:ext>
                </a:extLst>
              </p:cNvPr>
              <p:cNvSpPr/>
              <p:nvPr/>
            </p:nvSpPr>
            <p:spPr>
              <a:xfrm>
                <a:off x="4519728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85D8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g3568">
                <a:extLst>
                  <a:ext uri="{FF2B5EF4-FFF2-40B4-BE49-F238E27FC236}">
                    <a16:creationId xmlns:a16="http://schemas.microsoft.com/office/drawing/2014/main" id="{35844A48-D313-FD68-A8D1-D7D6A818BF71}"/>
                  </a:ext>
                </a:extLst>
              </p:cNvPr>
              <p:cNvSpPr/>
              <p:nvPr/>
            </p:nvSpPr>
            <p:spPr>
              <a:xfrm>
                <a:off x="4531366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g3569">
                <a:extLst>
                  <a:ext uri="{FF2B5EF4-FFF2-40B4-BE49-F238E27FC236}">
                    <a16:creationId xmlns:a16="http://schemas.microsoft.com/office/drawing/2014/main" id="{93E65337-E5AE-0B11-E76C-1F8498F79F54}"/>
                  </a:ext>
                </a:extLst>
              </p:cNvPr>
              <p:cNvSpPr/>
              <p:nvPr/>
            </p:nvSpPr>
            <p:spPr>
              <a:xfrm>
                <a:off x="4543003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g3570">
                <a:extLst>
                  <a:ext uri="{FF2B5EF4-FFF2-40B4-BE49-F238E27FC236}">
                    <a16:creationId xmlns:a16="http://schemas.microsoft.com/office/drawing/2014/main" id="{06EF1502-FDCA-DEC5-DB08-A047DE50940A}"/>
                  </a:ext>
                </a:extLst>
              </p:cNvPr>
              <p:cNvSpPr/>
              <p:nvPr/>
            </p:nvSpPr>
            <p:spPr>
              <a:xfrm>
                <a:off x="455464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g3571">
                <a:extLst>
                  <a:ext uri="{FF2B5EF4-FFF2-40B4-BE49-F238E27FC236}">
                    <a16:creationId xmlns:a16="http://schemas.microsoft.com/office/drawing/2014/main" id="{D69CC1E0-C9E7-21D7-BDA0-AA53EE48D714}"/>
                  </a:ext>
                </a:extLst>
              </p:cNvPr>
              <p:cNvSpPr/>
              <p:nvPr/>
            </p:nvSpPr>
            <p:spPr>
              <a:xfrm>
                <a:off x="4694288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g3572">
                <a:extLst>
                  <a:ext uri="{FF2B5EF4-FFF2-40B4-BE49-F238E27FC236}">
                    <a16:creationId xmlns:a16="http://schemas.microsoft.com/office/drawing/2014/main" id="{E83B7127-E62C-CD39-12BB-CB32AA8F01B6}"/>
                  </a:ext>
                </a:extLst>
              </p:cNvPr>
              <p:cNvSpPr/>
              <p:nvPr/>
            </p:nvSpPr>
            <p:spPr>
              <a:xfrm>
                <a:off x="4705925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g3573">
                <a:extLst>
                  <a:ext uri="{FF2B5EF4-FFF2-40B4-BE49-F238E27FC236}">
                    <a16:creationId xmlns:a16="http://schemas.microsoft.com/office/drawing/2014/main" id="{D9672C9F-93B9-AB92-8B54-9AC00393A983}"/>
                  </a:ext>
                </a:extLst>
              </p:cNvPr>
              <p:cNvSpPr/>
              <p:nvPr/>
            </p:nvSpPr>
            <p:spPr>
              <a:xfrm>
                <a:off x="4717563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g3574">
                <a:extLst>
                  <a:ext uri="{FF2B5EF4-FFF2-40B4-BE49-F238E27FC236}">
                    <a16:creationId xmlns:a16="http://schemas.microsoft.com/office/drawing/2014/main" id="{D636B641-3746-CE7C-4A85-627DE935A06E}"/>
                  </a:ext>
                </a:extLst>
              </p:cNvPr>
              <p:cNvSpPr/>
              <p:nvPr/>
            </p:nvSpPr>
            <p:spPr>
              <a:xfrm>
                <a:off x="472920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9BC">
                  <a:alpha val="100000"/>
                </a:srgbClr>
              </a:solidFill>
              <a:ln w="5420" cap="flat">
                <a:solidFill>
                  <a:srgbClr val="89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g3575">
                <a:extLst>
                  <a:ext uri="{FF2B5EF4-FFF2-40B4-BE49-F238E27FC236}">
                    <a16:creationId xmlns:a16="http://schemas.microsoft.com/office/drawing/2014/main" id="{D066441E-FDF3-F1C1-2FBA-3F15EC9C9385}"/>
                  </a:ext>
                </a:extLst>
              </p:cNvPr>
              <p:cNvSpPr/>
              <p:nvPr/>
            </p:nvSpPr>
            <p:spPr>
              <a:xfrm>
                <a:off x="4740837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g3576">
                <a:extLst>
                  <a:ext uri="{FF2B5EF4-FFF2-40B4-BE49-F238E27FC236}">
                    <a16:creationId xmlns:a16="http://schemas.microsoft.com/office/drawing/2014/main" id="{774E6172-CD77-5E92-1B78-9EC968D5D924}"/>
                  </a:ext>
                </a:extLst>
              </p:cNvPr>
              <p:cNvSpPr/>
              <p:nvPr/>
            </p:nvSpPr>
            <p:spPr>
              <a:xfrm>
                <a:off x="2855590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g3577">
                <a:extLst>
                  <a:ext uri="{FF2B5EF4-FFF2-40B4-BE49-F238E27FC236}">
                    <a16:creationId xmlns:a16="http://schemas.microsoft.com/office/drawing/2014/main" id="{4F02EB0C-75D9-FEBA-8D21-FBC71703B06E}"/>
                  </a:ext>
                </a:extLst>
              </p:cNvPr>
              <p:cNvSpPr/>
              <p:nvPr/>
            </p:nvSpPr>
            <p:spPr>
              <a:xfrm>
                <a:off x="2867227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g3578">
                <a:extLst>
                  <a:ext uri="{FF2B5EF4-FFF2-40B4-BE49-F238E27FC236}">
                    <a16:creationId xmlns:a16="http://schemas.microsoft.com/office/drawing/2014/main" id="{B12D21D2-E5A1-A887-C5B6-75B3AD0B3D04}"/>
                  </a:ext>
                </a:extLst>
              </p:cNvPr>
              <p:cNvSpPr/>
              <p:nvPr/>
            </p:nvSpPr>
            <p:spPr>
              <a:xfrm>
                <a:off x="2878865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g3579">
                <a:extLst>
                  <a:ext uri="{FF2B5EF4-FFF2-40B4-BE49-F238E27FC236}">
                    <a16:creationId xmlns:a16="http://schemas.microsoft.com/office/drawing/2014/main" id="{7ED18889-FA51-197A-4FB4-56E34880002B}"/>
                  </a:ext>
                </a:extLst>
              </p:cNvPr>
              <p:cNvSpPr/>
              <p:nvPr/>
            </p:nvSpPr>
            <p:spPr>
              <a:xfrm>
                <a:off x="2890502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g3580">
                <a:extLst>
                  <a:ext uri="{FF2B5EF4-FFF2-40B4-BE49-F238E27FC236}">
                    <a16:creationId xmlns:a16="http://schemas.microsoft.com/office/drawing/2014/main" id="{CCF7C3D9-6B7A-13D6-EDD5-398B13E5201F}"/>
                  </a:ext>
                </a:extLst>
              </p:cNvPr>
              <p:cNvSpPr/>
              <p:nvPr/>
            </p:nvSpPr>
            <p:spPr>
              <a:xfrm>
                <a:off x="4484816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g3581">
                <a:extLst>
                  <a:ext uri="{FF2B5EF4-FFF2-40B4-BE49-F238E27FC236}">
                    <a16:creationId xmlns:a16="http://schemas.microsoft.com/office/drawing/2014/main" id="{03E2925D-C305-405E-8458-D41AA576FBC5}"/>
                  </a:ext>
                </a:extLst>
              </p:cNvPr>
              <p:cNvSpPr/>
              <p:nvPr/>
            </p:nvSpPr>
            <p:spPr>
              <a:xfrm>
                <a:off x="4496454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85D8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g3582">
                <a:extLst>
                  <a:ext uri="{FF2B5EF4-FFF2-40B4-BE49-F238E27FC236}">
                    <a16:creationId xmlns:a16="http://schemas.microsoft.com/office/drawing/2014/main" id="{051048B1-7F56-543F-B462-AE75C6178A87}"/>
                  </a:ext>
                </a:extLst>
              </p:cNvPr>
              <p:cNvSpPr/>
              <p:nvPr/>
            </p:nvSpPr>
            <p:spPr>
              <a:xfrm>
                <a:off x="4508091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85D8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g3583">
                <a:extLst>
                  <a:ext uri="{FF2B5EF4-FFF2-40B4-BE49-F238E27FC236}">
                    <a16:creationId xmlns:a16="http://schemas.microsoft.com/office/drawing/2014/main" id="{49E9A4BA-B1D9-7C86-33E0-8835A7417A23}"/>
                  </a:ext>
                </a:extLst>
              </p:cNvPr>
              <p:cNvSpPr/>
              <p:nvPr/>
            </p:nvSpPr>
            <p:spPr>
              <a:xfrm>
                <a:off x="4519728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g3584">
                <a:extLst>
                  <a:ext uri="{FF2B5EF4-FFF2-40B4-BE49-F238E27FC236}">
                    <a16:creationId xmlns:a16="http://schemas.microsoft.com/office/drawing/2014/main" id="{99A32B73-1185-E1A6-ED1C-B5D2B7D89520}"/>
                  </a:ext>
                </a:extLst>
              </p:cNvPr>
              <p:cNvSpPr/>
              <p:nvPr/>
            </p:nvSpPr>
            <p:spPr>
              <a:xfrm>
                <a:off x="4531366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g3585">
                <a:extLst>
                  <a:ext uri="{FF2B5EF4-FFF2-40B4-BE49-F238E27FC236}">
                    <a16:creationId xmlns:a16="http://schemas.microsoft.com/office/drawing/2014/main" id="{9B895237-0C49-5013-E5B7-1FB66E37EC6B}"/>
                  </a:ext>
                </a:extLst>
              </p:cNvPr>
              <p:cNvSpPr/>
              <p:nvPr/>
            </p:nvSpPr>
            <p:spPr>
              <a:xfrm>
                <a:off x="4543003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g3586">
                <a:extLst>
                  <a:ext uri="{FF2B5EF4-FFF2-40B4-BE49-F238E27FC236}">
                    <a16:creationId xmlns:a16="http://schemas.microsoft.com/office/drawing/2014/main" id="{34FEDBCD-DC6C-9161-47F1-0039AB2A69A1}"/>
                  </a:ext>
                </a:extLst>
              </p:cNvPr>
              <p:cNvSpPr/>
              <p:nvPr/>
            </p:nvSpPr>
            <p:spPr>
              <a:xfrm>
                <a:off x="4694288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g3587">
                <a:extLst>
                  <a:ext uri="{FF2B5EF4-FFF2-40B4-BE49-F238E27FC236}">
                    <a16:creationId xmlns:a16="http://schemas.microsoft.com/office/drawing/2014/main" id="{7078DA54-1DDA-DB0C-42FA-A6546C227935}"/>
                  </a:ext>
                </a:extLst>
              </p:cNvPr>
              <p:cNvSpPr/>
              <p:nvPr/>
            </p:nvSpPr>
            <p:spPr>
              <a:xfrm>
                <a:off x="4705925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g3588">
                <a:extLst>
                  <a:ext uri="{FF2B5EF4-FFF2-40B4-BE49-F238E27FC236}">
                    <a16:creationId xmlns:a16="http://schemas.microsoft.com/office/drawing/2014/main" id="{8751A11C-7760-7A6D-B052-91C6C62DE097}"/>
                  </a:ext>
                </a:extLst>
              </p:cNvPr>
              <p:cNvSpPr/>
              <p:nvPr/>
            </p:nvSpPr>
            <p:spPr>
              <a:xfrm>
                <a:off x="4717563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g3589">
                <a:extLst>
                  <a:ext uri="{FF2B5EF4-FFF2-40B4-BE49-F238E27FC236}">
                    <a16:creationId xmlns:a16="http://schemas.microsoft.com/office/drawing/2014/main" id="{F6043040-4EB4-86BE-5919-D29126AAD2C4}"/>
                  </a:ext>
                </a:extLst>
              </p:cNvPr>
              <p:cNvSpPr/>
              <p:nvPr/>
            </p:nvSpPr>
            <p:spPr>
              <a:xfrm>
                <a:off x="4729200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g3590">
                <a:extLst>
                  <a:ext uri="{FF2B5EF4-FFF2-40B4-BE49-F238E27FC236}">
                    <a16:creationId xmlns:a16="http://schemas.microsoft.com/office/drawing/2014/main" id="{BE73D903-494D-DDF7-77AF-1DC586259A7F}"/>
                  </a:ext>
                </a:extLst>
              </p:cNvPr>
              <p:cNvSpPr/>
              <p:nvPr/>
            </p:nvSpPr>
            <p:spPr>
              <a:xfrm>
                <a:off x="4740837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g3591">
                <a:extLst>
                  <a:ext uri="{FF2B5EF4-FFF2-40B4-BE49-F238E27FC236}">
                    <a16:creationId xmlns:a16="http://schemas.microsoft.com/office/drawing/2014/main" id="{65FA5224-A301-2A4F-3279-08827158805C}"/>
                  </a:ext>
                </a:extLst>
              </p:cNvPr>
              <p:cNvSpPr/>
              <p:nvPr/>
            </p:nvSpPr>
            <p:spPr>
              <a:xfrm>
                <a:off x="2855590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g3592">
                <a:extLst>
                  <a:ext uri="{FF2B5EF4-FFF2-40B4-BE49-F238E27FC236}">
                    <a16:creationId xmlns:a16="http://schemas.microsoft.com/office/drawing/2014/main" id="{18A0EA01-E721-C0FC-CC6B-19CB51D9E894}"/>
                  </a:ext>
                </a:extLst>
              </p:cNvPr>
              <p:cNvSpPr/>
              <p:nvPr/>
            </p:nvSpPr>
            <p:spPr>
              <a:xfrm>
                <a:off x="2867227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g3593">
                <a:extLst>
                  <a:ext uri="{FF2B5EF4-FFF2-40B4-BE49-F238E27FC236}">
                    <a16:creationId xmlns:a16="http://schemas.microsoft.com/office/drawing/2014/main" id="{8EE906C2-7B19-D5D1-543A-0B5460BDF7F7}"/>
                  </a:ext>
                </a:extLst>
              </p:cNvPr>
              <p:cNvSpPr/>
              <p:nvPr/>
            </p:nvSpPr>
            <p:spPr>
              <a:xfrm>
                <a:off x="2878865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g3594">
                <a:extLst>
                  <a:ext uri="{FF2B5EF4-FFF2-40B4-BE49-F238E27FC236}">
                    <a16:creationId xmlns:a16="http://schemas.microsoft.com/office/drawing/2014/main" id="{1BD5E50A-EA1D-A5BD-9D65-366AE94852D2}"/>
                  </a:ext>
                </a:extLst>
              </p:cNvPr>
              <p:cNvSpPr/>
              <p:nvPr/>
            </p:nvSpPr>
            <p:spPr>
              <a:xfrm>
                <a:off x="2890502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g3595">
                <a:extLst>
                  <a:ext uri="{FF2B5EF4-FFF2-40B4-BE49-F238E27FC236}">
                    <a16:creationId xmlns:a16="http://schemas.microsoft.com/office/drawing/2014/main" id="{F2DB5F7C-7594-1AC7-8108-9292C78B1201}"/>
                  </a:ext>
                </a:extLst>
              </p:cNvPr>
              <p:cNvSpPr/>
              <p:nvPr/>
            </p:nvSpPr>
            <p:spPr>
              <a:xfrm>
                <a:off x="2902139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g3596">
                <a:extLst>
                  <a:ext uri="{FF2B5EF4-FFF2-40B4-BE49-F238E27FC236}">
                    <a16:creationId xmlns:a16="http://schemas.microsoft.com/office/drawing/2014/main" id="{D2222CCC-4F46-977E-9AD5-FE7ACA424645}"/>
                  </a:ext>
                </a:extLst>
              </p:cNvPr>
              <p:cNvSpPr/>
              <p:nvPr/>
            </p:nvSpPr>
            <p:spPr>
              <a:xfrm>
                <a:off x="4484816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85D8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g3597">
                <a:extLst>
                  <a:ext uri="{FF2B5EF4-FFF2-40B4-BE49-F238E27FC236}">
                    <a16:creationId xmlns:a16="http://schemas.microsoft.com/office/drawing/2014/main" id="{937F2B5A-421D-D4EB-4DEA-B8D6F1B70F8C}"/>
                  </a:ext>
                </a:extLst>
              </p:cNvPr>
              <p:cNvSpPr/>
              <p:nvPr/>
            </p:nvSpPr>
            <p:spPr>
              <a:xfrm>
                <a:off x="4496454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g3598">
                <a:extLst>
                  <a:ext uri="{FF2B5EF4-FFF2-40B4-BE49-F238E27FC236}">
                    <a16:creationId xmlns:a16="http://schemas.microsoft.com/office/drawing/2014/main" id="{B4AC37E3-BED4-0E32-E56C-E57274C9867C}"/>
                  </a:ext>
                </a:extLst>
              </p:cNvPr>
              <p:cNvSpPr/>
              <p:nvPr/>
            </p:nvSpPr>
            <p:spPr>
              <a:xfrm>
                <a:off x="4508091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g3599">
                <a:extLst>
                  <a:ext uri="{FF2B5EF4-FFF2-40B4-BE49-F238E27FC236}">
                    <a16:creationId xmlns:a16="http://schemas.microsoft.com/office/drawing/2014/main" id="{CEDC1F95-325F-2ED7-B33A-4DADBDA29777}"/>
                  </a:ext>
                </a:extLst>
              </p:cNvPr>
              <p:cNvSpPr/>
              <p:nvPr/>
            </p:nvSpPr>
            <p:spPr>
              <a:xfrm>
                <a:off x="4519728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g3600">
                <a:extLst>
                  <a:ext uri="{FF2B5EF4-FFF2-40B4-BE49-F238E27FC236}">
                    <a16:creationId xmlns:a16="http://schemas.microsoft.com/office/drawing/2014/main" id="{77A99FB0-9E52-A544-CD9E-E4E952EBAD61}"/>
                  </a:ext>
                </a:extLst>
              </p:cNvPr>
              <p:cNvSpPr/>
              <p:nvPr/>
            </p:nvSpPr>
            <p:spPr>
              <a:xfrm>
                <a:off x="4531366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g3601">
                <a:extLst>
                  <a:ext uri="{FF2B5EF4-FFF2-40B4-BE49-F238E27FC236}">
                    <a16:creationId xmlns:a16="http://schemas.microsoft.com/office/drawing/2014/main" id="{625D4C0E-015B-B133-C30D-328AD2E652B8}"/>
                  </a:ext>
                </a:extLst>
              </p:cNvPr>
              <p:cNvSpPr/>
              <p:nvPr/>
            </p:nvSpPr>
            <p:spPr>
              <a:xfrm>
                <a:off x="4543003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g3602">
                <a:extLst>
                  <a:ext uri="{FF2B5EF4-FFF2-40B4-BE49-F238E27FC236}">
                    <a16:creationId xmlns:a16="http://schemas.microsoft.com/office/drawing/2014/main" id="{F58DC90B-4B31-D99E-20C9-BA45AF9537F4}"/>
                  </a:ext>
                </a:extLst>
              </p:cNvPr>
              <p:cNvSpPr/>
              <p:nvPr/>
            </p:nvSpPr>
            <p:spPr>
              <a:xfrm>
                <a:off x="4694288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g3603">
                <a:extLst>
                  <a:ext uri="{FF2B5EF4-FFF2-40B4-BE49-F238E27FC236}">
                    <a16:creationId xmlns:a16="http://schemas.microsoft.com/office/drawing/2014/main" id="{7785D381-6214-61F0-8C55-C8F0BD96A9E9}"/>
                  </a:ext>
                </a:extLst>
              </p:cNvPr>
              <p:cNvSpPr/>
              <p:nvPr/>
            </p:nvSpPr>
            <p:spPr>
              <a:xfrm>
                <a:off x="4705925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g3604">
                <a:extLst>
                  <a:ext uri="{FF2B5EF4-FFF2-40B4-BE49-F238E27FC236}">
                    <a16:creationId xmlns:a16="http://schemas.microsoft.com/office/drawing/2014/main" id="{E5B34CDD-F0E7-9B00-333D-FFB5B65E9554}"/>
                  </a:ext>
                </a:extLst>
              </p:cNvPr>
              <p:cNvSpPr/>
              <p:nvPr/>
            </p:nvSpPr>
            <p:spPr>
              <a:xfrm>
                <a:off x="4717563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g3605">
                <a:extLst>
                  <a:ext uri="{FF2B5EF4-FFF2-40B4-BE49-F238E27FC236}">
                    <a16:creationId xmlns:a16="http://schemas.microsoft.com/office/drawing/2014/main" id="{C2F8FB6F-5461-BD7D-C664-F00CCB238BC5}"/>
                  </a:ext>
                </a:extLst>
              </p:cNvPr>
              <p:cNvSpPr/>
              <p:nvPr/>
            </p:nvSpPr>
            <p:spPr>
              <a:xfrm>
                <a:off x="4729200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g3606">
                <a:extLst>
                  <a:ext uri="{FF2B5EF4-FFF2-40B4-BE49-F238E27FC236}">
                    <a16:creationId xmlns:a16="http://schemas.microsoft.com/office/drawing/2014/main" id="{2ED9B9EA-DE16-1B66-61D5-242A6717480D}"/>
                  </a:ext>
                </a:extLst>
              </p:cNvPr>
              <p:cNvSpPr/>
              <p:nvPr/>
            </p:nvSpPr>
            <p:spPr>
              <a:xfrm>
                <a:off x="4740837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g3607">
                <a:extLst>
                  <a:ext uri="{FF2B5EF4-FFF2-40B4-BE49-F238E27FC236}">
                    <a16:creationId xmlns:a16="http://schemas.microsoft.com/office/drawing/2014/main" id="{ABADA773-92AA-BDB0-19B5-C4267F57E170}"/>
                  </a:ext>
                </a:extLst>
              </p:cNvPr>
              <p:cNvSpPr/>
              <p:nvPr/>
            </p:nvSpPr>
            <p:spPr>
              <a:xfrm>
                <a:off x="2855590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67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g3608">
                <a:extLst>
                  <a:ext uri="{FF2B5EF4-FFF2-40B4-BE49-F238E27FC236}">
                    <a16:creationId xmlns:a16="http://schemas.microsoft.com/office/drawing/2014/main" id="{8A31F027-9E28-0A96-28B6-850FC55DF251}"/>
                  </a:ext>
                </a:extLst>
              </p:cNvPr>
              <p:cNvSpPr/>
              <p:nvPr/>
            </p:nvSpPr>
            <p:spPr>
              <a:xfrm>
                <a:off x="2867227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67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g3609">
                <a:extLst>
                  <a:ext uri="{FF2B5EF4-FFF2-40B4-BE49-F238E27FC236}">
                    <a16:creationId xmlns:a16="http://schemas.microsoft.com/office/drawing/2014/main" id="{0A95FE6C-E4D1-5E2C-B0B9-9D61A6834E9F}"/>
                  </a:ext>
                </a:extLst>
              </p:cNvPr>
              <p:cNvSpPr/>
              <p:nvPr/>
            </p:nvSpPr>
            <p:spPr>
              <a:xfrm>
                <a:off x="2878865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g3610">
                <a:extLst>
                  <a:ext uri="{FF2B5EF4-FFF2-40B4-BE49-F238E27FC236}">
                    <a16:creationId xmlns:a16="http://schemas.microsoft.com/office/drawing/2014/main" id="{FB04823C-25D0-0EE1-84CD-BA18BE30E947}"/>
                  </a:ext>
                </a:extLst>
              </p:cNvPr>
              <p:cNvSpPr/>
              <p:nvPr/>
            </p:nvSpPr>
            <p:spPr>
              <a:xfrm>
                <a:off x="2890502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g3611">
                <a:extLst>
                  <a:ext uri="{FF2B5EF4-FFF2-40B4-BE49-F238E27FC236}">
                    <a16:creationId xmlns:a16="http://schemas.microsoft.com/office/drawing/2014/main" id="{B87F62A4-1FB4-96C9-DEAB-3ABA0B00F415}"/>
                  </a:ext>
                </a:extLst>
              </p:cNvPr>
              <p:cNvSpPr/>
              <p:nvPr/>
            </p:nvSpPr>
            <p:spPr>
              <a:xfrm>
                <a:off x="2902139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g3612">
                <a:extLst>
                  <a:ext uri="{FF2B5EF4-FFF2-40B4-BE49-F238E27FC236}">
                    <a16:creationId xmlns:a16="http://schemas.microsoft.com/office/drawing/2014/main" id="{49762AE4-BEB0-2342-2E8B-992FA64F7DF9}"/>
                  </a:ext>
                </a:extLst>
              </p:cNvPr>
              <p:cNvSpPr/>
              <p:nvPr/>
            </p:nvSpPr>
            <p:spPr>
              <a:xfrm>
                <a:off x="4496454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g3613">
                <a:extLst>
                  <a:ext uri="{FF2B5EF4-FFF2-40B4-BE49-F238E27FC236}">
                    <a16:creationId xmlns:a16="http://schemas.microsoft.com/office/drawing/2014/main" id="{CEC56F67-CF9F-A64C-DBCC-52CC3F042F82}"/>
                  </a:ext>
                </a:extLst>
              </p:cNvPr>
              <p:cNvSpPr/>
              <p:nvPr/>
            </p:nvSpPr>
            <p:spPr>
              <a:xfrm>
                <a:off x="4508091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g3614">
                <a:extLst>
                  <a:ext uri="{FF2B5EF4-FFF2-40B4-BE49-F238E27FC236}">
                    <a16:creationId xmlns:a16="http://schemas.microsoft.com/office/drawing/2014/main" id="{2FC34EFC-AB46-F9CA-3F5A-6FBFD399C237}"/>
                  </a:ext>
                </a:extLst>
              </p:cNvPr>
              <p:cNvSpPr/>
              <p:nvPr/>
            </p:nvSpPr>
            <p:spPr>
              <a:xfrm>
                <a:off x="4519728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g3615">
                <a:extLst>
                  <a:ext uri="{FF2B5EF4-FFF2-40B4-BE49-F238E27FC236}">
                    <a16:creationId xmlns:a16="http://schemas.microsoft.com/office/drawing/2014/main" id="{260A0840-21D5-BF46-3506-24E02E15A2F1}"/>
                  </a:ext>
                </a:extLst>
              </p:cNvPr>
              <p:cNvSpPr/>
              <p:nvPr/>
            </p:nvSpPr>
            <p:spPr>
              <a:xfrm>
                <a:off x="4531366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g3616">
                <a:extLst>
                  <a:ext uri="{FF2B5EF4-FFF2-40B4-BE49-F238E27FC236}">
                    <a16:creationId xmlns:a16="http://schemas.microsoft.com/office/drawing/2014/main" id="{3FF5D1B7-D884-B7E0-CA1B-33B1458B47F0}"/>
                  </a:ext>
                </a:extLst>
              </p:cNvPr>
              <p:cNvSpPr/>
              <p:nvPr/>
            </p:nvSpPr>
            <p:spPr>
              <a:xfrm>
                <a:off x="4543003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g3617">
                <a:extLst>
                  <a:ext uri="{FF2B5EF4-FFF2-40B4-BE49-F238E27FC236}">
                    <a16:creationId xmlns:a16="http://schemas.microsoft.com/office/drawing/2014/main" id="{A03C57A2-3D78-ABC6-D46F-42E33DC5E9CF}"/>
                  </a:ext>
                </a:extLst>
              </p:cNvPr>
              <p:cNvSpPr/>
              <p:nvPr/>
            </p:nvSpPr>
            <p:spPr>
              <a:xfrm>
                <a:off x="4694288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g3618">
                <a:extLst>
                  <a:ext uri="{FF2B5EF4-FFF2-40B4-BE49-F238E27FC236}">
                    <a16:creationId xmlns:a16="http://schemas.microsoft.com/office/drawing/2014/main" id="{AC872E9E-B05D-31AC-9E50-3F483E4B2706}"/>
                  </a:ext>
                </a:extLst>
              </p:cNvPr>
              <p:cNvSpPr/>
              <p:nvPr/>
            </p:nvSpPr>
            <p:spPr>
              <a:xfrm>
                <a:off x="4705925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9BC">
                  <a:alpha val="100000"/>
                </a:srgbClr>
              </a:solidFill>
              <a:ln w="5420" cap="flat">
                <a:solidFill>
                  <a:srgbClr val="89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g3619">
                <a:extLst>
                  <a:ext uri="{FF2B5EF4-FFF2-40B4-BE49-F238E27FC236}">
                    <a16:creationId xmlns:a16="http://schemas.microsoft.com/office/drawing/2014/main" id="{816EA41D-8938-4917-1916-512CFF3AA723}"/>
                  </a:ext>
                </a:extLst>
              </p:cNvPr>
              <p:cNvSpPr/>
              <p:nvPr/>
            </p:nvSpPr>
            <p:spPr>
              <a:xfrm>
                <a:off x="4717563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g3620">
                <a:extLst>
                  <a:ext uri="{FF2B5EF4-FFF2-40B4-BE49-F238E27FC236}">
                    <a16:creationId xmlns:a16="http://schemas.microsoft.com/office/drawing/2014/main" id="{7FB6FE28-2710-D9FE-7416-790F371659C8}"/>
                  </a:ext>
                </a:extLst>
              </p:cNvPr>
              <p:cNvSpPr/>
              <p:nvPr/>
            </p:nvSpPr>
            <p:spPr>
              <a:xfrm>
                <a:off x="4729200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g3621">
                <a:extLst>
                  <a:ext uri="{FF2B5EF4-FFF2-40B4-BE49-F238E27FC236}">
                    <a16:creationId xmlns:a16="http://schemas.microsoft.com/office/drawing/2014/main" id="{7AA493A6-DCAB-317A-AB39-08F1B80C3935}"/>
                  </a:ext>
                </a:extLst>
              </p:cNvPr>
              <p:cNvSpPr/>
              <p:nvPr/>
            </p:nvSpPr>
            <p:spPr>
              <a:xfrm>
                <a:off x="2867227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g3622">
                <a:extLst>
                  <a:ext uri="{FF2B5EF4-FFF2-40B4-BE49-F238E27FC236}">
                    <a16:creationId xmlns:a16="http://schemas.microsoft.com/office/drawing/2014/main" id="{11B2C835-F8B5-CFE5-7924-82C431DBAAB9}"/>
                  </a:ext>
                </a:extLst>
              </p:cNvPr>
              <p:cNvSpPr/>
              <p:nvPr/>
            </p:nvSpPr>
            <p:spPr>
              <a:xfrm>
                <a:off x="2878865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g3623">
                <a:extLst>
                  <a:ext uri="{FF2B5EF4-FFF2-40B4-BE49-F238E27FC236}">
                    <a16:creationId xmlns:a16="http://schemas.microsoft.com/office/drawing/2014/main" id="{CD3A5861-AF1A-23BD-2DA7-3217303E2D9D}"/>
                  </a:ext>
                </a:extLst>
              </p:cNvPr>
              <p:cNvSpPr/>
              <p:nvPr/>
            </p:nvSpPr>
            <p:spPr>
              <a:xfrm>
                <a:off x="2890502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g3624">
                <a:extLst>
                  <a:ext uri="{FF2B5EF4-FFF2-40B4-BE49-F238E27FC236}">
                    <a16:creationId xmlns:a16="http://schemas.microsoft.com/office/drawing/2014/main" id="{0D19E957-663E-FDB8-ED19-B0F9F071ED6C}"/>
                  </a:ext>
                </a:extLst>
              </p:cNvPr>
              <p:cNvSpPr/>
              <p:nvPr/>
            </p:nvSpPr>
            <p:spPr>
              <a:xfrm>
                <a:off x="2902139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g3625">
                <a:extLst>
                  <a:ext uri="{FF2B5EF4-FFF2-40B4-BE49-F238E27FC236}">
                    <a16:creationId xmlns:a16="http://schemas.microsoft.com/office/drawing/2014/main" id="{D6575E09-1082-08A0-64E6-5AB4BF8910C4}"/>
                  </a:ext>
                </a:extLst>
              </p:cNvPr>
              <p:cNvSpPr/>
              <p:nvPr/>
            </p:nvSpPr>
            <p:spPr>
              <a:xfrm>
                <a:off x="2913777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g3626">
                <a:extLst>
                  <a:ext uri="{FF2B5EF4-FFF2-40B4-BE49-F238E27FC236}">
                    <a16:creationId xmlns:a16="http://schemas.microsoft.com/office/drawing/2014/main" id="{C0538F4A-9E06-AB39-03FA-6660B36423C1}"/>
                  </a:ext>
                </a:extLst>
              </p:cNvPr>
              <p:cNvSpPr/>
              <p:nvPr/>
            </p:nvSpPr>
            <p:spPr>
              <a:xfrm>
                <a:off x="4508091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g3627">
                <a:extLst>
                  <a:ext uri="{FF2B5EF4-FFF2-40B4-BE49-F238E27FC236}">
                    <a16:creationId xmlns:a16="http://schemas.microsoft.com/office/drawing/2014/main" id="{718BC933-1099-680C-4496-38188F3BE2A4}"/>
                  </a:ext>
                </a:extLst>
              </p:cNvPr>
              <p:cNvSpPr/>
              <p:nvPr/>
            </p:nvSpPr>
            <p:spPr>
              <a:xfrm>
                <a:off x="4519728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g3628">
                <a:extLst>
                  <a:ext uri="{FF2B5EF4-FFF2-40B4-BE49-F238E27FC236}">
                    <a16:creationId xmlns:a16="http://schemas.microsoft.com/office/drawing/2014/main" id="{EC83A5E4-5251-1843-2893-81154EE2C8E0}"/>
                  </a:ext>
                </a:extLst>
              </p:cNvPr>
              <p:cNvSpPr/>
              <p:nvPr/>
            </p:nvSpPr>
            <p:spPr>
              <a:xfrm>
                <a:off x="4531366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g3629">
                <a:extLst>
                  <a:ext uri="{FF2B5EF4-FFF2-40B4-BE49-F238E27FC236}">
                    <a16:creationId xmlns:a16="http://schemas.microsoft.com/office/drawing/2014/main" id="{39F08BF5-9837-BC2E-E114-641B565483E1}"/>
                  </a:ext>
                </a:extLst>
              </p:cNvPr>
              <p:cNvSpPr/>
              <p:nvPr/>
            </p:nvSpPr>
            <p:spPr>
              <a:xfrm>
                <a:off x="4543003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g3630">
                <a:extLst>
                  <a:ext uri="{FF2B5EF4-FFF2-40B4-BE49-F238E27FC236}">
                    <a16:creationId xmlns:a16="http://schemas.microsoft.com/office/drawing/2014/main" id="{6C71BB14-7543-112F-7458-80D9492A59C6}"/>
                  </a:ext>
                </a:extLst>
              </p:cNvPr>
              <p:cNvSpPr/>
              <p:nvPr/>
            </p:nvSpPr>
            <p:spPr>
              <a:xfrm>
                <a:off x="4554640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g3631">
                <a:extLst>
                  <a:ext uri="{FF2B5EF4-FFF2-40B4-BE49-F238E27FC236}">
                    <a16:creationId xmlns:a16="http://schemas.microsoft.com/office/drawing/2014/main" id="{ADA4FFA8-7B14-915E-AC4B-ECAD4BB82C64}"/>
                  </a:ext>
                </a:extLst>
              </p:cNvPr>
              <p:cNvSpPr/>
              <p:nvPr/>
            </p:nvSpPr>
            <p:spPr>
              <a:xfrm>
                <a:off x="4694288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g3632">
                <a:extLst>
                  <a:ext uri="{FF2B5EF4-FFF2-40B4-BE49-F238E27FC236}">
                    <a16:creationId xmlns:a16="http://schemas.microsoft.com/office/drawing/2014/main" id="{2DB3692F-77C9-C3F8-346A-DF3151F6AF04}"/>
                  </a:ext>
                </a:extLst>
              </p:cNvPr>
              <p:cNvSpPr/>
              <p:nvPr/>
            </p:nvSpPr>
            <p:spPr>
              <a:xfrm>
                <a:off x="4705925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g3633">
                <a:extLst>
                  <a:ext uri="{FF2B5EF4-FFF2-40B4-BE49-F238E27FC236}">
                    <a16:creationId xmlns:a16="http://schemas.microsoft.com/office/drawing/2014/main" id="{AD30C60D-575E-95C1-8B30-75281A9AEC14}"/>
                  </a:ext>
                </a:extLst>
              </p:cNvPr>
              <p:cNvSpPr/>
              <p:nvPr/>
            </p:nvSpPr>
            <p:spPr>
              <a:xfrm>
                <a:off x="4717563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g3634">
                <a:extLst>
                  <a:ext uri="{FF2B5EF4-FFF2-40B4-BE49-F238E27FC236}">
                    <a16:creationId xmlns:a16="http://schemas.microsoft.com/office/drawing/2014/main" id="{CFA20CAC-9044-24C0-488E-4D2CD8059677}"/>
                  </a:ext>
                </a:extLst>
              </p:cNvPr>
              <p:cNvSpPr/>
              <p:nvPr/>
            </p:nvSpPr>
            <p:spPr>
              <a:xfrm>
                <a:off x="4729200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g3635">
                <a:extLst>
                  <a:ext uri="{FF2B5EF4-FFF2-40B4-BE49-F238E27FC236}">
                    <a16:creationId xmlns:a16="http://schemas.microsoft.com/office/drawing/2014/main" id="{720450BC-1F02-C0B6-FC77-4BEE74DECC25}"/>
                  </a:ext>
                </a:extLst>
              </p:cNvPr>
              <p:cNvSpPr/>
              <p:nvPr/>
            </p:nvSpPr>
            <p:spPr>
              <a:xfrm>
                <a:off x="2867227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g3636">
                <a:extLst>
                  <a:ext uri="{FF2B5EF4-FFF2-40B4-BE49-F238E27FC236}">
                    <a16:creationId xmlns:a16="http://schemas.microsoft.com/office/drawing/2014/main" id="{F2C60489-5E41-C401-C75E-EA7708B42801}"/>
                  </a:ext>
                </a:extLst>
              </p:cNvPr>
              <p:cNvSpPr/>
              <p:nvPr/>
            </p:nvSpPr>
            <p:spPr>
              <a:xfrm>
                <a:off x="2878865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1">
                  <a:alpha val="100000"/>
                </a:srgbClr>
              </a:solidFill>
              <a:ln w="5420" cap="flat">
                <a:solidFill>
                  <a:srgbClr val="6C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g3637">
                <a:extLst>
                  <a:ext uri="{FF2B5EF4-FFF2-40B4-BE49-F238E27FC236}">
                    <a16:creationId xmlns:a16="http://schemas.microsoft.com/office/drawing/2014/main" id="{A3BB275D-5D89-8B51-4141-9A00CB4C8A77}"/>
                  </a:ext>
                </a:extLst>
              </p:cNvPr>
              <p:cNvSpPr/>
              <p:nvPr/>
            </p:nvSpPr>
            <p:spPr>
              <a:xfrm>
                <a:off x="2890502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g3638">
                <a:extLst>
                  <a:ext uri="{FF2B5EF4-FFF2-40B4-BE49-F238E27FC236}">
                    <a16:creationId xmlns:a16="http://schemas.microsoft.com/office/drawing/2014/main" id="{B6F403F2-51A3-6CA9-75B8-23BB6D7EAC1B}"/>
                  </a:ext>
                </a:extLst>
              </p:cNvPr>
              <p:cNvSpPr/>
              <p:nvPr/>
            </p:nvSpPr>
            <p:spPr>
              <a:xfrm>
                <a:off x="2902139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2B1">
                  <a:alpha val="100000"/>
                </a:srgbClr>
              </a:solidFill>
              <a:ln w="5420" cap="flat">
                <a:solidFill>
                  <a:srgbClr val="6D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g3639">
                <a:extLst>
                  <a:ext uri="{FF2B5EF4-FFF2-40B4-BE49-F238E27FC236}">
                    <a16:creationId xmlns:a16="http://schemas.microsoft.com/office/drawing/2014/main" id="{4CF9F807-621A-8C1A-A461-8A85B06603E3}"/>
                  </a:ext>
                </a:extLst>
              </p:cNvPr>
              <p:cNvSpPr/>
              <p:nvPr/>
            </p:nvSpPr>
            <p:spPr>
              <a:xfrm>
                <a:off x="2913777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g3640">
                <a:extLst>
                  <a:ext uri="{FF2B5EF4-FFF2-40B4-BE49-F238E27FC236}">
                    <a16:creationId xmlns:a16="http://schemas.microsoft.com/office/drawing/2014/main" id="{B4E8954C-3892-6300-B8AB-5E127FDCB5ED}"/>
                  </a:ext>
                </a:extLst>
              </p:cNvPr>
              <p:cNvSpPr/>
              <p:nvPr/>
            </p:nvSpPr>
            <p:spPr>
              <a:xfrm>
                <a:off x="2925414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g3641">
                <a:extLst>
                  <a:ext uri="{FF2B5EF4-FFF2-40B4-BE49-F238E27FC236}">
                    <a16:creationId xmlns:a16="http://schemas.microsoft.com/office/drawing/2014/main" id="{F8742DE9-D93B-7BAB-9E79-C45BE67506AF}"/>
                  </a:ext>
                </a:extLst>
              </p:cNvPr>
              <p:cNvSpPr/>
              <p:nvPr/>
            </p:nvSpPr>
            <p:spPr>
              <a:xfrm>
                <a:off x="4508091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g3642">
                <a:extLst>
                  <a:ext uri="{FF2B5EF4-FFF2-40B4-BE49-F238E27FC236}">
                    <a16:creationId xmlns:a16="http://schemas.microsoft.com/office/drawing/2014/main" id="{EFBD4D50-AD86-4924-C46A-0938C0257D9E}"/>
                  </a:ext>
                </a:extLst>
              </p:cNvPr>
              <p:cNvSpPr/>
              <p:nvPr/>
            </p:nvSpPr>
            <p:spPr>
              <a:xfrm>
                <a:off x="4519728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g3643">
                <a:extLst>
                  <a:ext uri="{FF2B5EF4-FFF2-40B4-BE49-F238E27FC236}">
                    <a16:creationId xmlns:a16="http://schemas.microsoft.com/office/drawing/2014/main" id="{F59962E3-AEB3-288C-6240-0E99F255D61D}"/>
                  </a:ext>
                </a:extLst>
              </p:cNvPr>
              <p:cNvSpPr/>
              <p:nvPr/>
            </p:nvSpPr>
            <p:spPr>
              <a:xfrm>
                <a:off x="4531366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g3644">
                <a:extLst>
                  <a:ext uri="{FF2B5EF4-FFF2-40B4-BE49-F238E27FC236}">
                    <a16:creationId xmlns:a16="http://schemas.microsoft.com/office/drawing/2014/main" id="{D8E17A7F-B699-8B27-D8A9-7EC953EB79E5}"/>
                  </a:ext>
                </a:extLst>
              </p:cNvPr>
              <p:cNvSpPr/>
              <p:nvPr/>
            </p:nvSpPr>
            <p:spPr>
              <a:xfrm>
                <a:off x="4543003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g3645">
                <a:extLst>
                  <a:ext uri="{FF2B5EF4-FFF2-40B4-BE49-F238E27FC236}">
                    <a16:creationId xmlns:a16="http://schemas.microsoft.com/office/drawing/2014/main" id="{5E1D7FB7-207A-2D9D-C969-33EA068C6364}"/>
                  </a:ext>
                </a:extLst>
              </p:cNvPr>
              <p:cNvSpPr/>
              <p:nvPr/>
            </p:nvSpPr>
            <p:spPr>
              <a:xfrm>
                <a:off x="4554640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g3646">
                <a:extLst>
                  <a:ext uri="{FF2B5EF4-FFF2-40B4-BE49-F238E27FC236}">
                    <a16:creationId xmlns:a16="http://schemas.microsoft.com/office/drawing/2014/main" id="{0B283568-5841-53D1-0AF3-3EC1E23196A4}"/>
                  </a:ext>
                </a:extLst>
              </p:cNvPr>
              <p:cNvSpPr/>
              <p:nvPr/>
            </p:nvSpPr>
            <p:spPr>
              <a:xfrm>
                <a:off x="4694288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g3647">
                <a:extLst>
                  <a:ext uri="{FF2B5EF4-FFF2-40B4-BE49-F238E27FC236}">
                    <a16:creationId xmlns:a16="http://schemas.microsoft.com/office/drawing/2014/main" id="{FCC5B8A2-D11E-FE6C-189B-2ACA1419D351}"/>
                  </a:ext>
                </a:extLst>
              </p:cNvPr>
              <p:cNvSpPr/>
              <p:nvPr/>
            </p:nvSpPr>
            <p:spPr>
              <a:xfrm>
                <a:off x="4705925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g3648">
                <a:extLst>
                  <a:ext uri="{FF2B5EF4-FFF2-40B4-BE49-F238E27FC236}">
                    <a16:creationId xmlns:a16="http://schemas.microsoft.com/office/drawing/2014/main" id="{4B808A2E-B837-72E0-5344-89004003F2C2}"/>
                  </a:ext>
                </a:extLst>
              </p:cNvPr>
              <p:cNvSpPr/>
              <p:nvPr/>
            </p:nvSpPr>
            <p:spPr>
              <a:xfrm>
                <a:off x="4717563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g3649">
                <a:extLst>
                  <a:ext uri="{FF2B5EF4-FFF2-40B4-BE49-F238E27FC236}">
                    <a16:creationId xmlns:a16="http://schemas.microsoft.com/office/drawing/2014/main" id="{D6C0E77B-47A0-BDDF-5369-60FD55042436}"/>
                  </a:ext>
                </a:extLst>
              </p:cNvPr>
              <p:cNvSpPr/>
              <p:nvPr/>
            </p:nvSpPr>
            <p:spPr>
              <a:xfrm>
                <a:off x="4729200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g3650">
                <a:extLst>
                  <a:ext uri="{FF2B5EF4-FFF2-40B4-BE49-F238E27FC236}">
                    <a16:creationId xmlns:a16="http://schemas.microsoft.com/office/drawing/2014/main" id="{2EC24DC7-AC3A-5EDB-3428-546FE9D74498}"/>
                  </a:ext>
                </a:extLst>
              </p:cNvPr>
              <p:cNvSpPr/>
              <p:nvPr/>
            </p:nvSpPr>
            <p:spPr>
              <a:xfrm>
                <a:off x="287886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g3651">
                <a:extLst>
                  <a:ext uri="{FF2B5EF4-FFF2-40B4-BE49-F238E27FC236}">
                    <a16:creationId xmlns:a16="http://schemas.microsoft.com/office/drawing/2014/main" id="{AD7C0927-475C-33EC-D7D2-441487585B79}"/>
                  </a:ext>
                </a:extLst>
              </p:cNvPr>
              <p:cNvSpPr/>
              <p:nvPr/>
            </p:nvSpPr>
            <p:spPr>
              <a:xfrm>
                <a:off x="2890502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g3652">
                <a:extLst>
                  <a:ext uri="{FF2B5EF4-FFF2-40B4-BE49-F238E27FC236}">
                    <a16:creationId xmlns:a16="http://schemas.microsoft.com/office/drawing/2014/main" id="{55C7E720-E5DA-4D15-AC5F-9032FF733506}"/>
                  </a:ext>
                </a:extLst>
              </p:cNvPr>
              <p:cNvSpPr/>
              <p:nvPr/>
            </p:nvSpPr>
            <p:spPr>
              <a:xfrm>
                <a:off x="2902139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g3653">
                <a:extLst>
                  <a:ext uri="{FF2B5EF4-FFF2-40B4-BE49-F238E27FC236}">
                    <a16:creationId xmlns:a16="http://schemas.microsoft.com/office/drawing/2014/main" id="{5137023D-798A-4C97-E77F-67DCBD3B470F}"/>
                  </a:ext>
                </a:extLst>
              </p:cNvPr>
              <p:cNvSpPr/>
              <p:nvPr/>
            </p:nvSpPr>
            <p:spPr>
              <a:xfrm>
                <a:off x="2913777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g3654">
                <a:extLst>
                  <a:ext uri="{FF2B5EF4-FFF2-40B4-BE49-F238E27FC236}">
                    <a16:creationId xmlns:a16="http://schemas.microsoft.com/office/drawing/2014/main" id="{14EDDBCA-1B98-CB1A-4C33-F1C24B429612}"/>
                  </a:ext>
                </a:extLst>
              </p:cNvPr>
              <p:cNvSpPr/>
              <p:nvPr/>
            </p:nvSpPr>
            <p:spPr>
              <a:xfrm>
                <a:off x="2925414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g3655">
                <a:extLst>
                  <a:ext uri="{FF2B5EF4-FFF2-40B4-BE49-F238E27FC236}">
                    <a16:creationId xmlns:a16="http://schemas.microsoft.com/office/drawing/2014/main" id="{D9106846-CE29-2F00-DE0C-5C4B0477129B}"/>
                  </a:ext>
                </a:extLst>
              </p:cNvPr>
              <p:cNvSpPr/>
              <p:nvPr/>
            </p:nvSpPr>
            <p:spPr>
              <a:xfrm>
                <a:off x="4508091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g3656">
                <a:extLst>
                  <a:ext uri="{FF2B5EF4-FFF2-40B4-BE49-F238E27FC236}">
                    <a16:creationId xmlns:a16="http://schemas.microsoft.com/office/drawing/2014/main" id="{7846F342-D381-A9C8-0ECD-1A3D565288C8}"/>
                  </a:ext>
                </a:extLst>
              </p:cNvPr>
              <p:cNvSpPr/>
              <p:nvPr/>
            </p:nvSpPr>
            <p:spPr>
              <a:xfrm>
                <a:off x="451972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g3657">
                <a:extLst>
                  <a:ext uri="{FF2B5EF4-FFF2-40B4-BE49-F238E27FC236}">
                    <a16:creationId xmlns:a16="http://schemas.microsoft.com/office/drawing/2014/main" id="{AC5F9EAA-508D-B3FE-11F8-2A3FA8158897}"/>
                  </a:ext>
                </a:extLst>
              </p:cNvPr>
              <p:cNvSpPr/>
              <p:nvPr/>
            </p:nvSpPr>
            <p:spPr>
              <a:xfrm>
                <a:off x="4531366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g3658">
                <a:extLst>
                  <a:ext uri="{FF2B5EF4-FFF2-40B4-BE49-F238E27FC236}">
                    <a16:creationId xmlns:a16="http://schemas.microsoft.com/office/drawing/2014/main" id="{41254C5F-2FFE-C4AE-E86B-5464FA9E85C2}"/>
                  </a:ext>
                </a:extLst>
              </p:cNvPr>
              <p:cNvSpPr/>
              <p:nvPr/>
            </p:nvSpPr>
            <p:spPr>
              <a:xfrm>
                <a:off x="4543003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g3659">
                <a:extLst>
                  <a:ext uri="{FF2B5EF4-FFF2-40B4-BE49-F238E27FC236}">
                    <a16:creationId xmlns:a16="http://schemas.microsoft.com/office/drawing/2014/main" id="{1A0714E4-D8C0-226F-D495-510254531AA8}"/>
                  </a:ext>
                </a:extLst>
              </p:cNvPr>
              <p:cNvSpPr/>
              <p:nvPr/>
            </p:nvSpPr>
            <p:spPr>
              <a:xfrm>
                <a:off x="4554640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g3660">
                <a:extLst>
                  <a:ext uri="{FF2B5EF4-FFF2-40B4-BE49-F238E27FC236}">
                    <a16:creationId xmlns:a16="http://schemas.microsoft.com/office/drawing/2014/main" id="{04073605-705C-87B2-16B3-4E31562F7F29}"/>
                  </a:ext>
                </a:extLst>
              </p:cNvPr>
              <p:cNvSpPr/>
              <p:nvPr/>
            </p:nvSpPr>
            <p:spPr>
              <a:xfrm>
                <a:off x="456627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g3661">
                <a:extLst>
                  <a:ext uri="{FF2B5EF4-FFF2-40B4-BE49-F238E27FC236}">
                    <a16:creationId xmlns:a16="http://schemas.microsoft.com/office/drawing/2014/main" id="{A255B68D-5511-6685-0902-575407CF294C}"/>
                  </a:ext>
                </a:extLst>
              </p:cNvPr>
              <p:cNvSpPr/>
              <p:nvPr/>
            </p:nvSpPr>
            <p:spPr>
              <a:xfrm>
                <a:off x="457791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g3662">
                <a:extLst>
                  <a:ext uri="{FF2B5EF4-FFF2-40B4-BE49-F238E27FC236}">
                    <a16:creationId xmlns:a16="http://schemas.microsoft.com/office/drawing/2014/main" id="{0E4BA1EA-404D-4605-F77A-6F1EBC80E86D}"/>
                  </a:ext>
                </a:extLst>
              </p:cNvPr>
              <p:cNvSpPr/>
              <p:nvPr/>
            </p:nvSpPr>
            <p:spPr>
              <a:xfrm>
                <a:off x="4589552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C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g3663">
                <a:extLst>
                  <a:ext uri="{FF2B5EF4-FFF2-40B4-BE49-F238E27FC236}">
                    <a16:creationId xmlns:a16="http://schemas.microsoft.com/office/drawing/2014/main" id="{4F78BF56-4D47-A5FD-730A-3AC62B170192}"/>
                  </a:ext>
                </a:extLst>
              </p:cNvPr>
              <p:cNvSpPr/>
              <p:nvPr/>
            </p:nvSpPr>
            <p:spPr>
              <a:xfrm>
                <a:off x="469428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g3664">
                <a:extLst>
                  <a:ext uri="{FF2B5EF4-FFF2-40B4-BE49-F238E27FC236}">
                    <a16:creationId xmlns:a16="http://schemas.microsoft.com/office/drawing/2014/main" id="{AC6B3178-216C-B019-0067-205015E6218D}"/>
                  </a:ext>
                </a:extLst>
              </p:cNvPr>
              <p:cNvSpPr/>
              <p:nvPr/>
            </p:nvSpPr>
            <p:spPr>
              <a:xfrm>
                <a:off x="470592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g3665">
                <a:extLst>
                  <a:ext uri="{FF2B5EF4-FFF2-40B4-BE49-F238E27FC236}">
                    <a16:creationId xmlns:a16="http://schemas.microsoft.com/office/drawing/2014/main" id="{60B6E38F-E7D9-D489-CEE6-E6E0F5BBE0CD}"/>
                  </a:ext>
                </a:extLst>
              </p:cNvPr>
              <p:cNvSpPr/>
              <p:nvPr/>
            </p:nvSpPr>
            <p:spPr>
              <a:xfrm>
                <a:off x="4717563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g3666">
                <a:extLst>
                  <a:ext uri="{FF2B5EF4-FFF2-40B4-BE49-F238E27FC236}">
                    <a16:creationId xmlns:a16="http://schemas.microsoft.com/office/drawing/2014/main" id="{77D1DD07-53D5-EC29-BBC4-8AFBB2EB2E77}"/>
                  </a:ext>
                </a:extLst>
              </p:cNvPr>
              <p:cNvSpPr/>
              <p:nvPr/>
            </p:nvSpPr>
            <p:spPr>
              <a:xfrm>
                <a:off x="4729200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g3667">
                <a:extLst>
                  <a:ext uri="{FF2B5EF4-FFF2-40B4-BE49-F238E27FC236}">
                    <a16:creationId xmlns:a16="http://schemas.microsoft.com/office/drawing/2014/main" id="{679E68BA-97C3-648C-3212-B7A63BD40C2A}"/>
                  </a:ext>
                </a:extLst>
              </p:cNvPr>
              <p:cNvSpPr/>
              <p:nvPr/>
            </p:nvSpPr>
            <p:spPr>
              <a:xfrm>
                <a:off x="2890502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g3668">
                <a:extLst>
                  <a:ext uri="{FF2B5EF4-FFF2-40B4-BE49-F238E27FC236}">
                    <a16:creationId xmlns:a16="http://schemas.microsoft.com/office/drawing/2014/main" id="{045C45F4-69A6-A879-AE53-5DC209B9E638}"/>
                  </a:ext>
                </a:extLst>
              </p:cNvPr>
              <p:cNvSpPr/>
              <p:nvPr/>
            </p:nvSpPr>
            <p:spPr>
              <a:xfrm>
                <a:off x="2902139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g3669">
                <a:extLst>
                  <a:ext uri="{FF2B5EF4-FFF2-40B4-BE49-F238E27FC236}">
                    <a16:creationId xmlns:a16="http://schemas.microsoft.com/office/drawing/2014/main" id="{99B88FC4-DD3B-78DA-B6BF-4DA83ABE44A4}"/>
                  </a:ext>
                </a:extLst>
              </p:cNvPr>
              <p:cNvSpPr/>
              <p:nvPr/>
            </p:nvSpPr>
            <p:spPr>
              <a:xfrm>
                <a:off x="2913777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g3670">
                <a:extLst>
                  <a:ext uri="{FF2B5EF4-FFF2-40B4-BE49-F238E27FC236}">
                    <a16:creationId xmlns:a16="http://schemas.microsoft.com/office/drawing/2014/main" id="{71B25DB2-07EC-F670-F055-A5FE412BE91B}"/>
                  </a:ext>
                </a:extLst>
              </p:cNvPr>
              <p:cNvSpPr/>
              <p:nvPr/>
            </p:nvSpPr>
            <p:spPr>
              <a:xfrm>
                <a:off x="2925414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g3671">
                <a:extLst>
                  <a:ext uri="{FF2B5EF4-FFF2-40B4-BE49-F238E27FC236}">
                    <a16:creationId xmlns:a16="http://schemas.microsoft.com/office/drawing/2014/main" id="{0CAB51E4-7C52-8452-1A39-2ABAB1F56588}"/>
                  </a:ext>
                </a:extLst>
              </p:cNvPr>
              <p:cNvSpPr/>
              <p:nvPr/>
            </p:nvSpPr>
            <p:spPr>
              <a:xfrm>
                <a:off x="451972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g3672">
                <a:extLst>
                  <a:ext uri="{FF2B5EF4-FFF2-40B4-BE49-F238E27FC236}">
                    <a16:creationId xmlns:a16="http://schemas.microsoft.com/office/drawing/2014/main" id="{7B1CBA9C-204F-2621-0A0C-8DAAEDDF7EA5}"/>
                  </a:ext>
                </a:extLst>
              </p:cNvPr>
              <p:cNvSpPr/>
              <p:nvPr/>
            </p:nvSpPr>
            <p:spPr>
              <a:xfrm>
                <a:off x="4531366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g3673">
                <a:extLst>
                  <a:ext uri="{FF2B5EF4-FFF2-40B4-BE49-F238E27FC236}">
                    <a16:creationId xmlns:a16="http://schemas.microsoft.com/office/drawing/2014/main" id="{78DDE66F-3BBC-1D28-F89F-2A93076871CE}"/>
                  </a:ext>
                </a:extLst>
              </p:cNvPr>
              <p:cNvSpPr/>
              <p:nvPr/>
            </p:nvSpPr>
            <p:spPr>
              <a:xfrm>
                <a:off x="4543003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g3674">
                <a:extLst>
                  <a:ext uri="{FF2B5EF4-FFF2-40B4-BE49-F238E27FC236}">
                    <a16:creationId xmlns:a16="http://schemas.microsoft.com/office/drawing/2014/main" id="{84417773-81B5-6471-820C-E3C4B743BB88}"/>
                  </a:ext>
                </a:extLst>
              </p:cNvPr>
              <p:cNvSpPr/>
              <p:nvPr/>
            </p:nvSpPr>
            <p:spPr>
              <a:xfrm>
                <a:off x="455464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g3675">
                <a:extLst>
                  <a:ext uri="{FF2B5EF4-FFF2-40B4-BE49-F238E27FC236}">
                    <a16:creationId xmlns:a16="http://schemas.microsoft.com/office/drawing/2014/main" id="{A1428F3B-A6E4-60EE-9BB6-EAD5D5A099C8}"/>
                  </a:ext>
                </a:extLst>
              </p:cNvPr>
              <p:cNvSpPr/>
              <p:nvPr/>
            </p:nvSpPr>
            <p:spPr>
              <a:xfrm>
                <a:off x="456627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g3676">
                <a:extLst>
                  <a:ext uri="{FF2B5EF4-FFF2-40B4-BE49-F238E27FC236}">
                    <a16:creationId xmlns:a16="http://schemas.microsoft.com/office/drawing/2014/main" id="{F07CA291-9AE2-A7A7-AD78-F426D780AEEF}"/>
                  </a:ext>
                </a:extLst>
              </p:cNvPr>
              <p:cNvSpPr/>
              <p:nvPr/>
            </p:nvSpPr>
            <p:spPr>
              <a:xfrm>
                <a:off x="4577915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C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g3677">
                <a:extLst>
                  <a:ext uri="{FF2B5EF4-FFF2-40B4-BE49-F238E27FC236}">
                    <a16:creationId xmlns:a16="http://schemas.microsoft.com/office/drawing/2014/main" id="{A4086D90-EB96-03BB-D109-EE4603467829}"/>
                  </a:ext>
                </a:extLst>
              </p:cNvPr>
              <p:cNvSpPr/>
              <p:nvPr/>
            </p:nvSpPr>
            <p:spPr>
              <a:xfrm>
                <a:off x="4589552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g3678">
                <a:extLst>
                  <a:ext uri="{FF2B5EF4-FFF2-40B4-BE49-F238E27FC236}">
                    <a16:creationId xmlns:a16="http://schemas.microsoft.com/office/drawing/2014/main" id="{25710CF4-DE63-26F8-B485-6182CE605F4C}"/>
                  </a:ext>
                </a:extLst>
              </p:cNvPr>
              <p:cNvSpPr/>
              <p:nvPr/>
            </p:nvSpPr>
            <p:spPr>
              <a:xfrm>
                <a:off x="460119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g3679">
                <a:extLst>
                  <a:ext uri="{FF2B5EF4-FFF2-40B4-BE49-F238E27FC236}">
                    <a16:creationId xmlns:a16="http://schemas.microsoft.com/office/drawing/2014/main" id="{D8B3208B-68BC-9832-8EC3-9D44C7F30CE4}"/>
                  </a:ext>
                </a:extLst>
              </p:cNvPr>
              <p:cNvSpPr/>
              <p:nvPr/>
            </p:nvSpPr>
            <p:spPr>
              <a:xfrm>
                <a:off x="4682651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g3680">
                <a:extLst>
                  <a:ext uri="{FF2B5EF4-FFF2-40B4-BE49-F238E27FC236}">
                    <a16:creationId xmlns:a16="http://schemas.microsoft.com/office/drawing/2014/main" id="{717CDF79-0C40-5878-5264-DECEE71422FE}"/>
                  </a:ext>
                </a:extLst>
              </p:cNvPr>
              <p:cNvSpPr/>
              <p:nvPr/>
            </p:nvSpPr>
            <p:spPr>
              <a:xfrm>
                <a:off x="469428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g3681">
                <a:extLst>
                  <a:ext uri="{FF2B5EF4-FFF2-40B4-BE49-F238E27FC236}">
                    <a16:creationId xmlns:a16="http://schemas.microsoft.com/office/drawing/2014/main" id="{8ADA482A-04E9-A4AA-058B-59B010DB19F8}"/>
                  </a:ext>
                </a:extLst>
              </p:cNvPr>
              <p:cNvSpPr/>
              <p:nvPr/>
            </p:nvSpPr>
            <p:spPr>
              <a:xfrm>
                <a:off x="4705925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g3682">
                <a:extLst>
                  <a:ext uri="{FF2B5EF4-FFF2-40B4-BE49-F238E27FC236}">
                    <a16:creationId xmlns:a16="http://schemas.microsoft.com/office/drawing/2014/main" id="{50E7D63A-1DB4-40D4-C8C1-02DD13E5138F}"/>
                  </a:ext>
                </a:extLst>
              </p:cNvPr>
              <p:cNvSpPr/>
              <p:nvPr/>
            </p:nvSpPr>
            <p:spPr>
              <a:xfrm>
                <a:off x="4717563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g3683">
                <a:extLst>
                  <a:ext uri="{FF2B5EF4-FFF2-40B4-BE49-F238E27FC236}">
                    <a16:creationId xmlns:a16="http://schemas.microsoft.com/office/drawing/2014/main" id="{61BEC185-BC88-D068-D8EB-430F9B1B0C54}"/>
                  </a:ext>
                </a:extLst>
              </p:cNvPr>
              <p:cNvSpPr/>
              <p:nvPr/>
            </p:nvSpPr>
            <p:spPr>
              <a:xfrm>
                <a:off x="472920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g3684">
                <a:extLst>
                  <a:ext uri="{FF2B5EF4-FFF2-40B4-BE49-F238E27FC236}">
                    <a16:creationId xmlns:a16="http://schemas.microsoft.com/office/drawing/2014/main" id="{43039FED-8AAA-2727-C3EE-4921EC088FE7}"/>
                  </a:ext>
                </a:extLst>
              </p:cNvPr>
              <p:cNvSpPr/>
              <p:nvPr/>
            </p:nvSpPr>
            <p:spPr>
              <a:xfrm>
                <a:off x="2890502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g3685">
                <a:extLst>
                  <a:ext uri="{FF2B5EF4-FFF2-40B4-BE49-F238E27FC236}">
                    <a16:creationId xmlns:a16="http://schemas.microsoft.com/office/drawing/2014/main" id="{46283E6C-D1F4-517A-2205-DA810C9A9F27}"/>
                  </a:ext>
                </a:extLst>
              </p:cNvPr>
              <p:cNvSpPr/>
              <p:nvPr/>
            </p:nvSpPr>
            <p:spPr>
              <a:xfrm>
                <a:off x="2902139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g3686">
                <a:extLst>
                  <a:ext uri="{FF2B5EF4-FFF2-40B4-BE49-F238E27FC236}">
                    <a16:creationId xmlns:a16="http://schemas.microsoft.com/office/drawing/2014/main" id="{1E2A8D9E-0F7D-F2C1-5596-0F6BB4D697A7}"/>
                  </a:ext>
                </a:extLst>
              </p:cNvPr>
              <p:cNvSpPr/>
              <p:nvPr/>
            </p:nvSpPr>
            <p:spPr>
              <a:xfrm>
                <a:off x="2913777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g3687">
                <a:extLst>
                  <a:ext uri="{FF2B5EF4-FFF2-40B4-BE49-F238E27FC236}">
                    <a16:creationId xmlns:a16="http://schemas.microsoft.com/office/drawing/2014/main" id="{80FFE7E7-B1FC-E260-A381-5B5F72E9A8D9}"/>
                  </a:ext>
                </a:extLst>
              </p:cNvPr>
              <p:cNvSpPr/>
              <p:nvPr/>
            </p:nvSpPr>
            <p:spPr>
              <a:xfrm>
                <a:off x="2925414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g3688">
                <a:extLst>
                  <a:ext uri="{FF2B5EF4-FFF2-40B4-BE49-F238E27FC236}">
                    <a16:creationId xmlns:a16="http://schemas.microsoft.com/office/drawing/2014/main" id="{E1BB52F3-763C-C808-2B4C-C719A14831D5}"/>
                  </a:ext>
                </a:extLst>
              </p:cNvPr>
              <p:cNvSpPr/>
              <p:nvPr/>
            </p:nvSpPr>
            <p:spPr>
              <a:xfrm>
                <a:off x="4531366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g3689">
                <a:extLst>
                  <a:ext uri="{FF2B5EF4-FFF2-40B4-BE49-F238E27FC236}">
                    <a16:creationId xmlns:a16="http://schemas.microsoft.com/office/drawing/2014/main" id="{5581E517-4922-BE90-1B08-61D4CD61340B}"/>
                  </a:ext>
                </a:extLst>
              </p:cNvPr>
              <p:cNvSpPr/>
              <p:nvPr/>
            </p:nvSpPr>
            <p:spPr>
              <a:xfrm>
                <a:off x="4543003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g3690">
                <a:extLst>
                  <a:ext uri="{FF2B5EF4-FFF2-40B4-BE49-F238E27FC236}">
                    <a16:creationId xmlns:a16="http://schemas.microsoft.com/office/drawing/2014/main" id="{CC42CC35-6E68-66C7-B41E-E1DB01D82E01}"/>
                  </a:ext>
                </a:extLst>
              </p:cNvPr>
              <p:cNvSpPr/>
              <p:nvPr/>
            </p:nvSpPr>
            <p:spPr>
              <a:xfrm>
                <a:off x="455464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g3691">
                <a:extLst>
                  <a:ext uri="{FF2B5EF4-FFF2-40B4-BE49-F238E27FC236}">
                    <a16:creationId xmlns:a16="http://schemas.microsoft.com/office/drawing/2014/main" id="{94247FA2-493A-9796-C331-1220B2B389C6}"/>
                  </a:ext>
                </a:extLst>
              </p:cNvPr>
              <p:cNvSpPr/>
              <p:nvPr/>
            </p:nvSpPr>
            <p:spPr>
              <a:xfrm>
                <a:off x="4566278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C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g3692">
                <a:extLst>
                  <a:ext uri="{FF2B5EF4-FFF2-40B4-BE49-F238E27FC236}">
                    <a16:creationId xmlns:a16="http://schemas.microsoft.com/office/drawing/2014/main" id="{C71F667A-1783-5A22-6B61-132ABDF2B49F}"/>
                  </a:ext>
                </a:extLst>
              </p:cNvPr>
              <p:cNvSpPr/>
              <p:nvPr/>
            </p:nvSpPr>
            <p:spPr>
              <a:xfrm>
                <a:off x="4577915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g3693">
                <a:extLst>
                  <a:ext uri="{FF2B5EF4-FFF2-40B4-BE49-F238E27FC236}">
                    <a16:creationId xmlns:a16="http://schemas.microsoft.com/office/drawing/2014/main" id="{E5B3FE31-3393-57E4-EAE3-569E8523F0AD}"/>
                  </a:ext>
                </a:extLst>
              </p:cNvPr>
              <p:cNvSpPr/>
              <p:nvPr/>
            </p:nvSpPr>
            <p:spPr>
              <a:xfrm>
                <a:off x="4589552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g3694">
                <a:extLst>
                  <a:ext uri="{FF2B5EF4-FFF2-40B4-BE49-F238E27FC236}">
                    <a16:creationId xmlns:a16="http://schemas.microsoft.com/office/drawing/2014/main" id="{10DC55C2-A3BE-EE8F-C6CD-455CC41DA022}"/>
                  </a:ext>
                </a:extLst>
              </p:cNvPr>
              <p:cNvSpPr/>
              <p:nvPr/>
            </p:nvSpPr>
            <p:spPr>
              <a:xfrm>
                <a:off x="460119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g3695">
                <a:extLst>
                  <a:ext uri="{FF2B5EF4-FFF2-40B4-BE49-F238E27FC236}">
                    <a16:creationId xmlns:a16="http://schemas.microsoft.com/office/drawing/2014/main" id="{F1C8DE17-A3B7-133E-DC3C-026A6354FC2A}"/>
                  </a:ext>
                </a:extLst>
              </p:cNvPr>
              <p:cNvSpPr/>
              <p:nvPr/>
            </p:nvSpPr>
            <p:spPr>
              <a:xfrm>
                <a:off x="4682651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g3696">
                <a:extLst>
                  <a:ext uri="{FF2B5EF4-FFF2-40B4-BE49-F238E27FC236}">
                    <a16:creationId xmlns:a16="http://schemas.microsoft.com/office/drawing/2014/main" id="{E780B943-C931-6B23-7550-E1823C55409E}"/>
                  </a:ext>
                </a:extLst>
              </p:cNvPr>
              <p:cNvSpPr/>
              <p:nvPr/>
            </p:nvSpPr>
            <p:spPr>
              <a:xfrm>
                <a:off x="4694288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g3697">
                <a:extLst>
                  <a:ext uri="{FF2B5EF4-FFF2-40B4-BE49-F238E27FC236}">
                    <a16:creationId xmlns:a16="http://schemas.microsoft.com/office/drawing/2014/main" id="{D77FC49E-4CD1-4C7C-A170-90954754E662}"/>
                  </a:ext>
                </a:extLst>
              </p:cNvPr>
              <p:cNvSpPr/>
              <p:nvPr/>
            </p:nvSpPr>
            <p:spPr>
              <a:xfrm>
                <a:off x="4705925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g3698">
                <a:extLst>
                  <a:ext uri="{FF2B5EF4-FFF2-40B4-BE49-F238E27FC236}">
                    <a16:creationId xmlns:a16="http://schemas.microsoft.com/office/drawing/2014/main" id="{532DD211-48B0-BF05-FE91-9B571637520F}"/>
                  </a:ext>
                </a:extLst>
              </p:cNvPr>
              <p:cNvSpPr/>
              <p:nvPr/>
            </p:nvSpPr>
            <p:spPr>
              <a:xfrm>
                <a:off x="4717563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g3699">
                <a:extLst>
                  <a:ext uri="{FF2B5EF4-FFF2-40B4-BE49-F238E27FC236}">
                    <a16:creationId xmlns:a16="http://schemas.microsoft.com/office/drawing/2014/main" id="{CCA4E2CD-4947-12F9-DE49-FB81BCCC9395}"/>
                  </a:ext>
                </a:extLst>
              </p:cNvPr>
              <p:cNvSpPr/>
              <p:nvPr/>
            </p:nvSpPr>
            <p:spPr>
              <a:xfrm>
                <a:off x="472920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g3700">
                <a:extLst>
                  <a:ext uri="{FF2B5EF4-FFF2-40B4-BE49-F238E27FC236}">
                    <a16:creationId xmlns:a16="http://schemas.microsoft.com/office/drawing/2014/main" id="{BB78514D-9FCA-CFA4-4848-1D82FB0667FB}"/>
                  </a:ext>
                </a:extLst>
              </p:cNvPr>
              <p:cNvSpPr/>
              <p:nvPr/>
            </p:nvSpPr>
            <p:spPr>
              <a:xfrm>
                <a:off x="287886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g3701">
                <a:extLst>
                  <a:ext uri="{FF2B5EF4-FFF2-40B4-BE49-F238E27FC236}">
                    <a16:creationId xmlns:a16="http://schemas.microsoft.com/office/drawing/2014/main" id="{447C8378-A653-6222-989C-51751ECB4A27}"/>
                  </a:ext>
                </a:extLst>
              </p:cNvPr>
              <p:cNvSpPr/>
              <p:nvPr/>
            </p:nvSpPr>
            <p:spPr>
              <a:xfrm>
                <a:off x="2890502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g3702">
                <a:extLst>
                  <a:ext uri="{FF2B5EF4-FFF2-40B4-BE49-F238E27FC236}">
                    <a16:creationId xmlns:a16="http://schemas.microsoft.com/office/drawing/2014/main" id="{8A2E5C15-8002-1E12-0337-2CACB9296699}"/>
                  </a:ext>
                </a:extLst>
              </p:cNvPr>
              <p:cNvSpPr/>
              <p:nvPr/>
            </p:nvSpPr>
            <p:spPr>
              <a:xfrm>
                <a:off x="2902139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g3703">
                <a:extLst>
                  <a:ext uri="{FF2B5EF4-FFF2-40B4-BE49-F238E27FC236}">
                    <a16:creationId xmlns:a16="http://schemas.microsoft.com/office/drawing/2014/main" id="{ED9AAD5A-72F9-5235-834E-F4936DBA6715}"/>
                  </a:ext>
                </a:extLst>
              </p:cNvPr>
              <p:cNvSpPr/>
              <p:nvPr/>
            </p:nvSpPr>
            <p:spPr>
              <a:xfrm>
                <a:off x="2913777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g3704">
                <a:extLst>
                  <a:ext uri="{FF2B5EF4-FFF2-40B4-BE49-F238E27FC236}">
                    <a16:creationId xmlns:a16="http://schemas.microsoft.com/office/drawing/2014/main" id="{94ED4753-E55A-799D-8901-5C2E76777965}"/>
                  </a:ext>
                </a:extLst>
              </p:cNvPr>
              <p:cNvSpPr/>
              <p:nvPr/>
            </p:nvSpPr>
            <p:spPr>
              <a:xfrm>
                <a:off x="2925414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g3705">
                <a:extLst>
                  <a:ext uri="{FF2B5EF4-FFF2-40B4-BE49-F238E27FC236}">
                    <a16:creationId xmlns:a16="http://schemas.microsoft.com/office/drawing/2014/main" id="{AAA4DBF7-0F2C-3D98-9FFC-40040088DAC9}"/>
                  </a:ext>
                </a:extLst>
              </p:cNvPr>
              <p:cNvSpPr/>
              <p:nvPr/>
            </p:nvSpPr>
            <p:spPr>
              <a:xfrm>
                <a:off x="454300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C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g3706">
                <a:extLst>
                  <a:ext uri="{FF2B5EF4-FFF2-40B4-BE49-F238E27FC236}">
                    <a16:creationId xmlns:a16="http://schemas.microsoft.com/office/drawing/2014/main" id="{8937F36F-FB92-00D4-7533-91457DD9AD93}"/>
                  </a:ext>
                </a:extLst>
              </p:cNvPr>
              <p:cNvSpPr/>
              <p:nvPr/>
            </p:nvSpPr>
            <p:spPr>
              <a:xfrm>
                <a:off x="455464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g3707">
                <a:extLst>
                  <a:ext uri="{FF2B5EF4-FFF2-40B4-BE49-F238E27FC236}">
                    <a16:creationId xmlns:a16="http://schemas.microsoft.com/office/drawing/2014/main" id="{3795A363-333B-31A0-7A26-47EC11FE8419}"/>
                  </a:ext>
                </a:extLst>
              </p:cNvPr>
              <p:cNvSpPr/>
              <p:nvPr/>
            </p:nvSpPr>
            <p:spPr>
              <a:xfrm>
                <a:off x="4566278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g3708">
                <a:extLst>
                  <a:ext uri="{FF2B5EF4-FFF2-40B4-BE49-F238E27FC236}">
                    <a16:creationId xmlns:a16="http://schemas.microsoft.com/office/drawing/2014/main" id="{A4D349AB-A8DD-C9F7-8A2E-54B5DC7AACDD}"/>
                  </a:ext>
                </a:extLst>
              </p:cNvPr>
              <p:cNvSpPr/>
              <p:nvPr/>
            </p:nvSpPr>
            <p:spPr>
              <a:xfrm>
                <a:off x="457791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g3709">
                <a:extLst>
                  <a:ext uri="{FF2B5EF4-FFF2-40B4-BE49-F238E27FC236}">
                    <a16:creationId xmlns:a16="http://schemas.microsoft.com/office/drawing/2014/main" id="{4CAAF7A1-4705-47E0-6498-752387C180CA}"/>
                  </a:ext>
                </a:extLst>
              </p:cNvPr>
              <p:cNvSpPr/>
              <p:nvPr/>
            </p:nvSpPr>
            <p:spPr>
              <a:xfrm>
                <a:off x="4589552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g3710">
                <a:extLst>
                  <a:ext uri="{FF2B5EF4-FFF2-40B4-BE49-F238E27FC236}">
                    <a16:creationId xmlns:a16="http://schemas.microsoft.com/office/drawing/2014/main" id="{37651983-BF61-6971-EB25-F3F8C3163E20}"/>
                  </a:ext>
                </a:extLst>
              </p:cNvPr>
              <p:cNvSpPr/>
              <p:nvPr/>
            </p:nvSpPr>
            <p:spPr>
              <a:xfrm>
                <a:off x="460119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g3711">
                <a:extLst>
                  <a:ext uri="{FF2B5EF4-FFF2-40B4-BE49-F238E27FC236}">
                    <a16:creationId xmlns:a16="http://schemas.microsoft.com/office/drawing/2014/main" id="{97BB1A20-95FB-2A07-7482-852C134C9817}"/>
                  </a:ext>
                </a:extLst>
              </p:cNvPr>
              <p:cNvSpPr/>
              <p:nvPr/>
            </p:nvSpPr>
            <p:spPr>
              <a:xfrm>
                <a:off x="4612827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g3712">
                <a:extLst>
                  <a:ext uri="{FF2B5EF4-FFF2-40B4-BE49-F238E27FC236}">
                    <a16:creationId xmlns:a16="http://schemas.microsoft.com/office/drawing/2014/main" id="{FCBC34BF-AFC3-3C68-34B3-15A7EEED8FE2}"/>
                  </a:ext>
                </a:extLst>
              </p:cNvPr>
              <p:cNvSpPr/>
              <p:nvPr/>
            </p:nvSpPr>
            <p:spPr>
              <a:xfrm>
                <a:off x="467101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g3713">
                <a:extLst>
                  <a:ext uri="{FF2B5EF4-FFF2-40B4-BE49-F238E27FC236}">
                    <a16:creationId xmlns:a16="http://schemas.microsoft.com/office/drawing/2014/main" id="{13C9B93D-A121-F795-8521-8AEACAF15984}"/>
                  </a:ext>
                </a:extLst>
              </p:cNvPr>
              <p:cNvSpPr/>
              <p:nvPr/>
            </p:nvSpPr>
            <p:spPr>
              <a:xfrm>
                <a:off x="4682651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g3714">
                <a:extLst>
                  <a:ext uri="{FF2B5EF4-FFF2-40B4-BE49-F238E27FC236}">
                    <a16:creationId xmlns:a16="http://schemas.microsoft.com/office/drawing/2014/main" id="{A92A96A8-153F-DFC8-B4C4-AB1EA7562B8D}"/>
                  </a:ext>
                </a:extLst>
              </p:cNvPr>
              <p:cNvSpPr/>
              <p:nvPr/>
            </p:nvSpPr>
            <p:spPr>
              <a:xfrm>
                <a:off x="4694288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g3715">
                <a:extLst>
                  <a:ext uri="{FF2B5EF4-FFF2-40B4-BE49-F238E27FC236}">
                    <a16:creationId xmlns:a16="http://schemas.microsoft.com/office/drawing/2014/main" id="{39C1677D-4C65-A357-A3D2-27E8AA02C68D}"/>
                  </a:ext>
                </a:extLst>
              </p:cNvPr>
              <p:cNvSpPr/>
              <p:nvPr/>
            </p:nvSpPr>
            <p:spPr>
              <a:xfrm>
                <a:off x="470592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g3716">
                <a:extLst>
                  <a:ext uri="{FF2B5EF4-FFF2-40B4-BE49-F238E27FC236}">
                    <a16:creationId xmlns:a16="http://schemas.microsoft.com/office/drawing/2014/main" id="{F0987656-9181-07C1-B2E8-0AB7DC9384ED}"/>
                  </a:ext>
                </a:extLst>
              </p:cNvPr>
              <p:cNvSpPr/>
              <p:nvPr/>
            </p:nvSpPr>
            <p:spPr>
              <a:xfrm>
                <a:off x="471756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g3717">
                <a:extLst>
                  <a:ext uri="{FF2B5EF4-FFF2-40B4-BE49-F238E27FC236}">
                    <a16:creationId xmlns:a16="http://schemas.microsoft.com/office/drawing/2014/main" id="{FC209E93-B853-ECF1-1E4E-B14667629766}"/>
                  </a:ext>
                </a:extLst>
              </p:cNvPr>
              <p:cNvSpPr/>
              <p:nvPr/>
            </p:nvSpPr>
            <p:spPr>
              <a:xfrm>
                <a:off x="472920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g3718">
                <a:extLst>
                  <a:ext uri="{FF2B5EF4-FFF2-40B4-BE49-F238E27FC236}">
                    <a16:creationId xmlns:a16="http://schemas.microsoft.com/office/drawing/2014/main" id="{A31F4B45-D19F-812D-9D82-7C8001BE8E06}"/>
                  </a:ext>
                </a:extLst>
              </p:cNvPr>
              <p:cNvSpPr/>
              <p:nvPr/>
            </p:nvSpPr>
            <p:spPr>
              <a:xfrm>
                <a:off x="287886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g3719">
                <a:extLst>
                  <a:ext uri="{FF2B5EF4-FFF2-40B4-BE49-F238E27FC236}">
                    <a16:creationId xmlns:a16="http://schemas.microsoft.com/office/drawing/2014/main" id="{1B9235B2-4AE5-683C-4A02-997E1A9AABE8}"/>
                  </a:ext>
                </a:extLst>
              </p:cNvPr>
              <p:cNvSpPr/>
              <p:nvPr/>
            </p:nvSpPr>
            <p:spPr>
              <a:xfrm>
                <a:off x="2890502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g3720">
                <a:extLst>
                  <a:ext uri="{FF2B5EF4-FFF2-40B4-BE49-F238E27FC236}">
                    <a16:creationId xmlns:a16="http://schemas.microsoft.com/office/drawing/2014/main" id="{32E9B028-9953-D8D8-1A93-593ACB756FFA}"/>
                  </a:ext>
                </a:extLst>
              </p:cNvPr>
              <p:cNvSpPr/>
              <p:nvPr/>
            </p:nvSpPr>
            <p:spPr>
              <a:xfrm>
                <a:off x="2902139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g3721">
                <a:extLst>
                  <a:ext uri="{FF2B5EF4-FFF2-40B4-BE49-F238E27FC236}">
                    <a16:creationId xmlns:a16="http://schemas.microsoft.com/office/drawing/2014/main" id="{18342DDE-3A60-864D-75BB-3A439AE7E11B}"/>
                  </a:ext>
                </a:extLst>
              </p:cNvPr>
              <p:cNvSpPr/>
              <p:nvPr/>
            </p:nvSpPr>
            <p:spPr>
              <a:xfrm>
                <a:off x="2913777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g3722">
                <a:extLst>
                  <a:ext uri="{FF2B5EF4-FFF2-40B4-BE49-F238E27FC236}">
                    <a16:creationId xmlns:a16="http://schemas.microsoft.com/office/drawing/2014/main" id="{C3DB2A4D-1252-3F43-4B72-120512C647D3}"/>
                  </a:ext>
                </a:extLst>
              </p:cNvPr>
              <p:cNvSpPr/>
              <p:nvPr/>
            </p:nvSpPr>
            <p:spPr>
              <a:xfrm>
                <a:off x="2925414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g3723">
                <a:extLst>
                  <a:ext uri="{FF2B5EF4-FFF2-40B4-BE49-F238E27FC236}">
                    <a16:creationId xmlns:a16="http://schemas.microsoft.com/office/drawing/2014/main" id="{7463EC39-E2E2-47B2-D965-8B0E9C034F18}"/>
                  </a:ext>
                </a:extLst>
              </p:cNvPr>
              <p:cNvSpPr/>
              <p:nvPr/>
            </p:nvSpPr>
            <p:spPr>
              <a:xfrm>
                <a:off x="4566278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g3724">
                <a:extLst>
                  <a:ext uri="{FF2B5EF4-FFF2-40B4-BE49-F238E27FC236}">
                    <a16:creationId xmlns:a16="http://schemas.microsoft.com/office/drawing/2014/main" id="{0E67D2DD-CBA7-D667-946E-0FD49F1911B4}"/>
                  </a:ext>
                </a:extLst>
              </p:cNvPr>
              <p:cNvSpPr/>
              <p:nvPr/>
            </p:nvSpPr>
            <p:spPr>
              <a:xfrm>
                <a:off x="457791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g3725">
                <a:extLst>
                  <a:ext uri="{FF2B5EF4-FFF2-40B4-BE49-F238E27FC236}">
                    <a16:creationId xmlns:a16="http://schemas.microsoft.com/office/drawing/2014/main" id="{C169DF5F-0150-ECA0-D756-7498CF7B9E4D}"/>
                  </a:ext>
                </a:extLst>
              </p:cNvPr>
              <p:cNvSpPr/>
              <p:nvPr/>
            </p:nvSpPr>
            <p:spPr>
              <a:xfrm>
                <a:off x="4589552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g3726">
                <a:extLst>
                  <a:ext uri="{FF2B5EF4-FFF2-40B4-BE49-F238E27FC236}">
                    <a16:creationId xmlns:a16="http://schemas.microsoft.com/office/drawing/2014/main" id="{13ECA300-E8D0-628B-BC78-98CADB376DDA}"/>
                  </a:ext>
                </a:extLst>
              </p:cNvPr>
              <p:cNvSpPr/>
              <p:nvPr/>
            </p:nvSpPr>
            <p:spPr>
              <a:xfrm>
                <a:off x="4601190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g3727">
                <a:extLst>
                  <a:ext uri="{FF2B5EF4-FFF2-40B4-BE49-F238E27FC236}">
                    <a16:creationId xmlns:a16="http://schemas.microsoft.com/office/drawing/2014/main" id="{F54AEA93-FA9F-9F19-B6BA-C1516EA628E6}"/>
                  </a:ext>
                </a:extLst>
              </p:cNvPr>
              <p:cNvSpPr/>
              <p:nvPr/>
            </p:nvSpPr>
            <p:spPr>
              <a:xfrm>
                <a:off x="4612827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g3728">
                <a:extLst>
                  <a:ext uri="{FF2B5EF4-FFF2-40B4-BE49-F238E27FC236}">
                    <a16:creationId xmlns:a16="http://schemas.microsoft.com/office/drawing/2014/main" id="{B1E1701A-092D-DFD8-B6D9-4426BEF1D7B4}"/>
                  </a:ext>
                </a:extLst>
              </p:cNvPr>
              <p:cNvSpPr/>
              <p:nvPr/>
            </p:nvSpPr>
            <p:spPr>
              <a:xfrm>
                <a:off x="4671013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g3729">
                <a:extLst>
                  <a:ext uri="{FF2B5EF4-FFF2-40B4-BE49-F238E27FC236}">
                    <a16:creationId xmlns:a16="http://schemas.microsoft.com/office/drawing/2014/main" id="{2D579872-2594-2DB6-E69D-163997206916}"/>
                  </a:ext>
                </a:extLst>
              </p:cNvPr>
              <p:cNvSpPr/>
              <p:nvPr/>
            </p:nvSpPr>
            <p:spPr>
              <a:xfrm>
                <a:off x="4682651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g3730">
                <a:extLst>
                  <a:ext uri="{FF2B5EF4-FFF2-40B4-BE49-F238E27FC236}">
                    <a16:creationId xmlns:a16="http://schemas.microsoft.com/office/drawing/2014/main" id="{00B726E9-37A0-5275-2F17-2E48D3F38C51}"/>
                  </a:ext>
                </a:extLst>
              </p:cNvPr>
              <p:cNvSpPr/>
              <p:nvPr/>
            </p:nvSpPr>
            <p:spPr>
              <a:xfrm>
                <a:off x="4694288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g3731">
                <a:extLst>
                  <a:ext uri="{FF2B5EF4-FFF2-40B4-BE49-F238E27FC236}">
                    <a16:creationId xmlns:a16="http://schemas.microsoft.com/office/drawing/2014/main" id="{B191859C-310F-1C96-1E89-CBAAB13385F1}"/>
                  </a:ext>
                </a:extLst>
              </p:cNvPr>
              <p:cNvSpPr/>
              <p:nvPr/>
            </p:nvSpPr>
            <p:spPr>
              <a:xfrm>
                <a:off x="470592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g3732">
                <a:extLst>
                  <a:ext uri="{FF2B5EF4-FFF2-40B4-BE49-F238E27FC236}">
                    <a16:creationId xmlns:a16="http://schemas.microsoft.com/office/drawing/2014/main" id="{CA2E1610-08F4-79E6-DC4B-80C39D85815F}"/>
                  </a:ext>
                </a:extLst>
              </p:cNvPr>
              <p:cNvSpPr/>
              <p:nvPr/>
            </p:nvSpPr>
            <p:spPr>
              <a:xfrm>
                <a:off x="4717563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g3733">
                <a:extLst>
                  <a:ext uri="{FF2B5EF4-FFF2-40B4-BE49-F238E27FC236}">
                    <a16:creationId xmlns:a16="http://schemas.microsoft.com/office/drawing/2014/main" id="{4DBA15C7-A945-5610-8B7F-8F17141CC904}"/>
                  </a:ext>
                </a:extLst>
              </p:cNvPr>
              <p:cNvSpPr/>
              <p:nvPr/>
            </p:nvSpPr>
            <p:spPr>
              <a:xfrm>
                <a:off x="286722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g3734">
                <a:extLst>
                  <a:ext uri="{FF2B5EF4-FFF2-40B4-BE49-F238E27FC236}">
                    <a16:creationId xmlns:a16="http://schemas.microsoft.com/office/drawing/2014/main" id="{223B51E6-06D3-9F4A-C326-99622E6C27E7}"/>
                  </a:ext>
                </a:extLst>
              </p:cNvPr>
              <p:cNvSpPr/>
              <p:nvPr/>
            </p:nvSpPr>
            <p:spPr>
              <a:xfrm>
                <a:off x="287886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g3735">
                <a:extLst>
                  <a:ext uri="{FF2B5EF4-FFF2-40B4-BE49-F238E27FC236}">
                    <a16:creationId xmlns:a16="http://schemas.microsoft.com/office/drawing/2014/main" id="{A1381C5C-58C8-D4ED-68F7-A4E9D1A80755}"/>
                  </a:ext>
                </a:extLst>
              </p:cNvPr>
              <p:cNvSpPr/>
              <p:nvPr/>
            </p:nvSpPr>
            <p:spPr>
              <a:xfrm>
                <a:off x="2890502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g3736">
                <a:extLst>
                  <a:ext uri="{FF2B5EF4-FFF2-40B4-BE49-F238E27FC236}">
                    <a16:creationId xmlns:a16="http://schemas.microsoft.com/office/drawing/2014/main" id="{C1946E2A-0D6E-A26E-A1EB-01C78F440C6B}"/>
                  </a:ext>
                </a:extLst>
              </p:cNvPr>
              <p:cNvSpPr/>
              <p:nvPr/>
            </p:nvSpPr>
            <p:spPr>
              <a:xfrm>
                <a:off x="2902139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g3737">
                <a:extLst>
                  <a:ext uri="{FF2B5EF4-FFF2-40B4-BE49-F238E27FC236}">
                    <a16:creationId xmlns:a16="http://schemas.microsoft.com/office/drawing/2014/main" id="{B4FB1B4C-045C-4307-525E-F7E0DBCD3F9B}"/>
                  </a:ext>
                </a:extLst>
              </p:cNvPr>
              <p:cNvSpPr/>
              <p:nvPr/>
            </p:nvSpPr>
            <p:spPr>
              <a:xfrm>
                <a:off x="291377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g3738">
                <a:extLst>
                  <a:ext uri="{FF2B5EF4-FFF2-40B4-BE49-F238E27FC236}">
                    <a16:creationId xmlns:a16="http://schemas.microsoft.com/office/drawing/2014/main" id="{AE7CB3F1-4BBF-889A-47E2-A3571CFF4796}"/>
                  </a:ext>
                </a:extLst>
              </p:cNvPr>
              <p:cNvSpPr/>
              <p:nvPr/>
            </p:nvSpPr>
            <p:spPr>
              <a:xfrm>
                <a:off x="457791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g3739">
                <a:extLst>
                  <a:ext uri="{FF2B5EF4-FFF2-40B4-BE49-F238E27FC236}">
                    <a16:creationId xmlns:a16="http://schemas.microsoft.com/office/drawing/2014/main" id="{8A0C1FB8-877E-8AF1-3D3B-AA192DC210E9}"/>
                  </a:ext>
                </a:extLst>
              </p:cNvPr>
              <p:cNvSpPr/>
              <p:nvPr/>
            </p:nvSpPr>
            <p:spPr>
              <a:xfrm>
                <a:off x="4589552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g3740">
                <a:extLst>
                  <a:ext uri="{FF2B5EF4-FFF2-40B4-BE49-F238E27FC236}">
                    <a16:creationId xmlns:a16="http://schemas.microsoft.com/office/drawing/2014/main" id="{BFF2E25E-EE68-2826-C5CA-8748EF073C25}"/>
                  </a:ext>
                </a:extLst>
              </p:cNvPr>
              <p:cNvSpPr/>
              <p:nvPr/>
            </p:nvSpPr>
            <p:spPr>
              <a:xfrm>
                <a:off x="4601190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g3741">
                <a:extLst>
                  <a:ext uri="{FF2B5EF4-FFF2-40B4-BE49-F238E27FC236}">
                    <a16:creationId xmlns:a16="http://schemas.microsoft.com/office/drawing/2014/main" id="{23D004C9-ABF4-99BF-3A80-B0E0942877FE}"/>
                  </a:ext>
                </a:extLst>
              </p:cNvPr>
              <p:cNvSpPr/>
              <p:nvPr/>
            </p:nvSpPr>
            <p:spPr>
              <a:xfrm>
                <a:off x="461282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g3742">
                <a:extLst>
                  <a:ext uri="{FF2B5EF4-FFF2-40B4-BE49-F238E27FC236}">
                    <a16:creationId xmlns:a16="http://schemas.microsoft.com/office/drawing/2014/main" id="{7990749B-4207-C8BC-D3AB-B2E926C31821}"/>
                  </a:ext>
                </a:extLst>
              </p:cNvPr>
              <p:cNvSpPr/>
              <p:nvPr/>
            </p:nvSpPr>
            <p:spPr>
              <a:xfrm>
                <a:off x="4624464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g3743">
                <a:extLst>
                  <a:ext uri="{FF2B5EF4-FFF2-40B4-BE49-F238E27FC236}">
                    <a16:creationId xmlns:a16="http://schemas.microsoft.com/office/drawing/2014/main" id="{6991ADBE-0E6A-56F2-7F1C-9475B7012895}"/>
                  </a:ext>
                </a:extLst>
              </p:cNvPr>
              <p:cNvSpPr/>
              <p:nvPr/>
            </p:nvSpPr>
            <p:spPr>
              <a:xfrm>
                <a:off x="4636101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g3744">
                <a:extLst>
                  <a:ext uri="{FF2B5EF4-FFF2-40B4-BE49-F238E27FC236}">
                    <a16:creationId xmlns:a16="http://schemas.microsoft.com/office/drawing/2014/main" id="{2F6E4300-7097-AD2D-9C5D-A636E82BE0DB}"/>
                  </a:ext>
                </a:extLst>
              </p:cNvPr>
              <p:cNvSpPr/>
              <p:nvPr/>
            </p:nvSpPr>
            <p:spPr>
              <a:xfrm>
                <a:off x="4659376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g3745">
                <a:extLst>
                  <a:ext uri="{FF2B5EF4-FFF2-40B4-BE49-F238E27FC236}">
                    <a16:creationId xmlns:a16="http://schemas.microsoft.com/office/drawing/2014/main" id="{36FE0B82-E8E2-294E-265A-34929A751955}"/>
                  </a:ext>
                </a:extLst>
              </p:cNvPr>
              <p:cNvSpPr/>
              <p:nvPr/>
            </p:nvSpPr>
            <p:spPr>
              <a:xfrm>
                <a:off x="4671013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g3746">
                <a:extLst>
                  <a:ext uri="{FF2B5EF4-FFF2-40B4-BE49-F238E27FC236}">
                    <a16:creationId xmlns:a16="http://schemas.microsoft.com/office/drawing/2014/main" id="{F72AB6D8-06FF-951E-006D-5307DBC58BEF}"/>
                  </a:ext>
                </a:extLst>
              </p:cNvPr>
              <p:cNvSpPr/>
              <p:nvPr/>
            </p:nvSpPr>
            <p:spPr>
              <a:xfrm>
                <a:off x="4682651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g3747">
                <a:extLst>
                  <a:ext uri="{FF2B5EF4-FFF2-40B4-BE49-F238E27FC236}">
                    <a16:creationId xmlns:a16="http://schemas.microsoft.com/office/drawing/2014/main" id="{659C5AA7-90B4-BEDC-E2EE-C4B3AA0503C5}"/>
                  </a:ext>
                </a:extLst>
              </p:cNvPr>
              <p:cNvSpPr/>
              <p:nvPr/>
            </p:nvSpPr>
            <p:spPr>
              <a:xfrm>
                <a:off x="4694288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g3748">
                <a:extLst>
                  <a:ext uri="{FF2B5EF4-FFF2-40B4-BE49-F238E27FC236}">
                    <a16:creationId xmlns:a16="http://schemas.microsoft.com/office/drawing/2014/main" id="{0DD7BBCE-9E03-A543-6001-400F9E27E3F1}"/>
                  </a:ext>
                </a:extLst>
              </p:cNvPr>
              <p:cNvSpPr/>
              <p:nvPr/>
            </p:nvSpPr>
            <p:spPr>
              <a:xfrm>
                <a:off x="470592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g3749">
                <a:extLst>
                  <a:ext uri="{FF2B5EF4-FFF2-40B4-BE49-F238E27FC236}">
                    <a16:creationId xmlns:a16="http://schemas.microsoft.com/office/drawing/2014/main" id="{BD0FB0D7-F875-839C-B13D-B0668D86A45F}"/>
                  </a:ext>
                </a:extLst>
              </p:cNvPr>
              <p:cNvSpPr/>
              <p:nvPr/>
            </p:nvSpPr>
            <p:spPr>
              <a:xfrm>
                <a:off x="2855590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g3750">
                <a:extLst>
                  <a:ext uri="{FF2B5EF4-FFF2-40B4-BE49-F238E27FC236}">
                    <a16:creationId xmlns:a16="http://schemas.microsoft.com/office/drawing/2014/main" id="{6FC1D46C-3677-8672-F685-9521181D6900}"/>
                  </a:ext>
                </a:extLst>
              </p:cNvPr>
              <p:cNvSpPr/>
              <p:nvPr/>
            </p:nvSpPr>
            <p:spPr>
              <a:xfrm>
                <a:off x="286722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g3751">
                <a:extLst>
                  <a:ext uri="{FF2B5EF4-FFF2-40B4-BE49-F238E27FC236}">
                    <a16:creationId xmlns:a16="http://schemas.microsoft.com/office/drawing/2014/main" id="{CD8BC55F-4D6A-2C7C-6BF1-10ED6624F408}"/>
                  </a:ext>
                </a:extLst>
              </p:cNvPr>
              <p:cNvSpPr/>
              <p:nvPr/>
            </p:nvSpPr>
            <p:spPr>
              <a:xfrm>
                <a:off x="287886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g3752">
                <a:extLst>
                  <a:ext uri="{FF2B5EF4-FFF2-40B4-BE49-F238E27FC236}">
                    <a16:creationId xmlns:a16="http://schemas.microsoft.com/office/drawing/2014/main" id="{664B802A-CAAB-2479-C4DA-9EB7F40E83BA}"/>
                  </a:ext>
                </a:extLst>
              </p:cNvPr>
              <p:cNvSpPr/>
              <p:nvPr/>
            </p:nvSpPr>
            <p:spPr>
              <a:xfrm>
                <a:off x="2890502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g3753">
                <a:extLst>
                  <a:ext uri="{FF2B5EF4-FFF2-40B4-BE49-F238E27FC236}">
                    <a16:creationId xmlns:a16="http://schemas.microsoft.com/office/drawing/2014/main" id="{34A2410F-D3DF-B902-734B-1DBCEB71FD90}"/>
                  </a:ext>
                </a:extLst>
              </p:cNvPr>
              <p:cNvSpPr/>
              <p:nvPr/>
            </p:nvSpPr>
            <p:spPr>
              <a:xfrm>
                <a:off x="2902139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g3754">
                <a:extLst>
                  <a:ext uri="{FF2B5EF4-FFF2-40B4-BE49-F238E27FC236}">
                    <a16:creationId xmlns:a16="http://schemas.microsoft.com/office/drawing/2014/main" id="{C3CB841E-64E0-99BB-5480-A3C636E80343}"/>
                  </a:ext>
                </a:extLst>
              </p:cNvPr>
              <p:cNvSpPr/>
              <p:nvPr/>
            </p:nvSpPr>
            <p:spPr>
              <a:xfrm>
                <a:off x="291377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g3755">
                <a:extLst>
                  <a:ext uri="{FF2B5EF4-FFF2-40B4-BE49-F238E27FC236}">
                    <a16:creationId xmlns:a16="http://schemas.microsoft.com/office/drawing/2014/main" id="{1470875D-8CC4-77E0-634A-0AD14B2D1674}"/>
                  </a:ext>
                </a:extLst>
              </p:cNvPr>
              <p:cNvSpPr/>
              <p:nvPr/>
            </p:nvSpPr>
            <p:spPr>
              <a:xfrm>
                <a:off x="457791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g3756">
                <a:extLst>
                  <a:ext uri="{FF2B5EF4-FFF2-40B4-BE49-F238E27FC236}">
                    <a16:creationId xmlns:a16="http://schemas.microsoft.com/office/drawing/2014/main" id="{53004052-25E1-EAB9-2A8B-3712B38F70ED}"/>
                  </a:ext>
                </a:extLst>
              </p:cNvPr>
              <p:cNvSpPr/>
              <p:nvPr/>
            </p:nvSpPr>
            <p:spPr>
              <a:xfrm>
                <a:off x="4589552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g3757">
                <a:extLst>
                  <a:ext uri="{FF2B5EF4-FFF2-40B4-BE49-F238E27FC236}">
                    <a16:creationId xmlns:a16="http://schemas.microsoft.com/office/drawing/2014/main" id="{D590F617-CC3F-98E6-DD64-AAAECFA7964F}"/>
                  </a:ext>
                </a:extLst>
              </p:cNvPr>
              <p:cNvSpPr/>
              <p:nvPr/>
            </p:nvSpPr>
            <p:spPr>
              <a:xfrm>
                <a:off x="4601190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g3758">
                <a:extLst>
                  <a:ext uri="{FF2B5EF4-FFF2-40B4-BE49-F238E27FC236}">
                    <a16:creationId xmlns:a16="http://schemas.microsoft.com/office/drawing/2014/main" id="{EC9B3F93-7AE2-FF1A-0439-2766035D2ADF}"/>
                  </a:ext>
                </a:extLst>
              </p:cNvPr>
              <p:cNvSpPr/>
              <p:nvPr/>
            </p:nvSpPr>
            <p:spPr>
              <a:xfrm>
                <a:off x="461282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g3759">
                <a:extLst>
                  <a:ext uri="{FF2B5EF4-FFF2-40B4-BE49-F238E27FC236}">
                    <a16:creationId xmlns:a16="http://schemas.microsoft.com/office/drawing/2014/main" id="{C502F606-9D03-3019-2EA5-ABE81BB7B233}"/>
                  </a:ext>
                </a:extLst>
              </p:cNvPr>
              <p:cNvSpPr/>
              <p:nvPr/>
            </p:nvSpPr>
            <p:spPr>
              <a:xfrm>
                <a:off x="4624464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g3760">
                <a:extLst>
                  <a:ext uri="{FF2B5EF4-FFF2-40B4-BE49-F238E27FC236}">
                    <a16:creationId xmlns:a16="http://schemas.microsoft.com/office/drawing/2014/main" id="{830DA8E2-BCD1-5345-F357-88789AB6DF61}"/>
                  </a:ext>
                </a:extLst>
              </p:cNvPr>
              <p:cNvSpPr/>
              <p:nvPr/>
            </p:nvSpPr>
            <p:spPr>
              <a:xfrm>
                <a:off x="4636101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g3761">
                <a:extLst>
                  <a:ext uri="{FF2B5EF4-FFF2-40B4-BE49-F238E27FC236}">
                    <a16:creationId xmlns:a16="http://schemas.microsoft.com/office/drawing/2014/main" id="{E7513AC8-2C03-18CD-2E16-BA1462FB10A1}"/>
                  </a:ext>
                </a:extLst>
              </p:cNvPr>
              <p:cNvSpPr/>
              <p:nvPr/>
            </p:nvSpPr>
            <p:spPr>
              <a:xfrm>
                <a:off x="4647739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g3762">
                <a:extLst>
                  <a:ext uri="{FF2B5EF4-FFF2-40B4-BE49-F238E27FC236}">
                    <a16:creationId xmlns:a16="http://schemas.microsoft.com/office/drawing/2014/main" id="{7547860D-5419-5E2B-D9EC-E66B1D11D1D0}"/>
                  </a:ext>
                </a:extLst>
              </p:cNvPr>
              <p:cNvSpPr/>
              <p:nvPr/>
            </p:nvSpPr>
            <p:spPr>
              <a:xfrm>
                <a:off x="4659376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g3763">
                <a:extLst>
                  <a:ext uri="{FF2B5EF4-FFF2-40B4-BE49-F238E27FC236}">
                    <a16:creationId xmlns:a16="http://schemas.microsoft.com/office/drawing/2014/main" id="{FACC474F-1620-D795-7497-6096E637B086}"/>
                  </a:ext>
                </a:extLst>
              </p:cNvPr>
              <p:cNvSpPr/>
              <p:nvPr/>
            </p:nvSpPr>
            <p:spPr>
              <a:xfrm>
                <a:off x="4671013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g3764">
                <a:extLst>
                  <a:ext uri="{FF2B5EF4-FFF2-40B4-BE49-F238E27FC236}">
                    <a16:creationId xmlns:a16="http://schemas.microsoft.com/office/drawing/2014/main" id="{F3A90B02-2A96-3E06-06D7-E1BCD4BB9B02}"/>
                  </a:ext>
                </a:extLst>
              </p:cNvPr>
              <p:cNvSpPr/>
              <p:nvPr/>
            </p:nvSpPr>
            <p:spPr>
              <a:xfrm>
                <a:off x="4682651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g3765">
                <a:extLst>
                  <a:ext uri="{FF2B5EF4-FFF2-40B4-BE49-F238E27FC236}">
                    <a16:creationId xmlns:a16="http://schemas.microsoft.com/office/drawing/2014/main" id="{709D2FE3-8454-4C70-554A-A196950DAA9B}"/>
                  </a:ext>
                </a:extLst>
              </p:cNvPr>
              <p:cNvSpPr/>
              <p:nvPr/>
            </p:nvSpPr>
            <p:spPr>
              <a:xfrm>
                <a:off x="4694288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g3766">
                <a:extLst>
                  <a:ext uri="{FF2B5EF4-FFF2-40B4-BE49-F238E27FC236}">
                    <a16:creationId xmlns:a16="http://schemas.microsoft.com/office/drawing/2014/main" id="{2BD5221F-AEF6-374F-2FAB-70F0DBAA47AA}"/>
                  </a:ext>
                </a:extLst>
              </p:cNvPr>
              <p:cNvSpPr/>
              <p:nvPr/>
            </p:nvSpPr>
            <p:spPr>
              <a:xfrm>
                <a:off x="470592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g3767">
                <a:extLst>
                  <a:ext uri="{FF2B5EF4-FFF2-40B4-BE49-F238E27FC236}">
                    <a16:creationId xmlns:a16="http://schemas.microsoft.com/office/drawing/2014/main" id="{5AD9B41C-7026-2C7C-64C0-3F50DA8C55D3}"/>
                  </a:ext>
                </a:extLst>
              </p:cNvPr>
              <p:cNvSpPr/>
              <p:nvPr/>
            </p:nvSpPr>
            <p:spPr>
              <a:xfrm>
                <a:off x="2855590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g3768">
                <a:extLst>
                  <a:ext uri="{FF2B5EF4-FFF2-40B4-BE49-F238E27FC236}">
                    <a16:creationId xmlns:a16="http://schemas.microsoft.com/office/drawing/2014/main" id="{0D01692D-BB35-E3EA-222D-3E93B5754813}"/>
                  </a:ext>
                </a:extLst>
              </p:cNvPr>
              <p:cNvSpPr/>
              <p:nvPr/>
            </p:nvSpPr>
            <p:spPr>
              <a:xfrm>
                <a:off x="2867227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g3769">
                <a:extLst>
                  <a:ext uri="{FF2B5EF4-FFF2-40B4-BE49-F238E27FC236}">
                    <a16:creationId xmlns:a16="http://schemas.microsoft.com/office/drawing/2014/main" id="{60146F27-C9ED-17A6-5E06-F1C6A848DF75}"/>
                  </a:ext>
                </a:extLst>
              </p:cNvPr>
              <p:cNvSpPr/>
              <p:nvPr/>
            </p:nvSpPr>
            <p:spPr>
              <a:xfrm>
                <a:off x="287886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g3770">
                <a:extLst>
                  <a:ext uri="{FF2B5EF4-FFF2-40B4-BE49-F238E27FC236}">
                    <a16:creationId xmlns:a16="http://schemas.microsoft.com/office/drawing/2014/main" id="{D1A4CF16-314B-81BD-55DB-A003EFF1A802}"/>
                  </a:ext>
                </a:extLst>
              </p:cNvPr>
              <p:cNvSpPr/>
              <p:nvPr/>
            </p:nvSpPr>
            <p:spPr>
              <a:xfrm>
                <a:off x="2890502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g3771">
                <a:extLst>
                  <a:ext uri="{FF2B5EF4-FFF2-40B4-BE49-F238E27FC236}">
                    <a16:creationId xmlns:a16="http://schemas.microsoft.com/office/drawing/2014/main" id="{D87C8160-43D8-0997-7318-99C30AA0B0D4}"/>
                  </a:ext>
                </a:extLst>
              </p:cNvPr>
              <p:cNvSpPr/>
              <p:nvPr/>
            </p:nvSpPr>
            <p:spPr>
              <a:xfrm>
                <a:off x="2902139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g3772">
                <a:extLst>
                  <a:ext uri="{FF2B5EF4-FFF2-40B4-BE49-F238E27FC236}">
                    <a16:creationId xmlns:a16="http://schemas.microsoft.com/office/drawing/2014/main" id="{5DDB9F74-865E-F0C5-876F-2802F7586F44}"/>
                  </a:ext>
                </a:extLst>
              </p:cNvPr>
              <p:cNvSpPr/>
              <p:nvPr/>
            </p:nvSpPr>
            <p:spPr>
              <a:xfrm>
                <a:off x="457791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g3773">
                <a:extLst>
                  <a:ext uri="{FF2B5EF4-FFF2-40B4-BE49-F238E27FC236}">
                    <a16:creationId xmlns:a16="http://schemas.microsoft.com/office/drawing/2014/main" id="{32C382EB-66B0-054E-794A-54778783ADB2}"/>
                  </a:ext>
                </a:extLst>
              </p:cNvPr>
              <p:cNvSpPr/>
              <p:nvPr/>
            </p:nvSpPr>
            <p:spPr>
              <a:xfrm>
                <a:off x="4589552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g3774">
                <a:extLst>
                  <a:ext uri="{FF2B5EF4-FFF2-40B4-BE49-F238E27FC236}">
                    <a16:creationId xmlns:a16="http://schemas.microsoft.com/office/drawing/2014/main" id="{DCBEB155-BF0A-CE99-D348-64F62CAEF8E5}"/>
                  </a:ext>
                </a:extLst>
              </p:cNvPr>
              <p:cNvSpPr/>
              <p:nvPr/>
            </p:nvSpPr>
            <p:spPr>
              <a:xfrm>
                <a:off x="4601190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g3775">
                <a:extLst>
                  <a:ext uri="{FF2B5EF4-FFF2-40B4-BE49-F238E27FC236}">
                    <a16:creationId xmlns:a16="http://schemas.microsoft.com/office/drawing/2014/main" id="{90FFB69F-AF4C-9A23-CFEC-50EE5230C56A}"/>
                  </a:ext>
                </a:extLst>
              </p:cNvPr>
              <p:cNvSpPr/>
              <p:nvPr/>
            </p:nvSpPr>
            <p:spPr>
              <a:xfrm>
                <a:off x="4612827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g3776">
                <a:extLst>
                  <a:ext uri="{FF2B5EF4-FFF2-40B4-BE49-F238E27FC236}">
                    <a16:creationId xmlns:a16="http://schemas.microsoft.com/office/drawing/2014/main" id="{FBBA0AAE-550A-A7FA-47AD-C6FC991FEF96}"/>
                  </a:ext>
                </a:extLst>
              </p:cNvPr>
              <p:cNvSpPr/>
              <p:nvPr/>
            </p:nvSpPr>
            <p:spPr>
              <a:xfrm>
                <a:off x="4624464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g3777">
                <a:extLst>
                  <a:ext uri="{FF2B5EF4-FFF2-40B4-BE49-F238E27FC236}">
                    <a16:creationId xmlns:a16="http://schemas.microsoft.com/office/drawing/2014/main" id="{338215B1-2217-9545-FC42-4300D4C4EA9F}"/>
                  </a:ext>
                </a:extLst>
              </p:cNvPr>
              <p:cNvSpPr/>
              <p:nvPr/>
            </p:nvSpPr>
            <p:spPr>
              <a:xfrm>
                <a:off x="4636101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g3778">
                <a:extLst>
                  <a:ext uri="{FF2B5EF4-FFF2-40B4-BE49-F238E27FC236}">
                    <a16:creationId xmlns:a16="http://schemas.microsoft.com/office/drawing/2014/main" id="{708ED0CB-6D2E-0673-409E-434CB972D1D8}"/>
                  </a:ext>
                </a:extLst>
              </p:cNvPr>
              <p:cNvSpPr/>
              <p:nvPr/>
            </p:nvSpPr>
            <p:spPr>
              <a:xfrm>
                <a:off x="4647739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g3779">
                <a:extLst>
                  <a:ext uri="{FF2B5EF4-FFF2-40B4-BE49-F238E27FC236}">
                    <a16:creationId xmlns:a16="http://schemas.microsoft.com/office/drawing/2014/main" id="{7F24731C-30B8-A12B-C8E4-796A6F35F8C6}"/>
                  </a:ext>
                </a:extLst>
              </p:cNvPr>
              <p:cNvSpPr/>
              <p:nvPr/>
            </p:nvSpPr>
            <p:spPr>
              <a:xfrm>
                <a:off x="4659376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g3780">
                <a:extLst>
                  <a:ext uri="{FF2B5EF4-FFF2-40B4-BE49-F238E27FC236}">
                    <a16:creationId xmlns:a16="http://schemas.microsoft.com/office/drawing/2014/main" id="{550443B1-DA07-5DD9-9328-7C5725360697}"/>
                  </a:ext>
                </a:extLst>
              </p:cNvPr>
              <p:cNvSpPr/>
              <p:nvPr/>
            </p:nvSpPr>
            <p:spPr>
              <a:xfrm>
                <a:off x="4671013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g3781">
                <a:extLst>
                  <a:ext uri="{FF2B5EF4-FFF2-40B4-BE49-F238E27FC236}">
                    <a16:creationId xmlns:a16="http://schemas.microsoft.com/office/drawing/2014/main" id="{5FB824CE-390F-6D83-24F6-A682C9FDD294}"/>
                  </a:ext>
                </a:extLst>
              </p:cNvPr>
              <p:cNvSpPr/>
              <p:nvPr/>
            </p:nvSpPr>
            <p:spPr>
              <a:xfrm>
                <a:off x="4682651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g3782">
                <a:extLst>
                  <a:ext uri="{FF2B5EF4-FFF2-40B4-BE49-F238E27FC236}">
                    <a16:creationId xmlns:a16="http://schemas.microsoft.com/office/drawing/2014/main" id="{24C54527-2A7C-5223-948D-CAC7C566525F}"/>
                  </a:ext>
                </a:extLst>
              </p:cNvPr>
              <p:cNvSpPr/>
              <p:nvPr/>
            </p:nvSpPr>
            <p:spPr>
              <a:xfrm>
                <a:off x="4694288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g3783">
                <a:extLst>
                  <a:ext uri="{FF2B5EF4-FFF2-40B4-BE49-F238E27FC236}">
                    <a16:creationId xmlns:a16="http://schemas.microsoft.com/office/drawing/2014/main" id="{E1E4119A-A26D-A0F5-A5A7-35271350DE7B}"/>
                  </a:ext>
                </a:extLst>
              </p:cNvPr>
              <p:cNvSpPr/>
              <p:nvPr/>
            </p:nvSpPr>
            <p:spPr>
              <a:xfrm>
                <a:off x="470592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g3784">
                <a:extLst>
                  <a:ext uri="{FF2B5EF4-FFF2-40B4-BE49-F238E27FC236}">
                    <a16:creationId xmlns:a16="http://schemas.microsoft.com/office/drawing/2014/main" id="{7EEB5349-D609-AC4C-7E20-5F7E8142610E}"/>
                  </a:ext>
                </a:extLst>
              </p:cNvPr>
              <p:cNvSpPr/>
              <p:nvPr/>
            </p:nvSpPr>
            <p:spPr>
              <a:xfrm>
                <a:off x="2855590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g3785">
                <a:extLst>
                  <a:ext uri="{FF2B5EF4-FFF2-40B4-BE49-F238E27FC236}">
                    <a16:creationId xmlns:a16="http://schemas.microsoft.com/office/drawing/2014/main" id="{794C0C61-EA20-D127-8814-5140DBFB3CF3}"/>
                  </a:ext>
                </a:extLst>
              </p:cNvPr>
              <p:cNvSpPr/>
              <p:nvPr/>
            </p:nvSpPr>
            <p:spPr>
              <a:xfrm>
                <a:off x="2867227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g3786">
                <a:extLst>
                  <a:ext uri="{FF2B5EF4-FFF2-40B4-BE49-F238E27FC236}">
                    <a16:creationId xmlns:a16="http://schemas.microsoft.com/office/drawing/2014/main" id="{289534DA-5964-F5FC-1BB1-BCDA28EE7ADB}"/>
                  </a:ext>
                </a:extLst>
              </p:cNvPr>
              <p:cNvSpPr/>
              <p:nvPr/>
            </p:nvSpPr>
            <p:spPr>
              <a:xfrm>
                <a:off x="2878865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g3787">
                <a:extLst>
                  <a:ext uri="{FF2B5EF4-FFF2-40B4-BE49-F238E27FC236}">
                    <a16:creationId xmlns:a16="http://schemas.microsoft.com/office/drawing/2014/main" id="{523AF6DA-9E68-F85D-CD00-B901344F8A72}"/>
                  </a:ext>
                </a:extLst>
              </p:cNvPr>
              <p:cNvSpPr/>
              <p:nvPr/>
            </p:nvSpPr>
            <p:spPr>
              <a:xfrm>
                <a:off x="2890502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g3788">
                <a:extLst>
                  <a:ext uri="{FF2B5EF4-FFF2-40B4-BE49-F238E27FC236}">
                    <a16:creationId xmlns:a16="http://schemas.microsoft.com/office/drawing/2014/main" id="{A4F861F5-7B73-1B3F-D72B-D80734415C34}"/>
                  </a:ext>
                </a:extLst>
              </p:cNvPr>
              <p:cNvSpPr/>
              <p:nvPr/>
            </p:nvSpPr>
            <p:spPr>
              <a:xfrm>
                <a:off x="2902139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g3789">
                <a:extLst>
                  <a:ext uri="{FF2B5EF4-FFF2-40B4-BE49-F238E27FC236}">
                    <a16:creationId xmlns:a16="http://schemas.microsoft.com/office/drawing/2014/main" id="{5C855C68-AB4A-0EDB-67D0-F70CD5E26205}"/>
                  </a:ext>
                </a:extLst>
              </p:cNvPr>
              <p:cNvSpPr/>
              <p:nvPr/>
            </p:nvSpPr>
            <p:spPr>
              <a:xfrm>
                <a:off x="4577915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9BC">
                  <a:alpha val="100000"/>
                </a:srgbClr>
              </a:solidFill>
              <a:ln w="5420" cap="flat">
                <a:solidFill>
                  <a:srgbClr val="89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g3790">
                <a:extLst>
                  <a:ext uri="{FF2B5EF4-FFF2-40B4-BE49-F238E27FC236}">
                    <a16:creationId xmlns:a16="http://schemas.microsoft.com/office/drawing/2014/main" id="{57F82133-721B-44FD-21D8-27B68B38C4D3}"/>
                  </a:ext>
                </a:extLst>
              </p:cNvPr>
              <p:cNvSpPr/>
              <p:nvPr/>
            </p:nvSpPr>
            <p:spPr>
              <a:xfrm>
                <a:off x="4589552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g3791">
                <a:extLst>
                  <a:ext uri="{FF2B5EF4-FFF2-40B4-BE49-F238E27FC236}">
                    <a16:creationId xmlns:a16="http://schemas.microsoft.com/office/drawing/2014/main" id="{A3CB2371-BFF5-24D2-78C5-1B575E3BCB39}"/>
                  </a:ext>
                </a:extLst>
              </p:cNvPr>
              <p:cNvSpPr/>
              <p:nvPr/>
            </p:nvSpPr>
            <p:spPr>
              <a:xfrm>
                <a:off x="4601190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g3792">
                <a:extLst>
                  <a:ext uri="{FF2B5EF4-FFF2-40B4-BE49-F238E27FC236}">
                    <a16:creationId xmlns:a16="http://schemas.microsoft.com/office/drawing/2014/main" id="{F15EE0D7-B940-63A2-83F7-64C62880B692}"/>
                  </a:ext>
                </a:extLst>
              </p:cNvPr>
              <p:cNvSpPr/>
              <p:nvPr/>
            </p:nvSpPr>
            <p:spPr>
              <a:xfrm>
                <a:off x="4612827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g3793">
                <a:extLst>
                  <a:ext uri="{FF2B5EF4-FFF2-40B4-BE49-F238E27FC236}">
                    <a16:creationId xmlns:a16="http://schemas.microsoft.com/office/drawing/2014/main" id="{7B934EFA-CF95-7A16-ED7F-3B94B65F34F0}"/>
                  </a:ext>
                </a:extLst>
              </p:cNvPr>
              <p:cNvSpPr/>
              <p:nvPr/>
            </p:nvSpPr>
            <p:spPr>
              <a:xfrm>
                <a:off x="4624464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g3794">
                <a:extLst>
                  <a:ext uri="{FF2B5EF4-FFF2-40B4-BE49-F238E27FC236}">
                    <a16:creationId xmlns:a16="http://schemas.microsoft.com/office/drawing/2014/main" id="{3A2B1CEE-C817-1653-3B3D-9E424856F3EE}"/>
                  </a:ext>
                </a:extLst>
              </p:cNvPr>
              <p:cNvSpPr/>
              <p:nvPr/>
            </p:nvSpPr>
            <p:spPr>
              <a:xfrm>
                <a:off x="4636101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g3795">
                <a:extLst>
                  <a:ext uri="{FF2B5EF4-FFF2-40B4-BE49-F238E27FC236}">
                    <a16:creationId xmlns:a16="http://schemas.microsoft.com/office/drawing/2014/main" id="{1934C39D-AF3E-C194-92A6-AA7BB4831C72}"/>
                  </a:ext>
                </a:extLst>
              </p:cNvPr>
              <p:cNvSpPr/>
              <p:nvPr/>
            </p:nvSpPr>
            <p:spPr>
              <a:xfrm>
                <a:off x="4647739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g3796">
                <a:extLst>
                  <a:ext uri="{FF2B5EF4-FFF2-40B4-BE49-F238E27FC236}">
                    <a16:creationId xmlns:a16="http://schemas.microsoft.com/office/drawing/2014/main" id="{D57501D5-5408-18E3-1204-03A0FE80D760}"/>
                  </a:ext>
                </a:extLst>
              </p:cNvPr>
              <p:cNvSpPr/>
              <p:nvPr/>
            </p:nvSpPr>
            <p:spPr>
              <a:xfrm>
                <a:off x="4659376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g3797">
                <a:extLst>
                  <a:ext uri="{FF2B5EF4-FFF2-40B4-BE49-F238E27FC236}">
                    <a16:creationId xmlns:a16="http://schemas.microsoft.com/office/drawing/2014/main" id="{DB790AFF-D0D6-1E02-39EF-9343457B1ECC}"/>
                  </a:ext>
                </a:extLst>
              </p:cNvPr>
              <p:cNvSpPr/>
              <p:nvPr/>
            </p:nvSpPr>
            <p:spPr>
              <a:xfrm>
                <a:off x="4671013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g3798">
                <a:extLst>
                  <a:ext uri="{FF2B5EF4-FFF2-40B4-BE49-F238E27FC236}">
                    <a16:creationId xmlns:a16="http://schemas.microsoft.com/office/drawing/2014/main" id="{77B475DC-36D1-4E23-D6FD-3943E911A9D0}"/>
                  </a:ext>
                </a:extLst>
              </p:cNvPr>
              <p:cNvSpPr/>
              <p:nvPr/>
            </p:nvSpPr>
            <p:spPr>
              <a:xfrm>
                <a:off x="4682651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g3799">
                <a:extLst>
                  <a:ext uri="{FF2B5EF4-FFF2-40B4-BE49-F238E27FC236}">
                    <a16:creationId xmlns:a16="http://schemas.microsoft.com/office/drawing/2014/main" id="{C789C307-7F48-28C7-ED83-41DA15394039}"/>
                  </a:ext>
                </a:extLst>
              </p:cNvPr>
              <p:cNvSpPr/>
              <p:nvPr/>
            </p:nvSpPr>
            <p:spPr>
              <a:xfrm>
                <a:off x="4694288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g3800">
                <a:extLst>
                  <a:ext uri="{FF2B5EF4-FFF2-40B4-BE49-F238E27FC236}">
                    <a16:creationId xmlns:a16="http://schemas.microsoft.com/office/drawing/2014/main" id="{44F9D2FC-F9DB-1EB1-0C6F-42EFBAEFC63E}"/>
                  </a:ext>
                </a:extLst>
              </p:cNvPr>
              <p:cNvSpPr/>
              <p:nvPr/>
            </p:nvSpPr>
            <p:spPr>
              <a:xfrm>
                <a:off x="2843953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g3801">
                <a:extLst>
                  <a:ext uri="{FF2B5EF4-FFF2-40B4-BE49-F238E27FC236}">
                    <a16:creationId xmlns:a16="http://schemas.microsoft.com/office/drawing/2014/main" id="{448B9A71-51A0-0B46-C728-27CD3C9021C0}"/>
                  </a:ext>
                </a:extLst>
              </p:cNvPr>
              <p:cNvSpPr/>
              <p:nvPr/>
            </p:nvSpPr>
            <p:spPr>
              <a:xfrm>
                <a:off x="2855590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g3802">
                <a:extLst>
                  <a:ext uri="{FF2B5EF4-FFF2-40B4-BE49-F238E27FC236}">
                    <a16:creationId xmlns:a16="http://schemas.microsoft.com/office/drawing/2014/main" id="{F2C1D3DD-1A7C-4FA2-374E-2A237FFC5FEE}"/>
                  </a:ext>
                </a:extLst>
              </p:cNvPr>
              <p:cNvSpPr/>
              <p:nvPr/>
            </p:nvSpPr>
            <p:spPr>
              <a:xfrm>
                <a:off x="2867227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g3803">
                <a:extLst>
                  <a:ext uri="{FF2B5EF4-FFF2-40B4-BE49-F238E27FC236}">
                    <a16:creationId xmlns:a16="http://schemas.microsoft.com/office/drawing/2014/main" id="{BFCF4430-8118-4BC2-ED95-5955F62831A4}"/>
                  </a:ext>
                </a:extLst>
              </p:cNvPr>
              <p:cNvSpPr/>
              <p:nvPr/>
            </p:nvSpPr>
            <p:spPr>
              <a:xfrm>
                <a:off x="2878865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g3804">
                <a:extLst>
                  <a:ext uri="{FF2B5EF4-FFF2-40B4-BE49-F238E27FC236}">
                    <a16:creationId xmlns:a16="http://schemas.microsoft.com/office/drawing/2014/main" id="{80F43EC7-2DBC-AF29-09BB-E0C28A73E1DC}"/>
                  </a:ext>
                </a:extLst>
              </p:cNvPr>
              <p:cNvSpPr/>
              <p:nvPr/>
            </p:nvSpPr>
            <p:spPr>
              <a:xfrm>
                <a:off x="2890502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g3805">
                <a:extLst>
                  <a:ext uri="{FF2B5EF4-FFF2-40B4-BE49-F238E27FC236}">
                    <a16:creationId xmlns:a16="http://schemas.microsoft.com/office/drawing/2014/main" id="{A8975042-CEA9-8885-D96D-03CE76B16668}"/>
                  </a:ext>
                </a:extLst>
              </p:cNvPr>
              <p:cNvSpPr/>
              <p:nvPr/>
            </p:nvSpPr>
            <p:spPr>
              <a:xfrm>
                <a:off x="4589552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g3806">
                <a:extLst>
                  <a:ext uri="{FF2B5EF4-FFF2-40B4-BE49-F238E27FC236}">
                    <a16:creationId xmlns:a16="http://schemas.microsoft.com/office/drawing/2014/main" id="{5E34759D-4A34-B3C6-5FD4-28D3BFACA341}"/>
                  </a:ext>
                </a:extLst>
              </p:cNvPr>
              <p:cNvSpPr/>
              <p:nvPr/>
            </p:nvSpPr>
            <p:spPr>
              <a:xfrm>
                <a:off x="4601190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g3807">
                <a:extLst>
                  <a:ext uri="{FF2B5EF4-FFF2-40B4-BE49-F238E27FC236}">
                    <a16:creationId xmlns:a16="http://schemas.microsoft.com/office/drawing/2014/main" id="{28AB2C91-5292-596F-E046-4A4B0438FCEB}"/>
                  </a:ext>
                </a:extLst>
              </p:cNvPr>
              <p:cNvSpPr/>
              <p:nvPr/>
            </p:nvSpPr>
            <p:spPr>
              <a:xfrm>
                <a:off x="4612827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g3808">
                <a:extLst>
                  <a:ext uri="{FF2B5EF4-FFF2-40B4-BE49-F238E27FC236}">
                    <a16:creationId xmlns:a16="http://schemas.microsoft.com/office/drawing/2014/main" id="{9C268B24-2075-2066-063D-2828AA322777}"/>
                  </a:ext>
                </a:extLst>
              </p:cNvPr>
              <p:cNvSpPr/>
              <p:nvPr/>
            </p:nvSpPr>
            <p:spPr>
              <a:xfrm>
                <a:off x="4624464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g3809">
                <a:extLst>
                  <a:ext uri="{FF2B5EF4-FFF2-40B4-BE49-F238E27FC236}">
                    <a16:creationId xmlns:a16="http://schemas.microsoft.com/office/drawing/2014/main" id="{5DB1DC6F-7EA4-A71E-5255-1F1B0D1DF4D1}"/>
                  </a:ext>
                </a:extLst>
              </p:cNvPr>
              <p:cNvSpPr/>
              <p:nvPr/>
            </p:nvSpPr>
            <p:spPr>
              <a:xfrm>
                <a:off x="4636101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g3810">
                <a:extLst>
                  <a:ext uri="{FF2B5EF4-FFF2-40B4-BE49-F238E27FC236}">
                    <a16:creationId xmlns:a16="http://schemas.microsoft.com/office/drawing/2014/main" id="{19B5C357-DAA1-7679-0859-73F46D0F92C4}"/>
                  </a:ext>
                </a:extLst>
              </p:cNvPr>
              <p:cNvSpPr/>
              <p:nvPr/>
            </p:nvSpPr>
            <p:spPr>
              <a:xfrm>
                <a:off x="4647739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g3811">
                <a:extLst>
                  <a:ext uri="{FF2B5EF4-FFF2-40B4-BE49-F238E27FC236}">
                    <a16:creationId xmlns:a16="http://schemas.microsoft.com/office/drawing/2014/main" id="{31429B6C-A5A7-8930-E513-ABBB14D5CBF0}"/>
                  </a:ext>
                </a:extLst>
              </p:cNvPr>
              <p:cNvSpPr/>
              <p:nvPr/>
            </p:nvSpPr>
            <p:spPr>
              <a:xfrm>
                <a:off x="4659376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g3812">
                <a:extLst>
                  <a:ext uri="{FF2B5EF4-FFF2-40B4-BE49-F238E27FC236}">
                    <a16:creationId xmlns:a16="http://schemas.microsoft.com/office/drawing/2014/main" id="{6DECD67E-D9CB-642E-20B2-5266832CD5A2}"/>
                  </a:ext>
                </a:extLst>
              </p:cNvPr>
              <p:cNvSpPr/>
              <p:nvPr/>
            </p:nvSpPr>
            <p:spPr>
              <a:xfrm>
                <a:off x="4671013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g3813">
                <a:extLst>
                  <a:ext uri="{FF2B5EF4-FFF2-40B4-BE49-F238E27FC236}">
                    <a16:creationId xmlns:a16="http://schemas.microsoft.com/office/drawing/2014/main" id="{B0707754-D226-FC9B-FDA8-3945FBBF6464}"/>
                  </a:ext>
                </a:extLst>
              </p:cNvPr>
              <p:cNvSpPr/>
              <p:nvPr/>
            </p:nvSpPr>
            <p:spPr>
              <a:xfrm>
                <a:off x="4682651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g3814">
                <a:extLst>
                  <a:ext uri="{FF2B5EF4-FFF2-40B4-BE49-F238E27FC236}">
                    <a16:creationId xmlns:a16="http://schemas.microsoft.com/office/drawing/2014/main" id="{989E23B7-6277-5C2C-069B-A7622734835D}"/>
                  </a:ext>
                </a:extLst>
              </p:cNvPr>
              <p:cNvSpPr/>
              <p:nvPr/>
            </p:nvSpPr>
            <p:spPr>
              <a:xfrm>
                <a:off x="2843953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g3815">
                <a:extLst>
                  <a:ext uri="{FF2B5EF4-FFF2-40B4-BE49-F238E27FC236}">
                    <a16:creationId xmlns:a16="http://schemas.microsoft.com/office/drawing/2014/main" id="{1820F619-ECE6-877A-AAB9-3473C2783D06}"/>
                  </a:ext>
                </a:extLst>
              </p:cNvPr>
              <p:cNvSpPr/>
              <p:nvPr/>
            </p:nvSpPr>
            <p:spPr>
              <a:xfrm>
                <a:off x="2855590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g3816">
                <a:extLst>
                  <a:ext uri="{FF2B5EF4-FFF2-40B4-BE49-F238E27FC236}">
                    <a16:creationId xmlns:a16="http://schemas.microsoft.com/office/drawing/2014/main" id="{40712549-DBF2-2193-B2FD-A465C8B701D7}"/>
                  </a:ext>
                </a:extLst>
              </p:cNvPr>
              <p:cNvSpPr/>
              <p:nvPr/>
            </p:nvSpPr>
            <p:spPr>
              <a:xfrm>
                <a:off x="2867227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g3817">
                <a:extLst>
                  <a:ext uri="{FF2B5EF4-FFF2-40B4-BE49-F238E27FC236}">
                    <a16:creationId xmlns:a16="http://schemas.microsoft.com/office/drawing/2014/main" id="{82892AF3-9D29-B10E-ECCD-3703973DF89E}"/>
                  </a:ext>
                </a:extLst>
              </p:cNvPr>
              <p:cNvSpPr/>
              <p:nvPr/>
            </p:nvSpPr>
            <p:spPr>
              <a:xfrm>
                <a:off x="2878865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g3818">
                <a:extLst>
                  <a:ext uri="{FF2B5EF4-FFF2-40B4-BE49-F238E27FC236}">
                    <a16:creationId xmlns:a16="http://schemas.microsoft.com/office/drawing/2014/main" id="{B0F6597B-B0F3-AA8A-789E-350E79F0D933}"/>
                  </a:ext>
                </a:extLst>
              </p:cNvPr>
              <p:cNvSpPr/>
              <p:nvPr/>
            </p:nvSpPr>
            <p:spPr>
              <a:xfrm>
                <a:off x="2890502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g3819">
                <a:extLst>
                  <a:ext uri="{FF2B5EF4-FFF2-40B4-BE49-F238E27FC236}">
                    <a16:creationId xmlns:a16="http://schemas.microsoft.com/office/drawing/2014/main" id="{349EEB60-0279-F2DD-A2C8-0220259DAB1B}"/>
                  </a:ext>
                </a:extLst>
              </p:cNvPr>
              <p:cNvSpPr/>
              <p:nvPr/>
            </p:nvSpPr>
            <p:spPr>
              <a:xfrm>
                <a:off x="4601190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g3820">
                <a:extLst>
                  <a:ext uri="{FF2B5EF4-FFF2-40B4-BE49-F238E27FC236}">
                    <a16:creationId xmlns:a16="http://schemas.microsoft.com/office/drawing/2014/main" id="{9D1DFF97-DE17-CD87-8F4B-F44CBD508867}"/>
                  </a:ext>
                </a:extLst>
              </p:cNvPr>
              <p:cNvSpPr/>
              <p:nvPr/>
            </p:nvSpPr>
            <p:spPr>
              <a:xfrm>
                <a:off x="4612827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g3821">
                <a:extLst>
                  <a:ext uri="{FF2B5EF4-FFF2-40B4-BE49-F238E27FC236}">
                    <a16:creationId xmlns:a16="http://schemas.microsoft.com/office/drawing/2014/main" id="{4674A886-FDBB-385E-CC30-A9DABFD7773B}"/>
                  </a:ext>
                </a:extLst>
              </p:cNvPr>
              <p:cNvSpPr/>
              <p:nvPr/>
            </p:nvSpPr>
            <p:spPr>
              <a:xfrm>
                <a:off x="4624464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g3822">
                <a:extLst>
                  <a:ext uri="{FF2B5EF4-FFF2-40B4-BE49-F238E27FC236}">
                    <a16:creationId xmlns:a16="http://schemas.microsoft.com/office/drawing/2014/main" id="{E157A8A8-60EB-44FD-1FD7-0E4E9F01B66A}"/>
                  </a:ext>
                </a:extLst>
              </p:cNvPr>
              <p:cNvSpPr/>
              <p:nvPr/>
            </p:nvSpPr>
            <p:spPr>
              <a:xfrm>
                <a:off x="4636101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g3823">
                <a:extLst>
                  <a:ext uri="{FF2B5EF4-FFF2-40B4-BE49-F238E27FC236}">
                    <a16:creationId xmlns:a16="http://schemas.microsoft.com/office/drawing/2014/main" id="{DA07281D-48E2-979F-64ED-2E1CF8483250}"/>
                  </a:ext>
                </a:extLst>
              </p:cNvPr>
              <p:cNvSpPr/>
              <p:nvPr/>
            </p:nvSpPr>
            <p:spPr>
              <a:xfrm>
                <a:off x="4647739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g3824">
                <a:extLst>
                  <a:ext uri="{FF2B5EF4-FFF2-40B4-BE49-F238E27FC236}">
                    <a16:creationId xmlns:a16="http://schemas.microsoft.com/office/drawing/2014/main" id="{25231F08-828C-C5D7-2C69-1B8B67FE2D89}"/>
                  </a:ext>
                </a:extLst>
              </p:cNvPr>
              <p:cNvSpPr/>
              <p:nvPr/>
            </p:nvSpPr>
            <p:spPr>
              <a:xfrm>
                <a:off x="2843953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g3825">
                <a:extLst>
                  <a:ext uri="{FF2B5EF4-FFF2-40B4-BE49-F238E27FC236}">
                    <a16:creationId xmlns:a16="http://schemas.microsoft.com/office/drawing/2014/main" id="{14AA218C-1C4D-AF1E-0B4B-39C77F721D0C}"/>
                  </a:ext>
                </a:extLst>
              </p:cNvPr>
              <p:cNvSpPr/>
              <p:nvPr/>
            </p:nvSpPr>
            <p:spPr>
              <a:xfrm>
                <a:off x="2855590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g3826">
                <a:extLst>
                  <a:ext uri="{FF2B5EF4-FFF2-40B4-BE49-F238E27FC236}">
                    <a16:creationId xmlns:a16="http://schemas.microsoft.com/office/drawing/2014/main" id="{58567D9F-8038-51B5-FCF4-D2A761E8D2F9}"/>
                  </a:ext>
                </a:extLst>
              </p:cNvPr>
              <p:cNvSpPr/>
              <p:nvPr/>
            </p:nvSpPr>
            <p:spPr>
              <a:xfrm>
                <a:off x="2867227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g3827">
                <a:extLst>
                  <a:ext uri="{FF2B5EF4-FFF2-40B4-BE49-F238E27FC236}">
                    <a16:creationId xmlns:a16="http://schemas.microsoft.com/office/drawing/2014/main" id="{C560C0C5-6DE9-CB6E-F3C7-0EE64BE5B9E8}"/>
                  </a:ext>
                </a:extLst>
              </p:cNvPr>
              <p:cNvSpPr/>
              <p:nvPr/>
            </p:nvSpPr>
            <p:spPr>
              <a:xfrm>
                <a:off x="2878865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g3828">
                <a:extLst>
                  <a:ext uri="{FF2B5EF4-FFF2-40B4-BE49-F238E27FC236}">
                    <a16:creationId xmlns:a16="http://schemas.microsoft.com/office/drawing/2014/main" id="{703B1184-7B77-C4D6-1C09-9731CD3686A9}"/>
                  </a:ext>
                </a:extLst>
              </p:cNvPr>
              <p:cNvSpPr/>
              <p:nvPr/>
            </p:nvSpPr>
            <p:spPr>
              <a:xfrm>
                <a:off x="2890502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g3829">
                <a:extLst>
                  <a:ext uri="{FF2B5EF4-FFF2-40B4-BE49-F238E27FC236}">
                    <a16:creationId xmlns:a16="http://schemas.microsoft.com/office/drawing/2014/main" id="{FA026CDC-5749-A891-DD11-2AF818300D38}"/>
                  </a:ext>
                </a:extLst>
              </p:cNvPr>
              <p:cNvSpPr/>
              <p:nvPr/>
            </p:nvSpPr>
            <p:spPr>
              <a:xfrm>
                <a:off x="2843953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g3830">
                <a:extLst>
                  <a:ext uri="{FF2B5EF4-FFF2-40B4-BE49-F238E27FC236}">
                    <a16:creationId xmlns:a16="http://schemas.microsoft.com/office/drawing/2014/main" id="{4BCF4D76-44B6-24A5-1F94-1D542DECAED4}"/>
                  </a:ext>
                </a:extLst>
              </p:cNvPr>
              <p:cNvSpPr/>
              <p:nvPr/>
            </p:nvSpPr>
            <p:spPr>
              <a:xfrm>
                <a:off x="2855590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g3831">
                <a:extLst>
                  <a:ext uri="{FF2B5EF4-FFF2-40B4-BE49-F238E27FC236}">
                    <a16:creationId xmlns:a16="http://schemas.microsoft.com/office/drawing/2014/main" id="{AD2B7406-2C20-BB2E-8E03-F7968411219F}"/>
                  </a:ext>
                </a:extLst>
              </p:cNvPr>
              <p:cNvSpPr/>
              <p:nvPr/>
            </p:nvSpPr>
            <p:spPr>
              <a:xfrm>
                <a:off x="2867227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g3832">
                <a:extLst>
                  <a:ext uri="{FF2B5EF4-FFF2-40B4-BE49-F238E27FC236}">
                    <a16:creationId xmlns:a16="http://schemas.microsoft.com/office/drawing/2014/main" id="{FE60CFCA-D795-C36A-6A47-930F574AB0EC}"/>
                  </a:ext>
                </a:extLst>
              </p:cNvPr>
              <p:cNvSpPr/>
              <p:nvPr/>
            </p:nvSpPr>
            <p:spPr>
              <a:xfrm>
                <a:off x="2878865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g3833">
                <a:extLst>
                  <a:ext uri="{FF2B5EF4-FFF2-40B4-BE49-F238E27FC236}">
                    <a16:creationId xmlns:a16="http://schemas.microsoft.com/office/drawing/2014/main" id="{813C3240-D26A-2C05-08AA-80F72A0F8A1A}"/>
                  </a:ext>
                </a:extLst>
              </p:cNvPr>
              <p:cNvSpPr/>
              <p:nvPr/>
            </p:nvSpPr>
            <p:spPr>
              <a:xfrm>
                <a:off x="2832315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g3834">
                <a:extLst>
                  <a:ext uri="{FF2B5EF4-FFF2-40B4-BE49-F238E27FC236}">
                    <a16:creationId xmlns:a16="http://schemas.microsoft.com/office/drawing/2014/main" id="{14730790-1753-6765-1038-FF7BD70A5AED}"/>
                  </a:ext>
                </a:extLst>
              </p:cNvPr>
              <p:cNvSpPr/>
              <p:nvPr/>
            </p:nvSpPr>
            <p:spPr>
              <a:xfrm>
                <a:off x="2843953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g3835">
                <a:extLst>
                  <a:ext uri="{FF2B5EF4-FFF2-40B4-BE49-F238E27FC236}">
                    <a16:creationId xmlns:a16="http://schemas.microsoft.com/office/drawing/2014/main" id="{28AD6719-5E81-7652-7AB6-2CEDDC342D83}"/>
                  </a:ext>
                </a:extLst>
              </p:cNvPr>
              <p:cNvSpPr/>
              <p:nvPr/>
            </p:nvSpPr>
            <p:spPr>
              <a:xfrm>
                <a:off x="2855590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g3836">
                <a:extLst>
                  <a:ext uri="{FF2B5EF4-FFF2-40B4-BE49-F238E27FC236}">
                    <a16:creationId xmlns:a16="http://schemas.microsoft.com/office/drawing/2014/main" id="{22EACD1F-5550-8F01-E953-52C945E44B47}"/>
                  </a:ext>
                </a:extLst>
              </p:cNvPr>
              <p:cNvSpPr/>
              <p:nvPr/>
            </p:nvSpPr>
            <p:spPr>
              <a:xfrm>
                <a:off x="2867227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g3837">
                <a:extLst>
                  <a:ext uri="{FF2B5EF4-FFF2-40B4-BE49-F238E27FC236}">
                    <a16:creationId xmlns:a16="http://schemas.microsoft.com/office/drawing/2014/main" id="{7F207173-D04A-92D6-0B79-76FCBDEB4EC5}"/>
                  </a:ext>
                </a:extLst>
              </p:cNvPr>
              <p:cNvSpPr/>
              <p:nvPr/>
            </p:nvSpPr>
            <p:spPr>
              <a:xfrm>
                <a:off x="2878865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g3838">
                <a:extLst>
                  <a:ext uri="{FF2B5EF4-FFF2-40B4-BE49-F238E27FC236}">
                    <a16:creationId xmlns:a16="http://schemas.microsoft.com/office/drawing/2014/main" id="{A26AF90C-51E4-D160-D554-2DAE3AE9199A}"/>
                  </a:ext>
                </a:extLst>
              </p:cNvPr>
              <p:cNvSpPr/>
              <p:nvPr/>
            </p:nvSpPr>
            <p:spPr>
              <a:xfrm>
                <a:off x="2832315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g3839">
                <a:extLst>
                  <a:ext uri="{FF2B5EF4-FFF2-40B4-BE49-F238E27FC236}">
                    <a16:creationId xmlns:a16="http://schemas.microsoft.com/office/drawing/2014/main" id="{20FA98F8-2219-4A3A-C2FC-E7BC7DEEB411}"/>
                  </a:ext>
                </a:extLst>
              </p:cNvPr>
              <p:cNvSpPr/>
              <p:nvPr/>
            </p:nvSpPr>
            <p:spPr>
              <a:xfrm>
                <a:off x="2843953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g3840">
                <a:extLst>
                  <a:ext uri="{FF2B5EF4-FFF2-40B4-BE49-F238E27FC236}">
                    <a16:creationId xmlns:a16="http://schemas.microsoft.com/office/drawing/2014/main" id="{8650434B-B474-D5F1-B58C-274D321FF2D9}"/>
                  </a:ext>
                </a:extLst>
              </p:cNvPr>
              <p:cNvSpPr/>
              <p:nvPr/>
            </p:nvSpPr>
            <p:spPr>
              <a:xfrm>
                <a:off x="2855590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g3841">
                <a:extLst>
                  <a:ext uri="{FF2B5EF4-FFF2-40B4-BE49-F238E27FC236}">
                    <a16:creationId xmlns:a16="http://schemas.microsoft.com/office/drawing/2014/main" id="{ADE75962-6C88-3A4A-C6C9-0CF351D3FFF0}"/>
                  </a:ext>
                </a:extLst>
              </p:cNvPr>
              <p:cNvSpPr/>
              <p:nvPr/>
            </p:nvSpPr>
            <p:spPr>
              <a:xfrm>
                <a:off x="2867227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g3842">
                <a:extLst>
                  <a:ext uri="{FF2B5EF4-FFF2-40B4-BE49-F238E27FC236}">
                    <a16:creationId xmlns:a16="http://schemas.microsoft.com/office/drawing/2014/main" id="{8E3949D9-CBBF-0410-6A2D-A194053D80A4}"/>
                  </a:ext>
                </a:extLst>
              </p:cNvPr>
              <p:cNvSpPr/>
              <p:nvPr/>
            </p:nvSpPr>
            <p:spPr>
              <a:xfrm>
                <a:off x="2878865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g3843">
                <a:extLst>
                  <a:ext uri="{FF2B5EF4-FFF2-40B4-BE49-F238E27FC236}">
                    <a16:creationId xmlns:a16="http://schemas.microsoft.com/office/drawing/2014/main" id="{5976C61E-4482-0659-85AC-AD4100E22B4F}"/>
                  </a:ext>
                </a:extLst>
              </p:cNvPr>
              <p:cNvSpPr/>
              <p:nvPr/>
            </p:nvSpPr>
            <p:spPr>
              <a:xfrm>
                <a:off x="2832315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g3844">
                <a:extLst>
                  <a:ext uri="{FF2B5EF4-FFF2-40B4-BE49-F238E27FC236}">
                    <a16:creationId xmlns:a16="http://schemas.microsoft.com/office/drawing/2014/main" id="{5A5A382A-5782-1EAD-82F5-F63C4F886AF6}"/>
                  </a:ext>
                </a:extLst>
              </p:cNvPr>
              <p:cNvSpPr/>
              <p:nvPr/>
            </p:nvSpPr>
            <p:spPr>
              <a:xfrm>
                <a:off x="2843953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g3845">
                <a:extLst>
                  <a:ext uri="{FF2B5EF4-FFF2-40B4-BE49-F238E27FC236}">
                    <a16:creationId xmlns:a16="http://schemas.microsoft.com/office/drawing/2014/main" id="{A875981E-8F54-4037-CD7D-F22AC65D48D5}"/>
                  </a:ext>
                </a:extLst>
              </p:cNvPr>
              <p:cNvSpPr/>
              <p:nvPr/>
            </p:nvSpPr>
            <p:spPr>
              <a:xfrm>
                <a:off x="2855590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g3846">
                <a:extLst>
                  <a:ext uri="{FF2B5EF4-FFF2-40B4-BE49-F238E27FC236}">
                    <a16:creationId xmlns:a16="http://schemas.microsoft.com/office/drawing/2014/main" id="{E9042783-C359-75F7-C2FE-E5E458016851}"/>
                  </a:ext>
                </a:extLst>
              </p:cNvPr>
              <p:cNvSpPr/>
              <p:nvPr/>
            </p:nvSpPr>
            <p:spPr>
              <a:xfrm>
                <a:off x="2867227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g3847">
                <a:extLst>
                  <a:ext uri="{FF2B5EF4-FFF2-40B4-BE49-F238E27FC236}">
                    <a16:creationId xmlns:a16="http://schemas.microsoft.com/office/drawing/2014/main" id="{8D32BE10-4F83-E2DE-FC18-0E02958B9A41}"/>
                  </a:ext>
                </a:extLst>
              </p:cNvPr>
              <p:cNvSpPr/>
              <p:nvPr/>
            </p:nvSpPr>
            <p:spPr>
              <a:xfrm>
                <a:off x="2878865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g3848">
                <a:extLst>
                  <a:ext uri="{FF2B5EF4-FFF2-40B4-BE49-F238E27FC236}">
                    <a16:creationId xmlns:a16="http://schemas.microsoft.com/office/drawing/2014/main" id="{F271153C-4AF7-0130-1DF2-CDF8599153A7}"/>
                  </a:ext>
                </a:extLst>
              </p:cNvPr>
              <p:cNvSpPr/>
              <p:nvPr/>
            </p:nvSpPr>
            <p:spPr>
              <a:xfrm>
                <a:off x="2832315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g3849">
                <a:extLst>
                  <a:ext uri="{FF2B5EF4-FFF2-40B4-BE49-F238E27FC236}">
                    <a16:creationId xmlns:a16="http://schemas.microsoft.com/office/drawing/2014/main" id="{453222DE-9B8B-3413-543A-912C824A603F}"/>
                  </a:ext>
                </a:extLst>
              </p:cNvPr>
              <p:cNvSpPr/>
              <p:nvPr/>
            </p:nvSpPr>
            <p:spPr>
              <a:xfrm>
                <a:off x="2843953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g3850">
                <a:extLst>
                  <a:ext uri="{FF2B5EF4-FFF2-40B4-BE49-F238E27FC236}">
                    <a16:creationId xmlns:a16="http://schemas.microsoft.com/office/drawing/2014/main" id="{2BC244D1-954A-0255-FF6D-624CC78088F0}"/>
                  </a:ext>
                </a:extLst>
              </p:cNvPr>
              <p:cNvSpPr/>
              <p:nvPr/>
            </p:nvSpPr>
            <p:spPr>
              <a:xfrm>
                <a:off x="2855590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g3851">
                <a:extLst>
                  <a:ext uri="{FF2B5EF4-FFF2-40B4-BE49-F238E27FC236}">
                    <a16:creationId xmlns:a16="http://schemas.microsoft.com/office/drawing/2014/main" id="{8236496A-E52B-C286-0C8A-81BE3C867F33}"/>
                  </a:ext>
                </a:extLst>
              </p:cNvPr>
              <p:cNvSpPr/>
              <p:nvPr/>
            </p:nvSpPr>
            <p:spPr>
              <a:xfrm>
                <a:off x="2867227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g3852">
                <a:extLst>
                  <a:ext uri="{FF2B5EF4-FFF2-40B4-BE49-F238E27FC236}">
                    <a16:creationId xmlns:a16="http://schemas.microsoft.com/office/drawing/2014/main" id="{E4E13428-EDA4-96A3-6F66-8155FED9CBC6}"/>
                  </a:ext>
                </a:extLst>
              </p:cNvPr>
              <p:cNvSpPr/>
              <p:nvPr/>
            </p:nvSpPr>
            <p:spPr>
              <a:xfrm>
                <a:off x="2832315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g3853">
                <a:extLst>
                  <a:ext uri="{FF2B5EF4-FFF2-40B4-BE49-F238E27FC236}">
                    <a16:creationId xmlns:a16="http://schemas.microsoft.com/office/drawing/2014/main" id="{24131837-5704-A90B-39ED-3FADCA0E4596}"/>
                  </a:ext>
                </a:extLst>
              </p:cNvPr>
              <p:cNvSpPr/>
              <p:nvPr/>
            </p:nvSpPr>
            <p:spPr>
              <a:xfrm>
                <a:off x="2843953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g3854">
                <a:extLst>
                  <a:ext uri="{FF2B5EF4-FFF2-40B4-BE49-F238E27FC236}">
                    <a16:creationId xmlns:a16="http://schemas.microsoft.com/office/drawing/2014/main" id="{53FCB8CC-7238-1B88-EDDC-79D8EBEDCE75}"/>
                  </a:ext>
                </a:extLst>
              </p:cNvPr>
              <p:cNvSpPr/>
              <p:nvPr/>
            </p:nvSpPr>
            <p:spPr>
              <a:xfrm>
                <a:off x="2855590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g3855">
                <a:extLst>
                  <a:ext uri="{FF2B5EF4-FFF2-40B4-BE49-F238E27FC236}">
                    <a16:creationId xmlns:a16="http://schemas.microsoft.com/office/drawing/2014/main" id="{D09BF064-6B37-CFC7-9BC7-FB21726D5173}"/>
                  </a:ext>
                </a:extLst>
              </p:cNvPr>
              <p:cNvSpPr/>
              <p:nvPr/>
            </p:nvSpPr>
            <p:spPr>
              <a:xfrm>
                <a:off x="2867227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g3856">
                <a:extLst>
                  <a:ext uri="{FF2B5EF4-FFF2-40B4-BE49-F238E27FC236}">
                    <a16:creationId xmlns:a16="http://schemas.microsoft.com/office/drawing/2014/main" id="{E44FDFCB-1492-A34C-B48A-D348CDE7785F}"/>
                  </a:ext>
                </a:extLst>
              </p:cNvPr>
              <p:cNvSpPr/>
              <p:nvPr/>
            </p:nvSpPr>
            <p:spPr>
              <a:xfrm>
                <a:off x="2832315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g3857">
                <a:extLst>
                  <a:ext uri="{FF2B5EF4-FFF2-40B4-BE49-F238E27FC236}">
                    <a16:creationId xmlns:a16="http://schemas.microsoft.com/office/drawing/2014/main" id="{7FFC0CC7-3F10-66B6-707D-87E8E28BECAC}"/>
                  </a:ext>
                </a:extLst>
              </p:cNvPr>
              <p:cNvSpPr/>
              <p:nvPr/>
            </p:nvSpPr>
            <p:spPr>
              <a:xfrm>
                <a:off x="2843953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g3858">
                <a:extLst>
                  <a:ext uri="{FF2B5EF4-FFF2-40B4-BE49-F238E27FC236}">
                    <a16:creationId xmlns:a16="http://schemas.microsoft.com/office/drawing/2014/main" id="{91C66218-22D7-9C9E-148D-60FF2406C288}"/>
                  </a:ext>
                </a:extLst>
              </p:cNvPr>
              <p:cNvSpPr/>
              <p:nvPr/>
            </p:nvSpPr>
            <p:spPr>
              <a:xfrm>
                <a:off x="2855590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g3859">
                <a:extLst>
                  <a:ext uri="{FF2B5EF4-FFF2-40B4-BE49-F238E27FC236}">
                    <a16:creationId xmlns:a16="http://schemas.microsoft.com/office/drawing/2014/main" id="{152B9B5D-76C1-7DA6-5955-7C8EAFC136FF}"/>
                  </a:ext>
                </a:extLst>
              </p:cNvPr>
              <p:cNvSpPr/>
              <p:nvPr/>
            </p:nvSpPr>
            <p:spPr>
              <a:xfrm>
                <a:off x="2867227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g3860">
                <a:extLst>
                  <a:ext uri="{FF2B5EF4-FFF2-40B4-BE49-F238E27FC236}">
                    <a16:creationId xmlns:a16="http://schemas.microsoft.com/office/drawing/2014/main" id="{2419E43C-7405-2F75-53A3-A1E4CD49E043}"/>
                  </a:ext>
                </a:extLst>
              </p:cNvPr>
              <p:cNvSpPr/>
              <p:nvPr/>
            </p:nvSpPr>
            <p:spPr>
              <a:xfrm>
                <a:off x="2832315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g3861">
                <a:extLst>
                  <a:ext uri="{FF2B5EF4-FFF2-40B4-BE49-F238E27FC236}">
                    <a16:creationId xmlns:a16="http://schemas.microsoft.com/office/drawing/2014/main" id="{3DBEC67F-C9FE-21B0-18E2-43BB6B6688ED}"/>
                  </a:ext>
                </a:extLst>
              </p:cNvPr>
              <p:cNvSpPr/>
              <p:nvPr/>
            </p:nvSpPr>
            <p:spPr>
              <a:xfrm>
                <a:off x="2843953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g3862">
                <a:extLst>
                  <a:ext uri="{FF2B5EF4-FFF2-40B4-BE49-F238E27FC236}">
                    <a16:creationId xmlns:a16="http://schemas.microsoft.com/office/drawing/2014/main" id="{94E4176D-C7B4-A7C9-20C2-0220A614A509}"/>
                  </a:ext>
                </a:extLst>
              </p:cNvPr>
              <p:cNvSpPr/>
              <p:nvPr/>
            </p:nvSpPr>
            <p:spPr>
              <a:xfrm>
                <a:off x="2855590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g3863">
                <a:extLst>
                  <a:ext uri="{FF2B5EF4-FFF2-40B4-BE49-F238E27FC236}">
                    <a16:creationId xmlns:a16="http://schemas.microsoft.com/office/drawing/2014/main" id="{28DB05E7-1693-0665-5369-6D835254B396}"/>
                  </a:ext>
                </a:extLst>
              </p:cNvPr>
              <p:cNvSpPr/>
              <p:nvPr/>
            </p:nvSpPr>
            <p:spPr>
              <a:xfrm>
                <a:off x="2867227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g3864">
                <a:extLst>
                  <a:ext uri="{FF2B5EF4-FFF2-40B4-BE49-F238E27FC236}">
                    <a16:creationId xmlns:a16="http://schemas.microsoft.com/office/drawing/2014/main" id="{9C9C6211-A284-9EB2-E8BE-92DF5CBE7C98}"/>
                  </a:ext>
                </a:extLst>
              </p:cNvPr>
              <p:cNvSpPr/>
              <p:nvPr/>
            </p:nvSpPr>
            <p:spPr>
              <a:xfrm>
                <a:off x="2832315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g3865">
                <a:extLst>
                  <a:ext uri="{FF2B5EF4-FFF2-40B4-BE49-F238E27FC236}">
                    <a16:creationId xmlns:a16="http://schemas.microsoft.com/office/drawing/2014/main" id="{2E1F9699-2953-C4A4-1528-11F76AC7134F}"/>
                  </a:ext>
                </a:extLst>
              </p:cNvPr>
              <p:cNvSpPr/>
              <p:nvPr/>
            </p:nvSpPr>
            <p:spPr>
              <a:xfrm>
                <a:off x="2843953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g3866">
                <a:extLst>
                  <a:ext uri="{FF2B5EF4-FFF2-40B4-BE49-F238E27FC236}">
                    <a16:creationId xmlns:a16="http://schemas.microsoft.com/office/drawing/2014/main" id="{FCE34EB0-4D81-3A3A-E86E-6DB75F35F04B}"/>
                  </a:ext>
                </a:extLst>
              </p:cNvPr>
              <p:cNvSpPr/>
              <p:nvPr/>
            </p:nvSpPr>
            <p:spPr>
              <a:xfrm>
                <a:off x="2855590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g3867">
                <a:extLst>
                  <a:ext uri="{FF2B5EF4-FFF2-40B4-BE49-F238E27FC236}">
                    <a16:creationId xmlns:a16="http://schemas.microsoft.com/office/drawing/2014/main" id="{9D64A171-8D89-95C6-5500-013EA7458717}"/>
                  </a:ext>
                </a:extLst>
              </p:cNvPr>
              <p:cNvSpPr/>
              <p:nvPr/>
            </p:nvSpPr>
            <p:spPr>
              <a:xfrm>
                <a:off x="2399291" y="2540116"/>
                <a:ext cx="3705599" cy="2850404"/>
              </a:xfrm>
              <a:custGeom>
                <a:avLst/>
                <a:gdLst/>
                <a:ahLst/>
                <a:cxnLst/>
                <a:rect l="0" t="0" r="0" b="0"/>
                <a:pathLst>
                  <a:path w="3705599" h="2850404">
                    <a:moveTo>
                      <a:pt x="2893187" y="266106"/>
                    </a:moveTo>
                    <a:lnTo>
                      <a:pt x="2917831" y="266068"/>
                    </a:lnTo>
                    <a:lnTo>
                      <a:pt x="2961871" y="266005"/>
                    </a:lnTo>
                    <a:lnTo>
                      <a:pt x="3005910" y="265941"/>
                    </a:lnTo>
                    <a:lnTo>
                      <a:pt x="3049950" y="265884"/>
                    </a:lnTo>
                    <a:lnTo>
                      <a:pt x="3093989" y="265820"/>
                    </a:lnTo>
                    <a:lnTo>
                      <a:pt x="3138033" y="265757"/>
                    </a:lnTo>
                    <a:lnTo>
                      <a:pt x="3182073" y="265693"/>
                    </a:lnTo>
                    <a:lnTo>
                      <a:pt x="3226112" y="265630"/>
                    </a:lnTo>
                    <a:lnTo>
                      <a:pt x="3236535" y="240559"/>
                    </a:lnTo>
                    <a:lnTo>
                      <a:pt x="3246246" y="228887"/>
                    </a:lnTo>
                    <a:lnTo>
                      <a:pt x="3259547" y="232754"/>
                    </a:lnTo>
                    <a:lnTo>
                      <a:pt x="3266632" y="232430"/>
                    </a:lnTo>
                    <a:lnTo>
                      <a:pt x="3274508" y="226410"/>
                    </a:lnTo>
                    <a:lnTo>
                      <a:pt x="3280895" y="222752"/>
                    </a:lnTo>
                    <a:lnTo>
                      <a:pt x="3285102" y="223292"/>
                    </a:lnTo>
                    <a:lnTo>
                      <a:pt x="3288693" y="228804"/>
                    </a:lnTo>
                    <a:lnTo>
                      <a:pt x="3291680" y="232481"/>
                    </a:lnTo>
                    <a:lnTo>
                      <a:pt x="3295168" y="231408"/>
                    </a:lnTo>
                    <a:lnTo>
                      <a:pt x="3298155" y="226207"/>
                    </a:lnTo>
                    <a:lnTo>
                      <a:pt x="3298052" y="218993"/>
                    </a:lnTo>
                    <a:lnTo>
                      <a:pt x="3302140" y="213970"/>
                    </a:lnTo>
                    <a:lnTo>
                      <a:pt x="3306992" y="213201"/>
                    </a:lnTo>
                    <a:lnTo>
                      <a:pt x="3311478" y="213360"/>
                    </a:lnTo>
                    <a:lnTo>
                      <a:pt x="3313715" y="210909"/>
                    </a:lnTo>
                    <a:lnTo>
                      <a:pt x="3313467" y="207391"/>
                    </a:lnTo>
                    <a:lnTo>
                      <a:pt x="3311850" y="201726"/>
                    </a:lnTo>
                    <a:lnTo>
                      <a:pt x="3312398" y="194906"/>
                    </a:lnTo>
                    <a:lnTo>
                      <a:pt x="3323601" y="182859"/>
                    </a:lnTo>
                    <a:lnTo>
                      <a:pt x="3337337" y="174686"/>
                    </a:lnTo>
                    <a:lnTo>
                      <a:pt x="3342153" y="170603"/>
                    </a:lnTo>
                    <a:lnTo>
                      <a:pt x="3343554" y="162322"/>
                    </a:lnTo>
                    <a:lnTo>
                      <a:pt x="3351429" y="153717"/>
                    </a:lnTo>
                    <a:lnTo>
                      <a:pt x="3355367" y="148770"/>
                    </a:lnTo>
                    <a:lnTo>
                      <a:pt x="3356328" y="144471"/>
                    </a:lnTo>
                    <a:lnTo>
                      <a:pt x="3354287" y="139181"/>
                    </a:lnTo>
                    <a:lnTo>
                      <a:pt x="3354494" y="129097"/>
                    </a:lnTo>
                    <a:lnTo>
                      <a:pt x="3357202" y="117050"/>
                    </a:lnTo>
                    <a:lnTo>
                      <a:pt x="3360442" y="103930"/>
                    </a:lnTo>
                    <a:lnTo>
                      <a:pt x="3367703" y="92099"/>
                    </a:lnTo>
                    <a:lnTo>
                      <a:pt x="3379609" y="79195"/>
                    </a:lnTo>
                    <a:lnTo>
                      <a:pt x="3382673" y="62240"/>
                    </a:lnTo>
                    <a:lnTo>
                      <a:pt x="3385903" y="44357"/>
                    </a:lnTo>
                    <a:lnTo>
                      <a:pt x="3400295" y="26932"/>
                    </a:lnTo>
                    <a:lnTo>
                      <a:pt x="3416615" y="7169"/>
                    </a:lnTo>
                    <a:lnTo>
                      <a:pt x="3422535" y="0"/>
                    </a:lnTo>
                    <a:lnTo>
                      <a:pt x="3618932" y="0"/>
                    </a:lnTo>
                    <a:lnTo>
                      <a:pt x="3619257" y="14859"/>
                    </a:lnTo>
                    <a:lnTo>
                      <a:pt x="3619521" y="35130"/>
                    </a:lnTo>
                    <a:lnTo>
                      <a:pt x="3619800" y="56493"/>
                    </a:lnTo>
                    <a:lnTo>
                      <a:pt x="3620001" y="71740"/>
                    </a:lnTo>
                    <a:lnTo>
                      <a:pt x="3620347" y="92677"/>
                    </a:lnTo>
                    <a:lnTo>
                      <a:pt x="3620621" y="109334"/>
                    </a:lnTo>
                    <a:lnTo>
                      <a:pt x="3620988" y="131078"/>
                    </a:lnTo>
                    <a:lnTo>
                      <a:pt x="3621179" y="142699"/>
                    </a:lnTo>
                    <a:lnTo>
                      <a:pt x="3623045" y="146052"/>
                    </a:lnTo>
                    <a:lnTo>
                      <a:pt x="3621924" y="150631"/>
                    </a:lnTo>
                    <a:lnTo>
                      <a:pt x="3621433" y="152923"/>
                    </a:lnTo>
                    <a:lnTo>
                      <a:pt x="3621552" y="154746"/>
                    </a:lnTo>
                    <a:lnTo>
                      <a:pt x="3622296" y="157038"/>
                    </a:lnTo>
                    <a:lnTo>
                      <a:pt x="3622172" y="160245"/>
                    </a:lnTo>
                    <a:lnTo>
                      <a:pt x="3620435" y="163147"/>
                    </a:lnTo>
                    <a:lnTo>
                      <a:pt x="3619567" y="166500"/>
                    </a:lnTo>
                    <a:lnTo>
                      <a:pt x="3619319" y="171993"/>
                    </a:lnTo>
                    <a:lnTo>
                      <a:pt x="3621179" y="175353"/>
                    </a:lnTo>
                    <a:lnTo>
                      <a:pt x="3624285" y="177334"/>
                    </a:lnTo>
                    <a:lnTo>
                      <a:pt x="3626895" y="177334"/>
                    </a:lnTo>
                    <a:lnTo>
                      <a:pt x="3630249" y="179322"/>
                    </a:lnTo>
                    <a:lnTo>
                      <a:pt x="3634595" y="182834"/>
                    </a:lnTo>
                    <a:lnTo>
                      <a:pt x="3641173" y="185882"/>
                    </a:lnTo>
                    <a:lnTo>
                      <a:pt x="3648005" y="186949"/>
                    </a:lnTo>
                    <a:lnTo>
                      <a:pt x="3652723" y="186187"/>
                    </a:lnTo>
                    <a:lnTo>
                      <a:pt x="3658434" y="188174"/>
                    </a:lnTo>
                    <a:lnTo>
                      <a:pt x="3660423" y="193058"/>
                    </a:lnTo>
                    <a:lnTo>
                      <a:pt x="3659307" y="197630"/>
                    </a:lnTo>
                    <a:lnTo>
                      <a:pt x="3656077" y="199770"/>
                    </a:lnTo>
                    <a:lnTo>
                      <a:pt x="3652599" y="201453"/>
                    </a:lnTo>
                    <a:lnTo>
                      <a:pt x="3651979" y="204958"/>
                    </a:lnTo>
                    <a:lnTo>
                      <a:pt x="3653715" y="208623"/>
                    </a:lnTo>
                    <a:lnTo>
                      <a:pt x="3656201" y="211829"/>
                    </a:lnTo>
                    <a:lnTo>
                      <a:pt x="3658935" y="217462"/>
                    </a:lnTo>
                    <a:lnTo>
                      <a:pt x="3657813" y="222346"/>
                    </a:lnTo>
                    <a:lnTo>
                      <a:pt x="3655333" y="226467"/>
                    </a:lnTo>
                    <a:lnTo>
                      <a:pt x="3654212" y="230735"/>
                    </a:lnTo>
                    <a:lnTo>
                      <a:pt x="3656325" y="234405"/>
                    </a:lnTo>
                    <a:lnTo>
                      <a:pt x="3661912" y="239282"/>
                    </a:lnTo>
                    <a:lnTo>
                      <a:pt x="3665389" y="244013"/>
                    </a:lnTo>
                    <a:lnTo>
                      <a:pt x="3670857" y="246611"/>
                    </a:lnTo>
                    <a:lnTo>
                      <a:pt x="3673461" y="244775"/>
                    </a:lnTo>
                    <a:lnTo>
                      <a:pt x="3675575" y="242330"/>
                    </a:lnTo>
                    <a:lnTo>
                      <a:pt x="3677807" y="240501"/>
                    </a:lnTo>
                    <a:lnTo>
                      <a:pt x="3681657" y="241575"/>
                    </a:lnTo>
                    <a:lnTo>
                      <a:pt x="3686127" y="242946"/>
                    </a:lnTo>
                    <a:lnTo>
                      <a:pt x="3691011" y="244578"/>
                    </a:lnTo>
                    <a:lnTo>
                      <a:pt x="3690427" y="248535"/>
                    </a:lnTo>
                    <a:lnTo>
                      <a:pt x="3693404" y="255203"/>
                    </a:lnTo>
                    <a:lnTo>
                      <a:pt x="3695708" y="268024"/>
                    </a:lnTo>
                    <a:lnTo>
                      <a:pt x="3692169" y="273847"/>
                    </a:lnTo>
                    <a:lnTo>
                      <a:pt x="3692928" y="281563"/>
                    </a:lnTo>
                    <a:lnTo>
                      <a:pt x="3702742" y="283811"/>
                    </a:lnTo>
                    <a:lnTo>
                      <a:pt x="3705129" y="286173"/>
                    </a:lnTo>
                    <a:lnTo>
                      <a:pt x="3705599" y="289025"/>
                    </a:lnTo>
                    <a:lnTo>
                      <a:pt x="3683983" y="308806"/>
                    </a:lnTo>
                    <a:lnTo>
                      <a:pt x="3665694" y="306037"/>
                    </a:lnTo>
                    <a:lnTo>
                      <a:pt x="3655772" y="311283"/>
                    </a:lnTo>
                    <a:lnTo>
                      <a:pt x="3645380" y="312813"/>
                    </a:lnTo>
                    <a:lnTo>
                      <a:pt x="3640822" y="321653"/>
                    </a:lnTo>
                    <a:lnTo>
                      <a:pt x="3635117" y="323526"/>
                    </a:lnTo>
                    <a:lnTo>
                      <a:pt x="3627303" y="322993"/>
                    </a:lnTo>
                    <a:lnTo>
                      <a:pt x="3620565" y="320497"/>
                    </a:lnTo>
                    <a:lnTo>
                      <a:pt x="3615423" y="321723"/>
                    </a:lnTo>
                    <a:lnTo>
                      <a:pt x="3608229" y="337675"/>
                    </a:lnTo>
                    <a:lnTo>
                      <a:pt x="3602338" y="336284"/>
                    </a:lnTo>
                    <a:lnTo>
                      <a:pt x="3599992" y="342025"/>
                    </a:lnTo>
                    <a:lnTo>
                      <a:pt x="3596912" y="344534"/>
                    </a:lnTo>
                    <a:lnTo>
                      <a:pt x="3592395" y="346686"/>
                    </a:lnTo>
                    <a:lnTo>
                      <a:pt x="3588473" y="339599"/>
                    </a:lnTo>
                    <a:lnTo>
                      <a:pt x="3585977" y="332862"/>
                    </a:lnTo>
                    <a:lnTo>
                      <a:pt x="3582298" y="331382"/>
                    </a:lnTo>
                    <a:lnTo>
                      <a:pt x="3577409" y="329661"/>
                    </a:lnTo>
                    <a:lnTo>
                      <a:pt x="3572381" y="329718"/>
                    </a:lnTo>
                    <a:lnTo>
                      <a:pt x="3569027" y="330683"/>
                    </a:lnTo>
                    <a:lnTo>
                      <a:pt x="3564867" y="335040"/>
                    </a:lnTo>
                    <a:lnTo>
                      <a:pt x="3558836" y="338780"/>
                    </a:lnTo>
                    <a:lnTo>
                      <a:pt x="3554273" y="335662"/>
                    </a:lnTo>
                    <a:lnTo>
                      <a:pt x="3550702" y="330652"/>
                    </a:lnTo>
                    <a:lnTo>
                      <a:pt x="3547648" y="338710"/>
                    </a:lnTo>
                    <a:lnTo>
                      <a:pt x="3543204" y="347220"/>
                    </a:lnTo>
                    <a:lnTo>
                      <a:pt x="3543943" y="357145"/>
                    </a:lnTo>
                    <a:lnTo>
                      <a:pt x="3542031" y="363032"/>
                    </a:lnTo>
                    <a:lnTo>
                      <a:pt x="3537814" y="361445"/>
                    </a:lnTo>
                    <a:lnTo>
                      <a:pt x="3533618" y="356282"/>
                    </a:lnTo>
                    <a:lnTo>
                      <a:pt x="3521840" y="352154"/>
                    </a:lnTo>
                    <a:lnTo>
                      <a:pt x="3512461" y="352535"/>
                    </a:lnTo>
                    <a:lnTo>
                      <a:pt x="3514368" y="347023"/>
                    </a:lnTo>
                    <a:lnTo>
                      <a:pt x="3523236" y="339110"/>
                    </a:lnTo>
                    <a:lnTo>
                      <a:pt x="3520507" y="337561"/>
                    </a:lnTo>
                    <a:lnTo>
                      <a:pt x="3516156" y="338659"/>
                    </a:lnTo>
                    <a:lnTo>
                      <a:pt x="3514259" y="337561"/>
                    </a:lnTo>
                    <a:lnTo>
                      <a:pt x="3517370" y="330372"/>
                    </a:lnTo>
                    <a:lnTo>
                      <a:pt x="3517670" y="322441"/>
                    </a:lnTo>
                    <a:lnTo>
                      <a:pt x="3513701" y="325216"/>
                    </a:lnTo>
                    <a:lnTo>
                      <a:pt x="3508709" y="333585"/>
                    </a:lnTo>
                    <a:lnTo>
                      <a:pt x="3496632" y="340247"/>
                    </a:lnTo>
                    <a:lnTo>
                      <a:pt x="3497195" y="351398"/>
                    </a:lnTo>
                    <a:lnTo>
                      <a:pt x="3485826" y="374253"/>
                    </a:lnTo>
                    <a:lnTo>
                      <a:pt x="3485320" y="383982"/>
                    </a:lnTo>
                    <a:lnTo>
                      <a:pt x="3478028" y="391749"/>
                    </a:lnTo>
                    <a:lnTo>
                      <a:pt x="3468628" y="398429"/>
                    </a:lnTo>
                    <a:lnTo>
                      <a:pt x="3456091" y="396550"/>
                    </a:lnTo>
                    <a:lnTo>
                      <a:pt x="3446521" y="402354"/>
                    </a:lnTo>
                    <a:lnTo>
                      <a:pt x="3441663" y="409015"/>
                    </a:lnTo>
                    <a:lnTo>
                      <a:pt x="3437441" y="410019"/>
                    </a:lnTo>
                    <a:lnTo>
                      <a:pt x="3435240" y="401535"/>
                    </a:lnTo>
                    <a:lnTo>
                      <a:pt x="3433638" y="398912"/>
                    </a:lnTo>
                    <a:lnTo>
                      <a:pt x="3430113" y="411422"/>
                    </a:lnTo>
                    <a:lnTo>
                      <a:pt x="3426522" y="412197"/>
                    </a:lnTo>
                    <a:lnTo>
                      <a:pt x="3425163" y="403325"/>
                    </a:lnTo>
                    <a:lnTo>
                      <a:pt x="3423457" y="397464"/>
                    </a:lnTo>
                    <a:lnTo>
                      <a:pt x="3418563" y="402519"/>
                    </a:lnTo>
                    <a:lnTo>
                      <a:pt x="3415313" y="415918"/>
                    </a:lnTo>
                    <a:lnTo>
                      <a:pt x="3411907" y="414788"/>
                    </a:lnTo>
                    <a:lnTo>
                      <a:pt x="3410822" y="409803"/>
                    </a:lnTo>
                    <a:lnTo>
                      <a:pt x="3408383" y="408291"/>
                    </a:lnTo>
                    <a:lnTo>
                      <a:pt x="3407546" y="413988"/>
                    </a:lnTo>
                    <a:lnTo>
                      <a:pt x="3408776" y="422002"/>
                    </a:lnTo>
                    <a:lnTo>
                      <a:pt x="3407003" y="426282"/>
                    </a:lnTo>
                    <a:lnTo>
                      <a:pt x="3403618" y="423996"/>
                    </a:lnTo>
                    <a:lnTo>
                      <a:pt x="3400213" y="420141"/>
                    </a:lnTo>
                    <a:lnTo>
                      <a:pt x="3394595" y="423069"/>
                    </a:lnTo>
                    <a:lnTo>
                      <a:pt x="3389438" y="424256"/>
                    </a:lnTo>
                    <a:lnTo>
                      <a:pt x="3389417" y="420332"/>
                    </a:lnTo>
                    <a:lnTo>
                      <a:pt x="3390399" y="415518"/>
                    </a:lnTo>
                    <a:lnTo>
                      <a:pt x="3380121" y="418179"/>
                    </a:lnTo>
                    <a:lnTo>
                      <a:pt x="3367796" y="427057"/>
                    </a:lnTo>
                    <a:lnTo>
                      <a:pt x="3358225" y="439339"/>
                    </a:lnTo>
                    <a:lnTo>
                      <a:pt x="3361543" y="441383"/>
                    </a:lnTo>
                    <a:lnTo>
                      <a:pt x="3365279" y="445295"/>
                    </a:lnTo>
                    <a:lnTo>
                      <a:pt x="3348654" y="464270"/>
                    </a:lnTo>
                    <a:lnTo>
                      <a:pt x="3331611" y="481359"/>
                    </a:lnTo>
                    <a:lnTo>
                      <a:pt x="3318738" y="509244"/>
                    </a:lnTo>
                    <a:lnTo>
                      <a:pt x="3313571" y="512508"/>
                    </a:lnTo>
                    <a:lnTo>
                      <a:pt x="3309132" y="517620"/>
                    </a:lnTo>
                    <a:lnTo>
                      <a:pt x="3304419" y="534455"/>
                    </a:lnTo>
                    <a:lnTo>
                      <a:pt x="3298977" y="549442"/>
                    </a:lnTo>
                    <a:lnTo>
                      <a:pt x="3302021" y="556116"/>
                    </a:lnTo>
                    <a:lnTo>
                      <a:pt x="3304026" y="562981"/>
                    </a:lnTo>
                    <a:lnTo>
                      <a:pt x="3308858" y="569737"/>
                    </a:lnTo>
                    <a:lnTo>
                      <a:pt x="3312966" y="570347"/>
                    </a:lnTo>
                    <a:lnTo>
                      <a:pt x="3317415" y="569128"/>
                    </a:lnTo>
                    <a:lnTo>
                      <a:pt x="3320681" y="569414"/>
                    </a:lnTo>
                    <a:lnTo>
                      <a:pt x="3322780" y="572284"/>
                    </a:lnTo>
                    <a:lnTo>
                      <a:pt x="3321849" y="575726"/>
                    </a:lnTo>
                    <a:lnTo>
                      <a:pt x="3316718" y="576583"/>
                    </a:lnTo>
                    <a:lnTo>
                      <a:pt x="3307147" y="582603"/>
                    </a:lnTo>
                    <a:lnTo>
                      <a:pt x="3298755" y="584915"/>
                    </a:lnTo>
                    <a:lnTo>
                      <a:pt x="3294548" y="592192"/>
                    </a:lnTo>
                    <a:lnTo>
                      <a:pt x="3288244" y="600600"/>
                    </a:lnTo>
                    <a:lnTo>
                      <a:pt x="3275996" y="613720"/>
                    </a:lnTo>
                    <a:lnTo>
                      <a:pt x="3281231" y="617765"/>
                    </a:lnTo>
                    <a:lnTo>
                      <a:pt x="3300150" y="622325"/>
                    </a:lnTo>
                    <a:lnTo>
                      <a:pt x="3308584" y="627018"/>
                    </a:lnTo>
                    <a:lnTo>
                      <a:pt x="3321348" y="651524"/>
                    </a:lnTo>
                    <a:lnTo>
                      <a:pt x="3318433" y="653975"/>
                    </a:lnTo>
                    <a:lnTo>
                      <a:pt x="3317276" y="658465"/>
                    </a:lnTo>
                    <a:lnTo>
                      <a:pt x="3328624" y="664765"/>
                    </a:lnTo>
                    <a:lnTo>
                      <a:pt x="3332247" y="682362"/>
                    </a:lnTo>
                    <a:lnTo>
                      <a:pt x="3341564" y="688350"/>
                    </a:lnTo>
                    <a:lnTo>
                      <a:pt x="3355450" y="692033"/>
                    </a:lnTo>
                    <a:lnTo>
                      <a:pt x="3372431" y="686712"/>
                    </a:lnTo>
                    <a:lnTo>
                      <a:pt x="3386570" y="679390"/>
                    </a:lnTo>
                    <a:lnTo>
                      <a:pt x="3386074" y="673388"/>
                    </a:lnTo>
                    <a:lnTo>
                      <a:pt x="3377191" y="659424"/>
                    </a:lnTo>
                    <a:lnTo>
                      <a:pt x="3375051" y="652864"/>
                    </a:lnTo>
                    <a:lnTo>
                      <a:pt x="3368457" y="648616"/>
                    </a:lnTo>
                    <a:lnTo>
                      <a:pt x="3365951" y="652216"/>
                    </a:lnTo>
                    <a:lnTo>
                      <a:pt x="3361687" y="647542"/>
                    </a:lnTo>
                    <a:lnTo>
                      <a:pt x="3361207" y="644920"/>
                    </a:lnTo>
                    <a:lnTo>
                      <a:pt x="3365181" y="643643"/>
                    </a:lnTo>
                    <a:lnTo>
                      <a:pt x="3369801" y="644151"/>
                    </a:lnTo>
                    <a:lnTo>
                      <a:pt x="3375191" y="646596"/>
                    </a:lnTo>
                    <a:lnTo>
                      <a:pt x="3389061" y="661818"/>
                    </a:lnTo>
                    <a:lnTo>
                      <a:pt x="3392900" y="681771"/>
                    </a:lnTo>
                    <a:lnTo>
                      <a:pt x="3393722" y="694440"/>
                    </a:lnTo>
                    <a:lnTo>
                      <a:pt x="3392156" y="698771"/>
                    </a:lnTo>
                    <a:lnTo>
                      <a:pt x="3388120" y="697882"/>
                    </a:lnTo>
                    <a:lnTo>
                      <a:pt x="3380420" y="698746"/>
                    </a:lnTo>
                    <a:lnTo>
                      <a:pt x="3343890" y="705306"/>
                    </a:lnTo>
                    <a:lnTo>
                      <a:pt x="3335776" y="711084"/>
                    </a:lnTo>
                    <a:lnTo>
                      <a:pt x="3317173" y="717359"/>
                    </a:lnTo>
                    <a:lnTo>
                      <a:pt x="3316015" y="714228"/>
                    </a:lnTo>
                    <a:lnTo>
                      <a:pt x="3317359" y="707750"/>
                    </a:lnTo>
                    <a:lnTo>
                      <a:pt x="3316186" y="694484"/>
                    </a:lnTo>
                    <a:lnTo>
                      <a:pt x="3312516" y="693868"/>
                    </a:lnTo>
                    <a:lnTo>
                      <a:pt x="3283613" y="715498"/>
                    </a:lnTo>
                    <a:lnTo>
                      <a:pt x="3272441" y="716857"/>
                    </a:lnTo>
                    <a:lnTo>
                      <a:pt x="3263046" y="723188"/>
                    </a:lnTo>
                    <a:lnTo>
                      <a:pt x="3260943" y="719676"/>
                    </a:lnTo>
                    <a:lnTo>
                      <a:pt x="3259263" y="703458"/>
                    </a:lnTo>
                    <a:lnTo>
                      <a:pt x="3265144" y="689855"/>
                    </a:lnTo>
                    <a:lnTo>
                      <a:pt x="3262012" y="690071"/>
                    </a:lnTo>
                    <a:lnTo>
                      <a:pt x="3252194" y="698238"/>
                    </a:lnTo>
                    <a:lnTo>
                      <a:pt x="3247997" y="693214"/>
                    </a:lnTo>
                    <a:lnTo>
                      <a:pt x="3245894" y="687702"/>
                    </a:lnTo>
                    <a:lnTo>
                      <a:pt x="3242871" y="684584"/>
                    </a:lnTo>
                    <a:lnTo>
                      <a:pt x="3239595" y="683403"/>
                    </a:lnTo>
                    <a:lnTo>
                      <a:pt x="3242396" y="695443"/>
                    </a:lnTo>
                    <a:lnTo>
                      <a:pt x="3235740" y="704474"/>
                    </a:lnTo>
                    <a:lnTo>
                      <a:pt x="3233915" y="727830"/>
                    </a:lnTo>
                    <a:lnTo>
                      <a:pt x="3225549" y="737553"/>
                    </a:lnTo>
                    <a:lnTo>
                      <a:pt x="3199467" y="743802"/>
                    </a:lnTo>
                    <a:lnTo>
                      <a:pt x="3182465" y="742481"/>
                    </a:lnTo>
                    <a:lnTo>
                      <a:pt x="3167231" y="744424"/>
                    </a:lnTo>
                    <a:lnTo>
                      <a:pt x="3146974" y="748907"/>
                    </a:lnTo>
                    <a:lnTo>
                      <a:pt x="3135780" y="746240"/>
                    </a:lnTo>
                    <a:lnTo>
                      <a:pt x="3124313" y="750971"/>
                    </a:lnTo>
                    <a:lnTo>
                      <a:pt x="3085390" y="752260"/>
                    </a:lnTo>
                    <a:lnTo>
                      <a:pt x="3077183" y="749752"/>
                    </a:lnTo>
                    <a:lnTo>
                      <a:pt x="3066703" y="758687"/>
                    </a:lnTo>
                    <a:lnTo>
                      <a:pt x="3049924" y="763970"/>
                    </a:lnTo>
                    <a:lnTo>
                      <a:pt x="3007512" y="783993"/>
                    </a:lnTo>
                    <a:lnTo>
                      <a:pt x="2998159" y="791277"/>
                    </a:lnTo>
                    <a:lnTo>
                      <a:pt x="2986769" y="802651"/>
                    </a:lnTo>
                    <a:lnTo>
                      <a:pt x="2979121" y="808766"/>
                    </a:lnTo>
                    <a:lnTo>
                      <a:pt x="2972832" y="810754"/>
                    </a:lnTo>
                    <a:lnTo>
                      <a:pt x="2968966" y="815847"/>
                    </a:lnTo>
                    <a:lnTo>
                      <a:pt x="2964744" y="819174"/>
                    </a:lnTo>
                    <a:lnTo>
                      <a:pt x="2968821" y="807807"/>
                    </a:lnTo>
                    <a:lnTo>
                      <a:pt x="2973250" y="798224"/>
                    </a:lnTo>
                    <a:lnTo>
                      <a:pt x="2976930" y="779662"/>
                    </a:lnTo>
                    <a:lnTo>
                      <a:pt x="2975844" y="764650"/>
                    </a:lnTo>
                    <a:lnTo>
                      <a:pt x="2971281" y="758477"/>
                    </a:lnTo>
                    <a:lnTo>
                      <a:pt x="2966563" y="754362"/>
                    </a:lnTo>
                    <a:lnTo>
                      <a:pt x="2972093" y="769178"/>
                    </a:lnTo>
                    <a:lnTo>
                      <a:pt x="2972987" y="787346"/>
                    </a:lnTo>
                    <a:lnTo>
                      <a:pt x="2971085" y="797989"/>
                    </a:lnTo>
                    <a:lnTo>
                      <a:pt x="2960682" y="818520"/>
                    </a:lnTo>
                    <a:lnTo>
                      <a:pt x="2956253" y="823302"/>
                    </a:lnTo>
                    <a:lnTo>
                      <a:pt x="2951075" y="827506"/>
                    </a:lnTo>
                    <a:lnTo>
                      <a:pt x="2947174" y="829335"/>
                    </a:lnTo>
                    <a:lnTo>
                      <a:pt x="2943572" y="832618"/>
                    </a:lnTo>
                    <a:lnTo>
                      <a:pt x="2939386" y="837819"/>
                    </a:lnTo>
                    <a:lnTo>
                      <a:pt x="2935417" y="848145"/>
                    </a:lnTo>
                    <a:lnTo>
                      <a:pt x="2937820" y="857556"/>
                    </a:lnTo>
                    <a:lnTo>
                      <a:pt x="2958104" y="860992"/>
                    </a:lnTo>
                    <a:lnTo>
                      <a:pt x="2963545" y="858090"/>
                    </a:lnTo>
                    <a:lnTo>
                      <a:pt x="2966315" y="864827"/>
                    </a:lnTo>
                    <a:lnTo>
                      <a:pt x="2967865" y="874188"/>
                    </a:lnTo>
                    <a:lnTo>
                      <a:pt x="2966346" y="884310"/>
                    </a:lnTo>
                    <a:lnTo>
                      <a:pt x="2962956" y="894611"/>
                    </a:lnTo>
                    <a:lnTo>
                      <a:pt x="2960382" y="907400"/>
                    </a:lnTo>
                    <a:lnTo>
                      <a:pt x="2958202" y="926902"/>
                    </a:lnTo>
                    <a:lnTo>
                      <a:pt x="2954920" y="944449"/>
                    </a:lnTo>
                    <a:lnTo>
                      <a:pt x="2954491" y="939121"/>
                    </a:lnTo>
                    <a:lnTo>
                      <a:pt x="2956543" y="917790"/>
                    </a:lnTo>
                    <a:lnTo>
                      <a:pt x="2953220" y="920019"/>
                    </a:lnTo>
                    <a:lnTo>
                      <a:pt x="2950931" y="924940"/>
                    </a:lnTo>
                    <a:lnTo>
                      <a:pt x="2944740" y="952450"/>
                    </a:lnTo>
                    <a:lnTo>
                      <a:pt x="2936229" y="967113"/>
                    </a:lnTo>
                    <a:lnTo>
                      <a:pt x="2928389" y="977255"/>
                    </a:lnTo>
                    <a:lnTo>
                      <a:pt x="2920302" y="975578"/>
                    </a:lnTo>
                    <a:lnTo>
                      <a:pt x="2922121" y="983637"/>
                    </a:lnTo>
                    <a:lnTo>
                      <a:pt x="2919899" y="987834"/>
                    </a:lnTo>
                    <a:lnTo>
                      <a:pt x="2917997" y="996592"/>
                    </a:lnTo>
                    <a:lnTo>
                      <a:pt x="2913175" y="1002396"/>
                    </a:lnTo>
                    <a:lnTo>
                      <a:pt x="2908643" y="1001837"/>
                    </a:lnTo>
                    <a:lnTo>
                      <a:pt x="2902132" y="1005838"/>
                    </a:lnTo>
                    <a:lnTo>
                      <a:pt x="2899564" y="1008899"/>
                    </a:lnTo>
                    <a:lnTo>
                      <a:pt x="2899372" y="1014760"/>
                    </a:lnTo>
                    <a:lnTo>
                      <a:pt x="2895016" y="1019917"/>
                    </a:lnTo>
                    <a:lnTo>
                      <a:pt x="2879296" y="1046703"/>
                    </a:lnTo>
                    <a:lnTo>
                      <a:pt x="2865648" y="1054609"/>
                    </a:lnTo>
                    <a:lnTo>
                      <a:pt x="2862382" y="1053459"/>
                    </a:lnTo>
                    <a:lnTo>
                      <a:pt x="2865978" y="1040816"/>
                    </a:lnTo>
                    <a:lnTo>
                      <a:pt x="2868443" y="1028032"/>
                    </a:lnTo>
                    <a:lnTo>
                      <a:pt x="2860160" y="1022469"/>
                    </a:lnTo>
                    <a:lnTo>
                      <a:pt x="2852232" y="1019529"/>
                    </a:lnTo>
                    <a:lnTo>
                      <a:pt x="2843137" y="1019917"/>
                    </a:lnTo>
                    <a:lnTo>
                      <a:pt x="2833091" y="1009978"/>
                    </a:lnTo>
                    <a:lnTo>
                      <a:pt x="2820141" y="1002751"/>
                    </a:lnTo>
                    <a:lnTo>
                      <a:pt x="2802064" y="983199"/>
                    </a:lnTo>
                    <a:lnTo>
                      <a:pt x="2802591" y="977775"/>
                    </a:lnTo>
                    <a:lnTo>
                      <a:pt x="2802136" y="968675"/>
                    </a:lnTo>
                    <a:lnTo>
                      <a:pt x="2807630" y="954298"/>
                    </a:lnTo>
                    <a:lnTo>
                      <a:pt x="2812896" y="944245"/>
                    </a:lnTo>
                    <a:lnTo>
                      <a:pt x="2820167" y="939038"/>
                    </a:lnTo>
                    <a:lnTo>
                      <a:pt x="2841266" y="933735"/>
                    </a:lnTo>
                    <a:lnTo>
                      <a:pt x="2846558" y="925759"/>
                    </a:lnTo>
                    <a:lnTo>
                      <a:pt x="2849695" y="919041"/>
                    </a:lnTo>
                    <a:lnTo>
                      <a:pt x="2839241" y="930579"/>
                    </a:lnTo>
                    <a:lnTo>
                      <a:pt x="2823582" y="934491"/>
                    </a:lnTo>
                    <a:lnTo>
                      <a:pt x="2815144" y="938797"/>
                    </a:lnTo>
                    <a:lnTo>
                      <a:pt x="2808395" y="945382"/>
                    </a:lnTo>
                    <a:lnTo>
                      <a:pt x="2804400" y="953650"/>
                    </a:lnTo>
                    <a:lnTo>
                      <a:pt x="2795356" y="963614"/>
                    </a:lnTo>
                    <a:lnTo>
                      <a:pt x="2795992" y="970288"/>
                    </a:lnTo>
                    <a:lnTo>
                      <a:pt x="2797506" y="975032"/>
                    </a:lnTo>
                    <a:lnTo>
                      <a:pt x="2796808" y="984920"/>
                    </a:lnTo>
                    <a:lnTo>
                      <a:pt x="2802529" y="994559"/>
                    </a:lnTo>
                    <a:lnTo>
                      <a:pt x="2813872" y="1010353"/>
                    </a:lnTo>
                    <a:lnTo>
                      <a:pt x="2816038" y="1034884"/>
                    </a:lnTo>
                    <a:lnTo>
                      <a:pt x="2824694" y="1051300"/>
                    </a:lnTo>
                    <a:lnTo>
                      <a:pt x="2837959" y="1070440"/>
                    </a:lnTo>
                    <a:lnTo>
                      <a:pt x="2848160" y="1075883"/>
                    </a:lnTo>
                    <a:lnTo>
                      <a:pt x="2848656" y="1083001"/>
                    </a:lnTo>
                    <a:lnTo>
                      <a:pt x="2843948" y="1094756"/>
                    </a:lnTo>
                    <a:lnTo>
                      <a:pt x="2837742" y="1100128"/>
                    </a:lnTo>
                    <a:lnTo>
                      <a:pt x="2845814" y="1099055"/>
                    </a:lnTo>
                    <a:lnTo>
                      <a:pt x="2849835" y="1101741"/>
                    </a:lnTo>
                    <a:lnTo>
                      <a:pt x="2853746" y="1111546"/>
                    </a:lnTo>
                    <a:lnTo>
                      <a:pt x="2853442" y="1121555"/>
                    </a:lnTo>
                    <a:lnTo>
                      <a:pt x="2852119" y="1127194"/>
                    </a:lnTo>
                    <a:lnTo>
                      <a:pt x="2849674" y="1129442"/>
                    </a:lnTo>
                    <a:lnTo>
                      <a:pt x="2849778" y="1123682"/>
                    </a:lnTo>
                    <a:lnTo>
                      <a:pt x="2848046" y="1121682"/>
                    </a:lnTo>
                    <a:lnTo>
                      <a:pt x="2845189" y="1124177"/>
                    </a:lnTo>
                    <a:lnTo>
                      <a:pt x="2843339" y="1127022"/>
                    </a:lnTo>
                    <a:lnTo>
                      <a:pt x="2842569" y="1138231"/>
                    </a:lnTo>
                    <a:lnTo>
                      <a:pt x="2840610" y="1143832"/>
                    </a:lnTo>
                    <a:lnTo>
                      <a:pt x="2833685" y="1145496"/>
                    </a:lnTo>
                    <a:lnTo>
                      <a:pt x="2826662" y="1160203"/>
                    </a:lnTo>
                    <a:lnTo>
                      <a:pt x="2820130" y="1168547"/>
                    </a:lnTo>
                    <a:lnTo>
                      <a:pt x="2794426" y="1224971"/>
                    </a:lnTo>
                    <a:lnTo>
                      <a:pt x="2795408" y="1234401"/>
                    </a:lnTo>
                    <a:lnTo>
                      <a:pt x="2790705" y="1237436"/>
                    </a:lnTo>
                    <a:lnTo>
                      <a:pt x="2783584" y="1239907"/>
                    </a:lnTo>
                    <a:lnTo>
                      <a:pt x="2776380" y="1245546"/>
                    </a:lnTo>
                    <a:lnTo>
                      <a:pt x="2771600" y="1251763"/>
                    </a:lnTo>
                    <a:lnTo>
                      <a:pt x="2767161" y="1268484"/>
                    </a:lnTo>
                    <a:lnTo>
                      <a:pt x="2758655" y="1287306"/>
                    </a:lnTo>
                    <a:lnTo>
                      <a:pt x="2753348" y="1279463"/>
                    </a:lnTo>
                    <a:lnTo>
                      <a:pt x="2751989" y="1272751"/>
                    </a:lnTo>
                    <a:lnTo>
                      <a:pt x="2754350" y="1255243"/>
                    </a:lnTo>
                    <a:lnTo>
                      <a:pt x="2763549" y="1226539"/>
                    </a:lnTo>
                    <a:lnTo>
                      <a:pt x="2773683" y="1208695"/>
                    </a:lnTo>
                    <a:lnTo>
                      <a:pt x="2781414" y="1200236"/>
                    </a:lnTo>
                    <a:lnTo>
                      <a:pt x="2787770" y="1182995"/>
                    </a:lnTo>
                    <a:lnTo>
                      <a:pt x="2779739" y="1180423"/>
                    </a:lnTo>
                    <a:lnTo>
                      <a:pt x="2767497" y="1180702"/>
                    </a:lnTo>
                    <a:lnTo>
                      <a:pt x="2769802" y="1172745"/>
                    </a:lnTo>
                    <a:lnTo>
                      <a:pt x="2773373" y="1165734"/>
                    </a:lnTo>
                    <a:lnTo>
                      <a:pt x="2766991" y="1158749"/>
                    </a:lnTo>
                    <a:lnTo>
                      <a:pt x="2763213" y="1157860"/>
                    </a:lnTo>
                    <a:lnTo>
                      <a:pt x="2759322" y="1154996"/>
                    </a:lnTo>
                    <a:lnTo>
                      <a:pt x="2763885" y="1149179"/>
                    </a:lnTo>
                    <a:lnTo>
                      <a:pt x="2766112" y="1143032"/>
                    </a:lnTo>
                    <a:lnTo>
                      <a:pt x="2764753" y="1135551"/>
                    </a:lnTo>
                    <a:lnTo>
                      <a:pt x="2766665" y="1129918"/>
                    </a:lnTo>
                    <a:lnTo>
                      <a:pt x="2763477" y="1130769"/>
                    </a:lnTo>
                    <a:lnTo>
                      <a:pt x="2758350" y="1136732"/>
                    </a:lnTo>
                    <a:lnTo>
                      <a:pt x="2755162" y="1139113"/>
                    </a:lnTo>
                    <a:lnTo>
                      <a:pt x="2753219" y="1133836"/>
                    </a:lnTo>
                    <a:lnTo>
                      <a:pt x="2751002" y="1135030"/>
                    </a:lnTo>
                    <a:lnTo>
                      <a:pt x="2749560" y="1138656"/>
                    </a:lnTo>
                    <a:lnTo>
                      <a:pt x="2746289" y="1140650"/>
                    </a:lnTo>
                    <a:lnTo>
                      <a:pt x="2739380" y="1135691"/>
                    </a:lnTo>
                    <a:lnTo>
                      <a:pt x="2729308" y="1130013"/>
                    </a:lnTo>
                    <a:lnTo>
                      <a:pt x="2723701" y="1120246"/>
                    </a:lnTo>
                    <a:lnTo>
                      <a:pt x="2720502" y="1112677"/>
                    </a:lnTo>
                    <a:lnTo>
                      <a:pt x="2723752" y="1098979"/>
                    </a:lnTo>
                    <a:lnTo>
                      <a:pt x="2730713" y="1096547"/>
                    </a:lnTo>
                    <a:lnTo>
                      <a:pt x="2739757" y="1098769"/>
                    </a:lnTo>
                    <a:lnTo>
                      <a:pt x="2751612" y="1098750"/>
                    </a:lnTo>
                    <a:lnTo>
                      <a:pt x="2749917" y="1095708"/>
                    </a:lnTo>
                    <a:lnTo>
                      <a:pt x="2745684" y="1096210"/>
                    </a:lnTo>
                    <a:lnTo>
                      <a:pt x="2733189" y="1085097"/>
                    </a:lnTo>
                    <a:lnTo>
                      <a:pt x="2729168" y="1078385"/>
                    </a:lnTo>
                    <a:lnTo>
                      <a:pt x="2722254" y="1076543"/>
                    </a:lnTo>
                    <a:lnTo>
                      <a:pt x="2719101" y="1082995"/>
                    </a:lnTo>
                    <a:lnTo>
                      <a:pt x="2715603" y="1084710"/>
                    </a:lnTo>
                    <a:lnTo>
                      <a:pt x="2719923" y="1070593"/>
                    </a:lnTo>
                    <a:lnTo>
                      <a:pt x="2725571" y="1070015"/>
                    </a:lnTo>
                    <a:lnTo>
                      <a:pt x="2733912" y="1066103"/>
                    </a:lnTo>
                    <a:lnTo>
                      <a:pt x="2731488" y="1057930"/>
                    </a:lnTo>
                    <a:lnTo>
                      <a:pt x="2726223" y="1054355"/>
                    </a:lnTo>
                    <a:lnTo>
                      <a:pt x="2716714" y="1058838"/>
                    </a:lnTo>
                    <a:lnTo>
                      <a:pt x="2716828" y="1053091"/>
                    </a:lnTo>
                    <a:lnTo>
                      <a:pt x="2718610" y="1045731"/>
                    </a:lnTo>
                    <a:lnTo>
                      <a:pt x="2725778" y="1045756"/>
                    </a:lnTo>
                    <a:lnTo>
                      <a:pt x="2732057" y="1048157"/>
                    </a:lnTo>
                    <a:lnTo>
                      <a:pt x="2737400" y="1036269"/>
                    </a:lnTo>
                    <a:lnTo>
                      <a:pt x="2737638" y="1030960"/>
                    </a:lnTo>
                    <a:lnTo>
                      <a:pt x="2728760" y="1038676"/>
                    </a:lnTo>
                    <a:lnTo>
                      <a:pt x="2726765" y="1022031"/>
                    </a:lnTo>
                    <a:lnTo>
                      <a:pt x="2735504" y="1005977"/>
                    </a:lnTo>
                    <a:lnTo>
                      <a:pt x="2743839" y="998979"/>
                    </a:lnTo>
                    <a:lnTo>
                      <a:pt x="2754252" y="999183"/>
                    </a:lnTo>
                    <a:lnTo>
                      <a:pt x="2764836" y="998052"/>
                    </a:lnTo>
                    <a:lnTo>
                      <a:pt x="2758195" y="995112"/>
                    </a:lnTo>
                    <a:lnTo>
                      <a:pt x="2751379" y="993518"/>
                    </a:lnTo>
                    <a:lnTo>
                      <a:pt x="2756500" y="987174"/>
                    </a:lnTo>
                    <a:lnTo>
                      <a:pt x="2760867" y="986037"/>
                    </a:lnTo>
                    <a:lnTo>
                      <a:pt x="2765156" y="980506"/>
                    </a:lnTo>
                    <a:lnTo>
                      <a:pt x="2754841" y="981325"/>
                    </a:lnTo>
                    <a:lnTo>
                      <a:pt x="2756056" y="970860"/>
                    </a:lnTo>
                    <a:lnTo>
                      <a:pt x="2751043" y="972987"/>
                    </a:lnTo>
                    <a:lnTo>
                      <a:pt x="2745043" y="973971"/>
                    </a:lnTo>
                    <a:lnTo>
                      <a:pt x="2742708" y="978410"/>
                    </a:lnTo>
                    <a:lnTo>
                      <a:pt x="2743168" y="985783"/>
                    </a:lnTo>
                    <a:lnTo>
                      <a:pt x="2741416" y="990622"/>
                    </a:lnTo>
                    <a:lnTo>
                      <a:pt x="2736749" y="994509"/>
                    </a:lnTo>
                    <a:lnTo>
                      <a:pt x="2728868" y="997538"/>
                    </a:lnTo>
                    <a:lnTo>
                      <a:pt x="2728104" y="992286"/>
                    </a:lnTo>
                    <a:lnTo>
                      <a:pt x="2725499" y="989905"/>
                    </a:lnTo>
                    <a:lnTo>
                      <a:pt x="2724528" y="1001151"/>
                    </a:lnTo>
                    <a:lnTo>
                      <a:pt x="2722460" y="1004974"/>
                    </a:lnTo>
                    <a:lnTo>
                      <a:pt x="2716698" y="994420"/>
                    </a:lnTo>
                    <a:lnTo>
                      <a:pt x="2714967" y="996547"/>
                    </a:lnTo>
                    <a:lnTo>
                      <a:pt x="2715189" y="999545"/>
                    </a:lnTo>
                    <a:lnTo>
                      <a:pt x="2713717" y="1004726"/>
                    </a:lnTo>
                    <a:lnTo>
                      <a:pt x="2708776" y="1007425"/>
                    </a:lnTo>
                    <a:lnTo>
                      <a:pt x="2709081" y="1014068"/>
                    </a:lnTo>
                    <a:lnTo>
                      <a:pt x="2707164" y="1017688"/>
                    </a:lnTo>
                    <a:lnTo>
                      <a:pt x="2691340" y="1011921"/>
                    </a:lnTo>
                    <a:lnTo>
                      <a:pt x="2690968" y="1013877"/>
                    </a:lnTo>
                    <a:lnTo>
                      <a:pt x="2699919" y="1026311"/>
                    </a:lnTo>
                    <a:lnTo>
                      <a:pt x="2706456" y="1030560"/>
                    </a:lnTo>
                    <a:lnTo>
                      <a:pt x="2707252" y="1037342"/>
                    </a:lnTo>
                    <a:lnTo>
                      <a:pt x="2701640" y="1042968"/>
                    </a:lnTo>
                    <a:lnTo>
                      <a:pt x="2693898" y="1038110"/>
                    </a:lnTo>
                    <a:lnTo>
                      <a:pt x="2692596" y="1038466"/>
                    </a:lnTo>
                    <a:lnTo>
                      <a:pt x="2696803" y="1046798"/>
                    </a:lnTo>
                    <a:lnTo>
                      <a:pt x="2699454" y="1054075"/>
                    </a:lnTo>
                    <a:lnTo>
                      <a:pt x="2696725" y="1060172"/>
                    </a:lnTo>
                    <a:lnTo>
                      <a:pt x="2697149" y="1067678"/>
                    </a:lnTo>
                    <a:lnTo>
                      <a:pt x="2696560" y="1074485"/>
                    </a:lnTo>
                    <a:lnTo>
                      <a:pt x="2694891" y="1080423"/>
                    </a:lnTo>
                    <a:lnTo>
                      <a:pt x="2698653" y="1107793"/>
                    </a:lnTo>
                    <a:lnTo>
                      <a:pt x="2703185" y="1115236"/>
                    </a:lnTo>
                    <a:lnTo>
                      <a:pt x="2707639" y="1122355"/>
                    </a:lnTo>
                    <a:lnTo>
                      <a:pt x="2710001" y="1129016"/>
                    </a:lnTo>
                    <a:lnTo>
                      <a:pt x="2705273" y="1129988"/>
                    </a:lnTo>
                    <a:lnTo>
                      <a:pt x="2697743" y="1124507"/>
                    </a:lnTo>
                    <a:lnTo>
                      <a:pt x="2691129" y="1120329"/>
                    </a:lnTo>
                    <a:lnTo>
                      <a:pt x="2683248" y="1106968"/>
                    </a:lnTo>
                    <a:lnTo>
                      <a:pt x="2681945" y="1101633"/>
                    </a:lnTo>
                    <a:lnTo>
                      <a:pt x="2680023" y="1097417"/>
                    </a:lnTo>
                    <a:lnTo>
                      <a:pt x="2680953" y="1107101"/>
                    </a:lnTo>
                    <a:lnTo>
                      <a:pt x="2683765" y="1117916"/>
                    </a:lnTo>
                    <a:lnTo>
                      <a:pt x="2708446" y="1142117"/>
                    </a:lnTo>
                    <a:lnTo>
                      <a:pt x="2713003" y="1151401"/>
                    </a:lnTo>
                    <a:lnTo>
                      <a:pt x="2716476" y="1158698"/>
                    </a:lnTo>
                    <a:lnTo>
                      <a:pt x="2715603" y="1165690"/>
                    </a:lnTo>
                    <a:lnTo>
                      <a:pt x="2709169" y="1160743"/>
                    </a:lnTo>
                    <a:lnTo>
                      <a:pt x="2703619" y="1154437"/>
                    </a:lnTo>
                    <a:lnTo>
                      <a:pt x="2688886" y="1147312"/>
                    </a:lnTo>
                    <a:lnTo>
                      <a:pt x="2670308" y="1142809"/>
                    </a:lnTo>
                    <a:lnTo>
                      <a:pt x="2659833" y="1126247"/>
                    </a:lnTo>
                    <a:lnTo>
                      <a:pt x="2659869" y="1133157"/>
                    </a:lnTo>
                    <a:lnTo>
                      <a:pt x="2657543" y="1139018"/>
                    </a:lnTo>
                    <a:lnTo>
                      <a:pt x="2651141" y="1131874"/>
                    </a:lnTo>
                    <a:lnTo>
                      <a:pt x="2647105" y="1125778"/>
                    </a:lnTo>
                    <a:lnTo>
                      <a:pt x="2645751" y="1119097"/>
                    </a:lnTo>
                    <a:lnTo>
                      <a:pt x="2637756" y="1119554"/>
                    </a:lnTo>
                    <a:lnTo>
                      <a:pt x="2629374" y="1125358"/>
                    </a:lnTo>
                    <a:lnTo>
                      <a:pt x="2621266" y="1123980"/>
                    </a:lnTo>
                    <a:lnTo>
                      <a:pt x="2620305" y="1112651"/>
                    </a:lnTo>
                    <a:lnTo>
                      <a:pt x="2622496" y="1106650"/>
                    </a:lnTo>
                    <a:lnTo>
                      <a:pt x="2631596" y="1092457"/>
                    </a:lnTo>
                    <a:lnTo>
                      <a:pt x="2640170" y="1085211"/>
                    </a:lnTo>
                    <a:lnTo>
                      <a:pt x="2643952" y="1075857"/>
                    </a:lnTo>
                    <a:lnTo>
                      <a:pt x="2642660" y="1061353"/>
                    </a:lnTo>
                    <a:lnTo>
                      <a:pt x="2641048" y="1076111"/>
                    </a:lnTo>
                    <a:lnTo>
                      <a:pt x="2636149" y="1083427"/>
                    </a:lnTo>
                    <a:lnTo>
                      <a:pt x="2628449" y="1089015"/>
                    </a:lnTo>
                    <a:lnTo>
                      <a:pt x="2618315" y="1098973"/>
                    </a:lnTo>
                    <a:lnTo>
                      <a:pt x="2615840" y="1108181"/>
                    </a:lnTo>
                    <a:lnTo>
                      <a:pt x="2612677" y="1125422"/>
                    </a:lnTo>
                    <a:lnTo>
                      <a:pt x="2616956" y="1131258"/>
                    </a:lnTo>
                    <a:lnTo>
                      <a:pt x="2621328" y="1132782"/>
                    </a:lnTo>
                    <a:lnTo>
                      <a:pt x="2634242" y="1128870"/>
                    </a:lnTo>
                    <a:lnTo>
                      <a:pt x="2640924" y="1130617"/>
                    </a:lnTo>
                    <a:lnTo>
                      <a:pt x="2655786" y="1151376"/>
                    </a:lnTo>
                    <a:lnTo>
                      <a:pt x="2683460" y="1159587"/>
                    </a:lnTo>
                    <a:lnTo>
                      <a:pt x="2693552" y="1164718"/>
                    </a:lnTo>
                    <a:lnTo>
                      <a:pt x="2701779" y="1175552"/>
                    </a:lnTo>
                    <a:lnTo>
                      <a:pt x="2714146" y="1181788"/>
                    </a:lnTo>
                    <a:lnTo>
                      <a:pt x="2723742" y="1190850"/>
                    </a:lnTo>
                    <a:lnTo>
                      <a:pt x="2724000" y="1196762"/>
                    </a:lnTo>
                    <a:lnTo>
                      <a:pt x="2720678" y="1203754"/>
                    </a:lnTo>
                    <a:lnTo>
                      <a:pt x="2719365" y="1213216"/>
                    </a:lnTo>
                    <a:lnTo>
                      <a:pt x="2715288" y="1219185"/>
                    </a:lnTo>
                    <a:lnTo>
                      <a:pt x="2705500" y="1219871"/>
                    </a:lnTo>
                    <a:lnTo>
                      <a:pt x="2699588" y="1218334"/>
                    </a:lnTo>
                    <a:lnTo>
                      <a:pt x="2667807" y="1185071"/>
                    </a:lnTo>
                    <a:lnTo>
                      <a:pt x="2664013" y="1182010"/>
                    </a:lnTo>
                    <a:lnTo>
                      <a:pt x="2652226" y="1164591"/>
                    </a:lnTo>
                    <a:lnTo>
                      <a:pt x="2638397" y="1155262"/>
                    </a:lnTo>
                    <a:lnTo>
                      <a:pt x="2634118" y="1155459"/>
                    </a:lnTo>
                    <a:lnTo>
                      <a:pt x="2653802" y="1172713"/>
                    </a:lnTo>
                    <a:lnTo>
                      <a:pt x="2661838" y="1184779"/>
                    </a:lnTo>
                    <a:lnTo>
                      <a:pt x="2675992" y="1201696"/>
                    </a:lnTo>
                    <a:lnTo>
                      <a:pt x="2686111" y="1208860"/>
                    </a:lnTo>
                    <a:lnTo>
                      <a:pt x="2693557" y="1220036"/>
                    </a:lnTo>
                    <a:lnTo>
                      <a:pt x="2700477" y="1225275"/>
                    </a:lnTo>
                    <a:lnTo>
                      <a:pt x="2719370" y="1232737"/>
                    </a:lnTo>
                    <a:lnTo>
                      <a:pt x="2712802" y="1238097"/>
                    </a:lnTo>
                    <a:lnTo>
                      <a:pt x="2723287" y="1242663"/>
                    </a:lnTo>
                    <a:lnTo>
                      <a:pt x="2724786" y="1251058"/>
                    </a:lnTo>
                    <a:lnTo>
                      <a:pt x="2723825" y="1260628"/>
                    </a:lnTo>
                    <a:lnTo>
                      <a:pt x="2709272" y="1256843"/>
                    </a:lnTo>
                    <a:lnTo>
                      <a:pt x="2708797" y="1263892"/>
                    </a:lnTo>
                    <a:lnTo>
                      <a:pt x="2710099" y="1268052"/>
                    </a:lnTo>
                    <a:lnTo>
                      <a:pt x="2703671" y="1271487"/>
                    </a:lnTo>
                    <a:lnTo>
                      <a:pt x="2694730" y="1266826"/>
                    </a:lnTo>
                    <a:lnTo>
                      <a:pt x="2671517" y="1241329"/>
                    </a:lnTo>
                    <a:lnTo>
                      <a:pt x="2671713" y="1244739"/>
                    </a:lnTo>
                    <a:lnTo>
                      <a:pt x="2673594" y="1248696"/>
                    </a:lnTo>
                    <a:lnTo>
                      <a:pt x="2687056" y="1265111"/>
                    </a:lnTo>
                    <a:lnTo>
                      <a:pt x="2699071" y="1274955"/>
                    </a:lnTo>
                    <a:lnTo>
                      <a:pt x="2709257" y="1279400"/>
                    </a:lnTo>
                    <a:lnTo>
                      <a:pt x="2717107" y="1287649"/>
                    </a:lnTo>
                    <a:lnTo>
                      <a:pt x="2719877" y="1292640"/>
                    </a:lnTo>
                    <a:lnTo>
                      <a:pt x="2721727" y="1300210"/>
                    </a:lnTo>
                    <a:lnTo>
                      <a:pt x="2715908" y="1305354"/>
                    </a:lnTo>
                    <a:lnTo>
                      <a:pt x="2709283" y="1308193"/>
                    </a:lnTo>
                    <a:lnTo>
                      <a:pt x="2702813" y="1303061"/>
                    </a:lnTo>
                    <a:lnTo>
                      <a:pt x="2698069" y="1297657"/>
                    </a:lnTo>
                    <a:lnTo>
                      <a:pt x="2687966" y="1288481"/>
                    </a:lnTo>
                    <a:lnTo>
                      <a:pt x="2684938" y="1278225"/>
                    </a:lnTo>
                    <a:lnTo>
                      <a:pt x="2677253" y="1278752"/>
                    </a:lnTo>
                    <a:lnTo>
                      <a:pt x="2645136" y="1265747"/>
                    </a:lnTo>
                    <a:lnTo>
                      <a:pt x="2619323" y="1264248"/>
                    </a:lnTo>
                    <a:lnTo>
                      <a:pt x="2621845" y="1266864"/>
                    </a:lnTo>
                    <a:lnTo>
                      <a:pt x="2625111" y="1268604"/>
                    </a:lnTo>
                    <a:lnTo>
                      <a:pt x="2645668" y="1271811"/>
                    </a:lnTo>
                    <a:lnTo>
                      <a:pt x="2653792" y="1277800"/>
                    </a:lnTo>
                    <a:lnTo>
                      <a:pt x="2670700" y="1283115"/>
                    </a:lnTo>
                    <a:lnTo>
                      <a:pt x="2680602" y="1284569"/>
                    </a:lnTo>
                    <a:lnTo>
                      <a:pt x="2684617" y="1300896"/>
                    </a:lnTo>
                    <a:lnTo>
                      <a:pt x="2698301" y="1312130"/>
                    </a:lnTo>
                    <a:lnTo>
                      <a:pt x="2700079" y="1320455"/>
                    </a:lnTo>
                    <a:lnTo>
                      <a:pt x="2709422" y="1321389"/>
                    </a:lnTo>
                    <a:lnTo>
                      <a:pt x="2725861" y="1313222"/>
                    </a:lnTo>
                    <a:lnTo>
                      <a:pt x="2736470" y="1316086"/>
                    </a:lnTo>
                    <a:lnTo>
                      <a:pt x="2751772" y="1318423"/>
                    </a:lnTo>
                    <a:lnTo>
                      <a:pt x="2755270" y="1325015"/>
                    </a:lnTo>
                    <a:lnTo>
                      <a:pt x="2757896" y="1337557"/>
                    </a:lnTo>
                    <a:lnTo>
                      <a:pt x="2763306" y="1351667"/>
                    </a:lnTo>
                    <a:lnTo>
                      <a:pt x="2777337" y="1407303"/>
                    </a:lnTo>
                    <a:lnTo>
                      <a:pt x="2798416" y="1452810"/>
                    </a:lnTo>
                    <a:lnTo>
                      <a:pt x="2801010" y="1460646"/>
                    </a:lnTo>
                    <a:lnTo>
                      <a:pt x="2796111" y="1453769"/>
                    </a:lnTo>
                    <a:lnTo>
                      <a:pt x="2780473" y="1423630"/>
                    </a:lnTo>
                    <a:lnTo>
                      <a:pt x="2771843" y="1401867"/>
                    </a:lnTo>
                    <a:lnTo>
                      <a:pt x="2762975" y="1363441"/>
                    </a:lnTo>
                    <a:lnTo>
                      <a:pt x="2760402" y="1354836"/>
                    </a:lnTo>
                    <a:lnTo>
                      <a:pt x="2757374" y="1351401"/>
                    </a:lnTo>
                    <a:lnTo>
                      <a:pt x="2755379" y="1354195"/>
                    </a:lnTo>
                    <a:lnTo>
                      <a:pt x="2754521" y="1359091"/>
                    </a:lnTo>
                    <a:lnTo>
                      <a:pt x="2755968" y="1362850"/>
                    </a:lnTo>
                    <a:lnTo>
                      <a:pt x="2752475" y="1375500"/>
                    </a:lnTo>
                    <a:lnTo>
                      <a:pt x="2753989" y="1381305"/>
                    </a:lnTo>
                    <a:lnTo>
                      <a:pt x="2759663" y="1387306"/>
                    </a:lnTo>
                    <a:lnTo>
                      <a:pt x="2765828" y="1402280"/>
                    </a:lnTo>
                    <a:lnTo>
                      <a:pt x="2770753" y="1422442"/>
                    </a:lnTo>
                    <a:lnTo>
                      <a:pt x="2764092" y="1414269"/>
                    </a:lnTo>
                    <a:lnTo>
                      <a:pt x="2756981" y="1409938"/>
                    </a:lnTo>
                    <a:lnTo>
                      <a:pt x="2745917" y="1406617"/>
                    </a:lnTo>
                    <a:lnTo>
                      <a:pt x="2736062" y="1400794"/>
                    </a:lnTo>
                    <a:lnTo>
                      <a:pt x="2736780" y="1409145"/>
                    </a:lnTo>
                    <a:lnTo>
                      <a:pt x="2735835" y="1418162"/>
                    </a:lnTo>
                    <a:lnTo>
                      <a:pt x="2728238" y="1415412"/>
                    </a:lnTo>
                    <a:lnTo>
                      <a:pt x="2723070" y="1412421"/>
                    </a:lnTo>
                    <a:lnTo>
                      <a:pt x="2727644" y="1422030"/>
                    </a:lnTo>
                    <a:lnTo>
                      <a:pt x="2717716" y="1419147"/>
                    </a:lnTo>
                    <a:lnTo>
                      <a:pt x="2711102" y="1419750"/>
                    </a:lnTo>
                    <a:lnTo>
                      <a:pt x="2706802" y="1428278"/>
                    </a:lnTo>
                    <a:lnTo>
                      <a:pt x="2701035" y="1433454"/>
                    </a:lnTo>
                    <a:lnTo>
                      <a:pt x="2692508" y="1435124"/>
                    </a:lnTo>
                    <a:lnTo>
                      <a:pt x="2679858" y="1427326"/>
                    </a:lnTo>
                    <a:lnTo>
                      <a:pt x="2675760" y="1417857"/>
                    </a:lnTo>
                    <a:lnTo>
                      <a:pt x="2674065" y="1407316"/>
                    </a:lnTo>
                    <a:lnTo>
                      <a:pt x="2673388" y="1419782"/>
                    </a:lnTo>
                    <a:lnTo>
                      <a:pt x="2675641" y="1432762"/>
                    </a:lnTo>
                    <a:lnTo>
                      <a:pt x="2674850" y="1442630"/>
                    </a:lnTo>
                    <a:lnTo>
                      <a:pt x="2687031" y="1444446"/>
                    </a:lnTo>
                    <a:lnTo>
                      <a:pt x="2698420" y="1442833"/>
                    </a:lnTo>
                    <a:lnTo>
                      <a:pt x="2713789" y="1443246"/>
                    </a:lnTo>
                    <a:lnTo>
                      <a:pt x="2723814" y="1441398"/>
                    </a:lnTo>
                    <a:lnTo>
                      <a:pt x="2729850" y="1438261"/>
                    </a:lnTo>
                    <a:lnTo>
                      <a:pt x="2744325" y="1440979"/>
                    </a:lnTo>
                    <a:lnTo>
                      <a:pt x="2745353" y="1452899"/>
                    </a:lnTo>
                    <a:lnTo>
                      <a:pt x="2743700" y="1464749"/>
                    </a:lnTo>
                    <a:lnTo>
                      <a:pt x="2742863" y="1477367"/>
                    </a:lnTo>
                    <a:lnTo>
                      <a:pt x="2746873" y="1477284"/>
                    </a:lnTo>
                    <a:lnTo>
                      <a:pt x="2751586" y="1473252"/>
                    </a:lnTo>
                    <a:lnTo>
                      <a:pt x="2753942" y="1450651"/>
                    </a:lnTo>
                    <a:lnTo>
                      <a:pt x="2767172" y="1442300"/>
                    </a:lnTo>
                    <a:lnTo>
                      <a:pt x="2771605" y="1442872"/>
                    </a:lnTo>
                    <a:lnTo>
                      <a:pt x="2775817" y="1450136"/>
                    </a:lnTo>
                    <a:lnTo>
                      <a:pt x="2777233" y="1457503"/>
                    </a:lnTo>
                    <a:lnTo>
                      <a:pt x="2778727" y="1467619"/>
                    </a:lnTo>
                    <a:lnTo>
                      <a:pt x="2775636" y="1483031"/>
                    </a:lnTo>
                    <a:lnTo>
                      <a:pt x="2755312" y="1501054"/>
                    </a:lnTo>
                    <a:lnTo>
                      <a:pt x="2740754" y="1517717"/>
                    </a:lnTo>
                    <a:lnTo>
                      <a:pt x="2733313" y="1521115"/>
                    </a:lnTo>
                    <a:lnTo>
                      <a:pt x="2722579" y="1519178"/>
                    </a:lnTo>
                    <a:lnTo>
                      <a:pt x="2710409" y="1514987"/>
                    </a:lnTo>
                    <a:lnTo>
                      <a:pt x="2704441" y="1514142"/>
                    </a:lnTo>
                    <a:lnTo>
                      <a:pt x="2699903" y="1515539"/>
                    </a:lnTo>
                    <a:lnTo>
                      <a:pt x="2697139" y="1510408"/>
                    </a:lnTo>
                    <a:lnTo>
                      <a:pt x="2695356" y="1501047"/>
                    </a:lnTo>
                    <a:lnTo>
                      <a:pt x="2690622" y="1497942"/>
                    </a:lnTo>
                    <a:lnTo>
                      <a:pt x="2687041" y="1498285"/>
                    </a:lnTo>
                    <a:lnTo>
                      <a:pt x="2684597" y="1508230"/>
                    </a:lnTo>
                    <a:lnTo>
                      <a:pt x="2673243" y="1511056"/>
                    </a:lnTo>
                    <a:lnTo>
                      <a:pt x="2657807" y="1506947"/>
                    </a:lnTo>
                    <a:lnTo>
                      <a:pt x="2641642" y="1498584"/>
                    </a:lnTo>
                    <a:lnTo>
                      <a:pt x="2648577" y="1507557"/>
                    </a:lnTo>
                    <a:lnTo>
                      <a:pt x="2688689" y="1524296"/>
                    </a:lnTo>
                    <a:lnTo>
                      <a:pt x="2693206" y="1527427"/>
                    </a:lnTo>
                    <a:lnTo>
                      <a:pt x="2697423" y="1532006"/>
                    </a:lnTo>
                    <a:lnTo>
                      <a:pt x="2691811" y="1539188"/>
                    </a:lnTo>
                    <a:lnTo>
                      <a:pt x="2687413" y="1547278"/>
                    </a:lnTo>
                    <a:lnTo>
                      <a:pt x="2686793" y="1553629"/>
                    </a:lnTo>
                    <a:lnTo>
                      <a:pt x="2685242" y="1557636"/>
                    </a:lnTo>
                    <a:lnTo>
                      <a:pt x="2669248" y="1568431"/>
                    </a:lnTo>
                    <a:lnTo>
                      <a:pt x="2660582" y="1566526"/>
                    </a:lnTo>
                    <a:lnTo>
                      <a:pt x="2638438" y="1547062"/>
                    </a:lnTo>
                    <a:lnTo>
                      <a:pt x="2648526" y="1563897"/>
                    </a:lnTo>
                    <a:lnTo>
                      <a:pt x="2656603" y="1571041"/>
                    </a:lnTo>
                    <a:lnTo>
                      <a:pt x="2672866" y="1574852"/>
                    </a:lnTo>
                    <a:lnTo>
                      <a:pt x="2703371" y="1568558"/>
                    </a:lnTo>
                    <a:lnTo>
                      <a:pt x="2713376" y="1575430"/>
                    </a:lnTo>
                    <a:lnTo>
                      <a:pt x="2705164" y="1587603"/>
                    </a:lnTo>
                    <a:lnTo>
                      <a:pt x="2697004" y="1596145"/>
                    </a:lnTo>
                    <a:lnTo>
                      <a:pt x="2686302" y="1597097"/>
                    </a:lnTo>
                    <a:lnTo>
                      <a:pt x="2676876" y="1599409"/>
                    </a:lnTo>
                    <a:lnTo>
                      <a:pt x="2674111" y="1605283"/>
                    </a:lnTo>
                    <a:lnTo>
                      <a:pt x="2667393" y="1605651"/>
                    </a:lnTo>
                    <a:lnTo>
                      <a:pt x="2656892" y="1606000"/>
                    </a:lnTo>
                    <a:lnTo>
                      <a:pt x="2640635" y="1606534"/>
                    </a:lnTo>
                    <a:lnTo>
                      <a:pt x="2631705" y="1605162"/>
                    </a:lnTo>
                    <a:lnTo>
                      <a:pt x="2619230" y="1617164"/>
                    </a:lnTo>
                    <a:lnTo>
                      <a:pt x="2614522" y="1618815"/>
                    </a:lnTo>
                    <a:lnTo>
                      <a:pt x="2607944" y="1616561"/>
                    </a:lnTo>
                    <a:lnTo>
                      <a:pt x="2605184" y="1606921"/>
                    </a:lnTo>
                    <a:lnTo>
                      <a:pt x="2602244" y="1602184"/>
                    </a:lnTo>
                    <a:lnTo>
                      <a:pt x="2602171" y="1620219"/>
                    </a:lnTo>
                    <a:lnTo>
                      <a:pt x="2603324" y="1625077"/>
                    </a:lnTo>
                    <a:lnTo>
                      <a:pt x="2605680" y="1628741"/>
                    </a:lnTo>
                    <a:lnTo>
                      <a:pt x="2591087" y="1638527"/>
                    </a:lnTo>
                    <a:lnTo>
                      <a:pt x="2577118" y="1650733"/>
                    </a:lnTo>
                    <a:lnTo>
                      <a:pt x="2572111" y="1654054"/>
                    </a:lnTo>
                    <a:lnTo>
                      <a:pt x="2566421" y="1660169"/>
                    </a:lnTo>
                    <a:lnTo>
                      <a:pt x="2554768" y="1677830"/>
                    </a:lnTo>
                    <a:lnTo>
                      <a:pt x="2551889" y="1690708"/>
                    </a:lnTo>
                    <a:lnTo>
                      <a:pt x="2547678" y="1705066"/>
                    </a:lnTo>
                    <a:lnTo>
                      <a:pt x="2547145" y="1698602"/>
                    </a:lnTo>
                    <a:lnTo>
                      <a:pt x="2547869" y="1687717"/>
                    </a:lnTo>
                    <a:lnTo>
                      <a:pt x="2544985" y="1675251"/>
                    </a:lnTo>
                    <a:lnTo>
                      <a:pt x="2543156" y="1698087"/>
                    </a:lnTo>
                    <a:lnTo>
                      <a:pt x="2538629" y="1708699"/>
                    </a:lnTo>
                    <a:lnTo>
                      <a:pt x="2497086" y="1707950"/>
                    </a:lnTo>
                    <a:lnTo>
                      <a:pt x="2478900" y="1713716"/>
                    </a:lnTo>
                    <a:lnTo>
                      <a:pt x="2450984" y="1733116"/>
                    </a:lnTo>
                    <a:lnTo>
                      <a:pt x="2442638" y="1741619"/>
                    </a:lnTo>
                    <a:lnTo>
                      <a:pt x="2419580" y="1774495"/>
                    </a:lnTo>
                    <a:lnTo>
                      <a:pt x="2413694" y="1795534"/>
                    </a:lnTo>
                    <a:lnTo>
                      <a:pt x="2408976" y="1786688"/>
                    </a:lnTo>
                    <a:lnTo>
                      <a:pt x="2410144" y="1780052"/>
                    </a:lnTo>
                    <a:lnTo>
                      <a:pt x="2410237" y="1774629"/>
                    </a:lnTo>
                    <a:lnTo>
                      <a:pt x="2404428" y="1786263"/>
                    </a:lnTo>
                    <a:lnTo>
                      <a:pt x="2409942" y="1803205"/>
                    </a:lnTo>
                    <a:lnTo>
                      <a:pt x="2404992" y="1809676"/>
                    </a:lnTo>
                    <a:lnTo>
                      <a:pt x="2389762" y="1821755"/>
                    </a:lnTo>
                    <a:lnTo>
                      <a:pt x="2381427" y="1823736"/>
                    </a:lnTo>
                    <a:lnTo>
                      <a:pt x="2372068" y="1827172"/>
                    </a:lnTo>
                    <a:lnTo>
                      <a:pt x="2369122" y="1839085"/>
                    </a:lnTo>
                    <a:lnTo>
                      <a:pt x="2356415" y="1850071"/>
                    </a:lnTo>
                    <a:lnTo>
                      <a:pt x="2349010" y="1854936"/>
                    </a:lnTo>
                    <a:lnTo>
                      <a:pt x="2335449" y="1851989"/>
                    </a:lnTo>
                    <a:lnTo>
                      <a:pt x="2339625" y="1862569"/>
                    </a:lnTo>
                    <a:lnTo>
                      <a:pt x="2334643" y="1870577"/>
                    </a:lnTo>
                    <a:lnTo>
                      <a:pt x="2326065" y="1876718"/>
                    </a:lnTo>
                    <a:lnTo>
                      <a:pt x="2315399" y="1880725"/>
                    </a:lnTo>
                    <a:lnTo>
                      <a:pt x="2309285" y="1880236"/>
                    </a:lnTo>
                    <a:lnTo>
                      <a:pt x="2304061" y="1882363"/>
                    </a:lnTo>
                    <a:lnTo>
                      <a:pt x="2299968" y="1887456"/>
                    </a:lnTo>
                    <a:lnTo>
                      <a:pt x="2289968" y="1892219"/>
                    </a:lnTo>
                    <a:lnTo>
                      <a:pt x="2279581" y="1889539"/>
                    </a:lnTo>
                    <a:lnTo>
                      <a:pt x="2267809" y="1887932"/>
                    </a:lnTo>
                    <a:lnTo>
                      <a:pt x="2261251" y="1890790"/>
                    </a:lnTo>
                    <a:lnTo>
                      <a:pt x="2272274" y="1895515"/>
                    </a:lnTo>
                    <a:lnTo>
                      <a:pt x="2278176" y="1902360"/>
                    </a:lnTo>
                    <a:lnTo>
                      <a:pt x="2276961" y="1911588"/>
                    </a:lnTo>
                    <a:lnTo>
                      <a:pt x="2274010" y="1915150"/>
                    </a:lnTo>
                    <a:lnTo>
                      <a:pt x="2267055" y="1919976"/>
                    </a:lnTo>
                    <a:lnTo>
                      <a:pt x="2264001" y="1919259"/>
                    </a:lnTo>
                    <a:lnTo>
                      <a:pt x="2262135" y="1914909"/>
                    </a:lnTo>
                    <a:lnTo>
                      <a:pt x="2259872" y="1905847"/>
                    </a:lnTo>
                    <a:lnTo>
                      <a:pt x="2256637" y="1907777"/>
                    </a:lnTo>
                    <a:lnTo>
                      <a:pt x="2256078" y="1912000"/>
                    </a:lnTo>
                    <a:lnTo>
                      <a:pt x="2253298" y="1913505"/>
                    </a:lnTo>
                    <a:lnTo>
                      <a:pt x="2243433" y="1899071"/>
                    </a:lnTo>
                    <a:lnTo>
                      <a:pt x="2243924" y="1910082"/>
                    </a:lnTo>
                    <a:lnTo>
                      <a:pt x="2247371" y="1918541"/>
                    </a:lnTo>
                    <a:lnTo>
                      <a:pt x="2250704" y="1922834"/>
                    </a:lnTo>
                    <a:lnTo>
                      <a:pt x="2254068" y="1925361"/>
                    </a:lnTo>
                    <a:lnTo>
                      <a:pt x="2254895" y="1929286"/>
                    </a:lnTo>
                    <a:lnTo>
                      <a:pt x="2248146" y="1938850"/>
                    </a:lnTo>
                    <a:lnTo>
                      <a:pt x="2244673" y="1940977"/>
                    </a:lnTo>
                    <a:lnTo>
                      <a:pt x="2238493" y="1942527"/>
                    </a:lnTo>
                    <a:lnTo>
                      <a:pt x="2235015" y="1948420"/>
                    </a:lnTo>
                    <a:lnTo>
                      <a:pt x="2236043" y="1953494"/>
                    </a:lnTo>
                    <a:lnTo>
                      <a:pt x="2230638" y="1964505"/>
                    </a:lnTo>
                    <a:lnTo>
                      <a:pt x="2217713" y="1971383"/>
                    </a:lnTo>
                    <a:lnTo>
                      <a:pt x="2213765" y="1971116"/>
                    </a:lnTo>
                    <a:lnTo>
                      <a:pt x="2210546" y="1973129"/>
                    </a:lnTo>
                    <a:lnTo>
                      <a:pt x="2212427" y="1978032"/>
                    </a:lnTo>
                    <a:lnTo>
                      <a:pt x="2215651" y="1981601"/>
                    </a:lnTo>
                    <a:lnTo>
                      <a:pt x="2215538" y="1984915"/>
                    </a:lnTo>
                    <a:lnTo>
                      <a:pt x="2212122" y="1989418"/>
                    </a:lnTo>
                    <a:lnTo>
                      <a:pt x="2205378" y="1990675"/>
                    </a:lnTo>
                    <a:lnTo>
                      <a:pt x="2201590" y="1995813"/>
                    </a:lnTo>
                    <a:lnTo>
                      <a:pt x="2202789" y="2000658"/>
                    </a:lnTo>
                    <a:lnTo>
                      <a:pt x="2205016" y="2003363"/>
                    </a:lnTo>
                    <a:lnTo>
                      <a:pt x="2204551" y="2008025"/>
                    </a:lnTo>
                    <a:lnTo>
                      <a:pt x="2196882" y="2012705"/>
                    </a:lnTo>
                    <a:lnTo>
                      <a:pt x="2195084" y="2017309"/>
                    </a:lnTo>
                    <a:lnTo>
                      <a:pt x="2198892" y="2018668"/>
                    </a:lnTo>
                    <a:lnTo>
                      <a:pt x="2201822" y="2017309"/>
                    </a:lnTo>
                    <a:lnTo>
                      <a:pt x="2203967" y="2018299"/>
                    </a:lnTo>
                    <a:lnTo>
                      <a:pt x="2199368" y="2025996"/>
                    </a:lnTo>
                    <a:lnTo>
                      <a:pt x="2195239" y="2030689"/>
                    </a:lnTo>
                    <a:lnTo>
                      <a:pt x="2191316" y="2039122"/>
                    </a:lnTo>
                    <a:lnTo>
                      <a:pt x="2182216" y="2041453"/>
                    </a:lnTo>
                    <a:lnTo>
                      <a:pt x="2182557" y="2044177"/>
                    </a:lnTo>
                    <a:lnTo>
                      <a:pt x="2187699" y="2046590"/>
                    </a:lnTo>
                    <a:lnTo>
                      <a:pt x="2192004" y="2053074"/>
                    </a:lnTo>
                    <a:lnTo>
                      <a:pt x="2183916" y="2065045"/>
                    </a:lnTo>
                    <a:lnTo>
                      <a:pt x="2178867" y="2064060"/>
                    </a:lnTo>
                    <a:lnTo>
                      <a:pt x="2175782" y="2061425"/>
                    </a:lnTo>
                    <a:lnTo>
                      <a:pt x="2173813" y="2070874"/>
                    </a:lnTo>
                    <a:lnTo>
                      <a:pt x="2174568" y="2075917"/>
                    </a:lnTo>
                    <a:lnTo>
                      <a:pt x="2172645" y="2086223"/>
                    </a:lnTo>
                    <a:lnTo>
                      <a:pt x="2169555" y="2098613"/>
                    </a:lnTo>
                    <a:lnTo>
                      <a:pt x="2167457" y="2103699"/>
                    </a:lnTo>
                    <a:lnTo>
                      <a:pt x="2167902" y="2113174"/>
                    </a:lnTo>
                    <a:lnTo>
                      <a:pt x="2169199" y="2122325"/>
                    </a:lnTo>
                    <a:lnTo>
                      <a:pt x="2174149" y="2134118"/>
                    </a:lnTo>
                    <a:lnTo>
                      <a:pt x="2181710" y="2182343"/>
                    </a:lnTo>
                    <a:lnTo>
                      <a:pt x="2186857" y="2199089"/>
                    </a:lnTo>
                    <a:lnTo>
                      <a:pt x="2196128" y="2244272"/>
                    </a:lnTo>
                    <a:lnTo>
                      <a:pt x="2211471" y="2288077"/>
                    </a:lnTo>
                    <a:lnTo>
                      <a:pt x="2233118" y="2341026"/>
                    </a:lnTo>
                    <a:lnTo>
                      <a:pt x="2268646" y="2405203"/>
                    </a:lnTo>
                    <a:lnTo>
                      <a:pt x="2272899" y="2414348"/>
                    </a:lnTo>
                    <a:lnTo>
                      <a:pt x="2268274" y="2422102"/>
                    </a:lnTo>
                    <a:lnTo>
                      <a:pt x="2266863" y="2430135"/>
                    </a:lnTo>
                    <a:lnTo>
                      <a:pt x="2266460" y="2442245"/>
                    </a:lnTo>
                    <a:lnTo>
                      <a:pt x="2267742" y="2454044"/>
                    </a:lnTo>
                    <a:lnTo>
                      <a:pt x="2271943" y="2468453"/>
                    </a:lnTo>
                    <a:lnTo>
                      <a:pt x="2280015" y="2490483"/>
                    </a:lnTo>
                    <a:lnTo>
                      <a:pt x="2275499" y="2486088"/>
                    </a:lnTo>
                    <a:lnTo>
                      <a:pt x="2263809" y="2454470"/>
                    </a:lnTo>
                    <a:lnTo>
                      <a:pt x="2262450" y="2435901"/>
                    </a:lnTo>
                    <a:lnTo>
                      <a:pt x="2264135" y="2409560"/>
                    </a:lnTo>
                    <a:lnTo>
                      <a:pt x="2261391" y="2410195"/>
                    </a:lnTo>
                    <a:lnTo>
                      <a:pt x="2259164" y="2418755"/>
                    </a:lnTo>
                    <a:lnTo>
                      <a:pt x="2257939" y="2428808"/>
                    </a:lnTo>
                    <a:lnTo>
                      <a:pt x="2254973" y="2432700"/>
                    </a:lnTo>
                    <a:lnTo>
                      <a:pt x="2250926" y="2417364"/>
                    </a:lnTo>
                    <a:lnTo>
                      <a:pt x="2251210" y="2410430"/>
                    </a:lnTo>
                    <a:lnTo>
                      <a:pt x="2255505" y="2402327"/>
                    </a:lnTo>
                    <a:lnTo>
                      <a:pt x="2254259" y="2399412"/>
                    </a:lnTo>
                    <a:lnTo>
                      <a:pt x="2247309" y="2395265"/>
                    </a:lnTo>
                    <a:lnTo>
                      <a:pt x="2245831" y="2388743"/>
                    </a:lnTo>
                    <a:lnTo>
                      <a:pt x="2246771" y="2382304"/>
                    </a:lnTo>
                    <a:lnTo>
                      <a:pt x="2242782" y="2378862"/>
                    </a:lnTo>
                    <a:lnTo>
                      <a:pt x="2239661" y="2379027"/>
                    </a:lnTo>
                    <a:lnTo>
                      <a:pt x="2241753" y="2394903"/>
                    </a:lnTo>
                    <a:lnTo>
                      <a:pt x="2245056" y="2404651"/>
                    </a:lnTo>
                    <a:lnTo>
                      <a:pt x="2249138" y="2428014"/>
                    </a:lnTo>
                    <a:lnTo>
                      <a:pt x="2255727" y="2442169"/>
                    </a:lnTo>
                    <a:lnTo>
                      <a:pt x="2259567" y="2454038"/>
                    </a:lnTo>
                    <a:lnTo>
                      <a:pt x="2304438" y="2580696"/>
                    </a:lnTo>
                    <a:lnTo>
                      <a:pt x="2315058" y="2596826"/>
                    </a:lnTo>
                    <a:lnTo>
                      <a:pt x="2318985" y="2608409"/>
                    </a:lnTo>
                    <a:lnTo>
                      <a:pt x="2323073" y="2632630"/>
                    </a:lnTo>
                    <a:lnTo>
                      <a:pt x="2323998" y="2663728"/>
                    </a:lnTo>
                    <a:lnTo>
                      <a:pt x="2316665" y="2720564"/>
                    </a:lnTo>
                    <a:lnTo>
                      <a:pt x="2314996" y="2759333"/>
                    </a:lnTo>
                    <a:lnTo>
                      <a:pt x="2313947" y="2758145"/>
                    </a:lnTo>
                    <a:lnTo>
                      <a:pt x="2313244" y="2754062"/>
                    </a:lnTo>
                    <a:lnTo>
                      <a:pt x="2311549" y="2753503"/>
                    </a:lnTo>
                    <a:lnTo>
                      <a:pt x="2305182" y="2771265"/>
                    </a:lnTo>
                    <a:lnTo>
                      <a:pt x="2296531" y="2787287"/>
                    </a:lnTo>
                    <a:lnTo>
                      <a:pt x="2293684" y="2812187"/>
                    </a:lnTo>
                    <a:lnTo>
                      <a:pt x="2289534" y="2824653"/>
                    </a:lnTo>
                    <a:lnTo>
                      <a:pt x="2277075" y="2837843"/>
                    </a:lnTo>
                    <a:lnTo>
                      <a:pt x="2269354" y="2837506"/>
                    </a:lnTo>
                    <a:lnTo>
                      <a:pt x="2250420" y="2847400"/>
                    </a:lnTo>
                    <a:lnTo>
                      <a:pt x="2237118" y="2844822"/>
                    </a:lnTo>
                    <a:lnTo>
                      <a:pt x="2221269" y="2850404"/>
                    </a:lnTo>
                    <a:lnTo>
                      <a:pt x="2210840" y="2849781"/>
                    </a:lnTo>
                    <a:lnTo>
                      <a:pt x="2204820" y="2838014"/>
                    </a:lnTo>
                    <a:lnTo>
                      <a:pt x="2205740" y="2832750"/>
                    </a:lnTo>
                    <a:lnTo>
                      <a:pt x="2208137" y="2827460"/>
                    </a:lnTo>
                    <a:lnTo>
                      <a:pt x="2212199" y="2826228"/>
                    </a:lnTo>
                    <a:lnTo>
                      <a:pt x="2226199" y="2838560"/>
                    </a:lnTo>
                    <a:lnTo>
                      <a:pt x="2228839" y="2833372"/>
                    </a:lnTo>
                    <a:lnTo>
                      <a:pt x="2224612" y="2827199"/>
                    </a:lnTo>
                    <a:lnTo>
                      <a:pt x="2216519" y="2823757"/>
                    </a:lnTo>
                    <a:lnTo>
                      <a:pt x="2210540" y="2819973"/>
                    </a:lnTo>
                    <a:lnTo>
                      <a:pt x="2198494" y="2791859"/>
                    </a:lnTo>
                    <a:lnTo>
                      <a:pt x="2186014" y="2772554"/>
                    </a:lnTo>
                    <a:lnTo>
                      <a:pt x="2183911" y="2759650"/>
                    </a:lnTo>
                    <a:lnTo>
                      <a:pt x="2162393" y="2751782"/>
                    </a:lnTo>
                    <a:lnTo>
                      <a:pt x="2146812" y="2739869"/>
                    </a:lnTo>
                    <a:lnTo>
                      <a:pt x="2136652" y="2718678"/>
                    </a:lnTo>
                    <a:lnTo>
                      <a:pt x="2130823" y="2681102"/>
                    </a:lnTo>
                    <a:lnTo>
                      <a:pt x="2123950" y="2676879"/>
                    </a:lnTo>
                    <a:lnTo>
                      <a:pt x="2121046" y="2673958"/>
                    </a:lnTo>
                    <a:lnTo>
                      <a:pt x="2127759" y="2660013"/>
                    </a:lnTo>
                    <a:lnTo>
                      <a:pt x="2134833" y="2648322"/>
                    </a:lnTo>
                    <a:lnTo>
                      <a:pt x="2129237" y="2651230"/>
                    </a:lnTo>
                    <a:lnTo>
                      <a:pt x="2125108" y="2655555"/>
                    </a:lnTo>
                    <a:lnTo>
                      <a:pt x="2119857" y="2665880"/>
                    </a:lnTo>
                    <a:lnTo>
                      <a:pt x="2116023" y="2667468"/>
                    </a:lnTo>
                    <a:lnTo>
                      <a:pt x="2112509" y="2665880"/>
                    </a:lnTo>
                    <a:lnTo>
                      <a:pt x="2108457" y="2646074"/>
                    </a:lnTo>
                    <a:lnTo>
                      <a:pt x="2109615" y="2621726"/>
                    </a:lnTo>
                    <a:lnTo>
                      <a:pt x="2115294" y="2612620"/>
                    </a:lnTo>
                    <a:lnTo>
                      <a:pt x="2106571" y="2612378"/>
                    </a:lnTo>
                    <a:lnTo>
                      <a:pt x="2097533" y="2615846"/>
                    </a:lnTo>
                    <a:lnTo>
                      <a:pt x="2098856" y="2623962"/>
                    </a:lnTo>
                    <a:lnTo>
                      <a:pt x="2097579" y="2628420"/>
                    </a:lnTo>
                    <a:lnTo>
                      <a:pt x="2090995" y="2627276"/>
                    </a:lnTo>
                    <a:lnTo>
                      <a:pt x="2086003" y="2624425"/>
                    </a:lnTo>
                    <a:lnTo>
                      <a:pt x="2079229" y="2615979"/>
                    </a:lnTo>
                    <a:lnTo>
                      <a:pt x="2069989" y="2599862"/>
                    </a:lnTo>
                    <a:lnTo>
                      <a:pt x="2051033" y="2555460"/>
                    </a:lnTo>
                    <a:lnTo>
                      <a:pt x="2047338" y="2549198"/>
                    </a:lnTo>
                    <a:lnTo>
                      <a:pt x="2041070" y="2542645"/>
                    </a:lnTo>
                    <a:lnTo>
                      <a:pt x="2044021" y="2540606"/>
                    </a:lnTo>
                    <a:lnTo>
                      <a:pt x="2049406" y="2539400"/>
                    </a:lnTo>
                    <a:lnTo>
                      <a:pt x="2061576" y="2519409"/>
                    </a:lnTo>
                    <a:lnTo>
                      <a:pt x="2071136" y="2507330"/>
                    </a:lnTo>
                    <a:lnTo>
                      <a:pt x="2074309" y="2498973"/>
                    </a:lnTo>
                    <a:lnTo>
                      <a:pt x="2073756" y="2495398"/>
                    </a:lnTo>
                    <a:lnTo>
                      <a:pt x="2069529" y="2490203"/>
                    </a:lnTo>
                    <a:lnTo>
                      <a:pt x="2063979" y="2494744"/>
                    </a:lnTo>
                    <a:lnTo>
                      <a:pt x="2061601" y="2493448"/>
                    </a:lnTo>
                    <a:lnTo>
                      <a:pt x="2055359" y="2482970"/>
                    </a:lnTo>
                    <a:lnTo>
                      <a:pt x="2049395" y="2480011"/>
                    </a:lnTo>
                    <a:lnTo>
                      <a:pt x="2045240" y="2482278"/>
                    </a:lnTo>
                    <a:lnTo>
                      <a:pt x="2049623" y="2490864"/>
                    </a:lnTo>
                    <a:lnTo>
                      <a:pt x="2053560" y="2494052"/>
                    </a:lnTo>
                    <a:lnTo>
                      <a:pt x="2052036" y="2506536"/>
                    </a:lnTo>
                    <a:lnTo>
                      <a:pt x="2050444" y="2510601"/>
                    </a:lnTo>
                    <a:lnTo>
                      <a:pt x="2046755" y="2514189"/>
                    </a:lnTo>
                    <a:lnTo>
                      <a:pt x="2040993" y="2512277"/>
                    </a:lnTo>
                    <a:lnTo>
                      <a:pt x="2038078" y="2515364"/>
                    </a:lnTo>
                    <a:lnTo>
                      <a:pt x="2034647" y="2512112"/>
                    </a:lnTo>
                    <a:lnTo>
                      <a:pt x="2031231" y="2506625"/>
                    </a:lnTo>
                    <a:lnTo>
                      <a:pt x="2027427" y="2497595"/>
                    </a:lnTo>
                    <a:lnTo>
                      <a:pt x="2037478" y="2446767"/>
                    </a:lnTo>
                    <a:lnTo>
                      <a:pt x="2046780" y="2414380"/>
                    </a:lnTo>
                    <a:lnTo>
                      <a:pt x="2047845" y="2377433"/>
                    </a:lnTo>
                    <a:lnTo>
                      <a:pt x="2048537" y="2371959"/>
                    </a:lnTo>
                    <a:lnTo>
                      <a:pt x="2047752" y="2362141"/>
                    </a:lnTo>
                    <a:lnTo>
                      <a:pt x="2035277" y="2340804"/>
                    </a:lnTo>
                    <a:lnTo>
                      <a:pt x="1980122" y="2288737"/>
                    </a:lnTo>
                    <a:lnTo>
                      <a:pt x="1937374" y="2227081"/>
                    </a:lnTo>
                    <a:lnTo>
                      <a:pt x="1900348" y="2203953"/>
                    </a:lnTo>
                    <a:lnTo>
                      <a:pt x="1872256" y="2209033"/>
                    </a:lnTo>
                    <a:lnTo>
                      <a:pt x="1867393" y="2213682"/>
                    </a:lnTo>
                    <a:lnTo>
                      <a:pt x="1865305" y="2219759"/>
                    </a:lnTo>
                    <a:lnTo>
                      <a:pt x="1867068" y="2226637"/>
                    </a:lnTo>
                    <a:lnTo>
                      <a:pt x="1864515" y="2229501"/>
                    </a:lnTo>
                    <a:lnTo>
                      <a:pt x="1856975" y="2229139"/>
                    </a:lnTo>
                    <a:lnTo>
                      <a:pt x="1846820" y="2230739"/>
                    </a:lnTo>
                    <a:lnTo>
                      <a:pt x="1820305" y="2246971"/>
                    </a:lnTo>
                    <a:lnTo>
                      <a:pt x="1810951" y="2246374"/>
                    </a:lnTo>
                    <a:lnTo>
                      <a:pt x="1802455" y="2250578"/>
                    </a:lnTo>
                    <a:lnTo>
                      <a:pt x="1796094" y="2253727"/>
                    </a:lnTo>
                    <a:lnTo>
                      <a:pt x="1779506" y="2255442"/>
                    </a:lnTo>
                    <a:lnTo>
                      <a:pt x="1765439" y="2259043"/>
                    </a:lnTo>
                    <a:lnTo>
                      <a:pt x="1759362" y="2257093"/>
                    </a:lnTo>
                    <a:lnTo>
                      <a:pt x="1755398" y="2247682"/>
                    </a:lnTo>
                    <a:lnTo>
                      <a:pt x="1755398" y="2237940"/>
                    </a:lnTo>
                    <a:lnTo>
                      <a:pt x="1758613" y="2245408"/>
                    </a:lnTo>
                    <a:lnTo>
                      <a:pt x="1763589" y="2251251"/>
                    </a:lnTo>
                    <a:lnTo>
                      <a:pt x="1765868" y="2248914"/>
                    </a:lnTo>
                    <a:lnTo>
                      <a:pt x="1766721" y="2243745"/>
                    </a:lnTo>
                    <a:lnTo>
                      <a:pt x="1761770" y="2233616"/>
                    </a:lnTo>
                    <a:lnTo>
                      <a:pt x="1745822" y="2220604"/>
                    </a:lnTo>
                    <a:lnTo>
                      <a:pt x="1727673" y="2201597"/>
                    </a:lnTo>
                    <a:lnTo>
                      <a:pt x="1733208" y="2202226"/>
                    </a:lnTo>
                    <a:lnTo>
                      <a:pt x="1734608" y="2198155"/>
                    </a:lnTo>
                    <a:lnTo>
                      <a:pt x="1728981" y="2192815"/>
                    </a:lnTo>
                    <a:lnTo>
                      <a:pt x="1731358" y="2186642"/>
                    </a:lnTo>
                    <a:lnTo>
                      <a:pt x="1735322" y="2180158"/>
                    </a:lnTo>
                    <a:lnTo>
                      <a:pt x="1727663" y="2181130"/>
                    </a:lnTo>
                    <a:lnTo>
                      <a:pt x="1720790" y="2185670"/>
                    </a:lnTo>
                    <a:lnTo>
                      <a:pt x="1720563" y="2191278"/>
                    </a:lnTo>
                    <a:lnTo>
                      <a:pt x="1719203" y="2195736"/>
                    </a:lnTo>
                    <a:lnTo>
                      <a:pt x="1715503" y="2195088"/>
                    </a:lnTo>
                    <a:lnTo>
                      <a:pt x="1708635" y="2189569"/>
                    </a:lnTo>
                    <a:lnTo>
                      <a:pt x="1674823" y="2174208"/>
                    </a:lnTo>
                    <a:lnTo>
                      <a:pt x="1645264" y="2165546"/>
                    </a:lnTo>
                    <a:lnTo>
                      <a:pt x="1667950" y="2161647"/>
                    </a:lnTo>
                    <a:lnTo>
                      <a:pt x="1680254" y="2164676"/>
                    </a:lnTo>
                    <a:lnTo>
                      <a:pt x="1678787" y="2160027"/>
                    </a:lnTo>
                    <a:lnTo>
                      <a:pt x="1675826" y="2157075"/>
                    </a:lnTo>
                    <a:lnTo>
                      <a:pt x="1666121" y="2153334"/>
                    </a:lnTo>
                    <a:lnTo>
                      <a:pt x="1653759" y="2154757"/>
                    </a:lnTo>
                    <a:lnTo>
                      <a:pt x="1645951" y="2152998"/>
                    </a:lnTo>
                    <a:lnTo>
                      <a:pt x="1637967" y="2156706"/>
                    </a:lnTo>
                    <a:lnTo>
                      <a:pt x="1629218" y="2162218"/>
                    </a:lnTo>
                    <a:lnTo>
                      <a:pt x="1621430" y="2165057"/>
                    </a:lnTo>
                    <a:lnTo>
                      <a:pt x="1590951" y="2169026"/>
                    </a:lnTo>
                    <a:lnTo>
                      <a:pt x="1566234" y="2173332"/>
                    </a:lnTo>
                    <a:lnTo>
                      <a:pt x="1570197" y="2168785"/>
                    </a:lnTo>
                    <a:lnTo>
                      <a:pt x="1574424" y="2165863"/>
                    </a:lnTo>
                    <a:lnTo>
                      <a:pt x="1589028" y="2161418"/>
                    </a:lnTo>
                    <a:lnTo>
                      <a:pt x="1591214" y="2152178"/>
                    </a:lnTo>
                    <a:lnTo>
                      <a:pt x="1587783" y="2143281"/>
                    </a:lnTo>
                    <a:lnTo>
                      <a:pt x="1583938" y="2145415"/>
                    </a:lnTo>
                    <a:lnTo>
                      <a:pt x="1579902" y="2152369"/>
                    </a:lnTo>
                    <a:lnTo>
                      <a:pt x="1574952" y="2147358"/>
                    </a:lnTo>
                    <a:lnTo>
                      <a:pt x="1569469" y="2147384"/>
                    </a:lnTo>
                    <a:lnTo>
                      <a:pt x="1567980" y="2158446"/>
                    </a:lnTo>
                    <a:lnTo>
                      <a:pt x="1560952" y="2165863"/>
                    </a:lnTo>
                    <a:lnTo>
                      <a:pt x="1557779" y="2173332"/>
                    </a:lnTo>
                    <a:lnTo>
                      <a:pt x="1537170" y="2179180"/>
                    </a:lnTo>
                    <a:lnTo>
                      <a:pt x="1534530" y="2177231"/>
                    </a:lnTo>
                    <a:lnTo>
                      <a:pt x="1540560" y="2170137"/>
                    </a:lnTo>
                    <a:lnTo>
                      <a:pt x="1540080" y="2166194"/>
                    </a:lnTo>
                    <a:lnTo>
                      <a:pt x="1533202" y="2169578"/>
                    </a:lnTo>
                    <a:lnTo>
                      <a:pt x="1521667" y="2183022"/>
                    </a:lnTo>
                    <a:lnTo>
                      <a:pt x="1481059" y="2187423"/>
                    </a:lnTo>
                    <a:lnTo>
                      <a:pt x="1483276" y="2184368"/>
                    </a:lnTo>
                    <a:lnTo>
                      <a:pt x="1491849" y="2183759"/>
                    </a:lnTo>
                    <a:lnTo>
                      <a:pt x="1503885" y="2179504"/>
                    </a:lnTo>
                    <a:lnTo>
                      <a:pt x="1501451" y="2172341"/>
                    </a:lnTo>
                    <a:lnTo>
                      <a:pt x="1496810" y="2164466"/>
                    </a:lnTo>
                    <a:lnTo>
                      <a:pt x="1492526" y="2163590"/>
                    </a:lnTo>
                    <a:lnTo>
                      <a:pt x="1489700" y="2158973"/>
                    </a:lnTo>
                    <a:lnTo>
                      <a:pt x="1489839" y="2144425"/>
                    </a:lnTo>
                    <a:lnTo>
                      <a:pt x="1487100" y="2135921"/>
                    </a:lnTo>
                    <a:lnTo>
                      <a:pt x="1480491" y="2127171"/>
                    </a:lnTo>
                    <a:lnTo>
                      <a:pt x="1478258" y="2128853"/>
                    </a:lnTo>
                    <a:lnTo>
                      <a:pt x="1473395" y="2143815"/>
                    </a:lnTo>
                    <a:lnTo>
                      <a:pt x="1469354" y="2163438"/>
                    </a:lnTo>
                    <a:lnTo>
                      <a:pt x="1467354" y="2169775"/>
                    </a:lnTo>
                    <a:lnTo>
                      <a:pt x="1455314" y="2170220"/>
                    </a:lnTo>
                    <a:lnTo>
                      <a:pt x="1444658" y="2168880"/>
                    </a:lnTo>
                    <a:lnTo>
                      <a:pt x="1408442" y="2171236"/>
                    </a:lnTo>
                    <a:lnTo>
                      <a:pt x="1394913" y="2164587"/>
                    </a:lnTo>
                    <a:lnTo>
                      <a:pt x="1389301" y="2163311"/>
                    </a:lnTo>
                    <a:lnTo>
                      <a:pt x="1385885" y="2163463"/>
                    </a:lnTo>
                    <a:lnTo>
                      <a:pt x="1370134" y="2169559"/>
                    </a:lnTo>
                    <a:lnTo>
                      <a:pt x="1352186" y="2174227"/>
                    </a:lnTo>
                    <a:lnTo>
                      <a:pt x="1347959" y="2172760"/>
                    </a:lnTo>
                    <a:lnTo>
                      <a:pt x="1341929" y="2172544"/>
                    </a:lnTo>
                    <a:lnTo>
                      <a:pt x="1328916" y="2188433"/>
                    </a:lnTo>
                    <a:lnTo>
                      <a:pt x="1313573" y="2195869"/>
                    </a:lnTo>
                    <a:lnTo>
                      <a:pt x="1274862" y="2182501"/>
                    </a:lnTo>
                    <a:lnTo>
                      <a:pt x="1265234" y="2171750"/>
                    </a:lnTo>
                    <a:lnTo>
                      <a:pt x="1256687" y="2169451"/>
                    </a:lnTo>
                    <a:lnTo>
                      <a:pt x="1246176" y="2168124"/>
                    </a:lnTo>
                    <a:lnTo>
                      <a:pt x="1234884" y="2181352"/>
                    </a:lnTo>
                    <a:lnTo>
                      <a:pt x="1226306" y="2199203"/>
                    </a:lnTo>
                    <a:lnTo>
                      <a:pt x="1239861" y="2208989"/>
                    </a:lnTo>
                    <a:lnTo>
                      <a:pt x="1251462" y="2213669"/>
                    </a:lnTo>
                    <a:lnTo>
                      <a:pt x="1270635" y="2209745"/>
                    </a:lnTo>
                    <a:lnTo>
                      <a:pt x="1281234" y="2201083"/>
                    </a:lnTo>
                    <a:lnTo>
                      <a:pt x="1289890" y="2201368"/>
                    </a:lnTo>
                    <a:lnTo>
                      <a:pt x="1294029" y="2199609"/>
                    </a:lnTo>
                    <a:lnTo>
                      <a:pt x="1297806" y="2195088"/>
                    </a:lnTo>
                    <a:lnTo>
                      <a:pt x="1305207" y="2198657"/>
                    </a:lnTo>
                    <a:lnTo>
                      <a:pt x="1305470" y="2202232"/>
                    </a:lnTo>
                    <a:lnTo>
                      <a:pt x="1300215" y="2207268"/>
                    </a:lnTo>
                    <a:lnTo>
                      <a:pt x="1293595" y="2211510"/>
                    </a:lnTo>
                    <a:lnTo>
                      <a:pt x="1289579" y="2216508"/>
                    </a:lnTo>
                    <a:lnTo>
                      <a:pt x="1297135" y="2226580"/>
                    </a:lnTo>
                    <a:lnTo>
                      <a:pt x="1309000" y="2229964"/>
                    </a:lnTo>
                    <a:lnTo>
                      <a:pt x="1313465" y="2228504"/>
                    </a:lnTo>
                    <a:lnTo>
                      <a:pt x="1316229" y="2217181"/>
                    </a:lnTo>
                    <a:lnTo>
                      <a:pt x="1323526" y="2209891"/>
                    </a:lnTo>
                    <a:lnTo>
                      <a:pt x="1333443" y="2211466"/>
                    </a:lnTo>
                    <a:lnTo>
                      <a:pt x="1332032" y="2216038"/>
                    </a:lnTo>
                    <a:lnTo>
                      <a:pt x="1333422" y="2220356"/>
                    </a:lnTo>
                    <a:lnTo>
                      <a:pt x="1337980" y="2227729"/>
                    </a:lnTo>
                    <a:lnTo>
                      <a:pt x="1337458" y="2238290"/>
                    </a:lnTo>
                    <a:lnTo>
                      <a:pt x="1338342" y="2240836"/>
                    </a:lnTo>
                    <a:lnTo>
                      <a:pt x="1327655" y="2245497"/>
                    </a:lnTo>
                    <a:lnTo>
                      <a:pt x="1319692" y="2247079"/>
                    </a:lnTo>
                    <a:lnTo>
                      <a:pt x="1313320" y="2253181"/>
                    </a:lnTo>
                    <a:lnTo>
                      <a:pt x="1316658" y="2256725"/>
                    </a:lnTo>
                    <a:lnTo>
                      <a:pt x="1310168" y="2259837"/>
                    </a:lnTo>
                    <a:lnTo>
                      <a:pt x="1305780" y="2258592"/>
                    </a:lnTo>
                    <a:lnTo>
                      <a:pt x="1303574" y="2259741"/>
                    </a:lnTo>
                    <a:lnTo>
                      <a:pt x="1302912" y="2263488"/>
                    </a:lnTo>
                    <a:lnTo>
                      <a:pt x="1299558" y="2266968"/>
                    </a:lnTo>
                    <a:lnTo>
                      <a:pt x="1304437" y="2277453"/>
                    </a:lnTo>
                    <a:lnTo>
                      <a:pt x="1314436" y="2284298"/>
                    </a:lnTo>
                    <a:lnTo>
                      <a:pt x="1321490" y="2292878"/>
                    </a:lnTo>
                    <a:lnTo>
                      <a:pt x="1349851" y="2304175"/>
                    </a:lnTo>
                    <a:lnTo>
                      <a:pt x="1356724" y="2303851"/>
                    </a:lnTo>
                    <a:lnTo>
                      <a:pt x="1363488" y="2315225"/>
                    </a:lnTo>
                    <a:lnTo>
                      <a:pt x="1368940" y="2319136"/>
                    </a:lnTo>
                    <a:lnTo>
                      <a:pt x="1374191" y="2321124"/>
                    </a:lnTo>
                    <a:lnTo>
                      <a:pt x="1373591" y="2328948"/>
                    </a:lnTo>
                    <a:lnTo>
                      <a:pt x="1364263" y="2334676"/>
                    </a:lnTo>
                    <a:lnTo>
                      <a:pt x="1361742" y="2341509"/>
                    </a:lnTo>
                    <a:lnTo>
                      <a:pt x="1359395" y="2345351"/>
                    </a:lnTo>
                    <a:lnTo>
                      <a:pt x="1355189" y="2340486"/>
                    </a:lnTo>
                    <a:lnTo>
                      <a:pt x="1350869" y="2336962"/>
                    </a:lnTo>
                    <a:lnTo>
                      <a:pt x="1340869" y="2347681"/>
                    </a:lnTo>
                    <a:lnTo>
                      <a:pt x="1336048" y="2349936"/>
                    </a:lnTo>
                    <a:lnTo>
                      <a:pt x="1338440" y="2338378"/>
                    </a:lnTo>
                    <a:lnTo>
                      <a:pt x="1334663" y="2333850"/>
                    </a:lnTo>
                    <a:lnTo>
                      <a:pt x="1328952" y="2322261"/>
                    </a:lnTo>
                    <a:lnTo>
                      <a:pt x="1320632" y="2315091"/>
                    </a:lnTo>
                    <a:lnTo>
                      <a:pt x="1314772" y="2312716"/>
                    </a:lnTo>
                    <a:lnTo>
                      <a:pt x="1310209" y="2308182"/>
                    </a:lnTo>
                    <a:lnTo>
                      <a:pt x="1304685" y="2306347"/>
                    </a:lnTo>
                    <a:lnTo>
                      <a:pt x="1299972" y="2306817"/>
                    </a:lnTo>
                    <a:lnTo>
                      <a:pt x="1291993" y="2304175"/>
                    </a:lnTo>
                    <a:lnTo>
                      <a:pt x="1291466" y="2298009"/>
                    </a:lnTo>
                    <a:lnTo>
                      <a:pt x="1289254" y="2293392"/>
                    </a:lnTo>
                    <a:lnTo>
                      <a:pt x="1283011" y="2287943"/>
                    </a:lnTo>
                    <a:lnTo>
                      <a:pt x="1253183" y="2277649"/>
                    </a:lnTo>
                    <a:lnTo>
                      <a:pt x="1253002" y="2281910"/>
                    </a:lnTo>
                    <a:lnTo>
                      <a:pt x="1255069" y="2285117"/>
                    </a:lnTo>
                    <a:lnTo>
                      <a:pt x="1259353" y="2287251"/>
                    </a:lnTo>
                    <a:lnTo>
                      <a:pt x="1264480" y="2291404"/>
                    </a:lnTo>
                    <a:lnTo>
                      <a:pt x="1264433" y="2303705"/>
                    </a:lnTo>
                    <a:lnTo>
                      <a:pt x="1262216" y="2308912"/>
                    </a:lnTo>
                    <a:lnTo>
                      <a:pt x="1261265" y="2316330"/>
                    </a:lnTo>
                    <a:lnTo>
                      <a:pt x="1259291" y="2323868"/>
                    </a:lnTo>
                    <a:lnTo>
                      <a:pt x="1255643" y="2329811"/>
                    </a:lnTo>
                    <a:lnTo>
                      <a:pt x="1247499" y="2333863"/>
                    </a:lnTo>
                    <a:lnTo>
                      <a:pt x="1243907" y="2330472"/>
                    </a:lnTo>
                    <a:lnTo>
                      <a:pt x="1238099" y="2314240"/>
                    </a:lnTo>
                    <a:lnTo>
                      <a:pt x="1229887" y="2309128"/>
                    </a:lnTo>
                    <a:lnTo>
                      <a:pt x="1216839" y="2308525"/>
                    </a:lnTo>
                    <a:lnTo>
                      <a:pt x="1207976" y="2312195"/>
                    </a:lnTo>
                    <a:lnTo>
                      <a:pt x="1198317" y="2327919"/>
                    </a:lnTo>
                    <a:lnTo>
                      <a:pt x="1190535" y="2330491"/>
                    </a:lnTo>
                    <a:lnTo>
                      <a:pt x="1163895" y="2322343"/>
                    </a:lnTo>
                    <a:lnTo>
                      <a:pt x="1133478" y="2309928"/>
                    </a:lnTo>
                    <a:lnTo>
                      <a:pt x="1134263" y="2305794"/>
                    </a:lnTo>
                    <a:lnTo>
                      <a:pt x="1139049" y="2304467"/>
                    </a:lnTo>
                    <a:lnTo>
                      <a:pt x="1148227" y="2306163"/>
                    </a:lnTo>
                    <a:lnTo>
                      <a:pt x="1147741" y="2301902"/>
                    </a:lnTo>
                    <a:lnTo>
                      <a:pt x="1138361" y="2288032"/>
                    </a:lnTo>
                    <a:lnTo>
                      <a:pt x="1136641" y="2281771"/>
                    </a:lnTo>
                    <a:lnTo>
                      <a:pt x="1137850" y="2274131"/>
                    </a:lnTo>
                    <a:lnTo>
                      <a:pt x="1134791" y="2274303"/>
                    </a:lnTo>
                    <a:lnTo>
                      <a:pt x="1129158" y="2280717"/>
                    </a:lnTo>
                    <a:lnTo>
                      <a:pt x="1109763" y="2275281"/>
                    </a:lnTo>
                    <a:lnTo>
                      <a:pt x="1104410" y="2268784"/>
                    </a:lnTo>
                    <a:lnTo>
                      <a:pt x="1093015" y="2250476"/>
                    </a:lnTo>
                    <a:lnTo>
                      <a:pt x="1076933" y="2249879"/>
                    </a:lnTo>
                    <a:lnTo>
                      <a:pt x="1069657" y="2238779"/>
                    </a:lnTo>
                    <a:lnTo>
                      <a:pt x="1056515" y="2243427"/>
                    </a:lnTo>
                    <a:lnTo>
                      <a:pt x="1049859" y="2248571"/>
                    </a:lnTo>
                    <a:lnTo>
                      <a:pt x="1044009" y="2256541"/>
                    </a:lnTo>
                    <a:lnTo>
                      <a:pt x="1046288" y="2260675"/>
                    </a:lnTo>
                    <a:lnTo>
                      <a:pt x="1052117" y="2267241"/>
                    </a:lnTo>
                    <a:lnTo>
                      <a:pt x="1049456" y="2270410"/>
                    </a:lnTo>
                    <a:lnTo>
                      <a:pt x="1030744" y="2275090"/>
                    </a:lnTo>
                    <a:lnTo>
                      <a:pt x="987304" y="2269857"/>
                    </a:lnTo>
                    <a:lnTo>
                      <a:pt x="974601" y="2264968"/>
                    </a:lnTo>
                    <a:lnTo>
                      <a:pt x="957553" y="2254629"/>
                    </a:lnTo>
                    <a:lnTo>
                      <a:pt x="933921" y="2246202"/>
                    </a:lnTo>
                    <a:lnTo>
                      <a:pt x="922542" y="2244843"/>
                    </a:lnTo>
                    <a:lnTo>
                      <a:pt x="911400" y="2246513"/>
                    </a:lnTo>
                    <a:lnTo>
                      <a:pt x="878978" y="2247377"/>
                    </a:lnTo>
                    <a:lnTo>
                      <a:pt x="871454" y="2249619"/>
                    </a:lnTo>
                    <a:lnTo>
                      <a:pt x="865046" y="2253200"/>
                    </a:lnTo>
                    <a:lnTo>
                      <a:pt x="860891" y="2249238"/>
                    </a:lnTo>
                    <a:lnTo>
                      <a:pt x="858968" y="2242163"/>
                    </a:lnTo>
                    <a:lnTo>
                      <a:pt x="862731" y="2241014"/>
                    </a:lnTo>
                    <a:lnTo>
                      <a:pt x="866916" y="2236854"/>
                    </a:lnTo>
                    <a:lnTo>
                      <a:pt x="870694" y="2228631"/>
                    </a:lnTo>
                    <a:lnTo>
                      <a:pt x="871123" y="2223658"/>
                    </a:lnTo>
                    <a:lnTo>
                      <a:pt x="868482" y="2220413"/>
                    </a:lnTo>
                    <a:lnTo>
                      <a:pt x="863459" y="2220089"/>
                    </a:lnTo>
                    <a:lnTo>
                      <a:pt x="852364" y="2241516"/>
                    </a:lnTo>
                    <a:lnTo>
                      <a:pt x="858705" y="2253524"/>
                    </a:lnTo>
                    <a:lnTo>
                      <a:pt x="858271" y="2257855"/>
                    </a:lnTo>
                    <a:lnTo>
                      <a:pt x="836132" y="2260319"/>
                    </a:lnTo>
                    <a:lnTo>
                      <a:pt x="785881" y="2284495"/>
                    </a:lnTo>
                    <a:lnTo>
                      <a:pt x="766285" y="2297532"/>
                    </a:lnTo>
                    <a:lnTo>
                      <a:pt x="767288" y="2293144"/>
                    </a:lnTo>
                    <a:lnTo>
                      <a:pt x="790982" y="2276246"/>
                    </a:lnTo>
                    <a:lnTo>
                      <a:pt x="782615" y="2273661"/>
                    </a:lnTo>
                    <a:lnTo>
                      <a:pt x="769143" y="2277884"/>
                    </a:lnTo>
                    <a:lnTo>
                      <a:pt x="764311" y="2276259"/>
                    </a:lnTo>
                    <a:lnTo>
                      <a:pt x="770016" y="2262288"/>
                    </a:lnTo>
                    <a:lnTo>
                      <a:pt x="768156" y="2249968"/>
                    </a:lnTo>
                    <a:lnTo>
                      <a:pt x="758591" y="2249631"/>
                    </a:lnTo>
                    <a:lnTo>
                      <a:pt x="752498" y="2259468"/>
                    </a:lnTo>
                    <a:lnTo>
                      <a:pt x="748265" y="2259049"/>
                    </a:lnTo>
                    <a:lnTo>
                      <a:pt x="742720" y="2254832"/>
                    </a:lnTo>
                    <a:lnTo>
                      <a:pt x="738426" y="2256166"/>
                    </a:lnTo>
                    <a:lnTo>
                      <a:pt x="741604" y="2278456"/>
                    </a:lnTo>
                    <a:lnTo>
                      <a:pt x="747630" y="2287626"/>
                    </a:lnTo>
                    <a:lnTo>
                      <a:pt x="752668" y="2299317"/>
                    </a:lnTo>
                    <a:lnTo>
                      <a:pt x="738907" y="2313764"/>
                    </a:lnTo>
                    <a:lnTo>
                      <a:pt x="726127" y="2325684"/>
                    </a:lnTo>
                    <a:lnTo>
                      <a:pt x="724742" y="2337203"/>
                    </a:lnTo>
                    <a:lnTo>
                      <a:pt x="711900" y="2352209"/>
                    </a:lnTo>
                    <a:lnTo>
                      <a:pt x="699818" y="2360719"/>
                    </a:lnTo>
                    <a:lnTo>
                      <a:pt x="671432" y="2380723"/>
                    </a:lnTo>
                    <a:lnTo>
                      <a:pt x="663334" y="2385003"/>
                    </a:lnTo>
                    <a:lnTo>
                      <a:pt x="650523" y="2394287"/>
                    </a:lnTo>
                    <a:lnTo>
                      <a:pt x="632849" y="2401247"/>
                    </a:lnTo>
                    <a:lnTo>
                      <a:pt x="615904" y="2412297"/>
                    </a:lnTo>
                    <a:lnTo>
                      <a:pt x="610189" y="2413973"/>
                    </a:lnTo>
                    <a:lnTo>
                      <a:pt x="621010" y="2404619"/>
                    </a:lnTo>
                    <a:lnTo>
                      <a:pt x="633842" y="2395379"/>
                    </a:lnTo>
                    <a:lnTo>
                      <a:pt x="622834" y="2396643"/>
                    </a:lnTo>
                    <a:lnTo>
                      <a:pt x="605869" y="2392363"/>
                    </a:lnTo>
                    <a:lnTo>
                      <a:pt x="595487" y="2392115"/>
                    </a:lnTo>
                    <a:lnTo>
                      <a:pt x="595414" y="2395487"/>
                    </a:lnTo>
                    <a:lnTo>
                      <a:pt x="587518" y="2400250"/>
                    </a:lnTo>
                    <a:lnTo>
                      <a:pt x="579338" y="2393252"/>
                    </a:lnTo>
                    <a:lnTo>
                      <a:pt x="575772" y="2388546"/>
                    </a:lnTo>
                    <a:lnTo>
                      <a:pt x="574082" y="2384482"/>
                    </a:lnTo>
                    <a:lnTo>
                      <a:pt x="570609" y="2383498"/>
                    </a:lnTo>
                    <a:lnTo>
                      <a:pt x="567271" y="2385384"/>
                    </a:lnTo>
                    <a:lnTo>
                      <a:pt x="579482" y="2414005"/>
                    </a:lnTo>
                    <a:lnTo>
                      <a:pt x="584686" y="2415243"/>
                    </a:lnTo>
                    <a:lnTo>
                      <a:pt x="590443" y="2418088"/>
                    </a:lnTo>
                    <a:lnTo>
                      <a:pt x="583275" y="2424756"/>
                    </a:lnTo>
                    <a:lnTo>
                      <a:pt x="575560" y="2429817"/>
                    </a:lnTo>
                    <a:lnTo>
                      <a:pt x="563426" y="2433177"/>
                    </a:lnTo>
                    <a:lnTo>
                      <a:pt x="553142" y="2422730"/>
                    </a:lnTo>
                    <a:lnTo>
                      <a:pt x="550915" y="2435838"/>
                    </a:lnTo>
                    <a:lnTo>
                      <a:pt x="549613" y="2448926"/>
                    </a:lnTo>
                    <a:lnTo>
                      <a:pt x="546161" y="2452285"/>
                    </a:lnTo>
                    <a:lnTo>
                      <a:pt x="540647" y="2457073"/>
                    </a:lnTo>
                    <a:lnTo>
                      <a:pt x="537655" y="2453460"/>
                    </a:lnTo>
                    <a:lnTo>
                      <a:pt x="536234" y="2448399"/>
                    </a:lnTo>
                    <a:lnTo>
                      <a:pt x="532704" y="2452914"/>
                    </a:lnTo>
                    <a:lnTo>
                      <a:pt x="527536" y="2456305"/>
                    </a:lnTo>
                    <a:lnTo>
                      <a:pt x="519010" y="2456984"/>
                    </a:lnTo>
                    <a:lnTo>
                      <a:pt x="512612" y="2458794"/>
                    </a:lnTo>
                    <a:lnTo>
                      <a:pt x="512762" y="2464217"/>
                    </a:lnTo>
                    <a:lnTo>
                      <a:pt x="514224" y="2469666"/>
                    </a:lnTo>
                    <a:lnTo>
                      <a:pt x="525542" y="2465361"/>
                    </a:lnTo>
                    <a:lnTo>
                      <a:pt x="521438" y="2479376"/>
                    </a:lnTo>
                    <a:lnTo>
                      <a:pt x="511031" y="2493226"/>
                    </a:lnTo>
                    <a:lnTo>
                      <a:pt x="502550" y="2496497"/>
                    </a:lnTo>
                    <a:lnTo>
                      <a:pt x="489579" y="2494471"/>
                    </a:lnTo>
                    <a:lnTo>
                      <a:pt x="486375" y="2495861"/>
                    </a:lnTo>
                    <a:lnTo>
                      <a:pt x="483507" y="2498738"/>
                    </a:lnTo>
                    <a:lnTo>
                      <a:pt x="498618" y="2520406"/>
                    </a:lnTo>
                    <a:lnTo>
                      <a:pt x="488908" y="2553085"/>
                    </a:lnTo>
                    <a:lnTo>
                      <a:pt x="482701" y="2564928"/>
                    </a:lnTo>
                    <a:lnTo>
                      <a:pt x="478396" y="2566446"/>
                    </a:lnTo>
                    <a:lnTo>
                      <a:pt x="473730" y="2566789"/>
                    </a:lnTo>
                    <a:lnTo>
                      <a:pt x="456981" y="2556260"/>
                    </a:lnTo>
                    <a:lnTo>
                      <a:pt x="447845" y="2548119"/>
                    </a:lnTo>
                    <a:lnTo>
                      <a:pt x="455896" y="2570275"/>
                    </a:lnTo>
                    <a:lnTo>
                      <a:pt x="477833" y="2576746"/>
                    </a:lnTo>
                    <a:lnTo>
                      <a:pt x="478955" y="2585129"/>
                    </a:lnTo>
                    <a:lnTo>
                      <a:pt x="478831" y="2592292"/>
                    </a:lnTo>
                    <a:lnTo>
                      <a:pt x="474510" y="2600700"/>
                    </a:lnTo>
                    <a:lnTo>
                      <a:pt x="470469" y="2611870"/>
                    </a:lnTo>
                    <a:lnTo>
                      <a:pt x="473451" y="2619650"/>
                    </a:lnTo>
                    <a:lnTo>
                      <a:pt x="476913" y="2638885"/>
                    </a:lnTo>
                    <a:lnTo>
                      <a:pt x="479874" y="2647712"/>
                    </a:lnTo>
                    <a:lnTo>
                      <a:pt x="483130" y="2674492"/>
                    </a:lnTo>
                    <a:lnTo>
                      <a:pt x="486592" y="2686106"/>
                    </a:lnTo>
                    <a:lnTo>
                      <a:pt x="506535" y="2728851"/>
                    </a:lnTo>
                    <a:lnTo>
                      <a:pt x="513258" y="2729181"/>
                    </a:lnTo>
                    <a:lnTo>
                      <a:pt x="514338" y="2733811"/>
                    </a:lnTo>
                    <a:lnTo>
                      <a:pt x="513697" y="2742688"/>
                    </a:lnTo>
                    <a:lnTo>
                      <a:pt x="499352" y="2745273"/>
                    </a:lnTo>
                    <a:lnTo>
                      <a:pt x="493331" y="2749229"/>
                    </a:lnTo>
                    <a:lnTo>
                      <a:pt x="492158" y="2752665"/>
                    </a:lnTo>
                    <a:lnTo>
                      <a:pt x="491269" y="2754519"/>
                    </a:lnTo>
                    <a:lnTo>
                      <a:pt x="489419" y="2754348"/>
                    </a:lnTo>
                    <a:lnTo>
                      <a:pt x="482577" y="2751877"/>
                    </a:lnTo>
                    <a:lnTo>
                      <a:pt x="467022" y="2739735"/>
                    </a:lnTo>
                    <a:lnTo>
                      <a:pt x="444357" y="2732210"/>
                    </a:lnTo>
                    <a:lnTo>
                      <a:pt x="414575" y="2729295"/>
                    </a:lnTo>
                    <a:lnTo>
                      <a:pt x="394230" y="2723218"/>
                    </a:lnTo>
                    <a:lnTo>
                      <a:pt x="383321" y="2713959"/>
                    </a:lnTo>
                    <a:lnTo>
                      <a:pt x="371916" y="2708473"/>
                    </a:lnTo>
                    <a:lnTo>
                      <a:pt x="360019" y="2706745"/>
                    </a:lnTo>
                    <a:lnTo>
                      <a:pt x="350165" y="2701722"/>
                    </a:lnTo>
                    <a:lnTo>
                      <a:pt x="342351" y="2693403"/>
                    </a:lnTo>
                    <a:lnTo>
                      <a:pt x="330925" y="2688094"/>
                    </a:lnTo>
                    <a:lnTo>
                      <a:pt x="315887" y="2685789"/>
                    </a:lnTo>
                    <a:lnTo>
                      <a:pt x="306099" y="2679553"/>
                    </a:lnTo>
                    <a:lnTo>
                      <a:pt x="299293" y="2664306"/>
                    </a:lnTo>
                    <a:lnTo>
                      <a:pt x="299262" y="2664077"/>
                    </a:lnTo>
                    <a:lnTo>
                      <a:pt x="293170" y="2638586"/>
                    </a:lnTo>
                    <a:lnTo>
                      <a:pt x="285496" y="2622615"/>
                    </a:lnTo>
                    <a:lnTo>
                      <a:pt x="270561" y="2602853"/>
                    </a:lnTo>
                    <a:lnTo>
                      <a:pt x="269186" y="2600249"/>
                    </a:lnTo>
                    <a:lnTo>
                      <a:pt x="269062" y="2596998"/>
                    </a:lnTo>
                    <a:lnTo>
                      <a:pt x="270912" y="2585497"/>
                    </a:lnTo>
                    <a:lnTo>
                      <a:pt x="269336" y="2577229"/>
                    </a:lnTo>
                    <a:lnTo>
                      <a:pt x="264608" y="2570491"/>
                    </a:lnTo>
                    <a:lnTo>
                      <a:pt x="263522" y="2563360"/>
                    </a:lnTo>
                    <a:lnTo>
                      <a:pt x="266086" y="2555854"/>
                    </a:lnTo>
                    <a:lnTo>
                      <a:pt x="266251" y="2546836"/>
                    </a:lnTo>
                    <a:lnTo>
                      <a:pt x="264024" y="2536307"/>
                    </a:lnTo>
                    <a:lnTo>
                      <a:pt x="254500" y="2524921"/>
                    </a:lnTo>
                    <a:lnTo>
                      <a:pt x="237679" y="2512690"/>
                    </a:lnTo>
                    <a:lnTo>
                      <a:pt x="223349" y="2494826"/>
                    </a:lnTo>
                    <a:lnTo>
                      <a:pt x="211520" y="2471343"/>
                    </a:lnTo>
                    <a:lnTo>
                      <a:pt x="199820" y="2455073"/>
                    </a:lnTo>
                    <a:lnTo>
                      <a:pt x="188249" y="2446011"/>
                    </a:lnTo>
                    <a:lnTo>
                      <a:pt x="180338" y="2434949"/>
                    </a:lnTo>
                    <a:lnTo>
                      <a:pt x="176079" y="2421886"/>
                    </a:lnTo>
                    <a:lnTo>
                      <a:pt x="174824" y="2414303"/>
                    </a:lnTo>
                    <a:lnTo>
                      <a:pt x="176560" y="2412208"/>
                    </a:lnTo>
                    <a:lnTo>
                      <a:pt x="169449" y="2397684"/>
                    </a:lnTo>
                    <a:lnTo>
                      <a:pt x="153491" y="2370746"/>
                    </a:lnTo>
                    <a:lnTo>
                      <a:pt x="144324" y="2351047"/>
                    </a:lnTo>
                    <a:lnTo>
                      <a:pt x="141962" y="2338594"/>
                    </a:lnTo>
                    <a:lnTo>
                      <a:pt x="131807" y="2323772"/>
                    </a:lnTo>
                    <a:lnTo>
                      <a:pt x="113865" y="2306582"/>
                    </a:lnTo>
                    <a:lnTo>
                      <a:pt x="104108" y="2295399"/>
                    </a:lnTo>
                    <a:lnTo>
                      <a:pt x="101711" y="2287632"/>
                    </a:lnTo>
                    <a:lnTo>
                      <a:pt x="73712" y="2265044"/>
                    </a:lnTo>
                    <a:lnTo>
                      <a:pt x="65578" y="2250933"/>
                    </a:lnTo>
                    <a:lnTo>
                      <a:pt x="59227" y="2246475"/>
                    </a:lnTo>
                    <a:lnTo>
                      <a:pt x="51935" y="2246958"/>
                    </a:lnTo>
                    <a:lnTo>
                      <a:pt x="48194" y="2245605"/>
                    </a:lnTo>
                    <a:lnTo>
                      <a:pt x="48008" y="2242417"/>
                    </a:lnTo>
                    <a:lnTo>
                      <a:pt x="45646" y="2242265"/>
                    </a:lnTo>
                    <a:lnTo>
                      <a:pt x="41104" y="2245161"/>
                    </a:lnTo>
                    <a:lnTo>
                      <a:pt x="26210" y="2245745"/>
                    </a:lnTo>
                    <a:lnTo>
                      <a:pt x="961" y="2244024"/>
                    </a:lnTo>
                    <a:lnTo>
                      <a:pt x="0" y="2243821"/>
                    </a:lnTo>
                    <a:lnTo>
                      <a:pt x="0" y="0"/>
                    </a:lnTo>
                    <a:lnTo>
                      <a:pt x="1773799" y="0"/>
                    </a:lnTo>
                    <a:lnTo>
                      <a:pt x="1791779" y="9112"/>
                    </a:lnTo>
                    <a:lnTo>
                      <a:pt x="1812321" y="19521"/>
                    </a:lnTo>
                    <a:lnTo>
                      <a:pt x="1817499" y="36825"/>
                    </a:lnTo>
                    <a:lnTo>
                      <a:pt x="1822542" y="53673"/>
                    </a:lnTo>
                    <a:lnTo>
                      <a:pt x="1834568" y="65904"/>
                    </a:lnTo>
                    <a:lnTo>
                      <a:pt x="1845575" y="77074"/>
                    </a:lnTo>
                    <a:lnTo>
                      <a:pt x="1851947" y="76490"/>
                    </a:lnTo>
                    <a:lnTo>
                      <a:pt x="1858412" y="71772"/>
                    </a:lnTo>
                    <a:lnTo>
                      <a:pt x="1862515" y="69498"/>
                    </a:lnTo>
                    <a:lnTo>
                      <a:pt x="1869393" y="69123"/>
                    </a:lnTo>
                    <a:lnTo>
                      <a:pt x="1884690" y="65085"/>
                    </a:lnTo>
                    <a:lnTo>
                      <a:pt x="1889211" y="65967"/>
                    </a:lnTo>
                    <a:lnTo>
                      <a:pt x="1891780" y="67987"/>
                    </a:lnTo>
                    <a:lnTo>
                      <a:pt x="1891992" y="71149"/>
                    </a:lnTo>
                    <a:lnTo>
                      <a:pt x="1891470" y="73664"/>
                    </a:lnTo>
                    <a:lnTo>
                      <a:pt x="1889103" y="78713"/>
                    </a:lnTo>
                    <a:lnTo>
                      <a:pt x="1892839" y="88333"/>
                    </a:lnTo>
                    <a:lnTo>
                      <a:pt x="1893625" y="99021"/>
                    </a:lnTo>
                    <a:lnTo>
                      <a:pt x="1895676" y="107099"/>
                    </a:lnTo>
                    <a:lnTo>
                      <a:pt x="1901939" y="117437"/>
                    </a:lnTo>
                    <a:lnTo>
                      <a:pt x="1907381" y="125515"/>
                    </a:lnTo>
                    <a:lnTo>
                      <a:pt x="1914233" y="127077"/>
                    </a:lnTo>
                    <a:lnTo>
                      <a:pt x="1930093" y="122372"/>
                    </a:lnTo>
                    <a:lnTo>
                      <a:pt x="1940031" y="120593"/>
                    </a:lnTo>
                    <a:lnTo>
                      <a:pt x="1945674" y="121362"/>
                    </a:lnTo>
                    <a:lnTo>
                      <a:pt x="1955327" y="128925"/>
                    </a:lnTo>
                    <a:lnTo>
                      <a:pt x="1960050" y="133472"/>
                    </a:lnTo>
                    <a:lnTo>
                      <a:pt x="1961177" y="137250"/>
                    </a:lnTo>
                    <a:lnTo>
                      <a:pt x="1948139" y="160340"/>
                    </a:lnTo>
                    <a:lnTo>
                      <a:pt x="1968815" y="171797"/>
                    </a:lnTo>
                    <a:lnTo>
                      <a:pt x="1991889" y="184320"/>
                    </a:lnTo>
                    <a:lnTo>
                      <a:pt x="2019402" y="199249"/>
                    </a:lnTo>
                    <a:lnTo>
                      <a:pt x="2036223" y="208388"/>
                    </a:lnTo>
                    <a:lnTo>
                      <a:pt x="2058377" y="221438"/>
                    </a:lnTo>
                    <a:lnTo>
                      <a:pt x="2062170" y="240032"/>
                    </a:lnTo>
                    <a:lnTo>
                      <a:pt x="2065364" y="255723"/>
                    </a:lnTo>
                    <a:lnTo>
                      <a:pt x="2069436" y="277600"/>
                    </a:lnTo>
                    <a:lnTo>
                      <a:pt x="2073585" y="299916"/>
                    </a:lnTo>
                    <a:lnTo>
                      <a:pt x="2077725" y="322148"/>
                    </a:lnTo>
                    <a:lnTo>
                      <a:pt x="2082112" y="345746"/>
                    </a:lnTo>
                    <a:lnTo>
                      <a:pt x="2086934" y="371669"/>
                    </a:lnTo>
                    <a:lnTo>
                      <a:pt x="2091218" y="394676"/>
                    </a:lnTo>
                    <a:lnTo>
                      <a:pt x="2095894" y="419792"/>
                    </a:lnTo>
                    <a:lnTo>
                      <a:pt x="2102111" y="452477"/>
                    </a:lnTo>
                    <a:lnTo>
                      <a:pt x="2096551" y="465070"/>
                    </a:lnTo>
                    <a:lnTo>
                      <a:pt x="2084443" y="492491"/>
                    </a:lnTo>
                    <a:lnTo>
                      <a:pt x="2073498" y="517277"/>
                    </a:lnTo>
                    <a:lnTo>
                      <a:pt x="2072541" y="524465"/>
                    </a:lnTo>
                    <a:lnTo>
                      <a:pt x="2065017" y="560606"/>
                    </a:lnTo>
                    <a:lnTo>
                      <a:pt x="2058987" y="575535"/>
                    </a:lnTo>
                    <a:lnTo>
                      <a:pt x="2048424" y="584204"/>
                    </a:lnTo>
                    <a:lnTo>
                      <a:pt x="2037938" y="592605"/>
                    </a:lnTo>
                    <a:lnTo>
                      <a:pt x="2024859" y="606684"/>
                    </a:lnTo>
                    <a:lnTo>
                      <a:pt x="2010472" y="613638"/>
                    </a:lnTo>
                    <a:lnTo>
                      <a:pt x="2003123" y="617727"/>
                    </a:lnTo>
                    <a:lnTo>
                      <a:pt x="1999273" y="624179"/>
                    </a:lnTo>
                    <a:lnTo>
                      <a:pt x="1995026" y="638322"/>
                    </a:lnTo>
                    <a:lnTo>
                      <a:pt x="1995842" y="659919"/>
                    </a:lnTo>
                    <a:lnTo>
                      <a:pt x="2007692" y="678507"/>
                    </a:lnTo>
                    <a:lnTo>
                      <a:pt x="2025024" y="688902"/>
                    </a:lnTo>
                    <a:lnTo>
                      <a:pt x="2043669" y="699025"/>
                    </a:lnTo>
                    <a:lnTo>
                      <a:pt x="2070232" y="699069"/>
                    </a:lnTo>
                    <a:lnTo>
                      <a:pt x="2094122" y="685562"/>
                    </a:lnTo>
                    <a:lnTo>
                      <a:pt x="2119433" y="671255"/>
                    </a:lnTo>
                    <a:lnTo>
                      <a:pt x="2142001" y="658497"/>
                    </a:lnTo>
                    <a:lnTo>
                      <a:pt x="2168842" y="643326"/>
                    </a:lnTo>
                    <a:lnTo>
                      <a:pt x="2193151" y="629577"/>
                    </a:lnTo>
                    <a:lnTo>
                      <a:pt x="2219548" y="624637"/>
                    </a:lnTo>
                    <a:lnTo>
                      <a:pt x="2256125" y="617797"/>
                    </a:lnTo>
                    <a:lnTo>
                      <a:pt x="2302169" y="609180"/>
                    </a:lnTo>
                    <a:lnTo>
                      <a:pt x="2324587" y="599368"/>
                    </a:lnTo>
                    <a:lnTo>
                      <a:pt x="2353557" y="586687"/>
                    </a:lnTo>
                    <a:lnTo>
                      <a:pt x="2386977" y="572055"/>
                    </a:lnTo>
                    <a:lnTo>
                      <a:pt x="2415818" y="559431"/>
                    </a:lnTo>
                    <a:lnTo>
                      <a:pt x="2430319" y="552433"/>
                    </a:lnTo>
                    <a:lnTo>
                      <a:pt x="2440633" y="544450"/>
                    </a:lnTo>
                    <a:lnTo>
                      <a:pt x="2443191" y="538544"/>
                    </a:lnTo>
                    <a:lnTo>
                      <a:pt x="2442582" y="535153"/>
                    </a:lnTo>
                    <a:lnTo>
                      <a:pt x="2439920" y="531756"/>
                    </a:lnTo>
                    <a:lnTo>
                      <a:pt x="2436241" y="529247"/>
                    </a:lnTo>
                    <a:lnTo>
                      <a:pt x="2432970" y="527114"/>
                    </a:lnTo>
                    <a:lnTo>
                      <a:pt x="2431435" y="524472"/>
                    </a:lnTo>
                    <a:lnTo>
                      <a:pt x="2431130" y="518693"/>
                    </a:lnTo>
                    <a:lnTo>
                      <a:pt x="2429125" y="515372"/>
                    </a:lnTo>
                    <a:lnTo>
                      <a:pt x="2427213" y="512927"/>
                    </a:lnTo>
                    <a:lnTo>
                      <a:pt x="2427936" y="490561"/>
                    </a:lnTo>
                    <a:lnTo>
                      <a:pt x="2425414" y="483626"/>
                    </a:lnTo>
                    <a:lnTo>
                      <a:pt x="2416014" y="466048"/>
                    </a:lnTo>
                    <a:lnTo>
                      <a:pt x="2433941" y="458167"/>
                    </a:lnTo>
                    <a:lnTo>
                      <a:pt x="2450550" y="450858"/>
                    </a:lnTo>
                    <a:lnTo>
                      <a:pt x="2463795" y="445448"/>
                    </a:lnTo>
                    <a:lnTo>
                      <a:pt x="2491541" y="444597"/>
                    </a:lnTo>
                    <a:lnTo>
                      <a:pt x="2517307" y="444705"/>
                    </a:lnTo>
                    <a:lnTo>
                      <a:pt x="2552820" y="444851"/>
                    </a:lnTo>
                    <a:lnTo>
                      <a:pt x="2582741" y="444971"/>
                    </a:lnTo>
                    <a:lnTo>
                      <a:pt x="2617649" y="445117"/>
                    </a:lnTo>
                    <a:lnTo>
                      <a:pt x="2638113" y="445200"/>
                    </a:lnTo>
                    <a:lnTo>
                      <a:pt x="2664928" y="444946"/>
                    </a:lnTo>
                    <a:lnTo>
                      <a:pt x="2677997" y="424656"/>
                    </a:lnTo>
                    <a:lnTo>
                      <a:pt x="2689676" y="406513"/>
                    </a:lnTo>
                    <a:lnTo>
                      <a:pt x="2702539" y="389177"/>
                    </a:lnTo>
                    <a:lnTo>
                      <a:pt x="2725406" y="368824"/>
                    </a:lnTo>
                    <a:lnTo>
                      <a:pt x="2732047" y="365166"/>
                    </a:lnTo>
                    <a:lnTo>
                      <a:pt x="2735710" y="357139"/>
                    </a:lnTo>
                    <a:lnTo>
                      <a:pt x="2749570" y="349512"/>
                    </a:lnTo>
                    <a:lnTo>
                      <a:pt x="2764841" y="342438"/>
                    </a:lnTo>
                    <a:lnTo>
                      <a:pt x="2770830" y="335802"/>
                    </a:lnTo>
                    <a:lnTo>
                      <a:pt x="2773729" y="332023"/>
                    </a:lnTo>
                    <a:lnTo>
                      <a:pt x="2815076" y="296232"/>
                    </a:lnTo>
                    <a:lnTo>
                      <a:pt x="2838559" y="279702"/>
                    </a:lnTo>
                    <a:lnTo>
                      <a:pt x="2857953" y="270501"/>
                    </a:lnTo>
                    <a:lnTo>
                      <a:pt x="2872717" y="266106"/>
                    </a:lnTo>
                    <a:lnTo>
                      <a:pt x="2882686" y="266735"/>
                    </a:lnTo>
                    <a:lnTo>
                      <a:pt x="2888355" y="26611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8" name="pg3868">
                <a:extLst>
                  <a:ext uri="{FF2B5EF4-FFF2-40B4-BE49-F238E27FC236}">
                    <a16:creationId xmlns:a16="http://schemas.microsoft.com/office/drawing/2014/main" id="{B628E69F-B225-FFCA-7507-A55F1B7CC383}"/>
                  </a:ext>
                </a:extLst>
              </p:cNvPr>
              <p:cNvSpPr/>
              <p:nvPr/>
            </p:nvSpPr>
            <p:spPr>
              <a:xfrm>
                <a:off x="5359282" y="3307053"/>
                <a:ext cx="225302" cy="75760"/>
              </a:xfrm>
              <a:custGeom>
                <a:avLst/>
                <a:gdLst/>
                <a:ahLst/>
                <a:cxnLst/>
                <a:rect l="0" t="0" r="0" b="0"/>
                <a:pathLst>
                  <a:path w="225302" h="75760">
                    <a:moveTo>
                      <a:pt x="153584" y="30132"/>
                    </a:moveTo>
                    <a:lnTo>
                      <a:pt x="160385" y="30983"/>
                    </a:lnTo>
                    <a:lnTo>
                      <a:pt x="166235" y="28513"/>
                    </a:lnTo>
                    <a:lnTo>
                      <a:pt x="171775" y="23521"/>
                    </a:lnTo>
                    <a:lnTo>
                      <a:pt x="184637" y="16771"/>
                    </a:lnTo>
                    <a:lnTo>
                      <a:pt x="195598" y="13818"/>
                    </a:lnTo>
                    <a:lnTo>
                      <a:pt x="199050" y="13208"/>
                    </a:lnTo>
                    <a:lnTo>
                      <a:pt x="204275" y="17946"/>
                    </a:lnTo>
                    <a:lnTo>
                      <a:pt x="214641" y="14142"/>
                    </a:lnTo>
                    <a:lnTo>
                      <a:pt x="225302" y="12008"/>
                    </a:lnTo>
                    <a:lnTo>
                      <a:pt x="179185" y="33669"/>
                    </a:lnTo>
                    <a:lnTo>
                      <a:pt x="169754" y="36108"/>
                    </a:lnTo>
                    <a:lnTo>
                      <a:pt x="156261" y="42560"/>
                    </a:lnTo>
                    <a:lnTo>
                      <a:pt x="143507" y="47132"/>
                    </a:lnTo>
                    <a:lnTo>
                      <a:pt x="134324" y="48796"/>
                    </a:lnTo>
                    <a:lnTo>
                      <a:pt x="88662" y="64875"/>
                    </a:lnTo>
                    <a:lnTo>
                      <a:pt x="85040" y="65224"/>
                    </a:lnTo>
                    <a:lnTo>
                      <a:pt x="81122" y="63656"/>
                    </a:lnTo>
                    <a:lnTo>
                      <a:pt x="43512" y="71937"/>
                    </a:lnTo>
                    <a:lnTo>
                      <a:pt x="28076" y="72870"/>
                    </a:lnTo>
                    <a:lnTo>
                      <a:pt x="14020" y="75760"/>
                    </a:lnTo>
                    <a:lnTo>
                      <a:pt x="24417" y="69092"/>
                    </a:lnTo>
                    <a:lnTo>
                      <a:pt x="24644" y="66596"/>
                    </a:lnTo>
                    <a:lnTo>
                      <a:pt x="22159" y="64646"/>
                    </a:lnTo>
                    <a:lnTo>
                      <a:pt x="16598" y="65212"/>
                    </a:lnTo>
                    <a:lnTo>
                      <a:pt x="10903" y="72076"/>
                    </a:lnTo>
                    <a:lnTo>
                      <a:pt x="1813" y="74369"/>
                    </a:lnTo>
                    <a:lnTo>
                      <a:pt x="0" y="66895"/>
                    </a:lnTo>
                    <a:lnTo>
                      <a:pt x="3033" y="61109"/>
                    </a:lnTo>
                    <a:lnTo>
                      <a:pt x="7141" y="55623"/>
                    </a:lnTo>
                    <a:lnTo>
                      <a:pt x="16169" y="46999"/>
                    </a:lnTo>
                    <a:lnTo>
                      <a:pt x="29083" y="41531"/>
                    </a:lnTo>
                    <a:lnTo>
                      <a:pt x="35646" y="36806"/>
                    </a:lnTo>
                    <a:lnTo>
                      <a:pt x="40194" y="40966"/>
                    </a:lnTo>
                    <a:lnTo>
                      <a:pt x="41191" y="35346"/>
                    </a:lnTo>
                    <a:lnTo>
                      <a:pt x="44690" y="32101"/>
                    </a:lnTo>
                    <a:lnTo>
                      <a:pt x="48493" y="30354"/>
                    </a:lnTo>
                    <a:lnTo>
                      <a:pt x="57640" y="30310"/>
                    </a:lnTo>
                    <a:lnTo>
                      <a:pt x="62565" y="29427"/>
                    </a:lnTo>
                    <a:lnTo>
                      <a:pt x="66126" y="27560"/>
                    </a:lnTo>
                    <a:lnTo>
                      <a:pt x="69779" y="27211"/>
                    </a:lnTo>
                    <a:lnTo>
                      <a:pt x="79784" y="29757"/>
                    </a:lnTo>
                    <a:lnTo>
                      <a:pt x="89556" y="29027"/>
                    </a:lnTo>
                    <a:lnTo>
                      <a:pt x="97447" y="25509"/>
                    </a:lnTo>
                    <a:lnTo>
                      <a:pt x="105648" y="24328"/>
                    </a:lnTo>
                    <a:lnTo>
                      <a:pt x="127343" y="23534"/>
                    </a:lnTo>
                    <a:lnTo>
                      <a:pt x="148902" y="20962"/>
                    </a:lnTo>
                    <a:lnTo>
                      <a:pt x="157522" y="16390"/>
                    </a:lnTo>
                    <a:lnTo>
                      <a:pt x="175630" y="3575"/>
                    </a:lnTo>
                    <a:lnTo>
                      <a:pt x="186048" y="0"/>
                    </a:lnTo>
                    <a:lnTo>
                      <a:pt x="169826" y="14891"/>
                    </a:lnTo>
                    <a:lnTo>
                      <a:pt x="161108" y="2171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g3869">
                <a:extLst>
                  <a:ext uri="{FF2B5EF4-FFF2-40B4-BE49-F238E27FC236}">
                    <a16:creationId xmlns:a16="http://schemas.microsoft.com/office/drawing/2014/main" id="{AD613C7C-D20D-1007-D008-6FB419F82342}"/>
                  </a:ext>
                </a:extLst>
              </p:cNvPr>
              <p:cNvSpPr/>
              <p:nvPr/>
            </p:nvSpPr>
            <p:spPr>
              <a:xfrm>
                <a:off x="5954108" y="2877417"/>
                <a:ext cx="23756" cy="26893"/>
              </a:xfrm>
              <a:custGeom>
                <a:avLst/>
                <a:gdLst/>
                <a:ahLst/>
                <a:cxnLst/>
                <a:rect l="0" t="0" r="0" b="0"/>
                <a:pathLst>
                  <a:path w="23756" h="26893">
                    <a:moveTo>
                      <a:pt x="17596" y="18663"/>
                    </a:moveTo>
                    <a:lnTo>
                      <a:pt x="10841" y="17558"/>
                    </a:lnTo>
                    <a:lnTo>
                      <a:pt x="10981" y="24423"/>
                    </a:lnTo>
                    <a:lnTo>
                      <a:pt x="10226" y="26893"/>
                    </a:lnTo>
                    <a:lnTo>
                      <a:pt x="2744" y="23363"/>
                    </a:lnTo>
                    <a:lnTo>
                      <a:pt x="0" y="21089"/>
                    </a:lnTo>
                    <a:lnTo>
                      <a:pt x="237" y="11995"/>
                    </a:lnTo>
                    <a:lnTo>
                      <a:pt x="6847" y="3397"/>
                    </a:lnTo>
                    <a:lnTo>
                      <a:pt x="11885" y="0"/>
                    </a:lnTo>
                    <a:lnTo>
                      <a:pt x="18381" y="2355"/>
                    </a:lnTo>
                    <a:lnTo>
                      <a:pt x="23368" y="11983"/>
                    </a:lnTo>
                    <a:lnTo>
                      <a:pt x="23756" y="1612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g3870">
                <a:extLst>
                  <a:ext uri="{FF2B5EF4-FFF2-40B4-BE49-F238E27FC236}">
                    <a16:creationId xmlns:a16="http://schemas.microsoft.com/office/drawing/2014/main" id="{21A8D7C4-E002-BB81-E01D-D5DC1DDCF8BA}"/>
                  </a:ext>
                </a:extLst>
              </p:cNvPr>
              <p:cNvSpPr/>
              <p:nvPr/>
            </p:nvSpPr>
            <p:spPr>
              <a:xfrm>
                <a:off x="5337706" y="3371376"/>
                <a:ext cx="17833" cy="18174"/>
              </a:xfrm>
              <a:custGeom>
                <a:avLst/>
                <a:gdLst/>
                <a:ahLst/>
                <a:cxnLst/>
                <a:rect l="0" t="0" r="0" b="0"/>
                <a:pathLst>
                  <a:path w="17833" h="18174">
                    <a:moveTo>
                      <a:pt x="0" y="18174"/>
                    </a:moveTo>
                    <a:lnTo>
                      <a:pt x="5048" y="5702"/>
                    </a:lnTo>
                    <a:lnTo>
                      <a:pt x="14330" y="0"/>
                    </a:lnTo>
                    <a:lnTo>
                      <a:pt x="17689" y="1187"/>
                    </a:lnTo>
                    <a:lnTo>
                      <a:pt x="17833" y="5594"/>
                    </a:lnTo>
                    <a:lnTo>
                      <a:pt x="16531" y="9360"/>
                    </a:lnTo>
                    <a:lnTo>
                      <a:pt x="10304" y="15164"/>
                    </a:lnTo>
                    <a:lnTo>
                      <a:pt x="5054" y="1763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g3871">
                <a:extLst>
                  <a:ext uri="{FF2B5EF4-FFF2-40B4-BE49-F238E27FC236}">
                    <a16:creationId xmlns:a16="http://schemas.microsoft.com/office/drawing/2014/main" id="{63CFFCFF-2F5F-79D1-9FEA-E87F5B95BB96}"/>
                  </a:ext>
                </a:extLst>
              </p:cNvPr>
              <p:cNvSpPr/>
              <p:nvPr/>
            </p:nvSpPr>
            <p:spPr>
              <a:xfrm>
                <a:off x="5698253" y="3267490"/>
                <a:ext cx="33791" cy="16879"/>
              </a:xfrm>
              <a:custGeom>
                <a:avLst/>
                <a:gdLst/>
                <a:ahLst/>
                <a:cxnLst/>
                <a:rect l="0" t="0" r="0" b="0"/>
                <a:pathLst>
                  <a:path w="33791" h="16879">
                    <a:moveTo>
                      <a:pt x="4645" y="16879"/>
                    </a:moveTo>
                    <a:lnTo>
                      <a:pt x="0" y="12776"/>
                    </a:lnTo>
                    <a:lnTo>
                      <a:pt x="7270" y="10878"/>
                    </a:lnTo>
                    <a:lnTo>
                      <a:pt x="16454" y="1130"/>
                    </a:lnTo>
                    <a:lnTo>
                      <a:pt x="22562" y="0"/>
                    </a:lnTo>
                    <a:lnTo>
                      <a:pt x="32158" y="5518"/>
                    </a:lnTo>
                    <a:lnTo>
                      <a:pt x="33791" y="1052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g3872">
                <a:extLst>
                  <a:ext uri="{FF2B5EF4-FFF2-40B4-BE49-F238E27FC236}">
                    <a16:creationId xmlns:a16="http://schemas.microsoft.com/office/drawing/2014/main" id="{293CE0BA-098B-9A11-76B2-AADEA00CB507}"/>
                  </a:ext>
                </a:extLst>
              </p:cNvPr>
              <p:cNvSpPr/>
              <p:nvPr/>
            </p:nvSpPr>
            <p:spPr>
              <a:xfrm>
                <a:off x="5643532" y="3241859"/>
                <a:ext cx="12087" cy="24671"/>
              </a:xfrm>
              <a:custGeom>
                <a:avLst/>
                <a:gdLst/>
                <a:ahLst/>
                <a:cxnLst/>
                <a:rect l="0" t="0" r="0" b="0"/>
                <a:pathLst>
                  <a:path w="12087" h="24671">
                    <a:moveTo>
                      <a:pt x="5855" y="24671"/>
                    </a:moveTo>
                    <a:lnTo>
                      <a:pt x="0" y="24048"/>
                    </a:lnTo>
                    <a:lnTo>
                      <a:pt x="2971" y="19248"/>
                    </a:lnTo>
                    <a:lnTo>
                      <a:pt x="4103" y="12199"/>
                    </a:lnTo>
                    <a:lnTo>
                      <a:pt x="6991" y="4457"/>
                    </a:lnTo>
                    <a:lnTo>
                      <a:pt x="8655" y="2089"/>
                    </a:lnTo>
                    <a:lnTo>
                      <a:pt x="12087" y="0"/>
                    </a:lnTo>
                    <a:lnTo>
                      <a:pt x="11095" y="2111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g3873">
                <a:extLst>
                  <a:ext uri="{FF2B5EF4-FFF2-40B4-BE49-F238E27FC236}">
                    <a16:creationId xmlns:a16="http://schemas.microsoft.com/office/drawing/2014/main" id="{CE29F22A-8C3F-FE9B-4DF7-33EC01027000}"/>
                  </a:ext>
                </a:extLst>
              </p:cNvPr>
              <p:cNvSpPr/>
              <p:nvPr/>
            </p:nvSpPr>
            <p:spPr>
              <a:xfrm>
                <a:off x="5761346" y="3275262"/>
                <a:ext cx="27001" cy="19248"/>
              </a:xfrm>
              <a:custGeom>
                <a:avLst/>
                <a:gdLst/>
                <a:ahLst/>
                <a:cxnLst/>
                <a:rect l="0" t="0" r="0" b="0"/>
                <a:pathLst>
                  <a:path w="27001" h="19248">
                    <a:moveTo>
                      <a:pt x="18836" y="19248"/>
                    </a:moveTo>
                    <a:lnTo>
                      <a:pt x="0" y="14453"/>
                    </a:lnTo>
                    <a:lnTo>
                      <a:pt x="15498" y="10389"/>
                    </a:lnTo>
                    <a:lnTo>
                      <a:pt x="18030" y="8973"/>
                    </a:lnTo>
                    <a:lnTo>
                      <a:pt x="20050" y="2997"/>
                    </a:lnTo>
                    <a:lnTo>
                      <a:pt x="20303" y="0"/>
                    </a:lnTo>
                    <a:lnTo>
                      <a:pt x="26190" y="12853"/>
                    </a:lnTo>
                    <a:lnTo>
                      <a:pt x="27001" y="1715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g3874">
                <a:extLst>
                  <a:ext uri="{FF2B5EF4-FFF2-40B4-BE49-F238E27FC236}">
                    <a16:creationId xmlns:a16="http://schemas.microsoft.com/office/drawing/2014/main" id="{67F8119D-8B4F-A3B9-B58C-3CCB7146E2D4}"/>
                  </a:ext>
                </a:extLst>
              </p:cNvPr>
              <p:cNvSpPr/>
              <p:nvPr/>
            </p:nvSpPr>
            <p:spPr>
              <a:xfrm>
                <a:off x="5180933" y="3984239"/>
                <a:ext cx="8624" cy="14377"/>
              </a:xfrm>
              <a:custGeom>
                <a:avLst/>
                <a:gdLst/>
                <a:ahLst/>
                <a:cxnLst/>
                <a:rect l="0" t="0" r="0" b="0"/>
                <a:pathLst>
                  <a:path w="8624" h="14377">
                    <a:moveTo>
                      <a:pt x="7028" y="14377"/>
                    </a:moveTo>
                    <a:lnTo>
                      <a:pt x="0" y="0"/>
                    </a:lnTo>
                    <a:lnTo>
                      <a:pt x="7229" y="4648"/>
                    </a:lnTo>
                    <a:lnTo>
                      <a:pt x="8521" y="8515"/>
                    </a:lnTo>
                    <a:lnTo>
                      <a:pt x="8624" y="1173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g3875">
                <a:extLst>
                  <a:ext uri="{FF2B5EF4-FFF2-40B4-BE49-F238E27FC236}">
                    <a16:creationId xmlns:a16="http://schemas.microsoft.com/office/drawing/2014/main" id="{D29C1082-6F5D-B6B7-5CA7-EB17B048BC8B}"/>
                  </a:ext>
                </a:extLst>
              </p:cNvPr>
              <p:cNvSpPr/>
              <p:nvPr/>
            </p:nvSpPr>
            <p:spPr>
              <a:xfrm>
                <a:off x="5183801" y="4007259"/>
                <a:ext cx="24727" cy="72349"/>
              </a:xfrm>
              <a:custGeom>
                <a:avLst/>
                <a:gdLst/>
                <a:ahLst/>
                <a:cxnLst/>
                <a:rect l="0" t="0" r="0" b="0"/>
                <a:pathLst>
                  <a:path w="24727" h="72349">
                    <a:moveTo>
                      <a:pt x="1250" y="72349"/>
                    </a:moveTo>
                    <a:lnTo>
                      <a:pt x="0" y="71213"/>
                    </a:lnTo>
                    <a:lnTo>
                      <a:pt x="16267" y="63796"/>
                    </a:lnTo>
                    <a:lnTo>
                      <a:pt x="21399" y="37670"/>
                    </a:lnTo>
                    <a:lnTo>
                      <a:pt x="22102" y="25623"/>
                    </a:lnTo>
                    <a:lnTo>
                      <a:pt x="19663" y="4388"/>
                    </a:lnTo>
                    <a:lnTo>
                      <a:pt x="19745" y="0"/>
                    </a:lnTo>
                    <a:lnTo>
                      <a:pt x="22391" y="6845"/>
                    </a:lnTo>
                    <a:lnTo>
                      <a:pt x="24727" y="26658"/>
                    </a:lnTo>
                    <a:lnTo>
                      <a:pt x="23849" y="41683"/>
                    </a:lnTo>
                    <a:lnTo>
                      <a:pt x="19130" y="63573"/>
                    </a:lnTo>
                    <a:lnTo>
                      <a:pt x="15446" y="6880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g3876">
                <a:extLst>
                  <a:ext uri="{FF2B5EF4-FFF2-40B4-BE49-F238E27FC236}">
                    <a16:creationId xmlns:a16="http://schemas.microsoft.com/office/drawing/2014/main" id="{5AF688A7-4144-C3A7-24EA-BA7A8600A787}"/>
                  </a:ext>
                </a:extLst>
              </p:cNvPr>
              <p:cNvSpPr/>
              <p:nvPr/>
            </p:nvSpPr>
            <p:spPr>
              <a:xfrm>
                <a:off x="5152676" y="4082556"/>
                <a:ext cx="21404" cy="9277"/>
              </a:xfrm>
              <a:custGeom>
                <a:avLst/>
                <a:gdLst/>
                <a:ahLst/>
                <a:cxnLst/>
                <a:rect l="0" t="0" r="0" b="0"/>
                <a:pathLst>
                  <a:path w="21404" h="9277">
                    <a:moveTo>
                      <a:pt x="2170" y="9277"/>
                    </a:moveTo>
                    <a:lnTo>
                      <a:pt x="0" y="8725"/>
                    </a:lnTo>
                    <a:lnTo>
                      <a:pt x="12619" y="2089"/>
                    </a:lnTo>
                    <a:lnTo>
                      <a:pt x="21404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g3877">
                <a:extLst>
                  <a:ext uri="{FF2B5EF4-FFF2-40B4-BE49-F238E27FC236}">
                    <a16:creationId xmlns:a16="http://schemas.microsoft.com/office/drawing/2014/main" id="{C60C0511-0989-90D2-29FA-73A03F7FF1E2}"/>
                  </a:ext>
                </a:extLst>
              </p:cNvPr>
              <p:cNvSpPr/>
              <p:nvPr/>
            </p:nvSpPr>
            <p:spPr>
              <a:xfrm>
                <a:off x="5095061" y="4115235"/>
                <a:ext cx="33993" cy="39982"/>
              </a:xfrm>
              <a:custGeom>
                <a:avLst/>
                <a:gdLst/>
                <a:ahLst/>
                <a:cxnLst/>
                <a:rect l="0" t="0" r="0" b="0"/>
                <a:pathLst>
                  <a:path w="33993" h="39982">
                    <a:moveTo>
                      <a:pt x="0" y="39982"/>
                    </a:moveTo>
                    <a:lnTo>
                      <a:pt x="9689" y="23744"/>
                    </a:lnTo>
                    <a:lnTo>
                      <a:pt x="28825" y="3149"/>
                    </a:lnTo>
                    <a:lnTo>
                      <a:pt x="33993" y="0"/>
                    </a:lnTo>
                    <a:lnTo>
                      <a:pt x="18081" y="17590"/>
                    </a:lnTo>
                    <a:lnTo>
                      <a:pt x="2635" y="3848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g3878">
                <a:extLst>
                  <a:ext uri="{FF2B5EF4-FFF2-40B4-BE49-F238E27FC236}">
                    <a16:creationId xmlns:a16="http://schemas.microsoft.com/office/drawing/2014/main" id="{308B8A31-1208-DA2E-389F-157721E063B2}"/>
                  </a:ext>
                </a:extLst>
              </p:cNvPr>
              <p:cNvSpPr/>
              <p:nvPr/>
            </p:nvSpPr>
            <p:spPr>
              <a:xfrm>
                <a:off x="4494680" y="5206518"/>
                <a:ext cx="17373" cy="15672"/>
              </a:xfrm>
              <a:custGeom>
                <a:avLst/>
                <a:gdLst/>
                <a:ahLst/>
                <a:cxnLst/>
                <a:rect l="0" t="0" r="0" b="0"/>
                <a:pathLst>
                  <a:path w="17373" h="15672">
                    <a:moveTo>
                      <a:pt x="13601" y="15672"/>
                    </a:moveTo>
                    <a:lnTo>
                      <a:pt x="5968" y="13183"/>
                    </a:lnTo>
                    <a:lnTo>
                      <a:pt x="1798" y="8725"/>
                    </a:lnTo>
                    <a:lnTo>
                      <a:pt x="0" y="0"/>
                    </a:lnTo>
                    <a:lnTo>
                      <a:pt x="6645" y="9239"/>
                    </a:lnTo>
                    <a:lnTo>
                      <a:pt x="9028" y="11329"/>
                    </a:lnTo>
                    <a:lnTo>
                      <a:pt x="17373" y="122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g3879">
                <a:extLst>
                  <a:ext uri="{FF2B5EF4-FFF2-40B4-BE49-F238E27FC236}">
                    <a16:creationId xmlns:a16="http://schemas.microsoft.com/office/drawing/2014/main" id="{944CA01E-3735-C608-4850-8C2E6086099F}"/>
                  </a:ext>
                </a:extLst>
              </p:cNvPr>
              <p:cNvSpPr/>
              <p:nvPr/>
            </p:nvSpPr>
            <p:spPr>
              <a:xfrm>
                <a:off x="4498091" y="5186660"/>
                <a:ext cx="9033" cy="26938"/>
              </a:xfrm>
              <a:custGeom>
                <a:avLst/>
                <a:gdLst/>
                <a:ahLst/>
                <a:cxnLst/>
                <a:rect l="0" t="0" r="0" b="0"/>
                <a:pathLst>
                  <a:path w="9033" h="26938">
                    <a:moveTo>
                      <a:pt x="8883" y="26938"/>
                    </a:moveTo>
                    <a:lnTo>
                      <a:pt x="3550" y="14142"/>
                    </a:lnTo>
                    <a:lnTo>
                      <a:pt x="0" y="0"/>
                    </a:lnTo>
                    <a:lnTo>
                      <a:pt x="5079" y="4578"/>
                    </a:lnTo>
                    <a:lnTo>
                      <a:pt x="9033" y="192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g3880">
                <a:extLst>
                  <a:ext uri="{FF2B5EF4-FFF2-40B4-BE49-F238E27FC236}">
                    <a16:creationId xmlns:a16="http://schemas.microsoft.com/office/drawing/2014/main" id="{3A64D7B6-345C-2185-B957-7BF3F058EE58}"/>
                  </a:ext>
                </a:extLst>
              </p:cNvPr>
              <p:cNvSpPr/>
              <p:nvPr/>
            </p:nvSpPr>
            <p:spPr>
              <a:xfrm>
                <a:off x="4666217" y="5362642"/>
                <a:ext cx="34236" cy="51158"/>
              </a:xfrm>
              <a:custGeom>
                <a:avLst/>
                <a:gdLst/>
                <a:ahLst/>
                <a:cxnLst/>
                <a:rect l="0" t="0" r="0" b="0"/>
                <a:pathLst>
                  <a:path w="34236" h="51158">
                    <a:moveTo>
                      <a:pt x="0" y="51158"/>
                    </a:moveTo>
                    <a:lnTo>
                      <a:pt x="2330" y="45036"/>
                    </a:lnTo>
                    <a:lnTo>
                      <a:pt x="10531" y="31948"/>
                    </a:lnTo>
                    <a:lnTo>
                      <a:pt x="13182" y="25788"/>
                    </a:lnTo>
                    <a:lnTo>
                      <a:pt x="18722" y="21883"/>
                    </a:lnTo>
                    <a:lnTo>
                      <a:pt x="23880" y="14821"/>
                    </a:lnTo>
                    <a:lnTo>
                      <a:pt x="24267" y="6585"/>
                    </a:lnTo>
                    <a:lnTo>
                      <a:pt x="31760" y="825"/>
                    </a:lnTo>
                    <a:lnTo>
                      <a:pt x="34236" y="0"/>
                    </a:lnTo>
                    <a:lnTo>
                      <a:pt x="21032" y="2670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g3881">
                <a:extLst>
                  <a:ext uri="{FF2B5EF4-FFF2-40B4-BE49-F238E27FC236}">
                    <a16:creationId xmlns:a16="http://schemas.microsoft.com/office/drawing/2014/main" id="{4E8971A9-4A24-833D-4FE7-912CC1342375}"/>
                  </a:ext>
                </a:extLst>
              </p:cNvPr>
              <p:cNvSpPr/>
              <p:nvPr/>
            </p:nvSpPr>
            <p:spPr>
              <a:xfrm>
                <a:off x="3456939" y="4803878"/>
                <a:ext cx="26706" cy="20480"/>
              </a:xfrm>
              <a:custGeom>
                <a:avLst/>
                <a:gdLst/>
                <a:ahLst/>
                <a:cxnLst/>
                <a:rect l="0" t="0" r="0" b="0"/>
                <a:pathLst>
                  <a:path w="26706" h="20480">
                    <a:moveTo>
                      <a:pt x="18603" y="20480"/>
                    </a:moveTo>
                    <a:lnTo>
                      <a:pt x="1100" y="9214"/>
                    </a:lnTo>
                    <a:lnTo>
                      <a:pt x="0" y="4375"/>
                    </a:lnTo>
                    <a:lnTo>
                      <a:pt x="8635" y="0"/>
                    </a:lnTo>
                    <a:lnTo>
                      <a:pt x="13906" y="387"/>
                    </a:lnTo>
                    <a:lnTo>
                      <a:pt x="22241" y="6109"/>
                    </a:lnTo>
                    <a:lnTo>
                      <a:pt x="25290" y="7703"/>
                    </a:lnTo>
                    <a:lnTo>
                      <a:pt x="26706" y="10020"/>
                    </a:lnTo>
                    <a:lnTo>
                      <a:pt x="25900" y="13646"/>
                    </a:lnTo>
                    <a:lnTo>
                      <a:pt x="22536" y="1862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g3882">
                <a:extLst>
                  <a:ext uri="{FF2B5EF4-FFF2-40B4-BE49-F238E27FC236}">
                    <a16:creationId xmlns:a16="http://schemas.microsoft.com/office/drawing/2014/main" id="{2DAEB697-F8D4-0158-A8EA-43782CB58AFE}"/>
                  </a:ext>
                </a:extLst>
              </p:cNvPr>
              <p:cNvSpPr/>
              <p:nvPr/>
            </p:nvSpPr>
            <p:spPr>
              <a:xfrm>
                <a:off x="2924653" y="5000397"/>
                <a:ext cx="20774" cy="30399"/>
              </a:xfrm>
              <a:custGeom>
                <a:avLst/>
                <a:gdLst/>
                <a:ahLst/>
                <a:cxnLst/>
                <a:rect l="0" t="0" r="0" b="0"/>
                <a:pathLst>
                  <a:path w="20774" h="30399">
                    <a:moveTo>
                      <a:pt x="0" y="30399"/>
                    </a:moveTo>
                    <a:lnTo>
                      <a:pt x="5121" y="19749"/>
                    </a:lnTo>
                    <a:lnTo>
                      <a:pt x="6072" y="15482"/>
                    </a:lnTo>
                    <a:lnTo>
                      <a:pt x="14469" y="2006"/>
                    </a:lnTo>
                    <a:lnTo>
                      <a:pt x="18903" y="0"/>
                    </a:lnTo>
                    <a:lnTo>
                      <a:pt x="20774" y="5734"/>
                    </a:lnTo>
                    <a:lnTo>
                      <a:pt x="12138" y="15202"/>
                    </a:lnTo>
                    <a:lnTo>
                      <a:pt x="2294" y="300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g3883">
                <a:extLst>
                  <a:ext uri="{FF2B5EF4-FFF2-40B4-BE49-F238E27FC236}">
                    <a16:creationId xmlns:a16="http://schemas.microsoft.com/office/drawing/2014/main" id="{154FF32F-4E4F-14AF-FCD9-B78D67707AF1}"/>
                  </a:ext>
                </a:extLst>
              </p:cNvPr>
              <p:cNvSpPr/>
              <p:nvPr/>
            </p:nvSpPr>
            <p:spPr>
              <a:xfrm>
                <a:off x="2949515" y="4968054"/>
                <a:ext cx="42075" cy="30323"/>
              </a:xfrm>
              <a:custGeom>
                <a:avLst/>
                <a:gdLst/>
                <a:ahLst/>
                <a:cxnLst/>
                <a:rect l="0" t="0" r="0" b="0"/>
                <a:pathLst>
                  <a:path w="42075" h="30323">
                    <a:moveTo>
                      <a:pt x="0" y="30323"/>
                    </a:moveTo>
                    <a:lnTo>
                      <a:pt x="4816" y="23299"/>
                    </a:lnTo>
                    <a:lnTo>
                      <a:pt x="12645" y="19756"/>
                    </a:lnTo>
                    <a:lnTo>
                      <a:pt x="29822" y="6261"/>
                    </a:lnTo>
                    <a:lnTo>
                      <a:pt x="36830" y="5334"/>
                    </a:lnTo>
                    <a:lnTo>
                      <a:pt x="40478" y="685"/>
                    </a:lnTo>
                    <a:lnTo>
                      <a:pt x="42075" y="0"/>
                    </a:lnTo>
                    <a:lnTo>
                      <a:pt x="41042" y="5696"/>
                    </a:lnTo>
                    <a:lnTo>
                      <a:pt x="27223" y="13786"/>
                    </a:lnTo>
                    <a:lnTo>
                      <a:pt x="3886" y="2978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g3884">
                <a:extLst>
                  <a:ext uri="{FF2B5EF4-FFF2-40B4-BE49-F238E27FC236}">
                    <a16:creationId xmlns:a16="http://schemas.microsoft.com/office/drawing/2014/main" id="{EEA5FC26-AEDA-7364-6FA9-7E8DCE977E22}"/>
                  </a:ext>
                </a:extLst>
              </p:cNvPr>
              <p:cNvSpPr/>
              <p:nvPr/>
            </p:nvSpPr>
            <p:spPr>
              <a:xfrm>
                <a:off x="2887740" y="5040830"/>
                <a:ext cx="34318" cy="75366"/>
              </a:xfrm>
              <a:custGeom>
                <a:avLst/>
                <a:gdLst/>
                <a:ahLst/>
                <a:cxnLst/>
                <a:rect l="0" t="0" r="0" b="0"/>
                <a:pathLst>
                  <a:path w="34318" h="75366">
                    <a:moveTo>
                      <a:pt x="0" y="75366"/>
                    </a:moveTo>
                    <a:lnTo>
                      <a:pt x="909" y="64215"/>
                    </a:lnTo>
                    <a:lnTo>
                      <a:pt x="9503" y="38877"/>
                    </a:lnTo>
                    <a:lnTo>
                      <a:pt x="26965" y="5575"/>
                    </a:lnTo>
                    <a:lnTo>
                      <a:pt x="34318" y="0"/>
                    </a:lnTo>
                    <a:lnTo>
                      <a:pt x="14175" y="36521"/>
                    </a:lnTo>
                    <a:lnTo>
                      <a:pt x="3302" y="6788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g3885">
                <a:extLst>
                  <a:ext uri="{FF2B5EF4-FFF2-40B4-BE49-F238E27FC236}">
                    <a16:creationId xmlns:a16="http://schemas.microsoft.com/office/drawing/2014/main" id="{401E1F74-D466-A375-9FC6-B5E7C1AC9DBA}"/>
                  </a:ext>
                </a:extLst>
              </p:cNvPr>
              <p:cNvSpPr/>
              <p:nvPr/>
            </p:nvSpPr>
            <p:spPr>
              <a:xfrm>
                <a:off x="3130649" y="4843237"/>
                <a:ext cx="34081" cy="26658"/>
              </a:xfrm>
              <a:custGeom>
                <a:avLst/>
                <a:gdLst/>
                <a:ahLst/>
                <a:cxnLst/>
                <a:rect l="0" t="0" r="0" b="0"/>
                <a:pathLst>
                  <a:path w="34081" h="26658">
                    <a:moveTo>
                      <a:pt x="0" y="26658"/>
                    </a:moveTo>
                    <a:lnTo>
                      <a:pt x="23068" y="6655"/>
                    </a:lnTo>
                    <a:lnTo>
                      <a:pt x="27905" y="0"/>
                    </a:lnTo>
                    <a:lnTo>
                      <a:pt x="34081" y="292"/>
                    </a:lnTo>
                    <a:lnTo>
                      <a:pt x="23781" y="11500"/>
                    </a:lnTo>
                    <a:lnTo>
                      <a:pt x="5286" y="2541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g3886">
                <a:extLst>
                  <a:ext uri="{FF2B5EF4-FFF2-40B4-BE49-F238E27FC236}">
                    <a16:creationId xmlns:a16="http://schemas.microsoft.com/office/drawing/2014/main" id="{019AE6D3-C1A1-C094-D41E-D9B6C9913D19}"/>
                  </a:ext>
                </a:extLst>
              </p:cNvPr>
              <p:cNvSpPr/>
              <p:nvPr/>
            </p:nvSpPr>
            <p:spPr>
              <a:xfrm>
                <a:off x="2885373" y="5122184"/>
                <a:ext cx="25027" cy="140921"/>
              </a:xfrm>
              <a:custGeom>
                <a:avLst/>
                <a:gdLst/>
                <a:ahLst/>
                <a:cxnLst/>
                <a:rect l="0" t="0" r="0" b="0"/>
                <a:pathLst>
                  <a:path w="25027" h="140921">
                    <a:moveTo>
                      <a:pt x="23564" y="140921"/>
                    </a:moveTo>
                    <a:lnTo>
                      <a:pt x="14800" y="112719"/>
                    </a:lnTo>
                    <a:lnTo>
                      <a:pt x="537" y="48898"/>
                    </a:lnTo>
                    <a:lnTo>
                      <a:pt x="0" y="12522"/>
                    </a:lnTo>
                    <a:lnTo>
                      <a:pt x="2242" y="0"/>
                    </a:lnTo>
                    <a:lnTo>
                      <a:pt x="5922" y="51374"/>
                    </a:lnTo>
                    <a:lnTo>
                      <a:pt x="21688" y="116618"/>
                    </a:lnTo>
                    <a:lnTo>
                      <a:pt x="25027" y="13488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g3887">
                <a:extLst>
                  <a:ext uri="{FF2B5EF4-FFF2-40B4-BE49-F238E27FC236}">
                    <a16:creationId xmlns:a16="http://schemas.microsoft.com/office/drawing/2014/main" id="{2D630F58-E2C8-FACD-E85A-C01E8359125F}"/>
                  </a:ext>
                </a:extLst>
              </p:cNvPr>
              <p:cNvSpPr/>
              <p:nvPr/>
            </p:nvSpPr>
            <p:spPr>
              <a:xfrm>
                <a:off x="5637481" y="3252585"/>
                <a:ext cx="5178" cy="13666"/>
              </a:xfrm>
              <a:custGeom>
                <a:avLst/>
                <a:gdLst/>
                <a:ahLst/>
                <a:cxnLst/>
                <a:rect l="0" t="0" r="0" b="0"/>
                <a:pathLst>
                  <a:path w="5178" h="13666">
                    <a:moveTo>
                      <a:pt x="1095" y="13666"/>
                    </a:moveTo>
                    <a:lnTo>
                      <a:pt x="0" y="7385"/>
                    </a:lnTo>
                    <a:lnTo>
                      <a:pt x="2056" y="165"/>
                    </a:lnTo>
                    <a:lnTo>
                      <a:pt x="4139" y="0"/>
                    </a:lnTo>
                    <a:lnTo>
                      <a:pt x="5178" y="3841"/>
                    </a:lnTo>
                    <a:lnTo>
                      <a:pt x="4030" y="1125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g3888">
                <a:extLst>
                  <a:ext uri="{FF2B5EF4-FFF2-40B4-BE49-F238E27FC236}">
                    <a16:creationId xmlns:a16="http://schemas.microsoft.com/office/drawing/2014/main" id="{E57958D5-D2D7-82C8-E621-8F82B1CCAA51}"/>
                  </a:ext>
                </a:extLst>
              </p:cNvPr>
              <p:cNvSpPr/>
              <p:nvPr/>
            </p:nvSpPr>
            <p:spPr>
              <a:xfrm>
                <a:off x="5335877" y="3489988"/>
                <a:ext cx="15498" cy="28227"/>
              </a:xfrm>
              <a:custGeom>
                <a:avLst/>
                <a:gdLst/>
                <a:ahLst/>
                <a:cxnLst/>
                <a:rect l="0" t="0" r="0" b="0"/>
                <a:pathLst>
                  <a:path w="15498" h="28227">
                    <a:moveTo>
                      <a:pt x="284" y="28227"/>
                    </a:moveTo>
                    <a:lnTo>
                      <a:pt x="0" y="24442"/>
                    </a:lnTo>
                    <a:lnTo>
                      <a:pt x="15498" y="0"/>
                    </a:lnTo>
                    <a:lnTo>
                      <a:pt x="12697" y="854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g3889">
                <a:extLst>
                  <a:ext uri="{FF2B5EF4-FFF2-40B4-BE49-F238E27FC236}">
                    <a16:creationId xmlns:a16="http://schemas.microsoft.com/office/drawing/2014/main" id="{0C13BB06-1FDB-3CA7-14AB-AA61C1DAEC5A}"/>
                  </a:ext>
                </a:extLst>
              </p:cNvPr>
              <p:cNvSpPr/>
              <p:nvPr/>
            </p:nvSpPr>
            <p:spPr>
              <a:xfrm>
                <a:off x="5216776" y="3678353"/>
                <a:ext cx="29698" cy="55407"/>
              </a:xfrm>
              <a:custGeom>
                <a:avLst/>
                <a:gdLst/>
                <a:ahLst/>
                <a:cxnLst/>
                <a:rect l="0" t="0" r="0" b="0"/>
                <a:pathLst>
                  <a:path w="29698" h="55407">
                    <a:moveTo>
                      <a:pt x="0" y="55407"/>
                    </a:moveTo>
                    <a:lnTo>
                      <a:pt x="16143" y="29364"/>
                    </a:lnTo>
                    <a:lnTo>
                      <a:pt x="25518" y="7544"/>
                    </a:lnTo>
                    <a:lnTo>
                      <a:pt x="29698" y="0"/>
                    </a:lnTo>
                    <a:lnTo>
                      <a:pt x="25642" y="15291"/>
                    </a:lnTo>
                    <a:lnTo>
                      <a:pt x="18552" y="29351"/>
                    </a:lnTo>
                    <a:lnTo>
                      <a:pt x="4811" y="532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g3890">
                <a:extLst>
                  <a:ext uri="{FF2B5EF4-FFF2-40B4-BE49-F238E27FC236}">
                    <a16:creationId xmlns:a16="http://schemas.microsoft.com/office/drawing/2014/main" id="{11C6BC78-8AE4-AEC9-9692-C33273ABBFED}"/>
                  </a:ext>
                </a:extLst>
              </p:cNvPr>
              <p:cNvSpPr/>
              <p:nvPr/>
            </p:nvSpPr>
            <p:spPr>
              <a:xfrm>
                <a:off x="5079677" y="4146288"/>
                <a:ext cx="13513" cy="6191"/>
              </a:xfrm>
              <a:custGeom>
                <a:avLst/>
                <a:gdLst/>
                <a:ahLst/>
                <a:cxnLst/>
                <a:rect l="0" t="0" r="0" b="0"/>
                <a:pathLst>
                  <a:path w="13513" h="6191">
                    <a:moveTo>
                      <a:pt x="11157" y="6191"/>
                    </a:moveTo>
                    <a:lnTo>
                      <a:pt x="6997" y="4756"/>
                    </a:lnTo>
                    <a:lnTo>
                      <a:pt x="1266" y="2013"/>
                    </a:lnTo>
                    <a:lnTo>
                      <a:pt x="0" y="0"/>
                    </a:lnTo>
                    <a:lnTo>
                      <a:pt x="5467" y="730"/>
                    </a:lnTo>
                    <a:lnTo>
                      <a:pt x="13513" y="58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g3891">
                <a:extLst>
                  <a:ext uri="{FF2B5EF4-FFF2-40B4-BE49-F238E27FC236}">
                    <a16:creationId xmlns:a16="http://schemas.microsoft.com/office/drawing/2014/main" id="{D207C632-076B-6D50-410D-DB5E61926D6D}"/>
                  </a:ext>
                </a:extLst>
              </p:cNvPr>
              <p:cNvSpPr/>
              <p:nvPr/>
            </p:nvSpPr>
            <p:spPr>
              <a:xfrm>
                <a:off x="4577198" y="5440364"/>
                <a:ext cx="10779" cy="15615"/>
              </a:xfrm>
              <a:custGeom>
                <a:avLst/>
                <a:gdLst/>
                <a:ahLst/>
                <a:cxnLst/>
                <a:rect l="0" t="0" r="0" b="0"/>
                <a:pathLst>
                  <a:path w="10779" h="15615">
                    <a:moveTo>
                      <a:pt x="6020" y="15615"/>
                    </a:moveTo>
                    <a:lnTo>
                      <a:pt x="4511" y="14790"/>
                    </a:lnTo>
                    <a:lnTo>
                      <a:pt x="4511" y="10890"/>
                    </a:lnTo>
                    <a:lnTo>
                      <a:pt x="0" y="2260"/>
                    </a:lnTo>
                    <a:lnTo>
                      <a:pt x="170" y="0"/>
                    </a:lnTo>
                    <a:lnTo>
                      <a:pt x="10516" y="8446"/>
                    </a:lnTo>
                    <a:lnTo>
                      <a:pt x="10779" y="10713"/>
                    </a:lnTo>
                    <a:lnTo>
                      <a:pt x="9193" y="1294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g3892">
                <a:extLst>
                  <a:ext uri="{FF2B5EF4-FFF2-40B4-BE49-F238E27FC236}">
                    <a16:creationId xmlns:a16="http://schemas.microsoft.com/office/drawing/2014/main" id="{C3AB40C9-52DD-544C-86A3-21EB92A1D9C7}"/>
                  </a:ext>
                </a:extLst>
              </p:cNvPr>
              <p:cNvSpPr/>
              <p:nvPr/>
            </p:nvSpPr>
            <p:spPr>
              <a:xfrm>
                <a:off x="4637878" y="5427841"/>
                <a:ext cx="6681" cy="5543"/>
              </a:xfrm>
              <a:custGeom>
                <a:avLst/>
                <a:gdLst/>
                <a:ahLst/>
                <a:cxnLst/>
                <a:rect l="0" t="0" r="0" b="0"/>
                <a:pathLst>
                  <a:path w="6681" h="5543">
                    <a:moveTo>
                      <a:pt x="0" y="5543"/>
                    </a:moveTo>
                    <a:lnTo>
                      <a:pt x="1002" y="3695"/>
                    </a:lnTo>
                    <a:lnTo>
                      <a:pt x="5178" y="0"/>
                    </a:lnTo>
                    <a:lnTo>
                      <a:pt x="6681" y="1435"/>
                    </a:lnTo>
                    <a:lnTo>
                      <a:pt x="6516" y="3283"/>
                    </a:lnTo>
                    <a:lnTo>
                      <a:pt x="2005" y="554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g3893">
                <a:extLst>
                  <a:ext uri="{FF2B5EF4-FFF2-40B4-BE49-F238E27FC236}">
                    <a16:creationId xmlns:a16="http://schemas.microsoft.com/office/drawing/2014/main" id="{E365F53A-A37F-2856-E8D9-66AD184D3254}"/>
                  </a:ext>
                </a:extLst>
              </p:cNvPr>
              <p:cNvSpPr/>
              <p:nvPr/>
            </p:nvSpPr>
            <p:spPr>
              <a:xfrm>
                <a:off x="4657267" y="5415509"/>
                <a:ext cx="5348" cy="5550"/>
              </a:xfrm>
              <a:custGeom>
                <a:avLst/>
                <a:gdLst/>
                <a:ahLst/>
                <a:cxnLst/>
                <a:rect l="0" t="0" r="0" b="0"/>
                <a:pathLst>
                  <a:path w="5348" h="5550">
                    <a:moveTo>
                      <a:pt x="0" y="5550"/>
                    </a:moveTo>
                    <a:lnTo>
                      <a:pt x="4175" y="0"/>
                    </a:lnTo>
                    <a:lnTo>
                      <a:pt x="5348" y="412"/>
                    </a:lnTo>
                    <a:lnTo>
                      <a:pt x="2842" y="493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g3894">
                <a:extLst>
                  <a:ext uri="{FF2B5EF4-FFF2-40B4-BE49-F238E27FC236}">
                    <a16:creationId xmlns:a16="http://schemas.microsoft.com/office/drawing/2014/main" id="{ECDED36F-1081-20EC-9451-31C4CB09BDD0}"/>
                  </a:ext>
                </a:extLst>
              </p:cNvPr>
              <p:cNvSpPr/>
              <p:nvPr/>
            </p:nvSpPr>
            <p:spPr>
              <a:xfrm>
                <a:off x="4607290" y="5439132"/>
                <a:ext cx="21895" cy="8630"/>
              </a:xfrm>
              <a:custGeom>
                <a:avLst/>
                <a:gdLst/>
                <a:ahLst/>
                <a:cxnLst/>
                <a:rect l="0" t="0" r="0" b="0"/>
                <a:pathLst>
                  <a:path w="21895" h="8630">
                    <a:moveTo>
                      <a:pt x="5012" y="8630"/>
                    </a:moveTo>
                    <a:lnTo>
                      <a:pt x="0" y="6369"/>
                    </a:lnTo>
                    <a:lnTo>
                      <a:pt x="5513" y="3289"/>
                    </a:lnTo>
                    <a:lnTo>
                      <a:pt x="21895" y="0"/>
                    </a:lnTo>
                    <a:lnTo>
                      <a:pt x="15709" y="4108"/>
                    </a:lnTo>
                    <a:lnTo>
                      <a:pt x="9860" y="555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g3895">
                <a:extLst>
                  <a:ext uri="{FF2B5EF4-FFF2-40B4-BE49-F238E27FC236}">
                    <a16:creationId xmlns:a16="http://schemas.microsoft.com/office/drawing/2014/main" id="{428619F2-8385-A1F5-F9D1-CEFF23665586}"/>
                  </a:ext>
                </a:extLst>
              </p:cNvPr>
              <p:cNvSpPr/>
              <p:nvPr/>
            </p:nvSpPr>
            <p:spPr>
              <a:xfrm>
                <a:off x="4570537" y="4631229"/>
                <a:ext cx="6945" cy="31688"/>
              </a:xfrm>
              <a:custGeom>
                <a:avLst/>
                <a:gdLst/>
                <a:ahLst/>
                <a:cxnLst/>
                <a:rect l="0" t="0" r="0" b="0"/>
                <a:pathLst>
                  <a:path w="6945" h="31688">
                    <a:moveTo>
                      <a:pt x="2237" y="31688"/>
                    </a:moveTo>
                    <a:lnTo>
                      <a:pt x="201" y="20467"/>
                    </a:lnTo>
                    <a:lnTo>
                      <a:pt x="0" y="9570"/>
                    </a:lnTo>
                    <a:lnTo>
                      <a:pt x="3565" y="3124"/>
                    </a:lnTo>
                    <a:lnTo>
                      <a:pt x="6945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g3896">
                <a:extLst>
                  <a:ext uri="{FF2B5EF4-FFF2-40B4-BE49-F238E27FC236}">
                    <a16:creationId xmlns:a16="http://schemas.microsoft.com/office/drawing/2014/main" id="{F7A99352-B861-F0CA-EAF0-7F6B383E2B7E}"/>
                  </a:ext>
                </a:extLst>
              </p:cNvPr>
              <p:cNvSpPr/>
              <p:nvPr/>
            </p:nvSpPr>
            <p:spPr>
              <a:xfrm>
                <a:off x="4554992" y="5448277"/>
                <a:ext cx="10567" cy="12891"/>
              </a:xfrm>
              <a:custGeom>
                <a:avLst/>
                <a:gdLst/>
                <a:ahLst/>
                <a:cxnLst/>
                <a:rect l="0" t="0" r="0" b="0"/>
                <a:pathLst>
                  <a:path w="10567" h="12891">
                    <a:moveTo>
                      <a:pt x="0" y="12891"/>
                    </a:moveTo>
                    <a:lnTo>
                      <a:pt x="5529" y="7772"/>
                    </a:lnTo>
                    <a:lnTo>
                      <a:pt x="7322" y="0"/>
                    </a:lnTo>
                    <a:lnTo>
                      <a:pt x="10567" y="6070"/>
                    </a:lnTo>
                    <a:lnTo>
                      <a:pt x="10505" y="9754"/>
                    </a:lnTo>
                    <a:lnTo>
                      <a:pt x="6857" y="1160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g3897">
                <a:extLst>
                  <a:ext uri="{FF2B5EF4-FFF2-40B4-BE49-F238E27FC236}">
                    <a16:creationId xmlns:a16="http://schemas.microsoft.com/office/drawing/2014/main" id="{1EAB1B9C-10E9-7B18-5868-7A64A3EAF75E}"/>
                  </a:ext>
                </a:extLst>
              </p:cNvPr>
              <p:cNvSpPr/>
              <p:nvPr/>
            </p:nvSpPr>
            <p:spPr>
              <a:xfrm>
                <a:off x="4681421" y="5037121"/>
                <a:ext cx="28195" cy="83983"/>
              </a:xfrm>
              <a:custGeom>
                <a:avLst/>
                <a:gdLst/>
                <a:ahLst/>
                <a:cxnLst/>
                <a:rect l="0" t="0" r="0" b="0"/>
                <a:pathLst>
                  <a:path w="28195" h="83983">
                    <a:moveTo>
                      <a:pt x="28195" y="83983"/>
                    </a:moveTo>
                    <a:lnTo>
                      <a:pt x="18464" y="61770"/>
                    </a:lnTo>
                    <a:lnTo>
                      <a:pt x="6438" y="26938"/>
                    </a:lnTo>
                    <a:lnTo>
                      <a:pt x="0" y="0"/>
                    </a:lnTo>
                    <a:lnTo>
                      <a:pt x="4356" y="7283"/>
                    </a:lnTo>
                    <a:lnTo>
                      <a:pt x="8614" y="22359"/>
                    </a:lnTo>
                    <a:lnTo>
                      <a:pt x="26474" y="7440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g3898">
                <a:extLst>
                  <a:ext uri="{FF2B5EF4-FFF2-40B4-BE49-F238E27FC236}">
                    <a16:creationId xmlns:a16="http://schemas.microsoft.com/office/drawing/2014/main" id="{F7C18C7C-EBE5-F5B5-E489-52D72D9B0337}"/>
                  </a:ext>
                </a:extLst>
              </p:cNvPr>
              <p:cNvSpPr/>
              <p:nvPr/>
            </p:nvSpPr>
            <p:spPr>
              <a:xfrm>
                <a:off x="4535949" y="5462902"/>
                <a:ext cx="7699" cy="4470"/>
              </a:xfrm>
              <a:custGeom>
                <a:avLst/>
                <a:gdLst/>
                <a:ahLst/>
                <a:cxnLst/>
                <a:rect l="0" t="0" r="0" b="0"/>
                <a:pathLst>
                  <a:path w="7699" h="4470">
                    <a:moveTo>
                      <a:pt x="232" y="4470"/>
                    </a:moveTo>
                    <a:lnTo>
                      <a:pt x="0" y="2457"/>
                    </a:lnTo>
                    <a:lnTo>
                      <a:pt x="4630" y="0"/>
                    </a:lnTo>
                    <a:lnTo>
                      <a:pt x="7699" y="165"/>
                    </a:lnTo>
                    <a:lnTo>
                      <a:pt x="7586" y="2889"/>
                    </a:lnTo>
                    <a:lnTo>
                      <a:pt x="2919" y="41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g3899">
                <a:extLst>
                  <a:ext uri="{FF2B5EF4-FFF2-40B4-BE49-F238E27FC236}">
                    <a16:creationId xmlns:a16="http://schemas.microsoft.com/office/drawing/2014/main" id="{5371D3C9-2620-50E0-3F32-129D52DB4960}"/>
                  </a:ext>
                </a:extLst>
              </p:cNvPr>
              <p:cNvSpPr/>
              <p:nvPr/>
            </p:nvSpPr>
            <p:spPr>
              <a:xfrm>
                <a:off x="3781115" y="4789697"/>
                <a:ext cx="7508" cy="12059"/>
              </a:xfrm>
              <a:custGeom>
                <a:avLst/>
                <a:gdLst/>
                <a:ahLst/>
                <a:cxnLst/>
                <a:rect l="0" t="0" r="0" b="0"/>
                <a:pathLst>
                  <a:path w="7508" h="12059">
                    <a:moveTo>
                      <a:pt x="0" y="12059"/>
                    </a:moveTo>
                    <a:lnTo>
                      <a:pt x="263" y="9462"/>
                    </a:lnTo>
                    <a:lnTo>
                      <a:pt x="4490" y="2648"/>
                    </a:lnTo>
                    <a:lnTo>
                      <a:pt x="7508" y="0"/>
                    </a:lnTo>
                    <a:lnTo>
                      <a:pt x="5746" y="525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g3900">
                <a:extLst>
                  <a:ext uri="{FF2B5EF4-FFF2-40B4-BE49-F238E27FC236}">
                    <a16:creationId xmlns:a16="http://schemas.microsoft.com/office/drawing/2014/main" id="{40BC3C76-EFD4-3D75-84B8-D63C89B5B070}"/>
                  </a:ext>
                </a:extLst>
              </p:cNvPr>
              <p:cNvSpPr/>
              <p:nvPr/>
            </p:nvSpPr>
            <p:spPr>
              <a:xfrm>
                <a:off x="3804479" y="4723202"/>
                <a:ext cx="17435" cy="7734"/>
              </a:xfrm>
              <a:custGeom>
                <a:avLst/>
                <a:gdLst/>
                <a:ahLst/>
                <a:cxnLst/>
                <a:rect l="0" t="0" r="0" b="0"/>
                <a:pathLst>
                  <a:path w="17435" h="7734">
                    <a:moveTo>
                      <a:pt x="16107" y="7734"/>
                    </a:moveTo>
                    <a:lnTo>
                      <a:pt x="6733" y="5029"/>
                    </a:lnTo>
                    <a:lnTo>
                      <a:pt x="1033" y="2514"/>
                    </a:lnTo>
                    <a:lnTo>
                      <a:pt x="0" y="0"/>
                    </a:lnTo>
                    <a:lnTo>
                      <a:pt x="15756" y="4565"/>
                    </a:lnTo>
                    <a:lnTo>
                      <a:pt x="17435" y="62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g3901">
                <a:extLst>
                  <a:ext uri="{FF2B5EF4-FFF2-40B4-BE49-F238E27FC236}">
                    <a16:creationId xmlns:a16="http://schemas.microsoft.com/office/drawing/2014/main" id="{DC4849F0-BB02-A5CD-41DC-4314F0C18576}"/>
                  </a:ext>
                </a:extLst>
              </p:cNvPr>
              <p:cNvSpPr/>
              <p:nvPr/>
            </p:nvSpPr>
            <p:spPr>
              <a:xfrm>
                <a:off x="3847510" y="4721970"/>
                <a:ext cx="25921" cy="5569"/>
              </a:xfrm>
              <a:custGeom>
                <a:avLst/>
                <a:gdLst/>
                <a:ahLst/>
                <a:cxnLst/>
                <a:rect l="0" t="0" r="0" b="0"/>
                <a:pathLst>
                  <a:path w="25921" h="5569">
                    <a:moveTo>
                      <a:pt x="16609" y="5569"/>
                    </a:moveTo>
                    <a:lnTo>
                      <a:pt x="2806" y="5308"/>
                    </a:lnTo>
                    <a:lnTo>
                      <a:pt x="0" y="4330"/>
                    </a:lnTo>
                    <a:lnTo>
                      <a:pt x="5539" y="2470"/>
                    </a:lnTo>
                    <a:lnTo>
                      <a:pt x="21895" y="0"/>
                    </a:lnTo>
                    <a:lnTo>
                      <a:pt x="25921" y="27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g3902">
                <a:extLst>
                  <a:ext uri="{FF2B5EF4-FFF2-40B4-BE49-F238E27FC236}">
                    <a16:creationId xmlns:a16="http://schemas.microsoft.com/office/drawing/2014/main" id="{9DE5A0D0-5677-2D84-2F1C-148F638209ED}"/>
                  </a:ext>
                </a:extLst>
              </p:cNvPr>
              <p:cNvSpPr/>
              <p:nvPr/>
            </p:nvSpPr>
            <p:spPr>
              <a:xfrm>
                <a:off x="3738952" y="4735636"/>
                <a:ext cx="16650" cy="17044"/>
              </a:xfrm>
              <a:custGeom>
                <a:avLst/>
                <a:gdLst/>
                <a:ahLst/>
                <a:cxnLst/>
                <a:rect l="0" t="0" r="0" b="0"/>
                <a:pathLst>
                  <a:path w="16650" h="17044">
                    <a:moveTo>
                      <a:pt x="12862" y="17044"/>
                    </a:moveTo>
                    <a:lnTo>
                      <a:pt x="7679" y="14034"/>
                    </a:lnTo>
                    <a:lnTo>
                      <a:pt x="0" y="13761"/>
                    </a:lnTo>
                    <a:lnTo>
                      <a:pt x="3379" y="11697"/>
                    </a:lnTo>
                    <a:lnTo>
                      <a:pt x="5751" y="9684"/>
                    </a:lnTo>
                    <a:lnTo>
                      <a:pt x="6935" y="7518"/>
                    </a:lnTo>
                    <a:lnTo>
                      <a:pt x="16650" y="0"/>
                    </a:lnTo>
                    <a:lnTo>
                      <a:pt x="13896" y="5518"/>
                    </a:lnTo>
                    <a:lnTo>
                      <a:pt x="12490" y="109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g3903">
                <a:extLst>
                  <a:ext uri="{FF2B5EF4-FFF2-40B4-BE49-F238E27FC236}">
                    <a16:creationId xmlns:a16="http://schemas.microsoft.com/office/drawing/2014/main" id="{4A518E1F-C083-5433-0D7F-FE7A2FD10A87}"/>
                  </a:ext>
                </a:extLst>
              </p:cNvPr>
              <p:cNvSpPr/>
              <p:nvPr/>
            </p:nvSpPr>
            <p:spPr>
              <a:xfrm>
                <a:off x="3789234" y="4750191"/>
                <a:ext cx="5746" cy="36527"/>
              </a:xfrm>
              <a:custGeom>
                <a:avLst/>
                <a:gdLst/>
                <a:ahLst/>
                <a:cxnLst/>
                <a:rect l="0" t="0" r="0" b="0"/>
                <a:pathLst>
                  <a:path w="5746" h="36527">
                    <a:moveTo>
                      <a:pt x="1188" y="36527"/>
                    </a:moveTo>
                    <a:lnTo>
                      <a:pt x="4118" y="16695"/>
                    </a:lnTo>
                    <a:lnTo>
                      <a:pt x="0" y="0"/>
                    </a:lnTo>
                    <a:lnTo>
                      <a:pt x="4340" y="7328"/>
                    </a:lnTo>
                    <a:lnTo>
                      <a:pt x="5746" y="16047"/>
                    </a:lnTo>
                    <a:lnTo>
                      <a:pt x="4175" y="323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g3904">
                <a:extLst>
                  <a:ext uri="{FF2B5EF4-FFF2-40B4-BE49-F238E27FC236}">
                    <a16:creationId xmlns:a16="http://schemas.microsoft.com/office/drawing/2014/main" id="{871CBAAB-F7F3-C792-6E59-837ED9858524}"/>
                  </a:ext>
                </a:extLst>
              </p:cNvPr>
              <p:cNvSpPr/>
              <p:nvPr/>
            </p:nvSpPr>
            <p:spPr>
              <a:xfrm>
                <a:off x="4186131" y="4792371"/>
                <a:ext cx="40173" cy="16358"/>
              </a:xfrm>
              <a:custGeom>
                <a:avLst/>
                <a:gdLst/>
                <a:ahLst/>
                <a:cxnLst/>
                <a:rect l="0" t="0" r="0" b="0"/>
                <a:pathLst>
                  <a:path w="40173" h="16358">
                    <a:moveTo>
                      <a:pt x="11482" y="16358"/>
                    </a:moveTo>
                    <a:lnTo>
                      <a:pt x="0" y="12954"/>
                    </a:lnTo>
                    <a:lnTo>
                      <a:pt x="7136" y="12307"/>
                    </a:lnTo>
                    <a:lnTo>
                      <a:pt x="12299" y="13685"/>
                    </a:lnTo>
                    <a:lnTo>
                      <a:pt x="25373" y="6991"/>
                    </a:lnTo>
                    <a:lnTo>
                      <a:pt x="32231" y="1924"/>
                    </a:lnTo>
                    <a:lnTo>
                      <a:pt x="40173" y="0"/>
                    </a:lnTo>
                    <a:lnTo>
                      <a:pt x="22102" y="116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g3905">
                <a:extLst>
                  <a:ext uri="{FF2B5EF4-FFF2-40B4-BE49-F238E27FC236}">
                    <a16:creationId xmlns:a16="http://schemas.microsoft.com/office/drawing/2014/main" id="{72328954-96D8-9F4C-C816-DF1ADC56EB4B}"/>
                  </a:ext>
                </a:extLst>
              </p:cNvPr>
              <p:cNvSpPr/>
              <p:nvPr/>
            </p:nvSpPr>
            <p:spPr>
              <a:xfrm>
                <a:off x="5923277" y="2903466"/>
                <a:ext cx="8449" cy="10395"/>
              </a:xfrm>
              <a:custGeom>
                <a:avLst/>
                <a:gdLst/>
                <a:ahLst/>
                <a:cxnLst/>
                <a:rect l="0" t="0" r="0" b="0"/>
                <a:pathLst>
                  <a:path w="8449" h="10395">
                    <a:moveTo>
                      <a:pt x="4428" y="10395"/>
                    </a:moveTo>
                    <a:lnTo>
                      <a:pt x="139" y="9563"/>
                    </a:lnTo>
                    <a:lnTo>
                      <a:pt x="0" y="3149"/>
                    </a:lnTo>
                    <a:lnTo>
                      <a:pt x="1297" y="971"/>
                    </a:lnTo>
                    <a:lnTo>
                      <a:pt x="2780" y="0"/>
                    </a:lnTo>
                    <a:lnTo>
                      <a:pt x="4981" y="1803"/>
                    </a:lnTo>
                    <a:lnTo>
                      <a:pt x="8449" y="782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g3906">
                <a:extLst>
                  <a:ext uri="{FF2B5EF4-FFF2-40B4-BE49-F238E27FC236}">
                    <a16:creationId xmlns:a16="http://schemas.microsoft.com/office/drawing/2014/main" id="{1D8C81F5-ECB8-FBCB-A039-12439148DC0B}"/>
                  </a:ext>
                </a:extLst>
              </p:cNvPr>
              <p:cNvSpPr/>
              <p:nvPr/>
            </p:nvSpPr>
            <p:spPr>
              <a:xfrm>
                <a:off x="2399291" y="4782381"/>
                <a:ext cx="513697" cy="755524"/>
              </a:xfrm>
              <a:custGeom>
                <a:avLst/>
                <a:gdLst/>
                <a:ahLst/>
                <a:cxnLst/>
                <a:rect l="0" t="0" r="0" b="0"/>
                <a:pathLst>
                  <a:path w="513697" h="755524">
                    <a:moveTo>
                      <a:pt x="961" y="1759"/>
                    </a:moveTo>
                    <a:lnTo>
                      <a:pt x="26210" y="3480"/>
                    </a:lnTo>
                    <a:lnTo>
                      <a:pt x="41104" y="2895"/>
                    </a:lnTo>
                    <a:lnTo>
                      <a:pt x="45646" y="0"/>
                    </a:lnTo>
                    <a:lnTo>
                      <a:pt x="48008" y="152"/>
                    </a:lnTo>
                    <a:lnTo>
                      <a:pt x="48194" y="3340"/>
                    </a:lnTo>
                    <a:lnTo>
                      <a:pt x="51935" y="4692"/>
                    </a:lnTo>
                    <a:lnTo>
                      <a:pt x="59227" y="4210"/>
                    </a:lnTo>
                    <a:lnTo>
                      <a:pt x="65578" y="8668"/>
                    </a:lnTo>
                    <a:lnTo>
                      <a:pt x="73712" y="22778"/>
                    </a:lnTo>
                    <a:lnTo>
                      <a:pt x="101747" y="45379"/>
                    </a:lnTo>
                    <a:lnTo>
                      <a:pt x="104108" y="53133"/>
                    </a:lnTo>
                    <a:lnTo>
                      <a:pt x="113865" y="64316"/>
                    </a:lnTo>
                    <a:lnTo>
                      <a:pt x="131807" y="81507"/>
                    </a:lnTo>
                    <a:lnTo>
                      <a:pt x="141962" y="96329"/>
                    </a:lnTo>
                    <a:lnTo>
                      <a:pt x="144324" y="108782"/>
                    </a:lnTo>
                    <a:lnTo>
                      <a:pt x="153491" y="128481"/>
                    </a:lnTo>
                    <a:lnTo>
                      <a:pt x="169449" y="155419"/>
                    </a:lnTo>
                    <a:lnTo>
                      <a:pt x="176560" y="169942"/>
                    </a:lnTo>
                    <a:lnTo>
                      <a:pt x="174824" y="172038"/>
                    </a:lnTo>
                    <a:lnTo>
                      <a:pt x="176079" y="179620"/>
                    </a:lnTo>
                    <a:lnTo>
                      <a:pt x="180338" y="192683"/>
                    </a:lnTo>
                    <a:lnTo>
                      <a:pt x="188249" y="203745"/>
                    </a:lnTo>
                    <a:lnTo>
                      <a:pt x="199820" y="212807"/>
                    </a:lnTo>
                    <a:lnTo>
                      <a:pt x="211520" y="229077"/>
                    </a:lnTo>
                    <a:lnTo>
                      <a:pt x="223349" y="252561"/>
                    </a:lnTo>
                    <a:lnTo>
                      <a:pt x="237679" y="270425"/>
                    </a:lnTo>
                    <a:lnTo>
                      <a:pt x="254500" y="282655"/>
                    </a:lnTo>
                    <a:lnTo>
                      <a:pt x="264024" y="294042"/>
                    </a:lnTo>
                    <a:lnTo>
                      <a:pt x="266251" y="304571"/>
                    </a:lnTo>
                    <a:lnTo>
                      <a:pt x="266086" y="313588"/>
                    </a:lnTo>
                    <a:lnTo>
                      <a:pt x="263522" y="321094"/>
                    </a:lnTo>
                    <a:lnTo>
                      <a:pt x="264608" y="328226"/>
                    </a:lnTo>
                    <a:lnTo>
                      <a:pt x="269336" y="334964"/>
                    </a:lnTo>
                    <a:lnTo>
                      <a:pt x="270912" y="343232"/>
                    </a:lnTo>
                    <a:lnTo>
                      <a:pt x="269062" y="354732"/>
                    </a:lnTo>
                    <a:lnTo>
                      <a:pt x="269191" y="357990"/>
                    </a:lnTo>
                    <a:lnTo>
                      <a:pt x="270561" y="360587"/>
                    </a:lnTo>
                    <a:lnTo>
                      <a:pt x="285496" y="380350"/>
                    </a:lnTo>
                    <a:lnTo>
                      <a:pt x="293170" y="396321"/>
                    </a:lnTo>
                    <a:lnTo>
                      <a:pt x="299262" y="421811"/>
                    </a:lnTo>
                    <a:lnTo>
                      <a:pt x="299293" y="422040"/>
                    </a:lnTo>
                    <a:lnTo>
                      <a:pt x="306099" y="437287"/>
                    </a:lnTo>
                    <a:lnTo>
                      <a:pt x="315887" y="443523"/>
                    </a:lnTo>
                    <a:lnTo>
                      <a:pt x="330925" y="445829"/>
                    </a:lnTo>
                    <a:lnTo>
                      <a:pt x="342351" y="451138"/>
                    </a:lnTo>
                    <a:lnTo>
                      <a:pt x="350165" y="459457"/>
                    </a:lnTo>
                    <a:lnTo>
                      <a:pt x="360019" y="464480"/>
                    </a:lnTo>
                    <a:lnTo>
                      <a:pt x="371916" y="466207"/>
                    </a:lnTo>
                    <a:lnTo>
                      <a:pt x="383321" y="471694"/>
                    </a:lnTo>
                    <a:lnTo>
                      <a:pt x="394230" y="480953"/>
                    </a:lnTo>
                    <a:lnTo>
                      <a:pt x="414575" y="487030"/>
                    </a:lnTo>
                    <a:lnTo>
                      <a:pt x="444357" y="489945"/>
                    </a:lnTo>
                    <a:lnTo>
                      <a:pt x="467022" y="497470"/>
                    </a:lnTo>
                    <a:lnTo>
                      <a:pt x="482577" y="509612"/>
                    </a:lnTo>
                    <a:lnTo>
                      <a:pt x="489419" y="512082"/>
                    </a:lnTo>
                    <a:lnTo>
                      <a:pt x="491269" y="512254"/>
                    </a:lnTo>
                    <a:lnTo>
                      <a:pt x="492158" y="510399"/>
                    </a:lnTo>
                    <a:lnTo>
                      <a:pt x="493331" y="506964"/>
                    </a:lnTo>
                    <a:lnTo>
                      <a:pt x="499352" y="503008"/>
                    </a:lnTo>
                    <a:lnTo>
                      <a:pt x="513697" y="500423"/>
                    </a:lnTo>
                    <a:lnTo>
                      <a:pt x="511770" y="527285"/>
                    </a:lnTo>
                    <a:lnTo>
                      <a:pt x="505372" y="549327"/>
                    </a:lnTo>
                    <a:lnTo>
                      <a:pt x="484293" y="595152"/>
                    </a:lnTo>
                    <a:lnTo>
                      <a:pt x="475508" y="623576"/>
                    </a:lnTo>
                    <a:lnTo>
                      <a:pt x="458511" y="704804"/>
                    </a:lnTo>
                    <a:lnTo>
                      <a:pt x="453534" y="755524"/>
                    </a:lnTo>
                    <a:lnTo>
                      <a:pt x="0" y="755524"/>
                    </a:lnTo>
                    <a:lnTo>
                      <a:pt x="0" y="155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g3907">
                <a:extLst>
                  <a:ext uri="{FF2B5EF4-FFF2-40B4-BE49-F238E27FC236}">
                    <a16:creationId xmlns:a16="http://schemas.microsoft.com/office/drawing/2014/main" id="{3A9ED5B7-2A80-FAE3-6FF6-89902FBBD63A}"/>
                  </a:ext>
                </a:extLst>
              </p:cNvPr>
              <p:cNvSpPr/>
              <p:nvPr/>
            </p:nvSpPr>
            <p:spPr>
              <a:xfrm>
                <a:off x="4173090" y="2540116"/>
                <a:ext cx="1519164" cy="699069"/>
              </a:xfrm>
              <a:custGeom>
                <a:avLst/>
                <a:gdLst/>
                <a:ahLst/>
                <a:cxnLst/>
                <a:rect l="0" t="0" r="0" b="0"/>
                <a:pathLst>
                  <a:path w="1519164" h="699069">
                    <a:moveTo>
                      <a:pt x="1509975" y="5632"/>
                    </a:moveTo>
                    <a:lnTo>
                      <a:pt x="1494849" y="16263"/>
                    </a:lnTo>
                    <a:lnTo>
                      <a:pt x="1478746" y="33041"/>
                    </a:lnTo>
                    <a:lnTo>
                      <a:pt x="1440965" y="45729"/>
                    </a:lnTo>
                    <a:lnTo>
                      <a:pt x="1426940" y="48955"/>
                    </a:lnTo>
                    <a:lnTo>
                      <a:pt x="1413994" y="47234"/>
                    </a:lnTo>
                    <a:lnTo>
                      <a:pt x="1398238" y="57559"/>
                    </a:lnTo>
                    <a:lnTo>
                      <a:pt x="1379593" y="63872"/>
                    </a:lnTo>
                    <a:lnTo>
                      <a:pt x="1374089" y="73474"/>
                    </a:lnTo>
                    <a:lnTo>
                      <a:pt x="1329270" y="99193"/>
                    </a:lnTo>
                    <a:lnTo>
                      <a:pt x="1312066" y="102431"/>
                    </a:lnTo>
                    <a:lnTo>
                      <a:pt x="1297426" y="109283"/>
                    </a:lnTo>
                    <a:lnTo>
                      <a:pt x="1293095" y="120917"/>
                    </a:lnTo>
                    <a:lnTo>
                      <a:pt x="1280026" y="127934"/>
                    </a:lnTo>
                    <a:lnTo>
                      <a:pt x="1276399" y="133307"/>
                    </a:lnTo>
                    <a:lnTo>
                      <a:pt x="1265407" y="149583"/>
                    </a:lnTo>
                    <a:lnTo>
                      <a:pt x="1244974" y="170603"/>
                    </a:lnTo>
                    <a:lnTo>
                      <a:pt x="1220075" y="174121"/>
                    </a:lnTo>
                    <a:lnTo>
                      <a:pt x="1210975" y="181436"/>
                    </a:lnTo>
                    <a:lnTo>
                      <a:pt x="1200438" y="193242"/>
                    </a:lnTo>
                    <a:lnTo>
                      <a:pt x="1185576" y="201345"/>
                    </a:lnTo>
                    <a:lnTo>
                      <a:pt x="1156233" y="197547"/>
                    </a:lnTo>
                    <a:lnTo>
                      <a:pt x="1163370" y="202513"/>
                    </a:lnTo>
                    <a:lnTo>
                      <a:pt x="1189622" y="210255"/>
                    </a:lnTo>
                    <a:lnTo>
                      <a:pt x="1192351" y="221730"/>
                    </a:lnTo>
                    <a:lnTo>
                      <a:pt x="1179199" y="224473"/>
                    </a:lnTo>
                    <a:lnTo>
                      <a:pt x="1151660" y="239771"/>
                    </a:lnTo>
                    <a:lnTo>
                      <a:pt x="1114556" y="266113"/>
                    </a:lnTo>
                    <a:lnTo>
                      <a:pt x="1108887" y="266735"/>
                    </a:lnTo>
                    <a:lnTo>
                      <a:pt x="1098918" y="266106"/>
                    </a:lnTo>
                    <a:lnTo>
                      <a:pt x="1084154" y="270501"/>
                    </a:lnTo>
                    <a:lnTo>
                      <a:pt x="1064759" y="279702"/>
                    </a:lnTo>
                    <a:lnTo>
                      <a:pt x="1041277" y="296232"/>
                    </a:lnTo>
                    <a:lnTo>
                      <a:pt x="999930" y="332023"/>
                    </a:lnTo>
                    <a:lnTo>
                      <a:pt x="997031" y="335802"/>
                    </a:lnTo>
                    <a:lnTo>
                      <a:pt x="991042" y="342438"/>
                    </a:lnTo>
                    <a:lnTo>
                      <a:pt x="975771" y="349512"/>
                    </a:lnTo>
                    <a:lnTo>
                      <a:pt x="961911" y="357139"/>
                    </a:lnTo>
                    <a:lnTo>
                      <a:pt x="958248" y="365166"/>
                    </a:lnTo>
                    <a:lnTo>
                      <a:pt x="951607" y="368824"/>
                    </a:lnTo>
                    <a:lnTo>
                      <a:pt x="928740" y="389177"/>
                    </a:lnTo>
                    <a:lnTo>
                      <a:pt x="915877" y="406513"/>
                    </a:lnTo>
                    <a:lnTo>
                      <a:pt x="904198" y="424656"/>
                    </a:lnTo>
                    <a:lnTo>
                      <a:pt x="891129" y="444946"/>
                    </a:lnTo>
                    <a:lnTo>
                      <a:pt x="864314" y="445200"/>
                    </a:lnTo>
                    <a:lnTo>
                      <a:pt x="843850" y="445117"/>
                    </a:lnTo>
                    <a:lnTo>
                      <a:pt x="808942" y="444971"/>
                    </a:lnTo>
                    <a:lnTo>
                      <a:pt x="779020" y="444851"/>
                    </a:lnTo>
                    <a:lnTo>
                      <a:pt x="743508" y="444705"/>
                    </a:lnTo>
                    <a:lnTo>
                      <a:pt x="717742" y="444597"/>
                    </a:lnTo>
                    <a:lnTo>
                      <a:pt x="689996" y="445448"/>
                    </a:lnTo>
                    <a:lnTo>
                      <a:pt x="676751" y="450858"/>
                    </a:lnTo>
                    <a:lnTo>
                      <a:pt x="660142" y="458167"/>
                    </a:lnTo>
                    <a:lnTo>
                      <a:pt x="642215" y="466048"/>
                    </a:lnTo>
                    <a:lnTo>
                      <a:pt x="651615" y="483626"/>
                    </a:lnTo>
                    <a:lnTo>
                      <a:pt x="654137" y="490561"/>
                    </a:lnTo>
                    <a:lnTo>
                      <a:pt x="653414" y="512927"/>
                    </a:lnTo>
                    <a:lnTo>
                      <a:pt x="655326" y="515372"/>
                    </a:lnTo>
                    <a:lnTo>
                      <a:pt x="657331" y="518693"/>
                    </a:lnTo>
                    <a:lnTo>
                      <a:pt x="657636" y="524472"/>
                    </a:lnTo>
                    <a:lnTo>
                      <a:pt x="659171" y="527114"/>
                    </a:lnTo>
                    <a:lnTo>
                      <a:pt x="662442" y="529247"/>
                    </a:lnTo>
                    <a:lnTo>
                      <a:pt x="666121" y="531756"/>
                    </a:lnTo>
                    <a:lnTo>
                      <a:pt x="668783" y="535153"/>
                    </a:lnTo>
                    <a:lnTo>
                      <a:pt x="669392" y="538544"/>
                    </a:lnTo>
                    <a:lnTo>
                      <a:pt x="666834" y="544450"/>
                    </a:lnTo>
                    <a:lnTo>
                      <a:pt x="656520" y="552433"/>
                    </a:lnTo>
                    <a:lnTo>
                      <a:pt x="642019" y="559431"/>
                    </a:lnTo>
                    <a:lnTo>
                      <a:pt x="613178" y="572055"/>
                    </a:lnTo>
                    <a:lnTo>
                      <a:pt x="579758" y="586687"/>
                    </a:lnTo>
                    <a:lnTo>
                      <a:pt x="550788" y="599368"/>
                    </a:lnTo>
                    <a:lnTo>
                      <a:pt x="528370" y="609180"/>
                    </a:lnTo>
                    <a:lnTo>
                      <a:pt x="482326" y="617797"/>
                    </a:lnTo>
                    <a:lnTo>
                      <a:pt x="445749" y="624637"/>
                    </a:lnTo>
                    <a:lnTo>
                      <a:pt x="419352" y="629577"/>
                    </a:lnTo>
                    <a:lnTo>
                      <a:pt x="395043" y="643326"/>
                    </a:lnTo>
                    <a:lnTo>
                      <a:pt x="368202" y="658497"/>
                    </a:lnTo>
                    <a:lnTo>
                      <a:pt x="345634" y="671255"/>
                    </a:lnTo>
                    <a:lnTo>
                      <a:pt x="320323" y="685562"/>
                    </a:lnTo>
                    <a:lnTo>
                      <a:pt x="296432" y="699069"/>
                    </a:lnTo>
                    <a:lnTo>
                      <a:pt x="269870" y="699025"/>
                    </a:lnTo>
                    <a:lnTo>
                      <a:pt x="251225" y="688902"/>
                    </a:lnTo>
                    <a:lnTo>
                      <a:pt x="233893" y="678507"/>
                    </a:lnTo>
                    <a:lnTo>
                      <a:pt x="222043" y="659919"/>
                    </a:lnTo>
                    <a:lnTo>
                      <a:pt x="221227" y="638322"/>
                    </a:lnTo>
                    <a:lnTo>
                      <a:pt x="225474" y="624179"/>
                    </a:lnTo>
                    <a:lnTo>
                      <a:pt x="229324" y="617727"/>
                    </a:lnTo>
                    <a:lnTo>
                      <a:pt x="236673" y="613638"/>
                    </a:lnTo>
                    <a:lnTo>
                      <a:pt x="251060" y="606684"/>
                    </a:lnTo>
                    <a:lnTo>
                      <a:pt x="264139" y="592605"/>
                    </a:lnTo>
                    <a:lnTo>
                      <a:pt x="274625" y="584204"/>
                    </a:lnTo>
                    <a:lnTo>
                      <a:pt x="285187" y="575535"/>
                    </a:lnTo>
                    <a:lnTo>
                      <a:pt x="291218" y="560606"/>
                    </a:lnTo>
                    <a:lnTo>
                      <a:pt x="298742" y="524465"/>
                    </a:lnTo>
                    <a:lnTo>
                      <a:pt x="299698" y="517277"/>
                    </a:lnTo>
                    <a:lnTo>
                      <a:pt x="310644" y="492491"/>
                    </a:lnTo>
                    <a:lnTo>
                      <a:pt x="322752" y="465070"/>
                    </a:lnTo>
                    <a:lnTo>
                      <a:pt x="328312" y="452477"/>
                    </a:lnTo>
                    <a:lnTo>
                      <a:pt x="322095" y="419792"/>
                    </a:lnTo>
                    <a:lnTo>
                      <a:pt x="317419" y="394676"/>
                    </a:lnTo>
                    <a:lnTo>
                      <a:pt x="313135" y="371669"/>
                    </a:lnTo>
                    <a:lnTo>
                      <a:pt x="308313" y="345746"/>
                    </a:lnTo>
                    <a:lnTo>
                      <a:pt x="303926" y="322148"/>
                    </a:lnTo>
                    <a:lnTo>
                      <a:pt x="299786" y="299916"/>
                    </a:lnTo>
                    <a:lnTo>
                      <a:pt x="295637" y="277600"/>
                    </a:lnTo>
                    <a:lnTo>
                      <a:pt x="291564" y="255723"/>
                    </a:lnTo>
                    <a:lnTo>
                      <a:pt x="288371" y="240032"/>
                    </a:lnTo>
                    <a:lnTo>
                      <a:pt x="284578" y="221438"/>
                    </a:lnTo>
                    <a:lnTo>
                      <a:pt x="262424" y="208388"/>
                    </a:lnTo>
                    <a:lnTo>
                      <a:pt x="245603" y="199249"/>
                    </a:lnTo>
                    <a:lnTo>
                      <a:pt x="218090" y="184320"/>
                    </a:lnTo>
                    <a:lnTo>
                      <a:pt x="195016" y="171797"/>
                    </a:lnTo>
                    <a:lnTo>
                      <a:pt x="174340" y="160340"/>
                    </a:lnTo>
                    <a:lnTo>
                      <a:pt x="187378" y="137250"/>
                    </a:lnTo>
                    <a:lnTo>
                      <a:pt x="186251" y="133472"/>
                    </a:lnTo>
                    <a:lnTo>
                      <a:pt x="181528" y="128925"/>
                    </a:lnTo>
                    <a:lnTo>
                      <a:pt x="171875" y="121362"/>
                    </a:lnTo>
                    <a:lnTo>
                      <a:pt x="166232" y="120593"/>
                    </a:lnTo>
                    <a:lnTo>
                      <a:pt x="156294" y="122372"/>
                    </a:lnTo>
                    <a:lnTo>
                      <a:pt x="140434" y="127077"/>
                    </a:lnTo>
                    <a:lnTo>
                      <a:pt x="133582" y="125515"/>
                    </a:lnTo>
                    <a:lnTo>
                      <a:pt x="128140" y="117437"/>
                    </a:lnTo>
                    <a:lnTo>
                      <a:pt x="121877" y="107099"/>
                    </a:lnTo>
                    <a:lnTo>
                      <a:pt x="119825" y="99021"/>
                    </a:lnTo>
                    <a:lnTo>
                      <a:pt x="119040" y="88333"/>
                    </a:lnTo>
                    <a:lnTo>
                      <a:pt x="115304" y="78713"/>
                    </a:lnTo>
                    <a:lnTo>
                      <a:pt x="117671" y="73664"/>
                    </a:lnTo>
                    <a:lnTo>
                      <a:pt x="118192" y="71149"/>
                    </a:lnTo>
                    <a:lnTo>
                      <a:pt x="117981" y="67987"/>
                    </a:lnTo>
                    <a:lnTo>
                      <a:pt x="115412" y="65967"/>
                    </a:lnTo>
                    <a:lnTo>
                      <a:pt x="110890" y="65085"/>
                    </a:lnTo>
                    <a:lnTo>
                      <a:pt x="95594" y="69123"/>
                    </a:lnTo>
                    <a:lnTo>
                      <a:pt x="88716" y="69498"/>
                    </a:lnTo>
                    <a:lnTo>
                      <a:pt x="84613" y="71772"/>
                    </a:lnTo>
                    <a:lnTo>
                      <a:pt x="78148" y="76490"/>
                    </a:lnTo>
                    <a:lnTo>
                      <a:pt x="71776" y="77074"/>
                    </a:lnTo>
                    <a:lnTo>
                      <a:pt x="60769" y="65904"/>
                    </a:lnTo>
                    <a:lnTo>
                      <a:pt x="48743" y="53673"/>
                    </a:lnTo>
                    <a:lnTo>
                      <a:pt x="43700" y="36825"/>
                    </a:lnTo>
                    <a:lnTo>
                      <a:pt x="38522" y="19521"/>
                    </a:lnTo>
                    <a:lnTo>
                      <a:pt x="17980" y="9112"/>
                    </a:lnTo>
                    <a:lnTo>
                      <a:pt x="0" y="0"/>
                    </a:lnTo>
                    <a:lnTo>
                      <a:pt x="1519164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g3908">
                <a:extLst>
                  <a:ext uri="{FF2B5EF4-FFF2-40B4-BE49-F238E27FC236}">
                    <a16:creationId xmlns:a16="http://schemas.microsoft.com/office/drawing/2014/main" id="{F92FF26A-C68C-36B6-B853-64886EC2E1C3}"/>
                  </a:ext>
                </a:extLst>
              </p:cNvPr>
              <p:cNvSpPr/>
              <p:nvPr/>
            </p:nvSpPr>
            <p:spPr>
              <a:xfrm>
                <a:off x="6018224" y="2540116"/>
                <a:ext cx="296962" cy="257863"/>
              </a:xfrm>
              <a:custGeom>
                <a:avLst/>
                <a:gdLst/>
                <a:ahLst/>
                <a:cxnLst/>
                <a:rect l="0" t="0" r="0" b="0"/>
                <a:pathLst>
                  <a:path w="296962" h="257863">
                    <a:moveTo>
                      <a:pt x="67195" y="242946"/>
                    </a:moveTo>
                    <a:lnTo>
                      <a:pt x="62725" y="241575"/>
                    </a:lnTo>
                    <a:lnTo>
                      <a:pt x="58875" y="240501"/>
                    </a:lnTo>
                    <a:lnTo>
                      <a:pt x="56643" y="242330"/>
                    </a:lnTo>
                    <a:lnTo>
                      <a:pt x="54529" y="244775"/>
                    </a:lnTo>
                    <a:lnTo>
                      <a:pt x="51924" y="246611"/>
                    </a:lnTo>
                    <a:lnTo>
                      <a:pt x="46457" y="244013"/>
                    </a:lnTo>
                    <a:lnTo>
                      <a:pt x="42979" y="239282"/>
                    </a:lnTo>
                    <a:lnTo>
                      <a:pt x="37393" y="234405"/>
                    </a:lnTo>
                    <a:lnTo>
                      <a:pt x="35279" y="230735"/>
                    </a:lnTo>
                    <a:lnTo>
                      <a:pt x="36401" y="226467"/>
                    </a:lnTo>
                    <a:lnTo>
                      <a:pt x="38881" y="222346"/>
                    </a:lnTo>
                    <a:lnTo>
                      <a:pt x="40002" y="217462"/>
                    </a:lnTo>
                    <a:lnTo>
                      <a:pt x="37269" y="211829"/>
                    </a:lnTo>
                    <a:lnTo>
                      <a:pt x="34783" y="208623"/>
                    </a:lnTo>
                    <a:lnTo>
                      <a:pt x="33047" y="204958"/>
                    </a:lnTo>
                    <a:lnTo>
                      <a:pt x="33667" y="201453"/>
                    </a:lnTo>
                    <a:lnTo>
                      <a:pt x="37145" y="199770"/>
                    </a:lnTo>
                    <a:lnTo>
                      <a:pt x="40375" y="197630"/>
                    </a:lnTo>
                    <a:lnTo>
                      <a:pt x="41491" y="193058"/>
                    </a:lnTo>
                    <a:lnTo>
                      <a:pt x="39501" y="188174"/>
                    </a:lnTo>
                    <a:lnTo>
                      <a:pt x="33791" y="186187"/>
                    </a:lnTo>
                    <a:lnTo>
                      <a:pt x="29073" y="186949"/>
                    </a:lnTo>
                    <a:lnTo>
                      <a:pt x="22241" y="185882"/>
                    </a:lnTo>
                    <a:lnTo>
                      <a:pt x="15663" y="182834"/>
                    </a:lnTo>
                    <a:lnTo>
                      <a:pt x="11316" y="179322"/>
                    </a:lnTo>
                    <a:lnTo>
                      <a:pt x="7963" y="177334"/>
                    </a:lnTo>
                    <a:lnTo>
                      <a:pt x="5353" y="177334"/>
                    </a:lnTo>
                    <a:lnTo>
                      <a:pt x="2247" y="175353"/>
                    </a:lnTo>
                    <a:lnTo>
                      <a:pt x="387" y="171993"/>
                    </a:lnTo>
                    <a:lnTo>
                      <a:pt x="635" y="166500"/>
                    </a:lnTo>
                    <a:lnTo>
                      <a:pt x="1503" y="163147"/>
                    </a:lnTo>
                    <a:lnTo>
                      <a:pt x="3239" y="160245"/>
                    </a:lnTo>
                    <a:lnTo>
                      <a:pt x="3363" y="157038"/>
                    </a:lnTo>
                    <a:lnTo>
                      <a:pt x="2619" y="154746"/>
                    </a:lnTo>
                    <a:lnTo>
                      <a:pt x="2500" y="152923"/>
                    </a:lnTo>
                    <a:lnTo>
                      <a:pt x="2991" y="150631"/>
                    </a:lnTo>
                    <a:lnTo>
                      <a:pt x="4113" y="146052"/>
                    </a:lnTo>
                    <a:lnTo>
                      <a:pt x="2247" y="142699"/>
                    </a:lnTo>
                    <a:lnTo>
                      <a:pt x="2056" y="131078"/>
                    </a:lnTo>
                    <a:lnTo>
                      <a:pt x="1689" y="109334"/>
                    </a:lnTo>
                    <a:lnTo>
                      <a:pt x="1415" y="92677"/>
                    </a:lnTo>
                    <a:lnTo>
                      <a:pt x="1069" y="71740"/>
                    </a:lnTo>
                    <a:lnTo>
                      <a:pt x="867" y="56493"/>
                    </a:lnTo>
                    <a:lnTo>
                      <a:pt x="588" y="35130"/>
                    </a:lnTo>
                    <a:lnTo>
                      <a:pt x="325" y="14859"/>
                    </a:lnTo>
                    <a:lnTo>
                      <a:pt x="0" y="0"/>
                    </a:lnTo>
                    <a:lnTo>
                      <a:pt x="276472" y="0"/>
                    </a:lnTo>
                    <a:lnTo>
                      <a:pt x="276633" y="57"/>
                    </a:lnTo>
                    <a:lnTo>
                      <a:pt x="276810" y="0"/>
                    </a:lnTo>
                    <a:lnTo>
                      <a:pt x="296962" y="0"/>
                    </a:lnTo>
                    <a:lnTo>
                      <a:pt x="296962" y="192012"/>
                    </a:lnTo>
                    <a:lnTo>
                      <a:pt x="290901" y="195833"/>
                    </a:lnTo>
                    <a:lnTo>
                      <a:pt x="267083" y="205085"/>
                    </a:lnTo>
                    <a:lnTo>
                      <a:pt x="239280" y="222746"/>
                    </a:lnTo>
                    <a:lnTo>
                      <a:pt x="203354" y="237625"/>
                    </a:lnTo>
                    <a:lnTo>
                      <a:pt x="195825" y="237682"/>
                    </a:lnTo>
                    <a:lnTo>
                      <a:pt x="179510" y="225438"/>
                    </a:lnTo>
                    <a:lnTo>
                      <a:pt x="184073" y="219863"/>
                    </a:lnTo>
                    <a:lnTo>
                      <a:pt x="188316" y="212306"/>
                    </a:lnTo>
                    <a:lnTo>
                      <a:pt x="184260" y="214484"/>
                    </a:lnTo>
                    <a:lnTo>
                      <a:pt x="181629" y="217761"/>
                    </a:lnTo>
                    <a:lnTo>
                      <a:pt x="171790" y="223019"/>
                    </a:lnTo>
                    <a:lnTo>
                      <a:pt x="179769" y="233199"/>
                    </a:lnTo>
                    <a:lnTo>
                      <a:pt x="175914" y="237015"/>
                    </a:lnTo>
                    <a:lnTo>
                      <a:pt x="164503" y="242032"/>
                    </a:lnTo>
                    <a:lnTo>
                      <a:pt x="153878" y="249290"/>
                    </a:lnTo>
                    <a:lnTo>
                      <a:pt x="144577" y="254142"/>
                    </a:lnTo>
                    <a:lnTo>
                      <a:pt x="137052" y="247970"/>
                    </a:lnTo>
                    <a:lnTo>
                      <a:pt x="116283" y="255768"/>
                    </a:lnTo>
                    <a:lnTo>
                      <a:pt x="98791" y="257863"/>
                    </a:lnTo>
                    <a:lnTo>
                      <a:pt x="95008" y="253913"/>
                    </a:lnTo>
                    <a:lnTo>
                      <a:pt x="93897" y="247677"/>
                    </a:lnTo>
                    <a:lnTo>
                      <a:pt x="87773" y="246172"/>
                    </a:lnTo>
                    <a:lnTo>
                      <a:pt x="76394" y="247893"/>
                    </a:lnTo>
                    <a:lnTo>
                      <a:pt x="72079" y="2445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g3909">
                <a:extLst>
                  <a:ext uri="{FF2B5EF4-FFF2-40B4-BE49-F238E27FC236}">
                    <a16:creationId xmlns:a16="http://schemas.microsoft.com/office/drawing/2014/main" id="{04E704FE-6BB9-BFA7-679B-4E67205737D8}"/>
                  </a:ext>
                </a:extLst>
              </p:cNvPr>
              <p:cNvSpPr/>
              <p:nvPr/>
            </p:nvSpPr>
            <p:spPr>
              <a:xfrm>
                <a:off x="5287647" y="2540116"/>
                <a:ext cx="534180" cy="266113"/>
              </a:xfrm>
              <a:custGeom>
                <a:avLst/>
                <a:gdLst/>
                <a:ahLst/>
                <a:cxnLst/>
                <a:rect l="0" t="0" r="0" b="0"/>
                <a:pathLst>
                  <a:path w="534180" h="266113">
                    <a:moveTo>
                      <a:pt x="528260" y="7169"/>
                    </a:moveTo>
                    <a:lnTo>
                      <a:pt x="511940" y="26932"/>
                    </a:lnTo>
                    <a:lnTo>
                      <a:pt x="497548" y="44357"/>
                    </a:lnTo>
                    <a:lnTo>
                      <a:pt x="494318" y="62240"/>
                    </a:lnTo>
                    <a:lnTo>
                      <a:pt x="491254" y="79195"/>
                    </a:lnTo>
                    <a:lnTo>
                      <a:pt x="479347" y="92099"/>
                    </a:lnTo>
                    <a:lnTo>
                      <a:pt x="472087" y="103930"/>
                    </a:lnTo>
                    <a:lnTo>
                      <a:pt x="468847" y="117050"/>
                    </a:lnTo>
                    <a:lnTo>
                      <a:pt x="466139" y="129097"/>
                    </a:lnTo>
                    <a:lnTo>
                      <a:pt x="465932" y="139181"/>
                    </a:lnTo>
                    <a:lnTo>
                      <a:pt x="467973" y="144471"/>
                    </a:lnTo>
                    <a:lnTo>
                      <a:pt x="467012" y="148770"/>
                    </a:lnTo>
                    <a:lnTo>
                      <a:pt x="463074" y="153717"/>
                    </a:lnTo>
                    <a:lnTo>
                      <a:pt x="455199" y="162322"/>
                    </a:lnTo>
                    <a:lnTo>
                      <a:pt x="453798" y="170603"/>
                    </a:lnTo>
                    <a:lnTo>
                      <a:pt x="448982" y="174686"/>
                    </a:lnTo>
                    <a:lnTo>
                      <a:pt x="435246" y="182859"/>
                    </a:lnTo>
                    <a:lnTo>
                      <a:pt x="424042" y="194906"/>
                    </a:lnTo>
                    <a:lnTo>
                      <a:pt x="423495" y="201726"/>
                    </a:lnTo>
                    <a:lnTo>
                      <a:pt x="425112" y="207391"/>
                    </a:lnTo>
                    <a:lnTo>
                      <a:pt x="425360" y="210909"/>
                    </a:lnTo>
                    <a:lnTo>
                      <a:pt x="423122" y="213360"/>
                    </a:lnTo>
                    <a:lnTo>
                      <a:pt x="418637" y="213201"/>
                    </a:lnTo>
                    <a:lnTo>
                      <a:pt x="413784" y="213970"/>
                    </a:lnTo>
                    <a:lnTo>
                      <a:pt x="409697" y="218993"/>
                    </a:lnTo>
                    <a:lnTo>
                      <a:pt x="409800" y="226207"/>
                    </a:lnTo>
                    <a:lnTo>
                      <a:pt x="406813" y="231408"/>
                    </a:lnTo>
                    <a:lnTo>
                      <a:pt x="403325" y="232481"/>
                    </a:lnTo>
                    <a:lnTo>
                      <a:pt x="400338" y="228804"/>
                    </a:lnTo>
                    <a:lnTo>
                      <a:pt x="396746" y="223292"/>
                    </a:lnTo>
                    <a:lnTo>
                      <a:pt x="392540" y="222752"/>
                    </a:lnTo>
                    <a:lnTo>
                      <a:pt x="386153" y="226410"/>
                    </a:lnTo>
                    <a:lnTo>
                      <a:pt x="378277" y="232430"/>
                    </a:lnTo>
                    <a:lnTo>
                      <a:pt x="371192" y="232754"/>
                    </a:lnTo>
                    <a:lnTo>
                      <a:pt x="357890" y="228887"/>
                    </a:lnTo>
                    <a:lnTo>
                      <a:pt x="348180" y="240559"/>
                    </a:lnTo>
                    <a:lnTo>
                      <a:pt x="337757" y="265630"/>
                    </a:lnTo>
                    <a:lnTo>
                      <a:pt x="293717" y="265693"/>
                    </a:lnTo>
                    <a:lnTo>
                      <a:pt x="249678" y="265757"/>
                    </a:lnTo>
                    <a:lnTo>
                      <a:pt x="205634" y="265820"/>
                    </a:lnTo>
                    <a:lnTo>
                      <a:pt x="161594" y="265884"/>
                    </a:lnTo>
                    <a:lnTo>
                      <a:pt x="117555" y="265941"/>
                    </a:lnTo>
                    <a:lnTo>
                      <a:pt x="73516" y="266005"/>
                    </a:lnTo>
                    <a:lnTo>
                      <a:pt x="29476" y="266068"/>
                    </a:lnTo>
                    <a:lnTo>
                      <a:pt x="4831" y="266106"/>
                    </a:lnTo>
                    <a:lnTo>
                      <a:pt x="0" y="266113"/>
                    </a:lnTo>
                    <a:lnTo>
                      <a:pt x="15089" y="261204"/>
                    </a:lnTo>
                    <a:lnTo>
                      <a:pt x="46550" y="242127"/>
                    </a:lnTo>
                    <a:lnTo>
                      <a:pt x="69753" y="235218"/>
                    </a:lnTo>
                    <a:lnTo>
                      <a:pt x="99933" y="215182"/>
                    </a:lnTo>
                    <a:lnTo>
                      <a:pt x="121792" y="211328"/>
                    </a:lnTo>
                    <a:lnTo>
                      <a:pt x="125952" y="206921"/>
                    </a:lnTo>
                    <a:lnTo>
                      <a:pt x="129616" y="190302"/>
                    </a:lnTo>
                    <a:lnTo>
                      <a:pt x="131616" y="184377"/>
                    </a:lnTo>
                    <a:lnTo>
                      <a:pt x="141823" y="168056"/>
                    </a:lnTo>
                    <a:lnTo>
                      <a:pt x="154080" y="154289"/>
                    </a:lnTo>
                    <a:lnTo>
                      <a:pt x="163971" y="135250"/>
                    </a:lnTo>
                    <a:lnTo>
                      <a:pt x="181924" y="123083"/>
                    </a:lnTo>
                    <a:lnTo>
                      <a:pt x="209070" y="112909"/>
                    </a:lnTo>
                    <a:lnTo>
                      <a:pt x="234180" y="90689"/>
                    </a:lnTo>
                    <a:lnTo>
                      <a:pt x="247942" y="83914"/>
                    </a:lnTo>
                    <a:lnTo>
                      <a:pt x="261280" y="79062"/>
                    </a:lnTo>
                    <a:lnTo>
                      <a:pt x="266881" y="70032"/>
                    </a:lnTo>
                    <a:lnTo>
                      <a:pt x="275129" y="64869"/>
                    </a:lnTo>
                    <a:lnTo>
                      <a:pt x="297180" y="54372"/>
                    </a:lnTo>
                    <a:lnTo>
                      <a:pt x="321484" y="51533"/>
                    </a:lnTo>
                    <a:lnTo>
                      <a:pt x="346046" y="42820"/>
                    </a:lnTo>
                    <a:lnTo>
                      <a:pt x="364887" y="38203"/>
                    </a:lnTo>
                    <a:lnTo>
                      <a:pt x="376442" y="30030"/>
                    </a:lnTo>
                    <a:lnTo>
                      <a:pt x="393243" y="25725"/>
                    </a:lnTo>
                    <a:lnTo>
                      <a:pt x="443385" y="2273"/>
                    </a:lnTo>
                    <a:lnTo>
                      <a:pt x="446265" y="0"/>
                    </a:lnTo>
                    <a:lnTo>
                      <a:pt x="534180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g3910">
                <a:extLst>
                  <a:ext uri="{FF2B5EF4-FFF2-40B4-BE49-F238E27FC236}">
                    <a16:creationId xmlns:a16="http://schemas.microsoft.com/office/drawing/2014/main" id="{F83D98FD-6EA2-6552-7622-614D21B8D8CF}"/>
                  </a:ext>
                </a:extLst>
              </p:cNvPr>
              <p:cNvSpPr/>
              <p:nvPr/>
            </p:nvSpPr>
            <p:spPr>
              <a:xfrm>
                <a:off x="6188919" y="2797057"/>
                <a:ext cx="126268" cy="202407"/>
              </a:xfrm>
              <a:custGeom>
                <a:avLst/>
                <a:gdLst/>
                <a:ahLst/>
                <a:cxnLst/>
                <a:rect l="0" t="0" r="0" b="0"/>
                <a:pathLst>
                  <a:path w="126268" h="202407">
                    <a:moveTo>
                      <a:pt x="117079" y="175208"/>
                    </a:moveTo>
                    <a:lnTo>
                      <a:pt x="108057" y="174662"/>
                    </a:lnTo>
                    <a:lnTo>
                      <a:pt x="101406" y="175266"/>
                    </a:lnTo>
                    <a:lnTo>
                      <a:pt x="91386" y="182892"/>
                    </a:lnTo>
                    <a:lnTo>
                      <a:pt x="89830" y="198305"/>
                    </a:lnTo>
                    <a:lnTo>
                      <a:pt x="85406" y="196266"/>
                    </a:lnTo>
                    <a:lnTo>
                      <a:pt x="80916" y="196768"/>
                    </a:lnTo>
                    <a:lnTo>
                      <a:pt x="78595" y="201607"/>
                    </a:lnTo>
                    <a:lnTo>
                      <a:pt x="75288" y="202407"/>
                    </a:lnTo>
                    <a:lnTo>
                      <a:pt x="66529" y="197829"/>
                    </a:lnTo>
                    <a:lnTo>
                      <a:pt x="56214" y="200331"/>
                    </a:lnTo>
                    <a:lnTo>
                      <a:pt x="48147" y="196857"/>
                    </a:lnTo>
                    <a:lnTo>
                      <a:pt x="37863" y="174275"/>
                    </a:lnTo>
                    <a:lnTo>
                      <a:pt x="32401" y="166362"/>
                    </a:lnTo>
                    <a:lnTo>
                      <a:pt x="22717" y="163810"/>
                    </a:lnTo>
                    <a:lnTo>
                      <a:pt x="20205" y="168585"/>
                    </a:lnTo>
                    <a:lnTo>
                      <a:pt x="16448" y="173259"/>
                    </a:lnTo>
                    <a:lnTo>
                      <a:pt x="7126" y="163943"/>
                    </a:lnTo>
                    <a:lnTo>
                      <a:pt x="56" y="129365"/>
                    </a:lnTo>
                    <a:lnTo>
                      <a:pt x="0" y="121021"/>
                    </a:lnTo>
                    <a:lnTo>
                      <a:pt x="9896" y="91936"/>
                    </a:lnTo>
                    <a:lnTo>
                      <a:pt x="34401" y="65753"/>
                    </a:lnTo>
                    <a:lnTo>
                      <a:pt x="26577" y="64877"/>
                    </a:lnTo>
                    <a:lnTo>
                      <a:pt x="4940" y="83033"/>
                    </a:lnTo>
                    <a:lnTo>
                      <a:pt x="7172" y="78638"/>
                    </a:lnTo>
                    <a:lnTo>
                      <a:pt x="10841" y="74059"/>
                    </a:lnTo>
                    <a:lnTo>
                      <a:pt x="18138" y="66674"/>
                    </a:lnTo>
                    <a:lnTo>
                      <a:pt x="29213" y="59733"/>
                    </a:lnTo>
                    <a:lnTo>
                      <a:pt x="43961" y="55688"/>
                    </a:lnTo>
                    <a:lnTo>
                      <a:pt x="54106" y="55072"/>
                    </a:lnTo>
                    <a:lnTo>
                      <a:pt x="61098" y="51236"/>
                    </a:lnTo>
                    <a:lnTo>
                      <a:pt x="71231" y="44441"/>
                    </a:lnTo>
                    <a:lnTo>
                      <a:pt x="73112" y="40834"/>
                    </a:lnTo>
                    <a:lnTo>
                      <a:pt x="64126" y="44981"/>
                    </a:lnTo>
                    <a:lnTo>
                      <a:pt x="49196" y="49064"/>
                    </a:lnTo>
                    <a:lnTo>
                      <a:pt x="53026" y="43711"/>
                    </a:lnTo>
                    <a:lnTo>
                      <a:pt x="56762" y="40847"/>
                    </a:lnTo>
                    <a:lnTo>
                      <a:pt x="126268" y="0"/>
                    </a:lnTo>
                    <a:lnTo>
                      <a:pt x="126268" y="16813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g3911">
                <a:extLst>
                  <a:ext uri="{FF2B5EF4-FFF2-40B4-BE49-F238E27FC236}">
                    <a16:creationId xmlns:a16="http://schemas.microsoft.com/office/drawing/2014/main" id="{E2B91C76-2818-3422-BD9B-C4899BFF698A}"/>
                  </a:ext>
                </a:extLst>
              </p:cNvPr>
              <p:cNvSpPr/>
              <p:nvPr/>
            </p:nvSpPr>
            <p:spPr>
              <a:xfrm>
                <a:off x="6175048" y="2885799"/>
                <a:ext cx="12040" cy="17520"/>
              </a:xfrm>
              <a:custGeom>
                <a:avLst/>
                <a:gdLst/>
                <a:ahLst/>
                <a:cxnLst/>
                <a:rect l="0" t="0" r="0" b="0"/>
                <a:pathLst>
                  <a:path w="12040" h="17520">
                    <a:moveTo>
                      <a:pt x="0" y="17520"/>
                    </a:moveTo>
                    <a:lnTo>
                      <a:pt x="1291" y="13062"/>
                    </a:lnTo>
                    <a:lnTo>
                      <a:pt x="7792" y="1695"/>
                    </a:lnTo>
                    <a:lnTo>
                      <a:pt x="12040" y="0"/>
                    </a:lnTo>
                    <a:lnTo>
                      <a:pt x="5327" y="1297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g3912">
                <a:extLst>
                  <a:ext uri="{FF2B5EF4-FFF2-40B4-BE49-F238E27FC236}">
                    <a16:creationId xmlns:a16="http://schemas.microsoft.com/office/drawing/2014/main" id="{96E22FC0-C98A-FE9D-A3CD-386ED0062AD7}"/>
                  </a:ext>
                </a:extLst>
              </p:cNvPr>
              <p:cNvSpPr/>
              <p:nvPr/>
            </p:nvSpPr>
            <p:spPr>
              <a:xfrm>
                <a:off x="6114410" y="2832043"/>
                <a:ext cx="16050" cy="22950"/>
              </a:xfrm>
              <a:custGeom>
                <a:avLst/>
                <a:gdLst/>
                <a:ahLst/>
                <a:cxnLst/>
                <a:rect l="0" t="0" r="0" b="0"/>
                <a:pathLst>
                  <a:path w="16050" h="22950">
                    <a:moveTo>
                      <a:pt x="0" y="22950"/>
                    </a:moveTo>
                    <a:lnTo>
                      <a:pt x="5539" y="5391"/>
                    </a:lnTo>
                    <a:lnTo>
                      <a:pt x="10046" y="0"/>
                    </a:lnTo>
                    <a:lnTo>
                      <a:pt x="16050" y="1816"/>
                    </a:lnTo>
                    <a:lnTo>
                      <a:pt x="15208" y="12427"/>
                    </a:lnTo>
                    <a:lnTo>
                      <a:pt x="14242" y="1607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g3913">
                <a:extLst>
                  <a:ext uri="{FF2B5EF4-FFF2-40B4-BE49-F238E27FC236}">
                    <a16:creationId xmlns:a16="http://schemas.microsoft.com/office/drawing/2014/main" id="{A58D8AC2-38F8-A812-D6DE-C8D98EB21057}"/>
                  </a:ext>
                </a:extLst>
              </p:cNvPr>
              <p:cNvSpPr/>
              <p:nvPr/>
            </p:nvSpPr>
            <p:spPr>
              <a:xfrm>
                <a:off x="5366847" y="2715076"/>
                <a:ext cx="51274" cy="34247"/>
              </a:xfrm>
              <a:custGeom>
                <a:avLst/>
                <a:gdLst/>
                <a:ahLst/>
                <a:cxnLst/>
                <a:rect l="0" t="0" r="0" b="0"/>
                <a:pathLst>
                  <a:path w="51274" h="34247">
                    <a:moveTo>
                      <a:pt x="33548" y="33244"/>
                    </a:moveTo>
                    <a:lnTo>
                      <a:pt x="19601" y="30837"/>
                    </a:lnTo>
                    <a:lnTo>
                      <a:pt x="4268" y="34177"/>
                    </a:lnTo>
                    <a:lnTo>
                      <a:pt x="0" y="34247"/>
                    </a:lnTo>
                    <a:lnTo>
                      <a:pt x="11389" y="24582"/>
                    </a:lnTo>
                    <a:lnTo>
                      <a:pt x="28903" y="18638"/>
                    </a:lnTo>
                    <a:lnTo>
                      <a:pt x="46364" y="463"/>
                    </a:lnTo>
                    <a:lnTo>
                      <a:pt x="51274" y="0"/>
                    </a:lnTo>
                    <a:lnTo>
                      <a:pt x="44628" y="20587"/>
                    </a:lnTo>
                    <a:lnTo>
                      <a:pt x="43274" y="27948"/>
                    </a:lnTo>
                    <a:lnTo>
                      <a:pt x="41703" y="3064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g3914">
                <a:extLst>
                  <a:ext uri="{FF2B5EF4-FFF2-40B4-BE49-F238E27FC236}">
                    <a16:creationId xmlns:a16="http://schemas.microsoft.com/office/drawing/2014/main" id="{41AA62A7-E6EA-4040-FB98-EBE8360A93D1}"/>
                  </a:ext>
                </a:extLst>
              </p:cNvPr>
              <p:cNvSpPr/>
              <p:nvPr/>
            </p:nvSpPr>
            <p:spPr>
              <a:xfrm>
                <a:off x="5377730" y="2716409"/>
                <a:ext cx="30200" cy="16853"/>
              </a:xfrm>
              <a:custGeom>
                <a:avLst/>
                <a:gdLst/>
                <a:ahLst/>
                <a:cxnLst/>
                <a:rect l="0" t="0" r="0" b="0"/>
                <a:pathLst>
                  <a:path w="30200" h="16853">
                    <a:moveTo>
                      <a:pt x="4423" y="16853"/>
                    </a:moveTo>
                    <a:lnTo>
                      <a:pt x="0" y="15723"/>
                    </a:lnTo>
                    <a:lnTo>
                      <a:pt x="14082" y="2946"/>
                    </a:lnTo>
                    <a:lnTo>
                      <a:pt x="30200" y="0"/>
                    </a:lnTo>
                    <a:lnTo>
                      <a:pt x="17187" y="1417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g3915">
                <a:extLst>
                  <a:ext uri="{FF2B5EF4-FFF2-40B4-BE49-F238E27FC236}">
                    <a16:creationId xmlns:a16="http://schemas.microsoft.com/office/drawing/2014/main" id="{1B47BAB4-C5A8-30BE-8F78-3C6327837F5A}"/>
                  </a:ext>
                </a:extLst>
              </p:cNvPr>
              <p:cNvSpPr/>
              <p:nvPr/>
            </p:nvSpPr>
            <p:spPr>
              <a:xfrm>
                <a:off x="5667831" y="2547127"/>
                <a:ext cx="30784" cy="17069"/>
              </a:xfrm>
              <a:custGeom>
                <a:avLst/>
                <a:gdLst/>
                <a:ahLst/>
                <a:cxnLst/>
                <a:rect l="0" t="0" r="0" b="0"/>
                <a:pathLst>
                  <a:path w="30784" h="17069">
                    <a:moveTo>
                      <a:pt x="0" y="17069"/>
                    </a:moveTo>
                    <a:lnTo>
                      <a:pt x="2294" y="12554"/>
                    </a:lnTo>
                    <a:lnTo>
                      <a:pt x="15430" y="4508"/>
                    </a:lnTo>
                    <a:lnTo>
                      <a:pt x="25084" y="0"/>
                    </a:lnTo>
                    <a:lnTo>
                      <a:pt x="30784" y="95"/>
                    </a:lnTo>
                    <a:lnTo>
                      <a:pt x="21502" y="9957"/>
                    </a:lnTo>
                    <a:lnTo>
                      <a:pt x="9622" y="1601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g3916">
                <a:extLst>
                  <a:ext uri="{FF2B5EF4-FFF2-40B4-BE49-F238E27FC236}">
                    <a16:creationId xmlns:a16="http://schemas.microsoft.com/office/drawing/2014/main" id="{F2951F04-8D66-2143-D3C8-4E4741CBC003}"/>
                  </a:ext>
                </a:extLst>
              </p:cNvPr>
              <p:cNvSpPr/>
              <p:nvPr/>
            </p:nvSpPr>
            <p:spPr>
              <a:xfrm>
                <a:off x="4939342" y="5500509"/>
                <a:ext cx="49258" cy="37397"/>
              </a:xfrm>
              <a:custGeom>
                <a:avLst/>
                <a:gdLst/>
                <a:ahLst/>
                <a:cxnLst/>
                <a:rect l="0" t="0" r="0" b="0"/>
                <a:pathLst>
                  <a:path w="49258" h="37397">
                    <a:moveTo>
                      <a:pt x="36380" y="7931"/>
                    </a:moveTo>
                    <a:lnTo>
                      <a:pt x="25890" y="16136"/>
                    </a:lnTo>
                    <a:lnTo>
                      <a:pt x="33512" y="21991"/>
                    </a:lnTo>
                    <a:lnTo>
                      <a:pt x="40695" y="9258"/>
                    </a:lnTo>
                    <a:lnTo>
                      <a:pt x="46395" y="19603"/>
                    </a:lnTo>
                    <a:lnTo>
                      <a:pt x="49258" y="37397"/>
                    </a:lnTo>
                    <a:lnTo>
                      <a:pt x="16879" y="37397"/>
                    </a:lnTo>
                    <a:lnTo>
                      <a:pt x="15627" y="32145"/>
                    </a:lnTo>
                    <a:lnTo>
                      <a:pt x="9084" y="25573"/>
                    </a:lnTo>
                    <a:lnTo>
                      <a:pt x="0" y="8807"/>
                    </a:lnTo>
                    <a:lnTo>
                      <a:pt x="5276" y="4483"/>
                    </a:lnTo>
                    <a:lnTo>
                      <a:pt x="12309" y="5924"/>
                    </a:lnTo>
                    <a:lnTo>
                      <a:pt x="15911" y="3905"/>
                    </a:lnTo>
                    <a:lnTo>
                      <a:pt x="25662" y="2292"/>
                    </a:lnTo>
                    <a:lnTo>
                      <a:pt x="31585" y="0"/>
                    </a:lnTo>
                    <a:lnTo>
                      <a:pt x="36215" y="495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g3917">
                <a:extLst>
                  <a:ext uri="{FF2B5EF4-FFF2-40B4-BE49-F238E27FC236}">
                    <a16:creationId xmlns:a16="http://schemas.microsoft.com/office/drawing/2014/main" id="{605BFF5A-B450-798A-C67B-3048A2B85CB6}"/>
                  </a:ext>
                </a:extLst>
              </p:cNvPr>
              <p:cNvSpPr/>
              <p:nvPr/>
            </p:nvSpPr>
            <p:spPr>
              <a:xfrm>
                <a:off x="4945285" y="5155530"/>
                <a:ext cx="95830" cy="135860"/>
              </a:xfrm>
              <a:custGeom>
                <a:avLst/>
                <a:gdLst/>
                <a:ahLst/>
                <a:cxnLst/>
                <a:rect l="0" t="0" r="0" b="0"/>
                <a:pathLst>
                  <a:path w="95830" h="135860">
                    <a:moveTo>
                      <a:pt x="73800" y="135860"/>
                    </a:moveTo>
                    <a:lnTo>
                      <a:pt x="64612" y="122835"/>
                    </a:lnTo>
                    <a:lnTo>
                      <a:pt x="57211" y="119050"/>
                    </a:lnTo>
                    <a:lnTo>
                      <a:pt x="68772" y="109842"/>
                    </a:lnTo>
                    <a:lnTo>
                      <a:pt x="73764" y="101930"/>
                    </a:lnTo>
                    <a:lnTo>
                      <a:pt x="73660" y="84669"/>
                    </a:lnTo>
                    <a:lnTo>
                      <a:pt x="76482" y="75214"/>
                    </a:lnTo>
                    <a:lnTo>
                      <a:pt x="75526" y="67028"/>
                    </a:lnTo>
                    <a:lnTo>
                      <a:pt x="78073" y="58671"/>
                    </a:lnTo>
                    <a:lnTo>
                      <a:pt x="74627" y="49285"/>
                    </a:lnTo>
                    <a:lnTo>
                      <a:pt x="64963" y="41842"/>
                    </a:lnTo>
                    <a:lnTo>
                      <a:pt x="45842" y="12237"/>
                    </a:lnTo>
                    <a:lnTo>
                      <a:pt x="15637" y="5048"/>
                    </a:lnTo>
                    <a:lnTo>
                      <a:pt x="0" y="4750"/>
                    </a:lnTo>
                    <a:lnTo>
                      <a:pt x="8593" y="0"/>
                    </a:lnTo>
                    <a:lnTo>
                      <a:pt x="16531" y="577"/>
                    </a:lnTo>
                    <a:lnTo>
                      <a:pt x="28748" y="3403"/>
                    </a:lnTo>
                    <a:lnTo>
                      <a:pt x="43377" y="4769"/>
                    </a:lnTo>
                    <a:lnTo>
                      <a:pt x="52318" y="13481"/>
                    </a:lnTo>
                    <a:lnTo>
                      <a:pt x="60855" y="25033"/>
                    </a:lnTo>
                    <a:lnTo>
                      <a:pt x="68565" y="29707"/>
                    </a:lnTo>
                    <a:lnTo>
                      <a:pt x="71738" y="32679"/>
                    </a:lnTo>
                    <a:lnTo>
                      <a:pt x="71381" y="36032"/>
                    </a:lnTo>
                    <a:lnTo>
                      <a:pt x="72663" y="39181"/>
                    </a:lnTo>
                    <a:lnTo>
                      <a:pt x="82724" y="44586"/>
                    </a:lnTo>
                    <a:lnTo>
                      <a:pt x="92858" y="53311"/>
                    </a:lnTo>
                    <a:lnTo>
                      <a:pt x="95830" y="78897"/>
                    </a:lnTo>
                    <a:lnTo>
                      <a:pt x="82177" y="91007"/>
                    </a:lnTo>
                    <a:lnTo>
                      <a:pt x="79665" y="128055"/>
                    </a:lnTo>
                    <a:lnTo>
                      <a:pt x="76001" y="13472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g3918">
                <a:extLst>
                  <a:ext uri="{FF2B5EF4-FFF2-40B4-BE49-F238E27FC236}">
                    <a16:creationId xmlns:a16="http://schemas.microsoft.com/office/drawing/2014/main" id="{6B511D30-D7C8-92DF-8DDC-C781BE67687D}"/>
                  </a:ext>
                </a:extLst>
              </p:cNvPr>
              <p:cNvSpPr/>
              <p:nvPr/>
            </p:nvSpPr>
            <p:spPr>
              <a:xfrm>
                <a:off x="4893261" y="5381534"/>
                <a:ext cx="74105" cy="118987"/>
              </a:xfrm>
              <a:custGeom>
                <a:avLst/>
                <a:gdLst/>
                <a:ahLst/>
                <a:cxnLst/>
                <a:rect l="0" t="0" r="0" b="0"/>
                <a:pathLst>
                  <a:path w="74105" h="118987">
                    <a:moveTo>
                      <a:pt x="72947" y="80116"/>
                    </a:moveTo>
                    <a:lnTo>
                      <a:pt x="74105" y="91896"/>
                    </a:lnTo>
                    <a:lnTo>
                      <a:pt x="73035" y="96094"/>
                    </a:lnTo>
                    <a:lnTo>
                      <a:pt x="61583" y="103968"/>
                    </a:lnTo>
                    <a:lnTo>
                      <a:pt x="58643" y="108369"/>
                    </a:lnTo>
                    <a:lnTo>
                      <a:pt x="47847" y="112808"/>
                    </a:lnTo>
                    <a:lnTo>
                      <a:pt x="41315" y="118987"/>
                    </a:lnTo>
                    <a:lnTo>
                      <a:pt x="38044" y="108947"/>
                    </a:lnTo>
                    <a:lnTo>
                      <a:pt x="31703" y="102742"/>
                    </a:lnTo>
                    <a:lnTo>
                      <a:pt x="30639" y="92194"/>
                    </a:lnTo>
                    <a:lnTo>
                      <a:pt x="25792" y="95757"/>
                    </a:lnTo>
                    <a:lnTo>
                      <a:pt x="18805" y="93585"/>
                    </a:lnTo>
                    <a:lnTo>
                      <a:pt x="7281" y="85596"/>
                    </a:lnTo>
                    <a:lnTo>
                      <a:pt x="0" y="74750"/>
                    </a:lnTo>
                    <a:lnTo>
                      <a:pt x="10201" y="72870"/>
                    </a:lnTo>
                    <a:lnTo>
                      <a:pt x="12309" y="79608"/>
                    </a:lnTo>
                    <a:lnTo>
                      <a:pt x="20381" y="71340"/>
                    </a:lnTo>
                    <a:lnTo>
                      <a:pt x="18546" y="66983"/>
                    </a:lnTo>
                    <a:lnTo>
                      <a:pt x="17089" y="66425"/>
                    </a:lnTo>
                    <a:lnTo>
                      <a:pt x="14443" y="58321"/>
                    </a:lnTo>
                    <a:lnTo>
                      <a:pt x="26587" y="37098"/>
                    </a:lnTo>
                    <a:lnTo>
                      <a:pt x="29207" y="23407"/>
                    </a:lnTo>
                    <a:lnTo>
                      <a:pt x="23699" y="1441"/>
                    </a:lnTo>
                    <a:lnTo>
                      <a:pt x="28841" y="0"/>
                    </a:lnTo>
                    <a:lnTo>
                      <a:pt x="42545" y="7703"/>
                    </a:lnTo>
                    <a:lnTo>
                      <a:pt x="48685" y="15285"/>
                    </a:lnTo>
                    <a:lnTo>
                      <a:pt x="48886" y="25693"/>
                    </a:lnTo>
                    <a:lnTo>
                      <a:pt x="54648" y="33752"/>
                    </a:lnTo>
                    <a:lnTo>
                      <a:pt x="62989" y="53057"/>
                    </a:lnTo>
                    <a:lnTo>
                      <a:pt x="73180" y="6436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g3919">
                <a:extLst>
                  <a:ext uri="{FF2B5EF4-FFF2-40B4-BE49-F238E27FC236}">
                    <a16:creationId xmlns:a16="http://schemas.microsoft.com/office/drawing/2014/main" id="{2DBD7C12-6E87-76D8-AE97-49E65BE4CA47}"/>
                  </a:ext>
                </a:extLst>
              </p:cNvPr>
              <p:cNvSpPr/>
              <p:nvPr/>
            </p:nvSpPr>
            <p:spPr>
              <a:xfrm>
                <a:off x="4835016" y="5174016"/>
                <a:ext cx="112522" cy="38661"/>
              </a:xfrm>
              <a:custGeom>
                <a:avLst/>
                <a:gdLst/>
                <a:ahLst/>
                <a:cxnLst/>
                <a:rect l="0" t="0" r="0" b="0"/>
                <a:pathLst>
                  <a:path w="112522" h="38661">
                    <a:moveTo>
                      <a:pt x="64973" y="13005"/>
                    </a:moveTo>
                    <a:lnTo>
                      <a:pt x="71841" y="12453"/>
                    </a:lnTo>
                    <a:lnTo>
                      <a:pt x="75960" y="9792"/>
                    </a:lnTo>
                    <a:lnTo>
                      <a:pt x="94931" y="10878"/>
                    </a:lnTo>
                    <a:lnTo>
                      <a:pt x="110248" y="6985"/>
                    </a:lnTo>
                    <a:lnTo>
                      <a:pt x="112522" y="13894"/>
                    </a:lnTo>
                    <a:lnTo>
                      <a:pt x="112134" y="17501"/>
                    </a:lnTo>
                    <a:lnTo>
                      <a:pt x="79562" y="20886"/>
                    </a:lnTo>
                    <a:lnTo>
                      <a:pt x="49682" y="31028"/>
                    </a:lnTo>
                    <a:lnTo>
                      <a:pt x="33305" y="37899"/>
                    </a:lnTo>
                    <a:lnTo>
                      <a:pt x="25611" y="38661"/>
                    </a:lnTo>
                    <a:lnTo>
                      <a:pt x="19730" y="35047"/>
                    </a:lnTo>
                    <a:lnTo>
                      <a:pt x="0" y="14104"/>
                    </a:lnTo>
                    <a:lnTo>
                      <a:pt x="5276" y="16193"/>
                    </a:lnTo>
                    <a:lnTo>
                      <a:pt x="19854" y="28030"/>
                    </a:lnTo>
                    <a:lnTo>
                      <a:pt x="28908" y="25871"/>
                    </a:lnTo>
                    <a:lnTo>
                      <a:pt x="37295" y="18047"/>
                    </a:lnTo>
                    <a:lnTo>
                      <a:pt x="38577" y="12135"/>
                    </a:lnTo>
                    <a:lnTo>
                      <a:pt x="37326" y="9335"/>
                    </a:lnTo>
                    <a:lnTo>
                      <a:pt x="41119" y="0"/>
                    </a:lnTo>
                    <a:lnTo>
                      <a:pt x="52152" y="896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g3920">
                <a:extLst>
                  <a:ext uri="{FF2B5EF4-FFF2-40B4-BE49-F238E27FC236}">
                    <a16:creationId xmlns:a16="http://schemas.microsoft.com/office/drawing/2014/main" id="{AEF740F3-32C6-C4A5-1407-326F259B1321}"/>
                  </a:ext>
                </a:extLst>
              </p:cNvPr>
              <p:cNvSpPr/>
              <p:nvPr/>
            </p:nvSpPr>
            <p:spPr>
              <a:xfrm>
                <a:off x="4985696" y="5397055"/>
                <a:ext cx="30985" cy="11691"/>
              </a:xfrm>
              <a:custGeom>
                <a:avLst/>
                <a:gdLst/>
                <a:ahLst/>
                <a:cxnLst/>
                <a:rect l="0" t="0" r="0" b="0"/>
                <a:pathLst>
                  <a:path w="30985" h="11691">
                    <a:moveTo>
                      <a:pt x="10733" y="11691"/>
                    </a:moveTo>
                    <a:lnTo>
                      <a:pt x="2191" y="9030"/>
                    </a:lnTo>
                    <a:lnTo>
                      <a:pt x="0" y="6890"/>
                    </a:lnTo>
                    <a:lnTo>
                      <a:pt x="3658" y="3295"/>
                    </a:lnTo>
                    <a:lnTo>
                      <a:pt x="11710" y="298"/>
                    </a:lnTo>
                    <a:lnTo>
                      <a:pt x="24639" y="0"/>
                    </a:lnTo>
                    <a:lnTo>
                      <a:pt x="30303" y="3543"/>
                    </a:lnTo>
                    <a:lnTo>
                      <a:pt x="30985" y="5093"/>
                    </a:lnTo>
                    <a:lnTo>
                      <a:pt x="22686" y="899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g3921">
                <a:extLst>
                  <a:ext uri="{FF2B5EF4-FFF2-40B4-BE49-F238E27FC236}">
                    <a16:creationId xmlns:a16="http://schemas.microsoft.com/office/drawing/2014/main" id="{AB70620F-DC13-F48E-1B4A-96B6D13A1E69}"/>
                  </a:ext>
                </a:extLst>
              </p:cNvPr>
              <p:cNvSpPr/>
              <p:nvPr/>
            </p:nvSpPr>
            <p:spPr>
              <a:xfrm>
                <a:off x="5304944" y="5521433"/>
                <a:ext cx="12277" cy="16472"/>
              </a:xfrm>
              <a:custGeom>
                <a:avLst/>
                <a:gdLst/>
                <a:ahLst/>
                <a:cxnLst/>
                <a:rect l="0" t="0" r="0" b="0"/>
                <a:pathLst>
                  <a:path w="12277" h="16472">
                    <a:moveTo>
                      <a:pt x="7008" y="16472"/>
                    </a:moveTo>
                    <a:lnTo>
                      <a:pt x="0" y="16472"/>
                    </a:lnTo>
                    <a:lnTo>
                      <a:pt x="1962" y="2806"/>
                    </a:lnTo>
                    <a:lnTo>
                      <a:pt x="7771" y="0"/>
                    </a:lnTo>
                    <a:lnTo>
                      <a:pt x="10050" y="152"/>
                    </a:lnTo>
                    <a:lnTo>
                      <a:pt x="12277" y="762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g3922">
                <a:extLst>
                  <a:ext uri="{FF2B5EF4-FFF2-40B4-BE49-F238E27FC236}">
                    <a16:creationId xmlns:a16="http://schemas.microsoft.com/office/drawing/2014/main" id="{DABA07BA-7846-AB39-B8B4-D73730F51FDD}"/>
                  </a:ext>
                </a:extLst>
              </p:cNvPr>
              <p:cNvSpPr/>
              <p:nvPr/>
            </p:nvSpPr>
            <p:spPr>
              <a:xfrm>
                <a:off x="5068380" y="5334383"/>
                <a:ext cx="70456" cy="119063"/>
              </a:xfrm>
              <a:custGeom>
                <a:avLst/>
                <a:gdLst/>
                <a:ahLst/>
                <a:cxnLst/>
                <a:rect l="0" t="0" r="0" b="0"/>
                <a:pathLst>
                  <a:path w="70456" h="119063">
                    <a:moveTo>
                      <a:pt x="31373" y="24747"/>
                    </a:moveTo>
                    <a:lnTo>
                      <a:pt x="46235" y="30285"/>
                    </a:lnTo>
                    <a:lnTo>
                      <a:pt x="62302" y="48650"/>
                    </a:lnTo>
                    <a:lnTo>
                      <a:pt x="69221" y="55191"/>
                    </a:lnTo>
                    <a:lnTo>
                      <a:pt x="70456" y="61147"/>
                    </a:lnTo>
                    <a:lnTo>
                      <a:pt x="67748" y="88340"/>
                    </a:lnTo>
                    <a:lnTo>
                      <a:pt x="64136" y="104711"/>
                    </a:lnTo>
                    <a:lnTo>
                      <a:pt x="64679" y="119063"/>
                    </a:lnTo>
                    <a:lnTo>
                      <a:pt x="60906" y="114815"/>
                    </a:lnTo>
                    <a:lnTo>
                      <a:pt x="57093" y="105416"/>
                    </a:lnTo>
                    <a:lnTo>
                      <a:pt x="50840" y="100012"/>
                    </a:lnTo>
                    <a:lnTo>
                      <a:pt x="48757" y="97180"/>
                    </a:lnTo>
                    <a:lnTo>
                      <a:pt x="59997" y="96557"/>
                    </a:lnTo>
                    <a:lnTo>
                      <a:pt x="60994" y="81761"/>
                    </a:lnTo>
                    <a:lnTo>
                      <a:pt x="66477" y="70089"/>
                    </a:lnTo>
                    <a:lnTo>
                      <a:pt x="65645" y="57947"/>
                    </a:lnTo>
                    <a:lnTo>
                      <a:pt x="52529" y="44579"/>
                    </a:lnTo>
                    <a:lnTo>
                      <a:pt x="43538" y="32812"/>
                    </a:lnTo>
                    <a:lnTo>
                      <a:pt x="29714" y="29046"/>
                    </a:lnTo>
                    <a:lnTo>
                      <a:pt x="16929" y="17330"/>
                    </a:lnTo>
                    <a:lnTo>
                      <a:pt x="9301" y="15888"/>
                    </a:lnTo>
                    <a:lnTo>
                      <a:pt x="0" y="17952"/>
                    </a:lnTo>
                    <a:lnTo>
                      <a:pt x="3359" y="10967"/>
                    </a:lnTo>
                    <a:lnTo>
                      <a:pt x="5684" y="1727"/>
                    </a:lnTo>
                    <a:lnTo>
                      <a:pt x="7389" y="0"/>
                    </a:lnTo>
                    <a:lnTo>
                      <a:pt x="13952" y="100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g3923">
                <a:extLst>
                  <a:ext uri="{FF2B5EF4-FFF2-40B4-BE49-F238E27FC236}">
                    <a16:creationId xmlns:a16="http://schemas.microsoft.com/office/drawing/2014/main" id="{98EA5B6A-82D2-4ADA-54BE-857EB5B9D480}"/>
                  </a:ext>
                </a:extLst>
              </p:cNvPr>
              <p:cNvSpPr/>
              <p:nvPr/>
            </p:nvSpPr>
            <p:spPr>
              <a:xfrm>
                <a:off x="5178096" y="5447191"/>
                <a:ext cx="46804" cy="72629"/>
              </a:xfrm>
              <a:custGeom>
                <a:avLst/>
                <a:gdLst/>
                <a:ahLst/>
                <a:cxnLst/>
                <a:rect l="0" t="0" r="0" b="0"/>
                <a:pathLst>
                  <a:path w="46804" h="72629">
                    <a:moveTo>
                      <a:pt x="46804" y="71314"/>
                    </a:moveTo>
                    <a:lnTo>
                      <a:pt x="39713" y="69974"/>
                    </a:lnTo>
                    <a:lnTo>
                      <a:pt x="29249" y="72559"/>
                    </a:lnTo>
                    <a:lnTo>
                      <a:pt x="25482" y="72629"/>
                    </a:lnTo>
                    <a:lnTo>
                      <a:pt x="27828" y="68101"/>
                    </a:lnTo>
                    <a:lnTo>
                      <a:pt x="35094" y="61979"/>
                    </a:lnTo>
                    <a:lnTo>
                      <a:pt x="35460" y="56150"/>
                    </a:lnTo>
                    <a:lnTo>
                      <a:pt x="26469" y="47742"/>
                    </a:lnTo>
                    <a:lnTo>
                      <a:pt x="16004" y="26824"/>
                    </a:lnTo>
                    <a:lnTo>
                      <a:pt x="11105" y="21864"/>
                    </a:lnTo>
                    <a:lnTo>
                      <a:pt x="8779" y="14002"/>
                    </a:lnTo>
                    <a:lnTo>
                      <a:pt x="0" y="5569"/>
                    </a:lnTo>
                    <a:lnTo>
                      <a:pt x="1834" y="1060"/>
                    </a:lnTo>
                    <a:lnTo>
                      <a:pt x="3638" y="0"/>
                    </a:lnTo>
                    <a:lnTo>
                      <a:pt x="9575" y="2165"/>
                    </a:lnTo>
                    <a:lnTo>
                      <a:pt x="23022" y="32253"/>
                    </a:lnTo>
                    <a:lnTo>
                      <a:pt x="23900" y="35136"/>
                    </a:lnTo>
                    <a:lnTo>
                      <a:pt x="46101" y="6470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t3924">
                <a:extLst>
                  <a:ext uri="{FF2B5EF4-FFF2-40B4-BE49-F238E27FC236}">
                    <a16:creationId xmlns:a16="http://schemas.microsoft.com/office/drawing/2014/main" id="{962297B2-4B4D-0A83-2B4D-AB45C979F57F}"/>
                  </a:ext>
                </a:extLst>
              </p:cNvPr>
              <p:cNvSpPr/>
              <p:nvPr/>
            </p:nvSpPr>
            <p:spPr>
              <a:xfrm>
                <a:off x="5411954" y="3276309"/>
                <a:ext cx="63202" cy="63202"/>
              </a:xfrm>
              <a:prstGeom prst="ellipse">
                <a:avLst/>
              </a:prstGeom>
              <a:solidFill>
                <a:srgbClr val="54BBA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t3925">
                <a:extLst>
                  <a:ext uri="{FF2B5EF4-FFF2-40B4-BE49-F238E27FC236}">
                    <a16:creationId xmlns:a16="http://schemas.microsoft.com/office/drawing/2014/main" id="{95CBAC3C-108C-935E-D7EA-AC82B7AB4FDB}"/>
                  </a:ext>
                </a:extLst>
              </p:cNvPr>
              <p:cNvSpPr/>
              <p:nvPr/>
            </p:nvSpPr>
            <p:spPr>
              <a:xfrm>
                <a:off x="3286560" y="4746129"/>
                <a:ext cx="63202" cy="63202"/>
              </a:xfrm>
              <a:prstGeom prst="ellipse">
                <a:avLst/>
              </a:prstGeom>
              <a:solidFill>
                <a:srgbClr val="8BDABD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t3926">
                <a:extLst>
                  <a:ext uri="{FF2B5EF4-FFF2-40B4-BE49-F238E27FC236}">
                    <a16:creationId xmlns:a16="http://schemas.microsoft.com/office/drawing/2014/main" id="{1362D25C-C6E1-2747-29A9-ADA4E3E4F8F3}"/>
                  </a:ext>
                </a:extLst>
              </p:cNvPr>
              <p:cNvSpPr/>
              <p:nvPr/>
            </p:nvSpPr>
            <p:spPr>
              <a:xfrm>
                <a:off x="5154968" y="3735383"/>
                <a:ext cx="63202" cy="63202"/>
              </a:xfrm>
              <a:prstGeom prst="ellipse">
                <a:avLst/>
              </a:prstGeom>
              <a:solidFill>
                <a:srgbClr val="B5E8D1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t3927">
                <a:extLst>
                  <a:ext uri="{FF2B5EF4-FFF2-40B4-BE49-F238E27FC236}">
                    <a16:creationId xmlns:a16="http://schemas.microsoft.com/office/drawing/2014/main" id="{44F1A880-1F23-F69C-7FC4-0F5E3FD3AC62}"/>
                  </a:ext>
                </a:extLst>
              </p:cNvPr>
              <p:cNvSpPr/>
              <p:nvPr/>
            </p:nvSpPr>
            <p:spPr>
              <a:xfrm>
                <a:off x="3815690" y="4677487"/>
                <a:ext cx="63202" cy="63202"/>
              </a:xfrm>
              <a:prstGeom prst="ellipse">
                <a:avLst/>
              </a:prstGeom>
              <a:solidFill>
                <a:srgbClr val="8CDBBD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t3928">
                <a:extLst>
                  <a:ext uri="{FF2B5EF4-FFF2-40B4-BE49-F238E27FC236}">
                    <a16:creationId xmlns:a16="http://schemas.microsoft.com/office/drawing/2014/main" id="{06A8F2F5-352A-DA1D-F7F5-8F09B5120C70}"/>
                  </a:ext>
                </a:extLst>
              </p:cNvPr>
              <p:cNvSpPr/>
              <p:nvPr/>
            </p:nvSpPr>
            <p:spPr>
              <a:xfrm>
                <a:off x="5234441" y="3545894"/>
                <a:ext cx="63202" cy="63202"/>
              </a:xfrm>
              <a:prstGeom prst="ellipse">
                <a:avLst/>
              </a:prstGeom>
              <a:solidFill>
                <a:srgbClr val="C7EDD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t3929">
                <a:extLst>
                  <a:ext uri="{FF2B5EF4-FFF2-40B4-BE49-F238E27FC236}">
                    <a16:creationId xmlns:a16="http://schemas.microsoft.com/office/drawing/2014/main" id="{E4F7E767-1D4E-CF5D-AF94-EB17E1B2CEA8}"/>
                  </a:ext>
                </a:extLst>
              </p:cNvPr>
              <p:cNvSpPr/>
              <p:nvPr/>
            </p:nvSpPr>
            <p:spPr>
              <a:xfrm>
                <a:off x="3635685" y="4800931"/>
                <a:ext cx="63202" cy="63202"/>
              </a:xfrm>
              <a:prstGeom prst="ellipse">
                <a:avLst/>
              </a:prstGeom>
              <a:solidFill>
                <a:srgbClr val="89DAB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t3930">
                <a:extLst>
                  <a:ext uri="{FF2B5EF4-FFF2-40B4-BE49-F238E27FC236}">
                    <a16:creationId xmlns:a16="http://schemas.microsoft.com/office/drawing/2014/main" id="{DF84BD5B-09E5-06ED-9F81-DB3CD118E293}"/>
                  </a:ext>
                </a:extLst>
              </p:cNvPr>
              <p:cNvSpPr/>
              <p:nvPr/>
            </p:nvSpPr>
            <p:spPr>
              <a:xfrm>
                <a:off x="5602232" y="3222656"/>
                <a:ext cx="63202" cy="63202"/>
              </a:xfrm>
              <a:prstGeom prst="ellipse">
                <a:avLst/>
              </a:prstGeom>
              <a:solidFill>
                <a:srgbClr val="60CEA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t3931">
                <a:extLst>
                  <a:ext uri="{FF2B5EF4-FFF2-40B4-BE49-F238E27FC236}">
                    <a16:creationId xmlns:a16="http://schemas.microsoft.com/office/drawing/2014/main" id="{DFDFEACE-1057-0246-1062-6F6AAB493E72}"/>
                  </a:ext>
                </a:extLst>
              </p:cNvPr>
              <p:cNvSpPr/>
              <p:nvPr/>
            </p:nvSpPr>
            <p:spPr>
              <a:xfrm>
                <a:off x="4189184" y="4765547"/>
                <a:ext cx="63202" cy="63202"/>
              </a:xfrm>
              <a:prstGeom prst="ellipse">
                <a:avLst/>
              </a:prstGeom>
              <a:solidFill>
                <a:srgbClr val="6BD1B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t3932">
                <a:extLst>
                  <a:ext uri="{FF2B5EF4-FFF2-40B4-BE49-F238E27FC236}">
                    <a16:creationId xmlns:a16="http://schemas.microsoft.com/office/drawing/2014/main" id="{C659F761-32CE-1BD5-0BC7-553AF4030695}"/>
                  </a:ext>
                </a:extLst>
              </p:cNvPr>
              <p:cNvSpPr/>
              <p:nvPr/>
            </p:nvSpPr>
            <p:spPr>
              <a:xfrm>
                <a:off x="4913887" y="4211118"/>
                <a:ext cx="63202" cy="63202"/>
              </a:xfrm>
              <a:prstGeom prst="ellipse">
                <a:avLst/>
              </a:prstGeom>
              <a:solidFill>
                <a:srgbClr val="BBE9D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t3933">
                <a:extLst>
                  <a:ext uri="{FF2B5EF4-FFF2-40B4-BE49-F238E27FC236}">
                    <a16:creationId xmlns:a16="http://schemas.microsoft.com/office/drawing/2014/main" id="{51FEC61D-2B37-63E8-35B3-B2B9409E528E}"/>
                  </a:ext>
                </a:extLst>
              </p:cNvPr>
              <p:cNvSpPr/>
              <p:nvPr/>
            </p:nvSpPr>
            <p:spPr>
              <a:xfrm>
                <a:off x="4598477" y="4463619"/>
                <a:ext cx="63202" cy="63202"/>
              </a:xfrm>
              <a:prstGeom prst="ellipse">
                <a:avLst/>
              </a:prstGeom>
              <a:solidFill>
                <a:srgbClr val="AAE4C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t3934">
                <a:extLst>
                  <a:ext uri="{FF2B5EF4-FFF2-40B4-BE49-F238E27FC236}">
                    <a16:creationId xmlns:a16="http://schemas.microsoft.com/office/drawing/2014/main" id="{98177EC6-A694-1C91-190A-A7090FD8321E}"/>
                  </a:ext>
                </a:extLst>
              </p:cNvPr>
              <p:cNvSpPr/>
              <p:nvPr/>
            </p:nvSpPr>
            <p:spPr>
              <a:xfrm>
                <a:off x="3118737" y="4784820"/>
                <a:ext cx="63202" cy="63202"/>
              </a:xfrm>
              <a:prstGeom prst="ellipse">
                <a:avLst/>
              </a:prstGeom>
              <a:solidFill>
                <a:srgbClr val="A2E1C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t3935">
                <a:extLst>
                  <a:ext uri="{FF2B5EF4-FFF2-40B4-BE49-F238E27FC236}">
                    <a16:creationId xmlns:a16="http://schemas.microsoft.com/office/drawing/2014/main" id="{75353DAA-E606-0B72-9968-430CB36DAACD}"/>
                  </a:ext>
                </a:extLst>
              </p:cNvPr>
              <p:cNvSpPr/>
              <p:nvPr/>
            </p:nvSpPr>
            <p:spPr>
              <a:xfrm>
                <a:off x="4706891" y="4368015"/>
                <a:ext cx="63202" cy="63202"/>
              </a:xfrm>
              <a:prstGeom prst="ellipse">
                <a:avLst/>
              </a:prstGeom>
              <a:solidFill>
                <a:srgbClr val="9BDFC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t3936">
                <a:extLst>
                  <a:ext uri="{FF2B5EF4-FFF2-40B4-BE49-F238E27FC236}">
                    <a16:creationId xmlns:a16="http://schemas.microsoft.com/office/drawing/2014/main" id="{1A970E70-D7C6-6421-761E-3E6A9E790EC8}"/>
                  </a:ext>
                </a:extLst>
              </p:cNvPr>
              <p:cNvSpPr/>
              <p:nvPr/>
            </p:nvSpPr>
            <p:spPr>
              <a:xfrm>
                <a:off x="5170525" y="3498927"/>
                <a:ext cx="63202" cy="63202"/>
              </a:xfrm>
              <a:prstGeom prst="ellipse">
                <a:avLst/>
              </a:prstGeom>
              <a:solidFill>
                <a:srgbClr val="ACE5C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t3937">
                <a:extLst>
                  <a:ext uri="{FF2B5EF4-FFF2-40B4-BE49-F238E27FC236}">
                    <a16:creationId xmlns:a16="http://schemas.microsoft.com/office/drawing/2014/main" id="{B4BAC5E8-E55A-09F3-0AE0-FD7D106C7457}"/>
                  </a:ext>
                </a:extLst>
              </p:cNvPr>
              <p:cNvSpPr/>
              <p:nvPr/>
            </p:nvSpPr>
            <p:spPr>
              <a:xfrm>
                <a:off x="4143523" y="4766403"/>
                <a:ext cx="63202" cy="63202"/>
              </a:xfrm>
              <a:prstGeom prst="ellipse">
                <a:avLst/>
              </a:prstGeom>
              <a:solidFill>
                <a:srgbClr val="6ED2B1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t3938">
                <a:extLst>
                  <a:ext uri="{FF2B5EF4-FFF2-40B4-BE49-F238E27FC236}">
                    <a16:creationId xmlns:a16="http://schemas.microsoft.com/office/drawing/2014/main" id="{01AFF676-EA0E-C9FA-13A0-A52FDB81528E}"/>
                  </a:ext>
                </a:extLst>
              </p:cNvPr>
              <p:cNvSpPr/>
              <p:nvPr/>
            </p:nvSpPr>
            <p:spPr>
              <a:xfrm>
                <a:off x="3690881" y="4772296"/>
                <a:ext cx="63202" cy="63202"/>
              </a:xfrm>
              <a:prstGeom prst="ellipse">
                <a:avLst/>
              </a:prstGeom>
              <a:solidFill>
                <a:srgbClr val="9CDFC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t3939">
                <a:extLst>
                  <a:ext uri="{FF2B5EF4-FFF2-40B4-BE49-F238E27FC236}">
                    <a16:creationId xmlns:a16="http://schemas.microsoft.com/office/drawing/2014/main" id="{52A8386E-5A67-AAA4-08B3-EA6A776523B5}"/>
                  </a:ext>
                </a:extLst>
              </p:cNvPr>
              <p:cNvSpPr/>
              <p:nvPr/>
            </p:nvSpPr>
            <p:spPr>
              <a:xfrm>
                <a:off x="5016032" y="3641698"/>
                <a:ext cx="63202" cy="63202"/>
              </a:xfrm>
              <a:prstGeom prst="ellipse">
                <a:avLst/>
              </a:prstGeom>
              <a:solidFill>
                <a:srgbClr val="B3E7C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t3940">
                <a:extLst>
                  <a:ext uri="{FF2B5EF4-FFF2-40B4-BE49-F238E27FC236}">
                    <a16:creationId xmlns:a16="http://schemas.microsoft.com/office/drawing/2014/main" id="{FC0079A2-ED3A-328A-118D-3B143D2F1B3A}"/>
                  </a:ext>
                </a:extLst>
              </p:cNvPr>
              <p:cNvSpPr/>
              <p:nvPr/>
            </p:nvSpPr>
            <p:spPr>
              <a:xfrm>
                <a:off x="4551789" y="4536931"/>
                <a:ext cx="63202" cy="63202"/>
              </a:xfrm>
              <a:prstGeom prst="ellipse">
                <a:avLst/>
              </a:prstGeom>
              <a:solidFill>
                <a:srgbClr val="8EDBB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t3941">
                <a:extLst>
                  <a:ext uri="{FF2B5EF4-FFF2-40B4-BE49-F238E27FC236}">
                    <a16:creationId xmlns:a16="http://schemas.microsoft.com/office/drawing/2014/main" id="{403E6AEB-66E4-B115-25FB-6D890259742C}"/>
                  </a:ext>
                </a:extLst>
              </p:cNvPr>
              <p:cNvSpPr/>
              <p:nvPr/>
            </p:nvSpPr>
            <p:spPr>
              <a:xfrm>
                <a:off x="3457033" y="4801454"/>
                <a:ext cx="63202" cy="63202"/>
              </a:xfrm>
              <a:prstGeom prst="ellipse">
                <a:avLst/>
              </a:prstGeom>
              <a:solidFill>
                <a:srgbClr val="9ADFC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t3942">
                <a:extLst>
                  <a:ext uri="{FF2B5EF4-FFF2-40B4-BE49-F238E27FC236}">
                    <a16:creationId xmlns:a16="http://schemas.microsoft.com/office/drawing/2014/main" id="{6BEA9DBE-EBE6-9E17-8CD3-303C90660524}"/>
                  </a:ext>
                </a:extLst>
              </p:cNvPr>
              <p:cNvSpPr/>
              <p:nvPr/>
            </p:nvSpPr>
            <p:spPr>
              <a:xfrm>
                <a:off x="4795350" y="4267713"/>
                <a:ext cx="63202" cy="63202"/>
              </a:xfrm>
              <a:prstGeom prst="ellipse">
                <a:avLst/>
              </a:prstGeom>
              <a:solidFill>
                <a:srgbClr val="82D7B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t3943">
                <a:extLst>
                  <a:ext uri="{FF2B5EF4-FFF2-40B4-BE49-F238E27FC236}">
                    <a16:creationId xmlns:a16="http://schemas.microsoft.com/office/drawing/2014/main" id="{276C22DE-8254-3434-983F-0C115BE0BDFA}"/>
                  </a:ext>
                </a:extLst>
              </p:cNvPr>
              <p:cNvSpPr/>
              <p:nvPr/>
            </p:nvSpPr>
            <p:spPr>
              <a:xfrm>
                <a:off x="5763373" y="2927118"/>
                <a:ext cx="63202" cy="63202"/>
              </a:xfrm>
              <a:prstGeom prst="ellipse">
                <a:avLst/>
              </a:prstGeom>
              <a:solidFill>
                <a:srgbClr val="5FCCA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t3944">
                <a:extLst>
                  <a:ext uri="{FF2B5EF4-FFF2-40B4-BE49-F238E27FC236}">
                    <a16:creationId xmlns:a16="http://schemas.microsoft.com/office/drawing/2014/main" id="{0A67609E-4EDF-3AE4-7970-0EAB8DDAF229}"/>
                  </a:ext>
                </a:extLst>
              </p:cNvPr>
              <p:cNvSpPr/>
              <p:nvPr/>
            </p:nvSpPr>
            <p:spPr>
              <a:xfrm>
                <a:off x="3223042" y="4753931"/>
                <a:ext cx="63202" cy="63202"/>
              </a:xfrm>
              <a:prstGeom prst="ellipse">
                <a:avLst/>
              </a:prstGeom>
              <a:solidFill>
                <a:srgbClr val="8DDBB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t3945">
                <a:extLst>
                  <a:ext uri="{FF2B5EF4-FFF2-40B4-BE49-F238E27FC236}">
                    <a16:creationId xmlns:a16="http://schemas.microsoft.com/office/drawing/2014/main" id="{F5367226-AA97-A49B-421D-D8E8E4E9E93E}"/>
                  </a:ext>
                </a:extLst>
              </p:cNvPr>
              <p:cNvSpPr/>
              <p:nvPr/>
            </p:nvSpPr>
            <p:spPr>
              <a:xfrm>
                <a:off x="6187218" y="2929573"/>
                <a:ext cx="63202" cy="63202"/>
              </a:xfrm>
              <a:prstGeom prst="ellipse">
                <a:avLst/>
              </a:prstGeom>
              <a:solidFill>
                <a:srgbClr val="4BAFA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t3946">
                <a:extLst>
                  <a:ext uri="{FF2B5EF4-FFF2-40B4-BE49-F238E27FC236}">
                    <a16:creationId xmlns:a16="http://schemas.microsoft.com/office/drawing/2014/main" id="{547896D6-E4EB-0420-E736-9CA6B9D8811E}"/>
                  </a:ext>
                </a:extLst>
              </p:cNvPr>
              <p:cNvSpPr/>
              <p:nvPr/>
            </p:nvSpPr>
            <p:spPr>
              <a:xfrm>
                <a:off x="4558922" y="4541579"/>
                <a:ext cx="63202" cy="63202"/>
              </a:xfrm>
              <a:prstGeom prst="ellipse">
                <a:avLst/>
              </a:prstGeom>
              <a:solidFill>
                <a:srgbClr val="8FDCB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t3947">
                <a:extLst>
                  <a:ext uri="{FF2B5EF4-FFF2-40B4-BE49-F238E27FC236}">
                    <a16:creationId xmlns:a16="http://schemas.microsoft.com/office/drawing/2014/main" id="{8219C173-2B1F-772D-5E39-81220BF0F9F0}"/>
                  </a:ext>
                </a:extLst>
              </p:cNvPr>
              <p:cNvSpPr/>
              <p:nvPr/>
            </p:nvSpPr>
            <p:spPr>
              <a:xfrm>
                <a:off x="5665872" y="3067530"/>
                <a:ext cx="63202" cy="63202"/>
              </a:xfrm>
              <a:prstGeom prst="ellipse">
                <a:avLst/>
              </a:prstGeom>
              <a:solidFill>
                <a:srgbClr val="67D0A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t3948">
                <a:extLst>
                  <a:ext uri="{FF2B5EF4-FFF2-40B4-BE49-F238E27FC236}">
                    <a16:creationId xmlns:a16="http://schemas.microsoft.com/office/drawing/2014/main" id="{382F0F84-62D8-0363-7496-62710FB58760}"/>
                  </a:ext>
                </a:extLst>
              </p:cNvPr>
              <p:cNvSpPr/>
              <p:nvPr/>
            </p:nvSpPr>
            <p:spPr>
              <a:xfrm>
                <a:off x="4587926" y="4467164"/>
                <a:ext cx="63202" cy="63202"/>
              </a:xfrm>
              <a:prstGeom prst="ellipse">
                <a:avLst/>
              </a:prstGeom>
              <a:solidFill>
                <a:srgbClr val="99DFC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t3949">
                <a:extLst>
                  <a:ext uri="{FF2B5EF4-FFF2-40B4-BE49-F238E27FC236}">
                    <a16:creationId xmlns:a16="http://schemas.microsoft.com/office/drawing/2014/main" id="{DFC2FECF-9DF6-86EC-6A3E-E24F89B57A15}"/>
                  </a:ext>
                </a:extLst>
              </p:cNvPr>
              <p:cNvSpPr/>
              <p:nvPr/>
            </p:nvSpPr>
            <p:spPr>
              <a:xfrm>
                <a:off x="2979067" y="4895874"/>
                <a:ext cx="63202" cy="63202"/>
              </a:xfrm>
              <a:prstGeom prst="ellipse">
                <a:avLst/>
              </a:prstGeom>
              <a:solidFill>
                <a:srgbClr val="82D7B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t3950">
                <a:extLst>
                  <a:ext uri="{FF2B5EF4-FFF2-40B4-BE49-F238E27FC236}">
                    <a16:creationId xmlns:a16="http://schemas.microsoft.com/office/drawing/2014/main" id="{3D6CFEF3-A1AE-EFCF-A1C6-6357191B9DEC}"/>
                  </a:ext>
                </a:extLst>
              </p:cNvPr>
              <p:cNvSpPr/>
              <p:nvPr/>
            </p:nvSpPr>
            <p:spPr>
              <a:xfrm>
                <a:off x="4922163" y="4187507"/>
                <a:ext cx="63202" cy="63202"/>
              </a:xfrm>
              <a:prstGeom prst="ellipse">
                <a:avLst/>
              </a:prstGeom>
              <a:solidFill>
                <a:srgbClr val="ABE4C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t3951">
                <a:extLst>
                  <a:ext uri="{FF2B5EF4-FFF2-40B4-BE49-F238E27FC236}">
                    <a16:creationId xmlns:a16="http://schemas.microsoft.com/office/drawing/2014/main" id="{B4CEDC0C-C5DB-8961-90CB-65B1461C8C5D}"/>
                  </a:ext>
                </a:extLst>
              </p:cNvPr>
              <p:cNvSpPr/>
              <p:nvPr/>
            </p:nvSpPr>
            <p:spPr>
              <a:xfrm>
                <a:off x="2878450" y="4973596"/>
                <a:ext cx="63202" cy="63202"/>
              </a:xfrm>
              <a:prstGeom prst="ellipse">
                <a:avLst/>
              </a:prstGeom>
              <a:solidFill>
                <a:srgbClr val="53BBA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t3952">
                <a:extLst>
                  <a:ext uri="{FF2B5EF4-FFF2-40B4-BE49-F238E27FC236}">
                    <a16:creationId xmlns:a16="http://schemas.microsoft.com/office/drawing/2014/main" id="{6F8EE157-0A60-0683-38DB-9735F5066E98}"/>
                  </a:ext>
                </a:extLst>
              </p:cNvPr>
              <p:cNvSpPr/>
              <p:nvPr/>
            </p:nvSpPr>
            <p:spPr>
              <a:xfrm>
                <a:off x="5803938" y="2901996"/>
                <a:ext cx="63202" cy="63202"/>
              </a:xfrm>
              <a:prstGeom prst="ellipse">
                <a:avLst/>
              </a:prstGeom>
              <a:solidFill>
                <a:srgbClr val="388AA6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t3953">
                <a:extLst>
                  <a:ext uri="{FF2B5EF4-FFF2-40B4-BE49-F238E27FC236}">
                    <a16:creationId xmlns:a16="http://schemas.microsoft.com/office/drawing/2014/main" id="{B5FFA831-DF2C-3ED9-F734-69130671B274}"/>
                  </a:ext>
                </a:extLst>
              </p:cNvPr>
              <p:cNvSpPr/>
              <p:nvPr/>
            </p:nvSpPr>
            <p:spPr>
              <a:xfrm>
                <a:off x="4544041" y="4668741"/>
                <a:ext cx="63202" cy="63202"/>
              </a:xfrm>
              <a:prstGeom prst="ellipse">
                <a:avLst/>
              </a:prstGeom>
              <a:solidFill>
                <a:srgbClr val="57C0A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t3954">
                <a:extLst>
                  <a:ext uri="{FF2B5EF4-FFF2-40B4-BE49-F238E27FC236}">
                    <a16:creationId xmlns:a16="http://schemas.microsoft.com/office/drawing/2014/main" id="{C0673237-B7C5-1883-ACDF-1E2AA97A5736}"/>
                  </a:ext>
                </a:extLst>
              </p:cNvPr>
              <p:cNvSpPr/>
              <p:nvPr/>
            </p:nvSpPr>
            <p:spPr>
              <a:xfrm>
                <a:off x="3541256" y="4824822"/>
                <a:ext cx="63202" cy="63202"/>
              </a:xfrm>
              <a:prstGeom prst="ellipse">
                <a:avLst/>
              </a:prstGeom>
              <a:solidFill>
                <a:srgbClr val="91DCC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t3955">
                <a:extLst>
                  <a:ext uri="{FF2B5EF4-FFF2-40B4-BE49-F238E27FC236}">
                    <a16:creationId xmlns:a16="http://schemas.microsoft.com/office/drawing/2014/main" id="{62A35F63-B492-A172-8E05-E28D71795005}"/>
                  </a:ext>
                </a:extLst>
              </p:cNvPr>
              <p:cNvSpPr/>
              <p:nvPr/>
            </p:nvSpPr>
            <p:spPr>
              <a:xfrm>
                <a:off x="5657937" y="3028251"/>
                <a:ext cx="63202" cy="63202"/>
              </a:xfrm>
              <a:prstGeom prst="ellipse">
                <a:avLst/>
              </a:prstGeom>
              <a:solidFill>
                <a:srgbClr val="65CFA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t3956">
                <a:extLst>
                  <a:ext uri="{FF2B5EF4-FFF2-40B4-BE49-F238E27FC236}">
                    <a16:creationId xmlns:a16="http://schemas.microsoft.com/office/drawing/2014/main" id="{056F0B7E-AA16-0A12-85CB-4EA4FB3E5902}"/>
                  </a:ext>
                </a:extLst>
              </p:cNvPr>
              <p:cNvSpPr/>
              <p:nvPr/>
            </p:nvSpPr>
            <p:spPr>
              <a:xfrm>
                <a:off x="5059838" y="3807278"/>
                <a:ext cx="63202" cy="63202"/>
              </a:xfrm>
              <a:prstGeom prst="ellipse">
                <a:avLst/>
              </a:prstGeom>
              <a:solidFill>
                <a:srgbClr val="D6F2E1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t3957">
                <a:extLst>
                  <a:ext uri="{FF2B5EF4-FFF2-40B4-BE49-F238E27FC236}">
                    <a16:creationId xmlns:a16="http://schemas.microsoft.com/office/drawing/2014/main" id="{DA9E02AE-AD55-595E-C084-327F1CA4A604}"/>
                  </a:ext>
                </a:extLst>
              </p:cNvPr>
              <p:cNvSpPr/>
              <p:nvPr/>
            </p:nvSpPr>
            <p:spPr>
              <a:xfrm>
                <a:off x="5070515" y="3688083"/>
                <a:ext cx="63202" cy="63202"/>
              </a:xfrm>
              <a:prstGeom prst="ellipse">
                <a:avLst/>
              </a:prstGeom>
              <a:solidFill>
                <a:srgbClr val="CBEFD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t3958">
                <a:extLst>
                  <a:ext uri="{FF2B5EF4-FFF2-40B4-BE49-F238E27FC236}">
                    <a16:creationId xmlns:a16="http://schemas.microsoft.com/office/drawing/2014/main" id="{77872899-E59A-91BC-4F3E-82C77C236B35}"/>
                  </a:ext>
                </a:extLst>
              </p:cNvPr>
              <p:cNvSpPr/>
              <p:nvPr/>
            </p:nvSpPr>
            <p:spPr>
              <a:xfrm>
                <a:off x="5066550" y="3783417"/>
                <a:ext cx="63202" cy="63202"/>
              </a:xfrm>
              <a:prstGeom prst="ellipse">
                <a:avLst/>
              </a:prstGeom>
              <a:solidFill>
                <a:srgbClr val="DCF4E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t3959">
                <a:extLst>
                  <a:ext uri="{FF2B5EF4-FFF2-40B4-BE49-F238E27FC236}">
                    <a16:creationId xmlns:a16="http://schemas.microsoft.com/office/drawing/2014/main" id="{D3E2B5DB-51DC-C922-AD85-FF61EF92FC41}"/>
                  </a:ext>
                </a:extLst>
              </p:cNvPr>
              <p:cNvSpPr/>
              <p:nvPr/>
            </p:nvSpPr>
            <p:spPr>
              <a:xfrm>
                <a:off x="2851349" y="4946495"/>
                <a:ext cx="117405" cy="117405"/>
              </a:xfrm>
              <a:prstGeom prst="ellipse">
                <a:avLst/>
              </a:prstGeom>
              <a:solidFill>
                <a:srgbClr val="3A669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t3960">
                <a:extLst>
                  <a:ext uri="{FF2B5EF4-FFF2-40B4-BE49-F238E27FC236}">
                    <a16:creationId xmlns:a16="http://schemas.microsoft.com/office/drawing/2014/main" id="{316A0B1D-C54D-BF3A-AF30-3392E1D88F98}"/>
                  </a:ext>
                </a:extLst>
              </p:cNvPr>
              <p:cNvSpPr/>
              <p:nvPr/>
            </p:nvSpPr>
            <p:spPr>
              <a:xfrm>
                <a:off x="5776837" y="2874895"/>
                <a:ext cx="117405" cy="117405"/>
              </a:xfrm>
              <a:prstGeom prst="ellipse">
                <a:avLst/>
              </a:prstGeom>
              <a:solidFill>
                <a:srgbClr val="3889A6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t3961">
                <a:extLst>
                  <a:ext uri="{FF2B5EF4-FFF2-40B4-BE49-F238E27FC236}">
                    <a16:creationId xmlns:a16="http://schemas.microsoft.com/office/drawing/2014/main" id="{8ADD395A-12A4-8789-8BBC-DA8BCF66D765}"/>
                  </a:ext>
                </a:extLst>
              </p:cNvPr>
              <p:cNvSpPr/>
              <p:nvPr/>
            </p:nvSpPr>
            <p:spPr>
              <a:xfrm>
                <a:off x="4516940" y="4641639"/>
                <a:ext cx="117405" cy="117405"/>
              </a:xfrm>
              <a:prstGeom prst="ellipse">
                <a:avLst/>
              </a:prstGeom>
              <a:solidFill>
                <a:srgbClr val="42A5AA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t3962">
                <a:extLst>
                  <a:ext uri="{FF2B5EF4-FFF2-40B4-BE49-F238E27FC236}">
                    <a16:creationId xmlns:a16="http://schemas.microsoft.com/office/drawing/2014/main" id="{9A0F0403-0F2B-FD6D-FB7F-1DC118FE797A}"/>
                  </a:ext>
                </a:extLst>
              </p:cNvPr>
              <p:cNvSpPr/>
              <p:nvPr/>
            </p:nvSpPr>
            <p:spPr>
              <a:xfrm>
                <a:off x="3514155" y="4797720"/>
                <a:ext cx="117405" cy="117405"/>
              </a:xfrm>
              <a:prstGeom prst="ellipse">
                <a:avLst/>
              </a:prstGeom>
              <a:solidFill>
                <a:srgbClr val="4BB0A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t3963">
                <a:extLst>
                  <a:ext uri="{FF2B5EF4-FFF2-40B4-BE49-F238E27FC236}">
                    <a16:creationId xmlns:a16="http://schemas.microsoft.com/office/drawing/2014/main" id="{BE3FBDC7-71D1-707E-F3A7-EA66251841B3}"/>
                  </a:ext>
                </a:extLst>
              </p:cNvPr>
              <p:cNvSpPr/>
              <p:nvPr/>
            </p:nvSpPr>
            <p:spPr>
              <a:xfrm>
                <a:off x="5630836" y="3001150"/>
                <a:ext cx="117405" cy="117405"/>
              </a:xfrm>
              <a:prstGeom prst="ellipse">
                <a:avLst/>
              </a:prstGeom>
              <a:solidFill>
                <a:srgbClr val="48ACAA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l3964">
                <a:extLst>
                  <a:ext uri="{FF2B5EF4-FFF2-40B4-BE49-F238E27FC236}">
                    <a16:creationId xmlns:a16="http://schemas.microsoft.com/office/drawing/2014/main" id="{ECB02AF2-5ABD-46BC-BF62-BB6F438DEBE5}"/>
                  </a:ext>
                </a:extLst>
              </p:cNvPr>
              <p:cNvSpPr/>
              <p:nvPr/>
            </p:nvSpPr>
            <p:spPr>
              <a:xfrm>
                <a:off x="2850440" y="4909102"/>
                <a:ext cx="52372" cy="84426"/>
              </a:xfrm>
              <a:custGeom>
                <a:avLst/>
                <a:gdLst/>
                <a:ahLst/>
                <a:cxnLst/>
                <a:rect l="0" t="0" r="0" b="0"/>
                <a:pathLst>
                  <a:path w="52372" h="84426">
                    <a:moveTo>
                      <a:pt x="0" y="0"/>
                    </a:moveTo>
                    <a:lnTo>
                      <a:pt x="52372" y="84426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l3965">
                <a:extLst>
                  <a:ext uri="{FF2B5EF4-FFF2-40B4-BE49-F238E27FC236}">
                    <a16:creationId xmlns:a16="http://schemas.microsoft.com/office/drawing/2014/main" id="{B19111C6-8977-8B86-4503-08189E80E0E3}"/>
                  </a:ext>
                </a:extLst>
              </p:cNvPr>
              <p:cNvSpPr/>
              <p:nvPr/>
            </p:nvSpPr>
            <p:spPr>
              <a:xfrm>
                <a:off x="5730600" y="2843161"/>
                <a:ext cx="93769" cy="80810"/>
              </a:xfrm>
              <a:custGeom>
                <a:avLst/>
                <a:gdLst/>
                <a:ahLst/>
                <a:cxnLst/>
                <a:rect l="0" t="0" r="0" b="0"/>
                <a:pathLst>
                  <a:path w="93769" h="80810">
                    <a:moveTo>
                      <a:pt x="0" y="0"/>
                    </a:moveTo>
                    <a:lnTo>
                      <a:pt x="93769" y="80810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l3966">
                <a:extLst>
                  <a:ext uri="{FF2B5EF4-FFF2-40B4-BE49-F238E27FC236}">
                    <a16:creationId xmlns:a16="http://schemas.microsoft.com/office/drawing/2014/main" id="{27407776-976E-B974-1A00-30A2067E7BE8}"/>
                  </a:ext>
                </a:extLst>
              </p:cNvPr>
              <p:cNvSpPr/>
              <p:nvPr/>
            </p:nvSpPr>
            <p:spPr>
              <a:xfrm>
                <a:off x="4513433" y="4609277"/>
                <a:ext cx="54392" cy="79622"/>
              </a:xfrm>
              <a:custGeom>
                <a:avLst/>
                <a:gdLst/>
                <a:ahLst/>
                <a:cxnLst/>
                <a:rect l="0" t="0" r="0" b="0"/>
                <a:pathLst>
                  <a:path w="54392" h="79622">
                    <a:moveTo>
                      <a:pt x="0" y="0"/>
                    </a:moveTo>
                    <a:lnTo>
                      <a:pt x="54392" y="79622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pl3967">
                <a:extLst>
                  <a:ext uri="{FF2B5EF4-FFF2-40B4-BE49-F238E27FC236}">
                    <a16:creationId xmlns:a16="http://schemas.microsoft.com/office/drawing/2014/main" id="{94E53A16-E99D-DB10-D001-A61C6CF79424}"/>
                  </a:ext>
                </a:extLst>
              </p:cNvPr>
              <p:cNvSpPr/>
              <p:nvPr/>
            </p:nvSpPr>
            <p:spPr>
              <a:xfrm>
                <a:off x="3511744" y="4762542"/>
                <a:ext cx="53588" cy="82321"/>
              </a:xfrm>
              <a:custGeom>
                <a:avLst/>
                <a:gdLst/>
                <a:ahLst/>
                <a:cxnLst/>
                <a:rect l="0" t="0" r="0" b="0"/>
                <a:pathLst>
                  <a:path w="53588" h="82321">
                    <a:moveTo>
                      <a:pt x="0" y="0"/>
                    </a:moveTo>
                    <a:lnTo>
                      <a:pt x="53588" y="82321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8" name="pl3968">
                <a:extLst>
                  <a:ext uri="{FF2B5EF4-FFF2-40B4-BE49-F238E27FC236}">
                    <a16:creationId xmlns:a16="http://schemas.microsoft.com/office/drawing/2014/main" id="{6C36590E-E147-44C1-9297-0406E543C0F4}"/>
                  </a:ext>
                </a:extLst>
              </p:cNvPr>
              <p:cNvSpPr/>
              <p:nvPr/>
            </p:nvSpPr>
            <p:spPr>
              <a:xfrm>
                <a:off x="5521465" y="3030860"/>
                <a:ext cx="151770" cy="26180"/>
              </a:xfrm>
              <a:custGeom>
                <a:avLst/>
                <a:gdLst/>
                <a:ahLst/>
                <a:cxnLst/>
                <a:rect l="0" t="0" r="0" b="0"/>
                <a:pathLst>
                  <a:path w="151770" h="26180">
                    <a:moveTo>
                      <a:pt x="0" y="0"/>
                    </a:moveTo>
                    <a:lnTo>
                      <a:pt x="151770" y="26180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9" name="pg3969">
                <a:extLst>
                  <a:ext uri="{FF2B5EF4-FFF2-40B4-BE49-F238E27FC236}">
                    <a16:creationId xmlns:a16="http://schemas.microsoft.com/office/drawing/2014/main" id="{CAEAA979-A3C8-4294-1E98-ADFA3347750F}"/>
                  </a:ext>
                </a:extLst>
              </p:cNvPr>
              <p:cNvSpPr/>
              <p:nvPr/>
            </p:nvSpPr>
            <p:spPr>
              <a:xfrm>
                <a:off x="2291924" y="4760407"/>
                <a:ext cx="558515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58515" h="191932">
                    <a:moveTo>
                      <a:pt x="27431" y="191932"/>
                    </a:moveTo>
                    <a:lnTo>
                      <a:pt x="531083" y="191932"/>
                    </a:lnTo>
                    <a:lnTo>
                      <a:pt x="529978" y="191910"/>
                    </a:lnTo>
                    <a:lnTo>
                      <a:pt x="534390" y="191732"/>
                    </a:lnTo>
                    <a:lnTo>
                      <a:pt x="538715" y="190849"/>
                    </a:lnTo>
                    <a:lnTo>
                      <a:pt x="542843" y="189284"/>
                    </a:lnTo>
                    <a:lnTo>
                      <a:pt x="546666" y="187076"/>
                    </a:lnTo>
                    <a:lnTo>
                      <a:pt x="550086" y="184284"/>
                    </a:lnTo>
                    <a:lnTo>
                      <a:pt x="553013" y="180980"/>
                    </a:lnTo>
                    <a:lnTo>
                      <a:pt x="555373" y="177248"/>
                    </a:lnTo>
                    <a:lnTo>
                      <a:pt x="557103" y="173187"/>
                    </a:lnTo>
                    <a:lnTo>
                      <a:pt x="558160" y="168900"/>
                    </a:lnTo>
                    <a:lnTo>
                      <a:pt x="558515" y="164500"/>
                    </a:lnTo>
                    <a:lnTo>
                      <a:pt x="558515" y="27431"/>
                    </a:lnTo>
                    <a:lnTo>
                      <a:pt x="558160" y="23031"/>
                    </a:lnTo>
                    <a:lnTo>
                      <a:pt x="557103" y="18745"/>
                    </a:lnTo>
                    <a:lnTo>
                      <a:pt x="555373" y="14683"/>
                    </a:lnTo>
                    <a:lnTo>
                      <a:pt x="553013" y="10952"/>
                    </a:lnTo>
                    <a:lnTo>
                      <a:pt x="550086" y="7647"/>
                    </a:lnTo>
                    <a:lnTo>
                      <a:pt x="546666" y="4855"/>
                    </a:lnTo>
                    <a:lnTo>
                      <a:pt x="542843" y="2648"/>
                    </a:lnTo>
                    <a:lnTo>
                      <a:pt x="538715" y="1083"/>
                    </a:lnTo>
                    <a:lnTo>
                      <a:pt x="534390" y="200"/>
                    </a:lnTo>
                    <a:lnTo>
                      <a:pt x="53108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0" name="tx3970">
                <a:extLst>
                  <a:ext uri="{FF2B5EF4-FFF2-40B4-BE49-F238E27FC236}">
                    <a16:creationId xmlns:a16="http://schemas.microsoft.com/office/drawing/2014/main" id="{0363E1D9-3FAC-868D-F3C6-789699706732}"/>
                  </a:ext>
                </a:extLst>
              </p:cNvPr>
              <p:cNvSpPr/>
              <p:nvPr/>
            </p:nvSpPr>
            <p:spPr>
              <a:xfrm>
                <a:off x="2337644" y="4806127"/>
                <a:ext cx="467075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W1</a:t>
                </a:r>
                <a:r>
                  <a:rPr lang="en-US"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TX</a:t>
                </a:r>
              </a:p>
            </p:txBody>
          </p:sp>
          <p:sp>
            <p:nvSpPr>
              <p:cNvPr id="3971" name="pg3971">
                <a:extLst>
                  <a:ext uri="{FF2B5EF4-FFF2-40B4-BE49-F238E27FC236}">
                    <a16:creationId xmlns:a16="http://schemas.microsoft.com/office/drawing/2014/main" id="{DA93E054-9588-A558-9B1C-5FE190F5F14E}"/>
                  </a:ext>
                </a:extLst>
              </p:cNvPr>
              <p:cNvSpPr/>
              <p:nvPr/>
            </p:nvSpPr>
            <p:spPr>
              <a:xfrm>
                <a:off x="5300467" y="2651228"/>
                <a:ext cx="589605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89605" h="191932">
                    <a:moveTo>
                      <a:pt x="27432" y="191932"/>
                    </a:moveTo>
                    <a:lnTo>
                      <a:pt x="562173" y="191932"/>
                    </a:lnTo>
                    <a:lnTo>
                      <a:pt x="561068" y="191910"/>
                    </a:lnTo>
                    <a:lnTo>
                      <a:pt x="565479" y="191732"/>
                    </a:lnTo>
                    <a:lnTo>
                      <a:pt x="569805" y="190849"/>
                    </a:lnTo>
                    <a:lnTo>
                      <a:pt x="573933" y="189284"/>
                    </a:lnTo>
                    <a:lnTo>
                      <a:pt x="577756" y="187076"/>
                    </a:lnTo>
                    <a:lnTo>
                      <a:pt x="581175" y="184284"/>
                    </a:lnTo>
                    <a:lnTo>
                      <a:pt x="584103" y="180980"/>
                    </a:lnTo>
                    <a:lnTo>
                      <a:pt x="586462" y="177248"/>
                    </a:lnTo>
                    <a:lnTo>
                      <a:pt x="588193" y="173187"/>
                    </a:lnTo>
                    <a:lnTo>
                      <a:pt x="589249" y="168900"/>
                    </a:lnTo>
                    <a:lnTo>
                      <a:pt x="589605" y="164500"/>
                    </a:lnTo>
                    <a:lnTo>
                      <a:pt x="589605" y="27432"/>
                    </a:lnTo>
                    <a:lnTo>
                      <a:pt x="589249" y="23031"/>
                    </a:lnTo>
                    <a:lnTo>
                      <a:pt x="588193" y="18745"/>
                    </a:lnTo>
                    <a:lnTo>
                      <a:pt x="586462" y="14683"/>
                    </a:lnTo>
                    <a:lnTo>
                      <a:pt x="584103" y="10952"/>
                    </a:lnTo>
                    <a:lnTo>
                      <a:pt x="581175" y="7647"/>
                    </a:lnTo>
                    <a:lnTo>
                      <a:pt x="577756" y="4855"/>
                    </a:lnTo>
                    <a:lnTo>
                      <a:pt x="573933" y="2648"/>
                    </a:lnTo>
                    <a:lnTo>
                      <a:pt x="569805" y="1083"/>
                    </a:lnTo>
                    <a:lnTo>
                      <a:pt x="565479" y="200"/>
                    </a:lnTo>
                    <a:lnTo>
                      <a:pt x="562173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2" name="tx3972">
                <a:extLst>
                  <a:ext uri="{FF2B5EF4-FFF2-40B4-BE49-F238E27FC236}">
                    <a16:creationId xmlns:a16="http://schemas.microsoft.com/office/drawing/2014/main" id="{76414F6A-C8E5-5DDF-97FF-DAB2AF65F61B}"/>
                  </a:ext>
                </a:extLst>
              </p:cNvPr>
              <p:cNvSpPr/>
              <p:nvPr/>
            </p:nvSpPr>
            <p:spPr>
              <a:xfrm>
                <a:off x="5346187" y="2696948"/>
                <a:ext cx="498165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W6</a:t>
                </a:r>
                <a:r>
                  <a:rPr lang="en-US"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ME</a:t>
                </a:r>
              </a:p>
            </p:txBody>
          </p:sp>
          <p:sp>
            <p:nvSpPr>
              <p:cNvPr id="3973" name="pg3973">
                <a:extLst>
                  <a:ext uri="{FF2B5EF4-FFF2-40B4-BE49-F238E27FC236}">
                    <a16:creationId xmlns:a16="http://schemas.microsoft.com/office/drawing/2014/main" id="{698FEE27-05F4-1CF1-36DC-C2835B8EEF5C}"/>
                  </a:ext>
                </a:extLst>
              </p:cNvPr>
              <p:cNvSpPr/>
              <p:nvPr/>
            </p:nvSpPr>
            <p:spPr>
              <a:xfrm>
                <a:off x="3970463" y="4460361"/>
                <a:ext cx="542970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42970" h="191932">
                    <a:moveTo>
                      <a:pt x="27431" y="191932"/>
                    </a:moveTo>
                    <a:lnTo>
                      <a:pt x="515538" y="191932"/>
                    </a:lnTo>
                    <a:lnTo>
                      <a:pt x="514434" y="191910"/>
                    </a:lnTo>
                    <a:lnTo>
                      <a:pt x="518845" y="191732"/>
                    </a:lnTo>
                    <a:lnTo>
                      <a:pt x="523170" y="190849"/>
                    </a:lnTo>
                    <a:lnTo>
                      <a:pt x="527298" y="189284"/>
                    </a:lnTo>
                    <a:lnTo>
                      <a:pt x="531121" y="187076"/>
                    </a:lnTo>
                    <a:lnTo>
                      <a:pt x="534541" y="184284"/>
                    </a:lnTo>
                    <a:lnTo>
                      <a:pt x="537469" y="180980"/>
                    </a:lnTo>
                    <a:lnTo>
                      <a:pt x="539828" y="177248"/>
                    </a:lnTo>
                    <a:lnTo>
                      <a:pt x="541558" y="173187"/>
                    </a:lnTo>
                    <a:lnTo>
                      <a:pt x="542615" y="168900"/>
                    </a:lnTo>
                    <a:lnTo>
                      <a:pt x="542970" y="164500"/>
                    </a:lnTo>
                    <a:lnTo>
                      <a:pt x="542970" y="27432"/>
                    </a:lnTo>
                    <a:lnTo>
                      <a:pt x="542615" y="23031"/>
                    </a:lnTo>
                    <a:lnTo>
                      <a:pt x="541558" y="18745"/>
                    </a:lnTo>
                    <a:lnTo>
                      <a:pt x="539828" y="14683"/>
                    </a:lnTo>
                    <a:lnTo>
                      <a:pt x="537469" y="10952"/>
                    </a:lnTo>
                    <a:lnTo>
                      <a:pt x="534541" y="7647"/>
                    </a:lnTo>
                    <a:lnTo>
                      <a:pt x="531121" y="4855"/>
                    </a:lnTo>
                    <a:lnTo>
                      <a:pt x="527298" y="2648"/>
                    </a:lnTo>
                    <a:lnTo>
                      <a:pt x="523170" y="1083"/>
                    </a:lnTo>
                    <a:lnTo>
                      <a:pt x="518845" y="200"/>
                    </a:lnTo>
                    <a:lnTo>
                      <a:pt x="51553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5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4" name="tx3974">
                <a:extLst>
                  <a:ext uri="{FF2B5EF4-FFF2-40B4-BE49-F238E27FC236}">
                    <a16:creationId xmlns:a16="http://schemas.microsoft.com/office/drawing/2014/main" id="{D5DE737B-A8FC-1418-64E1-E982B34AFA5D}"/>
                  </a:ext>
                </a:extLst>
              </p:cNvPr>
              <p:cNvSpPr/>
              <p:nvPr/>
            </p:nvSpPr>
            <p:spPr>
              <a:xfrm>
                <a:off x="4016183" y="4506081"/>
                <a:ext cx="451530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W3</a:t>
                </a:r>
                <a:r>
                  <a:rPr lang="en-US"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FL</a:t>
                </a:r>
              </a:p>
            </p:txBody>
          </p:sp>
          <p:sp>
            <p:nvSpPr>
              <p:cNvPr id="3975" name="pg3975">
                <a:extLst>
                  <a:ext uri="{FF2B5EF4-FFF2-40B4-BE49-F238E27FC236}">
                    <a16:creationId xmlns:a16="http://schemas.microsoft.com/office/drawing/2014/main" id="{C7103952-3340-D47A-DF74-270CBCF5C3DA}"/>
                  </a:ext>
                </a:extLst>
              </p:cNvPr>
              <p:cNvSpPr/>
              <p:nvPr/>
            </p:nvSpPr>
            <p:spPr>
              <a:xfrm>
                <a:off x="2960909" y="4613811"/>
                <a:ext cx="550834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50834" h="191932">
                    <a:moveTo>
                      <a:pt x="27432" y="191932"/>
                    </a:moveTo>
                    <a:lnTo>
                      <a:pt x="523402" y="191932"/>
                    </a:lnTo>
                    <a:lnTo>
                      <a:pt x="522297" y="191910"/>
                    </a:lnTo>
                    <a:lnTo>
                      <a:pt x="526709" y="191732"/>
                    </a:lnTo>
                    <a:lnTo>
                      <a:pt x="531034" y="190849"/>
                    </a:lnTo>
                    <a:lnTo>
                      <a:pt x="535162" y="189284"/>
                    </a:lnTo>
                    <a:lnTo>
                      <a:pt x="538985" y="187076"/>
                    </a:lnTo>
                    <a:lnTo>
                      <a:pt x="542405" y="184284"/>
                    </a:lnTo>
                    <a:lnTo>
                      <a:pt x="545332" y="180980"/>
                    </a:lnTo>
                    <a:lnTo>
                      <a:pt x="547692" y="177248"/>
                    </a:lnTo>
                    <a:lnTo>
                      <a:pt x="549422" y="173187"/>
                    </a:lnTo>
                    <a:lnTo>
                      <a:pt x="550479" y="168900"/>
                    </a:lnTo>
                    <a:lnTo>
                      <a:pt x="550834" y="164500"/>
                    </a:lnTo>
                    <a:lnTo>
                      <a:pt x="550834" y="27432"/>
                    </a:lnTo>
                    <a:lnTo>
                      <a:pt x="550479" y="23031"/>
                    </a:lnTo>
                    <a:lnTo>
                      <a:pt x="549422" y="18745"/>
                    </a:lnTo>
                    <a:lnTo>
                      <a:pt x="547692" y="14683"/>
                    </a:lnTo>
                    <a:lnTo>
                      <a:pt x="545332" y="10952"/>
                    </a:lnTo>
                    <a:lnTo>
                      <a:pt x="542405" y="7647"/>
                    </a:lnTo>
                    <a:lnTo>
                      <a:pt x="538985" y="4855"/>
                    </a:lnTo>
                    <a:lnTo>
                      <a:pt x="535162" y="2648"/>
                    </a:lnTo>
                    <a:lnTo>
                      <a:pt x="531034" y="1083"/>
                    </a:lnTo>
                    <a:lnTo>
                      <a:pt x="526709" y="200"/>
                    </a:lnTo>
                    <a:lnTo>
                      <a:pt x="523402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6" name="tx3976">
                <a:extLst>
                  <a:ext uri="{FF2B5EF4-FFF2-40B4-BE49-F238E27FC236}">
                    <a16:creationId xmlns:a16="http://schemas.microsoft.com/office/drawing/2014/main" id="{5F49D8CB-7A04-6303-5C15-1EE04916B7A7}"/>
                  </a:ext>
                </a:extLst>
              </p:cNvPr>
              <p:cNvSpPr/>
              <p:nvPr/>
            </p:nvSpPr>
            <p:spPr>
              <a:xfrm>
                <a:off x="3006629" y="4659531"/>
                <a:ext cx="459394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W2</a:t>
                </a:r>
                <a:r>
                  <a:rPr lang="en-US"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LA</a:t>
                </a:r>
              </a:p>
            </p:txBody>
          </p:sp>
          <p:sp>
            <p:nvSpPr>
              <p:cNvPr id="3977" name="pg3977">
                <a:extLst>
                  <a:ext uri="{FF2B5EF4-FFF2-40B4-BE49-F238E27FC236}">
                    <a16:creationId xmlns:a16="http://schemas.microsoft.com/office/drawing/2014/main" id="{C078F4A0-BE27-CD8E-9C74-C94D2A834CCB}"/>
                  </a:ext>
                </a:extLst>
              </p:cNvPr>
              <p:cNvSpPr/>
              <p:nvPr/>
            </p:nvSpPr>
            <p:spPr>
              <a:xfrm>
                <a:off x="4939724" y="2934148"/>
                <a:ext cx="581741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81741" h="191932">
                    <a:moveTo>
                      <a:pt x="27432" y="191932"/>
                    </a:moveTo>
                    <a:lnTo>
                      <a:pt x="554309" y="191932"/>
                    </a:lnTo>
                    <a:lnTo>
                      <a:pt x="553204" y="191910"/>
                    </a:lnTo>
                    <a:lnTo>
                      <a:pt x="557615" y="191732"/>
                    </a:lnTo>
                    <a:lnTo>
                      <a:pt x="561941" y="190849"/>
                    </a:lnTo>
                    <a:lnTo>
                      <a:pt x="566069" y="189284"/>
                    </a:lnTo>
                    <a:lnTo>
                      <a:pt x="569892" y="187076"/>
                    </a:lnTo>
                    <a:lnTo>
                      <a:pt x="573312" y="184284"/>
                    </a:lnTo>
                    <a:lnTo>
                      <a:pt x="576239" y="180980"/>
                    </a:lnTo>
                    <a:lnTo>
                      <a:pt x="578599" y="177248"/>
                    </a:lnTo>
                    <a:lnTo>
                      <a:pt x="580329" y="173187"/>
                    </a:lnTo>
                    <a:lnTo>
                      <a:pt x="581386" y="168900"/>
                    </a:lnTo>
                    <a:lnTo>
                      <a:pt x="581741" y="164500"/>
                    </a:lnTo>
                    <a:lnTo>
                      <a:pt x="581741" y="27432"/>
                    </a:lnTo>
                    <a:lnTo>
                      <a:pt x="581386" y="23031"/>
                    </a:lnTo>
                    <a:lnTo>
                      <a:pt x="580329" y="18745"/>
                    </a:lnTo>
                    <a:lnTo>
                      <a:pt x="578599" y="14683"/>
                    </a:lnTo>
                    <a:lnTo>
                      <a:pt x="576239" y="10952"/>
                    </a:lnTo>
                    <a:lnTo>
                      <a:pt x="573312" y="7647"/>
                    </a:lnTo>
                    <a:lnTo>
                      <a:pt x="569892" y="4855"/>
                    </a:lnTo>
                    <a:lnTo>
                      <a:pt x="566069" y="2648"/>
                    </a:lnTo>
                    <a:lnTo>
                      <a:pt x="561941" y="1083"/>
                    </a:lnTo>
                    <a:lnTo>
                      <a:pt x="557615" y="200"/>
                    </a:lnTo>
                    <a:lnTo>
                      <a:pt x="554309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5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8" name="tx3978">
                <a:extLst>
                  <a:ext uri="{FF2B5EF4-FFF2-40B4-BE49-F238E27FC236}">
                    <a16:creationId xmlns:a16="http://schemas.microsoft.com/office/drawing/2014/main" id="{3C0F1827-5056-284C-1C75-F84A2F8CE92D}"/>
                  </a:ext>
                </a:extLst>
              </p:cNvPr>
              <p:cNvSpPr/>
              <p:nvPr/>
            </p:nvSpPr>
            <p:spPr>
              <a:xfrm>
                <a:off x="4985444" y="2979868"/>
                <a:ext cx="490301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W5</a:t>
                </a:r>
                <a:r>
                  <a:rPr lang="en-US"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NH</a:t>
                </a:r>
              </a:p>
            </p:txBody>
          </p:sp>
          <p:sp>
            <p:nvSpPr>
              <p:cNvPr id="3979" name="rc3979">
                <a:extLst>
                  <a:ext uri="{FF2B5EF4-FFF2-40B4-BE49-F238E27FC236}">
                    <a16:creationId xmlns:a16="http://schemas.microsoft.com/office/drawing/2014/main" id="{ED93ABDB-D1F2-C0E7-24BA-212596E7F590}"/>
                  </a:ext>
                </a:extLst>
              </p:cNvPr>
              <p:cNvSpPr/>
              <p:nvPr/>
            </p:nvSpPr>
            <p:spPr>
              <a:xfrm>
                <a:off x="2201917" y="2354586"/>
                <a:ext cx="4342247" cy="3366361"/>
              </a:xfrm>
              <a:prstGeom prst="rect">
                <a:avLst/>
              </a:prstGeom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0" name="tx3980">
                <a:extLst>
                  <a:ext uri="{FF2B5EF4-FFF2-40B4-BE49-F238E27FC236}">
                    <a16:creationId xmlns:a16="http://schemas.microsoft.com/office/drawing/2014/main" id="{8DB05DD4-3769-D975-6DA9-5F0B347280D8}"/>
                  </a:ext>
                </a:extLst>
              </p:cNvPr>
              <p:cNvSpPr/>
              <p:nvPr/>
            </p:nvSpPr>
            <p:spPr>
              <a:xfrm>
                <a:off x="1889564" y="5366840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25</a:t>
                </a:r>
              </a:p>
            </p:txBody>
          </p:sp>
          <p:sp>
            <p:nvSpPr>
              <p:cNvPr id="3981" name="tx3981">
                <a:extLst>
                  <a:ext uri="{FF2B5EF4-FFF2-40B4-BE49-F238E27FC236}">
                    <a16:creationId xmlns:a16="http://schemas.microsoft.com/office/drawing/2014/main" id="{F73EB5A2-BCDB-DC8A-159A-420FDE41DB09}"/>
                  </a:ext>
                </a:extLst>
              </p:cNvPr>
              <p:cNvSpPr/>
              <p:nvPr/>
            </p:nvSpPr>
            <p:spPr>
              <a:xfrm>
                <a:off x="2013922" y="534846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2" name="tx3982">
                <a:extLst>
                  <a:ext uri="{FF2B5EF4-FFF2-40B4-BE49-F238E27FC236}">
                    <a16:creationId xmlns:a16="http://schemas.microsoft.com/office/drawing/2014/main" id="{7D04DC85-F4AD-42CB-5394-C5A5D5567D93}"/>
                  </a:ext>
                </a:extLst>
              </p:cNvPr>
              <p:cNvSpPr/>
              <p:nvPr/>
            </p:nvSpPr>
            <p:spPr>
              <a:xfrm>
                <a:off x="2058636" y="5366840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3" name="tx3983">
                <a:extLst>
                  <a:ext uri="{FF2B5EF4-FFF2-40B4-BE49-F238E27FC236}">
                    <a16:creationId xmlns:a16="http://schemas.microsoft.com/office/drawing/2014/main" id="{3E3A3469-B850-43FC-04C2-B8D2C2CDEBEA}"/>
                  </a:ext>
                </a:extLst>
              </p:cNvPr>
              <p:cNvSpPr/>
              <p:nvPr/>
            </p:nvSpPr>
            <p:spPr>
              <a:xfrm>
                <a:off x="1889564" y="471646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30</a:t>
                </a:r>
              </a:p>
            </p:txBody>
          </p:sp>
          <p:sp>
            <p:nvSpPr>
              <p:cNvPr id="3984" name="tx3984">
                <a:extLst>
                  <a:ext uri="{FF2B5EF4-FFF2-40B4-BE49-F238E27FC236}">
                    <a16:creationId xmlns:a16="http://schemas.microsoft.com/office/drawing/2014/main" id="{72110D14-407E-988B-3BDE-6ADEC22FCC2D}"/>
                  </a:ext>
                </a:extLst>
              </p:cNvPr>
              <p:cNvSpPr/>
              <p:nvPr/>
            </p:nvSpPr>
            <p:spPr>
              <a:xfrm>
                <a:off x="2013922" y="469808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5" name="tx3985">
                <a:extLst>
                  <a:ext uri="{FF2B5EF4-FFF2-40B4-BE49-F238E27FC236}">
                    <a16:creationId xmlns:a16="http://schemas.microsoft.com/office/drawing/2014/main" id="{BA9D9725-CBA8-3ED0-7119-E8195A858EDB}"/>
                  </a:ext>
                </a:extLst>
              </p:cNvPr>
              <p:cNvSpPr/>
              <p:nvPr/>
            </p:nvSpPr>
            <p:spPr>
              <a:xfrm>
                <a:off x="2058636" y="471646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6" name="tx3986">
                <a:extLst>
                  <a:ext uri="{FF2B5EF4-FFF2-40B4-BE49-F238E27FC236}">
                    <a16:creationId xmlns:a16="http://schemas.microsoft.com/office/drawing/2014/main" id="{E335EA34-C578-F78A-86A8-8EFE0ACEBEB6}"/>
                  </a:ext>
                </a:extLst>
              </p:cNvPr>
              <p:cNvSpPr/>
              <p:nvPr/>
            </p:nvSpPr>
            <p:spPr>
              <a:xfrm>
                <a:off x="1889564" y="406618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35</a:t>
                </a:r>
              </a:p>
            </p:txBody>
          </p:sp>
          <p:sp>
            <p:nvSpPr>
              <p:cNvPr id="3987" name="tx3987">
                <a:extLst>
                  <a:ext uri="{FF2B5EF4-FFF2-40B4-BE49-F238E27FC236}">
                    <a16:creationId xmlns:a16="http://schemas.microsoft.com/office/drawing/2014/main" id="{AA42217E-3C3C-9A2C-7679-5B7375ABB9B3}"/>
                  </a:ext>
                </a:extLst>
              </p:cNvPr>
              <p:cNvSpPr/>
              <p:nvPr/>
            </p:nvSpPr>
            <p:spPr>
              <a:xfrm>
                <a:off x="2013922" y="40478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8" name="tx3988">
                <a:extLst>
                  <a:ext uri="{FF2B5EF4-FFF2-40B4-BE49-F238E27FC236}">
                    <a16:creationId xmlns:a16="http://schemas.microsoft.com/office/drawing/2014/main" id="{7FA022D0-0C35-B180-9A3D-603571D6BD18}"/>
                  </a:ext>
                </a:extLst>
              </p:cNvPr>
              <p:cNvSpPr/>
              <p:nvPr/>
            </p:nvSpPr>
            <p:spPr>
              <a:xfrm>
                <a:off x="2058636" y="406618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9" name="tx3989">
                <a:extLst>
                  <a:ext uri="{FF2B5EF4-FFF2-40B4-BE49-F238E27FC236}">
                    <a16:creationId xmlns:a16="http://schemas.microsoft.com/office/drawing/2014/main" id="{A7EAD8A2-55F1-A9BC-9D18-173A61A92A54}"/>
                  </a:ext>
                </a:extLst>
              </p:cNvPr>
              <p:cNvSpPr/>
              <p:nvPr/>
            </p:nvSpPr>
            <p:spPr>
              <a:xfrm>
                <a:off x="1889564" y="341590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40</a:t>
                </a:r>
              </a:p>
            </p:txBody>
          </p:sp>
          <p:sp>
            <p:nvSpPr>
              <p:cNvPr id="3990" name="tx3990">
                <a:extLst>
                  <a:ext uri="{FF2B5EF4-FFF2-40B4-BE49-F238E27FC236}">
                    <a16:creationId xmlns:a16="http://schemas.microsoft.com/office/drawing/2014/main" id="{82F5F94B-2902-2ABE-0260-C11B622ECEBB}"/>
                  </a:ext>
                </a:extLst>
              </p:cNvPr>
              <p:cNvSpPr/>
              <p:nvPr/>
            </p:nvSpPr>
            <p:spPr>
              <a:xfrm>
                <a:off x="2013922" y="339752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91" name="tx3991">
                <a:extLst>
                  <a:ext uri="{FF2B5EF4-FFF2-40B4-BE49-F238E27FC236}">
                    <a16:creationId xmlns:a16="http://schemas.microsoft.com/office/drawing/2014/main" id="{C9F17CE5-CBE3-6028-D6C3-BEEF534BF338}"/>
                  </a:ext>
                </a:extLst>
              </p:cNvPr>
              <p:cNvSpPr/>
              <p:nvPr/>
            </p:nvSpPr>
            <p:spPr>
              <a:xfrm>
                <a:off x="2058636" y="341590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92" name="tx3992">
                <a:extLst>
                  <a:ext uri="{FF2B5EF4-FFF2-40B4-BE49-F238E27FC236}">
                    <a16:creationId xmlns:a16="http://schemas.microsoft.com/office/drawing/2014/main" id="{6A708AE9-CAA2-19B5-31B6-44F9A1FFC1FB}"/>
                  </a:ext>
                </a:extLst>
              </p:cNvPr>
              <p:cNvSpPr/>
              <p:nvPr/>
            </p:nvSpPr>
            <p:spPr>
              <a:xfrm>
                <a:off x="1889564" y="2765720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45</a:t>
                </a:r>
              </a:p>
            </p:txBody>
          </p:sp>
          <p:sp>
            <p:nvSpPr>
              <p:cNvPr id="3993" name="tx3993">
                <a:extLst>
                  <a:ext uri="{FF2B5EF4-FFF2-40B4-BE49-F238E27FC236}">
                    <a16:creationId xmlns:a16="http://schemas.microsoft.com/office/drawing/2014/main" id="{2C7DF9C9-06F7-6772-59BF-973DADCEFC58}"/>
                  </a:ext>
                </a:extLst>
              </p:cNvPr>
              <p:cNvSpPr/>
              <p:nvPr/>
            </p:nvSpPr>
            <p:spPr>
              <a:xfrm>
                <a:off x="2013922" y="274734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94" name="tx3994">
                <a:extLst>
                  <a:ext uri="{FF2B5EF4-FFF2-40B4-BE49-F238E27FC236}">
                    <a16:creationId xmlns:a16="http://schemas.microsoft.com/office/drawing/2014/main" id="{E1AA132C-FAD9-62FF-DBF5-2341ED9B9D1C}"/>
                  </a:ext>
                </a:extLst>
              </p:cNvPr>
              <p:cNvSpPr/>
              <p:nvPr/>
            </p:nvSpPr>
            <p:spPr>
              <a:xfrm>
                <a:off x="2058636" y="2765720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95" name="pl3995">
                <a:extLst>
                  <a:ext uri="{FF2B5EF4-FFF2-40B4-BE49-F238E27FC236}">
                    <a16:creationId xmlns:a16="http://schemas.microsoft.com/office/drawing/2014/main" id="{CE5BBBD7-275E-DC3D-8747-A91D6026D3CA}"/>
                  </a:ext>
                </a:extLst>
              </p:cNvPr>
              <p:cNvSpPr/>
              <p:nvPr/>
            </p:nvSpPr>
            <p:spPr>
              <a:xfrm>
                <a:off x="2167122" y="540785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l3996">
                <a:extLst>
                  <a:ext uri="{FF2B5EF4-FFF2-40B4-BE49-F238E27FC236}">
                    <a16:creationId xmlns:a16="http://schemas.microsoft.com/office/drawing/2014/main" id="{74332DBE-BA5B-9180-9E9E-849760B1B8DF}"/>
                  </a:ext>
                </a:extLst>
              </p:cNvPr>
              <p:cNvSpPr/>
              <p:nvPr/>
            </p:nvSpPr>
            <p:spPr>
              <a:xfrm>
                <a:off x="2167122" y="475757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l3997">
                <a:extLst>
                  <a:ext uri="{FF2B5EF4-FFF2-40B4-BE49-F238E27FC236}">
                    <a16:creationId xmlns:a16="http://schemas.microsoft.com/office/drawing/2014/main" id="{C5198598-BA8C-9315-D2CB-33D7A1F34B69}"/>
                  </a:ext>
                </a:extLst>
              </p:cNvPr>
              <p:cNvSpPr/>
              <p:nvPr/>
            </p:nvSpPr>
            <p:spPr>
              <a:xfrm>
                <a:off x="2167122" y="410729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l3998">
                <a:extLst>
                  <a:ext uri="{FF2B5EF4-FFF2-40B4-BE49-F238E27FC236}">
                    <a16:creationId xmlns:a16="http://schemas.microsoft.com/office/drawing/2014/main" id="{323F15AC-6295-E164-B109-2F2E8418DD9A}"/>
                  </a:ext>
                </a:extLst>
              </p:cNvPr>
              <p:cNvSpPr/>
              <p:nvPr/>
            </p:nvSpPr>
            <p:spPr>
              <a:xfrm>
                <a:off x="2167122" y="345701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l3999">
                <a:extLst>
                  <a:ext uri="{FF2B5EF4-FFF2-40B4-BE49-F238E27FC236}">
                    <a16:creationId xmlns:a16="http://schemas.microsoft.com/office/drawing/2014/main" id="{C882DD22-0C46-128B-17CA-3B698D52804A}"/>
                  </a:ext>
                </a:extLst>
              </p:cNvPr>
              <p:cNvSpPr/>
              <p:nvPr/>
            </p:nvSpPr>
            <p:spPr>
              <a:xfrm>
                <a:off x="2167122" y="280673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l4000">
                <a:extLst>
                  <a:ext uri="{FF2B5EF4-FFF2-40B4-BE49-F238E27FC236}">
                    <a16:creationId xmlns:a16="http://schemas.microsoft.com/office/drawing/2014/main" id="{21056938-A186-9E5A-E29C-DFE4F4A76324}"/>
                  </a:ext>
                </a:extLst>
              </p:cNvPr>
              <p:cNvSpPr/>
              <p:nvPr/>
            </p:nvSpPr>
            <p:spPr>
              <a:xfrm>
                <a:off x="2610961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l4001">
                <a:extLst>
                  <a:ext uri="{FF2B5EF4-FFF2-40B4-BE49-F238E27FC236}">
                    <a16:creationId xmlns:a16="http://schemas.microsoft.com/office/drawing/2014/main" id="{FDC8552D-5A9C-0A1A-C833-0311BE5A8139}"/>
                  </a:ext>
                </a:extLst>
              </p:cNvPr>
              <p:cNvSpPr/>
              <p:nvPr/>
            </p:nvSpPr>
            <p:spPr>
              <a:xfrm>
                <a:off x="314013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l4002">
                <a:extLst>
                  <a:ext uri="{FF2B5EF4-FFF2-40B4-BE49-F238E27FC236}">
                    <a16:creationId xmlns:a16="http://schemas.microsoft.com/office/drawing/2014/main" id="{D21ABEE3-62BB-005F-81D0-CBC4F7F23AD3}"/>
                  </a:ext>
                </a:extLst>
              </p:cNvPr>
              <p:cNvSpPr/>
              <p:nvPr/>
            </p:nvSpPr>
            <p:spPr>
              <a:xfrm>
                <a:off x="366931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l4003">
                <a:extLst>
                  <a:ext uri="{FF2B5EF4-FFF2-40B4-BE49-F238E27FC236}">
                    <a16:creationId xmlns:a16="http://schemas.microsoft.com/office/drawing/2014/main" id="{20E0545C-A049-A30F-8F05-DE545DDBB681}"/>
                  </a:ext>
                </a:extLst>
              </p:cNvPr>
              <p:cNvSpPr/>
              <p:nvPr/>
            </p:nvSpPr>
            <p:spPr>
              <a:xfrm>
                <a:off x="419848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l4004">
                <a:extLst>
                  <a:ext uri="{FF2B5EF4-FFF2-40B4-BE49-F238E27FC236}">
                    <a16:creationId xmlns:a16="http://schemas.microsoft.com/office/drawing/2014/main" id="{868CE423-A232-18A5-FBE2-6BB1223EB6EC}"/>
                  </a:ext>
                </a:extLst>
              </p:cNvPr>
              <p:cNvSpPr/>
              <p:nvPr/>
            </p:nvSpPr>
            <p:spPr>
              <a:xfrm>
                <a:off x="472766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pl4005">
                <a:extLst>
                  <a:ext uri="{FF2B5EF4-FFF2-40B4-BE49-F238E27FC236}">
                    <a16:creationId xmlns:a16="http://schemas.microsoft.com/office/drawing/2014/main" id="{CC771067-1326-2647-1C3F-3AB3F72FE5EA}"/>
                  </a:ext>
                </a:extLst>
              </p:cNvPr>
              <p:cNvSpPr/>
              <p:nvPr/>
            </p:nvSpPr>
            <p:spPr>
              <a:xfrm>
                <a:off x="525683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6" name="pl4006">
                <a:extLst>
                  <a:ext uri="{FF2B5EF4-FFF2-40B4-BE49-F238E27FC236}">
                    <a16:creationId xmlns:a16="http://schemas.microsoft.com/office/drawing/2014/main" id="{7CA212B5-9D3D-362F-AA7B-EEC264BB7A49}"/>
                  </a:ext>
                </a:extLst>
              </p:cNvPr>
              <p:cNvSpPr/>
              <p:nvPr/>
            </p:nvSpPr>
            <p:spPr>
              <a:xfrm>
                <a:off x="578601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7" name="pl4007">
                <a:extLst>
                  <a:ext uri="{FF2B5EF4-FFF2-40B4-BE49-F238E27FC236}">
                    <a16:creationId xmlns:a16="http://schemas.microsoft.com/office/drawing/2014/main" id="{506732E0-8A06-7763-4F8E-2E3B96610CC3}"/>
                  </a:ext>
                </a:extLst>
              </p:cNvPr>
              <p:cNvSpPr/>
              <p:nvPr/>
            </p:nvSpPr>
            <p:spPr>
              <a:xfrm>
                <a:off x="631518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8" name="tx4008">
                <a:extLst>
                  <a:ext uri="{FF2B5EF4-FFF2-40B4-BE49-F238E27FC236}">
                    <a16:creationId xmlns:a16="http://schemas.microsoft.com/office/drawing/2014/main" id="{E61F2864-E9E3-401A-CB31-35DE4702EA34}"/>
                  </a:ext>
                </a:extLst>
              </p:cNvPr>
              <p:cNvSpPr/>
              <p:nvPr/>
            </p:nvSpPr>
            <p:spPr>
              <a:xfrm>
                <a:off x="2442620" y="5783578"/>
                <a:ext cx="186537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100</a:t>
                </a:r>
              </a:p>
            </p:txBody>
          </p:sp>
          <p:sp>
            <p:nvSpPr>
              <p:cNvPr id="4009" name="tx4009">
                <a:extLst>
                  <a:ext uri="{FF2B5EF4-FFF2-40B4-BE49-F238E27FC236}">
                    <a16:creationId xmlns:a16="http://schemas.microsoft.com/office/drawing/2014/main" id="{5F851069-5FD9-B3BB-9A90-F3B3447BF44A}"/>
                  </a:ext>
                </a:extLst>
              </p:cNvPr>
              <p:cNvSpPr/>
              <p:nvPr/>
            </p:nvSpPr>
            <p:spPr>
              <a:xfrm>
                <a:off x="262915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0" name="tx4010">
                <a:extLst>
                  <a:ext uri="{FF2B5EF4-FFF2-40B4-BE49-F238E27FC236}">
                    <a16:creationId xmlns:a16="http://schemas.microsoft.com/office/drawing/2014/main" id="{8BB71BBB-7E9B-699E-D1DD-51BC4199C000}"/>
                  </a:ext>
                </a:extLst>
              </p:cNvPr>
              <p:cNvSpPr/>
              <p:nvPr/>
            </p:nvSpPr>
            <p:spPr>
              <a:xfrm>
                <a:off x="267387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1" name="tx4011">
                <a:extLst>
                  <a:ext uri="{FF2B5EF4-FFF2-40B4-BE49-F238E27FC236}">
                    <a16:creationId xmlns:a16="http://schemas.microsoft.com/office/drawing/2014/main" id="{92A248A3-E28F-5B92-135F-53709F9A4CE8}"/>
                  </a:ext>
                </a:extLst>
              </p:cNvPr>
              <p:cNvSpPr/>
              <p:nvPr/>
            </p:nvSpPr>
            <p:spPr>
              <a:xfrm>
                <a:off x="298738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95</a:t>
                </a:r>
              </a:p>
            </p:txBody>
          </p:sp>
          <p:sp>
            <p:nvSpPr>
              <p:cNvPr id="4012" name="tx4012">
                <a:extLst>
                  <a:ext uri="{FF2B5EF4-FFF2-40B4-BE49-F238E27FC236}">
                    <a16:creationId xmlns:a16="http://schemas.microsoft.com/office/drawing/2014/main" id="{33325BA2-2E33-F330-B423-27F0BA80822C}"/>
                  </a:ext>
                </a:extLst>
              </p:cNvPr>
              <p:cNvSpPr/>
              <p:nvPr/>
            </p:nvSpPr>
            <p:spPr>
              <a:xfrm>
                <a:off x="314274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3" name="tx4013">
                <a:extLst>
                  <a:ext uri="{FF2B5EF4-FFF2-40B4-BE49-F238E27FC236}">
                    <a16:creationId xmlns:a16="http://schemas.microsoft.com/office/drawing/2014/main" id="{C0BA1ED4-4EB6-0885-C525-00EF389B88C1}"/>
                  </a:ext>
                </a:extLst>
              </p:cNvPr>
              <p:cNvSpPr/>
              <p:nvPr/>
            </p:nvSpPr>
            <p:spPr>
              <a:xfrm>
                <a:off x="318745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4" name="tx4014">
                <a:extLst>
                  <a:ext uri="{FF2B5EF4-FFF2-40B4-BE49-F238E27FC236}">
                    <a16:creationId xmlns:a16="http://schemas.microsoft.com/office/drawing/2014/main" id="{E0B5C978-FB6E-C971-07F5-FE939C840F22}"/>
                  </a:ext>
                </a:extLst>
              </p:cNvPr>
              <p:cNvSpPr/>
              <p:nvPr/>
            </p:nvSpPr>
            <p:spPr>
              <a:xfrm>
                <a:off x="351656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90</a:t>
                </a:r>
              </a:p>
            </p:txBody>
          </p:sp>
          <p:sp>
            <p:nvSpPr>
              <p:cNvPr id="4015" name="tx4015">
                <a:extLst>
                  <a:ext uri="{FF2B5EF4-FFF2-40B4-BE49-F238E27FC236}">
                    <a16:creationId xmlns:a16="http://schemas.microsoft.com/office/drawing/2014/main" id="{5334155A-3658-F8B8-A51E-E084EA286D56}"/>
                  </a:ext>
                </a:extLst>
              </p:cNvPr>
              <p:cNvSpPr/>
              <p:nvPr/>
            </p:nvSpPr>
            <p:spPr>
              <a:xfrm>
                <a:off x="367191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6" name="tx4016">
                <a:extLst>
                  <a:ext uri="{FF2B5EF4-FFF2-40B4-BE49-F238E27FC236}">
                    <a16:creationId xmlns:a16="http://schemas.microsoft.com/office/drawing/2014/main" id="{201A7622-18F4-DA50-8574-399A6ED95A40}"/>
                  </a:ext>
                </a:extLst>
              </p:cNvPr>
              <p:cNvSpPr/>
              <p:nvPr/>
            </p:nvSpPr>
            <p:spPr>
              <a:xfrm>
                <a:off x="371663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7" name="tx4017">
                <a:extLst>
                  <a:ext uri="{FF2B5EF4-FFF2-40B4-BE49-F238E27FC236}">
                    <a16:creationId xmlns:a16="http://schemas.microsoft.com/office/drawing/2014/main" id="{49524896-B612-8CE0-5218-4E6D8101B3D4}"/>
                  </a:ext>
                </a:extLst>
              </p:cNvPr>
              <p:cNvSpPr/>
              <p:nvPr/>
            </p:nvSpPr>
            <p:spPr>
              <a:xfrm>
                <a:off x="404573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85</a:t>
                </a:r>
              </a:p>
            </p:txBody>
          </p:sp>
          <p:sp>
            <p:nvSpPr>
              <p:cNvPr id="4018" name="tx4018">
                <a:extLst>
                  <a:ext uri="{FF2B5EF4-FFF2-40B4-BE49-F238E27FC236}">
                    <a16:creationId xmlns:a16="http://schemas.microsoft.com/office/drawing/2014/main" id="{8490B360-6959-CC0F-8EA1-E3AF1441599F}"/>
                  </a:ext>
                </a:extLst>
              </p:cNvPr>
              <p:cNvSpPr/>
              <p:nvPr/>
            </p:nvSpPr>
            <p:spPr>
              <a:xfrm>
                <a:off x="420109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9" name="tx4019">
                <a:extLst>
                  <a:ext uri="{FF2B5EF4-FFF2-40B4-BE49-F238E27FC236}">
                    <a16:creationId xmlns:a16="http://schemas.microsoft.com/office/drawing/2014/main" id="{1AD4C498-F1B9-C790-47B4-2A45D510BDA3}"/>
                  </a:ext>
                </a:extLst>
              </p:cNvPr>
              <p:cNvSpPr/>
              <p:nvPr/>
            </p:nvSpPr>
            <p:spPr>
              <a:xfrm>
                <a:off x="424580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0" name="tx4020">
                <a:extLst>
                  <a:ext uri="{FF2B5EF4-FFF2-40B4-BE49-F238E27FC236}">
                    <a16:creationId xmlns:a16="http://schemas.microsoft.com/office/drawing/2014/main" id="{E6AF61CB-2153-8361-0D39-FAD071284AFB}"/>
                  </a:ext>
                </a:extLst>
              </p:cNvPr>
              <p:cNvSpPr/>
              <p:nvPr/>
            </p:nvSpPr>
            <p:spPr>
              <a:xfrm>
                <a:off x="457491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80</a:t>
                </a:r>
              </a:p>
            </p:txBody>
          </p:sp>
          <p:sp>
            <p:nvSpPr>
              <p:cNvPr id="4021" name="tx4021">
                <a:extLst>
                  <a:ext uri="{FF2B5EF4-FFF2-40B4-BE49-F238E27FC236}">
                    <a16:creationId xmlns:a16="http://schemas.microsoft.com/office/drawing/2014/main" id="{6C28E5E4-2E4E-61C1-2388-4B9A3B3C0505}"/>
                  </a:ext>
                </a:extLst>
              </p:cNvPr>
              <p:cNvSpPr/>
              <p:nvPr/>
            </p:nvSpPr>
            <p:spPr>
              <a:xfrm>
                <a:off x="473026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2" name="tx4022">
                <a:extLst>
                  <a:ext uri="{FF2B5EF4-FFF2-40B4-BE49-F238E27FC236}">
                    <a16:creationId xmlns:a16="http://schemas.microsoft.com/office/drawing/2014/main" id="{005C1EB8-2ADA-B472-B1E5-00F9F68270C2}"/>
                  </a:ext>
                </a:extLst>
              </p:cNvPr>
              <p:cNvSpPr/>
              <p:nvPr/>
            </p:nvSpPr>
            <p:spPr>
              <a:xfrm>
                <a:off x="477498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3" name="tx4023">
                <a:extLst>
                  <a:ext uri="{FF2B5EF4-FFF2-40B4-BE49-F238E27FC236}">
                    <a16:creationId xmlns:a16="http://schemas.microsoft.com/office/drawing/2014/main" id="{79CC74E6-5D34-6899-DA00-41307A036301}"/>
                  </a:ext>
                </a:extLst>
              </p:cNvPr>
              <p:cNvSpPr/>
              <p:nvPr/>
            </p:nvSpPr>
            <p:spPr>
              <a:xfrm>
                <a:off x="510408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75</a:t>
                </a:r>
              </a:p>
            </p:txBody>
          </p:sp>
          <p:sp>
            <p:nvSpPr>
              <p:cNvPr id="4024" name="tx4024">
                <a:extLst>
                  <a:ext uri="{FF2B5EF4-FFF2-40B4-BE49-F238E27FC236}">
                    <a16:creationId xmlns:a16="http://schemas.microsoft.com/office/drawing/2014/main" id="{4E81D601-9D69-FF61-ED53-F6525EB85C0F}"/>
                  </a:ext>
                </a:extLst>
              </p:cNvPr>
              <p:cNvSpPr/>
              <p:nvPr/>
            </p:nvSpPr>
            <p:spPr>
              <a:xfrm>
                <a:off x="525944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5" name="tx4025">
                <a:extLst>
                  <a:ext uri="{FF2B5EF4-FFF2-40B4-BE49-F238E27FC236}">
                    <a16:creationId xmlns:a16="http://schemas.microsoft.com/office/drawing/2014/main" id="{8ACC6D88-26D3-B24E-C15E-404F5C638AFF}"/>
                  </a:ext>
                </a:extLst>
              </p:cNvPr>
              <p:cNvSpPr/>
              <p:nvPr/>
            </p:nvSpPr>
            <p:spPr>
              <a:xfrm>
                <a:off x="530415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6" name="tx4026">
                <a:extLst>
                  <a:ext uri="{FF2B5EF4-FFF2-40B4-BE49-F238E27FC236}">
                    <a16:creationId xmlns:a16="http://schemas.microsoft.com/office/drawing/2014/main" id="{4E6147CA-EAAD-B7AD-ABB1-BD006435748F}"/>
                  </a:ext>
                </a:extLst>
              </p:cNvPr>
              <p:cNvSpPr/>
              <p:nvPr/>
            </p:nvSpPr>
            <p:spPr>
              <a:xfrm>
                <a:off x="563326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70</a:t>
                </a:r>
              </a:p>
            </p:txBody>
          </p:sp>
          <p:sp>
            <p:nvSpPr>
              <p:cNvPr id="4027" name="tx4027">
                <a:extLst>
                  <a:ext uri="{FF2B5EF4-FFF2-40B4-BE49-F238E27FC236}">
                    <a16:creationId xmlns:a16="http://schemas.microsoft.com/office/drawing/2014/main" id="{37DEAA17-8175-E062-EEA1-671FA2360DA2}"/>
                  </a:ext>
                </a:extLst>
              </p:cNvPr>
              <p:cNvSpPr/>
              <p:nvPr/>
            </p:nvSpPr>
            <p:spPr>
              <a:xfrm>
                <a:off x="578861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8" name="tx4028">
                <a:extLst>
                  <a:ext uri="{FF2B5EF4-FFF2-40B4-BE49-F238E27FC236}">
                    <a16:creationId xmlns:a16="http://schemas.microsoft.com/office/drawing/2014/main" id="{B58AAD8C-9A86-6F22-D895-697A68067116}"/>
                  </a:ext>
                </a:extLst>
              </p:cNvPr>
              <p:cNvSpPr/>
              <p:nvPr/>
            </p:nvSpPr>
            <p:spPr>
              <a:xfrm>
                <a:off x="583333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9" name="tx4029">
                <a:extLst>
                  <a:ext uri="{FF2B5EF4-FFF2-40B4-BE49-F238E27FC236}">
                    <a16:creationId xmlns:a16="http://schemas.microsoft.com/office/drawing/2014/main" id="{448383C8-E5D8-37E9-31DD-FAA585A73E13}"/>
                  </a:ext>
                </a:extLst>
              </p:cNvPr>
              <p:cNvSpPr/>
              <p:nvPr/>
            </p:nvSpPr>
            <p:spPr>
              <a:xfrm>
                <a:off x="616243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65</a:t>
                </a:r>
              </a:p>
            </p:txBody>
          </p:sp>
          <p:sp>
            <p:nvSpPr>
              <p:cNvPr id="4030" name="tx4030">
                <a:extLst>
                  <a:ext uri="{FF2B5EF4-FFF2-40B4-BE49-F238E27FC236}">
                    <a16:creationId xmlns:a16="http://schemas.microsoft.com/office/drawing/2014/main" id="{5ADD28B9-945F-90E5-5799-4A2D580A5296}"/>
                  </a:ext>
                </a:extLst>
              </p:cNvPr>
              <p:cNvSpPr/>
              <p:nvPr/>
            </p:nvSpPr>
            <p:spPr>
              <a:xfrm>
                <a:off x="631779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31" name="tx4031">
                <a:extLst>
                  <a:ext uri="{FF2B5EF4-FFF2-40B4-BE49-F238E27FC236}">
                    <a16:creationId xmlns:a16="http://schemas.microsoft.com/office/drawing/2014/main" id="{1DCE0AD4-BAD4-2646-8CFD-408489FF881C}"/>
                  </a:ext>
                </a:extLst>
              </p:cNvPr>
              <p:cNvSpPr/>
              <p:nvPr/>
            </p:nvSpPr>
            <p:spPr>
              <a:xfrm>
                <a:off x="636250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32" name="tx4032">
                <a:extLst>
                  <a:ext uri="{FF2B5EF4-FFF2-40B4-BE49-F238E27FC236}">
                    <a16:creationId xmlns:a16="http://schemas.microsoft.com/office/drawing/2014/main" id="{F6EF7CE3-091B-5F1E-24D8-63D3208C84F3}"/>
                  </a:ext>
                </a:extLst>
              </p:cNvPr>
              <p:cNvSpPr/>
              <p:nvPr/>
            </p:nvSpPr>
            <p:spPr>
              <a:xfrm>
                <a:off x="4066122" y="5925448"/>
                <a:ext cx="613836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Longitude</a:t>
                </a:r>
              </a:p>
            </p:txBody>
          </p:sp>
          <p:sp>
            <p:nvSpPr>
              <p:cNvPr id="4033" name="tx4033">
                <a:extLst>
                  <a:ext uri="{FF2B5EF4-FFF2-40B4-BE49-F238E27FC236}">
                    <a16:creationId xmlns:a16="http://schemas.microsoft.com/office/drawing/2014/main" id="{77FB95F6-D224-0B75-B8B6-3B7D9C6E5E63}"/>
                  </a:ext>
                </a:extLst>
              </p:cNvPr>
              <p:cNvSpPr/>
              <p:nvPr/>
            </p:nvSpPr>
            <p:spPr>
              <a:xfrm rot="-5400000">
                <a:off x="1525174" y="3987658"/>
                <a:ext cx="497159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Latitude</a:t>
                </a:r>
              </a:p>
            </p:txBody>
          </p:sp>
          <p:sp>
            <p:nvSpPr>
              <p:cNvPr id="4034" name="rc4034">
                <a:extLst>
                  <a:ext uri="{FF2B5EF4-FFF2-40B4-BE49-F238E27FC236}">
                    <a16:creationId xmlns:a16="http://schemas.microsoft.com/office/drawing/2014/main" id="{201F7515-FD2C-3A45-3A3D-54EADBAFD01D}"/>
                  </a:ext>
                </a:extLst>
              </p:cNvPr>
              <p:cNvSpPr/>
              <p:nvPr/>
            </p:nvSpPr>
            <p:spPr>
              <a:xfrm>
                <a:off x="6683342" y="3243743"/>
                <a:ext cx="737012" cy="1588048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5" name="tx4035">
                <a:extLst>
                  <a:ext uri="{FF2B5EF4-FFF2-40B4-BE49-F238E27FC236}">
                    <a16:creationId xmlns:a16="http://schemas.microsoft.com/office/drawing/2014/main" id="{63295377-A894-0797-4334-E6F4F2E3E2EE}"/>
                  </a:ext>
                </a:extLst>
              </p:cNvPr>
              <p:cNvSpPr/>
              <p:nvPr/>
            </p:nvSpPr>
            <p:spPr>
              <a:xfrm>
                <a:off x="6752931" y="3328785"/>
                <a:ext cx="597834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Genomic </a:t>
                </a:r>
              </a:p>
            </p:txBody>
          </p:sp>
          <p:sp>
            <p:nvSpPr>
              <p:cNvPr id="4036" name="tx4036">
                <a:extLst>
                  <a:ext uri="{FF2B5EF4-FFF2-40B4-BE49-F238E27FC236}">
                    <a16:creationId xmlns:a16="http://schemas.microsoft.com/office/drawing/2014/main" id="{7EF13626-1D97-9540-D658-C1C2F236E79F}"/>
                  </a:ext>
                </a:extLst>
              </p:cNvPr>
              <p:cNvSpPr/>
              <p:nvPr/>
            </p:nvSpPr>
            <p:spPr>
              <a:xfrm>
                <a:off x="6752931" y="3479661"/>
                <a:ext cx="372526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Offset</a:t>
                </a:r>
              </a:p>
            </p:txBody>
          </p:sp>
          <p:pic>
            <p:nvPicPr>
              <p:cNvPr id="4037" name="pic4037">
                <a:extLst>
                  <a:ext uri="{FF2B5EF4-FFF2-40B4-BE49-F238E27FC236}">
                    <a16:creationId xmlns:a16="http://schemas.microsoft.com/office/drawing/2014/main" id="{AEAF2BDB-E73E-BF62-0728-2279EFD6B9DA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6752931" y="3664922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4038" name="pl4038">
                <a:extLst>
                  <a:ext uri="{FF2B5EF4-FFF2-40B4-BE49-F238E27FC236}">
                    <a16:creationId xmlns:a16="http://schemas.microsoft.com/office/drawing/2014/main" id="{8786DB54-E736-21A4-BC90-20595D03E839}"/>
                  </a:ext>
                </a:extLst>
              </p:cNvPr>
              <p:cNvSpPr/>
              <p:nvPr/>
            </p:nvSpPr>
            <p:spPr>
              <a:xfrm>
                <a:off x="6928496" y="476037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l4039">
                <a:extLst>
                  <a:ext uri="{FF2B5EF4-FFF2-40B4-BE49-F238E27FC236}">
                    <a16:creationId xmlns:a16="http://schemas.microsoft.com/office/drawing/2014/main" id="{0219F103-761C-56E4-4439-79B5E9FC5510}"/>
                  </a:ext>
                </a:extLst>
              </p:cNvPr>
              <p:cNvSpPr/>
              <p:nvPr/>
            </p:nvSpPr>
            <p:spPr>
              <a:xfrm>
                <a:off x="6928496" y="448696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l4040">
                <a:extLst>
                  <a:ext uri="{FF2B5EF4-FFF2-40B4-BE49-F238E27FC236}">
                    <a16:creationId xmlns:a16="http://schemas.microsoft.com/office/drawing/2014/main" id="{8AC8C4F6-48A8-B13E-BAC7-00ABD0AFC71D}"/>
                  </a:ext>
                </a:extLst>
              </p:cNvPr>
              <p:cNvSpPr/>
              <p:nvPr/>
            </p:nvSpPr>
            <p:spPr>
              <a:xfrm>
                <a:off x="6928496" y="421356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l4041">
                <a:extLst>
                  <a:ext uri="{FF2B5EF4-FFF2-40B4-BE49-F238E27FC236}">
                    <a16:creationId xmlns:a16="http://schemas.microsoft.com/office/drawing/2014/main" id="{A27F5F3B-7298-14CD-27CF-6F6EB32453FE}"/>
                  </a:ext>
                </a:extLst>
              </p:cNvPr>
              <p:cNvSpPr/>
              <p:nvPr/>
            </p:nvSpPr>
            <p:spPr>
              <a:xfrm>
                <a:off x="6928496" y="394015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l4042">
                <a:extLst>
                  <a:ext uri="{FF2B5EF4-FFF2-40B4-BE49-F238E27FC236}">
                    <a16:creationId xmlns:a16="http://schemas.microsoft.com/office/drawing/2014/main" id="{B3BA6F5B-BCB5-4C9F-C616-6BDF5514B187}"/>
                  </a:ext>
                </a:extLst>
              </p:cNvPr>
              <p:cNvSpPr/>
              <p:nvPr/>
            </p:nvSpPr>
            <p:spPr>
              <a:xfrm>
                <a:off x="6928496" y="366675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l4043">
                <a:extLst>
                  <a:ext uri="{FF2B5EF4-FFF2-40B4-BE49-F238E27FC236}">
                    <a16:creationId xmlns:a16="http://schemas.microsoft.com/office/drawing/2014/main" id="{49630BA2-8394-2093-0210-5644B3D33130}"/>
                  </a:ext>
                </a:extLst>
              </p:cNvPr>
              <p:cNvSpPr/>
              <p:nvPr/>
            </p:nvSpPr>
            <p:spPr>
              <a:xfrm>
                <a:off x="6752931" y="476037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l4044">
                <a:extLst>
                  <a:ext uri="{FF2B5EF4-FFF2-40B4-BE49-F238E27FC236}">
                    <a16:creationId xmlns:a16="http://schemas.microsoft.com/office/drawing/2014/main" id="{DE8714B8-8143-D166-010F-F9AC22977B2F}"/>
                  </a:ext>
                </a:extLst>
              </p:cNvPr>
              <p:cNvSpPr/>
              <p:nvPr/>
            </p:nvSpPr>
            <p:spPr>
              <a:xfrm>
                <a:off x="6752931" y="448696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pl4045">
                <a:extLst>
                  <a:ext uri="{FF2B5EF4-FFF2-40B4-BE49-F238E27FC236}">
                    <a16:creationId xmlns:a16="http://schemas.microsoft.com/office/drawing/2014/main" id="{2E55C810-3DD5-2E22-338A-0D30B8B55819}"/>
                  </a:ext>
                </a:extLst>
              </p:cNvPr>
              <p:cNvSpPr/>
              <p:nvPr/>
            </p:nvSpPr>
            <p:spPr>
              <a:xfrm>
                <a:off x="6752931" y="421356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6" name="pl4046">
                <a:extLst>
                  <a:ext uri="{FF2B5EF4-FFF2-40B4-BE49-F238E27FC236}">
                    <a16:creationId xmlns:a16="http://schemas.microsoft.com/office/drawing/2014/main" id="{6E4CF340-37CA-9550-FA4E-61642254A165}"/>
                  </a:ext>
                </a:extLst>
              </p:cNvPr>
              <p:cNvSpPr/>
              <p:nvPr/>
            </p:nvSpPr>
            <p:spPr>
              <a:xfrm>
                <a:off x="6752931" y="394015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7" name="pl4047">
                <a:extLst>
                  <a:ext uri="{FF2B5EF4-FFF2-40B4-BE49-F238E27FC236}">
                    <a16:creationId xmlns:a16="http://schemas.microsoft.com/office/drawing/2014/main" id="{435EA98F-2541-94B9-6AE2-C31F0C76C157}"/>
                  </a:ext>
                </a:extLst>
              </p:cNvPr>
              <p:cNvSpPr/>
              <p:nvPr/>
            </p:nvSpPr>
            <p:spPr>
              <a:xfrm>
                <a:off x="6752931" y="366675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8" name="tx4048">
                <a:extLst>
                  <a:ext uri="{FF2B5EF4-FFF2-40B4-BE49-F238E27FC236}">
                    <a16:creationId xmlns:a16="http://schemas.microsoft.com/office/drawing/2014/main" id="{94F30720-0266-0D55-1A57-D9FB73155BBA}"/>
                  </a:ext>
                </a:extLst>
              </p:cNvPr>
              <p:cNvSpPr/>
              <p:nvPr/>
            </p:nvSpPr>
            <p:spPr>
              <a:xfrm>
                <a:off x="7041976" y="4720322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0.00</a:t>
                </a:r>
              </a:p>
            </p:txBody>
          </p:sp>
          <p:sp>
            <p:nvSpPr>
              <p:cNvPr id="4049" name="tx4049">
                <a:extLst>
                  <a:ext uri="{FF2B5EF4-FFF2-40B4-BE49-F238E27FC236}">
                    <a16:creationId xmlns:a16="http://schemas.microsoft.com/office/drawing/2014/main" id="{73EACCB4-7D5A-2EE4-A4A9-B98224DC0B29}"/>
                  </a:ext>
                </a:extLst>
              </p:cNvPr>
              <p:cNvSpPr/>
              <p:nvPr/>
            </p:nvSpPr>
            <p:spPr>
              <a:xfrm>
                <a:off x="7041976" y="4446917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0.02</a:t>
                </a:r>
              </a:p>
            </p:txBody>
          </p:sp>
          <p:sp>
            <p:nvSpPr>
              <p:cNvPr id="4050" name="tx4050">
                <a:extLst>
                  <a:ext uri="{FF2B5EF4-FFF2-40B4-BE49-F238E27FC236}">
                    <a16:creationId xmlns:a16="http://schemas.microsoft.com/office/drawing/2014/main" id="{DA2E9E15-D4C9-8E8C-A3BB-726167043196}"/>
                  </a:ext>
                </a:extLst>
              </p:cNvPr>
              <p:cNvSpPr/>
              <p:nvPr/>
            </p:nvSpPr>
            <p:spPr>
              <a:xfrm>
                <a:off x="7041976" y="4173511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0.04</a:t>
                </a:r>
              </a:p>
            </p:txBody>
          </p:sp>
          <p:sp>
            <p:nvSpPr>
              <p:cNvPr id="4051" name="tx4051">
                <a:extLst>
                  <a:ext uri="{FF2B5EF4-FFF2-40B4-BE49-F238E27FC236}">
                    <a16:creationId xmlns:a16="http://schemas.microsoft.com/office/drawing/2014/main" id="{19EDDEA4-BE74-468A-A175-EDDD49C28955}"/>
                  </a:ext>
                </a:extLst>
              </p:cNvPr>
              <p:cNvSpPr/>
              <p:nvPr/>
            </p:nvSpPr>
            <p:spPr>
              <a:xfrm>
                <a:off x="7041976" y="3900105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0.06</a:t>
                </a:r>
              </a:p>
            </p:txBody>
          </p:sp>
          <p:sp>
            <p:nvSpPr>
              <p:cNvPr id="4052" name="tx4052">
                <a:extLst>
                  <a:ext uri="{FF2B5EF4-FFF2-40B4-BE49-F238E27FC236}">
                    <a16:creationId xmlns:a16="http://schemas.microsoft.com/office/drawing/2014/main" id="{8094A807-F494-73A8-E866-DE06E1F47603}"/>
                  </a:ext>
                </a:extLst>
              </p:cNvPr>
              <p:cNvSpPr/>
              <p:nvPr/>
            </p:nvSpPr>
            <p:spPr>
              <a:xfrm>
                <a:off x="7041976" y="3626700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0.08</a:t>
                </a:r>
              </a:p>
            </p:txBody>
          </p:sp>
          <p:sp>
            <p:nvSpPr>
              <p:cNvPr id="4053" name="tx4053">
                <a:extLst>
                  <a:ext uri="{FF2B5EF4-FFF2-40B4-BE49-F238E27FC236}">
                    <a16:creationId xmlns:a16="http://schemas.microsoft.com/office/drawing/2014/main" id="{8A99BDFD-234B-5125-8301-AC401F4DAED8}"/>
                  </a:ext>
                </a:extLst>
              </p:cNvPr>
              <p:cNvSpPr/>
              <p:nvPr/>
            </p:nvSpPr>
            <p:spPr>
              <a:xfrm>
                <a:off x="2201917" y="1669789"/>
                <a:ext cx="2541117" cy="218633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4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24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Genomic Offset to </a:t>
                </a:r>
              </a:p>
            </p:txBody>
          </p:sp>
          <p:sp>
            <p:nvSpPr>
              <p:cNvPr id="4054" name="tx4054">
                <a:extLst>
                  <a:ext uri="{FF2B5EF4-FFF2-40B4-BE49-F238E27FC236}">
                    <a16:creationId xmlns:a16="http://schemas.microsoft.com/office/drawing/2014/main" id="{8BDD4664-4467-0CCE-4D6A-2BBE2B36A6FB}"/>
                  </a:ext>
                </a:extLst>
              </p:cNvPr>
              <p:cNvSpPr/>
              <p:nvPr/>
            </p:nvSpPr>
            <p:spPr>
              <a:xfrm>
                <a:off x="2201917" y="1998973"/>
                <a:ext cx="2286457" cy="218633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4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24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York River (LEA)</a:t>
                </a:r>
              </a:p>
            </p:txBody>
          </p:sp>
        </p:grpSp>
        <p:grpSp>
          <p:nvGrpSpPr>
            <p:cNvPr id="9523" name="Group 9522">
              <a:extLst>
                <a:ext uri="{FF2B5EF4-FFF2-40B4-BE49-F238E27FC236}">
                  <a16:creationId xmlns:a16="http://schemas.microsoft.com/office/drawing/2014/main" id="{22E31ABD-5332-C2CC-FDFB-456668427025}"/>
                </a:ext>
              </a:extLst>
            </p:cNvPr>
            <p:cNvGrpSpPr/>
            <p:nvPr/>
          </p:nvGrpSpPr>
          <p:grpSpPr>
            <a:xfrm>
              <a:off x="1968674" y="936104"/>
              <a:ext cx="2027262" cy="1736494"/>
              <a:chOff x="5940152" y="4869160"/>
              <a:chExt cx="2027262" cy="1736494"/>
            </a:xfrm>
          </p:grpSpPr>
          <p:grpSp>
            <p:nvGrpSpPr>
              <p:cNvPr id="8773" name="Content Placeholder 2">
                <a:extLst>
                  <a:ext uri="{FF2B5EF4-FFF2-40B4-BE49-F238E27FC236}">
                    <a16:creationId xmlns:a16="http://schemas.microsoft.com/office/drawing/2014/main" id="{7CAE42EC-6D6C-C44D-C0DA-E381597DB80A}"/>
                  </a:ext>
                </a:extLst>
              </p:cNvPr>
              <p:cNvGrpSpPr/>
              <p:nvPr/>
            </p:nvGrpSpPr>
            <p:grpSpPr>
              <a:xfrm>
                <a:off x="5940152" y="4869160"/>
                <a:ext cx="2027262" cy="1736494"/>
                <a:chOff x="2486079" y="1815619"/>
                <a:chExt cx="4393816" cy="3763617"/>
              </a:xfrm>
            </p:grpSpPr>
            <p:sp>
              <p:nvSpPr>
                <p:cNvPr id="8776" name="rc5">
                  <a:extLst>
                    <a:ext uri="{FF2B5EF4-FFF2-40B4-BE49-F238E27FC236}">
                      <a16:creationId xmlns:a16="http://schemas.microsoft.com/office/drawing/2014/main" id="{BC4DCADF-6DFC-B174-89CD-E3B26A1A0E86}"/>
                    </a:ext>
                  </a:extLst>
                </p:cNvPr>
                <p:cNvSpPr/>
                <p:nvPr/>
              </p:nvSpPr>
              <p:spPr>
                <a:xfrm>
                  <a:off x="2486079" y="1815621"/>
                  <a:ext cx="3965591" cy="3745624"/>
                </a:xfrm>
                <a:prstGeom prst="rect">
                  <a:avLst/>
                </a:prstGeom>
                <a:solidFill>
                  <a:srgbClr val="F0F8FF">
                    <a:alpha val="100000"/>
                  </a:srgbClr>
                </a:solidFill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0" name="pg29">
                  <a:extLst>
                    <a:ext uri="{FF2B5EF4-FFF2-40B4-BE49-F238E27FC236}">
                      <a16:creationId xmlns:a16="http://schemas.microsoft.com/office/drawing/2014/main" id="{749068D8-63D0-2C3D-6CE0-43AF4DBD824E}"/>
                    </a:ext>
                  </a:extLst>
                </p:cNvPr>
                <p:cNvSpPr/>
                <p:nvPr/>
              </p:nvSpPr>
              <p:spPr>
                <a:xfrm>
                  <a:off x="4089798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1" name="pg30">
                  <a:extLst>
                    <a:ext uri="{FF2B5EF4-FFF2-40B4-BE49-F238E27FC236}">
                      <a16:creationId xmlns:a16="http://schemas.microsoft.com/office/drawing/2014/main" id="{27ACF1A6-B158-E1B6-0D61-52CFBF53E9B9}"/>
                    </a:ext>
                  </a:extLst>
                </p:cNvPr>
                <p:cNvSpPr/>
                <p:nvPr/>
              </p:nvSpPr>
              <p:spPr>
                <a:xfrm>
                  <a:off x="4171236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2" name="pg31">
                  <a:extLst>
                    <a:ext uri="{FF2B5EF4-FFF2-40B4-BE49-F238E27FC236}">
                      <a16:creationId xmlns:a16="http://schemas.microsoft.com/office/drawing/2014/main" id="{B6B12296-42C2-227D-C3F5-8D851B8FEE29}"/>
                    </a:ext>
                  </a:extLst>
                </p:cNvPr>
                <p:cNvSpPr/>
                <p:nvPr/>
              </p:nvSpPr>
              <p:spPr>
                <a:xfrm>
                  <a:off x="4252673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3" name="pg32">
                  <a:extLst>
                    <a:ext uri="{FF2B5EF4-FFF2-40B4-BE49-F238E27FC236}">
                      <a16:creationId xmlns:a16="http://schemas.microsoft.com/office/drawing/2014/main" id="{57311E95-C6F4-E6F3-3FD0-41625FC51D23}"/>
                    </a:ext>
                  </a:extLst>
                </p:cNvPr>
                <p:cNvSpPr/>
                <p:nvPr/>
              </p:nvSpPr>
              <p:spPr>
                <a:xfrm>
                  <a:off x="4334110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4" name="pg33">
                  <a:extLst>
                    <a:ext uri="{FF2B5EF4-FFF2-40B4-BE49-F238E27FC236}">
                      <a16:creationId xmlns:a16="http://schemas.microsoft.com/office/drawing/2014/main" id="{5E7F0C12-ADC3-B3A1-E4CA-581E0584F388}"/>
                    </a:ext>
                  </a:extLst>
                </p:cNvPr>
                <p:cNvSpPr/>
                <p:nvPr/>
              </p:nvSpPr>
              <p:spPr>
                <a:xfrm>
                  <a:off x="4415547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5" name="pg34">
                  <a:extLst>
                    <a:ext uri="{FF2B5EF4-FFF2-40B4-BE49-F238E27FC236}">
                      <a16:creationId xmlns:a16="http://schemas.microsoft.com/office/drawing/2014/main" id="{57AB7CA6-8287-2D9D-9FDE-79C558DC85F3}"/>
                    </a:ext>
                  </a:extLst>
                </p:cNvPr>
                <p:cNvSpPr/>
                <p:nvPr/>
              </p:nvSpPr>
              <p:spPr>
                <a:xfrm>
                  <a:off x="4496984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6" name="pg35">
                  <a:extLst>
                    <a:ext uri="{FF2B5EF4-FFF2-40B4-BE49-F238E27FC236}">
                      <a16:creationId xmlns:a16="http://schemas.microsoft.com/office/drawing/2014/main" id="{DD8E0C28-5DDB-9860-B2C3-52EF9791AE93}"/>
                    </a:ext>
                  </a:extLst>
                </p:cNvPr>
                <p:cNvSpPr/>
                <p:nvPr/>
              </p:nvSpPr>
              <p:spPr>
                <a:xfrm>
                  <a:off x="4578421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7" name="pg36">
                  <a:extLst>
                    <a:ext uri="{FF2B5EF4-FFF2-40B4-BE49-F238E27FC236}">
                      <a16:creationId xmlns:a16="http://schemas.microsoft.com/office/drawing/2014/main" id="{99D6DB85-3468-B949-7093-99BC8836523A}"/>
                    </a:ext>
                  </a:extLst>
                </p:cNvPr>
                <p:cNvSpPr/>
                <p:nvPr/>
              </p:nvSpPr>
              <p:spPr>
                <a:xfrm>
                  <a:off x="4659858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BE4CC">
                    <a:alpha val="100000"/>
                  </a:srgbClr>
                </a:solidFill>
                <a:ln w="5420" cap="flat">
                  <a:solidFill>
                    <a:srgbClr val="ABE4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8" name="pg37">
                  <a:extLst>
                    <a:ext uri="{FF2B5EF4-FFF2-40B4-BE49-F238E27FC236}">
                      <a16:creationId xmlns:a16="http://schemas.microsoft.com/office/drawing/2014/main" id="{B74ADD91-5D68-8200-EE35-D6979A4B4CEB}"/>
                    </a:ext>
                  </a:extLst>
                </p:cNvPr>
                <p:cNvSpPr/>
                <p:nvPr/>
              </p:nvSpPr>
              <p:spPr>
                <a:xfrm>
                  <a:off x="5067044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9" name="pg38">
                  <a:extLst>
                    <a:ext uri="{FF2B5EF4-FFF2-40B4-BE49-F238E27FC236}">
                      <a16:creationId xmlns:a16="http://schemas.microsoft.com/office/drawing/2014/main" id="{8DF5C710-F195-F11C-D6B5-E77C4FA54E52}"/>
                    </a:ext>
                  </a:extLst>
                </p:cNvPr>
                <p:cNvSpPr/>
                <p:nvPr/>
              </p:nvSpPr>
              <p:spPr>
                <a:xfrm>
                  <a:off x="5148481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FE0C6">
                    <a:alpha val="100000"/>
                  </a:srgbClr>
                </a:solidFill>
                <a:ln w="5420" cap="flat">
                  <a:solidFill>
                    <a:srgbClr val="9FE0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0" name="pg39">
                  <a:extLst>
                    <a:ext uri="{FF2B5EF4-FFF2-40B4-BE49-F238E27FC236}">
                      <a16:creationId xmlns:a16="http://schemas.microsoft.com/office/drawing/2014/main" id="{7BEA08CD-60B1-5CB4-A9DB-3BC6458B5C10}"/>
                    </a:ext>
                  </a:extLst>
                </p:cNvPr>
                <p:cNvSpPr/>
                <p:nvPr/>
              </p:nvSpPr>
              <p:spPr>
                <a:xfrm>
                  <a:off x="5229918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CDFC5">
                    <a:alpha val="100000"/>
                  </a:srgbClr>
                </a:solidFill>
                <a:ln w="5420" cap="flat">
                  <a:solidFill>
                    <a:srgbClr val="9CDF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1" name="pg40">
                  <a:extLst>
                    <a:ext uri="{FF2B5EF4-FFF2-40B4-BE49-F238E27FC236}">
                      <a16:creationId xmlns:a16="http://schemas.microsoft.com/office/drawing/2014/main" id="{3A9805C8-5591-F855-589E-911E558B32A9}"/>
                    </a:ext>
                  </a:extLst>
                </p:cNvPr>
                <p:cNvSpPr/>
                <p:nvPr/>
              </p:nvSpPr>
              <p:spPr>
                <a:xfrm>
                  <a:off x="5311355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9DFC3">
                    <a:alpha val="100000"/>
                  </a:srgbClr>
                </a:solidFill>
                <a:ln w="5420" cap="flat">
                  <a:solidFill>
                    <a:srgbClr val="99DF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2" name="pg41">
                  <a:extLst>
                    <a:ext uri="{FF2B5EF4-FFF2-40B4-BE49-F238E27FC236}">
                      <a16:creationId xmlns:a16="http://schemas.microsoft.com/office/drawing/2014/main" id="{88319A39-2330-30B9-69E1-5439CE374A39}"/>
                    </a:ext>
                  </a:extLst>
                </p:cNvPr>
                <p:cNvSpPr/>
                <p:nvPr/>
              </p:nvSpPr>
              <p:spPr>
                <a:xfrm>
                  <a:off x="5392793" y="18598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3" name="pg42">
                  <a:extLst>
                    <a:ext uri="{FF2B5EF4-FFF2-40B4-BE49-F238E27FC236}">
                      <a16:creationId xmlns:a16="http://schemas.microsoft.com/office/drawing/2014/main" id="{2DE60B18-31D5-EF60-A6F8-C31BA33DC839}"/>
                    </a:ext>
                  </a:extLst>
                </p:cNvPr>
                <p:cNvSpPr/>
                <p:nvPr/>
              </p:nvSpPr>
              <p:spPr>
                <a:xfrm>
                  <a:off x="3682613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4" name="pg43">
                  <a:extLst>
                    <a:ext uri="{FF2B5EF4-FFF2-40B4-BE49-F238E27FC236}">
                      <a16:creationId xmlns:a16="http://schemas.microsoft.com/office/drawing/2014/main" id="{DA9E5320-52EA-0F23-A922-54AAA2536BA9}"/>
                    </a:ext>
                  </a:extLst>
                </p:cNvPr>
                <p:cNvSpPr/>
                <p:nvPr/>
              </p:nvSpPr>
              <p:spPr>
                <a:xfrm>
                  <a:off x="3764050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5" name="pg44">
                  <a:extLst>
                    <a:ext uri="{FF2B5EF4-FFF2-40B4-BE49-F238E27FC236}">
                      <a16:creationId xmlns:a16="http://schemas.microsoft.com/office/drawing/2014/main" id="{E8E4F137-69F6-AEBC-91FC-6404A853E55A}"/>
                    </a:ext>
                  </a:extLst>
                </p:cNvPr>
                <p:cNvSpPr/>
                <p:nvPr/>
              </p:nvSpPr>
              <p:spPr>
                <a:xfrm>
                  <a:off x="3845487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6" name="pg45">
                  <a:extLst>
                    <a:ext uri="{FF2B5EF4-FFF2-40B4-BE49-F238E27FC236}">
                      <a16:creationId xmlns:a16="http://schemas.microsoft.com/office/drawing/2014/main" id="{22067CF5-27A7-36EE-7075-244293BE90EA}"/>
                    </a:ext>
                  </a:extLst>
                </p:cNvPr>
                <p:cNvSpPr/>
                <p:nvPr/>
              </p:nvSpPr>
              <p:spPr>
                <a:xfrm>
                  <a:off x="3926924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7" name="pg46">
                  <a:extLst>
                    <a:ext uri="{FF2B5EF4-FFF2-40B4-BE49-F238E27FC236}">
                      <a16:creationId xmlns:a16="http://schemas.microsoft.com/office/drawing/2014/main" id="{5850D4BA-ABB9-630D-560C-741B50D75E69}"/>
                    </a:ext>
                  </a:extLst>
                </p:cNvPr>
                <p:cNvSpPr/>
                <p:nvPr/>
              </p:nvSpPr>
              <p:spPr>
                <a:xfrm>
                  <a:off x="4008361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8" name="pg47">
                  <a:extLst>
                    <a:ext uri="{FF2B5EF4-FFF2-40B4-BE49-F238E27FC236}">
                      <a16:creationId xmlns:a16="http://schemas.microsoft.com/office/drawing/2014/main" id="{D058F738-DBDD-C39B-0DDE-FA93ED78575B}"/>
                    </a:ext>
                  </a:extLst>
                </p:cNvPr>
                <p:cNvSpPr/>
                <p:nvPr/>
              </p:nvSpPr>
              <p:spPr>
                <a:xfrm>
                  <a:off x="4089798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9" name="pg48">
                  <a:extLst>
                    <a:ext uri="{FF2B5EF4-FFF2-40B4-BE49-F238E27FC236}">
                      <a16:creationId xmlns:a16="http://schemas.microsoft.com/office/drawing/2014/main" id="{E2AFA7DE-ADE3-E939-5126-AE45F5AFCE3C}"/>
                    </a:ext>
                  </a:extLst>
                </p:cNvPr>
                <p:cNvSpPr/>
                <p:nvPr/>
              </p:nvSpPr>
              <p:spPr>
                <a:xfrm>
                  <a:off x="4171236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0" name="pg49">
                  <a:extLst>
                    <a:ext uri="{FF2B5EF4-FFF2-40B4-BE49-F238E27FC236}">
                      <a16:creationId xmlns:a16="http://schemas.microsoft.com/office/drawing/2014/main" id="{202C7DCD-16A9-324D-EE37-75DC8D86D557}"/>
                    </a:ext>
                  </a:extLst>
                </p:cNvPr>
                <p:cNvSpPr/>
                <p:nvPr/>
              </p:nvSpPr>
              <p:spPr>
                <a:xfrm>
                  <a:off x="4252673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1" name="pg50">
                  <a:extLst>
                    <a:ext uri="{FF2B5EF4-FFF2-40B4-BE49-F238E27FC236}">
                      <a16:creationId xmlns:a16="http://schemas.microsoft.com/office/drawing/2014/main" id="{93F09EAD-7DF1-57D9-E27A-21A74D42127C}"/>
                    </a:ext>
                  </a:extLst>
                </p:cNvPr>
                <p:cNvSpPr/>
                <p:nvPr/>
              </p:nvSpPr>
              <p:spPr>
                <a:xfrm>
                  <a:off x="4334110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2" name="pg51">
                  <a:extLst>
                    <a:ext uri="{FF2B5EF4-FFF2-40B4-BE49-F238E27FC236}">
                      <a16:creationId xmlns:a16="http://schemas.microsoft.com/office/drawing/2014/main" id="{00CBEED0-48EB-3D50-682B-79AB7E55E1AD}"/>
                    </a:ext>
                  </a:extLst>
                </p:cNvPr>
                <p:cNvSpPr/>
                <p:nvPr/>
              </p:nvSpPr>
              <p:spPr>
                <a:xfrm>
                  <a:off x="4415547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3" name="pg52">
                  <a:extLst>
                    <a:ext uri="{FF2B5EF4-FFF2-40B4-BE49-F238E27FC236}">
                      <a16:creationId xmlns:a16="http://schemas.microsoft.com/office/drawing/2014/main" id="{D68A9559-AF4A-ACC3-FBBF-733E4D85E136}"/>
                    </a:ext>
                  </a:extLst>
                </p:cNvPr>
                <p:cNvSpPr/>
                <p:nvPr/>
              </p:nvSpPr>
              <p:spPr>
                <a:xfrm>
                  <a:off x="4496984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4" name="pg53">
                  <a:extLst>
                    <a:ext uri="{FF2B5EF4-FFF2-40B4-BE49-F238E27FC236}">
                      <a16:creationId xmlns:a16="http://schemas.microsoft.com/office/drawing/2014/main" id="{74498418-633C-4554-60EC-7A6E123C0AC6}"/>
                    </a:ext>
                  </a:extLst>
                </p:cNvPr>
                <p:cNvSpPr/>
                <p:nvPr/>
              </p:nvSpPr>
              <p:spPr>
                <a:xfrm>
                  <a:off x="4578421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5" name="pg54">
                  <a:extLst>
                    <a:ext uri="{FF2B5EF4-FFF2-40B4-BE49-F238E27FC236}">
                      <a16:creationId xmlns:a16="http://schemas.microsoft.com/office/drawing/2014/main" id="{2146F485-2FCE-F894-D7A5-579971530D84}"/>
                    </a:ext>
                  </a:extLst>
                </p:cNvPr>
                <p:cNvSpPr/>
                <p:nvPr/>
              </p:nvSpPr>
              <p:spPr>
                <a:xfrm>
                  <a:off x="4985607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AE4CB">
                    <a:alpha val="100000"/>
                  </a:srgbClr>
                </a:solidFill>
                <a:ln w="5420" cap="flat">
                  <a:solidFill>
                    <a:srgbClr val="AAE4C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6" name="pg55">
                  <a:extLst>
                    <a:ext uri="{FF2B5EF4-FFF2-40B4-BE49-F238E27FC236}">
                      <a16:creationId xmlns:a16="http://schemas.microsoft.com/office/drawing/2014/main" id="{24A3A680-5505-4ED7-051D-23703F0C6732}"/>
                    </a:ext>
                  </a:extLst>
                </p:cNvPr>
                <p:cNvSpPr/>
                <p:nvPr/>
              </p:nvSpPr>
              <p:spPr>
                <a:xfrm>
                  <a:off x="5067044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7E3CA">
                    <a:alpha val="100000"/>
                  </a:srgbClr>
                </a:solidFill>
                <a:ln w="5420" cap="flat">
                  <a:solidFill>
                    <a:srgbClr val="A7E3C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7" name="pg56">
                  <a:extLst>
                    <a:ext uri="{FF2B5EF4-FFF2-40B4-BE49-F238E27FC236}">
                      <a16:creationId xmlns:a16="http://schemas.microsoft.com/office/drawing/2014/main" id="{C5B9F32A-D74D-D776-43AC-0C0551651629}"/>
                    </a:ext>
                  </a:extLst>
                </p:cNvPr>
                <p:cNvSpPr/>
                <p:nvPr/>
              </p:nvSpPr>
              <p:spPr>
                <a:xfrm>
                  <a:off x="5148481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8" name="pg57">
                  <a:extLst>
                    <a:ext uri="{FF2B5EF4-FFF2-40B4-BE49-F238E27FC236}">
                      <a16:creationId xmlns:a16="http://schemas.microsoft.com/office/drawing/2014/main" id="{BCB99F1F-0F8A-B9F4-93A4-1E188AF6A1E7}"/>
                    </a:ext>
                  </a:extLst>
                </p:cNvPr>
                <p:cNvSpPr/>
                <p:nvPr/>
              </p:nvSpPr>
              <p:spPr>
                <a:xfrm>
                  <a:off x="5229918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0E1C7">
                    <a:alpha val="100000"/>
                  </a:srgbClr>
                </a:solidFill>
                <a:ln w="5420" cap="flat">
                  <a:solidFill>
                    <a:srgbClr val="A0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9" name="pg58">
                  <a:extLst>
                    <a:ext uri="{FF2B5EF4-FFF2-40B4-BE49-F238E27FC236}">
                      <a16:creationId xmlns:a16="http://schemas.microsoft.com/office/drawing/2014/main" id="{3599099B-3503-390F-2BE3-7DA70E5C28A0}"/>
                    </a:ext>
                  </a:extLst>
                </p:cNvPr>
                <p:cNvSpPr/>
                <p:nvPr/>
              </p:nvSpPr>
              <p:spPr>
                <a:xfrm>
                  <a:off x="5311355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EE0C5">
                    <a:alpha val="100000"/>
                  </a:srgbClr>
                </a:solidFill>
                <a:ln w="5420" cap="flat">
                  <a:solidFill>
                    <a:srgbClr val="9E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0" name="pg59">
                  <a:extLst>
                    <a:ext uri="{FF2B5EF4-FFF2-40B4-BE49-F238E27FC236}">
                      <a16:creationId xmlns:a16="http://schemas.microsoft.com/office/drawing/2014/main" id="{C4C1930D-C93A-40BD-3580-C4BD4DF85418}"/>
                    </a:ext>
                  </a:extLst>
                </p:cNvPr>
                <p:cNvSpPr/>
                <p:nvPr/>
              </p:nvSpPr>
              <p:spPr>
                <a:xfrm>
                  <a:off x="5392793" y="19631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1" name="pg60">
                  <a:extLst>
                    <a:ext uri="{FF2B5EF4-FFF2-40B4-BE49-F238E27FC236}">
                      <a16:creationId xmlns:a16="http://schemas.microsoft.com/office/drawing/2014/main" id="{5C111BA9-729C-6821-655E-83210B4A8176}"/>
                    </a:ext>
                  </a:extLst>
                </p:cNvPr>
                <p:cNvSpPr/>
                <p:nvPr/>
              </p:nvSpPr>
              <p:spPr>
                <a:xfrm>
                  <a:off x="3601176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2" name="pg61">
                  <a:extLst>
                    <a:ext uri="{FF2B5EF4-FFF2-40B4-BE49-F238E27FC236}">
                      <a16:creationId xmlns:a16="http://schemas.microsoft.com/office/drawing/2014/main" id="{1BC52292-2D90-C529-56BE-34E29D5CA01B}"/>
                    </a:ext>
                  </a:extLst>
                </p:cNvPr>
                <p:cNvSpPr/>
                <p:nvPr/>
              </p:nvSpPr>
              <p:spPr>
                <a:xfrm>
                  <a:off x="3682613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3" name="pg62">
                  <a:extLst>
                    <a:ext uri="{FF2B5EF4-FFF2-40B4-BE49-F238E27FC236}">
                      <a16:creationId xmlns:a16="http://schemas.microsoft.com/office/drawing/2014/main" id="{A0BB3152-7E26-8B56-E45B-36A93A404D35}"/>
                    </a:ext>
                  </a:extLst>
                </p:cNvPr>
                <p:cNvSpPr/>
                <p:nvPr/>
              </p:nvSpPr>
              <p:spPr>
                <a:xfrm>
                  <a:off x="3764050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4" name="pg63">
                  <a:extLst>
                    <a:ext uri="{FF2B5EF4-FFF2-40B4-BE49-F238E27FC236}">
                      <a16:creationId xmlns:a16="http://schemas.microsoft.com/office/drawing/2014/main" id="{DBA1CCD3-ED79-E639-8A30-75533413D826}"/>
                    </a:ext>
                  </a:extLst>
                </p:cNvPr>
                <p:cNvSpPr/>
                <p:nvPr/>
              </p:nvSpPr>
              <p:spPr>
                <a:xfrm>
                  <a:off x="3845487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5" name="pg64">
                  <a:extLst>
                    <a:ext uri="{FF2B5EF4-FFF2-40B4-BE49-F238E27FC236}">
                      <a16:creationId xmlns:a16="http://schemas.microsoft.com/office/drawing/2014/main" id="{54B212BA-C9C2-9D76-5DAE-D72B9CF8BDEA}"/>
                    </a:ext>
                  </a:extLst>
                </p:cNvPr>
                <p:cNvSpPr/>
                <p:nvPr/>
              </p:nvSpPr>
              <p:spPr>
                <a:xfrm>
                  <a:off x="3926924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6" name="pg65">
                  <a:extLst>
                    <a:ext uri="{FF2B5EF4-FFF2-40B4-BE49-F238E27FC236}">
                      <a16:creationId xmlns:a16="http://schemas.microsoft.com/office/drawing/2014/main" id="{74DA7E56-0B68-9249-BC0C-5A2DB4173719}"/>
                    </a:ext>
                  </a:extLst>
                </p:cNvPr>
                <p:cNvSpPr/>
                <p:nvPr/>
              </p:nvSpPr>
              <p:spPr>
                <a:xfrm>
                  <a:off x="4008361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7" name="pg66">
                  <a:extLst>
                    <a:ext uri="{FF2B5EF4-FFF2-40B4-BE49-F238E27FC236}">
                      <a16:creationId xmlns:a16="http://schemas.microsoft.com/office/drawing/2014/main" id="{8502FCE8-B5FF-29D0-66C0-77ADC0ED9E83}"/>
                    </a:ext>
                  </a:extLst>
                </p:cNvPr>
                <p:cNvSpPr/>
                <p:nvPr/>
              </p:nvSpPr>
              <p:spPr>
                <a:xfrm>
                  <a:off x="4089798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8" name="pg67">
                  <a:extLst>
                    <a:ext uri="{FF2B5EF4-FFF2-40B4-BE49-F238E27FC236}">
                      <a16:creationId xmlns:a16="http://schemas.microsoft.com/office/drawing/2014/main" id="{C75641A5-4398-3E27-06F0-64463FBD40A3}"/>
                    </a:ext>
                  </a:extLst>
                </p:cNvPr>
                <p:cNvSpPr/>
                <p:nvPr/>
              </p:nvSpPr>
              <p:spPr>
                <a:xfrm>
                  <a:off x="4171236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9" name="pg68">
                  <a:extLst>
                    <a:ext uri="{FF2B5EF4-FFF2-40B4-BE49-F238E27FC236}">
                      <a16:creationId xmlns:a16="http://schemas.microsoft.com/office/drawing/2014/main" id="{C1D4A2F1-E1D2-0716-75FF-70F7ECC1244E}"/>
                    </a:ext>
                  </a:extLst>
                </p:cNvPr>
                <p:cNvSpPr/>
                <p:nvPr/>
              </p:nvSpPr>
              <p:spPr>
                <a:xfrm>
                  <a:off x="4252673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0" name="pg69">
                  <a:extLst>
                    <a:ext uri="{FF2B5EF4-FFF2-40B4-BE49-F238E27FC236}">
                      <a16:creationId xmlns:a16="http://schemas.microsoft.com/office/drawing/2014/main" id="{E35D72C4-F98D-5484-4EFC-164E81C2F3A0}"/>
                    </a:ext>
                  </a:extLst>
                </p:cNvPr>
                <p:cNvSpPr/>
                <p:nvPr/>
              </p:nvSpPr>
              <p:spPr>
                <a:xfrm>
                  <a:off x="4334110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1" name="pg70">
                  <a:extLst>
                    <a:ext uri="{FF2B5EF4-FFF2-40B4-BE49-F238E27FC236}">
                      <a16:creationId xmlns:a16="http://schemas.microsoft.com/office/drawing/2014/main" id="{A26D3C22-706D-6E34-656E-6903DD465482}"/>
                    </a:ext>
                  </a:extLst>
                </p:cNvPr>
                <p:cNvSpPr/>
                <p:nvPr/>
              </p:nvSpPr>
              <p:spPr>
                <a:xfrm>
                  <a:off x="4415547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FE6CE">
                    <a:alpha val="100000"/>
                  </a:srgbClr>
                </a:solidFill>
                <a:ln w="5420" cap="flat">
                  <a:solidFill>
                    <a:srgbClr val="AF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2" name="pg71">
                  <a:extLst>
                    <a:ext uri="{FF2B5EF4-FFF2-40B4-BE49-F238E27FC236}">
                      <a16:creationId xmlns:a16="http://schemas.microsoft.com/office/drawing/2014/main" id="{2E29325C-17E4-C760-1B5E-8586455AE3C8}"/>
                    </a:ext>
                  </a:extLst>
                </p:cNvPr>
                <p:cNvSpPr/>
                <p:nvPr/>
              </p:nvSpPr>
              <p:spPr>
                <a:xfrm>
                  <a:off x="4496984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3" name="pg72">
                  <a:extLst>
                    <a:ext uri="{FF2B5EF4-FFF2-40B4-BE49-F238E27FC236}">
                      <a16:creationId xmlns:a16="http://schemas.microsoft.com/office/drawing/2014/main" id="{8EB386BF-D85A-D0AF-EC93-871225A120A4}"/>
                    </a:ext>
                  </a:extLst>
                </p:cNvPr>
                <p:cNvSpPr/>
                <p:nvPr/>
              </p:nvSpPr>
              <p:spPr>
                <a:xfrm>
                  <a:off x="4904170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FE6CD">
                    <a:alpha val="100000"/>
                  </a:srgbClr>
                </a:solidFill>
                <a:ln w="5420" cap="flat">
                  <a:solidFill>
                    <a:srgbClr val="AFE6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4" name="pg73">
                  <a:extLst>
                    <a:ext uri="{FF2B5EF4-FFF2-40B4-BE49-F238E27FC236}">
                      <a16:creationId xmlns:a16="http://schemas.microsoft.com/office/drawing/2014/main" id="{B2E43E54-AC11-92B7-5E36-622B1AF9102D}"/>
                    </a:ext>
                  </a:extLst>
                </p:cNvPr>
                <p:cNvSpPr/>
                <p:nvPr/>
              </p:nvSpPr>
              <p:spPr>
                <a:xfrm>
                  <a:off x="4985607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5" name="pg74">
                  <a:extLst>
                    <a:ext uri="{FF2B5EF4-FFF2-40B4-BE49-F238E27FC236}">
                      <a16:creationId xmlns:a16="http://schemas.microsoft.com/office/drawing/2014/main" id="{3CA61118-7AE5-8F19-CCF4-B8CD59F6CCB5}"/>
                    </a:ext>
                  </a:extLst>
                </p:cNvPr>
                <p:cNvSpPr/>
                <p:nvPr/>
              </p:nvSpPr>
              <p:spPr>
                <a:xfrm>
                  <a:off x="5067044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BE4CC">
                    <a:alpha val="100000"/>
                  </a:srgbClr>
                </a:solidFill>
                <a:ln w="5420" cap="flat">
                  <a:solidFill>
                    <a:srgbClr val="ABE4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6" name="pg75">
                  <a:extLst>
                    <a:ext uri="{FF2B5EF4-FFF2-40B4-BE49-F238E27FC236}">
                      <a16:creationId xmlns:a16="http://schemas.microsoft.com/office/drawing/2014/main" id="{79E71295-7A29-F625-AEBD-024D66A94FD5}"/>
                    </a:ext>
                  </a:extLst>
                </p:cNvPr>
                <p:cNvSpPr/>
                <p:nvPr/>
              </p:nvSpPr>
              <p:spPr>
                <a:xfrm>
                  <a:off x="5148481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7E3CA">
                    <a:alpha val="100000"/>
                  </a:srgbClr>
                </a:solidFill>
                <a:ln w="5420" cap="flat">
                  <a:solidFill>
                    <a:srgbClr val="A7E3C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7" name="pg76">
                  <a:extLst>
                    <a:ext uri="{FF2B5EF4-FFF2-40B4-BE49-F238E27FC236}">
                      <a16:creationId xmlns:a16="http://schemas.microsoft.com/office/drawing/2014/main" id="{A85A3AE6-9FCC-1847-43B8-73CB9CF703AA}"/>
                    </a:ext>
                  </a:extLst>
                </p:cNvPr>
                <p:cNvSpPr/>
                <p:nvPr/>
              </p:nvSpPr>
              <p:spPr>
                <a:xfrm>
                  <a:off x="5229918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4E2C9">
                    <a:alpha val="100000"/>
                  </a:srgbClr>
                </a:solidFill>
                <a:ln w="5420" cap="flat">
                  <a:solidFill>
                    <a:srgbClr val="A4E2C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8" name="pg77">
                  <a:extLst>
                    <a:ext uri="{FF2B5EF4-FFF2-40B4-BE49-F238E27FC236}">
                      <a16:creationId xmlns:a16="http://schemas.microsoft.com/office/drawing/2014/main" id="{240BDBB8-CA43-2A46-12F6-5C731FDB0C16}"/>
                    </a:ext>
                  </a:extLst>
                </p:cNvPr>
                <p:cNvSpPr/>
                <p:nvPr/>
              </p:nvSpPr>
              <p:spPr>
                <a:xfrm>
                  <a:off x="5311355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2E1C7">
                    <a:alpha val="100000"/>
                  </a:srgbClr>
                </a:solidFill>
                <a:ln w="5420" cap="flat">
                  <a:solidFill>
                    <a:srgbClr val="A2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9" name="pg78">
                  <a:extLst>
                    <a:ext uri="{FF2B5EF4-FFF2-40B4-BE49-F238E27FC236}">
                      <a16:creationId xmlns:a16="http://schemas.microsoft.com/office/drawing/2014/main" id="{A897FBF5-2DC7-0275-035C-CA4D872183F4}"/>
                    </a:ext>
                  </a:extLst>
                </p:cNvPr>
                <p:cNvSpPr/>
                <p:nvPr/>
              </p:nvSpPr>
              <p:spPr>
                <a:xfrm>
                  <a:off x="5392793" y="206648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9FE1C6">
                    <a:alpha val="100000"/>
                  </a:srgbClr>
                </a:solidFill>
                <a:ln w="5420" cap="flat">
                  <a:solidFill>
                    <a:srgbClr val="9FE1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0" name="pg79">
                  <a:extLst>
                    <a:ext uri="{FF2B5EF4-FFF2-40B4-BE49-F238E27FC236}">
                      <a16:creationId xmlns:a16="http://schemas.microsoft.com/office/drawing/2014/main" id="{DEF9744B-3D69-2CD4-1084-C39BFA836F5E}"/>
                    </a:ext>
                  </a:extLst>
                </p:cNvPr>
                <p:cNvSpPr/>
                <p:nvPr/>
              </p:nvSpPr>
              <p:spPr>
                <a:xfrm>
                  <a:off x="3438301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E">
                    <a:alpha val="100000"/>
                  </a:srgbClr>
                </a:solidFill>
                <a:ln w="5420" cap="flat">
                  <a:solidFill>
                    <a:srgbClr val="B1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1" name="pg80">
                  <a:extLst>
                    <a:ext uri="{FF2B5EF4-FFF2-40B4-BE49-F238E27FC236}">
                      <a16:creationId xmlns:a16="http://schemas.microsoft.com/office/drawing/2014/main" id="{1454B75C-583E-186D-2855-6B92A6044A0D}"/>
                    </a:ext>
                  </a:extLst>
                </p:cNvPr>
                <p:cNvSpPr/>
                <p:nvPr/>
              </p:nvSpPr>
              <p:spPr>
                <a:xfrm>
                  <a:off x="3519738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2" name="pg81">
                  <a:extLst>
                    <a:ext uri="{FF2B5EF4-FFF2-40B4-BE49-F238E27FC236}">
                      <a16:creationId xmlns:a16="http://schemas.microsoft.com/office/drawing/2014/main" id="{A6231329-9570-FC04-3BD4-EDBF79212CB4}"/>
                    </a:ext>
                  </a:extLst>
                </p:cNvPr>
                <p:cNvSpPr/>
                <p:nvPr/>
              </p:nvSpPr>
              <p:spPr>
                <a:xfrm>
                  <a:off x="3601176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3" name="pg82">
                  <a:extLst>
                    <a:ext uri="{FF2B5EF4-FFF2-40B4-BE49-F238E27FC236}">
                      <a16:creationId xmlns:a16="http://schemas.microsoft.com/office/drawing/2014/main" id="{B6CF08ED-8F0D-D9DD-3AEB-25264FB0E8E8}"/>
                    </a:ext>
                  </a:extLst>
                </p:cNvPr>
                <p:cNvSpPr/>
                <p:nvPr/>
              </p:nvSpPr>
              <p:spPr>
                <a:xfrm>
                  <a:off x="3682613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FE6CE">
                    <a:alpha val="100000"/>
                  </a:srgbClr>
                </a:solidFill>
                <a:ln w="5420" cap="flat">
                  <a:solidFill>
                    <a:srgbClr val="AF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4" name="pg83">
                  <a:extLst>
                    <a:ext uri="{FF2B5EF4-FFF2-40B4-BE49-F238E27FC236}">
                      <a16:creationId xmlns:a16="http://schemas.microsoft.com/office/drawing/2014/main" id="{4BFC2A59-1322-A0C1-B41C-C663EFEEE89B}"/>
                    </a:ext>
                  </a:extLst>
                </p:cNvPr>
                <p:cNvSpPr/>
                <p:nvPr/>
              </p:nvSpPr>
              <p:spPr>
                <a:xfrm>
                  <a:off x="3764050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FE6CE">
                    <a:alpha val="100000"/>
                  </a:srgbClr>
                </a:solidFill>
                <a:ln w="5420" cap="flat">
                  <a:solidFill>
                    <a:srgbClr val="AF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5" name="pg84">
                  <a:extLst>
                    <a:ext uri="{FF2B5EF4-FFF2-40B4-BE49-F238E27FC236}">
                      <a16:creationId xmlns:a16="http://schemas.microsoft.com/office/drawing/2014/main" id="{0F5E41A3-7B15-A015-06C8-C6427AE6BCE1}"/>
                    </a:ext>
                  </a:extLst>
                </p:cNvPr>
                <p:cNvSpPr/>
                <p:nvPr/>
              </p:nvSpPr>
              <p:spPr>
                <a:xfrm>
                  <a:off x="3845487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6" name="pg85">
                  <a:extLst>
                    <a:ext uri="{FF2B5EF4-FFF2-40B4-BE49-F238E27FC236}">
                      <a16:creationId xmlns:a16="http://schemas.microsoft.com/office/drawing/2014/main" id="{03B55E5D-43B8-DB7E-3375-1084901B2637}"/>
                    </a:ext>
                  </a:extLst>
                </p:cNvPr>
                <p:cNvSpPr/>
                <p:nvPr/>
              </p:nvSpPr>
              <p:spPr>
                <a:xfrm>
                  <a:off x="3926924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7" name="pg86">
                  <a:extLst>
                    <a:ext uri="{FF2B5EF4-FFF2-40B4-BE49-F238E27FC236}">
                      <a16:creationId xmlns:a16="http://schemas.microsoft.com/office/drawing/2014/main" id="{DFECBC91-273C-B1DD-7DA0-5C17AE7B730B}"/>
                    </a:ext>
                  </a:extLst>
                </p:cNvPr>
                <p:cNvSpPr/>
                <p:nvPr/>
              </p:nvSpPr>
              <p:spPr>
                <a:xfrm>
                  <a:off x="4008361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8" name="pg87">
                  <a:extLst>
                    <a:ext uri="{FF2B5EF4-FFF2-40B4-BE49-F238E27FC236}">
                      <a16:creationId xmlns:a16="http://schemas.microsoft.com/office/drawing/2014/main" id="{ED2E0901-AD8A-A22F-048F-05275E510332}"/>
                    </a:ext>
                  </a:extLst>
                </p:cNvPr>
                <p:cNvSpPr/>
                <p:nvPr/>
              </p:nvSpPr>
              <p:spPr>
                <a:xfrm>
                  <a:off x="4089798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9" name="pg88">
                  <a:extLst>
                    <a:ext uri="{FF2B5EF4-FFF2-40B4-BE49-F238E27FC236}">
                      <a16:creationId xmlns:a16="http://schemas.microsoft.com/office/drawing/2014/main" id="{ECFF94C2-BC1C-002B-66CA-B17E31CB633D}"/>
                    </a:ext>
                  </a:extLst>
                </p:cNvPr>
                <p:cNvSpPr/>
                <p:nvPr/>
              </p:nvSpPr>
              <p:spPr>
                <a:xfrm>
                  <a:off x="4171236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0" name="pg89">
                  <a:extLst>
                    <a:ext uri="{FF2B5EF4-FFF2-40B4-BE49-F238E27FC236}">
                      <a16:creationId xmlns:a16="http://schemas.microsoft.com/office/drawing/2014/main" id="{64B8A6BF-38D8-A04A-CFB3-127839AAE4F5}"/>
                    </a:ext>
                  </a:extLst>
                </p:cNvPr>
                <p:cNvSpPr/>
                <p:nvPr/>
              </p:nvSpPr>
              <p:spPr>
                <a:xfrm>
                  <a:off x="4252673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1" name="pg90">
                  <a:extLst>
                    <a:ext uri="{FF2B5EF4-FFF2-40B4-BE49-F238E27FC236}">
                      <a16:creationId xmlns:a16="http://schemas.microsoft.com/office/drawing/2014/main" id="{8EA36874-56CB-6AFF-AA9B-7867BA66B953}"/>
                    </a:ext>
                  </a:extLst>
                </p:cNvPr>
                <p:cNvSpPr/>
                <p:nvPr/>
              </p:nvSpPr>
              <p:spPr>
                <a:xfrm>
                  <a:off x="4334110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FE6CD">
                    <a:alpha val="100000"/>
                  </a:srgbClr>
                </a:solidFill>
                <a:ln w="5420" cap="flat">
                  <a:solidFill>
                    <a:srgbClr val="AFE6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2" name="pg91">
                  <a:extLst>
                    <a:ext uri="{FF2B5EF4-FFF2-40B4-BE49-F238E27FC236}">
                      <a16:creationId xmlns:a16="http://schemas.microsoft.com/office/drawing/2014/main" id="{8590F0D8-0B90-7CC1-51CE-7D0DA2863AB5}"/>
                    </a:ext>
                  </a:extLst>
                </p:cNvPr>
                <p:cNvSpPr/>
                <p:nvPr/>
              </p:nvSpPr>
              <p:spPr>
                <a:xfrm>
                  <a:off x="4822733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3" name="pg92">
                  <a:extLst>
                    <a:ext uri="{FF2B5EF4-FFF2-40B4-BE49-F238E27FC236}">
                      <a16:creationId xmlns:a16="http://schemas.microsoft.com/office/drawing/2014/main" id="{31DF9643-CAAB-F9BB-8A8E-34656484E840}"/>
                    </a:ext>
                  </a:extLst>
                </p:cNvPr>
                <p:cNvSpPr/>
                <p:nvPr/>
              </p:nvSpPr>
              <p:spPr>
                <a:xfrm>
                  <a:off x="4904170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4" name="pg93">
                  <a:extLst>
                    <a:ext uri="{FF2B5EF4-FFF2-40B4-BE49-F238E27FC236}">
                      <a16:creationId xmlns:a16="http://schemas.microsoft.com/office/drawing/2014/main" id="{C935C7B9-2984-95E0-460F-87B5D348FAA3}"/>
                    </a:ext>
                  </a:extLst>
                </p:cNvPr>
                <p:cNvSpPr/>
                <p:nvPr/>
              </p:nvSpPr>
              <p:spPr>
                <a:xfrm>
                  <a:off x="4985607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5" name="pg94">
                  <a:extLst>
                    <a:ext uri="{FF2B5EF4-FFF2-40B4-BE49-F238E27FC236}">
                      <a16:creationId xmlns:a16="http://schemas.microsoft.com/office/drawing/2014/main" id="{AC713C96-EB23-03CF-8CE7-1621CF340821}"/>
                    </a:ext>
                  </a:extLst>
                </p:cNvPr>
                <p:cNvSpPr/>
                <p:nvPr/>
              </p:nvSpPr>
              <p:spPr>
                <a:xfrm>
                  <a:off x="5067044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2E7CF">
                    <a:alpha val="100000"/>
                  </a:srgbClr>
                </a:solidFill>
                <a:ln w="5420" cap="flat">
                  <a:solidFill>
                    <a:srgbClr val="B2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6" name="pg95">
                  <a:extLst>
                    <a:ext uri="{FF2B5EF4-FFF2-40B4-BE49-F238E27FC236}">
                      <a16:creationId xmlns:a16="http://schemas.microsoft.com/office/drawing/2014/main" id="{8469E3BB-603B-7B68-239D-A42FB71A0C04}"/>
                    </a:ext>
                  </a:extLst>
                </p:cNvPr>
                <p:cNvSpPr/>
                <p:nvPr/>
              </p:nvSpPr>
              <p:spPr>
                <a:xfrm>
                  <a:off x="5148481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7" name="pg96">
                  <a:extLst>
                    <a:ext uri="{FF2B5EF4-FFF2-40B4-BE49-F238E27FC236}">
                      <a16:creationId xmlns:a16="http://schemas.microsoft.com/office/drawing/2014/main" id="{B783CCA4-8D28-82D5-2194-9B0045E66B36}"/>
                    </a:ext>
                  </a:extLst>
                </p:cNvPr>
                <p:cNvSpPr/>
                <p:nvPr/>
              </p:nvSpPr>
              <p:spPr>
                <a:xfrm>
                  <a:off x="5229918" y="216980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BE4CC">
                    <a:alpha val="100000"/>
                  </a:srgbClr>
                </a:solidFill>
                <a:ln w="5420" cap="flat">
                  <a:solidFill>
                    <a:srgbClr val="ABE4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8" name="pg97">
                  <a:extLst>
                    <a:ext uri="{FF2B5EF4-FFF2-40B4-BE49-F238E27FC236}">
                      <a16:creationId xmlns:a16="http://schemas.microsoft.com/office/drawing/2014/main" id="{9DA71E42-AFC5-5231-2A35-488B5297648B}"/>
                    </a:ext>
                  </a:extLst>
                </p:cNvPr>
                <p:cNvSpPr/>
                <p:nvPr/>
              </p:nvSpPr>
              <p:spPr>
                <a:xfrm>
                  <a:off x="3275427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2E7CF">
                    <a:alpha val="100000"/>
                  </a:srgbClr>
                </a:solidFill>
                <a:ln w="5420" cap="flat">
                  <a:solidFill>
                    <a:srgbClr val="B2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9" name="pg98">
                  <a:extLst>
                    <a:ext uri="{FF2B5EF4-FFF2-40B4-BE49-F238E27FC236}">
                      <a16:creationId xmlns:a16="http://schemas.microsoft.com/office/drawing/2014/main" id="{8CF114BC-80EA-20A5-4D68-91256DFAD0DC}"/>
                    </a:ext>
                  </a:extLst>
                </p:cNvPr>
                <p:cNvSpPr/>
                <p:nvPr/>
              </p:nvSpPr>
              <p:spPr>
                <a:xfrm>
                  <a:off x="3356864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2E7CF">
                    <a:alpha val="100000"/>
                  </a:srgbClr>
                </a:solidFill>
                <a:ln w="5420" cap="flat">
                  <a:solidFill>
                    <a:srgbClr val="B2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0" name="pg99">
                  <a:extLst>
                    <a:ext uri="{FF2B5EF4-FFF2-40B4-BE49-F238E27FC236}">
                      <a16:creationId xmlns:a16="http://schemas.microsoft.com/office/drawing/2014/main" id="{E3916C8E-C63C-A8E5-0E4F-AE773835AB71}"/>
                    </a:ext>
                  </a:extLst>
                </p:cNvPr>
                <p:cNvSpPr/>
                <p:nvPr/>
              </p:nvSpPr>
              <p:spPr>
                <a:xfrm>
                  <a:off x="3438301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2E6CF">
                    <a:alpha val="100000"/>
                  </a:srgbClr>
                </a:solidFill>
                <a:ln w="5420" cap="flat">
                  <a:solidFill>
                    <a:srgbClr val="B2E6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1" name="pg100">
                  <a:extLst>
                    <a:ext uri="{FF2B5EF4-FFF2-40B4-BE49-F238E27FC236}">
                      <a16:creationId xmlns:a16="http://schemas.microsoft.com/office/drawing/2014/main" id="{B7E81AE3-7CC4-FF28-192B-699637E684FE}"/>
                    </a:ext>
                  </a:extLst>
                </p:cNvPr>
                <p:cNvSpPr/>
                <p:nvPr/>
              </p:nvSpPr>
              <p:spPr>
                <a:xfrm>
                  <a:off x="3519738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F">
                    <a:alpha val="100000"/>
                  </a:srgbClr>
                </a:solidFill>
                <a:ln w="5420" cap="flat">
                  <a:solidFill>
                    <a:srgbClr val="B1E6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2" name="pg101">
                  <a:extLst>
                    <a:ext uri="{FF2B5EF4-FFF2-40B4-BE49-F238E27FC236}">
                      <a16:creationId xmlns:a16="http://schemas.microsoft.com/office/drawing/2014/main" id="{13A5201E-F5FD-8AE0-C3F8-70EA5B08DBF2}"/>
                    </a:ext>
                  </a:extLst>
                </p:cNvPr>
                <p:cNvSpPr/>
                <p:nvPr/>
              </p:nvSpPr>
              <p:spPr>
                <a:xfrm>
                  <a:off x="3601176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E">
                    <a:alpha val="100000"/>
                  </a:srgbClr>
                </a:solidFill>
                <a:ln w="5420" cap="flat">
                  <a:solidFill>
                    <a:srgbClr val="B1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3" name="pg102">
                  <a:extLst>
                    <a:ext uri="{FF2B5EF4-FFF2-40B4-BE49-F238E27FC236}">
                      <a16:creationId xmlns:a16="http://schemas.microsoft.com/office/drawing/2014/main" id="{B445603A-9651-DB79-337F-D396D4106615}"/>
                    </a:ext>
                  </a:extLst>
                </p:cNvPr>
                <p:cNvSpPr/>
                <p:nvPr/>
              </p:nvSpPr>
              <p:spPr>
                <a:xfrm>
                  <a:off x="3682613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4" name="pg103">
                  <a:extLst>
                    <a:ext uri="{FF2B5EF4-FFF2-40B4-BE49-F238E27FC236}">
                      <a16:creationId xmlns:a16="http://schemas.microsoft.com/office/drawing/2014/main" id="{5B68E80D-5274-BE0C-D9BA-77829CA76B95}"/>
                    </a:ext>
                  </a:extLst>
                </p:cNvPr>
                <p:cNvSpPr/>
                <p:nvPr/>
              </p:nvSpPr>
              <p:spPr>
                <a:xfrm>
                  <a:off x="3764050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5" name="pg104">
                  <a:extLst>
                    <a:ext uri="{FF2B5EF4-FFF2-40B4-BE49-F238E27FC236}">
                      <a16:creationId xmlns:a16="http://schemas.microsoft.com/office/drawing/2014/main" id="{1257EB4E-0F4D-FE7C-1F6C-5191C5CBEDEA}"/>
                    </a:ext>
                  </a:extLst>
                </p:cNvPr>
                <p:cNvSpPr/>
                <p:nvPr/>
              </p:nvSpPr>
              <p:spPr>
                <a:xfrm>
                  <a:off x="3845487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FE6CE">
                    <a:alpha val="100000"/>
                  </a:srgbClr>
                </a:solidFill>
                <a:ln w="5420" cap="flat">
                  <a:solidFill>
                    <a:srgbClr val="AF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6" name="pg105">
                  <a:extLst>
                    <a:ext uri="{FF2B5EF4-FFF2-40B4-BE49-F238E27FC236}">
                      <a16:creationId xmlns:a16="http://schemas.microsoft.com/office/drawing/2014/main" id="{368D095C-2BD8-AF8E-12FD-5CDB46CFEB28}"/>
                    </a:ext>
                  </a:extLst>
                </p:cNvPr>
                <p:cNvSpPr/>
                <p:nvPr/>
              </p:nvSpPr>
              <p:spPr>
                <a:xfrm>
                  <a:off x="3926924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7" name="pg106">
                  <a:extLst>
                    <a:ext uri="{FF2B5EF4-FFF2-40B4-BE49-F238E27FC236}">
                      <a16:creationId xmlns:a16="http://schemas.microsoft.com/office/drawing/2014/main" id="{EECBA2ED-B456-961C-561E-4804B7D6EF80}"/>
                    </a:ext>
                  </a:extLst>
                </p:cNvPr>
                <p:cNvSpPr/>
                <p:nvPr/>
              </p:nvSpPr>
              <p:spPr>
                <a:xfrm>
                  <a:off x="4008361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8" name="pg107">
                  <a:extLst>
                    <a:ext uri="{FF2B5EF4-FFF2-40B4-BE49-F238E27FC236}">
                      <a16:creationId xmlns:a16="http://schemas.microsoft.com/office/drawing/2014/main" id="{B4F3030B-60E8-DA77-B295-050AB1C20EDF}"/>
                    </a:ext>
                  </a:extLst>
                </p:cNvPr>
                <p:cNvSpPr/>
                <p:nvPr/>
              </p:nvSpPr>
              <p:spPr>
                <a:xfrm>
                  <a:off x="4089798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C">
                    <a:alpha val="100000"/>
                  </a:srgbClr>
                </a:solidFill>
                <a:ln w="5420" cap="flat">
                  <a:solidFill>
                    <a:srgbClr val="AD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9" name="pg108">
                  <a:extLst>
                    <a:ext uri="{FF2B5EF4-FFF2-40B4-BE49-F238E27FC236}">
                      <a16:creationId xmlns:a16="http://schemas.microsoft.com/office/drawing/2014/main" id="{243E9E8B-05E3-95E2-C6A7-6F978CE1B0DC}"/>
                    </a:ext>
                  </a:extLst>
                </p:cNvPr>
                <p:cNvSpPr/>
                <p:nvPr/>
              </p:nvSpPr>
              <p:spPr>
                <a:xfrm>
                  <a:off x="4171236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0" name="pg109">
                  <a:extLst>
                    <a:ext uri="{FF2B5EF4-FFF2-40B4-BE49-F238E27FC236}">
                      <a16:creationId xmlns:a16="http://schemas.microsoft.com/office/drawing/2014/main" id="{80F08856-9853-72BD-921D-701581D9476D}"/>
                    </a:ext>
                  </a:extLst>
                </p:cNvPr>
                <p:cNvSpPr/>
                <p:nvPr/>
              </p:nvSpPr>
              <p:spPr>
                <a:xfrm>
                  <a:off x="4252673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1" name="pg110">
                  <a:extLst>
                    <a:ext uri="{FF2B5EF4-FFF2-40B4-BE49-F238E27FC236}">
                      <a16:creationId xmlns:a16="http://schemas.microsoft.com/office/drawing/2014/main" id="{EFD9C60C-DDBD-409E-FA59-9E3B353AB6FE}"/>
                    </a:ext>
                  </a:extLst>
                </p:cNvPr>
                <p:cNvSpPr/>
                <p:nvPr/>
              </p:nvSpPr>
              <p:spPr>
                <a:xfrm>
                  <a:off x="4334110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2" name="pg111">
                  <a:extLst>
                    <a:ext uri="{FF2B5EF4-FFF2-40B4-BE49-F238E27FC236}">
                      <a16:creationId xmlns:a16="http://schemas.microsoft.com/office/drawing/2014/main" id="{040BDBDD-E874-ACC9-BF2E-4A9862E6D5F0}"/>
                    </a:ext>
                  </a:extLst>
                </p:cNvPr>
                <p:cNvSpPr/>
                <p:nvPr/>
              </p:nvSpPr>
              <p:spPr>
                <a:xfrm>
                  <a:off x="4415547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3" name="pg112">
                  <a:extLst>
                    <a:ext uri="{FF2B5EF4-FFF2-40B4-BE49-F238E27FC236}">
                      <a16:creationId xmlns:a16="http://schemas.microsoft.com/office/drawing/2014/main" id="{C1CC2A1D-E656-E376-894B-C5CA8DB42DEB}"/>
                    </a:ext>
                  </a:extLst>
                </p:cNvPr>
                <p:cNvSpPr/>
                <p:nvPr/>
              </p:nvSpPr>
              <p:spPr>
                <a:xfrm>
                  <a:off x="4496984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4" name="pg113">
                  <a:extLst>
                    <a:ext uri="{FF2B5EF4-FFF2-40B4-BE49-F238E27FC236}">
                      <a16:creationId xmlns:a16="http://schemas.microsoft.com/office/drawing/2014/main" id="{42EDFC00-DB6E-4616-A0DB-3666B529603A}"/>
                    </a:ext>
                  </a:extLst>
                </p:cNvPr>
                <p:cNvSpPr/>
                <p:nvPr/>
              </p:nvSpPr>
              <p:spPr>
                <a:xfrm>
                  <a:off x="4578421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5" name="pg114">
                  <a:extLst>
                    <a:ext uri="{FF2B5EF4-FFF2-40B4-BE49-F238E27FC236}">
                      <a16:creationId xmlns:a16="http://schemas.microsoft.com/office/drawing/2014/main" id="{07CEADB2-ECD9-3C43-FDCE-CF3BDE1D0A6D}"/>
                    </a:ext>
                  </a:extLst>
                </p:cNvPr>
                <p:cNvSpPr/>
                <p:nvPr/>
              </p:nvSpPr>
              <p:spPr>
                <a:xfrm>
                  <a:off x="4741296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AD4">
                    <a:alpha val="100000"/>
                  </a:srgbClr>
                </a:solidFill>
                <a:ln w="5420" cap="flat">
                  <a:solidFill>
                    <a:srgbClr val="BB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6" name="pg115">
                  <a:extLst>
                    <a:ext uri="{FF2B5EF4-FFF2-40B4-BE49-F238E27FC236}">
                      <a16:creationId xmlns:a16="http://schemas.microsoft.com/office/drawing/2014/main" id="{05E2C7CC-79BF-6CF8-D68B-81D6574AAF37}"/>
                    </a:ext>
                  </a:extLst>
                </p:cNvPr>
                <p:cNvSpPr/>
                <p:nvPr/>
              </p:nvSpPr>
              <p:spPr>
                <a:xfrm>
                  <a:off x="4822733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9D3">
                    <a:alpha val="100000"/>
                  </a:srgbClr>
                </a:solidFill>
                <a:ln w="5420" cap="flat">
                  <a:solidFill>
                    <a:srgbClr val="BB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7" name="pg116">
                  <a:extLst>
                    <a:ext uri="{FF2B5EF4-FFF2-40B4-BE49-F238E27FC236}">
                      <a16:creationId xmlns:a16="http://schemas.microsoft.com/office/drawing/2014/main" id="{6814D55F-027F-6BE8-2B17-4172E16FDF72}"/>
                    </a:ext>
                  </a:extLst>
                </p:cNvPr>
                <p:cNvSpPr/>
                <p:nvPr/>
              </p:nvSpPr>
              <p:spPr>
                <a:xfrm>
                  <a:off x="4904170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8" name="pg117">
                  <a:extLst>
                    <a:ext uri="{FF2B5EF4-FFF2-40B4-BE49-F238E27FC236}">
                      <a16:creationId xmlns:a16="http://schemas.microsoft.com/office/drawing/2014/main" id="{14305CA8-EAD9-1DED-D882-EE982B26D216}"/>
                    </a:ext>
                  </a:extLst>
                </p:cNvPr>
                <p:cNvSpPr/>
                <p:nvPr/>
              </p:nvSpPr>
              <p:spPr>
                <a:xfrm>
                  <a:off x="4985607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8D2">
                    <a:alpha val="100000"/>
                  </a:srgbClr>
                </a:solidFill>
                <a:ln w="5420" cap="flat">
                  <a:solidFill>
                    <a:srgbClr val="B8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9" name="pg118">
                  <a:extLst>
                    <a:ext uri="{FF2B5EF4-FFF2-40B4-BE49-F238E27FC236}">
                      <a16:creationId xmlns:a16="http://schemas.microsoft.com/office/drawing/2014/main" id="{1A4DF46D-4EF6-17C1-7926-CD6BE74C563E}"/>
                    </a:ext>
                  </a:extLst>
                </p:cNvPr>
                <p:cNvSpPr/>
                <p:nvPr/>
              </p:nvSpPr>
              <p:spPr>
                <a:xfrm>
                  <a:off x="5067044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1">
                    <a:alpha val="100000"/>
                  </a:srgbClr>
                </a:solidFill>
                <a:ln w="5420" cap="flat">
                  <a:solidFill>
                    <a:srgbClr val="B5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0" name="pg119">
                  <a:extLst>
                    <a:ext uri="{FF2B5EF4-FFF2-40B4-BE49-F238E27FC236}">
                      <a16:creationId xmlns:a16="http://schemas.microsoft.com/office/drawing/2014/main" id="{CCE78D07-82FA-1638-D205-1179DBC5970D}"/>
                    </a:ext>
                  </a:extLst>
                </p:cNvPr>
                <p:cNvSpPr/>
                <p:nvPr/>
              </p:nvSpPr>
              <p:spPr>
                <a:xfrm>
                  <a:off x="5148481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E">
                    <a:alpha val="100000"/>
                  </a:srgbClr>
                </a:solidFill>
                <a:ln w="5420" cap="flat">
                  <a:solidFill>
                    <a:srgbClr val="B1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1" name="pg120">
                  <a:extLst>
                    <a:ext uri="{FF2B5EF4-FFF2-40B4-BE49-F238E27FC236}">
                      <a16:creationId xmlns:a16="http://schemas.microsoft.com/office/drawing/2014/main" id="{49C8B71B-23D2-2440-F7CC-49DFBE98ECEB}"/>
                    </a:ext>
                  </a:extLst>
                </p:cNvPr>
                <p:cNvSpPr/>
                <p:nvPr/>
              </p:nvSpPr>
              <p:spPr>
                <a:xfrm>
                  <a:off x="5229918" y="22731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2" name="pg121">
                  <a:extLst>
                    <a:ext uri="{FF2B5EF4-FFF2-40B4-BE49-F238E27FC236}">
                      <a16:creationId xmlns:a16="http://schemas.microsoft.com/office/drawing/2014/main" id="{4328432D-BBD1-EF91-D616-51670CE70590}"/>
                    </a:ext>
                  </a:extLst>
                </p:cNvPr>
                <p:cNvSpPr/>
                <p:nvPr/>
              </p:nvSpPr>
              <p:spPr>
                <a:xfrm>
                  <a:off x="3275427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D0">
                    <a:alpha val="100000"/>
                  </a:srgbClr>
                </a:solidFill>
                <a:ln w="5420" cap="flat">
                  <a:solidFill>
                    <a:srgbClr val="B3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3" name="pg122">
                  <a:extLst>
                    <a:ext uri="{FF2B5EF4-FFF2-40B4-BE49-F238E27FC236}">
                      <a16:creationId xmlns:a16="http://schemas.microsoft.com/office/drawing/2014/main" id="{5A4C6F4A-D8EA-6321-2A2B-A533E8D4D99D}"/>
                    </a:ext>
                  </a:extLst>
                </p:cNvPr>
                <p:cNvSpPr/>
                <p:nvPr/>
              </p:nvSpPr>
              <p:spPr>
                <a:xfrm>
                  <a:off x="3356864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CF">
                    <a:alpha val="100000"/>
                  </a:srgbClr>
                </a:solidFill>
                <a:ln w="5420" cap="flat">
                  <a:solidFill>
                    <a:srgbClr val="B3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4" name="pg123">
                  <a:extLst>
                    <a:ext uri="{FF2B5EF4-FFF2-40B4-BE49-F238E27FC236}">
                      <a16:creationId xmlns:a16="http://schemas.microsoft.com/office/drawing/2014/main" id="{55449C1F-3881-A419-BF82-E20E66D1ADFF}"/>
                    </a:ext>
                  </a:extLst>
                </p:cNvPr>
                <p:cNvSpPr/>
                <p:nvPr/>
              </p:nvSpPr>
              <p:spPr>
                <a:xfrm>
                  <a:off x="3438301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CF">
                    <a:alpha val="100000"/>
                  </a:srgbClr>
                </a:solidFill>
                <a:ln w="5420" cap="flat">
                  <a:solidFill>
                    <a:srgbClr val="B3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5" name="pg124">
                  <a:extLst>
                    <a:ext uri="{FF2B5EF4-FFF2-40B4-BE49-F238E27FC236}">
                      <a16:creationId xmlns:a16="http://schemas.microsoft.com/office/drawing/2014/main" id="{E9335ECB-9B6E-C3ED-0C61-5AB5D1F7EAAB}"/>
                    </a:ext>
                  </a:extLst>
                </p:cNvPr>
                <p:cNvSpPr/>
                <p:nvPr/>
              </p:nvSpPr>
              <p:spPr>
                <a:xfrm>
                  <a:off x="3519738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2E7CF">
                    <a:alpha val="100000"/>
                  </a:srgbClr>
                </a:solidFill>
                <a:ln w="5420" cap="flat">
                  <a:solidFill>
                    <a:srgbClr val="B2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6" name="pg125">
                  <a:extLst>
                    <a:ext uri="{FF2B5EF4-FFF2-40B4-BE49-F238E27FC236}">
                      <a16:creationId xmlns:a16="http://schemas.microsoft.com/office/drawing/2014/main" id="{993B2C43-EE17-5589-58FC-85A64BB1B23D}"/>
                    </a:ext>
                  </a:extLst>
                </p:cNvPr>
                <p:cNvSpPr/>
                <p:nvPr/>
              </p:nvSpPr>
              <p:spPr>
                <a:xfrm>
                  <a:off x="3601176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2E7CF">
                    <a:alpha val="100000"/>
                  </a:srgbClr>
                </a:solidFill>
                <a:ln w="5420" cap="flat">
                  <a:solidFill>
                    <a:srgbClr val="B2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7" name="pg126">
                  <a:extLst>
                    <a:ext uri="{FF2B5EF4-FFF2-40B4-BE49-F238E27FC236}">
                      <a16:creationId xmlns:a16="http://schemas.microsoft.com/office/drawing/2014/main" id="{E47C414A-9D02-3A26-24B7-E748A7C7A3EC}"/>
                    </a:ext>
                  </a:extLst>
                </p:cNvPr>
                <p:cNvSpPr/>
                <p:nvPr/>
              </p:nvSpPr>
              <p:spPr>
                <a:xfrm>
                  <a:off x="3682613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F">
                    <a:alpha val="100000"/>
                  </a:srgbClr>
                </a:solidFill>
                <a:ln w="5420" cap="flat">
                  <a:solidFill>
                    <a:srgbClr val="B1E6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8" name="pg127">
                  <a:extLst>
                    <a:ext uri="{FF2B5EF4-FFF2-40B4-BE49-F238E27FC236}">
                      <a16:creationId xmlns:a16="http://schemas.microsoft.com/office/drawing/2014/main" id="{1931EA43-7111-92CD-F39D-57150DF1A1B6}"/>
                    </a:ext>
                  </a:extLst>
                </p:cNvPr>
                <p:cNvSpPr/>
                <p:nvPr/>
              </p:nvSpPr>
              <p:spPr>
                <a:xfrm>
                  <a:off x="3764050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E">
                    <a:alpha val="100000"/>
                  </a:srgbClr>
                </a:solidFill>
                <a:ln w="5420" cap="flat">
                  <a:solidFill>
                    <a:srgbClr val="B1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9" name="pg128">
                  <a:extLst>
                    <a:ext uri="{FF2B5EF4-FFF2-40B4-BE49-F238E27FC236}">
                      <a16:creationId xmlns:a16="http://schemas.microsoft.com/office/drawing/2014/main" id="{B1D23B29-4F16-FB80-38D7-F19C5B2421F1}"/>
                    </a:ext>
                  </a:extLst>
                </p:cNvPr>
                <p:cNvSpPr/>
                <p:nvPr/>
              </p:nvSpPr>
              <p:spPr>
                <a:xfrm>
                  <a:off x="3845487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0" name="pg129">
                  <a:extLst>
                    <a:ext uri="{FF2B5EF4-FFF2-40B4-BE49-F238E27FC236}">
                      <a16:creationId xmlns:a16="http://schemas.microsoft.com/office/drawing/2014/main" id="{D1CE39D1-7AA5-5E57-9DC7-9A17AE6CA661}"/>
                    </a:ext>
                  </a:extLst>
                </p:cNvPr>
                <p:cNvSpPr/>
                <p:nvPr/>
              </p:nvSpPr>
              <p:spPr>
                <a:xfrm>
                  <a:off x="3926924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FE6CE">
                    <a:alpha val="100000"/>
                  </a:srgbClr>
                </a:solidFill>
                <a:ln w="5420" cap="flat">
                  <a:solidFill>
                    <a:srgbClr val="AF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1" name="pg130">
                  <a:extLst>
                    <a:ext uri="{FF2B5EF4-FFF2-40B4-BE49-F238E27FC236}">
                      <a16:creationId xmlns:a16="http://schemas.microsoft.com/office/drawing/2014/main" id="{08367E43-B9F7-6684-3B08-E9E01859BD00}"/>
                    </a:ext>
                  </a:extLst>
                </p:cNvPr>
                <p:cNvSpPr/>
                <p:nvPr/>
              </p:nvSpPr>
              <p:spPr>
                <a:xfrm>
                  <a:off x="4008361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2" name="pg131">
                  <a:extLst>
                    <a:ext uri="{FF2B5EF4-FFF2-40B4-BE49-F238E27FC236}">
                      <a16:creationId xmlns:a16="http://schemas.microsoft.com/office/drawing/2014/main" id="{5A38C9E2-A448-F802-0FA8-0E30DE26D244}"/>
                    </a:ext>
                  </a:extLst>
                </p:cNvPr>
                <p:cNvSpPr/>
                <p:nvPr/>
              </p:nvSpPr>
              <p:spPr>
                <a:xfrm>
                  <a:off x="4089798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3" name="pg132">
                  <a:extLst>
                    <a:ext uri="{FF2B5EF4-FFF2-40B4-BE49-F238E27FC236}">
                      <a16:creationId xmlns:a16="http://schemas.microsoft.com/office/drawing/2014/main" id="{02614A2F-C86C-E933-E0E3-8B88FB1AF678}"/>
                    </a:ext>
                  </a:extLst>
                </p:cNvPr>
                <p:cNvSpPr/>
                <p:nvPr/>
              </p:nvSpPr>
              <p:spPr>
                <a:xfrm>
                  <a:off x="4171236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DE5CD">
                    <a:alpha val="100000"/>
                  </a:srgbClr>
                </a:solidFill>
                <a:ln w="5420" cap="flat">
                  <a:solidFill>
                    <a:srgbClr val="AD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4" name="pg133">
                  <a:extLst>
                    <a:ext uri="{FF2B5EF4-FFF2-40B4-BE49-F238E27FC236}">
                      <a16:creationId xmlns:a16="http://schemas.microsoft.com/office/drawing/2014/main" id="{01ED0D87-404B-A62E-026B-E88C5E637DBF}"/>
                    </a:ext>
                  </a:extLst>
                </p:cNvPr>
                <p:cNvSpPr/>
                <p:nvPr/>
              </p:nvSpPr>
              <p:spPr>
                <a:xfrm>
                  <a:off x="4252673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AEE5CD">
                    <a:alpha val="100000"/>
                  </a:srgbClr>
                </a:solidFill>
                <a:ln w="5420" cap="flat">
                  <a:solidFill>
                    <a:srgbClr val="AEE5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5" name="pg134">
                  <a:extLst>
                    <a:ext uri="{FF2B5EF4-FFF2-40B4-BE49-F238E27FC236}">
                      <a16:creationId xmlns:a16="http://schemas.microsoft.com/office/drawing/2014/main" id="{7E4CBA79-0AA9-0AF3-51BE-CC3EBD2EBDB9}"/>
                    </a:ext>
                  </a:extLst>
                </p:cNvPr>
                <p:cNvSpPr/>
                <p:nvPr/>
              </p:nvSpPr>
              <p:spPr>
                <a:xfrm>
                  <a:off x="4334110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D0">
                    <a:alpha val="100000"/>
                  </a:srgbClr>
                </a:solidFill>
                <a:ln w="5420" cap="flat">
                  <a:solidFill>
                    <a:srgbClr val="B3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6" name="pg135">
                  <a:extLst>
                    <a:ext uri="{FF2B5EF4-FFF2-40B4-BE49-F238E27FC236}">
                      <a16:creationId xmlns:a16="http://schemas.microsoft.com/office/drawing/2014/main" id="{84493647-30A6-A3BD-D3F8-8C286AF9BAE2}"/>
                    </a:ext>
                  </a:extLst>
                </p:cNvPr>
                <p:cNvSpPr/>
                <p:nvPr/>
              </p:nvSpPr>
              <p:spPr>
                <a:xfrm>
                  <a:off x="4415547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7" name="pg136">
                  <a:extLst>
                    <a:ext uri="{FF2B5EF4-FFF2-40B4-BE49-F238E27FC236}">
                      <a16:creationId xmlns:a16="http://schemas.microsoft.com/office/drawing/2014/main" id="{81A0CD35-3287-14AA-9402-7F40CCA030B4}"/>
                    </a:ext>
                  </a:extLst>
                </p:cNvPr>
                <p:cNvSpPr/>
                <p:nvPr/>
              </p:nvSpPr>
              <p:spPr>
                <a:xfrm>
                  <a:off x="4496984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8" name="pg137">
                  <a:extLst>
                    <a:ext uri="{FF2B5EF4-FFF2-40B4-BE49-F238E27FC236}">
                      <a16:creationId xmlns:a16="http://schemas.microsoft.com/office/drawing/2014/main" id="{43613569-1D8E-8F03-379F-94C81CE2C344}"/>
                    </a:ext>
                  </a:extLst>
                </p:cNvPr>
                <p:cNvSpPr/>
                <p:nvPr/>
              </p:nvSpPr>
              <p:spPr>
                <a:xfrm>
                  <a:off x="4578421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9" name="pg138">
                  <a:extLst>
                    <a:ext uri="{FF2B5EF4-FFF2-40B4-BE49-F238E27FC236}">
                      <a16:creationId xmlns:a16="http://schemas.microsoft.com/office/drawing/2014/main" id="{E758ECD3-10F1-C04F-FA5C-A7912F189184}"/>
                    </a:ext>
                  </a:extLst>
                </p:cNvPr>
                <p:cNvSpPr/>
                <p:nvPr/>
              </p:nvSpPr>
              <p:spPr>
                <a:xfrm>
                  <a:off x="4659858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0" name="pg139">
                  <a:extLst>
                    <a:ext uri="{FF2B5EF4-FFF2-40B4-BE49-F238E27FC236}">
                      <a16:creationId xmlns:a16="http://schemas.microsoft.com/office/drawing/2014/main" id="{C2AA6555-F6E9-EA14-1A51-E88CAC596E37}"/>
                    </a:ext>
                  </a:extLst>
                </p:cNvPr>
                <p:cNvSpPr/>
                <p:nvPr/>
              </p:nvSpPr>
              <p:spPr>
                <a:xfrm>
                  <a:off x="4741296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1" name="pg140">
                  <a:extLst>
                    <a:ext uri="{FF2B5EF4-FFF2-40B4-BE49-F238E27FC236}">
                      <a16:creationId xmlns:a16="http://schemas.microsoft.com/office/drawing/2014/main" id="{1F573C6D-0A0B-6FDC-5FFB-69513C9A4A84}"/>
                    </a:ext>
                  </a:extLst>
                </p:cNvPr>
                <p:cNvSpPr/>
                <p:nvPr/>
              </p:nvSpPr>
              <p:spPr>
                <a:xfrm>
                  <a:off x="4822733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2" name="pg141">
                  <a:extLst>
                    <a:ext uri="{FF2B5EF4-FFF2-40B4-BE49-F238E27FC236}">
                      <a16:creationId xmlns:a16="http://schemas.microsoft.com/office/drawing/2014/main" id="{9C089A19-B615-BC40-D3CC-0DB230CC1456}"/>
                    </a:ext>
                  </a:extLst>
                </p:cNvPr>
                <p:cNvSpPr/>
                <p:nvPr/>
              </p:nvSpPr>
              <p:spPr>
                <a:xfrm>
                  <a:off x="4904170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3" name="pg142">
                  <a:extLst>
                    <a:ext uri="{FF2B5EF4-FFF2-40B4-BE49-F238E27FC236}">
                      <a16:creationId xmlns:a16="http://schemas.microsoft.com/office/drawing/2014/main" id="{392A62E6-C8B4-F570-8E80-D8057EE45620}"/>
                    </a:ext>
                  </a:extLst>
                </p:cNvPr>
                <p:cNvSpPr/>
                <p:nvPr/>
              </p:nvSpPr>
              <p:spPr>
                <a:xfrm>
                  <a:off x="4985607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9D3">
                    <a:alpha val="100000"/>
                  </a:srgbClr>
                </a:solidFill>
                <a:ln w="5420" cap="flat">
                  <a:solidFill>
                    <a:srgbClr val="BB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4" name="pg143">
                  <a:extLst>
                    <a:ext uri="{FF2B5EF4-FFF2-40B4-BE49-F238E27FC236}">
                      <a16:creationId xmlns:a16="http://schemas.microsoft.com/office/drawing/2014/main" id="{20D99759-167A-6C84-F8A4-36EFD37D1928}"/>
                    </a:ext>
                  </a:extLst>
                </p:cNvPr>
                <p:cNvSpPr/>
                <p:nvPr/>
              </p:nvSpPr>
              <p:spPr>
                <a:xfrm>
                  <a:off x="5067044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5" name="pg144">
                  <a:extLst>
                    <a:ext uri="{FF2B5EF4-FFF2-40B4-BE49-F238E27FC236}">
                      <a16:creationId xmlns:a16="http://schemas.microsoft.com/office/drawing/2014/main" id="{8D7BC6E7-5B10-B3FB-44E8-EC3B0BC9C5FD}"/>
                    </a:ext>
                  </a:extLst>
                </p:cNvPr>
                <p:cNvSpPr/>
                <p:nvPr/>
              </p:nvSpPr>
              <p:spPr>
                <a:xfrm>
                  <a:off x="5148481" y="237643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D0">
                    <a:alpha val="100000"/>
                  </a:srgbClr>
                </a:solidFill>
                <a:ln w="5420" cap="flat">
                  <a:solidFill>
                    <a:srgbClr val="B3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6" name="pg145">
                  <a:extLst>
                    <a:ext uri="{FF2B5EF4-FFF2-40B4-BE49-F238E27FC236}">
                      <a16:creationId xmlns:a16="http://schemas.microsoft.com/office/drawing/2014/main" id="{AF4885D4-5F4D-1F81-0C58-01FC24D1FDCE}"/>
                    </a:ext>
                  </a:extLst>
                </p:cNvPr>
                <p:cNvSpPr/>
                <p:nvPr/>
              </p:nvSpPr>
              <p:spPr>
                <a:xfrm>
                  <a:off x="3275427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7" name="pg146">
                  <a:extLst>
                    <a:ext uri="{FF2B5EF4-FFF2-40B4-BE49-F238E27FC236}">
                      <a16:creationId xmlns:a16="http://schemas.microsoft.com/office/drawing/2014/main" id="{B8C0E86E-219A-33D4-5843-B406B999125D}"/>
                    </a:ext>
                  </a:extLst>
                </p:cNvPr>
                <p:cNvSpPr/>
                <p:nvPr/>
              </p:nvSpPr>
              <p:spPr>
                <a:xfrm>
                  <a:off x="3356864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8" name="pg147">
                  <a:extLst>
                    <a:ext uri="{FF2B5EF4-FFF2-40B4-BE49-F238E27FC236}">
                      <a16:creationId xmlns:a16="http://schemas.microsoft.com/office/drawing/2014/main" id="{B7900A31-9C4F-0595-484D-E17D89879DC3}"/>
                    </a:ext>
                  </a:extLst>
                </p:cNvPr>
                <p:cNvSpPr/>
                <p:nvPr/>
              </p:nvSpPr>
              <p:spPr>
                <a:xfrm>
                  <a:off x="3438301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9" name="pg148">
                  <a:extLst>
                    <a:ext uri="{FF2B5EF4-FFF2-40B4-BE49-F238E27FC236}">
                      <a16:creationId xmlns:a16="http://schemas.microsoft.com/office/drawing/2014/main" id="{16A150F1-9DB1-9B93-5DC6-9DC81511046C}"/>
                    </a:ext>
                  </a:extLst>
                </p:cNvPr>
                <p:cNvSpPr/>
                <p:nvPr/>
              </p:nvSpPr>
              <p:spPr>
                <a:xfrm>
                  <a:off x="3519738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D0">
                    <a:alpha val="100000"/>
                  </a:srgbClr>
                </a:solidFill>
                <a:ln w="5420" cap="flat">
                  <a:solidFill>
                    <a:srgbClr val="B3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0" name="pg149">
                  <a:extLst>
                    <a:ext uri="{FF2B5EF4-FFF2-40B4-BE49-F238E27FC236}">
                      <a16:creationId xmlns:a16="http://schemas.microsoft.com/office/drawing/2014/main" id="{5A4C30CB-28CD-7989-4B9C-2BFF53258D0C}"/>
                    </a:ext>
                  </a:extLst>
                </p:cNvPr>
                <p:cNvSpPr/>
                <p:nvPr/>
              </p:nvSpPr>
              <p:spPr>
                <a:xfrm>
                  <a:off x="3601176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CF">
                    <a:alpha val="100000"/>
                  </a:srgbClr>
                </a:solidFill>
                <a:ln w="5420" cap="flat">
                  <a:solidFill>
                    <a:srgbClr val="B3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1" name="pg150">
                  <a:extLst>
                    <a:ext uri="{FF2B5EF4-FFF2-40B4-BE49-F238E27FC236}">
                      <a16:creationId xmlns:a16="http://schemas.microsoft.com/office/drawing/2014/main" id="{679B8E63-0FF4-49A8-1422-38AF60020F0F}"/>
                    </a:ext>
                  </a:extLst>
                </p:cNvPr>
                <p:cNvSpPr/>
                <p:nvPr/>
              </p:nvSpPr>
              <p:spPr>
                <a:xfrm>
                  <a:off x="3682613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2E7CF">
                    <a:alpha val="100000"/>
                  </a:srgbClr>
                </a:solidFill>
                <a:ln w="5420" cap="flat">
                  <a:solidFill>
                    <a:srgbClr val="B2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2" name="pg151">
                  <a:extLst>
                    <a:ext uri="{FF2B5EF4-FFF2-40B4-BE49-F238E27FC236}">
                      <a16:creationId xmlns:a16="http://schemas.microsoft.com/office/drawing/2014/main" id="{774316DC-E573-8AC5-26D3-5EE5585E30FE}"/>
                    </a:ext>
                  </a:extLst>
                </p:cNvPr>
                <p:cNvSpPr/>
                <p:nvPr/>
              </p:nvSpPr>
              <p:spPr>
                <a:xfrm>
                  <a:off x="3764050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2E7CF">
                    <a:alpha val="100000"/>
                  </a:srgbClr>
                </a:solidFill>
                <a:ln w="5420" cap="flat">
                  <a:solidFill>
                    <a:srgbClr val="B2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3" name="pg152">
                  <a:extLst>
                    <a:ext uri="{FF2B5EF4-FFF2-40B4-BE49-F238E27FC236}">
                      <a16:creationId xmlns:a16="http://schemas.microsoft.com/office/drawing/2014/main" id="{A8790C3A-9696-934C-644C-9B1356121590}"/>
                    </a:ext>
                  </a:extLst>
                </p:cNvPr>
                <p:cNvSpPr/>
                <p:nvPr/>
              </p:nvSpPr>
              <p:spPr>
                <a:xfrm>
                  <a:off x="3845487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F">
                    <a:alpha val="100000"/>
                  </a:srgbClr>
                </a:solidFill>
                <a:ln w="5420" cap="flat">
                  <a:solidFill>
                    <a:srgbClr val="B1E6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4" name="pg153">
                  <a:extLst>
                    <a:ext uri="{FF2B5EF4-FFF2-40B4-BE49-F238E27FC236}">
                      <a16:creationId xmlns:a16="http://schemas.microsoft.com/office/drawing/2014/main" id="{D8F90450-F1D9-19FC-0D5B-32B5D8BA205B}"/>
                    </a:ext>
                  </a:extLst>
                </p:cNvPr>
                <p:cNvSpPr/>
                <p:nvPr/>
              </p:nvSpPr>
              <p:spPr>
                <a:xfrm>
                  <a:off x="3926924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E">
                    <a:alpha val="100000"/>
                  </a:srgbClr>
                </a:solidFill>
                <a:ln w="5420" cap="flat">
                  <a:solidFill>
                    <a:srgbClr val="B1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5" name="pg154">
                  <a:extLst>
                    <a:ext uri="{FF2B5EF4-FFF2-40B4-BE49-F238E27FC236}">
                      <a16:creationId xmlns:a16="http://schemas.microsoft.com/office/drawing/2014/main" id="{672D20A8-CAB0-1DF5-15D2-4AB0ACA7093C}"/>
                    </a:ext>
                  </a:extLst>
                </p:cNvPr>
                <p:cNvSpPr/>
                <p:nvPr/>
              </p:nvSpPr>
              <p:spPr>
                <a:xfrm>
                  <a:off x="4008361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6" name="pg155">
                  <a:extLst>
                    <a:ext uri="{FF2B5EF4-FFF2-40B4-BE49-F238E27FC236}">
                      <a16:creationId xmlns:a16="http://schemas.microsoft.com/office/drawing/2014/main" id="{89D7BCEC-6412-95BB-9E31-19511F9D4E6B}"/>
                    </a:ext>
                  </a:extLst>
                </p:cNvPr>
                <p:cNvSpPr/>
                <p:nvPr/>
              </p:nvSpPr>
              <p:spPr>
                <a:xfrm>
                  <a:off x="4089798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7" name="pg156">
                  <a:extLst>
                    <a:ext uri="{FF2B5EF4-FFF2-40B4-BE49-F238E27FC236}">
                      <a16:creationId xmlns:a16="http://schemas.microsoft.com/office/drawing/2014/main" id="{ACA7BD3B-83C8-7013-E712-2A065C2F7209}"/>
                    </a:ext>
                  </a:extLst>
                </p:cNvPr>
                <p:cNvSpPr/>
                <p:nvPr/>
              </p:nvSpPr>
              <p:spPr>
                <a:xfrm>
                  <a:off x="4171236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8" name="pg157">
                  <a:extLst>
                    <a:ext uri="{FF2B5EF4-FFF2-40B4-BE49-F238E27FC236}">
                      <a16:creationId xmlns:a16="http://schemas.microsoft.com/office/drawing/2014/main" id="{2F474581-7236-6C42-6CDD-1110FEBD0ECE}"/>
                    </a:ext>
                  </a:extLst>
                </p:cNvPr>
                <p:cNvSpPr/>
                <p:nvPr/>
              </p:nvSpPr>
              <p:spPr>
                <a:xfrm>
                  <a:off x="4252673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1E6CF">
                    <a:alpha val="100000"/>
                  </a:srgbClr>
                </a:solidFill>
                <a:ln w="5420" cap="flat">
                  <a:solidFill>
                    <a:srgbClr val="B1E6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9" name="pg158">
                  <a:extLst>
                    <a:ext uri="{FF2B5EF4-FFF2-40B4-BE49-F238E27FC236}">
                      <a16:creationId xmlns:a16="http://schemas.microsoft.com/office/drawing/2014/main" id="{381FF96A-5FE5-6617-E88B-B435AC6A1D7F}"/>
                    </a:ext>
                  </a:extLst>
                </p:cNvPr>
                <p:cNvSpPr/>
                <p:nvPr/>
              </p:nvSpPr>
              <p:spPr>
                <a:xfrm>
                  <a:off x="4334110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0" name="pg159">
                  <a:extLst>
                    <a:ext uri="{FF2B5EF4-FFF2-40B4-BE49-F238E27FC236}">
                      <a16:creationId xmlns:a16="http://schemas.microsoft.com/office/drawing/2014/main" id="{FFF37C96-B933-7FBC-40EA-54EE00A6B865}"/>
                    </a:ext>
                  </a:extLst>
                </p:cNvPr>
                <p:cNvSpPr/>
                <p:nvPr/>
              </p:nvSpPr>
              <p:spPr>
                <a:xfrm>
                  <a:off x="4415547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1" name="pg160">
                  <a:extLst>
                    <a:ext uri="{FF2B5EF4-FFF2-40B4-BE49-F238E27FC236}">
                      <a16:creationId xmlns:a16="http://schemas.microsoft.com/office/drawing/2014/main" id="{E70EFC54-16B9-DC9C-CCCE-C9554B979278}"/>
                    </a:ext>
                  </a:extLst>
                </p:cNvPr>
                <p:cNvSpPr/>
                <p:nvPr/>
              </p:nvSpPr>
              <p:spPr>
                <a:xfrm>
                  <a:off x="4496984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CD7">
                    <a:alpha val="100000"/>
                  </a:srgbClr>
                </a:solidFill>
                <a:ln w="5420" cap="flat">
                  <a:solidFill>
                    <a:srgbClr val="C1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2" name="pg161">
                  <a:extLst>
                    <a:ext uri="{FF2B5EF4-FFF2-40B4-BE49-F238E27FC236}">
                      <a16:creationId xmlns:a16="http://schemas.microsoft.com/office/drawing/2014/main" id="{DBB2216B-3844-9FC0-FEFC-7A83B5153624}"/>
                    </a:ext>
                  </a:extLst>
                </p:cNvPr>
                <p:cNvSpPr/>
                <p:nvPr/>
              </p:nvSpPr>
              <p:spPr>
                <a:xfrm>
                  <a:off x="4578421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CD8">
                    <a:alpha val="100000"/>
                  </a:srgbClr>
                </a:solidFill>
                <a:ln w="5420" cap="flat">
                  <a:solidFill>
                    <a:srgbClr val="C4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3" name="pg162">
                  <a:extLst>
                    <a:ext uri="{FF2B5EF4-FFF2-40B4-BE49-F238E27FC236}">
                      <a16:creationId xmlns:a16="http://schemas.microsoft.com/office/drawing/2014/main" id="{117CE92E-AE64-EF27-1985-DF5B505B7A0C}"/>
                    </a:ext>
                  </a:extLst>
                </p:cNvPr>
                <p:cNvSpPr/>
                <p:nvPr/>
              </p:nvSpPr>
              <p:spPr>
                <a:xfrm>
                  <a:off x="4659858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4" name="pg163">
                  <a:extLst>
                    <a:ext uri="{FF2B5EF4-FFF2-40B4-BE49-F238E27FC236}">
                      <a16:creationId xmlns:a16="http://schemas.microsoft.com/office/drawing/2014/main" id="{C5D35A46-D01E-C842-3901-D9FE0EDAF6B7}"/>
                    </a:ext>
                  </a:extLst>
                </p:cNvPr>
                <p:cNvSpPr/>
                <p:nvPr/>
              </p:nvSpPr>
              <p:spPr>
                <a:xfrm>
                  <a:off x="4741296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CD8">
                    <a:alpha val="100000"/>
                  </a:srgbClr>
                </a:solidFill>
                <a:ln w="5420" cap="flat">
                  <a:solidFill>
                    <a:srgbClr val="C4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5" name="pg164">
                  <a:extLst>
                    <a:ext uri="{FF2B5EF4-FFF2-40B4-BE49-F238E27FC236}">
                      <a16:creationId xmlns:a16="http://schemas.microsoft.com/office/drawing/2014/main" id="{D9E62F1B-67D0-3B01-C46F-59669D293B05}"/>
                    </a:ext>
                  </a:extLst>
                </p:cNvPr>
                <p:cNvSpPr/>
                <p:nvPr/>
              </p:nvSpPr>
              <p:spPr>
                <a:xfrm>
                  <a:off x="4822733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6" name="pg165">
                  <a:extLst>
                    <a:ext uri="{FF2B5EF4-FFF2-40B4-BE49-F238E27FC236}">
                      <a16:creationId xmlns:a16="http://schemas.microsoft.com/office/drawing/2014/main" id="{6D052DC9-E835-19AA-C4AB-ACA9C4AE0DFE}"/>
                    </a:ext>
                  </a:extLst>
                </p:cNvPr>
                <p:cNvSpPr/>
                <p:nvPr/>
              </p:nvSpPr>
              <p:spPr>
                <a:xfrm>
                  <a:off x="4904170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6">
                    <a:alpha val="100000"/>
                  </a:srgbClr>
                </a:solidFill>
                <a:ln w="5420" cap="flat">
                  <a:solidFill>
                    <a:srgbClr val="BF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7" name="pg166">
                  <a:extLst>
                    <a:ext uri="{FF2B5EF4-FFF2-40B4-BE49-F238E27FC236}">
                      <a16:creationId xmlns:a16="http://schemas.microsoft.com/office/drawing/2014/main" id="{B9188BAD-FB6F-7481-7C24-C71964DD1E53}"/>
                    </a:ext>
                  </a:extLst>
                </p:cNvPr>
                <p:cNvSpPr/>
                <p:nvPr/>
              </p:nvSpPr>
              <p:spPr>
                <a:xfrm>
                  <a:off x="4985607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8" name="pg167">
                  <a:extLst>
                    <a:ext uri="{FF2B5EF4-FFF2-40B4-BE49-F238E27FC236}">
                      <a16:creationId xmlns:a16="http://schemas.microsoft.com/office/drawing/2014/main" id="{9D4D3618-1F08-C735-C9C4-ED72172794BB}"/>
                    </a:ext>
                  </a:extLst>
                </p:cNvPr>
                <p:cNvSpPr/>
                <p:nvPr/>
              </p:nvSpPr>
              <p:spPr>
                <a:xfrm>
                  <a:off x="5067044" y="247975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9" name="pg168">
                  <a:extLst>
                    <a:ext uri="{FF2B5EF4-FFF2-40B4-BE49-F238E27FC236}">
                      <a16:creationId xmlns:a16="http://schemas.microsoft.com/office/drawing/2014/main" id="{9C8DD920-4F88-4A77-BDBF-7A11E5539F85}"/>
                    </a:ext>
                  </a:extLst>
                </p:cNvPr>
                <p:cNvSpPr/>
                <p:nvPr/>
              </p:nvSpPr>
              <p:spPr>
                <a:xfrm>
                  <a:off x="3031116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0">
                    <a:alpha val="100000"/>
                  </a:srgbClr>
                </a:solidFill>
                <a:ln w="5420" cap="flat">
                  <a:solidFill>
                    <a:srgbClr val="B5E8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0" name="pg169">
                  <a:extLst>
                    <a:ext uri="{FF2B5EF4-FFF2-40B4-BE49-F238E27FC236}">
                      <a16:creationId xmlns:a16="http://schemas.microsoft.com/office/drawing/2014/main" id="{798F2D82-B149-D160-5DAB-5F3DE4F0520E}"/>
                    </a:ext>
                  </a:extLst>
                </p:cNvPr>
                <p:cNvSpPr/>
                <p:nvPr/>
              </p:nvSpPr>
              <p:spPr>
                <a:xfrm>
                  <a:off x="3112553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1">
                    <a:alpha val="100000"/>
                  </a:srgbClr>
                </a:solidFill>
                <a:ln w="5420" cap="flat">
                  <a:solidFill>
                    <a:srgbClr val="B5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1" name="pg170">
                  <a:extLst>
                    <a:ext uri="{FF2B5EF4-FFF2-40B4-BE49-F238E27FC236}">
                      <a16:creationId xmlns:a16="http://schemas.microsoft.com/office/drawing/2014/main" id="{4057715E-7B55-FB26-28F5-AF6E16F2B956}"/>
                    </a:ext>
                  </a:extLst>
                </p:cNvPr>
                <p:cNvSpPr/>
                <p:nvPr/>
              </p:nvSpPr>
              <p:spPr>
                <a:xfrm>
                  <a:off x="3275427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1">
                    <a:alpha val="100000"/>
                  </a:srgbClr>
                </a:solidFill>
                <a:ln w="5420" cap="flat">
                  <a:solidFill>
                    <a:srgbClr val="B5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2" name="pg171">
                  <a:extLst>
                    <a:ext uri="{FF2B5EF4-FFF2-40B4-BE49-F238E27FC236}">
                      <a16:creationId xmlns:a16="http://schemas.microsoft.com/office/drawing/2014/main" id="{AE58D419-8B97-A244-58A0-76387658EAF8}"/>
                    </a:ext>
                  </a:extLst>
                </p:cNvPr>
                <p:cNvSpPr/>
                <p:nvPr/>
              </p:nvSpPr>
              <p:spPr>
                <a:xfrm>
                  <a:off x="3356864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0">
                    <a:alpha val="100000"/>
                  </a:srgbClr>
                </a:solidFill>
                <a:ln w="5420" cap="flat">
                  <a:solidFill>
                    <a:srgbClr val="B5E8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3" name="pg172">
                  <a:extLst>
                    <a:ext uri="{FF2B5EF4-FFF2-40B4-BE49-F238E27FC236}">
                      <a16:creationId xmlns:a16="http://schemas.microsoft.com/office/drawing/2014/main" id="{0223A4E4-E1D1-6EA2-AB42-41D123FE225A}"/>
                    </a:ext>
                  </a:extLst>
                </p:cNvPr>
                <p:cNvSpPr/>
                <p:nvPr/>
              </p:nvSpPr>
              <p:spPr>
                <a:xfrm>
                  <a:off x="3438301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0">
                    <a:alpha val="100000"/>
                  </a:srgbClr>
                </a:solidFill>
                <a:ln w="5420" cap="flat">
                  <a:solidFill>
                    <a:srgbClr val="B5E8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4" name="pg173">
                  <a:extLst>
                    <a:ext uri="{FF2B5EF4-FFF2-40B4-BE49-F238E27FC236}">
                      <a16:creationId xmlns:a16="http://schemas.microsoft.com/office/drawing/2014/main" id="{32D4B37D-4A3F-D31F-65CF-F3D1ACED403E}"/>
                    </a:ext>
                  </a:extLst>
                </p:cNvPr>
                <p:cNvSpPr/>
                <p:nvPr/>
              </p:nvSpPr>
              <p:spPr>
                <a:xfrm>
                  <a:off x="3519738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5" name="pg174">
                  <a:extLst>
                    <a:ext uri="{FF2B5EF4-FFF2-40B4-BE49-F238E27FC236}">
                      <a16:creationId xmlns:a16="http://schemas.microsoft.com/office/drawing/2014/main" id="{B88168A0-E8BC-B785-75BF-C9C695BCAC0D}"/>
                    </a:ext>
                  </a:extLst>
                </p:cNvPr>
                <p:cNvSpPr/>
                <p:nvPr/>
              </p:nvSpPr>
              <p:spPr>
                <a:xfrm>
                  <a:off x="3601176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6" name="pg175">
                  <a:extLst>
                    <a:ext uri="{FF2B5EF4-FFF2-40B4-BE49-F238E27FC236}">
                      <a16:creationId xmlns:a16="http://schemas.microsoft.com/office/drawing/2014/main" id="{E6CA508E-CAED-202B-E0E9-DCFD7F986E5A}"/>
                    </a:ext>
                  </a:extLst>
                </p:cNvPr>
                <p:cNvSpPr/>
                <p:nvPr/>
              </p:nvSpPr>
              <p:spPr>
                <a:xfrm>
                  <a:off x="3682613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7" name="pg176">
                  <a:extLst>
                    <a:ext uri="{FF2B5EF4-FFF2-40B4-BE49-F238E27FC236}">
                      <a16:creationId xmlns:a16="http://schemas.microsoft.com/office/drawing/2014/main" id="{63F60476-7DAA-BB4F-CB44-A5B97AFDE8CA}"/>
                    </a:ext>
                  </a:extLst>
                </p:cNvPr>
                <p:cNvSpPr/>
                <p:nvPr/>
              </p:nvSpPr>
              <p:spPr>
                <a:xfrm>
                  <a:off x="3764050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D0">
                    <a:alpha val="100000"/>
                  </a:srgbClr>
                </a:solidFill>
                <a:ln w="5420" cap="flat">
                  <a:solidFill>
                    <a:srgbClr val="B3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8" name="pg177">
                  <a:extLst>
                    <a:ext uri="{FF2B5EF4-FFF2-40B4-BE49-F238E27FC236}">
                      <a16:creationId xmlns:a16="http://schemas.microsoft.com/office/drawing/2014/main" id="{265E082F-6EA3-7E57-2400-8AD7126FCAD9}"/>
                    </a:ext>
                  </a:extLst>
                </p:cNvPr>
                <p:cNvSpPr/>
                <p:nvPr/>
              </p:nvSpPr>
              <p:spPr>
                <a:xfrm>
                  <a:off x="3845487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D0">
                    <a:alpha val="100000"/>
                  </a:srgbClr>
                </a:solidFill>
                <a:ln w="5420" cap="flat">
                  <a:solidFill>
                    <a:srgbClr val="B3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9" name="pg178">
                  <a:extLst>
                    <a:ext uri="{FF2B5EF4-FFF2-40B4-BE49-F238E27FC236}">
                      <a16:creationId xmlns:a16="http://schemas.microsoft.com/office/drawing/2014/main" id="{0C0AB92B-9AF1-6450-D57A-686C9DCE2B69}"/>
                    </a:ext>
                  </a:extLst>
                </p:cNvPr>
                <p:cNvSpPr/>
                <p:nvPr/>
              </p:nvSpPr>
              <p:spPr>
                <a:xfrm>
                  <a:off x="4089798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CF">
                    <a:alpha val="100000"/>
                  </a:srgbClr>
                </a:solidFill>
                <a:ln w="5420" cap="flat">
                  <a:solidFill>
                    <a:srgbClr val="B3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0" name="pg179">
                  <a:extLst>
                    <a:ext uri="{FF2B5EF4-FFF2-40B4-BE49-F238E27FC236}">
                      <a16:creationId xmlns:a16="http://schemas.microsoft.com/office/drawing/2014/main" id="{8AB35A50-8727-0F16-A2F5-558FE98234A6}"/>
                    </a:ext>
                  </a:extLst>
                </p:cNvPr>
                <p:cNvSpPr/>
                <p:nvPr/>
              </p:nvSpPr>
              <p:spPr>
                <a:xfrm>
                  <a:off x="4171236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D0">
                    <a:alpha val="100000"/>
                  </a:srgbClr>
                </a:solidFill>
                <a:ln w="5420" cap="flat">
                  <a:solidFill>
                    <a:srgbClr val="B3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1" name="pg180">
                  <a:extLst>
                    <a:ext uri="{FF2B5EF4-FFF2-40B4-BE49-F238E27FC236}">
                      <a16:creationId xmlns:a16="http://schemas.microsoft.com/office/drawing/2014/main" id="{C377D7E1-4F31-2088-4002-529B53DC8789}"/>
                    </a:ext>
                  </a:extLst>
                </p:cNvPr>
                <p:cNvSpPr/>
                <p:nvPr/>
              </p:nvSpPr>
              <p:spPr>
                <a:xfrm>
                  <a:off x="4252673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1">
                    <a:alpha val="100000"/>
                  </a:srgbClr>
                </a:solidFill>
                <a:ln w="5420" cap="flat">
                  <a:solidFill>
                    <a:srgbClr val="B5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2" name="pg181">
                  <a:extLst>
                    <a:ext uri="{FF2B5EF4-FFF2-40B4-BE49-F238E27FC236}">
                      <a16:creationId xmlns:a16="http://schemas.microsoft.com/office/drawing/2014/main" id="{7CD6B5B2-AA5D-842E-80AD-8B96B2605EE4}"/>
                    </a:ext>
                  </a:extLst>
                </p:cNvPr>
                <p:cNvSpPr/>
                <p:nvPr/>
              </p:nvSpPr>
              <p:spPr>
                <a:xfrm>
                  <a:off x="4334110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3" name="pg182">
                  <a:extLst>
                    <a:ext uri="{FF2B5EF4-FFF2-40B4-BE49-F238E27FC236}">
                      <a16:creationId xmlns:a16="http://schemas.microsoft.com/office/drawing/2014/main" id="{CC610FBD-23AE-FFAA-DB83-1C84C126276F}"/>
                    </a:ext>
                  </a:extLst>
                </p:cNvPr>
                <p:cNvSpPr/>
                <p:nvPr/>
              </p:nvSpPr>
              <p:spPr>
                <a:xfrm>
                  <a:off x="4415547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4" name="pg183">
                  <a:extLst>
                    <a:ext uri="{FF2B5EF4-FFF2-40B4-BE49-F238E27FC236}">
                      <a16:creationId xmlns:a16="http://schemas.microsoft.com/office/drawing/2014/main" id="{D9FD53C7-65E1-3C6A-28DB-922A8F198401}"/>
                    </a:ext>
                  </a:extLst>
                </p:cNvPr>
                <p:cNvSpPr/>
                <p:nvPr/>
              </p:nvSpPr>
              <p:spPr>
                <a:xfrm>
                  <a:off x="4496984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DD8">
                    <a:alpha val="100000"/>
                  </a:srgbClr>
                </a:solidFill>
                <a:ln w="5420" cap="flat">
                  <a:solidFill>
                    <a:srgbClr val="C4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5" name="pg184">
                  <a:extLst>
                    <a:ext uri="{FF2B5EF4-FFF2-40B4-BE49-F238E27FC236}">
                      <a16:creationId xmlns:a16="http://schemas.microsoft.com/office/drawing/2014/main" id="{83384952-6DE0-B552-8560-D44C83CEF016}"/>
                    </a:ext>
                  </a:extLst>
                </p:cNvPr>
                <p:cNvSpPr/>
                <p:nvPr/>
              </p:nvSpPr>
              <p:spPr>
                <a:xfrm>
                  <a:off x="4578421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6" name="pg185">
                  <a:extLst>
                    <a:ext uri="{FF2B5EF4-FFF2-40B4-BE49-F238E27FC236}">
                      <a16:creationId xmlns:a16="http://schemas.microsoft.com/office/drawing/2014/main" id="{5E3A79FA-9745-336B-71AF-12CAD542288A}"/>
                    </a:ext>
                  </a:extLst>
                </p:cNvPr>
                <p:cNvSpPr/>
                <p:nvPr/>
              </p:nvSpPr>
              <p:spPr>
                <a:xfrm>
                  <a:off x="4659858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7" name="pg186">
                  <a:extLst>
                    <a:ext uri="{FF2B5EF4-FFF2-40B4-BE49-F238E27FC236}">
                      <a16:creationId xmlns:a16="http://schemas.microsoft.com/office/drawing/2014/main" id="{D547C33D-0672-CA45-F869-CC0EEAFE5486}"/>
                    </a:ext>
                  </a:extLst>
                </p:cNvPr>
                <p:cNvSpPr/>
                <p:nvPr/>
              </p:nvSpPr>
              <p:spPr>
                <a:xfrm>
                  <a:off x="4741296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9">
                    <a:alpha val="100000"/>
                  </a:srgbClr>
                </a:solidFill>
                <a:ln w="5420" cap="flat">
                  <a:solidFill>
                    <a:srgbClr val="C5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8" name="pg187">
                  <a:extLst>
                    <a:ext uri="{FF2B5EF4-FFF2-40B4-BE49-F238E27FC236}">
                      <a16:creationId xmlns:a16="http://schemas.microsoft.com/office/drawing/2014/main" id="{ACA5A954-0345-B43A-D495-238698EDFE22}"/>
                    </a:ext>
                  </a:extLst>
                </p:cNvPr>
                <p:cNvSpPr/>
                <p:nvPr/>
              </p:nvSpPr>
              <p:spPr>
                <a:xfrm>
                  <a:off x="4822733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9" name="pg188">
                  <a:extLst>
                    <a:ext uri="{FF2B5EF4-FFF2-40B4-BE49-F238E27FC236}">
                      <a16:creationId xmlns:a16="http://schemas.microsoft.com/office/drawing/2014/main" id="{53C8C409-15C2-2D8A-6EA2-94902383944B}"/>
                    </a:ext>
                  </a:extLst>
                </p:cNvPr>
                <p:cNvSpPr/>
                <p:nvPr/>
              </p:nvSpPr>
              <p:spPr>
                <a:xfrm>
                  <a:off x="4904170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0" name="pg189">
                  <a:extLst>
                    <a:ext uri="{FF2B5EF4-FFF2-40B4-BE49-F238E27FC236}">
                      <a16:creationId xmlns:a16="http://schemas.microsoft.com/office/drawing/2014/main" id="{108C25CA-FBE3-511A-3150-9C9C4AC3AE7C}"/>
                    </a:ext>
                  </a:extLst>
                </p:cNvPr>
                <p:cNvSpPr/>
                <p:nvPr/>
              </p:nvSpPr>
              <p:spPr>
                <a:xfrm>
                  <a:off x="4985607" y="258306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1" name="pg190">
                  <a:extLst>
                    <a:ext uri="{FF2B5EF4-FFF2-40B4-BE49-F238E27FC236}">
                      <a16:creationId xmlns:a16="http://schemas.microsoft.com/office/drawing/2014/main" id="{011F22F9-FBC6-0B7B-9C11-3756B8ADA403}"/>
                    </a:ext>
                  </a:extLst>
                </p:cNvPr>
                <p:cNvSpPr/>
                <p:nvPr/>
              </p:nvSpPr>
              <p:spPr>
                <a:xfrm>
                  <a:off x="2949678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2" name="pg191">
                  <a:extLst>
                    <a:ext uri="{FF2B5EF4-FFF2-40B4-BE49-F238E27FC236}">
                      <a16:creationId xmlns:a16="http://schemas.microsoft.com/office/drawing/2014/main" id="{92885FD9-537C-CEAB-245A-F161E0D027BE}"/>
                    </a:ext>
                  </a:extLst>
                </p:cNvPr>
                <p:cNvSpPr/>
                <p:nvPr/>
              </p:nvSpPr>
              <p:spPr>
                <a:xfrm>
                  <a:off x="3031116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3" name="pg192">
                  <a:extLst>
                    <a:ext uri="{FF2B5EF4-FFF2-40B4-BE49-F238E27FC236}">
                      <a16:creationId xmlns:a16="http://schemas.microsoft.com/office/drawing/2014/main" id="{ECF865C4-89C3-82AE-C032-A20307B28D36}"/>
                    </a:ext>
                  </a:extLst>
                </p:cNvPr>
                <p:cNvSpPr/>
                <p:nvPr/>
              </p:nvSpPr>
              <p:spPr>
                <a:xfrm>
                  <a:off x="3112553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4" name="pg193">
                  <a:extLst>
                    <a:ext uri="{FF2B5EF4-FFF2-40B4-BE49-F238E27FC236}">
                      <a16:creationId xmlns:a16="http://schemas.microsoft.com/office/drawing/2014/main" id="{34B4F4F5-2501-6057-19B7-9A269532881E}"/>
                    </a:ext>
                  </a:extLst>
                </p:cNvPr>
                <p:cNvSpPr/>
                <p:nvPr/>
              </p:nvSpPr>
              <p:spPr>
                <a:xfrm>
                  <a:off x="3193990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5" name="pg194">
                  <a:extLst>
                    <a:ext uri="{FF2B5EF4-FFF2-40B4-BE49-F238E27FC236}">
                      <a16:creationId xmlns:a16="http://schemas.microsoft.com/office/drawing/2014/main" id="{C66176E2-62E1-33FD-4842-D425A2646F97}"/>
                    </a:ext>
                  </a:extLst>
                </p:cNvPr>
                <p:cNvSpPr/>
                <p:nvPr/>
              </p:nvSpPr>
              <p:spPr>
                <a:xfrm>
                  <a:off x="3275427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6" name="pg195">
                  <a:extLst>
                    <a:ext uri="{FF2B5EF4-FFF2-40B4-BE49-F238E27FC236}">
                      <a16:creationId xmlns:a16="http://schemas.microsoft.com/office/drawing/2014/main" id="{46BA9148-4F9E-F483-AD63-0463C395BA87}"/>
                    </a:ext>
                  </a:extLst>
                </p:cNvPr>
                <p:cNvSpPr/>
                <p:nvPr/>
              </p:nvSpPr>
              <p:spPr>
                <a:xfrm>
                  <a:off x="3356864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7" name="pg196">
                  <a:extLst>
                    <a:ext uri="{FF2B5EF4-FFF2-40B4-BE49-F238E27FC236}">
                      <a16:creationId xmlns:a16="http://schemas.microsoft.com/office/drawing/2014/main" id="{50974761-0F47-11F1-A342-05567E5E6C78}"/>
                    </a:ext>
                  </a:extLst>
                </p:cNvPr>
                <p:cNvSpPr/>
                <p:nvPr/>
              </p:nvSpPr>
              <p:spPr>
                <a:xfrm>
                  <a:off x="3438301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8" name="pg197">
                  <a:extLst>
                    <a:ext uri="{FF2B5EF4-FFF2-40B4-BE49-F238E27FC236}">
                      <a16:creationId xmlns:a16="http://schemas.microsoft.com/office/drawing/2014/main" id="{E4423C80-F51C-DDB6-8638-9CB2E0BA65C1}"/>
                    </a:ext>
                  </a:extLst>
                </p:cNvPr>
                <p:cNvSpPr/>
                <p:nvPr/>
              </p:nvSpPr>
              <p:spPr>
                <a:xfrm>
                  <a:off x="3519738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9" name="pg198">
                  <a:extLst>
                    <a:ext uri="{FF2B5EF4-FFF2-40B4-BE49-F238E27FC236}">
                      <a16:creationId xmlns:a16="http://schemas.microsoft.com/office/drawing/2014/main" id="{712A15C9-E368-BAB5-564E-CA61C28C6C6F}"/>
                    </a:ext>
                  </a:extLst>
                </p:cNvPr>
                <p:cNvSpPr/>
                <p:nvPr/>
              </p:nvSpPr>
              <p:spPr>
                <a:xfrm>
                  <a:off x="3601176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1">
                    <a:alpha val="100000"/>
                  </a:srgbClr>
                </a:solidFill>
                <a:ln w="5420" cap="flat">
                  <a:solidFill>
                    <a:srgbClr val="B5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0" name="pg199">
                  <a:extLst>
                    <a:ext uri="{FF2B5EF4-FFF2-40B4-BE49-F238E27FC236}">
                      <a16:creationId xmlns:a16="http://schemas.microsoft.com/office/drawing/2014/main" id="{E01EB368-0A5D-AADE-E544-3F22F5661D20}"/>
                    </a:ext>
                  </a:extLst>
                </p:cNvPr>
                <p:cNvSpPr/>
                <p:nvPr/>
              </p:nvSpPr>
              <p:spPr>
                <a:xfrm>
                  <a:off x="3682613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1">
                    <a:alpha val="100000"/>
                  </a:srgbClr>
                </a:solidFill>
                <a:ln w="5420" cap="flat">
                  <a:solidFill>
                    <a:srgbClr val="B5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1" name="pg200">
                  <a:extLst>
                    <a:ext uri="{FF2B5EF4-FFF2-40B4-BE49-F238E27FC236}">
                      <a16:creationId xmlns:a16="http://schemas.microsoft.com/office/drawing/2014/main" id="{45D8F607-56C8-A2D9-1FD2-7647D381ED8C}"/>
                    </a:ext>
                  </a:extLst>
                </p:cNvPr>
                <p:cNvSpPr/>
                <p:nvPr/>
              </p:nvSpPr>
              <p:spPr>
                <a:xfrm>
                  <a:off x="3764050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0">
                    <a:alpha val="100000"/>
                  </a:srgbClr>
                </a:solidFill>
                <a:ln w="5420" cap="flat">
                  <a:solidFill>
                    <a:srgbClr val="B5E8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2" name="pg201">
                  <a:extLst>
                    <a:ext uri="{FF2B5EF4-FFF2-40B4-BE49-F238E27FC236}">
                      <a16:creationId xmlns:a16="http://schemas.microsoft.com/office/drawing/2014/main" id="{8E8B963D-3500-1A4A-C775-A3433716B1B6}"/>
                    </a:ext>
                  </a:extLst>
                </p:cNvPr>
                <p:cNvSpPr/>
                <p:nvPr/>
              </p:nvSpPr>
              <p:spPr>
                <a:xfrm>
                  <a:off x="3845487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7D0">
                    <a:alpha val="100000"/>
                  </a:srgbClr>
                </a:solidFill>
                <a:ln w="5420" cap="flat">
                  <a:solidFill>
                    <a:srgbClr val="B5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3" name="pg202">
                  <a:extLst>
                    <a:ext uri="{FF2B5EF4-FFF2-40B4-BE49-F238E27FC236}">
                      <a16:creationId xmlns:a16="http://schemas.microsoft.com/office/drawing/2014/main" id="{565C4ACC-2C2B-2933-3751-F6C0F4CF5506}"/>
                    </a:ext>
                  </a:extLst>
                </p:cNvPr>
                <p:cNvSpPr/>
                <p:nvPr/>
              </p:nvSpPr>
              <p:spPr>
                <a:xfrm>
                  <a:off x="4171236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4" name="pg203">
                  <a:extLst>
                    <a:ext uri="{FF2B5EF4-FFF2-40B4-BE49-F238E27FC236}">
                      <a16:creationId xmlns:a16="http://schemas.microsoft.com/office/drawing/2014/main" id="{67E03DBB-D0A5-81B1-8A30-FA84576992EB}"/>
                    </a:ext>
                  </a:extLst>
                </p:cNvPr>
                <p:cNvSpPr/>
                <p:nvPr/>
              </p:nvSpPr>
              <p:spPr>
                <a:xfrm>
                  <a:off x="4252673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8D2">
                    <a:alpha val="100000"/>
                  </a:srgbClr>
                </a:solidFill>
                <a:ln w="5420" cap="flat">
                  <a:solidFill>
                    <a:srgbClr val="B8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5" name="pg204">
                  <a:extLst>
                    <a:ext uri="{FF2B5EF4-FFF2-40B4-BE49-F238E27FC236}">
                      <a16:creationId xmlns:a16="http://schemas.microsoft.com/office/drawing/2014/main" id="{5095D8E2-0FA7-5743-B5BD-74439E09F1D9}"/>
                    </a:ext>
                  </a:extLst>
                </p:cNvPr>
                <p:cNvSpPr/>
                <p:nvPr/>
              </p:nvSpPr>
              <p:spPr>
                <a:xfrm>
                  <a:off x="4334110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6" name="pg205">
                  <a:extLst>
                    <a:ext uri="{FF2B5EF4-FFF2-40B4-BE49-F238E27FC236}">
                      <a16:creationId xmlns:a16="http://schemas.microsoft.com/office/drawing/2014/main" id="{C4844FEB-BAEB-E3C3-E22C-8B455F28FCA2}"/>
                    </a:ext>
                  </a:extLst>
                </p:cNvPr>
                <p:cNvSpPr/>
                <p:nvPr/>
              </p:nvSpPr>
              <p:spPr>
                <a:xfrm>
                  <a:off x="4415547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CD6">
                    <a:alpha val="100000"/>
                  </a:srgbClr>
                </a:solidFill>
                <a:ln w="5420" cap="flat">
                  <a:solidFill>
                    <a:srgbClr val="C1EC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7" name="pg206">
                  <a:extLst>
                    <a:ext uri="{FF2B5EF4-FFF2-40B4-BE49-F238E27FC236}">
                      <a16:creationId xmlns:a16="http://schemas.microsoft.com/office/drawing/2014/main" id="{EBB7BFF4-BDD6-9F0F-AB2B-CFE3F9EC89CB}"/>
                    </a:ext>
                  </a:extLst>
                </p:cNvPr>
                <p:cNvSpPr/>
                <p:nvPr/>
              </p:nvSpPr>
              <p:spPr>
                <a:xfrm>
                  <a:off x="4496984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DD8">
                    <a:alpha val="100000"/>
                  </a:srgbClr>
                </a:solidFill>
                <a:ln w="5420" cap="flat">
                  <a:solidFill>
                    <a:srgbClr val="C4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8" name="pg207">
                  <a:extLst>
                    <a:ext uri="{FF2B5EF4-FFF2-40B4-BE49-F238E27FC236}">
                      <a16:creationId xmlns:a16="http://schemas.microsoft.com/office/drawing/2014/main" id="{4562469D-AEC2-3FD8-FA2C-D85801FBB8BE}"/>
                    </a:ext>
                  </a:extLst>
                </p:cNvPr>
                <p:cNvSpPr/>
                <p:nvPr/>
              </p:nvSpPr>
              <p:spPr>
                <a:xfrm>
                  <a:off x="4578421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9" name="pg208">
                  <a:extLst>
                    <a:ext uri="{FF2B5EF4-FFF2-40B4-BE49-F238E27FC236}">
                      <a16:creationId xmlns:a16="http://schemas.microsoft.com/office/drawing/2014/main" id="{4FEEE4A3-84BF-52D2-D828-0D37009B70C7}"/>
                    </a:ext>
                  </a:extLst>
                </p:cNvPr>
                <p:cNvSpPr/>
                <p:nvPr/>
              </p:nvSpPr>
              <p:spPr>
                <a:xfrm>
                  <a:off x="4659858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0" name="pg209">
                  <a:extLst>
                    <a:ext uri="{FF2B5EF4-FFF2-40B4-BE49-F238E27FC236}">
                      <a16:creationId xmlns:a16="http://schemas.microsoft.com/office/drawing/2014/main" id="{6B9D1A01-D66A-97FD-25FA-9C730CE02181}"/>
                    </a:ext>
                  </a:extLst>
                </p:cNvPr>
                <p:cNvSpPr/>
                <p:nvPr/>
              </p:nvSpPr>
              <p:spPr>
                <a:xfrm>
                  <a:off x="4741296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1" name="pg210">
                  <a:extLst>
                    <a:ext uri="{FF2B5EF4-FFF2-40B4-BE49-F238E27FC236}">
                      <a16:creationId xmlns:a16="http://schemas.microsoft.com/office/drawing/2014/main" id="{64963F67-C6A0-41AE-27AC-E17A9A50F68C}"/>
                    </a:ext>
                  </a:extLst>
                </p:cNvPr>
                <p:cNvSpPr/>
                <p:nvPr/>
              </p:nvSpPr>
              <p:spPr>
                <a:xfrm>
                  <a:off x="4822733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2" name="pg211">
                  <a:extLst>
                    <a:ext uri="{FF2B5EF4-FFF2-40B4-BE49-F238E27FC236}">
                      <a16:creationId xmlns:a16="http://schemas.microsoft.com/office/drawing/2014/main" id="{0FB2755C-BD1F-AB29-4F54-8BF11362B56C}"/>
                    </a:ext>
                  </a:extLst>
                </p:cNvPr>
                <p:cNvSpPr/>
                <p:nvPr/>
              </p:nvSpPr>
              <p:spPr>
                <a:xfrm>
                  <a:off x="4904170" y="268638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3" name="pg212">
                  <a:extLst>
                    <a:ext uri="{FF2B5EF4-FFF2-40B4-BE49-F238E27FC236}">
                      <a16:creationId xmlns:a16="http://schemas.microsoft.com/office/drawing/2014/main" id="{5605FD3A-7D23-9D2D-A088-1967152B88A3}"/>
                    </a:ext>
                  </a:extLst>
                </p:cNvPr>
                <p:cNvSpPr/>
                <p:nvPr/>
              </p:nvSpPr>
              <p:spPr>
                <a:xfrm>
                  <a:off x="2868241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4" name="pg213">
                  <a:extLst>
                    <a:ext uri="{FF2B5EF4-FFF2-40B4-BE49-F238E27FC236}">
                      <a16:creationId xmlns:a16="http://schemas.microsoft.com/office/drawing/2014/main" id="{55E7C0ED-41DC-2B6D-B234-07DCBE8194C5}"/>
                    </a:ext>
                  </a:extLst>
                </p:cNvPr>
                <p:cNvSpPr/>
                <p:nvPr/>
              </p:nvSpPr>
              <p:spPr>
                <a:xfrm>
                  <a:off x="2949678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5" name="pg214">
                  <a:extLst>
                    <a:ext uri="{FF2B5EF4-FFF2-40B4-BE49-F238E27FC236}">
                      <a16:creationId xmlns:a16="http://schemas.microsoft.com/office/drawing/2014/main" id="{9E4E50AF-A4D3-DC41-FF4D-BAACEB6ED9CA}"/>
                    </a:ext>
                  </a:extLst>
                </p:cNvPr>
                <p:cNvSpPr/>
                <p:nvPr/>
              </p:nvSpPr>
              <p:spPr>
                <a:xfrm>
                  <a:off x="3031116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6" name="pg215">
                  <a:extLst>
                    <a:ext uri="{FF2B5EF4-FFF2-40B4-BE49-F238E27FC236}">
                      <a16:creationId xmlns:a16="http://schemas.microsoft.com/office/drawing/2014/main" id="{1473D0C0-2D70-FE04-1BD8-CDACFB128071}"/>
                    </a:ext>
                  </a:extLst>
                </p:cNvPr>
                <p:cNvSpPr/>
                <p:nvPr/>
              </p:nvSpPr>
              <p:spPr>
                <a:xfrm>
                  <a:off x="3112553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7" name="pg216">
                  <a:extLst>
                    <a:ext uri="{FF2B5EF4-FFF2-40B4-BE49-F238E27FC236}">
                      <a16:creationId xmlns:a16="http://schemas.microsoft.com/office/drawing/2014/main" id="{B1A47A02-2871-4112-7C8A-69DD3027FDFD}"/>
                    </a:ext>
                  </a:extLst>
                </p:cNvPr>
                <p:cNvSpPr/>
                <p:nvPr/>
              </p:nvSpPr>
              <p:spPr>
                <a:xfrm>
                  <a:off x="3193990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8" name="pg217">
                  <a:extLst>
                    <a:ext uri="{FF2B5EF4-FFF2-40B4-BE49-F238E27FC236}">
                      <a16:creationId xmlns:a16="http://schemas.microsoft.com/office/drawing/2014/main" id="{07813ED0-8D1B-66AA-399F-FEE7C557DF5B}"/>
                    </a:ext>
                  </a:extLst>
                </p:cNvPr>
                <p:cNvSpPr/>
                <p:nvPr/>
              </p:nvSpPr>
              <p:spPr>
                <a:xfrm>
                  <a:off x="3275427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9" name="pg218">
                  <a:extLst>
                    <a:ext uri="{FF2B5EF4-FFF2-40B4-BE49-F238E27FC236}">
                      <a16:creationId xmlns:a16="http://schemas.microsoft.com/office/drawing/2014/main" id="{1CDFA295-AE4C-7A1B-43F7-B84FF8E2B3D6}"/>
                    </a:ext>
                  </a:extLst>
                </p:cNvPr>
                <p:cNvSpPr/>
                <p:nvPr/>
              </p:nvSpPr>
              <p:spPr>
                <a:xfrm>
                  <a:off x="3356864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0" name="pg219">
                  <a:extLst>
                    <a:ext uri="{FF2B5EF4-FFF2-40B4-BE49-F238E27FC236}">
                      <a16:creationId xmlns:a16="http://schemas.microsoft.com/office/drawing/2014/main" id="{4A8176D2-560A-4652-F14F-76FEC128836E}"/>
                    </a:ext>
                  </a:extLst>
                </p:cNvPr>
                <p:cNvSpPr/>
                <p:nvPr/>
              </p:nvSpPr>
              <p:spPr>
                <a:xfrm>
                  <a:off x="3438301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1" name="pg220">
                  <a:extLst>
                    <a:ext uri="{FF2B5EF4-FFF2-40B4-BE49-F238E27FC236}">
                      <a16:creationId xmlns:a16="http://schemas.microsoft.com/office/drawing/2014/main" id="{E9E1DAD7-282E-8E21-89AD-749B6502042F}"/>
                    </a:ext>
                  </a:extLst>
                </p:cNvPr>
                <p:cNvSpPr/>
                <p:nvPr/>
              </p:nvSpPr>
              <p:spPr>
                <a:xfrm>
                  <a:off x="3519738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2" name="pg221">
                  <a:extLst>
                    <a:ext uri="{FF2B5EF4-FFF2-40B4-BE49-F238E27FC236}">
                      <a16:creationId xmlns:a16="http://schemas.microsoft.com/office/drawing/2014/main" id="{C22727BC-6AF9-2AFB-8277-CB0CA0828FD1}"/>
                    </a:ext>
                  </a:extLst>
                </p:cNvPr>
                <p:cNvSpPr/>
                <p:nvPr/>
              </p:nvSpPr>
              <p:spPr>
                <a:xfrm>
                  <a:off x="3601176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3" name="pg222">
                  <a:extLst>
                    <a:ext uri="{FF2B5EF4-FFF2-40B4-BE49-F238E27FC236}">
                      <a16:creationId xmlns:a16="http://schemas.microsoft.com/office/drawing/2014/main" id="{236B12DC-9398-B059-6DBE-2050B798E580}"/>
                    </a:ext>
                  </a:extLst>
                </p:cNvPr>
                <p:cNvSpPr/>
                <p:nvPr/>
              </p:nvSpPr>
              <p:spPr>
                <a:xfrm>
                  <a:off x="3682613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4" name="pg223">
                  <a:extLst>
                    <a:ext uri="{FF2B5EF4-FFF2-40B4-BE49-F238E27FC236}">
                      <a16:creationId xmlns:a16="http://schemas.microsoft.com/office/drawing/2014/main" id="{2BF98529-EA85-376D-A1FB-F629422B3D7E}"/>
                    </a:ext>
                  </a:extLst>
                </p:cNvPr>
                <p:cNvSpPr/>
                <p:nvPr/>
              </p:nvSpPr>
              <p:spPr>
                <a:xfrm>
                  <a:off x="3764050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5" name="pg224">
                  <a:extLst>
                    <a:ext uri="{FF2B5EF4-FFF2-40B4-BE49-F238E27FC236}">
                      <a16:creationId xmlns:a16="http://schemas.microsoft.com/office/drawing/2014/main" id="{7E2A1E9F-0DF2-D669-E441-B550AA67DC68}"/>
                    </a:ext>
                  </a:extLst>
                </p:cNvPr>
                <p:cNvSpPr/>
                <p:nvPr/>
              </p:nvSpPr>
              <p:spPr>
                <a:xfrm>
                  <a:off x="3845487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6" name="pg225">
                  <a:extLst>
                    <a:ext uri="{FF2B5EF4-FFF2-40B4-BE49-F238E27FC236}">
                      <a16:creationId xmlns:a16="http://schemas.microsoft.com/office/drawing/2014/main" id="{FB5D1C37-A750-D5BA-62F4-2C1A4F88C4EA}"/>
                    </a:ext>
                  </a:extLst>
                </p:cNvPr>
                <p:cNvSpPr/>
                <p:nvPr/>
              </p:nvSpPr>
              <p:spPr>
                <a:xfrm>
                  <a:off x="4171236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8D2">
                    <a:alpha val="100000"/>
                  </a:srgbClr>
                </a:solidFill>
                <a:ln w="5420" cap="flat">
                  <a:solidFill>
                    <a:srgbClr val="B8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7" name="pg226">
                  <a:extLst>
                    <a:ext uri="{FF2B5EF4-FFF2-40B4-BE49-F238E27FC236}">
                      <a16:creationId xmlns:a16="http://schemas.microsoft.com/office/drawing/2014/main" id="{EEFD31B6-7768-2373-FFC6-0E7AB1963B66}"/>
                    </a:ext>
                  </a:extLst>
                </p:cNvPr>
                <p:cNvSpPr/>
                <p:nvPr/>
              </p:nvSpPr>
              <p:spPr>
                <a:xfrm>
                  <a:off x="4252673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2">
                    <a:alpha val="100000"/>
                  </a:srgbClr>
                </a:solidFill>
                <a:ln w="5420" cap="flat">
                  <a:solidFill>
                    <a:srgbClr val="B9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8" name="pg227">
                  <a:extLst>
                    <a:ext uri="{FF2B5EF4-FFF2-40B4-BE49-F238E27FC236}">
                      <a16:creationId xmlns:a16="http://schemas.microsoft.com/office/drawing/2014/main" id="{77354EDE-89D6-D874-7224-992D0754A754}"/>
                    </a:ext>
                  </a:extLst>
                </p:cNvPr>
                <p:cNvSpPr/>
                <p:nvPr/>
              </p:nvSpPr>
              <p:spPr>
                <a:xfrm>
                  <a:off x="4334110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9" name="pg228">
                  <a:extLst>
                    <a:ext uri="{FF2B5EF4-FFF2-40B4-BE49-F238E27FC236}">
                      <a16:creationId xmlns:a16="http://schemas.microsoft.com/office/drawing/2014/main" id="{C88AF700-76FE-D119-C874-E4BBB2A027BA}"/>
                    </a:ext>
                  </a:extLst>
                </p:cNvPr>
                <p:cNvSpPr/>
                <p:nvPr/>
              </p:nvSpPr>
              <p:spPr>
                <a:xfrm>
                  <a:off x="4415547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0" name="pg229">
                  <a:extLst>
                    <a:ext uri="{FF2B5EF4-FFF2-40B4-BE49-F238E27FC236}">
                      <a16:creationId xmlns:a16="http://schemas.microsoft.com/office/drawing/2014/main" id="{AAFE2ED0-92F1-6D17-1B3A-58AF692A8449}"/>
                    </a:ext>
                  </a:extLst>
                </p:cNvPr>
                <p:cNvSpPr/>
                <p:nvPr/>
              </p:nvSpPr>
              <p:spPr>
                <a:xfrm>
                  <a:off x="4496984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1" name="pg230">
                  <a:extLst>
                    <a:ext uri="{FF2B5EF4-FFF2-40B4-BE49-F238E27FC236}">
                      <a16:creationId xmlns:a16="http://schemas.microsoft.com/office/drawing/2014/main" id="{953FACAC-F763-5516-574F-93ECCA551F66}"/>
                    </a:ext>
                  </a:extLst>
                </p:cNvPr>
                <p:cNvSpPr/>
                <p:nvPr/>
              </p:nvSpPr>
              <p:spPr>
                <a:xfrm>
                  <a:off x="4578421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CD8">
                    <a:alpha val="100000"/>
                  </a:srgbClr>
                </a:solidFill>
                <a:ln w="5420" cap="flat">
                  <a:solidFill>
                    <a:srgbClr val="C4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2" name="pg231">
                  <a:extLst>
                    <a:ext uri="{FF2B5EF4-FFF2-40B4-BE49-F238E27FC236}">
                      <a16:creationId xmlns:a16="http://schemas.microsoft.com/office/drawing/2014/main" id="{BB35E175-4A56-CFB6-C487-6A9D694540D9}"/>
                    </a:ext>
                  </a:extLst>
                </p:cNvPr>
                <p:cNvSpPr/>
                <p:nvPr/>
              </p:nvSpPr>
              <p:spPr>
                <a:xfrm>
                  <a:off x="4659858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CD8">
                    <a:alpha val="100000"/>
                  </a:srgbClr>
                </a:solidFill>
                <a:ln w="5420" cap="flat">
                  <a:solidFill>
                    <a:srgbClr val="C4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3" name="pg232">
                  <a:extLst>
                    <a:ext uri="{FF2B5EF4-FFF2-40B4-BE49-F238E27FC236}">
                      <a16:creationId xmlns:a16="http://schemas.microsoft.com/office/drawing/2014/main" id="{7B6308DA-62F8-BFD8-F95D-D2B5B8601237}"/>
                    </a:ext>
                  </a:extLst>
                </p:cNvPr>
                <p:cNvSpPr/>
                <p:nvPr/>
              </p:nvSpPr>
              <p:spPr>
                <a:xfrm>
                  <a:off x="4741296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4" name="pg233">
                  <a:extLst>
                    <a:ext uri="{FF2B5EF4-FFF2-40B4-BE49-F238E27FC236}">
                      <a16:creationId xmlns:a16="http://schemas.microsoft.com/office/drawing/2014/main" id="{9B1EB330-C84E-203B-A0F6-6DBFD92EC300}"/>
                    </a:ext>
                  </a:extLst>
                </p:cNvPr>
                <p:cNvSpPr/>
                <p:nvPr/>
              </p:nvSpPr>
              <p:spPr>
                <a:xfrm>
                  <a:off x="4822733" y="278970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5" name="pg234">
                  <a:extLst>
                    <a:ext uri="{FF2B5EF4-FFF2-40B4-BE49-F238E27FC236}">
                      <a16:creationId xmlns:a16="http://schemas.microsoft.com/office/drawing/2014/main" id="{097005DE-EDD2-B917-EAB3-E535BDD0A981}"/>
                    </a:ext>
                  </a:extLst>
                </p:cNvPr>
                <p:cNvSpPr/>
                <p:nvPr/>
              </p:nvSpPr>
              <p:spPr>
                <a:xfrm>
                  <a:off x="2786804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6" name="pg235">
                  <a:extLst>
                    <a:ext uri="{FF2B5EF4-FFF2-40B4-BE49-F238E27FC236}">
                      <a16:creationId xmlns:a16="http://schemas.microsoft.com/office/drawing/2014/main" id="{2C51F889-C9FD-C6EF-065D-046DFA69F7CF}"/>
                    </a:ext>
                  </a:extLst>
                </p:cNvPr>
                <p:cNvSpPr/>
                <p:nvPr/>
              </p:nvSpPr>
              <p:spPr>
                <a:xfrm>
                  <a:off x="2868241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7" name="pg236">
                  <a:extLst>
                    <a:ext uri="{FF2B5EF4-FFF2-40B4-BE49-F238E27FC236}">
                      <a16:creationId xmlns:a16="http://schemas.microsoft.com/office/drawing/2014/main" id="{DCB94975-1C6D-82DB-431D-18966A37233E}"/>
                    </a:ext>
                  </a:extLst>
                </p:cNvPr>
                <p:cNvSpPr/>
                <p:nvPr/>
              </p:nvSpPr>
              <p:spPr>
                <a:xfrm>
                  <a:off x="2949678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8" name="pg237">
                  <a:extLst>
                    <a:ext uri="{FF2B5EF4-FFF2-40B4-BE49-F238E27FC236}">
                      <a16:creationId xmlns:a16="http://schemas.microsoft.com/office/drawing/2014/main" id="{D94FC6F7-4072-9903-A244-83B67DCAED90}"/>
                    </a:ext>
                  </a:extLst>
                </p:cNvPr>
                <p:cNvSpPr/>
                <p:nvPr/>
              </p:nvSpPr>
              <p:spPr>
                <a:xfrm>
                  <a:off x="3031116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9" name="pg238">
                  <a:extLst>
                    <a:ext uri="{FF2B5EF4-FFF2-40B4-BE49-F238E27FC236}">
                      <a16:creationId xmlns:a16="http://schemas.microsoft.com/office/drawing/2014/main" id="{C982D251-7750-07FE-2C6E-312E569F8100}"/>
                    </a:ext>
                  </a:extLst>
                </p:cNvPr>
                <p:cNvSpPr/>
                <p:nvPr/>
              </p:nvSpPr>
              <p:spPr>
                <a:xfrm>
                  <a:off x="3112553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0" name="pg239">
                  <a:extLst>
                    <a:ext uri="{FF2B5EF4-FFF2-40B4-BE49-F238E27FC236}">
                      <a16:creationId xmlns:a16="http://schemas.microsoft.com/office/drawing/2014/main" id="{C8C25FD1-3029-1577-F771-86C87D91743C}"/>
                    </a:ext>
                  </a:extLst>
                </p:cNvPr>
                <p:cNvSpPr/>
                <p:nvPr/>
              </p:nvSpPr>
              <p:spPr>
                <a:xfrm>
                  <a:off x="3193990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1" name="pg240">
                  <a:extLst>
                    <a:ext uri="{FF2B5EF4-FFF2-40B4-BE49-F238E27FC236}">
                      <a16:creationId xmlns:a16="http://schemas.microsoft.com/office/drawing/2014/main" id="{718BD1CC-F181-494D-59A4-414432C64F4C}"/>
                    </a:ext>
                  </a:extLst>
                </p:cNvPr>
                <p:cNvSpPr/>
                <p:nvPr/>
              </p:nvSpPr>
              <p:spPr>
                <a:xfrm>
                  <a:off x="3275427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2" name="pg241">
                  <a:extLst>
                    <a:ext uri="{FF2B5EF4-FFF2-40B4-BE49-F238E27FC236}">
                      <a16:creationId xmlns:a16="http://schemas.microsoft.com/office/drawing/2014/main" id="{79BB57AC-860F-42F1-2076-93982492C79D}"/>
                    </a:ext>
                  </a:extLst>
                </p:cNvPr>
                <p:cNvSpPr/>
                <p:nvPr/>
              </p:nvSpPr>
              <p:spPr>
                <a:xfrm>
                  <a:off x="3356864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8D2">
                    <a:alpha val="100000"/>
                  </a:srgbClr>
                </a:solidFill>
                <a:ln w="5420" cap="flat">
                  <a:solidFill>
                    <a:srgbClr val="B8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3" name="pg242">
                  <a:extLst>
                    <a:ext uri="{FF2B5EF4-FFF2-40B4-BE49-F238E27FC236}">
                      <a16:creationId xmlns:a16="http://schemas.microsoft.com/office/drawing/2014/main" id="{F9DD9E22-DCE9-FA44-4FF6-E75AEB34C83C}"/>
                    </a:ext>
                  </a:extLst>
                </p:cNvPr>
                <p:cNvSpPr/>
                <p:nvPr/>
              </p:nvSpPr>
              <p:spPr>
                <a:xfrm>
                  <a:off x="3438301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4" name="pg243">
                  <a:extLst>
                    <a:ext uri="{FF2B5EF4-FFF2-40B4-BE49-F238E27FC236}">
                      <a16:creationId xmlns:a16="http://schemas.microsoft.com/office/drawing/2014/main" id="{E041A226-0458-7230-BF89-B1A36F56AD2F}"/>
                    </a:ext>
                  </a:extLst>
                </p:cNvPr>
                <p:cNvSpPr/>
                <p:nvPr/>
              </p:nvSpPr>
              <p:spPr>
                <a:xfrm>
                  <a:off x="3519738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5" name="pg244">
                  <a:extLst>
                    <a:ext uri="{FF2B5EF4-FFF2-40B4-BE49-F238E27FC236}">
                      <a16:creationId xmlns:a16="http://schemas.microsoft.com/office/drawing/2014/main" id="{E5DBA147-49AA-40C5-0179-494C3B925913}"/>
                    </a:ext>
                  </a:extLst>
                </p:cNvPr>
                <p:cNvSpPr/>
                <p:nvPr/>
              </p:nvSpPr>
              <p:spPr>
                <a:xfrm>
                  <a:off x="3601176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6" name="pg245">
                  <a:extLst>
                    <a:ext uri="{FF2B5EF4-FFF2-40B4-BE49-F238E27FC236}">
                      <a16:creationId xmlns:a16="http://schemas.microsoft.com/office/drawing/2014/main" id="{3B9CD671-9B8E-7DAB-7231-F402A4A6D0DB}"/>
                    </a:ext>
                  </a:extLst>
                </p:cNvPr>
                <p:cNvSpPr/>
                <p:nvPr/>
              </p:nvSpPr>
              <p:spPr>
                <a:xfrm>
                  <a:off x="3682613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7" name="pg246">
                  <a:extLst>
                    <a:ext uri="{FF2B5EF4-FFF2-40B4-BE49-F238E27FC236}">
                      <a16:creationId xmlns:a16="http://schemas.microsoft.com/office/drawing/2014/main" id="{C2F5B17C-29D4-AD7B-0B52-54DDFA4086F3}"/>
                    </a:ext>
                  </a:extLst>
                </p:cNvPr>
                <p:cNvSpPr/>
                <p:nvPr/>
              </p:nvSpPr>
              <p:spPr>
                <a:xfrm>
                  <a:off x="3764050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8" name="pg247">
                  <a:extLst>
                    <a:ext uri="{FF2B5EF4-FFF2-40B4-BE49-F238E27FC236}">
                      <a16:creationId xmlns:a16="http://schemas.microsoft.com/office/drawing/2014/main" id="{6B31E68E-173B-6442-E97E-D646B534E6E8}"/>
                    </a:ext>
                  </a:extLst>
                </p:cNvPr>
                <p:cNvSpPr/>
                <p:nvPr/>
              </p:nvSpPr>
              <p:spPr>
                <a:xfrm>
                  <a:off x="3845487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8D2">
                    <a:alpha val="100000"/>
                  </a:srgbClr>
                </a:solidFill>
                <a:ln w="5420" cap="flat">
                  <a:solidFill>
                    <a:srgbClr val="B8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9" name="pg248">
                  <a:extLst>
                    <a:ext uri="{FF2B5EF4-FFF2-40B4-BE49-F238E27FC236}">
                      <a16:creationId xmlns:a16="http://schemas.microsoft.com/office/drawing/2014/main" id="{60E6C9C2-2B52-608C-699C-4BCC6A3AF86A}"/>
                    </a:ext>
                  </a:extLst>
                </p:cNvPr>
                <p:cNvSpPr/>
                <p:nvPr/>
              </p:nvSpPr>
              <p:spPr>
                <a:xfrm>
                  <a:off x="3926924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0" name="pg249">
                  <a:extLst>
                    <a:ext uri="{FF2B5EF4-FFF2-40B4-BE49-F238E27FC236}">
                      <a16:creationId xmlns:a16="http://schemas.microsoft.com/office/drawing/2014/main" id="{8026FEFB-8D60-6780-8364-A1EE1230C42D}"/>
                    </a:ext>
                  </a:extLst>
                </p:cNvPr>
                <p:cNvSpPr/>
                <p:nvPr/>
              </p:nvSpPr>
              <p:spPr>
                <a:xfrm>
                  <a:off x="4252673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1" name="pg250">
                  <a:extLst>
                    <a:ext uri="{FF2B5EF4-FFF2-40B4-BE49-F238E27FC236}">
                      <a16:creationId xmlns:a16="http://schemas.microsoft.com/office/drawing/2014/main" id="{62B1E7C3-F8FB-A4D5-0FDD-6C6F7F7EB07E}"/>
                    </a:ext>
                  </a:extLst>
                </p:cNvPr>
                <p:cNvSpPr/>
                <p:nvPr/>
              </p:nvSpPr>
              <p:spPr>
                <a:xfrm>
                  <a:off x="4334110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2" name="pg251">
                  <a:extLst>
                    <a:ext uri="{FF2B5EF4-FFF2-40B4-BE49-F238E27FC236}">
                      <a16:creationId xmlns:a16="http://schemas.microsoft.com/office/drawing/2014/main" id="{667DD521-1FFA-8145-BFB2-697E117F0DCF}"/>
                    </a:ext>
                  </a:extLst>
                </p:cNvPr>
                <p:cNvSpPr/>
                <p:nvPr/>
              </p:nvSpPr>
              <p:spPr>
                <a:xfrm>
                  <a:off x="4415547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3" name="pg252">
                  <a:extLst>
                    <a:ext uri="{FF2B5EF4-FFF2-40B4-BE49-F238E27FC236}">
                      <a16:creationId xmlns:a16="http://schemas.microsoft.com/office/drawing/2014/main" id="{9BEC582E-9877-1AC2-A942-0A2967188977}"/>
                    </a:ext>
                  </a:extLst>
                </p:cNvPr>
                <p:cNvSpPr/>
                <p:nvPr/>
              </p:nvSpPr>
              <p:spPr>
                <a:xfrm>
                  <a:off x="4496984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4" name="pg253">
                  <a:extLst>
                    <a:ext uri="{FF2B5EF4-FFF2-40B4-BE49-F238E27FC236}">
                      <a16:creationId xmlns:a16="http://schemas.microsoft.com/office/drawing/2014/main" id="{99634536-BFD0-999F-5C27-8DD2408E3C9D}"/>
                    </a:ext>
                  </a:extLst>
                </p:cNvPr>
                <p:cNvSpPr/>
                <p:nvPr/>
              </p:nvSpPr>
              <p:spPr>
                <a:xfrm>
                  <a:off x="4578421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5" name="pg254">
                  <a:extLst>
                    <a:ext uri="{FF2B5EF4-FFF2-40B4-BE49-F238E27FC236}">
                      <a16:creationId xmlns:a16="http://schemas.microsoft.com/office/drawing/2014/main" id="{62BA151C-EDBF-AA4E-ED79-BB7F7C893870}"/>
                    </a:ext>
                  </a:extLst>
                </p:cNvPr>
                <p:cNvSpPr/>
                <p:nvPr/>
              </p:nvSpPr>
              <p:spPr>
                <a:xfrm>
                  <a:off x="4659858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CD6">
                    <a:alpha val="100000"/>
                  </a:srgbClr>
                </a:solidFill>
                <a:ln w="5420" cap="flat">
                  <a:solidFill>
                    <a:srgbClr val="C1EC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6" name="pg255">
                  <a:extLst>
                    <a:ext uri="{FF2B5EF4-FFF2-40B4-BE49-F238E27FC236}">
                      <a16:creationId xmlns:a16="http://schemas.microsoft.com/office/drawing/2014/main" id="{11E035E3-1B7E-6401-7DB3-06378AF6AB4F}"/>
                    </a:ext>
                  </a:extLst>
                </p:cNvPr>
                <p:cNvSpPr/>
                <p:nvPr/>
              </p:nvSpPr>
              <p:spPr>
                <a:xfrm>
                  <a:off x="4741296" y="289301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7" name="pg256">
                  <a:extLst>
                    <a:ext uri="{FF2B5EF4-FFF2-40B4-BE49-F238E27FC236}">
                      <a16:creationId xmlns:a16="http://schemas.microsoft.com/office/drawing/2014/main" id="{706C1040-9E20-FAA5-AB49-238A45FBCD20}"/>
                    </a:ext>
                  </a:extLst>
                </p:cNvPr>
                <p:cNvSpPr/>
                <p:nvPr/>
              </p:nvSpPr>
              <p:spPr>
                <a:xfrm>
                  <a:off x="2786804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8" name="pg257">
                  <a:extLst>
                    <a:ext uri="{FF2B5EF4-FFF2-40B4-BE49-F238E27FC236}">
                      <a16:creationId xmlns:a16="http://schemas.microsoft.com/office/drawing/2014/main" id="{72B8C65E-CAD7-7E75-0339-6B0FB315B63D}"/>
                    </a:ext>
                  </a:extLst>
                </p:cNvPr>
                <p:cNvSpPr/>
                <p:nvPr/>
              </p:nvSpPr>
              <p:spPr>
                <a:xfrm>
                  <a:off x="2868241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9" name="pg258">
                  <a:extLst>
                    <a:ext uri="{FF2B5EF4-FFF2-40B4-BE49-F238E27FC236}">
                      <a16:creationId xmlns:a16="http://schemas.microsoft.com/office/drawing/2014/main" id="{1B4B33A9-F509-6532-5A25-779F2A77EC94}"/>
                    </a:ext>
                  </a:extLst>
                </p:cNvPr>
                <p:cNvSpPr/>
                <p:nvPr/>
              </p:nvSpPr>
              <p:spPr>
                <a:xfrm>
                  <a:off x="2949678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0" name="pg259">
                  <a:extLst>
                    <a:ext uri="{FF2B5EF4-FFF2-40B4-BE49-F238E27FC236}">
                      <a16:creationId xmlns:a16="http://schemas.microsoft.com/office/drawing/2014/main" id="{BBC1D74A-315B-B9F9-3B79-F984BA975CC6}"/>
                    </a:ext>
                  </a:extLst>
                </p:cNvPr>
                <p:cNvSpPr/>
                <p:nvPr/>
              </p:nvSpPr>
              <p:spPr>
                <a:xfrm>
                  <a:off x="3031116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1" name="pg260">
                  <a:extLst>
                    <a:ext uri="{FF2B5EF4-FFF2-40B4-BE49-F238E27FC236}">
                      <a16:creationId xmlns:a16="http://schemas.microsoft.com/office/drawing/2014/main" id="{7BABB7C5-426D-2A97-7D63-C05BEA3379C2}"/>
                    </a:ext>
                  </a:extLst>
                </p:cNvPr>
                <p:cNvSpPr/>
                <p:nvPr/>
              </p:nvSpPr>
              <p:spPr>
                <a:xfrm>
                  <a:off x="3112553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2" name="pg261">
                  <a:extLst>
                    <a:ext uri="{FF2B5EF4-FFF2-40B4-BE49-F238E27FC236}">
                      <a16:creationId xmlns:a16="http://schemas.microsoft.com/office/drawing/2014/main" id="{F4C4536E-5F98-897B-4BDE-FB084AC9D59B}"/>
                    </a:ext>
                  </a:extLst>
                </p:cNvPr>
                <p:cNvSpPr/>
                <p:nvPr/>
              </p:nvSpPr>
              <p:spPr>
                <a:xfrm>
                  <a:off x="3193990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3" name="pg262">
                  <a:extLst>
                    <a:ext uri="{FF2B5EF4-FFF2-40B4-BE49-F238E27FC236}">
                      <a16:creationId xmlns:a16="http://schemas.microsoft.com/office/drawing/2014/main" id="{A0879472-3DE1-A560-5625-AE5BDE79EDA2}"/>
                    </a:ext>
                  </a:extLst>
                </p:cNvPr>
                <p:cNvSpPr/>
                <p:nvPr/>
              </p:nvSpPr>
              <p:spPr>
                <a:xfrm>
                  <a:off x="3275427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4" name="pg263">
                  <a:extLst>
                    <a:ext uri="{FF2B5EF4-FFF2-40B4-BE49-F238E27FC236}">
                      <a16:creationId xmlns:a16="http://schemas.microsoft.com/office/drawing/2014/main" id="{65DA4AE9-3CDA-7C73-857A-AC5129A3A894}"/>
                    </a:ext>
                  </a:extLst>
                </p:cNvPr>
                <p:cNvSpPr/>
                <p:nvPr/>
              </p:nvSpPr>
              <p:spPr>
                <a:xfrm>
                  <a:off x="3356864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5" name="pg264">
                  <a:extLst>
                    <a:ext uri="{FF2B5EF4-FFF2-40B4-BE49-F238E27FC236}">
                      <a16:creationId xmlns:a16="http://schemas.microsoft.com/office/drawing/2014/main" id="{57363504-9A63-2244-3F96-FCC81825960D}"/>
                    </a:ext>
                  </a:extLst>
                </p:cNvPr>
                <p:cNvSpPr/>
                <p:nvPr/>
              </p:nvSpPr>
              <p:spPr>
                <a:xfrm>
                  <a:off x="3438301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2">
                    <a:alpha val="100000"/>
                  </a:srgbClr>
                </a:solidFill>
                <a:ln w="5420" cap="flat">
                  <a:solidFill>
                    <a:srgbClr val="B9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6" name="pg265">
                  <a:extLst>
                    <a:ext uri="{FF2B5EF4-FFF2-40B4-BE49-F238E27FC236}">
                      <a16:creationId xmlns:a16="http://schemas.microsoft.com/office/drawing/2014/main" id="{6B82505A-EC44-AC2A-CA22-9322445B957C}"/>
                    </a:ext>
                  </a:extLst>
                </p:cNvPr>
                <p:cNvSpPr/>
                <p:nvPr/>
              </p:nvSpPr>
              <p:spPr>
                <a:xfrm>
                  <a:off x="3519738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7" name="pg266">
                  <a:extLst>
                    <a:ext uri="{FF2B5EF4-FFF2-40B4-BE49-F238E27FC236}">
                      <a16:creationId xmlns:a16="http://schemas.microsoft.com/office/drawing/2014/main" id="{E3F8E3DD-41D5-A02C-6C9A-4EE584EA0AA8}"/>
                    </a:ext>
                  </a:extLst>
                </p:cNvPr>
                <p:cNvSpPr/>
                <p:nvPr/>
              </p:nvSpPr>
              <p:spPr>
                <a:xfrm>
                  <a:off x="3601176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8" name="pg267">
                  <a:extLst>
                    <a:ext uri="{FF2B5EF4-FFF2-40B4-BE49-F238E27FC236}">
                      <a16:creationId xmlns:a16="http://schemas.microsoft.com/office/drawing/2014/main" id="{E677010A-8D73-0D1D-7BC3-946647DF7138}"/>
                    </a:ext>
                  </a:extLst>
                </p:cNvPr>
                <p:cNvSpPr/>
                <p:nvPr/>
              </p:nvSpPr>
              <p:spPr>
                <a:xfrm>
                  <a:off x="3682613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9" name="pg268">
                  <a:extLst>
                    <a:ext uri="{FF2B5EF4-FFF2-40B4-BE49-F238E27FC236}">
                      <a16:creationId xmlns:a16="http://schemas.microsoft.com/office/drawing/2014/main" id="{1BDF32BC-397C-E84D-12B9-1F7E47FC68E9}"/>
                    </a:ext>
                  </a:extLst>
                </p:cNvPr>
                <p:cNvSpPr/>
                <p:nvPr/>
              </p:nvSpPr>
              <p:spPr>
                <a:xfrm>
                  <a:off x="3764050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0" name="pg269">
                  <a:extLst>
                    <a:ext uri="{FF2B5EF4-FFF2-40B4-BE49-F238E27FC236}">
                      <a16:creationId xmlns:a16="http://schemas.microsoft.com/office/drawing/2014/main" id="{CB155617-AB6A-08F3-DEF7-54E4B39DAEA1}"/>
                    </a:ext>
                  </a:extLst>
                </p:cNvPr>
                <p:cNvSpPr/>
                <p:nvPr/>
              </p:nvSpPr>
              <p:spPr>
                <a:xfrm>
                  <a:off x="3845487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1" name="pg270">
                  <a:extLst>
                    <a:ext uri="{FF2B5EF4-FFF2-40B4-BE49-F238E27FC236}">
                      <a16:creationId xmlns:a16="http://schemas.microsoft.com/office/drawing/2014/main" id="{32E568FF-B802-0457-F0A0-9CA4985E5814}"/>
                    </a:ext>
                  </a:extLst>
                </p:cNvPr>
                <p:cNvSpPr/>
                <p:nvPr/>
              </p:nvSpPr>
              <p:spPr>
                <a:xfrm>
                  <a:off x="3926924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2">
                    <a:alpha val="100000"/>
                  </a:srgbClr>
                </a:solidFill>
                <a:ln w="5420" cap="flat">
                  <a:solidFill>
                    <a:srgbClr val="B9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2" name="pg271">
                  <a:extLst>
                    <a:ext uri="{FF2B5EF4-FFF2-40B4-BE49-F238E27FC236}">
                      <a16:creationId xmlns:a16="http://schemas.microsoft.com/office/drawing/2014/main" id="{EB9CF1D9-427D-B883-9CA1-6C176B38D821}"/>
                    </a:ext>
                  </a:extLst>
                </p:cNvPr>
                <p:cNvSpPr/>
                <p:nvPr/>
              </p:nvSpPr>
              <p:spPr>
                <a:xfrm>
                  <a:off x="4252673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3" name="pg272">
                  <a:extLst>
                    <a:ext uri="{FF2B5EF4-FFF2-40B4-BE49-F238E27FC236}">
                      <a16:creationId xmlns:a16="http://schemas.microsoft.com/office/drawing/2014/main" id="{FDC16FFC-A904-FF9C-BE92-8E91C44EAEEF}"/>
                    </a:ext>
                  </a:extLst>
                </p:cNvPr>
                <p:cNvSpPr/>
                <p:nvPr/>
              </p:nvSpPr>
              <p:spPr>
                <a:xfrm>
                  <a:off x="4334110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4" name="pg273">
                  <a:extLst>
                    <a:ext uri="{FF2B5EF4-FFF2-40B4-BE49-F238E27FC236}">
                      <a16:creationId xmlns:a16="http://schemas.microsoft.com/office/drawing/2014/main" id="{0700F436-18D5-1041-96BE-62382AA84E02}"/>
                    </a:ext>
                  </a:extLst>
                </p:cNvPr>
                <p:cNvSpPr/>
                <p:nvPr/>
              </p:nvSpPr>
              <p:spPr>
                <a:xfrm>
                  <a:off x="4415547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5" name="pg274">
                  <a:extLst>
                    <a:ext uri="{FF2B5EF4-FFF2-40B4-BE49-F238E27FC236}">
                      <a16:creationId xmlns:a16="http://schemas.microsoft.com/office/drawing/2014/main" id="{A6AA03F0-B02D-5467-7BE0-59E56133596F}"/>
                    </a:ext>
                  </a:extLst>
                </p:cNvPr>
                <p:cNvSpPr/>
                <p:nvPr/>
              </p:nvSpPr>
              <p:spPr>
                <a:xfrm>
                  <a:off x="4496984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6" name="pg275">
                  <a:extLst>
                    <a:ext uri="{FF2B5EF4-FFF2-40B4-BE49-F238E27FC236}">
                      <a16:creationId xmlns:a16="http://schemas.microsoft.com/office/drawing/2014/main" id="{C2325497-968A-ACA9-108A-F6800A2F70E4}"/>
                    </a:ext>
                  </a:extLst>
                </p:cNvPr>
                <p:cNvSpPr/>
                <p:nvPr/>
              </p:nvSpPr>
              <p:spPr>
                <a:xfrm>
                  <a:off x="4578421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7" name="pg276">
                  <a:extLst>
                    <a:ext uri="{FF2B5EF4-FFF2-40B4-BE49-F238E27FC236}">
                      <a16:creationId xmlns:a16="http://schemas.microsoft.com/office/drawing/2014/main" id="{9A15619E-4305-A478-E455-4E2591C9AA1C}"/>
                    </a:ext>
                  </a:extLst>
                </p:cNvPr>
                <p:cNvSpPr/>
                <p:nvPr/>
              </p:nvSpPr>
              <p:spPr>
                <a:xfrm>
                  <a:off x="4659858" y="299633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8" name="pg277">
                  <a:extLst>
                    <a:ext uri="{FF2B5EF4-FFF2-40B4-BE49-F238E27FC236}">
                      <a16:creationId xmlns:a16="http://schemas.microsoft.com/office/drawing/2014/main" id="{FBEF0C35-1F5B-9D34-9D5F-BECBB1CC0A4A}"/>
                    </a:ext>
                  </a:extLst>
                </p:cNvPr>
                <p:cNvSpPr/>
                <p:nvPr/>
              </p:nvSpPr>
              <p:spPr>
                <a:xfrm>
                  <a:off x="2705367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9" name="pg278">
                  <a:extLst>
                    <a:ext uri="{FF2B5EF4-FFF2-40B4-BE49-F238E27FC236}">
                      <a16:creationId xmlns:a16="http://schemas.microsoft.com/office/drawing/2014/main" id="{93219A94-95D6-3787-4290-BB56EC877FB8}"/>
                    </a:ext>
                  </a:extLst>
                </p:cNvPr>
                <p:cNvSpPr/>
                <p:nvPr/>
              </p:nvSpPr>
              <p:spPr>
                <a:xfrm>
                  <a:off x="2786804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0" name="pg279">
                  <a:extLst>
                    <a:ext uri="{FF2B5EF4-FFF2-40B4-BE49-F238E27FC236}">
                      <a16:creationId xmlns:a16="http://schemas.microsoft.com/office/drawing/2014/main" id="{ADB41D04-55B8-2132-A2C9-DB7C05042686}"/>
                    </a:ext>
                  </a:extLst>
                </p:cNvPr>
                <p:cNvSpPr/>
                <p:nvPr/>
              </p:nvSpPr>
              <p:spPr>
                <a:xfrm>
                  <a:off x="2868241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1" name="pg280">
                  <a:extLst>
                    <a:ext uri="{FF2B5EF4-FFF2-40B4-BE49-F238E27FC236}">
                      <a16:creationId xmlns:a16="http://schemas.microsoft.com/office/drawing/2014/main" id="{EFE78EFD-8631-2A79-A699-F3B21FBB5B6D}"/>
                    </a:ext>
                  </a:extLst>
                </p:cNvPr>
                <p:cNvSpPr/>
                <p:nvPr/>
              </p:nvSpPr>
              <p:spPr>
                <a:xfrm>
                  <a:off x="2949678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2" name="pg281">
                  <a:extLst>
                    <a:ext uri="{FF2B5EF4-FFF2-40B4-BE49-F238E27FC236}">
                      <a16:creationId xmlns:a16="http://schemas.microsoft.com/office/drawing/2014/main" id="{646CCAF2-F753-8B3E-7E43-74E063B86C83}"/>
                    </a:ext>
                  </a:extLst>
                </p:cNvPr>
                <p:cNvSpPr/>
                <p:nvPr/>
              </p:nvSpPr>
              <p:spPr>
                <a:xfrm>
                  <a:off x="3031116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3" name="pg282">
                  <a:extLst>
                    <a:ext uri="{FF2B5EF4-FFF2-40B4-BE49-F238E27FC236}">
                      <a16:creationId xmlns:a16="http://schemas.microsoft.com/office/drawing/2014/main" id="{99B8926D-3A1A-2DA3-1DB1-978130097191}"/>
                    </a:ext>
                  </a:extLst>
                </p:cNvPr>
                <p:cNvSpPr/>
                <p:nvPr/>
              </p:nvSpPr>
              <p:spPr>
                <a:xfrm>
                  <a:off x="3112553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4" name="pg283">
                  <a:extLst>
                    <a:ext uri="{FF2B5EF4-FFF2-40B4-BE49-F238E27FC236}">
                      <a16:creationId xmlns:a16="http://schemas.microsoft.com/office/drawing/2014/main" id="{CFB1FE08-2BE2-DD91-D4C8-6B03F639DCC5}"/>
                    </a:ext>
                  </a:extLst>
                </p:cNvPr>
                <p:cNvSpPr/>
                <p:nvPr/>
              </p:nvSpPr>
              <p:spPr>
                <a:xfrm>
                  <a:off x="3193990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5" name="pg284">
                  <a:extLst>
                    <a:ext uri="{FF2B5EF4-FFF2-40B4-BE49-F238E27FC236}">
                      <a16:creationId xmlns:a16="http://schemas.microsoft.com/office/drawing/2014/main" id="{E3F4698C-86CE-E082-896B-233F5C8832A8}"/>
                    </a:ext>
                  </a:extLst>
                </p:cNvPr>
                <p:cNvSpPr/>
                <p:nvPr/>
              </p:nvSpPr>
              <p:spPr>
                <a:xfrm>
                  <a:off x="3275427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6" name="pg285">
                  <a:extLst>
                    <a:ext uri="{FF2B5EF4-FFF2-40B4-BE49-F238E27FC236}">
                      <a16:creationId xmlns:a16="http://schemas.microsoft.com/office/drawing/2014/main" id="{A6B3FFBA-C03F-D1D4-9DAD-E558A18622D0}"/>
                    </a:ext>
                  </a:extLst>
                </p:cNvPr>
                <p:cNvSpPr/>
                <p:nvPr/>
              </p:nvSpPr>
              <p:spPr>
                <a:xfrm>
                  <a:off x="3356864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7" name="pg286">
                  <a:extLst>
                    <a:ext uri="{FF2B5EF4-FFF2-40B4-BE49-F238E27FC236}">
                      <a16:creationId xmlns:a16="http://schemas.microsoft.com/office/drawing/2014/main" id="{30759997-BCF2-4EFD-1272-4F6DAE5E1110}"/>
                    </a:ext>
                  </a:extLst>
                </p:cNvPr>
                <p:cNvSpPr/>
                <p:nvPr/>
              </p:nvSpPr>
              <p:spPr>
                <a:xfrm>
                  <a:off x="3438301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8" name="pg287">
                  <a:extLst>
                    <a:ext uri="{FF2B5EF4-FFF2-40B4-BE49-F238E27FC236}">
                      <a16:creationId xmlns:a16="http://schemas.microsoft.com/office/drawing/2014/main" id="{086BCA33-A4C7-8123-6A94-385568A8D8B7}"/>
                    </a:ext>
                  </a:extLst>
                </p:cNvPr>
                <p:cNvSpPr/>
                <p:nvPr/>
              </p:nvSpPr>
              <p:spPr>
                <a:xfrm>
                  <a:off x="3519738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9D3">
                    <a:alpha val="100000"/>
                  </a:srgbClr>
                </a:solidFill>
                <a:ln w="5420" cap="flat">
                  <a:solidFill>
                    <a:srgbClr val="BB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9" name="pg288">
                  <a:extLst>
                    <a:ext uri="{FF2B5EF4-FFF2-40B4-BE49-F238E27FC236}">
                      <a16:creationId xmlns:a16="http://schemas.microsoft.com/office/drawing/2014/main" id="{46F5D2A3-FA8B-4F1F-977D-724773DD1D50}"/>
                    </a:ext>
                  </a:extLst>
                </p:cNvPr>
                <p:cNvSpPr/>
                <p:nvPr/>
              </p:nvSpPr>
              <p:spPr>
                <a:xfrm>
                  <a:off x="3601176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AD3">
                    <a:alpha val="100000"/>
                  </a:srgbClr>
                </a:solidFill>
                <a:ln w="5420" cap="flat">
                  <a:solidFill>
                    <a:srgbClr val="BBEA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0" name="pg289">
                  <a:extLst>
                    <a:ext uri="{FF2B5EF4-FFF2-40B4-BE49-F238E27FC236}">
                      <a16:creationId xmlns:a16="http://schemas.microsoft.com/office/drawing/2014/main" id="{1667C425-A8B0-DCCF-A17D-DBA7E41EFFE2}"/>
                    </a:ext>
                  </a:extLst>
                </p:cNvPr>
                <p:cNvSpPr/>
                <p:nvPr/>
              </p:nvSpPr>
              <p:spPr>
                <a:xfrm>
                  <a:off x="3682613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AD3">
                    <a:alpha val="100000"/>
                  </a:srgbClr>
                </a:solidFill>
                <a:ln w="5420" cap="flat">
                  <a:solidFill>
                    <a:srgbClr val="BBEA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1" name="pg290">
                  <a:extLst>
                    <a:ext uri="{FF2B5EF4-FFF2-40B4-BE49-F238E27FC236}">
                      <a16:creationId xmlns:a16="http://schemas.microsoft.com/office/drawing/2014/main" id="{EAF3BEB8-3C3F-1B49-4D71-8CAF87B1ECC0}"/>
                    </a:ext>
                  </a:extLst>
                </p:cNvPr>
                <p:cNvSpPr/>
                <p:nvPr/>
              </p:nvSpPr>
              <p:spPr>
                <a:xfrm>
                  <a:off x="3764050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AD3">
                    <a:alpha val="100000"/>
                  </a:srgbClr>
                </a:solidFill>
                <a:ln w="5420" cap="flat">
                  <a:solidFill>
                    <a:srgbClr val="BBEA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2" name="pg291">
                  <a:extLst>
                    <a:ext uri="{FF2B5EF4-FFF2-40B4-BE49-F238E27FC236}">
                      <a16:creationId xmlns:a16="http://schemas.microsoft.com/office/drawing/2014/main" id="{C90DE056-DD60-D9B1-8672-8EDDE1A45522}"/>
                    </a:ext>
                  </a:extLst>
                </p:cNvPr>
                <p:cNvSpPr/>
                <p:nvPr/>
              </p:nvSpPr>
              <p:spPr>
                <a:xfrm>
                  <a:off x="3845487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9D3">
                    <a:alpha val="100000"/>
                  </a:srgbClr>
                </a:solidFill>
                <a:ln w="5420" cap="flat">
                  <a:solidFill>
                    <a:srgbClr val="BB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3" name="pg292">
                  <a:extLst>
                    <a:ext uri="{FF2B5EF4-FFF2-40B4-BE49-F238E27FC236}">
                      <a16:creationId xmlns:a16="http://schemas.microsoft.com/office/drawing/2014/main" id="{2793F02A-0155-0076-8189-02E8DDDEDE61}"/>
                    </a:ext>
                  </a:extLst>
                </p:cNvPr>
                <p:cNvSpPr/>
                <p:nvPr/>
              </p:nvSpPr>
              <p:spPr>
                <a:xfrm>
                  <a:off x="3926924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4" name="pg293">
                  <a:extLst>
                    <a:ext uri="{FF2B5EF4-FFF2-40B4-BE49-F238E27FC236}">
                      <a16:creationId xmlns:a16="http://schemas.microsoft.com/office/drawing/2014/main" id="{696311C2-4BF3-F898-8434-8D9266EB1FB7}"/>
                    </a:ext>
                  </a:extLst>
                </p:cNvPr>
                <p:cNvSpPr/>
                <p:nvPr/>
              </p:nvSpPr>
              <p:spPr>
                <a:xfrm>
                  <a:off x="4008361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5" name="pg294">
                  <a:extLst>
                    <a:ext uri="{FF2B5EF4-FFF2-40B4-BE49-F238E27FC236}">
                      <a16:creationId xmlns:a16="http://schemas.microsoft.com/office/drawing/2014/main" id="{7B42FADB-23E0-62E3-E8A5-9C1CD0DC9DAF}"/>
                    </a:ext>
                  </a:extLst>
                </p:cNvPr>
                <p:cNvSpPr/>
                <p:nvPr/>
              </p:nvSpPr>
              <p:spPr>
                <a:xfrm>
                  <a:off x="4252673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6" name="pg295">
                  <a:extLst>
                    <a:ext uri="{FF2B5EF4-FFF2-40B4-BE49-F238E27FC236}">
                      <a16:creationId xmlns:a16="http://schemas.microsoft.com/office/drawing/2014/main" id="{0B06B7AC-51F2-24CA-81EC-3D678E97B199}"/>
                    </a:ext>
                  </a:extLst>
                </p:cNvPr>
                <p:cNvSpPr/>
                <p:nvPr/>
              </p:nvSpPr>
              <p:spPr>
                <a:xfrm>
                  <a:off x="4334110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AD4">
                    <a:alpha val="100000"/>
                  </a:srgbClr>
                </a:solidFill>
                <a:ln w="5420" cap="flat">
                  <a:solidFill>
                    <a:srgbClr val="BB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7" name="pg296">
                  <a:extLst>
                    <a:ext uri="{FF2B5EF4-FFF2-40B4-BE49-F238E27FC236}">
                      <a16:creationId xmlns:a16="http://schemas.microsoft.com/office/drawing/2014/main" id="{EAF651AD-2CC7-0BD1-9E3C-8018C5C53146}"/>
                    </a:ext>
                  </a:extLst>
                </p:cNvPr>
                <p:cNvSpPr/>
                <p:nvPr/>
              </p:nvSpPr>
              <p:spPr>
                <a:xfrm>
                  <a:off x="4415547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8" name="pg297">
                  <a:extLst>
                    <a:ext uri="{FF2B5EF4-FFF2-40B4-BE49-F238E27FC236}">
                      <a16:creationId xmlns:a16="http://schemas.microsoft.com/office/drawing/2014/main" id="{6911234D-9DE4-2D88-D792-1DBD9135737C}"/>
                    </a:ext>
                  </a:extLst>
                </p:cNvPr>
                <p:cNvSpPr/>
                <p:nvPr/>
              </p:nvSpPr>
              <p:spPr>
                <a:xfrm>
                  <a:off x="4496984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9" name="pg298">
                  <a:extLst>
                    <a:ext uri="{FF2B5EF4-FFF2-40B4-BE49-F238E27FC236}">
                      <a16:creationId xmlns:a16="http://schemas.microsoft.com/office/drawing/2014/main" id="{61439B79-139B-254E-7202-CDB0B9BA792F}"/>
                    </a:ext>
                  </a:extLst>
                </p:cNvPr>
                <p:cNvSpPr/>
                <p:nvPr/>
              </p:nvSpPr>
              <p:spPr>
                <a:xfrm>
                  <a:off x="4578421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0" name="pg299">
                  <a:extLst>
                    <a:ext uri="{FF2B5EF4-FFF2-40B4-BE49-F238E27FC236}">
                      <a16:creationId xmlns:a16="http://schemas.microsoft.com/office/drawing/2014/main" id="{882044AF-2F07-C600-3473-772A058920C1}"/>
                    </a:ext>
                  </a:extLst>
                </p:cNvPr>
                <p:cNvSpPr/>
                <p:nvPr/>
              </p:nvSpPr>
              <p:spPr>
                <a:xfrm>
                  <a:off x="4659858" y="309964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1" name="pg300">
                  <a:extLst>
                    <a:ext uri="{FF2B5EF4-FFF2-40B4-BE49-F238E27FC236}">
                      <a16:creationId xmlns:a16="http://schemas.microsoft.com/office/drawing/2014/main" id="{67D8B0E8-27BC-CEA4-5BB0-589E6E7456DB}"/>
                    </a:ext>
                  </a:extLst>
                </p:cNvPr>
                <p:cNvSpPr/>
                <p:nvPr/>
              </p:nvSpPr>
              <p:spPr>
                <a:xfrm>
                  <a:off x="2705367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2" name="pg301">
                  <a:extLst>
                    <a:ext uri="{FF2B5EF4-FFF2-40B4-BE49-F238E27FC236}">
                      <a16:creationId xmlns:a16="http://schemas.microsoft.com/office/drawing/2014/main" id="{5B7DBA9F-5EEA-40B3-C4AB-43868F891DBB}"/>
                    </a:ext>
                  </a:extLst>
                </p:cNvPr>
                <p:cNvSpPr/>
                <p:nvPr/>
              </p:nvSpPr>
              <p:spPr>
                <a:xfrm>
                  <a:off x="2786804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3" name="pg302">
                  <a:extLst>
                    <a:ext uri="{FF2B5EF4-FFF2-40B4-BE49-F238E27FC236}">
                      <a16:creationId xmlns:a16="http://schemas.microsoft.com/office/drawing/2014/main" id="{B6C30732-29C0-8DEB-9AC6-8ACB16B98D3F}"/>
                    </a:ext>
                  </a:extLst>
                </p:cNvPr>
                <p:cNvSpPr/>
                <p:nvPr/>
              </p:nvSpPr>
              <p:spPr>
                <a:xfrm>
                  <a:off x="2868241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4" name="pg303">
                  <a:extLst>
                    <a:ext uri="{FF2B5EF4-FFF2-40B4-BE49-F238E27FC236}">
                      <a16:creationId xmlns:a16="http://schemas.microsoft.com/office/drawing/2014/main" id="{10F650EF-91F7-FE74-C608-8B107FE72404}"/>
                    </a:ext>
                  </a:extLst>
                </p:cNvPr>
                <p:cNvSpPr/>
                <p:nvPr/>
              </p:nvSpPr>
              <p:spPr>
                <a:xfrm>
                  <a:off x="2949678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7D0">
                    <a:alpha val="100000"/>
                  </a:srgbClr>
                </a:solidFill>
                <a:ln w="5420" cap="flat">
                  <a:solidFill>
                    <a:srgbClr val="B5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5" name="pg304">
                  <a:extLst>
                    <a:ext uri="{FF2B5EF4-FFF2-40B4-BE49-F238E27FC236}">
                      <a16:creationId xmlns:a16="http://schemas.microsoft.com/office/drawing/2014/main" id="{0C20CA65-1EF1-F862-709A-A28F0B7C9088}"/>
                    </a:ext>
                  </a:extLst>
                </p:cNvPr>
                <p:cNvSpPr/>
                <p:nvPr/>
              </p:nvSpPr>
              <p:spPr>
                <a:xfrm>
                  <a:off x="3031116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6" name="pg305">
                  <a:extLst>
                    <a:ext uri="{FF2B5EF4-FFF2-40B4-BE49-F238E27FC236}">
                      <a16:creationId xmlns:a16="http://schemas.microsoft.com/office/drawing/2014/main" id="{183A7048-F02F-B662-9C49-2984D70819FC}"/>
                    </a:ext>
                  </a:extLst>
                </p:cNvPr>
                <p:cNvSpPr/>
                <p:nvPr/>
              </p:nvSpPr>
              <p:spPr>
                <a:xfrm>
                  <a:off x="3112553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D0">
                    <a:alpha val="100000"/>
                  </a:srgbClr>
                </a:solidFill>
                <a:ln w="5420" cap="flat">
                  <a:solidFill>
                    <a:srgbClr val="B3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7" name="pg306">
                  <a:extLst>
                    <a:ext uri="{FF2B5EF4-FFF2-40B4-BE49-F238E27FC236}">
                      <a16:creationId xmlns:a16="http://schemas.microsoft.com/office/drawing/2014/main" id="{39404B59-FD54-6466-878F-198A365F3ED0}"/>
                    </a:ext>
                  </a:extLst>
                </p:cNvPr>
                <p:cNvSpPr/>
                <p:nvPr/>
              </p:nvSpPr>
              <p:spPr>
                <a:xfrm>
                  <a:off x="3193990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8" name="pg307">
                  <a:extLst>
                    <a:ext uri="{FF2B5EF4-FFF2-40B4-BE49-F238E27FC236}">
                      <a16:creationId xmlns:a16="http://schemas.microsoft.com/office/drawing/2014/main" id="{1408259C-9987-D21A-50C7-F880CE136C27}"/>
                    </a:ext>
                  </a:extLst>
                </p:cNvPr>
                <p:cNvSpPr/>
                <p:nvPr/>
              </p:nvSpPr>
              <p:spPr>
                <a:xfrm>
                  <a:off x="3275427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9" name="pg308">
                  <a:extLst>
                    <a:ext uri="{FF2B5EF4-FFF2-40B4-BE49-F238E27FC236}">
                      <a16:creationId xmlns:a16="http://schemas.microsoft.com/office/drawing/2014/main" id="{14DF7B8A-9818-14FB-BCA9-5F2F24FDA8A6}"/>
                    </a:ext>
                  </a:extLst>
                </p:cNvPr>
                <p:cNvSpPr/>
                <p:nvPr/>
              </p:nvSpPr>
              <p:spPr>
                <a:xfrm>
                  <a:off x="3356864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2">
                    <a:alpha val="100000"/>
                  </a:srgbClr>
                </a:solidFill>
                <a:ln w="5420" cap="flat">
                  <a:solidFill>
                    <a:srgbClr val="B9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0" name="pg309">
                  <a:extLst>
                    <a:ext uri="{FF2B5EF4-FFF2-40B4-BE49-F238E27FC236}">
                      <a16:creationId xmlns:a16="http://schemas.microsoft.com/office/drawing/2014/main" id="{23A59ADC-661A-3CBB-D46A-5FEEFC81E815}"/>
                    </a:ext>
                  </a:extLst>
                </p:cNvPr>
                <p:cNvSpPr/>
                <p:nvPr/>
              </p:nvSpPr>
              <p:spPr>
                <a:xfrm>
                  <a:off x="3438301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1" name="pg310">
                  <a:extLst>
                    <a:ext uri="{FF2B5EF4-FFF2-40B4-BE49-F238E27FC236}">
                      <a16:creationId xmlns:a16="http://schemas.microsoft.com/office/drawing/2014/main" id="{EB0DF7B5-818A-6D8D-644F-6734392763D7}"/>
                    </a:ext>
                  </a:extLst>
                </p:cNvPr>
                <p:cNvSpPr/>
                <p:nvPr/>
              </p:nvSpPr>
              <p:spPr>
                <a:xfrm>
                  <a:off x="3519738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2" name="pg311">
                  <a:extLst>
                    <a:ext uri="{FF2B5EF4-FFF2-40B4-BE49-F238E27FC236}">
                      <a16:creationId xmlns:a16="http://schemas.microsoft.com/office/drawing/2014/main" id="{89AB4320-304C-E2E5-FE95-F7FBE0618381}"/>
                    </a:ext>
                  </a:extLst>
                </p:cNvPr>
                <p:cNvSpPr/>
                <p:nvPr/>
              </p:nvSpPr>
              <p:spPr>
                <a:xfrm>
                  <a:off x="3601176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3" name="pg312">
                  <a:extLst>
                    <a:ext uri="{FF2B5EF4-FFF2-40B4-BE49-F238E27FC236}">
                      <a16:creationId xmlns:a16="http://schemas.microsoft.com/office/drawing/2014/main" id="{A60123DA-85EF-0166-0030-62D29D4F6491}"/>
                    </a:ext>
                  </a:extLst>
                </p:cNvPr>
                <p:cNvSpPr/>
                <p:nvPr/>
              </p:nvSpPr>
              <p:spPr>
                <a:xfrm>
                  <a:off x="3682613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4" name="pg313">
                  <a:extLst>
                    <a:ext uri="{FF2B5EF4-FFF2-40B4-BE49-F238E27FC236}">
                      <a16:creationId xmlns:a16="http://schemas.microsoft.com/office/drawing/2014/main" id="{336DCABE-3A93-1FB5-B5F9-2E78BF2649DA}"/>
                    </a:ext>
                  </a:extLst>
                </p:cNvPr>
                <p:cNvSpPr/>
                <p:nvPr/>
              </p:nvSpPr>
              <p:spPr>
                <a:xfrm>
                  <a:off x="3764050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5" name="pg314">
                  <a:extLst>
                    <a:ext uri="{FF2B5EF4-FFF2-40B4-BE49-F238E27FC236}">
                      <a16:creationId xmlns:a16="http://schemas.microsoft.com/office/drawing/2014/main" id="{E60F2021-46A1-FBE1-0A14-39DAF9AA02BF}"/>
                    </a:ext>
                  </a:extLst>
                </p:cNvPr>
                <p:cNvSpPr/>
                <p:nvPr/>
              </p:nvSpPr>
              <p:spPr>
                <a:xfrm>
                  <a:off x="3845487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6" name="pg315">
                  <a:extLst>
                    <a:ext uri="{FF2B5EF4-FFF2-40B4-BE49-F238E27FC236}">
                      <a16:creationId xmlns:a16="http://schemas.microsoft.com/office/drawing/2014/main" id="{F096FF7C-72B6-99D6-C1E7-23A1BA3FA740}"/>
                    </a:ext>
                  </a:extLst>
                </p:cNvPr>
                <p:cNvSpPr/>
                <p:nvPr/>
              </p:nvSpPr>
              <p:spPr>
                <a:xfrm>
                  <a:off x="3926924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7" name="pg316">
                  <a:extLst>
                    <a:ext uri="{FF2B5EF4-FFF2-40B4-BE49-F238E27FC236}">
                      <a16:creationId xmlns:a16="http://schemas.microsoft.com/office/drawing/2014/main" id="{612E1196-78EA-E47D-5D98-C6F636EA40A5}"/>
                    </a:ext>
                  </a:extLst>
                </p:cNvPr>
                <p:cNvSpPr/>
                <p:nvPr/>
              </p:nvSpPr>
              <p:spPr>
                <a:xfrm>
                  <a:off x="4008361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8" name="pg317">
                  <a:extLst>
                    <a:ext uri="{FF2B5EF4-FFF2-40B4-BE49-F238E27FC236}">
                      <a16:creationId xmlns:a16="http://schemas.microsoft.com/office/drawing/2014/main" id="{8653EAF2-EC36-05A4-A561-C1D2B14AD936}"/>
                    </a:ext>
                  </a:extLst>
                </p:cNvPr>
                <p:cNvSpPr/>
                <p:nvPr/>
              </p:nvSpPr>
              <p:spPr>
                <a:xfrm>
                  <a:off x="4089798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9" name="pg318">
                  <a:extLst>
                    <a:ext uri="{FF2B5EF4-FFF2-40B4-BE49-F238E27FC236}">
                      <a16:creationId xmlns:a16="http://schemas.microsoft.com/office/drawing/2014/main" id="{ED8EB5C5-BF8E-C603-B323-B01AED85358B}"/>
                    </a:ext>
                  </a:extLst>
                </p:cNvPr>
                <p:cNvSpPr/>
                <p:nvPr/>
              </p:nvSpPr>
              <p:spPr>
                <a:xfrm>
                  <a:off x="4334110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9D3">
                    <a:alpha val="100000"/>
                  </a:srgbClr>
                </a:solidFill>
                <a:ln w="5420" cap="flat">
                  <a:solidFill>
                    <a:srgbClr val="BB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0" name="pg319">
                  <a:extLst>
                    <a:ext uri="{FF2B5EF4-FFF2-40B4-BE49-F238E27FC236}">
                      <a16:creationId xmlns:a16="http://schemas.microsoft.com/office/drawing/2014/main" id="{D1E3861B-2BA7-F081-9A41-C7F5355369FB}"/>
                    </a:ext>
                  </a:extLst>
                </p:cNvPr>
                <p:cNvSpPr/>
                <p:nvPr/>
              </p:nvSpPr>
              <p:spPr>
                <a:xfrm>
                  <a:off x="4415547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1" name="pg320">
                  <a:extLst>
                    <a:ext uri="{FF2B5EF4-FFF2-40B4-BE49-F238E27FC236}">
                      <a16:creationId xmlns:a16="http://schemas.microsoft.com/office/drawing/2014/main" id="{8B45C2C0-3469-7FBE-8A1B-E4BEFEB5E7F1}"/>
                    </a:ext>
                  </a:extLst>
                </p:cNvPr>
                <p:cNvSpPr/>
                <p:nvPr/>
              </p:nvSpPr>
              <p:spPr>
                <a:xfrm>
                  <a:off x="4496984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2" name="pg321">
                  <a:extLst>
                    <a:ext uri="{FF2B5EF4-FFF2-40B4-BE49-F238E27FC236}">
                      <a16:creationId xmlns:a16="http://schemas.microsoft.com/office/drawing/2014/main" id="{88237F09-5B19-6BB6-147D-55ACA435585C}"/>
                    </a:ext>
                  </a:extLst>
                </p:cNvPr>
                <p:cNvSpPr/>
                <p:nvPr/>
              </p:nvSpPr>
              <p:spPr>
                <a:xfrm>
                  <a:off x="4578421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3" name="pg322">
                  <a:extLst>
                    <a:ext uri="{FF2B5EF4-FFF2-40B4-BE49-F238E27FC236}">
                      <a16:creationId xmlns:a16="http://schemas.microsoft.com/office/drawing/2014/main" id="{0F7430E5-311C-8B16-F2EC-4A69E4DF97F6}"/>
                    </a:ext>
                  </a:extLst>
                </p:cNvPr>
                <p:cNvSpPr/>
                <p:nvPr/>
              </p:nvSpPr>
              <p:spPr>
                <a:xfrm>
                  <a:off x="4659858" y="320296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4" name="pg323">
                  <a:extLst>
                    <a:ext uri="{FF2B5EF4-FFF2-40B4-BE49-F238E27FC236}">
                      <a16:creationId xmlns:a16="http://schemas.microsoft.com/office/drawing/2014/main" id="{65E38141-D8B1-CE05-2DD6-5C62073C4DDC}"/>
                    </a:ext>
                  </a:extLst>
                </p:cNvPr>
                <p:cNvSpPr/>
                <p:nvPr/>
              </p:nvSpPr>
              <p:spPr>
                <a:xfrm>
                  <a:off x="2705367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5" name="pg324">
                  <a:extLst>
                    <a:ext uri="{FF2B5EF4-FFF2-40B4-BE49-F238E27FC236}">
                      <a16:creationId xmlns:a16="http://schemas.microsoft.com/office/drawing/2014/main" id="{D9DC287E-B8D5-298E-E8B5-72B23CBD6554}"/>
                    </a:ext>
                  </a:extLst>
                </p:cNvPr>
                <p:cNvSpPr/>
                <p:nvPr/>
              </p:nvSpPr>
              <p:spPr>
                <a:xfrm>
                  <a:off x="2786804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6" name="pg325">
                  <a:extLst>
                    <a:ext uri="{FF2B5EF4-FFF2-40B4-BE49-F238E27FC236}">
                      <a16:creationId xmlns:a16="http://schemas.microsoft.com/office/drawing/2014/main" id="{C5D503E8-B6B7-ECAD-872F-5147492BE24C}"/>
                    </a:ext>
                  </a:extLst>
                </p:cNvPr>
                <p:cNvSpPr/>
                <p:nvPr/>
              </p:nvSpPr>
              <p:spPr>
                <a:xfrm>
                  <a:off x="2868241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7" name="pg326">
                  <a:extLst>
                    <a:ext uri="{FF2B5EF4-FFF2-40B4-BE49-F238E27FC236}">
                      <a16:creationId xmlns:a16="http://schemas.microsoft.com/office/drawing/2014/main" id="{66BD5FBB-4C9D-0F33-6D93-C75466C5AFFC}"/>
                    </a:ext>
                  </a:extLst>
                </p:cNvPr>
                <p:cNvSpPr/>
                <p:nvPr/>
              </p:nvSpPr>
              <p:spPr>
                <a:xfrm>
                  <a:off x="2949678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0">
                    <a:alpha val="100000"/>
                  </a:srgbClr>
                </a:solidFill>
                <a:ln w="5420" cap="flat">
                  <a:solidFill>
                    <a:srgbClr val="B5E8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8" name="pg327">
                  <a:extLst>
                    <a:ext uri="{FF2B5EF4-FFF2-40B4-BE49-F238E27FC236}">
                      <a16:creationId xmlns:a16="http://schemas.microsoft.com/office/drawing/2014/main" id="{E553A015-B546-BD43-EC6D-C6D1BFD8BE52}"/>
                    </a:ext>
                  </a:extLst>
                </p:cNvPr>
                <p:cNvSpPr/>
                <p:nvPr/>
              </p:nvSpPr>
              <p:spPr>
                <a:xfrm>
                  <a:off x="3031116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9" name="pg328">
                  <a:extLst>
                    <a:ext uri="{FF2B5EF4-FFF2-40B4-BE49-F238E27FC236}">
                      <a16:creationId xmlns:a16="http://schemas.microsoft.com/office/drawing/2014/main" id="{BD06B448-AA78-31A2-C568-DE8D86EB23F4}"/>
                    </a:ext>
                  </a:extLst>
                </p:cNvPr>
                <p:cNvSpPr/>
                <p:nvPr/>
              </p:nvSpPr>
              <p:spPr>
                <a:xfrm>
                  <a:off x="3112553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3E7D0">
                    <a:alpha val="100000"/>
                  </a:srgbClr>
                </a:solidFill>
                <a:ln w="5420" cap="flat">
                  <a:solidFill>
                    <a:srgbClr val="B3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0" name="pg329">
                  <a:extLst>
                    <a:ext uri="{FF2B5EF4-FFF2-40B4-BE49-F238E27FC236}">
                      <a16:creationId xmlns:a16="http://schemas.microsoft.com/office/drawing/2014/main" id="{933338E6-8E5C-75CF-A6A9-82F7F3E1FB8E}"/>
                    </a:ext>
                  </a:extLst>
                </p:cNvPr>
                <p:cNvSpPr/>
                <p:nvPr/>
              </p:nvSpPr>
              <p:spPr>
                <a:xfrm>
                  <a:off x="3193990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1" name="pg330">
                  <a:extLst>
                    <a:ext uri="{FF2B5EF4-FFF2-40B4-BE49-F238E27FC236}">
                      <a16:creationId xmlns:a16="http://schemas.microsoft.com/office/drawing/2014/main" id="{01B06362-F282-C051-E234-F1EF03396742}"/>
                    </a:ext>
                  </a:extLst>
                </p:cNvPr>
                <p:cNvSpPr/>
                <p:nvPr/>
              </p:nvSpPr>
              <p:spPr>
                <a:xfrm>
                  <a:off x="3275427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2" name="pg331">
                  <a:extLst>
                    <a:ext uri="{FF2B5EF4-FFF2-40B4-BE49-F238E27FC236}">
                      <a16:creationId xmlns:a16="http://schemas.microsoft.com/office/drawing/2014/main" id="{1B0A24D1-87B5-651A-EADC-01D3102A29D1}"/>
                    </a:ext>
                  </a:extLst>
                </p:cNvPr>
                <p:cNvSpPr/>
                <p:nvPr/>
              </p:nvSpPr>
              <p:spPr>
                <a:xfrm>
                  <a:off x="3356864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9D3">
                    <a:alpha val="100000"/>
                  </a:srgbClr>
                </a:solidFill>
                <a:ln w="5420" cap="flat">
                  <a:solidFill>
                    <a:srgbClr val="BB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3" name="pg332">
                  <a:extLst>
                    <a:ext uri="{FF2B5EF4-FFF2-40B4-BE49-F238E27FC236}">
                      <a16:creationId xmlns:a16="http://schemas.microsoft.com/office/drawing/2014/main" id="{3553B9F0-8964-E7B4-5821-8474D7A0E163}"/>
                    </a:ext>
                  </a:extLst>
                </p:cNvPr>
                <p:cNvSpPr/>
                <p:nvPr/>
              </p:nvSpPr>
              <p:spPr>
                <a:xfrm>
                  <a:off x="3438301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4" name="pg333">
                  <a:extLst>
                    <a:ext uri="{FF2B5EF4-FFF2-40B4-BE49-F238E27FC236}">
                      <a16:creationId xmlns:a16="http://schemas.microsoft.com/office/drawing/2014/main" id="{124DEC63-3F1D-E2F4-53ED-AB15F2F2BC27}"/>
                    </a:ext>
                  </a:extLst>
                </p:cNvPr>
                <p:cNvSpPr/>
                <p:nvPr/>
              </p:nvSpPr>
              <p:spPr>
                <a:xfrm>
                  <a:off x="3519738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CD7">
                    <a:alpha val="100000"/>
                  </a:srgbClr>
                </a:solidFill>
                <a:ln w="5420" cap="flat">
                  <a:solidFill>
                    <a:srgbClr val="C1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5" name="pg334">
                  <a:extLst>
                    <a:ext uri="{FF2B5EF4-FFF2-40B4-BE49-F238E27FC236}">
                      <a16:creationId xmlns:a16="http://schemas.microsoft.com/office/drawing/2014/main" id="{7BA116D2-2F2E-B4E9-E415-7BAE8B691A8A}"/>
                    </a:ext>
                  </a:extLst>
                </p:cNvPr>
                <p:cNvSpPr/>
                <p:nvPr/>
              </p:nvSpPr>
              <p:spPr>
                <a:xfrm>
                  <a:off x="3601176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CD7">
                    <a:alpha val="100000"/>
                  </a:srgbClr>
                </a:solidFill>
                <a:ln w="5420" cap="flat">
                  <a:solidFill>
                    <a:srgbClr val="C1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6" name="pg335">
                  <a:extLst>
                    <a:ext uri="{FF2B5EF4-FFF2-40B4-BE49-F238E27FC236}">
                      <a16:creationId xmlns:a16="http://schemas.microsoft.com/office/drawing/2014/main" id="{C24E3162-970F-D15E-BDD6-C38428C86356}"/>
                    </a:ext>
                  </a:extLst>
                </p:cNvPr>
                <p:cNvSpPr/>
                <p:nvPr/>
              </p:nvSpPr>
              <p:spPr>
                <a:xfrm>
                  <a:off x="3682613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7" name="pg336">
                  <a:extLst>
                    <a:ext uri="{FF2B5EF4-FFF2-40B4-BE49-F238E27FC236}">
                      <a16:creationId xmlns:a16="http://schemas.microsoft.com/office/drawing/2014/main" id="{D39B267E-2B74-FFAD-0E95-A1CF19C8D94C}"/>
                    </a:ext>
                  </a:extLst>
                </p:cNvPr>
                <p:cNvSpPr/>
                <p:nvPr/>
              </p:nvSpPr>
              <p:spPr>
                <a:xfrm>
                  <a:off x="3764050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8" name="pg337">
                  <a:extLst>
                    <a:ext uri="{FF2B5EF4-FFF2-40B4-BE49-F238E27FC236}">
                      <a16:creationId xmlns:a16="http://schemas.microsoft.com/office/drawing/2014/main" id="{C25FF007-22F8-8292-C719-0765982A1248}"/>
                    </a:ext>
                  </a:extLst>
                </p:cNvPr>
                <p:cNvSpPr/>
                <p:nvPr/>
              </p:nvSpPr>
              <p:spPr>
                <a:xfrm>
                  <a:off x="3845487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9" name="pg338">
                  <a:extLst>
                    <a:ext uri="{FF2B5EF4-FFF2-40B4-BE49-F238E27FC236}">
                      <a16:creationId xmlns:a16="http://schemas.microsoft.com/office/drawing/2014/main" id="{8B5309A2-E641-109A-0A53-F3C0DED6CD29}"/>
                    </a:ext>
                  </a:extLst>
                </p:cNvPr>
                <p:cNvSpPr/>
                <p:nvPr/>
              </p:nvSpPr>
              <p:spPr>
                <a:xfrm>
                  <a:off x="3926924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0" name="pg339">
                  <a:extLst>
                    <a:ext uri="{FF2B5EF4-FFF2-40B4-BE49-F238E27FC236}">
                      <a16:creationId xmlns:a16="http://schemas.microsoft.com/office/drawing/2014/main" id="{32FAA959-E39E-66DE-E79C-995768E43F8A}"/>
                    </a:ext>
                  </a:extLst>
                </p:cNvPr>
                <p:cNvSpPr/>
                <p:nvPr/>
              </p:nvSpPr>
              <p:spPr>
                <a:xfrm>
                  <a:off x="4008361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1" name="pg340">
                  <a:extLst>
                    <a:ext uri="{FF2B5EF4-FFF2-40B4-BE49-F238E27FC236}">
                      <a16:creationId xmlns:a16="http://schemas.microsoft.com/office/drawing/2014/main" id="{1C8C2111-0DF9-BA20-DA67-9288539965C6}"/>
                    </a:ext>
                  </a:extLst>
                </p:cNvPr>
                <p:cNvSpPr/>
                <p:nvPr/>
              </p:nvSpPr>
              <p:spPr>
                <a:xfrm>
                  <a:off x="4089798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2" name="pg341">
                  <a:extLst>
                    <a:ext uri="{FF2B5EF4-FFF2-40B4-BE49-F238E27FC236}">
                      <a16:creationId xmlns:a16="http://schemas.microsoft.com/office/drawing/2014/main" id="{A8D8FF30-06FD-AFE2-A88A-1405FC0C091A}"/>
                    </a:ext>
                  </a:extLst>
                </p:cNvPr>
                <p:cNvSpPr/>
                <p:nvPr/>
              </p:nvSpPr>
              <p:spPr>
                <a:xfrm>
                  <a:off x="4252673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AD4">
                    <a:alpha val="100000"/>
                  </a:srgbClr>
                </a:solidFill>
                <a:ln w="5420" cap="flat">
                  <a:solidFill>
                    <a:srgbClr val="BB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3" name="pg342">
                  <a:extLst>
                    <a:ext uri="{FF2B5EF4-FFF2-40B4-BE49-F238E27FC236}">
                      <a16:creationId xmlns:a16="http://schemas.microsoft.com/office/drawing/2014/main" id="{F1D59BEA-9993-283B-ECAC-5170A8AC9702}"/>
                    </a:ext>
                  </a:extLst>
                </p:cNvPr>
                <p:cNvSpPr/>
                <p:nvPr/>
              </p:nvSpPr>
              <p:spPr>
                <a:xfrm>
                  <a:off x="4334110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9D3">
                    <a:alpha val="100000"/>
                  </a:srgbClr>
                </a:solidFill>
                <a:ln w="5420" cap="flat">
                  <a:solidFill>
                    <a:srgbClr val="BB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4" name="pg343">
                  <a:extLst>
                    <a:ext uri="{FF2B5EF4-FFF2-40B4-BE49-F238E27FC236}">
                      <a16:creationId xmlns:a16="http://schemas.microsoft.com/office/drawing/2014/main" id="{19091B38-1A95-E669-4E24-5A9AFD1C9168}"/>
                    </a:ext>
                  </a:extLst>
                </p:cNvPr>
                <p:cNvSpPr/>
                <p:nvPr/>
              </p:nvSpPr>
              <p:spPr>
                <a:xfrm>
                  <a:off x="4415547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5" name="pg344">
                  <a:extLst>
                    <a:ext uri="{FF2B5EF4-FFF2-40B4-BE49-F238E27FC236}">
                      <a16:creationId xmlns:a16="http://schemas.microsoft.com/office/drawing/2014/main" id="{D418444E-850B-9BD2-D7DF-4ECBAB9863D4}"/>
                    </a:ext>
                  </a:extLst>
                </p:cNvPr>
                <p:cNvSpPr/>
                <p:nvPr/>
              </p:nvSpPr>
              <p:spPr>
                <a:xfrm>
                  <a:off x="4496984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6" name="pg345">
                  <a:extLst>
                    <a:ext uri="{FF2B5EF4-FFF2-40B4-BE49-F238E27FC236}">
                      <a16:creationId xmlns:a16="http://schemas.microsoft.com/office/drawing/2014/main" id="{3558F55A-DDA8-3DEC-DFD0-E9A6AEC85AAB}"/>
                    </a:ext>
                  </a:extLst>
                </p:cNvPr>
                <p:cNvSpPr/>
                <p:nvPr/>
              </p:nvSpPr>
              <p:spPr>
                <a:xfrm>
                  <a:off x="4578421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7" name="pg346">
                  <a:extLst>
                    <a:ext uri="{FF2B5EF4-FFF2-40B4-BE49-F238E27FC236}">
                      <a16:creationId xmlns:a16="http://schemas.microsoft.com/office/drawing/2014/main" id="{970FCD85-75DD-D205-30FF-BC38B2717982}"/>
                    </a:ext>
                  </a:extLst>
                </p:cNvPr>
                <p:cNvSpPr/>
                <p:nvPr/>
              </p:nvSpPr>
              <p:spPr>
                <a:xfrm>
                  <a:off x="4659858" y="330628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8" name="pg347">
                  <a:extLst>
                    <a:ext uri="{FF2B5EF4-FFF2-40B4-BE49-F238E27FC236}">
                      <a16:creationId xmlns:a16="http://schemas.microsoft.com/office/drawing/2014/main" id="{76EA0002-4383-4700-6FAF-474AB43690F2}"/>
                    </a:ext>
                  </a:extLst>
                </p:cNvPr>
                <p:cNvSpPr/>
                <p:nvPr/>
              </p:nvSpPr>
              <p:spPr>
                <a:xfrm>
                  <a:off x="2786804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9" name="pg348">
                  <a:extLst>
                    <a:ext uri="{FF2B5EF4-FFF2-40B4-BE49-F238E27FC236}">
                      <a16:creationId xmlns:a16="http://schemas.microsoft.com/office/drawing/2014/main" id="{FDC360D2-EF40-CCA0-BD37-C969FAE25D58}"/>
                    </a:ext>
                  </a:extLst>
                </p:cNvPr>
                <p:cNvSpPr/>
                <p:nvPr/>
              </p:nvSpPr>
              <p:spPr>
                <a:xfrm>
                  <a:off x="2868241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0" name="pg349">
                  <a:extLst>
                    <a:ext uri="{FF2B5EF4-FFF2-40B4-BE49-F238E27FC236}">
                      <a16:creationId xmlns:a16="http://schemas.microsoft.com/office/drawing/2014/main" id="{6C801259-51B8-08EC-2D46-08674E20DBCD}"/>
                    </a:ext>
                  </a:extLst>
                </p:cNvPr>
                <p:cNvSpPr/>
                <p:nvPr/>
              </p:nvSpPr>
              <p:spPr>
                <a:xfrm>
                  <a:off x="2949678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1" name="pg350">
                  <a:extLst>
                    <a:ext uri="{FF2B5EF4-FFF2-40B4-BE49-F238E27FC236}">
                      <a16:creationId xmlns:a16="http://schemas.microsoft.com/office/drawing/2014/main" id="{BE888C59-DD30-A211-F5D4-640F07454308}"/>
                    </a:ext>
                  </a:extLst>
                </p:cNvPr>
                <p:cNvSpPr/>
                <p:nvPr/>
              </p:nvSpPr>
              <p:spPr>
                <a:xfrm>
                  <a:off x="3031116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2" name="pg351">
                  <a:extLst>
                    <a:ext uri="{FF2B5EF4-FFF2-40B4-BE49-F238E27FC236}">
                      <a16:creationId xmlns:a16="http://schemas.microsoft.com/office/drawing/2014/main" id="{6B656F4E-3AE5-F7A0-AB6F-E80127394D6E}"/>
                    </a:ext>
                  </a:extLst>
                </p:cNvPr>
                <p:cNvSpPr/>
                <p:nvPr/>
              </p:nvSpPr>
              <p:spPr>
                <a:xfrm>
                  <a:off x="3112553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3" name="pg352">
                  <a:extLst>
                    <a:ext uri="{FF2B5EF4-FFF2-40B4-BE49-F238E27FC236}">
                      <a16:creationId xmlns:a16="http://schemas.microsoft.com/office/drawing/2014/main" id="{02B9C4BF-EED8-DF45-360A-B5E549CE978D}"/>
                    </a:ext>
                  </a:extLst>
                </p:cNvPr>
                <p:cNvSpPr/>
                <p:nvPr/>
              </p:nvSpPr>
              <p:spPr>
                <a:xfrm>
                  <a:off x="3193990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4" name="pg353">
                  <a:extLst>
                    <a:ext uri="{FF2B5EF4-FFF2-40B4-BE49-F238E27FC236}">
                      <a16:creationId xmlns:a16="http://schemas.microsoft.com/office/drawing/2014/main" id="{BE683CAC-98EA-0CE1-9D04-0813D5D9A716}"/>
                    </a:ext>
                  </a:extLst>
                </p:cNvPr>
                <p:cNvSpPr/>
                <p:nvPr/>
              </p:nvSpPr>
              <p:spPr>
                <a:xfrm>
                  <a:off x="3275427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9D3">
                    <a:alpha val="100000"/>
                  </a:srgbClr>
                </a:solidFill>
                <a:ln w="5420" cap="flat">
                  <a:solidFill>
                    <a:srgbClr val="BB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5" name="pg354">
                  <a:extLst>
                    <a:ext uri="{FF2B5EF4-FFF2-40B4-BE49-F238E27FC236}">
                      <a16:creationId xmlns:a16="http://schemas.microsoft.com/office/drawing/2014/main" id="{4ACF00ED-E4E5-FA81-BA93-C86758422972}"/>
                    </a:ext>
                  </a:extLst>
                </p:cNvPr>
                <p:cNvSpPr/>
                <p:nvPr/>
              </p:nvSpPr>
              <p:spPr>
                <a:xfrm>
                  <a:off x="3356864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6" name="pg355">
                  <a:extLst>
                    <a:ext uri="{FF2B5EF4-FFF2-40B4-BE49-F238E27FC236}">
                      <a16:creationId xmlns:a16="http://schemas.microsoft.com/office/drawing/2014/main" id="{27593A54-ADF1-CD11-6896-049B9C3AB717}"/>
                    </a:ext>
                  </a:extLst>
                </p:cNvPr>
                <p:cNvSpPr/>
                <p:nvPr/>
              </p:nvSpPr>
              <p:spPr>
                <a:xfrm>
                  <a:off x="3438301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7" name="pg356">
                  <a:extLst>
                    <a:ext uri="{FF2B5EF4-FFF2-40B4-BE49-F238E27FC236}">
                      <a16:creationId xmlns:a16="http://schemas.microsoft.com/office/drawing/2014/main" id="{511F8385-40F1-B079-8DED-130037B80188}"/>
                    </a:ext>
                  </a:extLst>
                </p:cNvPr>
                <p:cNvSpPr/>
                <p:nvPr/>
              </p:nvSpPr>
              <p:spPr>
                <a:xfrm>
                  <a:off x="3519738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8" name="pg357">
                  <a:extLst>
                    <a:ext uri="{FF2B5EF4-FFF2-40B4-BE49-F238E27FC236}">
                      <a16:creationId xmlns:a16="http://schemas.microsoft.com/office/drawing/2014/main" id="{9C1FBD1C-3005-4330-D8D4-45EAA8027359}"/>
                    </a:ext>
                  </a:extLst>
                </p:cNvPr>
                <p:cNvSpPr/>
                <p:nvPr/>
              </p:nvSpPr>
              <p:spPr>
                <a:xfrm>
                  <a:off x="3601176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DD8">
                    <a:alpha val="100000"/>
                  </a:srgbClr>
                </a:solidFill>
                <a:ln w="5420" cap="flat">
                  <a:solidFill>
                    <a:srgbClr val="C4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9" name="pg358">
                  <a:extLst>
                    <a:ext uri="{FF2B5EF4-FFF2-40B4-BE49-F238E27FC236}">
                      <a16:creationId xmlns:a16="http://schemas.microsoft.com/office/drawing/2014/main" id="{B231420E-30AE-30F3-207A-30583D471583}"/>
                    </a:ext>
                  </a:extLst>
                </p:cNvPr>
                <p:cNvSpPr/>
                <p:nvPr/>
              </p:nvSpPr>
              <p:spPr>
                <a:xfrm>
                  <a:off x="3682613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0" name="pg359">
                  <a:extLst>
                    <a:ext uri="{FF2B5EF4-FFF2-40B4-BE49-F238E27FC236}">
                      <a16:creationId xmlns:a16="http://schemas.microsoft.com/office/drawing/2014/main" id="{426BA6FD-B1D5-C5CE-DBCC-7BF130E91BBB}"/>
                    </a:ext>
                  </a:extLst>
                </p:cNvPr>
                <p:cNvSpPr/>
                <p:nvPr/>
              </p:nvSpPr>
              <p:spPr>
                <a:xfrm>
                  <a:off x="3764050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1" name="pg360">
                  <a:extLst>
                    <a:ext uri="{FF2B5EF4-FFF2-40B4-BE49-F238E27FC236}">
                      <a16:creationId xmlns:a16="http://schemas.microsoft.com/office/drawing/2014/main" id="{D547E607-094E-0776-54EC-10EFE5F9DE8F}"/>
                    </a:ext>
                  </a:extLst>
                </p:cNvPr>
                <p:cNvSpPr/>
                <p:nvPr/>
              </p:nvSpPr>
              <p:spPr>
                <a:xfrm>
                  <a:off x="3845487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2" name="pg361">
                  <a:extLst>
                    <a:ext uri="{FF2B5EF4-FFF2-40B4-BE49-F238E27FC236}">
                      <a16:creationId xmlns:a16="http://schemas.microsoft.com/office/drawing/2014/main" id="{3384CCD6-50D8-3685-0829-A3A64DE2B9C5}"/>
                    </a:ext>
                  </a:extLst>
                </p:cNvPr>
                <p:cNvSpPr/>
                <p:nvPr/>
              </p:nvSpPr>
              <p:spPr>
                <a:xfrm>
                  <a:off x="3926924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3" name="pg362">
                  <a:extLst>
                    <a:ext uri="{FF2B5EF4-FFF2-40B4-BE49-F238E27FC236}">
                      <a16:creationId xmlns:a16="http://schemas.microsoft.com/office/drawing/2014/main" id="{086AF793-0B19-3D28-70EA-03A2AEC30BBB}"/>
                    </a:ext>
                  </a:extLst>
                </p:cNvPr>
                <p:cNvSpPr/>
                <p:nvPr/>
              </p:nvSpPr>
              <p:spPr>
                <a:xfrm>
                  <a:off x="4008361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4" name="pg363">
                  <a:extLst>
                    <a:ext uri="{FF2B5EF4-FFF2-40B4-BE49-F238E27FC236}">
                      <a16:creationId xmlns:a16="http://schemas.microsoft.com/office/drawing/2014/main" id="{5B14CEB6-833E-D6D1-4991-6BCBB89A243F}"/>
                    </a:ext>
                  </a:extLst>
                </p:cNvPr>
                <p:cNvSpPr/>
                <p:nvPr/>
              </p:nvSpPr>
              <p:spPr>
                <a:xfrm>
                  <a:off x="4089798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5" name="pg364">
                  <a:extLst>
                    <a:ext uri="{FF2B5EF4-FFF2-40B4-BE49-F238E27FC236}">
                      <a16:creationId xmlns:a16="http://schemas.microsoft.com/office/drawing/2014/main" id="{B02DA32F-5C12-5155-9301-DBC57CB989CC}"/>
                    </a:ext>
                  </a:extLst>
                </p:cNvPr>
                <p:cNvSpPr/>
                <p:nvPr/>
              </p:nvSpPr>
              <p:spPr>
                <a:xfrm>
                  <a:off x="4171236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6" name="pg365">
                  <a:extLst>
                    <a:ext uri="{FF2B5EF4-FFF2-40B4-BE49-F238E27FC236}">
                      <a16:creationId xmlns:a16="http://schemas.microsoft.com/office/drawing/2014/main" id="{A6A11BDE-CCF1-54B9-2401-6FE95234DADB}"/>
                    </a:ext>
                  </a:extLst>
                </p:cNvPr>
                <p:cNvSpPr/>
                <p:nvPr/>
              </p:nvSpPr>
              <p:spPr>
                <a:xfrm>
                  <a:off x="4252673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AD4">
                    <a:alpha val="100000"/>
                  </a:srgbClr>
                </a:solidFill>
                <a:ln w="5420" cap="flat">
                  <a:solidFill>
                    <a:srgbClr val="BB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7" name="pg366">
                  <a:extLst>
                    <a:ext uri="{FF2B5EF4-FFF2-40B4-BE49-F238E27FC236}">
                      <a16:creationId xmlns:a16="http://schemas.microsoft.com/office/drawing/2014/main" id="{AB8E80C8-A564-38BB-9D07-B0FE647D97B1}"/>
                    </a:ext>
                  </a:extLst>
                </p:cNvPr>
                <p:cNvSpPr/>
                <p:nvPr/>
              </p:nvSpPr>
              <p:spPr>
                <a:xfrm>
                  <a:off x="4334110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9D3">
                    <a:alpha val="100000"/>
                  </a:srgbClr>
                </a:solidFill>
                <a:ln w="5420" cap="flat">
                  <a:solidFill>
                    <a:srgbClr val="BB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8" name="pg367">
                  <a:extLst>
                    <a:ext uri="{FF2B5EF4-FFF2-40B4-BE49-F238E27FC236}">
                      <a16:creationId xmlns:a16="http://schemas.microsoft.com/office/drawing/2014/main" id="{A7EBCDEF-10B9-8947-0DAE-5D414EF5D165}"/>
                    </a:ext>
                  </a:extLst>
                </p:cNvPr>
                <p:cNvSpPr/>
                <p:nvPr/>
              </p:nvSpPr>
              <p:spPr>
                <a:xfrm>
                  <a:off x="4415547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9" name="pg368">
                  <a:extLst>
                    <a:ext uri="{FF2B5EF4-FFF2-40B4-BE49-F238E27FC236}">
                      <a16:creationId xmlns:a16="http://schemas.microsoft.com/office/drawing/2014/main" id="{E1441451-4466-329B-301F-BA31257664D6}"/>
                    </a:ext>
                  </a:extLst>
                </p:cNvPr>
                <p:cNvSpPr/>
                <p:nvPr/>
              </p:nvSpPr>
              <p:spPr>
                <a:xfrm>
                  <a:off x="4496984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0" name="pg369">
                  <a:extLst>
                    <a:ext uri="{FF2B5EF4-FFF2-40B4-BE49-F238E27FC236}">
                      <a16:creationId xmlns:a16="http://schemas.microsoft.com/office/drawing/2014/main" id="{32E8A94C-DE98-F258-551B-0F25ED0BF8D6}"/>
                    </a:ext>
                  </a:extLst>
                </p:cNvPr>
                <p:cNvSpPr/>
                <p:nvPr/>
              </p:nvSpPr>
              <p:spPr>
                <a:xfrm>
                  <a:off x="4578421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1" name="pg370">
                  <a:extLst>
                    <a:ext uri="{FF2B5EF4-FFF2-40B4-BE49-F238E27FC236}">
                      <a16:creationId xmlns:a16="http://schemas.microsoft.com/office/drawing/2014/main" id="{75F711A9-0BC3-599E-AC70-779C0FA7BE1A}"/>
                    </a:ext>
                  </a:extLst>
                </p:cNvPr>
                <p:cNvSpPr/>
                <p:nvPr/>
              </p:nvSpPr>
              <p:spPr>
                <a:xfrm>
                  <a:off x="4659858" y="340959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2" name="pg371">
                  <a:extLst>
                    <a:ext uri="{FF2B5EF4-FFF2-40B4-BE49-F238E27FC236}">
                      <a16:creationId xmlns:a16="http://schemas.microsoft.com/office/drawing/2014/main" id="{E349B45F-5B64-5017-A9F0-38612D89949C}"/>
                    </a:ext>
                  </a:extLst>
                </p:cNvPr>
                <p:cNvSpPr/>
                <p:nvPr/>
              </p:nvSpPr>
              <p:spPr>
                <a:xfrm>
                  <a:off x="2868241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3" name="pg372">
                  <a:extLst>
                    <a:ext uri="{FF2B5EF4-FFF2-40B4-BE49-F238E27FC236}">
                      <a16:creationId xmlns:a16="http://schemas.microsoft.com/office/drawing/2014/main" id="{30B7939D-8C4D-421B-ED4E-3C6EF7175521}"/>
                    </a:ext>
                  </a:extLst>
                </p:cNvPr>
                <p:cNvSpPr/>
                <p:nvPr/>
              </p:nvSpPr>
              <p:spPr>
                <a:xfrm>
                  <a:off x="2949678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4" name="pg373">
                  <a:extLst>
                    <a:ext uri="{FF2B5EF4-FFF2-40B4-BE49-F238E27FC236}">
                      <a16:creationId xmlns:a16="http://schemas.microsoft.com/office/drawing/2014/main" id="{6A99DAE4-0792-6520-6A05-6DAAD1899168}"/>
                    </a:ext>
                  </a:extLst>
                </p:cNvPr>
                <p:cNvSpPr/>
                <p:nvPr/>
              </p:nvSpPr>
              <p:spPr>
                <a:xfrm>
                  <a:off x="3031116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5" name="pg374">
                  <a:extLst>
                    <a:ext uri="{FF2B5EF4-FFF2-40B4-BE49-F238E27FC236}">
                      <a16:creationId xmlns:a16="http://schemas.microsoft.com/office/drawing/2014/main" id="{DC830BC4-F761-8AD9-20D8-4F359FD0BB28}"/>
                    </a:ext>
                  </a:extLst>
                </p:cNvPr>
                <p:cNvSpPr/>
                <p:nvPr/>
              </p:nvSpPr>
              <p:spPr>
                <a:xfrm>
                  <a:off x="3112553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6" name="pg375">
                  <a:extLst>
                    <a:ext uri="{FF2B5EF4-FFF2-40B4-BE49-F238E27FC236}">
                      <a16:creationId xmlns:a16="http://schemas.microsoft.com/office/drawing/2014/main" id="{B2FAD7B3-39B3-8724-07C1-E517734D8BCF}"/>
                    </a:ext>
                  </a:extLst>
                </p:cNvPr>
                <p:cNvSpPr/>
                <p:nvPr/>
              </p:nvSpPr>
              <p:spPr>
                <a:xfrm>
                  <a:off x="3193990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7" name="pg376">
                  <a:extLst>
                    <a:ext uri="{FF2B5EF4-FFF2-40B4-BE49-F238E27FC236}">
                      <a16:creationId xmlns:a16="http://schemas.microsoft.com/office/drawing/2014/main" id="{A4F22DDB-4F22-E310-8135-0D9D7BB344C2}"/>
                    </a:ext>
                  </a:extLst>
                </p:cNvPr>
                <p:cNvSpPr/>
                <p:nvPr/>
              </p:nvSpPr>
              <p:spPr>
                <a:xfrm>
                  <a:off x="3275427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8" name="pg377">
                  <a:extLst>
                    <a:ext uri="{FF2B5EF4-FFF2-40B4-BE49-F238E27FC236}">
                      <a16:creationId xmlns:a16="http://schemas.microsoft.com/office/drawing/2014/main" id="{50227857-5AE0-EB73-87FD-328222C88223}"/>
                    </a:ext>
                  </a:extLst>
                </p:cNvPr>
                <p:cNvSpPr/>
                <p:nvPr/>
              </p:nvSpPr>
              <p:spPr>
                <a:xfrm>
                  <a:off x="3356864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CD8">
                    <a:alpha val="100000"/>
                  </a:srgbClr>
                </a:solidFill>
                <a:ln w="5420" cap="flat">
                  <a:solidFill>
                    <a:srgbClr val="C4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9" name="pg378">
                  <a:extLst>
                    <a:ext uri="{FF2B5EF4-FFF2-40B4-BE49-F238E27FC236}">
                      <a16:creationId xmlns:a16="http://schemas.microsoft.com/office/drawing/2014/main" id="{414B71FA-B2B5-35BD-6C55-23C6CFFE53E0}"/>
                    </a:ext>
                  </a:extLst>
                </p:cNvPr>
                <p:cNvSpPr/>
                <p:nvPr/>
              </p:nvSpPr>
              <p:spPr>
                <a:xfrm>
                  <a:off x="3438301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0" name="pg379">
                  <a:extLst>
                    <a:ext uri="{FF2B5EF4-FFF2-40B4-BE49-F238E27FC236}">
                      <a16:creationId xmlns:a16="http://schemas.microsoft.com/office/drawing/2014/main" id="{6625CB5C-CB57-922E-9C52-573AF75C53A6}"/>
                    </a:ext>
                  </a:extLst>
                </p:cNvPr>
                <p:cNvSpPr/>
                <p:nvPr/>
              </p:nvSpPr>
              <p:spPr>
                <a:xfrm>
                  <a:off x="3519738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1" name="pg380">
                  <a:extLst>
                    <a:ext uri="{FF2B5EF4-FFF2-40B4-BE49-F238E27FC236}">
                      <a16:creationId xmlns:a16="http://schemas.microsoft.com/office/drawing/2014/main" id="{E09F83AC-38C4-17CF-627A-CF1562AB1083}"/>
                    </a:ext>
                  </a:extLst>
                </p:cNvPr>
                <p:cNvSpPr/>
                <p:nvPr/>
              </p:nvSpPr>
              <p:spPr>
                <a:xfrm>
                  <a:off x="3601176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2" name="pg381">
                  <a:extLst>
                    <a:ext uri="{FF2B5EF4-FFF2-40B4-BE49-F238E27FC236}">
                      <a16:creationId xmlns:a16="http://schemas.microsoft.com/office/drawing/2014/main" id="{E187677B-BB25-9171-7098-F03468FC1D07}"/>
                    </a:ext>
                  </a:extLst>
                </p:cNvPr>
                <p:cNvSpPr/>
                <p:nvPr/>
              </p:nvSpPr>
              <p:spPr>
                <a:xfrm>
                  <a:off x="3682613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3" name="pg382">
                  <a:extLst>
                    <a:ext uri="{FF2B5EF4-FFF2-40B4-BE49-F238E27FC236}">
                      <a16:creationId xmlns:a16="http://schemas.microsoft.com/office/drawing/2014/main" id="{B2FE3638-50C5-9539-2409-F08B8CA61B2C}"/>
                    </a:ext>
                  </a:extLst>
                </p:cNvPr>
                <p:cNvSpPr/>
                <p:nvPr/>
              </p:nvSpPr>
              <p:spPr>
                <a:xfrm>
                  <a:off x="3764050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4" name="pg383">
                  <a:extLst>
                    <a:ext uri="{FF2B5EF4-FFF2-40B4-BE49-F238E27FC236}">
                      <a16:creationId xmlns:a16="http://schemas.microsoft.com/office/drawing/2014/main" id="{9EF045F8-E180-CF0C-46C8-DF516BC11CDB}"/>
                    </a:ext>
                  </a:extLst>
                </p:cNvPr>
                <p:cNvSpPr/>
                <p:nvPr/>
              </p:nvSpPr>
              <p:spPr>
                <a:xfrm>
                  <a:off x="3845487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5" name="pg384">
                  <a:extLst>
                    <a:ext uri="{FF2B5EF4-FFF2-40B4-BE49-F238E27FC236}">
                      <a16:creationId xmlns:a16="http://schemas.microsoft.com/office/drawing/2014/main" id="{F01418F1-6D6C-AE04-5110-098614A4931C}"/>
                    </a:ext>
                  </a:extLst>
                </p:cNvPr>
                <p:cNvSpPr/>
                <p:nvPr/>
              </p:nvSpPr>
              <p:spPr>
                <a:xfrm>
                  <a:off x="3926924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6">
                    <a:alpha val="100000"/>
                  </a:srgbClr>
                </a:solidFill>
                <a:ln w="5420" cap="flat">
                  <a:solidFill>
                    <a:srgbClr val="BF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6" name="pg385">
                  <a:extLst>
                    <a:ext uri="{FF2B5EF4-FFF2-40B4-BE49-F238E27FC236}">
                      <a16:creationId xmlns:a16="http://schemas.microsoft.com/office/drawing/2014/main" id="{3086E589-C2B7-A761-E8B5-C2AD0EACD05D}"/>
                    </a:ext>
                  </a:extLst>
                </p:cNvPr>
                <p:cNvSpPr/>
                <p:nvPr/>
              </p:nvSpPr>
              <p:spPr>
                <a:xfrm>
                  <a:off x="4008361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7" name="pg386">
                  <a:extLst>
                    <a:ext uri="{FF2B5EF4-FFF2-40B4-BE49-F238E27FC236}">
                      <a16:creationId xmlns:a16="http://schemas.microsoft.com/office/drawing/2014/main" id="{2DFE9E47-ECD7-1348-643D-A3E1D60BBA87}"/>
                    </a:ext>
                  </a:extLst>
                </p:cNvPr>
                <p:cNvSpPr/>
                <p:nvPr/>
              </p:nvSpPr>
              <p:spPr>
                <a:xfrm>
                  <a:off x="4089798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8" name="pg387">
                  <a:extLst>
                    <a:ext uri="{FF2B5EF4-FFF2-40B4-BE49-F238E27FC236}">
                      <a16:creationId xmlns:a16="http://schemas.microsoft.com/office/drawing/2014/main" id="{EA962CDC-57D3-EFBD-9F21-DBA5E77B25FF}"/>
                    </a:ext>
                  </a:extLst>
                </p:cNvPr>
                <p:cNvSpPr/>
                <p:nvPr/>
              </p:nvSpPr>
              <p:spPr>
                <a:xfrm>
                  <a:off x="4171236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9" name="pg388">
                  <a:extLst>
                    <a:ext uri="{FF2B5EF4-FFF2-40B4-BE49-F238E27FC236}">
                      <a16:creationId xmlns:a16="http://schemas.microsoft.com/office/drawing/2014/main" id="{6F75AF10-2647-D85E-7D3A-12744C67A751}"/>
                    </a:ext>
                  </a:extLst>
                </p:cNvPr>
                <p:cNvSpPr/>
                <p:nvPr/>
              </p:nvSpPr>
              <p:spPr>
                <a:xfrm>
                  <a:off x="4252673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AD4">
                    <a:alpha val="100000"/>
                  </a:srgbClr>
                </a:solidFill>
                <a:ln w="5420" cap="flat">
                  <a:solidFill>
                    <a:srgbClr val="BB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0" name="pg389">
                  <a:extLst>
                    <a:ext uri="{FF2B5EF4-FFF2-40B4-BE49-F238E27FC236}">
                      <a16:creationId xmlns:a16="http://schemas.microsoft.com/office/drawing/2014/main" id="{A554DABE-E5E2-013E-A1B8-47FD4147014C}"/>
                    </a:ext>
                  </a:extLst>
                </p:cNvPr>
                <p:cNvSpPr/>
                <p:nvPr/>
              </p:nvSpPr>
              <p:spPr>
                <a:xfrm>
                  <a:off x="4334110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1" name="pg390">
                  <a:extLst>
                    <a:ext uri="{FF2B5EF4-FFF2-40B4-BE49-F238E27FC236}">
                      <a16:creationId xmlns:a16="http://schemas.microsoft.com/office/drawing/2014/main" id="{52DBFEF6-48A6-A7B5-5366-7E3CD63D03DB}"/>
                    </a:ext>
                  </a:extLst>
                </p:cNvPr>
                <p:cNvSpPr/>
                <p:nvPr/>
              </p:nvSpPr>
              <p:spPr>
                <a:xfrm>
                  <a:off x="4415547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2" name="pg391">
                  <a:extLst>
                    <a:ext uri="{FF2B5EF4-FFF2-40B4-BE49-F238E27FC236}">
                      <a16:creationId xmlns:a16="http://schemas.microsoft.com/office/drawing/2014/main" id="{D97F1964-3894-848F-491B-DE394640DEC8}"/>
                    </a:ext>
                  </a:extLst>
                </p:cNvPr>
                <p:cNvSpPr/>
                <p:nvPr/>
              </p:nvSpPr>
              <p:spPr>
                <a:xfrm>
                  <a:off x="4496984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3" name="pg392">
                  <a:extLst>
                    <a:ext uri="{FF2B5EF4-FFF2-40B4-BE49-F238E27FC236}">
                      <a16:creationId xmlns:a16="http://schemas.microsoft.com/office/drawing/2014/main" id="{7122E211-9CD1-9F77-D92F-D114840FA34F}"/>
                    </a:ext>
                  </a:extLst>
                </p:cNvPr>
                <p:cNvSpPr/>
                <p:nvPr/>
              </p:nvSpPr>
              <p:spPr>
                <a:xfrm>
                  <a:off x="4578421" y="351291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4" name="pg393">
                  <a:extLst>
                    <a:ext uri="{FF2B5EF4-FFF2-40B4-BE49-F238E27FC236}">
                      <a16:creationId xmlns:a16="http://schemas.microsoft.com/office/drawing/2014/main" id="{EEF36746-703B-D35F-FEC5-AB0042629421}"/>
                    </a:ext>
                  </a:extLst>
                </p:cNvPr>
                <p:cNvSpPr/>
                <p:nvPr/>
              </p:nvSpPr>
              <p:spPr>
                <a:xfrm>
                  <a:off x="2868241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5" name="pg394">
                  <a:extLst>
                    <a:ext uri="{FF2B5EF4-FFF2-40B4-BE49-F238E27FC236}">
                      <a16:creationId xmlns:a16="http://schemas.microsoft.com/office/drawing/2014/main" id="{5EF87725-CF38-B408-59B7-17BC18D99F85}"/>
                    </a:ext>
                  </a:extLst>
                </p:cNvPr>
                <p:cNvSpPr/>
                <p:nvPr/>
              </p:nvSpPr>
              <p:spPr>
                <a:xfrm>
                  <a:off x="2949678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6" name="pg395">
                  <a:extLst>
                    <a:ext uri="{FF2B5EF4-FFF2-40B4-BE49-F238E27FC236}">
                      <a16:creationId xmlns:a16="http://schemas.microsoft.com/office/drawing/2014/main" id="{49853F7B-C918-A69E-34FA-16FC6D8263A1}"/>
                    </a:ext>
                  </a:extLst>
                </p:cNvPr>
                <p:cNvSpPr/>
                <p:nvPr/>
              </p:nvSpPr>
              <p:spPr>
                <a:xfrm>
                  <a:off x="3031116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7" name="pg396">
                  <a:extLst>
                    <a:ext uri="{FF2B5EF4-FFF2-40B4-BE49-F238E27FC236}">
                      <a16:creationId xmlns:a16="http://schemas.microsoft.com/office/drawing/2014/main" id="{108E39B6-38DC-6714-39D4-C8A1FD6CA185}"/>
                    </a:ext>
                  </a:extLst>
                </p:cNvPr>
                <p:cNvSpPr/>
                <p:nvPr/>
              </p:nvSpPr>
              <p:spPr>
                <a:xfrm>
                  <a:off x="3112553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8" name="pg397">
                  <a:extLst>
                    <a:ext uri="{FF2B5EF4-FFF2-40B4-BE49-F238E27FC236}">
                      <a16:creationId xmlns:a16="http://schemas.microsoft.com/office/drawing/2014/main" id="{4F0E0CF3-A5EF-4011-FE20-9CD59FC818A6}"/>
                    </a:ext>
                  </a:extLst>
                </p:cNvPr>
                <p:cNvSpPr/>
                <p:nvPr/>
              </p:nvSpPr>
              <p:spPr>
                <a:xfrm>
                  <a:off x="3193990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9" name="pg398">
                  <a:extLst>
                    <a:ext uri="{FF2B5EF4-FFF2-40B4-BE49-F238E27FC236}">
                      <a16:creationId xmlns:a16="http://schemas.microsoft.com/office/drawing/2014/main" id="{2FF7A0C1-1C38-17F3-E3EB-9521E0ED639D}"/>
                    </a:ext>
                  </a:extLst>
                </p:cNvPr>
                <p:cNvSpPr/>
                <p:nvPr/>
              </p:nvSpPr>
              <p:spPr>
                <a:xfrm>
                  <a:off x="3275427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CD8">
                    <a:alpha val="100000"/>
                  </a:srgbClr>
                </a:solidFill>
                <a:ln w="5420" cap="flat">
                  <a:solidFill>
                    <a:srgbClr val="C4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0" name="pg399">
                  <a:extLst>
                    <a:ext uri="{FF2B5EF4-FFF2-40B4-BE49-F238E27FC236}">
                      <a16:creationId xmlns:a16="http://schemas.microsoft.com/office/drawing/2014/main" id="{75A7E14D-1133-1588-ED56-0F8D9E65599F}"/>
                    </a:ext>
                  </a:extLst>
                </p:cNvPr>
                <p:cNvSpPr/>
                <p:nvPr/>
              </p:nvSpPr>
              <p:spPr>
                <a:xfrm>
                  <a:off x="3356864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1" name="pg400">
                  <a:extLst>
                    <a:ext uri="{FF2B5EF4-FFF2-40B4-BE49-F238E27FC236}">
                      <a16:creationId xmlns:a16="http://schemas.microsoft.com/office/drawing/2014/main" id="{1FF6D56F-0453-50C4-A2D5-6AB727B27D13}"/>
                    </a:ext>
                  </a:extLst>
                </p:cNvPr>
                <p:cNvSpPr/>
                <p:nvPr/>
              </p:nvSpPr>
              <p:spPr>
                <a:xfrm>
                  <a:off x="3438301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2" name="pg401">
                  <a:extLst>
                    <a:ext uri="{FF2B5EF4-FFF2-40B4-BE49-F238E27FC236}">
                      <a16:creationId xmlns:a16="http://schemas.microsoft.com/office/drawing/2014/main" id="{6B786337-8418-47C9-C4F4-46B1C71A26EB}"/>
                    </a:ext>
                  </a:extLst>
                </p:cNvPr>
                <p:cNvSpPr/>
                <p:nvPr/>
              </p:nvSpPr>
              <p:spPr>
                <a:xfrm>
                  <a:off x="3519738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AEEDB">
                    <a:alpha val="100000"/>
                  </a:srgbClr>
                </a:solidFill>
                <a:ln w="5420" cap="flat">
                  <a:solidFill>
                    <a:srgbClr val="CA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3" name="pg402">
                  <a:extLst>
                    <a:ext uri="{FF2B5EF4-FFF2-40B4-BE49-F238E27FC236}">
                      <a16:creationId xmlns:a16="http://schemas.microsoft.com/office/drawing/2014/main" id="{4C5FBE0F-A72E-999A-B0A0-50BAB77CD28F}"/>
                    </a:ext>
                  </a:extLst>
                </p:cNvPr>
                <p:cNvSpPr/>
                <p:nvPr/>
              </p:nvSpPr>
              <p:spPr>
                <a:xfrm>
                  <a:off x="3601176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4" name="pg403">
                  <a:extLst>
                    <a:ext uri="{FF2B5EF4-FFF2-40B4-BE49-F238E27FC236}">
                      <a16:creationId xmlns:a16="http://schemas.microsoft.com/office/drawing/2014/main" id="{097B3F3B-B241-7C81-E7BB-7E0F96FF13D0}"/>
                    </a:ext>
                  </a:extLst>
                </p:cNvPr>
                <p:cNvSpPr/>
                <p:nvPr/>
              </p:nvSpPr>
              <p:spPr>
                <a:xfrm>
                  <a:off x="3682613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5" name="pg404">
                  <a:extLst>
                    <a:ext uri="{FF2B5EF4-FFF2-40B4-BE49-F238E27FC236}">
                      <a16:creationId xmlns:a16="http://schemas.microsoft.com/office/drawing/2014/main" id="{FA08FC14-165D-E125-9D22-3038E617CB65}"/>
                    </a:ext>
                  </a:extLst>
                </p:cNvPr>
                <p:cNvSpPr/>
                <p:nvPr/>
              </p:nvSpPr>
              <p:spPr>
                <a:xfrm>
                  <a:off x="3764050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8">
                    <a:alpha val="100000"/>
                  </a:srgbClr>
                </a:solidFill>
                <a:ln w="5420" cap="flat">
                  <a:solidFill>
                    <a:srgbClr val="C3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6" name="pg405">
                  <a:extLst>
                    <a:ext uri="{FF2B5EF4-FFF2-40B4-BE49-F238E27FC236}">
                      <a16:creationId xmlns:a16="http://schemas.microsoft.com/office/drawing/2014/main" id="{F613E6E5-D339-9A36-D808-40553657805D}"/>
                    </a:ext>
                  </a:extLst>
                </p:cNvPr>
                <p:cNvSpPr/>
                <p:nvPr/>
              </p:nvSpPr>
              <p:spPr>
                <a:xfrm>
                  <a:off x="3845487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7" name="pg406">
                  <a:extLst>
                    <a:ext uri="{FF2B5EF4-FFF2-40B4-BE49-F238E27FC236}">
                      <a16:creationId xmlns:a16="http://schemas.microsoft.com/office/drawing/2014/main" id="{1F79C52B-CCB2-1F0C-4F15-E6EDE3AA5108}"/>
                    </a:ext>
                  </a:extLst>
                </p:cNvPr>
                <p:cNvSpPr/>
                <p:nvPr/>
              </p:nvSpPr>
              <p:spPr>
                <a:xfrm>
                  <a:off x="3926924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8" name="pg407">
                  <a:extLst>
                    <a:ext uri="{FF2B5EF4-FFF2-40B4-BE49-F238E27FC236}">
                      <a16:creationId xmlns:a16="http://schemas.microsoft.com/office/drawing/2014/main" id="{29F41468-711D-01D2-AB25-850B874FCD42}"/>
                    </a:ext>
                  </a:extLst>
                </p:cNvPr>
                <p:cNvSpPr/>
                <p:nvPr/>
              </p:nvSpPr>
              <p:spPr>
                <a:xfrm>
                  <a:off x="4008361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9" name="pg408">
                  <a:extLst>
                    <a:ext uri="{FF2B5EF4-FFF2-40B4-BE49-F238E27FC236}">
                      <a16:creationId xmlns:a16="http://schemas.microsoft.com/office/drawing/2014/main" id="{C0484E21-E47D-FC4B-DCB8-017624F13905}"/>
                    </a:ext>
                  </a:extLst>
                </p:cNvPr>
                <p:cNvSpPr/>
                <p:nvPr/>
              </p:nvSpPr>
              <p:spPr>
                <a:xfrm>
                  <a:off x="4089798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0" name="pg409">
                  <a:extLst>
                    <a:ext uri="{FF2B5EF4-FFF2-40B4-BE49-F238E27FC236}">
                      <a16:creationId xmlns:a16="http://schemas.microsoft.com/office/drawing/2014/main" id="{D1C1F6E6-5D5C-6D23-2033-1D425694E5DC}"/>
                    </a:ext>
                  </a:extLst>
                </p:cNvPr>
                <p:cNvSpPr/>
                <p:nvPr/>
              </p:nvSpPr>
              <p:spPr>
                <a:xfrm>
                  <a:off x="4171236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AD4">
                    <a:alpha val="100000"/>
                  </a:srgbClr>
                </a:solidFill>
                <a:ln w="5420" cap="flat">
                  <a:solidFill>
                    <a:srgbClr val="BB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1" name="pg410">
                  <a:extLst>
                    <a:ext uri="{FF2B5EF4-FFF2-40B4-BE49-F238E27FC236}">
                      <a16:creationId xmlns:a16="http://schemas.microsoft.com/office/drawing/2014/main" id="{AA26F56E-CD01-DFF8-0E27-A96255492FAB}"/>
                    </a:ext>
                  </a:extLst>
                </p:cNvPr>
                <p:cNvSpPr/>
                <p:nvPr/>
              </p:nvSpPr>
              <p:spPr>
                <a:xfrm>
                  <a:off x="4252673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9D3">
                    <a:alpha val="100000"/>
                  </a:srgbClr>
                </a:solidFill>
                <a:ln w="5420" cap="flat">
                  <a:solidFill>
                    <a:srgbClr val="BB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2" name="pg411">
                  <a:extLst>
                    <a:ext uri="{FF2B5EF4-FFF2-40B4-BE49-F238E27FC236}">
                      <a16:creationId xmlns:a16="http://schemas.microsoft.com/office/drawing/2014/main" id="{66E3D040-552B-C363-6C02-373384233E82}"/>
                    </a:ext>
                  </a:extLst>
                </p:cNvPr>
                <p:cNvSpPr/>
                <p:nvPr/>
              </p:nvSpPr>
              <p:spPr>
                <a:xfrm>
                  <a:off x="4334110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3" name="pg412">
                  <a:extLst>
                    <a:ext uri="{FF2B5EF4-FFF2-40B4-BE49-F238E27FC236}">
                      <a16:creationId xmlns:a16="http://schemas.microsoft.com/office/drawing/2014/main" id="{416911B1-E0EF-72CF-59CE-1620BD057C57}"/>
                    </a:ext>
                  </a:extLst>
                </p:cNvPr>
                <p:cNvSpPr/>
                <p:nvPr/>
              </p:nvSpPr>
              <p:spPr>
                <a:xfrm>
                  <a:off x="4415547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4" name="pg413">
                  <a:extLst>
                    <a:ext uri="{FF2B5EF4-FFF2-40B4-BE49-F238E27FC236}">
                      <a16:creationId xmlns:a16="http://schemas.microsoft.com/office/drawing/2014/main" id="{61803F55-FCA8-0316-3EAA-1205542D93A2}"/>
                    </a:ext>
                  </a:extLst>
                </p:cNvPr>
                <p:cNvSpPr/>
                <p:nvPr/>
              </p:nvSpPr>
              <p:spPr>
                <a:xfrm>
                  <a:off x="4496984" y="361622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5" name="pg414">
                  <a:extLst>
                    <a:ext uri="{FF2B5EF4-FFF2-40B4-BE49-F238E27FC236}">
                      <a16:creationId xmlns:a16="http://schemas.microsoft.com/office/drawing/2014/main" id="{76521728-6568-D523-D1D0-CE6EE040CB08}"/>
                    </a:ext>
                  </a:extLst>
                </p:cNvPr>
                <p:cNvSpPr/>
                <p:nvPr/>
              </p:nvSpPr>
              <p:spPr>
                <a:xfrm>
                  <a:off x="3031116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6" name="pg415">
                  <a:extLst>
                    <a:ext uri="{FF2B5EF4-FFF2-40B4-BE49-F238E27FC236}">
                      <a16:creationId xmlns:a16="http://schemas.microsoft.com/office/drawing/2014/main" id="{68FEE7BE-40A7-4962-88B1-AE1EDC4B8086}"/>
                    </a:ext>
                  </a:extLst>
                </p:cNvPr>
                <p:cNvSpPr/>
                <p:nvPr/>
              </p:nvSpPr>
              <p:spPr>
                <a:xfrm>
                  <a:off x="3112553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7" name="pg416">
                  <a:extLst>
                    <a:ext uri="{FF2B5EF4-FFF2-40B4-BE49-F238E27FC236}">
                      <a16:creationId xmlns:a16="http://schemas.microsoft.com/office/drawing/2014/main" id="{77F2DB5B-D00F-F5D2-64B9-88C4AAB07F42}"/>
                    </a:ext>
                  </a:extLst>
                </p:cNvPr>
                <p:cNvSpPr/>
                <p:nvPr/>
              </p:nvSpPr>
              <p:spPr>
                <a:xfrm>
                  <a:off x="3193990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8">
                    <a:alpha val="100000"/>
                  </a:srgbClr>
                </a:solidFill>
                <a:ln w="5420" cap="flat">
                  <a:solidFill>
                    <a:srgbClr val="C3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8" name="pg417">
                  <a:extLst>
                    <a:ext uri="{FF2B5EF4-FFF2-40B4-BE49-F238E27FC236}">
                      <a16:creationId xmlns:a16="http://schemas.microsoft.com/office/drawing/2014/main" id="{DD912365-ABD7-083A-264C-D437A62C9178}"/>
                    </a:ext>
                  </a:extLst>
                </p:cNvPr>
                <p:cNvSpPr/>
                <p:nvPr/>
              </p:nvSpPr>
              <p:spPr>
                <a:xfrm>
                  <a:off x="3275427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9">
                    <a:alpha val="100000"/>
                  </a:srgbClr>
                </a:solidFill>
                <a:ln w="5420" cap="flat">
                  <a:solidFill>
                    <a:srgbClr val="C5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9" name="pg418">
                  <a:extLst>
                    <a:ext uri="{FF2B5EF4-FFF2-40B4-BE49-F238E27FC236}">
                      <a16:creationId xmlns:a16="http://schemas.microsoft.com/office/drawing/2014/main" id="{9ED116E3-E611-47D0-C285-83C7E0319F38}"/>
                    </a:ext>
                  </a:extLst>
                </p:cNvPr>
                <p:cNvSpPr/>
                <p:nvPr/>
              </p:nvSpPr>
              <p:spPr>
                <a:xfrm>
                  <a:off x="3356864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0" name="pg419">
                  <a:extLst>
                    <a:ext uri="{FF2B5EF4-FFF2-40B4-BE49-F238E27FC236}">
                      <a16:creationId xmlns:a16="http://schemas.microsoft.com/office/drawing/2014/main" id="{2223A30C-37E0-CF81-2B5C-C9300C3697BD}"/>
                    </a:ext>
                  </a:extLst>
                </p:cNvPr>
                <p:cNvSpPr/>
                <p:nvPr/>
              </p:nvSpPr>
              <p:spPr>
                <a:xfrm>
                  <a:off x="3438301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1" name="pg420">
                  <a:extLst>
                    <a:ext uri="{FF2B5EF4-FFF2-40B4-BE49-F238E27FC236}">
                      <a16:creationId xmlns:a16="http://schemas.microsoft.com/office/drawing/2014/main" id="{2463EC64-075B-58D9-B520-8063D82AB445}"/>
                    </a:ext>
                  </a:extLst>
                </p:cNvPr>
                <p:cNvSpPr/>
                <p:nvPr/>
              </p:nvSpPr>
              <p:spPr>
                <a:xfrm>
                  <a:off x="3519738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B">
                    <a:alpha val="100000"/>
                  </a:srgbClr>
                </a:solidFill>
                <a:ln w="5420" cap="flat">
                  <a:solidFill>
                    <a:srgbClr val="C9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2" name="pg421">
                  <a:extLst>
                    <a:ext uri="{FF2B5EF4-FFF2-40B4-BE49-F238E27FC236}">
                      <a16:creationId xmlns:a16="http://schemas.microsoft.com/office/drawing/2014/main" id="{1C5A3351-FEC8-2519-63C7-D3DFFFF58B22}"/>
                    </a:ext>
                  </a:extLst>
                </p:cNvPr>
                <p:cNvSpPr/>
                <p:nvPr/>
              </p:nvSpPr>
              <p:spPr>
                <a:xfrm>
                  <a:off x="3601176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3" name="pg422">
                  <a:extLst>
                    <a:ext uri="{FF2B5EF4-FFF2-40B4-BE49-F238E27FC236}">
                      <a16:creationId xmlns:a16="http://schemas.microsoft.com/office/drawing/2014/main" id="{A555E69D-F779-15E0-2827-FF53E4698EE2}"/>
                    </a:ext>
                  </a:extLst>
                </p:cNvPr>
                <p:cNvSpPr/>
                <p:nvPr/>
              </p:nvSpPr>
              <p:spPr>
                <a:xfrm>
                  <a:off x="3682613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4" name="pg423">
                  <a:extLst>
                    <a:ext uri="{FF2B5EF4-FFF2-40B4-BE49-F238E27FC236}">
                      <a16:creationId xmlns:a16="http://schemas.microsoft.com/office/drawing/2014/main" id="{D65287CC-3404-7CFF-F2BC-EA11C88D111B}"/>
                    </a:ext>
                  </a:extLst>
                </p:cNvPr>
                <p:cNvSpPr/>
                <p:nvPr/>
              </p:nvSpPr>
              <p:spPr>
                <a:xfrm>
                  <a:off x="3764050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5" name="pg424">
                  <a:extLst>
                    <a:ext uri="{FF2B5EF4-FFF2-40B4-BE49-F238E27FC236}">
                      <a16:creationId xmlns:a16="http://schemas.microsoft.com/office/drawing/2014/main" id="{9C4045F5-CB0B-8823-8163-13C881DD7E2F}"/>
                    </a:ext>
                  </a:extLst>
                </p:cNvPr>
                <p:cNvSpPr/>
                <p:nvPr/>
              </p:nvSpPr>
              <p:spPr>
                <a:xfrm>
                  <a:off x="3845487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6" name="pg425">
                  <a:extLst>
                    <a:ext uri="{FF2B5EF4-FFF2-40B4-BE49-F238E27FC236}">
                      <a16:creationId xmlns:a16="http://schemas.microsoft.com/office/drawing/2014/main" id="{E7653A9E-FF8D-E64C-7BC0-596AB4209E56}"/>
                    </a:ext>
                  </a:extLst>
                </p:cNvPr>
                <p:cNvSpPr/>
                <p:nvPr/>
              </p:nvSpPr>
              <p:spPr>
                <a:xfrm>
                  <a:off x="3926924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7" name="pg426">
                  <a:extLst>
                    <a:ext uri="{FF2B5EF4-FFF2-40B4-BE49-F238E27FC236}">
                      <a16:creationId xmlns:a16="http://schemas.microsoft.com/office/drawing/2014/main" id="{BEC785D2-DD86-0720-6286-7B14AD7A2102}"/>
                    </a:ext>
                  </a:extLst>
                </p:cNvPr>
                <p:cNvSpPr/>
                <p:nvPr/>
              </p:nvSpPr>
              <p:spPr>
                <a:xfrm>
                  <a:off x="4008361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8" name="pg427">
                  <a:extLst>
                    <a:ext uri="{FF2B5EF4-FFF2-40B4-BE49-F238E27FC236}">
                      <a16:creationId xmlns:a16="http://schemas.microsoft.com/office/drawing/2014/main" id="{4A15D6EF-FAD6-FD20-4843-16DE6CB512A3}"/>
                    </a:ext>
                  </a:extLst>
                </p:cNvPr>
                <p:cNvSpPr/>
                <p:nvPr/>
              </p:nvSpPr>
              <p:spPr>
                <a:xfrm>
                  <a:off x="4089798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9" name="pg428">
                  <a:extLst>
                    <a:ext uri="{FF2B5EF4-FFF2-40B4-BE49-F238E27FC236}">
                      <a16:creationId xmlns:a16="http://schemas.microsoft.com/office/drawing/2014/main" id="{7EBAFE5E-FF82-F710-210B-3F8DB86349AE}"/>
                    </a:ext>
                  </a:extLst>
                </p:cNvPr>
                <p:cNvSpPr/>
                <p:nvPr/>
              </p:nvSpPr>
              <p:spPr>
                <a:xfrm>
                  <a:off x="4171236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0" name="pg429">
                  <a:extLst>
                    <a:ext uri="{FF2B5EF4-FFF2-40B4-BE49-F238E27FC236}">
                      <a16:creationId xmlns:a16="http://schemas.microsoft.com/office/drawing/2014/main" id="{C8FA11D0-58F0-BB80-321F-5B6F0BB16800}"/>
                    </a:ext>
                  </a:extLst>
                </p:cNvPr>
                <p:cNvSpPr/>
                <p:nvPr/>
              </p:nvSpPr>
              <p:spPr>
                <a:xfrm>
                  <a:off x="4252673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1" name="pg430">
                  <a:extLst>
                    <a:ext uri="{FF2B5EF4-FFF2-40B4-BE49-F238E27FC236}">
                      <a16:creationId xmlns:a16="http://schemas.microsoft.com/office/drawing/2014/main" id="{738A6477-75BA-5186-1901-4946D7EB22FF}"/>
                    </a:ext>
                  </a:extLst>
                </p:cNvPr>
                <p:cNvSpPr/>
                <p:nvPr/>
              </p:nvSpPr>
              <p:spPr>
                <a:xfrm>
                  <a:off x="4334110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2" name="pg431">
                  <a:extLst>
                    <a:ext uri="{FF2B5EF4-FFF2-40B4-BE49-F238E27FC236}">
                      <a16:creationId xmlns:a16="http://schemas.microsoft.com/office/drawing/2014/main" id="{79CB8993-DC00-B503-6569-12128C2CC628}"/>
                    </a:ext>
                  </a:extLst>
                </p:cNvPr>
                <p:cNvSpPr/>
                <p:nvPr/>
              </p:nvSpPr>
              <p:spPr>
                <a:xfrm>
                  <a:off x="4415547" y="371954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3" name="pg432">
                  <a:extLst>
                    <a:ext uri="{FF2B5EF4-FFF2-40B4-BE49-F238E27FC236}">
                      <a16:creationId xmlns:a16="http://schemas.microsoft.com/office/drawing/2014/main" id="{5690115B-0AF0-5203-4246-612B6C9F050A}"/>
                    </a:ext>
                  </a:extLst>
                </p:cNvPr>
                <p:cNvSpPr/>
                <p:nvPr/>
              </p:nvSpPr>
              <p:spPr>
                <a:xfrm>
                  <a:off x="3112553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DD8">
                    <a:alpha val="100000"/>
                  </a:srgbClr>
                </a:solidFill>
                <a:ln w="5420" cap="flat">
                  <a:solidFill>
                    <a:srgbClr val="C4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4" name="pg433">
                  <a:extLst>
                    <a:ext uri="{FF2B5EF4-FFF2-40B4-BE49-F238E27FC236}">
                      <a16:creationId xmlns:a16="http://schemas.microsoft.com/office/drawing/2014/main" id="{028E34A5-B6C0-6D76-4197-19C9A78386F3}"/>
                    </a:ext>
                  </a:extLst>
                </p:cNvPr>
                <p:cNvSpPr/>
                <p:nvPr/>
              </p:nvSpPr>
              <p:spPr>
                <a:xfrm>
                  <a:off x="3193990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5" name="pg434">
                  <a:extLst>
                    <a:ext uri="{FF2B5EF4-FFF2-40B4-BE49-F238E27FC236}">
                      <a16:creationId xmlns:a16="http://schemas.microsoft.com/office/drawing/2014/main" id="{B2BB430D-7F05-AB25-C1CA-37C625AC5B75}"/>
                    </a:ext>
                  </a:extLst>
                </p:cNvPr>
                <p:cNvSpPr/>
                <p:nvPr/>
              </p:nvSpPr>
              <p:spPr>
                <a:xfrm>
                  <a:off x="3275427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6" name="pg435">
                  <a:extLst>
                    <a:ext uri="{FF2B5EF4-FFF2-40B4-BE49-F238E27FC236}">
                      <a16:creationId xmlns:a16="http://schemas.microsoft.com/office/drawing/2014/main" id="{E25D90EE-C7D3-D069-B43C-7EAD369AA9AD}"/>
                    </a:ext>
                  </a:extLst>
                </p:cNvPr>
                <p:cNvSpPr/>
                <p:nvPr/>
              </p:nvSpPr>
              <p:spPr>
                <a:xfrm>
                  <a:off x="3356864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7" name="pg436">
                  <a:extLst>
                    <a:ext uri="{FF2B5EF4-FFF2-40B4-BE49-F238E27FC236}">
                      <a16:creationId xmlns:a16="http://schemas.microsoft.com/office/drawing/2014/main" id="{33CF204B-9B15-B1DA-3639-18C93D6DFD5F}"/>
                    </a:ext>
                  </a:extLst>
                </p:cNvPr>
                <p:cNvSpPr/>
                <p:nvPr/>
              </p:nvSpPr>
              <p:spPr>
                <a:xfrm>
                  <a:off x="3438301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8" name="pg437">
                  <a:extLst>
                    <a:ext uri="{FF2B5EF4-FFF2-40B4-BE49-F238E27FC236}">
                      <a16:creationId xmlns:a16="http://schemas.microsoft.com/office/drawing/2014/main" id="{F6F8D5E2-54CB-BA7E-82A8-7F64CA88329D}"/>
                    </a:ext>
                  </a:extLst>
                </p:cNvPr>
                <p:cNvSpPr/>
                <p:nvPr/>
              </p:nvSpPr>
              <p:spPr>
                <a:xfrm>
                  <a:off x="3519738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9" name="pg438">
                  <a:extLst>
                    <a:ext uri="{FF2B5EF4-FFF2-40B4-BE49-F238E27FC236}">
                      <a16:creationId xmlns:a16="http://schemas.microsoft.com/office/drawing/2014/main" id="{B726F56A-0191-01BE-72C8-C03A56DF7AE9}"/>
                    </a:ext>
                  </a:extLst>
                </p:cNvPr>
                <p:cNvSpPr/>
                <p:nvPr/>
              </p:nvSpPr>
              <p:spPr>
                <a:xfrm>
                  <a:off x="3601176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ED9">
                    <a:alpha val="100000"/>
                  </a:srgbClr>
                </a:solidFill>
                <a:ln w="5420" cap="flat">
                  <a:solidFill>
                    <a:srgbClr val="C7EE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0" name="pg439">
                  <a:extLst>
                    <a:ext uri="{FF2B5EF4-FFF2-40B4-BE49-F238E27FC236}">
                      <a16:creationId xmlns:a16="http://schemas.microsoft.com/office/drawing/2014/main" id="{73DC68CC-0307-96C5-952E-1C1F9040BB5C}"/>
                    </a:ext>
                  </a:extLst>
                </p:cNvPr>
                <p:cNvSpPr/>
                <p:nvPr/>
              </p:nvSpPr>
              <p:spPr>
                <a:xfrm>
                  <a:off x="3682613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1" name="pg440">
                  <a:extLst>
                    <a:ext uri="{FF2B5EF4-FFF2-40B4-BE49-F238E27FC236}">
                      <a16:creationId xmlns:a16="http://schemas.microsoft.com/office/drawing/2014/main" id="{645047A3-F1C8-AC3B-23FE-1E59B1405119}"/>
                    </a:ext>
                  </a:extLst>
                </p:cNvPr>
                <p:cNvSpPr/>
                <p:nvPr/>
              </p:nvSpPr>
              <p:spPr>
                <a:xfrm>
                  <a:off x="3764050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2" name="pg441">
                  <a:extLst>
                    <a:ext uri="{FF2B5EF4-FFF2-40B4-BE49-F238E27FC236}">
                      <a16:creationId xmlns:a16="http://schemas.microsoft.com/office/drawing/2014/main" id="{885AFDB9-5961-D2BA-BA1E-2672274E880E}"/>
                    </a:ext>
                  </a:extLst>
                </p:cNvPr>
                <p:cNvSpPr/>
                <p:nvPr/>
              </p:nvSpPr>
              <p:spPr>
                <a:xfrm>
                  <a:off x="3845487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3" name="pg442">
                  <a:extLst>
                    <a:ext uri="{FF2B5EF4-FFF2-40B4-BE49-F238E27FC236}">
                      <a16:creationId xmlns:a16="http://schemas.microsoft.com/office/drawing/2014/main" id="{0B45BEBB-AC0D-016B-3B98-8D8A87B8DEE2}"/>
                    </a:ext>
                  </a:extLst>
                </p:cNvPr>
                <p:cNvSpPr/>
                <p:nvPr/>
              </p:nvSpPr>
              <p:spPr>
                <a:xfrm>
                  <a:off x="3926924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4" name="pg443">
                  <a:extLst>
                    <a:ext uri="{FF2B5EF4-FFF2-40B4-BE49-F238E27FC236}">
                      <a16:creationId xmlns:a16="http://schemas.microsoft.com/office/drawing/2014/main" id="{1C63EE7F-B155-3529-C574-71EA3CB2F351}"/>
                    </a:ext>
                  </a:extLst>
                </p:cNvPr>
                <p:cNvSpPr/>
                <p:nvPr/>
              </p:nvSpPr>
              <p:spPr>
                <a:xfrm>
                  <a:off x="4008361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5" name="pg444">
                  <a:extLst>
                    <a:ext uri="{FF2B5EF4-FFF2-40B4-BE49-F238E27FC236}">
                      <a16:creationId xmlns:a16="http://schemas.microsoft.com/office/drawing/2014/main" id="{F7CBE617-AF0F-6F2A-5C18-01267129C511}"/>
                    </a:ext>
                  </a:extLst>
                </p:cNvPr>
                <p:cNvSpPr/>
                <p:nvPr/>
              </p:nvSpPr>
              <p:spPr>
                <a:xfrm>
                  <a:off x="4089798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6" name="pg445">
                  <a:extLst>
                    <a:ext uri="{FF2B5EF4-FFF2-40B4-BE49-F238E27FC236}">
                      <a16:creationId xmlns:a16="http://schemas.microsoft.com/office/drawing/2014/main" id="{25C8A2F8-1D0E-30E5-8146-37A960DE6E6E}"/>
                    </a:ext>
                  </a:extLst>
                </p:cNvPr>
                <p:cNvSpPr/>
                <p:nvPr/>
              </p:nvSpPr>
              <p:spPr>
                <a:xfrm>
                  <a:off x="4171236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7" name="pg446">
                  <a:extLst>
                    <a:ext uri="{FF2B5EF4-FFF2-40B4-BE49-F238E27FC236}">
                      <a16:creationId xmlns:a16="http://schemas.microsoft.com/office/drawing/2014/main" id="{7B8EE8D5-933F-7193-6848-228E5CAB8D89}"/>
                    </a:ext>
                  </a:extLst>
                </p:cNvPr>
                <p:cNvSpPr/>
                <p:nvPr/>
              </p:nvSpPr>
              <p:spPr>
                <a:xfrm>
                  <a:off x="4252673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8" name="pg447">
                  <a:extLst>
                    <a:ext uri="{FF2B5EF4-FFF2-40B4-BE49-F238E27FC236}">
                      <a16:creationId xmlns:a16="http://schemas.microsoft.com/office/drawing/2014/main" id="{428E4687-1AC1-C303-1774-956D277A8F09}"/>
                    </a:ext>
                  </a:extLst>
                </p:cNvPr>
                <p:cNvSpPr/>
                <p:nvPr/>
              </p:nvSpPr>
              <p:spPr>
                <a:xfrm>
                  <a:off x="4334110" y="382286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9" name="pg448">
                  <a:extLst>
                    <a:ext uri="{FF2B5EF4-FFF2-40B4-BE49-F238E27FC236}">
                      <a16:creationId xmlns:a16="http://schemas.microsoft.com/office/drawing/2014/main" id="{64809BE2-63B0-FA9B-A758-BAD4AC763801}"/>
                    </a:ext>
                  </a:extLst>
                </p:cNvPr>
                <p:cNvSpPr/>
                <p:nvPr/>
              </p:nvSpPr>
              <p:spPr>
                <a:xfrm>
                  <a:off x="3193990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0" name="pg449">
                  <a:extLst>
                    <a:ext uri="{FF2B5EF4-FFF2-40B4-BE49-F238E27FC236}">
                      <a16:creationId xmlns:a16="http://schemas.microsoft.com/office/drawing/2014/main" id="{FF76AC40-562E-F395-FA1A-7A8FB5BDE567}"/>
                    </a:ext>
                  </a:extLst>
                </p:cNvPr>
                <p:cNvSpPr/>
                <p:nvPr/>
              </p:nvSpPr>
              <p:spPr>
                <a:xfrm>
                  <a:off x="3275427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1" name="pg450">
                  <a:extLst>
                    <a:ext uri="{FF2B5EF4-FFF2-40B4-BE49-F238E27FC236}">
                      <a16:creationId xmlns:a16="http://schemas.microsoft.com/office/drawing/2014/main" id="{30AED50E-0B5F-DB0D-B726-9D8DB2D3A888}"/>
                    </a:ext>
                  </a:extLst>
                </p:cNvPr>
                <p:cNvSpPr/>
                <p:nvPr/>
              </p:nvSpPr>
              <p:spPr>
                <a:xfrm>
                  <a:off x="3356864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B">
                    <a:alpha val="100000"/>
                  </a:srgbClr>
                </a:solidFill>
                <a:ln w="5420" cap="flat">
                  <a:solidFill>
                    <a:srgbClr val="C9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2" name="pg451">
                  <a:extLst>
                    <a:ext uri="{FF2B5EF4-FFF2-40B4-BE49-F238E27FC236}">
                      <a16:creationId xmlns:a16="http://schemas.microsoft.com/office/drawing/2014/main" id="{340141E8-5D9C-F7B3-13BB-36BFBF1E8C36}"/>
                    </a:ext>
                  </a:extLst>
                </p:cNvPr>
                <p:cNvSpPr/>
                <p:nvPr/>
              </p:nvSpPr>
              <p:spPr>
                <a:xfrm>
                  <a:off x="3438301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AEEDB">
                    <a:alpha val="100000"/>
                  </a:srgbClr>
                </a:solidFill>
                <a:ln w="5420" cap="flat">
                  <a:solidFill>
                    <a:srgbClr val="CA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3" name="pg452">
                  <a:extLst>
                    <a:ext uri="{FF2B5EF4-FFF2-40B4-BE49-F238E27FC236}">
                      <a16:creationId xmlns:a16="http://schemas.microsoft.com/office/drawing/2014/main" id="{E6B5533E-917D-8B9F-AA7C-0E63216831CC}"/>
                    </a:ext>
                  </a:extLst>
                </p:cNvPr>
                <p:cNvSpPr/>
                <p:nvPr/>
              </p:nvSpPr>
              <p:spPr>
                <a:xfrm>
                  <a:off x="3519738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4" name="pg453">
                  <a:extLst>
                    <a:ext uri="{FF2B5EF4-FFF2-40B4-BE49-F238E27FC236}">
                      <a16:creationId xmlns:a16="http://schemas.microsoft.com/office/drawing/2014/main" id="{9A66F664-0046-51D7-BE91-07A7B90CFB8E}"/>
                    </a:ext>
                  </a:extLst>
                </p:cNvPr>
                <p:cNvSpPr/>
                <p:nvPr/>
              </p:nvSpPr>
              <p:spPr>
                <a:xfrm>
                  <a:off x="3601176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EDA">
                    <a:alpha val="100000"/>
                  </a:srgbClr>
                </a:solidFill>
                <a:ln w="5420" cap="flat">
                  <a:solidFill>
                    <a:srgbClr val="C7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5" name="pg454">
                  <a:extLst>
                    <a:ext uri="{FF2B5EF4-FFF2-40B4-BE49-F238E27FC236}">
                      <a16:creationId xmlns:a16="http://schemas.microsoft.com/office/drawing/2014/main" id="{41630540-3DAF-4C94-B0E2-F6FB55F07DF6}"/>
                    </a:ext>
                  </a:extLst>
                </p:cNvPr>
                <p:cNvSpPr/>
                <p:nvPr/>
              </p:nvSpPr>
              <p:spPr>
                <a:xfrm>
                  <a:off x="3682613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6" name="pg455">
                  <a:extLst>
                    <a:ext uri="{FF2B5EF4-FFF2-40B4-BE49-F238E27FC236}">
                      <a16:creationId xmlns:a16="http://schemas.microsoft.com/office/drawing/2014/main" id="{D06298DD-5879-32C6-F6F9-120A1C7F2F12}"/>
                    </a:ext>
                  </a:extLst>
                </p:cNvPr>
                <p:cNvSpPr/>
                <p:nvPr/>
              </p:nvSpPr>
              <p:spPr>
                <a:xfrm>
                  <a:off x="3764050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7" name="pg456">
                  <a:extLst>
                    <a:ext uri="{FF2B5EF4-FFF2-40B4-BE49-F238E27FC236}">
                      <a16:creationId xmlns:a16="http://schemas.microsoft.com/office/drawing/2014/main" id="{6AC29A03-E73E-FD66-2127-8F850FB18434}"/>
                    </a:ext>
                  </a:extLst>
                </p:cNvPr>
                <p:cNvSpPr/>
                <p:nvPr/>
              </p:nvSpPr>
              <p:spPr>
                <a:xfrm>
                  <a:off x="3845487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8" name="pg457">
                  <a:extLst>
                    <a:ext uri="{FF2B5EF4-FFF2-40B4-BE49-F238E27FC236}">
                      <a16:creationId xmlns:a16="http://schemas.microsoft.com/office/drawing/2014/main" id="{666C302C-D81E-7FB3-A879-9DF0E6E091EB}"/>
                    </a:ext>
                  </a:extLst>
                </p:cNvPr>
                <p:cNvSpPr/>
                <p:nvPr/>
              </p:nvSpPr>
              <p:spPr>
                <a:xfrm>
                  <a:off x="3926924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9" name="pg458">
                  <a:extLst>
                    <a:ext uri="{FF2B5EF4-FFF2-40B4-BE49-F238E27FC236}">
                      <a16:creationId xmlns:a16="http://schemas.microsoft.com/office/drawing/2014/main" id="{460BE712-A56C-CC6B-7D28-F4AAF56B17F8}"/>
                    </a:ext>
                  </a:extLst>
                </p:cNvPr>
                <p:cNvSpPr/>
                <p:nvPr/>
              </p:nvSpPr>
              <p:spPr>
                <a:xfrm>
                  <a:off x="4008361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0" name="pg459">
                  <a:extLst>
                    <a:ext uri="{FF2B5EF4-FFF2-40B4-BE49-F238E27FC236}">
                      <a16:creationId xmlns:a16="http://schemas.microsoft.com/office/drawing/2014/main" id="{549A7EA1-38ED-CC1B-820D-07E02EE0DC2C}"/>
                    </a:ext>
                  </a:extLst>
                </p:cNvPr>
                <p:cNvSpPr/>
                <p:nvPr/>
              </p:nvSpPr>
              <p:spPr>
                <a:xfrm>
                  <a:off x="4089798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1" name="pg460">
                  <a:extLst>
                    <a:ext uri="{FF2B5EF4-FFF2-40B4-BE49-F238E27FC236}">
                      <a16:creationId xmlns:a16="http://schemas.microsoft.com/office/drawing/2014/main" id="{9002010B-300F-34EA-D1F7-70BC34BB233E}"/>
                    </a:ext>
                  </a:extLst>
                </p:cNvPr>
                <p:cNvSpPr/>
                <p:nvPr/>
              </p:nvSpPr>
              <p:spPr>
                <a:xfrm>
                  <a:off x="4171236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2" name="pg461">
                  <a:extLst>
                    <a:ext uri="{FF2B5EF4-FFF2-40B4-BE49-F238E27FC236}">
                      <a16:creationId xmlns:a16="http://schemas.microsoft.com/office/drawing/2014/main" id="{6A4D565C-9D8B-4228-4B97-F0C4A528F978}"/>
                    </a:ext>
                  </a:extLst>
                </p:cNvPr>
                <p:cNvSpPr/>
                <p:nvPr/>
              </p:nvSpPr>
              <p:spPr>
                <a:xfrm>
                  <a:off x="4252673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3" name="pg462">
                  <a:extLst>
                    <a:ext uri="{FF2B5EF4-FFF2-40B4-BE49-F238E27FC236}">
                      <a16:creationId xmlns:a16="http://schemas.microsoft.com/office/drawing/2014/main" id="{89AFE0BD-BAB9-BEBF-3685-E0C559FB098B}"/>
                    </a:ext>
                  </a:extLst>
                </p:cNvPr>
                <p:cNvSpPr/>
                <p:nvPr/>
              </p:nvSpPr>
              <p:spPr>
                <a:xfrm>
                  <a:off x="4334110" y="392617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9E9D2">
                    <a:alpha val="100000"/>
                  </a:srgbClr>
                </a:solidFill>
                <a:ln w="5420" cap="flat">
                  <a:solidFill>
                    <a:srgbClr val="B9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4" name="pg463">
                  <a:extLst>
                    <a:ext uri="{FF2B5EF4-FFF2-40B4-BE49-F238E27FC236}">
                      <a16:creationId xmlns:a16="http://schemas.microsoft.com/office/drawing/2014/main" id="{58C6C3C4-5BE0-C7C7-9FE2-AB87AEB34B05}"/>
                    </a:ext>
                  </a:extLst>
                </p:cNvPr>
                <p:cNvSpPr/>
                <p:nvPr/>
              </p:nvSpPr>
              <p:spPr>
                <a:xfrm>
                  <a:off x="2868241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5" name="pg464">
                  <a:extLst>
                    <a:ext uri="{FF2B5EF4-FFF2-40B4-BE49-F238E27FC236}">
                      <a16:creationId xmlns:a16="http://schemas.microsoft.com/office/drawing/2014/main" id="{501C2C26-FAEE-5A3A-0A4C-44CECB949D14}"/>
                    </a:ext>
                  </a:extLst>
                </p:cNvPr>
                <p:cNvSpPr/>
                <p:nvPr/>
              </p:nvSpPr>
              <p:spPr>
                <a:xfrm>
                  <a:off x="2949678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6" name="pg465">
                  <a:extLst>
                    <a:ext uri="{FF2B5EF4-FFF2-40B4-BE49-F238E27FC236}">
                      <a16:creationId xmlns:a16="http://schemas.microsoft.com/office/drawing/2014/main" id="{0D6B9FD6-077A-FA5E-BBA7-DF958F44B07D}"/>
                    </a:ext>
                  </a:extLst>
                </p:cNvPr>
                <p:cNvSpPr/>
                <p:nvPr/>
              </p:nvSpPr>
              <p:spPr>
                <a:xfrm>
                  <a:off x="3031116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7" name="pg466">
                  <a:extLst>
                    <a:ext uri="{FF2B5EF4-FFF2-40B4-BE49-F238E27FC236}">
                      <a16:creationId xmlns:a16="http://schemas.microsoft.com/office/drawing/2014/main" id="{493F7F81-27F6-0C7F-F833-00EDE685AAD5}"/>
                    </a:ext>
                  </a:extLst>
                </p:cNvPr>
                <p:cNvSpPr/>
                <p:nvPr/>
              </p:nvSpPr>
              <p:spPr>
                <a:xfrm>
                  <a:off x="3112553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AEEDB">
                    <a:alpha val="100000"/>
                  </a:srgbClr>
                </a:solidFill>
                <a:ln w="5420" cap="flat">
                  <a:solidFill>
                    <a:srgbClr val="CA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8" name="pg467">
                  <a:extLst>
                    <a:ext uri="{FF2B5EF4-FFF2-40B4-BE49-F238E27FC236}">
                      <a16:creationId xmlns:a16="http://schemas.microsoft.com/office/drawing/2014/main" id="{E64DBCCA-6951-C804-D2FB-BD1E836B0DB9}"/>
                    </a:ext>
                  </a:extLst>
                </p:cNvPr>
                <p:cNvSpPr/>
                <p:nvPr/>
              </p:nvSpPr>
              <p:spPr>
                <a:xfrm>
                  <a:off x="3193990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BEFDB">
                    <a:alpha val="100000"/>
                  </a:srgbClr>
                </a:solidFill>
                <a:ln w="5420" cap="flat">
                  <a:solidFill>
                    <a:srgbClr val="CBEF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9" name="pg468">
                  <a:extLst>
                    <a:ext uri="{FF2B5EF4-FFF2-40B4-BE49-F238E27FC236}">
                      <a16:creationId xmlns:a16="http://schemas.microsoft.com/office/drawing/2014/main" id="{18FAD4D7-C6DF-AF97-4165-E7AAE3BA0ADD}"/>
                    </a:ext>
                  </a:extLst>
                </p:cNvPr>
                <p:cNvSpPr/>
                <p:nvPr/>
              </p:nvSpPr>
              <p:spPr>
                <a:xfrm>
                  <a:off x="3275427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0" name="pg469">
                  <a:extLst>
                    <a:ext uri="{FF2B5EF4-FFF2-40B4-BE49-F238E27FC236}">
                      <a16:creationId xmlns:a16="http://schemas.microsoft.com/office/drawing/2014/main" id="{5896CC75-254C-9922-681A-35D54E9A4780}"/>
                    </a:ext>
                  </a:extLst>
                </p:cNvPr>
                <p:cNvSpPr/>
                <p:nvPr/>
              </p:nvSpPr>
              <p:spPr>
                <a:xfrm>
                  <a:off x="3356864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DEFDC">
                    <a:alpha val="100000"/>
                  </a:srgbClr>
                </a:solidFill>
                <a:ln w="5420" cap="flat">
                  <a:solidFill>
                    <a:srgbClr val="CD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1" name="pg470">
                  <a:extLst>
                    <a:ext uri="{FF2B5EF4-FFF2-40B4-BE49-F238E27FC236}">
                      <a16:creationId xmlns:a16="http://schemas.microsoft.com/office/drawing/2014/main" id="{E6F168E8-3530-44A4-1495-16C90D44310B}"/>
                    </a:ext>
                  </a:extLst>
                </p:cNvPr>
                <p:cNvSpPr/>
                <p:nvPr/>
              </p:nvSpPr>
              <p:spPr>
                <a:xfrm>
                  <a:off x="3438301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DEFDC">
                    <a:alpha val="100000"/>
                  </a:srgbClr>
                </a:solidFill>
                <a:ln w="5420" cap="flat">
                  <a:solidFill>
                    <a:srgbClr val="CD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2" name="pg471">
                  <a:extLst>
                    <a:ext uri="{FF2B5EF4-FFF2-40B4-BE49-F238E27FC236}">
                      <a16:creationId xmlns:a16="http://schemas.microsoft.com/office/drawing/2014/main" id="{EEA32AC9-4ED8-D4E8-8415-E709DA3725F4}"/>
                    </a:ext>
                  </a:extLst>
                </p:cNvPr>
                <p:cNvSpPr/>
                <p:nvPr/>
              </p:nvSpPr>
              <p:spPr>
                <a:xfrm>
                  <a:off x="3519738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3" name="pg472">
                  <a:extLst>
                    <a:ext uri="{FF2B5EF4-FFF2-40B4-BE49-F238E27FC236}">
                      <a16:creationId xmlns:a16="http://schemas.microsoft.com/office/drawing/2014/main" id="{DAF5A33F-0B12-7574-A6A8-0A74EA63F1EF}"/>
                    </a:ext>
                  </a:extLst>
                </p:cNvPr>
                <p:cNvSpPr/>
                <p:nvPr/>
              </p:nvSpPr>
              <p:spPr>
                <a:xfrm>
                  <a:off x="3601176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AEEDB">
                    <a:alpha val="100000"/>
                  </a:srgbClr>
                </a:solidFill>
                <a:ln w="5420" cap="flat">
                  <a:solidFill>
                    <a:srgbClr val="CA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4" name="pg473">
                  <a:extLst>
                    <a:ext uri="{FF2B5EF4-FFF2-40B4-BE49-F238E27FC236}">
                      <a16:creationId xmlns:a16="http://schemas.microsoft.com/office/drawing/2014/main" id="{0750E7FB-1ACC-58BB-DEFC-382B72798A17}"/>
                    </a:ext>
                  </a:extLst>
                </p:cNvPr>
                <p:cNvSpPr/>
                <p:nvPr/>
              </p:nvSpPr>
              <p:spPr>
                <a:xfrm>
                  <a:off x="3682613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5" name="pg474">
                  <a:extLst>
                    <a:ext uri="{FF2B5EF4-FFF2-40B4-BE49-F238E27FC236}">
                      <a16:creationId xmlns:a16="http://schemas.microsoft.com/office/drawing/2014/main" id="{930C7A4F-2A3C-2AD7-0FE4-304E7E839673}"/>
                    </a:ext>
                  </a:extLst>
                </p:cNvPr>
                <p:cNvSpPr/>
                <p:nvPr/>
              </p:nvSpPr>
              <p:spPr>
                <a:xfrm>
                  <a:off x="3764050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6" name="pg475">
                  <a:extLst>
                    <a:ext uri="{FF2B5EF4-FFF2-40B4-BE49-F238E27FC236}">
                      <a16:creationId xmlns:a16="http://schemas.microsoft.com/office/drawing/2014/main" id="{5E9BF9E9-4C1F-0686-4617-AD98A57A5684}"/>
                    </a:ext>
                  </a:extLst>
                </p:cNvPr>
                <p:cNvSpPr/>
                <p:nvPr/>
              </p:nvSpPr>
              <p:spPr>
                <a:xfrm>
                  <a:off x="3845487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7" name="pg476">
                  <a:extLst>
                    <a:ext uri="{FF2B5EF4-FFF2-40B4-BE49-F238E27FC236}">
                      <a16:creationId xmlns:a16="http://schemas.microsoft.com/office/drawing/2014/main" id="{5A608A55-CED3-D93F-0D7D-61FEBBE8C41D}"/>
                    </a:ext>
                  </a:extLst>
                </p:cNvPr>
                <p:cNvSpPr/>
                <p:nvPr/>
              </p:nvSpPr>
              <p:spPr>
                <a:xfrm>
                  <a:off x="3926924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8" name="pg477">
                  <a:extLst>
                    <a:ext uri="{FF2B5EF4-FFF2-40B4-BE49-F238E27FC236}">
                      <a16:creationId xmlns:a16="http://schemas.microsoft.com/office/drawing/2014/main" id="{3DF4D948-56E8-A6B5-6901-B731B10F51E5}"/>
                    </a:ext>
                  </a:extLst>
                </p:cNvPr>
                <p:cNvSpPr/>
                <p:nvPr/>
              </p:nvSpPr>
              <p:spPr>
                <a:xfrm>
                  <a:off x="4008361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9" name="pg478">
                  <a:extLst>
                    <a:ext uri="{FF2B5EF4-FFF2-40B4-BE49-F238E27FC236}">
                      <a16:creationId xmlns:a16="http://schemas.microsoft.com/office/drawing/2014/main" id="{85AA9794-FAAA-AC12-FFE6-5F9D52961007}"/>
                    </a:ext>
                  </a:extLst>
                </p:cNvPr>
                <p:cNvSpPr/>
                <p:nvPr/>
              </p:nvSpPr>
              <p:spPr>
                <a:xfrm>
                  <a:off x="4089798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5E8D1">
                    <a:alpha val="100000"/>
                  </a:srgbClr>
                </a:solidFill>
                <a:ln w="5420" cap="flat">
                  <a:solidFill>
                    <a:srgbClr val="B5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0" name="pg479">
                  <a:extLst>
                    <a:ext uri="{FF2B5EF4-FFF2-40B4-BE49-F238E27FC236}">
                      <a16:creationId xmlns:a16="http://schemas.microsoft.com/office/drawing/2014/main" id="{C65A02B0-6FBB-BD48-5119-F2971E644047}"/>
                    </a:ext>
                  </a:extLst>
                </p:cNvPr>
                <p:cNvSpPr/>
                <p:nvPr/>
              </p:nvSpPr>
              <p:spPr>
                <a:xfrm>
                  <a:off x="4171236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6E8D1">
                    <a:alpha val="100000"/>
                  </a:srgbClr>
                </a:solidFill>
                <a:ln w="5420" cap="flat">
                  <a:solidFill>
                    <a:srgbClr val="B6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1" name="pg480">
                  <a:extLst>
                    <a:ext uri="{FF2B5EF4-FFF2-40B4-BE49-F238E27FC236}">
                      <a16:creationId xmlns:a16="http://schemas.microsoft.com/office/drawing/2014/main" id="{4E226A37-5E55-5B5D-9F29-A9E49769430F}"/>
                    </a:ext>
                  </a:extLst>
                </p:cNvPr>
                <p:cNvSpPr/>
                <p:nvPr/>
              </p:nvSpPr>
              <p:spPr>
                <a:xfrm>
                  <a:off x="4252673" y="402949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2" name="pg481">
                  <a:extLst>
                    <a:ext uri="{FF2B5EF4-FFF2-40B4-BE49-F238E27FC236}">
                      <a16:creationId xmlns:a16="http://schemas.microsoft.com/office/drawing/2014/main" id="{569065F4-EE90-4BD9-47E5-43AC91D200F9}"/>
                    </a:ext>
                  </a:extLst>
                </p:cNvPr>
                <p:cNvSpPr/>
                <p:nvPr/>
              </p:nvSpPr>
              <p:spPr>
                <a:xfrm>
                  <a:off x="2786804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3" name="pg482">
                  <a:extLst>
                    <a:ext uri="{FF2B5EF4-FFF2-40B4-BE49-F238E27FC236}">
                      <a16:creationId xmlns:a16="http://schemas.microsoft.com/office/drawing/2014/main" id="{3D680D00-67C7-8DF2-BF13-37AC09C08BB7}"/>
                    </a:ext>
                  </a:extLst>
                </p:cNvPr>
                <p:cNvSpPr/>
                <p:nvPr/>
              </p:nvSpPr>
              <p:spPr>
                <a:xfrm>
                  <a:off x="2868241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4" name="pg483">
                  <a:extLst>
                    <a:ext uri="{FF2B5EF4-FFF2-40B4-BE49-F238E27FC236}">
                      <a16:creationId xmlns:a16="http://schemas.microsoft.com/office/drawing/2014/main" id="{2CC24099-4459-0AA7-4962-4A74E5D9DA3E}"/>
                    </a:ext>
                  </a:extLst>
                </p:cNvPr>
                <p:cNvSpPr/>
                <p:nvPr/>
              </p:nvSpPr>
              <p:spPr>
                <a:xfrm>
                  <a:off x="2949678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5" name="pg484">
                  <a:extLst>
                    <a:ext uri="{FF2B5EF4-FFF2-40B4-BE49-F238E27FC236}">
                      <a16:creationId xmlns:a16="http://schemas.microsoft.com/office/drawing/2014/main" id="{3F53D226-9C03-38B3-1717-D1FC39602112}"/>
                    </a:ext>
                  </a:extLst>
                </p:cNvPr>
                <p:cNvSpPr/>
                <p:nvPr/>
              </p:nvSpPr>
              <p:spPr>
                <a:xfrm>
                  <a:off x="3031116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BEFDB">
                    <a:alpha val="100000"/>
                  </a:srgbClr>
                </a:solidFill>
                <a:ln w="5420" cap="flat">
                  <a:solidFill>
                    <a:srgbClr val="CBEF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6" name="pg485">
                  <a:extLst>
                    <a:ext uri="{FF2B5EF4-FFF2-40B4-BE49-F238E27FC236}">
                      <a16:creationId xmlns:a16="http://schemas.microsoft.com/office/drawing/2014/main" id="{6C092217-A262-D60C-7331-6EB3720F83E0}"/>
                    </a:ext>
                  </a:extLst>
                </p:cNvPr>
                <p:cNvSpPr/>
                <p:nvPr/>
              </p:nvSpPr>
              <p:spPr>
                <a:xfrm>
                  <a:off x="3112553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7" name="pg486">
                  <a:extLst>
                    <a:ext uri="{FF2B5EF4-FFF2-40B4-BE49-F238E27FC236}">
                      <a16:creationId xmlns:a16="http://schemas.microsoft.com/office/drawing/2014/main" id="{CB585EC5-AF91-FB2E-17D6-7E5505A421C1}"/>
                    </a:ext>
                  </a:extLst>
                </p:cNvPr>
                <p:cNvSpPr/>
                <p:nvPr/>
              </p:nvSpPr>
              <p:spPr>
                <a:xfrm>
                  <a:off x="3193990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EF0DD">
                    <a:alpha val="100000"/>
                  </a:srgbClr>
                </a:solidFill>
                <a:ln w="5420" cap="flat">
                  <a:solidFill>
                    <a:srgbClr val="CE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8" name="pg487">
                  <a:extLst>
                    <a:ext uri="{FF2B5EF4-FFF2-40B4-BE49-F238E27FC236}">
                      <a16:creationId xmlns:a16="http://schemas.microsoft.com/office/drawing/2014/main" id="{AB9A1790-E0A6-B777-43C5-7A57195FE49A}"/>
                    </a:ext>
                  </a:extLst>
                </p:cNvPr>
                <p:cNvSpPr/>
                <p:nvPr/>
              </p:nvSpPr>
              <p:spPr>
                <a:xfrm>
                  <a:off x="3275427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0F0DE">
                    <a:alpha val="100000"/>
                  </a:srgbClr>
                </a:solidFill>
                <a:ln w="5420" cap="flat">
                  <a:solidFill>
                    <a:srgbClr val="D0F0D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9" name="pg488">
                  <a:extLst>
                    <a:ext uri="{FF2B5EF4-FFF2-40B4-BE49-F238E27FC236}">
                      <a16:creationId xmlns:a16="http://schemas.microsoft.com/office/drawing/2014/main" id="{6FE510C9-300E-D181-8355-0C6871415CCC}"/>
                    </a:ext>
                  </a:extLst>
                </p:cNvPr>
                <p:cNvSpPr/>
                <p:nvPr/>
              </p:nvSpPr>
              <p:spPr>
                <a:xfrm>
                  <a:off x="3356864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1F1DE">
                    <a:alpha val="100000"/>
                  </a:srgbClr>
                </a:solidFill>
                <a:ln w="5420" cap="flat">
                  <a:solidFill>
                    <a:srgbClr val="D1F1D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0" name="pg489">
                  <a:extLst>
                    <a:ext uri="{FF2B5EF4-FFF2-40B4-BE49-F238E27FC236}">
                      <a16:creationId xmlns:a16="http://schemas.microsoft.com/office/drawing/2014/main" id="{F2DA74E1-B437-7A9F-E1C4-AFF9902AF694}"/>
                    </a:ext>
                  </a:extLst>
                </p:cNvPr>
                <p:cNvSpPr/>
                <p:nvPr/>
              </p:nvSpPr>
              <p:spPr>
                <a:xfrm>
                  <a:off x="3438301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2F1DF">
                    <a:alpha val="100000"/>
                  </a:srgbClr>
                </a:solidFill>
                <a:ln w="5420" cap="flat">
                  <a:solidFill>
                    <a:srgbClr val="D2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1" name="pg490">
                  <a:extLst>
                    <a:ext uri="{FF2B5EF4-FFF2-40B4-BE49-F238E27FC236}">
                      <a16:creationId xmlns:a16="http://schemas.microsoft.com/office/drawing/2014/main" id="{9151AA18-FDC5-5A97-1FA5-6D992B791A1E}"/>
                    </a:ext>
                  </a:extLst>
                </p:cNvPr>
                <p:cNvSpPr/>
                <p:nvPr/>
              </p:nvSpPr>
              <p:spPr>
                <a:xfrm>
                  <a:off x="3519738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0F0DE">
                    <a:alpha val="100000"/>
                  </a:srgbClr>
                </a:solidFill>
                <a:ln w="5420" cap="flat">
                  <a:solidFill>
                    <a:srgbClr val="D0F0D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2" name="pg491">
                  <a:extLst>
                    <a:ext uri="{FF2B5EF4-FFF2-40B4-BE49-F238E27FC236}">
                      <a16:creationId xmlns:a16="http://schemas.microsoft.com/office/drawing/2014/main" id="{740EEDC3-6A44-1DFC-459D-FD72F4C89B21}"/>
                    </a:ext>
                  </a:extLst>
                </p:cNvPr>
                <p:cNvSpPr/>
                <p:nvPr/>
              </p:nvSpPr>
              <p:spPr>
                <a:xfrm>
                  <a:off x="3601176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DF0DD">
                    <a:alpha val="100000"/>
                  </a:srgbClr>
                </a:solidFill>
                <a:ln w="5420" cap="flat">
                  <a:solidFill>
                    <a:srgbClr val="CD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3" name="pg492">
                  <a:extLst>
                    <a:ext uri="{FF2B5EF4-FFF2-40B4-BE49-F238E27FC236}">
                      <a16:creationId xmlns:a16="http://schemas.microsoft.com/office/drawing/2014/main" id="{6C80348F-C1E9-DE87-1DB1-31BBEB8E9269}"/>
                    </a:ext>
                  </a:extLst>
                </p:cNvPr>
                <p:cNvSpPr/>
                <p:nvPr/>
              </p:nvSpPr>
              <p:spPr>
                <a:xfrm>
                  <a:off x="3682613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AEEDB">
                    <a:alpha val="100000"/>
                  </a:srgbClr>
                </a:solidFill>
                <a:ln w="5420" cap="flat">
                  <a:solidFill>
                    <a:srgbClr val="CA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4" name="pg493">
                  <a:extLst>
                    <a:ext uri="{FF2B5EF4-FFF2-40B4-BE49-F238E27FC236}">
                      <a16:creationId xmlns:a16="http://schemas.microsoft.com/office/drawing/2014/main" id="{57AEB4BD-7716-54D3-028E-F7ED091AB80F}"/>
                    </a:ext>
                  </a:extLst>
                </p:cNvPr>
                <p:cNvSpPr/>
                <p:nvPr/>
              </p:nvSpPr>
              <p:spPr>
                <a:xfrm>
                  <a:off x="3764050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5" name="pg494">
                  <a:extLst>
                    <a:ext uri="{FF2B5EF4-FFF2-40B4-BE49-F238E27FC236}">
                      <a16:creationId xmlns:a16="http://schemas.microsoft.com/office/drawing/2014/main" id="{55F92F3C-EEF9-BD5E-6553-0D64B509371C}"/>
                    </a:ext>
                  </a:extLst>
                </p:cNvPr>
                <p:cNvSpPr/>
                <p:nvPr/>
              </p:nvSpPr>
              <p:spPr>
                <a:xfrm>
                  <a:off x="3845487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6" name="pg495">
                  <a:extLst>
                    <a:ext uri="{FF2B5EF4-FFF2-40B4-BE49-F238E27FC236}">
                      <a16:creationId xmlns:a16="http://schemas.microsoft.com/office/drawing/2014/main" id="{BF585113-FDB9-E693-D13C-908FB6732F5A}"/>
                    </a:ext>
                  </a:extLst>
                </p:cNvPr>
                <p:cNvSpPr/>
                <p:nvPr/>
              </p:nvSpPr>
              <p:spPr>
                <a:xfrm>
                  <a:off x="3926924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7" name="pg496">
                  <a:extLst>
                    <a:ext uri="{FF2B5EF4-FFF2-40B4-BE49-F238E27FC236}">
                      <a16:creationId xmlns:a16="http://schemas.microsoft.com/office/drawing/2014/main" id="{9064352D-2EA6-8523-3E95-9FBEA0DD0E0F}"/>
                    </a:ext>
                  </a:extLst>
                </p:cNvPr>
                <p:cNvSpPr/>
                <p:nvPr/>
              </p:nvSpPr>
              <p:spPr>
                <a:xfrm>
                  <a:off x="4008361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8" name="pg497">
                  <a:extLst>
                    <a:ext uri="{FF2B5EF4-FFF2-40B4-BE49-F238E27FC236}">
                      <a16:creationId xmlns:a16="http://schemas.microsoft.com/office/drawing/2014/main" id="{15B4F12B-5256-7C72-FE9E-37D00A8A0B57}"/>
                    </a:ext>
                  </a:extLst>
                </p:cNvPr>
                <p:cNvSpPr/>
                <p:nvPr/>
              </p:nvSpPr>
              <p:spPr>
                <a:xfrm>
                  <a:off x="4089798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1">
                    <a:alpha val="100000"/>
                  </a:srgbClr>
                </a:solidFill>
                <a:ln w="5420" cap="flat">
                  <a:solidFill>
                    <a:srgbClr val="B7E8D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9" name="pg498">
                  <a:extLst>
                    <a:ext uri="{FF2B5EF4-FFF2-40B4-BE49-F238E27FC236}">
                      <a16:creationId xmlns:a16="http://schemas.microsoft.com/office/drawing/2014/main" id="{F6D45861-09D2-2950-153E-4C93AF00A212}"/>
                    </a:ext>
                  </a:extLst>
                </p:cNvPr>
                <p:cNvSpPr/>
                <p:nvPr/>
              </p:nvSpPr>
              <p:spPr>
                <a:xfrm>
                  <a:off x="4171236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7E8D2">
                    <a:alpha val="100000"/>
                  </a:srgbClr>
                </a:solidFill>
                <a:ln w="5420" cap="flat">
                  <a:solidFill>
                    <a:srgbClr val="B7E8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0" name="pg499">
                  <a:extLst>
                    <a:ext uri="{FF2B5EF4-FFF2-40B4-BE49-F238E27FC236}">
                      <a16:creationId xmlns:a16="http://schemas.microsoft.com/office/drawing/2014/main" id="{60476FE4-0AC7-707F-9369-9CEC70C8E2C7}"/>
                    </a:ext>
                  </a:extLst>
                </p:cNvPr>
                <p:cNvSpPr/>
                <p:nvPr/>
              </p:nvSpPr>
              <p:spPr>
                <a:xfrm>
                  <a:off x="4252673" y="413281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8E9D2">
                    <a:alpha val="100000"/>
                  </a:srgbClr>
                </a:solidFill>
                <a:ln w="5420" cap="flat">
                  <a:solidFill>
                    <a:srgbClr val="B8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1" name="pg500">
                  <a:extLst>
                    <a:ext uri="{FF2B5EF4-FFF2-40B4-BE49-F238E27FC236}">
                      <a16:creationId xmlns:a16="http://schemas.microsoft.com/office/drawing/2014/main" id="{6124D33E-5116-4545-F052-1CF7CE03F644}"/>
                    </a:ext>
                  </a:extLst>
                </p:cNvPr>
                <p:cNvSpPr/>
                <p:nvPr/>
              </p:nvSpPr>
              <p:spPr>
                <a:xfrm>
                  <a:off x="2786804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2" name="pg501">
                  <a:extLst>
                    <a:ext uri="{FF2B5EF4-FFF2-40B4-BE49-F238E27FC236}">
                      <a16:creationId xmlns:a16="http://schemas.microsoft.com/office/drawing/2014/main" id="{7D082337-84B3-1E3B-99B1-444BB9B44A49}"/>
                    </a:ext>
                  </a:extLst>
                </p:cNvPr>
                <p:cNvSpPr/>
                <p:nvPr/>
              </p:nvSpPr>
              <p:spPr>
                <a:xfrm>
                  <a:off x="2868241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AEFDB">
                    <a:alpha val="100000"/>
                  </a:srgbClr>
                </a:solidFill>
                <a:ln w="5420" cap="flat">
                  <a:solidFill>
                    <a:srgbClr val="CAEF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3" name="pg502">
                  <a:extLst>
                    <a:ext uri="{FF2B5EF4-FFF2-40B4-BE49-F238E27FC236}">
                      <a16:creationId xmlns:a16="http://schemas.microsoft.com/office/drawing/2014/main" id="{ADA10C4D-421D-F0B6-C9DB-10A5E18A872E}"/>
                    </a:ext>
                  </a:extLst>
                </p:cNvPr>
                <p:cNvSpPr/>
                <p:nvPr/>
              </p:nvSpPr>
              <p:spPr>
                <a:xfrm>
                  <a:off x="2949678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4" name="pg503">
                  <a:extLst>
                    <a:ext uri="{FF2B5EF4-FFF2-40B4-BE49-F238E27FC236}">
                      <a16:creationId xmlns:a16="http://schemas.microsoft.com/office/drawing/2014/main" id="{D86BDBD0-D715-C840-9933-C2807E25AFC7}"/>
                    </a:ext>
                  </a:extLst>
                </p:cNvPr>
                <p:cNvSpPr/>
                <p:nvPr/>
              </p:nvSpPr>
              <p:spPr>
                <a:xfrm>
                  <a:off x="3031116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FF0DD">
                    <a:alpha val="100000"/>
                  </a:srgbClr>
                </a:solidFill>
                <a:ln w="5420" cap="flat">
                  <a:solidFill>
                    <a:srgbClr val="CF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5" name="pg504">
                  <a:extLst>
                    <a:ext uri="{FF2B5EF4-FFF2-40B4-BE49-F238E27FC236}">
                      <a16:creationId xmlns:a16="http://schemas.microsoft.com/office/drawing/2014/main" id="{ED7BC30B-2857-1CBE-8B49-D62B0635C5F5}"/>
                    </a:ext>
                  </a:extLst>
                </p:cNvPr>
                <p:cNvSpPr/>
                <p:nvPr/>
              </p:nvSpPr>
              <p:spPr>
                <a:xfrm>
                  <a:off x="3112553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1F1DE">
                    <a:alpha val="100000"/>
                  </a:srgbClr>
                </a:solidFill>
                <a:ln w="5420" cap="flat">
                  <a:solidFill>
                    <a:srgbClr val="D1F1D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6" name="pg505">
                  <a:extLst>
                    <a:ext uri="{FF2B5EF4-FFF2-40B4-BE49-F238E27FC236}">
                      <a16:creationId xmlns:a16="http://schemas.microsoft.com/office/drawing/2014/main" id="{0A04ACF7-637D-6F51-031D-3FF3020375CC}"/>
                    </a:ext>
                  </a:extLst>
                </p:cNvPr>
                <p:cNvSpPr/>
                <p:nvPr/>
              </p:nvSpPr>
              <p:spPr>
                <a:xfrm>
                  <a:off x="3193990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3F1DF">
                    <a:alpha val="100000"/>
                  </a:srgbClr>
                </a:solidFill>
                <a:ln w="5420" cap="flat">
                  <a:solidFill>
                    <a:srgbClr val="D3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7" name="pg506">
                  <a:extLst>
                    <a:ext uri="{FF2B5EF4-FFF2-40B4-BE49-F238E27FC236}">
                      <a16:creationId xmlns:a16="http://schemas.microsoft.com/office/drawing/2014/main" id="{20055D39-BF5F-C878-094D-D087281BCD64}"/>
                    </a:ext>
                  </a:extLst>
                </p:cNvPr>
                <p:cNvSpPr/>
                <p:nvPr/>
              </p:nvSpPr>
              <p:spPr>
                <a:xfrm>
                  <a:off x="3275427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5F2E1">
                    <a:alpha val="100000"/>
                  </a:srgbClr>
                </a:solidFill>
                <a:ln w="5420" cap="flat">
                  <a:solidFill>
                    <a:srgbClr val="D5F2E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8" name="pg507">
                  <a:extLst>
                    <a:ext uri="{FF2B5EF4-FFF2-40B4-BE49-F238E27FC236}">
                      <a16:creationId xmlns:a16="http://schemas.microsoft.com/office/drawing/2014/main" id="{C37B7D06-AF9E-F8BD-3E2C-7BC60BE5789A}"/>
                    </a:ext>
                  </a:extLst>
                </p:cNvPr>
                <p:cNvSpPr/>
                <p:nvPr/>
              </p:nvSpPr>
              <p:spPr>
                <a:xfrm>
                  <a:off x="3356864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8F3E2">
                    <a:alpha val="100000"/>
                  </a:srgbClr>
                </a:solidFill>
                <a:ln w="5420" cap="flat">
                  <a:solidFill>
                    <a:srgbClr val="D8F3E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9" name="pg508">
                  <a:extLst>
                    <a:ext uri="{FF2B5EF4-FFF2-40B4-BE49-F238E27FC236}">
                      <a16:creationId xmlns:a16="http://schemas.microsoft.com/office/drawing/2014/main" id="{4EF891AE-1710-E9E7-F87D-FBA9364C29DD}"/>
                    </a:ext>
                  </a:extLst>
                </p:cNvPr>
                <p:cNvSpPr/>
                <p:nvPr/>
              </p:nvSpPr>
              <p:spPr>
                <a:xfrm>
                  <a:off x="3438301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AF4E3">
                    <a:alpha val="100000"/>
                  </a:srgbClr>
                </a:solidFill>
                <a:ln w="5420" cap="flat">
                  <a:solidFill>
                    <a:srgbClr val="DAF4E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0" name="pg509">
                  <a:extLst>
                    <a:ext uri="{FF2B5EF4-FFF2-40B4-BE49-F238E27FC236}">
                      <a16:creationId xmlns:a16="http://schemas.microsoft.com/office/drawing/2014/main" id="{8BD67FA1-F42A-4731-36ED-42962F5224E0}"/>
                    </a:ext>
                  </a:extLst>
                </p:cNvPr>
                <p:cNvSpPr/>
                <p:nvPr/>
              </p:nvSpPr>
              <p:spPr>
                <a:xfrm>
                  <a:off x="3519738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9F3E2">
                    <a:alpha val="100000"/>
                  </a:srgbClr>
                </a:solidFill>
                <a:ln w="5420" cap="flat">
                  <a:solidFill>
                    <a:srgbClr val="D9F3E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1" name="pg510">
                  <a:extLst>
                    <a:ext uri="{FF2B5EF4-FFF2-40B4-BE49-F238E27FC236}">
                      <a16:creationId xmlns:a16="http://schemas.microsoft.com/office/drawing/2014/main" id="{911CCE7D-2AFF-AE63-C86D-481760C6F584}"/>
                    </a:ext>
                  </a:extLst>
                </p:cNvPr>
                <p:cNvSpPr/>
                <p:nvPr/>
              </p:nvSpPr>
              <p:spPr>
                <a:xfrm>
                  <a:off x="3601176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5F2E0">
                    <a:alpha val="100000"/>
                  </a:srgbClr>
                </a:solidFill>
                <a:ln w="5420" cap="flat">
                  <a:solidFill>
                    <a:srgbClr val="D5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2" name="pg511">
                  <a:extLst>
                    <a:ext uri="{FF2B5EF4-FFF2-40B4-BE49-F238E27FC236}">
                      <a16:creationId xmlns:a16="http://schemas.microsoft.com/office/drawing/2014/main" id="{9834B13B-81B7-A608-F187-6FAFBC0EDC53}"/>
                    </a:ext>
                  </a:extLst>
                </p:cNvPr>
                <p:cNvSpPr/>
                <p:nvPr/>
              </p:nvSpPr>
              <p:spPr>
                <a:xfrm>
                  <a:off x="3682613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1F1DE">
                    <a:alpha val="100000"/>
                  </a:srgbClr>
                </a:solidFill>
                <a:ln w="5420" cap="flat">
                  <a:solidFill>
                    <a:srgbClr val="D1F1D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3" name="pg512">
                  <a:extLst>
                    <a:ext uri="{FF2B5EF4-FFF2-40B4-BE49-F238E27FC236}">
                      <a16:creationId xmlns:a16="http://schemas.microsoft.com/office/drawing/2014/main" id="{A7553453-D297-D200-B2BF-8B9E76E65DB6}"/>
                    </a:ext>
                  </a:extLst>
                </p:cNvPr>
                <p:cNvSpPr/>
                <p:nvPr/>
              </p:nvSpPr>
              <p:spPr>
                <a:xfrm>
                  <a:off x="3764050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4" name="pg513">
                  <a:extLst>
                    <a:ext uri="{FF2B5EF4-FFF2-40B4-BE49-F238E27FC236}">
                      <a16:creationId xmlns:a16="http://schemas.microsoft.com/office/drawing/2014/main" id="{70FA8F42-DE0C-CDF9-5CB1-456C4533B4E8}"/>
                    </a:ext>
                  </a:extLst>
                </p:cNvPr>
                <p:cNvSpPr/>
                <p:nvPr/>
              </p:nvSpPr>
              <p:spPr>
                <a:xfrm>
                  <a:off x="3845487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5" name="pg514">
                  <a:extLst>
                    <a:ext uri="{FF2B5EF4-FFF2-40B4-BE49-F238E27FC236}">
                      <a16:creationId xmlns:a16="http://schemas.microsoft.com/office/drawing/2014/main" id="{E92DEA73-DD18-D946-E245-0814CC57F64D}"/>
                    </a:ext>
                  </a:extLst>
                </p:cNvPr>
                <p:cNvSpPr/>
                <p:nvPr/>
              </p:nvSpPr>
              <p:spPr>
                <a:xfrm>
                  <a:off x="3926924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8">
                    <a:alpha val="100000"/>
                  </a:srgbClr>
                </a:solidFill>
                <a:ln w="5420" cap="flat">
                  <a:solidFill>
                    <a:srgbClr val="C3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6" name="pg515">
                  <a:extLst>
                    <a:ext uri="{FF2B5EF4-FFF2-40B4-BE49-F238E27FC236}">
                      <a16:creationId xmlns:a16="http://schemas.microsoft.com/office/drawing/2014/main" id="{F411EFA8-693F-08B5-44E2-2EE36E189EC0}"/>
                    </a:ext>
                  </a:extLst>
                </p:cNvPr>
                <p:cNvSpPr/>
                <p:nvPr/>
              </p:nvSpPr>
              <p:spPr>
                <a:xfrm>
                  <a:off x="4008361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7" name="pg516">
                  <a:extLst>
                    <a:ext uri="{FF2B5EF4-FFF2-40B4-BE49-F238E27FC236}">
                      <a16:creationId xmlns:a16="http://schemas.microsoft.com/office/drawing/2014/main" id="{54E57029-EE99-7AA4-D084-942607882D4B}"/>
                    </a:ext>
                  </a:extLst>
                </p:cNvPr>
                <p:cNvSpPr/>
                <p:nvPr/>
              </p:nvSpPr>
              <p:spPr>
                <a:xfrm>
                  <a:off x="4089798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8" name="pg517">
                  <a:extLst>
                    <a:ext uri="{FF2B5EF4-FFF2-40B4-BE49-F238E27FC236}">
                      <a16:creationId xmlns:a16="http://schemas.microsoft.com/office/drawing/2014/main" id="{8E84C0B6-4179-873D-ABAF-4B9B5241BBE7}"/>
                    </a:ext>
                  </a:extLst>
                </p:cNvPr>
                <p:cNvSpPr/>
                <p:nvPr/>
              </p:nvSpPr>
              <p:spPr>
                <a:xfrm>
                  <a:off x="4171236" y="4236126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9" name="pg518">
                  <a:extLst>
                    <a:ext uri="{FF2B5EF4-FFF2-40B4-BE49-F238E27FC236}">
                      <a16:creationId xmlns:a16="http://schemas.microsoft.com/office/drawing/2014/main" id="{7DEA40BE-359A-5C81-4DE8-F6E1A7F5D304}"/>
                    </a:ext>
                  </a:extLst>
                </p:cNvPr>
                <p:cNvSpPr/>
                <p:nvPr/>
              </p:nvSpPr>
              <p:spPr>
                <a:xfrm>
                  <a:off x="2786804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B">
                    <a:alpha val="100000"/>
                  </a:srgbClr>
                </a:solidFill>
                <a:ln w="5420" cap="flat">
                  <a:solidFill>
                    <a:srgbClr val="C9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0" name="pg519">
                  <a:extLst>
                    <a:ext uri="{FF2B5EF4-FFF2-40B4-BE49-F238E27FC236}">
                      <a16:creationId xmlns:a16="http://schemas.microsoft.com/office/drawing/2014/main" id="{F1987C2C-75FA-D565-9D63-90628C7D0270}"/>
                    </a:ext>
                  </a:extLst>
                </p:cNvPr>
                <p:cNvSpPr/>
                <p:nvPr/>
              </p:nvSpPr>
              <p:spPr>
                <a:xfrm>
                  <a:off x="2868241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BEFDB">
                    <a:alpha val="100000"/>
                  </a:srgbClr>
                </a:solidFill>
                <a:ln w="5420" cap="flat">
                  <a:solidFill>
                    <a:srgbClr val="CBEF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1" name="pg520">
                  <a:extLst>
                    <a:ext uri="{FF2B5EF4-FFF2-40B4-BE49-F238E27FC236}">
                      <a16:creationId xmlns:a16="http://schemas.microsoft.com/office/drawing/2014/main" id="{9F96B4CC-AAD9-5E90-6165-BF7641667AEE}"/>
                    </a:ext>
                  </a:extLst>
                </p:cNvPr>
                <p:cNvSpPr/>
                <p:nvPr/>
              </p:nvSpPr>
              <p:spPr>
                <a:xfrm>
                  <a:off x="2949678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DF0DD">
                    <a:alpha val="100000"/>
                  </a:srgbClr>
                </a:solidFill>
                <a:ln w="5420" cap="flat">
                  <a:solidFill>
                    <a:srgbClr val="CD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2" name="pg521">
                  <a:extLst>
                    <a:ext uri="{FF2B5EF4-FFF2-40B4-BE49-F238E27FC236}">
                      <a16:creationId xmlns:a16="http://schemas.microsoft.com/office/drawing/2014/main" id="{DC7D3B38-1747-CB43-97C4-A8D986397FDB}"/>
                    </a:ext>
                  </a:extLst>
                </p:cNvPr>
                <p:cNvSpPr/>
                <p:nvPr/>
              </p:nvSpPr>
              <p:spPr>
                <a:xfrm>
                  <a:off x="3031116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FF0DE">
                    <a:alpha val="100000"/>
                  </a:srgbClr>
                </a:solidFill>
                <a:ln w="5420" cap="flat">
                  <a:solidFill>
                    <a:srgbClr val="CFF0D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3" name="pg522">
                  <a:extLst>
                    <a:ext uri="{FF2B5EF4-FFF2-40B4-BE49-F238E27FC236}">
                      <a16:creationId xmlns:a16="http://schemas.microsoft.com/office/drawing/2014/main" id="{B0844DE2-CCAD-EE2E-B5A3-C41ABD56B866}"/>
                    </a:ext>
                  </a:extLst>
                </p:cNvPr>
                <p:cNvSpPr/>
                <p:nvPr/>
              </p:nvSpPr>
              <p:spPr>
                <a:xfrm>
                  <a:off x="3112553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2F1DF">
                    <a:alpha val="100000"/>
                  </a:srgbClr>
                </a:solidFill>
                <a:ln w="5420" cap="flat">
                  <a:solidFill>
                    <a:srgbClr val="D2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4" name="pg523">
                  <a:extLst>
                    <a:ext uri="{FF2B5EF4-FFF2-40B4-BE49-F238E27FC236}">
                      <a16:creationId xmlns:a16="http://schemas.microsoft.com/office/drawing/2014/main" id="{DDC6F702-5E1D-E747-8E0E-8BE298F56D9D}"/>
                    </a:ext>
                  </a:extLst>
                </p:cNvPr>
                <p:cNvSpPr/>
                <p:nvPr/>
              </p:nvSpPr>
              <p:spPr>
                <a:xfrm>
                  <a:off x="3193990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4F2E0">
                    <a:alpha val="100000"/>
                  </a:srgbClr>
                </a:solidFill>
                <a:ln w="5420" cap="flat">
                  <a:solidFill>
                    <a:srgbClr val="D4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5" name="pg524">
                  <a:extLst>
                    <a:ext uri="{FF2B5EF4-FFF2-40B4-BE49-F238E27FC236}">
                      <a16:creationId xmlns:a16="http://schemas.microsoft.com/office/drawing/2014/main" id="{932514DF-8C34-F63C-3092-9F4CA051CF8A}"/>
                    </a:ext>
                  </a:extLst>
                </p:cNvPr>
                <p:cNvSpPr/>
                <p:nvPr/>
              </p:nvSpPr>
              <p:spPr>
                <a:xfrm>
                  <a:off x="3275427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6F2E1">
                    <a:alpha val="100000"/>
                  </a:srgbClr>
                </a:solidFill>
                <a:ln w="5420" cap="flat">
                  <a:solidFill>
                    <a:srgbClr val="D6F2E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6" name="pg525">
                  <a:extLst>
                    <a:ext uri="{FF2B5EF4-FFF2-40B4-BE49-F238E27FC236}">
                      <a16:creationId xmlns:a16="http://schemas.microsoft.com/office/drawing/2014/main" id="{E5B4841A-D4CF-9088-6437-17304A0E3105}"/>
                    </a:ext>
                  </a:extLst>
                </p:cNvPr>
                <p:cNvSpPr/>
                <p:nvPr/>
              </p:nvSpPr>
              <p:spPr>
                <a:xfrm>
                  <a:off x="3356864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8F3E2">
                    <a:alpha val="100000"/>
                  </a:srgbClr>
                </a:solidFill>
                <a:ln w="5420" cap="flat">
                  <a:solidFill>
                    <a:srgbClr val="D8F3E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7" name="pg526">
                  <a:extLst>
                    <a:ext uri="{FF2B5EF4-FFF2-40B4-BE49-F238E27FC236}">
                      <a16:creationId xmlns:a16="http://schemas.microsoft.com/office/drawing/2014/main" id="{E7498E5F-D18F-1BA4-6844-5895575982F2}"/>
                    </a:ext>
                  </a:extLst>
                </p:cNvPr>
                <p:cNvSpPr/>
                <p:nvPr/>
              </p:nvSpPr>
              <p:spPr>
                <a:xfrm>
                  <a:off x="3438301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AF4E3">
                    <a:alpha val="100000"/>
                  </a:srgbClr>
                </a:solidFill>
                <a:ln w="5420" cap="flat">
                  <a:solidFill>
                    <a:srgbClr val="DAF4E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8" name="pg527">
                  <a:extLst>
                    <a:ext uri="{FF2B5EF4-FFF2-40B4-BE49-F238E27FC236}">
                      <a16:creationId xmlns:a16="http://schemas.microsoft.com/office/drawing/2014/main" id="{4354E067-4D20-8AD0-2002-90899294D097}"/>
                    </a:ext>
                  </a:extLst>
                </p:cNvPr>
                <p:cNvSpPr/>
                <p:nvPr/>
              </p:nvSpPr>
              <p:spPr>
                <a:xfrm>
                  <a:off x="3519738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9F3E2">
                    <a:alpha val="100000"/>
                  </a:srgbClr>
                </a:solidFill>
                <a:ln w="5420" cap="flat">
                  <a:solidFill>
                    <a:srgbClr val="D9F3E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9" name="pg528">
                  <a:extLst>
                    <a:ext uri="{FF2B5EF4-FFF2-40B4-BE49-F238E27FC236}">
                      <a16:creationId xmlns:a16="http://schemas.microsoft.com/office/drawing/2014/main" id="{5E82FD8C-D25F-0F98-0EF3-FF680D2332A3}"/>
                    </a:ext>
                  </a:extLst>
                </p:cNvPr>
                <p:cNvSpPr/>
                <p:nvPr/>
              </p:nvSpPr>
              <p:spPr>
                <a:xfrm>
                  <a:off x="3601176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6F2E1">
                    <a:alpha val="100000"/>
                  </a:srgbClr>
                </a:solidFill>
                <a:ln w="5420" cap="flat">
                  <a:solidFill>
                    <a:srgbClr val="D6F2E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0" name="pg529">
                  <a:extLst>
                    <a:ext uri="{FF2B5EF4-FFF2-40B4-BE49-F238E27FC236}">
                      <a16:creationId xmlns:a16="http://schemas.microsoft.com/office/drawing/2014/main" id="{B81F7751-3408-CFAC-38BA-18645B6AD04B}"/>
                    </a:ext>
                  </a:extLst>
                </p:cNvPr>
                <p:cNvSpPr/>
                <p:nvPr/>
              </p:nvSpPr>
              <p:spPr>
                <a:xfrm>
                  <a:off x="3682613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2F1DF">
                    <a:alpha val="100000"/>
                  </a:srgbClr>
                </a:solidFill>
                <a:ln w="5420" cap="flat">
                  <a:solidFill>
                    <a:srgbClr val="D2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1" name="pg530">
                  <a:extLst>
                    <a:ext uri="{FF2B5EF4-FFF2-40B4-BE49-F238E27FC236}">
                      <a16:creationId xmlns:a16="http://schemas.microsoft.com/office/drawing/2014/main" id="{BDA03D28-D792-8220-B1D0-FC3A674F77C6}"/>
                    </a:ext>
                  </a:extLst>
                </p:cNvPr>
                <p:cNvSpPr/>
                <p:nvPr/>
              </p:nvSpPr>
              <p:spPr>
                <a:xfrm>
                  <a:off x="3764050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EF0DD">
                    <a:alpha val="100000"/>
                  </a:srgbClr>
                </a:solidFill>
                <a:ln w="5420" cap="flat">
                  <a:solidFill>
                    <a:srgbClr val="CE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2" name="pg531">
                  <a:extLst>
                    <a:ext uri="{FF2B5EF4-FFF2-40B4-BE49-F238E27FC236}">
                      <a16:creationId xmlns:a16="http://schemas.microsoft.com/office/drawing/2014/main" id="{0E4086C9-D785-C9A2-EB22-DFFEDA13613B}"/>
                    </a:ext>
                  </a:extLst>
                </p:cNvPr>
                <p:cNvSpPr/>
                <p:nvPr/>
              </p:nvSpPr>
              <p:spPr>
                <a:xfrm>
                  <a:off x="3845487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AEFDB">
                    <a:alpha val="100000"/>
                  </a:srgbClr>
                </a:solidFill>
                <a:ln w="5420" cap="flat">
                  <a:solidFill>
                    <a:srgbClr val="CAEF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3" name="pg532">
                  <a:extLst>
                    <a:ext uri="{FF2B5EF4-FFF2-40B4-BE49-F238E27FC236}">
                      <a16:creationId xmlns:a16="http://schemas.microsoft.com/office/drawing/2014/main" id="{2020C590-8FB5-1B8E-7B5E-0A944DF0BAB2}"/>
                    </a:ext>
                  </a:extLst>
                </p:cNvPr>
                <p:cNvSpPr/>
                <p:nvPr/>
              </p:nvSpPr>
              <p:spPr>
                <a:xfrm>
                  <a:off x="3926924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4" name="pg533">
                  <a:extLst>
                    <a:ext uri="{FF2B5EF4-FFF2-40B4-BE49-F238E27FC236}">
                      <a16:creationId xmlns:a16="http://schemas.microsoft.com/office/drawing/2014/main" id="{29F9C689-AA1B-67DA-5474-550F2D38D025}"/>
                    </a:ext>
                  </a:extLst>
                </p:cNvPr>
                <p:cNvSpPr/>
                <p:nvPr/>
              </p:nvSpPr>
              <p:spPr>
                <a:xfrm>
                  <a:off x="4008361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8">
                    <a:alpha val="100000"/>
                  </a:srgbClr>
                </a:solidFill>
                <a:ln w="5420" cap="flat">
                  <a:solidFill>
                    <a:srgbClr val="C3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5" name="pg534">
                  <a:extLst>
                    <a:ext uri="{FF2B5EF4-FFF2-40B4-BE49-F238E27FC236}">
                      <a16:creationId xmlns:a16="http://schemas.microsoft.com/office/drawing/2014/main" id="{9936B332-8DE0-9C13-5D03-A347AC145C56}"/>
                    </a:ext>
                  </a:extLst>
                </p:cNvPr>
                <p:cNvSpPr/>
                <p:nvPr/>
              </p:nvSpPr>
              <p:spPr>
                <a:xfrm>
                  <a:off x="4089798" y="4339442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CD6">
                    <a:alpha val="100000"/>
                  </a:srgbClr>
                </a:solidFill>
                <a:ln w="5420" cap="flat">
                  <a:solidFill>
                    <a:srgbClr val="C1EC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6" name="pg535">
                  <a:extLst>
                    <a:ext uri="{FF2B5EF4-FFF2-40B4-BE49-F238E27FC236}">
                      <a16:creationId xmlns:a16="http://schemas.microsoft.com/office/drawing/2014/main" id="{37A98879-69C7-66BC-72D5-A151B0B610F1}"/>
                    </a:ext>
                  </a:extLst>
                </p:cNvPr>
                <p:cNvSpPr/>
                <p:nvPr/>
              </p:nvSpPr>
              <p:spPr>
                <a:xfrm>
                  <a:off x="2868241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7" name="pg536">
                  <a:extLst>
                    <a:ext uri="{FF2B5EF4-FFF2-40B4-BE49-F238E27FC236}">
                      <a16:creationId xmlns:a16="http://schemas.microsoft.com/office/drawing/2014/main" id="{D06A443A-32AC-97D7-851F-74E2459CADBF}"/>
                    </a:ext>
                  </a:extLst>
                </p:cNvPr>
                <p:cNvSpPr/>
                <p:nvPr/>
              </p:nvSpPr>
              <p:spPr>
                <a:xfrm>
                  <a:off x="2949678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EF0DD">
                    <a:alpha val="100000"/>
                  </a:srgbClr>
                </a:solidFill>
                <a:ln w="5420" cap="flat">
                  <a:solidFill>
                    <a:srgbClr val="CE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8" name="pg537">
                  <a:extLst>
                    <a:ext uri="{FF2B5EF4-FFF2-40B4-BE49-F238E27FC236}">
                      <a16:creationId xmlns:a16="http://schemas.microsoft.com/office/drawing/2014/main" id="{0567060F-CA6B-60AB-DD27-2554FABCA0EE}"/>
                    </a:ext>
                  </a:extLst>
                </p:cNvPr>
                <p:cNvSpPr/>
                <p:nvPr/>
              </p:nvSpPr>
              <p:spPr>
                <a:xfrm>
                  <a:off x="3031116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0F0DE">
                    <a:alpha val="100000"/>
                  </a:srgbClr>
                </a:solidFill>
                <a:ln w="5420" cap="flat">
                  <a:solidFill>
                    <a:srgbClr val="D0F0D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9" name="pg538">
                  <a:extLst>
                    <a:ext uri="{FF2B5EF4-FFF2-40B4-BE49-F238E27FC236}">
                      <a16:creationId xmlns:a16="http://schemas.microsoft.com/office/drawing/2014/main" id="{B1BADDCD-EE05-FA22-2705-E9AF7532BCB8}"/>
                    </a:ext>
                  </a:extLst>
                </p:cNvPr>
                <p:cNvSpPr/>
                <p:nvPr/>
              </p:nvSpPr>
              <p:spPr>
                <a:xfrm>
                  <a:off x="3112553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2F1DF">
                    <a:alpha val="100000"/>
                  </a:srgbClr>
                </a:solidFill>
                <a:ln w="5420" cap="flat">
                  <a:solidFill>
                    <a:srgbClr val="D2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0" name="pg539">
                  <a:extLst>
                    <a:ext uri="{FF2B5EF4-FFF2-40B4-BE49-F238E27FC236}">
                      <a16:creationId xmlns:a16="http://schemas.microsoft.com/office/drawing/2014/main" id="{33C7F22F-05C8-7657-A809-12BA4D2D5545}"/>
                    </a:ext>
                  </a:extLst>
                </p:cNvPr>
                <p:cNvSpPr/>
                <p:nvPr/>
              </p:nvSpPr>
              <p:spPr>
                <a:xfrm>
                  <a:off x="3193990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4F2E0">
                    <a:alpha val="100000"/>
                  </a:srgbClr>
                </a:solidFill>
                <a:ln w="5420" cap="flat">
                  <a:solidFill>
                    <a:srgbClr val="D4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1" name="pg540">
                  <a:extLst>
                    <a:ext uri="{FF2B5EF4-FFF2-40B4-BE49-F238E27FC236}">
                      <a16:creationId xmlns:a16="http://schemas.microsoft.com/office/drawing/2014/main" id="{4A1FAF0D-2252-F5D0-1761-DE1A0ED356BE}"/>
                    </a:ext>
                  </a:extLst>
                </p:cNvPr>
                <p:cNvSpPr/>
                <p:nvPr/>
              </p:nvSpPr>
              <p:spPr>
                <a:xfrm>
                  <a:off x="3275427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5F2E0">
                    <a:alpha val="100000"/>
                  </a:srgbClr>
                </a:solidFill>
                <a:ln w="5420" cap="flat">
                  <a:solidFill>
                    <a:srgbClr val="D5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2" name="pg541">
                  <a:extLst>
                    <a:ext uri="{FF2B5EF4-FFF2-40B4-BE49-F238E27FC236}">
                      <a16:creationId xmlns:a16="http://schemas.microsoft.com/office/drawing/2014/main" id="{8576C2EF-23E1-C289-6794-3ECFBB0F46BF}"/>
                    </a:ext>
                  </a:extLst>
                </p:cNvPr>
                <p:cNvSpPr/>
                <p:nvPr/>
              </p:nvSpPr>
              <p:spPr>
                <a:xfrm>
                  <a:off x="3356864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6F2E1">
                    <a:alpha val="100000"/>
                  </a:srgbClr>
                </a:solidFill>
                <a:ln w="5420" cap="flat">
                  <a:solidFill>
                    <a:srgbClr val="D6F2E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3" name="pg542">
                  <a:extLst>
                    <a:ext uri="{FF2B5EF4-FFF2-40B4-BE49-F238E27FC236}">
                      <a16:creationId xmlns:a16="http://schemas.microsoft.com/office/drawing/2014/main" id="{F8119E35-633C-5213-BF74-2172231F43FC}"/>
                    </a:ext>
                  </a:extLst>
                </p:cNvPr>
                <p:cNvSpPr/>
                <p:nvPr/>
              </p:nvSpPr>
              <p:spPr>
                <a:xfrm>
                  <a:off x="3438301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6F2E1">
                    <a:alpha val="100000"/>
                  </a:srgbClr>
                </a:solidFill>
                <a:ln w="5420" cap="flat">
                  <a:solidFill>
                    <a:srgbClr val="D6F2E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4" name="pg543">
                  <a:extLst>
                    <a:ext uri="{FF2B5EF4-FFF2-40B4-BE49-F238E27FC236}">
                      <a16:creationId xmlns:a16="http://schemas.microsoft.com/office/drawing/2014/main" id="{7F502F79-901C-7AAB-9042-494A1CA3FA3A}"/>
                    </a:ext>
                  </a:extLst>
                </p:cNvPr>
                <p:cNvSpPr/>
                <p:nvPr/>
              </p:nvSpPr>
              <p:spPr>
                <a:xfrm>
                  <a:off x="3519738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6F3E1">
                    <a:alpha val="100000"/>
                  </a:srgbClr>
                </a:solidFill>
                <a:ln w="5420" cap="flat">
                  <a:solidFill>
                    <a:srgbClr val="D6F3E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5" name="pg544">
                  <a:extLst>
                    <a:ext uri="{FF2B5EF4-FFF2-40B4-BE49-F238E27FC236}">
                      <a16:creationId xmlns:a16="http://schemas.microsoft.com/office/drawing/2014/main" id="{5E1542F1-C7F4-A6CD-9558-D6F151DA4375}"/>
                    </a:ext>
                  </a:extLst>
                </p:cNvPr>
                <p:cNvSpPr/>
                <p:nvPr/>
              </p:nvSpPr>
              <p:spPr>
                <a:xfrm>
                  <a:off x="3601176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5F2E0">
                    <a:alpha val="100000"/>
                  </a:srgbClr>
                </a:solidFill>
                <a:ln w="5420" cap="flat">
                  <a:solidFill>
                    <a:srgbClr val="D5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6" name="pg545">
                  <a:extLst>
                    <a:ext uri="{FF2B5EF4-FFF2-40B4-BE49-F238E27FC236}">
                      <a16:creationId xmlns:a16="http://schemas.microsoft.com/office/drawing/2014/main" id="{FD47379F-BEAB-D68A-E2BB-B568B1409C45}"/>
                    </a:ext>
                  </a:extLst>
                </p:cNvPr>
                <p:cNvSpPr/>
                <p:nvPr/>
              </p:nvSpPr>
              <p:spPr>
                <a:xfrm>
                  <a:off x="3682613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2F1DF">
                    <a:alpha val="100000"/>
                  </a:srgbClr>
                </a:solidFill>
                <a:ln w="5420" cap="flat">
                  <a:solidFill>
                    <a:srgbClr val="D2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7" name="pg546">
                  <a:extLst>
                    <a:ext uri="{FF2B5EF4-FFF2-40B4-BE49-F238E27FC236}">
                      <a16:creationId xmlns:a16="http://schemas.microsoft.com/office/drawing/2014/main" id="{5A8956FD-F835-9EF7-85D1-C9C3D4219B5B}"/>
                    </a:ext>
                  </a:extLst>
                </p:cNvPr>
                <p:cNvSpPr/>
                <p:nvPr/>
              </p:nvSpPr>
              <p:spPr>
                <a:xfrm>
                  <a:off x="3764050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FF0DD">
                    <a:alpha val="100000"/>
                  </a:srgbClr>
                </a:solidFill>
                <a:ln w="5420" cap="flat">
                  <a:solidFill>
                    <a:srgbClr val="CF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8" name="pg547">
                  <a:extLst>
                    <a:ext uri="{FF2B5EF4-FFF2-40B4-BE49-F238E27FC236}">
                      <a16:creationId xmlns:a16="http://schemas.microsoft.com/office/drawing/2014/main" id="{5CF0E009-BC73-D2C2-0126-65B547F060CF}"/>
                    </a:ext>
                  </a:extLst>
                </p:cNvPr>
                <p:cNvSpPr/>
                <p:nvPr/>
              </p:nvSpPr>
              <p:spPr>
                <a:xfrm>
                  <a:off x="3845487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9" name="pg548">
                  <a:extLst>
                    <a:ext uri="{FF2B5EF4-FFF2-40B4-BE49-F238E27FC236}">
                      <a16:creationId xmlns:a16="http://schemas.microsoft.com/office/drawing/2014/main" id="{C3DDF666-9726-F3DF-CDF3-9A62DA7EA568}"/>
                    </a:ext>
                  </a:extLst>
                </p:cNvPr>
                <p:cNvSpPr/>
                <p:nvPr/>
              </p:nvSpPr>
              <p:spPr>
                <a:xfrm>
                  <a:off x="3926924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0" name="pg549">
                  <a:extLst>
                    <a:ext uri="{FF2B5EF4-FFF2-40B4-BE49-F238E27FC236}">
                      <a16:creationId xmlns:a16="http://schemas.microsoft.com/office/drawing/2014/main" id="{E1F0490B-2642-65FA-3F65-2D5A79283D35}"/>
                    </a:ext>
                  </a:extLst>
                </p:cNvPr>
                <p:cNvSpPr/>
                <p:nvPr/>
              </p:nvSpPr>
              <p:spPr>
                <a:xfrm>
                  <a:off x="4008361" y="444275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1" name="pg550">
                  <a:extLst>
                    <a:ext uri="{FF2B5EF4-FFF2-40B4-BE49-F238E27FC236}">
                      <a16:creationId xmlns:a16="http://schemas.microsoft.com/office/drawing/2014/main" id="{0A880929-D6E9-64D2-071D-5E3FDC22564A}"/>
                    </a:ext>
                  </a:extLst>
                </p:cNvPr>
                <p:cNvSpPr/>
                <p:nvPr/>
              </p:nvSpPr>
              <p:spPr>
                <a:xfrm>
                  <a:off x="3112553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2F1DF">
                    <a:alpha val="100000"/>
                  </a:srgbClr>
                </a:solidFill>
                <a:ln w="5420" cap="flat">
                  <a:solidFill>
                    <a:srgbClr val="D2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2" name="pg551">
                  <a:extLst>
                    <a:ext uri="{FF2B5EF4-FFF2-40B4-BE49-F238E27FC236}">
                      <a16:creationId xmlns:a16="http://schemas.microsoft.com/office/drawing/2014/main" id="{AD532FBD-FF76-ABC4-7664-42CC3A0242A1}"/>
                    </a:ext>
                  </a:extLst>
                </p:cNvPr>
                <p:cNvSpPr/>
                <p:nvPr/>
              </p:nvSpPr>
              <p:spPr>
                <a:xfrm>
                  <a:off x="3193990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3F1DF">
                    <a:alpha val="100000"/>
                  </a:srgbClr>
                </a:solidFill>
                <a:ln w="5420" cap="flat">
                  <a:solidFill>
                    <a:srgbClr val="D3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3" name="pg552">
                  <a:extLst>
                    <a:ext uri="{FF2B5EF4-FFF2-40B4-BE49-F238E27FC236}">
                      <a16:creationId xmlns:a16="http://schemas.microsoft.com/office/drawing/2014/main" id="{D73A96C1-00E2-E960-6F4B-53C6832D8FF9}"/>
                    </a:ext>
                  </a:extLst>
                </p:cNvPr>
                <p:cNvSpPr/>
                <p:nvPr/>
              </p:nvSpPr>
              <p:spPr>
                <a:xfrm>
                  <a:off x="3275427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4F2E0">
                    <a:alpha val="100000"/>
                  </a:srgbClr>
                </a:solidFill>
                <a:ln w="5420" cap="flat">
                  <a:solidFill>
                    <a:srgbClr val="D4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4" name="pg553">
                  <a:extLst>
                    <a:ext uri="{FF2B5EF4-FFF2-40B4-BE49-F238E27FC236}">
                      <a16:creationId xmlns:a16="http://schemas.microsoft.com/office/drawing/2014/main" id="{B2B55AC7-2B52-D842-AF61-F5791DFF543A}"/>
                    </a:ext>
                  </a:extLst>
                </p:cNvPr>
                <p:cNvSpPr/>
                <p:nvPr/>
              </p:nvSpPr>
              <p:spPr>
                <a:xfrm>
                  <a:off x="3356864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5F2E1">
                    <a:alpha val="100000"/>
                  </a:srgbClr>
                </a:solidFill>
                <a:ln w="5420" cap="flat">
                  <a:solidFill>
                    <a:srgbClr val="D5F2E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5" name="pg554">
                  <a:extLst>
                    <a:ext uri="{FF2B5EF4-FFF2-40B4-BE49-F238E27FC236}">
                      <a16:creationId xmlns:a16="http://schemas.microsoft.com/office/drawing/2014/main" id="{C62EE4D7-4F4C-5065-5267-5F83B290FC9D}"/>
                    </a:ext>
                  </a:extLst>
                </p:cNvPr>
                <p:cNvSpPr/>
                <p:nvPr/>
              </p:nvSpPr>
              <p:spPr>
                <a:xfrm>
                  <a:off x="3438301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6F2E1">
                    <a:alpha val="100000"/>
                  </a:srgbClr>
                </a:solidFill>
                <a:ln w="5420" cap="flat">
                  <a:solidFill>
                    <a:srgbClr val="D6F2E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6" name="pg555">
                  <a:extLst>
                    <a:ext uri="{FF2B5EF4-FFF2-40B4-BE49-F238E27FC236}">
                      <a16:creationId xmlns:a16="http://schemas.microsoft.com/office/drawing/2014/main" id="{2182DB79-AECD-630F-43C9-9697688A2E16}"/>
                    </a:ext>
                  </a:extLst>
                </p:cNvPr>
                <p:cNvSpPr/>
                <p:nvPr/>
              </p:nvSpPr>
              <p:spPr>
                <a:xfrm>
                  <a:off x="3519738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5F2E0">
                    <a:alpha val="100000"/>
                  </a:srgbClr>
                </a:solidFill>
                <a:ln w="5420" cap="flat">
                  <a:solidFill>
                    <a:srgbClr val="D5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7" name="pg556">
                  <a:extLst>
                    <a:ext uri="{FF2B5EF4-FFF2-40B4-BE49-F238E27FC236}">
                      <a16:creationId xmlns:a16="http://schemas.microsoft.com/office/drawing/2014/main" id="{F8AB537D-7CD8-014C-357B-C29FE22AFCD1}"/>
                    </a:ext>
                  </a:extLst>
                </p:cNvPr>
                <p:cNvSpPr/>
                <p:nvPr/>
              </p:nvSpPr>
              <p:spPr>
                <a:xfrm>
                  <a:off x="3601176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4F2E0">
                    <a:alpha val="100000"/>
                  </a:srgbClr>
                </a:solidFill>
                <a:ln w="5420" cap="flat">
                  <a:solidFill>
                    <a:srgbClr val="D4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8" name="pg557">
                  <a:extLst>
                    <a:ext uri="{FF2B5EF4-FFF2-40B4-BE49-F238E27FC236}">
                      <a16:creationId xmlns:a16="http://schemas.microsoft.com/office/drawing/2014/main" id="{AF6C0D00-2A7B-ABD2-A3AA-870F3A542C3A}"/>
                    </a:ext>
                  </a:extLst>
                </p:cNvPr>
                <p:cNvSpPr/>
                <p:nvPr/>
              </p:nvSpPr>
              <p:spPr>
                <a:xfrm>
                  <a:off x="3682613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1F1DF">
                    <a:alpha val="100000"/>
                  </a:srgbClr>
                </a:solidFill>
                <a:ln w="5420" cap="flat">
                  <a:solidFill>
                    <a:srgbClr val="D1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9" name="pg558">
                  <a:extLst>
                    <a:ext uri="{FF2B5EF4-FFF2-40B4-BE49-F238E27FC236}">
                      <a16:creationId xmlns:a16="http://schemas.microsoft.com/office/drawing/2014/main" id="{61ADC3B4-2E5C-A5D1-30DE-CCBF5FB1DE47}"/>
                    </a:ext>
                  </a:extLst>
                </p:cNvPr>
                <p:cNvSpPr/>
                <p:nvPr/>
              </p:nvSpPr>
              <p:spPr>
                <a:xfrm>
                  <a:off x="3764050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FF0DD">
                    <a:alpha val="100000"/>
                  </a:srgbClr>
                </a:solidFill>
                <a:ln w="5420" cap="flat">
                  <a:solidFill>
                    <a:srgbClr val="CF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0" name="pg559">
                  <a:extLst>
                    <a:ext uri="{FF2B5EF4-FFF2-40B4-BE49-F238E27FC236}">
                      <a16:creationId xmlns:a16="http://schemas.microsoft.com/office/drawing/2014/main" id="{13EEB4ED-B910-D784-0DC2-9645232B71D9}"/>
                    </a:ext>
                  </a:extLst>
                </p:cNvPr>
                <p:cNvSpPr/>
                <p:nvPr/>
              </p:nvSpPr>
              <p:spPr>
                <a:xfrm>
                  <a:off x="3845487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1" name="pg560">
                  <a:extLst>
                    <a:ext uri="{FF2B5EF4-FFF2-40B4-BE49-F238E27FC236}">
                      <a16:creationId xmlns:a16="http://schemas.microsoft.com/office/drawing/2014/main" id="{8717F3A6-8DCF-58C4-32B3-7A68AD47E925}"/>
                    </a:ext>
                  </a:extLst>
                </p:cNvPr>
                <p:cNvSpPr/>
                <p:nvPr/>
              </p:nvSpPr>
              <p:spPr>
                <a:xfrm>
                  <a:off x="3926924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2" name="pg561">
                  <a:extLst>
                    <a:ext uri="{FF2B5EF4-FFF2-40B4-BE49-F238E27FC236}">
                      <a16:creationId xmlns:a16="http://schemas.microsoft.com/office/drawing/2014/main" id="{341D7C86-D887-68F5-0A55-323CA70D1CD7}"/>
                    </a:ext>
                  </a:extLst>
                </p:cNvPr>
                <p:cNvSpPr/>
                <p:nvPr/>
              </p:nvSpPr>
              <p:spPr>
                <a:xfrm>
                  <a:off x="4008361" y="454607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3" name="pg562">
                  <a:extLst>
                    <a:ext uri="{FF2B5EF4-FFF2-40B4-BE49-F238E27FC236}">
                      <a16:creationId xmlns:a16="http://schemas.microsoft.com/office/drawing/2014/main" id="{8738ED24-9B9C-9374-9494-94716DB5CA94}"/>
                    </a:ext>
                  </a:extLst>
                </p:cNvPr>
                <p:cNvSpPr/>
                <p:nvPr/>
              </p:nvSpPr>
              <p:spPr>
                <a:xfrm>
                  <a:off x="3275427" y="464939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3F1E0">
                    <a:alpha val="100000"/>
                  </a:srgbClr>
                </a:solidFill>
                <a:ln w="5420" cap="flat">
                  <a:solidFill>
                    <a:srgbClr val="D3F1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4" name="pg563">
                  <a:extLst>
                    <a:ext uri="{FF2B5EF4-FFF2-40B4-BE49-F238E27FC236}">
                      <a16:creationId xmlns:a16="http://schemas.microsoft.com/office/drawing/2014/main" id="{C2425CC3-F481-3B1A-6586-023804803528}"/>
                    </a:ext>
                  </a:extLst>
                </p:cNvPr>
                <p:cNvSpPr/>
                <p:nvPr/>
              </p:nvSpPr>
              <p:spPr>
                <a:xfrm>
                  <a:off x="3356864" y="464939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4F2E0">
                    <a:alpha val="100000"/>
                  </a:srgbClr>
                </a:solidFill>
                <a:ln w="5420" cap="flat">
                  <a:solidFill>
                    <a:srgbClr val="D4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5" name="pg564">
                  <a:extLst>
                    <a:ext uri="{FF2B5EF4-FFF2-40B4-BE49-F238E27FC236}">
                      <a16:creationId xmlns:a16="http://schemas.microsoft.com/office/drawing/2014/main" id="{41B7BBC3-22A2-A1F5-16F1-132D6CFAC54F}"/>
                    </a:ext>
                  </a:extLst>
                </p:cNvPr>
                <p:cNvSpPr/>
                <p:nvPr/>
              </p:nvSpPr>
              <p:spPr>
                <a:xfrm>
                  <a:off x="3438301" y="464939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4F2E0">
                    <a:alpha val="100000"/>
                  </a:srgbClr>
                </a:solidFill>
                <a:ln w="5420" cap="flat">
                  <a:solidFill>
                    <a:srgbClr val="D4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6" name="pg565">
                  <a:extLst>
                    <a:ext uri="{FF2B5EF4-FFF2-40B4-BE49-F238E27FC236}">
                      <a16:creationId xmlns:a16="http://schemas.microsoft.com/office/drawing/2014/main" id="{8980FE0F-70C4-08C6-6CC2-1E6141632D00}"/>
                    </a:ext>
                  </a:extLst>
                </p:cNvPr>
                <p:cNvSpPr/>
                <p:nvPr/>
              </p:nvSpPr>
              <p:spPr>
                <a:xfrm>
                  <a:off x="3519738" y="464939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3F2E0">
                    <a:alpha val="100000"/>
                  </a:srgbClr>
                </a:solidFill>
                <a:ln w="5420" cap="flat">
                  <a:solidFill>
                    <a:srgbClr val="D3F2E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7" name="pg566">
                  <a:extLst>
                    <a:ext uri="{FF2B5EF4-FFF2-40B4-BE49-F238E27FC236}">
                      <a16:creationId xmlns:a16="http://schemas.microsoft.com/office/drawing/2014/main" id="{1B50E57A-8BD5-1D2C-F93F-4300FB888FD9}"/>
                    </a:ext>
                  </a:extLst>
                </p:cNvPr>
                <p:cNvSpPr/>
                <p:nvPr/>
              </p:nvSpPr>
              <p:spPr>
                <a:xfrm>
                  <a:off x="3601176" y="464939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2F1DF">
                    <a:alpha val="100000"/>
                  </a:srgbClr>
                </a:solidFill>
                <a:ln w="5420" cap="flat">
                  <a:solidFill>
                    <a:srgbClr val="D2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8" name="pg567">
                  <a:extLst>
                    <a:ext uri="{FF2B5EF4-FFF2-40B4-BE49-F238E27FC236}">
                      <a16:creationId xmlns:a16="http://schemas.microsoft.com/office/drawing/2014/main" id="{A097BA3D-283A-6921-7098-A0543BA14454}"/>
                    </a:ext>
                  </a:extLst>
                </p:cNvPr>
                <p:cNvSpPr/>
                <p:nvPr/>
              </p:nvSpPr>
              <p:spPr>
                <a:xfrm>
                  <a:off x="3682613" y="464939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0F0DE">
                    <a:alpha val="100000"/>
                  </a:srgbClr>
                </a:solidFill>
                <a:ln w="5420" cap="flat">
                  <a:solidFill>
                    <a:srgbClr val="D0F0D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9" name="pg568">
                  <a:extLst>
                    <a:ext uri="{FF2B5EF4-FFF2-40B4-BE49-F238E27FC236}">
                      <a16:creationId xmlns:a16="http://schemas.microsoft.com/office/drawing/2014/main" id="{8010A03A-3C12-7CE3-A61D-03E0AF2DCC28}"/>
                    </a:ext>
                  </a:extLst>
                </p:cNvPr>
                <p:cNvSpPr/>
                <p:nvPr/>
              </p:nvSpPr>
              <p:spPr>
                <a:xfrm>
                  <a:off x="3764050" y="464939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EF0DD">
                    <a:alpha val="100000"/>
                  </a:srgbClr>
                </a:solidFill>
                <a:ln w="5420" cap="flat">
                  <a:solidFill>
                    <a:srgbClr val="CE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0" name="pg569">
                  <a:extLst>
                    <a:ext uri="{FF2B5EF4-FFF2-40B4-BE49-F238E27FC236}">
                      <a16:creationId xmlns:a16="http://schemas.microsoft.com/office/drawing/2014/main" id="{F0E94C65-0AB0-0BC4-D4CE-C153E6C1C636}"/>
                    </a:ext>
                  </a:extLst>
                </p:cNvPr>
                <p:cNvSpPr/>
                <p:nvPr/>
              </p:nvSpPr>
              <p:spPr>
                <a:xfrm>
                  <a:off x="3845487" y="464939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CEFDC">
                    <a:alpha val="100000"/>
                  </a:srgbClr>
                </a:solidFill>
                <a:ln w="5420" cap="flat">
                  <a:solidFill>
                    <a:srgbClr val="CC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1" name="pg570">
                  <a:extLst>
                    <a:ext uri="{FF2B5EF4-FFF2-40B4-BE49-F238E27FC236}">
                      <a16:creationId xmlns:a16="http://schemas.microsoft.com/office/drawing/2014/main" id="{AEE3E880-96AF-C542-B294-BAF467DC6938}"/>
                    </a:ext>
                  </a:extLst>
                </p:cNvPr>
                <p:cNvSpPr/>
                <p:nvPr/>
              </p:nvSpPr>
              <p:spPr>
                <a:xfrm>
                  <a:off x="3926924" y="464939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B">
                    <a:alpha val="100000"/>
                  </a:srgbClr>
                </a:solidFill>
                <a:ln w="5420" cap="flat">
                  <a:solidFill>
                    <a:srgbClr val="C9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2" name="pg571">
                  <a:extLst>
                    <a:ext uri="{FF2B5EF4-FFF2-40B4-BE49-F238E27FC236}">
                      <a16:creationId xmlns:a16="http://schemas.microsoft.com/office/drawing/2014/main" id="{DC559A0C-0CA1-10D1-4EB4-A9BFF43BC5A3}"/>
                    </a:ext>
                  </a:extLst>
                </p:cNvPr>
                <p:cNvSpPr/>
                <p:nvPr/>
              </p:nvSpPr>
              <p:spPr>
                <a:xfrm>
                  <a:off x="4008361" y="464939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ED9">
                    <a:alpha val="100000"/>
                  </a:srgbClr>
                </a:solidFill>
                <a:ln w="5420" cap="flat">
                  <a:solidFill>
                    <a:srgbClr val="C7EE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3" name="pg572">
                  <a:extLst>
                    <a:ext uri="{FF2B5EF4-FFF2-40B4-BE49-F238E27FC236}">
                      <a16:creationId xmlns:a16="http://schemas.microsoft.com/office/drawing/2014/main" id="{551CF894-C3EE-9E4F-D9B4-1457EDB67ECF}"/>
                    </a:ext>
                  </a:extLst>
                </p:cNvPr>
                <p:cNvSpPr/>
                <p:nvPr/>
              </p:nvSpPr>
              <p:spPr>
                <a:xfrm>
                  <a:off x="3356864" y="475270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2F1DF">
                    <a:alpha val="100000"/>
                  </a:srgbClr>
                </a:solidFill>
                <a:ln w="5420" cap="flat">
                  <a:solidFill>
                    <a:srgbClr val="D2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4" name="pg573">
                  <a:extLst>
                    <a:ext uri="{FF2B5EF4-FFF2-40B4-BE49-F238E27FC236}">
                      <a16:creationId xmlns:a16="http://schemas.microsoft.com/office/drawing/2014/main" id="{9C46E188-3BEA-69BD-46FA-16B83A6B3760}"/>
                    </a:ext>
                  </a:extLst>
                </p:cNvPr>
                <p:cNvSpPr/>
                <p:nvPr/>
              </p:nvSpPr>
              <p:spPr>
                <a:xfrm>
                  <a:off x="3438301" y="475270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2F1DF">
                    <a:alpha val="100000"/>
                  </a:srgbClr>
                </a:solidFill>
                <a:ln w="5420" cap="flat">
                  <a:solidFill>
                    <a:srgbClr val="D2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5" name="pg574">
                  <a:extLst>
                    <a:ext uri="{FF2B5EF4-FFF2-40B4-BE49-F238E27FC236}">
                      <a16:creationId xmlns:a16="http://schemas.microsoft.com/office/drawing/2014/main" id="{B2B3ADBE-EA2C-ADC7-B8F1-FE1AC58C35C7}"/>
                    </a:ext>
                  </a:extLst>
                </p:cNvPr>
                <p:cNvSpPr/>
                <p:nvPr/>
              </p:nvSpPr>
              <p:spPr>
                <a:xfrm>
                  <a:off x="3519738" y="475270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1F1DF">
                    <a:alpha val="100000"/>
                  </a:srgbClr>
                </a:solidFill>
                <a:ln w="5420" cap="flat">
                  <a:solidFill>
                    <a:srgbClr val="D1F1D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6" name="pg575">
                  <a:extLst>
                    <a:ext uri="{FF2B5EF4-FFF2-40B4-BE49-F238E27FC236}">
                      <a16:creationId xmlns:a16="http://schemas.microsoft.com/office/drawing/2014/main" id="{762DF5B4-F23E-EBB6-411B-F51829A56221}"/>
                    </a:ext>
                  </a:extLst>
                </p:cNvPr>
                <p:cNvSpPr/>
                <p:nvPr/>
              </p:nvSpPr>
              <p:spPr>
                <a:xfrm>
                  <a:off x="3601176" y="475270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0F0DE">
                    <a:alpha val="100000"/>
                  </a:srgbClr>
                </a:solidFill>
                <a:ln w="5420" cap="flat">
                  <a:solidFill>
                    <a:srgbClr val="D0F0D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7" name="pg576">
                  <a:extLst>
                    <a:ext uri="{FF2B5EF4-FFF2-40B4-BE49-F238E27FC236}">
                      <a16:creationId xmlns:a16="http://schemas.microsoft.com/office/drawing/2014/main" id="{763CC27E-7B7F-62E3-5BC8-37082D682D0B}"/>
                    </a:ext>
                  </a:extLst>
                </p:cNvPr>
                <p:cNvSpPr/>
                <p:nvPr/>
              </p:nvSpPr>
              <p:spPr>
                <a:xfrm>
                  <a:off x="3682613" y="475270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FF0DD">
                    <a:alpha val="100000"/>
                  </a:srgbClr>
                </a:solidFill>
                <a:ln w="5420" cap="flat">
                  <a:solidFill>
                    <a:srgbClr val="CF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8" name="pg577">
                  <a:extLst>
                    <a:ext uri="{FF2B5EF4-FFF2-40B4-BE49-F238E27FC236}">
                      <a16:creationId xmlns:a16="http://schemas.microsoft.com/office/drawing/2014/main" id="{1E256E1A-1813-1D84-BE6C-953CEA12A145}"/>
                    </a:ext>
                  </a:extLst>
                </p:cNvPr>
                <p:cNvSpPr/>
                <p:nvPr/>
              </p:nvSpPr>
              <p:spPr>
                <a:xfrm>
                  <a:off x="3764050" y="475270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DEFDC">
                    <a:alpha val="100000"/>
                  </a:srgbClr>
                </a:solidFill>
                <a:ln w="5420" cap="flat">
                  <a:solidFill>
                    <a:srgbClr val="CD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9" name="pg578">
                  <a:extLst>
                    <a:ext uri="{FF2B5EF4-FFF2-40B4-BE49-F238E27FC236}">
                      <a16:creationId xmlns:a16="http://schemas.microsoft.com/office/drawing/2014/main" id="{79A0B3AB-8B13-D04C-C386-CB731E931E0E}"/>
                    </a:ext>
                  </a:extLst>
                </p:cNvPr>
                <p:cNvSpPr/>
                <p:nvPr/>
              </p:nvSpPr>
              <p:spPr>
                <a:xfrm>
                  <a:off x="3845487" y="475270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BEFDB">
                    <a:alpha val="100000"/>
                  </a:srgbClr>
                </a:solidFill>
                <a:ln w="5420" cap="flat">
                  <a:solidFill>
                    <a:srgbClr val="CBEF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0" name="pg579">
                  <a:extLst>
                    <a:ext uri="{FF2B5EF4-FFF2-40B4-BE49-F238E27FC236}">
                      <a16:creationId xmlns:a16="http://schemas.microsoft.com/office/drawing/2014/main" id="{8ACC4AD5-3C8A-8717-412B-9D7B9425E819}"/>
                    </a:ext>
                  </a:extLst>
                </p:cNvPr>
                <p:cNvSpPr/>
                <p:nvPr/>
              </p:nvSpPr>
              <p:spPr>
                <a:xfrm>
                  <a:off x="3926924" y="475270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1" name="pg580">
                  <a:extLst>
                    <a:ext uri="{FF2B5EF4-FFF2-40B4-BE49-F238E27FC236}">
                      <a16:creationId xmlns:a16="http://schemas.microsoft.com/office/drawing/2014/main" id="{EE097BE6-293C-CB7F-8AE2-6C375FAF2565}"/>
                    </a:ext>
                  </a:extLst>
                </p:cNvPr>
                <p:cNvSpPr/>
                <p:nvPr/>
              </p:nvSpPr>
              <p:spPr>
                <a:xfrm>
                  <a:off x="4008361" y="4752707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2" name="pg581">
                  <a:extLst>
                    <a:ext uri="{FF2B5EF4-FFF2-40B4-BE49-F238E27FC236}">
                      <a16:creationId xmlns:a16="http://schemas.microsoft.com/office/drawing/2014/main" id="{DC4A8E3D-97E9-5E29-BC46-4ED76D40DF63}"/>
                    </a:ext>
                  </a:extLst>
                </p:cNvPr>
                <p:cNvSpPr/>
                <p:nvPr/>
              </p:nvSpPr>
              <p:spPr>
                <a:xfrm>
                  <a:off x="3438301" y="485602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D0F0DE">
                    <a:alpha val="100000"/>
                  </a:srgbClr>
                </a:solidFill>
                <a:ln w="5420" cap="flat">
                  <a:solidFill>
                    <a:srgbClr val="D0F0D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3" name="pg582">
                  <a:extLst>
                    <a:ext uri="{FF2B5EF4-FFF2-40B4-BE49-F238E27FC236}">
                      <a16:creationId xmlns:a16="http://schemas.microsoft.com/office/drawing/2014/main" id="{03CFD522-566D-CAB0-E761-3F75909909BB}"/>
                    </a:ext>
                  </a:extLst>
                </p:cNvPr>
                <p:cNvSpPr/>
                <p:nvPr/>
              </p:nvSpPr>
              <p:spPr>
                <a:xfrm>
                  <a:off x="3519738" y="485602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FF0DD">
                    <a:alpha val="100000"/>
                  </a:srgbClr>
                </a:solidFill>
                <a:ln w="5420" cap="flat">
                  <a:solidFill>
                    <a:srgbClr val="CF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4" name="pg583">
                  <a:extLst>
                    <a:ext uri="{FF2B5EF4-FFF2-40B4-BE49-F238E27FC236}">
                      <a16:creationId xmlns:a16="http://schemas.microsoft.com/office/drawing/2014/main" id="{7B5361BE-CB73-4CE1-8AE7-824952D55741}"/>
                    </a:ext>
                  </a:extLst>
                </p:cNvPr>
                <p:cNvSpPr/>
                <p:nvPr/>
              </p:nvSpPr>
              <p:spPr>
                <a:xfrm>
                  <a:off x="3601176" y="485602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EF0DD">
                    <a:alpha val="100000"/>
                  </a:srgbClr>
                </a:solidFill>
                <a:ln w="5420" cap="flat">
                  <a:solidFill>
                    <a:srgbClr val="CEF0D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5" name="pg584">
                  <a:extLst>
                    <a:ext uri="{FF2B5EF4-FFF2-40B4-BE49-F238E27FC236}">
                      <a16:creationId xmlns:a16="http://schemas.microsoft.com/office/drawing/2014/main" id="{4CE24924-9A38-5553-8529-17A312F6D249}"/>
                    </a:ext>
                  </a:extLst>
                </p:cNvPr>
                <p:cNvSpPr/>
                <p:nvPr/>
              </p:nvSpPr>
              <p:spPr>
                <a:xfrm>
                  <a:off x="3682613" y="485602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DEFDC">
                    <a:alpha val="100000"/>
                  </a:srgbClr>
                </a:solidFill>
                <a:ln w="5420" cap="flat">
                  <a:solidFill>
                    <a:srgbClr val="CD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6" name="pg585">
                  <a:extLst>
                    <a:ext uri="{FF2B5EF4-FFF2-40B4-BE49-F238E27FC236}">
                      <a16:creationId xmlns:a16="http://schemas.microsoft.com/office/drawing/2014/main" id="{99271500-7D16-68E0-727A-D986E9D86657}"/>
                    </a:ext>
                  </a:extLst>
                </p:cNvPr>
                <p:cNvSpPr/>
                <p:nvPr/>
              </p:nvSpPr>
              <p:spPr>
                <a:xfrm>
                  <a:off x="3764050" y="485602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BEFDC">
                    <a:alpha val="100000"/>
                  </a:srgbClr>
                </a:solidFill>
                <a:ln w="5420" cap="flat">
                  <a:solidFill>
                    <a:srgbClr val="CBEFD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7" name="pg586">
                  <a:extLst>
                    <a:ext uri="{FF2B5EF4-FFF2-40B4-BE49-F238E27FC236}">
                      <a16:creationId xmlns:a16="http://schemas.microsoft.com/office/drawing/2014/main" id="{62D456CD-59A1-BACA-27DA-0C61D5B7E2BC}"/>
                    </a:ext>
                  </a:extLst>
                </p:cNvPr>
                <p:cNvSpPr/>
                <p:nvPr/>
              </p:nvSpPr>
              <p:spPr>
                <a:xfrm>
                  <a:off x="3845487" y="485602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AEEDB">
                    <a:alpha val="100000"/>
                  </a:srgbClr>
                </a:solidFill>
                <a:ln w="5420" cap="flat">
                  <a:solidFill>
                    <a:srgbClr val="CA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8" name="pg587">
                  <a:extLst>
                    <a:ext uri="{FF2B5EF4-FFF2-40B4-BE49-F238E27FC236}">
                      <a16:creationId xmlns:a16="http://schemas.microsoft.com/office/drawing/2014/main" id="{160662D8-C47B-15BB-DA94-8966FD74493A}"/>
                    </a:ext>
                  </a:extLst>
                </p:cNvPr>
                <p:cNvSpPr/>
                <p:nvPr/>
              </p:nvSpPr>
              <p:spPr>
                <a:xfrm>
                  <a:off x="3926924" y="485602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9" name="pg588">
                  <a:extLst>
                    <a:ext uri="{FF2B5EF4-FFF2-40B4-BE49-F238E27FC236}">
                      <a16:creationId xmlns:a16="http://schemas.microsoft.com/office/drawing/2014/main" id="{247C089F-EF10-025D-EA3C-82147DE8FDB6}"/>
                    </a:ext>
                  </a:extLst>
                </p:cNvPr>
                <p:cNvSpPr/>
                <p:nvPr/>
              </p:nvSpPr>
              <p:spPr>
                <a:xfrm>
                  <a:off x="4008361" y="485602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0" name="pg589">
                  <a:extLst>
                    <a:ext uri="{FF2B5EF4-FFF2-40B4-BE49-F238E27FC236}">
                      <a16:creationId xmlns:a16="http://schemas.microsoft.com/office/drawing/2014/main" id="{3539D3A8-3114-0C5B-64F2-F576DD0FB8C7}"/>
                    </a:ext>
                  </a:extLst>
                </p:cNvPr>
                <p:cNvSpPr/>
                <p:nvPr/>
              </p:nvSpPr>
              <p:spPr>
                <a:xfrm>
                  <a:off x="4089798" y="4856023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1" name="pg590">
                  <a:extLst>
                    <a:ext uri="{FF2B5EF4-FFF2-40B4-BE49-F238E27FC236}">
                      <a16:creationId xmlns:a16="http://schemas.microsoft.com/office/drawing/2014/main" id="{68F75715-F7D5-57CF-001B-48A0369A783C}"/>
                    </a:ext>
                  </a:extLst>
                </p:cNvPr>
                <p:cNvSpPr/>
                <p:nvPr/>
              </p:nvSpPr>
              <p:spPr>
                <a:xfrm>
                  <a:off x="3682613" y="495933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BEFDB">
                    <a:alpha val="100000"/>
                  </a:srgbClr>
                </a:solidFill>
                <a:ln w="5420" cap="flat">
                  <a:solidFill>
                    <a:srgbClr val="CBEF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2" name="pg591">
                  <a:extLst>
                    <a:ext uri="{FF2B5EF4-FFF2-40B4-BE49-F238E27FC236}">
                      <a16:creationId xmlns:a16="http://schemas.microsoft.com/office/drawing/2014/main" id="{CD012B78-AE8B-9AF6-E221-9BA60E484E19}"/>
                    </a:ext>
                  </a:extLst>
                </p:cNvPr>
                <p:cNvSpPr/>
                <p:nvPr/>
              </p:nvSpPr>
              <p:spPr>
                <a:xfrm>
                  <a:off x="3764050" y="495933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AEEDB">
                    <a:alpha val="100000"/>
                  </a:srgbClr>
                </a:solidFill>
                <a:ln w="5420" cap="flat">
                  <a:solidFill>
                    <a:srgbClr val="CA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3" name="pg592">
                  <a:extLst>
                    <a:ext uri="{FF2B5EF4-FFF2-40B4-BE49-F238E27FC236}">
                      <a16:creationId xmlns:a16="http://schemas.microsoft.com/office/drawing/2014/main" id="{6AF4A7CE-E14A-C81C-2D7B-10A76367C329}"/>
                    </a:ext>
                  </a:extLst>
                </p:cNvPr>
                <p:cNvSpPr/>
                <p:nvPr/>
              </p:nvSpPr>
              <p:spPr>
                <a:xfrm>
                  <a:off x="3845487" y="495933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4" name="pg593">
                  <a:extLst>
                    <a:ext uri="{FF2B5EF4-FFF2-40B4-BE49-F238E27FC236}">
                      <a16:creationId xmlns:a16="http://schemas.microsoft.com/office/drawing/2014/main" id="{16BD5741-98F2-2410-B448-9199E8E5DA98}"/>
                    </a:ext>
                  </a:extLst>
                </p:cNvPr>
                <p:cNvSpPr/>
                <p:nvPr/>
              </p:nvSpPr>
              <p:spPr>
                <a:xfrm>
                  <a:off x="3926924" y="495933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5" name="pg594">
                  <a:extLst>
                    <a:ext uri="{FF2B5EF4-FFF2-40B4-BE49-F238E27FC236}">
                      <a16:creationId xmlns:a16="http://schemas.microsoft.com/office/drawing/2014/main" id="{30D5861F-464D-F782-430A-36EE3A4255F2}"/>
                    </a:ext>
                  </a:extLst>
                </p:cNvPr>
                <p:cNvSpPr/>
                <p:nvPr/>
              </p:nvSpPr>
              <p:spPr>
                <a:xfrm>
                  <a:off x="4008361" y="495933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9">
                    <a:alpha val="100000"/>
                  </a:srgbClr>
                </a:solidFill>
                <a:ln w="5420" cap="flat">
                  <a:solidFill>
                    <a:srgbClr val="C5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6" name="pg595">
                  <a:extLst>
                    <a:ext uri="{FF2B5EF4-FFF2-40B4-BE49-F238E27FC236}">
                      <a16:creationId xmlns:a16="http://schemas.microsoft.com/office/drawing/2014/main" id="{B4CB8A94-EA3F-BCD8-F369-CFA55D2734CA}"/>
                    </a:ext>
                  </a:extLst>
                </p:cNvPr>
                <p:cNvSpPr/>
                <p:nvPr/>
              </p:nvSpPr>
              <p:spPr>
                <a:xfrm>
                  <a:off x="4089798" y="4959339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CD8">
                    <a:alpha val="100000"/>
                  </a:srgbClr>
                </a:solidFill>
                <a:ln w="5420" cap="flat">
                  <a:solidFill>
                    <a:srgbClr val="C4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7" name="pg596">
                  <a:extLst>
                    <a:ext uri="{FF2B5EF4-FFF2-40B4-BE49-F238E27FC236}">
                      <a16:creationId xmlns:a16="http://schemas.microsoft.com/office/drawing/2014/main" id="{48D934E6-BC05-8F4A-4EA5-0790C89E87C4}"/>
                    </a:ext>
                  </a:extLst>
                </p:cNvPr>
                <p:cNvSpPr/>
                <p:nvPr/>
              </p:nvSpPr>
              <p:spPr>
                <a:xfrm>
                  <a:off x="3275427" y="50626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B">
                    <a:alpha val="100000"/>
                  </a:srgbClr>
                </a:solidFill>
                <a:ln w="5420" cap="flat">
                  <a:solidFill>
                    <a:srgbClr val="C9EED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8" name="pg597">
                  <a:extLst>
                    <a:ext uri="{FF2B5EF4-FFF2-40B4-BE49-F238E27FC236}">
                      <a16:creationId xmlns:a16="http://schemas.microsoft.com/office/drawing/2014/main" id="{DDF052AB-0EEB-1845-38A8-A2E4D1A45C68}"/>
                    </a:ext>
                  </a:extLst>
                </p:cNvPr>
                <p:cNvSpPr/>
                <p:nvPr/>
              </p:nvSpPr>
              <p:spPr>
                <a:xfrm>
                  <a:off x="3601176" y="50626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9" name="pg598">
                  <a:extLst>
                    <a:ext uri="{FF2B5EF4-FFF2-40B4-BE49-F238E27FC236}">
                      <a16:creationId xmlns:a16="http://schemas.microsoft.com/office/drawing/2014/main" id="{1614C958-701E-0AA4-E5A1-868ED673C52E}"/>
                    </a:ext>
                  </a:extLst>
                </p:cNvPr>
                <p:cNvSpPr/>
                <p:nvPr/>
              </p:nvSpPr>
              <p:spPr>
                <a:xfrm>
                  <a:off x="3682613" y="50626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9EEDA">
                    <a:alpha val="100000"/>
                  </a:srgbClr>
                </a:solidFill>
                <a:ln w="5420" cap="flat">
                  <a:solidFill>
                    <a:srgbClr val="C9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0" name="pg599">
                  <a:extLst>
                    <a:ext uri="{FF2B5EF4-FFF2-40B4-BE49-F238E27FC236}">
                      <a16:creationId xmlns:a16="http://schemas.microsoft.com/office/drawing/2014/main" id="{A12396DE-0BFE-0868-AC98-83C4A06A985C}"/>
                    </a:ext>
                  </a:extLst>
                </p:cNvPr>
                <p:cNvSpPr/>
                <p:nvPr/>
              </p:nvSpPr>
              <p:spPr>
                <a:xfrm>
                  <a:off x="3764050" y="50626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1" name="pg600">
                  <a:extLst>
                    <a:ext uri="{FF2B5EF4-FFF2-40B4-BE49-F238E27FC236}">
                      <a16:creationId xmlns:a16="http://schemas.microsoft.com/office/drawing/2014/main" id="{05B8B1C5-24A3-8F75-C691-D0BE650C4FD9}"/>
                    </a:ext>
                  </a:extLst>
                </p:cNvPr>
                <p:cNvSpPr/>
                <p:nvPr/>
              </p:nvSpPr>
              <p:spPr>
                <a:xfrm>
                  <a:off x="3845487" y="50626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2" name="pg601">
                  <a:extLst>
                    <a:ext uri="{FF2B5EF4-FFF2-40B4-BE49-F238E27FC236}">
                      <a16:creationId xmlns:a16="http://schemas.microsoft.com/office/drawing/2014/main" id="{F81A887E-92BE-4766-C68E-8B80E1B26364}"/>
                    </a:ext>
                  </a:extLst>
                </p:cNvPr>
                <p:cNvSpPr/>
                <p:nvPr/>
              </p:nvSpPr>
              <p:spPr>
                <a:xfrm>
                  <a:off x="3926924" y="50626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9">
                    <a:alpha val="100000"/>
                  </a:srgbClr>
                </a:solidFill>
                <a:ln w="5420" cap="flat">
                  <a:solidFill>
                    <a:srgbClr val="C5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3" name="pg602">
                  <a:extLst>
                    <a:ext uri="{FF2B5EF4-FFF2-40B4-BE49-F238E27FC236}">
                      <a16:creationId xmlns:a16="http://schemas.microsoft.com/office/drawing/2014/main" id="{ED9A2535-A8F8-CE7F-5394-A2DA5C360837}"/>
                    </a:ext>
                  </a:extLst>
                </p:cNvPr>
                <p:cNvSpPr/>
                <p:nvPr/>
              </p:nvSpPr>
              <p:spPr>
                <a:xfrm>
                  <a:off x="4008361" y="50626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DD8">
                    <a:alpha val="100000"/>
                  </a:srgbClr>
                </a:solidFill>
                <a:ln w="5420" cap="flat">
                  <a:solidFill>
                    <a:srgbClr val="C4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4" name="pg603">
                  <a:extLst>
                    <a:ext uri="{FF2B5EF4-FFF2-40B4-BE49-F238E27FC236}">
                      <a16:creationId xmlns:a16="http://schemas.microsoft.com/office/drawing/2014/main" id="{08034E08-B78A-D02B-7F31-0EDA1257ED27}"/>
                    </a:ext>
                  </a:extLst>
                </p:cNvPr>
                <p:cNvSpPr/>
                <p:nvPr/>
              </p:nvSpPr>
              <p:spPr>
                <a:xfrm>
                  <a:off x="4089798" y="5062655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5" name="pg604">
                  <a:extLst>
                    <a:ext uri="{FF2B5EF4-FFF2-40B4-BE49-F238E27FC236}">
                      <a16:creationId xmlns:a16="http://schemas.microsoft.com/office/drawing/2014/main" id="{75E1FCD2-AEC2-2660-108B-B5BD303D8974}"/>
                    </a:ext>
                  </a:extLst>
                </p:cNvPr>
                <p:cNvSpPr/>
                <p:nvPr/>
              </p:nvSpPr>
              <p:spPr>
                <a:xfrm>
                  <a:off x="3193990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6" name="pg605">
                  <a:extLst>
                    <a:ext uri="{FF2B5EF4-FFF2-40B4-BE49-F238E27FC236}">
                      <a16:creationId xmlns:a16="http://schemas.microsoft.com/office/drawing/2014/main" id="{DB5AE806-9CC6-5FD7-E414-551A5E995DBB}"/>
                    </a:ext>
                  </a:extLst>
                </p:cNvPr>
                <p:cNvSpPr/>
                <p:nvPr/>
              </p:nvSpPr>
              <p:spPr>
                <a:xfrm>
                  <a:off x="3275427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7" name="pg606">
                  <a:extLst>
                    <a:ext uri="{FF2B5EF4-FFF2-40B4-BE49-F238E27FC236}">
                      <a16:creationId xmlns:a16="http://schemas.microsoft.com/office/drawing/2014/main" id="{2A514A10-BBCF-C8A8-DB4B-E6DFD2C80EFA}"/>
                    </a:ext>
                  </a:extLst>
                </p:cNvPr>
                <p:cNvSpPr/>
                <p:nvPr/>
              </p:nvSpPr>
              <p:spPr>
                <a:xfrm>
                  <a:off x="3356864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8" name="pg607">
                  <a:extLst>
                    <a:ext uri="{FF2B5EF4-FFF2-40B4-BE49-F238E27FC236}">
                      <a16:creationId xmlns:a16="http://schemas.microsoft.com/office/drawing/2014/main" id="{8A3BD171-C0F9-915B-E2E7-07D2A23499B2}"/>
                    </a:ext>
                  </a:extLst>
                </p:cNvPr>
                <p:cNvSpPr/>
                <p:nvPr/>
              </p:nvSpPr>
              <p:spPr>
                <a:xfrm>
                  <a:off x="3438301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9" name="pg608">
                  <a:extLst>
                    <a:ext uri="{FF2B5EF4-FFF2-40B4-BE49-F238E27FC236}">
                      <a16:creationId xmlns:a16="http://schemas.microsoft.com/office/drawing/2014/main" id="{90419513-3838-4D9A-0E54-A4784E63A4E3}"/>
                    </a:ext>
                  </a:extLst>
                </p:cNvPr>
                <p:cNvSpPr/>
                <p:nvPr/>
              </p:nvSpPr>
              <p:spPr>
                <a:xfrm>
                  <a:off x="3519738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8EEDA">
                    <a:alpha val="100000"/>
                  </a:srgbClr>
                </a:solidFill>
                <a:ln w="5420" cap="flat">
                  <a:solidFill>
                    <a:srgbClr val="C8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0" name="pg609">
                  <a:extLst>
                    <a:ext uri="{FF2B5EF4-FFF2-40B4-BE49-F238E27FC236}">
                      <a16:creationId xmlns:a16="http://schemas.microsoft.com/office/drawing/2014/main" id="{4E81C888-10B8-05D5-E731-BE1A1B6C1E79}"/>
                    </a:ext>
                  </a:extLst>
                </p:cNvPr>
                <p:cNvSpPr/>
                <p:nvPr/>
              </p:nvSpPr>
              <p:spPr>
                <a:xfrm>
                  <a:off x="3601176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EDA">
                    <a:alpha val="100000"/>
                  </a:srgbClr>
                </a:solidFill>
                <a:ln w="5420" cap="flat">
                  <a:solidFill>
                    <a:srgbClr val="C7EED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1" name="pg610">
                  <a:extLst>
                    <a:ext uri="{FF2B5EF4-FFF2-40B4-BE49-F238E27FC236}">
                      <a16:creationId xmlns:a16="http://schemas.microsoft.com/office/drawing/2014/main" id="{127A4F00-026C-0234-9761-5CFC6EFEF3AB}"/>
                    </a:ext>
                  </a:extLst>
                </p:cNvPr>
                <p:cNvSpPr/>
                <p:nvPr/>
              </p:nvSpPr>
              <p:spPr>
                <a:xfrm>
                  <a:off x="3682613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7EDD9">
                    <a:alpha val="100000"/>
                  </a:srgbClr>
                </a:solidFill>
                <a:ln w="5420" cap="flat">
                  <a:solidFill>
                    <a:srgbClr val="C7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2" name="pg611">
                  <a:extLst>
                    <a:ext uri="{FF2B5EF4-FFF2-40B4-BE49-F238E27FC236}">
                      <a16:creationId xmlns:a16="http://schemas.microsoft.com/office/drawing/2014/main" id="{F164BF40-D4E8-15C5-D4D6-D5CF671F9B5D}"/>
                    </a:ext>
                  </a:extLst>
                </p:cNvPr>
                <p:cNvSpPr/>
                <p:nvPr/>
              </p:nvSpPr>
              <p:spPr>
                <a:xfrm>
                  <a:off x="3764050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6EDD9">
                    <a:alpha val="100000"/>
                  </a:srgbClr>
                </a:solidFill>
                <a:ln w="5420" cap="flat">
                  <a:solidFill>
                    <a:srgbClr val="C6EDD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3" name="pg612">
                  <a:extLst>
                    <a:ext uri="{FF2B5EF4-FFF2-40B4-BE49-F238E27FC236}">
                      <a16:creationId xmlns:a16="http://schemas.microsoft.com/office/drawing/2014/main" id="{A0E694A7-4B22-C464-10A5-EF734B5F005E}"/>
                    </a:ext>
                  </a:extLst>
                </p:cNvPr>
                <p:cNvSpPr/>
                <p:nvPr/>
              </p:nvSpPr>
              <p:spPr>
                <a:xfrm>
                  <a:off x="3845487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5EDD8">
                    <a:alpha val="100000"/>
                  </a:srgbClr>
                </a:solidFill>
                <a:ln w="5420" cap="flat">
                  <a:solidFill>
                    <a:srgbClr val="C5ED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4" name="pg613">
                  <a:extLst>
                    <a:ext uri="{FF2B5EF4-FFF2-40B4-BE49-F238E27FC236}">
                      <a16:creationId xmlns:a16="http://schemas.microsoft.com/office/drawing/2014/main" id="{E6CF7631-B7F6-F03B-92F8-AC36CD92618C}"/>
                    </a:ext>
                  </a:extLst>
                </p:cNvPr>
                <p:cNvSpPr/>
                <p:nvPr/>
              </p:nvSpPr>
              <p:spPr>
                <a:xfrm>
                  <a:off x="3926924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CD8">
                    <a:alpha val="100000"/>
                  </a:srgbClr>
                </a:solidFill>
                <a:ln w="5420" cap="flat">
                  <a:solidFill>
                    <a:srgbClr val="C4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5" name="pg614">
                  <a:extLst>
                    <a:ext uri="{FF2B5EF4-FFF2-40B4-BE49-F238E27FC236}">
                      <a16:creationId xmlns:a16="http://schemas.microsoft.com/office/drawing/2014/main" id="{F544E0CC-33D5-DEB9-9F39-A6B3D843E7F4}"/>
                    </a:ext>
                  </a:extLst>
                </p:cNvPr>
                <p:cNvSpPr/>
                <p:nvPr/>
              </p:nvSpPr>
              <p:spPr>
                <a:xfrm>
                  <a:off x="4008361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6" name="pg615">
                  <a:extLst>
                    <a:ext uri="{FF2B5EF4-FFF2-40B4-BE49-F238E27FC236}">
                      <a16:creationId xmlns:a16="http://schemas.microsoft.com/office/drawing/2014/main" id="{C1CD5671-F19D-03EF-72C9-09C4ADD84609}"/>
                    </a:ext>
                  </a:extLst>
                </p:cNvPr>
                <p:cNvSpPr/>
                <p:nvPr/>
              </p:nvSpPr>
              <p:spPr>
                <a:xfrm>
                  <a:off x="4089798" y="5165971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7" name="pg616">
                  <a:extLst>
                    <a:ext uri="{FF2B5EF4-FFF2-40B4-BE49-F238E27FC236}">
                      <a16:creationId xmlns:a16="http://schemas.microsoft.com/office/drawing/2014/main" id="{C58BEB02-70C0-E4FF-31E6-0A5BF94E01D9}"/>
                    </a:ext>
                  </a:extLst>
                </p:cNvPr>
                <p:cNvSpPr/>
                <p:nvPr/>
              </p:nvSpPr>
              <p:spPr>
                <a:xfrm>
                  <a:off x="3112553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8" name="pg617">
                  <a:extLst>
                    <a:ext uri="{FF2B5EF4-FFF2-40B4-BE49-F238E27FC236}">
                      <a16:creationId xmlns:a16="http://schemas.microsoft.com/office/drawing/2014/main" id="{E11E96FB-2E18-E93F-68DA-29F55A5DBB1E}"/>
                    </a:ext>
                  </a:extLst>
                </p:cNvPr>
                <p:cNvSpPr/>
                <p:nvPr/>
              </p:nvSpPr>
              <p:spPr>
                <a:xfrm>
                  <a:off x="3193990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9" name="pg618">
                  <a:extLst>
                    <a:ext uri="{FF2B5EF4-FFF2-40B4-BE49-F238E27FC236}">
                      <a16:creationId xmlns:a16="http://schemas.microsoft.com/office/drawing/2014/main" id="{8D66E242-AB8F-9C06-5B8A-2D99E93483E8}"/>
                    </a:ext>
                  </a:extLst>
                </p:cNvPr>
                <p:cNvSpPr/>
                <p:nvPr/>
              </p:nvSpPr>
              <p:spPr>
                <a:xfrm>
                  <a:off x="3275427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0" name="pg619">
                  <a:extLst>
                    <a:ext uri="{FF2B5EF4-FFF2-40B4-BE49-F238E27FC236}">
                      <a16:creationId xmlns:a16="http://schemas.microsoft.com/office/drawing/2014/main" id="{281FEC45-AB22-8B7D-9A52-3F3207828840}"/>
                    </a:ext>
                  </a:extLst>
                </p:cNvPr>
                <p:cNvSpPr/>
                <p:nvPr/>
              </p:nvSpPr>
              <p:spPr>
                <a:xfrm>
                  <a:off x="3356864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8">
                    <a:alpha val="100000"/>
                  </a:srgbClr>
                </a:solidFill>
                <a:ln w="5420" cap="flat">
                  <a:solidFill>
                    <a:srgbClr val="C3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1" name="pg620">
                  <a:extLst>
                    <a:ext uri="{FF2B5EF4-FFF2-40B4-BE49-F238E27FC236}">
                      <a16:creationId xmlns:a16="http://schemas.microsoft.com/office/drawing/2014/main" id="{C7D7BAA7-40BF-4638-58AF-699565D352C1}"/>
                    </a:ext>
                  </a:extLst>
                </p:cNvPr>
                <p:cNvSpPr/>
                <p:nvPr/>
              </p:nvSpPr>
              <p:spPr>
                <a:xfrm>
                  <a:off x="3438301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4ECD8">
                    <a:alpha val="100000"/>
                  </a:srgbClr>
                </a:solidFill>
                <a:ln w="5420" cap="flat">
                  <a:solidFill>
                    <a:srgbClr val="C4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2" name="pg621">
                  <a:extLst>
                    <a:ext uri="{FF2B5EF4-FFF2-40B4-BE49-F238E27FC236}">
                      <a16:creationId xmlns:a16="http://schemas.microsoft.com/office/drawing/2014/main" id="{B4B0C5DB-E33E-3CE0-F46C-E97E6DBEA9DB}"/>
                    </a:ext>
                  </a:extLst>
                </p:cNvPr>
                <p:cNvSpPr/>
                <p:nvPr/>
              </p:nvSpPr>
              <p:spPr>
                <a:xfrm>
                  <a:off x="3519738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8">
                    <a:alpha val="100000"/>
                  </a:srgbClr>
                </a:solidFill>
                <a:ln w="5420" cap="flat">
                  <a:solidFill>
                    <a:srgbClr val="C3ECD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3" name="pg622">
                  <a:extLst>
                    <a:ext uri="{FF2B5EF4-FFF2-40B4-BE49-F238E27FC236}">
                      <a16:creationId xmlns:a16="http://schemas.microsoft.com/office/drawing/2014/main" id="{E0FC72F6-4078-390E-7791-C6DA75219BC0}"/>
                    </a:ext>
                  </a:extLst>
                </p:cNvPr>
                <p:cNvSpPr/>
                <p:nvPr/>
              </p:nvSpPr>
              <p:spPr>
                <a:xfrm>
                  <a:off x="3601176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4" name="pg623">
                  <a:extLst>
                    <a:ext uri="{FF2B5EF4-FFF2-40B4-BE49-F238E27FC236}">
                      <a16:creationId xmlns:a16="http://schemas.microsoft.com/office/drawing/2014/main" id="{7B29BB99-23CA-6508-F9C3-19546CB205D8}"/>
                    </a:ext>
                  </a:extLst>
                </p:cNvPr>
                <p:cNvSpPr/>
                <p:nvPr/>
              </p:nvSpPr>
              <p:spPr>
                <a:xfrm>
                  <a:off x="3682613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3ECD7">
                    <a:alpha val="100000"/>
                  </a:srgbClr>
                </a:solidFill>
                <a:ln w="5420" cap="flat">
                  <a:solidFill>
                    <a:srgbClr val="C3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5" name="pg624">
                  <a:extLst>
                    <a:ext uri="{FF2B5EF4-FFF2-40B4-BE49-F238E27FC236}">
                      <a16:creationId xmlns:a16="http://schemas.microsoft.com/office/drawing/2014/main" id="{CE862F07-0A18-4BD3-59DA-45106CC108BF}"/>
                    </a:ext>
                  </a:extLst>
                </p:cNvPr>
                <p:cNvSpPr/>
                <p:nvPr/>
              </p:nvSpPr>
              <p:spPr>
                <a:xfrm>
                  <a:off x="3764050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2ECD7">
                    <a:alpha val="100000"/>
                  </a:srgbClr>
                </a:solidFill>
                <a:ln w="5420" cap="flat">
                  <a:solidFill>
                    <a:srgbClr val="C2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6" name="pg625">
                  <a:extLst>
                    <a:ext uri="{FF2B5EF4-FFF2-40B4-BE49-F238E27FC236}">
                      <a16:creationId xmlns:a16="http://schemas.microsoft.com/office/drawing/2014/main" id="{800062FF-1CFC-BCC7-A3EA-B721B0EB4BE5}"/>
                    </a:ext>
                  </a:extLst>
                </p:cNvPr>
                <p:cNvSpPr/>
                <p:nvPr/>
              </p:nvSpPr>
              <p:spPr>
                <a:xfrm>
                  <a:off x="3845487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CD7">
                    <a:alpha val="100000"/>
                  </a:srgbClr>
                </a:solidFill>
                <a:ln w="5420" cap="flat">
                  <a:solidFill>
                    <a:srgbClr val="C1ECD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7" name="pg626">
                  <a:extLst>
                    <a:ext uri="{FF2B5EF4-FFF2-40B4-BE49-F238E27FC236}">
                      <a16:creationId xmlns:a16="http://schemas.microsoft.com/office/drawing/2014/main" id="{47572CAF-C4EC-AB31-71D0-D12AE572305F}"/>
                    </a:ext>
                  </a:extLst>
                </p:cNvPr>
                <p:cNvSpPr/>
                <p:nvPr/>
              </p:nvSpPr>
              <p:spPr>
                <a:xfrm>
                  <a:off x="3926924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8" name="pg627">
                  <a:extLst>
                    <a:ext uri="{FF2B5EF4-FFF2-40B4-BE49-F238E27FC236}">
                      <a16:creationId xmlns:a16="http://schemas.microsoft.com/office/drawing/2014/main" id="{AF2636B1-2718-D6F8-D2A0-11F416033195}"/>
                    </a:ext>
                  </a:extLst>
                </p:cNvPr>
                <p:cNvSpPr/>
                <p:nvPr/>
              </p:nvSpPr>
              <p:spPr>
                <a:xfrm>
                  <a:off x="4008361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9" name="pg628">
                  <a:extLst>
                    <a:ext uri="{FF2B5EF4-FFF2-40B4-BE49-F238E27FC236}">
                      <a16:creationId xmlns:a16="http://schemas.microsoft.com/office/drawing/2014/main" id="{A6A709A2-AF79-DEF2-21E7-2716887365AE}"/>
                    </a:ext>
                  </a:extLst>
                </p:cNvPr>
                <p:cNvSpPr/>
                <p:nvPr/>
              </p:nvSpPr>
              <p:spPr>
                <a:xfrm>
                  <a:off x="4089798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0" name="pg629">
                  <a:extLst>
                    <a:ext uri="{FF2B5EF4-FFF2-40B4-BE49-F238E27FC236}">
                      <a16:creationId xmlns:a16="http://schemas.microsoft.com/office/drawing/2014/main" id="{C82D0CD4-8884-6FE3-1D13-7A0905908ABF}"/>
                    </a:ext>
                  </a:extLst>
                </p:cNvPr>
                <p:cNvSpPr/>
                <p:nvPr/>
              </p:nvSpPr>
              <p:spPr>
                <a:xfrm>
                  <a:off x="4171236" y="5269288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1" name="pg630">
                  <a:extLst>
                    <a:ext uri="{FF2B5EF4-FFF2-40B4-BE49-F238E27FC236}">
                      <a16:creationId xmlns:a16="http://schemas.microsoft.com/office/drawing/2014/main" id="{31DDCF64-9F30-BA6F-4130-EF101FFE0322}"/>
                    </a:ext>
                  </a:extLst>
                </p:cNvPr>
                <p:cNvSpPr/>
                <p:nvPr/>
              </p:nvSpPr>
              <p:spPr>
                <a:xfrm>
                  <a:off x="3112553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2" name="pg631">
                  <a:extLst>
                    <a:ext uri="{FF2B5EF4-FFF2-40B4-BE49-F238E27FC236}">
                      <a16:creationId xmlns:a16="http://schemas.microsoft.com/office/drawing/2014/main" id="{F18EAC99-81DC-6CC4-7513-7E63195017C1}"/>
                    </a:ext>
                  </a:extLst>
                </p:cNvPr>
                <p:cNvSpPr/>
                <p:nvPr/>
              </p:nvSpPr>
              <p:spPr>
                <a:xfrm>
                  <a:off x="3193990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3" name="pg632">
                  <a:extLst>
                    <a:ext uri="{FF2B5EF4-FFF2-40B4-BE49-F238E27FC236}">
                      <a16:creationId xmlns:a16="http://schemas.microsoft.com/office/drawing/2014/main" id="{EC1BC1B2-2CF0-F4A0-9AB6-886E9D50C4AB}"/>
                    </a:ext>
                  </a:extLst>
                </p:cNvPr>
                <p:cNvSpPr/>
                <p:nvPr/>
              </p:nvSpPr>
              <p:spPr>
                <a:xfrm>
                  <a:off x="3275427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4" name="pg633">
                  <a:extLst>
                    <a:ext uri="{FF2B5EF4-FFF2-40B4-BE49-F238E27FC236}">
                      <a16:creationId xmlns:a16="http://schemas.microsoft.com/office/drawing/2014/main" id="{38258A03-42E3-07FC-B682-3E5D8E195E0B}"/>
                    </a:ext>
                  </a:extLst>
                </p:cNvPr>
                <p:cNvSpPr/>
                <p:nvPr/>
              </p:nvSpPr>
              <p:spPr>
                <a:xfrm>
                  <a:off x="3356864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5" name="pg634">
                  <a:extLst>
                    <a:ext uri="{FF2B5EF4-FFF2-40B4-BE49-F238E27FC236}">
                      <a16:creationId xmlns:a16="http://schemas.microsoft.com/office/drawing/2014/main" id="{1D0F250C-C07A-3126-F62E-B411F6C99EF2}"/>
                    </a:ext>
                  </a:extLst>
                </p:cNvPr>
                <p:cNvSpPr/>
                <p:nvPr/>
              </p:nvSpPr>
              <p:spPr>
                <a:xfrm>
                  <a:off x="3438301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CD6">
                    <a:alpha val="100000"/>
                  </a:srgbClr>
                </a:solidFill>
                <a:ln w="5420" cap="flat">
                  <a:solidFill>
                    <a:srgbClr val="C1EC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6" name="pg635">
                  <a:extLst>
                    <a:ext uri="{FF2B5EF4-FFF2-40B4-BE49-F238E27FC236}">
                      <a16:creationId xmlns:a16="http://schemas.microsoft.com/office/drawing/2014/main" id="{50D18639-0B87-B5C2-5934-C372894E971D}"/>
                    </a:ext>
                  </a:extLst>
                </p:cNvPr>
                <p:cNvSpPr/>
                <p:nvPr/>
              </p:nvSpPr>
              <p:spPr>
                <a:xfrm>
                  <a:off x="3519738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CD6">
                    <a:alpha val="100000"/>
                  </a:srgbClr>
                </a:solidFill>
                <a:ln w="5420" cap="flat">
                  <a:solidFill>
                    <a:srgbClr val="C1EC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7" name="pg636">
                  <a:extLst>
                    <a:ext uri="{FF2B5EF4-FFF2-40B4-BE49-F238E27FC236}">
                      <a16:creationId xmlns:a16="http://schemas.microsoft.com/office/drawing/2014/main" id="{09A7AEA3-93A2-5C37-A1A6-E2C31CDCABDE}"/>
                    </a:ext>
                  </a:extLst>
                </p:cNvPr>
                <p:cNvSpPr/>
                <p:nvPr/>
              </p:nvSpPr>
              <p:spPr>
                <a:xfrm>
                  <a:off x="3601176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8" name="pg637">
                  <a:extLst>
                    <a:ext uri="{FF2B5EF4-FFF2-40B4-BE49-F238E27FC236}">
                      <a16:creationId xmlns:a16="http://schemas.microsoft.com/office/drawing/2014/main" id="{A33D245F-BA0C-8FA8-461F-7603E88E34FA}"/>
                    </a:ext>
                  </a:extLst>
                </p:cNvPr>
                <p:cNvSpPr/>
                <p:nvPr/>
              </p:nvSpPr>
              <p:spPr>
                <a:xfrm>
                  <a:off x="3682613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1EBD6">
                    <a:alpha val="100000"/>
                  </a:srgbClr>
                </a:solidFill>
                <a:ln w="5420" cap="flat">
                  <a:solidFill>
                    <a:srgbClr val="C1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9" name="pg638">
                  <a:extLst>
                    <a:ext uri="{FF2B5EF4-FFF2-40B4-BE49-F238E27FC236}">
                      <a16:creationId xmlns:a16="http://schemas.microsoft.com/office/drawing/2014/main" id="{9E41C28D-9632-7C38-E1F2-B7FD0DCF57DE}"/>
                    </a:ext>
                  </a:extLst>
                </p:cNvPr>
                <p:cNvSpPr/>
                <p:nvPr/>
              </p:nvSpPr>
              <p:spPr>
                <a:xfrm>
                  <a:off x="3764050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0" name="pg639">
                  <a:extLst>
                    <a:ext uri="{FF2B5EF4-FFF2-40B4-BE49-F238E27FC236}">
                      <a16:creationId xmlns:a16="http://schemas.microsoft.com/office/drawing/2014/main" id="{366F0FE5-E8B9-1B8A-D4E7-B6FD6A721540}"/>
                    </a:ext>
                  </a:extLst>
                </p:cNvPr>
                <p:cNvSpPr/>
                <p:nvPr/>
              </p:nvSpPr>
              <p:spPr>
                <a:xfrm>
                  <a:off x="3845487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C0EBD6">
                    <a:alpha val="100000"/>
                  </a:srgbClr>
                </a:solidFill>
                <a:ln w="5420" cap="flat">
                  <a:solidFill>
                    <a:srgbClr val="C0EBD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1" name="pg640">
                  <a:extLst>
                    <a:ext uri="{FF2B5EF4-FFF2-40B4-BE49-F238E27FC236}">
                      <a16:creationId xmlns:a16="http://schemas.microsoft.com/office/drawing/2014/main" id="{C9D1FD16-C31C-D2C9-27D9-553EFC5C7AF7}"/>
                    </a:ext>
                  </a:extLst>
                </p:cNvPr>
                <p:cNvSpPr/>
                <p:nvPr/>
              </p:nvSpPr>
              <p:spPr>
                <a:xfrm>
                  <a:off x="3926924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2" name="pg641">
                  <a:extLst>
                    <a:ext uri="{FF2B5EF4-FFF2-40B4-BE49-F238E27FC236}">
                      <a16:creationId xmlns:a16="http://schemas.microsoft.com/office/drawing/2014/main" id="{491A3F34-8934-B0DE-6771-0A704752B790}"/>
                    </a:ext>
                  </a:extLst>
                </p:cNvPr>
                <p:cNvSpPr/>
                <p:nvPr/>
              </p:nvSpPr>
              <p:spPr>
                <a:xfrm>
                  <a:off x="4008361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3" name="pg642">
                  <a:extLst>
                    <a:ext uri="{FF2B5EF4-FFF2-40B4-BE49-F238E27FC236}">
                      <a16:creationId xmlns:a16="http://schemas.microsoft.com/office/drawing/2014/main" id="{40C95953-826F-898C-8AE8-E998A4001E75}"/>
                    </a:ext>
                  </a:extLst>
                </p:cNvPr>
                <p:cNvSpPr/>
                <p:nvPr/>
              </p:nvSpPr>
              <p:spPr>
                <a:xfrm>
                  <a:off x="4089798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4" name="pg643">
                  <a:extLst>
                    <a:ext uri="{FF2B5EF4-FFF2-40B4-BE49-F238E27FC236}">
                      <a16:creationId xmlns:a16="http://schemas.microsoft.com/office/drawing/2014/main" id="{237C1BF4-D294-415A-E283-7E12C2AAC324}"/>
                    </a:ext>
                  </a:extLst>
                </p:cNvPr>
                <p:cNvSpPr/>
                <p:nvPr/>
              </p:nvSpPr>
              <p:spPr>
                <a:xfrm>
                  <a:off x="4171236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5" name="pg644">
                  <a:extLst>
                    <a:ext uri="{FF2B5EF4-FFF2-40B4-BE49-F238E27FC236}">
                      <a16:creationId xmlns:a16="http://schemas.microsoft.com/office/drawing/2014/main" id="{C50BD99D-C6BE-A5F2-E4CC-9202389A0424}"/>
                    </a:ext>
                  </a:extLst>
                </p:cNvPr>
                <p:cNvSpPr/>
                <p:nvPr/>
              </p:nvSpPr>
              <p:spPr>
                <a:xfrm>
                  <a:off x="4252673" y="5372604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6" name="pg645">
                  <a:extLst>
                    <a:ext uri="{FF2B5EF4-FFF2-40B4-BE49-F238E27FC236}">
                      <a16:creationId xmlns:a16="http://schemas.microsoft.com/office/drawing/2014/main" id="{156A580B-5203-AE9A-9940-AD1EACF837B9}"/>
                    </a:ext>
                  </a:extLst>
                </p:cNvPr>
                <p:cNvSpPr/>
                <p:nvPr/>
              </p:nvSpPr>
              <p:spPr>
                <a:xfrm>
                  <a:off x="3112553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7" name="pg646">
                  <a:extLst>
                    <a:ext uri="{FF2B5EF4-FFF2-40B4-BE49-F238E27FC236}">
                      <a16:creationId xmlns:a16="http://schemas.microsoft.com/office/drawing/2014/main" id="{599282E6-3186-BD8D-E63E-BCFBDA743877}"/>
                    </a:ext>
                  </a:extLst>
                </p:cNvPr>
                <p:cNvSpPr/>
                <p:nvPr/>
              </p:nvSpPr>
              <p:spPr>
                <a:xfrm>
                  <a:off x="3193990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8" name="pg647">
                  <a:extLst>
                    <a:ext uri="{FF2B5EF4-FFF2-40B4-BE49-F238E27FC236}">
                      <a16:creationId xmlns:a16="http://schemas.microsoft.com/office/drawing/2014/main" id="{E5DDC7FD-7BC8-1604-BFAB-34D642E692F3}"/>
                    </a:ext>
                  </a:extLst>
                </p:cNvPr>
                <p:cNvSpPr/>
                <p:nvPr/>
              </p:nvSpPr>
              <p:spPr>
                <a:xfrm>
                  <a:off x="3275427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9" name="pg648">
                  <a:extLst>
                    <a:ext uri="{FF2B5EF4-FFF2-40B4-BE49-F238E27FC236}">
                      <a16:creationId xmlns:a16="http://schemas.microsoft.com/office/drawing/2014/main" id="{AB550FF3-753F-6D2F-C31F-D9DFCDDB7B62}"/>
                    </a:ext>
                  </a:extLst>
                </p:cNvPr>
                <p:cNvSpPr/>
                <p:nvPr/>
              </p:nvSpPr>
              <p:spPr>
                <a:xfrm>
                  <a:off x="3356864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0" name="pg649">
                  <a:extLst>
                    <a:ext uri="{FF2B5EF4-FFF2-40B4-BE49-F238E27FC236}">
                      <a16:creationId xmlns:a16="http://schemas.microsoft.com/office/drawing/2014/main" id="{8D3017F3-DCD6-5F4B-DC4E-87C0980FA923}"/>
                    </a:ext>
                  </a:extLst>
                </p:cNvPr>
                <p:cNvSpPr/>
                <p:nvPr/>
              </p:nvSpPr>
              <p:spPr>
                <a:xfrm>
                  <a:off x="3438301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1" name="pg650">
                  <a:extLst>
                    <a:ext uri="{FF2B5EF4-FFF2-40B4-BE49-F238E27FC236}">
                      <a16:creationId xmlns:a16="http://schemas.microsoft.com/office/drawing/2014/main" id="{C7F36BF8-7C69-3DA4-F1ED-C39F3CDA5DF4}"/>
                    </a:ext>
                  </a:extLst>
                </p:cNvPr>
                <p:cNvSpPr/>
                <p:nvPr/>
              </p:nvSpPr>
              <p:spPr>
                <a:xfrm>
                  <a:off x="3519738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2" name="pg651">
                  <a:extLst>
                    <a:ext uri="{FF2B5EF4-FFF2-40B4-BE49-F238E27FC236}">
                      <a16:creationId xmlns:a16="http://schemas.microsoft.com/office/drawing/2014/main" id="{C39DAB20-E084-B213-9ADB-948C5C9B01C1}"/>
                    </a:ext>
                  </a:extLst>
                </p:cNvPr>
                <p:cNvSpPr/>
                <p:nvPr/>
              </p:nvSpPr>
              <p:spPr>
                <a:xfrm>
                  <a:off x="3601176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3" name="pg652">
                  <a:extLst>
                    <a:ext uri="{FF2B5EF4-FFF2-40B4-BE49-F238E27FC236}">
                      <a16:creationId xmlns:a16="http://schemas.microsoft.com/office/drawing/2014/main" id="{3C6BA445-3795-58DC-1DEB-804EDB3D91B4}"/>
                    </a:ext>
                  </a:extLst>
                </p:cNvPr>
                <p:cNvSpPr/>
                <p:nvPr/>
              </p:nvSpPr>
              <p:spPr>
                <a:xfrm>
                  <a:off x="3682613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FEBD5">
                    <a:alpha val="100000"/>
                  </a:srgbClr>
                </a:solidFill>
                <a:ln w="5420" cap="flat">
                  <a:solidFill>
                    <a:srgbClr val="BF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4" name="pg653">
                  <a:extLst>
                    <a:ext uri="{FF2B5EF4-FFF2-40B4-BE49-F238E27FC236}">
                      <a16:creationId xmlns:a16="http://schemas.microsoft.com/office/drawing/2014/main" id="{B1D6CA68-6C24-CD4B-F427-C368F6AEDE9D}"/>
                    </a:ext>
                  </a:extLst>
                </p:cNvPr>
                <p:cNvSpPr/>
                <p:nvPr/>
              </p:nvSpPr>
              <p:spPr>
                <a:xfrm>
                  <a:off x="3764050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BD5">
                    <a:alpha val="100000"/>
                  </a:srgbClr>
                </a:solidFill>
                <a:ln w="5420" cap="flat">
                  <a:solidFill>
                    <a:srgbClr val="BEEB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5" name="pg654">
                  <a:extLst>
                    <a:ext uri="{FF2B5EF4-FFF2-40B4-BE49-F238E27FC236}">
                      <a16:creationId xmlns:a16="http://schemas.microsoft.com/office/drawing/2014/main" id="{BA87ABCB-7ED4-3A19-9149-920338B19AA9}"/>
                    </a:ext>
                  </a:extLst>
                </p:cNvPr>
                <p:cNvSpPr/>
                <p:nvPr/>
              </p:nvSpPr>
              <p:spPr>
                <a:xfrm>
                  <a:off x="3845487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EEAD5">
                    <a:alpha val="100000"/>
                  </a:srgbClr>
                </a:solidFill>
                <a:ln w="5420" cap="flat">
                  <a:solidFill>
                    <a:srgbClr val="BE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6" name="pg655">
                  <a:extLst>
                    <a:ext uri="{FF2B5EF4-FFF2-40B4-BE49-F238E27FC236}">
                      <a16:creationId xmlns:a16="http://schemas.microsoft.com/office/drawing/2014/main" id="{1C28F9D5-4489-0AE8-5EDF-A22AEA664323}"/>
                    </a:ext>
                  </a:extLst>
                </p:cNvPr>
                <p:cNvSpPr/>
                <p:nvPr/>
              </p:nvSpPr>
              <p:spPr>
                <a:xfrm>
                  <a:off x="3926924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5">
                    <a:alpha val="100000"/>
                  </a:srgbClr>
                </a:solidFill>
                <a:ln w="5420" cap="flat">
                  <a:solidFill>
                    <a:srgbClr val="BD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7" name="pg656">
                  <a:extLst>
                    <a:ext uri="{FF2B5EF4-FFF2-40B4-BE49-F238E27FC236}">
                      <a16:creationId xmlns:a16="http://schemas.microsoft.com/office/drawing/2014/main" id="{71670FB6-916E-DD20-3369-FFD3FAE6C67B}"/>
                    </a:ext>
                  </a:extLst>
                </p:cNvPr>
                <p:cNvSpPr/>
                <p:nvPr/>
              </p:nvSpPr>
              <p:spPr>
                <a:xfrm>
                  <a:off x="4008361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DEAD4">
                    <a:alpha val="100000"/>
                  </a:srgbClr>
                </a:solidFill>
                <a:ln w="5420" cap="flat">
                  <a:solidFill>
                    <a:srgbClr val="BD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8" name="pg657">
                  <a:extLst>
                    <a:ext uri="{FF2B5EF4-FFF2-40B4-BE49-F238E27FC236}">
                      <a16:creationId xmlns:a16="http://schemas.microsoft.com/office/drawing/2014/main" id="{F36BDAA7-3FAF-3D2E-2053-B8DBC6508CEC}"/>
                    </a:ext>
                  </a:extLst>
                </p:cNvPr>
                <p:cNvSpPr/>
                <p:nvPr/>
              </p:nvSpPr>
              <p:spPr>
                <a:xfrm>
                  <a:off x="4089798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9" name="pg658">
                  <a:extLst>
                    <a:ext uri="{FF2B5EF4-FFF2-40B4-BE49-F238E27FC236}">
                      <a16:creationId xmlns:a16="http://schemas.microsoft.com/office/drawing/2014/main" id="{AD72FAC9-0FD6-1CC9-ABE7-7341A9291807}"/>
                    </a:ext>
                  </a:extLst>
                </p:cNvPr>
                <p:cNvSpPr/>
                <p:nvPr/>
              </p:nvSpPr>
              <p:spPr>
                <a:xfrm>
                  <a:off x="4171236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0" name="pg659">
                  <a:extLst>
                    <a:ext uri="{FF2B5EF4-FFF2-40B4-BE49-F238E27FC236}">
                      <a16:creationId xmlns:a16="http://schemas.microsoft.com/office/drawing/2014/main" id="{BFC84EFC-A322-B039-088C-314E69749ED1}"/>
                    </a:ext>
                  </a:extLst>
                </p:cNvPr>
                <p:cNvSpPr/>
                <p:nvPr/>
              </p:nvSpPr>
              <p:spPr>
                <a:xfrm>
                  <a:off x="4252673" y="5475920"/>
                  <a:ext cx="81437" cy="10331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1437" h="103316">
                      <a:moveTo>
                        <a:pt x="0" y="0"/>
                      </a:moveTo>
                      <a:lnTo>
                        <a:pt x="81437" y="0"/>
                      </a:lnTo>
                      <a:lnTo>
                        <a:pt x="81437" y="103316"/>
                      </a:lnTo>
                      <a:lnTo>
                        <a:pt x="0" y="103316"/>
                      </a:lnTo>
                      <a:close/>
                    </a:path>
                  </a:pathLst>
                </a:custGeom>
                <a:solidFill>
                  <a:srgbClr val="BBEAD3">
                    <a:alpha val="100000"/>
                  </a:srgbClr>
                </a:solidFill>
                <a:ln w="5420" cap="flat">
                  <a:solidFill>
                    <a:srgbClr val="BBEA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1" name="pg660">
                  <a:extLst>
                    <a:ext uri="{FF2B5EF4-FFF2-40B4-BE49-F238E27FC236}">
                      <a16:creationId xmlns:a16="http://schemas.microsoft.com/office/drawing/2014/main" id="{58204923-8329-9F23-9162-36BCA889790A}"/>
                    </a:ext>
                  </a:extLst>
                </p:cNvPr>
                <p:cNvSpPr/>
                <p:nvPr/>
              </p:nvSpPr>
              <p:spPr>
                <a:xfrm>
                  <a:off x="5284534" y="1853932"/>
                  <a:ext cx="27605" cy="14190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7605" h="141906">
                      <a:moveTo>
                        <a:pt x="25965" y="15142"/>
                      </a:moveTo>
                      <a:lnTo>
                        <a:pt x="3001" y="141906"/>
                      </a:lnTo>
                      <a:lnTo>
                        <a:pt x="0" y="103414"/>
                      </a:lnTo>
                      <a:lnTo>
                        <a:pt x="9634" y="0"/>
                      </a:lnTo>
                      <a:lnTo>
                        <a:pt x="27605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2" name="pg661">
                  <a:extLst>
                    <a:ext uri="{FF2B5EF4-FFF2-40B4-BE49-F238E27FC236}">
                      <a16:creationId xmlns:a16="http://schemas.microsoft.com/office/drawing/2014/main" id="{AA20D4B2-DFDF-06D9-82A8-B14916C6B9EB}"/>
                    </a:ext>
                  </a:extLst>
                </p:cNvPr>
                <p:cNvSpPr/>
                <p:nvPr/>
              </p:nvSpPr>
              <p:spPr>
                <a:xfrm>
                  <a:off x="4217860" y="1815621"/>
                  <a:ext cx="1042193" cy="97608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42192" h="937770">
                      <a:moveTo>
                        <a:pt x="1041757" y="966"/>
                      </a:moveTo>
                      <a:lnTo>
                        <a:pt x="998433" y="199714"/>
                      </a:lnTo>
                      <a:lnTo>
                        <a:pt x="938872" y="305648"/>
                      </a:lnTo>
                      <a:lnTo>
                        <a:pt x="884012" y="378917"/>
                      </a:lnTo>
                      <a:lnTo>
                        <a:pt x="827417" y="366805"/>
                      </a:lnTo>
                      <a:lnTo>
                        <a:pt x="840146" y="425026"/>
                      </a:lnTo>
                      <a:lnTo>
                        <a:pt x="824596" y="455352"/>
                      </a:lnTo>
                      <a:lnTo>
                        <a:pt x="811288" y="518619"/>
                      </a:lnTo>
                      <a:lnTo>
                        <a:pt x="777548" y="560552"/>
                      </a:lnTo>
                      <a:lnTo>
                        <a:pt x="745832" y="556515"/>
                      </a:lnTo>
                      <a:lnTo>
                        <a:pt x="700266" y="585419"/>
                      </a:lnTo>
                      <a:lnTo>
                        <a:pt x="682293" y="607532"/>
                      </a:lnTo>
                      <a:lnTo>
                        <a:pt x="680955" y="649879"/>
                      </a:lnTo>
                      <a:lnTo>
                        <a:pt x="650470" y="687132"/>
                      </a:lnTo>
                      <a:lnTo>
                        <a:pt x="540461" y="880650"/>
                      </a:lnTo>
                      <a:lnTo>
                        <a:pt x="444953" y="937770"/>
                      </a:lnTo>
                      <a:lnTo>
                        <a:pt x="422098" y="929465"/>
                      </a:lnTo>
                      <a:lnTo>
                        <a:pt x="447268" y="838120"/>
                      </a:lnTo>
                      <a:lnTo>
                        <a:pt x="464518" y="745766"/>
                      </a:lnTo>
                      <a:lnTo>
                        <a:pt x="406548" y="705576"/>
                      </a:lnTo>
                      <a:lnTo>
                        <a:pt x="351073" y="684334"/>
                      </a:lnTo>
                      <a:lnTo>
                        <a:pt x="287426" y="687132"/>
                      </a:lnTo>
                      <a:lnTo>
                        <a:pt x="217124" y="615332"/>
                      </a:lnTo>
                      <a:lnTo>
                        <a:pt x="126499" y="563121"/>
                      </a:lnTo>
                      <a:lnTo>
                        <a:pt x="0" y="421860"/>
                      </a:lnTo>
                      <a:lnTo>
                        <a:pt x="3688" y="382679"/>
                      </a:lnTo>
                      <a:lnTo>
                        <a:pt x="506" y="316935"/>
                      </a:lnTo>
                      <a:lnTo>
                        <a:pt x="38947" y="213064"/>
                      </a:lnTo>
                      <a:lnTo>
                        <a:pt x="75798" y="140438"/>
                      </a:lnTo>
                      <a:lnTo>
                        <a:pt x="126680" y="102817"/>
                      </a:lnTo>
                      <a:lnTo>
                        <a:pt x="274335" y="64508"/>
                      </a:lnTo>
                      <a:lnTo>
                        <a:pt x="311366" y="6884"/>
                      </a:lnTo>
                      <a:lnTo>
                        <a:pt x="314479" y="0"/>
                      </a:lnTo>
                      <a:lnTo>
                        <a:pt x="1042192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3" name="pg662">
                  <a:extLst>
                    <a:ext uri="{FF2B5EF4-FFF2-40B4-BE49-F238E27FC236}">
                      <a16:creationId xmlns:a16="http://schemas.microsoft.com/office/drawing/2014/main" id="{5396BD25-41CF-6E9B-D9B1-3506073DA1E1}"/>
                    </a:ext>
                  </a:extLst>
                </p:cNvPr>
                <p:cNvSpPr/>
                <p:nvPr/>
              </p:nvSpPr>
              <p:spPr>
                <a:xfrm>
                  <a:off x="2490533" y="1815621"/>
                  <a:ext cx="2088997" cy="3721185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088998" h="3682871">
                      <a:moveTo>
                        <a:pt x="1987487" y="41706"/>
                      </a:moveTo>
                      <a:lnTo>
                        <a:pt x="1877912" y="69968"/>
                      </a:lnTo>
                      <a:lnTo>
                        <a:pt x="1818858" y="101074"/>
                      </a:lnTo>
                      <a:lnTo>
                        <a:pt x="1771628" y="148650"/>
                      </a:lnTo>
                      <a:lnTo>
                        <a:pt x="1743674" y="208385"/>
                      </a:lnTo>
                      <a:lnTo>
                        <a:pt x="1680388" y="280369"/>
                      </a:lnTo>
                      <a:lnTo>
                        <a:pt x="1684836" y="328588"/>
                      </a:lnTo>
                      <a:lnTo>
                        <a:pt x="1695432" y="362859"/>
                      </a:lnTo>
                      <a:lnTo>
                        <a:pt x="1690550" y="434293"/>
                      </a:lnTo>
                      <a:lnTo>
                        <a:pt x="1730583" y="503937"/>
                      </a:lnTo>
                      <a:lnTo>
                        <a:pt x="1809961" y="618039"/>
                      </a:lnTo>
                      <a:lnTo>
                        <a:pt x="1825114" y="795269"/>
                      </a:lnTo>
                      <a:lnTo>
                        <a:pt x="1885687" y="913867"/>
                      </a:lnTo>
                      <a:lnTo>
                        <a:pt x="1978519" y="1052146"/>
                      </a:lnTo>
                      <a:lnTo>
                        <a:pt x="2049905" y="1091464"/>
                      </a:lnTo>
                      <a:lnTo>
                        <a:pt x="2053377" y="1142895"/>
                      </a:lnTo>
                      <a:lnTo>
                        <a:pt x="2020432" y="1227817"/>
                      </a:lnTo>
                      <a:lnTo>
                        <a:pt x="1977000" y="1266630"/>
                      </a:lnTo>
                      <a:lnTo>
                        <a:pt x="2033487" y="1258877"/>
                      </a:lnTo>
                      <a:lnTo>
                        <a:pt x="2061622" y="1278284"/>
                      </a:lnTo>
                      <a:lnTo>
                        <a:pt x="2088998" y="1349121"/>
                      </a:lnTo>
                      <a:lnTo>
                        <a:pt x="2086864" y="1421426"/>
                      </a:lnTo>
                      <a:lnTo>
                        <a:pt x="2077606" y="1462167"/>
                      </a:lnTo>
                      <a:lnTo>
                        <a:pt x="2060501" y="1478408"/>
                      </a:lnTo>
                      <a:lnTo>
                        <a:pt x="2061224" y="1436796"/>
                      </a:lnTo>
                      <a:lnTo>
                        <a:pt x="2049110" y="1422344"/>
                      </a:lnTo>
                      <a:lnTo>
                        <a:pt x="2029111" y="1440374"/>
                      </a:lnTo>
                      <a:lnTo>
                        <a:pt x="2016165" y="1460928"/>
                      </a:lnTo>
                      <a:lnTo>
                        <a:pt x="2010776" y="1541905"/>
                      </a:lnTo>
                      <a:lnTo>
                        <a:pt x="1997071" y="1582370"/>
                      </a:lnTo>
                      <a:lnTo>
                        <a:pt x="1948612" y="1594390"/>
                      </a:lnTo>
                      <a:lnTo>
                        <a:pt x="1899466" y="1700646"/>
                      </a:lnTo>
                      <a:lnTo>
                        <a:pt x="1853755" y="1760931"/>
                      </a:lnTo>
                      <a:lnTo>
                        <a:pt x="1673879" y="2168566"/>
                      </a:lnTo>
                      <a:lnTo>
                        <a:pt x="1680750" y="2236697"/>
                      </a:lnTo>
                      <a:lnTo>
                        <a:pt x="1647841" y="2258627"/>
                      </a:lnTo>
                      <a:lnTo>
                        <a:pt x="1598008" y="2276474"/>
                      </a:lnTo>
                      <a:lnTo>
                        <a:pt x="1547596" y="2317214"/>
                      </a:lnTo>
                      <a:lnTo>
                        <a:pt x="1514145" y="2362130"/>
                      </a:lnTo>
                      <a:lnTo>
                        <a:pt x="1483081" y="2482929"/>
                      </a:lnTo>
                      <a:lnTo>
                        <a:pt x="1423556" y="2618915"/>
                      </a:lnTo>
                      <a:lnTo>
                        <a:pt x="1386416" y="2562254"/>
                      </a:lnTo>
                      <a:lnTo>
                        <a:pt x="1376905" y="2513760"/>
                      </a:lnTo>
                      <a:lnTo>
                        <a:pt x="1393432" y="2387272"/>
                      </a:lnTo>
                      <a:lnTo>
                        <a:pt x="1457803" y="2179898"/>
                      </a:lnTo>
                      <a:lnTo>
                        <a:pt x="1528719" y="2050978"/>
                      </a:lnTo>
                      <a:lnTo>
                        <a:pt x="1582819" y="1989868"/>
                      </a:lnTo>
                      <a:lnTo>
                        <a:pt x="1627300" y="1865306"/>
                      </a:lnTo>
                      <a:lnTo>
                        <a:pt x="1571103" y="1846725"/>
                      </a:lnTo>
                      <a:lnTo>
                        <a:pt x="1485432" y="1848744"/>
                      </a:lnTo>
                      <a:lnTo>
                        <a:pt x="1501560" y="1791257"/>
                      </a:lnTo>
                      <a:lnTo>
                        <a:pt x="1526549" y="1740607"/>
                      </a:lnTo>
                      <a:lnTo>
                        <a:pt x="1481888" y="1690140"/>
                      </a:lnTo>
                      <a:lnTo>
                        <a:pt x="1455452" y="1683717"/>
                      </a:lnTo>
                      <a:lnTo>
                        <a:pt x="1428221" y="1663025"/>
                      </a:lnTo>
                      <a:lnTo>
                        <a:pt x="1460153" y="1621000"/>
                      </a:lnTo>
                      <a:lnTo>
                        <a:pt x="1475740" y="1576589"/>
                      </a:lnTo>
                      <a:lnTo>
                        <a:pt x="1466229" y="1522544"/>
                      </a:lnTo>
                      <a:lnTo>
                        <a:pt x="1479609" y="1481849"/>
                      </a:lnTo>
                      <a:lnTo>
                        <a:pt x="1457296" y="1487997"/>
                      </a:lnTo>
                      <a:lnTo>
                        <a:pt x="1421422" y="1531077"/>
                      </a:lnTo>
                      <a:lnTo>
                        <a:pt x="1399110" y="1548282"/>
                      </a:lnTo>
                      <a:lnTo>
                        <a:pt x="1385512" y="1510156"/>
                      </a:lnTo>
                      <a:lnTo>
                        <a:pt x="1369998" y="1518782"/>
                      </a:lnTo>
                      <a:lnTo>
                        <a:pt x="1359909" y="1544979"/>
                      </a:lnTo>
                      <a:lnTo>
                        <a:pt x="1337017" y="1559385"/>
                      </a:lnTo>
                      <a:lnTo>
                        <a:pt x="1288667" y="1523553"/>
                      </a:lnTo>
                      <a:lnTo>
                        <a:pt x="1218184" y="1482537"/>
                      </a:lnTo>
                      <a:lnTo>
                        <a:pt x="1178947" y="1411975"/>
                      </a:lnTo>
                      <a:lnTo>
                        <a:pt x="1156562" y="1357287"/>
                      </a:lnTo>
                      <a:lnTo>
                        <a:pt x="1179309" y="1258326"/>
                      </a:lnTo>
                      <a:lnTo>
                        <a:pt x="1228021" y="1240755"/>
                      </a:lnTo>
                      <a:lnTo>
                        <a:pt x="1291307" y="1256812"/>
                      </a:lnTo>
                      <a:lnTo>
                        <a:pt x="1374265" y="1256675"/>
                      </a:lnTo>
                      <a:lnTo>
                        <a:pt x="1362404" y="1234699"/>
                      </a:lnTo>
                      <a:lnTo>
                        <a:pt x="1332786" y="1238323"/>
                      </a:lnTo>
                      <a:lnTo>
                        <a:pt x="1245343" y="1158035"/>
                      </a:lnTo>
                      <a:lnTo>
                        <a:pt x="1217208" y="1109541"/>
                      </a:lnTo>
                      <a:lnTo>
                        <a:pt x="1168821" y="1096236"/>
                      </a:lnTo>
                      <a:lnTo>
                        <a:pt x="1146762" y="1142849"/>
                      </a:lnTo>
                      <a:lnTo>
                        <a:pt x="1122279" y="1155236"/>
                      </a:lnTo>
                      <a:lnTo>
                        <a:pt x="1152512" y="1053247"/>
                      </a:lnTo>
                      <a:lnTo>
                        <a:pt x="1192038" y="1049072"/>
                      </a:lnTo>
                      <a:lnTo>
                        <a:pt x="1250406" y="1020811"/>
                      </a:lnTo>
                      <a:lnTo>
                        <a:pt x="1233445" y="961764"/>
                      </a:lnTo>
                      <a:lnTo>
                        <a:pt x="1196595" y="935934"/>
                      </a:lnTo>
                      <a:lnTo>
                        <a:pt x="1130054" y="968325"/>
                      </a:lnTo>
                      <a:lnTo>
                        <a:pt x="1130850" y="926804"/>
                      </a:lnTo>
                      <a:lnTo>
                        <a:pt x="1143326" y="873631"/>
                      </a:lnTo>
                      <a:lnTo>
                        <a:pt x="1193485" y="873814"/>
                      </a:lnTo>
                      <a:lnTo>
                        <a:pt x="1237423" y="891156"/>
                      </a:lnTo>
                      <a:lnTo>
                        <a:pt x="1274816" y="805271"/>
                      </a:lnTo>
                      <a:lnTo>
                        <a:pt x="1276480" y="766916"/>
                      </a:lnTo>
                      <a:lnTo>
                        <a:pt x="1214351" y="822659"/>
                      </a:lnTo>
                      <a:lnTo>
                        <a:pt x="1200392" y="702410"/>
                      </a:lnTo>
                      <a:lnTo>
                        <a:pt x="1261544" y="586428"/>
                      </a:lnTo>
                      <a:lnTo>
                        <a:pt x="1319876" y="535869"/>
                      </a:lnTo>
                      <a:lnTo>
                        <a:pt x="1392745" y="537337"/>
                      </a:lnTo>
                      <a:lnTo>
                        <a:pt x="1466807" y="529171"/>
                      </a:lnTo>
                      <a:lnTo>
                        <a:pt x="1420338" y="507929"/>
                      </a:lnTo>
                      <a:lnTo>
                        <a:pt x="1372638" y="496413"/>
                      </a:lnTo>
                      <a:lnTo>
                        <a:pt x="1408476" y="450580"/>
                      </a:lnTo>
                      <a:lnTo>
                        <a:pt x="1439034" y="442368"/>
                      </a:lnTo>
                      <a:lnTo>
                        <a:pt x="1469050" y="402407"/>
                      </a:lnTo>
                      <a:lnTo>
                        <a:pt x="1396868" y="408326"/>
                      </a:lnTo>
                      <a:lnTo>
                        <a:pt x="1405366" y="332717"/>
                      </a:lnTo>
                      <a:lnTo>
                        <a:pt x="1370287" y="348086"/>
                      </a:lnTo>
                      <a:lnTo>
                        <a:pt x="1328302" y="355198"/>
                      </a:lnTo>
                      <a:lnTo>
                        <a:pt x="1311956" y="387267"/>
                      </a:lnTo>
                      <a:lnTo>
                        <a:pt x="1315175" y="440533"/>
                      </a:lnTo>
                      <a:lnTo>
                        <a:pt x="1302915" y="475492"/>
                      </a:lnTo>
                      <a:lnTo>
                        <a:pt x="1270260" y="503570"/>
                      </a:lnTo>
                      <a:lnTo>
                        <a:pt x="1215111" y="525455"/>
                      </a:lnTo>
                      <a:lnTo>
                        <a:pt x="1209758" y="487513"/>
                      </a:lnTo>
                      <a:lnTo>
                        <a:pt x="1191532" y="470308"/>
                      </a:lnTo>
                      <a:lnTo>
                        <a:pt x="1184733" y="551560"/>
                      </a:lnTo>
                      <a:lnTo>
                        <a:pt x="1170268" y="579179"/>
                      </a:lnTo>
                      <a:lnTo>
                        <a:pt x="1129946" y="502928"/>
                      </a:lnTo>
                      <a:lnTo>
                        <a:pt x="1117831" y="518298"/>
                      </a:lnTo>
                      <a:lnTo>
                        <a:pt x="1119386" y="539952"/>
                      </a:lnTo>
                      <a:lnTo>
                        <a:pt x="1109080" y="577390"/>
                      </a:lnTo>
                      <a:lnTo>
                        <a:pt x="1074507" y="596888"/>
                      </a:lnTo>
                      <a:lnTo>
                        <a:pt x="1076641" y="644878"/>
                      </a:lnTo>
                      <a:lnTo>
                        <a:pt x="1063225" y="671029"/>
                      </a:lnTo>
                      <a:lnTo>
                        <a:pt x="952492" y="629371"/>
                      </a:lnTo>
                      <a:lnTo>
                        <a:pt x="949889" y="643501"/>
                      </a:lnTo>
                      <a:lnTo>
                        <a:pt x="1012524" y="733333"/>
                      </a:lnTo>
                      <a:lnTo>
                        <a:pt x="1058270" y="764026"/>
                      </a:lnTo>
                      <a:lnTo>
                        <a:pt x="1063839" y="813024"/>
                      </a:lnTo>
                      <a:lnTo>
                        <a:pt x="1024566" y="853673"/>
                      </a:lnTo>
                      <a:lnTo>
                        <a:pt x="970393" y="818576"/>
                      </a:lnTo>
                      <a:lnTo>
                        <a:pt x="961280" y="821145"/>
                      </a:lnTo>
                      <a:lnTo>
                        <a:pt x="990717" y="881338"/>
                      </a:lnTo>
                      <a:lnTo>
                        <a:pt x="1009269" y="933916"/>
                      </a:lnTo>
                      <a:lnTo>
                        <a:pt x="990175" y="977960"/>
                      </a:lnTo>
                      <a:lnTo>
                        <a:pt x="993140" y="1032189"/>
                      </a:lnTo>
                      <a:lnTo>
                        <a:pt x="989017" y="1081371"/>
                      </a:lnTo>
                      <a:lnTo>
                        <a:pt x="977337" y="1124268"/>
                      </a:lnTo>
                      <a:lnTo>
                        <a:pt x="1003663" y="1322006"/>
                      </a:lnTo>
                      <a:lnTo>
                        <a:pt x="1035379" y="1375777"/>
                      </a:lnTo>
                      <a:lnTo>
                        <a:pt x="1066552" y="1427207"/>
                      </a:lnTo>
                      <a:lnTo>
                        <a:pt x="1083078" y="1475334"/>
                      </a:lnTo>
                      <a:lnTo>
                        <a:pt x="1049989" y="1482354"/>
                      </a:lnTo>
                      <a:lnTo>
                        <a:pt x="997299" y="1442760"/>
                      </a:lnTo>
                      <a:lnTo>
                        <a:pt x="951010" y="1412572"/>
                      </a:lnTo>
                      <a:lnTo>
                        <a:pt x="895861" y="1316042"/>
                      </a:lnTo>
                      <a:lnTo>
                        <a:pt x="886747" y="1277504"/>
                      </a:lnTo>
                      <a:lnTo>
                        <a:pt x="873295" y="1247040"/>
                      </a:lnTo>
                      <a:lnTo>
                        <a:pt x="879804" y="1317006"/>
                      </a:lnTo>
                      <a:lnTo>
                        <a:pt x="899477" y="1395138"/>
                      </a:lnTo>
                      <a:lnTo>
                        <a:pt x="1072193" y="1569983"/>
                      </a:lnTo>
                      <a:lnTo>
                        <a:pt x="1104089" y="1637058"/>
                      </a:lnTo>
                      <a:lnTo>
                        <a:pt x="1128391" y="1689773"/>
                      </a:lnTo>
                      <a:lnTo>
                        <a:pt x="1122279" y="1740286"/>
                      </a:lnTo>
                      <a:lnTo>
                        <a:pt x="1077256" y="1704546"/>
                      </a:lnTo>
                      <a:lnTo>
                        <a:pt x="1038416" y="1658988"/>
                      </a:lnTo>
                      <a:lnTo>
                        <a:pt x="935315" y="1607512"/>
                      </a:lnTo>
                      <a:lnTo>
                        <a:pt x="805308" y="1574983"/>
                      </a:lnTo>
                      <a:lnTo>
                        <a:pt x="732004" y="1455331"/>
                      </a:lnTo>
                      <a:lnTo>
                        <a:pt x="732258" y="1505247"/>
                      </a:lnTo>
                      <a:lnTo>
                        <a:pt x="715984" y="1547594"/>
                      </a:lnTo>
                      <a:lnTo>
                        <a:pt x="671178" y="1495980"/>
                      </a:lnTo>
                      <a:lnTo>
                        <a:pt x="642934" y="1451936"/>
                      </a:lnTo>
                      <a:lnTo>
                        <a:pt x="633459" y="1403671"/>
                      </a:lnTo>
                      <a:lnTo>
                        <a:pt x="577515" y="1406974"/>
                      </a:lnTo>
                      <a:lnTo>
                        <a:pt x="518858" y="1448908"/>
                      </a:lnTo>
                      <a:lnTo>
                        <a:pt x="462117" y="1438952"/>
                      </a:lnTo>
                      <a:lnTo>
                        <a:pt x="455391" y="1357104"/>
                      </a:lnTo>
                      <a:lnTo>
                        <a:pt x="470724" y="1313748"/>
                      </a:lnTo>
                      <a:lnTo>
                        <a:pt x="534408" y="1211209"/>
                      </a:lnTo>
                      <a:lnTo>
                        <a:pt x="594403" y="1158861"/>
                      </a:lnTo>
                      <a:lnTo>
                        <a:pt x="620875" y="1091281"/>
                      </a:lnTo>
                      <a:lnTo>
                        <a:pt x="611834" y="986493"/>
                      </a:lnTo>
                      <a:lnTo>
                        <a:pt x="600551" y="1093116"/>
                      </a:lnTo>
                      <a:lnTo>
                        <a:pt x="566268" y="1145969"/>
                      </a:lnTo>
                      <a:lnTo>
                        <a:pt x="512384" y="1186342"/>
                      </a:lnTo>
                      <a:lnTo>
                        <a:pt x="441468" y="1258280"/>
                      </a:lnTo>
                      <a:lnTo>
                        <a:pt x="424146" y="1324805"/>
                      </a:lnTo>
                      <a:lnTo>
                        <a:pt x="402014" y="1449367"/>
                      </a:lnTo>
                      <a:lnTo>
                        <a:pt x="431957" y="1491529"/>
                      </a:lnTo>
                      <a:lnTo>
                        <a:pt x="462551" y="1502540"/>
                      </a:lnTo>
                      <a:lnTo>
                        <a:pt x="552924" y="1474279"/>
                      </a:lnTo>
                      <a:lnTo>
                        <a:pt x="599683" y="1486896"/>
                      </a:lnTo>
                      <a:lnTo>
                        <a:pt x="703689" y="1636874"/>
                      </a:lnTo>
                      <a:lnTo>
                        <a:pt x="897343" y="1696196"/>
                      </a:lnTo>
                      <a:lnTo>
                        <a:pt x="967970" y="1733266"/>
                      </a:lnTo>
                      <a:lnTo>
                        <a:pt x="1025542" y="1811536"/>
                      </a:lnTo>
                      <a:lnTo>
                        <a:pt x="1112081" y="1856589"/>
                      </a:lnTo>
                      <a:lnTo>
                        <a:pt x="1179237" y="1922058"/>
                      </a:lnTo>
                      <a:lnTo>
                        <a:pt x="1181045" y="1964772"/>
                      </a:lnTo>
                      <a:lnTo>
                        <a:pt x="1157792" y="2015285"/>
                      </a:lnTo>
                      <a:lnTo>
                        <a:pt x="1148606" y="2083644"/>
                      </a:lnTo>
                      <a:lnTo>
                        <a:pt x="1120073" y="2126771"/>
                      </a:lnTo>
                      <a:lnTo>
                        <a:pt x="1051580" y="2131726"/>
                      </a:lnTo>
                      <a:lnTo>
                        <a:pt x="1010209" y="2120623"/>
                      </a:lnTo>
                      <a:lnTo>
                        <a:pt x="787804" y="1880308"/>
                      </a:lnTo>
                      <a:lnTo>
                        <a:pt x="761261" y="1858195"/>
                      </a:lnTo>
                      <a:lnTo>
                        <a:pt x="678772" y="1732349"/>
                      </a:lnTo>
                      <a:lnTo>
                        <a:pt x="581999" y="1664952"/>
                      </a:lnTo>
                      <a:lnTo>
                        <a:pt x="552056" y="1666374"/>
                      </a:lnTo>
                      <a:lnTo>
                        <a:pt x="689802" y="1791028"/>
                      </a:lnTo>
                      <a:lnTo>
                        <a:pt x="746036" y="1878198"/>
                      </a:lnTo>
                      <a:lnTo>
                        <a:pt x="845087" y="2000420"/>
                      </a:lnTo>
                      <a:lnTo>
                        <a:pt x="915895" y="2052171"/>
                      </a:lnTo>
                      <a:lnTo>
                        <a:pt x="968006" y="2132918"/>
                      </a:lnTo>
                      <a:lnTo>
                        <a:pt x="1016429" y="2170769"/>
                      </a:lnTo>
                      <a:lnTo>
                        <a:pt x="1148642" y="2224676"/>
                      </a:lnTo>
                      <a:lnTo>
                        <a:pt x="1102679" y="2263398"/>
                      </a:lnTo>
                      <a:lnTo>
                        <a:pt x="1176054" y="2296385"/>
                      </a:lnTo>
                      <a:lnTo>
                        <a:pt x="1186542" y="2357037"/>
                      </a:lnTo>
                      <a:lnTo>
                        <a:pt x="1179815" y="2426177"/>
                      </a:lnTo>
                      <a:lnTo>
                        <a:pt x="1077979" y="2398833"/>
                      </a:lnTo>
                      <a:lnTo>
                        <a:pt x="1074652" y="2449759"/>
                      </a:lnTo>
                      <a:lnTo>
                        <a:pt x="1083765" y="2479810"/>
                      </a:lnTo>
                      <a:lnTo>
                        <a:pt x="1038778" y="2504630"/>
                      </a:lnTo>
                      <a:lnTo>
                        <a:pt x="976216" y="2470955"/>
                      </a:lnTo>
                      <a:lnTo>
                        <a:pt x="813770" y="2286751"/>
                      </a:lnTo>
                      <a:lnTo>
                        <a:pt x="815144" y="2311388"/>
                      </a:lnTo>
                      <a:lnTo>
                        <a:pt x="828307" y="2339970"/>
                      </a:lnTo>
                      <a:lnTo>
                        <a:pt x="922513" y="2458568"/>
                      </a:lnTo>
                      <a:lnTo>
                        <a:pt x="1006593" y="2529680"/>
                      </a:lnTo>
                      <a:lnTo>
                        <a:pt x="1077871" y="2561796"/>
                      </a:lnTo>
                      <a:lnTo>
                        <a:pt x="1132803" y="2621392"/>
                      </a:lnTo>
                      <a:lnTo>
                        <a:pt x="1152186" y="2657453"/>
                      </a:lnTo>
                      <a:lnTo>
                        <a:pt x="1165133" y="2712141"/>
                      </a:lnTo>
                      <a:lnTo>
                        <a:pt x="1124413" y="2749303"/>
                      </a:lnTo>
                      <a:lnTo>
                        <a:pt x="1078051" y="2769811"/>
                      </a:lnTo>
                      <a:lnTo>
                        <a:pt x="1032775" y="2732741"/>
                      </a:lnTo>
                      <a:lnTo>
                        <a:pt x="999577" y="2693698"/>
                      </a:lnTo>
                      <a:lnTo>
                        <a:pt x="928878" y="2627403"/>
                      </a:lnTo>
                      <a:lnTo>
                        <a:pt x="907686" y="2553308"/>
                      </a:lnTo>
                      <a:lnTo>
                        <a:pt x="853911" y="2557116"/>
                      </a:lnTo>
                      <a:lnTo>
                        <a:pt x="629156" y="2463156"/>
                      </a:lnTo>
                      <a:lnTo>
                        <a:pt x="448520" y="2452328"/>
                      </a:lnTo>
                      <a:lnTo>
                        <a:pt x="466168" y="2471230"/>
                      </a:lnTo>
                      <a:lnTo>
                        <a:pt x="489023" y="2483801"/>
                      </a:lnTo>
                      <a:lnTo>
                        <a:pt x="632881" y="2506970"/>
                      </a:lnTo>
                      <a:lnTo>
                        <a:pt x="689730" y="2550234"/>
                      </a:lnTo>
                      <a:lnTo>
                        <a:pt x="808056" y="2588635"/>
                      </a:lnTo>
                      <a:lnTo>
                        <a:pt x="877345" y="2599141"/>
                      </a:lnTo>
                      <a:lnTo>
                        <a:pt x="905444" y="2717096"/>
                      </a:lnTo>
                      <a:lnTo>
                        <a:pt x="1001204" y="2798256"/>
                      </a:lnTo>
                      <a:lnTo>
                        <a:pt x="1013645" y="2858403"/>
                      </a:lnTo>
                      <a:lnTo>
                        <a:pt x="1079028" y="2865148"/>
                      </a:lnTo>
                      <a:lnTo>
                        <a:pt x="1194063" y="2806147"/>
                      </a:lnTo>
                      <a:lnTo>
                        <a:pt x="1268307" y="2826839"/>
                      </a:lnTo>
                      <a:lnTo>
                        <a:pt x="1375386" y="2843722"/>
                      </a:lnTo>
                      <a:lnTo>
                        <a:pt x="1399869" y="2891345"/>
                      </a:lnTo>
                      <a:lnTo>
                        <a:pt x="1418240" y="2981956"/>
                      </a:lnTo>
                      <a:lnTo>
                        <a:pt x="1456103" y="3083899"/>
                      </a:lnTo>
                      <a:lnTo>
                        <a:pt x="1554287" y="3485845"/>
                      </a:lnTo>
                      <a:lnTo>
                        <a:pt x="1642687" y="3682871"/>
                      </a:lnTo>
                      <a:lnTo>
                        <a:pt x="1615976" y="3682871"/>
                      </a:lnTo>
                      <a:lnTo>
                        <a:pt x="1576238" y="3603800"/>
                      </a:lnTo>
                      <a:lnTo>
                        <a:pt x="1515845" y="3446573"/>
                      </a:lnTo>
                      <a:lnTo>
                        <a:pt x="1453789" y="3168959"/>
                      </a:lnTo>
                      <a:lnTo>
                        <a:pt x="1435779" y="3106793"/>
                      </a:lnTo>
                      <a:lnTo>
                        <a:pt x="1414588" y="3081972"/>
                      </a:lnTo>
                      <a:lnTo>
                        <a:pt x="1400629" y="3102159"/>
                      </a:lnTo>
                      <a:lnTo>
                        <a:pt x="1394625" y="3137532"/>
                      </a:lnTo>
                      <a:lnTo>
                        <a:pt x="1404751" y="3164692"/>
                      </a:lnTo>
                      <a:lnTo>
                        <a:pt x="1380305" y="3256083"/>
                      </a:lnTo>
                      <a:lnTo>
                        <a:pt x="1390901" y="3298016"/>
                      </a:lnTo>
                      <a:lnTo>
                        <a:pt x="1430608" y="3341372"/>
                      </a:lnTo>
                      <a:lnTo>
                        <a:pt x="1473751" y="3449555"/>
                      </a:lnTo>
                      <a:lnTo>
                        <a:pt x="1508214" y="3595221"/>
                      </a:lnTo>
                      <a:lnTo>
                        <a:pt x="1461600" y="3536174"/>
                      </a:lnTo>
                      <a:lnTo>
                        <a:pt x="1411839" y="3504885"/>
                      </a:lnTo>
                      <a:lnTo>
                        <a:pt x="1334413" y="3480890"/>
                      </a:lnTo>
                      <a:lnTo>
                        <a:pt x="1265450" y="3438819"/>
                      </a:lnTo>
                      <a:lnTo>
                        <a:pt x="1270477" y="3499150"/>
                      </a:lnTo>
                      <a:lnTo>
                        <a:pt x="1263859" y="3564298"/>
                      </a:lnTo>
                      <a:lnTo>
                        <a:pt x="1210699" y="3544433"/>
                      </a:lnTo>
                      <a:lnTo>
                        <a:pt x="1174535" y="3522824"/>
                      </a:lnTo>
                      <a:lnTo>
                        <a:pt x="1206540" y="3592239"/>
                      </a:lnTo>
                      <a:lnTo>
                        <a:pt x="1137070" y="3571410"/>
                      </a:lnTo>
                      <a:lnTo>
                        <a:pt x="1090781" y="3575768"/>
                      </a:lnTo>
                      <a:lnTo>
                        <a:pt x="1060693" y="3637384"/>
                      </a:lnTo>
                      <a:lnTo>
                        <a:pt x="1020335" y="3674775"/>
                      </a:lnTo>
                      <a:lnTo>
                        <a:pt x="980297" y="3682871"/>
                      </a:lnTo>
                      <a:lnTo>
                        <a:pt x="954427" y="3682871"/>
                      </a:lnTo>
                      <a:lnTo>
                        <a:pt x="872137" y="3630502"/>
                      </a:lnTo>
                      <a:lnTo>
                        <a:pt x="843460" y="3562096"/>
                      </a:lnTo>
                      <a:lnTo>
                        <a:pt x="831598" y="3485937"/>
                      </a:lnTo>
                      <a:lnTo>
                        <a:pt x="826861" y="3575997"/>
                      </a:lnTo>
                      <a:lnTo>
                        <a:pt x="842628" y="3669774"/>
                      </a:lnTo>
                      <a:lnTo>
                        <a:pt x="841612" y="3682871"/>
                      </a:lnTo>
                      <a:lnTo>
                        <a:pt x="0" y="3682871"/>
                      </a:lnTo>
                      <a:lnTo>
                        <a:pt x="0" y="0"/>
                      </a:lnTo>
                      <a:lnTo>
                        <a:pt x="2024089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4" name="pg663">
                  <a:extLst>
                    <a:ext uri="{FF2B5EF4-FFF2-40B4-BE49-F238E27FC236}">
                      <a16:creationId xmlns:a16="http://schemas.microsoft.com/office/drawing/2014/main" id="{192400E0-D13D-1C64-7184-07D2B50FCA68}"/>
                    </a:ext>
                  </a:extLst>
                </p:cNvPr>
                <p:cNvSpPr/>
                <p:nvPr/>
              </p:nvSpPr>
              <p:spPr>
                <a:xfrm>
                  <a:off x="5159228" y="2035019"/>
                  <a:ext cx="108453" cy="203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8453" h="203932">
                      <a:moveTo>
                        <a:pt x="1988" y="203932"/>
                      </a:moveTo>
                      <a:lnTo>
                        <a:pt x="0" y="176588"/>
                      </a:lnTo>
                      <a:lnTo>
                        <a:pt x="108453" y="0"/>
                      </a:lnTo>
                      <a:lnTo>
                        <a:pt x="88853" y="61707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5" name="pg664">
                  <a:extLst>
                    <a:ext uri="{FF2B5EF4-FFF2-40B4-BE49-F238E27FC236}">
                      <a16:creationId xmlns:a16="http://schemas.microsoft.com/office/drawing/2014/main" id="{C7B9846E-561E-9FF8-B887-CC7F70F83F58}"/>
                    </a:ext>
                  </a:extLst>
                </p:cNvPr>
                <p:cNvSpPr/>
                <p:nvPr/>
              </p:nvSpPr>
              <p:spPr>
                <a:xfrm>
                  <a:off x="4325772" y="3395883"/>
                  <a:ext cx="207830" cy="4002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07830" h="400294">
                      <a:moveTo>
                        <a:pt x="0" y="400294"/>
                      </a:moveTo>
                      <a:lnTo>
                        <a:pt x="112974" y="212144"/>
                      </a:lnTo>
                      <a:lnTo>
                        <a:pt x="178574" y="54504"/>
                      </a:lnTo>
                      <a:lnTo>
                        <a:pt x="207830" y="0"/>
                      </a:lnTo>
                      <a:lnTo>
                        <a:pt x="179442" y="110476"/>
                      </a:lnTo>
                      <a:lnTo>
                        <a:pt x="129826" y="212052"/>
                      </a:lnTo>
                      <a:lnTo>
                        <a:pt x="33668" y="38506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6" name="pt665">
                  <a:extLst>
                    <a:ext uri="{FF2B5EF4-FFF2-40B4-BE49-F238E27FC236}">
                      <a16:creationId xmlns:a16="http://schemas.microsoft.com/office/drawing/2014/main" id="{E50C0618-F071-DF2E-4D6E-6AA616D5FF16}"/>
                    </a:ext>
                  </a:extLst>
                </p:cNvPr>
                <p:cNvSpPr/>
                <p:nvPr/>
              </p:nvSpPr>
              <p:spPr>
                <a:xfrm>
                  <a:off x="4042131" y="3963949"/>
                  <a:ext cx="144506" cy="144506"/>
                </a:xfrm>
                <a:prstGeom prst="ellipse">
                  <a:avLst/>
                </a:prstGeom>
                <a:solidFill>
                  <a:srgbClr val="B5E8D1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7" name="pt666">
                  <a:extLst>
                    <a:ext uri="{FF2B5EF4-FFF2-40B4-BE49-F238E27FC236}">
                      <a16:creationId xmlns:a16="http://schemas.microsoft.com/office/drawing/2014/main" id="{71027378-68D8-7DD7-75C5-8CC8A9D3B932}"/>
                    </a:ext>
                  </a:extLst>
                </p:cNvPr>
                <p:cNvSpPr/>
                <p:nvPr/>
              </p:nvSpPr>
              <p:spPr>
                <a:xfrm>
                  <a:off x="4598279" y="2594972"/>
                  <a:ext cx="144506" cy="144506"/>
                </a:xfrm>
                <a:prstGeom prst="ellipse">
                  <a:avLst/>
                </a:prstGeom>
                <a:solidFill>
                  <a:srgbClr val="C7EDD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8" name="pt667">
                  <a:extLst>
                    <a:ext uri="{FF2B5EF4-FFF2-40B4-BE49-F238E27FC236}">
                      <a16:creationId xmlns:a16="http://schemas.microsoft.com/office/drawing/2014/main" id="{D08BD5AC-710B-EA51-6E92-F652636F6D6B}"/>
                    </a:ext>
                  </a:extLst>
                </p:cNvPr>
                <p:cNvSpPr/>
                <p:nvPr/>
              </p:nvSpPr>
              <p:spPr>
                <a:xfrm>
                  <a:off x="4150995" y="2255653"/>
                  <a:ext cx="144506" cy="144506"/>
                </a:xfrm>
                <a:prstGeom prst="ellipse">
                  <a:avLst/>
                </a:prstGeom>
                <a:solidFill>
                  <a:srgbClr val="ACE5C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9" name="pt668">
                  <a:extLst>
                    <a:ext uri="{FF2B5EF4-FFF2-40B4-BE49-F238E27FC236}">
                      <a16:creationId xmlns:a16="http://schemas.microsoft.com/office/drawing/2014/main" id="{B444759A-5FFA-638B-7DCF-3DB81E448650}"/>
                    </a:ext>
                  </a:extLst>
                </p:cNvPr>
                <p:cNvSpPr/>
                <p:nvPr/>
              </p:nvSpPr>
              <p:spPr>
                <a:xfrm>
                  <a:off x="3069870" y="3287113"/>
                  <a:ext cx="144506" cy="144506"/>
                </a:xfrm>
                <a:prstGeom prst="ellipse">
                  <a:avLst/>
                </a:prstGeom>
                <a:solidFill>
                  <a:srgbClr val="B3E7CF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0" name="pt669">
                  <a:extLst>
                    <a:ext uri="{FF2B5EF4-FFF2-40B4-BE49-F238E27FC236}">
                      <a16:creationId xmlns:a16="http://schemas.microsoft.com/office/drawing/2014/main" id="{70F3B4E8-8855-94D3-A48A-7D2751BD1EEB}"/>
                    </a:ext>
                  </a:extLst>
                </p:cNvPr>
                <p:cNvSpPr/>
                <p:nvPr/>
              </p:nvSpPr>
              <p:spPr>
                <a:xfrm>
                  <a:off x="3376420" y="4483362"/>
                  <a:ext cx="144506" cy="144506"/>
                </a:xfrm>
                <a:prstGeom prst="ellipse">
                  <a:avLst/>
                </a:prstGeom>
                <a:solidFill>
                  <a:srgbClr val="D6F2E1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1" name="pt670">
                  <a:extLst>
                    <a:ext uri="{FF2B5EF4-FFF2-40B4-BE49-F238E27FC236}">
                      <a16:creationId xmlns:a16="http://schemas.microsoft.com/office/drawing/2014/main" id="{3F891FB5-4DE9-0950-48DC-FA88BD958BB8}"/>
                    </a:ext>
                  </a:extLst>
                </p:cNvPr>
                <p:cNvSpPr/>
                <p:nvPr/>
              </p:nvSpPr>
              <p:spPr>
                <a:xfrm>
                  <a:off x="3451137" y="3622232"/>
                  <a:ext cx="144506" cy="144506"/>
                </a:xfrm>
                <a:prstGeom prst="ellipse">
                  <a:avLst/>
                </a:prstGeom>
                <a:solidFill>
                  <a:srgbClr val="CBEFDB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2" name="pt671">
                  <a:extLst>
                    <a:ext uri="{FF2B5EF4-FFF2-40B4-BE49-F238E27FC236}">
                      <a16:creationId xmlns:a16="http://schemas.microsoft.com/office/drawing/2014/main" id="{F7524C7A-DCE5-BF89-834D-F93E3F1FF694}"/>
                    </a:ext>
                  </a:extLst>
                </p:cNvPr>
                <p:cNvSpPr/>
                <p:nvPr/>
              </p:nvSpPr>
              <p:spPr>
                <a:xfrm>
                  <a:off x="3423386" y="4310975"/>
                  <a:ext cx="144506" cy="144506"/>
                </a:xfrm>
                <a:prstGeom prst="ellipse">
                  <a:avLst/>
                </a:prstGeom>
                <a:solidFill>
                  <a:srgbClr val="DCF4E4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3" name="pt672">
                  <a:extLst>
                    <a:ext uri="{FF2B5EF4-FFF2-40B4-BE49-F238E27FC236}">
                      <a16:creationId xmlns:a16="http://schemas.microsoft.com/office/drawing/2014/main" id="{E9DA39CD-02DD-3723-2BAD-935BA84F96F5}"/>
                    </a:ext>
                  </a:extLst>
                </p:cNvPr>
                <p:cNvSpPr/>
                <p:nvPr/>
              </p:nvSpPr>
              <p:spPr>
                <a:xfrm>
                  <a:off x="3322218" y="4429159"/>
                  <a:ext cx="252911" cy="252911"/>
                </a:xfrm>
                <a:prstGeom prst="ellipse">
                  <a:avLst/>
                </a:prstGeom>
                <a:solidFill>
                  <a:srgbClr val="BAE9D3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4" name="pt673">
                  <a:extLst>
                    <a:ext uri="{FF2B5EF4-FFF2-40B4-BE49-F238E27FC236}">
                      <a16:creationId xmlns:a16="http://schemas.microsoft.com/office/drawing/2014/main" id="{A35286EC-9846-83AD-C419-1CF7933AD8FC}"/>
                    </a:ext>
                  </a:extLst>
                </p:cNvPr>
                <p:cNvSpPr/>
                <p:nvPr/>
              </p:nvSpPr>
              <p:spPr>
                <a:xfrm>
                  <a:off x="3396934" y="3568029"/>
                  <a:ext cx="252911" cy="252911"/>
                </a:xfrm>
                <a:prstGeom prst="ellipse">
                  <a:avLst/>
                </a:prstGeom>
                <a:solidFill>
                  <a:srgbClr val="56BEAB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5" name="pt674">
                  <a:extLst>
                    <a:ext uri="{FF2B5EF4-FFF2-40B4-BE49-F238E27FC236}">
                      <a16:creationId xmlns:a16="http://schemas.microsoft.com/office/drawing/2014/main" id="{8134D4F0-FCDE-0D06-1FB5-67B0E722CFE6}"/>
                    </a:ext>
                  </a:extLst>
                </p:cNvPr>
                <p:cNvSpPr/>
                <p:nvPr/>
              </p:nvSpPr>
              <p:spPr>
                <a:xfrm>
                  <a:off x="3369184" y="4256773"/>
                  <a:ext cx="252911" cy="252911"/>
                </a:xfrm>
                <a:prstGeom prst="ellipse">
                  <a:avLst/>
                </a:prstGeom>
                <a:solidFill>
                  <a:srgbClr val="DAF4E3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6" name="pg675">
                  <a:extLst>
                    <a:ext uri="{FF2B5EF4-FFF2-40B4-BE49-F238E27FC236}">
                      <a16:creationId xmlns:a16="http://schemas.microsoft.com/office/drawing/2014/main" id="{F385185E-E161-727F-E89B-24E41BAE6FEA}"/>
                    </a:ext>
                  </a:extLst>
                </p:cNvPr>
                <p:cNvSpPr/>
                <p:nvPr/>
              </p:nvSpPr>
              <p:spPr>
                <a:xfrm>
                  <a:off x="3287769" y="4134760"/>
                  <a:ext cx="267615" cy="23176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67615" h="231762">
                      <a:moveTo>
                        <a:pt x="133807" y="0"/>
                      </a:moveTo>
                      <a:lnTo>
                        <a:pt x="267615" y="231762"/>
                      </a:lnTo>
                      <a:lnTo>
                        <a:pt x="0" y="231762"/>
                      </a:lnTo>
                      <a:close/>
                    </a:path>
                  </a:pathLst>
                </a:custGeom>
                <a:solidFill>
                  <a:srgbClr val="FF1493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7" name="pl676">
                  <a:extLst>
                    <a:ext uri="{FF2B5EF4-FFF2-40B4-BE49-F238E27FC236}">
                      <a16:creationId xmlns:a16="http://schemas.microsoft.com/office/drawing/2014/main" id="{7062D3E1-A937-1C92-1800-7879D279DDBF}"/>
                    </a:ext>
                  </a:extLst>
                </p:cNvPr>
                <p:cNvSpPr/>
                <p:nvPr/>
              </p:nvSpPr>
              <p:spPr>
                <a:xfrm>
                  <a:off x="3462321" y="4206482"/>
                  <a:ext cx="1080384" cy="34477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80384" h="344777">
                      <a:moveTo>
                        <a:pt x="1080384" y="0"/>
                      </a:moveTo>
                      <a:lnTo>
                        <a:pt x="0" y="344777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8" name="pl677">
                  <a:extLst>
                    <a:ext uri="{FF2B5EF4-FFF2-40B4-BE49-F238E27FC236}">
                      <a16:creationId xmlns:a16="http://schemas.microsoft.com/office/drawing/2014/main" id="{C99632DF-5BFC-E806-6A53-22C034A02546}"/>
                    </a:ext>
                  </a:extLst>
                </p:cNvPr>
                <p:cNvSpPr/>
                <p:nvPr/>
              </p:nvSpPr>
              <p:spPr>
                <a:xfrm>
                  <a:off x="3536580" y="3232298"/>
                  <a:ext cx="1087883" cy="45664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87883" h="456649">
                      <a:moveTo>
                        <a:pt x="1087883" y="0"/>
                      </a:moveTo>
                      <a:lnTo>
                        <a:pt x="0" y="456649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9" name="pl678">
                  <a:extLst>
                    <a:ext uri="{FF2B5EF4-FFF2-40B4-BE49-F238E27FC236}">
                      <a16:creationId xmlns:a16="http://schemas.microsoft.com/office/drawing/2014/main" id="{0966C827-B721-8C17-4FF1-83F13B1094C7}"/>
                    </a:ext>
                  </a:extLst>
                </p:cNvPr>
                <p:cNvSpPr/>
                <p:nvPr/>
              </p:nvSpPr>
              <p:spPr>
                <a:xfrm>
                  <a:off x="3508640" y="3792016"/>
                  <a:ext cx="1279099" cy="58526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279099" h="585263">
                      <a:moveTo>
                        <a:pt x="1279099" y="0"/>
                      </a:moveTo>
                      <a:lnTo>
                        <a:pt x="0" y="585263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50" name="pg679">
                  <a:extLst>
                    <a:ext uri="{FF2B5EF4-FFF2-40B4-BE49-F238E27FC236}">
                      <a16:creationId xmlns:a16="http://schemas.microsoft.com/office/drawing/2014/main" id="{30FC5C95-53A0-6E1F-E164-488286514268}"/>
                    </a:ext>
                  </a:extLst>
                </p:cNvPr>
                <p:cNvSpPr/>
                <p:nvPr/>
              </p:nvSpPr>
              <p:spPr>
                <a:xfrm>
                  <a:off x="4542704" y="4038376"/>
                  <a:ext cx="1193383" cy="37654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93383" h="324612">
                      <a:moveTo>
                        <a:pt x="27431" y="324612"/>
                      </a:moveTo>
                      <a:lnTo>
                        <a:pt x="1165951" y="324612"/>
                      </a:lnTo>
                      <a:lnTo>
                        <a:pt x="1164846" y="324589"/>
                      </a:lnTo>
                      <a:lnTo>
                        <a:pt x="1169258" y="324411"/>
                      </a:lnTo>
                      <a:lnTo>
                        <a:pt x="1173583" y="323528"/>
                      </a:lnTo>
                      <a:lnTo>
                        <a:pt x="1177711" y="321963"/>
                      </a:lnTo>
                      <a:lnTo>
                        <a:pt x="1181534" y="319756"/>
                      </a:lnTo>
                      <a:lnTo>
                        <a:pt x="1184954" y="316964"/>
                      </a:lnTo>
                      <a:lnTo>
                        <a:pt x="1187881" y="313659"/>
                      </a:lnTo>
                      <a:lnTo>
                        <a:pt x="1190241" y="309928"/>
                      </a:lnTo>
                      <a:lnTo>
                        <a:pt x="1191971" y="305866"/>
                      </a:lnTo>
                      <a:lnTo>
                        <a:pt x="1193028" y="301580"/>
                      </a:lnTo>
                      <a:lnTo>
                        <a:pt x="1193383" y="297179"/>
                      </a:lnTo>
                      <a:lnTo>
                        <a:pt x="1193383" y="27431"/>
                      </a:lnTo>
                      <a:lnTo>
                        <a:pt x="1193028" y="23031"/>
                      </a:lnTo>
                      <a:lnTo>
                        <a:pt x="1191971" y="18745"/>
                      </a:lnTo>
                      <a:lnTo>
                        <a:pt x="1190241" y="14683"/>
                      </a:lnTo>
                      <a:lnTo>
                        <a:pt x="1187881" y="10952"/>
                      </a:lnTo>
                      <a:lnTo>
                        <a:pt x="1184954" y="7647"/>
                      </a:lnTo>
                      <a:lnTo>
                        <a:pt x="1181534" y="4855"/>
                      </a:lnTo>
                      <a:lnTo>
                        <a:pt x="1177711" y="2648"/>
                      </a:lnTo>
                      <a:lnTo>
                        <a:pt x="1173583" y="1083"/>
                      </a:lnTo>
                      <a:lnTo>
                        <a:pt x="1169258" y="200"/>
                      </a:lnTo>
                      <a:lnTo>
                        <a:pt x="1165951" y="0"/>
                      </a:lnTo>
                      <a:lnTo>
                        <a:pt x="27431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5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1"/>
                      </a:lnTo>
                      <a:lnTo>
                        <a:pt x="0" y="297179"/>
                      </a:lnTo>
                      <a:lnTo>
                        <a:pt x="88" y="294972"/>
                      </a:lnTo>
                      <a:lnTo>
                        <a:pt x="88" y="299387"/>
                      </a:lnTo>
                      <a:lnTo>
                        <a:pt x="797" y="303744"/>
                      </a:lnTo>
                      <a:lnTo>
                        <a:pt x="2195" y="307932"/>
                      </a:lnTo>
                      <a:lnTo>
                        <a:pt x="4246" y="311841"/>
                      </a:lnTo>
                      <a:lnTo>
                        <a:pt x="6898" y="315370"/>
                      </a:lnTo>
                      <a:lnTo>
                        <a:pt x="10082" y="318428"/>
                      </a:lnTo>
                      <a:lnTo>
                        <a:pt x="13715" y="320936"/>
                      </a:lnTo>
                      <a:lnTo>
                        <a:pt x="17704" y="322829"/>
                      </a:lnTo>
                      <a:lnTo>
                        <a:pt x="21944" y="324057"/>
                      </a:lnTo>
                      <a:lnTo>
                        <a:pt x="26327" y="324589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51" name="tx680">
                  <a:extLst>
                    <a:ext uri="{FF2B5EF4-FFF2-40B4-BE49-F238E27FC236}">
                      <a16:creationId xmlns:a16="http://schemas.microsoft.com/office/drawing/2014/main" id="{2F88503C-F5F6-3F75-A3EE-9FC3A910714E}"/>
                    </a:ext>
                  </a:extLst>
                </p:cNvPr>
                <p:cNvSpPr/>
                <p:nvPr/>
              </p:nvSpPr>
              <p:spPr>
                <a:xfrm>
                  <a:off x="4514958" y="4000568"/>
                  <a:ext cx="1248541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256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W4</a:t>
                  </a:r>
                  <a:r>
                    <a:rPr lang="en-US"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VA</a:t>
                  </a:r>
                </a:p>
              </p:txBody>
            </p:sp>
            <p:sp>
              <p:nvSpPr>
                <p:cNvPr id="9452" name="pg681">
                  <a:extLst>
                    <a:ext uri="{FF2B5EF4-FFF2-40B4-BE49-F238E27FC236}">
                      <a16:creationId xmlns:a16="http://schemas.microsoft.com/office/drawing/2014/main" id="{F713A171-181A-2B04-A7C8-4B273DB2631C}"/>
                    </a:ext>
                  </a:extLst>
                </p:cNvPr>
                <p:cNvSpPr/>
                <p:nvPr/>
              </p:nvSpPr>
              <p:spPr>
                <a:xfrm>
                  <a:off x="4624464" y="3004807"/>
                  <a:ext cx="1500987" cy="37654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500987" h="324611">
                      <a:moveTo>
                        <a:pt x="27432" y="324611"/>
                      </a:moveTo>
                      <a:lnTo>
                        <a:pt x="1473555" y="324611"/>
                      </a:lnTo>
                      <a:lnTo>
                        <a:pt x="1472451" y="324589"/>
                      </a:lnTo>
                      <a:lnTo>
                        <a:pt x="1476862" y="324411"/>
                      </a:lnTo>
                      <a:lnTo>
                        <a:pt x="1481187" y="323528"/>
                      </a:lnTo>
                      <a:lnTo>
                        <a:pt x="1485315" y="321963"/>
                      </a:lnTo>
                      <a:lnTo>
                        <a:pt x="1489138" y="319756"/>
                      </a:lnTo>
                      <a:lnTo>
                        <a:pt x="1492558" y="316964"/>
                      </a:lnTo>
                      <a:lnTo>
                        <a:pt x="1495485" y="313659"/>
                      </a:lnTo>
                      <a:lnTo>
                        <a:pt x="1497845" y="309928"/>
                      </a:lnTo>
                      <a:lnTo>
                        <a:pt x="1499575" y="305866"/>
                      </a:lnTo>
                      <a:lnTo>
                        <a:pt x="1500632" y="301580"/>
                      </a:lnTo>
                      <a:lnTo>
                        <a:pt x="1500987" y="297180"/>
                      </a:lnTo>
                      <a:lnTo>
                        <a:pt x="1500987" y="27432"/>
                      </a:lnTo>
                      <a:lnTo>
                        <a:pt x="1500632" y="23031"/>
                      </a:lnTo>
                      <a:lnTo>
                        <a:pt x="1499575" y="18745"/>
                      </a:lnTo>
                      <a:lnTo>
                        <a:pt x="1497845" y="14683"/>
                      </a:lnTo>
                      <a:lnTo>
                        <a:pt x="1495485" y="10952"/>
                      </a:lnTo>
                      <a:lnTo>
                        <a:pt x="1492558" y="7647"/>
                      </a:lnTo>
                      <a:lnTo>
                        <a:pt x="1489138" y="4855"/>
                      </a:lnTo>
                      <a:lnTo>
                        <a:pt x="1485315" y="2648"/>
                      </a:lnTo>
                      <a:lnTo>
                        <a:pt x="1481187" y="1083"/>
                      </a:lnTo>
                      <a:lnTo>
                        <a:pt x="1476862" y="200"/>
                      </a:lnTo>
                      <a:lnTo>
                        <a:pt x="1473555" y="0"/>
                      </a:lnTo>
                      <a:lnTo>
                        <a:pt x="27432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6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2"/>
                      </a:lnTo>
                      <a:lnTo>
                        <a:pt x="0" y="297180"/>
                      </a:lnTo>
                      <a:lnTo>
                        <a:pt x="88" y="294972"/>
                      </a:lnTo>
                      <a:lnTo>
                        <a:pt x="88" y="299387"/>
                      </a:lnTo>
                      <a:lnTo>
                        <a:pt x="797" y="303744"/>
                      </a:lnTo>
                      <a:lnTo>
                        <a:pt x="2195" y="307932"/>
                      </a:lnTo>
                      <a:lnTo>
                        <a:pt x="4246" y="311841"/>
                      </a:lnTo>
                      <a:lnTo>
                        <a:pt x="6898" y="315370"/>
                      </a:lnTo>
                      <a:lnTo>
                        <a:pt x="10082" y="318428"/>
                      </a:lnTo>
                      <a:lnTo>
                        <a:pt x="13716" y="320936"/>
                      </a:lnTo>
                      <a:lnTo>
                        <a:pt x="17704" y="322829"/>
                      </a:lnTo>
                      <a:lnTo>
                        <a:pt x="21944" y="324057"/>
                      </a:lnTo>
                      <a:lnTo>
                        <a:pt x="26327" y="324589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53" name="tx682">
                  <a:extLst>
                    <a:ext uri="{FF2B5EF4-FFF2-40B4-BE49-F238E27FC236}">
                      <a16:creationId xmlns:a16="http://schemas.microsoft.com/office/drawing/2014/main" id="{74212880-42BB-D6ED-A156-F164EB65B917}"/>
                    </a:ext>
                  </a:extLst>
                </p:cNvPr>
                <p:cNvSpPr/>
                <p:nvPr/>
              </p:nvSpPr>
              <p:spPr>
                <a:xfrm>
                  <a:off x="4671026" y="2987056"/>
                  <a:ext cx="1409548" cy="23317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256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S1</a:t>
                  </a:r>
                  <a:r>
                    <a:rPr lang="en-US"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LOLA</a:t>
                  </a:r>
                </a:p>
              </p:txBody>
            </p:sp>
            <p:sp>
              <p:nvSpPr>
                <p:cNvPr id="9454" name="pg683">
                  <a:extLst>
                    <a:ext uri="{FF2B5EF4-FFF2-40B4-BE49-F238E27FC236}">
                      <a16:creationId xmlns:a16="http://schemas.microsoft.com/office/drawing/2014/main" id="{ACAB634A-CB97-DB71-E246-863A09D5521A}"/>
                    </a:ext>
                  </a:extLst>
                </p:cNvPr>
                <p:cNvSpPr/>
                <p:nvPr/>
              </p:nvSpPr>
              <p:spPr>
                <a:xfrm>
                  <a:off x="4787740" y="3622560"/>
                  <a:ext cx="1554937" cy="37654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554937" h="324612">
                      <a:moveTo>
                        <a:pt x="27431" y="324612"/>
                      </a:moveTo>
                      <a:lnTo>
                        <a:pt x="1527505" y="324612"/>
                      </a:lnTo>
                      <a:lnTo>
                        <a:pt x="1526400" y="324589"/>
                      </a:lnTo>
                      <a:lnTo>
                        <a:pt x="1530811" y="324411"/>
                      </a:lnTo>
                      <a:lnTo>
                        <a:pt x="1535137" y="323528"/>
                      </a:lnTo>
                      <a:lnTo>
                        <a:pt x="1539265" y="321963"/>
                      </a:lnTo>
                      <a:lnTo>
                        <a:pt x="1543088" y="319756"/>
                      </a:lnTo>
                      <a:lnTo>
                        <a:pt x="1546508" y="316964"/>
                      </a:lnTo>
                      <a:lnTo>
                        <a:pt x="1549435" y="313659"/>
                      </a:lnTo>
                      <a:lnTo>
                        <a:pt x="1551795" y="309928"/>
                      </a:lnTo>
                      <a:lnTo>
                        <a:pt x="1553525" y="305866"/>
                      </a:lnTo>
                      <a:lnTo>
                        <a:pt x="1554581" y="301580"/>
                      </a:lnTo>
                      <a:lnTo>
                        <a:pt x="1554937" y="297180"/>
                      </a:lnTo>
                      <a:lnTo>
                        <a:pt x="1554937" y="27432"/>
                      </a:lnTo>
                      <a:lnTo>
                        <a:pt x="1554581" y="23031"/>
                      </a:lnTo>
                      <a:lnTo>
                        <a:pt x="1553525" y="18745"/>
                      </a:lnTo>
                      <a:lnTo>
                        <a:pt x="1551795" y="14683"/>
                      </a:lnTo>
                      <a:lnTo>
                        <a:pt x="1549435" y="10952"/>
                      </a:lnTo>
                      <a:lnTo>
                        <a:pt x="1546508" y="7647"/>
                      </a:lnTo>
                      <a:lnTo>
                        <a:pt x="1543088" y="4855"/>
                      </a:lnTo>
                      <a:lnTo>
                        <a:pt x="1539265" y="2648"/>
                      </a:lnTo>
                      <a:lnTo>
                        <a:pt x="1535137" y="1083"/>
                      </a:lnTo>
                      <a:lnTo>
                        <a:pt x="1530811" y="200"/>
                      </a:lnTo>
                      <a:lnTo>
                        <a:pt x="1527505" y="0"/>
                      </a:lnTo>
                      <a:lnTo>
                        <a:pt x="27431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5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2"/>
                      </a:lnTo>
                      <a:lnTo>
                        <a:pt x="0" y="297180"/>
                      </a:lnTo>
                      <a:lnTo>
                        <a:pt x="88" y="294972"/>
                      </a:lnTo>
                      <a:lnTo>
                        <a:pt x="88" y="299387"/>
                      </a:lnTo>
                      <a:lnTo>
                        <a:pt x="797" y="303744"/>
                      </a:lnTo>
                      <a:lnTo>
                        <a:pt x="2195" y="307932"/>
                      </a:lnTo>
                      <a:lnTo>
                        <a:pt x="4246" y="311841"/>
                      </a:lnTo>
                      <a:lnTo>
                        <a:pt x="6898" y="315370"/>
                      </a:lnTo>
                      <a:lnTo>
                        <a:pt x="10082" y="318428"/>
                      </a:lnTo>
                      <a:lnTo>
                        <a:pt x="13715" y="320936"/>
                      </a:lnTo>
                      <a:lnTo>
                        <a:pt x="17704" y="322829"/>
                      </a:lnTo>
                      <a:lnTo>
                        <a:pt x="21944" y="324057"/>
                      </a:lnTo>
                      <a:lnTo>
                        <a:pt x="26327" y="324589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55" name="tx684">
                  <a:extLst>
                    <a:ext uri="{FF2B5EF4-FFF2-40B4-BE49-F238E27FC236}">
                      <a16:creationId xmlns:a16="http://schemas.microsoft.com/office/drawing/2014/main" id="{343C4F6A-F8E5-08C4-D3E7-AE34F7FC6DFC}"/>
                    </a:ext>
                  </a:extLst>
                </p:cNvPr>
                <p:cNvSpPr/>
                <p:nvPr/>
              </p:nvSpPr>
              <p:spPr>
                <a:xfrm>
                  <a:off x="4827093" y="3532363"/>
                  <a:ext cx="1463496" cy="23317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256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S2</a:t>
                  </a:r>
                  <a:r>
                    <a:rPr lang="en-US"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DEBY</a:t>
                  </a:r>
                </a:p>
              </p:txBody>
            </p:sp>
            <p:sp>
              <p:nvSpPr>
                <p:cNvPr id="9456" name="rc685">
                  <a:extLst>
                    <a:ext uri="{FF2B5EF4-FFF2-40B4-BE49-F238E27FC236}">
                      <a16:creationId xmlns:a16="http://schemas.microsoft.com/office/drawing/2014/main" id="{EF3CDF2A-D000-7E22-4F3D-A6B5644C8B66}"/>
                    </a:ext>
                  </a:extLst>
                </p:cNvPr>
                <p:cNvSpPr/>
                <p:nvPr/>
              </p:nvSpPr>
              <p:spPr>
                <a:xfrm>
                  <a:off x="2486079" y="1815619"/>
                  <a:ext cx="3965591" cy="3745624"/>
                </a:xfrm>
                <a:prstGeom prst="rect">
                  <a:avLst/>
                </a:prstGeom>
                <a:ln w="13550" cap="rnd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06" name="pl735">
                  <a:extLst>
                    <a:ext uri="{FF2B5EF4-FFF2-40B4-BE49-F238E27FC236}">
                      <a16:creationId xmlns:a16="http://schemas.microsoft.com/office/drawing/2014/main" id="{CBECCE1D-EF72-4823-4EFC-38A17D689103}"/>
                    </a:ext>
                  </a:extLst>
                </p:cNvPr>
                <p:cNvSpPr/>
                <p:nvPr/>
              </p:nvSpPr>
              <p:spPr>
                <a:xfrm>
                  <a:off x="6836004" y="4342536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07" name="pl736">
                  <a:extLst>
                    <a:ext uri="{FF2B5EF4-FFF2-40B4-BE49-F238E27FC236}">
                      <a16:creationId xmlns:a16="http://schemas.microsoft.com/office/drawing/2014/main" id="{F63288D2-2DE3-B393-32D0-01EACD92E8CF}"/>
                    </a:ext>
                  </a:extLst>
                </p:cNvPr>
                <p:cNvSpPr/>
                <p:nvPr/>
              </p:nvSpPr>
              <p:spPr>
                <a:xfrm>
                  <a:off x="6836004" y="4069131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08" name="pl737">
                  <a:extLst>
                    <a:ext uri="{FF2B5EF4-FFF2-40B4-BE49-F238E27FC236}">
                      <a16:creationId xmlns:a16="http://schemas.microsoft.com/office/drawing/2014/main" id="{5EDCE44B-BCAB-3792-BBC3-1C31CD1CF350}"/>
                    </a:ext>
                  </a:extLst>
                </p:cNvPr>
                <p:cNvSpPr/>
                <p:nvPr/>
              </p:nvSpPr>
              <p:spPr>
                <a:xfrm>
                  <a:off x="6836004" y="3795725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09" name="pl738">
                  <a:extLst>
                    <a:ext uri="{FF2B5EF4-FFF2-40B4-BE49-F238E27FC236}">
                      <a16:creationId xmlns:a16="http://schemas.microsoft.com/office/drawing/2014/main" id="{5EB648A6-E563-FFB6-1360-78168C4D64EE}"/>
                    </a:ext>
                  </a:extLst>
                </p:cNvPr>
                <p:cNvSpPr/>
                <p:nvPr/>
              </p:nvSpPr>
              <p:spPr>
                <a:xfrm>
                  <a:off x="6836004" y="3522319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10" name="pl739">
                  <a:extLst>
                    <a:ext uri="{FF2B5EF4-FFF2-40B4-BE49-F238E27FC236}">
                      <a16:creationId xmlns:a16="http://schemas.microsoft.com/office/drawing/2014/main" id="{B276948C-3A6D-0255-0211-68B330E079C2}"/>
                    </a:ext>
                  </a:extLst>
                </p:cNvPr>
                <p:cNvSpPr/>
                <p:nvPr/>
              </p:nvSpPr>
              <p:spPr>
                <a:xfrm>
                  <a:off x="6836004" y="3248914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11" name="pl740">
                  <a:extLst>
                    <a:ext uri="{FF2B5EF4-FFF2-40B4-BE49-F238E27FC236}">
                      <a16:creationId xmlns:a16="http://schemas.microsoft.com/office/drawing/2014/main" id="{2723C4FA-0CEB-354F-5556-887D84AF9CFA}"/>
                    </a:ext>
                  </a:extLst>
                </p:cNvPr>
                <p:cNvSpPr/>
                <p:nvPr/>
              </p:nvSpPr>
              <p:spPr>
                <a:xfrm>
                  <a:off x="6660439" y="4342536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12" name="pl741">
                  <a:extLst>
                    <a:ext uri="{FF2B5EF4-FFF2-40B4-BE49-F238E27FC236}">
                      <a16:creationId xmlns:a16="http://schemas.microsoft.com/office/drawing/2014/main" id="{7BA95C2C-CE5E-F8C6-C5DD-8A18E2578716}"/>
                    </a:ext>
                  </a:extLst>
                </p:cNvPr>
                <p:cNvSpPr/>
                <p:nvPr/>
              </p:nvSpPr>
              <p:spPr>
                <a:xfrm>
                  <a:off x="6660439" y="4069131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13" name="pl742">
                  <a:extLst>
                    <a:ext uri="{FF2B5EF4-FFF2-40B4-BE49-F238E27FC236}">
                      <a16:creationId xmlns:a16="http://schemas.microsoft.com/office/drawing/2014/main" id="{0D53F499-2FCF-E268-D4D1-D29EFA643197}"/>
                    </a:ext>
                  </a:extLst>
                </p:cNvPr>
                <p:cNvSpPr/>
                <p:nvPr/>
              </p:nvSpPr>
              <p:spPr>
                <a:xfrm>
                  <a:off x="6660439" y="3795725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14" name="pl743">
                  <a:extLst>
                    <a:ext uri="{FF2B5EF4-FFF2-40B4-BE49-F238E27FC236}">
                      <a16:creationId xmlns:a16="http://schemas.microsoft.com/office/drawing/2014/main" id="{5442D631-E047-2EE0-C090-8A65773B8DBE}"/>
                    </a:ext>
                  </a:extLst>
                </p:cNvPr>
                <p:cNvSpPr/>
                <p:nvPr/>
              </p:nvSpPr>
              <p:spPr>
                <a:xfrm>
                  <a:off x="6660439" y="3522319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15" name="pl744">
                  <a:extLst>
                    <a:ext uri="{FF2B5EF4-FFF2-40B4-BE49-F238E27FC236}">
                      <a16:creationId xmlns:a16="http://schemas.microsoft.com/office/drawing/2014/main" id="{F6BD8BA0-C63B-38E9-F5E6-F16A91F154D9}"/>
                    </a:ext>
                  </a:extLst>
                </p:cNvPr>
                <p:cNvSpPr/>
                <p:nvPr/>
              </p:nvSpPr>
              <p:spPr>
                <a:xfrm>
                  <a:off x="6660439" y="3248914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</p:grpSp>
          <p:sp>
            <p:nvSpPr>
              <p:cNvPr id="9522" name="pl677">
                <a:extLst>
                  <a:ext uri="{FF2B5EF4-FFF2-40B4-BE49-F238E27FC236}">
                    <a16:creationId xmlns:a16="http://schemas.microsoft.com/office/drawing/2014/main" id="{0ADAB5FC-3F04-452E-DE09-A1DABE71A186}"/>
                  </a:ext>
                </a:extLst>
              </p:cNvPr>
              <p:cNvSpPr/>
              <p:nvPr/>
            </p:nvSpPr>
            <p:spPr>
              <a:xfrm>
                <a:off x="6156176" y="6021288"/>
                <a:ext cx="216024" cy="288032"/>
              </a:xfrm>
              <a:custGeom>
                <a:avLst/>
                <a:gdLst/>
                <a:ahLst/>
                <a:cxnLst/>
                <a:rect l="0" t="0" r="0" b="0"/>
                <a:pathLst>
                  <a:path w="1087883" h="456649">
                    <a:moveTo>
                      <a:pt x="1087883" y="0"/>
                    </a:moveTo>
                    <a:lnTo>
                      <a:pt x="0" y="456649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1" name="pg681">
                <a:extLst>
                  <a:ext uri="{FF2B5EF4-FFF2-40B4-BE49-F238E27FC236}">
                    <a16:creationId xmlns:a16="http://schemas.microsoft.com/office/drawing/2014/main" id="{9C92A17C-4A87-2715-6F2B-5106D07EDCEA}"/>
                  </a:ext>
                </a:extLst>
              </p:cNvPr>
              <p:cNvSpPr/>
              <p:nvPr/>
            </p:nvSpPr>
            <p:spPr>
              <a:xfrm>
                <a:off x="6025930" y="6309320"/>
                <a:ext cx="717348" cy="173736"/>
              </a:xfrm>
              <a:custGeom>
                <a:avLst/>
                <a:gdLst/>
                <a:ahLst/>
                <a:cxnLst/>
                <a:rect l="0" t="0" r="0" b="0"/>
                <a:pathLst>
                  <a:path w="1500987" h="324611">
                    <a:moveTo>
                      <a:pt x="27432" y="324611"/>
                    </a:moveTo>
                    <a:lnTo>
                      <a:pt x="1473555" y="324611"/>
                    </a:lnTo>
                    <a:lnTo>
                      <a:pt x="1472451" y="324589"/>
                    </a:lnTo>
                    <a:lnTo>
                      <a:pt x="1476862" y="324411"/>
                    </a:lnTo>
                    <a:lnTo>
                      <a:pt x="1481187" y="323528"/>
                    </a:lnTo>
                    <a:lnTo>
                      <a:pt x="1485315" y="321963"/>
                    </a:lnTo>
                    <a:lnTo>
                      <a:pt x="1489138" y="319756"/>
                    </a:lnTo>
                    <a:lnTo>
                      <a:pt x="1492558" y="316964"/>
                    </a:lnTo>
                    <a:lnTo>
                      <a:pt x="1495485" y="313659"/>
                    </a:lnTo>
                    <a:lnTo>
                      <a:pt x="1497845" y="309928"/>
                    </a:lnTo>
                    <a:lnTo>
                      <a:pt x="1499575" y="305866"/>
                    </a:lnTo>
                    <a:lnTo>
                      <a:pt x="1500632" y="301580"/>
                    </a:lnTo>
                    <a:lnTo>
                      <a:pt x="1500987" y="297180"/>
                    </a:lnTo>
                    <a:lnTo>
                      <a:pt x="1500987" y="27432"/>
                    </a:lnTo>
                    <a:lnTo>
                      <a:pt x="1500632" y="23031"/>
                    </a:lnTo>
                    <a:lnTo>
                      <a:pt x="1499575" y="18745"/>
                    </a:lnTo>
                    <a:lnTo>
                      <a:pt x="1497845" y="14683"/>
                    </a:lnTo>
                    <a:lnTo>
                      <a:pt x="1495485" y="10952"/>
                    </a:lnTo>
                    <a:lnTo>
                      <a:pt x="1492558" y="7647"/>
                    </a:lnTo>
                    <a:lnTo>
                      <a:pt x="1489138" y="4855"/>
                    </a:lnTo>
                    <a:lnTo>
                      <a:pt x="1485315" y="2648"/>
                    </a:lnTo>
                    <a:lnTo>
                      <a:pt x="1481187" y="1083"/>
                    </a:lnTo>
                    <a:lnTo>
                      <a:pt x="1476862" y="200"/>
                    </a:lnTo>
                    <a:lnTo>
                      <a:pt x="1473555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297180"/>
                    </a:lnTo>
                    <a:lnTo>
                      <a:pt x="88" y="294972"/>
                    </a:lnTo>
                    <a:lnTo>
                      <a:pt x="88" y="299387"/>
                    </a:lnTo>
                    <a:lnTo>
                      <a:pt x="797" y="303744"/>
                    </a:lnTo>
                    <a:lnTo>
                      <a:pt x="2195" y="307932"/>
                    </a:lnTo>
                    <a:lnTo>
                      <a:pt x="4246" y="311841"/>
                    </a:lnTo>
                    <a:lnTo>
                      <a:pt x="6898" y="315370"/>
                    </a:lnTo>
                    <a:lnTo>
                      <a:pt x="10082" y="318428"/>
                    </a:lnTo>
                    <a:lnTo>
                      <a:pt x="13716" y="320936"/>
                    </a:lnTo>
                    <a:lnTo>
                      <a:pt x="17704" y="322829"/>
                    </a:lnTo>
                    <a:lnTo>
                      <a:pt x="21944" y="324057"/>
                    </a:lnTo>
                    <a:lnTo>
                      <a:pt x="26327" y="324589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r>
                  <a:rPr lang="en-US" sz="1100" dirty="0">
                    <a:latin typeface="Helvetica" pitchFamily="2" charset="0"/>
                  </a:rPr>
                  <a:t> York River</a:t>
                </a:r>
                <a:endParaRPr sz="1100" dirty="0">
                  <a:latin typeface="Helvetica" pitchFamily="2" charset="0"/>
                </a:endParaRPr>
              </a:p>
            </p:txBody>
          </p:sp>
        </p:grpSp>
        <p:cxnSp>
          <p:nvCxnSpPr>
            <p:cNvPr id="9525" name="Straight Connector 9524">
              <a:extLst>
                <a:ext uri="{FF2B5EF4-FFF2-40B4-BE49-F238E27FC236}">
                  <a16:creationId xmlns:a16="http://schemas.microsoft.com/office/drawing/2014/main" id="{CCC50729-CD98-9263-A069-D3D78E876478}"/>
                </a:ext>
              </a:extLst>
            </p:cNvPr>
            <p:cNvCxnSpPr>
              <a:cxnSpLocks/>
            </p:cNvCxnSpPr>
            <p:nvPr/>
          </p:nvCxnSpPr>
          <p:spPr>
            <a:xfrm>
              <a:off x="3796281" y="936104"/>
              <a:ext cx="678559" cy="93610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526" name="Straight Connector 9525">
              <a:extLst>
                <a:ext uri="{FF2B5EF4-FFF2-40B4-BE49-F238E27FC236}">
                  <a16:creationId xmlns:a16="http://schemas.microsoft.com/office/drawing/2014/main" id="{614CB5AA-FB4C-734D-3B67-DBC2E6ED676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96281" y="2376264"/>
              <a:ext cx="678559" cy="288032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9527" name="Rectangle 9526">
              <a:extLst>
                <a:ext uri="{FF2B5EF4-FFF2-40B4-BE49-F238E27FC236}">
                  <a16:creationId xmlns:a16="http://schemas.microsoft.com/office/drawing/2014/main" id="{9DFB7A48-1BC2-CB5A-5130-EFE596DB416C}"/>
                </a:ext>
              </a:extLst>
            </p:cNvPr>
            <p:cNvSpPr/>
            <p:nvPr/>
          </p:nvSpPr>
          <p:spPr>
            <a:xfrm>
              <a:off x="4474840" y="1872208"/>
              <a:ext cx="504056" cy="504056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0267006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654055" y="1600200"/>
              <a:ext cx="5835888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610961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401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6693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1984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72766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52568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57860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63151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201917" y="540785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201917" y="475757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201917" y="410729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201917" y="345701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201917" y="280673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5671824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5683461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569509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5718373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573001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74164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6276965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6288602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630024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648549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566018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5671824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5683461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569509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570673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5718373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573001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574164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626532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6276965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6288602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630024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6311877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563691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5648549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566018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5671824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5683461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569509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570673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5718373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573001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574164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575328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626532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627696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628860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630024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6311877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57872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59036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560200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561363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562527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563691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5648549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566018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5671824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5683461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569509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570673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571837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573001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574164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627696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628860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630024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54381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55545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56708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557872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559036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560200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561363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562527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563691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5648549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566018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5671824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568346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569509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570673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571837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573001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628860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53217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54381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55545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556708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557872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559036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5602000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5613637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562527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5636912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5648549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566018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5671824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568346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569509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550890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552053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553217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554381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555545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5567088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557872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559036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5602000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613637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62527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636912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564854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566018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547398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548562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5497264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550890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552053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5532176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554381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555545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5567088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557872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559036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5602000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561363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562527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545071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5462352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547398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5485627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5497264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550890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52053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532176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5543813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555545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5567088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557872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543907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5450715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5462352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547398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548562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5497264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550890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552053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5532176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5543813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555545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5427440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543907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5450715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5462352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547398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548562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5497264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508901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552053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5532176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5415803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5427440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543907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5450715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5462352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5473989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548562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5497264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5508901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5380891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5392528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540416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5415803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5427440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543907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545071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5462352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5473989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548562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536925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5380891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5392528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540416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541580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5427440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54390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545071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5462352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63118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531106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532270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533434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534597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5357616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536925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538089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5392528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54041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541580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54274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54390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545071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62769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6288602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63002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63118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632351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529942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531106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53227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53343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534597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535761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536925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538089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53925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54041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541580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54274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54390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618386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61955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62071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621877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625369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62653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62769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628860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63002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63118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632351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633515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52994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531106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53227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53343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534597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53576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53692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538089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53925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54041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541580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54274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61722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618386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61955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62071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621877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62304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62420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625369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62653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62769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6288602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63002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631187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632351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52994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531106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53227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53343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534597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53576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53692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538089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53925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54041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541580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54274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607913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609076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610240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611404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614895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616059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61722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618386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61955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62071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621877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62304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62420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625369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62653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62769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628860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63002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631187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632351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52877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52994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531106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53227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53343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534597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53576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53692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538089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53925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54041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541580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606749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607913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609076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610240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611404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612568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613731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614895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61605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61722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618386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61955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62071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621877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62304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62420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625369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62653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62769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628860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630024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631187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632351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52645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527615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52877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52994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531106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53227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53343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534597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53576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53692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538089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606749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607913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609076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610240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611404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612568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61373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614895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61605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61722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618386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61955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62071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621877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62304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62420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625369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626532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627696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628860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630024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631187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632351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52645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527615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52877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52994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531106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53227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53343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534597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53576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606749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607913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609076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610240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611404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612568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61373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614895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61605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61722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618386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61955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62071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621877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62304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624205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625369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626532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627696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628860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630024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631187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632351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633515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52645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527615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52877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52994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531106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532270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605585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606749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607913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609076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610240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611404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612568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61373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614895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61605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61722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623041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624205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625369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626532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627696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628860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630024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631187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632351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526451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527615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528779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5299429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600930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6020944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603258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604421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605585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606749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607913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609076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610240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611404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620714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621877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623041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624205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625369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626532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627696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628860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630024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631187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589293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590457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591620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592784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593948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595112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596275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597439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598603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5997669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600930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602094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603258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604421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605585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606749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607913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609076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610240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611404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618386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619550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620714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621877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623041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624205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625369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626532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627696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628860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588129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589293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590457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591620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592784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593948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595112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5962757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597439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598603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599766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600930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602094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603258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604421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605585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606749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607913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609076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610240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617222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618386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619550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620714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621877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623041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624205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625369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626532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627696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586965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588129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589293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590457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591620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592784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593948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595112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5962757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597439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598603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599766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600930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602094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603258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604421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605585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606749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607913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609076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617222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618386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619550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620714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621877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623041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624205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625369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586965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588129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589293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590457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591620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5927845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593948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595112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5962757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597439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598603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599766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600930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602094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603258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604421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617222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618386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619550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E">
                <a:alpha val="100000"/>
              </a:srgbClr>
            </a:solidFill>
            <a:ln w="5420" cap="flat">
              <a:solidFill>
                <a:srgbClr val="3A32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620714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621877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623041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585802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586965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951">
                <a:alpha val="100000"/>
              </a:srgbClr>
            </a:solidFill>
            <a:ln w="5420" cap="flat">
              <a:solidFill>
                <a:srgbClr val="36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588129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589293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590457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591620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5927845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593948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595112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596275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597439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598603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599766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600930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616059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E">
                <a:alpha val="100000"/>
              </a:srgbClr>
            </a:solidFill>
            <a:ln w="5420" cap="flat">
              <a:solidFill>
                <a:srgbClr val="3A32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617222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618386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619550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620714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C">
                <a:alpha val="100000"/>
              </a:srgbClr>
            </a:solidFill>
            <a:ln w="5420" cap="flat">
              <a:solidFill>
                <a:srgbClr val="392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621877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579983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D">
                <a:alpha val="100000"/>
              </a:srgbClr>
            </a:solidFill>
            <a:ln w="5420" cap="flat">
              <a:solidFill>
                <a:srgbClr val="3427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581147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22549">
                <a:alpha val="100000"/>
              </a:srgbClr>
            </a:solidFill>
            <a:ln w="5420" cap="flat">
              <a:solidFill>
                <a:srgbClr val="322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582310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583474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584638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547">
                <a:alpha val="100000"/>
              </a:srgbClr>
            </a:solidFill>
            <a:ln w="5420" cap="flat">
              <a:solidFill>
                <a:srgbClr val="3125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585802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2264A">
                <a:alpha val="100000"/>
              </a:srgbClr>
            </a:solidFill>
            <a:ln w="5420" cap="flat">
              <a:solidFill>
                <a:srgbClr val="322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586965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D">
                <a:alpha val="100000"/>
              </a:srgbClr>
            </a:solidFill>
            <a:ln w="5420" cap="flat">
              <a:solidFill>
                <a:srgbClr val="3427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588129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1">
                <a:alpha val="100000"/>
              </a:srgbClr>
            </a:solidFill>
            <a:ln w="5420" cap="flat">
              <a:solidFill>
                <a:srgbClr val="37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5892933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590457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591620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5927845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593948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595112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597439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598603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599766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616059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617222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618386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619550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620714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576492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577656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578819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579983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C">
                <a:alpha val="100000"/>
              </a:srgbClr>
            </a:solidFill>
            <a:ln w="5420" cap="flat">
              <a:solidFill>
                <a:srgbClr val="3427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581147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F2344">
                <a:alpha val="100000"/>
              </a:srgbClr>
            </a:solidFill>
            <a:ln w="5420" cap="flat">
              <a:solidFill>
                <a:srgbClr val="2F23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582310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D2140">
                <a:alpha val="100000"/>
              </a:srgbClr>
            </a:solidFill>
            <a:ln w="5420" cap="flat">
              <a:solidFill>
                <a:srgbClr val="2D21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583474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D2140">
                <a:alpha val="100000"/>
              </a:srgbClr>
            </a:solidFill>
            <a:ln w="5420" cap="flat">
              <a:solidFill>
                <a:srgbClr val="2D21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584638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F2342">
                <a:alpha val="100000"/>
              </a:srgbClr>
            </a:solidFill>
            <a:ln w="5420" cap="flat">
              <a:solidFill>
                <a:srgbClr val="2F23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585802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446">
                <a:alpha val="100000"/>
              </a:srgbClr>
            </a:solidFill>
            <a:ln w="5420" cap="flat">
              <a:solidFill>
                <a:srgbClr val="3124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5869658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3264B">
                <a:alpha val="100000"/>
              </a:srgbClr>
            </a:solidFill>
            <a:ln w="5420" cap="flat">
              <a:solidFill>
                <a:srgbClr val="332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588129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5892933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590457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7">
                <a:alpha val="100000"/>
              </a:srgbClr>
            </a:solidFill>
            <a:ln w="5420" cap="flat">
              <a:solidFill>
                <a:srgbClr val="392D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5927845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593948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616059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617222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618386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619550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620714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575328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576492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577656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578819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579983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581147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E">
                <a:alpha val="100000"/>
              </a:srgbClr>
            </a:solidFill>
            <a:ln w="5420" cap="flat">
              <a:solidFill>
                <a:srgbClr val="3528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582310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447">
                <a:alpha val="100000"/>
              </a:srgbClr>
            </a:solidFill>
            <a:ln w="5420" cap="flat">
              <a:solidFill>
                <a:srgbClr val="3124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583474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584638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447">
                <a:alpha val="100000"/>
              </a:srgbClr>
            </a:solidFill>
            <a:ln w="5420" cap="flat">
              <a:solidFill>
                <a:srgbClr val="3124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585802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3264A">
                <a:alpha val="100000"/>
              </a:srgbClr>
            </a:solidFill>
            <a:ln w="5420" cap="flat">
              <a:solidFill>
                <a:srgbClr val="332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586965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E">
                <a:alpha val="100000"/>
              </a:srgbClr>
            </a:solidFill>
            <a:ln w="5420" cap="flat">
              <a:solidFill>
                <a:srgbClr val="3528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588129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3">
                <a:alpha val="100000"/>
              </a:srgbClr>
            </a:solidFill>
            <a:ln w="5420" cap="flat">
              <a:solidFill>
                <a:srgbClr val="3729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5892933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616059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617222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618386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619550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620714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621877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623041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627696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628860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630024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631187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632351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574164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575328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576492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577656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578819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579983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581147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582310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583474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584638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585802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951">
                <a:alpha val="100000"/>
              </a:srgbClr>
            </a:solidFill>
            <a:ln w="5420" cap="flat">
              <a:solidFill>
                <a:srgbClr val="36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86965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588129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617222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618386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619550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g665"/>
            <p:cNvSpPr/>
            <p:nvPr/>
          </p:nvSpPr>
          <p:spPr>
            <a:xfrm>
              <a:off x="620714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g666"/>
            <p:cNvSpPr/>
            <p:nvPr/>
          </p:nvSpPr>
          <p:spPr>
            <a:xfrm>
              <a:off x="621877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g667"/>
            <p:cNvSpPr/>
            <p:nvPr/>
          </p:nvSpPr>
          <p:spPr>
            <a:xfrm>
              <a:off x="623041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g668"/>
            <p:cNvSpPr/>
            <p:nvPr/>
          </p:nvSpPr>
          <p:spPr>
            <a:xfrm>
              <a:off x="624205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g669"/>
            <p:cNvSpPr/>
            <p:nvPr/>
          </p:nvSpPr>
          <p:spPr>
            <a:xfrm>
              <a:off x="626532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g670"/>
            <p:cNvSpPr/>
            <p:nvPr/>
          </p:nvSpPr>
          <p:spPr>
            <a:xfrm>
              <a:off x="627696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g671"/>
            <p:cNvSpPr/>
            <p:nvPr/>
          </p:nvSpPr>
          <p:spPr>
            <a:xfrm>
              <a:off x="628860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g672"/>
            <p:cNvSpPr/>
            <p:nvPr/>
          </p:nvSpPr>
          <p:spPr>
            <a:xfrm>
              <a:off x="630024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631187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g674"/>
            <p:cNvSpPr/>
            <p:nvPr/>
          </p:nvSpPr>
          <p:spPr>
            <a:xfrm>
              <a:off x="632351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g675"/>
            <p:cNvSpPr/>
            <p:nvPr/>
          </p:nvSpPr>
          <p:spPr>
            <a:xfrm>
              <a:off x="633515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g676"/>
            <p:cNvSpPr/>
            <p:nvPr/>
          </p:nvSpPr>
          <p:spPr>
            <a:xfrm>
              <a:off x="573001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574164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g678"/>
            <p:cNvSpPr/>
            <p:nvPr/>
          </p:nvSpPr>
          <p:spPr>
            <a:xfrm>
              <a:off x="575328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g679"/>
            <p:cNvSpPr/>
            <p:nvPr/>
          </p:nvSpPr>
          <p:spPr>
            <a:xfrm>
              <a:off x="576492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g680"/>
            <p:cNvSpPr/>
            <p:nvPr/>
          </p:nvSpPr>
          <p:spPr>
            <a:xfrm>
              <a:off x="577656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g681"/>
            <p:cNvSpPr/>
            <p:nvPr/>
          </p:nvSpPr>
          <p:spPr>
            <a:xfrm>
              <a:off x="578819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g682"/>
            <p:cNvSpPr/>
            <p:nvPr/>
          </p:nvSpPr>
          <p:spPr>
            <a:xfrm>
              <a:off x="579983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g683"/>
            <p:cNvSpPr/>
            <p:nvPr/>
          </p:nvSpPr>
          <p:spPr>
            <a:xfrm>
              <a:off x="581147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g684"/>
            <p:cNvSpPr/>
            <p:nvPr/>
          </p:nvSpPr>
          <p:spPr>
            <a:xfrm>
              <a:off x="582310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g685"/>
            <p:cNvSpPr/>
            <p:nvPr/>
          </p:nvSpPr>
          <p:spPr>
            <a:xfrm>
              <a:off x="583474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g686"/>
            <p:cNvSpPr/>
            <p:nvPr/>
          </p:nvSpPr>
          <p:spPr>
            <a:xfrm>
              <a:off x="584638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g687"/>
            <p:cNvSpPr/>
            <p:nvPr/>
          </p:nvSpPr>
          <p:spPr>
            <a:xfrm>
              <a:off x="617222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g688"/>
            <p:cNvSpPr/>
            <p:nvPr/>
          </p:nvSpPr>
          <p:spPr>
            <a:xfrm>
              <a:off x="618386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g689"/>
            <p:cNvSpPr/>
            <p:nvPr/>
          </p:nvSpPr>
          <p:spPr>
            <a:xfrm>
              <a:off x="619550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g690"/>
            <p:cNvSpPr/>
            <p:nvPr/>
          </p:nvSpPr>
          <p:spPr>
            <a:xfrm>
              <a:off x="6207141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g691"/>
            <p:cNvSpPr/>
            <p:nvPr/>
          </p:nvSpPr>
          <p:spPr>
            <a:xfrm>
              <a:off x="621877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g692"/>
            <p:cNvSpPr/>
            <p:nvPr/>
          </p:nvSpPr>
          <p:spPr>
            <a:xfrm>
              <a:off x="623041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g693"/>
            <p:cNvSpPr/>
            <p:nvPr/>
          </p:nvSpPr>
          <p:spPr>
            <a:xfrm>
              <a:off x="6242053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g694"/>
            <p:cNvSpPr/>
            <p:nvPr/>
          </p:nvSpPr>
          <p:spPr>
            <a:xfrm>
              <a:off x="625369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g695"/>
            <p:cNvSpPr/>
            <p:nvPr/>
          </p:nvSpPr>
          <p:spPr>
            <a:xfrm>
              <a:off x="626532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g696"/>
            <p:cNvSpPr/>
            <p:nvPr/>
          </p:nvSpPr>
          <p:spPr>
            <a:xfrm>
              <a:off x="627696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g697"/>
            <p:cNvSpPr/>
            <p:nvPr/>
          </p:nvSpPr>
          <p:spPr>
            <a:xfrm>
              <a:off x="628860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g698"/>
            <p:cNvSpPr/>
            <p:nvPr/>
          </p:nvSpPr>
          <p:spPr>
            <a:xfrm>
              <a:off x="630024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g699"/>
            <p:cNvSpPr/>
            <p:nvPr/>
          </p:nvSpPr>
          <p:spPr>
            <a:xfrm>
              <a:off x="631187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g700"/>
            <p:cNvSpPr/>
            <p:nvPr/>
          </p:nvSpPr>
          <p:spPr>
            <a:xfrm>
              <a:off x="632351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g701"/>
            <p:cNvSpPr/>
            <p:nvPr/>
          </p:nvSpPr>
          <p:spPr>
            <a:xfrm>
              <a:off x="633515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g702"/>
            <p:cNvSpPr/>
            <p:nvPr/>
          </p:nvSpPr>
          <p:spPr>
            <a:xfrm>
              <a:off x="571837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g703"/>
            <p:cNvSpPr/>
            <p:nvPr/>
          </p:nvSpPr>
          <p:spPr>
            <a:xfrm>
              <a:off x="573001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g704"/>
            <p:cNvSpPr/>
            <p:nvPr/>
          </p:nvSpPr>
          <p:spPr>
            <a:xfrm>
              <a:off x="574164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g705"/>
            <p:cNvSpPr/>
            <p:nvPr/>
          </p:nvSpPr>
          <p:spPr>
            <a:xfrm>
              <a:off x="575328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g706"/>
            <p:cNvSpPr/>
            <p:nvPr/>
          </p:nvSpPr>
          <p:spPr>
            <a:xfrm>
              <a:off x="576492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g707"/>
            <p:cNvSpPr/>
            <p:nvPr/>
          </p:nvSpPr>
          <p:spPr>
            <a:xfrm>
              <a:off x="577656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g708"/>
            <p:cNvSpPr/>
            <p:nvPr/>
          </p:nvSpPr>
          <p:spPr>
            <a:xfrm>
              <a:off x="578819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g709"/>
            <p:cNvSpPr/>
            <p:nvPr/>
          </p:nvSpPr>
          <p:spPr>
            <a:xfrm>
              <a:off x="579983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g710"/>
            <p:cNvSpPr/>
            <p:nvPr/>
          </p:nvSpPr>
          <p:spPr>
            <a:xfrm>
              <a:off x="581147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g711"/>
            <p:cNvSpPr/>
            <p:nvPr/>
          </p:nvSpPr>
          <p:spPr>
            <a:xfrm>
              <a:off x="618386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7">
                <a:alpha val="100000"/>
              </a:srgbClr>
            </a:solidFill>
            <a:ln w="5420" cap="flat">
              <a:solidFill>
                <a:srgbClr val="392D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g712"/>
            <p:cNvSpPr/>
            <p:nvPr/>
          </p:nvSpPr>
          <p:spPr>
            <a:xfrm>
              <a:off x="619550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g713"/>
            <p:cNvSpPr/>
            <p:nvPr/>
          </p:nvSpPr>
          <p:spPr>
            <a:xfrm>
              <a:off x="6207141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g714"/>
            <p:cNvSpPr/>
            <p:nvPr/>
          </p:nvSpPr>
          <p:spPr>
            <a:xfrm>
              <a:off x="621877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g715"/>
            <p:cNvSpPr/>
            <p:nvPr/>
          </p:nvSpPr>
          <p:spPr>
            <a:xfrm>
              <a:off x="623041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g716"/>
            <p:cNvSpPr/>
            <p:nvPr/>
          </p:nvSpPr>
          <p:spPr>
            <a:xfrm>
              <a:off x="624205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g717"/>
            <p:cNvSpPr/>
            <p:nvPr/>
          </p:nvSpPr>
          <p:spPr>
            <a:xfrm>
              <a:off x="625369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g718"/>
            <p:cNvSpPr/>
            <p:nvPr/>
          </p:nvSpPr>
          <p:spPr>
            <a:xfrm>
              <a:off x="626532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g719"/>
            <p:cNvSpPr/>
            <p:nvPr/>
          </p:nvSpPr>
          <p:spPr>
            <a:xfrm>
              <a:off x="627696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g720"/>
            <p:cNvSpPr/>
            <p:nvPr/>
          </p:nvSpPr>
          <p:spPr>
            <a:xfrm>
              <a:off x="628860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g721"/>
            <p:cNvSpPr/>
            <p:nvPr/>
          </p:nvSpPr>
          <p:spPr>
            <a:xfrm>
              <a:off x="630024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g722"/>
            <p:cNvSpPr/>
            <p:nvPr/>
          </p:nvSpPr>
          <p:spPr>
            <a:xfrm>
              <a:off x="631187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g723"/>
            <p:cNvSpPr/>
            <p:nvPr/>
          </p:nvSpPr>
          <p:spPr>
            <a:xfrm>
              <a:off x="632351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3">
                <a:alpha val="100000"/>
              </a:srgbClr>
            </a:solidFill>
            <a:ln w="5420" cap="flat">
              <a:solidFill>
                <a:srgbClr val="3A34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g724"/>
            <p:cNvSpPr/>
            <p:nvPr/>
          </p:nvSpPr>
          <p:spPr>
            <a:xfrm>
              <a:off x="570673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g725"/>
            <p:cNvSpPr/>
            <p:nvPr/>
          </p:nvSpPr>
          <p:spPr>
            <a:xfrm>
              <a:off x="571837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g726"/>
            <p:cNvSpPr/>
            <p:nvPr/>
          </p:nvSpPr>
          <p:spPr>
            <a:xfrm>
              <a:off x="573001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g727"/>
            <p:cNvSpPr/>
            <p:nvPr/>
          </p:nvSpPr>
          <p:spPr>
            <a:xfrm>
              <a:off x="574164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g728"/>
            <p:cNvSpPr/>
            <p:nvPr/>
          </p:nvSpPr>
          <p:spPr>
            <a:xfrm>
              <a:off x="575328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g729"/>
            <p:cNvSpPr/>
            <p:nvPr/>
          </p:nvSpPr>
          <p:spPr>
            <a:xfrm>
              <a:off x="576492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g730"/>
            <p:cNvSpPr/>
            <p:nvPr/>
          </p:nvSpPr>
          <p:spPr>
            <a:xfrm>
              <a:off x="577656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g731"/>
            <p:cNvSpPr/>
            <p:nvPr/>
          </p:nvSpPr>
          <p:spPr>
            <a:xfrm>
              <a:off x="6195504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g732"/>
            <p:cNvSpPr/>
            <p:nvPr/>
          </p:nvSpPr>
          <p:spPr>
            <a:xfrm>
              <a:off x="6207141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g733"/>
            <p:cNvSpPr/>
            <p:nvPr/>
          </p:nvSpPr>
          <p:spPr>
            <a:xfrm>
              <a:off x="621877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g734"/>
            <p:cNvSpPr/>
            <p:nvPr/>
          </p:nvSpPr>
          <p:spPr>
            <a:xfrm>
              <a:off x="623041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g735"/>
            <p:cNvSpPr/>
            <p:nvPr/>
          </p:nvSpPr>
          <p:spPr>
            <a:xfrm>
              <a:off x="624205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g736"/>
            <p:cNvSpPr/>
            <p:nvPr/>
          </p:nvSpPr>
          <p:spPr>
            <a:xfrm>
              <a:off x="625369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g737"/>
            <p:cNvSpPr/>
            <p:nvPr/>
          </p:nvSpPr>
          <p:spPr>
            <a:xfrm>
              <a:off x="626532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g738"/>
            <p:cNvSpPr/>
            <p:nvPr/>
          </p:nvSpPr>
          <p:spPr>
            <a:xfrm>
              <a:off x="627696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g739"/>
            <p:cNvSpPr/>
            <p:nvPr/>
          </p:nvSpPr>
          <p:spPr>
            <a:xfrm>
              <a:off x="628860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g740"/>
            <p:cNvSpPr/>
            <p:nvPr/>
          </p:nvSpPr>
          <p:spPr>
            <a:xfrm>
              <a:off x="630024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g741"/>
            <p:cNvSpPr/>
            <p:nvPr/>
          </p:nvSpPr>
          <p:spPr>
            <a:xfrm>
              <a:off x="6311877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g742"/>
            <p:cNvSpPr/>
            <p:nvPr/>
          </p:nvSpPr>
          <p:spPr>
            <a:xfrm>
              <a:off x="570673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g743"/>
            <p:cNvSpPr/>
            <p:nvPr/>
          </p:nvSpPr>
          <p:spPr>
            <a:xfrm>
              <a:off x="571837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g744"/>
            <p:cNvSpPr/>
            <p:nvPr/>
          </p:nvSpPr>
          <p:spPr>
            <a:xfrm>
              <a:off x="573001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g745"/>
            <p:cNvSpPr/>
            <p:nvPr/>
          </p:nvSpPr>
          <p:spPr>
            <a:xfrm>
              <a:off x="574164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g746"/>
            <p:cNvSpPr/>
            <p:nvPr/>
          </p:nvSpPr>
          <p:spPr>
            <a:xfrm>
              <a:off x="575328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g747"/>
            <p:cNvSpPr/>
            <p:nvPr/>
          </p:nvSpPr>
          <p:spPr>
            <a:xfrm>
              <a:off x="576492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g748"/>
            <p:cNvSpPr/>
            <p:nvPr/>
          </p:nvSpPr>
          <p:spPr>
            <a:xfrm>
              <a:off x="621877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g749"/>
            <p:cNvSpPr/>
            <p:nvPr/>
          </p:nvSpPr>
          <p:spPr>
            <a:xfrm>
              <a:off x="623041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g750"/>
            <p:cNvSpPr/>
            <p:nvPr/>
          </p:nvSpPr>
          <p:spPr>
            <a:xfrm>
              <a:off x="624205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g751"/>
            <p:cNvSpPr/>
            <p:nvPr/>
          </p:nvSpPr>
          <p:spPr>
            <a:xfrm>
              <a:off x="625369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C">
                <a:alpha val="100000"/>
              </a:srgbClr>
            </a:solidFill>
            <a:ln w="5420" cap="flat">
              <a:solidFill>
                <a:srgbClr val="392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g752"/>
            <p:cNvSpPr/>
            <p:nvPr/>
          </p:nvSpPr>
          <p:spPr>
            <a:xfrm>
              <a:off x="626532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g753"/>
            <p:cNvSpPr/>
            <p:nvPr/>
          </p:nvSpPr>
          <p:spPr>
            <a:xfrm>
              <a:off x="627696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g754"/>
            <p:cNvSpPr/>
            <p:nvPr/>
          </p:nvSpPr>
          <p:spPr>
            <a:xfrm>
              <a:off x="628860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g755"/>
            <p:cNvSpPr/>
            <p:nvPr/>
          </p:nvSpPr>
          <p:spPr>
            <a:xfrm>
              <a:off x="569509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g756"/>
            <p:cNvSpPr/>
            <p:nvPr/>
          </p:nvSpPr>
          <p:spPr>
            <a:xfrm>
              <a:off x="5706736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g757"/>
            <p:cNvSpPr/>
            <p:nvPr/>
          </p:nvSpPr>
          <p:spPr>
            <a:xfrm>
              <a:off x="571837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g758"/>
            <p:cNvSpPr/>
            <p:nvPr/>
          </p:nvSpPr>
          <p:spPr>
            <a:xfrm>
              <a:off x="573001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g759"/>
            <p:cNvSpPr/>
            <p:nvPr/>
          </p:nvSpPr>
          <p:spPr>
            <a:xfrm>
              <a:off x="574164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g760"/>
            <p:cNvSpPr/>
            <p:nvPr/>
          </p:nvSpPr>
          <p:spPr>
            <a:xfrm>
              <a:off x="5753285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g761"/>
            <p:cNvSpPr/>
            <p:nvPr/>
          </p:nvSpPr>
          <p:spPr>
            <a:xfrm>
              <a:off x="624205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g762"/>
            <p:cNvSpPr/>
            <p:nvPr/>
          </p:nvSpPr>
          <p:spPr>
            <a:xfrm>
              <a:off x="625369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g763"/>
            <p:cNvSpPr/>
            <p:nvPr/>
          </p:nvSpPr>
          <p:spPr>
            <a:xfrm>
              <a:off x="626532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g764"/>
            <p:cNvSpPr/>
            <p:nvPr/>
          </p:nvSpPr>
          <p:spPr>
            <a:xfrm>
              <a:off x="5683461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g765"/>
            <p:cNvSpPr/>
            <p:nvPr/>
          </p:nvSpPr>
          <p:spPr>
            <a:xfrm>
              <a:off x="569509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g766"/>
            <p:cNvSpPr/>
            <p:nvPr/>
          </p:nvSpPr>
          <p:spPr>
            <a:xfrm>
              <a:off x="5706736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g767"/>
            <p:cNvSpPr/>
            <p:nvPr/>
          </p:nvSpPr>
          <p:spPr>
            <a:xfrm>
              <a:off x="5718373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g768"/>
            <p:cNvSpPr/>
            <p:nvPr/>
          </p:nvSpPr>
          <p:spPr>
            <a:xfrm>
              <a:off x="5730010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g769"/>
            <p:cNvSpPr/>
            <p:nvPr/>
          </p:nvSpPr>
          <p:spPr>
            <a:xfrm>
              <a:off x="574164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g770"/>
            <p:cNvSpPr/>
            <p:nvPr/>
          </p:nvSpPr>
          <p:spPr>
            <a:xfrm>
              <a:off x="5683461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g771"/>
            <p:cNvSpPr/>
            <p:nvPr/>
          </p:nvSpPr>
          <p:spPr>
            <a:xfrm>
              <a:off x="5695098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g772"/>
            <p:cNvSpPr/>
            <p:nvPr/>
          </p:nvSpPr>
          <p:spPr>
            <a:xfrm>
              <a:off x="5706736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g773"/>
            <p:cNvSpPr/>
            <p:nvPr/>
          </p:nvSpPr>
          <p:spPr>
            <a:xfrm>
              <a:off x="5718373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g774"/>
            <p:cNvSpPr/>
            <p:nvPr/>
          </p:nvSpPr>
          <p:spPr>
            <a:xfrm>
              <a:off x="5730010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g775"/>
            <p:cNvSpPr/>
            <p:nvPr/>
          </p:nvSpPr>
          <p:spPr>
            <a:xfrm>
              <a:off x="5671824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g776"/>
            <p:cNvSpPr/>
            <p:nvPr/>
          </p:nvSpPr>
          <p:spPr>
            <a:xfrm>
              <a:off x="5683461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g777"/>
            <p:cNvSpPr/>
            <p:nvPr/>
          </p:nvSpPr>
          <p:spPr>
            <a:xfrm>
              <a:off x="5695098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g778"/>
            <p:cNvSpPr/>
            <p:nvPr/>
          </p:nvSpPr>
          <p:spPr>
            <a:xfrm>
              <a:off x="5706736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g779"/>
            <p:cNvSpPr/>
            <p:nvPr/>
          </p:nvSpPr>
          <p:spPr>
            <a:xfrm>
              <a:off x="5718373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g780"/>
            <p:cNvSpPr/>
            <p:nvPr/>
          </p:nvSpPr>
          <p:spPr>
            <a:xfrm>
              <a:off x="5730010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g781"/>
            <p:cNvSpPr/>
            <p:nvPr/>
          </p:nvSpPr>
          <p:spPr>
            <a:xfrm>
              <a:off x="5671824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g782"/>
            <p:cNvSpPr/>
            <p:nvPr/>
          </p:nvSpPr>
          <p:spPr>
            <a:xfrm>
              <a:off x="5683461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g783"/>
            <p:cNvSpPr/>
            <p:nvPr/>
          </p:nvSpPr>
          <p:spPr>
            <a:xfrm>
              <a:off x="5695098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g784"/>
            <p:cNvSpPr/>
            <p:nvPr/>
          </p:nvSpPr>
          <p:spPr>
            <a:xfrm>
              <a:off x="5706736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g785"/>
            <p:cNvSpPr/>
            <p:nvPr/>
          </p:nvSpPr>
          <p:spPr>
            <a:xfrm>
              <a:off x="5718373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g786"/>
            <p:cNvSpPr/>
            <p:nvPr/>
          </p:nvSpPr>
          <p:spPr>
            <a:xfrm>
              <a:off x="5730010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g787"/>
            <p:cNvSpPr/>
            <p:nvPr/>
          </p:nvSpPr>
          <p:spPr>
            <a:xfrm>
              <a:off x="5671824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g788"/>
            <p:cNvSpPr/>
            <p:nvPr/>
          </p:nvSpPr>
          <p:spPr>
            <a:xfrm>
              <a:off x="5683461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g789"/>
            <p:cNvSpPr/>
            <p:nvPr/>
          </p:nvSpPr>
          <p:spPr>
            <a:xfrm>
              <a:off x="5695098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g790"/>
            <p:cNvSpPr/>
            <p:nvPr/>
          </p:nvSpPr>
          <p:spPr>
            <a:xfrm>
              <a:off x="5706736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g791"/>
            <p:cNvSpPr/>
            <p:nvPr/>
          </p:nvSpPr>
          <p:spPr>
            <a:xfrm>
              <a:off x="5718373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g792"/>
            <p:cNvSpPr/>
            <p:nvPr/>
          </p:nvSpPr>
          <p:spPr>
            <a:xfrm>
              <a:off x="5730010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g793"/>
            <p:cNvSpPr/>
            <p:nvPr/>
          </p:nvSpPr>
          <p:spPr>
            <a:xfrm>
              <a:off x="5671824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g794"/>
            <p:cNvSpPr/>
            <p:nvPr/>
          </p:nvSpPr>
          <p:spPr>
            <a:xfrm>
              <a:off x="5683461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g795"/>
            <p:cNvSpPr/>
            <p:nvPr/>
          </p:nvSpPr>
          <p:spPr>
            <a:xfrm>
              <a:off x="569509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g796"/>
            <p:cNvSpPr/>
            <p:nvPr/>
          </p:nvSpPr>
          <p:spPr>
            <a:xfrm>
              <a:off x="5706736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g797"/>
            <p:cNvSpPr/>
            <p:nvPr/>
          </p:nvSpPr>
          <p:spPr>
            <a:xfrm>
              <a:off x="5718373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g798"/>
            <p:cNvSpPr/>
            <p:nvPr/>
          </p:nvSpPr>
          <p:spPr>
            <a:xfrm>
              <a:off x="5730010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g799"/>
            <p:cNvSpPr/>
            <p:nvPr/>
          </p:nvSpPr>
          <p:spPr>
            <a:xfrm>
              <a:off x="574164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g800"/>
            <p:cNvSpPr/>
            <p:nvPr/>
          </p:nvSpPr>
          <p:spPr>
            <a:xfrm>
              <a:off x="566018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g801"/>
            <p:cNvSpPr/>
            <p:nvPr/>
          </p:nvSpPr>
          <p:spPr>
            <a:xfrm>
              <a:off x="5671824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g802"/>
            <p:cNvSpPr/>
            <p:nvPr/>
          </p:nvSpPr>
          <p:spPr>
            <a:xfrm>
              <a:off x="5683461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g803"/>
            <p:cNvSpPr/>
            <p:nvPr/>
          </p:nvSpPr>
          <p:spPr>
            <a:xfrm>
              <a:off x="5695098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g804"/>
            <p:cNvSpPr/>
            <p:nvPr/>
          </p:nvSpPr>
          <p:spPr>
            <a:xfrm>
              <a:off x="570673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g805"/>
            <p:cNvSpPr/>
            <p:nvPr/>
          </p:nvSpPr>
          <p:spPr>
            <a:xfrm>
              <a:off x="5718373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g806"/>
            <p:cNvSpPr/>
            <p:nvPr/>
          </p:nvSpPr>
          <p:spPr>
            <a:xfrm>
              <a:off x="5730010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g807"/>
            <p:cNvSpPr/>
            <p:nvPr/>
          </p:nvSpPr>
          <p:spPr>
            <a:xfrm>
              <a:off x="5648549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g808"/>
            <p:cNvSpPr/>
            <p:nvPr/>
          </p:nvSpPr>
          <p:spPr>
            <a:xfrm>
              <a:off x="566018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g809"/>
            <p:cNvSpPr/>
            <p:nvPr/>
          </p:nvSpPr>
          <p:spPr>
            <a:xfrm>
              <a:off x="5671824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g810"/>
            <p:cNvSpPr/>
            <p:nvPr/>
          </p:nvSpPr>
          <p:spPr>
            <a:xfrm>
              <a:off x="5683461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g811"/>
            <p:cNvSpPr/>
            <p:nvPr/>
          </p:nvSpPr>
          <p:spPr>
            <a:xfrm>
              <a:off x="5695098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g812"/>
            <p:cNvSpPr/>
            <p:nvPr/>
          </p:nvSpPr>
          <p:spPr>
            <a:xfrm>
              <a:off x="570673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g813"/>
            <p:cNvSpPr/>
            <p:nvPr/>
          </p:nvSpPr>
          <p:spPr>
            <a:xfrm>
              <a:off x="5718373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g814"/>
            <p:cNvSpPr/>
            <p:nvPr/>
          </p:nvSpPr>
          <p:spPr>
            <a:xfrm>
              <a:off x="5648549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g815"/>
            <p:cNvSpPr/>
            <p:nvPr/>
          </p:nvSpPr>
          <p:spPr>
            <a:xfrm>
              <a:off x="566018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g816"/>
            <p:cNvSpPr/>
            <p:nvPr/>
          </p:nvSpPr>
          <p:spPr>
            <a:xfrm>
              <a:off x="5671824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g817"/>
            <p:cNvSpPr/>
            <p:nvPr/>
          </p:nvSpPr>
          <p:spPr>
            <a:xfrm>
              <a:off x="5683461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g818"/>
            <p:cNvSpPr/>
            <p:nvPr/>
          </p:nvSpPr>
          <p:spPr>
            <a:xfrm>
              <a:off x="569509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g819"/>
            <p:cNvSpPr/>
            <p:nvPr/>
          </p:nvSpPr>
          <p:spPr>
            <a:xfrm>
              <a:off x="570673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g820"/>
            <p:cNvSpPr/>
            <p:nvPr/>
          </p:nvSpPr>
          <p:spPr>
            <a:xfrm>
              <a:off x="5718373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g821"/>
            <p:cNvSpPr/>
            <p:nvPr/>
          </p:nvSpPr>
          <p:spPr>
            <a:xfrm>
              <a:off x="574164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g822"/>
            <p:cNvSpPr/>
            <p:nvPr/>
          </p:nvSpPr>
          <p:spPr>
            <a:xfrm>
              <a:off x="5753285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g823"/>
            <p:cNvSpPr/>
            <p:nvPr/>
          </p:nvSpPr>
          <p:spPr>
            <a:xfrm>
              <a:off x="5764922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g824"/>
            <p:cNvSpPr/>
            <p:nvPr/>
          </p:nvSpPr>
          <p:spPr>
            <a:xfrm>
              <a:off x="5776560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g825"/>
            <p:cNvSpPr/>
            <p:nvPr/>
          </p:nvSpPr>
          <p:spPr>
            <a:xfrm>
              <a:off x="5648549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g826"/>
            <p:cNvSpPr/>
            <p:nvPr/>
          </p:nvSpPr>
          <p:spPr>
            <a:xfrm>
              <a:off x="566018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g827"/>
            <p:cNvSpPr/>
            <p:nvPr/>
          </p:nvSpPr>
          <p:spPr>
            <a:xfrm>
              <a:off x="5671824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g828"/>
            <p:cNvSpPr/>
            <p:nvPr/>
          </p:nvSpPr>
          <p:spPr>
            <a:xfrm>
              <a:off x="5683461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g829"/>
            <p:cNvSpPr/>
            <p:nvPr/>
          </p:nvSpPr>
          <p:spPr>
            <a:xfrm>
              <a:off x="569509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g830"/>
            <p:cNvSpPr/>
            <p:nvPr/>
          </p:nvSpPr>
          <p:spPr>
            <a:xfrm>
              <a:off x="570673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g831"/>
            <p:cNvSpPr/>
            <p:nvPr/>
          </p:nvSpPr>
          <p:spPr>
            <a:xfrm>
              <a:off x="5718373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g832"/>
            <p:cNvSpPr/>
            <p:nvPr/>
          </p:nvSpPr>
          <p:spPr>
            <a:xfrm>
              <a:off x="573001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g833"/>
            <p:cNvSpPr/>
            <p:nvPr/>
          </p:nvSpPr>
          <p:spPr>
            <a:xfrm>
              <a:off x="574164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g834"/>
            <p:cNvSpPr/>
            <p:nvPr/>
          </p:nvSpPr>
          <p:spPr>
            <a:xfrm>
              <a:off x="5753285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g835"/>
            <p:cNvSpPr/>
            <p:nvPr/>
          </p:nvSpPr>
          <p:spPr>
            <a:xfrm>
              <a:off x="5764922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g836"/>
            <p:cNvSpPr/>
            <p:nvPr/>
          </p:nvSpPr>
          <p:spPr>
            <a:xfrm>
              <a:off x="577656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g837"/>
            <p:cNvSpPr/>
            <p:nvPr/>
          </p:nvSpPr>
          <p:spPr>
            <a:xfrm>
              <a:off x="5788197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g838"/>
            <p:cNvSpPr/>
            <p:nvPr/>
          </p:nvSpPr>
          <p:spPr>
            <a:xfrm>
              <a:off x="567182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g839"/>
            <p:cNvSpPr/>
            <p:nvPr/>
          </p:nvSpPr>
          <p:spPr>
            <a:xfrm>
              <a:off x="5683461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g840"/>
            <p:cNvSpPr/>
            <p:nvPr/>
          </p:nvSpPr>
          <p:spPr>
            <a:xfrm>
              <a:off x="569509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g841"/>
            <p:cNvSpPr/>
            <p:nvPr/>
          </p:nvSpPr>
          <p:spPr>
            <a:xfrm>
              <a:off x="5706736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g842"/>
            <p:cNvSpPr/>
            <p:nvPr/>
          </p:nvSpPr>
          <p:spPr>
            <a:xfrm>
              <a:off x="5718373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g843"/>
            <p:cNvSpPr/>
            <p:nvPr/>
          </p:nvSpPr>
          <p:spPr>
            <a:xfrm>
              <a:off x="573001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g844"/>
            <p:cNvSpPr/>
            <p:nvPr/>
          </p:nvSpPr>
          <p:spPr>
            <a:xfrm>
              <a:off x="574164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g845"/>
            <p:cNvSpPr/>
            <p:nvPr/>
          </p:nvSpPr>
          <p:spPr>
            <a:xfrm>
              <a:off x="5753285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g846"/>
            <p:cNvSpPr/>
            <p:nvPr/>
          </p:nvSpPr>
          <p:spPr>
            <a:xfrm>
              <a:off x="5764922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g847"/>
            <p:cNvSpPr/>
            <p:nvPr/>
          </p:nvSpPr>
          <p:spPr>
            <a:xfrm>
              <a:off x="577656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g848"/>
            <p:cNvSpPr/>
            <p:nvPr/>
          </p:nvSpPr>
          <p:spPr>
            <a:xfrm>
              <a:off x="5788197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g849"/>
            <p:cNvSpPr/>
            <p:nvPr/>
          </p:nvSpPr>
          <p:spPr>
            <a:xfrm>
              <a:off x="579983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g850"/>
            <p:cNvSpPr/>
            <p:nvPr/>
          </p:nvSpPr>
          <p:spPr>
            <a:xfrm>
              <a:off x="562527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g851"/>
            <p:cNvSpPr/>
            <p:nvPr/>
          </p:nvSpPr>
          <p:spPr>
            <a:xfrm>
              <a:off x="563691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g852"/>
            <p:cNvSpPr/>
            <p:nvPr/>
          </p:nvSpPr>
          <p:spPr>
            <a:xfrm>
              <a:off x="5648549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g853"/>
            <p:cNvSpPr/>
            <p:nvPr/>
          </p:nvSpPr>
          <p:spPr>
            <a:xfrm>
              <a:off x="566018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g854"/>
            <p:cNvSpPr/>
            <p:nvPr/>
          </p:nvSpPr>
          <p:spPr>
            <a:xfrm>
              <a:off x="569509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g855"/>
            <p:cNvSpPr/>
            <p:nvPr/>
          </p:nvSpPr>
          <p:spPr>
            <a:xfrm>
              <a:off x="570673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g856"/>
            <p:cNvSpPr/>
            <p:nvPr/>
          </p:nvSpPr>
          <p:spPr>
            <a:xfrm>
              <a:off x="5718373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g857"/>
            <p:cNvSpPr/>
            <p:nvPr/>
          </p:nvSpPr>
          <p:spPr>
            <a:xfrm>
              <a:off x="573001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g858"/>
            <p:cNvSpPr/>
            <p:nvPr/>
          </p:nvSpPr>
          <p:spPr>
            <a:xfrm>
              <a:off x="574164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g859"/>
            <p:cNvSpPr/>
            <p:nvPr/>
          </p:nvSpPr>
          <p:spPr>
            <a:xfrm>
              <a:off x="575328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g860"/>
            <p:cNvSpPr/>
            <p:nvPr/>
          </p:nvSpPr>
          <p:spPr>
            <a:xfrm>
              <a:off x="576492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g861"/>
            <p:cNvSpPr/>
            <p:nvPr/>
          </p:nvSpPr>
          <p:spPr>
            <a:xfrm>
              <a:off x="577656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g862"/>
            <p:cNvSpPr/>
            <p:nvPr/>
          </p:nvSpPr>
          <p:spPr>
            <a:xfrm>
              <a:off x="5788197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g863"/>
            <p:cNvSpPr/>
            <p:nvPr/>
          </p:nvSpPr>
          <p:spPr>
            <a:xfrm>
              <a:off x="5799834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g864"/>
            <p:cNvSpPr/>
            <p:nvPr/>
          </p:nvSpPr>
          <p:spPr>
            <a:xfrm>
              <a:off x="561363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C">
                <a:alpha val="100000"/>
              </a:srgbClr>
            </a:solidFill>
            <a:ln w="5420" cap="flat">
              <a:solidFill>
                <a:srgbClr val="3427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g865"/>
            <p:cNvSpPr/>
            <p:nvPr/>
          </p:nvSpPr>
          <p:spPr>
            <a:xfrm>
              <a:off x="562527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3264C">
                <a:alpha val="100000"/>
              </a:srgbClr>
            </a:solidFill>
            <a:ln w="5420" cap="flat">
              <a:solidFill>
                <a:srgbClr val="3326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g866"/>
            <p:cNvSpPr/>
            <p:nvPr/>
          </p:nvSpPr>
          <p:spPr>
            <a:xfrm>
              <a:off x="563691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D">
                <a:alpha val="100000"/>
              </a:srgbClr>
            </a:solidFill>
            <a:ln w="5420" cap="flat">
              <a:solidFill>
                <a:srgbClr val="3427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g867"/>
            <p:cNvSpPr/>
            <p:nvPr/>
          </p:nvSpPr>
          <p:spPr>
            <a:xfrm>
              <a:off x="564854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g868"/>
            <p:cNvSpPr/>
            <p:nvPr/>
          </p:nvSpPr>
          <p:spPr>
            <a:xfrm>
              <a:off x="566018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g869"/>
            <p:cNvSpPr/>
            <p:nvPr/>
          </p:nvSpPr>
          <p:spPr>
            <a:xfrm>
              <a:off x="567182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g870"/>
            <p:cNvSpPr/>
            <p:nvPr/>
          </p:nvSpPr>
          <p:spPr>
            <a:xfrm>
              <a:off x="5683461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g871"/>
            <p:cNvSpPr/>
            <p:nvPr/>
          </p:nvSpPr>
          <p:spPr>
            <a:xfrm>
              <a:off x="569509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A">
                <a:alpha val="100000"/>
              </a:srgbClr>
            </a:solidFill>
            <a:ln w="5420" cap="flat">
              <a:solidFill>
                <a:srgbClr val="3C4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g872"/>
            <p:cNvSpPr/>
            <p:nvPr/>
          </p:nvSpPr>
          <p:spPr>
            <a:xfrm>
              <a:off x="570673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g873"/>
            <p:cNvSpPr/>
            <p:nvPr/>
          </p:nvSpPr>
          <p:spPr>
            <a:xfrm>
              <a:off x="5718373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g874"/>
            <p:cNvSpPr/>
            <p:nvPr/>
          </p:nvSpPr>
          <p:spPr>
            <a:xfrm>
              <a:off x="573001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g875"/>
            <p:cNvSpPr/>
            <p:nvPr/>
          </p:nvSpPr>
          <p:spPr>
            <a:xfrm>
              <a:off x="574164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g876"/>
            <p:cNvSpPr/>
            <p:nvPr/>
          </p:nvSpPr>
          <p:spPr>
            <a:xfrm>
              <a:off x="575328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g877"/>
            <p:cNvSpPr/>
            <p:nvPr/>
          </p:nvSpPr>
          <p:spPr>
            <a:xfrm>
              <a:off x="576492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g878"/>
            <p:cNvSpPr/>
            <p:nvPr/>
          </p:nvSpPr>
          <p:spPr>
            <a:xfrm>
              <a:off x="577656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g879"/>
            <p:cNvSpPr/>
            <p:nvPr/>
          </p:nvSpPr>
          <p:spPr>
            <a:xfrm>
              <a:off x="578819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g880"/>
            <p:cNvSpPr/>
            <p:nvPr/>
          </p:nvSpPr>
          <p:spPr>
            <a:xfrm>
              <a:off x="579983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g881"/>
            <p:cNvSpPr/>
            <p:nvPr/>
          </p:nvSpPr>
          <p:spPr>
            <a:xfrm>
              <a:off x="581147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g882"/>
            <p:cNvSpPr/>
            <p:nvPr/>
          </p:nvSpPr>
          <p:spPr>
            <a:xfrm>
              <a:off x="561363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2192B">
                <a:alpha val="100000"/>
              </a:srgbClr>
            </a:solidFill>
            <a:ln w="5420" cap="flat">
              <a:solidFill>
                <a:srgbClr val="221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g883"/>
            <p:cNvSpPr/>
            <p:nvPr/>
          </p:nvSpPr>
          <p:spPr>
            <a:xfrm>
              <a:off x="562527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01728">
                <a:alpha val="100000"/>
              </a:srgbClr>
            </a:solidFill>
            <a:ln w="5420" cap="flat">
              <a:solidFill>
                <a:srgbClr val="2017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g884"/>
            <p:cNvSpPr/>
            <p:nvPr/>
          </p:nvSpPr>
          <p:spPr>
            <a:xfrm>
              <a:off x="563691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01829">
                <a:alpha val="100000"/>
              </a:srgbClr>
            </a:solidFill>
            <a:ln w="5420" cap="flat">
              <a:solidFill>
                <a:srgbClr val="2018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g885"/>
            <p:cNvSpPr/>
            <p:nvPr/>
          </p:nvSpPr>
          <p:spPr>
            <a:xfrm>
              <a:off x="564854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31A2E">
                <a:alpha val="100000"/>
              </a:srgbClr>
            </a:solidFill>
            <a:ln w="5420" cap="flat">
              <a:solidFill>
                <a:srgbClr val="231A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g886"/>
            <p:cNvSpPr/>
            <p:nvPr/>
          </p:nvSpPr>
          <p:spPr>
            <a:xfrm>
              <a:off x="566018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81D36">
                <a:alpha val="100000"/>
              </a:srgbClr>
            </a:solidFill>
            <a:ln w="5420" cap="flat">
              <a:solidFill>
                <a:srgbClr val="281D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g887"/>
            <p:cNvSpPr/>
            <p:nvPr/>
          </p:nvSpPr>
          <p:spPr>
            <a:xfrm>
              <a:off x="567182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E2241">
                <a:alpha val="100000"/>
              </a:srgbClr>
            </a:solidFill>
            <a:ln w="5420" cap="flat">
              <a:solidFill>
                <a:srgbClr val="2E22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g888"/>
            <p:cNvSpPr/>
            <p:nvPr/>
          </p:nvSpPr>
          <p:spPr>
            <a:xfrm>
              <a:off x="5683461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g889"/>
            <p:cNvSpPr/>
            <p:nvPr/>
          </p:nvSpPr>
          <p:spPr>
            <a:xfrm>
              <a:off x="569509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g890"/>
            <p:cNvSpPr/>
            <p:nvPr/>
          </p:nvSpPr>
          <p:spPr>
            <a:xfrm>
              <a:off x="570673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g891"/>
            <p:cNvSpPr/>
            <p:nvPr/>
          </p:nvSpPr>
          <p:spPr>
            <a:xfrm>
              <a:off x="5718373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g892"/>
            <p:cNvSpPr/>
            <p:nvPr/>
          </p:nvSpPr>
          <p:spPr>
            <a:xfrm>
              <a:off x="573001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g893"/>
            <p:cNvSpPr/>
            <p:nvPr/>
          </p:nvSpPr>
          <p:spPr>
            <a:xfrm>
              <a:off x="574164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g894"/>
            <p:cNvSpPr/>
            <p:nvPr/>
          </p:nvSpPr>
          <p:spPr>
            <a:xfrm>
              <a:off x="575328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g895"/>
            <p:cNvSpPr/>
            <p:nvPr/>
          </p:nvSpPr>
          <p:spPr>
            <a:xfrm>
              <a:off x="576492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g896"/>
            <p:cNvSpPr/>
            <p:nvPr/>
          </p:nvSpPr>
          <p:spPr>
            <a:xfrm>
              <a:off x="577656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g897"/>
            <p:cNvSpPr/>
            <p:nvPr/>
          </p:nvSpPr>
          <p:spPr>
            <a:xfrm>
              <a:off x="578819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g898"/>
            <p:cNvSpPr/>
            <p:nvPr/>
          </p:nvSpPr>
          <p:spPr>
            <a:xfrm>
              <a:off x="579983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g899"/>
            <p:cNvSpPr/>
            <p:nvPr/>
          </p:nvSpPr>
          <p:spPr>
            <a:xfrm>
              <a:off x="581147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g900"/>
            <p:cNvSpPr/>
            <p:nvPr/>
          </p:nvSpPr>
          <p:spPr>
            <a:xfrm>
              <a:off x="561363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1E1625">
                <a:alpha val="100000"/>
              </a:srgbClr>
            </a:solidFill>
            <a:ln w="5420" cap="flat">
              <a:solidFill>
                <a:srgbClr val="1E162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g901"/>
            <p:cNvSpPr/>
            <p:nvPr/>
          </p:nvSpPr>
          <p:spPr>
            <a:xfrm>
              <a:off x="562527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1C1421">
                <a:alpha val="100000"/>
              </a:srgbClr>
            </a:solidFill>
            <a:ln w="5420" cap="flat">
              <a:solidFill>
                <a:srgbClr val="1C142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g902"/>
            <p:cNvSpPr/>
            <p:nvPr/>
          </p:nvSpPr>
          <p:spPr>
            <a:xfrm>
              <a:off x="563691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1C1522">
                <a:alpha val="100000"/>
              </a:srgbClr>
            </a:solidFill>
            <a:ln w="5420" cap="flat">
              <a:solidFill>
                <a:srgbClr val="1C152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g903"/>
            <p:cNvSpPr/>
            <p:nvPr/>
          </p:nvSpPr>
          <p:spPr>
            <a:xfrm>
              <a:off x="564854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1F1727">
                <a:alpha val="100000"/>
              </a:srgbClr>
            </a:solidFill>
            <a:ln w="5420" cap="flat">
              <a:solidFill>
                <a:srgbClr val="1F17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g904"/>
            <p:cNvSpPr/>
            <p:nvPr/>
          </p:nvSpPr>
          <p:spPr>
            <a:xfrm>
              <a:off x="566018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31A2F">
                <a:alpha val="100000"/>
              </a:srgbClr>
            </a:solidFill>
            <a:ln w="5420" cap="flat">
              <a:solidFill>
                <a:srgbClr val="231A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g905"/>
            <p:cNvSpPr/>
            <p:nvPr/>
          </p:nvSpPr>
          <p:spPr>
            <a:xfrm>
              <a:off x="567182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91F39">
                <a:alpha val="100000"/>
              </a:srgbClr>
            </a:solidFill>
            <a:ln w="5420" cap="flat">
              <a:solidFill>
                <a:srgbClr val="291F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g906"/>
            <p:cNvSpPr/>
            <p:nvPr/>
          </p:nvSpPr>
          <p:spPr>
            <a:xfrm>
              <a:off x="5683461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1">
                <a:alpha val="100000"/>
              </a:srgbClr>
            </a:solidFill>
            <a:ln w="5420" cap="flat">
              <a:solidFill>
                <a:srgbClr val="37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g907"/>
            <p:cNvSpPr/>
            <p:nvPr/>
          </p:nvSpPr>
          <p:spPr>
            <a:xfrm>
              <a:off x="569509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g908"/>
            <p:cNvSpPr/>
            <p:nvPr/>
          </p:nvSpPr>
          <p:spPr>
            <a:xfrm>
              <a:off x="570673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g909"/>
            <p:cNvSpPr/>
            <p:nvPr/>
          </p:nvSpPr>
          <p:spPr>
            <a:xfrm>
              <a:off x="5718373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g910"/>
            <p:cNvSpPr/>
            <p:nvPr/>
          </p:nvSpPr>
          <p:spPr>
            <a:xfrm>
              <a:off x="573001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g911"/>
            <p:cNvSpPr/>
            <p:nvPr/>
          </p:nvSpPr>
          <p:spPr>
            <a:xfrm>
              <a:off x="574164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g912"/>
            <p:cNvSpPr/>
            <p:nvPr/>
          </p:nvSpPr>
          <p:spPr>
            <a:xfrm>
              <a:off x="575328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g913"/>
            <p:cNvSpPr/>
            <p:nvPr/>
          </p:nvSpPr>
          <p:spPr>
            <a:xfrm>
              <a:off x="576492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g914"/>
            <p:cNvSpPr/>
            <p:nvPr/>
          </p:nvSpPr>
          <p:spPr>
            <a:xfrm>
              <a:off x="577656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g915"/>
            <p:cNvSpPr/>
            <p:nvPr/>
          </p:nvSpPr>
          <p:spPr>
            <a:xfrm>
              <a:off x="578819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g916"/>
            <p:cNvSpPr/>
            <p:nvPr/>
          </p:nvSpPr>
          <p:spPr>
            <a:xfrm>
              <a:off x="579983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g917"/>
            <p:cNvSpPr/>
            <p:nvPr/>
          </p:nvSpPr>
          <p:spPr>
            <a:xfrm>
              <a:off x="581147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g918"/>
            <p:cNvSpPr/>
            <p:nvPr/>
          </p:nvSpPr>
          <p:spPr>
            <a:xfrm>
              <a:off x="547398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g919"/>
            <p:cNvSpPr/>
            <p:nvPr/>
          </p:nvSpPr>
          <p:spPr>
            <a:xfrm>
              <a:off x="552053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g920"/>
            <p:cNvSpPr/>
            <p:nvPr/>
          </p:nvSpPr>
          <p:spPr>
            <a:xfrm>
              <a:off x="553217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g921"/>
            <p:cNvSpPr/>
            <p:nvPr/>
          </p:nvSpPr>
          <p:spPr>
            <a:xfrm>
              <a:off x="554381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g922"/>
            <p:cNvSpPr/>
            <p:nvPr/>
          </p:nvSpPr>
          <p:spPr>
            <a:xfrm>
              <a:off x="555545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g923"/>
            <p:cNvSpPr/>
            <p:nvPr/>
          </p:nvSpPr>
          <p:spPr>
            <a:xfrm>
              <a:off x="556708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g924"/>
            <p:cNvSpPr/>
            <p:nvPr/>
          </p:nvSpPr>
          <p:spPr>
            <a:xfrm>
              <a:off x="557872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E2242">
                <a:alpha val="100000"/>
              </a:srgbClr>
            </a:solidFill>
            <a:ln w="5420" cap="flat">
              <a:solidFill>
                <a:srgbClr val="2E22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g925"/>
            <p:cNvSpPr/>
            <p:nvPr/>
          </p:nvSpPr>
          <p:spPr>
            <a:xfrm>
              <a:off x="559036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71D35">
                <a:alpha val="100000"/>
              </a:srgbClr>
            </a:solidFill>
            <a:ln w="5420" cap="flat">
              <a:solidFill>
                <a:srgbClr val="271D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g926"/>
            <p:cNvSpPr/>
            <p:nvPr/>
          </p:nvSpPr>
          <p:spPr>
            <a:xfrm>
              <a:off x="560200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2192C">
                <a:alpha val="100000"/>
              </a:srgbClr>
            </a:solidFill>
            <a:ln w="5420" cap="flat">
              <a:solidFill>
                <a:srgbClr val="2219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g927"/>
            <p:cNvSpPr/>
            <p:nvPr/>
          </p:nvSpPr>
          <p:spPr>
            <a:xfrm>
              <a:off x="561363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1E1625">
                <a:alpha val="100000"/>
              </a:srgbClr>
            </a:solidFill>
            <a:ln w="5420" cap="flat">
              <a:solidFill>
                <a:srgbClr val="1E162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g928"/>
            <p:cNvSpPr/>
            <p:nvPr/>
          </p:nvSpPr>
          <p:spPr>
            <a:xfrm>
              <a:off x="562527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1C1522">
                <a:alpha val="100000"/>
              </a:srgbClr>
            </a:solidFill>
            <a:ln w="5420" cap="flat">
              <a:solidFill>
                <a:srgbClr val="1C152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g929"/>
            <p:cNvSpPr/>
            <p:nvPr/>
          </p:nvSpPr>
          <p:spPr>
            <a:xfrm>
              <a:off x="563691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1C1523">
                <a:alpha val="100000"/>
              </a:srgbClr>
            </a:solidFill>
            <a:ln w="5420" cap="flat">
              <a:solidFill>
                <a:srgbClr val="1C152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g930"/>
            <p:cNvSpPr/>
            <p:nvPr/>
          </p:nvSpPr>
          <p:spPr>
            <a:xfrm>
              <a:off x="564854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1F1727">
                <a:alpha val="100000"/>
              </a:srgbClr>
            </a:solidFill>
            <a:ln w="5420" cap="flat">
              <a:solidFill>
                <a:srgbClr val="1F17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g931"/>
            <p:cNvSpPr/>
            <p:nvPr/>
          </p:nvSpPr>
          <p:spPr>
            <a:xfrm>
              <a:off x="566018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31A2E">
                <a:alpha val="100000"/>
              </a:srgbClr>
            </a:solidFill>
            <a:ln w="5420" cap="flat">
              <a:solidFill>
                <a:srgbClr val="231A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g932"/>
            <p:cNvSpPr/>
            <p:nvPr/>
          </p:nvSpPr>
          <p:spPr>
            <a:xfrm>
              <a:off x="567182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91E38">
                <a:alpha val="100000"/>
              </a:srgbClr>
            </a:solidFill>
            <a:ln w="5420" cap="flat">
              <a:solidFill>
                <a:srgbClr val="291E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g933"/>
            <p:cNvSpPr/>
            <p:nvPr/>
          </p:nvSpPr>
          <p:spPr>
            <a:xfrm>
              <a:off x="568346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E">
                <a:alpha val="100000"/>
              </a:srgbClr>
            </a:solidFill>
            <a:ln w="5420" cap="flat">
              <a:solidFill>
                <a:srgbClr val="3528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g934"/>
            <p:cNvSpPr/>
            <p:nvPr/>
          </p:nvSpPr>
          <p:spPr>
            <a:xfrm>
              <a:off x="569509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g935"/>
            <p:cNvSpPr/>
            <p:nvPr/>
          </p:nvSpPr>
          <p:spPr>
            <a:xfrm>
              <a:off x="570673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g936"/>
            <p:cNvSpPr/>
            <p:nvPr/>
          </p:nvSpPr>
          <p:spPr>
            <a:xfrm>
              <a:off x="571837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g937"/>
            <p:cNvSpPr/>
            <p:nvPr/>
          </p:nvSpPr>
          <p:spPr>
            <a:xfrm>
              <a:off x="573001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g938"/>
            <p:cNvSpPr/>
            <p:nvPr/>
          </p:nvSpPr>
          <p:spPr>
            <a:xfrm>
              <a:off x="574164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g939"/>
            <p:cNvSpPr/>
            <p:nvPr/>
          </p:nvSpPr>
          <p:spPr>
            <a:xfrm>
              <a:off x="575328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g940"/>
            <p:cNvSpPr/>
            <p:nvPr/>
          </p:nvSpPr>
          <p:spPr>
            <a:xfrm>
              <a:off x="576492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g941"/>
            <p:cNvSpPr/>
            <p:nvPr/>
          </p:nvSpPr>
          <p:spPr>
            <a:xfrm>
              <a:off x="577656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g942"/>
            <p:cNvSpPr/>
            <p:nvPr/>
          </p:nvSpPr>
          <p:spPr>
            <a:xfrm>
              <a:off x="578819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g943"/>
            <p:cNvSpPr/>
            <p:nvPr/>
          </p:nvSpPr>
          <p:spPr>
            <a:xfrm>
              <a:off x="579983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g944"/>
            <p:cNvSpPr/>
            <p:nvPr/>
          </p:nvSpPr>
          <p:spPr>
            <a:xfrm>
              <a:off x="534597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g945"/>
            <p:cNvSpPr/>
            <p:nvPr/>
          </p:nvSpPr>
          <p:spPr>
            <a:xfrm>
              <a:off x="535761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g946"/>
            <p:cNvSpPr/>
            <p:nvPr/>
          </p:nvSpPr>
          <p:spPr>
            <a:xfrm>
              <a:off x="536925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g947"/>
            <p:cNvSpPr/>
            <p:nvPr/>
          </p:nvSpPr>
          <p:spPr>
            <a:xfrm>
              <a:off x="543907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g948"/>
            <p:cNvSpPr/>
            <p:nvPr/>
          </p:nvSpPr>
          <p:spPr>
            <a:xfrm>
              <a:off x="545071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g949"/>
            <p:cNvSpPr/>
            <p:nvPr/>
          </p:nvSpPr>
          <p:spPr>
            <a:xfrm>
              <a:off x="546235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g950"/>
            <p:cNvSpPr/>
            <p:nvPr/>
          </p:nvSpPr>
          <p:spPr>
            <a:xfrm>
              <a:off x="547398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g951"/>
            <p:cNvSpPr/>
            <p:nvPr/>
          </p:nvSpPr>
          <p:spPr>
            <a:xfrm>
              <a:off x="548562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g952"/>
            <p:cNvSpPr/>
            <p:nvPr/>
          </p:nvSpPr>
          <p:spPr>
            <a:xfrm>
              <a:off x="549726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g953"/>
            <p:cNvSpPr/>
            <p:nvPr/>
          </p:nvSpPr>
          <p:spPr>
            <a:xfrm>
              <a:off x="550890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g954"/>
            <p:cNvSpPr/>
            <p:nvPr/>
          </p:nvSpPr>
          <p:spPr>
            <a:xfrm>
              <a:off x="552053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g955"/>
            <p:cNvSpPr/>
            <p:nvPr/>
          </p:nvSpPr>
          <p:spPr>
            <a:xfrm>
              <a:off x="553217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g956"/>
            <p:cNvSpPr/>
            <p:nvPr/>
          </p:nvSpPr>
          <p:spPr>
            <a:xfrm>
              <a:off x="554381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g957"/>
            <p:cNvSpPr/>
            <p:nvPr/>
          </p:nvSpPr>
          <p:spPr>
            <a:xfrm>
              <a:off x="555545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g958"/>
            <p:cNvSpPr/>
            <p:nvPr/>
          </p:nvSpPr>
          <p:spPr>
            <a:xfrm>
              <a:off x="556708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g959"/>
            <p:cNvSpPr/>
            <p:nvPr/>
          </p:nvSpPr>
          <p:spPr>
            <a:xfrm>
              <a:off x="557872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447">
                <a:alpha val="100000"/>
              </a:srgbClr>
            </a:solidFill>
            <a:ln w="5420" cap="flat">
              <a:solidFill>
                <a:srgbClr val="3124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g960"/>
            <p:cNvSpPr/>
            <p:nvPr/>
          </p:nvSpPr>
          <p:spPr>
            <a:xfrm>
              <a:off x="559036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A1F3B">
                <a:alpha val="100000"/>
              </a:srgbClr>
            </a:solidFill>
            <a:ln w="5420" cap="flat">
              <a:solidFill>
                <a:srgbClr val="2A1F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g961"/>
            <p:cNvSpPr/>
            <p:nvPr/>
          </p:nvSpPr>
          <p:spPr>
            <a:xfrm>
              <a:off x="560200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51C32">
                <a:alpha val="100000"/>
              </a:srgbClr>
            </a:solidFill>
            <a:ln w="5420" cap="flat">
              <a:solidFill>
                <a:srgbClr val="251C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g962"/>
            <p:cNvSpPr/>
            <p:nvPr/>
          </p:nvSpPr>
          <p:spPr>
            <a:xfrm>
              <a:off x="561363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2192B">
                <a:alpha val="100000"/>
              </a:srgbClr>
            </a:solidFill>
            <a:ln w="5420" cap="flat">
              <a:solidFill>
                <a:srgbClr val="221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g963"/>
            <p:cNvSpPr/>
            <p:nvPr/>
          </p:nvSpPr>
          <p:spPr>
            <a:xfrm>
              <a:off x="562527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01828">
                <a:alpha val="100000"/>
              </a:srgbClr>
            </a:solidFill>
            <a:ln w="5420" cap="flat">
              <a:solidFill>
                <a:srgbClr val="2018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g964"/>
            <p:cNvSpPr/>
            <p:nvPr/>
          </p:nvSpPr>
          <p:spPr>
            <a:xfrm>
              <a:off x="563691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01829">
                <a:alpha val="100000"/>
              </a:srgbClr>
            </a:solidFill>
            <a:ln w="5420" cap="flat">
              <a:solidFill>
                <a:srgbClr val="2018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g965"/>
            <p:cNvSpPr/>
            <p:nvPr/>
          </p:nvSpPr>
          <p:spPr>
            <a:xfrm>
              <a:off x="564854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2192D">
                <a:alpha val="100000"/>
              </a:srgbClr>
            </a:solidFill>
            <a:ln w="5420" cap="flat">
              <a:solidFill>
                <a:srgbClr val="2219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g966"/>
            <p:cNvSpPr/>
            <p:nvPr/>
          </p:nvSpPr>
          <p:spPr>
            <a:xfrm>
              <a:off x="566018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61C33">
                <a:alpha val="100000"/>
              </a:srgbClr>
            </a:solidFill>
            <a:ln w="5420" cap="flat">
              <a:solidFill>
                <a:srgbClr val="261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g967"/>
            <p:cNvSpPr/>
            <p:nvPr/>
          </p:nvSpPr>
          <p:spPr>
            <a:xfrm>
              <a:off x="567182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B203B">
                <a:alpha val="100000"/>
              </a:srgbClr>
            </a:solidFill>
            <a:ln w="5420" cap="flat">
              <a:solidFill>
                <a:srgbClr val="2B20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g968"/>
            <p:cNvSpPr/>
            <p:nvPr/>
          </p:nvSpPr>
          <p:spPr>
            <a:xfrm>
              <a:off x="568346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g969"/>
            <p:cNvSpPr/>
            <p:nvPr/>
          </p:nvSpPr>
          <p:spPr>
            <a:xfrm>
              <a:off x="569509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g970"/>
            <p:cNvSpPr/>
            <p:nvPr/>
          </p:nvSpPr>
          <p:spPr>
            <a:xfrm>
              <a:off x="570673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g971"/>
            <p:cNvSpPr/>
            <p:nvPr/>
          </p:nvSpPr>
          <p:spPr>
            <a:xfrm>
              <a:off x="571837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g972"/>
            <p:cNvSpPr/>
            <p:nvPr/>
          </p:nvSpPr>
          <p:spPr>
            <a:xfrm>
              <a:off x="573001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g973"/>
            <p:cNvSpPr/>
            <p:nvPr/>
          </p:nvSpPr>
          <p:spPr>
            <a:xfrm>
              <a:off x="574164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g974"/>
            <p:cNvSpPr/>
            <p:nvPr/>
          </p:nvSpPr>
          <p:spPr>
            <a:xfrm>
              <a:off x="575328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g975"/>
            <p:cNvSpPr/>
            <p:nvPr/>
          </p:nvSpPr>
          <p:spPr>
            <a:xfrm>
              <a:off x="576492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g976"/>
            <p:cNvSpPr/>
            <p:nvPr/>
          </p:nvSpPr>
          <p:spPr>
            <a:xfrm>
              <a:off x="533434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g977"/>
            <p:cNvSpPr/>
            <p:nvPr/>
          </p:nvSpPr>
          <p:spPr>
            <a:xfrm>
              <a:off x="534597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g978"/>
            <p:cNvSpPr/>
            <p:nvPr/>
          </p:nvSpPr>
          <p:spPr>
            <a:xfrm>
              <a:off x="535761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g979"/>
            <p:cNvSpPr/>
            <p:nvPr/>
          </p:nvSpPr>
          <p:spPr>
            <a:xfrm>
              <a:off x="536925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g980"/>
            <p:cNvSpPr/>
            <p:nvPr/>
          </p:nvSpPr>
          <p:spPr>
            <a:xfrm>
              <a:off x="538089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g981"/>
            <p:cNvSpPr/>
            <p:nvPr/>
          </p:nvSpPr>
          <p:spPr>
            <a:xfrm>
              <a:off x="541580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g982"/>
            <p:cNvSpPr/>
            <p:nvPr/>
          </p:nvSpPr>
          <p:spPr>
            <a:xfrm>
              <a:off x="542744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g983"/>
            <p:cNvSpPr/>
            <p:nvPr/>
          </p:nvSpPr>
          <p:spPr>
            <a:xfrm>
              <a:off x="543907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g984"/>
            <p:cNvSpPr/>
            <p:nvPr/>
          </p:nvSpPr>
          <p:spPr>
            <a:xfrm>
              <a:off x="545071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g985"/>
            <p:cNvSpPr/>
            <p:nvPr/>
          </p:nvSpPr>
          <p:spPr>
            <a:xfrm>
              <a:off x="546235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g986"/>
            <p:cNvSpPr/>
            <p:nvPr/>
          </p:nvSpPr>
          <p:spPr>
            <a:xfrm>
              <a:off x="547398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g987"/>
            <p:cNvSpPr/>
            <p:nvPr/>
          </p:nvSpPr>
          <p:spPr>
            <a:xfrm>
              <a:off x="548562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g988"/>
            <p:cNvSpPr/>
            <p:nvPr/>
          </p:nvSpPr>
          <p:spPr>
            <a:xfrm>
              <a:off x="549726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g989"/>
            <p:cNvSpPr/>
            <p:nvPr/>
          </p:nvSpPr>
          <p:spPr>
            <a:xfrm>
              <a:off x="550890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g990"/>
            <p:cNvSpPr/>
            <p:nvPr/>
          </p:nvSpPr>
          <p:spPr>
            <a:xfrm>
              <a:off x="552053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g991"/>
            <p:cNvSpPr/>
            <p:nvPr/>
          </p:nvSpPr>
          <p:spPr>
            <a:xfrm>
              <a:off x="553217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g992"/>
            <p:cNvSpPr/>
            <p:nvPr/>
          </p:nvSpPr>
          <p:spPr>
            <a:xfrm>
              <a:off x="554381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g993"/>
            <p:cNvSpPr/>
            <p:nvPr/>
          </p:nvSpPr>
          <p:spPr>
            <a:xfrm>
              <a:off x="555545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g994"/>
            <p:cNvSpPr/>
            <p:nvPr/>
          </p:nvSpPr>
          <p:spPr>
            <a:xfrm>
              <a:off x="556708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g995"/>
            <p:cNvSpPr/>
            <p:nvPr/>
          </p:nvSpPr>
          <p:spPr>
            <a:xfrm>
              <a:off x="557872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84F">
                <a:alpha val="100000"/>
              </a:srgbClr>
            </a:solidFill>
            <a:ln w="5420" cap="flat">
              <a:solidFill>
                <a:srgbClr val="36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g996"/>
            <p:cNvSpPr/>
            <p:nvPr/>
          </p:nvSpPr>
          <p:spPr>
            <a:xfrm>
              <a:off x="559036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g997"/>
            <p:cNvSpPr/>
            <p:nvPr/>
          </p:nvSpPr>
          <p:spPr>
            <a:xfrm>
              <a:off x="560200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B203C">
                <a:alpha val="100000"/>
              </a:srgbClr>
            </a:solidFill>
            <a:ln w="5420" cap="flat">
              <a:solidFill>
                <a:srgbClr val="2B20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g998"/>
            <p:cNvSpPr/>
            <p:nvPr/>
          </p:nvSpPr>
          <p:spPr>
            <a:xfrm>
              <a:off x="561363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81D36">
                <a:alpha val="100000"/>
              </a:srgbClr>
            </a:solidFill>
            <a:ln w="5420" cap="flat">
              <a:solidFill>
                <a:srgbClr val="281D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g999"/>
            <p:cNvSpPr/>
            <p:nvPr/>
          </p:nvSpPr>
          <p:spPr>
            <a:xfrm>
              <a:off x="562527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61C33">
                <a:alpha val="100000"/>
              </a:srgbClr>
            </a:solidFill>
            <a:ln w="5420" cap="flat">
              <a:solidFill>
                <a:srgbClr val="261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g1000"/>
            <p:cNvSpPr/>
            <p:nvPr/>
          </p:nvSpPr>
          <p:spPr>
            <a:xfrm>
              <a:off x="563691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61C34">
                <a:alpha val="100000"/>
              </a:srgbClr>
            </a:solidFill>
            <a:ln w="5420" cap="flat">
              <a:solidFill>
                <a:srgbClr val="261C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g1001"/>
            <p:cNvSpPr/>
            <p:nvPr/>
          </p:nvSpPr>
          <p:spPr>
            <a:xfrm>
              <a:off x="564854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81D36">
                <a:alpha val="100000"/>
              </a:srgbClr>
            </a:solidFill>
            <a:ln w="5420" cap="flat">
              <a:solidFill>
                <a:srgbClr val="281D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g1002"/>
            <p:cNvSpPr/>
            <p:nvPr/>
          </p:nvSpPr>
          <p:spPr>
            <a:xfrm>
              <a:off x="566018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B203C">
                <a:alpha val="100000"/>
              </a:srgbClr>
            </a:solidFill>
            <a:ln w="5420" cap="flat">
              <a:solidFill>
                <a:srgbClr val="2B20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g1003"/>
            <p:cNvSpPr/>
            <p:nvPr/>
          </p:nvSpPr>
          <p:spPr>
            <a:xfrm>
              <a:off x="567182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E2242">
                <a:alpha val="100000"/>
              </a:srgbClr>
            </a:solidFill>
            <a:ln w="5420" cap="flat">
              <a:solidFill>
                <a:srgbClr val="2E22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g1004"/>
            <p:cNvSpPr/>
            <p:nvPr/>
          </p:nvSpPr>
          <p:spPr>
            <a:xfrm>
              <a:off x="568346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951">
                <a:alpha val="100000"/>
              </a:srgbClr>
            </a:solidFill>
            <a:ln w="5420" cap="flat">
              <a:solidFill>
                <a:srgbClr val="36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g1005"/>
            <p:cNvSpPr/>
            <p:nvPr/>
          </p:nvSpPr>
          <p:spPr>
            <a:xfrm>
              <a:off x="570673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g1006"/>
            <p:cNvSpPr/>
            <p:nvPr/>
          </p:nvSpPr>
          <p:spPr>
            <a:xfrm>
              <a:off x="571837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g1007"/>
            <p:cNvSpPr/>
            <p:nvPr/>
          </p:nvSpPr>
          <p:spPr>
            <a:xfrm>
              <a:off x="533434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g1008"/>
            <p:cNvSpPr/>
            <p:nvPr/>
          </p:nvSpPr>
          <p:spPr>
            <a:xfrm>
              <a:off x="534597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g1009"/>
            <p:cNvSpPr/>
            <p:nvPr/>
          </p:nvSpPr>
          <p:spPr>
            <a:xfrm>
              <a:off x="535761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g1010"/>
            <p:cNvSpPr/>
            <p:nvPr/>
          </p:nvSpPr>
          <p:spPr>
            <a:xfrm>
              <a:off x="536925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g1011"/>
            <p:cNvSpPr/>
            <p:nvPr/>
          </p:nvSpPr>
          <p:spPr>
            <a:xfrm>
              <a:off x="538089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g1012"/>
            <p:cNvSpPr/>
            <p:nvPr/>
          </p:nvSpPr>
          <p:spPr>
            <a:xfrm>
              <a:off x="539252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g1013"/>
            <p:cNvSpPr/>
            <p:nvPr/>
          </p:nvSpPr>
          <p:spPr>
            <a:xfrm>
              <a:off x="540416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g1014"/>
            <p:cNvSpPr/>
            <p:nvPr/>
          </p:nvSpPr>
          <p:spPr>
            <a:xfrm>
              <a:off x="541580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g1015"/>
            <p:cNvSpPr/>
            <p:nvPr/>
          </p:nvSpPr>
          <p:spPr>
            <a:xfrm>
              <a:off x="542744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g1016"/>
            <p:cNvSpPr/>
            <p:nvPr/>
          </p:nvSpPr>
          <p:spPr>
            <a:xfrm>
              <a:off x="543907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g1017"/>
            <p:cNvSpPr/>
            <p:nvPr/>
          </p:nvSpPr>
          <p:spPr>
            <a:xfrm>
              <a:off x="545071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g1018"/>
            <p:cNvSpPr/>
            <p:nvPr/>
          </p:nvSpPr>
          <p:spPr>
            <a:xfrm>
              <a:off x="546235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g1019"/>
            <p:cNvSpPr/>
            <p:nvPr/>
          </p:nvSpPr>
          <p:spPr>
            <a:xfrm>
              <a:off x="547398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g1020"/>
            <p:cNvSpPr/>
            <p:nvPr/>
          </p:nvSpPr>
          <p:spPr>
            <a:xfrm>
              <a:off x="548562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g1021"/>
            <p:cNvSpPr/>
            <p:nvPr/>
          </p:nvSpPr>
          <p:spPr>
            <a:xfrm>
              <a:off x="5497264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g1022"/>
            <p:cNvSpPr/>
            <p:nvPr/>
          </p:nvSpPr>
          <p:spPr>
            <a:xfrm>
              <a:off x="550890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g1023"/>
            <p:cNvSpPr/>
            <p:nvPr/>
          </p:nvSpPr>
          <p:spPr>
            <a:xfrm>
              <a:off x="552053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g1024"/>
            <p:cNvSpPr/>
            <p:nvPr/>
          </p:nvSpPr>
          <p:spPr>
            <a:xfrm>
              <a:off x="553217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g1025"/>
            <p:cNvSpPr/>
            <p:nvPr/>
          </p:nvSpPr>
          <p:spPr>
            <a:xfrm>
              <a:off x="554381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g1026"/>
            <p:cNvSpPr/>
            <p:nvPr/>
          </p:nvSpPr>
          <p:spPr>
            <a:xfrm>
              <a:off x="555545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g1027"/>
            <p:cNvSpPr/>
            <p:nvPr/>
          </p:nvSpPr>
          <p:spPr>
            <a:xfrm>
              <a:off x="556708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g1028"/>
            <p:cNvSpPr/>
            <p:nvPr/>
          </p:nvSpPr>
          <p:spPr>
            <a:xfrm>
              <a:off x="557872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g1029"/>
            <p:cNvSpPr/>
            <p:nvPr/>
          </p:nvSpPr>
          <p:spPr>
            <a:xfrm>
              <a:off x="559036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951">
                <a:alpha val="100000"/>
              </a:srgbClr>
            </a:solidFill>
            <a:ln w="5420" cap="flat">
              <a:solidFill>
                <a:srgbClr val="36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g1030"/>
            <p:cNvSpPr/>
            <p:nvPr/>
          </p:nvSpPr>
          <p:spPr>
            <a:xfrm>
              <a:off x="560200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22549">
                <a:alpha val="100000"/>
              </a:srgbClr>
            </a:solidFill>
            <a:ln w="5420" cap="flat">
              <a:solidFill>
                <a:srgbClr val="322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g1031"/>
            <p:cNvSpPr/>
            <p:nvPr/>
          </p:nvSpPr>
          <p:spPr>
            <a:xfrm>
              <a:off x="561363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F2344">
                <a:alpha val="100000"/>
              </a:srgbClr>
            </a:solidFill>
            <a:ln w="5420" cap="flat">
              <a:solidFill>
                <a:srgbClr val="2F23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g1032"/>
            <p:cNvSpPr/>
            <p:nvPr/>
          </p:nvSpPr>
          <p:spPr>
            <a:xfrm>
              <a:off x="562527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E2241">
                <a:alpha val="100000"/>
              </a:srgbClr>
            </a:solidFill>
            <a:ln w="5420" cap="flat">
              <a:solidFill>
                <a:srgbClr val="2E22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g1033"/>
            <p:cNvSpPr/>
            <p:nvPr/>
          </p:nvSpPr>
          <p:spPr>
            <a:xfrm>
              <a:off x="563691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C213E">
                <a:alpha val="100000"/>
              </a:srgbClr>
            </a:solidFill>
            <a:ln w="5420" cap="flat">
              <a:solidFill>
                <a:srgbClr val="2C2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g1034"/>
            <p:cNvSpPr/>
            <p:nvPr/>
          </p:nvSpPr>
          <p:spPr>
            <a:xfrm>
              <a:off x="534597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g1035"/>
            <p:cNvSpPr/>
            <p:nvPr/>
          </p:nvSpPr>
          <p:spPr>
            <a:xfrm>
              <a:off x="535761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g1036"/>
            <p:cNvSpPr/>
            <p:nvPr/>
          </p:nvSpPr>
          <p:spPr>
            <a:xfrm>
              <a:off x="536925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g1037"/>
            <p:cNvSpPr/>
            <p:nvPr/>
          </p:nvSpPr>
          <p:spPr>
            <a:xfrm>
              <a:off x="538089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g1038"/>
            <p:cNvSpPr/>
            <p:nvPr/>
          </p:nvSpPr>
          <p:spPr>
            <a:xfrm>
              <a:off x="539252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g1039"/>
            <p:cNvSpPr/>
            <p:nvPr/>
          </p:nvSpPr>
          <p:spPr>
            <a:xfrm>
              <a:off x="540416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g1040"/>
            <p:cNvSpPr/>
            <p:nvPr/>
          </p:nvSpPr>
          <p:spPr>
            <a:xfrm>
              <a:off x="541580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g1041"/>
            <p:cNvSpPr/>
            <p:nvPr/>
          </p:nvSpPr>
          <p:spPr>
            <a:xfrm>
              <a:off x="5427440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g1042"/>
            <p:cNvSpPr/>
            <p:nvPr/>
          </p:nvSpPr>
          <p:spPr>
            <a:xfrm>
              <a:off x="543907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g1043"/>
            <p:cNvSpPr/>
            <p:nvPr/>
          </p:nvSpPr>
          <p:spPr>
            <a:xfrm>
              <a:off x="545071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g1044"/>
            <p:cNvSpPr/>
            <p:nvPr/>
          </p:nvSpPr>
          <p:spPr>
            <a:xfrm>
              <a:off x="5462352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g1045"/>
            <p:cNvSpPr/>
            <p:nvPr/>
          </p:nvSpPr>
          <p:spPr>
            <a:xfrm>
              <a:off x="547398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g1046"/>
            <p:cNvSpPr/>
            <p:nvPr/>
          </p:nvSpPr>
          <p:spPr>
            <a:xfrm>
              <a:off x="548562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g1047"/>
            <p:cNvSpPr/>
            <p:nvPr/>
          </p:nvSpPr>
          <p:spPr>
            <a:xfrm>
              <a:off x="5497264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g1048"/>
            <p:cNvSpPr/>
            <p:nvPr/>
          </p:nvSpPr>
          <p:spPr>
            <a:xfrm>
              <a:off x="550890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g1049"/>
            <p:cNvSpPr/>
            <p:nvPr/>
          </p:nvSpPr>
          <p:spPr>
            <a:xfrm>
              <a:off x="552053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g1050"/>
            <p:cNvSpPr/>
            <p:nvPr/>
          </p:nvSpPr>
          <p:spPr>
            <a:xfrm>
              <a:off x="553217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g1051"/>
            <p:cNvSpPr/>
            <p:nvPr/>
          </p:nvSpPr>
          <p:spPr>
            <a:xfrm>
              <a:off x="554381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g1052"/>
            <p:cNvSpPr/>
            <p:nvPr/>
          </p:nvSpPr>
          <p:spPr>
            <a:xfrm>
              <a:off x="555545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g1053"/>
            <p:cNvSpPr/>
            <p:nvPr/>
          </p:nvSpPr>
          <p:spPr>
            <a:xfrm>
              <a:off x="556708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g1054"/>
            <p:cNvSpPr/>
            <p:nvPr/>
          </p:nvSpPr>
          <p:spPr>
            <a:xfrm>
              <a:off x="559036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g1055"/>
            <p:cNvSpPr/>
            <p:nvPr/>
          </p:nvSpPr>
          <p:spPr>
            <a:xfrm>
              <a:off x="5345979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g1056"/>
            <p:cNvSpPr/>
            <p:nvPr/>
          </p:nvSpPr>
          <p:spPr>
            <a:xfrm>
              <a:off x="5357616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g1057"/>
            <p:cNvSpPr/>
            <p:nvPr/>
          </p:nvSpPr>
          <p:spPr>
            <a:xfrm>
              <a:off x="536925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g1058"/>
            <p:cNvSpPr/>
            <p:nvPr/>
          </p:nvSpPr>
          <p:spPr>
            <a:xfrm>
              <a:off x="5380891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g1059"/>
            <p:cNvSpPr/>
            <p:nvPr/>
          </p:nvSpPr>
          <p:spPr>
            <a:xfrm>
              <a:off x="5392528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g1060"/>
            <p:cNvSpPr/>
            <p:nvPr/>
          </p:nvSpPr>
          <p:spPr>
            <a:xfrm>
              <a:off x="540416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g1061"/>
            <p:cNvSpPr/>
            <p:nvPr/>
          </p:nvSpPr>
          <p:spPr>
            <a:xfrm>
              <a:off x="541580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g1062"/>
            <p:cNvSpPr/>
            <p:nvPr/>
          </p:nvSpPr>
          <p:spPr>
            <a:xfrm>
              <a:off x="5427440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g1063"/>
            <p:cNvSpPr/>
            <p:nvPr/>
          </p:nvSpPr>
          <p:spPr>
            <a:xfrm>
              <a:off x="5439077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g1064"/>
            <p:cNvSpPr/>
            <p:nvPr/>
          </p:nvSpPr>
          <p:spPr>
            <a:xfrm>
              <a:off x="545071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g1065"/>
            <p:cNvSpPr/>
            <p:nvPr/>
          </p:nvSpPr>
          <p:spPr>
            <a:xfrm>
              <a:off x="5462352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g1066"/>
            <p:cNvSpPr/>
            <p:nvPr/>
          </p:nvSpPr>
          <p:spPr>
            <a:xfrm>
              <a:off x="533434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g1067"/>
            <p:cNvSpPr/>
            <p:nvPr/>
          </p:nvSpPr>
          <p:spPr>
            <a:xfrm>
              <a:off x="5345979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g1068"/>
            <p:cNvSpPr/>
            <p:nvPr/>
          </p:nvSpPr>
          <p:spPr>
            <a:xfrm>
              <a:off x="5357616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g1069"/>
            <p:cNvSpPr/>
            <p:nvPr/>
          </p:nvSpPr>
          <p:spPr>
            <a:xfrm>
              <a:off x="536925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g1070"/>
            <p:cNvSpPr/>
            <p:nvPr/>
          </p:nvSpPr>
          <p:spPr>
            <a:xfrm>
              <a:off x="538089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g1071"/>
            <p:cNvSpPr/>
            <p:nvPr/>
          </p:nvSpPr>
          <p:spPr>
            <a:xfrm>
              <a:off x="5392528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g1072"/>
            <p:cNvSpPr/>
            <p:nvPr/>
          </p:nvSpPr>
          <p:spPr>
            <a:xfrm>
              <a:off x="5404165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g1073"/>
            <p:cNvSpPr/>
            <p:nvPr/>
          </p:nvSpPr>
          <p:spPr>
            <a:xfrm>
              <a:off x="541580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g1074"/>
            <p:cNvSpPr/>
            <p:nvPr/>
          </p:nvSpPr>
          <p:spPr>
            <a:xfrm>
              <a:off x="5427440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g1075"/>
            <p:cNvSpPr/>
            <p:nvPr/>
          </p:nvSpPr>
          <p:spPr>
            <a:xfrm>
              <a:off x="5322704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g1076"/>
            <p:cNvSpPr/>
            <p:nvPr/>
          </p:nvSpPr>
          <p:spPr>
            <a:xfrm>
              <a:off x="533434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g1077"/>
            <p:cNvSpPr/>
            <p:nvPr/>
          </p:nvSpPr>
          <p:spPr>
            <a:xfrm>
              <a:off x="5345979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g1078"/>
            <p:cNvSpPr/>
            <p:nvPr/>
          </p:nvSpPr>
          <p:spPr>
            <a:xfrm>
              <a:off x="5357616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g1079"/>
            <p:cNvSpPr/>
            <p:nvPr/>
          </p:nvSpPr>
          <p:spPr>
            <a:xfrm>
              <a:off x="5369253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g1080"/>
            <p:cNvSpPr/>
            <p:nvPr/>
          </p:nvSpPr>
          <p:spPr>
            <a:xfrm>
              <a:off x="538089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g1081"/>
            <p:cNvSpPr/>
            <p:nvPr/>
          </p:nvSpPr>
          <p:spPr>
            <a:xfrm>
              <a:off x="5392528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g1082"/>
            <p:cNvSpPr/>
            <p:nvPr/>
          </p:nvSpPr>
          <p:spPr>
            <a:xfrm>
              <a:off x="5404165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g1083"/>
            <p:cNvSpPr/>
            <p:nvPr/>
          </p:nvSpPr>
          <p:spPr>
            <a:xfrm>
              <a:off x="5311067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g1084"/>
            <p:cNvSpPr/>
            <p:nvPr/>
          </p:nvSpPr>
          <p:spPr>
            <a:xfrm>
              <a:off x="5322704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g1085"/>
            <p:cNvSpPr/>
            <p:nvPr/>
          </p:nvSpPr>
          <p:spPr>
            <a:xfrm>
              <a:off x="533434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g1086"/>
            <p:cNvSpPr/>
            <p:nvPr/>
          </p:nvSpPr>
          <p:spPr>
            <a:xfrm>
              <a:off x="5345979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g1087"/>
            <p:cNvSpPr/>
            <p:nvPr/>
          </p:nvSpPr>
          <p:spPr>
            <a:xfrm>
              <a:off x="5357616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g1088"/>
            <p:cNvSpPr/>
            <p:nvPr/>
          </p:nvSpPr>
          <p:spPr>
            <a:xfrm>
              <a:off x="5369253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g1089"/>
            <p:cNvSpPr/>
            <p:nvPr/>
          </p:nvSpPr>
          <p:spPr>
            <a:xfrm>
              <a:off x="538089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g1090"/>
            <p:cNvSpPr/>
            <p:nvPr/>
          </p:nvSpPr>
          <p:spPr>
            <a:xfrm>
              <a:off x="5311067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g1091"/>
            <p:cNvSpPr/>
            <p:nvPr/>
          </p:nvSpPr>
          <p:spPr>
            <a:xfrm>
              <a:off x="5322704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g1092"/>
            <p:cNvSpPr/>
            <p:nvPr/>
          </p:nvSpPr>
          <p:spPr>
            <a:xfrm>
              <a:off x="533434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g1093"/>
            <p:cNvSpPr/>
            <p:nvPr/>
          </p:nvSpPr>
          <p:spPr>
            <a:xfrm>
              <a:off x="5345979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g1094"/>
            <p:cNvSpPr/>
            <p:nvPr/>
          </p:nvSpPr>
          <p:spPr>
            <a:xfrm>
              <a:off x="5357616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g1095"/>
            <p:cNvSpPr/>
            <p:nvPr/>
          </p:nvSpPr>
          <p:spPr>
            <a:xfrm>
              <a:off x="5369253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g1096"/>
            <p:cNvSpPr/>
            <p:nvPr/>
          </p:nvSpPr>
          <p:spPr>
            <a:xfrm>
              <a:off x="538089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g1097"/>
            <p:cNvSpPr/>
            <p:nvPr/>
          </p:nvSpPr>
          <p:spPr>
            <a:xfrm>
              <a:off x="5311067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g1098"/>
            <p:cNvSpPr/>
            <p:nvPr/>
          </p:nvSpPr>
          <p:spPr>
            <a:xfrm>
              <a:off x="5322704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g1099"/>
            <p:cNvSpPr/>
            <p:nvPr/>
          </p:nvSpPr>
          <p:spPr>
            <a:xfrm>
              <a:off x="533434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g1100"/>
            <p:cNvSpPr/>
            <p:nvPr/>
          </p:nvSpPr>
          <p:spPr>
            <a:xfrm>
              <a:off x="5345979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g1101"/>
            <p:cNvSpPr/>
            <p:nvPr/>
          </p:nvSpPr>
          <p:spPr>
            <a:xfrm>
              <a:off x="5357616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g1102"/>
            <p:cNvSpPr/>
            <p:nvPr/>
          </p:nvSpPr>
          <p:spPr>
            <a:xfrm>
              <a:off x="5369253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g1103"/>
            <p:cNvSpPr/>
            <p:nvPr/>
          </p:nvSpPr>
          <p:spPr>
            <a:xfrm>
              <a:off x="538089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g1104"/>
            <p:cNvSpPr/>
            <p:nvPr/>
          </p:nvSpPr>
          <p:spPr>
            <a:xfrm>
              <a:off x="5311067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g1105"/>
            <p:cNvSpPr/>
            <p:nvPr/>
          </p:nvSpPr>
          <p:spPr>
            <a:xfrm>
              <a:off x="5322704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g1106"/>
            <p:cNvSpPr/>
            <p:nvPr/>
          </p:nvSpPr>
          <p:spPr>
            <a:xfrm>
              <a:off x="533434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g1107"/>
            <p:cNvSpPr/>
            <p:nvPr/>
          </p:nvSpPr>
          <p:spPr>
            <a:xfrm>
              <a:off x="5345979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g1108"/>
            <p:cNvSpPr/>
            <p:nvPr/>
          </p:nvSpPr>
          <p:spPr>
            <a:xfrm>
              <a:off x="5357616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g1109"/>
            <p:cNvSpPr/>
            <p:nvPr/>
          </p:nvSpPr>
          <p:spPr>
            <a:xfrm>
              <a:off x="5369253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g1110"/>
            <p:cNvSpPr/>
            <p:nvPr/>
          </p:nvSpPr>
          <p:spPr>
            <a:xfrm>
              <a:off x="538089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g1111"/>
            <p:cNvSpPr/>
            <p:nvPr/>
          </p:nvSpPr>
          <p:spPr>
            <a:xfrm>
              <a:off x="524124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g1112"/>
            <p:cNvSpPr/>
            <p:nvPr/>
          </p:nvSpPr>
          <p:spPr>
            <a:xfrm>
              <a:off x="5252880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g1113"/>
            <p:cNvSpPr/>
            <p:nvPr/>
          </p:nvSpPr>
          <p:spPr>
            <a:xfrm>
              <a:off x="533434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g1114"/>
            <p:cNvSpPr/>
            <p:nvPr/>
          </p:nvSpPr>
          <p:spPr>
            <a:xfrm>
              <a:off x="5345979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g1115"/>
            <p:cNvSpPr/>
            <p:nvPr/>
          </p:nvSpPr>
          <p:spPr>
            <a:xfrm>
              <a:off x="5357616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g1116"/>
            <p:cNvSpPr/>
            <p:nvPr/>
          </p:nvSpPr>
          <p:spPr>
            <a:xfrm>
              <a:off x="536925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g1117"/>
            <p:cNvSpPr/>
            <p:nvPr/>
          </p:nvSpPr>
          <p:spPr>
            <a:xfrm>
              <a:off x="538089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g1118"/>
            <p:cNvSpPr/>
            <p:nvPr/>
          </p:nvSpPr>
          <p:spPr>
            <a:xfrm>
              <a:off x="5217968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g1119"/>
            <p:cNvSpPr/>
            <p:nvPr/>
          </p:nvSpPr>
          <p:spPr>
            <a:xfrm>
              <a:off x="5229605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g1120"/>
            <p:cNvSpPr/>
            <p:nvPr/>
          </p:nvSpPr>
          <p:spPr>
            <a:xfrm>
              <a:off x="524124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g1121"/>
            <p:cNvSpPr/>
            <p:nvPr/>
          </p:nvSpPr>
          <p:spPr>
            <a:xfrm>
              <a:off x="5252880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g1122"/>
            <p:cNvSpPr/>
            <p:nvPr/>
          </p:nvSpPr>
          <p:spPr>
            <a:xfrm>
              <a:off x="5264517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g1123"/>
            <p:cNvSpPr/>
            <p:nvPr/>
          </p:nvSpPr>
          <p:spPr>
            <a:xfrm>
              <a:off x="533434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g1124"/>
            <p:cNvSpPr/>
            <p:nvPr/>
          </p:nvSpPr>
          <p:spPr>
            <a:xfrm>
              <a:off x="5345979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g1125"/>
            <p:cNvSpPr/>
            <p:nvPr/>
          </p:nvSpPr>
          <p:spPr>
            <a:xfrm>
              <a:off x="5357616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g1126"/>
            <p:cNvSpPr/>
            <p:nvPr/>
          </p:nvSpPr>
          <p:spPr>
            <a:xfrm>
              <a:off x="536925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g1127"/>
            <p:cNvSpPr/>
            <p:nvPr/>
          </p:nvSpPr>
          <p:spPr>
            <a:xfrm>
              <a:off x="538089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g1128"/>
            <p:cNvSpPr/>
            <p:nvPr/>
          </p:nvSpPr>
          <p:spPr>
            <a:xfrm>
              <a:off x="519469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g1129"/>
            <p:cNvSpPr/>
            <p:nvPr/>
          </p:nvSpPr>
          <p:spPr>
            <a:xfrm>
              <a:off x="520633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g1130"/>
            <p:cNvSpPr/>
            <p:nvPr/>
          </p:nvSpPr>
          <p:spPr>
            <a:xfrm>
              <a:off x="5217968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g1131"/>
            <p:cNvSpPr/>
            <p:nvPr/>
          </p:nvSpPr>
          <p:spPr>
            <a:xfrm>
              <a:off x="5229605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g1132"/>
            <p:cNvSpPr/>
            <p:nvPr/>
          </p:nvSpPr>
          <p:spPr>
            <a:xfrm>
              <a:off x="524124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g1133"/>
            <p:cNvSpPr/>
            <p:nvPr/>
          </p:nvSpPr>
          <p:spPr>
            <a:xfrm>
              <a:off x="5252880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g1134"/>
            <p:cNvSpPr/>
            <p:nvPr/>
          </p:nvSpPr>
          <p:spPr>
            <a:xfrm>
              <a:off x="5264517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g1135"/>
            <p:cNvSpPr/>
            <p:nvPr/>
          </p:nvSpPr>
          <p:spPr>
            <a:xfrm>
              <a:off x="5322704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g1136"/>
            <p:cNvSpPr/>
            <p:nvPr/>
          </p:nvSpPr>
          <p:spPr>
            <a:xfrm>
              <a:off x="533434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g1137"/>
            <p:cNvSpPr/>
            <p:nvPr/>
          </p:nvSpPr>
          <p:spPr>
            <a:xfrm>
              <a:off x="5345979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g1138"/>
            <p:cNvSpPr/>
            <p:nvPr/>
          </p:nvSpPr>
          <p:spPr>
            <a:xfrm>
              <a:off x="5357616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g1139"/>
            <p:cNvSpPr/>
            <p:nvPr/>
          </p:nvSpPr>
          <p:spPr>
            <a:xfrm>
              <a:off x="536925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g1140"/>
            <p:cNvSpPr/>
            <p:nvPr/>
          </p:nvSpPr>
          <p:spPr>
            <a:xfrm>
              <a:off x="518305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g1141"/>
            <p:cNvSpPr/>
            <p:nvPr/>
          </p:nvSpPr>
          <p:spPr>
            <a:xfrm>
              <a:off x="519469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g1142"/>
            <p:cNvSpPr/>
            <p:nvPr/>
          </p:nvSpPr>
          <p:spPr>
            <a:xfrm>
              <a:off x="520633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g1143"/>
            <p:cNvSpPr/>
            <p:nvPr/>
          </p:nvSpPr>
          <p:spPr>
            <a:xfrm>
              <a:off x="5217968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g1144"/>
            <p:cNvSpPr/>
            <p:nvPr/>
          </p:nvSpPr>
          <p:spPr>
            <a:xfrm>
              <a:off x="5229605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g1145"/>
            <p:cNvSpPr/>
            <p:nvPr/>
          </p:nvSpPr>
          <p:spPr>
            <a:xfrm>
              <a:off x="524124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g1146"/>
            <p:cNvSpPr/>
            <p:nvPr/>
          </p:nvSpPr>
          <p:spPr>
            <a:xfrm>
              <a:off x="5252880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g1147"/>
            <p:cNvSpPr/>
            <p:nvPr/>
          </p:nvSpPr>
          <p:spPr>
            <a:xfrm>
              <a:off x="5264517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g1148"/>
            <p:cNvSpPr/>
            <p:nvPr/>
          </p:nvSpPr>
          <p:spPr>
            <a:xfrm>
              <a:off x="5322704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g1149"/>
            <p:cNvSpPr/>
            <p:nvPr/>
          </p:nvSpPr>
          <p:spPr>
            <a:xfrm>
              <a:off x="533434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g1150"/>
            <p:cNvSpPr/>
            <p:nvPr/>
          </p:nvSpPr>
          <p:spPr>
            <a:xfrm>
              <a:off x="5345979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g1151"/>
            <p:cNvSpPr/>
            <p:nvPr/>
          </p:nvSpPr>
          <p:spPr>
            <a:xfrm>
              <a:off x="535761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g1152"/>
            <p:cNvSpPr/>
            <p:nvPr/>
          </p:nvSpPr>
          <p:spPr>
            <a:xfrm>
              <a:off x="536925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g1153"/>
            <p:cNvSpPr/>
            <p:nvPr/>
          </p:nvSpPr>
          <p:spPr>
            <a:xfrm>
              <a:off x="512486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g1154"/>
            <p:cNvSpPr/>
            <p:nvPr/>
          </p:nvSpPr>
          <p:spPr>
            <a:xfrm>
              <a:off x="513650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g1155"/>
            <p:cNvSpPr/>
            <p:nvPr/>
          </p:nvSpPr>
          <p:spPr>
            <a:xfrm>
              <a:off x="514814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g1156"/>
            <p:cNvSpPr/>
            <p:nvPr/>
          </p:nvSpPr>
          <p:spPr>
            <a:xfrm>
              <a:off x="515978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g1157"/>
            <p:cNvSpPr/>
            <p:nvPr/>
          </p:nvSpPr>
          <p:spPr>
            <a:xfrm>
              <a:off x="517141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g1158"/>
            <p:cNvSpPr/>
            <p:nvPr/>
          </p:nvSpPr>
          <p:spPr>
            <a:xfrm>
              <a:off x="518305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g1159"/>
            <p:cNvSpPr/>
            <p:nvPr/>
          </p:nvSpPr>
          <p:spPr>
            <a:xfrm>
              <a:off x="519469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g1160"/>
            <p:cNvSpPr/>
            <p:nvPr/>
          </p:nvSpPr>
          <p:spPr>
            <a:xfrm>
              <a:off x="520633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g1161"/>
            <p:cNvSpPr/>
            <p:nvPr/>
          </p:nvSpPr>
          <p:spPr>
            <a:xfrm>
              <a:off x="5217968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g1162"/>
            <p:cNvSpPr/>
            <p:nvPr/>
          </p:nvSpPr>
          <p:spPr>
            <a:xfrm>
              <a:off x="5229605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g1163"/>
            <p:cNvSpPr/>
            <p:nvPr/>
          </p:nvSpPr>
          <p:spPr>
            <a:xfrm>
              <a:off x="524124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g1164"/>
            <p:cNvSpPr/>
            <p:nvPr/>
          </p:nvSpPr>
          <p:spPr>
            <a:xfrm>
              <a:off x="5252880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g1165"/>
            <p:cNvSpPr/>
            <p:nvPr/>
          </p:nvSpPr>
          <p:spPr>
            <a:xfrm>
              <a:off x="531106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g1166"/>
            <p:cNvSpPr/>
            <p:nvPr/>
          </p:nvSpPr>
          <p:spPr>
            <a:xfrm>
              <a:off x="532270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g1167"/>
            <p:cNvSpPr/>
            <p:nvPr/>
          </p:nvSpPr>
          <p:spPr>
            <a:xfrm>
              <a:off x="533434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g1168"/>
            <p:cNvSpPr/>
            <p:nvPr/>
          </p:nvSpPr>
          <p:spPr>
            <a:xfrm>
              <a:off x="534597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g1169"/>
            <p:cNvSpPr/>
            <p:nvPr/>
          </p:nvSpPr>
          <p:spPr>
            <a:xfrm>
              <a:off x="535761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g1170"/>
            <p:cNvSpPr/>
            <p:nvPr/>
          </p:nvSpPr>
          <p:spPr>
            <a:xfrm>
              <a:off x="536925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g1171"/>
            <p:cNvSpPr/>
            <p:nvPr/>
          </p:nvSpPr>
          <p:spPr>
            <a:xfrm>
              <a:off x="5113232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g1172"/>
            <p:cNvSpPr/>
            <p:nvPr/>
          </p:nvSpPr>
          <p:spPr>
            <a:xfrm>
              <a:off x="512486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g1173"/>
            <p:cNvSpPr/>
            <p:nvPr/>
          </p:nvSpPr>
          <p:spPr>
            <a:xfrm>
              <a:off x="513650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g1174"/>
            <p:cNvSpPr/>
            <p:nvPr/>
          </p:nvSpPr>
          <p:spPr>
            <a:xfrm>
              <a:off x="514814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g1175"/>
            <p:cNvSpPr/>
            <p:nvPr/>
          </p:nvSpPr>
          <p:spPr>
            <a:xfrm>
              <a:off x="515978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g1176"/>
            <p:cNvSpPr/>
            <p:nvPr/>
          </p:nvSpPr>
          <p:spPr>
            <a:xfrm>
              <a:off x="517141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g1177"/>
            <p:cNvSpPr/>
            <p:nvPr/>
          </p:nvSpPr>
          <p:spPr>
            <a:xfrm>
              <a:off x="518305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g1178"/>
            <p:cNvSpPr/>
            <p:nvPr/>
          </p:nvSpPr>
          <p:spPr>
            <a:xfrm>
              <a:off x="519469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g1179"/>
            <p:cNvSpPr/>
            <p:nvPr/>
          </p:nvSpPr>
          <p:spPr>
            <a:xfrm>
              <a:off x="520633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g1180"/>
            <p:cNvSpPr/>
            <p:nvPr/>
          </p:nvSpPr>
          <p:spPr>
            <a:xfrm>
              <a:off x="5217968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g1181"/>
            <p:cNvSpPr/>
            <p:nvPr/>
          </p:nvSpPr>
          <p:spPr>
            <a:xfrm>
              <a:off x="5229605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g1182"/>
            <p:cNvSpPr/>
            <p:nvPr/>
          </p:nvSpPr>
          <p:spPr>
            <a:xfrm>
              <a:off x="524124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g1183"/>
            <p:cNvSpPr/>
            <p:nvPr/>
          </p:nvSpPr>
          <p:spPr>
            <a:xfrm>
              <a:off x="529942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g1184"/>
            <p:cNvSpPr/>
            <p:nvPr/>
          </p:nvSpPr>
          <p:spPr>
            <a:xfrm>
              <a:off x="531106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g1185"/>
            <p:cNvSpPr/>
            <p:nvPr/>
          </p:nvSpPr>
          <p:spPr>
            <a:xfrm>
              <a:off x="532270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g1186"/>
            <p:cNvSpPr/>
            <p:nvPr/>
          </p:nvSpPr>
          <p:spPr>
            <a:xfrm>
              <a:off x="533434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g1187"/>
            <p:cNvSpPr/>
            <p:nvPr/>
          </p:nvSpPr>
          <p:spPr>
            <a:xfrm>
              <a:off x="534597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g1188"/>
            <p:cNvSpPr/>
            <p:nvPr/>
          </p:nvSpPr>
          <p:spPr>
            <a:xfrm>
              <a:off x="535761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g1189"/>
            <p:cNvSpPr/>
            <p:nvPr/>
          </p:nvSpPr>
          <p:spPr>
            <a:xfrm>
              <a:off x="536925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g1190"/>
            <p:cNvSpPr/>
            <p:nvPr/>
          </p:nvSpPr>
          <p:spPr>
            <a:xfrm>
              <a:off x="508995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g1191"/>
            <p:cNvSpPr/>
            <p:nvPr/>
          </p:nvSpPr>
          <p:spPr>
            <a:xfrm>
              <a:off x="5101595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g1192"/>
            <p:cNvSpPr/>
            <p:nvPr/>
          </p:nvSpPr>
          <p:spPr>
            <a:xfrm>
              <a:off x="511323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g1193"/>
            <p:cNvSpPr/>
            <p:nvPr/>
          </p:nvSpPr>
          <p:spPr>
            <a:xfrm>
              <a:off x="512486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g1194"/>
            <p:cNvSpPr/>
            <p:nvPr/>
          </p:nvSpPr>
          <p:spPr>
            <a:xfrm>
              <a:off x="513650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g1195"/>
            <p:cNvSpPr/>
            <p:nvPr/>
          </p:nvSpPr>
          <p:spPr>
            <a:xfrm>
              <a:off x="514814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g1196"/>
            <p:cNvSpPr/>
            <p:nvPr/>
          </p:nvSpPr>
          <p:spPr>
            <a:xfrm>
              <a:off x="515978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g1197"/>
            <p:cNvSpPr/>
            <p:nvPr/>
          </p:nvSpPr>
          <p:spPr>
            <a:xfrm>
              <a:off x="517141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g1198"/>
            <p:cNvSpPr/>
            <p:nvPr/>
          </p:nvSpPr>
          <p:spPr>
            <a:xfrm>
              <a:off x="5183056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g1199"/>
            <p:cNvSpPr/>
            <p:nvPr/>
          </p:nvSpPr>
          <p:spPr>
            <a:xfrm>
              <a:off x="519469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g1200"/>
            <p:cNvSpPr/>
            <p:nvPr/>
          </p:nvSpPr>
          <p:spPr>
            <a:xfrm>
              <a:off x="520633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g1201"/>
            <p:cNvSpPr/>
            <p:nvPr/>
          </p:nvSpPr>
          <p:spPr>
            <a:xfrm>
              <a:off x="5217968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g1202"/>
            <p:cNvSpPr/>
            <p:nvPr/>
          </p:nvSpPr>
          <p:spPr>
            <a:xfrm>
              <a:off x="528779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g1203"/>
            <p:cNvSpPr/>
            <p:nvPr/>
          </p:nvSpPr>
          <p:spPr>
            <a:xfrm>
              <a:off x="529942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g1204"/>
            <p:cNvSpPr/>
            <p:nvPr/>
          </p:nvSpPr>
          <p:spPr>
            <a:xfrm>
              <a:off x="531106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g1205"/>
            <p:cNvSpPr/>
            <p:nvPr/>
          </p:nvSpPr>
          <p:spPr>
            <a:xfrm>
              <a:off x="532270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g1206"/>
            <p:cNvSpPr/>
            <p:nvPr/>
          </p:nvSpPr>
          <p:spPr>
            <a:xfrm>
              <a:off x="533434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g1207"/>
            <p:cNvSpPr/>
            <p:nvPr/>
          </p:nvSpPr>
          <p:spPr>
            <a:xfrm>
              <a:off x="534597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g1208"/>
            <p:cNvSpPr/>
            <p:nvPr/>
          </p:nvSpPr>
          <p:spPr>
            <a:xfrm>
              <a:off x="506668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g1209"/>
            <p:cNvSpPr/>
            <p:nvPr/>
          </p:nvSpPr>
          <p:spPr>
            <a:xfrm>
              <a:off x="507832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g1210"/>
            <p:cNvSpPr/>
            <p:nvPr/>
          </p:nvSpPr>
          <p:spPr>
            <a:xfrm>
              <a:off x="508995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g1211"/>
            <p:cNvSpPr/>
            <p:nvPr/>
          </p:nvSpPr>
          <p:spPr>
            <a:xfrm>
              <a:off x="510159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g1212"/>
            <p:cNvSpPr/>
            <p:nvPr/>
          </p:nvSpPr>
          <p:spPr>
            <a:xfrm>
              <a:off x="511323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g1213"/>
            <p:cNvSpPr/>
            <p:nvPr/>
          </p:nvSpPr>
          <p:spPr>
            <a:xfrm>
              <a:off x="512486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g1214"/>
            <p:cNvSpPr/>
            <p:nvPr/>
          </p:nvSpPr>
          <p:spPr>
            <a:xfrm>
              <a:off x="513650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g1215"/>
            <p:cNvSpPr/>
            <p:nvPr/>
          </p:nvSpPr>
          <p:spPr>
            <a:xfrm>
              <a:off x="514814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g1216"/>
            <p:cNvSpPr/>
            <p:nvPr/>
          </p:nvSpPr>
          <p:spPr>
            <a:xfrm>
              <a:off x="515978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g1217"/>
            <p:cNvSpPr/>
            <p:nvPr/>
          </p:nvSpPr>
          <p:spPr>
            <a:xfrm>
              <a:off x="517141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g1218"/>
            <p:cNvSpPr/>
            <p:nvPr/>
          </p:nvSpPr>
          <p:spPr>
            <a:xfrm>
              <a:off x="5183056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g1219"/>
            <p:cNvSpPr/>
            <p:nvPr/>
          </p:nvSpPr>
          <p:spPr>
            <a:xfrm>
              <a:off x="519469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g1220"/>
            <p:cNvSpPr/>
            <p:nvPr/>
          </p:nvSpPr>
          <p:spPr>
            <a:xfrm>
              <a:off x="520633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g1221"/>
            <p:cNvSpPr/>
            <p:nvPr/>
          </p:nvSpPr>
          <p:spPr>
            <a:xfrm>
              <a:off x="5217968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g1222"/>
            <p:cNvSpPr/>
            <p:nvPr/>
          </p:nvSpPr>
          <p:spPr>
            <a:xfrm>
              <a:off x="522960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g1223"/>
            <p:cNvSpPr/>
            <p:nvPr/>
          </p:nvSpPr>
          <p:spPr>
            <a:xfrm>
              <a:off x="524124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g1224"/>
            <p:cNvSpPr/>
            <p:nvPr/>
          </p:nvSpPr>
          <p:spPr>
            <a:xfrm>
              <a:off x="525288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g1225"/>
            <p:cNvSpPr/>
            <p:nvPr/>
          </p:nvSpPr>
          <p:spPr>
            <a:xfrm>
              <a:off x="527615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g1226"/>
            <p:cNvSpPr/>
            <p:nvPr/>
          </p:nvSpPr>
          <p:spPr>
            <a:xfrm>
              <a:off x="528779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g1227"/>
            <p:cNvSpPr/>
            <p:nvPr/>
          </p:nvSpPr>
          <p:spPr>
            <a:xfrm>
              <a:off x="529942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g1228"/>
            <p:cNvSpPr/>
            <p:nvPr/>
          </p:nvSpPr>
          <p:spPr>
            <a:xfrm>
              <a:off x="531106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g1229"/>
            <p:cNvSpPr/>
            <p:nvPr/>
          </p:nvSpPr>
          <p:spPr>
            <a:xfrm>
              <a:off x="532270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g1230"/>
            <p:cNvSpPr/>
            <p:nvPr/>
          </p:nvSpPr>
          <p:spPr>
            <a:xfrm>
              <a:off x="533434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g1231"/>
            <p:cNvSpPr/>
            <p:nvPr/>
          </p:nvSpPr>
          <p:spPr>
            <a:xfrm>
              <a:off x="534597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g1232"/>
            <p:cNvSpPr/>
            <p:nvPr/>
          </p:nvSpPr>
          <p:spPr>
            <a:xfrm>
              <a:off x="506668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g1233"/>
            <p:cNvSpPr/>
            <p:nvPr/>
          </p:nvSpPr>
          <p:spPr>
            <a:xfrm>
              <a:off x="507832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g1234"/>
            <p:cNvSpPr/>
            <p:nvPr/>
          </p:nvSpPr>
          <p:spPr>
            <a:xfrm>
              <a:off x="508995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g1235"/>
            <p:cNvSpPr/>
            <p:nvPr/>
          </p:nvSpPr>
          <p:spPr>
            <a:xfrm>
              <a:off x="510159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g1236"/>
            <p:cNvSpPr/>
            <p:nvPr/>
          </p:nvSpPr>
          <p:spPr>
            <a:xfrm>
              <a:off x="511323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g1237"/>
            <p:cNvSpPr/>
            <p:nvPr/>
          </p:nvSpPr>
          <p:spPr>
            <a:xfrm>
              <a:off x="512486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g1238"/>
            <p:cNvSpPr/>
            <p:nvPr/>
          </p:nvSpPr>
          <p:spPr>
            <a:xfrm>
              <a:off x="513650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g1239"/>
            <p:cNvSpPr/>
            <p:nvPr/>
          </p:nvSpPr>
          <p:spPr>
            <a:xfrm>
              <a:off x="514814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g1240"/>
            <p:cNvSpPr/>
            <p:nvPr/>
          </p:nvSpPr>
          <p:spPr>
            <a:xfrm>
              <a:off x="515978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g1241"/>
            <p:cNvSpPr/>
            <p:nvPr/>
          </p:nvSpPr>
          <p:spPr>
            <a:xfrm>
              <a:off x="517141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g1242"/>
            <p:cNvSpPr/>
            <p:nvPr/>
          </p:nvSpPr>
          <p:spPr>
            <a:xfrm>
              <a:off x="5183056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g1243"/>
            <p:cNvSpPr/>
            <p:nvPr/>
          </p:nvSpPr>
          <p:spPr>
            <a:xfrm>
              <a:off x="519469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g1244"/>
            <p:cNvSpPr/>
            <p:nvPr/>
          </p:nvSpPr>
          <p:spPr>
            <a:xfrm>
              <a:off x="520633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g1245"/>
            <p:cNvSpPr/>
            <p:nvPr/>
          </p:nvSpPr>
          <p:spPr>
            <a:xfrm>
              <a:off x="5217968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g1246"/>
            <p:cNvSpPr/>
            <p:nvPr/>
          </p:nvSpPr>
          <p:spPr>
            <a:xfrm>
              <a:off x="522960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g1247"/>
            <p:cNvSpPr/>
            <p:nvPr/>
          </p:nvSpPr>
          <p:spPr>
            <a:xfrm>
              <a:off x="524124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g1248"/>
            <p:cNvSpPr/>
            <p:nvPr/>
          </p:nvSpPr>
          <p:spPr>
            <a:xfrm>
              <a:off x="525288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g1249"/>
            <p:cNvSpPr/>
            <p:nvPr/>
          </p:nvSpPr>
          <p:spPr>
            <a:xfrm>
              <a:off x="526451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g1250"/>
            <p:cNvSpPr/>
            <p:nvPr/>
          </p:nvSpPr>
          <p:spPr>
            <a:xfrm>
              <a:off x="527615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g1251"/>
            <p:cNvSpPr/>
            <p:nvPr/>
          </p:nvSpPr>
          <p:spPr>
            <a:xfrm>
              <a:off x="528779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g1252"/>
            <p:cNvSpPr/>
            <p:nvPr/>
          </p:nvSpPr>
          <p:spPr>
            <a:xfrm>
              <a:off x="529942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g1253"/>
            <p:cNvSpPr/>
            <p:nvPr/>
          </p:nvSpPr>
          <p:spPr>
            <a:xfrm>
              <a:off x="531106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g1254"/>
            <p:cNvSpPr/>
            <p:nvPr/>
          </p:nvSpPr>
          <p:spPr>
            <a:xfrm>
              <a:off x="532270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g1255"/>
            <p:cNvSpPr/>
            <p:nvPr/>
          </p:nvSpPr>
          <p:spPr>
            <a:xfrm>
              <a:off x="533434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g1256"/>
            <p:cNvSpPr/>
            <p:nvPr/>
          </p:nvSpPr>
          <p:spPr>
            <a:xfrm>
              <a:off x="506668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g1257"/>
            <p:cNvSpPr/>
            <p:nvPr/>
          </p:nvSpPr>
          <p:spPr>
            <a:xfrm>
              <a:off x="507832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g1258"/>
            <p:cNvSpPr/>
            <p:nvPr/>
          </p:nvSpPr>
          <p:spPr>
            <a:xfrm>
              <a:off x="508995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g1259"/>
            <p:cNvSpPr/>
            <p:nvPr/>
          </p:nvSpPr>
          <p:spPr>
            <a:xfrm>
              <a:off x="510159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g1260"/>
            <p:cNvSpPr/>
            <p:nvPr/>
          </p:nvSpPr>
          <p:spPr>
            <a:xfrm>
              <a:off x="511323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g1261"/>
            <p:cNvSpPr/>
            <p:nvPr/>
          </p:nvSpPr>
          <p:spPr>
            <a:xfrm>
              <a:off x="512486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g1262"/>
            <p:cNvSpPr/>
            <p:nvPr/>
          </p:nvSpPr>
          <p:spPr>
            <a:xfrm>
              <a:off x="513650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g1263"/>
            <p:cNvSpPr/>
            <p:nvPr/>
          </p:nvSpPr>
          <p:spPr>
            <a:xfrm>
              <a:off x="514814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g1264"/>
            <p:cNvSpPr/>
            <p:nvPr/>
          </p:nvSpPr>
          <p:spPr>
            <a:xfrm>
              <a:off x="515978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g1265"/>
            <p:cNvSpPr/>
            <p:nvPr/>
          </p:nvSpPr>
          <p:spPr>
            <a:xfrm>
              <a:off x="517141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g1266"/>
            <p:cNvSpPr/>
            <p:nvPr/>
          </p:nvSpPr>
          <p:spPr>
            <a:xfrm>
              <a:off x="5183056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g1267"/>
            <p:cNvSpPr/>
            <p:nvPr/>
          </p:nvSpPr>
          <p:spPr>
            <a:xfrm>
              <a:off x="519469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g1268"/>
            <p:cNvSpPr/>
            <p:nvPr/>
          </p:nvSpPr>
          <p:spPr>
            <a:xfrm>
              <a:off x="520633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g1269"/>
            <p:cNvSpPr/>
            <p:nvPr/>
          </p:nvSpPr>
          <p:spPr>
            <a:xfrm>
              <a:off x="5217968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g1270"/>
            <p:cNvSpPr/>
            <p:nvPr/>
          </p:nvSpPr>
          <p:spPr>
            <a:xfrm>
              <a:off x="522960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g1271"/>
            <p:cNvSpPr/>
            <p:nvPr/>
          </p:nvSpPr>
          <p:spPr>
            <a:xfrm>
              <a:off x="524124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g1272"/>
            <p:cNvSpPr/>
            <p:nvPr/>
          </p:nvSpPr>
          <p:spPr>
            <a:xfrm>
              <a:off x="525288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g1273"/>
            <p:cNvSpPr/>
            <p:nvPr/>
          </p:nvSpPr>
          <p:spPr>
            <a:xfrm>
              <a:off x="526451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g1274"/>
            <p:cNvSpPr/>
            <p:nvPr/>
          </p:nvSpPr>
          <p:spPr>
            <a:xfrm>
              <a:off x="527615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g1275"/>
            <p:cNvSpPr/>
            <p:nvPr/>
          </p:nvSpPr>
          <p:spPr>
            <a:xfrm>
              <a:off x="528779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g1276"/>
            <p:cNvSpPr/>
            <p:nvPr/>
          </p:nvSpPr>
          <p:spPr>
            <a:xfrm>
              <a:off x="529942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g1277"/>
            <p:cNvSpPr/>
            <p:nvPr/>
          </p:nvSpPr>
          <p:spPr>
            <a:xfrm>
              <a:off x="531106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g1278"/>
            <p:cNvSpPr/>
            <p:nvPr/>
          </p:nvSpPr>
          <p:spPr>
            <a:xfrm>
              <a:off x="532270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g1279"/>
            <p:cNvSpPr/>
            <p:nvPr/>
          </p:nvSpPr>
          <p:spPr>
            <a:xfrm>
              <a:off x="503177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g1280"/>
            <p:cNvSpPr/>
            <p:nvPr/>
          </p:nvSpPr>
          <p:spPr>
            <a:xfrm>
              <a:off x="504340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g1281"/>
            <p:cNvSpPr/>
            <p:nvPr/>
          </p:nvSpPr>
          <p:spPr>
            <a:xfrm>
              <a:off x="506668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g1282"/>
            <p:cNvSpPr/>
            <p:nvPr/>
          </p:nvSpPr>
          <p:spPr>
            <a:xfrm>
              <a:off x="507832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g1283"/>
            <p:cNvSpPr/>
            <p:nvPr/>
          </p:nvSpPr>
          <p:spPr>
            <a:xfrm>
              <a:off x="508995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g1284"/>
            <p:cNvSpPr/>
            <p:nvPr/>
          </p:nvSpPr>
          <p:spPr>
            <a:xfrm>
              <a:off x="510159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g1285"/>
            <p:cNvSpPr/>
            <p:nvPr/>
          </p:nvSpPr>
          <p:spPr>
            <a:xfrm>
              <a:off x="511323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g1286"/>
            <p:cNvSpPr/>
            <p:nvPr/>
          </p:nvSpPr>
          <p:spPr>
            <a:xfrm>
              <a:off x="512486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g1287"/>
            <p:cNvSpPr/>
            <p:nvPr/>
          </p:nvSpPr>
          <p:spPr>
            <a:xfrm>
              <a:off x="513650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g1288"/>
            <p:cNvSpPr/>
            <p:nvPr/>
          </p:nvSpPr>
          <p:spPr>
            <a:xfrm>
              <a:off x="5148144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g1289"/>
            <p:cNvSpPr/>
            <p:nvPr/>
          </p:nvSpPr>
          <p:spPr>
            <a:xfrm>
              <a:off x="5183056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g1290"/>
            <p:cNvSpPr/>
            <p:nvPr/>
          </p:nvSpPr>
          <p:spPr>
            <a:xfrm>
              <a:off x="519469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g1291"/>
            <p:cNvSpPr/>
            <p:nvPr/>
          </p:nvSpPr>
          <p:spPr>
            <a:xfrm>
              <a:off x="520633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g1292"/>
            <p:cNvSpPr/>
            <p:nvPr/>
          </p:nvSpPr>
          <p:spPr>
            <a:xfrm>
              <a:off x="521796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g1293"/>
            <p:cNvSpPr/>
            <p:nvPr/>
          </p:nvSpPr>
          <p:spPr>
            <a:xfrm>
              <a:off x="522960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g1294"/>
            <p:cNvSpPr/>
            <p:nvPr/>
          </p:nvSpPr>
          <p:spPr>
            <a:xfrm>
              <a:off x="524124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g1295"/>
            <p:cNvSpPr/>
            <p:nvPr/>
          </p:nvSpPr>
          <p:spPr>
            <a:xfrm>
              <a:off x="525288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g1296"/>
            <p:cNvSpPr/>
            <p:nvPr/>
          </p:nvSpPr>
          <p:spPr>
            <a:xfrm>
              <a:off x="526451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g1297"/>
            <p:cNvSpPr/>
            <p:nvPr/>
          </p:nvSpPr>
          <p:spPr>
            <a:xfrm>
              <a:off x="527615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g1298"/>
            <p:cNvSpPr/>
            <p:nvPr/>
          </p:nvSpPr>
          <p:spPr>
            <a:xfrm>
              <a:off x="528779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g1299"/>
            <p:cNvSpPr/>
            <p:nvPr/>
          </p:nvSpPr>
          <p:spPr>
            <a:xfrm>
              <a:off x="529942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g1300"/>
            <p:cNvSpPr/>
            <p:nvPr/>
          </p:nvSpPr>
          <p:spPr>
            <a:xfrm>
              <a:off x="531106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g1301"/>
            <p:cNvSpPr/>
            <p:nvPr/>
          </p:nvSpPr>
          <p:spPr>
            <a:xfrm>
              <a:off x="502013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g1302"/>
            <p:cNvSpPr/>
            <p:nvPr/>
          </p:nvSpPr>
          <p:spPr>
            <a:xfrm>
              <a:off x="503177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g1303"/>
            <p:cNvSpPr/>
            <p:nvPr/>
          </p:nvSpPr>
          <p:spPr>
            <a:xfrm>
              <a:off x="504340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g1304"/>
            <p:cNvSpPr/>
            <p:nvPr/>
          </p:nvSpPr>
          <p:spPr>
            <a:xfrm>
              <a:off x="505504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g1305"/>
            <p:cNvSpPr/>
            <p:nvPr/>
          </p:nvSpPr>
          <p:spPr>
            <a:xfrm>
              <a:off x="506668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g1306"/>
            <p:cNvSpPr/>
            <p:nvPr/>
          </p:nvSpPr>
          <p:spPr>
            <a:xfrm>
              <a:off x="507832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g1307"/>
            <p:cNvSpPr/>
            <p:nvPr/>
          </p:nvSpPr>
          <p:spPr>
            <a:xfrm>
              <a:off x="508995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g1308"/>
            <p:cNvSpPr/>
            <p:nvPr/>
          </p:nvSpPr>
          <p:spPr>
            <a:xfrm>
              <a:off x="510159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g1309"/>
            <p:cNvSpPr/>
            <p:nvPr/>
          </p:nvSpPr>
          <p:spPr>
            <a:xfrm>
              <a:off x="511323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g1310"/>
            <p:cNvSpPr/>
            <p:nvPr/>
          </p:nvSpPr>
          <p:spPr>
            <a:xfrm>
              <a:off x="512486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g1311"/>
            <p:cNvSpPr/>
            <p:nvPr/>
          </p:nvSpPr>
          <p:spPr>
            <a:xfrm>
              <a:off x="513650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g1312"/>
            <p:cNvSpPr/>
            <p:nvPr/>
          </p:nvSpPr>
          <p:spPr>
            <a:xfrm>
              <a:off x="5148144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g1313"/>
            <p:cNvSpPr/>
            <p:nvPr/>
          </p:nvSpPr>
          <p:spPr>
            <a:xfrm>
              <a:off x="519469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g1314"/>
            <p:cNvSpPr/>
            <p:nvPr/>
          </p:nvSpPr>
          <p:spPr>
            <a:xfrm>
              <a:off x="520633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g1315"/>
            <p:cNvSpPr/>
            <p:nvPr/>
          </p:nvSpPr>
          <p:spPr>
            <a:xfrm>
              <a:off x="521796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g1316"/>
            <p:cNvSpPr/>
            <p:nvPr/>
          </p:nvSpPr>
          <p:spPr>
            <a:xfrm>
              <a:off x="522960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g1317"/>
            <p:cNvSpPr/>
            <p:nvPr/>
          </p:nvSpPr>
          <p:spPr>
            <a:xfrm>
              <a:off x="524124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g1318"/>
            <p:cNvSpPr/>
            <p:nvPr/>
          </p:nvSpPr>
          <p:spPr>
            <a:xfrm>
              <a:off x="525288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g1319"/>
            <p:cNvSpPr/>
            <p:nvPr/>
          </p:nvSpPr>
          <p:spPr>
            <a:xfrm>
              <a:off x="526451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g1320"/>
            <p:cNvSpPr/>
            <p:nvPr/>
          </p:nvSpPr>
          <p:spPr>
            <a:xfrm>
              <a:off x="527615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g1321"/>
            <p:cNvSpPr/>
            <p:nvPr/>
          </p:nvSpPr>
          <p:spPr>
            <a:xfrm>
              <a:off x="528779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g1322"/>
            <p:cNvSpPr/>
            <p:nvPr/>
          </p:nvSpPr>
          <p:spPr>
            <a:xfrm>
              <a:off x="529942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g1323"/>
            <p:cNvSpPr/>
            <p:nvPr/>
          </p:nvSpPr>
          <p:spPr>
            <a:xfrm>
              <a:off x="5008496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g1324"/>
            <p:cNvSpPr/>
            <p:nvPr/>
          </p:nvSpPr>
          <p:spPr>
            <a:xfrm>
              <a:off x="502013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g1325"/>
            <p:cNvSpPr/>
            <p:nvPr/>
          </p:nvSpPr>
          <p:spPr>
            <a:xfrm>
              <a:off x="503177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g1326"/>
            <p:cNvSpPr/>
            <p:nvPr/>
          </p:nvSpPr>
          <p:spPr>
            <a:xfrm>
              <a:off x="504340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g1327"/>
            <p:cNvSpPr/>
            <p:nvPr/>
          </p:nvSpPr>
          <p:spPr>
            <a:xfrm>
              <a:off x="505504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g1328"/>
            <p:cNvSpPr/>
            <p:nvPr/>
          </p:nvSpPr>
          <p:spPr>
            <a:xfrm>
              <a:off x="506668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g1329"/>
            <p:cNvSpPr/>
            <p:nvPr/>
          </p:nvSpPr>
          <p:spPr>
            <a:xfrm>
              <a:off x="507832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g1330"/>
            <p:cNvSpPr/>
            <p:nvPr/>
          </p:nvSpPr>
          <p:spPr>
            <a:xfrm>
              <a:off x="508995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g1331"/>
            <p:cNvSpPr/>
            <p:nvPr/>
          </p:nvSpPr>
          <p:spPr>
            <a:xfrm>
              <a:off x="510159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g1332"/>
            <p:cNvSpPr/>
            <p:nvPr/>
          </p:nvSpPr>
          <p:spPr>
            <a:xfrm>
              <a:off x="511323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g1333"/>
            <p:cNvSpPr/>
            <p:nvPr/>
          </p:nvSpPr>
          <p:spPr>
            <a:xfrm>
              <a:off x="5124869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g1334"/>
            <p:cNvSpPr/>
            <p:nvPr/>
          </p:nvSpPr>
          <p:spPr>
            <a:xfrm>
              <a:off x="513650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g1335"/>
            <p:cNvSpPr/>
            <p:nvPr/>
          </p:nvSpPr>
          <p:spPr>
            <a:xfrm>
              <a:off x="5148144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g1336"/>
            <p:cNvSpPr/>
            <p:nvPr/>
          </p:nvSpPr>
          <p:spPr>
            <a:xfrm>
              <a:off x="519469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g1337"/>
            <p:cNvSpPr/>
            <p:nvPr/>
          </p:nvSpPr>
          <p:spPr>
            <a:xfrm>
              <a:off x="520633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g1338"/>
            <p:cNvSpPr/>
            <p:nvPr/>
          </p:nvSpPr>
          <p:spPr>
            <a:xfrm>
              <a:off x="521796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g1339"/>
            <p:cNvSpPr/>
            <p:nvPr/>
          </p:nvSpPr>
          <p:spPr>
            <a:xfrm>
              <a:off x="522960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g1340"/>
            <p:cNvSpPr/>
            <p:nvPr/>
          </p:nvSpPr>
          <p:spPr>
            <a:xfrm>
              <a:off x="524124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g1341"/>
            <p:cNvSpPr/>
            <p:nvPr/>
          </p:nvSpPr>
          <p:spPr>
            <a:xfrm>
              <a:off x="525288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g1342"/>
            <p:cNvSpPr/>
            <p:nvPr/>
          </p:nvSpPr>
          <p:spPr>
            <a:xfrm>
              <a:off x="526451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g1343"/>
            <p:cNvSpPr/>
            <p:nvPr/>
          </p:nvSpPr>
          <p:spPr>
            <a:xfrm>
              <a:off x="527615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g1344"/>
            <p:cNvSpPr/>
            <p:nvPr/>
          </p:nvSpPr>
          <p:spPr>
            <a:xfrm>
              <a:off x="528779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g1345"/>
            <p:cNvSpPr/>
            <p:nvPr/>
          </p:nvSpPr>
          <p:spPr>
            <a:xfrm>
              <a:off x="499685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g1346"/>
            <p:cNvSpPr/>
            <p:nvPr/>
          </p:nvSpPr>
          <p:spPr>
            <a:xfrm>
              <a:off x="5008496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g1347"/>
            <p:cNvSpPr/>
            <p:nvPr/>
          </p:nvSpPr>
          <p:spPr>
            <a:xfrm>
              <a:off x="502013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g1348"/>
            <p:cNvSpPr/>
            <p:nvPr/>
          </p:nvSpPr>
          <p:spPr>
            <a:xfrm>
              <a:off x="503177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g1349"/>
            <p:cNvSpPr/>
            <p:nvPr/>
          </p:nvSpPr>
          <p:spPr>
            <a:xfrm>
              <a:off x="504340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g1350"/>
            <p:cNvSpPr/>
            <p:nvPr/>
          </p:nvSpPr>
          <p:spPr>
            <a:xfrm>
              <a:off x="505504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g1351"/>
            <p:cNvSpPr/>
            <p:nvPr/>
          </p:nvSpPr>
          <p:spPr>
            <a:xfrm>
              <a:off x="506668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g1352"/>
            <p:cNvSpPr/>
            <p:nvPr/>
          </p:nvSpPr>
          <p:spPr>
            <a:xfrm>
              <a:off x="507832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g1353"/>
            <p:cNvSpPr/>
            <p:nvPr/>
          </p:nvSpPr>
          <p:spPr>
            <a:xfrm>
              <a:off x="508995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g1354"/>
            <p:cNvSpPr/>
            <p:nvPr/>
          </p:nvSpPr>
          <p:spPr>
            <a:xfrm>
              <a:off x="510159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g1355"/>
            <p:cNvSpPr/>
            <p:nvPr/>
          </p:nvSpPr>
          <p:spPr>
            <a:xfrm>
              <a:off x="511323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g1356"/>
            <p:cNvSpPr/>
            <p:nvPr/>
          </p:nvSpPr>
          <p:spPr>
            <a:xfrm>
              <a:off x="512486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g1357"/>
            <p:cNvSpPr/>
            <p:nvPr/>
          </p:nvSpPr>
          <p:spPr>
            <a:xfrm>
              <a:off x="513650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g1358"/>
            <p:cNvSpPr/>
            <p:nvPr/>
          </p:nvSpPr>
          <p:spPr>
            <a:xfrm>
              <a:off x="5148144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g1359"/>
            <p:cNvSpPr/>
            <p:nvPr/>
          </p:nvSpPr>
          <p:spPr>
            <a:xfrm>
              <a:off x="515978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g1360"/>
            <p:cNvSpPr/>
            <p:nvPr/>
          </p:nvSpPr>
          <p:spPr>
            <a:xfrm>
              <a:off x="520633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g1361"/>
            <p:cNvSpPr/>
            <p:nvPr/>
          </p:nvSpPr>
          <p:spPr>
            <a:xfrm>
              <a:off x="521796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g1362"/>
            <p:cNvSpPr/>
            <p:nvPr/>
          </p:nvSpPr>
          <p:spPr>
            <a:xfrm>
              <a:off x="522960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g1363"/>
            <p:cNvSpPr/>
            <p:nvPr/>
          </p:nvSpPr>
          <p:spPr>
            <a:xfrm>
              <a:off x="524124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g1364"/>
            <p:cNvSpPr/>
            <p:nvPr/>
          </p:nvSpPr>
          <p:spPr>
            <a:xfrm>
              <a:off x="525288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g1365"/>
            <p:cNvSpPr/>
            <p:nvPr/>
          </p:nvSpPr>
          <p:spPr>
            <a:xfrm>
              <a:off x="526451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g1366"/>
            <p:cNvSpPr/>
            <p:nvPr/>
          </p:nvSpPr>
          <p:spPr>
            <a:xfrm>
              <a:off x="527615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g1367"/>
            <p:cNvSpPr/>
            <p:nvPr/>
          </p:nvSpPr>
          <p:spPr>
            <a:xfrm>
              <a:off x="499685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g1368"/>
            <p:cNvSpPr/>
            <p:nvPr/>
          </p:nvSpPr>
          <p:spPr>
            <a:xfrm>
              <a:off x="5008496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g1369"/>
            <p:cNvSpPr/>
            <p:nvPr/>
          </p:nvSpPr>
          <p:spPr>
            <a:xfrm>
              <a:off x="502013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g1370"/>
            <p:cNvSpPr/>
            <p:nvPr/>
          </p:nvSpPr>
          <p:spPr>
            <a:xfrm>
              <a:off x="503177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g1371"/>
            <p:cNvSpPr/>
            <p:nvPr/>
          </p:nvSpPr>
          <p:spPr>
            <a:xfrm>
              <a:off x="504340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g1372"/>
            <p:cNvSpPr/>
            <p:nvPr/>
          </p:nvSpPr>
          <p:spPr>
            <a:xfrm>
              <a:off x="505504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g1373"/>
            <p:cNvSpPr/>
            <p:nvPr/>
          </p:nvSpPr>
          <p:spPr>
            <a:xfrm>
              <a:off x="506668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g1374"/>
            <p:cNvSpPr/>
            <p:nvPr/>
          </p:nvSpPr>
          <p:spPr>
            <a:xfrm>
              <a:off x="507832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g1375"/>
            <p:cNvSpPr/>
            <p:nvPr/>
          </p:nvSpPr>
          <p:spPr>
            <a:xfrm>
              <a:off x="508995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g1376"/>
            <p:cNvSpPr/>
            <p:nvPr/>
          </p:nvSpPr>
          <p:spPr>
            <a:xfrm>
              <a:off x="510159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g1377"/>
            <p:cNvSpPr/>
            <p:nvPr/>
          </p:nvSpPr>
          <p:spPr>
            <a:xfrm>
              <a:off x="511323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g1378"/>
            <p:cNvSpPr/>
            <p:nvPr/>
          </p:nvSpPr>
          <p:spPr>
            <a:xfrm>
              <a:off x="512486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g1379"/>
            <p:cNvSpPr/>
            <p:nvPr/>
          </p:nvSpPr>
          <p:spPr>
            <a:xfrm>
              <a:off x="513650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g1380"/>
            <p:cNvSpPr/>
            <p:nvPr/>
          </p:nvSpPr>
          <p:spPr>
            <a:xfrm>
              <a:off x="5148144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g1381"/>
            <p:cNvSpPr/>
            <p:nvPr/>
          </p:nvSpPr>
          <p:spPr>
            <a:xfrm>
              <a:off x="515978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g1382"/>
            <p:cNvSpPr/>
            <p:nvPr/>
          </p:nvSpPr>
          <p:spPr>
            <a:xfrm>
              <a:off x="520633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g1383"/>
            <p:cNvSpPr/>
            <p:nvPr/>
          </p:nvSpPr>
          <p:spPr>
            <a:xfrm>
              <a:off x="521796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g1384"/>
            <p:cNvSpPr/>
            <p:nvPr/>
          </p:nvSpPr>
          <p:spPr>
            <a:xfrm>
              <a:off x="522960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g1385"/>
            <p:cNvSpPr/>
            <p:nvPr/>
          </p:nvSpPr>
          <p:spPr>
            <a:xfrm>
              <a:off x="524124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g1386"/>
            <p:cNvSpPr/>
            <p:nvPr/>
          </p:nvSpPr>
          <p:spPr>
            <a:xfrm>
              <a:off x="525288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g1387"/>
            <p:cNvSpPr/>
            <p:nvPr/>
          </p:nvSpPr>
          <p:spPr>
            <a:xfrm>
              <a:off x="526451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g1388"/>
            <p:cNvSpPr/>
            <p:nvPr/>
          </p:nvSpPr>
          <p:spPr>
            <a:xfrm>
              <a:off x="498522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g1389"/>
            <p:cNvSpPr/>
            <p:nvPr/>
          </p:nvSpPr>
          <p:spPr>
            <a:xfrm>
              <a:off x="499685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g1390"/>
            <p:cNvSpPr/>
            <p:nvPr/>
          </p:nvSpPr>
          <p:spPr>
            <a:xfrm>
              <a:off x="500849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g1391"/>
            <p:cNvSpPr/>
            <p:nvPr/>
          </p:nvSpPr>
          <p:spPr>
            <a:xfrm>
              <a:off x="502013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g1392"/>
            <p:cNvSpPr/>
            <p:nvPr/>
          </p:nvSpPr>
          <p:spPr>
            <a:xfrm>
              <a:off x="503177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g1393"/>
            <p:cNvSpPr/>
            <p:nvPr/>
          </p:nvSpPr>
          <p:spPr>
            <a:xfrm>
              <a:off x="504340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g1394"/>
            <p:cNvSpPr/>
            <p:nvPr/>
          </p:nvSpPr>
          <p:spPr>
            <a:xfrm>
              <a:off x="505504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g1395"/>
            <p:cNvSpPr/>
            <p:nvPr/>
          </p:nvSpPr>
          <p:spPr>
            <a:xfrm>
              <a:off x="506668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g1396"/>
            <p:cNvSpPr/>
            <p:nvPr/>
          </p:nvSpPr>
          <p:spPr>
            <a:xfrm>
              <a:off x="507832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g1397"/>
            <p:cNvSpPr/>
            <p:nvPr/>
          </p:nvSpPr>
          <p:spPr>
            <a:xfrm>
              <a:off x="508995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g1398"/>
            <p:cNvSpPr/>
            <p:nvPr/>
          </p:nvSpPr>
          <p:spPr>
            <a:xfrm>
              <a:off x="510159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g1399"/>
            <p:cNvSpPr/>
            <p:nvPr/>
          </p:nvSpPr>
          <p:spPr>
            <a:xfrm>
              <a:off x="511323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g1400"/>
            <p:cNvSpPr/>
            <p:nvPr/>
          </p:nvSpPr>
          <p:spPr>
            <a:xfrm>
              <a:off x="512486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g1401"/>
            <p:cNvSpPr/>
            <p:nvPr/>
          </p:nvSpPr>
          <p:spPr>
            <a:xfrm>
              <a:off x="513650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g1402"/>
            <p:cNvSpPr/>
            <p:nvPr/>
          </p:nvSpPr>
          <p:spPr>
            <a:xfrm>
              <a:off x="5148144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g1403"/>
            <p:cNvSpPr/>
            <p:nvPr/>
          </p:nvSpPr>
          <p:spPr>
            <a:xfrm>
              <a:off x="515978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g1404"/>
            <p:cNvSpPr/>
            <p:nvPr/>
          </p:nvSpPr>
          <p:spPr>
            <a:xfrm>
              <a:off x="517141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g1405"/>
            <p:cNvSpPr/>
            <p:nvPr/>
          </p:nvSpPr>
          <p:spPr>
            <a:xfrm>
              <a:off x="520633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g1406"/>
            <p:cNvSpPr/>
            <p:nvPr/>
          </p:nvSpPr>
          <p:spPr>
            <a:xfrm>
              <a:off x="521796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g1407"/>
            <p:cNvSpPr/>
            <p:nvPr/>
          </p:nvSpPr>
          <p:spPr>
            <a:xfrm>
              <a:off x="522960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g1408"/>
            <p:cNvSpPr/>
            <p:nvPr/>
          </p:nvSpPr>
          <p:spPr>
            <a:xfrm>
              <a:off x="524124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g1409"/>
            <p:cNvSpPr/>
            <p:nvPr/>
          </p:nvSpPr>
          <p:spPr>
            <a:xfrm>
              <a:off x="525288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g1410"/>
            <p:cNvSpPr/>
            <p:nvPr/>
          </p:nvSpPr>
          <p:spPr>
            <a:xfrm>
              <a:off x="526451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g1411"/>
            <p:cNvSpPr/>
            <p:nvPr/>
          </p:nvSpPr>
          <p:spPr>
            <a:xfrm>
              <a:off x="498522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g1412"/>
            <p:cNvSpPr/>
            <p:nvPr/>
          </p:nvSpPr>
          <p:spPr>
            <a:xfrm>
              <a:off x="499685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g1413"/>
            <p:cNvSpPr/>
            <p:nvPr/>
          </p:nvSpPr>
          <p:spPr>
            <a:xfrm>
              <a:off x="500849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g1414"/>
            <p:cNvSpPr/>
            <p:nvPr/>
          </p:nvSpPr>
          <p:spPr>
            <a:xfrm>
              <a:off x="502013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g1415"/>
            <p:cNvSpPr/>
            <p:nvPr/>
          </p:nvSpPr>
          <p:spPr>
            <a:xfrm>
              <a:off x="503177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g1416"/>
            <p:cNvSpPr/>
            <p:nvPr/>
          </p:nvSpPr>
          <p:spPr>
            <a:xfrm>
              <a:off x="504340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g1417"/>
            <p:cNvSpPr/>
            <p:nvPr/>
          </p:nvSpPr>
          <p:spPr>
            <a:xfrm>
              <a:off x="505504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g1418"/>
            <p:cNvSpPr/>
            <p:nvPr/>
          </p:nvSpPr>
          <p:spPr>
            <a:xfrm>
              <a:off x="506668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g1419"/>
            <p:cNvSpPr/>
            <p:nvPr/>
          </p:nvSpPr>
          <p:spPr>
            <a:xfrm>
              <a:off x="507832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g1420"/>
            <p:cNvSpPr/>
            <p:nvPr/>
          </p:nvSpPr>
          <p:spPr>
            <a:xfrm>
              <a:off x="508995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g1421"/>
            <p:cNvSpPr/>
            <p:nvPr/>
          </p:nvSpPr>
          <p:spPr>
            <a:xfrm>
              <a:off x="510159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g1422"/>
            <p:cNvSpPr/>
            <p:nvPr/>
          </p:nvSpPr>
          <p:spPr>
            <a:xfrm>
              <a:off x="511323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g1423"/>
            <p:cNvSpPr/>
            <p:nvPr/>
          </p:nvSpPr>
          <p:spPr>
            <a:xfrm>
              <a:off x="512486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g1424"/>
            <p:cNvSpPr/>
            <p:nvPr/>
          </p:nvSpPr>
          <p:spPr>
            <a:xfrm>
              <a:off x="513650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g1425"/>
            <p:cNvSpPr/>
            <p:nvPr/>
          </p:nvSpPr>
          <p:spPr>
            <a:xfrm>
              <a:off x="5148144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g1426"/>
            <p:cNvSpPr/>
            <p:nvPr/>
          </p:nvSpPr>
          <p:spPr>
            <a:xfrm>
              <a:off x="515978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g1427"/>
            <p:cNvSpPr/>
            <p:nvPr/>
          </p:nvSpPr>
          <p:spPr>
            <a:xfrm>
              <a:off x="517141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g1428"/>
            <p:cNvSpPr/>
            <p:nvPr/>
          </p:nvSpPr>
          <p:spPr>
            <a:xfrm>
              <a:off x="518305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g1429"/>
            <p:cNvSpPr/>
            <p:nvPr/>
          </p:nvSpPr>
          <p:spPr>
            <a:xfrm>
              <a:off x="521796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g1430"/>
            <p:cNvSpPr/>
            <p:nvPr/>
          </p:nvSpPr>
          <p:spPr>
            <a:xfrm>
              <a:off x="522960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g1431"/>
            <p:cNvSpPr/>
            <p:nvPr/>
          </p:nvSpPr>
          <p:spPr>
            <a:xfrm>
              <a:off x="524124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g1432"/>
            <p:cNvSpPr/>
            <p:nvPr/>
          </p:nvSpPr>
          <p:spPr>
            <a:xfrm>
              <a:off x="525288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g1433"/>
            <p:cNvSpPr/>
            <p:nvPr/>
          </p:nvSpPr>
          <p:spPr>
            <a:xfrm>
              <a:off x="526451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g1434"/>
            <p:cNvSpPr/>
            <p:nvPr/>
          </p:nvSpPr>
          <p:spPr>
            <a:xfrm>
              <a:off x="498522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g1435"/>
            <p:cNvSpPr/>
            <p:nvPr/>
          </p:nvSpPr>
          <p:spPr>
            <a:xfrm>
              <a:off x="499685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g1436"/>
            <p:cNvSpPr/>
            <p:nvPr/>
          </p:nvSpPr>
          <p:spPr>
            <a:xfrm>
              <a:off x="500849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g1437"/>
            <p:cNvSpPr/>
            <p:nvPr/>
          </p:nvSpPr>
          <p:spPr>
            <a:xfrm>
              <a:off x="502013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g1438"/>
            <p:cNvSpPr/>
            <p:nvPr/>
          </p:nvSpPr>
          <p:spPr>
            <a:xfrm>
              <a:off x="503177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g1439"/>
            <p:cNvSpPr/>
            <p:nvPr/>
          </p:nvSpPr>
          <p:spPr>
            <a:xfrm>
              <a:off x="504340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BD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g1440"/>
            <p:cNvSpPr/>
            <p:nvPr/>
          </p:nvSpPr>
          <p:spPr>
            <a:xfrm>
              <a:off x="505504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g1441"/>
            <p:cNvSpPr/>
            <p:nvPr/>
          </p:nvSpPr>
          <p:spPr>
            <a:xfrm>
              <a:off x="506668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g1442"/>
            <p:cNvSpPr/>
            <p:nvPr/>
          </p:nvSpPr>
          <p:spPr>
            <a:xfrm>
              <a:off x="507832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g1443"/>
            <p:cNvSpPr/>
            <p:nvPr/>
          </p:nvSpPr>
          <p:spPr>
            <a:xfrm>
              <a:off x="508995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g1444"/>
            <p:cNvSpPr/>
            <p:nvPr/>
          </p:nvSpPr>
          <p:spPr>
            <a:xfrm>
              <a:off x="510159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g1445"/>
            <p:cNvSpPr/>
            <p:nvPr/>
          </p:nvSpPr>
          <p:spPr>
            <a:xfrm>
              <a:off x="511323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g1446"/>
            <p:cNvSpPr/>
            <p:nvPr/>
          </p:nvSpPr>
          <p:spPr>
            <a:xfrm>
              <a:off x="512486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g1447"/>
            <p:cNvSpPr/>
            <p:nvPr/>
          </p:nvSpPr>
          <p:spPr>
            <a:xfrm>
              <a:off x="513650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g1448"/>
            <p:cNvSpPr/>
            <p:nvPr/>
          </p:nvSpPr>
          <p:spPr>
            <a:xfrm>
              <a:off x="5148144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g1449"/>
            <p:cNvSpPr/>
            <p:nvPr/>
          </p:nvSpPr>
          <p:spPr>
            <a:xfrm>
              <a:off x="515978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g1450"/>
            <p:cNvSpPr/>
            <p:nvPr/>
          </p:nvSpPr>
          <p:spPr>
            <a:xfrm>
              <a:off x="517141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g1451"/>
            <p:cNvSpPr/>
            <p:nvPr/>
          </p:nvSpPr>
          <p:spPr>
            <a:xfrm>
              <a:off x="518305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g1452"/>
            <p:cNvSpPr/>
            <p:nvPr/>
          </p:nvSpPr>
          <p:spPr>
            <a:xfrm>
              <a:off x="520633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g1453"/>
            <p:cNvSpPr/>
            <p:nvPr/>
          </p:nvSpPr>
          <p:spPr>
            <a:xfrm>
              <a:off x="521796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g1454"/>
            <p:cNvSpPr/>
            <p:nvPr/>
          </p:nvSpPr>
          <p:spPr>
            <a:xfrm>
              <a:off x="522960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g1455"/>
            <p:cNvSpPr/>
            <p:nvPr/>
          </p:nvSpPr>
          <p:spPr>
            <a:xfrm>
              <a:off x="524124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g1456"/>
            <p:cNvSpPr/>
            <p:nvPr/>
          </p:nvSpPr>
          <p:spPr>
            <a:xfrm>
              <a:off x="525288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g1457"/>
            <p:cNvSpPr/>
            <p:nvPr/>
          </p:nvSpPr>
          <p:spPr>
            <a:xfrm>
              <a:off x="526451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g1458"/>
            <p:cNvSpPr/>
            <p:nvPr/>
          </p:nvSpPr>
          <p:spPr>
            <a:xfrm>
              <a:off x="499685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g1459"/>
            <p:cNvSpPr/>
            <p:nvPr/>
          </p:nvSpPr>
          <p:spPr>
            <a:xfrm>
              <a:off x="500849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g1460"/>
            <p:cNvSpPr/>
            <p:nvPr/>
          </p:nvSpPr>
          <p:spPr>
            <a:xfrm>
              <a:off x="502013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g1461"/>
            <p:cNvSpPr/>
            <p:nvPr/>
          </p:nvSpPr>
          <p:spPr>
            <a:xfrm>
              <a:off x="503177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g1462"/>
            <p:cNvSpPr/>
            <p:nvPr/>
          </p:nvSpPr>
          <p:spPr>
            <a:xfrm>
              <a:off x="504340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g1463"/>
            <p:cNvSpPr/>
            <p:nvPr/>
          </p:nvSpPr>
          <p:spPr>
            <a:xfrm>
              <a:off x="505504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g1464"/>
            <p:cNvSpPr/>
            <p:nvPr/>
          </p:nvSpPr>
          <p:spPr>
            <a:xfrm>
              <a:off x="506668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g1465"/>
            <p:cNvSpPr/>
            <p:nvPr/>
          </p:nvSpPr>
          <p:spPr>
            <a:xfrm>
              <a:off x="507832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g1466"/>
            <p:cNvSpPr/>
            <p:nvPr/>
          </p:nvSpPr>
          <p:spPr>
            <a:xfrm>
              <a:off x="508995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g1467"/>
            <p:cNvSpPr/>
            <p:nvPr/>
          </p:nvSpPr>
          <p:spPr>
            <a:xfrm>
              <a:off x="510159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g1468"/>
            <p:cNvSpPr/>
            <p:nvPr/>
          </p:nvSpPr>
          <p:spPr>
            <a:xfrm>
              <a:off x="511323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g1469"/>
            <p:cNvSpPr/>
            <p:nvPr/>
          </p:nvSpPr>
          <p:spPr>
            <a:xfrm>
              <a:off x="512486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g1470"/>
            <p:cNvSpPr/>
            <p:nvPr/>
          </p:nvSpPr>
          <p:spPr>
            <a:xfrm>
              <a:off x="513650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g1471"/>
            <p:cNvSpPr/>
            <p:nvPr/>
          </p:nvSpPr>
          <p:spPr>
            <a:xfrm>
              <a:off x="5148144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g1472"/>
            <p:cNvSpPr/>
            <p:nvPr/>
          </p:nvSpPr>
          <p:spPr>
            <a:xfrm>
              <a:off x="515978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g1473"/>
            <p:cNvSpPr/>
            <p:nvPr/>
          </p:nvSpPr>
          <p:spPr>
            <a:xfrm>
              <a:off x="517141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g1474"/>
            <p:cNvSpPr/>
            <p:nvPr/>
          </p:nvSpPr>
          <p:spPr>
            <a:xfrm>
              <a:off x="518305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g1475"/>
            <p:cNvSpPr/>
            <p:nvPr/>
          </p:nvSpPr>
          <p:spPr>
            <a:xfrm>
              <a:off x="519469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g1476"/>
            <p:cNvSpPr/>
            <p:nvPr/>
          </p:nvSpPr>
          <p:spPr>
            <a:xfrm>
              <a:off x="520633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g1477"/>
            <p:cNvSpPr/>
            <p:nvPr/>
          </p:nvSpPr>
          <p:spPr>
            <a:xfrm>
              <a:off x="521796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g1478"/>
            <p:cNvSpPr/>
            <p:nvPr/>
          </p:nvSpPr>
          <p:spPr>
            <a:xfrm>
              <a:off x="522960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g1479"/>
            <p:cNvSpPr/>
            <p:nvPr/>
          </p:nvSpPr>
          <p:spPr>
            <a:xfrm>
              <a:off x="524124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g1480"/>
            <p:cNvSpPr/>
            <p:nvPr/>
          </p:nvSpPr>
          <p:spPr>
            <a:xfrm>
              <a:off x="525288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g1481"/>
            <p:cNvSpPr/>
            <p:nvPr/>
          </p:nvSpPr>
          <p:spPr>
            <a:xfrm>
              <a:off x="526451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g1482"/>
            <p:cNvSpPr/>
            <p:nvPr/>
          </p:nvSpPr>
          <p:spPr>
            <a:xfrm>
              <a:off x="500849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g1483"/>
            <p:cNvSpPr/>
            <p:nvPr/>
          </p:nvSpPr>
          <p:spPr>
            <a:xfrm>
              <a:off x="502013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g1484"/>
            <p:cNvSpPr/>
            <p:nvPr/>
          </p:nvSpPr>
          <p:spPr>
            <a:xfrm>
              <a:off x="503177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g1485"/>
            <p:cNvSpPr/>
            <p:nvPr/>
          </p:nvSpPr>
          <p:spPr>
            <a:xfrm>
              <a:off x="504340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g1486"/>
            <p:cNvSpPr/>
            <p:nvPr/>
          </p:nvSpPr>
          <p:spPr>
            <a:xfrm>
              <a:off x="505504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g1487"/>
            <p:cNvSpPr/>
            <p:nvPr/>
          </p:nvSpPr>
          <p:spPr>
            <a:xfrm>
              <a:off x="506668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g1488"/>
            <p:cNvSpPr/>
            <p:nvPr/>
          </p:nvSpPr>
          <p:spPr>
            <a:xfrm>
              <a:off x="507832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g1489"/>
            <p:cNvSpPr/>
            <p:nvPr/>
          </p:nvSpPr>
          <p:spPr>
            <a:xfrm>
              <a:off x="508995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g1490"/>
            <p:cNvSpPr/>
            <p:nvPr/>
          </p:nvSpPr>
          <p:spPr>
            <a:xfrm>
              <a:off x="510159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g1491"/>
            <p:cNvSpPr/>
            <p:nvPr/>
          </p:nvSpPr>
          <p:spPr>
            <a:xfrm>
              <a:off x="5113232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g1492"/>
            <p:cNvSpPr/>
            <p:nvPr/>
          </p:nvSpPr>
          <p:spPr>
            <a:xfrm>
              <a:off x="512486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g1493"/>
            <p:cNvSpPr/>
            <p:nvPr/>
          </p:nvSpPr>
          <p:spPr>
            <a:xfrm>
              <a:off x="513650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g1494"/>
            <p:cNvSpPr/>
            <p:nvPr/>
          </p:nvSpPr>
          <p:spPr>
            <a:xfrm>
              <a:off x="5148144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g1495"/>
            <p:cNvSpPr/>
            <p:nvPr/>
          </p:nvSpPr>
          <p:spPr>
            <a:xfrm>
              <a:off x="515978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g1496"/>
            <p:cNvSpPr/>
            <p:nvPr/>
          </p:nvSpPr>
          <p:spPr>
            <a:xfrm>
              <a:off x="517141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g1497"/>
            <p:cNvSpPr/>
            <p:nvPr/>
          </p:nvSpPr>
          <p:spPr>
            <a:xfrm>
              <a:off x="518305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g1498"/>
            <p:cNvSpPr/>
            <p:nvPr/>
          </p:nvSpPr>
          <p:spPr>
            <a:xfrm>
              <a:off x="519469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g1499"/>
            <p:cNvSpPr/>
            <p:nvPr/>
          </p:nvSpPr>
          <p:spPr>
            <a:xfrm>
              <a:off x="520633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g1500"/>
            <p:cNvSpPr/>
            <p:nvPr/>
          </p:nvSpPr>
          <p:spPr>
            <a:xfrm>
              <a:off x="521796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g1501"/>
            <p:cNvSpPr/>
            <p:nvPr/>
          </p:nvSpPr>
          <p:spPr>
            <a:xfrm>
              <a:off x="522960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g1502"/>
            <p:cNvSpPr/>
            <p:nvPr/>
          </p:nvSpPr>
          <p:spPr>
            <a:xfrm>
              <a:off x="524124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8FA7">
                <a:alpha val="100000"/>
              </a:srgbClr>
            </a:solidFill>
            <a:ln w="5420" cap="flat">
              <a:solidFill>
                <a:srgbClr val="36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g1503"/>
            <p:cNvSpPr/>
            <p:nvPr/>
          </p:nvSpPr>
          <p:spPr>
            <a:xfrm>
              <a:off x="525288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g1504"/>
            <p:cNvSpPr/>
            <p:nvPr/>
          </p:nvSpPr>
          <p:spPr>
            <a:xfrm>
              <a:off x="500849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g1505"/>
            <p:cNvSpPr/>
            <p:nvPr/>
          </p:nvSpPr>
          <p:spPr>
            <a:xfrm>
              <a:off x="502013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g1506"/>
            <p:cNvSpPr/>
            <p:nvPr/>
          </p:nvSpPr>
          <p:spPr>
            <a:xfrm>
              <a:off x="503177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g1507"/>
            <p:cNvSpPr/>
            <p:nvPr/>
          </p:nvSpPr>
          <p:spPr>
            <a:xfrm>
              <a:off x="504340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g1508"/>
            <p:cNvSpPr/>
            <p:nvPr/>
          </p:nvSpPr>
          <p:spPr>
            <a:xfrm>
              <a:off x="505504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g1509"/>
            <p:cNvSpPr/>
            <p:nvPr/>
          </p:nvSpPr>
          <p:spPr>
            <a:xfrm>
              <a:off x="506668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g1510"/>
            <p:cNvSpPr/>
            <p:nvPr/>
          </p:nvSpPr>
          <p:spPr>
            <a:xfrm>
              <a:off x="507832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g1511"/>
            <p:cNvSpPr/>
            <p:nvPr/>
          </p:nvSpPr>
          <p:spPr>
            <a:xfrm>
              <a:off x="508995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g1512"/>
            <p:cNvSpPr/>
            <p:nvPr/>
          </p:nvSpPr>
          <p:spPr>
            <a:xfrm>
              <a:off x="510159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g1513"/>
            <p:cNvSpPr/>
            <p:nvPr/>
          </p:nvSpPr>
          <p:spPr>
            <a:xfrm>
              <a:off x="5113232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g1514"/>
            <p:cNvSpPr/>
            <p:nvPr/>
          </p:nvSpPr>
          <p:spPr>
            <a:xfrm>
              <a:off x="512486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g1515"/>
            <p:cNvSpPr/>
            <p:nvPr/>
          </p:nvSpPr>
          <p:spPr>
            <a:xfrm>
              <a:off x="513650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g1516"/>
            <p:cNvSpPr/>
            <p:nvPr/>
          </p:nvSpPr>
          <p:spPr>
            <a:xfrm>
              <a:off x="5148144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g1517"/>
            <p:cNvSpPr/>
            <p:nvPr/>
          </p:nvSpPr>
          <p:spPr>
            <a:xfrm>
              <a:off x="515978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g1518"/>
            <p:cNvSpPr/>
            <p:nvPr/>
          </p:nvSpPr>
          <p:spPr>
            <a:xfrm>
              <a:off x="517141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g1519"/>
            <p:cNvSpPr/>
            <p:nvPr/>
          </p:nvSpPr>
          <p:spPr>
            <a:xfrm>
              <a:off x="518305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g1520"/>
            <p:cNvSpPr/>
            <p:nvPr/>
          </p:nvSpPr>
          <p:spPr>
            <a:xfrm>
              <a:off x="519469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g1521"/>
            <p:cNvSpPr/>
            <p:nvPr/>
          </p:nvSpPr>
          <p:spPr>
            <a:xfrm>
              <a:off x="520633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g1522"/>
            <p:cNvSpPr/>
            <p:nvPr/>
          </p:nvSpPr>
          <p:spPr>
            <a:xfrm>
              <a:off x="521796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g1523"/>
            <p:cNvSpPr/>
            <p:nvPr/>
          </p:nvSpPr>
          <p:spPr>
            <a:xfrm>
              <a:off x="522960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g1524"/>
            <p:cNvSpPr/>
            <p:nvPr/>
          </p:nvSpPr>
          <p:spPr>
            <a:xfrm>
              <a:off x="524124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g1525"/>
            <p:cNvSpPr/>
            <p:nvPr/>
          </p:nvSpPr>
          <p:spPr>
            <a:xfrm>
              <a:off x="503177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g1526"/>
            <p:cNvSpPr/>
            <p:nvPr/>
          </p:nvSpPr>
          <p:spPr>
            <a:xfrm>
              <a:off x="504340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g1527"/>
            <p:cNvSpPr/>
            <p:nvPr/>
          </p:nvSpPr>
          <p:spPr>
            <a:xfrm>
              <a:off x="505504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g1528"/>
            <p:cNvSpPr/>
            <p:nvPr/>
          </p:nvSpPr>
          <p:spPr>
            <a:xfrm>
              <a:off x="506668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g1529"/>
            <p:cNvSpPr/>
            <p:nvPr/>
          </p:nvSpPr>
          <p:spPr>
            <a:xfrm>
              <a:off x="507832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g1530"/>
            <p:cNvSpPr/>
            <p:nvPr/>
          </p:nvSpPr>
          <p:spPr>
            <a:xfrm>
              <a:off x="508995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g1531"/>
            <p:cNvSpPr/>
            <p:nvPr/>
          </p:nvSpPr>
          <p:spPr>
            <a:xfrm>
              <a:off x="510159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g1532"/>
            <p:cNvSpPr/>
            <p:nvPr/>
          </p:nvSpPr>
          <p:spPr>
            <a:xfrm>
              <a:off x="5113232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g1533"/>
            <p:cNvSpPr/>
            <p:nvPr/>
          </p:nvSpPr>
          <p:spPr>
            <a:xfrm>
              <a:off x="512486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g1534"/>
            <p:cNvSpPr/>
            <p:nvPr/>
          </p:nvSpPr>
          <p:spPr>
            <a:xfrm>
              <a:off x="513650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g1535"/>
            <p:cNvSpPr/>
            <p:nvPr/>
          </p:nvSpPr>
          <p:spPr>
            <a:xfrm>
              <a:off x="5148144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g1536"/>
            <p:cNvSpPr/>
            <p:nvPr/>
          </p:nvSpPr>
          <p:spPr>
            <a:xfrm>
              <a:off x="515978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g1537"/>
            <p:cNvSpPr/>
            <p:nvPr/>
          </p:nvSpPr>
          <p:spPr>
            <a:xfrm>
              <a:off x="517141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g1538"/>
            <p:cNvSpPr/>
            <p:nvPr/>
          </p:nvSpPr>
          <p:spPr>
            <a:xfrm>
              <a:off x="5183056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g1539"/>
            <p:cNvSpPr/>
            <p:nvPr/>
          </p:nvSpPr>
          <p:spPr>
            <a:xfrm>
              <a:off x="519469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g1540"/>
            <p:cNvSpPr/>
            <p:nvPr/>
          </p:nvSpPr>
          <p:spPr>
            <a:xfrm>
              <a:off x="520633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g1541"/>
            <p:cNvSpPr/>
            <p:nvPr/>
          </p:nvSpPr>
          <p:spPr>
            <a:xfrm>
              <a:off x="521796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g1542"/>
            <p:cNvSpPr/>
            <p:nvPr/>
          </p:nvSpPr>
          <p:spPr>
            <a:xfrm>
              <a:off x="522960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g1543"/>
            <p:cNvSpPr/>
            <p:nvPr/>
          </p:nvSpPr>
          <p:spPr>
            <a:xfrm>
              <a:off x="504340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g1544"/>
            <p:cNvSpPr/>
            <p:nvPr/>
          </p:nvSpPr>
          <p:spPr>
            <a:xfrm>
              <a:off x="505504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g1545"/>
            <p:cNvSpPr/>
            <p:nvPr/>
          </p:nvSpPr>
          <p:spPr>
            <a:xfrm>
              <a:off x="506668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g1546"/>
            <p:cNvSpPr/>
            <p:nvPr/>
          </p:nvSpPr>
          <p:spPr>
            <a:xfrm>
              <a:off x="5078320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g1547"/>
            <p:cNvSpPr/>
            <p:nvPr/>
          </p:nvSpPr>
          <p:spPr>
            <a:xfrm>
              <a:off x="508995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g1548"/>
            <p:cNvSpPr/>
            <p:nvPr/>
          </p:nvSpPr>
          <p:spPr>
            <a:xfrm>
              <a:off x="510159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g1549"/>
            <p:cNvSpPr/>
            <p:nvPr/>
          </p:nvSpPr>
          <p:spPr>
            <a:xfrm>
              <a:off x="5113232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g1550"/>
            <p:cNvSpPr/>
            <p:nvPr/>
          </p:nvSpPr>
          <p:spPr>
            <a:xfrm>
              <a:off x="512486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g1551"/>
            <p:cNvSpPr/>
            <p:nvPr/>
          </p:nvSpPr>
          <p:spPr>
            <a:xfrm>
              <a:off x="513650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g1552"/>
            <p:cNvSpPr/>
            <p:nvPr/>
          </p:nvSpPr>
          <p:spPr>
            <a:xfrm>
              <a:off x="5148144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g1553"/>
            <p:cNvSpPr/>
            <p:nvPr/>
          </p:nvSpPr>
          <p:spPr>
            <a:xfrm>
              <a:off x="515978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g1554"/>
            <p:cNvSpPr/>
            <p:nvPr/>
          </p:nvSpPr>
          <p:spPr>
            <a:xfrm>
              <a:off x="517141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g1555"/>
            <p:cNvSpPr/>
            <p:nvPr/>
          </p:nvSpPr>
          <p:spPr>
            <a:xfrm>
              <a:off x="5183056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g1556"/>
            <p:cNvSpPr/>
            <p:nvPr/>
          </p:nvSpPr>
          <p:spPr>
            <a:xfrm>
              <a:off x="519469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g1557"/>
            <p:cNvSpPr/>
            <p:nvPr/>
          </p:nvSpPr>
          <p:spPr>
            <a:xfrm>
              <a:off x="520633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g1558"/>
            <p:cNvSpPr/>
            <p:nvPr/>
          </p:nvSpPr>
          <p:spPr>
            <a:xfrm>
              <a:off x="521796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g1559"/>
            <p:cNvSpPr/>
            <p:nvPr/>
          </p:nvSpPr>
          <p:spPr>
            <a:xfrm>
              <a:off x="505504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g1560"/>
            <p:cNvSpPr/>
            <p:nvPr/>
          </p:nvSpPr>
          <p:spPr>
            <a:xfrm>
              <a:off x="506668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g1561"/>
            <p:cNvSpPr/>
            <p:nvPr/>
          </p:nvSpPr>
          <p:spPr>
            <a:xfrm>
              <a:off x="5078320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g1562"/>
            <p:cNvSpPr/>
            <p:nvPr/>
          </p:nvSpPr>
          <p:spPr>
            <a:xfrm>
              <a:off x="508995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g1563"/>
            <p:cNvSpPr/>
            <p:nvPr/>
          </p:nvSpPr>
          <p:spPr>
            <a:xfrm>
              <a:off x="510159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g1564"/>
            <p:cNvSpPr/>
            <p:nvPr/>
          </p:nvSpPr>
          <p:spPr>
            <a:xfrm>
              <a:off x="5113232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g1565"/>
            <p:cNvSpPr/>
            <p:nvPr/>
          </p:nvSpPr>
          <p:spPr>
            <a:xfrm>
              <a:off x="512486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g1566"/>
            <p:cNvSpPr/>
            <p:nvPr/>
          </p:nvSpPr>
          <p:spPr>
            <a:xfrm>
              <a:off x="513650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g1567"/>
            <p:cNvSpPr/>
            <p:nvPr/>
          </p:nvSpPr>
          <p:spPr>
            <a:xfrm>
              <a:off x="5148144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g1568"/>
            <p:cNvSpPr/>
            <p:nvPr/>
          </p:nvSpPr>
          <p:spPr>
            <a:xfrm>
              <a:off x="515978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g1569"/>
            <p:cNvSpPr/>
            <p:nvPr/>
          </p:nvSpPr>
          <p:spPr>
            <a:xfrm>
              <a:off x="517141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g1570"/>
            <p:cNvSpPr/>
            <p:nvPr/>
          </p:nvSpPr>
          <p:spPr>
            <a:xfrm>
              <a:off x="5183056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g1571"/>
            <p:cNvSpPr/>
            <p:nvPr/>
          </p:nvSpPr>
          <p:spPr>
            <a:xfrm>
              <a:off x="519469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g1572"/>
            <p:cNvSpPr/>
            <p:nvPr/>
          </p:nvSpPr>
          <p:spPr>
            <a:xfrm>
              <a:off x="520633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g1573"/>
            <p:cNvSpPr/>
            <p:nvPr/>
          </p:nvSpPr>
          <p:spPr>
            <a:xfrm>
              <a:off x="5217968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g1574"/>
            <p:cNvSpPr/>
            <p:nvPr/>
          </p:nvSpPr>
          <p:spPr>
            <a:xfrm>
              <a:off x="500849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g1575"/>
            <p:cNvSpPr/>
            <p:nvPr/>
          </p:nvSpPr>
          <p:spPr>
            <a:xfrm>
              <a:off x="502013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g1576"/>
            <p:cNvSpPr/>
            <p:nvPr/>
          </p:nvSpPr>
          <p:spPr>
            <a:xfrm>
              <a:off x="503177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g1577"/>
            <p:cNvSpPr/>
            <p:nvPr/>
          </p:nvSpPr>
          <p:spPr>
            <a:xfrm>
              <a:off x="504340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g1578"/>
            <p:cNvSpPr/>
            <p:nvPr/>
          </p:nvSpPr>
          <p:spPr>
            <a:xfrm>
              <a:off x="505504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g1579"/>
            <p:cNvSpPr/>
            <p:nvPr/>
          </p:nvSpPr>
          <p:spPr>
            <a:xfrm>
              <a:off x="506668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g1580"/>
            <p:cNvSpPr/>
            <p:nvPr/>
          </p:nvSpPr>
          <p:spPr>
            <a:xfrm>
              <a:off x="5078320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g1581"/>
            <p:cNvSpPr/>
            <p:nvPr/>
          </p:nvSpPr>
          <p:spPr>
            <a:xfrm>
              <a:off x="508995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g1582"/>
            <p:cNvSpPr/>
            <p:nvPr/>
          </p:nvSpPr>
          <p:spPr>
            <a:xfrm>
              <a:off x="510159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g1583"/>
            <p:cNvSpPr/>
            <p:nvPr/>
          </p:nvSpPr>
          <p:spPr>
            <a:xfrm>
              <a:off x="5113232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g1584"/>
            <p:cNvSpPr/>
            <p:nvPr/>
          </p:nvSpPr>
          <p:spPr>
            <a:xfrm>
              <a:off x="512486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g1585"/>
            <p:cNvSpPr/>
            <p:nvPr/>
          </p:nvSpPr>
          <p:spPr>
            <a:xfrm>
              <a:off x="513650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g1586"/>
            <p:cNvSpPr/>
            <p:nvPr/>
          </p:nvSpPr>
          <p:spPr>
            <a:xfrm>
              <a:off x="5148144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g1587"/>
            <p:cNvSpPr/>
            <p:nvPr/>
          </p:nvSpPr>
          <p:spPr>
            <a:xfrm>
              <a:off x="515978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g1588"/>
            <p:cNvSpPr/>
            <p:nvPr/>
          </p:nvSpPr>
          <p:spPr>
            <a:xfrm>
              <a:off x="517141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g1589"/>
            <p:cNvSpPr/>
            <p:nvPr/>
          </p:nvSpPr>
          <p:spPr>
            <a:xfrm>
              <a:off x="518305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g1590"/>
            <p:cNvSpPr/>
            <p:nvPr/>
          </p:nvSpPr>
          <p:spPr>
            <a:xfrm>
              <a:off x="519469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g1591"/>
            <p:cNvSpPr/>
            <p:nvPr/>
          </p:nvSpPr>
          <p:spPr>
            <a:xfrm>
              <a:off x="520633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g1592"/>
            <p:cNvSpPr/>
            <p:nvPr/>
          </p:nvSpPr>
          <p:spPr>
            <a:xfrm>
              <a:off x="499685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g1593"/>
            <p:cNvSpPr/>
            <p:nvPr/>
          </p:nvSpPr>
          <p:spPr>
            <a:xfrm>
              <a:off x="500849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g1594"/>
            <p:cNvSpPr/>
            <p:nvPr/>
          </p:nvSpPr>
          <p:spPr>
            <a:xfrm>
              <a:off x="502013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g1595"/>
            <p:cNvSpPr/>
            <p:nvPr/>
          </p:nvSpPr>
          <p:spPr>
            <a:xfrm>
              <a:off x="503177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g1596"/>
            <p:cNvSpPr/>
            <p:nvPr/>
          </p:nvSpPr>
          <p:spPr>
            <a:xfrm>
              <a:off x="504340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g1597"/>
            <p:cNvSpPr/>
            <p:nvPr/>
          </p:nvSpPr>
          <p:spPr>
            <a:xfrm>
              <a:off x="505504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g1598"/>
            <p:cNvSpPr/>
            <p:nvPr/>
          </p:nvSpPr>
          <p:spPr>
            <a:xfrm>
              <a:off x="506668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g1599"/>
            <p:cNvSpPr/>
            <p:nvPr/>
          </p:nvSpPr>
          <p:spPr>
            <a:xfrm>
              <a:off x="5078320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g1600"/>
            <p:cNvSpPr/>
            <p:nvPr/>
          </p:nvSpPr>
          <p:spPr>
            <a:xfrm>
              <a:off x="508995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g1601"/>
            <p:cNvSpPr/>
            <p:nvPr/>
          </p:nvSpPr>
          <p:spPr>
            <a:xfrm>
              <a:off x="510159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g1602"/>
            <p:cNvSpPr/>
            <p:nvPr/>
          </p:nvSpPr>
          <p:spPr>
            <a:xfrm>
              <a:off x="5113232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g1603"/>
            <p:cNvSpPr/>
            <p:nvPr/>
          </p:nvSpPr>
          <p:spPr>
            <a:xfrm>
              <a:off x="512486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g1604"/>
            <p:cNvSpPr/>
            <p:nvPr/>
          </p:nvSpPr>
          <p:spPr>
            <a:xfrm>
              <a:off x="513650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g1605"/>
            <p:cNvSpPr/>
            <p:nvPr/>
          </p:nvSpPr>
          <p:spPr>
            <a:xfrm>
              <a:off x="5148144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g1606"/>
            <p:cNvSpPr/>
            <p:nvPr/>
          </p:nvSpPr>
          <p:spPr>
            <a:xfrm>
              <a:off x="515978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g1607"/>
            <p:cNvSpPr/>
            <p:nvPr/>
          </p:nvSpPr>
          <p:spPr>
            <a:xfrm>
              <a:off x="517141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g1608"/>
            <p:cNvSpPr/>
            <p:nvPr/>
          </p:nvSpPr>
          <p:spPr>
            <a:xfrm>
              <a:off x="518305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g1609"/>
            <p:cNvSpPr/>
            <p:nvPr/>
          </p:nvSpPr>
          <p:spPr>
            <a:xfrm>
              <a:off x="519469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g1610"/>
            <p:cNvSpPr/>
            <p:nvPr/>
          </p:nvSpPr>
          <p:spPr>
            <a:xfrm>
              <a:off x="520633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g1611"/>
            <p:cNvSpPr/>
            <p:nvPr/>
          </p:nvSpPr>
          <p:spPr>
            <a:xfrm>
              <a:off x="499685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g1612"/>
            <p:cNvSpPr/>
            <p:nvPr/>
          </p:nvSpPr>
          <p:spPr>
            <a:xfrm>
              <a:off x="500849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g1613"/>
            <p:cNvSpPr/>
            <p:nvPr/>
          </p:nvSpPr>
          <p:spPr>
            <a:xfrm>
              <a:off x="502013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g1614"/>
            <p:cNvSpPr/>
            <p:nvPr/>
          </p:nvSpPr>
          <p:spPr>
            <a:xfrm>
              <a:off x="503177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g1615"/>
            <p:cNvSpPr/>
            <p:nvPr/>
          </p:nvSpPr>
          <p:spPr>
            <a:xfrm>
              <a:off x="504340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g1616"/>
            <p:cNvSpPr/>
            <p:nvPr/>
          </p:nvSpPr>
          <p:spPr>
            <a:xfrm>
              <a:off x="505504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g1617"/>
            <p:cNvSpPr/>
            <p:nvPr/>
          </p:nvSpPr>
          <p:spPr>
            <a:xfrm>
              <a:off x="506668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g1618"/>
            <p:cNvSpPr/>
            <p:nvPr/>
          </p:nvSpPr>
          <p:spPr>
            <a:xfrm>
              <a:off x="5078320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g1619"/>
            <p:cNvSpPr/>
            <p:nvPr/>
          </p:nvSpPr>
          <p:spPr>
            <a:xfrm>
              <a:off x="508995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g1620"/>
            <p:cNvSpPr/>
            <p:nvPr/>
          </p:nvSpPr>
          <p:spPr>
            <a:xfrm>
              <a:off x="510159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g1621"/>
            <p:cNvSpPr/>
            <p:nvPr/>
          </p:nvSpPr>
          <p:spPr>
            <a:xfrm>
              <a:off x="5113232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g1622"/>
            <p:cNvSpPr/>
            <p:nvPr/>
          </p:nvSpPr>
          <p:spPr>
            <a:xfrm>
              <a:off x="512486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g1623"/>
            <p:cNvSpPr/>
            <p:nvPr/>
          </p:nvSpPr>
          <p:spPr>
            <a:xfrm>
              <a:off x="513650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g1624"/>
            <p:cNvSpPr/>
            <p:nvPr/>
          </p:nvSpPr>
          <p:spPr>
            <a:xfrm>
              <a:off x="5148144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g1625"/>
            <p:cNvSpPr/>
            <p:nvPr/>
          </p:nvSpPr>
          <p:spPr>
            <a:xfrm>
              <a:off x="515978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g1626"/>
            <p:cNvSpPr/>
            <p:nvPr/>
          </p:nvSpPr>
          <p:spPr>
            <a:xfrm>
              <a:off x="517141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g1627"/>
            <p:cNvSpPr/>
            <p:nvPr/>
          </p:nvSpPr>
          <p:spPr>
            <a:xfrm>
              <a:off x="518305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g1628"/>
            <p:cNvSpPr/>
            <p:nvPr/>
          </p:nvSpPr>
          <p:spPr>
            <a:xfrm>
              <a:off x="519469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g1629"/>
            <p:cNvSpPr/>
            <p:nvPr/>
          </p:nvSpPr>
          <p:spPr>
            <a:xfrm>
              <a:off x="499685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g1630"/>
            <p:cNvSpPr/>
            <p:nvPr/>
          </p:nvSpPr>
          <p:spPr>
            <a:xfrm>
              <a:off x="500849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g1631"/>
            <p:cNvSpPr/>
            <p:nvPr/>
          </p:nvSpPr>
          <p:spPr>
            <a:xfrm>
              <a:off x="502013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g1632"/>
            <p:cNvSpPr/>
            <p:nvPr/>
          </p:nvSpPr>
          <p:spPr>
            <a:xfrm>
              <a:off x="503177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g1633"/>
            <p:cNvSpPr/>
            <p:nvPr/>
          </p:nvSpPr>
          <p:spPr>
            <a:xfrm>
              <a:off x="5043408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g1634"/>
            <p:cNvSpPr/>
            <p:nvPr/>
          </p:nvSpPr>
          <p:spPr>
            <a:xfrm>
              <a:off x="505504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g1635"/>
            <p:cNvSpPr/>
            <p:nvPr/>
          </p:nvSpPr>
          <p:spPr>
            <a:xfrm>
              <a:off x="506668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g1636"/>
            <p:cNvSpPr/>
            <p:nvPr/>
          </p:nvSpPr>
          <p:spPr>
            <a:xfrm>
              <a:off x="5078320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g1637"/>
            <p:cNvSpPr/>
            <p:nvPr/>
          </p:nvSpPr>
          <p:spPr>
            <a:xfrm>
              <a:off x="508995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g1638"/>
            <p:cNvSpPr/>
            <p:nvPr/>
          </p:nvSpPr>
          <p:spPr>
            <a:xfrm>
              <a:off x="510159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g1639"/>
            <p:cNvSpPr/>
            <p:nvPr/>
          </p:nvSpPr>
          <p:spPr>
            <a:xfrm>
              <a:off x="5113232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g1640"/>
            <p:cNvSpPr/>
            <p:nvPr/>
          </p:nvSpPr>
          <p:spPr>
            <a:xfrm>
              <a:off x="512486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g1641"/>
            <p:cNvSpPr/>
            <p:nvPr/>
          </p:nvSpPr>
          <p:spPr>
            <a:xfrm>
              <a:off x="513650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g1642"/>
            <p:cNvSpPr/>
            <p:nvPr/>
          </p:nvSpPr>
          <p:spPr>
            <a:xfrm>
              <a:off x="5148144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g1643"/>
            <p:cNvSpPr/>
            <p:nvPr/>
          </p:nvSpPr>
          <p:spPr>
            <a:xfrm>
              <a:off x="515978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g1644"/>
            <p:cNvSpPr/>
            <p:nvPr/>
          </p:nvSpPr>
          <p:spPr>
            <a:xfrm>
              <a:off x="517141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g1645"/>
            <p:cNvSpPr/>
            <p:nvPr/>
          </p:nvSpPr>
          <p:spPr>
            <a:xfrm>
              <a:off x="518305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g1646"/>
            <p:cNvSpPr/>
            <p:nvPr/>
          </p:nvSpPr>
          <p:spPr>
            <a:xfrm>
              <a:off x="5008496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g1647"/>
            <p:cNvSpPr/>
            <p:nvPr/>
          </p:nvSpPr>
          <p:spPr>
            <a:xfrm>
              <a:off x="502013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g1648"/>
            <p:cNvSpPr/>
            <p:nvPr/>
          </p:nvSpPr>
          <p:spPr>
            <a:xfrm>
              <a:off x="503177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g1649"/>
            <p:cNvSpPr/>
            <p:nvPr/>
          </p:nvSpPr>
          <p:spPr>
            <a:xfrm>
              <a:off x="5043408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g1650"/>
            <p:cNvSpPr/>
            <p:nvPr/>
          </p:nvSpPr>
          <p:spPr>
            <a:xfrm>
              <a:off x="505504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g1651"/>
            <p:cNvSpPr/>
            <p:nvPr/>
          </p:nvSpPr>
          <p:spPr>
            <a:xfrm>
              <a:off x="506668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g1652"/>
            <p:cNvSpPr/>
            <p:nvPr/>
          </p:nvSpPr>
          <p:spPr>
            <a:xfrm>
              <a:off x="5078320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g1653"/>
            <p:cNvSpPr/>
            <p:nvPr/>
          </p:nvSpPr>
          <p:spPr>
            <a:xfrm>
              <a:off x="508995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g1654"/>
            <p:cNvSpPr/>
            <p:nvPr/>
          </p:nvSpPr>
          <p:spPr>
            <a:xfrm>
              <a:off x="510159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g1655"/>
            <p:cNvSpPr/>
            <p:nvPr/>
          </p:nvSpPr>
          <p:spPr>
            <a:xfrm>
              <a:off x="5113232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g1656"/>
            <p:cNvSpPr/>
            <p:nvPr/>
          </p:nvSpPr>
          <p:spPr>
            <a:xfrm>
              <a:off x="512486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g1657"/>
            <p:cNvSpPr/>
            <p:nvPr/>
          </p:nvSpPr>
          <p:spPr>
            <a:xfrm>
              <a:off x="513650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g1658"/>
            <p:cNvSpPr/>
            <p:nvPr/>
          </p:nvSpPr>
          <p:spPr>
            <a:xfrm>
              <a:off x="5148144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g1659"/>
            <p:cNvSpPr/>
            <p:nvPr/>
          </p:nvSpPr>
          <p:spPr>
            <a:xfrm>
              <a:off x="515978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g1660"/>
            <p:cNvSpPr/>
            <p:nvPr/>
          </p:nvSpPr>
          <p:spPr>
            <a:xfrm>
              <a:off x="517141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g1661"/>
            <p:cNvSpPr/>
            <p:nvPr/>
          </p:nvSpPr>
          <p:spPr>
            <a:xfrm>
              <a:off x="5043408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g1662"/>
            <p:cNvSpPr/>
            <p:nvPr/>
          </p:nvSpPr>
          <p:spPr>
            <a:xfrm>
              <a:off x="505504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g1663"/>
            <p:cNvSpPr/>
            <p:nvPr/>
          </p:nvSpPr>
          <p:spPr>
            <a:xfrm>
              <a:off x="5066683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g1664"/>
            <p:cNvSpPr/>
            <p:nvPr/>
          </p:nvSpPr>
          <p:spPr>
            <a:xfrm>
              <a:off x="5078320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g1665"/>
            <p:cNvSpPr/>
            <p:nvPr/>
          </p:nvSpPr>
          <p:spPr>
            <a:xfrm>
              <a:off x="508995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g1666"/>
            <p:cNvSpPr/>
            <p:nvPr/>
          </p:nvSpPr>
          <p:spPr>
            <a:xfrm>
              <a:off x="510159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g1667"/>
            <p:cNvSpPr/>
            <p:nvPr/>
          </p:nvSpPr>
          <p:spPr>
            <a:xfrm>
              <a:off x="5113232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g1668"/>
            <p:cNvSpPr/>
            <p:nvPr/>
          </p:nvSpPr>
          <p:spPr>
            <a:xfrm>
              <a:off x="512486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g1669"/>
            <p:cNvSpPr/>
            <p:nvPr/>
          </p:nvSpPr>
          <p:spPr>
            <a:xfrm>
              <a:off x="513650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g1670"/>
            <p:cNvSpPr/>
            <p:nvPr/>
          </p:nvSpPr>
          <p:spPr>
            <a:xfrm>
              <a:off x="5148144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g1671"/>
            <p:cNvSpPr/>
            <p:nvPr/>
          </p:nvSpPr>
          <p:spPr>
            <a:xfrm>
              <a:off x="5159781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g1672"/>
            <p:cNvSpPr/>
            <p:nvPr/>
          </p:nvSpPr>
          <p:spPr>
            <a:xfrm>
              <a:off x="517141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g1673"/>
            <p:cNvSpPr/>
            <p:nvPr/>
          </p:nvSpPr>
          <p:spPr>
            <a:xfrm>
              <a:off x="5066683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g1674"/>
            <p:cNvSpPr/>
            <p:nvPr/>
          </p:nvSpPr>
          <p:spPr>
            <a:xfrm>
              <a:off x="5078320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g1675"/>
            <p:cNvSpPr/>
            <p:nvPr/>
          </p:nvSpPr>
          <p:spPr>
            <a:xfrm>
              <a:off x="508995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g1676"/>
            <p:cNvSpPr/>
            <p:nvPr/>
          </p:nvSpPr>
          <p:spPr>
            <a:xfrm>
              <a:off x="5101595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g1677"/>
            <p:cNvSpPr/>
            <p:nvPr/>
          </p:nvSpPr>
          <p:spPr>
            <a:xfrm>
              <a:off x="5113232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g1678"/>
            <p:cNvSpPr/>
            <p:nvPr/>
          </p:nvSpPr>
          <p:spPr>
            <a:xfrm>
              <a:off x="512486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g1679"/>
            <p:cNvSpPr/>
            <p:nvPr/>
          </p:nvSpPr>
          <p:spPr>
            <a:xfrm>
              <a:off x="513650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g1680"/>
            <p:cNvSpPr/>
            <p:nvPr/>
          </p:nvSpPr>
          <p:spPr>
            <a:xfrm>
              <a:off x="5148144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g1681"/>
            <p:cNvSpPr/>
            <p:nvPr/>
          </p:nvSpPr>
          <p:spPr>
            <a:xfrm>
              <a:off x="5159781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g1682"/>
            <p:cNvSpPr/>
            <p:nvPr/>
          </p:nvSpPr>
          <p:spPr>
            <a:xfrm>
              <a:off x="517141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g1683"/>
            <p:cNvSpPr/>
            <p:nvPr/>
          </p:nvSpPr>
          <p:spPr>
            <a:xfrm>
              <a:off x="5078320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g1684"/>
            <p:cNvSpPr/>
            <p:nvPr/>
          </p:nvSpPr>
          <p:spPr>
            <a:xfrm>
              <a:off x="508995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g1685"/>
            <p:cNvSpPr/>
            <p:nvPr/>
          </p:nvSpPr>
          <p:spPr>
            <a:xfrm>
              <a:off x="5101595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g1686"/>
            <p:cNvSpPr/>
            <p:nvPr/>
          </p:nvSpPr>
          <p:spPr>
            <a:xfrm>
              <a:off x="5113232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g1687"/>
            <p:cNvSpPr/>
            <p:nvPr/>
          </p:nvSpPr>
          <p:spPr>
            <a:xfrm>
              <a:off x="512486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g1688"/>
            <p:cNvSpPr/>
            <p:nvPr/>
          </p:nvSpPr>
          <p:spPr>
            <a:xfrm>
              <a:off x="513650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g1689"/>
            <p:cNvSpPr/>
            <p:nvPr/>
          </p:nvSpPr>
          <p:spPr>
            <a:xfrm>
              <a:off x="5148144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g1690"/>
            <p:cNvSpPr/>
            <p:nvPr/>
          </p:nvSpPr>
          <p:spPr>
            <a:xfrm>
              <a:off x="5159781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g1691"/>
            <p:cNvSpPr/>
            <p:nvPr/>
          </p:nvSpPr>
          <p:spPr>
            <a:xfrm>
              <a:off x="517141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g1692"/>
            <p:cNvSpPr/>
            <p:nvPr/>
          </p:nvSpPr>
          <p:spPr>
            <a:xfrm>
              <a:off x="508995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g1693"/>
            <p:cNvSpPr/>
            <p:nvPr/>
          </p:nvSpPr>
          <p:spPr>
            <a:xfrm>
              <a:off x="5101595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g1694"/>
            <p:cNvSpPr/>
            <p:nvPr/>
          </p:nvSpPr>
          <p:spPr>
            <a:xfrm>
              <a:off x="5113232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g1695"/>
            <p:cNvSpPr/>
            <p:nvPr/>
          </p:nvSpPr>
          <p:spPr>
            <a:xfrm>
              <a:off x="512486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g1696"/>
            <p:cNvSpPr/>
            <p:nvPr/>
          </p:nvSpPr>
          <p:spPr>
            <a:xfrm>
              <a:off x="513650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g1697"/>
            <p:cNvSpPr/>
            <p:nvPr/>
          </p:nvSpPr>
          <p:spPr>
            <a:xfrm>
              <a:off x="5148144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g1698"/>
            <p:cNvSpPr/>
            <p:nvPr/>
          </p:nvSpPr>
          <p:spPr>
            <a:xfrm>
              <a:off x="5159781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g1699"/>
            <p:cNvSpPr/>
            <p:nvPr/>
          </p:nvSpPr>
          <p:spPr>
            <a:xfrm>
              <a:off x="517141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g1700"/>
            <p:cNvSpPr/>
            <p:nvPr/>
          </p:nvSpPr>
          <p:spPr>
            <a:xfrm>
              <a:off x="5183056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g1701"/>
            <p:cNvSpPr/>
            <p:nvPr/>
          </p:nvSpPr>
          <p:spPr>
            <a:xfrm>
              <a:off x="512486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g1702"/>
            <p:cNvSpPr/>
            <p:nvPr/>
          </p:nvSpPr>
          <p:spPr>
            <a:xfrm>
              <a:off x="5136507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g1703"/>
            <p:cNvSpPr/>
            <p:nvPr/>
          </p:nvSpPr>
          <p:spPr>
            <a:xfrm>
              <a:off x="5148144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g1704"/>
            <p:cNvSpPr/>
            <p:nvPr/>
          </p:nvSpPr>
          <p:spPr>
            <a:xfrm>
              <a:off x="5159781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g1705"/>
            <p:cNvSpPr/>
            <p:nvPr/>
          </p:nvSpPr>
          <p:spPr>
            <a:xfrm>
              <a:off x="517141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g1706"/>
            <p:cNvSpPr/>
            <p:nvPr/>
          </p:nvSpPr>
          <p:spPr>
            <a:xfrm>
              <a:off x="5183056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g1707"/>
            <p:cNvSpPr/>
            <p:nvPr/>
          </p:nvSpPr>
          <p:spPr>
            <a:xfrm>
              <a:off x="5066683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g1708"/>
            <p:cNvSpPr/>
            <p:nvPr/>
          </p:nvSpPr>
          <p:spPr>
            <a:xfrm>
              <a:off x="5113232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g1709"/>
            <p:cNvSpPr/>
            <p:nvPr/>
          </p:nvSpPr>
          <p:spPr>
            <a:xfrm>
              <a:off x="512486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g1710"/>
            <p:cNvSpPr/>
            <p:nvPr/>
          </p:nvSpPr>
          <p:spPr>
            <a:xfrm>
              <a:off x="5136507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g1711"/>
            <p:cNvSpPr/>
            <p:nvPr/>
          </p:nvSpPr>
          <p:spPr>
            <a:xfrm>
              <a:off x="5148144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g1712"/>
            <p:cNvSpPr/>
            <p:nvPr/>
          </p:nvSpPr>
          <p:spPr>
            <a:xfrm>
              <a:off x="5159781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g1713"/>
            <p:cNvSpPr/>
            <p:nvPr/>
          </p:nvSpPr>
          <p:spPr>
            <a:xfrm>
              <a:off x="517141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g1714"/>
            <p:cNvSpPr/>
            <p:nvPr/>
          </p:nvSpPr>
          <p:spPr>
            <a:xfrm>
              <a:off x="5183056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g1715"/>
            <p:cNvSpPr/>
            <p:nvPr/>
          </p:nvSpPr>
          <p:spPr>
            <a:xfrm>
              <a:off x="505504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g1716"/>
            <p:cNvSpPr/>
            <p:nvPr/>
          </p:nvSpPr>
          <p:spPr>
            <a:xfrm>
              <a:off x="5066683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g1717"/>
            <p:cNvSpPr/>
            <p:nvPr/>
          </p:nvSpPr>
          <p:spPr>
            <a:xfrm>
              <a:off x="5078320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g1718"/>
            <p:cNvSpPr/>
            <p:nvPr/>
          </p:nvSpPr>
          <p:spPr>
            <a:xfrm>
              <a:off x="508995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g1719"/>
            <p:cNvSpPr/>
            <p:nvPr/>
          </p:nvSpPr>
          <p:spPr>
            <a:xfrm>
              <a:off x="510159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g1720"/>
            <p:cNvSpPr/>
            <p:nvPr/>
          </p:nvSpPr>
          <p:spPr>
            <a:xfrm>
              <a:off x="5113232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g1721"/>
            <p:cNvSpPr/>
            <p:nvPr/>
          </p:nvSpPr>
          <p:spPr>
            <a:xfrm>
              <a:off x="512486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g1722"/>
            <p:cNvSpPr/>
            <p:nvPr/>
          </p:nvSpPr>
          <p:spPr>
            <a:xfrm>
              <a:off x="513650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g1723"/>
            <p:cNvSpPr/>
            <p:nvPr/>
          </p:nvSpPr>
          <p:spPr>
            <a:xfrm>
              <a:off x="5148144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g1724"/>
            <p:cNvSpPr/>
            <p:nvPr/>
          </p:nvSpPr>
          <p:spPr>
            <a:xfrm>
              <a:off x="5159781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g1725"/>
            <p:cNvSpPr/>
            <p:nvPr/>
          </p:nvSpPr>
          <p:spPr>
            <a:xfrm>
              <a:off x="517141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g1726"/>
            <p:cNvSpPr/>
            <p:nvPr/>
          </p:nvSpPr>
          <p:spPr>
            <a:xfrm>
              <a:off x="5183056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g1727"/>
            <p:cNvSpPr/>
            <p:nvPr/>
          </p:nvSpPr>
          <p:spPr>
            <a:xfrm>
              <a:off x="5043408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g1728"/>
            <p:cNvSpPr/>
            <p:nvPr/>
          </p:nvSpPr>
          <p:spPr>
            <a:xfrm>
              <a:off x="505504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g1729"/>
            <p:cNvSpPr/>
            <p:nvPr/>
          </p:nvSpPr>
          <p:spPr>
            <a:xfrm>
              <a:off x="506668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g1730"/>
            <p:cNvSpPr/>
            <p:nvPr/>
          </p:nvSpPr>
          <p:spPr>
            <a:xfrm>
              <a:off x="5078320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g1731"/>
            <p:cNvSpPr/>
            <p:nvPr/>
          </p:nvSpPr>
          <p:spPr>
            <a:xfrm>
              <a:off x="508995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g1732"/>
            <p:cNvSpPr/>
            <p:nvPr/>
          </p:nvSpPr>
          <p:spPr>
            <a:xfrm>
              <a:off x="510159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g1733"/>
            <p:cNvSpPr/>
            <p:nvPr/>
          </p:nvSpPr>
          <p:spPr>
            <a:xfrm>
              <a:off x="5113232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g1734"/>
            <p:cNvSpPr/>
            <p:nvPr/>
          </p:nvSpPr>
          <p:spPr>
            <a:xfrm>
              <a:off x="512486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g1735"/>
            <p:cNvSpPr/>
            <p:nvPr/>
          </p:nvSpPr>
          <p:spPr>
            <a:xfrm>
              <a:off x="513650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g1736"/>
            <p:cNvSpPr/>
            <p:nvPr/>
          </p:nvSpPr>
          <p:spPr>
            <a:xfrm>
              <a:off x="5148144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g1737"/>
            <p:cNvSpPr/>
            <p:nvPr/>
          </p:nvSpPr>
          <p:spPr>
            <a:xfrm>
              <a:off x="5159781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g1738"/>
            <p:cNvSpPr/>
            <p:nvPr/>
          </p:nvSpPr>
          <p:spPr>
            <a:xfrm>
              <a:off x="517141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g1739"/>
            <p:cNvSpPr/>
            <p:nvPr/>
          </p:nvSpPr>
          <p:spPr>
            <a:xfrm>
              <a:off x="5183056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g1740"/>
            <p:cNvSpPr/>
            <p:nvPr/>
          </p:nvSpPr>
          <p:spPr>
            <a:xfrm>
              <a:off x="519469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g1741"/>
            <p:cNvSpPr/>
            <p:nvPr/>
          </p:nvSpPr>
          <p:spPr>
            <a:xfrm>
              <a:off x="5043408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g1742"/>
            <p:cNvSpPr/>
            <p:nvPr/>
          </p:nvSpPr>
          <p:spPr>
            <a:xfrm>
              <a:off x="505504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g1743"/>
            <p:cNvSpPr/>
            <p:nvPr/>
          </p:nvSpPr>
          <p:spPr>
            <a:xfrm>
              <a:off x="506668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g1744"/>
            <p:cNvSpPr/>
            <p:nvPr/>
          </p:nvSpPr>
          <p:spPr>
            <a:xfrm>
              <a:off x="5078320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g1745"/>
            <p:cNvSpPr/>
            <p:nvPr/>
          </p:nvSpPr>
          <p:spPr>
            <a:xfrm>
              <a:off x="508995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g1746"/>
            <p:cNvSpPr/>
            <p:nvPr/>
          </p:nvSpPr>
          <p:spPr>
            <a:xfrm>
              <a:off x="510159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g1747"/>
            <p:cNvSpPr/>
            <p:nvPr/>
          </p:nvSpPr>
          <p:spPr>
            <a:xfrm>
              <a:off x="5113232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g1748"/>
            <p:cNvSpPr/>
            <p:nvPr/>
          </p:nvSpPr>
          <p:spPr>
            <a:xfrm>
              <a:off x="512486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g1749"/>
            <p:cNvSpPr/>
            <p:nvPr/>
          </p:nvSpPr>
          <p:spPr>
            <a:xfrm>
              <a:off x="513650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g1750"/>
            <p:cNvSpPr/>
            <p:nvPr/>
          </p:nvSpPr>
          <p:spPr>
            <a:xfrm>
              <a:off x="5148144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g1751"/>
            <p:cNvSpPr/>
            <p:nvPr/>
          </p:nvSpPr>
          <p:spPr>
            <a:xfrm>
              <a:off x="515978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g1752"/>
            <p:cNvSpPr/>
            <p:nvPr/>
          </p:nvSpPr>
          <p:spPr>
            <a:xfrm>
              <a:off x="517141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g1753"/>
            <p:cNvSpPr/>
            <p:nvPr/>
          </p:nvSpPr>
          <p:spPr>
            <a:xfrm>
              <a:off x="5183056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g1754"/>
            <p:cNvSpPr/>
            <p:nvPr/>
          </p:nvSpPr>
          <p:spPr>
            <a:xfrm>
              <a:off x="519469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g1755"/>
            <p:cNvSpPr/>
            <p:nvPr/>
          </p:nvSpPr>
          <p:spPr>
            <a:xfrm>
              <a:off x="520633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g1756"/>
            <p:cNvSpPr/>
            <p:nvPr/>
          </p:nvSpPr>
          <p:spPr>
            <a:xfrm>
              <a:off x="5043408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g1757"/>
            <p:cNvSpPr/>
            <p:nvPr/>
          </p:nvSpPr>
          <p:spPr>
            <a:xfrm>
              <a:off x="505504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g1758"/>
            <p:cNvSpPr/>
            <p:nvPr/>
          </p:nvSpPr>
          <p:spPr>
            <a:xfrm>
              <a:off x="506668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g1759"/>
            <p:cNvSpPr/>
            <p:nvPr/>
          </p:nvSpPr>
          <p:spPr>
            <a:xfrm>
              <a:off x="5078320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g1760"/>
            <p:cNvSpPr/>
            <p:nvPr/>
          </p:nvSpPr>
          <p:spPr>
            <a:xfrm>
              <a:off x="508995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g1761"/>
            <p:cNvSpPr/>
            <p:nvPr/>
          </p:nvSpPr>
          <p:spPr>
            <a:xfrm>
              <a:off x="510159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g1762"/>
            <p:cNvSpPr/>
            <p:nvPr/>
          </p:nvSpPr>
          <p:spPr>
            <a:xfrm>
              <a:off x="5113232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g1763"/>
            <p:cNvSpPr/>
            <p:nvPr/>
          </p:nvSpPr>
          <p:spPr>
            <a:xfrm>
              <a:off x="512486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g1764"/>
            <p:cNvSpPr/>
            <p:nvPr/>
          </p:nvSpPr>
          <p:spPr>
            <a:xfrm>
              <a:off x="513650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g1765"/>
            <p:cNvSpPr/>
            <p:nvPr/>
          </p:nvSpPr>
          <p:spPr>
            <a:xfrm>
              <a:off x="5148144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g1766"/>
            <p:cNvSpPr/>
            <p:nvPr/>
          </p:nvSpPr>
          <p:spPr>
            <a:xfrm>
              <a:off x="515978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g1767"/>
            <p:cNvSpPr/>
            <p:nvPr/>
          </p:nvSpPr>
          <p:spPr>
            <a:xfrm>
              <a:off x="517141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g1768"/>
            <p:cNvSpPr/>
            <p:nvPr/>
          </p:nvSpPr>
          <p:spPr>
            <a:xfrm>
              <a:off x="5183056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g1769"/>
            <p:cNvSpPr/>
            <p:nvPr/>
          </p:nvSpPr>
          <p:spPr>
            <a:xfrm>
              <a:off x="519469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g1770"/>
            <p:cNvSpPr/>
            <p:nvPr/>
          </p:nvSpPr>
          <p:spPr>
            <a:xfrm>
              <a:off x="520633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g1771"/>
            <p:cNvSpPr/>
            <p:nvPr/>
          </p:nvSpPr>
          <p:spPr>
            <a:xfrm>
              <a:off x="504340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g1772"/>
            <p:cNvSpPr/>
            <p:nvPr/>
          </p:nvSpPr>
          <p:spPr>
            <a:xfrm>
              <a:off x="505504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g1773"/>
            <p:cNvSpPr/>
            <p:nvPr/>
          </p:nvSpPr>
          <p:spPr>
            <a:xfrm>
              <a:off x="506668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g1774"/>
            <p:cNvSpPr/>
            <p:nvPr/>
          </p:nvSpPr>
          <p:spPr>
            <a:xfrm>
              <a:off x="5078320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g1775"/>
            <p:cNvSpPr/>
            <p:nvPr/>
          </p:nvSpPr>
          <p:spPr>
            <a:xfrm>
              <a:off x="508995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g1776"/>
            <p:cNvSpPr/>
            <p:nvPr/>
          </p:nvSpPr>
          <p:spPr>
            <a:xfrm>
              <a:off x="510159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g1777"/>
            <p:cNvSpPr/>
            <p:nvPr/>
          </p:nvSpPr>
          <p:spPr>
            <a:xfrm>
              <a:off x="5113232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g1778"/>
            <p:cNvSpPr/>
            <p:nvPr/>
          </p:nvSpPr>
          <p:spPr>
            <a:xfrm>
              <a:off x="512486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g1779"/>
            <p:cNvSpPr/>
            <p:nvPr/>
          </p:nvSpPr>
          <p:spPr>
            <a:xfrm>
              <a:off x="513650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g1780"/>
            <p:cNvSpPr/>
            <p:nvPr/>
          </p:nvSpPr>
          <p:spPr>
            <a:xfrm>
              <a:off x="5148144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g1781"/>
            <p:cNvSpPr/>
            <p:nvPr/>
          </p:nvSpPr>
          <p:spPr>
            <a:xfrm>
              <a:off x="515978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g1782"/>
            <p:cNvSpPr/>
            <p:nvPr/>
          </p:nvSpPr>
          <p:spPr>
            <a:xfrm>
              <a:off x="517141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g1783"/>
            <p:cNvSpPr/>
            <p:nvPr/>
          </p:nvSpPr>
          <p:spPr>
            <a:xfrm>
              <a:off x="5183056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g1784"/>
            <p:cNvSpPr/>
            <p:nvPr/>
          </p:nvSpPr>
          <p:spPr>
            <a:xfrm>
              <a:off x="519469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g1785"/>
            <p:cNvSpPr/>
            <p:nvPr/>
          </p:nvSpPr>
          <p:spPr>
            <a:xfrm>
              <a:off x="520633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g1786"/>
            <p:cNvSpPr/>
            <p:nvPr/>
          </p:nvSpPr>
          <p:spPr>
            <a:xfrm>
              <a:off x="521796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g1787"/>
            <p:cNvSpPr/>
            <p:nvPr/>
          </p:nvSpPr>
          <p:spPr>
            <a:xfrm>
              <a:off x="505504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g1788"/>
            <p:cNvSpPr/>
            <p:nvPr/>
          </p:nvSpPr>
          <p:spPr>
            <a:xfrm>
              <a:off x="506668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g1789"/>
            <p:cNvSpPr/>
            <p:nvPr/>
          </p:nvSpPr>
          <p:spPr>
            <a:xfrm>
              <a:off x="5078320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g1790"/>
            <p:cNvSpPr/>
            <p:nvPr/>
          </p:nvSpPr>
          <p:spPr>
            <a:xfrm>
              <a:off x="508995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g1791"/>
            <p:cNvSpPr/>
            <p:nvPr/>
          </p:nvSpPr>
          <p:spPr>
            <a:xfrm>
              <a:off x="510159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g1792"/>
            <p:cNvSpPr/>
            <p:nvPr/>
          </p:nvSpPr>
          <p:spPr>
            <a:xfrm>
              <a:off x="5113232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g1793"/>
            <p:cNvSpPr/>
            <p:nvPr/>
          </p:nvSpPr>
          <p:spPr>
            <a:xfrm>
              <a:off x="512486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g1794"/>
            <p:cNvSpPr/>
            <p:nvPr/>
          </p:nvSpPr>
          <p:spPr>
            <a:xfrm>
              <a:off x="513650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g1795"/>
            <p:cNvSpPr/>
            <p:nvPr/>
          </p:nvSpPr>
          <p:spPr>
            <a:xfrm>
              <a:off x="5148144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g1796"/>
            <p:cNvSpPr/>
            <p:nvPr/>
          </p:nvSpPr>
          <p:spPr>
            <a:xfrm>
              <a:off x="515978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g1797"/>
            <p:cNvSpPr/>
            <p:nvPr/>
          </p:nvSpPr>
          <p:spPr>
            <a:xfrm>
              <a:off x="517141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g1798"/>
            <p:cNvSpPr/>
            <p:nvPr/>
          </p:nvSpPr>
          <p:spPr>
            <a:xfrm>
              <a:off x="5183056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g1799"/>
            <p:cNvSpPr/>
            <p:nvPr/>
          </p:nvSpPr>
          <p:spPr>
            <a:xfrm>
              <a:off x="519469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g1800"/>
            <p:cNvSpPr/>
            <p:nvPr/>
          </p:nvSpPr>
          <p:spPr>
            <a:xfrm>
              <a:off x="520633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g1801"/>
            <p:cNvSpPr/>
            <p:nvPr/>
          </p:nvSpPr>
          <p:spPr>
            <a:xfrm>
              <a:off x="5217968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g1802"/>
            <p:cNvSpPr/>
            <p:nvPr/>
          </p:nvSpPr>
          <p:spPr>
            <a:xfrm>
              <a:off x="502013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g1803"/>
            <p:cNvSpPr/>
            <p:nvPr/>
          </p:nvSpPr>
          <p:spPr>
            <a:xfrm>
              <a:off x="503177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g1804"/>
            <p:cNvSpPr/>
            <p:nvPr/>
          </p:nvSpPr>
          <p:spPr>
            <a:xfrm>
              <a:off x="504340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g1805"/>
            <p:cNvSpPr/>
            <p:nvPr/>
          </p:nvSpPr>
          <p:spPr>
            <a:xfrm>
              <a:off x="505504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g1806"/>
            <p:cNvSpPr/>
            <p:nvPr/>
          </p:nvSpPr>
          <p:spPr>
            <a:xfrm>
              <a:off x="506668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g1807"/>
            <p:cNvSpPr/>
            <p:nvPr/>
          </p:nvSpPr>
          <p:spPr>
            <a:xfrm>
              <a:off x="5078320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g1808"/>
            <p:cNvSpPr/>
            <p:nvPr/>
          </p:nvSpPr>
          <p:spPr>
            <a:xfrm>
              <a:off x="508995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g1809"/>
            <p:cNvSpPr/>
            <p:nvPr/>
          </p:nvSpPr>
          <p:spPr>
            <a:xfrm>
              <a:off x="510159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g1810"/>
            <p:cNvSpPr/>
            <p:nvPr/>
          </p:nvSpPr>
          <p:spPr>
            <a:xfrm>
              <a:off x="5113232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g1811"/>
            <p:cNvSpPr/>
            <p:nvPr/>
          </p:nvSpPr>
          <p:spPr>
            <a:xfrm>
              <a:off x="512486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g1812"/>
            <p:cNvSpPr/>
            <p:nvPr/>
          </p:nvSpPr>
          <p:spPr>
            <a:xfrm>
              <a:off x="513650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g1813"/>
            <p:cNvSpPr/>
            <p:nvPr/>
          </p:nvSpPr>
          <p:spPr>
            <a:xfrm>
              <a:off x="5148144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g1814"/>
            <p:cNvSpPr/>
            <p:nvPr/>
          </p:nvSpPr>
          <p:spPr>
            <a:xfrm>
              <a:off x="515978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g1815"/>
            <p:cNvSpPr/>
            <p:nvPr/>
          </p:nvSpPr>
          <p:spPr>
            <a:xfrm>
              <a:off x="517141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g1816"/>
            <p:cNvSpPr/>
            <p:nvPr/>
          </p:nvSpPr>
          <p:spPr>
            <a:xfrm>
              <a:off x="5183056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g1817"/>
            <p:cNvSpPr/>
            <p:nvPr/>
          </p:nvSpPr>
          <p:spPr>
            <a:xfrm>
              <a:off x="519469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g1818"/>
            <p:cNvSpPr/>
            <p:nvPr/>
          </p:nvSpPr>
          <p:spPr>
            <a:xfrm>
              <a:off x="520633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g1819"/>
            <p:cNvSpPr/>
            <p:nvPr/>
          </p:nvSpPr>
          <p:spPr>
            <a:xfrm>
              <a:off x="502013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g1820"/>
            <p:cNvSpPr/>
            <p:nvPr/>
          </p:nvSpPr>
          <p:spPr>
            <a:xfrm>
              <a:off x="503177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g1821"/>
            <p:cNvSpPr/>
            <p:nvPr/>
          </p:nvSpPr>
          <p:spPr>
            <a:xfrm>
              <a:off x="504340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g1822"/>
            <p:cNvSpPr/>
            <p:nvPr/>
          </p:nvSpPr>
          <p:spPr>
            <a:xfrm>
              <a:off x="505504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g1823"/>
            <p:cNvSpPr/>
            <p:nvPr/>
          </p:nvSpPr>
          <p:spPr>
            <a:xfrm>
              <a:off x="506668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g1824"/>
            <p:cNvSpPr/>
            <p:nvPr/>
          </p:nvSpPr>
          <p:spPr>
            <a:xfrm>
              <a:off x="5078320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g1825"/>
            <p:cNvSpPr/>
            <p:nvPr/>
          </p:nvSpPr>
          <p:spPr>
            <a:xfrm>
              <a:off x="508995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g1826"/>
            <p:cNvSpPr/>
            <p:nvPr/>
          </p:nvSpPr>
          <p:spPr>
            <a:xfrm>
              <a:off x="510159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g1827"/>
            <p:cNvSpPr/>
            <p:nvPr/>
          </p:nvSpPr>
          <p:spPr>
            <a:xfrm>
              <a:off x="5113232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g1828"/>
            <p:cNvSpPr/>
            <p:nvPr/>
          </p:nvSpPr>
          <p:spPr>
            <a:xfrm>
              <a:off x="512486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g1829"/>
            <p:cNvSpPr/>
            <p:nvPr/>
          </p:nvSpPr>
          <p:spPr>
            <a:xfrm>
              <a:off x="513650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g1830"/>
            <p:cNvSpPr/>
            <p:nvPr/>
          </p:nvSpPr>
          <p:spPr>
            <a:xfrm>
              <a:off x="5148144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g1831"/>
            <p:cNvSpPr/>
            <p:nvPr/>
          </p:nvSpPr>
          <p:spPr>
            <a:xfrm>
              <a:off x="515978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g1832"/>
            <p:cNvSpPr/>
            <p:nvPr/>
          </p:nvSpPr>
          <p:spPr>
            <a:xfrm>
              <a:off x="517141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g1833"/>
            <p:cNvSpPr/>
            <p:nvPr/>
          </p:nvSpPr>
          <p:spPr>
            <a:xfrm>
              <a:off x="5183056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g1834"/>
            <p:cNvSpPr/>
            <p:nvPr/>
          </p:nvSpPr>
          <p:spPr>
            <a:xfrm>
              <a:off x="519469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g1835"/>
            <p:cNvSpPr/>
            <p:nvPr/>
          </p:nvSpPr>
          <p:spPr>
            <a:xfrm>
              <a:off x="502013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g1836"/>
            <p:cNvSpPr/>
            <p:nvPr/>
          </p:nvSpPr>
          <p:spPr>
            <a:xfrm>
              <a:off x="503177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g1837"/>
            <p:cNvSpPr/>
            <p:nvPr/>
          </p:nvSpPr>
          <p:spPr>
            <a:xfrm>
              <a:off x="5043408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g1838"/>
            <p:cNvSpPr/>
            <p:nvPr/>
          </p:nvSpPr>
          <p:spPr>
            <a:xfrm>
              <a:off x="505504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g1839"/>
            <p:cNvSpPr/>
            <p:nvPr/>
          </p:nvSpPr>
          <p:spPr>
            <a:xfrm>
              <a:off x="506668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g1840"/>
            <p:cNvSpPr/>
            <p:nvPr/>
          </p:nvSpPr>
          <p:spPr>
            <a:xfrm>
              <a:off x="5078320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g1841"/>
            <p:cNvSpPr/>
            <p:nvPr/>
          </p:nvSpPr>
          <p:spPr>
            <a:xfrm>
              <a:off x="508995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g1842"/>
            <p:cNvSpPr/>
            <p:nvPr/>
          </p:nvSpPr>
          <p:spPr>
            <a:xfrm>
              <a:off x="510159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g1843"/>
            <p:cNvSpPr/>
            <p:nvPr/>
          </p:nvSpPr>
          <p:spPr>
            <a:xfrm>
              <a:off x="5113232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g1844"/>
            <p:cNvSpPr/>
            <p:nvPr/>
          </p:nvSpPr>
          <p:spPr>
            <a:xfrm>
              <a:off x="512486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g1845"/>
            <p:cNvSpPr/>
            <p:nvPr/>
          </p:nvSpPr>
          <p:spPr>
            <a:xfrm>
              <a:off x="513650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g1846"/>
            <p:cNvSpPr/>
            <p:nvPr/>
          </p:nvSpPr>
          <p:spPr>
            <a:xfrm>
              <a:off x="5148144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g1847"/>
            <p:cNvSpPr/>
            <p:nvPr/>
          </p:nvSpPr>
          <p:spPr>
            <a:xfrm>
              <a:off x="515978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g1848"/>
            <p:cNvSpPr/>
            <p:nvPr/>
          </p:nvSpPr>
          <p:spPr>
            <a:xfrm>
              <a:off x="517141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g1849"/>
            <p:cNvSpPr/>
            <p:nvPr/>
          </p:nvSpPr>
          <p:spPr>
            <a:xfrm>
              <a:off x="5183056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g1850"/>
            <p:cNvSpPr/>
            <p:nvPr/>
          </p:nvSpPr>
          <p:spPr>
            <a:xfrm>
              <a:off x="502013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g1851"/>
            <p:cNvSpPr/>
            <p:nvPr/>
          </p:nvSpPr>
          <p:spPr>
            <a:xfrm>
              <a:off x="503177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g1852"/>
            <p:cNvSpPr/>
            <p:nvPr/>
          </p:nvSpPr>
          <p:spPr>
            <a:xfrm>
              <a:off x="5043408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g1853"/>
            <p:cNvSpPr/>
            <p:nvPr/>
          </p:nvSpPr>
          <p:spPr>
            <a:xfrm>
              <a:off x="505504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g1854"/>
            <p:cNvSpPr/>
            <p:nvPr/>
          </p:nvSpPr>
          <p:spPr>
            <a:xfrm>
              <a:off x="506668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g1855"/>
            <p:cNvSpPr/>
            <p:nvPr/>
          </p:nvSpPr>
          <p:spPr>
            <a:xfrm>
              <a:off x="5078320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g1856"/>
            <p:cNvSpPr/>
            <p:nvPr/>
          </p:nvSpPr>
          <p:spPr>
            <a:xfrm>
              <a:off x="508995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g1857"/>
            <p:cNvSpPr/>
            <p:nvPr/>
          </p:nvSpPr>
          <p:spPr>
            <a:xfrm>
              <a:off x="510159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g1858"/>
            <p:cNvSpPr/>
            <p:nvPr/>
          </p:nvSpPr>
          <p:spPr>
            <a:xfrm>
              <a:off x="5113232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g1859"/>
            <p:cNvSpPr/>
            <p:nvPr/>
          </p:nvSpPr>
          <p:spPr>
            <a:xfrm>
              <a:off x="512486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g1860"/>
            <p:cNvSpPr/>
            <p:nvPr/>
          </p:nvSpPr>
          <p:spPr>
            <a:xfrm>
              <a:off x="513650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g1861"/>
            <p:cNvSpPr/>
            <p:nvPr/>
          </p:nvSpPr>
          <p:spPr>
            <a:xfrm>
              <a:off x="5148144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g1862"/>
            <p:cNvSpPr/>
            <p:nvPr/>
          </p:nvSpPr>
          <p:spPr>
            <a:xfrm>
              <a:off x="515978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g1863"/>
            <p:cNvSpPr/>
            <p:nvPr/>
          </p:nvSpPr>
          <p:spPr>
            <a:xfrm>
              <a:off x="517141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g1864"/>
            <p:cNvSpPr/>
            <p:nvPr/>
          </p:nvSpPr>
          <p:spPr>
            <a:xfrm>
              <a:off x="5008496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g1865"/>
            <p:cNvSpPr/>
            <p:nvPr/>
          </p:nvSpPr>
          <p:spPr>
            <a:xfrm>
              <a:off x="502013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g1866"/>
            <p:cNvSpPr/>
            <p:nvPr/>
          </p:nvSpPr>
          <p:spPr>
            <a:xfrm>
              <a:off x="5031771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g1867"/>
            <p:cNvSpPr/>
            <p:nvPr/>
          </p:nvSpPr>
          <p:spPr>
            <a:xfrm>
              <a:off x="5043408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g1868"/>
            <p:cNvSpPr/>
            <p:nvPr/>
          </p:nvSpPr>
          <p:spPr>
            <a:xfrm>
              <a:off x="505504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g1869"/>
            <p:cNvSpPr/>
            <p:nvPr/>
          </p:nvSpPr>
          <p:spPr>
            <a:xfrm>
              <a:off x="506668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g1870"/>
            <p:cNvSpPr/>
            <p:nvPr/>
          </p:nvSpPr>
          <p:spPr>
            <a:xfrm>
              <a:off x="5078320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g1871"/>
            <p:cNvSpPr/>
            <p:nvPr/>
          </p:nvSpPr>
          <p:spPr>
            <a:xfrm>
              <a:off x="508995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g1872"/>
            <p:cNvSpPr/>
            <p:nvPr/>
          </p:nvSpPr>
          <p:spPr>
            <a:xfrm>
              <a:off x="510159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g1873"/>
            <p:cNvSpPr/>
            <p:nvPr/>
          </p:nvSpPr>
          <p:spPr>
            <a:xfrm>
              <a:off x="5113232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g1874"/>
            <p:cNvSpPr/>
            <p:nvPr/>
          </p:nvSpPr>
          <p:spPr>
            <a:xfrm>
              <a:off x="5124869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g1875"/>
            <p:cNvSpPr/>
            <p:nvPr/>
          </p:nvSpPr>
          <p:spPr>
            <a:xfrm>
              <a:off x="513650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g1876"/>
            <p:cNvSpPr/>
            <p:nvPr/>
          </p:nvSpPr>
          <p:spPr>
            <a:xfrm>
              <a:off x="5148144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g1877"/>
            <p:cNvSpPr/>
            <p:nvPr/>
          </p:nvSpPr>
          <p:spPr>
            <a:xfrm>
              <a:off x="5008496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g1878"/>
            <p:cNvSpPr/>
            <p:nvPr/>
          </p:nvSpPr>
          <p:spPr>
            <a:xfrm>
              <a:off x="502013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g1879"/>
            <p:cNvSpPr/>
            <p:nvPr/>
          </p:nvSpPr>
          <p:spPr>
            <a:xfrm>
              <a:off x="5031771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g1880"/>
            <p:cNvSpPr/>
            <p:nvPr/>
          </p:nvSpPr>
          <p:spPr>
            <a:xfrm>
              <a:off x="5043408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g1881"/>
            <p:cNvSpPr/>
            <p:nvPr/>
          </p:nvSpPr>
          <p:spPr>
            <a:xfrm>
              <a:off x="505504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g1882"/>
            <p:cNvSpPr/>
            <p:nvPr/>
          </p:nvSpPr>
          <p:spPr>
            <a:xfrm>
              <a:off x="506668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g1883"/>
            <p:cNvSpPr/>
            <p:nvPr/>
          </p:nvSpPr>
          <p:spPr>
            <a:xfrm>
              <a:off x="5078320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g1884"/>
            <p:cNvSpPr/>
            <p:nvPr/>
          </p:nvSpPr>
          <p:spPr>
            <a:xfrm>
              <a:off x="508995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g1885"/>
            <p:cNvSpPr/>
            <p:nvPr/>
          </p:nvSpPr>
          <p:spPr>
            <a:xfrm>
              <a:off x="510159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g1886"/>
            <p:cNvSpPr/>
            <p:nvPr/>
          </p:nvSpPr>
          <p:spPr>
            <a:xfrm>
              <a:off x="5113232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g1887"/>
            <p:cNvSpPr/>
            <p:nvPr/>
          </p:nvSpPr>
          <p:spPr>
            <a:xfrm>
              <a:off x="5124869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g1888"/>
            <p:cNvSpPr/>
            <p:nvPr/>
          </p:nvSpPr>
          <p:spPr>
            <a:xfrm>
              <a:off x="513650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g1889"/>
            <p:cNvSpPr/>
            <p:nvPr/>
          </p:nvSpPr>
          <p:spPr>
            <a:xfrm>
              <a:off x="5008496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g1890"/>
            <p:cNvSpPr/>
            <p:nvPr/>
          </p:nvSpPr>
          <p:spPr>
            <a:xfrm>
              <a:off x="502013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g1891"/>
            <p:cNvSpPr/>
            <p:nvPr/>
          </p:nvSpPr>
          <p:spPr>
            <a:xfrm>
              <a:off x="5031771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g1892"/>
            <p:cNvSpPr/>
            <p:nvPr/>
          </p:nvSpPr>
          <p:spPr>
            <a:xfrm>
              <a:off x="5043408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g1893"/>
            <p:cNvSpPr/>
            <p:nvPr/>
          </p:nvSpPr>
          <p:spPr>
            <a:xfrm>
              <a:off x="505504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g1894"/>
            <p:cNvSpPr/>
            <p:nvPr/>
          </p:nvSpPr>
          <p:spPr>
            <a:xfrm>
              <a:off x="506668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g1895"/>
            <p:cNvSpPr/>
            <p:nvPr/>
          </p:nvSpPr>
          <p:spPr>
            <a:xfrm>
              <a:off x="5078320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g1896"/>
            <p:cNvSpPr/>
            <p:nvPr/>
          </p:nvSpPr>
          <p:spPr>
            <a:xfrm>
              <a:off x="5089957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g1897"/>
            <p:cNvSpPr/>
            <p:nvPr/>
          </p:nvSpPr>
          <p:spPr>
            <a:xfrm>
              <a:off x="510159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g1898"/>
            <p:cNvSpPr/>
            <p:nvPr/>
          </p:nvSpPr>
          <p:spPr>
            <a:xfrm>
              <a:off x="5113232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g1899"/>
            <p:cNvSpPr/>
            <p:nvPr/>
          </p:nvSpPr>
          <p:spPr>
            <a:xfrm>
              <a:off x="5124869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g1900"/>
            <p:cNvSpPr/>
            <p:nvPr/>
          </p:nvSpPr>
          <p:spPr>
            <a:xfrm>
              <a:off x="498522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g1901"/>
            <p:cNvSpPr/>
            <p:nvPr/>
          </p:nvSpPr>
          <p:spPr>
            <a:xfrm>
              <a:off x="499685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g1902"/>
            <p:cNvSpPr/>
            <p:nvPr/>
          </p:nvSpPr>
          <p:spPr>
            <a:xfrm>
              <a:off x="5008496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g1903"/>
            <p:cNvSpPr/>
            <p:nvPr/>
          </p:nvSpPr>
          <p:spPr>
            <a:xfrm>
              <a:off x="502013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g1904"/>
            <p:cNvSpPr/>
            <p:nvPr/>
          </p:nvSpPr>
          <p:spPr>
            <a:xfrm>
              <a:off x="503177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g1905"/>
            <p:cNvSpPr/>
            <p:nvPr/>
          </p:nvSpPr>
          <p:spPr>
            <a:xfrm>
              <a:off x="5043408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g1906"/>
            <p:cNvSpPr/>
            <p:nvPr/>
          </p:nvSpPr>
          <p:spPr>
            <a:xfrm>
              <a:off x="505504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g1907"/>
            <p:cNvSpPr/>
            <p:nvPr/>
          </p:nvSpPr>
          <p:spPr>
            <a:xfrm>
              <a:off x="506668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g1908"/>
            <p:cNvSpPr/>
            <p:nvPr/>
          </p:nvSpPr>
          <p:spPr>
            <a:xfrm>
              <a:off x="5078320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g1909"/>
            <p:cNvSpPr/>
            <p:nvPr/>
          </p:nvSpPr>
          <p:spPr>
            <a:xfrm>
              <a:off x="5089957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g1910"/>
            <p:cNvSpPr/>
            <p:nvPr/>
          </p:nvSpPr>
          <p:spPr>
            <a:xfrm>
              <a:off x="510159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g1911"/>
            <p:cNvSpPr/>
            <p:nvPr/>
          </p:nvSpPr>
          <p:spPr>
            <a:xfrm>
              <a:off x="5113232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g1912"/>
            <p:cNvSpPr/>
            <p:nvPr/>
          </p:nvSpPr>
          <p:spPr>
            <a:xfrm>
              <a:off x="512486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g1913"/>
            <p:cNvSpPr/>
            <p:nvPr/>
          </p:nvSpPr>
          <p:spPr>
            <a:xfrm>
              <a:off x="4973584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g1914"/>
            <p:cNvSpPr/>
            <p:nvPr/>
          </p:nvSpPr>
          <p:spPr>
            <a:xfrm>
              <a:off x="498522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g1915"/>
            <p:cNvSpPr/>
            <p:nvPr/>
          </p:nvSpPr>
          <p:spPr>
            <a:xfrm>
              <a:off x="499685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g1916"/>
            <p:cNvSpPr/>
            <p:nvPr/>
          </p:nvSpPr>
          <p:spPr>
            <a:xfrm>
              <a:off x="5008496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g1917"/>
            <p:cNvSpPr/>
            <p:nvPr/>
          </p:nvSpPr>
          <p:spPr>
            <a:xfrm>
              <a:off x="502013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g1918"/>
            <p:cNvSpPr/>
            <p:nvPr/>
          </p:nvSpPr>
          <p:spPr>
            <a:xfrm>
              <a:off x="503177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g1919"/>
            <p:cNvSpPr/>
            <p:nvPr/>
          </p:nvSpPr>
          <p:spPr>
            <a:xfrm>
              <a:off x="5043408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g1920"/>
            <p:cNvSpPr/>
            <p:nvPr/>
          </p:nvSpPr>
          <p:spPr>
            <a:xfrm>
              <a:off x="505504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g1921"/>
            <p:cNvSpPr/>
            <p:nvPr/>
          </p:nvSpPr>
          <p:spPr>
            <a:xfrm>
              <a:off x="506668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g1922"/>
            <p:cNvSpPr/>
            <p:nvPr/>
          </p:nvSpPr>
          <p:spPr>
            <a:xfrm>
              <a:off x="5078320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g1923"/>
            <p:cNvSpPr/>
            <p:nvPr/>
          </p:nvSpPr>
          <p:spPr>
            <a:xfrm>
              <a:off x="5089957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g1924"/>
            <p:cNvSpPr/>
            <p:nvPr/>
          </p:nvSpPr>
          <p:spPr>
            <a:xfrm>
              <a:off x="510159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g1925"/>
            <p:cNvSpPr/>
            <p:nvPr/>
          </p:nvSpPr>
          <p:spPr>
            <a:xfrm>
              <a:off x="5113232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g1926"/>
            <p:cNvSpPr/>
            <p:nvPr/>
          </p:nvSpPr>
          <p:spPr>
            <a:xfrm>
              <a:off x="512486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g1927"/>
            <p:cNvSpPr/>
            <p:nvPr/>
          </p:nvSpPr>
          <p:spPr>
            <a:xfrm>
              <a:off x="4973584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g1928"/>
            <p:cNvSpPr/>
            <p:nvPr/>
          </p:nvSpPr>
          <p:spPr>
            <a:xfrm>
              <a:off x="498522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g1929"/>
            <p:cNvSpPr/>
            <p:nvPr/>
          </p:nvSpPr>
          <p:spPr>
            <a:xfrm>
              <a:off x="4996859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g1930"/>
            <p:cNvSpPr/>
            <p:nvPr/>
          </p:nvSpPr>
          <p:spPr>
            <a:xfrm>
              <a:off x="5008496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g1931"/>
            <p:cNvSpPr/>
            <p:nvPr/>
          </p:nvSpPr>
          <p:spPr>
            <a:xfrm>
              <a:off x="502013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g1932"/>
            <p:cNvSpPr/>
            <p:nvPr/>
          </p:nvSpPr>
          <p:spPr>
            <a:xfrm>
              <a:off x="503177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g1933"/>
            <p:cNvSpPr/>
            <p:nvPr/>
          </p:nvSpPr>
          <p:spPr>
            <a:xfrm>
              <a:off x="5043408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g1934"/>
            <p:cNvSpPr/>
            <p:nvPr/>
          </p:nvSpPr>
          <p:spPr>
            <a:xfrm>
              <a:off x="505504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g1935"/>
            <p:cNvSpPr/>
            <p:nvPr/>
          </p:nvSpPr>
          <p:spPr>
            <a:xfrm>
              <a:off x="506668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g1936"/>
            <p:cNvSpPr/>
            <p:nvPr/>
          </p:nvSpPr>
          <p:spPr>
            <a:xfrm>
              <a:off x="5078320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g1937"/>
            <p:cNvSpPr/>
            <p:nvPr/>
          </p:nvSpPr>
          <p:spPr>
            <a:xfrm>
              <a:off x="5089957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g1938"/>
            <p:cNvSpPr/>
            <p:nvPr/>
          </p:nvSpPr>
          <p:spPr>
            <a:xfrm>
              <a:off x="510159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g1939"/>
            <p:cNvSpPr/>
            <p:nvPr/>
          </p:nvSpPr>
          <p:spPr>
            <a:xfrm>
              <a:off x="5113232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g1940"/>
            <p:cNvSpPr/>
            <p:nvPr/>
          </p:nvSpPr>
          <p:spPr>
            <a:xfrm>
              <a:off x="496194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g1941"/>
            <p:cNvSpPr/>
            <p:nvPr/>
          </p:nvSpPr>
          <p:spPr>
            <a:xfrm>
              <a:off x="4973584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g1942"/>
            <p:cNvSpPr/>
            <p:nvPr/>
          </p:nvSpPr>
          <p:spPr>
            <a:xfrm>
              <a:off x="498522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g1943"/>
            <p:cNvSpPr/>
            <p:nvPr/>
          </p:nvSpPr>
          <p:spPr>
            <a:xfrm>
              <a:off x="4996859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g1944"/>
            <p:cNvSpPr/>
            <p:nvPr/>
          </p:nvSpPr>
          <p:spPr>
            <a:xfrm>
              <a:off x="5008496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g1945"/>
            <p:cNvSpPr/>
            <p:nvPr/>
          </p:nvSpPr>
          <p:spPr>
            <a:xfrm>
              <a:off x="502013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g1946"/>
            <p:cNvSpPr/>
            <p:nvPr/>
          </p:nvSpPr>
          <p:spPr>
            <a:xfrm>
              <a:off x="503177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g1947"/>
            <p:cNvSpPr/>
            <p:nvPr/>
          </p:nvSpPr>
          <p:spPr>
            <a:xfrm>
              <a:off x="5043408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g1948"/>
            <p:cNvSpPr/>
            <p:nvPr/>
          </p:nvSpPr>
          <p:spPr>
            <a:xfrm>
              <a:off x="505504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g1949"/>
            <p:cNvSpPr/>
            <p:nvPr/>
          </p:nvSpPr>
          <p:spPr>
            <a:xfrm>
              <a:off x="506668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g1950"/>
            <p:cNvSpPr/>
            <p:nvPr/>
          </p:nvSpPr>
          <p:spPr>
            <a:xfrm>
              <a:off x="5078320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g1951"/>
            <p:cNvSpPr/>
            <p:nvPr/>
          </p:nvSpPr>
          <p:spPr>
            <a:xfrm>
              <a:off x="508995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g1952"/>
            <p:cNvSpPr/>
            <p:nvPr/>
          </p:nvSpPr>
          <p:spPr>
            <a:xfrm>
              <a:off x="510159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g1953"/>
            <p:cNvSpPr/>
            <p:nvPr/>
          </p:nvSpPr>
          <p:spPr>
            <a:xfrm>
              <a:off x="495030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g1954"/>
            <p:cNvSpPr/>
            <p:nvPr/>
          </p:nvSpPr>
          <p:spPr>
            <a:xfrm>
              <a:off x="4961947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g1955"/>
            <p:cNvSpPr/>
            <p:nvPr/>
          </p:nvSpPr>
          <p:spPr>
            <a:xfrm>
              <a:off x="4973584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g1956"/>
            <p:cNvSpPr/>
            <p:nvPr/>
          </p:nvSpPr>
          <p:spPr>
            <a:xfrm>
              <a:off x="498522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g1957"/>
            <p:cNvSpPr/>
            <p:nvPr/>
          </p:nvSpPr>
          <p:spPr>
            <a:xfrm>
              <a:off x="499685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g1958"/>
            <p:cNvSpPr/>
            <p:nvPr/>
          </p:nvSpPr>
          <p:spPr>
            <a:xfrm>
              <a:off x="5008496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g1959"/>
            <p:cNvSpPr/>
            <p:nvPr/>
          </p:nvSpPr>
          <p:spPr>
            <a:xfrm>
              <a:off x="502013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g1960"/>
            <p:cNvSpPr/>
            <p:nvPr/>
          </p:nvSpPr>
          <p:spPr>
            <a:xfrm>
              <a:off x="503177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g1961"/>
            <p:cNvSpPr/>
            <p:nvPr/>
          </p:nvSpPr>
          <p:spPr>
            <a:xfrm>
              <a:off x="5043408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g1962"/>
            <p:cNvSpPr/>
            <p:nvPr/>
          </p:nvSpPr>
          <p:spPr>
            <a:xfrm>
              <a:off x="5055045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g1963"/>
            <p:cNvSpPr/>
            <p:nvPr/>
          </p:nvSpPr>
          <p:spPr>
            <a:xfrm>
              <a:off x="506668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g1964"/>
            <p:cNvSpPr/>
            <p:nvPr/>
          </p:nvSpPr>
          <p:spPr>
            <a:xfrm>
              <a:off x="5078320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g1965"/>
            <p:cNvSpPr/>
            <p:nvPr/>
          </p:nvSpPr>
          <p:spPr>
            <a:xfrm>
              <a:off x="4927035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g1966"/>
            <p:cNvSpPr/>
            <p:nvPr/>
          </p:nvSpPr>
          <p:spPr>
            <a:xfrm>
              <a:off x="4938672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g1967"/>
            <p:cNvSpPr/>
            <p:nvPr/>
          </p:nvSpPr>
          <p:spPr>
            <a:xfrm>
              <a:off x="495030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g1968"/>
            <p:cNvSpPr/>
            <p:nvPr/>
          </p:nvSpPr>
          <p:spPr>
            <a:xfrm>
              <a:off x="4961947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g1969"/>
            <p:cNvSpPr/>
            <p:nvPr/>
          </p:nvSpPr>
          <p:spPr>
            <a:xfrm>
              <a:off x="4973584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g1970"/>
            <p:cNvSpPr/>
            <p:nvPr/>
          </p:nvSpPr>
          <p:spPr>
            <a:xfrm>
              <a:off x="4985221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g1971"/>
            <p:cNvSpPr/>
            <p:nvPr/>
          </p:nvSpPr>
          <p:spPr>
            <a:xfrm>
              <a:off x="499685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g1972"/>
            <p:cNvSpPr/>
            <p:nvPr/>
          </p:nvSpPr>
          <p:spPr>
            <a:xfrm>
              <a:off x="5008496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g1973"/>
            <p:cNvSpPr/>
            <p:nvPr/>
          </p:nvSpPr>
          <p:spPr>
            <a:xfrm>
              <a:off x="5020133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g1974"/>
            <p:cNvSpPr/>
            <p:nvPr/>
          </p:nvSpPr>
          <p:spPr>
            <a:xfrm>
              <a:off x="491539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g1975"/>
            <p:cNvSpPr/>
            <p:nvPr/>
          </p:nvSpPr>
          <p:spPr>
            <a:xfrm>
              <a:off x="4927035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g1976"/>
            <p:cNvSpPr/>
            <p:nvPr/>
          </p:nvSpPr>
          <p:spPr>
            <a:xfrm>
              <a:off x="4938672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g1977"/>
            <p:cNvSpPr/>
            <p:nvPr/>
          </p:nvSpPr>
          <p:spPr>
            <a:xfrm>
              <a:off x="495030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g1978"/>
            <p:cNvSpPr/>
            <p:nvPr/>
          </p:nvSpPr>
          <p:spPr>
            <a:xfrm>
              <a:off x="496194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g1979"/>
            <p:cNvSpPr/>
            <p:nvPr/>
          </p:nvSpPr>
          <p:spPr>
            <a:xfrm>
              <a:off x="4973584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g1980"/>
            <p:cNvSpPr/>
            <p:nvPr/>
          </p:nvSpPr>
          <p:spPr>
            <a:xfrm>
              <a:off x="4985221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g1981"/>
            <p:cNvSpPr/>
            <p:nvPr/>
          </p:nvSpPr>
          <p:spPr>
            <a:xfrm>
              <a:off x="499685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g1982"/>
            <p:cNvSpPr/>
            <p:nvPr/>
          </p:nvSpPr>
          <p:spPr>
            <a:xfrm>
              <a:off x="4892123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g1983"/>
            <p:cNvSpPr/>
            <p:nvPr/>
          </p:nvSpPr>
          <p:spPr>
            <a:xfrm>
              <a:off x="4903760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g1984"/>
            <p:cNvSpPr/>
            <p:nvPr/>
          </p:nvSpPr>
          <p:spPr>
            <a:xfrm>
              <a:off x="491539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g1985"/>
            <p:cNvSpPr/>
            <p:nvPr/>
          </p:nvSpPr>
          <p:spPr>
            <a:xfrm>
              <a:off x="4927035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g1986"/>
            <p:cNvSpPr/>
            <p:nvPr/>
          </p:nvSpPr>
          <p:spPr>
            <a:xfrm>
              <a:off x="4938672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g1987"/>
            <p:cNvSpPr/>
            <p:nvPr/>
          </p:nvSpPr>
          <p:spPr>
            <a:xfrm>
              <a:off x="4950309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g1988"/>
            <p:cNvSpPr/>
            <p:nvPr/>
          </p:nvSpPr>
          <p:spPr>
            <a:xfrm>
              <a:off x="496194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g1989"/>
            <p:cNvSpPr/>
            <p:nvPr/>
          </p:nvSpPr>
          <p:spPr>
            <a:xfrm>
              <a:off x="4973584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g1990"/>
            <p:cNvSpPr/>
            <p:nvPr/>
          </p:nvSpPr>
          <p:spPr>
            <a:xfrm>
              <a:off x="4985221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g1991"/>
            <p:cNvSpPr/>
            <p:nvPr/>
          </p:nvSpPr>
          <p:spPr>
            <a:xfrm>
              <a:off x="4857211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g1992"/>
            <p:cNvSpPr/>
            <p:nvPr/>
          </p:nvSpPr>
          <p:spPr>
            <a:xfrm>
              <a:off x="4868848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g1993"/>
            <p:cNvSpPr/>
            <p:nvPr/>
          </p:nvSpPr>
          <p:spPr>
            <a:xfrm>
              <a:off x="488048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g1994"/>
            <p:cNvSpPr/>
            <p:nvPr/>
          </p:nvSpPr>
          <p:spPr>
            <a:xfrm>
              <a:off x="4892123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g1995"/>
            <p:cNvSpPr/>
            <p:nvPr/>
          </p:nvSpPr>
          <p:spPr>
            <a:xfrm>
              <a:off x="4903760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g1996"/>
            <p:cNvSpPr/>
            <p:nvPr/>
          </p:nvSpPr>
          <p:spPr>
            <a:xfrm>
              <a:off x="491539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g1997"/>
            <p:cNvSpPr/>
            <p:nvPr/>
          </p:nvSpPr>
          <p:spPr>
            <a:xfrm>
              <a:off x="492703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g1998"/>
            <p:cNvSpPr/>
            <p:nvPr/>
          </p:nvSpPr>
          <p:spPr>
            <a:xfrm>
              <a:off x="4938672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g1999"/>
            <p:cNvSpPr/>
            <p:nvPr/>
          </p:nvSpPr>
          <p:spPr>
            <a:xfrm>
              <a:off x="4950309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g2000"/>
            <p:cNvSpPr/>
            <p:nvPr/>
          </p:nvSpPr>
          <p:spPr>
            <a:xfrm>
              <a:off x="496194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g2001"/>
            <p:cNvSpPr/>
            <p:nvPr/>
          </p:nvSpPr>
          <p:spPr>
            <a:xfrm>
              <a:off x="4973584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g2002"/>
            <p:cNvSpPr/>
            <p:nvPr/>
          </p:nvSpPr>
          <p:spPr>
            <a:xfrm>
              <a:off x="4833936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g2003"/>
            <p:cNvSpPr/>
            <p:nvPr/>
          </p:nvSpPr>
          <p:spPr>
            <a:xfrm>
              <a:off x="484557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g2004"/>
            <p:cNvSpPr/>
            <p:nvPr/>
          </p:nvSpPr>
          <p:spPr>
            <a:xfrm>
              <a:off x="4857211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g2005"/>
            <p:cNvSpPr/>
            <p:nvPr/>
          </p:nvSpPr>
          <p:spPr>
            <a:xfrm>
              <a:off x="4868848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g2006"/>
            <p:cNvSpPr/>
            <p:nvPr/>
          </p:nvSpPr>
          <p:spPr>
            <a:xfrm>
              <a:off x="488048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g2007"/>
            <p:cNvSpPr/>
            <p:nvPr/>
          </p:nvSpPr>
          <p:spPr>
            <a:xfrm>
              <a:off x="489212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g2008"/>
            <p:cNvSpPr/>
            <p:nvPr/>
          </p:nvSpPr>
          <p:spPr>
            <a:xfrm>
              <a:off x="4903760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g2009"/>
            <p:cNvSpPr/>
            <p:nvPr/>
          </p:nvSpPr>
          <p:spPr>
            <a:xfrm>
              <a:off x="491539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g2010"/>
            <p:cNvSpPr/>
            <p:nvPr/>
          </p:nvSpPr>
          <p:spPr>
            <a:xfrm>
              <a:off x="492703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g2011"/>
            <p:cNvSpPr/>
            <p:nvPr/>
          </p:nvSpPr>
          <p:spPr>
            <a:xfrm>
              <a:off x="4938672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g2012"/>
            <p:cNvSpPr/>
            <p:nvPr/>
          </p:nvSpPr>
          <p:spPr>
            <a:xfrm>
              <a:off x="4950309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g2013"/>
            <p:cNvSpPr/>
            <p:nvPr/>
          </p:nvSpPr>
          <p:spPr>
            <a:xfrm>
              <a:off x="496194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g2014"/>
            <p:cNvSpPr/>
            <p:nvPr/>
          </p:nvSpPr>
          <p:spPr>
            <a:xfrm>
              <a:off x="482229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g2015"/>
            <p:cNvSpPr/>
            <p:nvPr/>
          </p:nvSpPr>
          <p:spPr>
            <a:xfrm>
              <a:off x="4833936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g2016"/>
            <p:cNvSpPr/>
            <p:nvPr/>
          </p:nvSpPr>
          <p:spPr>
            <a:xfrm>
              <a:off x="484557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g2017"/>
            <p:cNvSpPr/>
            <p:nvPr/>
          </p:nvSpPr>
          <p:spPr>
            <a:xfrm>
              <a:off x="4857211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g2018"/>
            <p:cNvSpPr/>
            <p:nvPr/>
          </p:nvSpPr>
          <p:spPr>
            <a:xfrm>
              <a:off x="4868848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g2019"/>
            <p:cNvSpPr/>
            <p:nvPr/>
          </p:nvSpPr>
          <p:spPr>
            <a:xfrm>
              <a:off x="488048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g2020"/>
            <p:cNvSpPr/>
            <p:nvPr/>
          </p:nvSpPr>
          <p:spPr>
            <a:xfrm>
              <a:off x="489212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g2021"/>
            <p:cNvSpPr/>
            <p:nvPr/>
          </p:nvSpPr>
          <p:spPr>
            <a:xfrm>
              <a:off x="4903760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g2022"/>
            <p:cNvSpPr/>
            <p:nvPr/>
          </p:nvSpPr>
          <p:spPr>
            <a:xfrm>
              <a:off x="491539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g2023"/>
            <p:cNvSpPr/>
            <p:nvPr/>
          </p:nvSpPr>
          <p:spPr>
            <a:xfrm>
              <a:off x="492703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g2024"/>
            <p:cNvSpPr/>
            <p:nvPr/>
          </p:nvSpPr>
          <p:spPr>
            <a:xfrm>
              <a:off x="4938672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g2025"/>
            <p:cNvSpPr/>
            <p:nvPr/>
          </p:nvSpPr>
          <p:spPr>
            <a:xfrm>
              <a:off x="495030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g2026"/>
            <p:cNvSpPr/>
            <p:nvPr/>
          </p:nvSpPr>
          <p:spPr>
            <a:xfrm>
              <a:off x="496194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g2027"/>
            <p:cNvSpPr/>
            <p:nvPr/>
          </p:nvSpPr>
          <p:spPr>
            <a:xfrm>
              <a:off x="481066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g2028"/>
            <p:cNvSpPr/>
            <p:nvPr/>
          </p:nvSpPr>
          <p:spPr>
            <a:xfrm>
              <a:off x="482229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g2029"/>
            <p:cNvSpPr/>
            <p:nvPr/>
          </p:nvSpPr>
          <p:spPr>
            <a:xfrm>
              <a:off x="4833936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g2030"/>
            <p:cNvSpPr/>
            <p:nvPr/>
          </p:nvSpPr>
          <p:spPr>
            <a:xfrm>
              <a:off x="484557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g2031"/>
            <p:cNvSpPr/>
            <p:nvPr/>
          </p:nvSpPr>
          <p:spPr>
            <a:xfrm>
              <a:off x="485721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g2032"/>
            <p:cNvSpPr/>
            <p:nvPr/>
          </p:nvSpPr>
          <p:spPr>
            <a:xfrm>
              <a:off x="4868848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g2033"/>
            <p:cNvSpPr/>
            <p:nvPr/>
          </p:nvSpPr>
          <p:spPr>
            <a:xfrm>
              <a:off x="488048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g2034"/>
            <p:cNvSpPr/>
            <p:nvPr/>
          </p:nvSpPr>
          <p:spPr>
            <a:xfrm>
              <a:off x="489212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g2035"/>
            <p:cNvSpPr/>
            <p:nvPr/>
          </p:nvSpPr>
          <p:spPr>
            <a:xfrm>
              <a:off x="4903760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g2036"/>
            <p:cNvSpPr/>
            <p:nvPr/>
          </p:nvSpPr>
          <p:spPr>
            <a:xfrm>
              <a:off x="4915397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g2037"/>
            <p:cNvSpPr/>
            <p:nvPr/>
          </p:nvSpPr>
          <p:spPr>
            <a:xfrm>
              <a:off x="492703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g2038"/>
            <p:cNvSpPr/>
            <p:nvPr/>
          </p:nvSpPr>
          <p:spPr>
            <a:xfrm>
              <a:off x="4938672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g2039"/>
            <p:cNvSpPr/>
            <p:nvPr/>
          </p:nvSpPr>
          <p:spPr>
            <a:xfrm>
              <a:off x="495030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g2040"/>
            <p:cNvSpPr/>
            <p:nvPr/>
          </p:nvSpPr>
          <p:spPr>
            <a:xfrm>
              <a:off x="4799024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g2041"/>
            <p:cNvSpPr/>
            <p:nvPr/>
          </p:nvSpPr>
          <p:spPr>
            <a:xfrm>
              <a:off x="481066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g2042"/>
            <p:cNvSpPr/>
            <p:nvPr/>
          </p:nvSpPr>
          <p:spPr>
            <a:xfrm>
              <a:off x="4822299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g2043"/>
            <p:cNvSpPr/>
            <p:nvPr/>
          </p:nvSpPr>
          <p:spPr>
            <a:xfrm>
              <a:off x="4833936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g2044"/>
            <p:cNvSpPr/>
            <p:nvPr/>
          </p:nvSpPr>
          <p:spPr>
            <a:xfrm>
              <a:off x="4845573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g2045"/>
            <p:cNvSpPr/>
            <p:nvPr/>
          </p:nvSpPr>
          <p:spPr>
            <a:xfrm>
              <a:off x="485721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g2046"/>
            <p:cNvSpPr/>
            <p:nvPr/>
          </p:nvSpPr>
          <p:spPr>
            <a:xfrm>
              <a:off x="4868848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g2047"/>
            <p:cNvSpPr/>
            <p:nvPr/>
          </p:nvSpPr>
          <p:spPr>
            <a:xfrm>
              <a:off x="4787387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g2048"/>
            <p:cNvSpPr/>
            <p:nvPr/>
          </p:nvSpPr>
          <p:spPr>
            <a:xfrm>
              <a:off x="4799024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g2049"/>
            <p:cNvSpPr/>
            <p:nvPr/>
          </p:nvSpPr>
          <p:spPr>
            <a:xfrm>
              <a:off x="481066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g2050"/>
            <p:cNvSpPr/>
            <p:nvPr/>
          </p:nvSpPr>
          <p:spPr>
            <a:xfrm>
              <a:off x="4822299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g2051"/>
            <p:cNvSpPr/>
            <p:nvPr/>
          </p:nvSpPr>
          <p:spPr>
            <a:xfrm>
              <a:off x="4833936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g2052"/>
            <p:cNvSpPr/>
            <p:nvPr/>
          </p:nvSpPr>
          <p:spPr>
            <a:xfrm>
              <a:off x="4845573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g2053"/>
            <p:cNvSpPr/>
            <p:nvPr/>
          </p:nvSpPr>
          <p:spPr>
            <a:xfrm>
              <a:off x="485721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g2054"/>
            <p:cNvSpPr/>
            <p:nvPr/>
          </p:nvSpPr>
          <p:spPr>
            <a:xfrm>
              <a:off x="477574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g2055"/>
            <p:cNvSpPr/>
            <p:nvPr/>
          </p:nvSpPr>
          <p:spPr>
            <a:xfrm>
              <a:off x="4787387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g2056"/>
            <p:cNvSpPr/>
            <p:nvPr/>
          </p:nvSpPr>
          <p:spPr>
            <a:xfrm>
              <a:off x="4799024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g2057"/>
            <p:cNvSpPr/>
            <p:nvPr/>
          </p:nvSpPr>
          <p:spPr>
            <a:xfrm>
              <a:off x="4810661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g2058"/>
            <p:cNvSpPr/>
            <p:nvPr/>
          </p:nvSpPr>
          <p:spPr>
            <a:xfrm>
              <a:off x="482229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g2059"/>
            <p:cNvSpPr/>
            <p:nvPr/>
          </p:nvSpPr>
          <p:spPr>
            <a:xfrm>
              <a:off x="4833936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g2060"/>
            <p:cNvSpPr/>
            <p:nvPr/>
          </p:nvSpPr>
          <p:spPr>
            <a:xfrm>
              <a:off x="4845573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g2061"/>
            <p:cNvSpPr/>
            <p:nvPr/>
          </p:nvSpPr>
          <p:spPr>
            <a:xfrm>
              <a:off x="477574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g2062"/>
            <p:cNvSpPr/>
            <p:nvPr/>
          </p:nvSpPr>
          <p:spPr>
            <a:xfrm>
              <a:off x="4787387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g2063"/>
            <p:cNvSpPr/>
            <p:nvPr/>
          </p:nvSpPr>
          <p:spPr>
            <a:xfrm>
              <a:off x="4799024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g2064"/>
            <p:cNvSpPr/>
            <p:nvPr/>
          </p:nvSpPr>
          <p:spPr>
            <a:xfrm>
              <a:off x="4810661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g2065"/>
            <p:cNvSpPr/>
            <p:nvPr/>
          </p:nvSpPr>
          <p:spPr>
            <a:xfrm>
              <a:off x="482229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g2066"/>
            <p:cNvSpPr/>
            <p:nvPr/>
          </p:nvSpPr>
          <p:spPr>
            <a:xfrm>
              <a:off x="4833936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g2067"/>
            <p:cNvSpPr/>
            <p:nvPr/>
          </p:nvSpPr>
          <p:spPr>
            <a:xfrm>
              <a:off x="4752475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g2068"/>
            <p:cNvSpPr/>
            <p:nvPr/>
          </p:nvSpPr>
          <p:spPr>
            <a:xfrm>
              <a:off x="4764112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g2069"/>
            <p:cNvSpPr/>
            <p:nvPr/>
          </p:nvSpPr>
          <p:spPr>
            <a:xfrm>
              <a:off x="477574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g2070"/>
            <p:cNvSpPr/>
            <p:nvPr/>
          </p:nvSpPr>
          <p:spPr>
            <a:xfrm>
              <a:off x="4787387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g2071"/>
            <p:cNvSpPr/>
            <p:nvPr/>
          </p:nvSpPr>
          <p:spPr>
            <a:xfrm>
              <a:off x="4799024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g2072"/>
            <p:cNvSpPr/>
            <p:nvPr/>
          </p:nvSpPr>
          <p:spPr>
            <a:xfrm>
              <a:off x="4810661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g2073"/>
            <p:cNvSpPr/>
            <p:nvPr/>
          </p:nvSpPr>
          <p:spPr>
            <a:xfrm>
              <a:off x="482229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g2074"/>
            <p:cNvSpPr/>
            <p:nvPr/>
          </p:nvSpPr>
          <p:spPr>
            <a:xfrm>
              <a:off x="474083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g2075"/>
            <p:cNvSpPr/>
            <p:nvPr/>
          </p:nvSpPr>
          <p:spPr>
            <a:xfrm>
              <a:off x="4752475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g2076"/>
            <p:cNvSpPr/>
            <p:nvPr/>
          </p:nvSpPr>
          <p:spPr>
            <a:xfrm>
              <a:off x="4764112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g2077"/>
            <p:cNvSpPr/>
            <p:nvPr/>
          </p:nvSpPr>
          <p:spPr>
            <a:xfrm>
              <a:off x="477574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g2078"/>
            <p:cNvSpPr/>
            <p:nvPr/>
          </p:nvSpPr>
          <p:spPr>
            <a:xfrm>
              <a:off x="478738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g2079"/>
            <p:cNvSpPr/>
            <p:nvPr/>
          </p:nvSpPr>
          <p:spPr>
            <a:xfrm>
              <a:off x="4799024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g2080"/>
            <p:cNvSpPr/>
            <p:nvPr/>
          </p:nvSpPr>
          <p:spPr>
            <a:xfrm>
              <a:off x="4810661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g2081"/>
            <p:cNvSpPr/>
            <p:nvPr/>
          </p:nvSpPr>
          <p:spPr>
            <a:xfrm>
              <a:off x="482229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g2082"/>
            <p:cNvSpPr/>
            <p:nvPr/>
          </p:nvSpPr>
          <p:spPr>
            <a:xfrm>
              <a:off x="4717563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g2083"/>
            <p:cNvSpPr/>
            <p:nvPr/>
          </p:nvSpPr>
          <p:spPr>
            <a:xfrm>
              <a:off x="4729200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g2084"/>
            <p:cNvSpPr/>
            <p:nvPr/>
          </p:nvSpPr>
          <p:spPr>
            <a:xfrm>
              <a:off x="474083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g2085"/>
            <p:cNvSpPr/>
            <p:nvPr/>
          </p:nvSpPr>
          <p:spPr>
            <a:xfrm>
              <a:off x="4752475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g2086"/>
            <p:cNvSpPr/>
            <p:nvPr/>
          </p:nvSpPr>
          <p:spPr>
            <a:xfrm>
              <a:off x="4764112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g2087"/>
            <p:cNvSpPr/>
            <p:nvPr/>
          </p:nvSpPr>
          <p:spPr>
            <a:xfrm>
              <a:off x="4775749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g2088"/>
            <p:cNvSpPr/>
            <p:nvPr/>
          </p:nvSpPr>
          <p:spPr>
            <a:xfrm>
              <a:off x="478738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g2089"/>
            <p:cNvSpPr/>
            <p:nvPr/>
          </p:nvSpPr>
          <p:spPr>
            <a:xfrm>
              <a:off x="4799024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g2090"/>
            <p:cNvSpPr/>
            <p:nvPr/>
          </p:nvSpPr>
          <p:spPr>
            <a:xfrm>
              <a:off x="4810661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g2091"/>
            <p:cNvSpPr/>
            <p:nvPr/>
          </p:nvSpPr>
          <p:spPr>
            <a:xfrm>
              <a:off x="470592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g2092"/>
            <p:cNvSpPr/>
            <p:nvPr/>
          </p:nvSpPr>
          <p:spPr>
            <a:xfrm>
              <a:off x="4717563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g2093"/>
            <p:cNvSpPr/>
            <p:nvPr/>
          </p:nvSpPr>
          <p:spPr>
            <a:xfrm>
              <a:off x="4729200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g2094"/>
            <p:cNvSpPr/>
            <p:nvPr/>
          </p:nvSpPr>
          <p:spPr>
            <a:xfrm>
              <a:off x="474083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g2095"/>
            <p:cNvSpPr/>
            <p:nvPr/>
          </p:nvSpPr>
          <p:spPr>
            <a:xfrm>
              <a:off x="475247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g2096"/>
            <p:cNvSpPr/>
            <p:nvPr/>
          </p:nvSpPr>
          <p:spPr>
            <a:xfrm>
              <a:off x="4764112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g2097"/>
            <p:cNvSpPr/>
            <p:nvPr/>
          </p:nvSpPr>
          <p:spPr>
            <a:xfrm>
              <a:off x="4775749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g2098"/>
            <p:cNvSpPr/>
            <p:nvPr/>
          </p:nvSpPr>
          <p:spPr>
            <a:xfrm>
              <a:off x="478738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g2099"/>
            <p:cNvSpPr/>
            <p:nvPr/>
          </p:nvSpPr>
          <p:spPr>
            <a:xfrm>
              <a:off x="464773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g2100"/>
            <p:cNvSpPr/>
            <p:nvPr/>
          </p:nvSpPr>
          <p:spPr>
            <a:xfrm>
              <a:off x="4659376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g2101"/>
            <p:cNvSpPr/>
            <p:nvPr/>
          </p:nvSpPr>
          <p:spPr>
            <a:xfrm>
              <a:off x="467101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g2102"/>
            <p:cNvSpPr/>
            <p:nvPr/>
          </p:nvSpPr>
          <p:spPr>
            <a:xfrm>
              <a:off x="4682651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g2103"/>
            <p:cNvSpPr/>
            <p:nvPr/>
          </p:nvSpPr>
          <p:spPr>
            <a:xfrm>
              <a:off x="4694288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g2104"/>
            <p:cNvSpPr/>
            <p:nvPr/>
          </p:nvSpPr>
          <p:spPr>
            <a:xfrm>
              <a:off x="470592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g2105"/>
            <p:cNvSpPr/>
            <p:nvPr/>
          </p:nvSpPr>
          <p:spPr>
            <a:xfrm>
              <a:off x="471756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g2106"/>
            <p:cNvSpPr/>
            <p:nvPr/>
          </p:nvSpPr>
          <p:spPr>
            <a:xfrm>
              <a:off x="4729200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g2107"/>
            <p:cNvSpPr/>
            <p:nvPr/>
          </p:nvSpPr>
          <p:spPr>
            <a:xfrm>
              <a:off x="4740837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g2108"/>
            <p:cNvSpPr/>
            <p:nvPr/>
          </p:nvSpPr>
          <p:spPr>
            <a:xfrm>
              <a:off x="475247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g2109"/>
            <p:cNvSpPr/>
            <p:nvPr/>
          </p:nvSpPr>
          <p:spPr>
            <a:xfrm>
              <a:off x="4764112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g2110"/>
            <p:cNvSpPr/>
            <p:nvPr/>
          </p:nvSpPr>
          <p:spPr>
            <a:xfrm>
              <a:off x="477574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g2111"/>
            <p:cNvSpPr/>
            <p:nvPr/>
          </p:nvSpPr>
          <p:spPr>
            <a:xfrm>
              <a:off x="4624464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g2112"/>
            <p:cNvSpPr/>
            <p:nvPr/>
          </p:nvSpPr>
          <p:spPr>
            <a:xfrm>
              <a:off x="463610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g2113"/>
            <p:cNvSpPr/>
            <p:nvPr/>
          </p:nvSpPr>
          <p:spPr>
            <a:xfrm>
              <a:off x="4647739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g2114"/>
            <p:cNvSpPr/>
            <p:nvPr/>
          </p:nvSpPr>
          <p:spPr>
            <a:xfrm>
              <a:off x="4659376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g2115"/>
            <p:cNvSpPr/>
            <p:nvPr/>
          </p:nvSpPr>
          <p:spPr>
            <a:xfrm>
              <a:off x="467101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g2116"/>
            <p:cNvSpPr/>
            <p:nvPr/>
          </p:nvSpPr>
          <p:spPr>
            <a:xfrm>
              <a:off x="468265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g2117"/>
            <p:cNvSpPr/>
            <p:nvPr/>
          </p:nvSpPr>
          <p:spPr>
            <a:xfrm>
              <a:off x="4694288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g2118"/>
            <p:cNvSpPr/>
            <p:nvPr/>
          </p:nvSpPr>
          <p:spPr>
            <a:xfrm>
              <a:off x="470592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g2119"/>
            <p:cNvSpPr/>
            <p:nvPr/>
          </p:nvSpPr>
          <p:spPr>
            <a:xfrm>
              <a:off x="471756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g2120"/>
            <p:cNvSpPr/>
            <p:nvPr/>
          </p:nvSpPr>
          <p:spPr>
            <a:xfrm>
              <a:off x="4729200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g2121"/>
            <p:cNvSpPr/>
            <p:nvPr/>
          </p:nvSpPr>
          <p:spPr>
            <a:xfrm>
              <a:off x="4740837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g2122"/>
            <p:cNvSpPr/>
            <p:nvPr/>
          </p:nvSpPr>
          <p:spPr>
            <a:xfrm>
              <a:off x="475247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g2123"/>
            <p:cNvSpPr/>
            <p:nvPr/>
          </p:nvSpPr>
          <p:spPr>
            <a:xfrm>
              <a:off x="4764112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g2124"/>
            <p:cNvSpPr/>
            <p:nvPr/>
          </p:nvSpPr>
          <p:spPr>
            <a:xfrm>
              <a:off x="461282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g2125"/>
            <p:cNvSpPr/>
            <p:nvPr/>
          </p:nvSpPr>
          <p:spPr>
            <a:xfrm>
              <a:off x="4624464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g2126"/>
            <p:cNvSpPr/>
            <p:nvPr/>
          </p:nvSpPr>
          <p:spPr>
            <a:xfrm>
              <a:off x="463610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g2127"/>
            <p:cNvSpPr/>
            <p:nvPr/>
          </p:nvSpPr>
          <p:spPr>
            <a:xfrm>
              <a:off x="4647739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g2128"/>
            <p:cNvSpPr/>
            <p:nvPr/>
          </p:nvSpPr>
          <p:spPr>
            <a:xfrm>
              <a:off x="4659376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g2129"/>
            <p:cNvSpPr/>
            <p:nvPr/>
          </p:nvSpPr>
          <p:spPr>
            <a:xfrm>
              <a:off x="467101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g2130"/>
            <p:cNvSpPr/>
            <p:nvPr/>
          </p:nvSpPr>
          <p:spPr>
            <a:xfrm>
              <a:off x="468265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g2131"/>
            <p:cNvSpPr/>
            <p:nvPr/>
          </p:nvSpPr>
          <p:spPr>
            <a:xfrm>
              <a:off x="4694288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g2132"/>
            <p:cNvSpPr/>
            <p:nvPr/>
          </p:nvSpPr>
          <p:spPr>
            <a:xfrm>
              <a:off x="4705925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g2133"/>
            <p:cNvSpPr/>
            <p:nvPr/>
          </p:nvSpPr>
          <p:spPr>
            <a:xfrm>
              <a:off x="471756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g2134"/>
            <p:cNvSpPr/>
            <p:nvPr/>
          </p:nvSpPr>
          <p:spPr>
            <a:xfrm>
              <a:off x="4729200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g2135"/>
            <p:cNvSpPr/>
            <p:nvPr/>
          </p:nvSpPr>
          <p:spPr>
            <a:xfrm>
              <a:off x="474083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g2136"/>
            <p:cNvSpPr/>
            <p:nvPr/>
          </p:nvSpPr>
          <p:spPr>
            <a:xfrm>
              <a:off x="4612827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g2137"/>
            <p:cNvSpPr/>
            <p:nvPr/>
          </p:nvSpPr>
          <p:spPr>
            <a:xfrm>
              <a:off x="4624464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g2138"/>
            <p:cNvSpPr/>
            <p:nvPr/>
          </p:nvSpPr>
          <p:spPr>
            <a:xfrm>
              <a:off x="463610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g2139"/>
            <p:cNvSpPr/>
            <p:nvPr/>
          </p:nvSpPr>
          <p:spPr>
            <a:xfrm>
              <a:off x="4647739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g2140"/>
            <p:cNvSpPr/>
            <p:nvPr/>
          </p:nvSpPr>
          <p:spPr>
            <a:xfrm>
              <a:off x="4659376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g2141"/>
            <p:cNvSpPr/>
            <p:nvPr/>
          </p:nvSpPr>
          <p:spPr>
            <a:xfrm>
              <a:off x="467101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g2142"/>
            <p:cNvSpPr/>
            <p:nvPr/>
          </p:nvSpPr>
          <p:spPr>
            <a:xfrm>
              <a:off x="468265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g2143"/>
            <p:cNvSpPr/>
            <p:nvPr/>
          </p:nvSpPr>
          <p:spPr>
            <a:xfrm>
              <a:off x="4694288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g2144"/>
            <p:cNvSpPr/>
            <p:nvPr/>
          </p:nvSpPr>
          <p:spPr>
            <a:xfrm>
              <a:off x="4705925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g2145"/>
            <p:cNvSpPr/>
            <p:nvPr/>
          </p:nvSpPr>
          <p:spPr>
            <a:xfrm>
              <a:off x="471756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g2146"/>
            <p:cNvSpPr/>
            <p:nvPr/>
          </p:nvSpPr>
          <p:spPr>
            <a:xfrm>
              <a:off x="4729200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g2147"/>
            <p:cNvSpPr/>
            <p:nvPr/>
          </p:nvSpPr>
          <p:spPr>
            <a:xfrm>
              <a:off x="4612827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g2148"/>
            <p:cNvSpPr/>
            <p:nvPr/>
          </p:nvSpPr>
          <p:spPr>
            <a:xfrm>
              <a:off x="4624464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g2149"/>
            <p:cNvSpPr/>
            <p:nvPr/>
          </p:nvSpPr>
          <p:spPr>
            <a:xfrm>
              <a:off x="463610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g2150"/>
            <p:cNvSpPr/>
            <p:nvPr/>
          </p:nvSpPr>
          <p:spPr>
            <a:xfrm>
              <a:off x="4647739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g2151"/>
            <p:cNvSpPr/>
            <p:nvPr/>
          </p:nvSpPr>
          <p:spPr>
            <a:xfrm>
              <a:off x="4659376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g2152"/>
            <p:cNvSpPr/>
            <p:nvPr/>
          </p:nvSpPr>
          <p:spPr>
            <a:xfrm>
              <a:off x="4671013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g2153"/>
            <p:cNvSpPr/>
            <p:nvPr/>
          </p:nvSpPr>
          <p:spPr>
            <a:xfrm>
              <a:off x="468265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g2154"/>
            <p:cNvSpPr/>
            <p:nvPr/>
          </p:nvSpPr>
          <p:spPr>
            <a:xfrm>
              <a:off x="4694288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g2155"/>
            <p:cNvSpPr/>
            <p:nvPr/>
          </p:nvSpPr>
          <p:spPr>
            <a:xfrm>
              <a:off x="4612827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g2156"/>
            <p:cNvSpPr/>
            <p:nvPr/>
          </p:nvSpPr>
          <p:spPr>
            <a:xfrm>
              <a:off x="4624464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g2157"/>
            <p:cNvSpPr/>
            <p:nvPr/>
          </p:nvSpPr>
          <p:spPr>
            <a:xfrm>
              <a:off x="463610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g2158"/>
            <p:cNvSpPr/>
            <p:nvPr/>
          </p:nvSpPr>
          <p:spPr>
            <a:xfrm>
              <a:off x="4647739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8FA7">
                <a:alpha val="100000"/>
              </a:srgbClr>
            </a:solidFill>
            <a:ln w="5420" cap="flat">
              <a:solidFill>
                <a:srgbClr val="36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g2159"/>
            <p:cNvSpPr/>
            <p:nvPr/>
          </p:nvSpPr>
          <p:spPr>
            <a:xfrm>
              <a:off x="4659376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g2160"/>
            <p:cNvSpPr/>
            <p:nvPr/>
          </p:nvSpPr>
          <p:spPr>
            <a:xfrm>
              <a:off x="4671013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g2161"/>
            <p:cNvSpPr/>
            <p:nvPr/>
          </p:nvSpPr>
          <p:spPr>
            <a:xfrm>
              <a:off x="468265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g2162"/>
            <p:cNvSpPr/>
            <p:nvPr/>
          </p:nvSpPr>
          <p:spPr>
            <a:xfrm>
              <a:off x="4589552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g2163"/>
            <p:cNvSpPr/>
            <p:nvPr/>
          </p:nvSpPr>
          <p:spPr>
            <a:xfrm>
              <a:off x="4601190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g2164"/>
            <p:cNvSpPr/>
            <p:nvPr/>
          </p:nvSpPr>
          <p:spPr>
            <a:xfrm>
              <a:off x="4612827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g2165"/>
            <p:cNvSpPr/>
            <p:nvPr/>
          </p:nvSpPr>
          <p:spPr>
            <a:xfrm>
              <a:off x="4624464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g2166"/>
            <p:cNvSpPr/>
            <p:nvPr/>
          </p:nvSpPr>
          <p:spPr>
            <a:xfrm>
              <a:off x="4636101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g2167"/>
            <p:cNvSpPr/>
            <p:nvPr/>
          </p:nvSpPr>
          <p:spPr>
            <a:xfrm>
              <a:off x="4647739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g2168"/>
            <p:cNvSpPr/>
            <p:nvPr/>
          </p:nvSpPr>
          <p:spPr>
            <a:xfrm>
              <a:off x="4659376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g2169"/>
            <p:cNvSpPr/>
            <p:nvPr/>
          </p:nvSpPr>
          <p:spPr>
            <a:xfrm>
              <a:off x="4671013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g2170"/>
            <p:cNvSpPr/>
            <p:nvPr/>
          </p:nvSpPr>
          <p:spPr>
            <a:xfrm>
              <a:off x="4589552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g2171"/>
            <p:cNvSpPr/>
            <p:nvPr/>
          </p:nvSpPr>
          <p:spPr>
            <a:xfrm>
              <a:off x="4601190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g2172"/>
            <p:cNvSpPr/>
            <p:nvPr/>
          </p:nvSpPr>
          <p:spPr>
            <a:xfrm>
              <a:off x="4612827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g2173"/>
            <p:cNvSpPr/>
            <p:nvPr/>
          </p:nvSpPr>
          <p:spPr>
            <a:xfrm>
              <a:off x="4624464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g2174"/>
            <p:cNvSpPr/>
            <p:nvPr/>
          </p:nvSpPr>
          <p:spPr>
            <a:xfrm>
              <a:off x="4636101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g2175"/>
            <p:cNvSpPr/>
            <p:nvPr/>
          </p:nvSpPr>
          <p:spPr>
            <a:xfrm>
              <a:off x="4647739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g2176"/>
            <p:cNvSpPr/>
            <p:nvPr/>
          </p:nvSpPr>
          <p:spPr>
            <a:xfrm>
              <a:off x="4659376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g2177"/>
            <p:cNvSpPr/>
            <p:nvPr/>
          </p:nvSpPr>
          <p:spPr>
            <a:xfrm>
              <a:off x="4577915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g2178"/>
            <p:cNvSpPr/>
            <p:nvPr/>
          </p:nvSpPr>
          <p:spPr>
            <a:xfrm>
              <a:off x="4589552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g2179"/>
            <p:cNvSpPr/>
            <p:nvPr/>
          </p:nvSpPr>
          <p:spPr>
            <a:xfrm>
              <a:off x="4601190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g2180"/>
            <p:cNvSpPr/>
            <p:nvPr/>
          </p:nvSpPr>
          <p:spPr>
            <a:xfrm>
              <a:off x="4612827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g2181"/>
            <p:cNvSpPr/>
            <p:nvPr/>
          </p:nvSpPr>
          <p:spPr>
            <a:xfrm>
              <a:off x="4624464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g2182"/>
            <p:cNvSpPr/>
            <p:nvPr/>
          </p:nvSpPr>
          <p:spPr>
            <a:xfrm>
              <a:off x="4636101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g2183"/>
            <p:cNvSpPr/>
            <p:nvPr/>
          </p:nvSpPr>
          <p:spPr>
            <a:xfrm>
              <a:off x="4647739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g2184"/>
            <p:cNvSpPr/>
            <p:nvPr/>
          </p:nvSpPr>
          <p:spPr>
            <a:xfrm>
              <a:off x="4577915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g2185"/>
            <p:cNvSpPr/>
            <p:nvPr/>
          </p:nvSpPr>
          <p:spPr>
            <a:xfrm>
              <a:off x="4589552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g2186"/>
            <p:cNvSpPr/>
            <p:nvPr/>
          </p:nvSpPr>
          <p:spPr>
            <a:xfrm>
              <a:off x="4601190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g2187"/>
            <p:cNvSpPr/>
            <p:nvPr/>
          </p:nvSpPr>
          <p:spPr>
            <a:xfrm>
              <a:off x="4612827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g2188"/>
            <p:cNvSpPr/>
            <p:nvPr/>
          </p:nvSpPr>
          <p:spPr>
            <a:xfrm>
              <a:off x="4624464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g2189"/>
            <p:cNvSpPr/>
            <p:nvPr/>
          </p:nvSpPr>
          <p:spPr>
            <a:xfrm>
              <a:off x="4636101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g2190"/>
            <p:cNvSpPr/>
            <p:nvPr/>
          </p:nvSpPr>
          <p:spPr>
            <a:xfrm>
              <a:off x="4566278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g2191"/>
            <p:cNvSpPr/>
            <p:nvPr/>
          </p:nvSpPr>
          <p:spPr>
            <a:xfrm>
              <a:off x="4577915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g2192"/>
            <p:cNvSpPr/>
            <p:nvPr/>
          </p:nvSpPr>
          <p:spPr>
            <a:xfrm>
              <a:off x="4589552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g2193"/>
            <p:cNvSpPr/>
            <p:nvPr/>
          </p:nvSpPr>
          <p:spPr>
            <a:xfrm>
              <a:off x="4601190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g2194"/>
            <p:cNvSpPr/>
            <p:nvPr/>
          </p:nvSpPr>
          <p:spPr>
            <a:xfrm>
              <a:off x="4612827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g2195"/>
            <p:cNvSpPr/>
            <p:nvPr/>
          </p:nvSpPr>
          <p:spPr>
            <a:xfrm>
              <a:off x="4624464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g2196"/>
            <p:cNvSpPr/>
            <p:nvPr/>
          </p:nvSpPr>
          <p:spPr>
            <a:xfrm>
              <a:off x="4566278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g2197"/>
            <p:cNvSpPr/>
            <p:nvPr/>
          </p:nvSpPr>
          <p:spPr>
            <a:xfrm>
              <a:off x="4577915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g2198"/>
            <p:cNvSpPr/>
            <p:nvPr/>
          </p:nvSpPr>
          <p:spPr>
            <a:xfrm>
              <a:off x="4589552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g2199"/>
            <p:cNvSpPr/>
            <p:nvPr/>
          </p:nvSpPr>
          <p:spPr>
            <a:xfrm>
              <a:off x="4601190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g2200"/>
            <p:cNvSpPr/>
            <p:nvPr/>
          </p:nvSpPr>
          <p:spPr>
            <a:xfrm>
              <a:off x="4612827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g2201"/>
            <p:cNvSpPr/>
            <p:nvPr/>
          </p:nvSpPr>
          <p:spPr>
            <a:xfrm>
              <a:off x="455464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g2202"/>
            <p:cNvSpPr/>
            <p:nvPr/>
          </p:nvSpPr>
          <p:spPr>
            <a:xfrm>
              <a:off x="4566278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g2203"/>
            <p:cNvSpPr/>
            <p:nvPr/>
          </p:nvSpPr>
          <p:spPr>
            <a:xfrm>
              <a:off x="4577915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g2204"/>
            <p:cNvSpPr/>
            <p:nvPr/>
          </p:nvSpPr>
          <p:spPr>
            <a:xfrm>
              <a:off x="4589552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g2205"/>
            <p:cNvSpPr/>
            <p:nvPr/>
          </p:nvSpPr>
          <p:spPr>
            <a:xfrm>
              <a:off x="460119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g2206"/>
            <p:cNvSpPr/>
            <p:nvPr/>
          </p:nvSpPr>
          <p:spPr>
            <a:xfrm>
              <a:off x="4612827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g2207"/>
            <p:cNvSpPr/>
            <p:nvPr/>
          </p:nvSpPr>
          <p:spPr>
            <a:xfrm>
              <a:off x="455464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g2208"/>
            <p:cNvSpPr/>
            <p:nvPr/>
          </p:nvSpPr>
          <p:spPr>
            <a:xfrm>
              <a:off x="4566278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g2209"/>
            <p:cNvSpPr/>
            <p:nvPr/>
          </p:nvSpPr>
          <p:spPr>
            <a:xfrm>
              <a:off x="4577915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g2210"/>
            <p:cNvSpPr/>
            <p:nvPr/>
          </p:nvSpPr>
          <p:spPr>
            <a:xfrm>
              <a:off x="4589552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g2211"/>
            <p:cNvSpPr/>
            <p:nvPr/>
          </p:nvSpPr>
          <p:spPr>
            <a:xfrm>
              <a:off x="460119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g2212"/>
            <p:cNvSpPr/>
            <p:nvPr/>
          </p:nvSpPr>
          <p:spPr>
            <a:xfrm>
              <a:off x="4543003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g2213"/>
            <p:cNvSpPr/>
            <p:nvPr/>
          </p:nvSpPr>
          <p:spPr>
            <a:xfrm>
              <a:off x="455464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g2214"/>
            <p:cNvSpPr/>
            <p:nvPr/>
          </p:nvSpPr>
          <p:spPr>
            <a:xfrm>
              <a:off x="4566278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g2215"/>
            <p:cNvSpPr/>
            <p:nvPr/>
          </p:nvSpPr>
          <p:spPr>
            <a:xfrm>
              <a:off x="4577915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g2216"/>
            <p:cNvSpPr/>
            <p:nvPr/>
          </p:nvSpPr>
          <p:spPr>
            <a:xfrm>
              <a:off x="4589552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g2217"/>
            <p:cNvSpPr/>
            <p:nvPr/>
          </p:nvSpPr>
          <p:spPr>
            <a:xfrm>
              <a:off x="460119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g2218"/>
            <p:cNvSpPr/>
            <p:nvPr/>
          </p:nvSpPr>
          <p:spPr>
            <a:xfrm>
              <a:off x="4543003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g2219"/>
            <p:cNvSpPr/>
            <p:nvPr/>
          </p:nvSpPr>
          <p:spPr>
            <a:xfrm>
              <a:off x="455464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g2220"/>
            <p:cNvSpPr/>
            <p:nvPr/>
          </p:nvSpPr>
          <p:spPr>
            <a:xfrm>
              <a:off x="4566278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g2221"/>
            <p:cNvSpPr/>
            <p:nvPr/>
          </p:nvSpPr>
          <p:spPr>
            <a:xfrm>
              <a:off x="4577915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g2222"/>
            <p:cNvSpPr/>
            <p:nvPr/>
          </p:nvSpPr>
          <p:spPr>
            <a:xfrm>
              <a:off x="4589552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g2223"/>
            <p:cNvSpPr/>
            <p:nvPr/>
          </p:nvSpPr>
          <p:spPr>
            <a:xfrm>
              <a:off x="460119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g2224"/>
            <p:cNvSpPr/>
            <p:nvPr/>
          </p:nvSpPr>
          <p:spPr>
            <a:xfrm>
              <a:off x="4543003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g2225"/>
            <p:cNvSpPr/>
            <p:nvPr/>
          </p:nvSpPr>
          <p:spPr>
            <a:xfrm>
              <a:off x="4554640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g2226"/>
            <p:cNvSpPr/>
            <p:nvPr/>
          </p:nvSpPr>
          <p:spPr>
            <a:xfrm>
              <a:off x="4566278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g2227"/>
            <p:cNvSpPr/>
            <p:nvPr/>
          </p:nvSpPr>
          <p:spPr>
            <a:xfrm>
              <a:off x="4577915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g2228"/>
            <p:cNvSpPr/>
            <p:nvPr/>
          </p:nvSpPr>
          <p:spPr>
            <a:xfrm>
              <a:off x="4589552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g2229"/>
            <p:cNvSpPr/>
            <p:nvPr/>
          </p:nvSpPr>
          <p:spPr>
            <a:xfrm>
              <a:off x="385640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g2230"/>
            <p:cNvSpPr/>
            <p:nvPr/>
          </p:nvSpPr>
          <p:spPr>
            <a:xfrm>
              <a:off x="386803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g2231"/>
            <p:cNvSpPr/>
            <p:nvPr/>
          </p:nvSpPr>
          <p:spPr>
            <a:xfrm>
              <a:off x="387967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g2232"/>
            <p:cNvSpPr/>
            <p:nvPr/>
          </p:nvSpPr>
          <p:spPr>
            <a:xfrm>
              <a:off x="3891312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g2233"/>
            <p:cNvSpPr/>
            <p:nvPr/>
          </p:nvSpPr>
          <p:spPr>
            <a:xfrm>
              <a:off x="4543003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g2234"/>
            <p:cNvSpPr/>
            <p:nvPr/>
          </p:nvSpPr>
          <p:spPr>
            <a:xfrm>
              <a:off x="455464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g2235"/>
            <p:cNvSpPr/>
            <p:nvPr/>
          </p:nvSpPr>
          <p:spPr>
            <a:xfrm>
              <a:off x="456627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g2236"/>
            <p:cNvSpPr/>
            <p:nvPr/>
          </p:nvSpPr>
          <p:spPr>
            <a:xfrm>
              <a:off x="457791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g2237"/>
            <p:cNvSpPr/>
            <p:nvPr/>
          </p:nvSpPr>
          <p:spPr>
            <a:xfrm>
              <a:off x="385640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g2238"/>
            <p:cNvSpPr/>
            <p:nvPr/>
          </p:nvSpPr>
          <p:spPr>
            <a:xfrm>
              <a:off x="386803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g2239"/>
            <p:cNvSpPr/>
            <p:nvPr/>
          </p:nvSpPr>
          <p:spPr>
            <a:xfrm>
              <a:off x="387967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g2240"/>
            <p:cNvSpPr/>
            <p:nvPr/>
          </p:nvSpPr>
          <p:spPr>
            <a:xfrm>
              <a:off x="389131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g2241"/>
            <p:cNvSpPr/>
            <p:nvPr/>
          </p:nvSpPr>
          <p:spPr>
            <a:xfrm>
              <a:off x="390295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g2242"/>
            <p:cNvSpPr/>
            <p:nvPr/>
          </p:nvSpPr>
          <p:spPr>
            <a:xfrm>
              <a:off x="3949499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g2243"/>
            <p:cNvSpPr/>
            <p:nvPr/>
          </p:nvSpPr>
          <p:spPr>
            <a:xfrm>
              <a:off x="3961136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g2244"/>
            <p:cNvSpPr/>
            <p:nvPr/>
          </p:nvSpPr>
          <p:spPr>
            <a:xfrm>
              <a:off x="3972774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g2245"/>
            <p:cNvSpPr/>
            <p:nvPr/>
          </p:nvSpPr>
          <p:spPr>
            <a:xfrm>
              <a:off x="3984411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g2246"/>
            <p:cNvSpPr/>
            <p:nvPr/>
          </p:nvSpPr>
          <p:spPr>
            <a:xfrm>
              <a:off x="399604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g2247"/>
            <p:cNvSpPr/>
            <p:nvPr/>
          </p:nvSpPr>
          <p:spPr>
            <a:xfrm>
              <a:off x="4543003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g2248"/>
            <p:cNvSpPr/>
            <p:nvPr/>
          </p:nvSpPr>
          <p:spPr>
            <a:xfrm>
              <a:off x="455464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g2249"/>
            <p:cNvSpPr/>
            <p:nvPr/>
          </p:nvSpPr>
          <p:spPr>
            <a:xfrm>
              <a:off x="456627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g2250"/>
            <p:cNvSpPr/>
            <p:nvPr/>
          </p:nvSpPr>
          <p:spPr>
            <a:xfrm>
              <a:off x="457791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g2251"/>
            <p:cNvSpPr/>
            <p:nvPr/>
          </p:nvSpPr>
          <p:spPr>
            <a:xfrm>
              <a:off x="458955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g2252"/>
            <p:cNvSpPr/>
            <p:nvPr/>
          </p:nvSpPr>
          <p:spPr>
            <a:xfrm>
              <a:off x="377493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g2253"/>
            <p:cNvSpPr/>
            <p:nvPr/>
          </p:nvSpPr>
          <p:spPr>
            <a:xfrm>
              <a:off x="378657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g2254"/>
            <p:cNvSpPr/>
            <p:nvPr/>
          </p:nvSpPr>
          <p:spPr>
            <a:xfrm>
              <a:off x="384476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g2255"/>
            <p:cNvSpPr/>
            <p:nvPr/>
          </p:nvSpPr>
          <p:spPr>
            <a:xfrm>
              <a:off x="385640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g2256"/>
            <p:cNvSpPr/>
            <p:nvPr/>
          </p:nvSpPr>
          <p:spPr>
            <a:xfrm>
              <a:off x="386803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g2257"/>
            <p:cNvSpPr/>
            <p:nvPr/>
          </p:nvSpPr>
          <p:spPr>
            <a:xfrm>
              <a:off x="387967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g2258"/>
            <p:cNvSpPr/>
            <p:nvPr/>
          </p:nvSpPr>
          <p:spPr>
            <a:xfrm>
              <a:off x="389131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g2259"/>
            <p:cNvSpPr/>
            <p:nvPr/>
          </p:nvSpPr>
          <p:spPr>
            <a:xfrm>
              <a:off x="390295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g2260"/>
            <p:cNvSpPr/>
            <p:nvPr/>
          </p:nvSpPr>
          <p:spPr>
            <a:xfrm>
              <a:off x="394949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g2261"/>
            <p:cNvSpPr/>
            <p:nvPr/>
          </p:nvSpPr>
          <p:spPr>
            <a:xfrm>
              <a:off x="396113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g2262"/>
            <p:cNvSpPr/>
            <p:nvPr/>
          </p:nvSpPr>
          <p:spPr>
            <a:xfrm>
              <a:off x="3972774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g2263"/>
            <p:cNvSpPr/>
            <p:nvPr/>
          </p:nvSpPr>
          <p:spPr>
            <a:xfrm>
              <a:off x="398441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g2264"/>
            <p:cNvSpPr/>
            <p:nvPr/>
          </p:nvSpPr>
          <p:spPr>
            <a:xfrm>
              <a:off x="399604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g2265"/>
            <p:cNvSpPr/>
            <p:nvPr/>
          </p:nvSpPr>
          <p:spPr>
            <a:xfrm>
              <a:off x="400768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g2266"/>
            <p:cNvSpPr/>
            <p:nvPr/>
          </p:nvSpPr>
          <p:spPr>
            <a:xfrm>
              <a:off x="401932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g2267"/>
            <p:cNvSpPr/>
            <p:nvPr/>
          </p:nvSpPr>
          <p:spPr>
            <a:xfrm>
              <a:off x="403096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g2268"/>
            <p:cNvSpPr/>
            <p:nvPr/>
          </p:nvSpPr>
          <p:spPr>
            <a:xfrm>
              <a:off x="404259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g2269"/>
            <p:cNvSpPr/>
            <p:nvPr/>
          </p:nvSpPr>
          <p:spPr>
            <a:xfrm>
              <a:off x="405423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g2270"/>
            <p:cNvSpPr/>
            <p:nvPr/>
          </p:nvSpPr>
          <p:spPr>
            <a:xfrm>
              <a:off x="406587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g2271"/>
            <p:cNvSpPr/>
            <p:nvPr/>
          </p:nvSpPr>
          <p:spPr>
            <a:xfrm>
              <a:off x="407751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g2272"/>
            <p:cNvSpPr/>
            <p:nvPr/>
          </p:nvSpPr>
          <p:spPr>
            <a:xfrm>
              <a:off x="454300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g2273"/>
            <p:cNvSpPr/>
            <p:nvPr/>
          </p:nvSpPr>
          <p:spPr>
            <a:xfrm>
              <a:off x="455464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g2274"/>
            <p:cNvSpPr/>
            <p:nvPr/>
          </p:nvSpPr>
          <p:spPr>
            <a:xfrm>
              <a:off x="456627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g2275"/>
            <p:cNvSpPr/>
            <p:nvPr/>
          </p:nvSpPr>
          <p:spPr>
            <a:xfrm>
              <a:off x="457791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g2276"/>
            <p:cNvSpPr/>
            <p:nvPr/>
          </p:nvSpPr>
          <p:spPr>
            <a:xfrm>
              <a:off x="458955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g2277"/>
            <p:cNvSpPr/>
            <p:nvPr/>
          </p:nvSpPr>
          <p:spPr>
            <a:xfrm>
              <a:off x="362365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g2278"/>
            <p:cNvSpPr/>
            <p:nvPr/>
          </p:nvSpPr>
          <p:spPr>
            <a:xfrm>
              <a:off x="363529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g2279"/>
            <p:cNvSpPr/>
            <p:nvPr/>
          </p:nvSpPr>
          <p:spPr>
            <a:xfrm>
              <a:off x="364692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g2280"/>
            <p:cNvSpPr/>
            <p:nvPr/>
          </p:nvSpPr>
          <p:spPr>
            <a:xfrm>
              <a:off x="365856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g2281"/>
            <p:cNvSpPr/>
            <p:nvPr/>
          </p:nvSpPr>
          <p:spPr>
            <a:xfrm>
              <a:off x="36702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g2282"/>
            <p:cNvSpPr/>
            <p:nvPr/>
          </p:nvSpPr>
          <p:spPr>
            <a:xfrm>
              <a:off x="372839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g2283"/>
            <p:cNvSpPr/>
            <p:nvPr/>
          </p:nvSpPr>
          <p:spPr>
            <a:xfrm>
              <a:off x="374002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g2284"/>
            <p:cNvSpPr/>
            <p:nvPr/>
          </p:nvSpPr>
          <p:spPr>
            <a:xfrm>
              <a:off x="375166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g2285"/>
            <p:cNvSpPr/>
            <p:nvPr/>
          </p:nvSpPr>
          <p:spPr>
            <a:xfrm>
              <a:off x="376330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g2286"/>
            <p:cNvSpPr/>
            <p:nvPr/>
          </p:nvSpPr>
          <p:spPr>
            <a:xfrm>
              <a:off x="377493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g2287"/>
            <p:cNvSpPr/>
            <p:nvPr/>
          </p:nvSpPr>
          <p:spPr>
            <a:xfrm>
              <a:off x="378657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g2288"/>
            <p:cNvSpPr/>
            <p:nvPr/>
          </p:nvSpPr>
          <p:spPr>
            <a:xfrm>
              <a:off x="379821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g2289"/>
            <p:cNvSpPr/>
            <p:nvPr/>
          </p:nvSpPr>
          <p:spPr>
            <a:xfrm>
              <a:off x="380985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g2290"/>
            <p:cNvSpPr/>
            <p:nvPr/>
          </p:nvSpPr>
          <p:spPr>
            <a:xfrm>
              <a:off x="382148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g2291"/>
            <p:cNvSpPr/>
            <p:nvPr/>
          </p:nvSpPr>
          <p:spPr>
            <a:xfrm>
              <a:off x="383312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g2292"/>
            <p:cNvSpPr/>
            <p:nvPr/>
          </p:nvSpPr>
          <p:spPr>
            <a:xfrm>
              <a:off x="384476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g2293"/>
            <p:cNvSpPr/>
            <p:nvPr/>
          </p:nvSpPr>
          <p:spPr>
            <a:xfrm>
              <a:off x="385640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g2294"/>
            <p:cNvSpPr/>
            <p:nvPr/>
          </p:nvSpPr>
          <p:spPr>
            <a:xfrm>
              <a:off x="386803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g2295"/>
            <p:cNvSpPr/>
            <p:nvPr/>
          </p:nvSpPr>
          <p:spPr>
            <a:xfrm>
              <a:off x="387967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g2296"/>
            <p:cNvSpPr/>
            <p:nvPr/>
          </p:nvSpPr>
          <p:spPr>
            <a:xfrm>
              <a:off x="389131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g2297"/>
            <p:cNvSpPr/>
            <p:nvPr/>
          </p:nvSpPr>
          <p:spPr>
            <a:xfrm>
              <a:off x="390295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g2298"/>
            <p:cNvSpPr/>
            <p:nvPr/>
          </p:nvSpPr>
          <p:spPr>
            <a:xfrm>
              <a:off x="391458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g2299"/>
            <p:cNvSpPr/>
            <p:nvPr/>
          </p:nvSpPr>
          <p:spPr>
            <a:xfrm>
              <a:off x="392622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g2300"/>
            <p:cNvSpPr/>
            <p:nvPr/>
          </p:nvSpPr>
          <p:spPr>
            <a:xfrm>
              <a:off x="393786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g2301"/>
            <p:cNvSpPr/>
            <p:nvPr/>
          </p:nvSpPr>
          <p:spPr>
            <a:xfrm>
              <a:off x="394949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g2302"/>
            <p:cNvSpPr/>
            <p:nvPr/>
          </p:nvSpPr>
          <p:spPr>
            <a:xfrm>
              <a:off x="396113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g2303"/>
            <p:cNvSpPr/>
            <p:nvPr/>
          </p:nvSpPr>
          <p:spPr>
            <a:xfrm>
              <a:off x="397277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g2304"/>
            <p:cNvSpPr/>
            <p:nvPr/>
          </p:nvSpPr>
          <p:spPr>
            <a:xfrm>
              <a:off x="398441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g2305"/>
            <p:cNvSpPr/>
            <p:nvPr/>
          </p:nvSpPr>
          <p:spPr>
            <a:xfrm>
              <a:off x="399604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g2306"/>
            <p:cNvSpPr/>
            <p:nvPr/>
          </p:nvSpPr>
          <p:spPr>
            <a:xfrm>
              <a:off x="400768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g2307"/>
            <p:cNvSpPr/>
            <p:nvPr/>
          </p:nvSpPr>
          <p:spPr>
            <a:xfrm>
              <a:off x="401932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g2308"/>
            <p:cNvSpPr/>
            <p:nvPr/>
          </p:nvSpPr>
          <p:spPr>
            <a:xfrm>
              <a:off x="403096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g2309"/>
            <p:cNvSpPr/>
            <p:nvPr/>
          </p:nvSpPr>
          <p:spPr>
            <a:xfrm>
              <a:off x="404259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g2310"/>
            <p:cNvSpPr/>
            <p:nvPr/>
          </p:nvSpPr>
          <p:spPr>
            <a:xfrm>
              <a:off x="405423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g2311"/>
            <p:cNvSpPr/>
            <p:nvPr/>
          </p:nvSpPr>
          <p:spPr>
            <a:xfrm>
              <a:off x="406587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g2312"/>
            <p:cNvSpPr/>
            <p:nvPr/>
          </p:nvSpPr>
          <p:spPr>
            <a:xfrm>
              <a:off x="407751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g2313"/>
            <p:cNvSpPr/>
            <p:nvPr/>
          </p:nvSpPr>
          <p:spPr>
            <a:xfrm>
              <a:off x="408914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g2314"/>
            <p:cNvSpPr/>
            <p:nvPr/>
          </p:nvSpPr>
          <p:spPr>
            <a:xfrm>
              <a:off x="412405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g2315"/>
            <p:cNvSpPr/>
            <p:nvPr/>
          </p:nvSpPr>
          <p:spPr>
            <a:xfrm>
              <a:off x="45430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g2316"/>
            <p:cNvSpPr/>
            <p:nvPr/>
          </p:nvSpPr>
          <p:spPr>
            <a:xfrm>
              <a:off x="455464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g2317"/>
            <p:cNvSpPr/>
            <p:nvPr/>
          </p:nvSpPr>
          <p:spPr>
            <a:xfrm>
              <a:off x="456627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g2318"/>
            <p:cNvSpPr/>
            <p:nvPr/>
          </p:nvSpPr>
          <p:spPr>
            <a:xfrm>
              <a:off x="457791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g2319"/>
            <p:cNvSpPr/>
            <p:nvPr/>
          </p:nvSpPr>
          <p:spPr>
            <a:xfrm>
              <a:off x="458955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g2320"/>
            <p:cNvSpPr/>
            <p:nvPr/>
          </p:nvSpPr>
          <p:spPr>
            <a:xfrm>
              <a:off x="361201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g2321"/>
            <p:cNvSpPr/>
            <p:nvPr/>
          </p:nvSpPr>
          <p:spPr>
            <a:xfrm>
              <a:off x="362365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g2322"/>
            <p:cNvSpPr/>
            <p:nvPr/>
          </p:nvSpPr>
          <p:spPr>
            <a:xfrm>
              <a:off x="363529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g2323"/>
            <p:cNvSpPr/>
            <p:nvPr/>
          </p:nvSpPr>
          <p:spPr>
            <a:xfrm>
              <a:off x="364692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g2324"/>
            <p:cNvSpPr/>
            <p:nvPr/>
          </p:nvSpPr>
          <p:spPr>
            <a:xfrm>
              <a:off x="365856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g2325"/>
            <p:cNvSpPr/>
            <p:nvPr/>
          </p:nvSpPr>
          <p:spPr>
            <a:xfrm>
              <a:off x="367020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g2326"/>
            <p:cNvSpPr/>
            <p:nvPr/>
          </p:nvSpPr>
          <p:spPr>
            <a:xfrm>
              <a:off x="36818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g2327"/>
            <p:cNvSpPr/>
            <p:nvPr/>
          </p:nvSpPr>
          <p:spPr>
            <a:xfrm>
              <a:off x="36934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g2328"/>
            <p:cNvSpPr/>
            <p:nvPr/>
          </p:nvSpPr>
          <p:spPr>
            <a:xfrm>
              <a:off x="37051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g2329"/>
            <p:cNvSpPr/>
            <p:nvPr/>
          </p:nvSpPr>
          <p:spPr>
            <a:xfrm>
              <a:off x="37167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g2330"/>
            <p:cNvSpPr/>
            <p:nvPr/>
          </p:nvSpPr>
          <p:spPr>
            <a:xfrm>
              <a:off x="372839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g2331"/>
            <p:cNvSpPr/>
            <p:nvPr/>
          </p:nvSpPr>
          <p:spPr>
            <a:xfrm>
              <a:off x="374002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g2332"/>
            <p:cNvSpPr/>
            <p:nvPr/>
          </p:nvSpPr>
          <p:spPr>
            <a:xfrm>
              <a:off x="375166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g2333"/>
            <p:cNvSpPr/>
            <p:nvPr/>
          </p:nvSpPr>
          <p:spPr>
            <a:xfrm>
              <a:off x="376330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g2334"/>
            <p:cNvSpPr/>
            <p:nvPr/>
          </p:nvSpPr>
          <p:spPr>
            <a:xfrm>
              <a:off x="377493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g2335"/>
            <p:cNvSpPr/>
            <p:nvPr/>
          </p:nvSpPr>
          <p:spPr>
            <a:xfrm>
              <a:off x="378657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g2336"/>
            <p:cNvSpPr/>
            <p:nvPr/>
          </p:nvSpPr>
          <p:spPr>
            <a:xfrm>
              <a:off x="379821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g2337"/>
            <p:cNvSpPr/>
            <p:nvPr/>
          </p:nvSpPr>
          <p:spPr>
            <a:xfrm>
              <a:off x="380985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g2338"/>
            <p:cNvSpPr/>
            <p:nvPr/>
          </p:nvSpPr>
          <p:spPr>
            <a:xfrm>
              <a:off x="382148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g2339"/>
            <p:cNvSpPr/>
            <p:nvPr/>
          </p:nvSpPr>
          <p:spPr>
            <a:xfrm>
              <a:off x="383312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g2340"/>
            <p:cNvSpPr/>
            <p:nvPr/>
          </p:nvSpPr>
          <p:spPr>
            <a:xfrm>
              <a:off x="384476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g2341"/>
            <p:cNvSpPr/>
            <p:nvPr/>
          </p:nvSpPr>
          <p:spPr>
            <a:xfrm>
              <a:off x="385640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g2342"/>
            <p:cNvSpPr/>
            <p:nvPr/>
          </p:nvSpPr>
          <p:spPr>
            <a:xfrm>
              <a:off x="386803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g2343"/>
            <p:cNvSpPr/>
            <p:nvPr/>
          </p:nvSpPr>
          <p:spPr>
            <a:xfrm>
              <a:off x="387967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g2344"/>
            <p:cNvSpPr/>
            <p:nvPr/>
          </p:nvSpPr>
          <p:spPr>
            <a:xfrm>
              <a:off x="389131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g2345"/>
            <p:cNvSpPr/>
            <p:nvPr/>
          </p:nvSpPr>
          <p:spPr>
            <a:xfrm>
              <a:off x="390295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g2346"/>
            <p:cNvSpPr/>
            <p:nvPr/>
          </p:nvSpPr>
          <p:spPr>
            <a:xfrm>
              <a:off x="391458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g2347"/>
            <p:cNvSpPr/>
            <p:nvPr/>
          </p:nvSpPr>
          <p:spPr>
            <a:xfrm>
              <a:off x="392622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g2348"/>
            <p:cNvSpPr/>
            <p:nvPr/>
          </p:nvSpPr>
          <p:spPr>
            <a:xfrm>
              <a:off x="393786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g2349"/>
            <p:cNvSpPr/>
            <p:nvPr/>
          </p:nvSpPr>
          <p:spPr>
            <a:xfrm>
              <a:off x="394949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g2350"/>
            <p:cNvSpPr/>
            <p:nvPr/>
          </p:nvSpPr>
          <p:spPr>
            <a:xfrm>
              <a:off x="396113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g2351"/>
            <p:cNvSpPr/>
            <p:nvPr/>
          </p:nvSpPr>
          <p:spPr>
            <a:xfrm>
              <a:off x="397277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g2352"/>
            <p:cNvSpPr/>
            <p:nvPr/>
          </p:nvSpPr>
          <p:spPr>
            <a:xfrm>
              <a:off x="398441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g2353"/>
            <p:cNvSpPr/>
            <p:nvPr/>
          </p:nvSpPr>
          <p:spPr>
            <a:xfrm>
              <a:off x="399604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g2354"/>
            <p:cNvSpPr/>
            <p:nvPr/>
          </p:nvSpPr>
          <p:spPr>
            <a:xfrm>
              <a:off x="400768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g2355"/>
            <p:cNvSpPr/>
            <p:nvPr/>
          </p:nvSpPr>
          <p:spPr>
            <a:xfrm>
              <a:off x="401932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g2356"/>
            <p:cNvSpPr/>
            <p:nvPr/>
          </p:nvSpPr>
          <p:spPr>
            <a:xfrm>
              <a:off x="403096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g2357"/>
            <p:cNvSpPr/>
            <p:nvPr/>
          </p:nvSpPr>
          <p:spPr>
            <a:xfrm>
              <a:off x="404259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g2358"/>
            <p:cNvSpPr/>
            <p:nvPr/>
          </p:nvSpPr>
          <p:spPr>
            <a:xfrm>
              <a:off x="405423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g2359"/>
            <p:cNvSpPr/>
            <p:nvPr/>
          </p:nvSpPr>
          <p:spPr>
            <a:xfrm>
              <a:off x="406587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g2360"/>
            <p:cNvSpPr/>
            <p:nvPr/>
          </p:nvSpPr>
          <p:spPr>
            <a:xfrm>
              <a:off x="407751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g2361"/>
            <p:cNvSpPr/>
            <p:nvPr/>
          </p:nvSpPr>
          <p:spPr>
            <a:xfrm>
              <a:off x="408914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g2362"/>
            <p:cNvSpPr/>
            <p:nvPr/>
          </p:nvSpPr>
          <p:spPr>
            <a:xfrm>
              <a:off x="410078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g2363"/>
            <p:cNvSpPr/>
            <p:nvPr/>
          </p:nvSpPr>
          <p:spPr>
            <a:xfrm>
              <a:off x="411242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g2364"/>
            <p:cNvSpPr/>
            <p:nvPr/>
          </p:nvSpPr>
          <p:spPr>
            <a:xfrm>
              <a:off x="412405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g2365"/>
            <p:cNvSpPr/>
            <p:nvPr/>
          </p:nvSpPr>
          <p:spPr>
            <a:xfrm>
              <a:off x="413569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g2366"/>
            <p:cNvSpPr/>
            <p:nvPr/>
          </p:nvSpPr>
          <p:spPr>
            <a:xfrm>
              <a:off x="414733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g2367"/>
            <p:cNvSpPr/>
            <p:nvPr/>
          </p:nvSpPr>
          <p:spPr>
            <a:xfrm>
              <a:off x="45546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g2368"/>
            <p:cNvSpPr/>
            <p:nvPr/>
          </p:nvSpPr>
          <p:spPr>
            <a:xfrm>
              <a:off x="45662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g2369"/>
            <p:cNvSpPr/>
            <p:nvPr/>
          </p:nvSpPr>
          <p:spPr>
            <a:xfrm>
              <a:off x="45779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g2370"/>
            <p:cNvSpPr/>
            <p:nvPr/>
          </p:nvSpPr>
          <p:spPr>
            <a:xfrm>
              <a:off x="45895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g2371"/>
            <p:cNvSpPr/>
            <p:nvPr/>
          </p:nvSpPr>
          <p:spPr>
            <a:xfrm>
              <a:off x="360037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g2372"/>
            <p:cNvSpPr/>
            <p:nvPr/>
          </p:nvSpPr>
          <p:spPr>
            <a:xfrm>
              <a:off x="361201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g2373"/>
            <p:cNvSpPr/>
            <p:nvPr/>
          </p:nvSpPr>
          <p:spPr>
            <a:xfrm>
              <a:off x="362365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g2374"/>
            <p:cNvSpPr/>
            <p:nvPr/>
          </p:nvSpPr>
          <p:spPr>
            <a:xfrm>
              <a:off x="363529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g2375"/>
            <p:cNvSpPr/>
            <p:nvPr/>
          </p:nvSpPr>
          <p:spPr>
            <a:xfrm>
              <a:off x="364692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g2376"/>
            <p:cNvSpPr/>
            <p:nvPr/>
          </p:nvSpPr>
          <p:spPr>
            <a:xfrm>
              <a:off x="365856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g2377"/>
            <p:cNvSpPr/>
            <p:nvPr/>
          </p:nvSpPr>
          <p:spPr>
            <a:xfrm>
              <a:off x="367020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g2378"/>
            <p:cNvSpPr/>
            <p:nvPr/>
          </p:nvSpPr>
          <p:spPr>
            <a:xfrm>
              <a:off x="36818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g2379"/>
            <p:cNvSpPr/>
            <p:nvPr/>
          </p:nvSpPr>
          <p:spPr>
            <a:xfrm>
              <a:off x="36934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g2380"/>
            <p:cNvSpPr/>
            <p:nvPr/>
          </p:nvSpPr>
          <p:spPr>
            <a:xfrm>
              <a:off x="37051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g2381"/>
            <p:cNvSpPr/>
            <p:nvPr/>
          </p:nvSpPr>
          <p:spPr>
            <a:xfrm>
              <a:off x="37167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g2382"/>
            <p:cNvSpPr/>
            <p:nvPr/>
          </p:nvSpPr>
          <p:spPr>
            <a:xfrm>
              <a:off x="37283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g2383"/>
            <p:cNvSpPr/>
            <p:nvPr/>
          </p:nvSpPr>
          <p:spPr>
            <a:xfrm>
              <a:off x="374002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g2384"/>
            <p:cNvSpPr/>
            <p:nvPr/>
          </p:nvSpPr>
          <p:spPr>
            <a:xfrm>
              <a:off x="375166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g2385"/>
            <p:cNvSpPr/>
            <p:nvPr/>
          </p:nvSpPr>
          <p:spPr>
            <a:xfrm>
              <a:off x="376330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g2386"/>
            <p:cNvSpPr/>
            <p:nvPr/>
          </p:nvSpPr>
          <p:spPr>
            <a:xfrm>
              <a:off x="377493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g2387"/>
            <p:cNvSpPr/>
            <p:nvPr/>
          </p:nvSpPr>
          <p:spPr>
            <a:xfrm>
              <a:off x="378657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g2388"/>
            <p:cNvSpPr/>
            <p:nvPr/>
          </p:nvSpPr>
          <p:spPr>
            <a:xfrm>
              <a:off x="379821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g2389"/>
            <p:cNvSpPr/>
            <p:nvPr/>
          </p:nvSpPr>
          <p:spPr>
            <a:xfrm>
              <a:off x="380985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g2390"/>
            <p:cNvSpPr/>
            <p:nvPr/>
          </p:nvSpPr>
          <p:spPr>
            <a:xfrm>
              <a:off x="382148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g2391"/>
            <p:cNvSpPr/>
            <p:nvPr/>
          </p:nvSpPr>
          <p:spPr>
            <a:xfrm>
              <a:off x="383312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g2392"/>
            <p:cNvSpPr/>
            <p:nvPr/>
          </p:nvSpPr>
          <p:spPr>
            <a:xfrm>
              <a:off x="384476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g2393"/>
            <p:cNvSpPr/>
            <p:nvPr/>
          </p:nvSpPr>
          <p:spPr>
            <a:xfrm>
              <a:off x="385640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g2394"/>
            <p:cNvSpPr/>
            <p:nvPr/>
          </p:nvSpPr>
          <p:spPr>
            <a:xfrm>
              <a:off x="386803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g2395"/>
            <p:cNvSpPr/>
            <p:nvPr/>
          </p:nvSpPr>
          <p:spPr>
            <a:xfrm>
              <a:off x="387967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g2396"/>
            <p:cNvSpPr/>
            <p:nvPr/>
          </p:nvSpPr>
          <p:spPr>
            <a:xfrm>
              <a:off x="389131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g2397"/>
            <p:cNvSpPr/>
            <p:nvPr/>
          </p:nvSpPr>
          <p:spPr>
            <a:xfrm>
              <a:off x="390295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g2398"/>
            <p:cNvSpPr/>
            <p:nvPr/>
          </p:nvSpPr>
          <p:spPr>
            <a:xfrm>
              <a:off x="391458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g2399"/>
            <p:cNvSpPr/>
            <p:nvPr/>
          </p:nvSpPr>
          <p:spPr>
            <a:xfrm>
              <a:off x="392622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g2400"/>
            <p:cNvSpPr/>
            <p:nvPr/>
          </p:nvSpPr>
          <p:spPr>
            <a:xfrm>
              <a:off x="393786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g2401"/>
            <p:cNvSpPr/>
            <p:nvPr/>
          </p:nvSpPr>
          <p:spPr>
            <a:xfrm>
              <a:off x="394949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g2402"/>
            <p:cNvSpPr/>
            <p:nvPr/>
          </p:nvSpPr>
          <p:spPr>
            <a:xfrm>
              <a:off x="396113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g2403"/>
            <p:cNvSpPr/>
            <p:nvPr/>
          </p:nvSpPr>
          <p:spPr>
            <a:xfrm>
              <a:off x="397277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g2404"/>
            <p:cNvSpPr/>
            <p:nvPr/>
          </p:nvSpPr>
          <p:spPr>
            <a:xfrm>
              <a:off x="398441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g2405"/>
            <p:cNvSpPr/>
            <p:nvPr/>
          </p:nvSpPr>
          <p:spPr>
            <a:xfrm>
              <a:off x="399604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g2406"/>
            <p:cNvSpPr/>
            <p:nvPr/>
          </p:nvSpPr>
          <p:spPr>
            <a:xfrm>
              <a:off x="400768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g2407"/>
            <p:cNvSpPr/>
            <p:nvPr/>
          </p:nvSpPr>
          <p:spPr>
            <a:xfrm>
              <a:off x="401932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g2408"/>
            <p:cNvSpPr/>
            <p:nvPr/>
          </p:nvSpPr>
          <p:spPr>
            <a:xfrm>
              <a:off x="403096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g2409"/>
            <p:cNvSpPr/>
            <p:nvPr/>
          </p:nvSpPr>
          <p:spPr>
            <a:xfrm>
              <a:off x="404259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g2410"/>
            <p:cNvSpPr/>
            <p:nvPr/>
          </p:nvSpPr>
          <p:spPr>
            <a:xfrm>
              <a:off x="405423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g2411"/>
            <p:cNvSpPr/>
            <p:nvPr/>
          </p:nvSpPr>
          <p:spPr>
            <a:xfrm>
              <a:off x="406587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g2412"/>
            <p:cNvSpPr/>
            <p:nvPr/>
          </p:nvSpPr>
          <p:spPr>
            <a:xfrm>
              <a:off x="407751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g2413"/>
            <p:cNvSpPr/>
            <p:nvPr/>
          </p:nvSpPr>
          <p:spPr>
            <a:xfrm>
              <a:off x="408914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g2414"/>
            <p:cNvSpPr/>
            <p:nvPr/>
          </p:nvSpPr>
          <p:spPr>
            <a:xfrm>
              <a:off x="410078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g2415"/>
            <p:cNvSpPr/>
            <p:nvPr/>
          </p:nvSpPr>
          <p:spPr>
            <a:xfrm>
              <a:off x="411242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g2416"/>
            <p:cNvSpPr/>
            <p:nvPr/>
          </p:nvSpPr>
          <p:spPr>
            <a:xfrm>
              <a:off x="412405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g2417"/>
            <p:cNvSpPr/>
            <p:nvPr/>
          </p:nvSpPr>
          <p:spPr>
            <a:xfrm>
              <a:off x="413569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2">
                <a:alpha val="100000"/>
              </a:srgbClr>
            </a:solidFill>
            <a:ln w="5420" cap="flat">
              <a:solidFill>
                <a:srgbClr val="72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g2418"/>
            <p:cNvSpPr/>
            <p:nvPr/>
          </p:nvSpPr>
          <p:spPr>
            <a:xfrm>
              <a:off x="414733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g2419"/>
            <p:cNvSpPr/>
            <p:nvPr/>
          </p:nvSpPr>
          <p:spPr>
            <a:xfrm>
              <a:off x="426370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g2420"/>
            <p:cNvSpPr/>
            <p:nvPr/>
          </p:nvSpPr>
          <p:spPr>
            <a:xfrm>
              <a:off x="427534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g2421"/>
            <p:cNvSpPr/>
            <p:nvPr/>
          </p:nvSpPr>
          <p:spPr>
            <a:xfrm>
              <a:off x="428698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g2422"/>
            <p:cNvSpPr/>
            <p:nvPr/>
          </p:nvSpPr>
          <p:spPr>
            <a:xfrm>
              <a:off x="429861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g2423"/>
            <p:cNvSpPr/>
            <p:nvPr/>
          </p:nvSpPr>
          <p:spPr>
            <a:xfrm>
              <a:off x="45546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g2424"/>
            <p:cNvSpPr/>
            <p:nvPr/>
          </p:nvSpPr>
          <p:spPr>
            <a:xfrm>
              <a:off x="45662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g2425"/>
            <p:cNvSpPr/>
            <p:nvPr/>
          </p:nvSpPr>
          <p:spPr>
            <a:xfrm>
              <a:off x="45779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g2426"/>
            <p:cNvSpPr/>
            <p:nvPr/>
          </p:nvSpPr>
          <p:spPr>
            <a:xfrm>
              <a:off x="45895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g2427"/>
            <p:cNvSpPr/>
            <p:nvPr/>
          </p:nvSpPr>
          <p:spPr>
            <a:xfrm>
              <a:off x="46011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g2428"/>
            <p:cNvSpPr/>
            <p:nvPr/>
          </p:nvSpPr>
          <p:spPr>
            <a:xfrm>
              <a:off x="32512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g2429"/>
            <p:cNvSpPr/>
            <p:nvPr/>
          </p:nvSpPr>
          <p:spPr>
            <a:xfrm>
              <a:off x="326289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g2430"/>
            <p:cNvSpPr/>
            <p:nvPr/>
          </p:nvSpPr>
          <p:spPr>
            <a:xfrm>
              <a:off x="360037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g2431"/>
            <p:cNvSpPr/>
            <p:nvPr/>
          </p:nvSpPr>
          <p:spPr>
            <a:xfrm>
              <a:off x="361201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g2432"/>
            <p:cNvSpPr/>
            <p:nvPr/>
          </p:nvSpPr>
          <p:spPr>
            <a:xfrm>
              <a:off x="362365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g2433"/>
            <p:cNvSpPr/>
            <p:nvPr/>
          </p:nvSpPr>
          <p:spPr>
            <a:xfrm>
              <a:off x="363529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g2434"/>
            <p:cNvSpPr/>
            <p:nvPr/>
          </p:nvSpPr>
          <p:spPr>
            <a:xfrm>
              <a:off x="364692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g2435"/>
            <p:cNvSpPr/>
            <p:nvPr/>
          </p:nvSpPr>
          <p:spPr>
            <a:xfrm>
              <a:off x="365856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g2436"/>
            <p:cNvSpPr/>
            <p:nvPr/>
          </p:nvSpPr>
          <p:spPr>
            <a:xfrm>
              <a:off x="367020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g2437"/>
            <p:cNvSpPr/>
            <p:nvPr/>
          </p:nvSpPr>
          <p:spPr>
            <a:xfrm>
              <a:off x="36818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g2438"/>
            <p:cNvSpPr/>
            <p:nvPr/>
          </p:nvSpPr>
          <p:spPr>
            <a:xfrm>
              <a:off x="36934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g2439"/>
            <p:cNvSpPr/>
            <p:nvPr/>
          </p:nvSpPr>
          <p:spPr>
            <a:xfrm>
              <a:off x="37051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g2440"/>
            <p:cNvSpPr/>
            <p:nvPr/>
          </p:nvSpPr>
          <p:spPr>
            <a:xfrm>
              <a:off x="37167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g2441"/>
            <p:cNvSpPr/>
            <p:nvPr/>
          </p:nvSpPr>
          <p:spPr>
            <a:xfrm>
              <a:off x="37283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g2442"/>
            <p:cNvSpPr/>
            <p:nvPr/>
          </p:nvSpPr>
          <p:spPr>
            <a:xfrm>
              <a:off x="374002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g2443"/>
            <p:cNvSpPr/>
            <p:nvPr/>
          </p:nvSpPr>
          <p:spPr>
            <a:xfrm>
              <a:off x="375166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g2444"/>
            <p:cNvSpPr/>
            <p:nvPr/>
          </p:nvSpPr>
          <p:spPr>
            <a:xfrm>
              <a:off x="376330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g2445"/>
            <p:cNvSpPr/>
            <p:nvPr/>
          </p:nvSpPr>
          <p:spPr>
            <a:xfrm>
              <a:off x="377493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g2446"/>
            <p:cNvSpPr/>
            <p:nvPr/>
          </p:nvSpPr>
          <p:spPr>
            <a:xfrm>
              <a:off x="378657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g2447"/>
            <p:cNvSpPr/>
            <p:nvPr/>
          </p:nvSpPr>
          <p:spPr>
            <a:xfrm>
              <a:off x="379821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g2448"/>
            <p:cNvSpPr/>
            <p:nvPr/>
          </p:nvSpPr>
          <p:spPr>
            <a:xfrm>
              <a:off x="380985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g2449"/>
            <p:cNvSpPr/>
            <p:nvPr/>
          </p:nvSpPr>
          <p:spPr>
            <a:xfrm>
              <a:off x="382148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g2450"/>
            <p:cNvSpPr/>
            <p:nvPr/>
          </p:nvSpPr>
          <p:spPr>
            <a:xfrm>
              <a:off x="383312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g2451"/>
            <p:cNvSpPr/>
            <p:nvPr/>
          </p:nvSpPr>
          <p:spPr>
            <a:xfrm>
              <a:off x="384476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g2452"/>
            <p:cNvSpPr/>
            <p:nvPr/>
          </p:nvSpPr>
          <p:spPr>
            <a:xfrm>
              <a:off x="385640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g2453"/>
            <p:cNvSpPr/>
            <p:nvPr/>
          </p:nvSpPr>
          <p:spPr>
            <a:xfrm>
              <a:off x="386803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g2454"/>
            <p:cNvSpPr/>
            <p:nvPr/>
          </p:nvSpPr>
          <p:spPr>
            <a:xfrm>
              <a:off x="387967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g2455"/>
            <p:cNvSpPr/>
            <p:nvPr/>
          </p:nvSpPr>
          <p:spPr>
            <a:xfrm>
              <a:off x="389131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g2456"/>
            <p:cNvSpPr/>
            <p:nvPr/>
          </p:nvSpPr>
          <p:spPr>
            <a:xfrm>
              <a:off x="390295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g2457"/>
            <p:cNvSpPr/>
            <p:nvPr/>
          </p:nvSpPr>
          <p:spPr>
            <a:xfrm>
              <a:off x="391458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g2458"/>
            <p:cNvSpPr/>
            <p:nvPr/>
          </p:nvSpPr>
          <p:spPr>
            <a:xfrm>
              <a:off x="392622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g2459"/>
            <p:cNvSpPr/>
            <p:nvPr/>
          </p:nvSpPr>
          <p:spPr>
            <a:xfrm>
              <a:off x="393786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g2460"/>
            <p:cNvSpPr/>
            <p:nvPr/>
          </p:nvSpPr>
          <p:spPr>
            <a:xfrm>
              <a:off x="394949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g2461"/>
            <p:cNvSpPr/>
            <p:nvPr/>
          </p:nvSpPr>
          <p:spPr>
            <a:xfrm>
              <a:off x="396113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g2462"/>
            <p:cNvSpPr/>
            <p:nvPr/>
          </p:nvSpPr>
          <p:spPr>
            <a:xfrm>
              <a:off x="397277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g2463"/>
            <p:cNvSpPr/>
            <p:nvPr/>
          </p:nvSpPr>
          <p:spPr>
            <a:xfrm>
              <a:off x="398441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g2464"/>
            <p:cNvSpPr/>
            <p:nvPr/>
          </p:nvSpPr>
          <p:spPr>
            <a:xfrm>
              <a:off x="399604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g2465"/>
            <p:cNvSpPr/>
            <p:nvPr/>
          </p:nvSpPr>
          <p:spPr>
            <a:xfrm>
              <a:off x="400768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g2466"/>
            <p:cNvSpPr/>
            <p:nvPr/>
          </p:nvSpPr>
          <p:spPr>
            <a:xfrm>
              <a:off x="401932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g2467"/>
            <p:cNvSpPr/>
            <p:nvPr/>
          </p:nvSpPr>
          <p:spPr>
            <a:xfrm>
              <a:off x="403096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g2468"/>
            <p:cNvSpPr/>
            <p:nvPr/>
          </p:nvSpPr>
          <p:spPr>
            <a:xfrm>
              <a:off x="404259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g2469"/>
            <p:cNvSpPr/>
            <p:nvPr/>
          </p:nvSpPr>
          <p:spPr>
            <a:xfrm>
              <a:off x="405423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g2470"/>
            <p:cNvSpPr/>
            <p:nvPr/>
          </p:nvSpPr>
          <p:spPr>
            <a:xfrm>
              <a:off x="406587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g2471"/>
            <p:cNvSpPr/>
            <p:nvPr/>
          </p:nvSpPr>
          <p:spPr>
            <a:xfrm>
              <a:off x="407751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g2472"/>
            <p:cNvSpPr/>
            <p:nvPr/>
          </p:nvSpPr>
          <p:spPr>
            <a:xfrm>
              <a:off x="408914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g2473"/>
            <p:cNvSpPr/>
            <p:nvPr/>
          </p:nvSpPr>
          <p:spPr>
            <a:xfrm>
              <a:off x="410078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g2474"/>
            <p:cNvSpPr/>
            <p:nvPr/>
          </p:nvSpPr>
          <p:spPr>
            <a:xfrm>
              <a:off x="411242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g2475"/>
            <p:cNvSpPr/>
            <p:nvPr/>
          </p:nvSpPr>
          <p:spPr>
            <a:xfrm>
              <a:off x="41240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g2476"/>
            <p:cNvSpPr/>
            <p:nvPr/>
          </p:nvSpPr>
          <p:spPr>
            <a:xfrm>
              <a:off x="413569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g2477"/>
            <p:cNvSpPr/>
            <p:nvPr/>
          </p:nvSpPr>
          <p:spPr>
            <a:xfrm>
              <a:off x="414733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g2478"/>
            <p:cNvSpPr/>
            <p:nvPr/>
          </p:nvSpPr>
          <p:spPr>
            <a:xfrm>
              <a:off x="425207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g2479"/>
            <p:cNvSpPr/>
            <p:nvPr/>
          </p:nvSpPr>
          <p:spPr>
            <a:xfrm>
              <a:off x="426370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g2480"/>
            <p:cNvSpPr/>
            <p:nvPr/>
          </p:nvSpPr>
          <p:spPr>
            <a:xfrm>
              <a:off x="427534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g2481"/>
            <p:cNvSpPr/>
            <p:nvPr/>
          </p:nvSpPr>
          <p:spPr>
            <a:xfrm>
              <a:off x="428698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g2482"/>
            <p:cNvSpPr/>
            <p:nvPr/>
          </p:nvSpPr>
          <p:spPr>
            <a:xfrm>
              <a:off x="429861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g2483"/>
            <p:cNvSpPr/>
            <p:nvPr/>
          </p:nvSpPr>
          <p:spPr>
            <a:xfrm>
              <a:off x="431025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g2484"/>
            <p:cNvSpPr/>
            <p:nvPr/>
          </p:nvSpPr>
          <p:spPr>
            <a:xfrm>
              <a:off x="432189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g2485"/>
            <p:cNvSpPr/>
            <p:nvPr/>
          </p:nvSpPr>
          <p:spPr>
            <a:xfrm>
              <a:off x="45546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g2486"/>
            <p:cNvSpPr/>
            <p:nvPr/>
          </p:nvSpPr>
          <p:spPr>
            <a:xfrm>
              <a:off x="45662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g2487"/>
            <p:cNvSpPr/>
            <p:nvPr/>
          </p:nvSpPr>
          <p:spPr>
            <a:xfrm>
              <a:off x="45779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g2488"/>
            <p:cNvSpPr/>
            <p:nvPr/>
          </p:nvSpPr>
          <p:spPr>
            <a:xfrm>
              <a:off x="45895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g2489"/>
            <p:cNvSpPr/>
            <p:nvPr/>
          </p:nvSpPr>
          <p:spPr>
            <a:xfrm>
              <a:off x="46011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g2490"/>
            <p:cNvSpPr/>
            <p:nvPr/>
          </p:nvSpPr>
          <p:spPr>
            <a:xfrm>
              <a:off x="32396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g2491"/>
            <p:cNvSpPr/>
            <p:nvPr/>
          </p:nvSpPr>
          <p:spPr>
            <a:xfrm>
              <a:off x="32512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g2492"/>
            <p:cNvSpPr/>
            <p:nvPr/>
          </p:nvSpPr>
          <p:spPr>
            <a:xfrm>
              <a:off x="326289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g2493"/>
            <p:cNvSpPr/>
            <p:nvPr/>
          </p:nvSpPr>
          <p:spPr>
            <a:xfrm>
              <a:off x="32745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g2494"/>
            <p:cNvSpPr/>
            <p:nvPr/>
          </p:nvSpPr>
          <p:spPr>
            <a:xfrm>
              <a:off x="32861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g2495"/>
            <p:cNvSpPr/>
            <p:nvPr/>
          </p:nvSpPr>
          <p:spPr>
            <a:xfrm>
              <a:off x="360037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g2496"/>
            <p:cNvSpPr/>
            <p:nvPr/>
          </p:nvSpPr>
          <p:spPr>
            <a:xfrm>
              <a:off x="361201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g2497"/>
            <p:cNvSpPr/>
            <p:nvPr/>
          </p:nvSpPr>
          <p:spPr>
            <a:xfrm>
              <a:off x="362365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g2498"/>
            <p:cNvSpPr/>
            <p:nvPr/>
          </p:nvSpPr>
          <p:spPr>
            <a:xfrm>
              <a:off x="363529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g2499"/>
            <p:cNvSpPr/>
            <p:nvPr/>
          </p:nvSpPr>
          <p:spPr>
            <a:xfrm>
              <a:off x="364692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g2500"/>
            <p:cNvSpPr/>
            <p:nvPr/>
          </p:nvSpPr>
          <p:spPr>
            <a:xfrm>
              <a:off x="365856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g2501"/>
            <p:cNvSpPr/>
            <p:nvPr/>
          </p:nvSpPr>
          <p:spPr>
            <a:xfrm>
              <a:off x="367020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g2502"/>
            <p:cNvSpPr/>
            <p:nvPr/>
          </p:nvSpPr>
          <p:spPr>
            <a:xfrm>
              <a:off x="36818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g2503"/>
            <p:cNvSpPr/>
            <p:nvPr/>
          </p:nvSpPr>
          <p:spPr>
            <a:xfrm>
              <a:off x="36934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g2504"/>
            <p:cNvSpPr/>
            <p:nvPr/>
          </p:nvSpPr>
          <p:spPr>
            <a:xfrm>
              <a:off x="37051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g2505"/>
            <p:cNvSpPr/>
            <p:nvPr/>
          </p:nvSpPr>
          <p:spPr>
            <a:xfrm>
              <a:off x="37167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g2506"/>
            <p:cNvSpPr/>
            <p:nvPr/>
          </p:nvSpPr>
          <p:spPr>
            <a:xfrm>
              <a:off x="37283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g2507"/>
            <p:cNvSpPr/>
            <p:nvPr/>
          </p:nvSpPr>
          <p:spPr>
            <a:xfrm>
              <a:off x="374002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g2508"/>
            <p:cNvSpPr/>
            <p:nvPr/>
          </p:nvSpPr>
          <p:spPr>
            <a:xfrm>
              <a:off x="375166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g2509"/>
            <p:cNvSpPr/>
            <p:nvPr/>
          </p:nvSpPr>
          <p:spPr>
            <a:xfrm>
              <a:off x="385640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g2510"/>
            <p:cNvSpPr/>
            <p:nvPr/>
          </p:nvSpPr>
          <p:spPr>
            <a:xfrm>
              <a:off x="386803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g2511"/>
            <p:cNvSpPr/>
            <p:nvPr/>
          </p:nvSpPr>
          <p:spPr>
            <a:xfrm>
              <a:off x="387967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g2512"/>
            <p:cNvSpPr/>
            <p:nvPr/>
          </p:nvSpPr>
          <p:spPr>
            <a:xfrm>
              <a:off x="389131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g2513"/>
            <p:cNvSpPr/>
            <p:nvPr/>
          </p:nvSpPr>
          <p:spPr>
            <a:xfrm>
              <a:off x="390295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g2514"/>
            <p:cNvSpPr/>
            <p:nvPr/>
          </p:nvSpPr>
          <p:spPr>
            <a:xfrm>
              <a:off x="391458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g2515"/>
            <p:cNvSpPr/>
            <p:nvPr/>
          </p:nvSpPr>
          <p:spPr>
            <a:xfrm>
              <a:off x="392622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g2516"/>
            <p:cNvSpPr/>
            <p:nvPr/>
          </p:nvSpPr>
          <p:spPr>
            <a:xfrm>
              <a:off x="393786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g2517"/>
            <p:cNvSpPr/>
            <p:nvPr/>
          </p:nvSpPr>
          <p:spPr>
            <a:xfrm>
              <a:off x="394949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g2518"/>
            <p:cNvSpPr/>
            <p:nvPr/>
          </p:nvSpPr>
          <p:spPr>
            <a:xfrm>
              <a:off x="396113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g2519"/>
            <p:cNvSpPr/>
            <p:nvPr/>
          </p:nvSpPr>
          <p:spPr>
            <a:xfrm>
              <a:off x="406587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g2520"/>
            <p:cNvSpPr/>
            <p:nvPr/>
          </p:nvSpPr>
          <p:spPr>
            <a:xfrm>
              <a:off x="407751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g2521"/>
            <p:cNvSpPr/>
            <p:nvPr/>
          </p:nvSpPr>
          <p:spPr>
            <a:xfrm>
              <a:off x="408914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g2522"/>
            <p:cNvSpPr/>
            <p:nvPr/>
          </p:nvSpPr>
          <p:spPr>
            <a:xfrm>
              <a:off x="410078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g2523"/>
            <p:cNvSpPr/>
            <p:nvPr/>
          </p:nvSpPr>
          <p:spPr>
            <a:xfrm>
              <a:off x="41124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g2524"/>
            <p:cNvSpPr/>
            <p:nvPr/>
          </p:nvSpPr>
          <p:spPr>
            <a:xfrm>
              <a:off x="41240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g2525"/>
            <p:cNvSpPr/>
            <p:nvPr/>
          </p:nvSpPr>
          <p:spPr>
            <a:xfrm>
              <a:off x="413569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g2526"/>
            <p:cNvSpPr/>
            <p:nvPr/>
          </p:nvSpPr>
          <p:spPr>
            <a:xfrm>
              <a:off x="41473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g2527"/>
            <p:cNvSpPr/>
            <p:nvPr/>
          </p:nvSpPr>
          <p:spPr>
            <a:xfrm>
              <a:off x="41589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g2528"/>
            <p:cNvSpPr/>
            <p:nvPr/>
          </p:nvSpPr>
          <p:spPr>
            <a:xfrm>
              <a:off x="422879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g2529"/>
            <p:cNvSpPr/>
            <p:nvPr/>
          </p:nvSpPr>
          <p:spPr>
            <a:xfrm>
              <a:off x="424043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g2530"/>
            <p:cNvSpPr/>
            <p:nvPr/>
          </p:nvSpPr>
          <p:spPr>
            <a:xfrm>
              <a:off x="425207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g2531"/>
            <p:cNvSpPr/>
            <p:nvPr/>
          </p:nvSpPr>
          <p:spPr>
            <a:xfrm>
              <a:off x="426370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g2532"/>
            <p:cNvSpPr/>
            <p:nvPr/>
          </p:nvSpPr>
          <p:spPr>
            <a:xfrm>
              <a:off x="427534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g2533"/>
            <p:cNvSpPr/>
            <p:nvPr/>
          </p:nvSpPr>
          <p:spPr>
            <a:xfrm>
              <a:off x="428698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g2534"/>
            <p:cNvSpPr/>
            <p:nvPr/>
          </p:nvSpPr>
          <p:spPr>
            <a:xfrm>
              <a:off x="429861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g2535"/>
            <p:cNvSpPr/>
            <p:nvPr/>
          </p:nvSpPr>
          <p:spPr>
            <a:xfrm>
              <a:off x="431025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g2536"/>
            <p:cNvSpPr/>
            <p:nvPr/>
          </p:nvSpPr>
          <p:spPr>
            <a:xfrm>
              <a:off x="432189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g2537"/>
            <p:cNvSpPr/>
            <p:nvPr/>
          </p:nvSpPr>
          <p:spPr>
            <a:xfrm>
              <a:off x="433353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g2538"/>
            <p:cNvSpPr/>
            <p:nvPr/>
          </p:nvSpPr>
          <p:spPr>
            <a:xfrm>
              <a:off x="434516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g2539"/>
            <p:cNvSpPr/>
            <p:nvPr/>
          </p:nvSpPr>
          <p:spPr>
            <a:xfrm>
              <a:off x="45546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g2540"/>
            <p:cNvSpPr/>
            <p:nvPr/>
          </p:nvSpPr>
          <p:spPr>
            <a:xfrm>
              <a:off x="45662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g2541"/>
            <p:cNvSpPr/>
            <p:nvPr/>
          </p:nvSpPr>
          <p:spPr>
            <a:xfrm>
              <a:off x="45779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g2542"/>
            <p:cNvSpPr/>
            <p:nvPr/>
          </p:nvSpPr>
          <p:spPr>
            <a:xfrm>
              <a:off x="45895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g2543"/>
            <p:cNvSpPr/>
            <p:nvPr/>
          </p:nvSpPr>
          <p:spPr>
            <a:xfrm>
              <a:off x="46011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g2544"/>
            <p:cNvSpPr/>
            <p:nvPr/>
          </p:nvSpPr>
          <p:spPr>
            <a:xfrm>
              <a:off x="314652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g2545"/>
            <p:cNvSpPr/>
            <p:nvPr/>
          </p:nvSpPr>
          <p:spPr>
            <a:xfrm>
              <a:off x="315816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g2546"/>
            <p:cNvSpPr/>
            <p:nvPr/>
          </p:nvSpPr>
          <p:spPr>
            <a:xfrm>
              <a:off x="316979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g2547"/>
            <p:cNvSpPr/>
            <p:nvPr/>
          </p:nvSpPr>
          <p:spPr>
            <a:xfrm>
              <a:off x="322798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g2548"/>
            <p:cNvSpPr/>
            <p:nvPr/>
          </p:nvSpPr>
          <p:spPr>
            <a:xfrm>
              <a:off x="32396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g2549"/>
            <p:cNvSpPr/>
            <p:nvPr/>
          </p:nvSpPr>
          <p:spPr>
            <a:xfrm>
              <a:off x="32512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g2550"/>
            <p:cNvSpPr/>
            <p:nvPr/>
          </p:nvSpPr>
          <p:spPr>
            <a:xfrm>
              <a:off x="326289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g2551"/>
            <p:cNvSpPr/>
            <p:nvPr/>
          </p:nvSpPr>
          <p:spPr>
            <a:xfrm>
              <a:off x="32745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g2552"/>
            <p:cNvSpPr/>
            <p:nvPr/>
          </p:nvSpPr>
          <p:spPr>
            <a:xfrm>
              <a:off x="32861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g2553"/>
            <p:cNvSpPr/>
            <p:nvPr/>
          </p:nvSpPr>
          <p:spPr>
            <a:xfrm>
              <a:off x="329780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g2554"/>
            <p:cNvSpPr/>
            <p:nvPr/>
          </p:nvSpPr>
          <p:spPr>
            <a:xfrm>
              <a:off x="330944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g2555"/>
            <p:cNvSpPr/>
            <p:nvPr/>
          </p:nvSpPr>
          <p:spPr>
            <a:xfrm>
              <a:off x="33210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g2556"/>
            <p:cNvSpPr/>
            <p:nvPr/>
          </p:nvSpPr>
          <p:spPr>
            <a:xfrm>
              <a:off x="333272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g2557"/>
            <p:cNvSpPr/>
            <p:nvPr/>
          </p:nvSpPr>
          <p:spPr>
            <a:xfrm>
              <a:off x="33443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g2558"/>
            <p:cNvSpPr/>
            <p:nvPr/>
          </p:nvSpPr>
          <p:spPr>
            <a:xfrm>
              <a:off x="343745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g2559"/>
            <p:cNvSpPr/>
            <p:nvPr/>
          </p:nvSpPr>
          <p:spPr>
            <a:xfrm>
              <a:off x="34490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g2560"/>
            <p:cNvSpPr/>
            <p:nvPr/>
          </p:nvSpPr>
          <p:spPr>
            <a:xfrm>
              <a:off x="34607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g2561"/>
            <p:cNvSpPr/>
            <p:nvPr/>
          </p:nvSpPr>
          <p:spPr>
            <a:xfrm>
              <a:off x="347236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g2562"/>
            <p:cNvSpPr/>
            <p:nvPr/>
          </p:nvSpPr>
          <p:spPr>
            <a:xfrm>
              <a:off x="34840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g2563"/>
            <p:cNvSpPr/>
            <p:nvPr/>
          </p:nvSpPr>
          <p:spPr>
            <a:xfrm>
              <a:off x="360037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g2564"/>
            <p:cNvSpPr/>
            <p:nvPr/>
          </p:nvSpPr>
          <p:spPr>
            <a:xfrm>
              <a:off x="361201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g2565"/>
            <p:cNvSpPr/>
            <p:nvPr/>
          </p:nvSpPr>
          <p:spPr>
            <a:xfrm>
              <a:off x="362365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g2566"/>
            <p:cNvSpPr/>
            <p:nvPr/>
          </p:nvSpPr>
          <p:spPr>
            <a:xfrm>
              <a:off x="363529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g2567"/>
            <p:cNvSpPr/>
            <p:nvPr/>
          </p:nvSpPr>
          <p:spPr>
            <a:xfrm>
              <a:off x="364692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g2568"/>
            <p:cNvSpPr/>
            <p:nvPr/>
          </p:nvSpPr>
          <p:spPr>
            <a:xfrm>
              <a:off x="365856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g2569"/>
            <p:cNvSpPr/>
            <p:nvPr/>
          </p:nvSpPr>
          <p:spPr>
            <a:xfrm>
              <a:off x="367020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g2570"/>
            <p:cNvSpPr/>
            <p:nvPr/>
          </p:nvSpPr>
          <p:spPr>
            <a:xfrm>
              <a:off x="368184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g2571"/>
            <p:cNvSpPr/>
            <p:nvPr/>
          </p:nvSpPr>
          <p:spPr>
            <a:xfrm>
              <a:off x="36934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g2572"/>
            <p:cNvSpPr/>
            <p:nvPr/>
          </p:nvSpPr>
          <p:spPr>
            <a:xfrm>
              <a:off x="37051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g2573"/>
            <p:cNvSpPr/>
            <p:nvPr/>
          </p:nvSpPr>
          <p:spPr>
            <a:xfrm>
              <a:off x="37167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g2574"/>
            <p:cNvSpPr/>
            <p:nvPr/>
          </p:nvSpPr>
          <p:spPr>
            <a:xfrm>
              <a:off x="37283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g2575"/>
            <p:cNvSpPr/>
            <p:nvPr/>
          </p:nvSpPr>
          <p:spPr>
            <a:xfrm>
              <a:off x="374002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g2576"/>
            <p:cNvSpPr/>
            <p:nvPr/>
          </p:nvSpPr>
          <p:spPr>
            <a:xfrm>
              <a:off x="375166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g2577"/>
            <p:cNvSpPr/>
            <p:nvPr/>
          </p:nvSpPr>
          <p:spPr>
            <a:xfrm>
              <a:off x="410078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g2578"/>
            <p:cNvSpPr/>
            <p:nvPr/>
          </p:nvSpPr>
          <p:spPr>
            <a:xfrm>
              <a:off x="41124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g2579"/>
            <p:cNvSpPr/>
            <p:nvPr/>
          </p:nvSpPr>
          <p:spPr>
            <a:xfrm>
              <a:off x="41240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g2580"/>
            <p:cNvSpPr/>
            <p:nvPr/>
          </p:nvSpPr>
          <p:spPr>
            <a:xfrm>
              <a:off x="413569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g2581"/>
            <p:cNvSpPr/>
            <p:nvPr/>
          </p:nvSpPr>
          <p:spPr>
            <a:xfrm>
              <a:off x="41473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g2582"/>
            <p:cNvSpPr/>
            <p:nvPr/>
          </p:nvSpPr>
          <p:spPr>
            <a:xfrm>
              <a:off x="41589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g2583"/>
            <p:cNvSpPr/>
            <p:nvPr/>
          </p:nvSpPr>
          <p:spPr>
            <a:xfrm>
              <a:off x="417060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g2584"/>
            <p:cNvSpPr/>
            <p:nvPr/>
          </p:nvSpPr>
          <p:spPr>
            <a:xfrm>
              <a:off x="41938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g2585"/>
            <p:cNvSpPr/>
            <p:nvPr/>
          </p:nvSpPr>
          <p:spPr>
            <a:xfrm>
              <a:off x="420552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g2586"/>
            <p:cNvSpPr/>
            <p:nvPr/>
          </p:nvSpPr>
          <p:spPr>
            <a:xfrm>
              <a:off x="42171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g2587"/>
            <p:cNvSpPr/>
            <p:nvPr/>
          </p:nvSpPr>
          <p:spPr>
            <a:xfrm>
              <a:off x="422879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g2588"/>
            <p:cNvSpPr/>
            <p:nvPr/>
          </p:nvSpPr>
          <p:spPr>
            <a:xfrm>
              <a:off x="424043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g2589"/>
            <p:cNvSpPr/>
            <p:nvPr/>
          </p:nvSpPr>
          <p:spPr>
            <a:xfrm>
              <a:off x="425207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g2590"/>
            <p:cNvSpPr/>
            <p:nvPr/>
          </p:nvSpPr>
          <p:spPr>
            <a:xfrm>
              <a:off x="426370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g2591"/>
            <p:cNvSpPr/>
            <p:nvPr/>
          </p:nvSpPr>
          <p:spPr>
            <a:xfrm>
              <a:off x="427534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g2592"/>
            <p:cNvSpPr/>
            <p:nvPr/>
          </p:nvSpPr>
          <p:spPr>
            <a:xfrm>
              <a:off x="428698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g2593"/>
            <p:cNvSpPr/>
            <p:nvPr/>
          </p:nvSpPr>
          <p:spPr>
            <a:xfrm>
              <a:off x="429861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g2594"/>
            <p:cNvSpPr/>
            <p:nvPr/>
          </p:nvSpPr>
          <p:spPr>
            <a:xfrm>
              <a:off x="431025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g2595"/>
            <p:cNvSpPr/>
            <p:nvPr/>
          </p:nvSpPr>
          <p:spPr>
            <a:xfrm>
              <a:off x="43218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g2596"/>
            <p:cNvSpPr/>
            <p:nvPr/>
          </p:nvSpPr>
          <p:spPr>
            <a:xfrm>
              <a:off x="43335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g2597"/>
            <p:cNvSpPr/>
            <p:nvPr/>
          </p:nvSpPr>
          <p:spPr>
            <a:xfrm>
              <a:off x="434516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g2598"/>
            <p:cNvSpPr/>
            <p:nvPr/>
          </p:nvSpPr>
          <p:spPr>
            <a:xfrm>
              <a:off x="43568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g2599"/>
            <p:cNvSpPr/>
            <p:nvPr/>
          </p:nvSpPr>
          <p:spPr>
            <a:xfrm>
              <a:off x="45662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g2600"/>
            <p:cNvSpPr/>
            <p:nvPr/>
          </p:nvSpPr>
          <p:spPr>
            <a:xfrm>
              <a:off x="45779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g2601"/>
            <p:cNvSpPr/>
            <p:nvPr/>
          </p:nvSpPr>
          <p:spPr>
            <a:xfrm>
              <a:off x="45895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g2602"/>
            <p:cNvSpPr/>
            <p:nvPr/>
          </p:nvSpPr>
          <p:spPr>
            <a:xfrm>
              <a:off x="46011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g2603"/>
            <p:cNvSpPr/>
            <p:nvPr/>
          </p:nvSpPr>
          <p:spPr>
            <a:xfrm>
              <a:off x="312324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g2604"/>
            <p:cNvSpPr/>
            <p:nvPr/>
          </p:nvSpPr>
          <p:spPr>
            <a:xfrm>
              <a:off x="313488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g2605"/>
            <p:cNvSpPr/>
            <p:nvPr/>
          </p:nvSpPr>
          <p:spPr>
            <a:xfrm>
              <a:off x="314652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g2606"/>
            <p:cNvSpPr/>
            <p:nvPr/>
          </p:nvSpPr>
          <p:spPr>
            <a:xfrm>
              <a:off x="315816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g2607"/>
            <p:cNvSpPr/>
            <p:nvPr/>
          </p:nvSpPr>
          <p:spPr>
            <a:xfrm>
              <a:off x="316979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g2608"/>
            <p:cNvSpPr/>
            <p:nvPr/>
          </p:nvSpPr>
          <p:spPr>
            <a:xfrm>
              <a:off x="318143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g2609"/>
            <p:cNvSpPr/>
            <p:nvPr/>
          </p:nvSpPr>
          <p:spPr>
            <a:xfrm>
              <a:off x="321634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g2610"/>
            <p:cNvSpPr/>
            <p:nvPr/>
          </p:nvSpPr>
          <p:spPr>
            <a:xfrm>
              <a:off x="322798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g2611"/>
            <p:cNvSpPr/>
            <p:nvPr/>
          </p:nvSpPr>
          <p:spPr>
            <a:xfrm>
              <a:off x="32396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g2612"/>
            <p:cNvSpPr/>
            <p:nvPr/>
          </p:nvSpPr>
          <p:spPr>
            <a:xfrm>
              <a:off x="32512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6B8">
                <a:alpha val="100000"/>
              </a:srgbClr>
            </a:solidFill>
            <a:ln w="5420" cap="flat">
              <a:solidFill>
                <a:srgbClr val="7F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g2613"/>
            <p:cNvSpPr/>
            <p:nvPr/>
          </p:nvSpPr>
          <p:spPr>
            <a:xfrm>
              <a:off x="326289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g2614"/>
            <p:cNvSpPr/>
            <p:nvPr/>
          </p:nvSpPr>
          <p:spPr>
            <a:xfrm>
              <a:off x="32745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g2615"/>
            <p:cNvSpPr/>
            <p:nvPr/>
          </p:nvSpPr>
          <p:spPr>
            <a:xfrm>
              <a:off x="32861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g2616"/>
            <p:cNvSpPr/>
            <p:nvPr/>
          </p:nvSpPr>
          <p:spPr>
            <a:xfrm>
              <a:off x="329780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g2617"/>
            <p:cNvSpPr/>
            <p:nvPr/>
          </p:nvSpPr>
          <p:spPr>
            <a:xfrm>
              <a:off x="33094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g2618"/>
            <p:cNvSpPr/>
            <p:nvPr/>
          </p:nvSpPr>
          <p:spPr>
            <a:xfrm>
              <a:off x="33210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g2619"/>
            <p:cNvSpPr/>
            <p:nvPr/>
          </p:nvSpPr>
          <p:spPr>
            <a:xfrm>
              <a:off x="333272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g2620"/>
            <p:cNvSpPr/>
            <p:nvPr/>
          </p:nvSpPr>
          <p:spPr>
            <a:xfrm>
              <a:off x="33443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g2621"/>
            <p:cNvSpPr/>
            <p:nvPr/>
          </p:nvSpPr>
          <p:spPr>
            <a:xfrm>
              <a:off x="33559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g2622"/>
            <p:cNvSpPr/>
            <p:nvPr/>
          </p:nvSpPr>
          <p:spPr>
            <a:xfrm>
              <a:off x="336763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g2623"/>
            <p:cNvSpPr/>
            <p:nvPr/>
          </p:nvSpPr>
          <p:spPr>
            <a:xfrm>
              <a:off x="34258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g2624"/>
            <p:cNvSpPr/>
            <p:nvPr/>
          </p:nvSpPr>
          <p:spPr>
            <a:xfrm>
              <a:off x="343745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g2625"/>
            <p:cNvSpPr/>
            <p:nvPr/>
          </p:nvSpPr>
          <p:spPr>
            <a:xfrm>
              <a:off x="34490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g2626"/>
            <p:cNvSpPr/>
            <p:nvPr/>
          </p:nvSpPr>
          <p:spPr>
            <a:xfrm>
              <a:off x="34607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g2627"/>
            <p:cNvSpPr/>
            <p:nvPr/>
          </p:nvSpPr>
          <p:spPr>
            <a:xfrm>
              <a:off x="347236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g2628"/>
            <p:cNvSpPr/>
            <p:nvPr/>
          </p:nvSpPr>
          <p:spPr>
            <a:xfrm>
              <a:off x="34840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g2629"/>
            <p:cNvSpPr/>
            <p:nvPr/>
          </p:nvSpPr>
          <p:spPr>
            <a:xfrm>
              <a:off x="34956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g2630"/>
            <p:cNvSpPr/>
            <p:nvPr/>
          </p:nvSpPr>
          <p:spPr>
            <a:xfrm>
              <a:off x="350728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g2631"/>
            <p:cNvSpPr/>
            <p:nvPr/>
          </p:nvSpPr>
          <p:spPr>
            <a:xfrm>
              <a:off x="362365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g2632"/>
            <p:cNvSpPr/>
            <p:nvPr/>
          </p:nvSpPr>
          <p:spPr>
            <a:xfrm>
              <a:off x="363529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g2633"/>
            <p:cNvSpPr/>
            <p:nvPr/>
          </p:nvSpPr>
          <p:spPr>
            <a:xfrm>
              <a:off x="364692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g2634"/>
            <p:cNvSpPr/>
            <p:nvPr/>
          </p:nvSpPr>
          <p:spPr>
            <a:xfrm>
              <a:off x="365856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g2635"/>
            <p:cNvSpPr/>
            <p:nvPr/>
          </p:nvSpPr>
          <p:spPr>
            <a:xfrm>
              <a:off x="367020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g2636"/>
            <p:cNvSpPr/>
            <p:nvPr/>
          </p:nvSpPr>
          <p:spPr>
            <a:xfrm>
              <a:off x="368184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g2637"/>
            <p:cNvSpPr/>
            <p:nvPr/>
          </p:nvSpPr>
          <p:spPr>
            <a:xfrm>
              <a:off x="36934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g2638"/>
            <p:cNvSpPr/>
            <p:nvPr/>
          </p:nvSpPr>
          <p:spPr>
            <a:xfrm>
              <a:off x="37051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g2639"/>
            <p:cNvSpPr/>
            <p:nvPr/>
          </p:nvSpPr>
          <p:spPr>
            <a:xfrm>
              <a:off x="37167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g2640"/>
            <p:cNvSpPr/>
            <p:nvPr/>
          </p:nvSpPr>
          <p:spPr>
            <a:xfrm>
              <a:off x="37283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g2641"/>
            <p:cNvSpPr/>
            <p:nvPr/>
          </p:nvSpPr>
          <p:spPr>
            <a:xfrm>
              <a:off x="37400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g2642"/>
            <p:cNvSpPr/>
            <p:nvPr/>
          </p:nvSpPr>
          <p:spPr>
            <a:xfrm>
              <a:off x="375166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g2643"/>
            <p:cNvSpPr/>
            <p:nvPr/>
          </p:nvSpPr>
          <p:spPr>
            <a:xfrm>
              <a:off x="41124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g2644"/>
            <p:cNvSpPr/>
            <p:nvPr/>
          </p:nvSpPr>
          <p:spPr>
            <a:xfrm>
              <a:off x="41240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g2645"/>
            <p:cNvSpPr/>
            <p:nvPr/>
          </p:nvSpPr>
          <p:spPr>
            <a:xfrm>
              <a:off x="413569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g2646"/>
            <p:cNvSpPr/>
            <p:nvPr/>
          </p:nvSpPr>
          <p:spPr>
            <a:xfrm>
              <a:off x="41473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g2647"/>
            <p:cNvSpPr/>
            <p:nvPr/>
          </p:nvSpPr>
          <p:spPr>
            <a:xfrm>
              <a:off x="41589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g2648"/>
            <p:cNvSpPr/>
            <p:nvPr/>
          </p:nvSpPr>
          <p:spPr>
            <a:xfrm>
              <a:off x="417060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g2649"/>
            <p:cNvSpPr/>
            <p:nvPr/>
          </p:nvSpPr>
          <p:spPr>
            <a:xfrm>
              <a:off x="41822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g2650"/>
            <p:cNvSpPr/>
            <p:nvPr/>
          </p:nvSpPr>
          <p:spPr>
            <a:xfrm>
              <a:off x="41938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g2651"/>
            <p:cNvSpPr/>
            <p:nvPr/>
          </p:nvSpPr>
          <p:spPr>
            <a:xfrm>
              <a:off x="420552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g2652"/>
            <p:cNvSpPr/>
            <p:nvPr/>
          </p:nvSpPr>
          <p:spPr>
            <a:xfrm>
              <a:off x="42171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g2653"/>
            <p:cNvSpPr/>
            <p:nvPr/>
          </p:nvSpPr>
          <p:spPr>
            <a:xfrm>
              <a:off x="42287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g2654"/>
            <p:cNvSpPr/>
            <p:nvPr/>
          </p:nvSpPr>
          <p:spPr>
            <a:xfrm>
              <a:off x="424043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g2655"/>
            <p:cNvSpPr/>
            <p:nvPr/>
          </p:nvSpPr>
          <p:spPr>
            <a:xfrm>
              <a:off x="425207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g2656"/>
            <p:cNvSpPr/>
            <p:nvPr/>
          </p:nvSpPr>
          <p:spPr>
            <a:xfrm>
              <a:off x="426370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g2657"/>
            <p:cNvSpPr/>
            <p:nvPr/>
          </p:nvSpPr>
          <p:spPr>
            <a:xfrm>
              <a:off x="427534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g2658"/>
            <p:cNvSpPr/>
            <p:nvPr/>
          </p:nvSpPr>
          <p:spPr>
            <a:xfrm>
              <a:off x="428698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g2659"/>
            <p:cNvSpPr/>
            <p:nvPr/>
          </p:nvSpPr>
          <p:spPr>
            <a:xfrm>
              <a:off x="42986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g2660"/>
            <p:cNvSpPr/>
            <p:nvPr/>
          </p:nvSpPr>
          <p:spPr>
            <a:xfrm>
              <a:off x="431025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g2661"/>
            <p:cNvSpPr/>
            <p:nvPr/>
          </p:nvSpPr>
          <p:spPr>
            <a:xfrm>
              <a:off x="43218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g2662"/>
            <p:cNvSpPr/>
            <p:nvPr/>
          </p:nvSpPr>
          <p:spPr>
            <a:xfrm>
              <a:off x="43335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g2663"/>
            <p:cNvSpPr/>
            <p:nvPr/>
          </p:nvSpPr>
          <p:spPr>
            <a:xfrm>
              <a:off x="434516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g2664"/>
            <p:cNvSpPr/>
            <p:nvPr/>
          </p:nvSpPr>
          <p:spPr>
            <a:xfrm>
              <a:off x="43568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g2665"/>
            <p:cNvSpPr/>
            <p:nvPr/>
          </p:nvSpPr>
          <p:spPr>
            <a:xfrm>
              <a:off x="43684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g2666"/>
            <p:cNvSpPr/>
            <p:nvPr/>
          </p:nvSpPr>
          <p:spPr>
            <a:xfrm>
              <a:off x="45662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g2667"/>
            <p:cNvSpPr/>
            <p:nvPr/>
          </p:nvSpPr>
          <p:spPr>
            <a:xfrm>
              <a:off x="45779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g2668"/>
            <p:cNvSpPr/>
            <p:nvPr/>
          </p:nvSpPr>
          <p:spPr>
            <a:xfrm>
              <a:off x="45895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g2669"/>
            <p:cNvSpPr/>
            <p:nvPr/>
          </p:nvSpPr>
          <p:spPr>
            <a:xfrm>
              <a:off x="46011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g2670"/>
            <p:cNvSpPr/>
            <p:nvPr/>
          </p:nvSpPr>
          <p:spPr>
            <a:xfrm>
              <a:off x="46128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g2671"/>
            <p:cNvSpPr/>
            <p:nvPr/>
          </p:nvSpPr>
          <p:spPr>
            <a:xfrm>
              <a:off x="311161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g2672"/>
            <p:cNvSpPr/>
            <p:nvPr/>
          </p:nvSpPr>
          <p:spPr>
            <a:xfrm>
              <a:off x="312324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g2673"/>
            <p:cNvSpPr/>
            <p:nvPr/>
          </p:nvSpPr>
          <p:spPr>
            <a:xfrm>
              <a:off x="313488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g2674"/>
            <p:cNvSpPr/>
            <p:nvPr/>
          </p:nvSpPr>
          <p:spPr>
            <a:xfrm>
              <a:off x="314652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g2675"/>
            <p:cNvSpPr/>
            <p:nvPr/>
          </p:nvSpPr>
          <p:spPr>
            <a:xfrm>
              <a:off x="315816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g2676"/>
            <p:cNvSpPr/>
            <p:nvPr/>
          </p:nvSpPr>
          <p:spPr>
            <a:xfrm>
              <a:off x="316979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g2677"/>
            <p:cNvSpPr/>
            <p:nvPr/>
          </p:nvSpPr>
          <p:spPr>
            <a:xfrm>
              <a:off x="318143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g2678"/>
            <p:cNvSpPr/>
            <p:nvPr/>
          </p:nvSpPr>
          <p:spPr>
            <a:xfrm>
              <a:off x="319307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g2679"/>
            <p:cNvSpPr/>
            <p:nvPr/>
          </p:nvSpPr>
          <p:spPr>
            <a:xfrm>
              <a:off x="320471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g2680"/>
            <p:cNvSpPr/>
            <p:nvPr/>
          </p:nvSpPr>
          <p:spPr>
            <a:xfrm>
              <a:off x="321634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g2681"/>
            <p:cNvSpPr/>
            <p:nvPr/>
          </p:nvSpPr>
          <p:spPr>
            <a:xfrm>
              <a:off x="322798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g2682"/>
            <p:cNvSpPr/>
            <p:nvPr/>
          </p:nvSpPr>
          <p:spPr>
            <a:xfrm>
              <a:off x="323962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g2683"/>
            <p:cNvSpPr/>
            <p:nvPr/>
          </p:nvSpPr>
          <p:spPr>
            <a:xfrm>
              <a:off x="32512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g2684"/>
            <p:cNvSpPr/>
            <p:nvPr/>
          </p:nvSpPr>
          <p:spPr>
            <a:xfrm>
              <a:off x="326289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g2685"/>
            <p:cNvSpPr/>
            <p:nvPr/>
          </p:nvSpPr>
          <p:spPr>
            <a:xfrm>
              <a:off x="32745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g2686"/>
            <p:cNvSpPr/>
            <p:nvPr/>
          </p:nvSpPr>
          <p:spPr>
            <a:xfrm>
              <a:off x="32861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g2687"/>
            <p:cNvSpPr/>
            <p:nvPr/>
          </p:nvSpPr>
          <p:spPr>
            <a:xfrm>
              <a:off x="329780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g2688"/>
            <p:cNvSpPr/>
            <p:nvPr/>
          </p:nvSpPr>
          <p:spPr>
            <a:xfrm>
              <a:off x="33094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g2689"/>
            <p:cNvSpPr/>
            <p:nvPr/>
          </p:nvSpPr>
          <p:spPr>
            <a:xfrm>
              <a:off x="33210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g2690"/>
            <p:cNvSpPr/>
            <p:nvPr/>
          </p:nvSpPr>
          <p:spPr>
            <a:xfrm>
              <a:off x="333272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g2691"/>
            <p:cNvSpPr/>
            <p:nvPr/>
          </p:nvSpPr>
          <p:spPr>
            <a:xfrm>
              <a:off x="33443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g2692"/>
            <p:cNvSpPr/>
            <p:nvPr/>
          </p:nvSpPr>
          <p:spPr>
            <a:xfrm>
              <a:off x="33559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g2693"/>
            <p:cNvSpPr/>
            <p:nvPr/>
          </p:nvSpPr>
          <p:spPr>
            <a:xfrm>
              <a:off x="336763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g2694"/>
            <p:cNvSpPr/>
            <p:nvPr/>
          </p:nvSpPr>
          <p:spPr>
            <a:xfrm>
              <a:off x="33792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g2695"/>
            <p:cNvSpPr/>
            <p:nvPr/>
          </p:nvSpPr>
          <p:spPr>
            <a:xfrm>
              <a:off x="33909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g2696"/>
            <p:cNvSpPr/>
            <p:nvPr/>
          </p:nvSpPr>
          <p:spPr>
            <a:xfrm>
              <a:off x="340254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g2697"/>
            <p:cNvSpPr/>
            <p:nvPr/>
          </p:nvSpPr>
          <p:spPr>
            <a:xfrm>
              <a:off x="341418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g2698"/>
            <p:cNvSpPr/>
            <p:nvPr/>
          </p:nvSpPr>
          <p:spPr>
            <a:xfrm>
              <a:off x="342581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g2699"/>
            <p:cNvSpPr/>
            <p:nvPr/>
          </p:nvSpPr>
          <p:spPr>
            <a:xfrm>
              <a:off x="343745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g2700"/>
            <p:cNvSpPr/>
            <p:nvPr/>
          </p:nvSpPr>
          <p:spPr>
            <a:xfrm>
              <a:off x="34490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g2701"/>
            <p:cNvSpPr/>
            <p:nvPr/>
          </p:nvSpPr>
          <p:spPr>
            <a:xfrm>
              <a:off x="34607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g2702"/>
            <p:cNvSpPr/>
            <p:nvPr/>
          </p:nvSpPr>
          <p:spPr>
            <a:xfrm>
              <a:off x="347236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g2703"/>
            <p:cNvSpPr/>
            <p:nvPr/>
          </p:nvSpPr>
          <p:spPr>
            <a:xfrm>
              <a:off x="34840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g2704"/>
            <p:cNvSpPr/>
            <p:nvPr/>
          </p:nvSpPr>
          <p:spPr>
            <a:xfrm>
              <a:off x="34956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g2705"/>
            <p:cNvSpPr/>
            <p:nvPr/>
          </p:nvSpPr>
          <p:spPr>
            <a:xfrm>
              <a:off x="350728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g2706"/>
            <p:cNvSpPr/>
            <p:nvPr/>
          </p:nvSpPr>
          <p:spPr>
            <a:xfrm>
              <a:off x="351891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g2707"/>
            <p:cNvSpPr/>
            <p:nvPr/>
          </p:nvSpPr>
          <p:spPr>
            <a:xfrm>
              <a:off x="353055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g2708"/>
            <p:cNvSpPr/>
            <p:nvPr/>
          </p:nvSpPr>
          <p:spPr>
            <a:xfrm>
              <a:off x="354219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g2709"/>
            <p:cNvSpPr/>
            <p:nvPr/>
          </p:nvSpPr>
          <p:spPr>
            <a:xfrm>
              <a:off x="363529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g2710"/>
            <p:cNvSpPr/>
            <p:nvPr/>
          </p:nvSpPr>
          <p:spPr>
            <a:xfrm>
              <a:off x="364692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g2711"/>
            <p:cNvSpPr/>
            <p:nvPr/>
          </p:nvSpPr>
          <p:spPr>
            <a:xfrm>
              <a:off x="365856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g2712"/>
            <p:cNvSpPr/>
            <p:nvPr/>
          </p:nvSpPr>
          <p:spPr>
            <a:xfrm>
              <a:off x="368184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g2713"/>
            <p:cNvSpPr/>
            <p:nvPr/>
          </p:nvSpPr>
          <p:spPr>
            <a:xfrm>
              <a:off x="36934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g2714"/>
            <p:cNvSpPr/>
            <p:nvPr/>
          </p:nvSpPr>
          <p:spPr>
            <a:xfrm>
              <a:off x="37051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g2715"/>
            <p:cNvSpPr/>
            <p:nvPr/>
          </p:nvSpPr>
          <p:spPr>
            <a:xfrm>
              <a:off x="37167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g2716"/>
            <p:cNvSpPr/>
            <p:nvPr/>
          </p:nvSpPr>
          <p:spPr>
            <a:xfrm>
              <a:off x="37283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g2717"/>
            <p:cNvSpPr/>
            <p:nvPr/>
          </p:nvSpPr>
          <p:spPr>
            <a:xfrm>
              <a:off x="37400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g2718"/>
            <p:cNvSpPr/>
            <p:nvPr/>
          </p:nvSpPr>
          <p:spPr>
            <a:xfrm>
              <a:off x="375166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g2719"/>
            <p:cNvSpPr/>
            <p:nvPr/>
          </p:nvSpPr>
          <p:spPr>
            <a:xfrm>
              <a:off x="41240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g2720"/>
            <p:cNvSpPr/>
            <p:nvPr/>
          </p:nvSpPr>
          <p:spPr>
            <a:xfrm>
              <a:off x="413569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g2721"/>
            <p:cNvSpPr/>
            <p:nvPr/>
          </p:nvSpPr>
          <p:spPr>
            <a:xfrm>
              <a:off x="41473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g2722"/>
            <p:cNvSpPr/>
            <p:nvPr/>
          </p:nvSpPr>
          <p:spPr>
            <a:xfrm>
              <a:off x="41589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g2723"/>
            <p:cNvSpPr/>
            <p:nvPr/>
          </p:nvSpPr>
          <p:spPr>
            <a:xfrm>
              <a:off x="417060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g2724"/>
            <p:cNvSpPr/>
            <p:nvPr/>
          </p:nvSpPr>
          <p:spPr>
            <a:xfrm>
              <a:off x="41822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g2725"/>
            <p:cNvSpPr/>
            <p:nvPr/>
          </p:nvSpPr>
          <p:spPr>
            <a:xfrm>
              <a:off x="41938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g2726"/>
            <p:cNvSpPr/>
            <p:nvPr/>
          </p:nvSpPr>
          <p:spPr>
            <a:xfrm>
              <a:off x="420552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g2727"/>
            <p:cNvSpPr/>
            <p:nvPr/>
          </p:nvSpPr>
          <p:spPr>
            <a:xfrm>
              <a:off x="42171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g2728"/>
            <p:cNvSpPr/>
            <p:nvPr/>
          </p:nvSpPr>
          <p:spPr>
            <a:xfrm>
              <a:off x="42287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g2729"/>
            <p:cNvSpPr/>
            <p:nvPr/>
          </p:nvSpPr>
          <p:spPr>
            <a:xfrm>
              <a:off x="424043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g2730"/>
            <p:cNvSpPr/>
            <p:nvPr/>
          </p:nvSpPr>
          <p:spPr>
            <a:xfrm>
              <a:off x="42520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g2731"/>
            <p:cNvSpPr/>
            <p:nvPr/>
          </p:nvSpPr>
          <p:spPr>
            <a:xfrm>
              <a:off x="42637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g2732"/>
            <p:cNvSpPr/>
            <p:nvPr/>
          </p:nvSpPr>
          <p:spPr>
            <a:xfrm>
              <a:off x="427534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g2733"/>
            <p:cNvSpPr/>
            <p:nvPr/>
          </p:nvSpPr>
          <p:spPr>
            <a:xfrm>
              <a:off x="431025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g2734"/>
            <p:cNvSpPr/>
            <p:nvPr/>
          </p:nvSpPr>
          <p:spPr>
            <a:xfrm>
              <a:off x="43218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g2735"/>
            <p:cNvSpPr/>
            <p:nvPr/>
          </p:nvSpPr>
          <p:spPr>
            <a:xfrm>
              <a:off x="43335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g2736"/>
            <p:cNvSpPr/>
            <p:nvPr/>
          </p:nvSpPr>
          <p:spPr>
            <a:xfrm>
              <a:off x="434516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g2737"/>
            <p:cNvSpPr/>
            <p:nvPr/>
          </p:nvSpPr>
          <p:spPr>
            <a:xfrm>
              <a:off x="43568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g2738"/>
            <p:cNvSpPr/>
            <p:nvPr/>
          </p:nvSpPr>
          <p:spPr>
            <a:xfrm>
              <a:off x="43684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g2739"/>
            <p:cNvSpPr/>
            <p:nvPr/>
          </p:nvSpPr>
          <p:spPr>
            <a:xfrm>
              <a:off x="438008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g2740"/>
            <p:cNvSpPr/>
            <p:nvPr/>
          </p:nvSpPr>
          <p:spPr>
            <a:xfrm>
              <a:off x="45662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g2741"/>
            <p:cNvSpPr/>
            <p:nvPr/>
          </p:nvSpPr>
          <p:spPr>
            <a:xfrm>
              <a:off x="45779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g2742"/>
            <p:cNvSpPr/>
            <p:nvPr/>
          </p:nvSpPr>
          <p:spPr>
            <a:xfrm>
              <a:off x="45895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g2743"/>
            <p:cNvSpPr/>
            <p:nvPr/>
          </p:nvSpPr>
          <p:spPr>
            <a:xfrm>
              <a:off x="46011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g2744"/>
            <p:cNvSpPr/>
            <p:nvPr/>
          </p:nvSpPr>
          <p:spPr>
            <a:xfrm>
              <a:off x="46128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g2745"/>
            <p:cNvSpPr/>
            <p:nvPr/>
          </p:nvSpPr>
          <p:spPr>
            <a:xfrm>
              <a:off x="311161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g2746"/>
            <p:cNvSpPr/>
            <p:nvPr/>
          </p:nvSpPr>
          <p:spPr>
            <a:xfrm>
              <a:off x="312324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g2747"/>
            <p:cNvSpPr/>
            <p:nvPr/>
          </p:nvSpPr>
          <p:spPr>
            <a:xfrm>
              <a:off x="313488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g2748"/>
            <p:cNvSpPr/>
            <p:nvPr/>
          </p:nvSpPr>
          <p:spPr>
            <a:xfrm>
              <a:off x="314652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g2749"/>
            <p:cNvSpPr/>
            <p:nvPr/>
          </p:nvSpPr>
          <p:spPr>
            <a:xfrm>
              <a:off x="315816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g2750"/>
            <p:cNvSpPr/>
            <p:nvPr/>
          </p:nvSpPr>
          <p:spPr>
            <a:xfrm>
              <a:off x="316979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g2751"/>
            <p:cNvSpPr/>
            <p:nvPr/>
          </p:nvSpPr>
          <p:spPr>
            <a:xfrm>
              <a:off x="318143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g2752"/>
            <p:cNvSpPr/>
            <p:nvPr/>
          </p:nvSpPr>
          <p:spPr>
            <a:xfrm>
              <a:off x="319307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g2753"/>
            <p:cNvSpPr/>
            <p:nvPr/>
          </p:nvSpPr>
          <p:spPr>
            <a:xfrm>
              <a:off x="320471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g2754"/>
            <p:cNvSpPr/>
            <p:nvPr/>
          </p:nvSpPr>
          <p:spPr>
            <a:xfrm>
              <a:off x="321634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g2755"/>
            <p:cNvSpPr/>
            <p:nvPr/>
          </p:nvSpPr>
          <p:spPr>
            <a:xfrm>
              <a:off x="322798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g2756"/>
            <p:cNvSpPr/>
            <p:nvPr/>
          </p:nvSpPr>
          <p:spPr>
            <a:xfrm>
              <a:off x="323962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g2757"/>
            <p:cNvSpPr/>
            <p:nvPr/>
          </p:nvSpPr>
          <p:spPr>
            <a:xfrm>
              <a:off x="325125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g2758"/>
            <p:cNvSpPr/>
            <p:nvPr/>
          </p:nvSpPr>
          <p:spPr>
            <a:xfrm>
              <a:off x="326289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g2759"/>
            <p:cNvSpPr/>
            <p:nvPr/>
          </p:nvSpPr>
          <p:spPr>
            <a:xfrm>
              <a:off x="32745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g2760"/>
            <p:cNvSpPr/>
            <p:nvPr/>
          </p:nvSpPr>
          <p:spPr>
            <a:xfrm>
              <a:off x="32861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g2761"/>
            <p:cNvSpPr/>
            <p:nvPr/>
          </p:nvSpPr>
          <p:spPr>
            <a:xfrm>
              <a:off x="329780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g2762"/>
            <p:cNvSpPr/>
            <p:nvPr/>
          </p:nvSpPr>
          <p:spPr>
            <a:xfrm>
              <a:off x="33094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g2763"/>
            <p:cNvSpPr/>
            <p:nvPr/>
          </p:nvSpPr>
          <p:spPr>
            <a:xfrm>
              <a:off x="33210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g2764"/>
            <p:cNvSpPr/>
            <p:nvPr/>
          </p:nvSpPr>
          <p:spPr>
            <a:xfrm>
              <a:off x="333272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g2765"/>
            <p:cNvSpPr/>
            <p:nvPr/>
          </p:nvSpPr>
          <p:spPr>
            <a:xfrm>
              <a:off x="33443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g2766"/>
            <p:cNvSpPr/>
            <p:nvPr/>
          </p:nvSpPr>
          <p:spPr>
            <a:xfrm>
              <a:off x="33559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g2767"/>
            <p:cNvSpPr/>
            <p:nvPr/>
          </p:nvSpPr>
          <p:spPr>
            <a:xfrm>
              <a:off x="336763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g2768"/>
            <p:cNvSpPr/>
            <p:nvPr/>
          </p:nvSpPr>
          <p:spPr>
            <a:xfrm>
              <a:off x="337927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g2769"/>
            <p:cNvSpPr/>
            <p:nvPr/>
          </p:nvSpPr>
          <p:spPr>
            <a:xfrm>
              <a:off x="339090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g2770"/>
            <p:cNvSpPr/>
            <p:nvPr/>
          </p:nvSpPr>
          <p:spPr>
            <a:xfrm>
              <a:off x="340254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g2771"/>
            <p:cNvSpPr/>
            <p:nvPr/>
          </p:nvSpPr>
          <p:spPr>
            <a:xfrm>
              <a:off x="341418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g2772"/>
            <p:cNvSpPr/>
            <p:nvPr/>
          </p:nvSpPr>
          <p:spPr>
            <a:xfrm>
              <a:off x="342581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g2773"/>
            <p:cNvSpPr/>
            <p:nvPr/>
          </p:nvSpPr>
          <p:spPr>
            <a:xfrm>
              <a:off x="343745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g2774"/>
            <p:cNvSpPr/>
            <p:nvPr/>
          </p:nvSpPr>
          <p:spPr>
            <a:xfrm>
              <a:off x="34490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g2775"/>
            <p:cNvSpPr/>
            <p:nvPr/>
          </p:nvSpPr>
          <p:spPr>
            <a:xfrm>
              <a:off x="34607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g2776"/>
            <p:cNvSpPr/>
            <p:nvPr/>
          </p:nvSpPr>
          <p:spPr>
            <a:xfrm>
              <a:off x="347236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g2777"/>
            <p:cNvSpPr/>
            <p:nvPr/>
          </p:nvSpPr>
          <p:spPr>
            <a:xfrm>
              <a:off x="34840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g2778"/>
            <p:cNvSpPr/>
            <p:nvPr/>
          </p:nvSpPr>
          <p:spPr>
            <a:xfrm>
              <a:off x="34956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g2779"/>
            <p:cNvSpPr/>
            <p:nvPr/>
          </p:nvSpPr>
          <p:spPr>
            <a:xfrm>
              <a:off x="350728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g2780"/>
            <p:cNvSpPr/>
            <p:nvPr/>
          </p:nvSpPr>
          <p:spPr>
            <a:xfrm>
              <a:off x="351891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g2781"/>
            <p:cNvSpPr/>
            <p:nvPr/>
          </p:nvSpPr>
          <p:spPr>
            <a:xfrm>
              <a:off x="353055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g2782"/>
            <p:cNvSpPr/>
            <p:nvPr/>
          </p:nvSpPr>
          <p:spPr>
            <a:xfrm>
              <a:off x="354219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g2783"/>
            <p:cNvSpPr/>
            <p:nvPr/>
          </p:nvSpPr>
          <p:spPr>
            <a:xfrm>
              <a:off x="355383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g2784"/>
            <p:cNvSpPr/>
            <p:nvPr/>
          </p:nvSpPr>
          <p:spPr>
            <a:xfrm>
              <a:off x="362365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g2785"/>
            <p:cNvSpPr/>
            <p:nvPr/>
          </p:nvSpPr>
          <p:spPr>
            <a:xfrm>
              <a:off x="363529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g2786"/>
            <p:cNvSpPr/>
            <p:nvPr/>
          </p:nvSpPr>
          <p:spPr>
            <a:xfrm>
              <a:off x="364692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g2787"/>
            <p:cNvSpPr/>
            <p:nvPr/>
          </p:nvSpPr>
          <p:spPr>
            <a:xfrm>
              <a:off x="365856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g2788"/>
            <p:cNvSpPr/>
            <p:nvPr/>
          </p:nvSpPr>
          <p:spPr>
            <a:xfrm>
              <a:off x="367020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g2789"/>
            <p:cNvSpPr/>
            <p:nvPr/>
          </p:nvSpPr>
          <p:spPr>
            <a:xfrm>
              <a:off x="368184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g2790"/>
            <p:cNvSpPr/>
            <p:nvPr/>
          </p:nvSpPr>
          <p:spPr>
            <a:xfrm>
              <a:off x="369347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g2791"/>
            <p:cNvSpPr/>
            <p:nvPr/>
          </p:nvSpPr>
          <p:spPr>
            <a:xfrm>
              <a:off x="37051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g2792"/>
            <p:cNvSpPr/>
            <p:nvPr/>
          </p:nvSpPr>
          <p:spPr>
            <a:xfrm>
              <a:off x="37167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g2793"/>
            <p:cNvSpPr/>
            <p:nvPr/>
          </p:nvSpPr>
          <p:spPr>
            <a:xfrm>
              <a:off x="37283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g2794"/>
            <p:cNvSpPr/>
            <p:nvPr/>
          </p:nvSpPr>
          <p:spPr>
            <a:xfrm>
              <a:off x="37400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g2795"/>
            <p:cNvSpPr/>
            <p:nvPr/>
          </p:nvSpPr>
          <p:spPr>
            <a:xfrm>
              <a:off x="413569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g2796"/>
            <p:cNvSpPr/>
            <p:nvPr/>
          </p:nvSpPr>
          <p:spPr>
            <a:xfrm>
              <a:off x="41473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g2797"/>
            <p:cNvSpPr/>
            <p:nvPr/>
          </p:nvSpPr>
          <p:spPr>
            <a:xfrm>
              <a:off x="41589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g2798"/>
            <p:cNvSpPr/>
            <p:nvPr/>
          </p:nvSpPr>
          <p:spPr>
            <a:xfrm>
              <a:off x="417060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g2799"/>
            <p:cNvSpPr/>
            <p:nvPr/>
          </p:nvSpPr>
          <p:spPr>
            <a:xfrm>
              <a:off x="41822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g2800"/>
            <p:cNvSpPr/>
            <p:nvPr/>
          </p:nvSpPr>
          <p:spPr>
            <a:xfrm>
              <a:off x="41938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g2801"/>
            <p:cNvSpPr/>
            <p:nvPr/>
          </p:nvSpPr>
          <p:spPr>
            <a:xfrm>
              <a:off x="420552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g2802"/>
            <p:cNvSpPr/>
            <p:nvPr/>
          </p:nvSpPr>
          <p:spPr>
            <a:xfrm>
              <a:off x="42171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g2803"/>
            <p:cNvSpPr/>
            <p:nvPr/>
          </p:nvSpPr>
          <p:spPr>
            <a:xfrm>
              <a:off x="42287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g2804"/>
            <p:cNvSpPr/>
            <p:nvPr/>
          </p:nvSpPr>
          <p:spPr>
            <a:xfrm>
              <a:off x="424043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g2805"/>
            <p:cNvSpPr/>
            <p:nvPr/>
          </p:nvSpPr>
          <p:spPr>
            <a:xfrm>
              <a:off x="43218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g2806"/>
            <p:cNvSpPr/>
            <p:nvPr/>
          </p:nvSpPr>
          <p:spPr>
            <a:xfrm>
              <a:off x="43335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g2807"/>
            <p:cNvSpPr/>
            <p:nvPr/>
          </p:nvSpPr>
          <p:spPr>
            <a:xfrm>
              <a:off x="434516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g2808"/>
            <p:cNvSpPr/>
            <p:nvPr/>
          </p:nvSpPr>
          <p:spPr>
            <a:xfrm>
              <a:off x="43568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g2809"/>
            <p:cNvSpPr/>
            <p:nvPr/>
          </p:nvSpPr>
          <p:spPr>
            <a:xfrm>
              <a:off x="43684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g2810"/>
            <p:cNvSpPr/>
            <p:nvPr/>
          </p:nvSpPr>
          <p:spPr>
            <a:xfrm>
              <a:off x="438008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g2811"/>
            <p:cNvSpPr/>
            <p:nvPr/>
          </p:nvSpPr>
          <p:spPr>
            <a:xfrm>
              <a:off x="45779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g2812"/>
            <p:cNvSpPr/>
            <p:nvPr/>
          </p:nvSpPr>
          <p:spPr>
            <a:xfrm>
              <a:off x="45895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g2813"/>
            <p:cNvSpPr/>
            <p:nvPr/>
          </p:nvSpPr>
          <p:spPr>
            <a:xfrm>
              <a:off x="46011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g2814"/>
            <p:cNvSpPr/>
            <p:nvPr/>
          </p:nvSpPr>
          <p:spPr>
            <a:xfrm>
              <a:off x="46128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g2815"/>
            <p:cNvSpPr/>
            <p:nvPr/>
          </p:nvSpPr>
          <p:spPr>
            <a:xfrm>
              <a:off x="462446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g2816"/>
            <p:cNvSpPr/>
            <p:nvPr/>
          </p:nvSpPr>
          <p:spPr>
            <a:xfrm>
              <a:off x="311161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g2817"/>
            <p:cNvSpPr/>
            <p:nvPr/>
          </p:nvSpPr>
          <p:spPr>
            <a:xfrm>
              <a:off x="312324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g2818"/>
            <p:cNvSpPr/>
            <p:nvPr/>
          </p:nvSpPr>
          <p:spPr>
            <a:xfrm>
              <a:off x="313488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g2819"/>
            <p:cNvSpPr/>
            <p:nvPr/>
          </p:nvSpPr>
          <p:spPr>
            <a:xfrm>
              <a:off x="314652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g2820"/>
            <p:cNvSpPr/>
            <p:nvPr/>
          </p:nvSpPr>
          <p:spPr>
            <a:xfrm>
              <a:off x="315816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g2821"/>
            <p:cNvSpPr/>
            <p:nvPr/>
          </p:nvSpPr>
          <p:spPr>
            <a:xfrm>
              <a:off x="316979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g2822"/>
            <p:cNvSpPr/>
            <p:nvPr/>
          </p:nvSpPr>
          <p:spPr>
            <a:xfrm>
              <a:off x="318143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g2823"/>
            <p:cNvSpPr/>
            <p:nvPr/>
          </p:nvSpPr>
          <p:spPr>
            <a:xfrm>
              <a:off x="319307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g2824"/>
            <p:cNvSpPr/>
            <p:nvPr/>
          </p:nvSpPr>
          <p:spPr>
            <a:xfrm>
              <a:off x="320471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g2825"/>
            <p:cNvSpPr/>
            <p:nvPr/>
          </p:nvSpPr>
          <p:spPr>
            <a:xfrm>
              <a:off x="321634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g2826"/>
            <p:cNvSpPr/>
            <p:nvPr/>
          </p:nvSpPr>
          <p:spPr>
            <a:xfrm>
              <a:off x="322798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g2827"/>
            <p:cNvSpPr/>
            <p:nvPr/>
          </p:nvSpPr>
          <p:spPr>
            <a:xfrm>
              <a:off x="323962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g2828"/>
            <p:cNvSpPr/>
            <p:nvPr/>
          </p:nvSpPr>
          <p:spPr>
            <a:xfrm>
              <a:off x="325125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g2829"/>
            <p:cNvSpPr/>
            <p:nvPr/>
          </p:nvSpPr>
          <p:spPr>
            <a:xfrm>
              <a:off x="326289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g2830"/>
            <p:cNvSpPr/>
            <p:nvPr/>
          </p:nvSpPr>
          <p:spPr>
            <a:xfrm>
              <a:off x="32745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g2831"/>
            <p:cNvSpPr/>
            <p:nvPr/>
          </p:nvSpPr>
          <p:spPr>
            <a:xfrm>
              <a:off x="32861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g2832"/>
            <p:cNvSpPr/>
            <p:nvPr/>
          </p:nvSpPr>
          <p:spPr>
            <a:xfrm>
              <a:off x="329780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g2833"/>
            <p:cNvSpPr/>
            <p:nvPr/>
          </p:nvSpPr>
          <p:spPr>
            <a:xfrm>
              <a:off x="33094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g2834"/>
            <p:cNvSpPr/>
            <p:nvPr/>
          </p:nvSpPr>
          <p:spPr>
            <a:xfrm>
              <a:off x="33210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g2835"/>
            <p:cNvSpPr/>
            <p:nvPr/>
          </p:nvSpPr>
          <p:spPr>
            <a:xfrm>
              <a:off x="333272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g2836"/>
            <p:cNvSpPr/>
            <p:nvPr/>
          </p:nvSpPr>
          <p:spPr>
            <a:xfrm>
              <a:off x="33443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g2837"/>
            <p:cNvSpPr/>
            <p:nvPr/>
          </p:nvSpPr>
          <p:spPr>
            <a:xfrm>
              <a:off x="335599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g2838"/>
            <p:cNvSpPr/>
            <p:nvPr/>
          </p:nvSpPr>
          <p:spPr>
            <a:xfrm>
              <a:off x="336763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g2839"/>
            <p:cNvSpPr/>
            <p:nvPr/>
          </p:nvSpPr>
          <p:spPr>
            <a:xfrm>
              <a:off x="337927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g2840"/>
            <p:cNvSpPr/>
            <p:nvPr/>
          </p:nvSpPr>
          <p:spPr>
            <a:xfrm>
              <a:off x="339090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g2841"/>
            <p:cNvSpPr/>
            <p:nvPr/>
          </p:nvSpPr>
          <p:spPr>
            <a:xfrm>
              <a:off x="340254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g2842"/>
            <p:cNvSpPr/>
            <p:nvPr/>
          </p:nvSpPr>
          <p:spPr>
            <a:xfrm>
              <a:off x="341418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g2843"/>
            <p:cNvSpPr/>
            <p:nvPr/>
          </p:nvSpPr>
          <p:spPr>
            <a:xfrm>
              <a:off x="342581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g2844"/>
            <p:cNvSpPr/>
            <p:nvPr/>
          </p:nvSpPr>
          <p:spPr>
            <a:xfrm>
              <a:off x="343745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g2845"/>
            <p:cNvSpPr/>
            <p:nvPr/>
          </p:nvSpPr>
          <p:spPr>
            <a:xfrm>
              <a:off x="344909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g2846"/>
            <p:cNvSpPr/>
            <p:nvPr/>
          </p:nvSpPr>
          <p:spPr>
            <a:xfrm>
              <a:off x="34607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g2847"/>
            <p:cNvSpPr/>
            <p:nvPr/>
          </p:nvSpPr>
          <p:spPr>
            <a:xfrm>
              <a:off x="347236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g2848"/>
            <p:cNvSpPr/>
            <p:nvPr/>
          </p:nvSpPr>
          <p:spPr>
            <a:xfrm>
              <a:off x="34840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g2849"/>
            <p:cNvSpPr/>
            <p:nvPr/>
          </p:nvSpPr>
          <p:spPr>
            <a:xfrm>
              <a:off x="34956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g2850"/>
            <p:cNvSpPr/>
            <p:nvPr/>
          </p:nvSpPr>
          <p:spPr>
            <a:xfrm>
              <a:off x="350728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g2851"/>
            <p:cNvSpPr/>
            <p:nvPr/>
          </p:nvSpPr>
          <p:spPr>
            <a:xfrm>
              <a:off x="35189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g2852"/>
            <p:cNvSpPr/>
            <p:nvPr/>
          </p:nvSpPr>
          <p:spPr>
            <a:xfrm>
              <a:off x="35305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g2853"/>
            <p:cNvSpPr/>
            <p:nvPr/>
          </p:nvSpPr>
          <p:spPr>
            <a:xfrm>
              <a:off x="354219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g2854"/>
            <p:cNvSpPr/>
            <p:nvPr/>
          </p:nvSpPr>
          <p:spPr>
            <a:xfrm>
              <a:off x="355383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g2855"/>
            <p:cNvSpPr/>
            <p:nvPr/>
          </p:nvSpPr>
          <p:spPr>
            <a:xfrm>
              <a:off x="361201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g2856"/>
            <p:cNvSpPr/>
            <p:nvPr/>
          </p:nvSpPr>
          <p:spPr>
            <a:xfrm>
              <a:off x="362365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g2857"/>
            <p:cNvSpPr/>
            <p:nvPr/>
          </p:nvSpPr>
          <p:spPr>
            <a:xfrm>
              <a:off x="363529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g2858"/>
            <p:cNvSpPr/>
            <p:nvPr/>
          </p:nvSpPr>
          <p:spPr>
            <a:xfrm>
              <a:off x="364692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g2859"/>
            <p:cNvSpPr/>
            <p:nvPr/>
          </p:nvSpPr>
          <p:spPr>
            <a:xfrm>
              <a:off x="365856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g2860"/>
            <p:cNvSpPr/>
            <p:nvPr/>
          </p:nvSpPr>
          <p:spPr>
            <a:xfrm>
              <a:off x="367020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g2861"/>
            <p:cNvSpPr/>
            <p:nvPr/>
          </p:nvSpPr>
          <p:spPr>
            <a:xfrm>
              <a:off x="368184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g2862"/>
            <p:cNvSpPr/>
            <p:nvPr/>
          </p:nvSpPr>
          <p:spPr>
            <a:xfrm>
              <a:off x="369347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g2863"/>
            <p:cNvSpPr/>
            <p:nvPr/>
          </p:nvSpPr>
          <p:spPr>
            <a:xfrm>
              <a:off x="37051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g2864"/>
            <p:cNvSpPr/>
            <p:nvPr/>
          </p:nvSpPr>
          <p:spPr>
            <a:xfrm>
              <a:off x="37167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g2865"/>
            <p:cNvSpPr/>
            <p:nvPr/>
          </p:nvSpPr>
          <p:spPr>
            <a:xfrm>
              <a:off x="37283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g2866"/>
            <p:cNvSpPr/>
            <p:nvPr/>
          </p:nvSpPr>
          <p:spPr>
            <a:xfrm>
              <a:off x="37400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g2867"/>
            <p:cNvSpPr/>
            <p:nvPr/>
          </p:nvSpPr>
          <p:spPr>
            <a:xfrm>
              <a:off x="37516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g2868"/>
            <p:cNvSpPr/>
            <p:nvPr/>
          </p:nvSpPr>
          <p:spPr>
            <a:xfrm>
              <a:off x="376330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g2869"/>
            <p:cNvSpPr/>
            <p:nvPr/>
          </p:nvSpPr>
          <p:spPr>
            <a:xfrm>
              <a:off x="413569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g2870"/>
            <p:cNvSpPr/>
            <p:nvPr/>
          </p:nvSpPr>
          <p:spPr>
            <a:xfrm>
              <a:off x="41473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g2871"/>
            <p:cNvSpPr/>
            <p:nvPr/>
          </p:nvSpPr>
          <p:spPr>
            <a:xfrm>
              <a:off x="41589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g2872"/>
            <p:cNvSpPr/>
            <p:nvPr/>
          </p:nvSpPr>
          <p:spPr>
            <a:xfrm>
              <a:off x="417060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g2873"/>
            <p:cNvSpPr/>
            <p:nvPr/>
          </p:nvSpPr>
          <p:spPr>
            <a:xfrm>
              <a:off x="41822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g2874"/>
            <p:cNvSpPr/>
            <p:nvPr/>
          </p:nvSpPr>
          <p:spPr>
            <a:xfrm>
              <a:off x="41938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g2875"/>
            <p:cNvSpPr/>
            <p:nvPr/>
          </p:nvSpPr>
          <p:spPr>
            <a:xfrm>
              <a:off x="420552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g2876"/>
            <p:cNvSpPr/>
            <p:nvPr/>
          </p:nvSpPr>
          <p:spPr>
            <a:xfrm>
              <a:off x="42171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g2877"/>
            <p:cNvSpPr/>
            <p:nvPr/>
          </p:nvSpPr>
          <p:spPr>
            <a:xfrm>
              <a:off x="43335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g2878"/>
            <p:cNvSpPr/>
            <p:nvPr/>
          </p:nvSpPr>
          <p:spPr>
            <a:xfrm>
              <a:off x="434516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g2879"/>
            <p:cNvSpPr/>
            <p:nvPr/>
          </p:nvSpPr>
          <p:spPr>
            <a:xfrm>
              <a:off x="43568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g2880"/>
            <p:cNvSpPr/>
            <p:nvPr/>
          </p:nvSpPr>
          <p:spPr>
            <a:xfrm>
              <a:off x="43684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g2881"/>
            <p:cNvSpPr/>
            <p:nvPr/>
          </p:nvSpPr>
          <p:spPr>
            <a:xfrm>
              <a:off x="438008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g2882"/>
            <p:cNvSpPr/>
            <p:nvPr/>
          </p:nvSpPr>
          <p:spPr>
            <a:xfrm>
              <a:off x="43917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g2883"/>
            <p:cNvSpPr/>
            <p:nvPr/>
          </p:nvSpPr>
          <p:spPr>
            <a:xfrm>
              <a:off x="44033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g2884"/>
            <p:cNvSpPr/>
            <p:nvPr/>
          </p:nvSpPr>
          <p:spPr>
            <a:xfrm>
              <a:off x="45779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g2885"/>
            <p:cNvSpPr/>
            <p:nvPr/>
          </p:nvSpPr>
          <p:spPr>
            <a:xfrm>
              <a:off x="45895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g2886"/>
            <p:cNvSpPr/>
            <p:nvPr/>
          </p:nvSpPr>
          <p:spPr>
            <a:xfrm>
              <a:off x="46011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g2887"/>
            <p:cNvSpPr/>
            <p:nvPr/>
          </p:nvSpPr>
          <p:spPr>
            <a:xfrm>
              <a:off x="46128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g2888"/>
            <p:cNvSpPr/>
            <p:nvPr/>
          </p:nvSpPr>
          <p:spPr>
            <a:xfrm>
              <a:off x="46244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g2889"/>
            <p:cNvSpPr/>
            <p:nvPr/>
          </p:nvSpPr>
          <p:spPr>
            <a:xfrm>
              <a:off x="311161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g2890"/>
            <p:cNvSpPr/>
            <p:nvPr/>
          </p:nvSpPr>
          <p:spPr>
            <a:xfrm>
              <a:off x="312324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g2891"/>
            <p:cNvSpPr/>
            <p:nvPr/>
          </p:nvSpPr>
          <p:spPr>
            <a:xfrm>
              <a:off x="313488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g2892"/>
            <p:cNvSpPr/>
            <p:nvPr/>
          </p:nvSpPr>
          <p:spPr>
            <a:xfrm>
              <a:off x="314652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g2893"/>
            <p:cNvSpPr/>
            <p:nvPr/>
          </p:nvSpPr>
          <p:spPr>
            <a:xfrm>
              <a:off x="315816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g2894"/>
            <p:cNvSpPr/>
            <p:nvPr/>
          </p:nvSpPr>
          <p:spPr>
            <a:xfrm>
              <a:off x="316979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g2895"/>
            <p:cNvSpPr/>
            <p:nvPr/>
          </p:nvSpPr>
          <p:spPr>
            <a:xfrm>
              <a:off x="318143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g2896"/>
            <p:cNvSpPr/>
            <p:nvPr/>
          </p:nvSpPr>
          <p:spPr>
            <a:xfrm>
              <a:off x="319307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g2897"/>
            <p:cNvSpPr/>
            <p:nvPr/>
          </p:nvSpPr>
          <p:spPr>
            <a:xfrm>
              <a:off x="320471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g2898"/>
            <p:cNvSpPr/>
            <p:nvPr/>
          </p:nvSpPr>
          <p:spPr>
            <a:xfrm>
              <a:off x="321634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g2899"/>
            <p:cNvSpPr/>
            <p:nvPr/>
          </p:nvSpPr>
          <p:spPr>
            <a:xfrm>
              <a:off x="322798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g2900"/>
            <p:cNvSpPr/>
            <p:nvPr/>
          </p:nvSpPr>
          <p:spPr>
            <a:xfrm>
              <a:off x="323962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g2901"/>
            <p:cNvSpPr/>
            <p:nvPr/>
          </p:nvSpPr>
          <p:spPr>
            <a:xfrm>
              <a:off x="335599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g2902"/>
            <p:cNvSpPr/>
            <p:nvPr/>
          </p:nvSpPr>
          <p:spPr>
            <a:xfrm>
              <a:off x="336763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g2903"/>
            <p:cNvSpPr/>
            <p:nvPr/>
          </p:nvSpPr>
          <p:spPr>
            <a:xfrm>
              <a:off x="337927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g2904"/>
            <p:cNvSpPr/>
            <p:nvPr/>
          </p:nvSpPr>
          <p:spPr>
            <a:xfrm>
              <a:off x="339090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g2905"/>
            <p:cNvSpPr/>
            <p:nvPr/>
          </p:nvSpPr>
          <p:spPr>
            <a:xfrm>
              <a:off x="340254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g2906"/>
            <p:cNvSpPr/>
            <p:nvPr/>
          </p:nvSpPr>
          <p:spPr>
            <a:xfrm>
              <a:off x="341418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g2907"/>
            <p:cNvSpPr/>
            <p:nvPr/>
          </p:nvSpPr>
          <p:spPr>
            <a:xfrm>
              <a:off x="342581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g2908"/>
            <p:cNvSpPr/>
            <p:nvPr/>
          </p:nvSpPr>
          <p:spPr>
            <a:xfrm>
              <a:off x="343745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g2909"/>
            <p:cNvSpPr/>
            <p:nvPr/>
          </p:nvSpPr>
          <p:spPr>
            <a:xfrm>
              <a:off x="344909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g2910"/>
            <p:cNvSpPr/>
            <p:nvPr/>
          </p:nvSpPr>
          <p:spPr>
            <a:xfrm>
              <a:off x="346073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g2911"/>
            <p:cNvSpPr/>
            <p:nvPr/>
          </p:nvSpPr>
          <p:spPr>
            <a:xfrm>
              <a:off x="34840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g2912"/>
            <p:cNvSpPr/>
            <p:nvPr/>
          </p:nvSpPr>
          <p:spPr>
            <a:xfrm>
              <a:off x="34956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g2913"/>
            <p:cNvSpPr/>
            <p:nvPr/>
          </p:nvSpPr>
          <p:spPr>
            <a:xfrm>
              <a:off x="350728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g2914"/>
            <p:cNvSpPr/>
            <p:nvPr/>
          </p:nvSpPr>
          <p:spPr>
            <a:xfrm>
              <a:off x="35189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g2915"/>
            <p:cNvSpPr/>
            <p:nvPr/>
          </p:nvSpPr>
          <p:spPr>
            <a:xfrm>
              <a:off x="35305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g2916"/>
            <p:cNvSpPr/>
            <p:nvPr/>
          </p:nvSpPr>
          <p:spPr>
            <a:xfrm>
              <a:off x="354219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g2917"/>
            <p:cNvSpPr/>
            <p:nvPr/>
          </p:nvSpPr>
          <p:spPr>
            <a:xfrm>
              <a:off x="355383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g2918"/>
            <p:cNvSpPr/>
            <p:nvPr/>
          </p:nvSpPr>
          <p:spPr>
            <a:xfrm>
              <a:off x="356546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g2919"/>
            <p:cNvSpPr/>
            <p:nvPr/>
          </p:nvSpPr>
          <p:spPr>
            <a:xfrm>
              <a:off x="358874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g2920"/>
            <p:cNvSpPr/>
            <p:nvPr/>
          </p:nvSpPr>
          <p:spPr>
            <a:xfrm>
              <a:off x="360037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g2921"/>
            <p:cNvSpPr/>
            <p:nvPr/>
          </p:nvSpPr>
          <p:spPr>
            <a:xfrm>
              <a:off x="361201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g2922"/>
            <p:cNvSpPr/>
            <p:nvPr/>
          </p:nvSpPr>
          <p:spPr>
            <a:xfrm>
              <a:off x="362365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g2923"/>
            <p:cNvSpPr/>
            <p:nvPr/>
          </p:nvSpPr>
          <p:spPr>
            <a:xfrm>
              <a:off x="363529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g2924"/>
            <p:cNvSpPr/>
            <p:nvPr/>
          </p:nvSpPr>
          <p:spPr>
            <a:xfrm>
              <a:off x="364692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g2925"/>
            <p:cNvSpPr/>
            <p:nvPr/>
          </p:nvSpPr>
          <p:spPr>
            <a:xfrm>
              <a:off x="365856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g2926"/>
            <p:cNvSpPr/>
            <p:nvPr/>
          </p:nvSpPr>
          <p:spPr>
            <a:xfrm>
              <a:off x="367020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g2927"/>
            <p:cNvSpPr/>
            <p:nvPr/>
          </p:nvSpPr>
          <p:spPr>
            <a:xfrm>
              <a:off x="368184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g2928"/>
            <p:cNvSpPr/>
            <p:nvPr/>
          </p:nvSpPr>
          <p:spPr>
            <a:xfrm>
              <a:off x="369347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g2929"/>
            <p:cNvSpPr/>
            <p:nvPr/>
          </p:nvSpPr>
          <p:spPr>
            <a:xfrm>
              <a:off x="37051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g2930"/>
            <p:cNvSpPr/>
            <p:nvPr/>
          </p:nvSpPr>
          <p:spPr>
            <a:xfrm>
              <a:off x="37167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g2931"/>
            <p:cNvSpPr/>
            <p:nvPr/>
          </p:nvSpPr>
          <p:spPr>
            <a:xfrm>
              <a:off x="37283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g2932"/>
            <p:cNvSpPr/>
            <p:nvPr/>
          </p:nvSpPr>
          <p:spPr>
            <a:xfrm>
              <a:off x="37400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g2933"/>
            <p:cNvSpPr/>
            <p:nvPr/>
          </p:nvSpPr>
          <p:spPr>
            <a:xfrm>
              <a:off x="37516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g2934"/>
            <p:cNvSpPr/>
            <p:nvPr/>
          </p:nvSpPr>
          <p:spPr>
            <a:xfrm>
              <a:off x="376330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g2935"/>
            <p:cNvSpPr/>
            <p:nvPr/>
          </p:nvSpPr>
          <p:spPr>
            <a:xfrm>
              <a:off x="377493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g2936"/>
            <p:cNvSpPr/>
            <p:nvPr/>
          </p:nvSpPr>
          <p:spPr>
            <a:xfrm>
              <a:off x="415897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g2937"/>
            <p:cNvSpPr/>
            <p:nvPr/>
          </p:nvSpPr>
          <p:spPr>
            <a:xfrm>
              <a:off x="434516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g2938"/>
            <p:cNvSpPr/>
            <p:nvPr/>
          </p:nvSpPr>
          <p:spPr>
            <a:xfrm>
              <a:off x="43568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g2939"/>
            <p:cNvSpPr/>
            <p:nvPr/>
          </p:nvSpPr>
          <p:spPr>
            <a:xfrm>
              <a:off x="43684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g2940"/>
            <p:cNvSpPr/>
            <p:nvPr/>
          </p:nvSpPr>
          <p:spPr>
            <a:xfrm>
              <a:off x="438008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g2941"/>
            <p:cNvSpPr/>
            <p:nvPr/>
          </p:nvSpPr>
          <p:spPr>
            <a:xfrm>
              <a:off x="43917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g2942"/>
            <p:cNvSpPr/>
            <p:nvPr/>
          </p:nvSpPr>
          <p:spPr>
            <a:xfrm>
              <a:off x="44033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g2943"/>
            <p:cNvSpPr/>
            <p:nvPr/>
          </p:nvSpPr>
          <p:spPr>
            <a:xfrm>
              <a:off x="441499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g2944"/>
            <p:cNvSpPr/>
            <p:nvPr/>
          </p:nvSpPr>
          <p:spPr>
            <a:xfrm>
              <a:off x="45779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g2945"/>
            <p:cNvSpPr/>
            <p:nvPr/>
          </p:nvSpPr>
          <p:spPr>
            <a:xfrm>
              <a:off x="45895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g2946"/>
            <p:cNvSpPr/>
            <p:nvPr/>
          </p:nvSpPr>
          <p:spPr>
            <a:xfrm>
              <a:off x="46011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g2947"/>
            <p:cNvSpPr/>
            <p:nvPr/>
          </p:nvSpPr>
          <p:spPr>
            <a:xfrm>
              <a:off x="46128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g2948"/>
            <p:cNvSpPr/>
            <p:nvPr/>
          </p:nvSpPr>
          <p:spPr>
            <a:xfrm>
              <a:off x="46244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g2949"/>
            <p:cNvSpPr/>
            <p:nvPr/>
          </p:nvSpPr>
          <p:spPr>
            <a:xfrm>
              <a:off x="309997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g2950"/>
            <p:cNvSpPr/>
            <p:nvPr/>
          </p:nvSpPr>
          <p:spPr>
            <a:xfrm>
              <a:off x="311161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g2951"/>
            <p:cNvSpPr/>
            <p:nvPr/>
          </p:nvSpPr>
          <p:spPr>
            <a:xfrm>
              <a:off x="312324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g2952"/>
            <p:cNvSpPr/>
            <p:nvPr/>
          </p:nvSpPr>
          <p:spPr>
            <a:xfrm>
              <a:off x="313488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g2953"/>
            <p:cNvSpPr/>
            <p:nvPr/>
          </p:nvSpPr>
          <p:spPr>
            <a:xfrm>
              <a:off x="314652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g2954"/>
            <p:cNvSpPr/>
            <p:nvPr/>
          </p:nvSpPr>
          <p:spPr>
            <a:xfrm>
              <a:off x="315816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g2955"/>
            <p:cNvSpPr/>
            <p:nvPr/>
          </p:nvSpPr>
          <p:spPr>
            <a:xfrm>
              <a:off x="316979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g2956"/>
            <p:cNvSpPr/>
            <p:nvPr/>
          </p:nvSpPr>
          <p:spPr>
            <a:xfrm>
              <a:off x="318143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g2957"/>
            <p:cNvSpPr/>
            <p:nvPr/>
          </p:nvSpPr>
          <p:spPr>
            <a:xfrm>
              <a:off x="319307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g2958"/>
            <p:cNvSpPr/>
            <p:nvPr/>
          </p:nvSpPr>
          <p:spPr>
            <a:xfrm>
              <a:off x="320471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g2959"/>
            <p:cNvSpPr/>
            <p:nvPr/>
          </p:nvSpPr>
          <p:spPr>
            <a:xfrm>
              <a:off x="341418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g2960"/>
            <p:cNvSpPr/>
            <p:nvPr/>
          </p:nvSpPr>
          <p:spPr>
            <a:xfrm>
              <a:off x="342581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g2961"/>
            <p:cNvSpPr/>
            <p:nvPr/>
          </p:nvSpPr>
          <p:spPr>
            <a:xfrm>
              <a:off x="34956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g2962"/>
            <p:cNvSpPr/>
            <p:nvPr/>
          </p:nvSpPr>
          <p:spPr>
            <a:xfrm>
              <a:off x="350728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g2963"/>
            <p:cNvSpPr/>
            <p:nvPr/>
          </p:nvSpPr>
          <p:spPr>
            <a:xfrm>
              <a:off x="35189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g2964"/>
            <p:cNvSpPr/>
            <p:nvPr/>
          </p:nvSpPr>
          <p:spPr>
            <a:xfrm>
              <a:off x="35305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g2965"/>
            <p:cNvSpPr/>
            <p:nvPr/>
          </p:nvSpPr>
          <p:spPr>
            <a:xfrm>
              <a:off x="354219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g2966"/>
            <p:cNvSpPr/>
            <p:nvPr/>
          </p:nvSpPr>
          <p:spPr>
            <a:xfrm>
              <a:off x="35538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g2967"/>
            <p:cNvSpPr/>
            <p:nvPr/>
          </p:nvSpPr>
          <p:spPr>
            <a:xfrm>
              <a:off x="356546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g2968"/>
            <p:cNvSpPr/>
            <p:nvPr/>
          </p:nvSpPr>
          <p:spPr>
            <a:xfrm>
              <a:off x="357710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g2969"/>
            <p:cNvSpPr/>
            <p:nvPr/>
          </p:nvSpPr>
          <p:spPr>
            <a:xfrm>
              <a:off x="358874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g2970"/>
            <p:cNvSpPr/>
            <p:nvPr/>
          </p:nvSpPr>
          <p:spPr>
            <a:xfrm>
              <a:off x="360037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g2971"/>
            <p:cNvSpPr/>
            <p:nvPr/>
          </p:nvSpPr>
          <p:spPr>
            <a:xfrm>
              <a:off x="361201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g2972"/>
            <p:cNvSpPr/>
            <p:nvPr/>
          </p:nvSpPr>
          <p:spPr>
            <a:xfrm>
              <a:off x="362365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g2973"/>
            <p:cNvSpPr/>
            <p:nvPr/>
          </p:nvSpPr>
          <p:spPr>
            <a:xfrm>
              <a:off x="363529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g2974"/>
            <p:cNvSpPr/>
            <p:nvPr/>
          </p:nvSpPr>
          <p:spPr>
            <a:xfrm>
              <a:off x="364692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g2975"/>
            <p:cNvSpPr/>
            <p:nvPr/>
          </p:nvSpPr>
          <p:spPr>
            <a:xfrm>
              <a:off x="365856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g2976"/>
            <p:cNvSpPr/>
            <p:nvPr/>
          </p:nvSpPr>
          <p:spPr>
            <a:xfrm>
              <a:off x="367020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g2977"/>
            <p:cNvSpPr/>
            <p:nvPr/>
          </p:nvSpPr>
          <p:spPr>
            <a:xfrm>
              <a:off x="368184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g2978"/>
            <p:cNvSpPr/>
            <p:nvPr/>
          </p:nvSpPr>
          <p:spPr>
            <a:xfrm>
              <a:off x="369347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g2979"/>
            <p:cNvSpPr/>
            <p:nvPr/>
          </p:nvSpPr>
          <p:spPr>
            <a:xfrm>
              <a:off x="370511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g2980"/>
            <p:cNvSpPr/>
            <p:nvPr/>
          </p:nvSpPr>
          <p:spPr>
            <a:xfrm>
              <a:off x="37167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g2981"/>
            <p:cNvSpPr/>
            <p:nvPr/>
          </p:nvSpPr>
          <p:spPr>
            <a:xfrm>
              <a:off x="37283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g2982"/>
            <p:cNvSpPr/>
            <p:nvPr/>
          </p:nvSpPr>
          <p:spPr>
            <a:xfrm>
              <a:off x="37400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g2983"/>
            <p:cNvSpPr/>
            <p:nvPr/>
          </p:nvSpPr>
          <p:spPr>
            <a:xfrm>
              <a:off x="37516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g2984"/>
            <p:cNvSpPr/>
            <p:nvPr/>
          </p:nvSpPr>
          <p:spPr>
            <a:xfrm>
              <a:off x="376330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g2985"/>
            <p:cNvSpPr/>
            <p:nvPr/>
          </p:nvSpPr>
          <p:spPr>
            <a:xfrm>
              <a:off x="377493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g2986"/>
            <p:cNvSpPr/>
            <p:nvPr/>
          </p:nvSpPr>
          <p:spPr>
            <a:xfrm>
              <a:off x="378657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g2987"/>
            <p:cNvSpPr/>
            <p:nvPr/>
          </p:nvSpPr>
          <p:spPr>
            <a:xfrm>
              <a:off x="435680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g2988"/>
            <p:cNvSpPr/>
            <p:nvPr/>
          </p:nvSpPr>
          <p:spPr>
            <a:xfrm>
              <a:off x="43684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g2989"/>
            <p:cNvSpPr/>
            <p:nvPr/>
          </p:nvSpPr>
          <p:spPr>
            <a:xfrm>
              <a:off x="438008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g2990"/>
            <p:cNvSpPr/>
            <p:nvPr/>
          </p:nvSpPr>
          <p:spPr>
            <a:xfrm>
              <a:off x="43917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g2991"/>
            <p:cNvSpPr/>
            <p:nvPr/>
          </p:nvSpPr>
          <p:spPr>
            <a:xfrm>
              <a:off x="44033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g2992"/>
            <p:cNvSpPr/>
            <p:nvPr/>
          </p:nvSpPr>
          <p:spPr>
            <a:xfrm>
              <a:off x="441499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g2993"/>
            <p:cNvSpPr/>
            <p:nvPr/>
          </p:nvSpPr>
          <p:spPr>
            <a:xfrm>
              <a:off x="44266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g2994"/>
            <p:cNvSpPr/>
            <p:nvPr/>
          </p:nvSpPr>
          <p:spPr>
            <a:xfrm>
              <a:off x="45895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g2995"/>
            <p:cNvSpPr/>
            <p:nvPr/>
          </p:nvSpPr>
          <p:spPr>
            <a:xfrm>
              <a:off x="46011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g2996"/>
            <p:cNvSpPr/>
            <p:nvPr/>
          </p:nvSpPr>
          <p:spPr>
            <a:xfrm>
              <a:off x="46128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g2997"/>
            <p:cNvSpPr/>
            <p:nvPr/>
          </p:nvSpPr>
          <p:spPr>
            <a:xfrm>
              <a:off x="46244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g2998"/>
            <p:cNvSpPr/>
            <p:nvPr/>
          </p:nvSpPr>
          <p:spPr>
            <a:xfrm>
              <a:off x="463610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g2999"/>
            <p:cNvSpPr/>
            <p:nvPr/>
          </p:nvSpPr>
          <p:spPr>
            <a:xfrm>
              <a:off x="309997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g3000"/>
            <p:cNvSpPr/>
            <p:nvPr/>
          </p:nvSpPr>
          <p:spPr>
            <a:xfrm>
              <a:off x="311161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g3001"/>
            <p:cNvSpPr/>
            <p:nvPr/>
          </p:nvSpPr>
          <p:spPr>
            <a:xfrm>
              <a:off x="312324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g3002"/>
            <p:cNvSpPr/>
            <p:nvPr/>
          </p:nvSpPr>
          <p:spPr>
            <a:xfrm>
              <a:off x="313488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g3003"/>
            <p:cNvSpPr/>
            <p:nvPr/>
          </p:nvSpPr>
          <p:spPr>
            <a:xfrm>
              <a:off x="314652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g3004"/>
            <p:cNvSpPr/>
            <p:nvPr/>
          </p:nvSpPr>
          <p:spPr>
            <a:xfrm>
              <a:off x="315816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g3005"/>
            <p:cNvSpPr/>
            <p:nvPr/>
          </p:nvSpPr>
          <p:spPr>
            <a:xfrm>
              <a:off x="316979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g3006"/>
            <p:cNvSpPr/>
            <p:nvPr/>
          </p:nvSpPr>
          <p:spPr>
            <a:xfrm>
              <a:off x="318143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g3007"/>
            <p:cNvSpPr/>
            <p:nvPr/>
          </p:nvSpPr>
          <p:spPr>
            <a:xfrm>
              <a:off x="350728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g3008"/>
            <p:cNvSpPr/>
            <p:nvPr/>
          </p:nvSpPr>
          <p:spPr>
            <a:xfrm>
              <a:off x="35189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g3009"/>
            <p:cNvSpPr/>
            <p:nvPr/>
          </p:nvSpPr>
          <p:spPr>
            <a:xfrm>
              <a:off x="35305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g3010"/>
            <p:cNvSpPr/>
            <p:nvPr/>
          </p:nvSpPr>
          <p:spPr>
            <a:xfrm>
              <a:off x="354219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g3011"/>
            <p:cNvSpPr/>
            <p:nvPr/>
          </p:nvSpPr>
          <p:spPr>
            <a:xfrm>
              <a:off x="35538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g3012"/>
            <p:cNvSpPr/>
            <p:nvPr/>
          </p:nvSpPr>
          <p:spPr>
            <a:xfrm>
              <a:off x="35654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g3013"/>
            <p:cNvSpPr/>
            <p:nvPr/>
          </p:nvSpPr>
          <p:spPr>
            <a:xfrm>
              <a:off x="357710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g3014"/>
            <p:cNvSpPr/>
            <p:nvPr/>
          </p:nvSpPr>
          <p:spPr>
            <a:xfrm>
              <a:off x="358874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g3015"/>
            <p:cNvSpPr/>
            <p:nvPr/>
          </p:nvSpPr>
          <p:spPr>
            <a:xfrm>
              <a:off x="360037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g3016"/>
            <p:cNvSpPr/>
            <p:nvPr/>
          </p:nvSpPr>
          <p:spPr>
            <a:xfrm>
              <a:off x="361201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g3017"/>
            <p:cNvSpPr/>
            <p:nvPr/>
          </p:nvSpPr>
          <p:spPr>
            <a:xfrm>
              <a:off x="362365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g3018"/>
            <p:cNvSpPr/>
            <p:nvPr/>
          </p:nvSpPr>
          <p:spPr>
            <a:xfrm>
              <a:off x="363529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g3019"/>
            <p:cNvSpPr/>
            <p:nvPr/>
          </p:nvSpPr>
          <p:spPr>
            <a:xfrm>
              <a:off x="364692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g3020"/>
            <p:cNvSpPr/>
            <p:nvPr/>
          </p:nvSpPr>
          <p:spPr>
            <a:xfrm>
              <a:off x="365856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g3021"/>
            <p:cNvSpPr/>
            <p:nvPr/>
          </p:nvSpPr>
          <p:spPr>
            <a:xfrm>
              <a:off x="367020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g3022"/>
            <p:cNvSpPr/>
            <p:nvPr/>
          </p:nvSpPr>
          <p:spPr>
            <a:xfrm>
              <a:off x="368184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g3023"/>
            <p:cNvSpPr/>
            <p:nvPr/>
          </p:nvSpPr>
          <p:spPr>
            <a:xfrm>
              <a:off x="369347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g3024"/>
            <p:cNvSpPr/>
            <p:nvPr/>
          </p:nvSpPr>
          <p:spPr>
            <a:xfrm>
              <a:off x="370511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g3025"/>
            <p:cNvSpPr/>
            <p:nvPr/>
          </p:nvSpPr>
          <p:spPr>
            <a:xfrm>
              <a:off x="37167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g3026"/>
            <p:cNvSpPr/>
            <p:nvPr/>
          </p:nvSpPr>
          <p:spPr>
            <a:xfrm>
              <a:off x="37283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g3027"/>
            <p:cNvSpPr/>
            <p:nvPr/>
          </p:nvSpPr>
          <p:spPr>
            <a:xfrm>
              <a:off x="37400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g3028"/>
            <p:cNvSpPr/>
            <p:nvPr/>
          </p:nvSpPr>
          <p:spPr>
            <a:xfrm>
              <a:off x="37516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g3029"/>
            <p:cNvSpPr/>
            <p:nvPr/>
          </p:nvSpPr>
          <p:spPr>
            <a:xfrm>
              <a:off x="376330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g3030"/>
            <p:cNvSpPr/>
            <p:nvPr/>
          </p:nvSpPr>
          <p:spPr>
            <a:xfrm>
              <a:off x="377493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g3031"/>
            <p:cNvSpPr/>
            <p:nvPr/>
          </p:nvSpPr>
          <p:spPr>
            <a:xfrm>
              <a:off x="378657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g3032"/>
            <p:cNvSpPr/>
            <p:nvPr/>
          </p:nvSpPr>
          <p:spPr>
            <a:xfrm>
              <a:off x="436844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g3033"/>
            <p:cNvSpPr/>
            <p:nvPr/>
          </p:nvSpPr>
          <p:spPr>
            <a:xfrm>
              <a:off x="438008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g3034"/>
            <p:cNvSpPr/>
            <p:nvPr/>
          </p:nvSpPr>
          <p:spPr>
            <a:xfrm>
              <a:off x="43917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g3035"/>
            <p:cNvSpPr/>
            <p:nvPr/>
          </p:nvSpPr>
          <p:spPr>
            <a:xfrm>
              <a:off x="44033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g3036"/>
            <p:cNvSpPr/>
            <p:nvPr/>
          </p:nvSpPr>
          <p:spPr>
            <a:xfrm>
              <a:off x="441499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g3037"/>
            <p:cNvSpPr/>
            <p:nvPr/>
          </p:nvSpPr>
          <p:spPr>
            <a:xfrm>
              <a:off x="44266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g3038"/>
            <p:cNvSpPr/>
            <p:nvPr/>
          </p:nvSpPr>
          <p:spPr>
            <a:xfrm>
              <a:off x="44382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g3039"/>
            <p:cNvSpPr/>
            <p:nvPr/>
          </p:nvSpPr>
          <p:spPr>
            <a:xfrm>
              <a:off x="45895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g3040"/>
            <p:cNvSpPr/>
            <p:nvPr/>
          </p:nvSpPr>
          <p:spPr>
            <a:xfrm>
              <a:off x="46011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g3041"/>
            <p:cNvSpPr/>
            <p:nvPr/>
          </p:nvSpPr>
          <p:spPr>
            <a:xfrm>
              <a:off x="46128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g3042"/>
            <p:cNvSpPr/>
            <p:nvPr/>
          </p:nvSpPr>
          <p:spPr>
            <a:xfrm>
              <a:off x="46244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g3043"/>
            <p:cNvSpPr/>
            <p:nvPr/>
          </p:nvSpPr>
          <p:spPr>
            <a:xfrm>
              <a:off x="463610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g3044"/>
            <p:cNvSpPr/>
            <p:nvPr/>
          </p:nvSpPr>
          <p:spPr>
            <a:xfrm>
              <a:off x="308833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g3045"/>
            <p:cNvSpPr/>
            <p:nvPr/>
          </p:nvSpPr>
          <p:spPr>
            <a:xfrm>
              <a:off x="309997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g3046"/>
            <p:cNvSpPr/>
            <p:nvPr/>
          </p:nvSpPr>
          <p:spPr>
            <a:xfrm>
              <a:off x="311161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g3047"/>
            <p:cNvSpPr/>
            <p:nvPr/>
          </p:nvSpPr>
          <p:spPr>
            <a:xfrm>
              <a:off x="312324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g3048"/>
            <p:cNvSpPr/>
            <p:nvPr/>
          </p:nvSpPr>
          <p:spPr>
            <a:xfrm>
              <a:off x="313488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g3049"/>
            <p:cNvSpPr/>
            <p:nvPr/>
          </p:nvSpPr>
          <p:spPr>
            <a:xfrm>
              <a:off x="314652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g3050"/>
            <p:cNvSpPr/>
            <p:nvPr/>
          </p:nvSpPr>
          <p:spPr>
            <a:xfrm>
              <a:off x="35189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g3051"/>
            <p:cNvSpPr/>
            <p:nvPr/>
          </p:nvSpPr>
          <p:spPr>
            <a:xfrm>
              <a:off x="35305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g3052"/>
            <p:cNvSpPr/>
            <p:nvPr/>
          </p:nvSpPr>
          <p:spPr>
            <a:xfrm>
              <a:off x="354219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g3053"/>
            <p:cNvSpPr/>
            <p:nvPr/>
          </p:nvSpPr>
          <p:spPr>
            <a:xfrm>
              <a:off x="35538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g3054"/>
            <p:cNvSpPr/>
            <p:nvPr/>
          </p:nvSpPr>
          <p:spPr>
            <a:xfrm>
              <a:off x="35654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g3055"/>
            <p:cNvSpPr/>
            <p:nvPr/>
          </p:nvSpPr>
          <p:spPr>
            <a:xfrm>
              <a:off x="357710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g3056"/>
            <p:cNvSpPr/>
            <p:nvPr/>
          </p:nvSpPr>
          <p:spPr>
            <a:xfrm>
              <a:off x="358874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g3057"/>
            <p:cNvSpPr/>
            <p:nvPr/>
          </p:nvSpPr>
          <p:spPr>
            <a:xfrm>
              <a:off x="360037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g3058"/>
            <p:cNvSpPr/>
            <p:nvPr/>
          </p:nvSpPr>
          <p:spPr>
            <a:xfrm>
              <a:off x="361201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g3059"/>
            <p:cNvSpPr/>
            <p:nvPr/>
          </p:nvSpPr>
          <p:spPr>
            <a:xfrm>
              <a:off x="362365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g3060"/>
            <p:cNvSpPr/>
            <p:nvPr/>
          </p:nvSpPr>
          <p:spPr>
            <a:xfrm>
              <a:off x="363529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g3061"/>
            <p:cNvSpPr/>
            <p:nvPr/>
          </p:nvSpPr>
          <p:spPr>
            <a:xfrm>
              <a:off x="364692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g3062"/>
            <p:cNvSpPr/>
            <p:nvPr/>
          </p:nvSpPr>
          <p:spPr>
            <a:xfrm>
              <a:off x="365856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g3063"/>
            <p:cNvSpPr/>
            <p:nvPr/>
          </p:nvSpPr>
          <p:spPr>
            <a:xfrm>
              <a:off x="367020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g3064"/>
            <p:cNvSpPr/>
            <p:nvPr/>
          </p:nvSpPr>
          <p:spPr>
            <a:xfrm>
              <a:off x="368184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g3065"/>
            <p:cNvSpPr/>
            <p:nvPr/>
          </p:nvSpPr>
          <p:spPr>
            <a:xfrm>
              <a:off x="369347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g3066"/>
            <p:cNvSpPr/>
            <p:nvPr/>
          </p:nvSpPr>
          <p:spPr>
            <a:xfrm>
              <a:off x="370511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g3067"/>
            <p:cNvSpPr/>
            <p:nvPr/>
          </p:nvSpPr>
          <p:spPr>
            <a:xfrm>
              <a:off x="371675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g3068"/>
            <p:cNvSpPr/>
            <p:nvPr/>
          </p:nvSpPr>
          <p:spPr>
            <a:xfrm>
              <a:off x="37283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g3069"/>
            <p:cNvSpPr/>
            <p:nvPr/>
          </p:nvSpPr>
          <p:spPr>
            <a:xfrm>
              <a:off x="37400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g3070"/>
            <p:cNvSpPr/>
            <p:nvPr/>
          </p:nvSpPr>
          <p:spPr>
            <a:xfrm>
              <a:off x="37516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g3071"/>
            <p:cNvSpPr/>
            <p:nvPr/>
          </p:nvSpPr>
          <p:spPr>
            <a:xfrm>
              <a:off x="376330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g3072"/>
            <p:cNvSpPr/>
            <p:nvPr/>
          </p:nvSpPr>
          <p:spPr>
            <a:xfrm>
              <a:off x="37749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g3073"/>
            <p:cNvSpPr/>
            <p:nvPr/>
          </p:nvSpPr>
          <p:spPr>
            <a:xfrm>
              <a:off x="378657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g3074"/>
            <p:cNvSpPr/>
            <p:nvPr/>
          </p:nvSpPr>
          <p:spPr>
            <a:xfrm>
              <a:off x="438008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g3075"/>
            <p:cNvSpPr/>
            <p:nvPr/>
          </p:nvSpPr>
          <p:spPr>
            <a:xfrm>
              <a:off x="43917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g3076"/>
            <p:cNvSpPr/>
            <p:nvPr/>
          </p:nvSpPr>
          <p:spPr>
            <a:xfrm>
              <a:off x="44033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g3077"/>
            <p:cNvSpPr/>
            <p:nvPr/>
          </p:nvSpPr>
          <p:spPr>
            <a:xfrm>
              <a:off x="441499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g3078"/>
            <p:cNvSpPr/>
            <p:nvPr/>
          </p:nvSpPr>
          <p:spPr>
            <a:xfrm>
              <a:off x="44266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g3079"/>
            <p:cNvSpPr/>
            <p:nvPr/>
          </p:nvSpPr>
          <p:spPr>
            <a:xfrm>
              <a:off x="44382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g3080"/>
            <p:cNvSpPr/>
            <p:nvPr/>
          </p:nvSpPr>
          <p:spPr>
            <a:xfrm>
              <a:off x="444990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g3081"/>
            <p:cNvSpPr/>
            <p:nvPr/>
          </p:nvSpPr>
          <p:spPr>
            <a:xfrm>
              <a:off x="46011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g3082"/>
            <p:cNvSpPr/>
            <p:nvPr/>
          </p:nvSpPr>
          <p:spPr>
            <a:xfrm>
              <a:off x="46128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g3083"/>
            <p:cNvSpPr/>
            <p:nvPr/>
          </p:nvSpPr>
          <p:spPr>
            <a:xfrm>
              <a:off x="46244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g3084"/>
            <p:cNvSpPr/>
            <p:nvPr/>
          </p:nvSpPr>
          <p:spPr>
            <a:xfrm>
              <a:off x="463610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g3085"/>
            <p:cNvSpPr/>
            <p:nvPr/>
          </p:nvSpPr>
          <p:spPr>
            <a:xfrm>
              <a:off x="46477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g3086"/>
            <p:cNvSpPr/>
            <p:nvPr/>
          </p:nvSpPr>
          <p:spPr>
            <a:xfrm>
              <a:off x="306506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g3087"/>
            <p:cNvSpPr/>
            <p:nvPr/>
          </p:nvSpPr>
          <p:spPr>
            <a:xfrm>
              <a:off x="307669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g3088"/>
            <p:cNvSpPr/>
            <p:nvPr/>
          </p:nvSpPr>
          <p:spPr>
            <a:xfrm>
              <a:off x="308833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g3089"/>
            <p:cNvSpPr/>
            <p:nvPr/>
          </p:nvSpPr>
          <p:spPr>
            <a:xfrm>
              <a:off x="309997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g3090"/>
            <p:cNvSpPr/>
            <p:nvPr/>
          </p:nvSpPr>
          <p:spPr>
            <a:xfrm>
              <a:off x="311161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g3091"/>
            <p:cNvSpPr/>
            <p:nvPr/>
          </p:nvSpPr>
          <p:spPr>
            <a:xfrm>
              <a:off x="312324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g3092"/>
            <p:cNvSpPr/>
            <p:nvPr/>
          </p:nvSpPr>
          <p:spPr>
            <a:xfrm>
              <a:off x="313488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g3093"/>
            <p:cNvSpPr/>
            <p:nvPr/>
          </p:nvSpPr>
          <p:spPr>
            <a:xfrm>
              <a:off x="354219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g3094"/>
            <p:cNvSpPr/>
            <p:nvPr/>
          </p:nvSpPr>
          <p:spPr>
            <a:xfrm>
              <a:off x="35538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g3095"/>
            <p:cNvSpPr/>
            <p:nvPr/>
          </p:nvSpPr>
          <p:spPr>
            <a:xfrm>
              <a:off x="35654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g3096"/>
            <p:cNvSpPr/>
            <p:nvPr/>
          </p:nvSpPr>
          <p:spPr>
            <a:xfrm>
              <a:off x="357710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g3097"/>
            <p:cNvSpPr/>
            <p:nvPr/>
          </p:nvSpPr>
          <p:spPr>
            <a:xfrm>
              <a:off x="35887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g3098"/>
            <p:cNvSpPr/>
            <p:nvPr/>
          </p:nvSpPr>
          <p:spPr>
            <a:xfrm>
              <a:off x="360037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g3099"/>
            <p:cNvSpPr/>
            <p:nvPr/>
          </p:nvSpPr>
          <p:spPr>
            <a:xfrm>
              <a:off x="361201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g3100"/>
            <p:cNvSpPr/>
            <p:nvPr/>
          </p:nvSpPr>
          <p:spPr>
            <a:xfrm>
              <a:off x="362365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g3101"/>
            <p:cNvSpPr/>
            <p:nvPr/>
          </p:nvSpPr>
          <p:spPr>
            <a:xfrm>
              <a:off x="363529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g3102"/>
            <p:cNvSpPr/>
            <p:nvPr/>
          </p:nvSpPr>
          <p:spPr>
            <a:xfrm>
              <a:off x="3646928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g3103"/>
            <p:cNvSpPr/>
            <p:nvPr/>
          </p:nvSpPr>
          <p:spPr>
            <a:xfrm>
              <a:off x="365856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g3104"/>
            <p:cNvSpPr/>
            <p:nvPr/>
          </p:nvSpPr>
          <p:spPr>
            <a:xfrm>
              <a:off x="367020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g3105"/>
            <p:cNvSpPr/>
            <p:nvPr/>
          </p:nvSpPr>
          <p:spPr>
            <a:xfrm>
              <a:off x="370511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g3106"/>
            <p:cNvSpPr/>
            <p:nvPr/>
          </p:nvSpPr>
          <p:spPr>
            <a:xfrm>
              <a:off x="371675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g3107"/>
            <p:cNvSpPr/>
            <p:nvPr/>
          </p:nvSpPr>
          <p:spPr>
            <a:xfrm>
              <a:off x="37283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g3108"/>
            <p:cNvSpPr/>
            <p:nvPr/>
          </p:nvSpPr>
          <p:spPr>
            <a:xfrm>
              <a:off x="37400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g3109"/>
            <p:cNvSpPr/>
            <p:nvPr/>
          </p:nvSpPr>
          <p:spPr>
            <a:xfrm>
              <a:off x="37516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g3110"/>
            <p:cNvSpPr/>
            <p:nvPr/>
          </p:nvSpPr>
          <p:spPr>
            <a:xfrm>
              <a:off x="376330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g3111"/>
            <p:cNvSpPr/>
            <p:nvPr/>
          </p:nvSpPr>
          <p:spPr>
            <a:xfrm>
              <a:off x="37749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g3112"/>
            <p:cNvSpPr/>
            <p:nvPr/>
          </p:nvSpPr>
          <p:spPr>
            <a:xfrm>
              <a:off x="37865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g3113"/>
            <p:cNvSpPr/>
            <p:nvPr/>
          </p:nvSpPr>
          <p:spPr>
            <a:xfrm>
              <a:off x="440335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g3114"/>
            <p:cNvSpPr/>
            <p:nvPr/>
          </p:nvSpPr>
          <p:spPr>
            <a:xfrm>
              <a:off x="441499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g3115"/>
            <p:cNvSpPr/>
            <p:nvPr/>
          </p:nvSpPr>
          <p:spPr>
            <a:xfrm>
              <a:off x="44266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g3116"/>
            <p:cNvSpPr/>
            <p:nvPr/>
          </p:nvSpPr>
          <p:spPr>
            <a:xfrm>
              <a:off x="44382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g3117"/>
            <p:cNvSpPr/>
            <p:nvPr/>
          </p:nvSpPr>
          <p:spPr>
            <a:xfrm>
              <a:off x="444990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g3118"/>
            <p:cNvSpPr/>
            <p:nvPr/>
          </p:nvSpPr>
          <p:spPr>
            <a:xfrm>
              <a:off x="44615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g3119"/>
            <p:cNvSpPr/>
            <p:nvPr/>
          </p:nvSpPr>
          <p:spPr>
            <a:xfrm>
              <a:off x="46011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g3120"/>
            <p:cNvSpPr/>
            <p:nvPr/>
          </p:nvSpPr>
          <p:spPr>
            <a:xfrm>
              <a:off x="46128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g3121"/>
            <p:cNvSpPr/>
            <p:nvPr/>
          </p:nvSpPr>
          <p:spPr>
            <a:xfrm>
              <a:off x="46244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g3122"/>
            <p:cNvSpPr/>
            <p:nvPr/>
          </p:nvSpPr>
          <p:spPr>
            <a:xfrm>
              <a:off x="463610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g3123"/>
            <p:cNvSpPr/>
            <p:nvPr/>
          </p:nvSpPr>
          <p:spPr>
            <a:xfrm>
              <a:off x="46477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g3124"/>
            <p:cNvSpPr/>
            <p:nvPr/>
          </p:nvSpPr>
          <p:spPr>
            <a:xfrm>
              <a:off x="46593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g3125"/>
            <p:cNvSpPr/>
            <p:nvPr/>
          </p:nvSpPr>
          <p:spPr>
            <a:xfrm>
              <a:off x="294868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g3126"/>
            <p:cNvSpPr/>
            <p:nvPr/>
          </p:nvSpPr>
          <p:spPr>
            <a:xfrm>
              <a:off x="296032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g3127"/>
            <p:cNvSpPr/>
            <p:nvPr/>
          </p:nvSpPr>
          <p:spPr>
            <a:xfrm>
              <a:off x="297196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g3128"/>
            <p:cNvSpPr/>
            <p:nvPr/>
          </p:nvSpPr>
          <p:spPr>
            <a:xfrm>
              <a:off x="29836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g3129"/>
            <p:cNvSpPr/>
            <p:nvPr/>
          </p:nvSpPr>
          <p:spPr>
            <a:xfrm>
              <a:off x="299523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g3130"/>
            <p:cNvSpPr/>
            <p:nvPr/>
          </p:nvSpPr>
          <p:spPr>
            <a:xfrm>
              <a:off x="300687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g3131"/>
            <p:cNvSpPr/>
            <p:nvPr/>
          </p:nvSpPr>
          <p:spPr>
            <a:xfrm>
              <a:off x="304178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g3132"/>
            <p:cNvSpPr/>
            <p:nvPr/>
          </p:nvSpPr>
          <p:spPr>
            <a:xfrm>
              <a:off x="305342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g3133"/>
            <p:cNvSpPr/>
            <p:nvPr/>
          </p:nvSpPr>
          <p:spPr>
            <a:xfrm>
              <a:off x="306506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g3134"/>
            <p:cNvSpPr/>
            <p:nvPr/>
          </p:nvSpPr>
          <p:spPr>
            <a:xfrm>
              <a:off x="307669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g3135"/>
            <p:cNvSpPr/>
            <p:nvPr/>
          </p:nvSpPr>
          <p:spPr>
            <a:xfrm>
              <a:off x="308833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g3136"/>
            <p:cNvSpPr/>
            <p:nvPr/>
          </p:nvSpPr>
          <p:spPr>
            <a:xfrm>
              <a:off x="309997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g3137"/>
            <p:cNvSpPr/>
            <p:nvPr/>
          </p:nvSpPr>
          <p:spPr>
            <a:xfrm>
              <a:off x="311161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g3138"/>
            <p:cNvSpPr/>
            <p:nvPr/>
          </p:nvSpPr>
          <p:spPr>
            <a:xfrm>
              <a:off x="312324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g3139"/>
            <p:cNvSpPr/>
            <p:nvPr/>
          </p:nvSpPr>
          <p:spPr>
            <a:xfrm>
              <a:off x="363529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g3140"/>
            <p:cNvSpPr/>
            <p:nvPr/>
          </p:nvSpPr>
          <p:spPr>
            <a:xfrm>
              <a:off x="364692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g3141"/>
            <p:cNvSpPr/>
            <p:nvPr/>
          </p:nvSpPr>
          <p:spPr>
            <a:xfrm>
              <a:off x="371675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g3142"/>
            <p:cNvSpPr/>
            <p:nvPr/>
          </p:nvSpPr>
          <p:spPr>
            <a:xfrm>
              <a:off x="372839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g3143"/>
            <p:cNvSpPr/>
            <p:nvPr/>
          </p:nvSpPr>
          <p:spPr>
            <a:xfrm>
              <a:off x="37400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g3144"/>
            <p:cNvSpPr/>
            <p:nvPr/>
          </p:nvSpPr>
          <p:spPr>
            <a:xfrm>
              <a:off x="37516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g3145"/>
            <p:cNvSpPr/>
            <p:nvPr/>
          </p:nvSpPr>
          <p:spPr>
            <a:xfrm>
              <a:off x="376330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g3146"/>
            <p:cNvSpPr/>
            <p:nvPr/>
          </p:nvSpPr>
          <p:spPr>
            <a:xfrm>
              <a:off x="37749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g3147"/>
            <p:cNvSpPr/>
            <p:nvPr/>
          </p:nvSpPr>
          <p:spPr>
            <a:xfrm>
              <a:off x="441499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g3148"/>
            <p:cNvSpPr/>
            <p:nvPr/>
          </p:nvSpPr>
          <p:spPr>
            <a:xfrm>
              <a:off x="442663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g3149"/>
            <p:cNvSpPr/>
            <p:nvPr/>
          </p:nvSpPr>
          <p:spPr>
            <a:xfrm>
              <a:off x="443826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g3150"/>
            <p:cNvSpPr/>
            <p:nvPr/>
          </p:nvSpPr>
          <p:spPr>
            <a:xfrm>
              <a:off x="444990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g3151"/>
            <p:cNvSpPr/>
            <p:nvPr/>
          </p:nvSpPr>
          <p:spPr>
            <a:xfrm>
              <a:off x="446154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g3152"/>
            <p:cNvSpPr/>
            <p:nvPr/>
          </p:nvSpPr>
          <p:spPr>
            <a:xfrm>
              <a:off x="46128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g3153"/>
            <p:cNvSpPr/>
            <p:nvPr/>
          </p:nvSpPr>
          <p:spPr>
            <a:xfrm>
              <a:off x="46244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g3154"/>
            <p:cNvSpPr/>
            <p:nvPr/>
          </p:nvSpPr>
          <p:spPr>
            <a:xfrm>
              <a:off x="46361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g3155"/>
            <p:cNvSpPr/>
            <p:nvPr/>
          </p:nvSpPr>
          <p:spPr>
            <a:xfrm>
              <a:off x="46477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g3156"/>
            <p:cNvSpPr/>
            <p:nvPr/>
          </p:nvSpPr>
          <p:spPr>
            <a:xfrm>
              <a:off x="465937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g3157"/>
            <p:cNvSpPr/>
            <p:nvPr/>
          </p:nvSpPr>
          <p:spPr>
            <a:xfrm>
              <a:off x="293705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g3158"/>
            <p:cNvSpPr/>
            <p:nvPr/>
          </p:nvSpPr>
          <p:spPr>
            <a:xfrm>
              <a:off x="294868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g3159"/>
            <p:cNvSpPr/>
            <p:nvPr/>
          </p:nvSpPr>
          <p:spPr>
            <a:xfrm>
              <a:off x="296032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g3160"/>
            <p:cNvSpPr/>
            <p:nvPr/>
          </p:nvSpPr>
          <p:spPr>
            <a:xfrm>
              <a:off x="297196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g3161"/>
            <p:cNvSpPr/>
            <p:nvPr/>
          </p:nvSpPr>
          <p:spPr>
            <a:xfrm>
              <a:off x="29836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g3162"/>
            <p:cNvSpPr/>
            <p:nvPr/>
          </p:nvSpPr>
          <p:spPr>
            <a:xfrm>
              <a:off x="299523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g3163"/>
            <p:cNvSpPr/>
            <p:nvPr/>
          </p:nvSpPr>
          <p:spPr>
            <a:xfrm>
              <a:off x="300687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g3164"/>
            <p:cNvSpPr/>
            <p:nvPr/>
          </p:nvSpPr>
          <p:spPr>
            <a:xfrm>
              <a:off x="30185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g3165"/>
            <p:cNvSpPr/>
            <p:nvPr/>
          </p:nvSpPr>
          <p:spPr>
            <a:xfrm>
              <a:off x="303015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g3166"/>
            <p:cNvSpPr/>
            <p:nvPr/>
          </p:nvSpPr>
          <p:spPr>
            <a:xfrm>
              <a:off x="304178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g3167"/>
            <p:cNvSpPr/>
            <p:nvPr/>
          </p:nvSpPr>
          <p:spPr>
            <a:xfrm>
              <a:off x="305342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g3168"/>
            <p:cNvSpPr/>
            <p:nvPr/>
          </p:nvSpPr>
          <p:spPr>
            <a:xfrm>
              <a:off x="306506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g3169"/>
            <p:cNvSpPr/>
            <p:nvPr/>
          </p:nvSpPr>
          <p:spPr>
            <a:xfrm>
              <a:off x="307669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g3170"/>
            <p:cNvSpPr/>
            <p:nvPr/>
          </p:nvSpPr>
          <p:spPr>
            <a:xfrm>
              <a:off x="308833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g3171"/>
            <p:cNvSpPr/>
            <p:nvPr/>
          </p:nvSpPr>
          <p:spPr>
            <a:xfrm>
              <a:off x="309997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g3172"/>
            <p:cNvSpPr/>
            <p:nvPr/>
          </p:nvSpPr>
          <p:spPr>
            <a:xfrm>
              <a:off x="311161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g3173"/>
            <p:cNvSpPr/>
            <p:nvPr/>
          </p:nvSpPr>
          <p:spPr>
            <a:xfrm>
              <a:off x="371675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g3174"/>
            <p:cNvSpPr/>
            <p:nvPr/>
          </p:nvSpPr>
          <p:spPr>
            <a:xfrm>
              <a:off x="372839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g3175"/>
            <p:cNvSpPr/>
            <p:nvPr/>
          </p:nvSpPr>
          <p:spPr>
            <a:xfrm>
              <a:off x="37400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g3176"/>
            <p:cNvSpPr/>
            <p:nvPr/>
          </p:nvSpPr>
          <p:spPr>
            <a:xfrm>
              <a:off x="37516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g3177"/>
            <p:cNvSpPr/>
            <p:nvPr/>
          </p:nvSpPr>
          <p:spPr>
            <a:xfrm>
              <a:off x="441499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g3178"/>
            <p:cNvSpPr/>
            <p:nvPr/>
          </p:nvSpPr>
          <p:spPr>
            <a:xfrm>
              <a:off x="442663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g3179"/>
            <p:cNvSpPr/>
            <p:nvPr/>
          </p:nvSpPr>
          <p:spPr>
            <a:xfrm>
              <a:off x="443826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g3180"/>
            <p:cNvSpPr/>
            <p:nvPr/>
          </p:nvSpPr>
          <p:spPr>
            <a:xfrm>
              <a:off x="444990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g3181"/>
            <p:cNvSpPr/>
            <p:nvPr/>
          </p:nvSpPr>
          <p:spPr>
            <a:xfrm>
              <a:off x="446154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g3182"/>
            <p:cNvSpPr/>
            <p:nvPr/>
          </p:nvSpPr>
          <p:spPr>
            <a:xfrm>
              <a:off x="46128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g3183"/>
            <p:cNvSpPr/>
            <p:nvPr/>
          </p:nvSpPr>
          <p:spPr>
            <a:xfrm>
              <a:off x="46244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g3184"/>
            <p:cNvSpPr/>
            <p:nvPr/>
          </p:nvSpPr>
          <p:spPr>
            <a:xfrm>
              <a:off x="46361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g3185"/>
            <p:cNvSpPr/>
            <p:nvPr/>
          </p:nvSpPr>
          <p:spPr>
            <a:xfrm>
              <a:off x="464773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g3186"/>
            <p:cNvSpPr/>
            <p:nvPr/>
          </p:nvSpPr>
          <p:spPr>
            <a:xfrm>
              <a:off x="465937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g3187"/>
            <p:cNvSpPr/>
            <p:nvPr/>
          </p:nvSpPr>
          <p:spPr>
            <a:xfrm>
              <a:off x="46710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g3188"/>
            <p:cNvSpPr/>
            <p:nvPr/>
          </p:nvSpPr>
          <p:spPr>
            <a:xfrm>
              <a:off x="29370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g3189"/>
            <p:cNvSpPr/>
            <p:nvPr/>
          </p:nvSpPr>
          <p:spPr>
            <a:xfrm>
              <a:off x="294868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g3190"/>
            <p:cNvSpPr/>
            <p:nvPr/>
          </p:nvSpPr>
          <p:spPr>
            <a:xfrm>
              <a:off x="296032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g3191"/>
            <p:cNvSpPr/>
            <p:nvPr/>
          </p:nvSpPr>
          <p:spPr>
            <a:xfrm>
              <a:off x="297196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g3192"/>
            <p:cNvSpPr/>
            <p:nvPr/>
          </p:nvSpPr>
          <p:spPr>
            <a:xfrm>
              <a:off x="29836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g3193"/>
            <p:cNvSpPr/>
            <p:nvPr/>
          </p:nvSpPr>
          <p:spPr>
            <a:xfrm>
              <a:off x="299523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g3194"/>
            <p:cNvSpPr/>
            <p:nvPr/>
          </p:nvSpPr>
          <p:spPr>
            <a:xfrm>
              <a:off x="300687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g3195"/>
            <p:cNvSpPr/>
            <p:nvPr/>
          </p:nvSpPr>
          <p:spPr>
            <a:xfrm>
              <a:off x="30185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g3196"/>
            <p:cNvSpPr/>
            <p:nvPr/>
          </p:nvSpPr>
          <p:spPr>
            <a:xfrm>
              <a:off x="303015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g3197"/>
            <p:cNvSpPr/>
            <p:nvPr/>
          </p:nvSpPr>
          <p:spPr>
            <a:xfrm>
              <a:off x="304178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g3198"/>
            <p:cNvSpPr/>
            <p:nvPr/>
          </p:nvSpPr>
          <p:spPr>
            <a:xfrm>
              <a:off x="305342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g3199"/>
            <p:cNvSpPr/>
            <p:nvPr/>
          </p:nvSpPr>
          <p:spPr>
            <a:xfrm>
              <a:off x="306506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g3200"/>
            <p:cNvSpPr/>
            <p:nvPr/>
          </p:nvSpPr>
          <p:spPr>
            <a:xfrm>
              <a:off x="307669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g3201"/>
            <p:cNvSpPr/>
            <p:nvPr/>
          </p:nvSpPr>
          <p:spPr>
            <a:xfrm>
              <a:off x="308833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g3202"/>
            <p:cNvSpPr/>
            <p:nvPr/>
          </p:nvSpPr>
          <p:spPr>
            <a:xfrm>
              <a:off x="309997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g3203"/>
            <p:cNvSpPr/>
            <p:nvPr/>
          </p:nvSpPr>
          <p:spPr>
            <a:xfrm>
              <a:off x="441499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g3204"/>
            <p:cNvSpPr/>
            <p:nvPr/>
          </p:nvSpPr>
          <p:spPr>
            <a:xfrm>
              <a:off x="442663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g3205"/>
            <p:cNvSpPr/>
            <p:nvPr/>
          </p:nvSpPr>
          <p:spPr>
            <a:xfrm>
              <a:off x="443826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g3206"/>
            <p:cNvSpPr/>
            <p:nvPr/>
          </p:nvSpPr>
          <p:spPr>
            <a:xfrm>
              <a:off x="444990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g3207"/>
            <p:cNvSpPr/>
            <p:nvPr/>
          </p:nvSpPr>
          <p:spPr>
            <a:xfrm>
              <a:off x="446154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g3208"/>
            <p:cNvSpPr/>
            <p:nvPr/>
          </p:nvSpPr>
          <p:spPr>
            <a:xfrm>
              <a:off x="461282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g3209"/>
            <p:cNvSpPr/>
            <p:nvPr/>
          </p:nvSpPr>
          <p:spPr>
            <a:xfrm>
              <a:off x="462446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g3210"/>
            <p:cNvSpPr/>
            <p:nvPr/>
          </p:nvSpPr>
          <p:spPr>
            <a:xfrm>
              <a:off x="46361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g3211"/>
            <p:cNvSpPr/>
            <p:nvPr/>
          </p:nvSpPr>
          <p:spPr>
            <a:xfrm>
              <a:off x="464773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g3212"/>
            <p:cNvSpPr/>
            <p:nvPr/>
          </p:nvSpPr>
          <p:spPr>
            <a:xfrm>
              <a:off x="465937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g3213"/>
            <p:cNvSpPr/>
            <p:nvPr/>
          </p:nvSpPr>
          <p:spPr>
            <a:xfrm>
              <a:off x="46710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g3214"/>
            <p:cNvSpPr/>
            <p:nvPr/>
          </p:nvSpPr>
          <p:spPr>
            <a:xfrm>
              <a:off x="46826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g3215"/>
            <p:cNvSpPr/>
            <p:nvPr/>
          </p:nvSpPr>
          <p:spPr>
            <a:xfrm>
              <a:off x="292541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g3216"/>
            <p:cNvSpPr/>
            <p:nvPr/>
          </p:nvSpPr>
          <p:spPr>
            <a:xfrm>
              <a:off x="29370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g3217"/>
            <p:cNvSpPr/>
            <p:nvPr/>
          </p:nvSpPr>
          <p:spPr>
            <a:xfrm>
              <a:off x="294868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g3218"/>
            <p:cNvSpPr/>
            <p:nvPr/>
          </p:nvSpPr>
          <p:spPr>
            <a:xfrm>
              <a:off x="296032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g3219"/>
            <p:cNvSpPr/>
            <p:nvPr/>
          </p:nvSpPr>
          <p:spPr>
            <a:xfrm>
              <a:off x="297196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g3220"/>
            <p:cNvSpPr/>
            <p:nvPr/>
          </p:nvSpPr>
          <p:spPr>
            <a:xfrm>
              <a:off x="29836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g3221"/>
            <p:cNvSpPr/>
            <p:nvPr/>
          </p:nvSpPr>
          <p:spPr>
            <a:xfrm>
              <a:off x="299523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g3222"/>
            <p:cNvSpPr/>
            <p:nvPr/>
          </p:nvSpPr>
          <p:spPr>
            <a:xfrm>
              <a:off x="300687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g3223"/>
            <p:cNvSpPr/>
            <p:nvPr/>
          </p:nvSpPr>
          <p:spPr>
            <a:xfrm>
              <a:off x="30185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g3224"/>
            <p:cNvSpPr/>
            <p:nvPr/>
          </p:nvSpPr>
          <p:spPr>
            <a:xfrm>
              <a:off x="303015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g3225"/>
            <p:cNvSpPr/>
            <p:nvPr/>
          </p:nvSpPr>
          <p:spPr>
            <a:xfrm>
              <a:off x="304178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g3226"/>
            <p:cNvSpPr/>
            <p:nvPr/>
          </p:nvSpPr>
          <p:spPr>
            <a:xfrm>
              <a:off x="305342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g3227"/>
            <p:cNvSpPr/>
            <p:nvPr/>
          </p:nvSpPr>
          <p:spPr>
            <a:xfrm>
              <a:off x="306506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g3228"/>
            <p:cNvSpPr/>
            <p:nvPr/>
          </p:nvSpPr>
          <p:spPr>
            <a:xfrm>
              <a:off x="307669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g3229"/>
            <p:cNvSpPr/>
            <p:nvPr/>
          </p:nvSpPr>
          <p:spPr>
            <a:xfrm>
              <a:off x="441499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g3230"/>
            <p:cNvSpPr/>
            <p:nvPr/>
          </p:nvSpPr>
          <p:spPr>
            <a:xfrm>
              <a:off x="442663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g3231"/>
            <p:cNvSpPr/>
            <p:nvPr/>
          </p:nvSpPr>
          <p:spPr>
            <a:xfrm>
              <a:off x="443826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g3232"/>
            <p:cNvSpPr/>
            <p:nvPr/>
          </p:nvSpPr>
          <p:spPr>
            <a:xfrm>
              <a:off x="444990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g3233"/>
            <p:cNvSpPr/>
            <p:nvPr/>
          </p:nvSpPr>
          <p:spPr>
            <a:xfrm>
              <a:off x="446154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g3234"/>
            <p:cNvSpPr/>
            <p:nvPr/>
          </p:nvSpPr>
          <p:spPr>
            <a:xfrm>
              <a:off x="461282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g3235"/>
            <p:cNvSpPr/>
            <p:nvPr/>
          </p:nvSpPr>
          <p:spPr>
            <a:xfrm>
              <a:off x="462446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g3236"/>
            <p:cNvSpPr/>
            <p:nvPr/>
          </p:nvSpPr>
          <p:spPr>
            <a:xfrm>
              <a:off x="46361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g3237"/>
            <p:cNvSpPr/>
            <p:nvPr/>
          </p:nvSpPr>
          <p:spPr>
            <a:xfrm>
              <a:off x="464773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g3238"/>
            <p:cNvSpPr/>
            <p:nvPr/>
          </p:nvSpPr>
          <p:spPr>
            <a:xfrm>
              <a:off x="465937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g3239"/>
            <p:cNvSpPr/>
            <p:nvPr/>
          </p:nvSpPr>
          <p:spPr>
            <a:xfrm>
              <a:off x="46710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g3240"/>
            <p:cNvSpPr/>
            <p:nvPr/>
          </p:nvSpPr>
          <p:spPr>
            <a:xfrm>
              <a:off x="46826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g3241"/>
            <p:cNvSpPr/>
            <p:nvPr/>
          </p:nvSpPr>
          <p:spPr>
            <a:xfrm>
              <a:off x="292541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g3242"/>
            <p:cNvSpPr/>
            <p:nvPr/>
          </p:nvSpPr>
          <p:spPr>
            <a:xfrm>
              <a:off x="29370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g3243"/>
            <p:cNvSpPr/>
            <p:nvPr/>
          </p:nvSpPr>
          <p:spPr>
            <a:xfrm>
              <a:off x="294868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g3244"/>
            <p:cNvSpPr/>
            <p:nvPr/>
          </p:nvSpPr>
          <p:spPr>
            <a:xfrm>
              <a:off x="296032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g3245"/>
            <p:cNvSpPr/>
            <p:nvPr/>
          </p:nvSpPr>
          <p:spPr>
            <a:xfrm>
              <a:off x="297196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6B8">
                <a:alpha val="100000"/>
              </a:srgbClr>
            </a:solidFill>
            <a:ln w="5420" cap="flat">
              <a:solidFill>
                <a:srgbClr val="7F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g3246"/>
            <p:cNvSpPr/>
            <p:nvPr/>
          </p:nvSpPr>
          <p:spPr>
            <a:xfrm>
              <a:off x="29836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g3247"/>
            <p:cNvSpPr/>
            <p:nvPr/>
          </p:nvSpPr>
          <p:spPr>
            <a:xfrm>
              <a:off x="299523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g3248"/>
            <p:cNvSpPr/>
            <p:nvPr/>
          </p:nvSpPr>
          <p:spPr>
            <a:xfrm>
              <a:off x="300687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g3249"/>
            <p:cNvSpPr/>
            <p:nvPr/>
          </p:nvSpPr>
          <p:spPr>
            <a:xfrm>
              <a:off x="30185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g3250"/>
            <p:cNvSpPr/>
            <p:nvPr/>
          </p:nvSpPr>
          <p:spPr>
            <a:xfrm>
              <a:off x="303015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g3251"/>
            <p:cNvSpPr/>
            <p:nvPr/>
          </p:nvSpPr>
          <p:spPr>
            <a:xfrm>
              <a:off x="304178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g3252"/>
            <p:cNvSpPr/>
            <p:nvPr/>
          </p:nvSpPr>
          <p:spPr>
            <a:xfrm>
              <a:off x="305342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g3253"/>
            <p:cNvSpPr/>
            <p:nvPr/>
          </p:nvSpPr>
          <p:spPr>
            <a:xfrm>
              <a:off x="441499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g3254"/>
            <p:cNvSpPr/>
            <p:nvPr/>
          </p:nvSpPr>
          <p:spPr>
            <a:xfrm>
              <a:off x="442663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g3255"/>
            <p:cNvSpPr/>
            <p:nvPr/>
          </p:nvSpPr>
          <p:spPr>
            <a:xfrm>
              <a:off x="443826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g3256"/>
            <p:cNvSpPr/>
            <p:nvPr/>
          </p:nvSpPr>
          <p:spPr>
            <a:xfrm>
              <a:off x="444990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g3257"/>
            <p:cNvSpPr/>
            <p:nvPr/>
          </p:nvSpPr>
          <p:spPr>
            <a:xfrm>
              <a:off x="446154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g3258"/>
            <p:cNvSpPr/>
            <p:nvPr/>
          </p:nvSpPr>
          <p:spPr>
            <a:xfrm>
              <a:off x="462446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g3259"/>
            <p:cNvSpPr/>
            <p:nvPr/>
          </p:nvSpPr>
          <p:spPr>
            <a:xfrm>
              <a:off x="46361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g3260"/>
            <p:cNvSpPr/>
            <p:nvPr/>
          </p:nvSpPr>
          <p:spPr>
            <a:xfrm>
              <a:off x="464773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g3261"/>
            <p:cNvSpPr/>
            <p:nvPr/>
          </p:nvSpPr>
          <p:spPr>
            <a:xfrm>
              <a:off x="465937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g3262"/>
            <p:cNvSpPr/>
            <p:nvPr/>
          </p:nvSpPr>
          <p:spPr>
            <a:xfrm>
              <a:off x="46710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g3263"/>
            <p:cNvSpPr/>
            <p:nvPr/>
          </p:nvSpPr>
          <p:spPr>
            <a:xfrm>
              <a:off x="46826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g3264"/>
            <p:cNvSpPr/>
            <p:nvPr/>
          </p:nvSpPr>
          <p:spPr>
            <a:xfrm>
              <a:off x="289050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g3265"/>
            <p:cNvSpPr/>
            <p:nvPr/>
          </p:nvSpPr>
          <p:spPr>
            <a:xfrm>
              <a:off x="29021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g3266"/>
            <p:cNvSpPr/>
            <p:nvPr/>
          </p:nvSpPr>
          <p:spPr>
            <a:xfrm>
              <a:off x="291377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g3267"/>
            <p:cNvSpPr/>
            <p:nvPr/>
          </p:nvSpPr>
          <p:spPr>
            <a:xfrm>
              <a:off x="292541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g3268"/>
            <p:cNvSpPr/>
            <p:nvPr/>
          </p:nvSpPr>
          <p:spPr>
            <a:xfrm>
              <a:off x="29370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g3269"/>
            <p:cNvSpPr/>
            <p:nvPr/>
          </p:nvSpPr>
          <p:spPr>
            <a:xfrm>
              <a:off x="294868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g3270"/>
            <p:cNvSpPr/>
            <p:nvPr/>
          </p:nvSpPr>
          <p:spPr>
            <a:xfrm>
              <a:off x="296032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g3271"/>
            <p:cNvSpPr/>
            <p:nvPr/>
          </p:nvSpPr>
          <p:spPr>
            <a:xfrm>
              <a:off x="297196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g3272"/>
            <p:cNvSpPr/>
            <p:nvPr/>
          </p:nvSpPr>
          <p:spPr>
            <a:xfrm>
              <a:off x="29836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g3273"/>
            <p:cNvSpPr/>
            <p:nvPr/>
          </p:nvSpPr>
          <p:spPr>
            <a:xfrm>
              <a:off x="299523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g3274"/>
            <p:cNvSpPr/>
            <p:nvPr/>
          </p:nvSpPr>
          <p:spPr>
            <a:xfrm>
              <a:off x="3006875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g3275"/>
            <p:cNvSpPr/>
            <p:nvPr/>
          </p:nvSpPr>
          <p:spPr>
            <a:xfrm>
              <a:off x="30185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g3276"/>
            <p:cNvSpPr/>
            <p:nvPr/>
          </p:nvSpPr>
          <p:spPr>
            <a:xfrm>
              <a:off x="303015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g3277"/>
            <p:cNvSpPr/>
            <p:nvPr/>
          </p:nvSpPr>
          <p:spPr>
            <a:xfrm>
              <a:off x="441499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g3278"/>
            <p:cNvSpPr/>
            <p:nvPr/>
          </p:nvSpPr>
          <p:spPr>
            <a:xfrm>
              <a:off x="442663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g3279"/>
            <p:cNvSpPr/>
            <p:nvPr/>
          </p:nvSpPr>
          <p:spPr>
            <a:xfrm>
              <a:off x="443826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g3280"/>
            <p:cNvSpPr/>
            <p:nvPr/>
          </p:nvSpPr>
          <p:spPr>
            <a:xfrm>
              <a:off x="444990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g3281"/>
            <p:cNvSpPr/>
            <p:nvPr/>
          </p:nvSpPr>
          <p:spPr>
            <a:xfrm>
              <a:off x="446154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g3282"/>
            <p:cNvSpPr/>
            <p:nvPr/>
          </p:nvSpPr>
          <p:spPr>
            <a:xfrm>
              <a:off x="462446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g3283"/>
            <p:cNvSpPr/>
            <p:nvPr/>
          </p:nvSpPr>
          <p:spPr>
            <a:xfrm>
              <a:off x="46361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g3284"/>
            <p:cNvSpPr/>
            <p:nvPr/>
          </p:nvSpPr>
          <p:spPr>
            <a:xfrm>
              <a:off x="46477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g3285"/>
            <p:cNvSpPr/>
            <p:nvPr/>
          </p:nvSpPr>
          <p:spPr>
            <a:xfrm>
              <a:off x="465937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g3286"/>
            <p:cNvSpPr/>
            <p:nvPr/>
          </p:nvSpPr>
          <p:spPr>
            <a:xfrm>
              <a:off x="46710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g3287"/>
            <p:cNvSpPr/>
            <p:nvPr/>
          </p:nvSpPr>
          <p:spPr>
            <a:xfrm>
              <a:off x="46826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g3288"/>
            <p:cNvSpPr/>
            <p:nvPr/>
          </p:nvSpPr>
          <p:spPr>
            <a:xfrm>
              <a:off x="289050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g3289"/>
            <p:cNvSpPr/>
            <p:nvPr/>
          </p:nvSpPr>
          <p:spPr>
            <a:xfrm>
              <a:off x="29021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g3290"/>
            <p:cNvSpPr/>
            <p:nvPr/>
          </p:nvSpPr>
          <p:spPr>
            <a:xfrm>
              <a:off x="291377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g3291"/>
            <p:cNvSpPr/>
            <p:nvPr/>
          </p:nvSpPr>
          <p:spPr>
            <a:xfrm>
              <a:off x="292541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g3292"/>
            <p:cNvSpPr/>
            <p:nvPr/>
          </p:nvSpPr>
          <p:spPr>
            <a:xfrm>
              <a:off x="29370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g3293"/>
            <p:cNvSpPr/>
            <p:nvPr/>
          </p:nvSpPr>
          <p:spPr>
            <a:xfrm>
              <a:off x="294868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g3294"/>
            <p:cNvSpPr/>
            <p:nvPr/>
          </p:nvSpPr>
          <p:spPr>
            <a:xfrm>
              <a:off x="296032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g3295"/>
            <p:cNvSpPr/>
            <p:nvPr/>
          </p:nvSpPr>
          <p:spPr>
            <a:xfrm>
              <a:off x="297196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g3296"/>
            <p:cNvSpPr/>
            <p:nvPr/>
          </p:nvSpPr>
          <p:spPr>
            <a:xfrm>
              <a:off x="29836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g3297"/>
            <p:cNvSpPr/>
            <p:nvPr/>
          </p:nvSpPr>
          <p:spPr>
            <a:xfrm>
              <a:off x="4403355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g3298"/>
            <p:cNvSpPr/>
            <p:nvPr/>
          </p:nvSpPr>
          <p:spPr>
            <a:xfrm>
              <a:off x="441499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g3299"/>
            <p:cNvSpPr/>
            <p:nvPr/>
          </p:nvSpPr>
          <p:spPr>
            <a:xfrm>
              <a:off x="4426630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g3300"/>
            <p:cNvSpPr/>
            <p:nvPr/>
          </p:nvSpPr>
          <p:spPr>
            <a:xfrm>
              <a:off x="443826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g3301"/>
            <p:cNvSpPr/>
            <p:nvPr/>
          </p:nvSpPr>
          <p:spPr>
            <a:xfrm>
              <a:off x="444990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g3302"/>
            <p:cNvSpPr/>
            <p:nvPr/>
          </p:nvSpPr>
          <p:spPr>
            <a:xfrm>
              <a:off x="462446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g3303"/>
            <p:cNvSpPr/>
            <p:nvPr/>
          </p:nvSpPr>
          <p:spPr>
            <a:xfrm>
              <a:off x="46361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g3304"/>
            <p:cNvSpPr/>
            <p:nvPr/>
          </p:nvSpPr>
          <p:spPr>
            <a:xfrm>
              <a:off x="46477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g3305"/>
            <p:cNvSpPr/>
            <p:nvPr/>
          </p:nvSpPr>
          <p:spPr>
            <a:xfrm>
              <a:off x="465937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g3306"/>
            <p:cNvSpPr/>
            <p:nvPr/>
          </p:nvSpPr>
          <p:spPr>
            <a:xfrm>
              <a:off x="467101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g3307"/>
            <p:cNvSpPr/>
            <p:nvPr/>
          </p:nvSpPr>
          <p:spPr>
            <a:xfrm>
              <a:off x="46826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g3308"/>
            <p:cNvSpPr/>
            <p:nvPr/>
          </p:nvSpPr>
          <p:spPr>
            <a:xfrm>
              <a:off x="287886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g3309"/>
            <p:cNvSpPr/>
            <p:nvPr/>
          </p:nvSpPr>
          <p:spPr>
            <a:xfrm>
              <a:off x="289050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g3310"/>
            <p:cNvSpPr/>
            <p:nvPr/>
          </p:nvSpPr>
          <p:spPr>
            <a:xfrm>
              <a:off x="29021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g3311"/>
            <p:cNvSpPr/>
            <p:nvPr/>
          </p:nvSpPr>
          <p:spPr>
            <a:xfrm>
              <a:off x="291377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g3312"/>
            <p:cNvSpPr/>
            <p:nvPr/>
          </p:nvSpPr>
          <p:spPr>
            <a:xfrm>
              <a:off x="292541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g3313"/>
            <p:cNvSpPr/>
            <p:nvPr/>
          </p:nvSpPr>
          <p:spPr>
            <a:xfrm>
              <a:off x="29370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g3314"/>
            <p:cNvSpPr/>
            <p:nvPr/>
          </p:nvSpPr>
          <p:spPr>
            <a:xfrm>
              <a:off x="294868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g3315"/>
            <p:cNvSpPr/>
            <p:nvPr/>
          </p:nvSpPr>
          <p:spPr>
            <a:xfrm>
              <a:off x="296032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g3316"/>
            <p:cNvSpPr/>
            <p:nvPr/>
          </p:nvSpPr>
          <p:spPr>
            <a:xfrm>
              <a:off x="440335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g3317"/>
            <p:cNvSpPr/>
            <p:nvPr/>
          </p:nvSpPr>
          <p:spPr>
            <a:xfrm>
              <a:off x="441499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g3318"/>
            <p:cNvSpPr/>
            <p:nvPr/>
          </p:nvSpPr>
          <p:spPr>
            <a:xfrm>
              <a:off x="4426630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g3319"/>
            <p:cNvSpPr/>
            <p:nvPr/>
          </p:nvSpPr>
          <p:spPr>
            <a:xfrm>
              <a:off x="443826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g3320"/>
            <p:cNvSpPr/>
            <p:nvPr/>
          </p:nvSpPr>
          <p:spPr>
            <a:xfrm>
              <a:off x="444990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g3321"/>
            <p:cNvSpPr/>
            <p:nvPr/>
          </p:nvSpPr>
          <p:spPr>
            <a:xfrm>
              <a:off x="446154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g3322"/>
            <p:cNvSpPr/>
            <p:nvPr/>
          </p:nvSpPr>
          <p:spPr>
            <a:xfrm>
              <a:off x="447317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g3323"/>
            <p:cNvSpPr/>
            <p:nvPr/>
          </p:nvSpPr>
          <p:spPr>
            <a:xfrm>
              <a:off x="463610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g3324"/>
            <p:cNvSpPr/>
            <p:nvPr/>
          </p:nvSpPr>
          <p:spPr>
            <a:xfrm>
              <a:off x="46477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g3325"/>
            <p:cNvSpPr/>
            <p:nvPr/>
          </p:nvSpPr>
          <p:spPr>
            <a:xfrm>
              <a:off x="465937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g3326"/>
            <p:cNvSpPr/>
            <p:nvPr/>
          </p:nvSpPr>
          <p:spPr>
            <a:xfrm>
              <a:off x="4671013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g3327"/>
            <p:cNvSpPr/>
            <p:nvPr/>
          </p:nvSpPr>
          <p:spPr>
            <a:xfrm>
              <a:off x="46826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g3328"/>
            <p:cNvSpPr/>
            <p:nvPr/>
          </p:nvSpPr>
          <p:spPr>
            <a:xfrm>
              <a:off x="286722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g3329"/>
            <p:cNvSpPr/>
            <p:nvPr/>
          </p:nvSpPr>
          <p:spPr>
            <a:xfrm>
              <a:off x="287886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g3330"/>
            <p:cNvSpPr/>
            <p:nvPr/>
          </p:nvSpPr>
          <p:spPr>
            <a:xfrm>
              <a:off x="289050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g3331"/>
            <p:cNvSpPr/>
            <p:nvPr/>
          </p:nvSpPr>
          <p:spPr>
            <a:xfrm>
              <a:off x="29021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g3332"/>
            <p:cNvSpPr/>
            <p:nvPr/>
          </p:nvSpPr>
          <p:spPr>
            <a:xfrm>
              <a:off x="291377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g3333"/>
            <p:cNvSpPr/>
            <p:nvPr/>
          </p:nvSpPr>
          <p:spPr>
            <a:xfrm>
              <a:off x="292541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g3334"/>
            <p:cNvSpPr/>
            <p:nvPr/>
          </p:nvSpPr>
          <p:spPr>
            <a:xfrm>
              <a:off x="29370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g3335"/>
            <p:cNvSpPr/>
            <p:nvPr/>
          </p:nvSpPr>
          <p:spPr>
            <a:xfrm>
              <a:off x="294868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g3336"/>
            <p:cNvSpPr/>
            <p:nvPr/>
          </p:nvSpPr>
          <p:spPr>
            <a:xfrm>
              <a:off x="440335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g3337"/>
            <p:cNvSpPr/>
            <p:nvPr/>
          </p:nvSpPr>
          <p:spPr>
            <a:xfrm>
              <a:off x="441499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g3338"/>
            <p:cNvSpPr/>
            <p:nvPr/>
          </p:nvSpPr>
          <p:spPr>
            <a:xfrm>
              <a:off x="4426630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g3339"/>
            <p:cNvSpPr/>
            <p:nvPr/>
          </p:nvSpPr>
          <p:spPr>
            <a:xfrm>
              <a:off x="443826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g3340"/>
            <p:cNvSpPr/>
            <p:nvPr/>
          </p:nvSpPr>
          <p:spPr>
            <a:xfrm>
              <a:off x="444990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g3341"/>
            <p:cNvSpPr/>
            <p:nvPr/>
          </p:nvSpPr>
          <p:spPr>
            <a:xfrm>
              <a:off x="446154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g3342"/>
            <p:cNvSpPr/>
            <p:nvPr/>
          </p:nvSpPr>
          <p:spPr>
            <a:xfrm>
              <a:off x="447317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g3343"/>
            <p:cNvSpPr/>
            <p:nvPr/>
          </p:nvSpPr>
          <p:spPr>
            <a:xfrm>
              <a:off x="448481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g3344"/>
            <p:cNvSpPr/>
            <p:nvPr/>
          </p:nvSpPr>
          <p:spPr>
            <a:xfrm>
              <a:off x="463610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g3345"/>
            <p:cNvSpPr/>
            <p:nvPr/>
          </p:nvSpPr>
          <p:spPr>
            <a:xfrm>
              <a:off x="46477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g3346"/>
            <p:cNvSpPr/>
            <p:nvPr/>
          </p:nvSpPr>
          <p:spPr>
            <a:xfrm>
              <a:off x="465937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g3347"/>
            <p:cNvSpPr/>
            <p:nvPr/>
          </p:nvSpPr>
          <p:spPr>
            <a:xfrm>
              <a:off x="4671013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g3348"/>
            <p:cNvSpPr/>
            <p:nvPr/>
          </p:nvSpPr>
          <p:spPr>
            <a:xfrm>
              <a:off x="46826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g3349"/>
            <p:cNvSpPr/>
            <p:nvPr/>
          </p:nvSpPr>
          <p:spPr>
            <a:xfrm>
              <a:off x="4694288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g3350"/>
            <p:cNvSpPr/>
            <p:nvPr/>
          </p:nvSpPr>
          <p:spPr>
            <a:xfrm>
              <a:off x="285559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g3351"/>
            <p:cNvSpPr/>
            <p:nvPr/>
          </p:nvSpPr>
          <p:spPr>
            <a:xfrm>
              <a:off x="286722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g3352"/>
            <p:cNvSpPr/>
            <p:nvPr/>
          </p:nvSpPr>
          <p:spPr>
            <a:xfrm>
              <a:off x="287886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g3353"/>
            <p:cNvSpPr/>
            <p:nvPr/>
          </p:nvSpPr>
          <p:spPr>
            <a:xfrm>
              <a:off x="289050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g3354"/>
            <p:cNvSpPr/>
            <p:nvPr/>
          </p:nvSpPr>
          <p:spPr>
            <a:xfrm>
              <a:off x="29021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g3355"/>
            <p:cNvSpPr/>
            <p:nvPr/>
          </p:nvSpPr>
          <p:spPr>
            <a:xfrm>
              <a:off x="291377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g3356"/>
            <p:cNvSpPr/>
            <p:nvPr/>
          </p:nvSpPr>
          <p:spPr>
            <a:xfrm>
              <a:off x="292541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g3357"/>
            <p:cNvSpPr/>
            <p:nvPr/>
          </p:nvSpPr>
          <p:spPr>
            <a:xfrm>
              <a:off x="29370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g3358"/>
            <p:cNvSpPr/>
            <p:nvPr/>
          </p:nvSpPr>
          <p:spPr>
            <a:xfrm>
              <a:off x="440335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g3359"/>
            <p:cNvSpPr/>
            <p:nvPr/>
          </p:nvSpPr>
          <p:spPr>
            <a:xfrm>
              <a:off x="441499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g3360"/>
            <p:cNvSpPr/>
            <p:nvPr/>
          </p:nvSpPr>
          <p:spPr>
            <a:xfrm>
              <a:off x="442663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g3361"/>
            <p:cNvSpPr/>
            <p:nvPr/>
          </p:nvSpPr>
          <p:spPr>
            <a:xfrm>
              <a:off x="443826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g3362"/>
            <p:cNvSpPr/>
            <p:nvPr/>
          </p:nvSpPr>
          <p:spPr>
            <a:xfrm>
              <a:off x="444990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g3363"/>
            <p:cNvSpPr/>
            <p:nvPr/>
          </p:nvSpPr>
          <p:spPr>
            <a:xfrm>
              <a:off x="446154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g3364"/>
            <p:cNvSpPr/>
            <p:nvPr/>
          </p:nvSpPr>
          <p:spPr>
            <a:xfrm>
              <a:off x="447317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g3365"/>
            <p:cNvSpPr/>
            <p:nvPr/>
          </p:nvSpPr>
          <p:spPr>
            <a:xfrm>
              <a:off x="448481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g3366"/>
            <p:cNvSpPr/>
            <p:nvPr/>
          </p:nvSpPr>
          <p:spPr>
            <a:xfrm>
              <a:off x="46477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g3367"/>
            <p:cNvSpPr/>
            <p:nvPr/>
          </p:nvSpPr>
          <p:spPr>
            <a:xfrm>
              <a:off x="465937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g3368"/>
            <p:cNvSpPr/>
            <p:nvPr/>
          </p:nvSpPr>
          <p:spPr>
            <a:xfrm>
              <a:off x="4671013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g3369"/>
            <p:cNvSpPr/>
            <p:nvPr/>
          </p:nvSpPr>
          <p:spPr>
            <a:xfrm>
              <a:off x="46826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g3370"/>
            <p:cNvSpPr/>
            <p:nvPr/>
          </p:nvSpPr>
          <p:spPr>
            <a:xfrm>
              <a:off x="4694288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g3371"/>
            <p:cNvSpPr/>
            <p:nvPr/>
          </p:nvSpPr>
          <p:spPr>
            <a:xfrm>
              <a:off x="285559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g3372"/>
            <p:cNvSpPr/>
            <p:nvPr/>
          </p:nvSpPr>
          <p:spPr>
            <a:xfrm>
              <a:off x="286722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g3373"/>
            <p:cNvSpPr/>
            <p:nvPr/>
          </p:nvSpPr>
          <p:spPr>
            <a:xfrm>
              <a:off x="287886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g3374"/>
            <p:cNvSpPr/>
            <p:nvPr/>
          </p:nvSpPr>
          <p:spPr>
            <a:xfrm>
              <a:off x="289050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g3375"/>
            <p:cNvSpPr/>
            <p:nvPr/>
          </p:nvSpPr>
          <p:spPr>
            <a:xfrm>
              <a:off x="29021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g3376"/>
            <p:cNvSpPr/>
            <p:nvPr/>
          </p:nvSpPr>
          <p:spPr>
            <a:xfrm>
              <a:off x="291377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g3377"/>
            <p:cNvSpPr/>
            <p:nvPr/>
          </p:nvSpPr>
          <p:spPr>
            <a:xfrm>
              <a:off x="292541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g3378"/>
            <p:cNvSpPr/>
            <p:nvPr/>
          </p:nvSpPr>
          <p:spPr>
            <a:xfrm>
              <a:off x="440335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g3379"/>
            <p:cNvSpPr/>
            <p:nvPr/>
          </p:nvSpPr>
          <p:spPr>
            <a:xfrm>
              <a:off x="441499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g3380"/>
            <p:cNvSpPr/>
            <p:nvPr/>
          </p:nvSpPr>
          <p:spPr>
            <a:xfrm>
              <a:off x="442663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g3381"/>
            <p:cNvSpPr/>
            <p:nvPr/>
          </p:nvSpPr>
          <p:spPr>
            <a:xfrm>
              <a:off x="443826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g3382"/>
            <p:cNvSpPr/>
            <p:nvPr/>
          </p:nvSpPr>
          <p:spPr>
            <a:xfrm>
              <a:off x="444990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g3383"/>
            <p:cNvSpPr/>
            <p:nvPr/>
          </p:nvSpPr>
          <p:spPr>
            <a:xfrm>
              <a:off x="446154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g3384"/>
            <p:cNvSpPr/>
            <p:nvPr/>
          </p:nvSpPr>
          <p:spPr>
            <a:xfrm>
              <a:off x="447317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g3385"/>
            <p:cNvSpPr/>
            <p:nvPr/>
          </p:nvSpPr>
          <p:spPr>
            <a:xfrm>
              <a:off x="448481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g3386"/>
            <p:cNvSpPr/>
            <p:nvPr/>
          </p:nvSpPr>
          <p:spPr>
            <a:xfrm>
              <a:off x="46477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g3387"/>
            <p:cNvSpPr/>
            <p:nvPr/>
          </p:nvSpPr>
          <p:spPr>
            <a:xfrm>
              <a:off x="465937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g3388"/>
            <p:cNvSpPr/>
            <p:nvPr/>
          </p:nvSpPr>
          <p:spPr>
            <a:xfrm>
              <a:off x="4671013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g3389"/>
            <p:cNvSpPr/>
            <p:nvPr/>
          </p:nvSpPr>
          <p:spPr>
            <a:xfrm>
              <a:off x="4682651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g3390"/>
            <p:cNvSpPr/>
            <p:nvPr/>
          </p:nvSpPr>
          <p:spPr>
            <a:xfrm>
              <a:off x="4694288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g3391"/>
            <p:cNvSpPr/>
            <p:nvPr/>
          </p:nvSpPr>
          <p:spPr>
            <a:xfrm>
              <a:off x="283231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g3392"/>
            <p:cNvSpPr/>
            <p:nvPr/>
          </p:nvSpPr>
          <p:spPr>
            <a:xfrm>
              <a:off x="284395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g3393"/>
            <p:cNvSpPr/>
            <p:nvPr/>
          </p:nvSpPr>
          <p:spPr>
            <a:xfrm>
              <a:off x="286722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g3394"/>
            <p:cNvSpPr/>
            <p:nvPr/>
          </p:nvSpPr>
          <p:spPr>
            <a:xfrm>
              <a:off x="287886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g3395"/>
            <p:cNvSpPr/>
            <p:nvPr/>
          </p:nvSpPr>
          <p:spPr>
            <a:xfrm>
              <a:off x="289050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g3396"/>
            <p:cNvSpPr/>
            <p:nvPr/>
          </p:nvSpPr>
          <p:spPr>
            <a:xfrm>
              <a:off x="29021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g3397"/>
            <p:cNvSpPr/>
            <p:nvPr/>
          </p:nvSpPr>
          <p:spPr>
            <a:xfrm>
              <a:off x="291377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g3398"/>
            <p:cNvSpPr/>
            <p:nvPr/>
          </p:nvSpPr>
          <p:spPr>
            <a:xfrm>
              <a:off x="440335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g3399"/>
            <p:cNvSpPr/>
            <p:nvPr/>
          </p:nvSpPr>
          <p:spPr>
            <a:xfrm>
              <a:off x="441499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g3400"/>
            <p:cNvSpPr/>
            <p:nvPr/>
          </p:nvSpPr>
          <p:spPr>
            <a:xfrm>
              <a:off x="442663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g3401"/>
            <p:cNvSpPr/>
            <p:nvPr/>
          </p:nvSpPr>
          <p:spPr>
            <a:xfrm>
              <a:off x="443826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g3402"/>
            <p:cNvSpPr/>
            <p:nvPr/>
          </p:nvSpPr>
          <p:spPr>
            <a:xfrm>
              <a:off x="444990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g3403"/>
            <p:cNvSpPr/>
            <p:nvPr/>
          </p:nvSpPr>
          <p:spPr>
            <a:xfrm>
              <a:off x="446154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g3404"/>
            <p:cNvSpPr/>
            <p:nvPr/>
          </p:nvSpPr>
          <p:spPr>
            <a:xfrm>
              <a:off x="447317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g3405"/>
            <p:cNvSpPr/>
            <p:nvPr/>
          </p:nvSpPr>
          <p:spPr>
            <a:xfrm>
              <a:off x="448481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g3406"/>
            <p:cNvSpPr/>
            <p:nvPr/>
          </p:nvSpPr>
          <p:spPr>
            <a:xfrm>
              <a:off x="46477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g3407"/>
            <p:cNvSpPr/>
            <p:nvPr/>
          </p:nvSpPr>
          <p:spPr>
            <a:xfrm>
              <a:off x="465937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g3408"/>
            <p:cNvSpPr/>
            <p:nvPr/>
          </p:nvSpPr>
          <p:spPr>
            <a:xfrm>
              <a:off x="467101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g3409"/>
            <p:cNvSpPr/>
            <p:nvPr/>
          </p:nvSpPr>
          <p:spPr>
            <a:xfrm>
              <a:off x="4682651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g3410"/>
            <p:cNvSpPr/>
            <p:nvPr/>
          </p:nvSpPr>
          <p:spPr>
            <a:xfrm>
              <a:off x="4694288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g3411"/>
            <p:cNvSpPr/>
            <p:nvPr/>
          </p:nvSpPr>
          <p:spPr>
            <a:xfrm>
              <a:off x="282067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g3412"/>
            <p:cNvSpPr/>
            <p:nvPr/>
          </p:nvSpPr>
          <p:spPr>
            <a:xfrm>
              <a:off x="283231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g3413"/>
            <p:cNvSpPr/>
            <p:nvPr/>
          </p:nvSpPr>
          <p:spPr>
            <a:xfrm>
              <a:off x="284395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g3414"/>
            <p:cNvSpPr/>
            <p:nvPr/>
          </p:nvSpPr>
          <p:spPr>
            <a:xfrm>
              <a:off x="285559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g3415"/>
            <p:cNvSpPr/>
            <p:nvPr/>
          </p:nvSpPr>
          <p:spPr>
            <a:xfrm>
              <a:off x="286722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g3416"/>
            <p:cNvSpPr/>
            <p:nvPr/>
          </p:nvSpPr>
          <p:spPr>
            <a:xfrm>
              <a:off x="287886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g3417"/>
            <p:cNvSpPr/>
            <p:nvPr/>
          </p:nvSpPr>
          <p:spPr>
            <a:xfrm>
              <a:off x="289050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g3418"/>
            <p:cNvSpPr/>
            <p:nvPr/>
          </p:nvSpPr>
          <p:spPr>
            <a:xfrm>
              <a:off x="290213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g3419"/>
            <p:cNvSpPr/>
            <p:nvPr/>
          </p:nvSpPr>
          <p:spPr>
            <a:xfrm>
              <a:off x="291377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g3420"/>
            <p:cNvSpPr/>
            <p:nvPr/>
          </p:nvSpPr>
          <p:spPr>
            <a:xfrm>
              <a:off x="441499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g3421"/>
            <p:cNvSpPr/>
            <p:nvPr/>
          </p:nvSpPr>
          <p:spPr>
            <a:xfrm>
              <a:off x="442663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g3422"/>
            <p:cNvSpPr/>
            <p:nvPr/>
          </p:nvSpPr>
          <p:spPr>
            <a:xfrm>
              <a:off x="443826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g3423"/>
            <p:cNvSpPr/>
            <p:nvPr/>
          </p:nvSpPr>
          <p:spPr>
            <a:xfrm>
              <a:off x="444990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g3424"/>
            <p:cNvSpPr/>
            <p:nvPr/>
          </p:nvSpPr>
          <p:spPr>
            <a:xfrm>
              <a:off x="446154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g3425"/>
            <p:cNvSpPr/>
            <p:nvPr/>
          </p:nvSpPr>
          <p:spPr>
            <a:xfrm>
              <a:off x="447317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g3426"/>
            <p:cNvSpPr/>
            <p:nvPr/>
          </p:nvSpPr>
          <p:spPr>
            <a:xfrm>
              <a:off x="4659376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g3427"/>
            <p:cNvSpPr/>
            <p:nvPr/>
          </p:nvSpPr>
          <p:spPr>
            <a:xfrm>
              <a:off x="467101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g3428"/>
            <p:cNvSpPr/>
            <p:nvPr/>
          </p:nvSpPr>
          <p:spPr>
            <a:xfrm>
              <a:off x="4682651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g3429"/>
            <p:cNvSpPr/>
            <p:nvPr/>
          </p:nvSpPr>
          <p:spPr>
            <a:xfrm>
              <a:off x="469428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g3430"/>
            <p:cNvSpPr/>
            <p:nvPr/>
          </p:nvSpPr>
          <p:spPr>
            <a:xfrm>
              <a:off x="470592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g3431"/>
            <p:cNvSpPr/>
            <p:nvPr/>
          </p:nvSpPr>
          <p:spPr>
            <a:xfrm>
              <a:off x="282067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g3432"/>
            <p:cNvSpPr/>
            <p:nvPr/>
          </p:nvSpPr>
          <p:spPr>
            <a:xfrm>
              <a:off x="283231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g3433"/>
            <p:cNvSpPr/>
            <p:nvPr/>
          </p:nvSpPr>
          <p:spPr>
            <a:xfrm>
              <a:off x="284395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g3434"/>
            <p:cNvSpPr/>
            <p:nvPr/>
          </p:nvSpPr>
          <p:spPr>
            <a:xfrm>
              <a:off x="285559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g3435"/>
            <p:cNvSpPr/>
            <p:nvPr/>
          </p:nvSpPr>
          <p:spPr>
            <a:xfrm>
              <a:off x="286722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g3436"/>
            <p:cNvSpPr/>
            <p:nvPr/>
          </p:nvSpPr>
          <p:spPr>
            <a:xfrm>
              <a:off x="287886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g3437"/>
            <p:cNvSpPr/>
            <p:nvPr/>
          </p:nvSpPr>
          <p:spPr>
            <a:xfrm>
              <a:off x="289050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g3438"/>
            <p:cNvSpPr/>
            <p:nvPr/>
          </p:nvSpPr>
          <p:spPr>
            <a:xfrm>
              <a:off x="2902139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g3439"/>
            <p:cNvSpPr/>
            <p:nvPr/>
          </p:nvSpPr>
          <p:spPr>
            <a:xfrm>
              <a:off x="441499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g3440"/>
            <p:cNvSpPr/>
            <p:nvPr/>
          </p:nvSpPr>
          <p:spPr>
            <a:xfrm>
              <a:off x="442663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g3441"/>
            <p:cNvSpPr/>
            <p:nvPr/>
          </p:nvSpPr>
          <p:spPr>
            <a:xfrm>
              <a:off x="443826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g3442"/>
            <p:cNvSpPr/>
            <p:nvPr/>
          </p:nvSpPr>
          <p:spPr>
            <a:xfrm>
              <a:off x="4449904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g3443"/>
            <p:cNvSpPr/>
            <p:nvPr/>
          </p:nvSpPr>
          <p:spPr>
            <a:xfrm>
              <a:off x="446154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g3444"/>
            <p:cNvSpPr/>
            <p:nvPr/>
          </p:nvSpPr>
          <p:spPr>
            <a:xfrm>
              <a:off x="4659376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g3445"/>
            <p:cNvSpPr/>
            <p:nvPr/>
          </p:nvSpPr>
          <p:spPr>
            <a:xfrm>
              <a:off x="467101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g3446"/>
            <p:cNvSpPr/>
            <p:nvPr/>
          </p:nvSpPr>
          <p:spPr>
            <a:xfrm>
              <a:off x="4682651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g3447"/>
            <p:cNvSpPr/>
            <p:nvPr/>
          </p:nvSpPr>
          <p:spPr>
            <a:xfrm>
              <a:off x="469428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g3448"/>
            <p:cNvSpPr/>
            <p:nvPr/>
          </p:nvSpPr>
          <p:spPr>
            <a:xfrm>
              <a:off x="470592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g3449"/>
            <p:cNvSpPr/>
            <p:nvPr/>
          </p:nvSpPr>
          <p:spPr>
            <a:xfrm>
              <a:off x="282067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g3450"/>
            <p:cNvSpPr/>
            <p:nvPr/>
          </p:nvSpPr>
          <p:spPr>
            <a:xfrm>
              <a:off x="283231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g3451"/>
            <p:cNvSpPr/>
            <p:nvPr/>
          </p:nvSpPr>
          <p:spPr>
            <a:xfrm>
              <a:off x="284395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g3452"/>
            <p:cNvSpPr/>
            <p:nvPr/>
          </p:nvSpPr>
          <p:spPr>
            <a:xfrm>
              <a:off x="285559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g3453"/>
            <p:cNvSpPr/>
            <p:nvPr/>
          </p:nvSpPr>
          <p:spPr>
            <a:xfrm>
              <a:off x="286722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g3454"/>
            <p:cNvSpPr/>
            <p:nvPr/>
          </p:nvSpPr>
          <p:spPr>
            <a:xfrm>
              <a:off x="287886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g3455"/>
            <p:cNvSpPr/>
            <p:nvPr/>
          </p:nvSpPr>
          <p:spPr>
            <a:xfrm>
              <a:off x="289050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g3456"/>
            <p:cNvSpPr/>
            <p:nvPr/>
          </p:nvSpPr>
          <p:spPr>
            <a:xfrm>
              <a:off x="290213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g3457"/>
            <p:cNvSpPr/>
            <p:nvPr/>
          </p:nvSpPr>
          <p:spPr>
            <a:xfrm>
              <a:off x="441499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g3458"/>
            <p:cNvSpPr/>
            <p:nvPr/>
          </p:nvSpPr>
          <p:spPr>
            <a:xfrm>
              <a:off x="442663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g3459"/>
            <p:cNvSpPr/>
            <p:nvPr/>
          </p:nvSpPr>
          <p:spPr>
            <a:xfrm>
              <a:off x="443826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g3460"/>
            <p:cNvSpPr/>
            <p:nvPr/>
          </p:nvSpPr>
          <p:spPr>
            <a:xfrm>
              <a:off x="444990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g3461"/>
            <p:cNvSpPr/>
            <p:nvPr/>
          </p:nvSpPr>
          <p:spPr>
            <a:xfrm>
              <a:off x="446154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g3462"/>
            <p:cNvSpPr/>
            <p:nvPr/>
          </p:nvSpPr>
          <p:spPr>
            <a:xfrm>
              <a:off x="447317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g3463"/>
            <p:cNvSpPr/>
            <p:nvPr/>
          </p:nvSpPr>
          <p:spPr>
            <a:xfrm>
              <a:off x="467101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g3464"/>
            <p:cNvSpPr/>
            <p:nvPr/>
          </p:nvSpPr>
          <p:spPr>
            <a:xfrm>
              <a:off x="4682651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g3465"/>
            <p:cNvSpPr/>
            <p:nvPr/>
          </p:nvSpPr>
          <p:spPr>
            <a:xfrm>
              <a:off x="469428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g3466"/>
            <p:cNvSpPr/>
            <p:nvPr/>
          </p:nvSpPr>
          <p:spPr>
            <a:xfrm>
              <a:off x="470592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g3467"/>
            <p:cNvSpPr/>
            <p:nvPr/>
          </p:nvSpPr>
          <p:spPr>
            <a:xfrm>
              <a:off x="471756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g3468"/>
            <p:cNvSpPr/>
            <p:nvPr/>
          </p:nvSpPr>
          <p:spPr>
            <a:xfrm>
              <a:off x="283231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g3469"/>
            <p:cNvSpPr/>
            <p:nvPr/>
          </p:nvSpPr>
          <p:spPr>
            <a:xfrm>
              <a:off x="284395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g3470"/>
            <p:cNvSpPr/>
            <p:nvPr/>
          </p:nvSpPr>
          <p:spPr>
            <a:xfrm>
              <a:off x="285559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g3471"/>
            <p:cNvSpPr/>
            <p:nvPr/>
          </p:nvSpPr>
          <p:spPr>
            <a:xfrm>
              <a:off x="286722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g3472"/>
            <p:cNvSpPr/>
            <p:nvPr/>
          </p:nvSpPr>
          <p:spPr>
            <a:xfrm>
              <a:off x="287886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g3473"/>
            <p:cNvSpPr/>
            <p:nvPr/>
          </p:nvSpPr>
          <p:spPr>
            <a:xfrm>
              <a:off x="289050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g3474"/>
            <p:cNvSpPr/>
            <p:nvPr/>
          </p:nvSpPr>
          <p:spPr>
            <a:xfrm>
              <a:off x="442663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g3475"/>
            <p:cNvSpPr/>
            <p:nvPr/>
          </p:nvSpPr>
          <p:spPr>
            <a:xfrm>
              <a:off x="443826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g3476"/>
            <p:cNvSpPr/>
            <p:nvPr/>
          </p:nvSpPr>
          <p:spPr>
            <a:xfrm>
              <a:off x="4449904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g3477"/>
            <p:cNvSpPr/>
            <p:nvPr/>
          </p:nvSpPr>
          <p:spPr>
            <a:xfrm>
              <a:off x="446154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g3478"/>
            <p:cNvSpPr/>
            <p:nvPr/>
          </p:nvSpPr>
          <p:spPr>
            <a:xfrm>
              <a:off x="4473179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g3479"/>
            <p:cNvSpPr/>
            <p:nvPr/>
          </p:nvSpPr>
          <p:spPr>
            <a:xfrm>
              <a:off x="467101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g3480"/>
            <p:cNvSpPr/>
            <p:nvPr/>
          </p:nvSpPr>
          <p:spPr>
            <a:xfrm>
              <a:off x="4682651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g3481"/>
            <p:cNvSpPr/>
            <p:nvPr/>
          </p:nvSpPr>
          <p:spPr>
            <a:xfrm>
              <a:off x="469428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g3482"/>
            <p:cNvSpPr/>
            <p:nvPr/>
          </p:nvSpPr>
          <p:spPr>
            <a:xfrm>
              <a:off x="470592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g3483"/>
            <p:cNvSpPr/>
            <p:nvPr/>
          </p:nvSpPr>
          <p:spPr>
            <a:xfrm>
              <a:off x="471756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g3484"/>
            <p:cNvSpPr/>
            <p:nvPr/>
          </p:nvSpPr>
          <p:spPr>
            <a:xfrm>
              <a:off x="472920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g3485"/>
            <p:cNvSpPr/>
            <p:nvPr/>
          </p:nvSpPr>
          <p:spPr>
            <a:xfrm>
              <a:off x="283231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g3486"/>
            <p:cNvSpPr/>
            <p:nvPr/>
          </p:nvSpPr>
          <p:spPr>
            <a:xfrm>
              <a:off x="284395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g3487"/>
            <p:cNvSpPr/>
            <p:nvPr/>
          </p:nvSpPr>
          <p:spPr>
            <a:xfrm>
              <a:off x="285559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g3488"/>
            <p:cNvSpPr/>
            <p:nvPr/>
          </p:nvSpPr>
          <p:spPr>
            <a:xfrm>
              <a:off x="286722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g3489"/>
            <p:cNvSpPr/>
            <p:nvPr/>
          </p:nvSpPr>
          <p:spPr>
            <a:xfrm>
              <a:off x="287886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g3490"/>
            <p:cNvSpPr/>
            <p:nvPr/>
          </p:nvSpPr>
          <p:spPr>
            <a:xfrm>
              <a:off x="289050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g3491"/>
            <p:cNvSpPr/>
            <p:nvPr/>
          </p:nvSpPr>
          <p:spPr>
            <a:xfrm>
              <a:off x="443826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g3492"/>
            <p:cNvSpPr/>
            <p:nvPr/>
          </p:nvSpPr>
          <p:spPr>
            <a:xfrm>
              <a:off x="444990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g3493"/>
            <p:cNvSpPr/>
            <p:nvPr/>
          </p:nvSpPr>
          <p:spPr>
            <a:xfrm>
              <a:off x="446154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g3494"/>
            <p:cNvSpPr/>
            <p:nvPr/>
          </p:nvSpPr>
          <p:spPr>
            <a:xfrm>
              <a:off x="4473179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g3495"/>
            <p:cNvSpPr/>
            <p:nvPr/>
          </p:nvSpPr>
          <p:spPr>
            <a:xfrm>
              <a:off x="448481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g3496"/>
            <p:cNvSpPr/>
            <p:nvPr/>
          </p:nvSpPr>
          <p:spPr>
            <a:xfrm>
              <a:off x="449645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g3497"/>
            <p:cNvSpPr/>
            <p:nvPr/>
          </p:nvSpPr>
          <p:spPr>
            <a:xfrm>
              <a:off x="450809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g3498"/>
            <p:cNvSpPr/>
            <p:nvPr/>
          </p:nvSpPr>
          <p:spPr>
            <a:xfrm>
              <a:off x="451972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g3499"/>
            <p:cNvSpPr/>
            <p:nvPr/>
          </p:nvSpPr>
          <p:spPr>
            <a:xfrm>
              <a:off x="468265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g3500"/>
            <p:cNvSpPr/>
            <p:nvPr/>
          </p:nvSpPr>
          <p:spPr>
            <a:xfrm>
              <a:off x="469428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g3501"/>
            <p:cNvSpPr/>
            <p:nvPr/>
          </p:nvSpPr>
          <p:spPr>
            <a:xfrm>
              <a:off x="470592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g3502"/>
            <p:cNvSpPr/>
            <p:nvPr/>
          </p:nvSpPr>
          <p:spPr>
            <a:xfrm>
              <a:off x="471756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g3503"/>
            <p:cNvSpPr/>
            <p:nvPr/>
          </p:nvSpPr>
          <p:spPr>
            <a:xfrm>
              <a:off x="472920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g3504"/>
            <p:cNvSpPr/>
            <p:nvPr/>
          </p:nvSpPr>
          <p:spPr>
            <a:xfrm>
              <a:off x="284395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g3505"/>
            <p:cNvSpPr/>
            <p:nvPr/>
          </p:nvSpPr>
          <p:spPr>
            <a:xfrm>
              <a:off x="285559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g3506"/>
            <p:cNvSpPr/>
            <p:nvPr/>
          </p:nvSpPr>
          <p:spPr>
            <a:xfrm>
              <a:off x="286722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g3507"/>
            <p:cNvSpPr/>
            <p:nvPr/>
          </p:nvSpPr>
          <p:spPr>
            <a:xfrm>
              <a:off x="287886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g3508"/>
            <p:cNvSpPr/>
            <p:nvPr/>
          </p:nvSpPr>
          <p:spPr>
            <a:xfrm>
              <a:off x="289050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g3509"/>
            <p:cNvSpPr/>
            <p:nvPr/>
          </p:nvSpPr>
          <p:spPr>
            <a:xfrm>
              <a:off x="443826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g3510"/>
            <p:cNvSpPr/>
            <p:nvPr/>
          </p:nvSpPr>
          <p:spPr>
            <a:xfrm>
              <a:off x="444990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g3511"/>
            <p:cNvSpPr/>
            <p:nvPr/>
          </p:nvSpPr>
          <p:spPr>
            <a:xfrm>
              <a:off x="446154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g3512"/>
            <p:cNvSpPr/>
            <p:nvPr/>
          </p:nvSpPr>
          <p:spPr>
            <a:xfrm>
              <a:off x="4473179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g3513"/>
            <p:cNvSpPr/>
            <p:nvPr/>
          </p:nvSpPr>
          <p:spPr>
            <a:xfrm>
              <a:off x="448481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g3514"/>
            <p:cNvSpPr/>
            <p:nvPr/>
          </p:nvSpPr>
          <p:spPr>
            <a:xfrm>
              <a:off x="449645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g3515"/>
            <p:cNvSpPr/>
            <p:nvPr/>
          </p:nvSpPr>
          <p:spPr>
            <a:xfrm>
              <a:off x="450809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g3516"/>
            <p:cNvSpPr/>
            <p:nvPr/>
          </p:nvSpPr>
          <p:spPr>
            <a:xfrm>
              <a:off x="451972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g3517"/>
            <p:cNvSpPr/>
            <p:nvPr/>
          </p:nvSpPr>
          <p:spPr>
            <a:xfrm>
              <a:off x="453136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g3518"/>
            <p:cNvSpPr/>
            <p:nvPr/>
          </p:nvSpPr>
          <p:spPr>
            <a:xfrm>
              <a:off x="468265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g3519"/>
            <p:cNvSpPr/>
            <p:nvPr/>
          </p:nvSpPr>
          <p:spPr>
            <a:xfrm>
              <a:off x="469428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g3520"/>
            <p:cNvSpPr/>
            <p:nvPr/>
          </p:nvSpPr>
          <p:spPr>
            <a:xfrm>
              <a:off x="470592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g3521"/>
            <p:cNvSpPr/>
            <p:nvPr/>
          </p:nvSpPr>
          <p:spPr>
            <a:xfrm>
              <a:off x="471756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g3522"/>
            <p:cNvSpPr/>
            <p:nvPr/>
          </p:nvSpPr>
          <p:spPr>
            <a:xfrm>
              <a:off x="472920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g3523"/>
            <p:cNvSpPr/>
            <p:nvPr/>
          </p:nvSpPr>
          <p:spPr>
            <a:xfrm>
              <a:off x="284395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g3524"/>
            <p:cNvSpPr/>
            <p:nvPr/>
          </p:nvSpPr>
          <p:spPr>
            <a:xfrm>
              <a:off x="285559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g3525"/>
            <p:cNvSpPr/>
            <p:nvPr/>
          </p:nvSpPr>
          <p:spPr>
            <a:xfrm>
              <a:off x="286722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g3526"/>
            <p:cNvSpPr/>
            <p:nvPr/>
          </p:nvSpPr>
          <p:spPr>
            <a:xfrm>
              <a:off x="287886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g3527"/>
            <p:cNvSpPr/>
            <p:nvPr/>
          </p:nvSpPr>
          <p:spPr>
            <a:xfrm>
              <a:off x="289050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g3528"/>
            <p:cNvSpPr/>
            <p:nvPr/>
          </p:nvSpPr>
          <p:spPr>
            <a:xfrm>
              <a:off x="444990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g3529"/>
            <p:cNvSpPr/>
            <p:nvPr/>
          </p:nvSpPr>
          <p:spPr>
            <a:xfrm>
              <a:off x="446154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g3530"/>
            <p:cNvSpPr/>
            <p:nvPr/>
          </p:nvSpPr>
          <p:spPr>
            <a:xfrm>
              <a:off x="4473179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g3531"/>
            <p:cNvSpPr/>
            <p:nvPr/>
          </p:nvSpPr>
          <p:spPr>
            <a:xfrm>
              <a:off x="448481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g3532"/>
            <p:cNvSpPr/>
            <p:nvPr/>
          </p:nvSpPr>
          <p:spPr>
            <a:xfrm>
              <a:off x="449645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g3533"/>
            <p:cNvSpPr/>
            <p:nvPr/>
          </p:nvSpPr>
          <p:spPr>
            <a:xfrm>
              <a:off x="4508091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g3534"/>
            <p:cNvSpPr/>
            <p:nvPr/>
          </p:nvSpPr>
          <p:spPr>
            <a:xfrm>
              <a:off x="451972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g3535"/>
            <p:cNvSpPr/>
            <p:nvPr/>
          </p:nvSpPr>
          <p:spPr>
            <a:xfrm>
              <a:off x="453136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g3536"/>
            <p:cNvSpPr/>
            <p:nvPr/>
          </p:nvSpPr>
          <p:spPr>
            <a:xfrm>
              <a:off x="469428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g3537"/>
            <p:cNvSpPr/>
            <p:nvPr/>
          </p:nvSpPr>
          <p:spPr>
            <a:xfrm>
              <a:off x="470592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g3538"/>
            <p:cNvSpPr/>
            <p:nvPr/>
          </p:nvSpPr>
          <p:spPr>
            <a:xfrm>
              <a:off x="471756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g3539"/>
            <p:cNvSpPr/>
            <p:nvPr/>
          </p:nvSpPr>
          <p:spPr>
            <a:xfrm>
              <a:off x="472920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g3540"/>
            <p:cNvSpPr/>
            <p:nvPr/>
          </p:nvSpPr>
          <p:spPr>
            <a:xfrm>
              <a:off x="474083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g3541"/>
            <p:cNvSpPr/>
            <p:nvPr/>
          </p:nvSpPr>
          <p:spPr>
            <a:xfrm>
              <a:off x="284395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g3542"/>
            <p:cNvSpPr/>
            <p:nvPr/>
          </p:nvSpPr>
          <p:spPr>
            <a:xfrm>
              <a:off x="285559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g3543"/>
            <p:cNvSpPr/>
            <p:nvPr/>
          </p:nvSpPr>
          <p:spPr>
            <a:xfrm>
              <a:off x="286722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g3544"/>
            <p:cNvSpPr/>
            <p:nvPr/>
          </p:nvSpPr>
          <p:spPr>
            <a:xfrm>
              <a:off x="287886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g3545"/>
            <p:cNvSpPr/>
            <p:nvPr/>
          </p:nvSpPr>
          <p:spPr>
            <a:xfrm>
              <a:off x="289050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g3546"/>
            <p:cNvSpPr/>
            <p:nvPr/>
          </p:nvSpPr>
          <p:spPr>
            <a:xfrm>
              <a:off x="446154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g3547"/>
            <p:cNvSpPr/>
            <p:nvPr/>
          </p:nvSpPr>
          <p:spPr>
            <a:xfrm>
              <a:off x="4473179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g3548"/>
            <p:cNvSpPr/>
            <p:nvPr/>
          </p:nvSpPr>
          <p:spPr>
            <a:xfrm>
              <a:off x="448481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g3549"/>
            <p:cNvSpPr/>
            <p:nvPr/>
          </p:nvSpPr>
          <p:spPr>
            <a:xfrm>
              <a:off x="4496454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g3550"/>
            <p:cNvSpPr/>
            <p:nvPr/>
          </p:nvSpPr>
          <p:spPr>
            <a:xfrm>
              <a:off x="4508091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g3551"/>
            <p:cNvSpPr/>
            <p:nvPr/>
          </p:nvSpPr>
          <p:spPr>
            <a:xfrm>
              <a:off x="451972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g3552"/>
            <p:cNvSpPr/>
            <p:nvPr/>
          </p:nvSpPr>
          <p:spPr>
            <a:xfrm>
              <a:off x="453136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g3553"/>
            <p:cNvSpPr/>
            <p:nvPr/>
          </p:nvSpPr>
          <p:spPr>
            <a:xfrm>
              <a:off x="454300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g3554"/>
            <p:cNvSpPr/>
            <p:nvPr/>
          </p:nvSpPr>
          <p:spPr>
            <a:xfrm>
              <a:off x="469428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g3555"/>
            <p:cNvSpPr/>
            <p:nvPr/>
          </p:nvSpPr>
          <p:spPr>
            <a:xfrm>
              <a:off x="470592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g3556"/>
            <p:cNvSpPr/>
            <p:nvPr/>
          </p:nvSpPr>
          <p:spPr>
            <a:xfrm>
              <a:off x="471756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g3557"/>
            <p:cNvSpPr/>
            <p:nvPr/>
          </p:nvSpPr>
          <p:spPr>
            <a:xfrm>
              <a:off x="472920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g3558"/>
            <p:cNvSpPr/>
            <p:nvPr/>
          </p:nvSpPr>
          <p:spPr>
            <a:xfrm>
              <a:off x="474083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g3559"/>
            <p:cNvSpPr/>
            <p:nvPr/>
          </p:nvSpPr>
          <p:spPr>
            <a:xfrm>
              <a:off x="285559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g3560"/>
            <p:cNvSpPr/>
            <p:nvPr/>
          </p:nvSpPr>
          <p:spPr>
            <a:xfrm>
              <a:off x="286722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g3561"/>
            <p:cNvSpPr/>
            <p:nvPr/>
          </p:nvSpPr>
          <p:spPr>
            <a:xfrm>
              <a:off x="287886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g3562"/>
            <p:cNvSpPr/>
            <p:nvPr/>
          </p:nvSpPr>
          <p:spPr>
            <a:xfrm>
              <a:off x="2890502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g3563"/>
            <p:cNvSpPr/>
            <p:nvPr/>
          </p:nvSpPr>
          <p:spPr>
            <a:xfrm>
              <a:off x="4473179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g3564"/>
            <p:cNvSpPr/>
            <p:nvPr/>
          </p:nvSpPr>
          <p:spPr>
            <a:xfrm>
              <a:off x="448481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g3565"/>
            <p:cNvSpPr/>
            <p:nvPr/>
          </p:nvSpPr>
          <p:spPr>
            <a:xfrm>
              <a:off x="4496454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g3566"/>
            <p:cNvSpPr/>
            <p:nvPr/>
          </p:nvSpPr>
          <p:spPr>
            <a:xfrm>
              <a:off x="4508091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g3567"/>
            <p:cNvSpPr/>
            <p:nvPr/>
          </p:nvSpPr>
          <p:spPr>
            <a:xfrm>
              <a:off x="451972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g3568"/>
            <p:cNvSpPr/>
            <p:nvPr/>
          </p:nvSpPr>
          <p:spPr>
            <a:xfrm>
              <a:off x="453136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g3569"/>
            <p:cNvSpPr/>
            <p:nvPr/>
          </p:nvSpPr>
          <p:spPr>
            <a:xfrm>
              <a:off x="454300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g3570"/>
            <p:cNvSpPr/>
            <p:nvPr/>
          </p:nvSpPr>
          <p:spPr>
            <a:xfrm>
              <a:off x="455464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g3571"/>
            <p:cNvSpPr/>
            <p:nvPr/>
          </p:nvSpPr>
          <p:spPr>
            <a:xfrm>
              <a:off x="469428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g3572"/>
            <p:cNvSpPr/>
            <p:nvPr/>
          </p:nvSpPr>
          <p:spPr>
            <a:xfrm>
              <a:off x="470592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g3573"/>
            <p:cNvSpPr/>
            <p:nvPr/>
          </p:nvSpPr>
          <p:spPr>
            <a:xfrm>
              <a:off x="471756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g3574"/>
            <p:cNvSpPr/>
            <p:nvPr/>
          </p:nvSpPr>
          <p:spPr>
            <a:xfrm>
              <a:off x="472920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g3575"/>
            <p:cNvSpPr/>
            <p:nvPr/>
          </p:nvSpPr>
          <p:spPr>
            <a:xfrm>
              <a:off x="474083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g3576"/>
            <p:cNvSpPr/>
            <p:nvPr/>
          </p:nvSpPr>
          <p:spPr>
            <a:xfrm>
              <a:off x="285559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g3577"/>
            <p:cNvSpPr/>
            <p:nvPr/>
          </p:nvSpPr>
          <p:spPr>
            <a:xfrm>
              <a:off x="286722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g3578"/>
            <p:cNvSpPr/>
            <p:nvPr/>
          </p:nvSpPr>
          <p:spPr>
            <a:xfrm>
              <a:off x="287886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g3579"/>
            <p:cNvSpPr/>
            <p:nvPr/>
          </p:nvSpPr>
          <p:spPr>
            <a:xfrm>
              <a:off x="2890502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g3580"/>
            <p:cNvSpPr/>
            <p:nvPr/>
          </p:nvSpPr>
          <p:spPr>
            <a:xfrm>
              <a:off x="448481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g3581"/>
            <p:cNvSpPr/>
            <p:nvPr/>
          </p:nvSpPr>
          <p:spPr>
            <a:xfrm>
              <a:off x="4496454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g3582"/>
            <p:cNvSpPr/>
            <p:nvPr/>
          </p:nvSpPr>
          <p:spPr>
            <a:xfrm>
              <a:off x="4508091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g3583"/>
            <p:cNvSpPr/>
            <p:nvPr/>
          </p:nvSpPr>
          <p:spPr>
            <a:xfrm>
              <a:off x="451972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g3584"/>
            <p:cNvSpPr/>
            <p:nvPr/>
          </p:nvSpPr>
          <p:spPr>
            <a:xfrm>
              <a:off x="453136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g3585"/>
            <p:cNvSpPr/>
            <p:nvPr/>
          </p:nvSpPr>
          <p:spPr>
            <a:xfrm>
              <a:off x="454300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g3586"/>
            <p:cNvSpPr/>
            <p:nvPr/>
          </p:nvSpPr>
          <p:spPr>
            <a:xfrm>
              <a:off x="469428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g3587"/>
            <p:cNvSpPr/>
            <p:nvPr/>
          </p:nvSpPr>
          <p:spPr>
            <a:xfrm>
              <a:off x="470592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g3588"/>
            <p:cNvSpPr/>
            <p:nvPr/>
          </p:nvSpPr>
          <p:spPr>
            <a:xfrm>
              <a:off x="471756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g3589"/>
            <p:cNvSpPr/>
            <p:nvPr/>
          </p:nvSpPr>
          <p:spPr>
            <a:xfrm>
              <a:off x="472920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g3590"/>
            <p:cNvSpPr/>
            <p:nvPr/>
          </p:nvSpPr>
          <p:spPr>
            <a:xfrm>
              <a:off x="474083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g3591"/>
            <p:cNvSpPr/>
            <p:nvPr/>
          </p:nvSpPr>
          <p:spPr>
            <a:xfrm>
              <a:off x="285559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g3592"/>
            <p:cNvSpPr/>
            <p:nvPr/>
          </p:nvSpPr>
          <p:spPr>
            <a:xfrm>
              <a:off x="286722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g3593"/>
            <p:cNvSpPr/>
            <p:nvPr/>
          </p:nvSpPr>
          <p:spPr>
            <a:xfrm>
              <a:off x="287886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g3594"/>
            <p:cNvSpPr/>
            <p:nvPr/>
          </p:nvSpPr>
          <p:spPr>
            <a:xfrm>
              <a:off x="2890502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g3595"/>
            <p:cNvSpPr/>
            <p:nvPr/>
          </p:nvSpPr>
          <p:spPr>
            <a:xfrm>
              <a:off x="2902139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g3596"/>
            <p:cNvSpPr/>
            <p:nvPr/>
          </p:nvSpPr>
          <p:spPr>
            <a:xfrm>
              <a:off x="448481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g3597"/>
            <p:cNvSpPr/>
            <p:nvPr/>
          </p:nvSpPr>
          <p:spPr>
            <a:xfrm>
              <a:off x="4496454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g3598"/>
            <p:cNvSpPr/>
            <p:nvPr/>
          </p:nvSpPr>
          <p:spPr>
            <a:xfrm>
              <a:off x="4508091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g3599"/>
            <p:cNvSpPr/>
            <p:nvPr/>
          </p:nvSpPr>
          <p:spPr>
            <a:xfrm>
              <a:off x="451972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g3600"/>
            <p:cNvSpPr/>
            <p:nvPr/>
          </p:nvSpPr>
          <p:spPr>
            <a:xfrm>
              <a:off x="453136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g3601"/>
            <p:cNvSpPr/>
            <p:nvPr/>
          </p:nvSpPr>
          <p:spPr>
            <a:xfrm>
              <a:off x="454300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g3602"/>
            <p:cNvSpPr/>
            <p:nvPr/>
          </p:nvSpPr>
          <p:spPr>
            <a:xfrm>
              <a:off x="469428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g3603"/>
            <p:cNvSpPr/>
            <p:nvPr/>
          </p:nvSpPr>
          <p:spPr>
            <a:xfrm>
              <a:off x="470592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g3604"/>
            <p:cNvSpPr/>
            <p:nvPr/>
          </p:nvSpPr>
          <p:spPr>
            <a:xfrm>
              <a:off x="471756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g3605"/>
            <p:cNvSpPr/>
            <p:nvPr/>
          </p:nvSpPr>
          <p:spPr>
            <a:xfrm>
              <a:off x="472920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g3606"/>
            <p:cNvSpPr/>
            <p:nvPr/>
          </p:nvSpPr>
          <p:spPr>
            <a:xfrm>
              <a:off x="474083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g3607"/>
            <p:cNvSpPr/>
            <p:nvPr/>
          </p:nvSpPr>
          <p:spPr>
            <a:xfrm>
              <a:off x="285559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g3608"/>
            <p:cNvSpPr/>
            <p:nvPr/>
          </p:nvSpPr>
          <p:spPr>
            <a:xfrm>
              <a:off x="2867227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g3609"/>
            <p:cNvSpPr/>
            <p:nvPr/>
          </p:nvSpPr>
          <p:spPr>
            <a:xfrm>
              <a:off x="287886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g3610"/>
            <p:cNvSpPr/>
            <p:nvPr/>
          </p:nvSpPr>
          <p:spPr>
            <a:xfrm>
              <a:off x="2890502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g3611"/>
            <p:cNvSpPr/>
            <p:nvPr/>
          </p:nvSpPr>
          <p:spPr>
            <a:xfrm>
              <a:off x="2902139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g3612"/>
            <p:cNvSpPr/>
            <p:nvPr/>
          </p:nvSpPr>
          <p:spPr>
            <a:xfrm>
              <a:off x="4496454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g3613"/>
            <p:cNvSpPr/>
            <p:nvPr/>
          </p:nvSpPr>
          <p:spPr>
            <a:xfrm>
              <a:off x="4508091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g3614"/>
            <p:cNvSpPr/>
            <p:nvPr/>
          </p:nvSpPr>
          <p:spPr>
            <a:xfrm>
              <a:off x="451972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g3615"/>
            <p:cNvSpPr/>
            <p:nvPr/>
          </p:nvSpPr>
          <p:spPr>
            <a:xfrm>
              <a:off x="4531366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g3616"/>
            <p:cNvSpPr/>
            <p:nvPr/>
          </p:nvSpPr>
          <p:spPr>
            <a:xfrm>
              <a:off x="454300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g3617"/>
            <p:cNvSpPr/>
            <p:nvPr/>
          </p:nvSpPr>
          <p:spPr>
            <a:xfrm>
              <a:off x="469428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g3618"/>
            <p:cNvSpPr/>
            <p:nvPr/>
          </p:nvSpPr>
          <p:spPr>
            <a:xfrm>
              <a:off x="470592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g3619"/>
            <p:cNvSpPr/>
            <p:nvPr/>
          </p:nvSpPr>
          <p:spPr>
            <a:xfrm>
              <a:off x="471756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g3620"/>
            <p:cNvSpPr/>
            <p:nvPr/>
          </p:nvSpPr>
          <p:spPr>
            <a:xfrm>
              <a:off x="472920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g3621"/>
            <p:cNvSpPr/>
            <p:nvPr/>
          </p:nvSpPr>
          <p:spPr>
            <a:xfrm>
              <a:off x="286722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g3622"/>
            <p:cNvSpPr/>
            <p:nvPr/>
          </p:nvSpPr>
          <p:spPr>
            <a:xfrm>
              <a:off x="287886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g3623"/>
            <p:cNvSpPr/>
            <p:nvPr/>
          </p:nvSpPr>
          <p:spPr>
            <a:xfrm>
              <a:off x="2890502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g3624"/>
            <p:cNvSpPr/>
            <p:nvPr/>
          </p:nvSpPr>
          <p:spPr>
            <a:xfrm>
              <a:off x="2902139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g3625"/>
            <p:cNvSpPr/>
            <p:nvPr/>
          </p:nvSpPr>
          <p:spPr>
            <a:xfrm>
              <a:off x="291377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g3626"/>
            <p:cNvSpPr/>
            <p:nvPr/>
          </p:nvSpPr>
          <p:spPr>
            <a:xfrm>
              <a:off x="4508091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g3627"/>
            <p:cNvSpPr/>
            <p:nvPr/>
          </p:nvSpPr>
          <p:spPr>
            <a:xfrm>
              <a:off x="451972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g3628"/>
            <p:cNvSpPr/>
            <p:nvPr/>
          </p:nvSpPr>
          <p:spPr>
            <a:xfrm>
              <a:off x="4531366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g3629"/>
            <p:cNvSpPr/>
            <p:nvPr/>
          </p:nvSpPr>
          <p:spPr>
            <a:xfrm>
              <a:off x="454300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g3630"/>
            <p:cNvSpPr/>
            <p:nvPr/>
          </p:nvSpPr>
          <p:spPr>
            <a:xfrm>
              <a:off x="455464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g3631"/>
            <p:cNvSpPr/>
            <p:nvPr/>
          </p:nvSpPr>
          <p:spPr>
            <a:xfrm>
              <a:off x="469428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g3632"/>
            <p:cNvSpPr/>
            <p:nvPr/>
          </p:nvSpPr>
          <p:spPr>
            <a:xfrm>
              <a:off x="470592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g3633"/>
            <p:cNvSpPr/>
            <p:nvPr/>
          </p:nvSpPr>
          <p:spPr>
            <a:xfrm>
              <a:off x="471756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g3634"/>
            <p:cNvSpPr/>
            <p:nvPr/>
          </p:nvSpPr>
          <p:spPr>
            <a:xfrm>
              <a:off x="472920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g3635"/>
            <p:cNvSpPr/>
            <p:nvPr/>
          </p:nvSpPr>
          <p:spPr>
            <a:xfrm>
              <a:off x="286722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g3636"/>
            <p:cNvSpPr/>
            <p:nvPr/>
          </p:nvSpPr>
          <p:spPr>
            <a:xfrm>
              <a:off x="287886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g3637"/>
            <p:cNvSpPr/>
            <p:nvPr/>
          </p:nvSpPr>
          <p:spPr>
            <a:xfrm>
              <a:off x="2890502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g3638"/>
            <p:cNvSpPr/>
            <p:nvPr/>
          </p:nvSpPr>
          <p:spPr>
            <a:xfrm>
              <a:off x="2902139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g3639"/>
            <p:cNvSpPr/>
            <p:nvPr/>
          </p:nvSpPr>
          <p:spPr>
            <a:xfrm>
              <a:off x="291377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g3640"/>
            <p:cNvSpPr/>
            <p:nvPr/>
          </p:nvSpPr>
          <p:spPr>
            <a:xfrm>
              <a:off x="2925414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g3641"/>
            <p:cNvSpPr/>
            <p:nvPr/>
          </p:nvSpPr>
          <p:spPr>
            <a:xfrm>
              <a:off x="4508091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g3642"/>
            <p:cNvSpPr/>
            <p:nvPr/>
          </p:nvSpPr>
          <p:spPr>
            <a:xfrm>
              <a:off x="451972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g3643"/>
            <p:cNvSpPr/>
            <p:nvPr/>
          </p:nvSpPr>
          <p:spPr>
            <a:xfrm>
              <a:off x="4531366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g3644"/>
            <p:cNvSpPr/>
            <p:nvPr/>
          </p:nvSpPr>
          <p:spPr>
            <a:xfrm>
              <a:off x="454300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g3645"/>
            <p:cNvSpPr/>
            <p:nvPr/>
          </p:nvSpPr>
          <p:spPr>
            <a:xfrm>
              <a:off x="455464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g3646"/>
            <p:cNvSpPr/>
            <p:nvPr/>
          </p:nvSpPr>
          <p:spPr>
            <a:xfrm>
              <a:off x="469428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g3647"/>
            <p:cNvSpPr/>
            <p:nvPr/>
          </p:nvSpPr>
          <p:spPr>
            <a:xfrm>
              <a:off x="470592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g3648"/>
            <p:cNvSpPr/>
            <p:nvPr/>
          </p:nvSpPr>
          <p:spPr>
            <a:xfrm>
              <a:off x="471756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g3649"/>
            <p:cNvSpPr/>
            <p:nvPr/>
          </p:nvSpPr>
          <p:spPr>
            <a:xfrm>
              <a:off x="472920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g3650"/>
            <p:cNvSpPr/>
            <p:nvPr/>
          </p:nvSpPr>
          <p:spPr>
            <a:xfrm>
              <a:off x="287886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g3651"/>
            <p:cNvSpPr/>
            <p:nvPr/>
          </p:nvSpPr>
          <p:spPr>
            <a:xfrm>
              <a:off x="289050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g3652"/>
            <p:cNvSpPr/>
            <p:nvPr/>
          </p:nvSpPr>
          <p:spPr>
            <a:xfrm>
              <a:off x="2902139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g3653"/>
            <p:cNvSpPr/>
            <p:nvPr/>
          </p:nvSpPr>
          <p:spPr>
            <a:xfrm>
              <a:off x="2913777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g3654"/>
            <p:cNvSpPr/>
            <p:nvPr/>
          </p:nvSpPr>
          <p:spPr>
            <a:xfrm>
              <a:off x="2925414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g3655"/>
            <p:cNvSpPr/>
            <p:nvPr/>
          </p:nvSpPr>
          <p:spPr>
            <a:xfrm>
              <a:off x="4508091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g3656"/>
            <p:cNvSpPr/>
            <p:nvPr/>
          </p:nvSpPr>
          <p:spPr>
            <a:xfrm>
              <a:off x="451972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g3657"/>
            <p:cNvSpPr/>
            <p:nvPr/>
          </p:nvSpPr>
          <p:spPr>
            <a:xfrm>
              <a:off x="4531366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g3658"/>
            <p:cNvSpPr/>
            <p:nvPr/>
          </p:nvSpPr>
          <p:spPr>
            <a:xfrm>
              <a:off x="454300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g3659"/>
            <p:cNvSpPr/>
            <p:nvPr/>
          </p:nvSpPr>
          <p:spPr>
            <a:xfrm>
              <a:off x="455464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g3660"/>
            <p:cNvSpPr/>
            <p:nvPr/>
          </p:nvSpPr>
          <p:spPr>
            <a:xfrm>
              <a:off x="456627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g3661"/>
            <p:cNvSpPr/>
            <p:nvPr/>
          </p:nvSpPr>
          <p:spPr>
            <a:xfrm>
              <a:off x="457791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g3662"/>
            <p:cNvSpPr/>
            <p:nvPr/>
          </p:nvSpPr>
          <p:spPr>
            <a:xfrm>
              <a:off x="458955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g3663"/>
            <p:cNvSpPr/>
            <p:nvPr/>
          </p:nvSpPr>
          <p:spPr>
            <a:xfrm>
              <a:off x="469428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g3664"/>
            <p:cNvSpPr/>
            <p:nvPr/>
          </p:nvSpPr>
          <p:spPr>
            <a:xfrm>
              <a:off x="470592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g3665"/>
            <p:cNvSpPr/>
            <p:nvPr/>
          </p:nvSpPr>
          <p:spPr>
            <a:xfrm>
              <a:off x="471756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g3666"/>
            <p:cNvSpPr/>
            <p:nvPr/>
          </p:nvSpPr>
          <p:spPr>
            <a:xfrm>
              <a:off x="472920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g3667"/>
            <p:cNvSpPr/>
            <p:nvPr/>
          </p:nvSpPr>
          <p:spPr>
            <a:xfrm>
              <a:off x="289050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g3668"/>
            <p:cNvSpPr/>
            <p:nvPr/>
          </p:nvSpPr>
          <p:spPr>
            <a:xfrm>
              <a:off x="2902139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g3669"/>
            <p:cNvSpPr/>
            <p:nvPr/>
          </p:nvSpPr>
          <p:spPr>
            <a:xfrm>
              <a:off x="2913777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g3670"/>
            <p:cNvSpPr/>
            <p:nvPr/>
          </p:nvSpPr>
          <p:spPr>
            <a:xfrm>
              <a:off x="2925414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g3671"/>
            <p:cNvSpPr/>
            <p:nvPr/>
          </p:nvSpPr>
          <p:spPr>
            <a:xfrm>
              <a:off x="451972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g3672"/>
            <p:cNvSpPr/>
            <p:nvPr/>
          </p:nvSpPr>
          <p:spPr>
            <a:xfrm>
              <a:off x="4531366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g3673"/>
            <p:cNvSpPr/>
            <p:nvPr/>
          </p:nvSpPr>
          <p:spPr>
            <a:xfrm>
              <a:off x="454300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g3674"/>
            <p:cNvSpPr/>
            <p:nvPr/>
          </p:nvSpPr>
          <p:spPr>
            <a:xfrm>
              <a:off x="455464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g3675"/>
            <p:cNvSpPr/>
            <p:nvPr/>
          </p:nvSpPr>
          <p:spPr>
            <a:xfrm>
              <a:off x="456627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g3676"/>
            <p:cNvSpPr/>
            <p:nvPr/>
          </p:nvSpPr>
          <p:spPr>
            <a:xfrm>
              <a:off x="457791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g3677"/>
            <p:cNvSpPr/>
            <p:nvPr/>
          </p:nvSpPr>
          <p:spPr>
            <a:xfrm>
              <a:off x="458955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g3678"/>
            <p:cNvSpPr/>
            <p:nvPr/>
          </p:nvSpPr>
          <p:spPr>
            <a:xfrm>
              <a:off x="460119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g3679"/>
            <p:cNvSpPr/>
            <p:nvPr/>
          </p:nvSpPr>
          <p:spPr>
            <a:xfrm>
              <a:off x="4682651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g3680"/>
            <p:cNvSpPr/>
            <p:nvPr/>
          </p:nvSpPr>
          <p:spPr>
            <a:xfrm>
              <a:off x="469428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g3681"/>
            <p:cNvSpPr/>
            <p:nvPr/>
          </p:nvSpPr>
          <p:spPr>
            <a:xfrm>
              <a:off x="470592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g3682"/>
            <p:cNvSpPr/>
            <p:nvPr/>
          </p:nvSpPr>
          <p:spPr>
            <a:xfrm>
              <a:off x="471756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g3683"/>
            <p:cNvSpPr/>
            <p:nvPr/>
          </p:nvSpPr>
          <p:spPr>
            <a:xfrm>
              <a:off x="472920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g3684"/>
            <p:cNvSpPr/>
            <p:nvPr/>
          </p:nvSpPr>
          <p:spPr>
            <a:xfrm>
              <a:off x="289050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g3685"/>
            <p:cNvSpPr/>
            <p:nvPr/>
          </p:nvSpPr>
          <p:spPr>
            <a:xfrm>
              <a:off x="2902139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g3686"/>
            <p:cNvSpPr/>
            <p:nvPr/>
          </p:nvSpPr>
          <p:spPr>
            <a:xfrm>
              <a:off x="2913777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g3687"/>
            <p:cNvSpPr/>
            <p:nvPr/>
          </p:nvSpPr>
          <p:spPr>
            <a:xfrm>
              <a:off x="2925414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g3688"/>
            <p:cNvSpPr/>
            <p:nvPr/>
          </p:nvSpPr>
          <p:spPr>
            <a:xfrm>
              <a:off x="4531366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g3689"/>
            <p:cNvSpPr/>
            <p:nvPr/>
          </p:nvSpPr>
          <p:spPr>
            <a:xfrm>
              <a:off x="454300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g3690"/>
            <p:cNvSpPr/>
            <p:nvPr/>
          </p:nvSpPr>
          <p:spPr>
            <a:xfrm>
              <a:off x="455464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g3691"/>
            <p:cNvSpPr/>
            <p:nvPr/>
          </p:nvSpPr>
          <p:spPr>
            <a:xfrm>
              <a:off x="456627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g3692"/>
            <p:cNvSpPr/>
            <p:nvPr/>
          </p:nvSpPr>
          <p:spPr>
            <a:xfrm>
              <a:off x="457791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g3693"/>
            <p:cNvSpPr/>
            <p:nvPr/>
          </p:nvSpPr>
          <p:spPr>
            <a:xfrm>
              <a:off x="458955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g3694"/>
            <p:cNvSpPr/>
            <p:nvPr/>
          </p:nvSpPr>
          <p:spPr>
            <a:xfrm>
              <a:off x="460119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g3695"/>
            <p:cNvSpPr/>
            <p:nvPr/>
          </p:nvSpPr>
          <p:spPr>
            <a:xfrm>
              <a:off x="4682651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g3696"/>
            <p:cNvSpPr/>
            <p:nvPr/>
          </p:nvSpPr>
          <p:spPr>
            <a:xfrm>
              <a:off x="469428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g3697"/>
            <p:cNvSpPr/>
            <p:nvPr/>
          </p:nvSpPr>
          <p:spPr>
            <a:xfrm>
              <a:off x="470592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g3698"/>
            <p:cNvSpPr/>
            <p:nvPr/>
          </p:nvSpPr>
          <p:spPr>
            <a:xfrm>
              <a:off x="471756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g3699"/>
            <p:cNvSpPr/>
            <p:nvPr/>
          </p:nvSpPr>
          <p:spPr>
            <a:xfrm>
              <a:off x="472920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g3700"/>
            <p:cNvSpPr/>
            <p:nvPr/>
          </p:nvSpPr>
          <p:spPr>
            <a:xfrm>
              <a:off x="287886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g3701"/>
            <p:cNvSpPr/>
            <p:nvPr/>
          </p:nvSpPr>
          <p:spPr>
            <a:xfrm>
              <a:off x="289050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g3702"/>
            <p:cNvSpPr/>
            <p:nvPr/>
          </p:nvSpPr>
          <p:spPr>
            <a:xfrm>
              <a:off x="2902139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g3703"/>
            <p:cNvSpPr/>
            <p:nvPr/>
          </p:nvSpPr>
          <p:spPr>
            <a:xfrm>
              <a:off x="291377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g3704"/>
            <p:cNvSpPr/>
            <p:nvPr/>
          </p:nvSpPr>
          <p:spPr>
            <a:xfrm>
              <a:off x="2925414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g3705"/>
            <p:cNvSpPr/>
            <p:nvPr/>
          </p:nvSpPr>
          <p:spPr>
            <a:xfrm>
              <a:off x="454300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g3706"/>
            <p:cNvSpPr/>
            <p:nvPr/>
          </p:nvSpPr>
          <p:spPr>
            <a:xfrm>
              <a:off x="455464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g3707"/>
            <p:cNvSpPr/>
            <p:nvPr/>
          </p:nvSpPr>
          <p:spPr>
            <a:xfrm>
              <a:off x="456627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g3708"/>
            <p:cNvSpPr/>
            <p:nvPr/>
          </p:nvSpPr>
          <p:spPr>
            <a:xfrm>
              <a:off x="457791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g3709"/>
            <p:cNvSpPr/>
            <p:nvPr/>
          </p:nvSpPr>
          <p:spPr>
            <a:xfrm>
              <a:off x="458955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g3710"/>
            <p:cNvSpPr/>
            <p:nvPr/>
          </p:nvSpPr>
          <p:spPr>
            <a:xfrm>
              <a:off x="460119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g3711"/>
            <p:cNvSpPr/>
            <p:nvPr/>
          </p:nvSpPr>
          <p:spPr>
            <a:xfrm>
              <a:off x="461282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g3712"/>
            <p:cNvSpPr/>
            <p:nvPr/>
          </p:nvSpPr>
          <p:spPr>
            <a:xfrm>
              <a:off x="467101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g3713"/>
            <p:cNvSpPr/>
            <p:nvPr/>
          </p:nvSpPr>
          <p:spPr>
            <a:xfrm>
              <a:off x="4682651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g3714"/>
            <p:cNvSpPr/>
            <p:nvPr/>
          </p:nvSpPr>
          <p:spPr>
            <a:xfrm>
              <a:off x="469428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2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g3715"/>
            <p:cNvSpPr/>
            <p:nvPr/>
          </p:nvSpPr>
          <p:spPr>
            <a:xfrm>
              <a:off x="470592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g3716"/>
            <p:cNvSpPr/>
            <p:nvPr/>
          </p:nvSpPr>
          <p:spPr>
            <a:xfrm>
              <a:off x="471756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g3717"/>
            <p:cNvSpPr/>
            <p:nvPr/>
          </p:nvSpPr>
          <p:spPr>
            <a:xfrm>
              <a:off x="472920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g3718"/>
            <p:cNvSpPr/>
            <p:nvPr/>
          </p:nvSpPr>
          <p:spPr>
            <a:xfrm>
              <a:off x="287886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g3719"/>
            <p:cNvSpPr/>
            <p:nvPr/>
          </p:nvSpPr>
          <p:spPr>
            <a:xfrm>
              <a:off x="289050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g3720"/>
            <p:cNvSpPr/>
            <p:nvPr/>
          </p:nvSpPr>
          <p:spPr>
            <a:xfrm>
              <a:off x="2902139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g3721"/>
            <p:cNvSpPr/>
            <p:nvPr/>
          </p:nvSpPr>
          <p:spPr>
            <a:xfrm>
              <a:off x="291377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g3722"/>
            <p:cNvSpPr/>
            <p:nvPr/>
          </p:nvSpPr>
          <p:spPr>
            <a:xfrm>
              <a:off x="2925414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g3723"/>
            <p:cNvSpPr/>
            <p:nvPr/>
          </p:nvSpPr>
          <p:spPr>
            <a:xfrm>
              <a:off x="456627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g3724"/>
            <p:cNvSpPr/>
            <p:nvPr/>
          </p:nvSpPr>
          <p:spPr>
            <a:xfrm>
              <a:off x="457791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g3725"/>
            <p:cNvSpPr/>
            <p:nvPr/>
          </p:nvSpPr>
          <p:spPr>
            <a:xfrm>
              <a:off x="458955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g3726"/>
            <p:cNvSpPr/>
            <p:nvPr/>
          </p:nvSpPr>
          <p:spPr>
            <a:xfrm>
              <a:off x="460119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g3727"/>
            <p:cNvSpPr/>
            <p:nvPr/>
          </p:nvSpPr>
          <p:spPr>
            <a:xfrm>
              <a:off x="461282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g3728"/>
            <p:cNvSpPr/>
            <p:nvPr/>
          </p:nvSpPr>
          <p:spPr>
            <a:xfrm>
              <a:off x="467101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g3729"/>
            <p:cNvSpPr/>
            <p:nvPr/>
          </p:nvSpPr>
          <p:spPr>
            <a:xfrm>
              <a:off x="4682651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g3730"/>
            <p:cNvSpPr/>
            <p:nvPr/>
          </p:nvSpPr>
          <p:spPr>
            <a:xfrm>
              <a:off x="469428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g3731"/>
            <p:cNvSpPr/>
            <p:nvPr/>
          </p:nvSpPr>
          <p:spPr>
            <a:xfrm>
              <a:off x="470592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g3732"/>
            <p:cNvSpPr/>
            <p:nvPr/>
          </p:nvSpPr>
          <p:spPr>
            <a:xfrm>
              <a:off x="471756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g3733"/>
            <p:cNvSpPr/>
            <p:nvPr/>
          </p:nvSpPr>
          <p:spPr>
            <a:xfrm>
              <a:off x="28672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g3734"/>
            <p:cNvSpPr/>
            <p:nvPr/>
          </p:nvSpPr>
          <p:spPr>
            <a:xfrm>
              <a:off x="287886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g3735"/>
            <p:cNvSpPr/>
            <p:nvPr/>
          </p:nvSpPr>
          <p:spPr>
            <a:xfrm>
              <a:off x="289050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g3736"/>
            <p:cNvSpPr/>
            <p:nvPr/>
          </p:nvSpPr>
          <p:spPr>
            <a:xfrm>
              <a:off x="2902139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g3737"/>
            <p:cNvSpPr/>
            <p:nvPr/>
          </p:nvSpPr>
          <p:spPr>
            <a:xfrm>
              <a:off x="291377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g3738"/>
            <p:cNvSpPr/>
            <p:nvPr/>
          </p:nvSpPr>
          <p:spPr>
            <a:xfrm>
              <a:off x="457791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g3739"/>
            <p:cNvSpPr/>
            <p:nvPr/>
          </p:nvSpPr>
          <p:spPr>
            <a:xfrm>
              <a:off x="458955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g3740"/>
            <p:cNvSpPr/>
            <p:nvPr/>
          </p:nvSpPr>
          <p:spPr>
            <a:xfrm>
              <a:off x="460119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g3741"/>
            <p:cNvSpPr/>
            <p:nvPr/>
          </p:nvSpPr>
          <p:spPr>
            <a:xfrm>
              <a:off x="46128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g3742"/>
            <p:cNvSpPr/>
            <p:nvPr/>
          </p:nvSpPr>
          <p:spPr>
            <a:xfrm>
              <a:off x="4624464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g3743"/>
            <p:cNvSpPr/>
            <p:nvPr/>
          </p:nvSpPr>
          <p:spPr>
            <a:xfrm>
              <a:off x="463610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g3744"/>
            <p:cNvSpPr/>
            <p:nvPr/>
          </p:nvSpPr>
          <p:spPr>
            <a:xfrm>
              <a:off x="4659376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g3745"/>
            <p:cNvSpPr/>
            <p:nvPr/>
          </p:nvSpPr>
          <p:spPr>
            <a:xfrm>
              <a:off x="4671013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g3746"/>
            <p:cNvSpPr/>
            <p:nvPr/>
          </p:nvSpPr>
          <p:spPr>
            <a:xfrm>
              <a:off x="468265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g3747"/>
            <p:cNvSpPr/>
            <p:nvPr/>
          </p:nvSpPr>
          <p:spPr>
            <a:xfrm>
              <a:off x="4694288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g3748"/>
            <p:cNvSpPr/>
            <p:nvPr/>
          </p:nvSpPr>
          <p:spPr>
            <a:xfrm>
              <a:off x="470592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g3749"/>
            <p:cNvSpPr/>
            <p:nvPr/>
          </p:nvSpPr>
          <p:spPr>
            <a:xfrm>
              <a:off x="28555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g3750"/>
            <p:cNvSpPr/>
            <p:nvPr/>
          </p:nvSpPr>
          <p:spPr>
            <a:xfrm>
              <a:off x="28672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g3751"/>
            <p:cNvSpPr/>
            <p:nvPr/>
          </p:nvSpPr>
          <p:spPr>
            <a:xfrm>
              <a:off x="287886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g3752"/>
            <p:cNvSpPr/>
            <p:nvPr/>
          </p:nvSpPr>
          <p:spPr>
            <a:xfrm>
              <a:off x="289050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g3753"/>
            <p:cNvSpPr/>
            <p:nvPr/>
          </p:nvSpPr>
          <p:spPr>
            <a:xfrm>
              <a:off x="29021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g3754"/>
            <p:cNvSpPr/>
            <p:nvPr/>
          </p:nvSpPr>
          <p:spPr>
            <a:xfrm>
              <a:off x="291377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g3755"/>
            <p:cNvSpPr/>
            <p:nvPr/>
          </p:nvSpPr>
          <p:spPr>
            <a:xfrm>
              <a:off x="457791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g3756"/>
            <p:cNvSpPr/>
            <p:nvPr/>
          </p:nvSpPr>
          <p:spPr>
            <a:xfrm>
              <a:off x="458955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g3757"/>
            <p:cNvSpPr/>
            <p:nvPr/>
          </p:nvSpPr>
          <p:spPr>
            <a:xfrm>
              <a:off x="46011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g3758"/>
            <p:cNvSpPr/>
            <p:nvPr/>
          </p:nvSpPr>
          <p:spPr>
            <a:xfrm>
              <a:off x="46128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g3759"/>
            <p:cNvSpPr/>
            <p:nvPr/>
          </p:nvSpPr>
          <p:spPr>
            <a:xfrm>
              <a:off x="462446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g3760"/>
            <p:cNvSpPr/>
            <p:nvPr/>
          </p:nvSpPr>
          <p:spPr>
            <a:xfrm>
              <a:off x="463610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g3761"/>
            <p:cNvSpPr/>
            <p:nvPr/>
          </p:nvSpPr>
          <p:spPr>
            <a:xfrm>
              <a:off x="46477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g3762"/>
            <p:cNvSpPr/>
            <p:nvPr/>
          </p:nvSpPr>
          <p:spPr>
            <a:xfrm>
              <a:off x="4659376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g3763"/>
            <p:cNvSpPr/>
            <p:nvPr/>
          </p:nvSpPr>
          <p:spPr>
            <a:xfrm>
              <a:off x="4671013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g3764"/>
            <p:cNvSpPr/>
            <p:nvPr/>
          </p:nvSpPr>
          <p:spPr>
            <a:xfrm>
              <a:off x="468265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g3765"/>
            <p:cNvSpPr/>
            <p:nvPr/>
          </p:nvSpPr>
          <p:spPr>
            <a:xfrm>
              <a:off x="4694288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g3766"/>
            <p:cNvSpPr/>
            <p:nvPr/>
          </p:nvSpPr>
          <p:spPr>
            <a:xfrm>
              <a:off x="470592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2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g3767"/>
            <p:cNvSpPr/>
            <p:nvPr/>
          </p:nvSpPr>
          <p:spPr>
            <a:xfrm>
              <a:off x="28555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g3768"/>
            <p:cNvSpPr/>
            <p:nvPr/>
          </p:nvSpPr>
          <p:spPr>
            <a:xfrm>
              <a:off x="28672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g3769"/>
            <p:cNvSpPr/>
            <p:nvPr/>
          </p:nvSpPr>
          <p:spPr>
            <a:xfrm>
              <a:off x="287886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g3770"/>
            <p:cNvSpPr/>
            <p:nvPr/>
          </p:nvSpPr>
          <p:spPr>
            <a:xfrm>
              <a:off x="289050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g3771"/>
            <p:cNvSpPr/>
            <p:nvPr/>
          </p:nvSpPr>
          <p:spPr>
            <a:xfrm>
              <a:off x="29021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g3772"/>
            <p:cNvSpPr/>
            <p:nvPr/>
          </p:nvSpPr>
          <p:spPr>
            <a:xfrm>
              <a:off x="457791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g3773"/>
            <p:cNvSpPr/>
            <p:nvPr/>
          </p:nvSpPr>
          <p:spPr>
            <a:xfrm>
              <a:off x="458955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g3774"/>
            <p:cNvSpPr/>
            <p:nvPr/>
          </p:nvSpPr>
          <p:spPr>
            <a:xfrm>
              <a:off x="46011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g3775"/>
            <p:cNvSpPr/>
            <p:nvPr/>
          </p:nvSpPr>
          <p:spPr>
            <a:xfrm>
              <a:off x="46128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g3776"/>
            <p:cNvSpPr/>
            <p:nvPr/>
          </p:nvSpPr>
          <p:spPr>
            <a:xfrm>
              <a:off x="462446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g3777"/>
            <p:cNvSpPr/>
            <p:nvPr/>
          </p:nvSpPr>
          <p:spPr>
            <a:xfrm>
              <a:off x="463610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g3778"/>
            <p:cNvSpPr/>
            <p:nvPr/>
          </p:nvSpPr>
          <p:spPr>
            <a:xfrm>
              <a:off x="46477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g3779"/>
            <p:cNvSpPr/>
            <p:nvPr/>
          </p:nvSpPr>
          <p:spPr>
            <a:xfrm>
              <a:off x="4659376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g3780"/>
            <p:cNvSpPr/>
            <p:nvPr/>
          </p:nvSpPr>
          <p:spPr>
            <a:xfrm>
              <a:off x="4671013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g3781"/>
            <p:cNvSpPr/>
            <p:nvPr/>
          </p:nvSpPr>
          <p:spPr>
            <a:xfrm>
              <a:off x="468265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g3782"/>
            <p:cNvSpPr/>
            <p:nvPr/>
          </p:nvSpPr>
          <p:spPr>
            <a:xfrm>
              <a:off x="4694288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g3783"/>
            <p:cNvSpPr/>
            <p:nvPr/>
          </p:nvSpPr>
          <p:spPr>
            <a:xfrm>
              <a:off x="470592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g3784"/>
            <p:cNvSpPr/>
            <p:nvPr/>
          </p:nvSpPr>
          <p:spPr>
            <a:xfrm>
              <a:off x="28555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g3785"/>
            <p:cNvSpPr/>
            <p:nvPr/>
          </p:nvSpPr>
          <p:spPr>
            <a:xfrm>
              <a:off x="28672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g3786"/>
            <p:cNvSpPr/>
            <p:nvPr/>
          </p:nvSpPr>
          <p:spPr>
            <a:xfrm>
              <a:off x="287886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g3787"/>
            <p:cNvSpPr/>
            <p:nvPr/>
          </p:nvSpPr>
          <p:spPr>
            <a:xfrm>
              <a:off x="289050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g3788"/>
            <p:cNvSpPr/>
            <p:nvPr/>
          </p:nvSpPr>
          <p:spPr>
            <a:xfrm>
              <a:off x="29021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g3789"/>
            <p:cNvSpPr/>
            <p:nvPr/>
          </p:nvSpPr>
          <p:spPr>
            <a:xfrm>
              <a:off x="457791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g3790"/>
            <p:cNvSpPr/>
            <p:nvPr/>
          </p:nvSpPr>
          <p:spPr>
            <a:xfrm>
              <a:off x="458955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g3791"/>
            <p:cNvSpPr/>
            <p:nvPr/>
          </p:nvSpPr>
          <p:spPr>
            <a:xfrm>
              <a:off x="46011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g3792"/>
            <p:cNvSpPr/>
            <p:nvPr/>
          </p:nvSpPr>
          <p:spPr>
            <a:xfrm>
              <a:off x="46128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g3793"/>
            <p:cNvSpPr/>
            <p:nvPr/>
          </p:nvSpPr>
          <p:spPr>
            <a:xfrm>
              <a:off x="462446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g3794"/>
            <p:cNvSpPr/>
            <p:nvPr/>
          </p:nvSpPr>
          <p:spPr>
            <a:xfrm>
              <a:off x="463610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g3795"/>
            <p:cNvSpPr/>
            <p:nvPr/>
          </p:nvSpPr>
          <p:spPr>
            <a:xfrm>
              <a:off x="46477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g3796"/>
            <p:cNvSpPr/>
            <p:nvPr/>
          </p:nvSpPr>
          <p:spPr>
            <a:xfrm>
              <a:off x="4659376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g3797"/>
            <p:cNvSpPr/>
            <p:nvPr/>
          </p:nvSpPr>
          <p:spPr>
            <a:xfrm>
              <a:off x="4671013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g3798"/>
            <p:cNvSpPr/>
            <p:nvPr/>
          </p:nvSpPr>
          <p:spPr>
            <a:xfrm>
              <a:off x="468265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g3799"/>
            <p:cNvSpPr/>
            <p:nvPr/>
          </p:nvSpPr>
          <p:spPr>
            <a:xfrm>
              <a:off x="4694288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g3800"/>
            <p:cNvSpPr/>
            <p:nvPr/>
          </p:nvSpPr>
          <p:spPr>
            <a:xfrm>
              <a:off x="284395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g3801"/>
            <p:cNvSpPr/>
            <p:nvPr/>
          </p:nvSpPr>
          <p:spPr>
            <a:xfrm>
              <a:off x="28555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g3802"/>
            <p:cNvSpPr/>
            <p:nvPr/>
          </p:nvSpPr>
          <p:spPr>
            <a:xfrm>
              <a:off x="28672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g3803"/>
            <p:cNvSpPr/>
            <p:nvPr/>
          </p:nvSpPr>
          <p:spPr>
            <a:xfrm>
              <a:off x="2878865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g3804"/>
            <p:cNvSpPr/>
            <p:nvPr/>
          </p:nvSpPr>
          <p:spPr>
            <a:xfrm>
              <a:off x="289050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g3805"/>
            <p:cNvSpPr/>
            <p:nvPr/>
          </p:nvSpPr>
          <p:spPr>
            <a:xfrm>
              <a:off x="458955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g3806"/>
            <p:cNvSpPr/>
            <p:nvPr/>
          </p:nvSpPr>
          <p:spPr>
            <a:xfrm>
              <a:off x="46011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g3807"/>
            <p:cNvSpPr/>
            <p:nvPr/>
          </p:nvSpPr>
          <p:spPr>
            <a:xfrm>
              <a:off x="46128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g3808"/>
            <p:cNvSpPr/>
            <p:nvPr/>
          </p:nvSpPr>
          <p:spPr>
            <a:xfrm>
              <a:off x="4624464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g3809"/>
            <p:cNvSpPr/>
            <p:nvPr/>
          </p:nvSpPr>
          <p:spPr>
            <a:xfrm>
              <a:off x="463610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g3810"/>
            <p:cNvSpPr/>
            <p:nvPr/>
          </p:nvSpPr>
          <p:spPr>
            <a:xfrm>
              <a:off x="4647739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g3811"/>
            <p:cNvSpPr/>
            <p:nvPr/>
          </p:nvSpPr>
          <p:spPr>
            <a:xfrm>
              <a:off x="4659376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g3812"/>
            <p:cNvSpPr/>
            <p:nvPr/>
          </p:nvSpPr>
          <p:spPr>
            <a:xfrm>
              <a:off x="467101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g3813"/>
            <p:cNvSpPr/>
            <p:nvPr/>
          </p:nvSpPr>
          <p:spPr>
            <a:xfrm>
              <a:off x="468265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g3814"/>
            <p:cNvSpPr/>
            <p:nvPr/>
          </p:nvSpPr>
          <p:spPr>
            <a:xfrm>
              <a:off x="2843953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g3815"/>
            <p:cNvSpPr/>
            <p:nvPr/>
          </p:nvSpPr>
          <p:spPr>
            <a:xfrm>
              <a:off x="28555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g3816"/>
            <p:cNvSpPr/>
            <p:nvPr/>
          </p:nvSpPr>
          <p:spPr>
            <a:xfrm>
              <a:off x="28672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g3817"/>
            <p:cNvSpPr/>
            <p:nvPr/>
          </p:nvSpPr>
          <p:spPr>
            <a:xfrm>
              <a:off x="2878865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g3818"/>
            <p:cNvSpPr/>
            <p:nvPr/>
          </p:nvSpPr>
          <p:spPr>
            <a:xfrm>
              <a:off x="2890502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g3819"/>
            <p:cNvSpPr/>
            <p:nvPr/>
          </p:nvSpPr>
          <p:spPr>
            <a:xfrm>
              <a:off x="46011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g3820"/>
            <p:cNvSpPr/>
            <p:nvPr/>
          </p:nvSpPr>
          <p:spPr>
            <a:xfrm>
              <a:off x="46128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g3821"/>
            <p:cNvSpPr/>
            <p:nvPr/>
          </p:nvSpPr>
          <p:spPr>
            <a:xfrm>
              <a:off x="4624464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g3822"/>
            <p:cNvSpPr/>
            <p:nvPr/>
          </p:nvSpPr>
          <p:spPr>
            <a:xfrm>
              <a:off x="4636101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g3823"/>
            <p:cNvSpPr/>
            <p:nvPr/>
          </p:nvSpPr>
          <p:spPr>
            <a:xfrm>
              <a:off x="4647739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g3824"/>
            <p:cNvSpPr/>
            <p:nvPr/>
          </p:nvSpPr>
          <p:spPr>
            <a:xfrm>
              <a:off x="2843953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g3825"/>
            <p:cNvSpPr/>
            <p:nvPr/>
          </p:nvSpPr>
          <p:spPr>
            <a:xfrm>
              <a:off x="2855590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g3826"/>
            <p:cNvSpPr/>
            <p:nvPr/>
          </p:nvSpPr>
          <p:spPr>
            <a:xfrm>
              <a:off x="2867227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g3827"/>
            <p:cNvSpPr/>
            <p:nvPr/>
          </p:nvSpPr>
          <p:spPr>
            <a:xfrm>
              <a:off x="2878865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g3828"/>
            <p:cNvSpPr/>
            <p:nvPr/>
          </p:nvSpPr>
          <p:spPr>
            <a:xfrm>
              <a:off x="2890502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g3829"/>
            <p:cNvSpPr/>
            <p:nvPr/>
          </p:nvSpPr>
          <p:spPr>
            <a:xfrm>
              <a:off x="2843953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g3830"/>
            <p:cNvSpPr/>
            <p:nvPr/>
          </p:nvSpPr>
          <p:spPr>
            <a:xfrm>
              <a:off x="2855590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g3831"/>
            <p:cNvSpPr/>
            <p:nvPr/>
          </p:nvSpPr>
          <p:spPr>
            <a:xfrm>
              <a:off x="2867227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g3832"/>
            <p:cNvSpPr/>
            <p:nvPr/>
          </p:nvSpPr>
          <p:spPr>
            <a:xfrm>
              <a:off x="2878865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g3833"/>
            <p:cNvSpPr/>
            <p:nvPr/>
          </p:nvSpPr>
          <p:spPr>
            <a:xfrm>
              <a:off x="283231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g3834"/>
            <p:cNvSpPr/>
            <p:nvPr/>
          </p:nvSpPr>
          <p:spPr>
            <a:xfrm>
              <a:off x="2843953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g3835"/>
            <p:cNvSpPr/>
            <p:nvPr/>
          </p:nvSpPr>
          <p:spPr>
            <a:xfrm>
              <a:off x="2855590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g3836"/>
            <p:cNvSpPr/>
            <p:nvPr/>
          </p:nvSpPr>
          <p:spPr>
            <a:xfrm>
              <a:off x="2867227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g3837"/>
            <p:cNvSpPr/>
            <p:nvPr/>
          </p:nvSpPr>
          <p:spPr>
            <a:xfrm>
              <a:off x="287886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g3838"/>
            <p:cNvSpPr/>
            <p:nvPr/>
          </p:nvSpPr>
          <p:spPr>
            <a:xfrm>
              <a:off x="283231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g3839"/>
            <p:cNvSpPr/>
            <p:nvPr/>
          </p:nvSpPr>
          <p:spPr>
            <a:xfrm>
              <a:off x="2843953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g3840"/>
            <p:cNvSpPr/>
            <p:nvPr/>
          </p:nvSpPr>
          <p:spPr>
            <a:xfrm>
              <a:off x="2855590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g3841"/>
            <p:cNvSpPr/>
            <p:nvPr/>
          </p:nvSpPr>
          <p:spPr>
            <a:xfrm>
              <a:off x="2867227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g3842"/>
            <p:cNvSpPr/>
            <p:nvPr/>
          </p:nvSpPr>
          <p:spPr>
            <a:xfrm>
              <a:off x="287886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g3843"/>
            <p:cNvSpPr/>
            <p:nvPr/>
          </p:nvSpPr>
          <p:spPr>
            <a:xfrm>
              <a:off x="283231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g3844"/>
            <p:cNvSpPr/>
            <p:nvPr/>
          </p:nvSpPr>
          <p:spPr>
            <a:xfrm>
              <a:off x="2843953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g3845"/>
            <p:cNvSpPr/>
            <p:nvPr/>
          </p:nvSpPr>
          <p:spPr>
            <a:xfrm>
              <a:off x="2855590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g3846"/>
            <p:cNvSpPr/>
            <p:nvPr/>
          </p:nvSpPr>
          <p:spPr>
            <a:xfrm>
              <a:off x="2867227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g3847"/>
            <p:cNvSpPr/>
            <p:nvPr/>
          </p:nvSpPr>
          <p:spPr>
            <a:xfrm>
              <a:off x="287886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g3848"/>
            <p:cNvSpPr/>
            <p:nvPr/>
          </p:nvSpPr>
          <p:spPr>
            <a:xfrm>
              <a:off x="2832315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g3849"/>
            <p:cNvSpPr/>
            <p:nvPr/>
          </p:nvSpPr>
          <p:spPr>
            <a:xfrm>
              <a:off x="2843953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g3850"/>
            <p:cNvSpPr/>
            <p:nvPr/>
          </p:nvSpPr>
          <p:spPr>
            <a:xfrm>
              <a:off x="2855590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g3851"/>
            <p:cNvSpPr/>
            <p:nvPr/>
          </p:nvSpPr>
          <p:spPr>
            <a:xfrm>
              <a:off x="2867227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g3852"/>
            <p:cNvSpPr/>
            <p:nvPr/>
          </p:nvSpPr>
          <p:spPr>
            <a:xfrm>
              <a:off x="2832315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g3853"/>
            <p:cNvSpPr/>
            <p:nvPr/>
          </p:nvSpPr>
          <p:spPr>
            <a:xfrm>
              <a:off x="2843953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g3854"/>
            <p:cNvSpPr/>
            <p:nvPr/>
          </p:nvSpPr>
          <p:spPr>
            <a:xfrm>
              <a:off x="2855590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g3855"/>
            <p:cNvSpPr/>
            <p:nvPr/>
          </p:nvSpPr>
          <p:spPr>
            <a:xfrm>
              <a:off x="2867227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g3856"/>
            <p:cNvSpPr/>
            <p:nvPr/>
          </p:nvSpPr>
          <p:spPr>
            <a:xfrm>
              <a:off x="2832315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g3857"/>
            <p:cNvSpPr/>
            <p:nvPr/>
          </p:nvSpPr>
          <p:spPr>
            <a:xfrm>
              <a:off x="2843953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g3858"/>
            <p:cNvSpPr/>
            <p:nvPr/>
          </p:nvSpPr>
          <p:spPr>
            <a:xfrm>
              <a:off x="2855590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g3859"/>
            <p:cNvSpPr/>
            <p:nvPr/>
          </p:nvSpPr>
          <p:spPr>
            <a:xfrm>
              <a:off x="2867227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g3860"/>
            <p:cNvSpPr/>
            <p:nvPr/>
          </p:nvSpPr>
          <p:spPr>
            <a:xfrm>
              <a:off x="2832315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g3861"/>
            <p:cNvSpPr/>
            <p:nvPr/>
          </p:nvSpPr>
          <p:spPr>
            <a:xfrm>
              <a:off x="2843953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g3862"/>
            <p:cNvSpPr/>
            <p:nvPr/>
          </p:nvSpPr>
          <p:spPr>
            <a:xfrm>
              <a:off x="2855590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g3863"/>
            <p:cNvSpPr/>
            <p:nvPr/>
          </p:nvSpPr>
          <p:spPr>
            <a:xfrm>
              <a:off x="2867227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g3864"/>
            <p:cNvSpPr/>
            <p:nvPr/>
          </p:nvSpPr>
          <p:spPr>
            <a:xfrm>
              <a:off x="2832315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g3865"/>
            <p:cNvSpPr/>
            <p:nvPr/>
          </p:nvSpPr>
          <p:spPr>
            <a:xfrm>
              <a:off x="2843953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g3866"/>
            <p:cNvSpPr/>
            <p:nvPr/>
          </p:nvSpPr>
          <p:spPr>
            <a:xfrm>
              <a:off x="2855590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g3867"/>
            <p:cNvSpPr/>
            <p:nvPr/>
          </p:nvSpPr>
          <p:spPr>
            <a:xfrm>
              <a:off x="2399291" y="2540116"/>
              <a:ext cx="3705599" cy="2850404"/>
            </a:xfrm>
            <a:custGeom>
              <a:avLst/>
              <a:gdLst/>
              <a:ahLst/>
              <a:cxnLst/>
              <a:rect l="0" t="0" r="0" b="0"/>
              <a:pathLst>
                <a:path w="3705599" h="2850404">
                  <a:moveTo>
                    <a:pt x="2893187" y="266106"/>
                  </a:moveTo>
                  <a:lnTo>
                    <a:pt x="2917831" y="266068"/>
                  </a:lnTo>
                  <a:lnTo>
                    <a:pt x="2961871" y="266005"/>
                  </a:lnTo>
                  <a:lnTo>
                    <a:pt x="3005910" y="265941"/>
                  </a:lnTo>
                  <a:lnTo>
                    <a:pt x="3049950" y="265884"/>
                  </a:lnTo>
                  <a:lnTo>
                    <a:pt x="3093989" y="265820"/>
                  </a:lnTo>
                  <a:lnTo>
                    <a:pt x="3138033" y="265757"/>
                  </a:lnTo>
                  <a:lnTo>
                    <a:pt x="3182073" y="265693"/>
                  </a:lnTo>
                  <a:lnTo>
                    <a:pt x="3226112" y="265630"/>
                  </a:lnTo>
                  <a:lnTo>
                    <a:pt x="3236535" y="240559"/>
                  </a:lnTo>
                  <a:lnTo>
                    <a:pt x="3246246" y="228887"/>
                  </a:lnTo>
                  <a:lnTo>
                    <a:pt x="3259547" y="232754"/>
                  </a:lnTo>
                  <a:lnTo>
                    <a:pt x="3266632" y="232430"/>
                  </a:lnTo>
                  <a:lnTo>
                    <a:pt x="3274508" y="226410"/>
                  </a:lnTo>
                  <a:lnTo>
                    <a:pt x="3280895" y="222752"/>
                  </a:lnTo>
                  <a:lnTo>
                    <a:pt x="3285102" y="223292"/>
                  </a:lnTo>
                  <a:lnTo>
                    <a:pt x="3288693" y="228804"/>
                  </a:lnTo>
                  <a:lnTo>
                    <a:pt x="3291680" y="232481"/>
                  </a:lnTo>
                  <a:lnTo>
                    <a:pt x="3295168" y="231408"/>
                  </a:lnTo>
                  <a:lnTo>
                    <a:pt x="3298155" y="226207"/>
                  </a:lnTo>
                  <a:lnTo>
                    <a:pt x="3298052" y="218993"/>
                  </a:lnTo>
                  <a:lnTo>
                    <a:pt x="3302140" y="213970"/>
                  </a:lnTo>
                  <a:lnTo>
                    <a:pt x="3306992" y="213201"/>
                  </a:lnTo>
                  <a:lnTo>
                    <a:pt x="3311478" y="213360"/>
                  </a:lnTo>
                  <a:lnTo>
                    <a:pt x="3313715" y="210909"/>
                  </a:lnTo>
                  <a:lnTo>
                    <a:pt x="3313467" y="207391"/>
                  </a:lnTo>
                  <a:lnTo>
                    <a:pt x="3311850" y="201726"/>
                  </a:lnTo>
                  <a:lnTo>
                    <a:pt x="3312398" y="194906"/>
                  </a:lnTo>
                  <a:lnTo>
                    <a:pt x="3323601" y="182859"/>
                  </a:lnTo>
                  <a:lnTo>
                    <a:pt x="3337337" y="174686"/>
                  </a:lnTo>
                  <a:lnTo>
                    <a:pt x="3342153" y="170603"/>
                  </a:lnTo>
                  <a:lnTo>
                    <a:pt x="3343554" y="162322"/>
                  </a:lnTo>
                  <a:lnTo>
                    <a:pt x="3351429" y="153717"/>
                  </a:lnTo>
                  <a:lnTo>
                    <a:pt x="3355367" y="148770"/>
                  </a:lnTo>
                  <a:lnTo>
                    <a:pt x="3356328" y="144471"/>
                  </a:lnTo>
                  <a:lnTo>
                    <a:pt x="3354287" y="139181"/>
                  </a:lnTo>
                  <a:lnTo>
                    <a:pt x="3354494" y="129097"/>
                  </a:lnTo>
                  <a:lnTo>
                    <a:pt x="3357202" y="117050"/>
                  </a:lnTo>
                  <a:lnTo>
                    <a:pt x="3360442" y="103930"/>
                  </a:lnTo>
                  <a:lnTo>
                    <a:pt x="3367703" y="92099"/>
                  </a:lnTo>
                  <a:lnTo>
                    <a:pt x="3379609" y="79195"/>
                  </a:lnTo>
                  <a:lnTo>
                    <a:pt x="3382673" y="62240"/>
                  </a:lnTo>
                  <a:lnTo>
                    <a:pt x="3385903" y="44357"/>
                  </a:lnTo>
                  <a:lnTo>
                    <a:pt x="3400295" y="26932"/>
                  </a:lnTo>
                  <a:lnTo>
                    <a:pt x="3416615" y="7169"/>
                  </a:lnTo>
                  <a:lnTo>
                    <a:pt x="3422535" y="0"/>
                  </a:lnTo>
                  <a:lnTo>
                    <a:pt x="3618932" y="0"/>
                  </a:lnTo>
                  <a:lnTo>
                    <a:pt x="3619257" y="14859"/>
                  </a:lnTo>
                  <a:lnTo>
                    <a:pt x="3619521" y="35130"/>
                  </a:lnTo>
                  <a:lnTo>
                    <a:pt x="3619800" y="56493"/>
                  </a:lnTo>
                  <a:lnTo>
                    <a:pt x="3620001" y="71740"/>
                  </a:lnTo>
                  <a:lnTo>
                    <a:pt x="3620347" y="92677"/>
                  </a:lnTo>
                  <a:lnTo>
                    <a:pt x="3620621" y="109334"/>
                  </a:lnTo>
                  <a:lnTo>
                    <a:pt x="3620988" y="131078"/>
                  </a:lnTo>
                  <a:lnTo>
                    <a:pt x="3621179" y="142699"/>
                  </a:lnTo>
                  <a:lnTo>
                    <a:pt x="3623045" y="146052"/>
                  </a:lnTo>
                  <a:lnTo>
                    <a:pt x="3621924" y="150631"/>
                  </a:lnTo>
                  <a:lnTo>
                    <a:pt x="3621433" y="152923"/>
                  </a:lnTo>
                  <a:lnTo>
                    <a:pt x="3621552" y="154746"/>
                  </a:lnTo>
                  <a:lnTo>
                    <a:pt x="3622296" y="157038"/>
                  </a:lnTo>
                  <a:lnTo>
                    <a:pt x="3622172" y="160245"/>
                  </a:lnTo>
                  <a:lnTo>
                    <a:pt x="3620435" y="163147"/>
                  </a:lnTo>
                  <a:lnTo>
                    <a:pt x="3619567" y="166500"/>
                  </a:lnTo>
                  <a:lnTo>
                    <a:pt x="3619319" y="171993"/>
                  </a:lnTo>
                  <a:lnTo>
                    <a:pt x="3621179" y="175353"/>
                  </a:lnTo>
                  <a:lnTo>
                    <a:pt x="3624285" y="177334"/>
                  </a:lnTo>
                  <a:lnTo>
                    <a:pt x="3626895" y="177334"/>
                  </a:lnTo>
                  <a:lnTo>
                    <a:pt x="3630249" y="179322"/>
                  </a:lnTo>
                  <a:lnTo>
                    <a:pt x="3634595" y="182834"/>
                  </a:lnTo>
                  <a:lnTo>
                    <a:pt x="3641173" y="185882"/>
                  </a:lnTo>
                  <a:lnTo>
                    <a:pt x="3648005" y="186949"/>
                  </a:lnTo>
                  <a:lnTo>
                    <a:pt x="3652723" y="186187"/>
                  </a:lnTo>
                  <a:lnTo>
                    <a:pt x="3658434" y="188174"/>
                  </a:lnTo>
                  <a:lnTo>
                    <a:pt x="3660423" y="193058"/>
                  </a:lnTo>
                  <a:lnTo>
                    <a:pt x="3659307" y="197630"/>
                  </a:lnTo>
                  <a:lnTo>
                    <a:pt x="3656077" y="199770"/>
                  </a:lnTo>
                  <a:lnTo>
                    <a:pt x="3652599" y="201453"/>
                  </a:lnTo>
                  <a:lnTo>
                    <a:pt x="3651979" y="204958"/>
                  </a:lnTo>
                  <a:lnTo>
                    <a:pt x="3653715" y="208623"/>
                  </a:lnTo>
                  <a:lnTo>
                    <a:pt x="3656201" y="211829"/>
                  </a:lnTo>
                  <a:lnTo>
                    <a:pt x="3658935" y="217462"/>
                  </a:lnTo>
                  <a:lnTo>
                    <a:pt x="3657813" y="222346"/>
                  </a:lnTo>
                  <a:lnTo>
                    <a:pt x="3655333" y="226467"/>
                  </a:lnTo>
                  <a:lnTo>
                    <a:pt x="3654212" y="230735"/>
                  </a:lnTo>
                  <a:lnTo>
                    <a:pt x="3656325" y="234405"/>
                  </a:lnTo>
                  <a:lnTo>
                    <a:pt x="3661912" y="239282"/>
                  </a:lnTo>
                  <a:lnTo>
                    <a:pt x="3665389" y="244013"/>
                  </a:lnTo>
                  <a:lnTo>
                    <a:pt x="3670857" y="246611"/>
                  </a:lnTo>
                  <a:lnTo>
                    <a:pt x="3673461" y="244775"/>
                  </a:lnTo>
                  <a:lnTo>
                    <a:pt x="3675575" y="242330"/>
                  </a:lnTo>
                  <a:lnTo>
                    <a:pt x="3677807" y="240501"/>
                  </a:lnTo>
                  <a:lnTo>
                    <a:pt x="3681657" y="241575"/>
                  </a:lnTo>
                  <a:lnTo>
                    <a:pt x="3686127" y="242946"/>
                  </a:lnTo>
                  <a:lnTo>
                    <a:pt x="3691011" y="244578"/>
                  </a:lnTo>
                  <a:lnTo>
                    <a:pt x="3690427" y="248535"/>
                  </a:lnTo>
                  <a:lnTo>
                    <a:pt x="3693404" y="255203"/>
                  </a:lnTo>
                  <a:lnTo>
                    <a:pt x="3695708" y="268024"/>
                  </a:lnTo>
                  <a:lnTo>
                    <a:pt x="3692169" y="273847"/>
                  </a:lnTo>
                  <a:lnTo>
                    <a:pt x="3692928" y="281563"/>
                  </a:lnTo>
                  <a:lnTo>
                    <a:pt x="3702742" y="283811"/>
                  </a:lnTo>
                  <a:lnTo>
                    <a:pt x="3705129" y="286173"/>
                  </a:lnTo>
                  <a:lnTo>
                    <a:pt x="3705599" y="289025"/>
                  </a:lnTo>
                  <a:lnTo>
                    <a:pt x="3683983" y="308806"/>
                  </a:lnTo>
                  <a:lnTo>
                    <a:pt x="3665694" y="306037"/>
                  </a:lnTo>
                  <a:lnTo>
                    <a:pt x="3655772" y="311283"/>
                  </a:lnTo>
                  <a:lnTo>
                    <a:pt x="3645380" y="312813"/>
                  </a:lnTo>
                  <a:lnTo>
                    <a:pt x="3640822" y="321653"/>
                  </a:lnTo>
                  <a:lnTo>
                    <a:pt x="3635117" y="323526"/>
                  </a:lnTo>
                  <a:lnTo>
                    <a:pt x="3627303" y="322993"/>
                  </a:lnTo>
                  <a:lnTo>
                    <a:pt x="3620565" y="320497"/>
                  </a:lnTo>
                  <a:lnTo>
                    <a:pt x="3615423" y="321723"/>
                  </a:lnTo>
                  <a:lnTo>
                    <a:pt x="3608229" y="337675"/>
                  </a:lnTo>
                  <a:lnTo>
                    <a:pt x="3602338" y="336284"/>
                  </a:lnTo>
                  <a:lnTo>
                    <a:pt x="3599992" y="342025"/>
                  </a:lnTo>
                  <a:lnTo>
                    <a:pt x="3596912" y="344534"/>
                  </a:lnTo>
                  <a:lnTo>
                    <a:pt x="3592395" y="346686"/>
                  </a:lnTo>
                  <a:lnTo>
                    <a:pt x="3588473" y="339599"/>
                  </a:lnTo>
                  <a:lnTo>
                    <a:pt x="3585977" y="332862"/>
                  </a:lnTo>
                  <a:lnTo>
                    <a:pt x="3582298" y="331382"/>
                  </a:lnTo>
                  <a:lnTo>
                    <a:pt x="3577409" y="329661"/>
                  </a:lnTo>
                  <a:lnTo>
                    <a:pt x="3572381" y="329718"/>
                  </a:lnTo>
                  <a:lnTo>
                    <a:pt x="3569027" y="330683"/>
                  </a:lnTo>
                  <a:lnTo>
                    <a:pt x="3564867" y="335040"/>
                  </a:lnTo>
                  <a:lnTo>
                    <a:pt x="3558836" y="338780"/>
                  </a:lnTo>
                  <a:lnTo>
                    <a:pt x="3554273" y="335662"/>
                  </a:lnTo>
                  <a:lnTo>
                    <a:pt x="3550702" y="330652"/>
                  </a:lnTo>
                  <a:lnTo>
                    <a:pt x="3547648" y="338710"/>
                  </a:lnTo>
                  <a:lnTo>
                    <a:pt x="3543204" y="347220"/>
                  </a:lnTo>
                  <a:lnTo>
                    <a:pt x="3543943" y="357145"/>
                  </a:lnTo>
                  <a:lnTo>
                    <a:pt x="3542031" y="363032"/>
                  </a:lnTo>
                  <a:lnTo>
                    <a:pt x="3537814" y="361445"/>
                  </a:lnTo>
                  <a:lnTo>
                    <a:pt x="3533618" y="356282"/>
                  </a:lnTo>
                  <a:lnTo>
                    <a:pt x="3521840" y="352154"/>
                  </a:lnTo>
                  <a:lnTo>
                    <a:pt x="3512461" y="352535"/>
                  </a:lnTo>
                  <a:lnTo>
                    <a:pt x="3514368" y="347023"/>
                  </a:lnTo>
                  <a:lnTo>
                    <a:pt x="3523236" y="339110"/>
                  </a:lnTo>
                  <a:lnTo>
                    <a:pt x="3520507" y="337561"/>
                  </a:lnTo>
                  <a:lnTo>
                    <a:pt x="3516156" y="338659"/>
                  </a:lnTo>
                  <a:lnTo>
                    <a:pt x="3514259" y="337561"/>
                  </a:lnTo>
                  <a:lnTo>
                    <a:pt x="3517370" y="330372"/>
                  </a:lnTo>
                  <a:lnTo>
                    <a:pt x="3517670" y="322441"/>
                  </a:lnTo>
                  <a:lnTo>
                    <a:pt x="3513701" y="325216"/>
                  </a:lnTo>
                  <a:lnTo>
                    <a:pt x="3508709" y="333585"/>
                  </a:lnTo>
                  <a:lnTo>
                    <a:pt x="3496632" y="340247"/>
                  </a:lnTo>
                  <a:lnTo>
                    <a:pt x="3497195" y="351398"/>
                  </a:lnTo>
                  <a:lnTo>
                    <a:pt x="3485826" y="374253"/>
                  </a:lnTo>
                  <a:lnTo>
                    <a:pt x="3485320" y="383982"/>
                  </a:lnTo>
                  <a:lnTo>
                    <a:pt x="3478028" y="391749"/>
                  </a:lnTo>
                  <a:lnTo>
                    <a:pt x="3468628" y="398429"/>
                  </a:lnTo>
                  <a:lnTo>
                    <a:pt x="3456091" y="396550"/>
                  </a:lnTo>
                  <a:lnTo>
                    <a:pt x="3446521" y="402354"/>
                  </a:lnTo>
                  <a:lnTo>
                    <a:pt x="3441663" y="409015"/>
                  </a:lnTo>
                  <a:lnTo>
                    <a:pt x="3437441" y="410019"/>
                  </a:lnTo>
                  <a:lnTo>
                    <a:pt x="3435240" y="401535"/>
                  </a:lnTo>
                  <a:lnTo>
                    <a:pt x="3433638" y="398912"/>
                  </a:lnTo>
                  <a:lnTo>
                    <a:pt x="3430113" y="411422"/>
                  </a:lnTo>
                  <a:lnTo>
                    <a:pt x="3426522" y="412197"/>
                  </a:lnTo>
                  <a:lnTo>
                    <a:pt x="3425163" y="403325"/>
                  </a:lnTo>
                  <a:lnTo>
                    <a:pt x="3423457" y="397464"/>
                  </a:lnTo>
                  <a:lnTo>
                    <a:pt x="3418563" y="402519"/>
                  </a:lnTo>
                  <a:lnTo>
                    <a:pt x="3415313" y="415918"/>
                  </a:lnTo>
                  <a:lnTo>
                    <a:pt x="3411907" y="414788"/>
                  </a:lnTo>
                  <a:lnTo>
                    <a:pt x="3410822" y="409803"/>
                  </a:lnTo>
                  <a:lnTo>
                    <a:pt x="3408383" y="408291"/>
                  </a:lnTo>
                  <a:lnTo>
                    <a:pt x="3407546" y="413988"/>
                  </a:lnTo>
                  <a:lnTo>
                    <a:pt x="3408776" y="422002"/>
                  </a:lnTo>
                  <a:lnTo>
                    <a:pt x="3407003" y="426282"/>
                  </a:lnTo>
                  <a:lnTo>
                    <a:pt x="3403618" y="423996"/>
                  </a:lnTo>
                  <a:lnTo>
                    <a:pt x="3400213" y="420141"/>
                  </a:lnTo>
                  <a:lnTo>
                    <a:pt x="3394595" y="423069"/>
                  </a:lnTo>
                  <a:lnTo>
                    <a:pt x="3389438" y="424256"/>
                  </a:lnTo>
                  <a:lnTo>
                    <a:pt x="3389417" y="420332"/>
                  </a:lnTo>
                  <a:lnTo>
                    <a:pt x="3390399" y="415518"/>
                  </a:lnTo>
                  <a:lnTo>
                    <a:pt x="3380121" y="418179"/>
                  </a:lnTo>
                  <a:lnTo>
                    <a:pt x="3367796" y="427057"/>
                  </a:lnTo>
                  <a:lnTo>
                    <a:pt x="3358225" y="439339"/>
                  </a:lnTo>
                  <a:lnTo>
                    <a:pt x="3361543" y="441383"/>
                  </a:lnTo>
                  <a:lnTo>
                    <a:pt x="3365279" y="445295"/>
                  </a:lnTo>
                  <a:lnTo>
                    <a:pt x="3348654" y="464270"/>
                  </a:lnTo>
                  <a:lnTo>
                    <a:pt x="3331611" y="481359"/>
                  </a:lnTo>
                  <a:lnTo>
                    <a:pt x="3318738" y="509244"/>
                  </a:lnTo>
                  <a:lnTo>
                    <a:pt x="3313571" y="512508"/>
                  </a:lnTo>
                  <a:lnTo>
                    <a:pt x="3309132" y="517620"/>
                  </a:lnTo>
                  <a:lnTo>
                    <a:pt x="3304419" y="534455"/>
                  </a:lnTo>
                  <a:lnTo>
                    <a:pt x="3298977" y="549442"/>
                  </a:lnTo>
                  <a:lnTo>
                    <a:pt x="3302021" y="556116"/>
                  </a:lnTo>
                  <a:lnTo>
                    <a:pt x="3304026" y="562981"/>
                  </a:lnTo>
                  <a:lnTo>
                    <a:pt x="3308858" y="569737"/>
                  </a:lnTo>
                  <a:lnTo>
                    <a:pt x="3312966" y="570347"/>
                  </a:lnTo>
                  <a:lnTo>
                    <a:pt x="3317415" y="569128"/>
                  </a:lnTo>
                  <a:lnTo>
                    <a:pt x="3320681" y="569414"/>
                  </a:lnTo>
                  <a:lnTo>
                    <a:pt x="3322780" y="572284"/>
                  </a:lnTo>
                  <a:lnTo>
                    <a:pt x="3321849" y="575726"/>
                  </a:lnTo>
                  <a:lnTo>
                    <a:pt x="3316718" y="576583"/>
                  </a:lnTo>
                  <a:lnTo>
                    <a:pt x="3307147" y="582603"/>
                  </a:lnTo>
                  <a:lnTo>
                    <a:pt x="3298755" y="584915"/>
                  </a:lnTo>
                  <a:lnTo>
                    <a:pt x="3294548" y="592192"/>
                  </a:lnTo>
                  <a:lnTo>
                    <a:pt x="3288244" y="600600"/>
                  </a:lnTo>
                  <a:lnTo>
                    <a:pt x="3275996" y="613720"/>
                  </a:lnTo>
                  <a:lnTo>
                    <a:pt x="3281231" y="617765"/>
                  </a:lnTo>
                  <a:lnTo>
                    <a:pt x="3300150" y="622325"/>
                  </a:lnTo>
                  <a:lnTo>
                    <a:pt x="3308584" y="627018"/>
                  </a:lnTo>
                  <a:lnTo>
                    <a:pt x="3321348" y="651524"/>
                  </a:lnTo>
                  <a:lnTo>
                    <a:pt x="3318433" y="653975"/>
                  </a:lnTo>
                  <a:lnTo>
                    <a:pt x="3317276" y="658465"/>
                  </a:lnTo>
                  <a:lnTo>
                    <a:pt x="3328624" y="664765"/>
                  </a:lnTo>
                  <a:lnTo>
                    <a:pt x="3332247" y="682362"/>
                  </a:lnTo>
                  <a:lnTo>
                    <a:pt x="3341564" y="688350"/>
                  </a:lnTo>
                  <a:lnTo>
                    <a:pt x="3355450" y="692033"/>
                  </a:lnTo>
                  <a:lnTo>
                    <a:pt x="3372431" y="686712"/>
                  </a:lnTo>
                  <a:lnTo>
                    <a:pt x="3386570" y="679390"/>
                  </a:lnTo>
                  <a:lnTo>
                    <a:pt x="3386074" y="673388"/>
                  </a:lnTo>
                  <a:lnTo>
                    <a:pt x="3377191" y="659424"/>
                  </a:lnTo>
                  <a:lnTo>
                    <a:pt x="3375051" y="652864"/>
                  </a:lnTo>
                  <a:lnTo>
                    <a:pt x="3368457" y="648616"/>
                  </a:lnTo>
                  <a:lnTo>
                    <a:pt x="3365951" y="652216"/>
                  </a:lnTo>
                  <a:lnTo>
                    <a:pt x="3361687" y="647542"/>
                  </a:lnTo>
                  <a:lnTo>
                    <a:pt x="3361207" y="644920"/>
                  </a:lnTo>
                  <a:lnTo>
                    <a:pt x="3365181" y="643643"/>
                  </a:lnTo>
                  <a:lnTo>
                    <a:pt x="3369801" y="644151"/>
                  </a:lnTo>
                  <a:lnTo>
                    <a:pt x="3375191" y="646596"/>
                  </a:lnTo>
                  <a:lnTo>
                    <a:pt x="3389061" y="661818"/>
                  </a:lnTo>
                  <a:lnTo>
                    <a:pt x="3392900" y="681771"/>
                  </a:lnTo>
                  <a:lnTo>
                    <a:pt x="3393722" y="694440"/>
                  </a:lnTo>
                  <a:lnTo>
                    <a:pt x="3392156" y="698771"/>
                  </a:lnTo>
                  <a:lnTo>
                    <a:pt x="3388120" y="697882"/>
                  </a:lnTo>
                  <a:lnTo>
                    <a:pt x="3380420" y="698746"/>
                  </a:lnTo>
                  <a:lnTo>
                    <a:pt x="3343890" y="705306"/>
                  </a:lnTo>
                  <a:lnTo>
                    <a:pt x="3335776" y="711084"/>
                  </a:lnTo>
                  <a:lnTo>
                    <a:pt x="3317173" y="717359"/>
                  </a:lnTo>
                  <a:lnTo>
                    <a:pt x="3316015" y="714228"/>
                  </a:lnTo>
                  <a:lnTo>
                    <a:pt x="3317359" y="707750"/>
                  </a:lnTo>
                  <a:lnTo>
                    <a:pt x="3316186" y="694484"/>
                  </a:lnTo>
                  <a:lnTo>
                    <a:pt x="3312516" y="693868"/>
                  </a:lnTo>
                  <a:lnTo>
                    <a:pt x="3283613" y="715498"/>
                  </a:lnTo>
                  <a:lnTo>
                    <a:pt x="3272441" y="716857"/>
                  </a:lnTo>
                  <a:lnTo>
                    <a:pt x="3263046" y="723188"/>
                  </a:lnTo>
                  <a:lnTo>
                    <a:pt x="3260943" y="719676"/>
                  </a:lnTo>
                  <a:lnTo>
                    <a:pt x="3259263" y="703458"/>
                  </a:lnTo>
                  <a:lnTo>
                    <a:pt x="3265144" y="689855"/>
                  </a:lnTo>
                  <a:lnTo>
                    <a:pt x="3262012" y="690071"/>
                  </a:lnTo>
                  <a:lnTo>
                    <a:pt x="3252194" y="698238"/>
                  </a:lnTo>
                  <a:lnTo>
                    <a:pt x="3247997" y="693214"/>
                  </a:lnTo>
                  <a:lnTo>
                    <a:pt x="3245894" y="687702"/>
                  </a:lnTo>
                  <a:lnTo>
                    <a:pt x="3242871" y="684584"/>
                  </a:lnTo>
                  <a:lnTo>
                    <a:pt x="3239595" y="683403"/>
                  </a:lnTo>
                  <a:lnTo>
                    <a:pt x="3242396" y="695443"/>
                  </a:lnTo>
                  <a:lnTo>
                    <a:pt x="3235740" y="704474"/>
                  </a:lnTo>
                  <a:lnTo>
                    <a:pt x="3233915" y="727830"/>
                  </a:lnTo>
                  <a:lnTo>
                    <a:pt x="3225549" y="737553"/>
                  </a:lnTo>
                  <a:lnTo>
                    <a:pt x="3199467" y="743802"/>
                  </a:lnTo>
                  <a:lnTo>
                    <a:pt x="3182465" y="742481"/>
                  </a:lnTo>
                  <a:lnTo>
                    <a:pt x="3167231" y="744424"/>
                  </a:lnTo>
                  <a:lnTo>
                    <a:pt x="3146974" y="748907"/>
                  </a:lnTo>
                  <a:lnTo>
                    <a:pt x="3135780" y="746240"/>
                  </a:lnTo>
                  <a:lnTo>
                    <a:pt x="3124313" y="750971"/>
                  </a:lnTo>
                  <a:lnTo>
                    <a:pt x="3085390" y="752260"/>
                  </a:lnTo>
                  <a:lnTo>
                    <a:pt x="3077183" y="749752"/>
                  </a:lnTo>
                  <a:lnTo>
                    <a:pt x="3066703" y="758687"/>
                  </a:lnTo>
                  <a:lnTo>
                    <a:pt x="3049924" y="763970"/>
                  </a:lnTo>
                  <a:lnTo>
                    <a:pt x="3007512" y="783993"/>
                  </a:lnTo>
                  <a:lnTo>
                    <a:pt x="2998159" y="791277"/>
                  </a:lnTo>
                  <a:lnTo>
                    <a:pt x="2986769" y="802651"/>
                  </a:lnTo>
                  <a:lnTo>
                    <a:pt x="2979121" y="808766"/>
                  </a:lnTo>
                  <a:lnTo>
                    <a:pt x="2972832" y="810754"/>
                  </a:lnTo>
                  <a:lnTo>
                    <a:pt x="2968966" y="815847"/>
                  </a:lnTo>
                  <a:lnTo>
                    <a:pt x="2964744" y="819174"/>
                  </a:lnTo>
                  <a:lnTo>
                    <a:pt x="2968821" y="807807"/>
                  </a:lnTo>
                  <a:lnTo>
                    <a:pt x="2973250" y="798224"/>
                  </a:lnTo>
                  <a:lnTo>
                    <a:pt x="2976930" y="779662"/>
                  </a:lnTo>
                  <a:lnTo>
                    <a:pt x="2975844" y="764650"/>
                  </a:lnTo>
                  <a:lnTo>
                    <a:pt x="2971281" y="758477"/>
                  </a:lnTo>
                  <a:lnTo>
                    <a:pt x="2966563" y="754362"/>
                  </a:lnTo>
                  <a:lnTo>
                    <a:pt x="2972093" y="769178"/>
                  </a:lnTo>
                  <a:lnTo>
                    <a:pt x="2972987" y="787346"/>
                  </a:lnTo>
                  <a:lnTo>
                    <a:pt x="2971085" y="797989"/>
                  </a:lnTo>
                  <a:lnTo>
                    <a:pt x="2960682" y="818520"/>
                  </a:lnTo>
                  <a:lnTo>
                    <a:pt x="2956253" y="823302"/>
                  </a:lnTo>
                  <a:lnTo>
                    <a:pt x="2951075" y="827506"/>
                  </a:lnTo>
                  <a:lnTo>
                    <a:pt x="2947174" y="829335"/>
                  </a:lnTo>
                  <a:lnTo>
                    <a:pt x="2943572" y="832618"/>
                  </a:lnTo>
                  <a:lnTo>
                    <a:pt x="2939386" y="837819"/>
                  </a:lnTo>
                  <a:lnTo>
                    <a:pt x="2935417" y="848145"/>
                  </a:lnTo>
                  <a:lnTo>
                    <a:pt x="2937820" y="857556"/>
                  </a:lnTo>
                  <a:lnTo>
                    <a:pt x="2958104" y="860992"/>
                  </a:lnTo>
                  <a:lnTo>
                    <a:pt x="2963545" y="858090"/>
                  </a:lnTo>
                  <a:lnTo>
                    <a:pt x="2966315" y="864827"/>
                  </a:lnTo>
                  <a:lnTo>
                    <a:pt x="2967865" y="874188"/>
                  </a:lnTo>
                  <a:lnTo>
                    <a:pt x="2966346" y="884310"/>
                  </a:lnTo>
                  <a:lnTo>
                    <a:pt x="2962956" y="894611"/>
                  </a:lnTo>
                  <a:lnTo>
                    <a:pt x="2960382" y="907400"/>
                  </a:lnTo>
                  <a:lnTo>
                    <a:pt x="2958202" y="926902"/>
                  </a:lnTo>
                  <a:lnTo>
                    <a:pt x="2954920" y="944449"/>
                  </a:lnTo>
                  <a:lnTo>
                    <a:pt x="2954491" y="939121"/>
                  </a:lnTo>
                  <a:lnTo>
                    <a:pt x="2956543" y="917790"/>
                  </a:lnTo>
                  <a:lnTo>
                    <a:pt x="2953220" y="920019"/>
                  </a:lnTo>
                  <a:lnTo>
                    <a:pt x="2950931" y="924940"/>
                  </a:lnTo>
                  <a:lnTo>
                    <a:pt x="2944740" y="952450"/>
                  </a:lnTo>
                  <a:lnTo>
                    <a:pt x="2936229" y="967113"/>
                  </a:lnTo>
                  <a:lnTo>
                    <a:pt x="2928389" y="977255"/>
                  </a:lnTo>
                  <a:lnTo>
                    <a:pt x="2920302" y="975578"/>
                  </a:lnTo>
                  <a:lnTo>
                    <a:pt x="2922121" y="983637"/>
                  </a:lnTo>
                  <a:lnTo>
                    <a:pt x="2919899" y="987834"/>
                  </a:lnTo>
                  <a:lnTo>
                    <a:pt x="2917997" y="996592"/>
                  </a:lnTo>
                  <a:lnTo>
                    <a:pt x="2913175" y="1002396"/>
                  </a:lnTo>
                  <a:lnTo>
                    <a:pt x="2908643" y="1001837"/>
                  </a:lnTo>
                  <a:lnTo>
                    <a:pt x="2902132" y="1005838"/>
                  </a:lnTo>
                  <a:lnTo>
                    <a:pt x="2899564" y="1008899"/>
                  </a:lnTo>
                  <a:lnTo>
                    <a:pt x="2899372" y="1014760"/>
                  </a:lnTo>
                  <a:lnTo>
                    <a:pt x="2895016" y="1019917"/>
                  </a:lnTo>
                  <a:lnTo>
                    <a:pt x="2879296" y="1046703"/>
                  </a:lnTo>
                  <a:lnTo>
                    <a:pt x="2865648" y="1054609"/>
                  </a:lnTo>
                  <a:lnTo>
                    <a:pt x="2862382" y="1053459"/>
                  </a:lnTo>
                  <a:lnTo>
                    <a:pt x="2865978" y="1040816"/>
                  </a:lnTo>
                  <a:lnTo>
                    <a:pt x="2868443" y="1028032"/>
                  </a:lnTo>
                  <a:lnTo>
                    <a:pt x="2860160" y="1022469"/>
                  </a:lnTo>
                  <a:lnTo>
                    <a:pt x="2852232" y="1019529"/>
                  </a:lnTo>
                  <a:lnTo>
                    <a:pt x="2843137" y="1019917"/>
                  </a:lnTo>
                  <a:lnTo>
                    <a:pt x="2833091" y="1009978"/>
                  </a:lnTo>
                  <a:lnTo>
                    <a:pt x="2820141" y="1002751"/>
                  </a:lnTo>
                  <a:lnTo>
                    <a:pt x="2802064" y="983199"/>
                  </a:lnTo>
                  <a:lnTo>
                    <a:pt x="2802591" y="977775"/>
                  </a:lnTo>
                  <a:lnTo>
                    <a:pt x="2802136" y="968675"/>
                  </a:lnTo>
                  <a:lnTo>
                    <a:pt x="2807630" y="954298"/>
                  </a:lnTo>
                  <a:lnTo>
                    <a:pt x="2812896" y="944245"/>
                  </a:lnTo>
                  <a:lnTo>
                    <a:pt x="2820167" y="939038"/>
                  </a:lnTo>
                  <a:lnTo>
                    <a:pt x="2841266" y="933735"/>
                  </a:lnTo>
                  <a:lnTo>
                    <a:pt x="2846558" y="925759"/>
                  </a:lnTo>
                  <a:lnTo>
                    <a:pt x="2849695" y="919041"/>
                  </a:lnTo>
                  <a:lnTo>
                    <a:pt x="2839241" y="930579"/>
                  </a:lnTo>
                  <a:lnTo>
                    <a:pt x="2823582" y="934491"/>
                  </a:lnTo>
                  <a:lnTo>
                    <a:pt x="2815144" y="938797"/>
                  </a:lnTo>
                  <a:lnTo>
                    <a:pt x="2808395" y="945382"/>
                  </a:lnTo>
                  <a:lnTo>
                    <a:pt x="2804400" y="953650"/>
                  </a:lnTo>
                  <a:lnTo>
                    <a:pt x="2795356" y="963614"/>
                  </a:lnTo>
                  <a:lnTo>
                    <a:pt x="2795992" y="970288"/>
                  </a:lnTo>
                  <a:lnTo>
                    <a:pt x="2797506" y="975032"/>
                  </a:lnTo>
                  <a:lnTo>
                    <a:pt x="2796808" y="984920"/>
                  </a:lnTo>
                  <a:lnTo>
                    <a:pt x="2802529" y="994559"/>
                  </a:lnTo>
                  <a:lnTo>
                    <a:pt x="2813872" y="1010353"/>
                  </a:lnTo>
                  <a:lnTo>
                    <a:pt x="2816038" y="1034884"/>
                  </a:lnTo>
                  <a:lnTo>
                    <a:pt x="2824694" y="1051300"/>
                  </a:lnTo>
                  <a:lnTo>
                    <a:pt x="2837959" y="1070440"/>
                  </a:lnTo>
                  <a:lnTo>
                    <a:pt x="2848160" y="1075883"/>
                  </a:lnTo>
                  <a:lnTo>
                    <a:pt x="2848656" y="1083001"/>
                  </a:lnTo>
                  <a:lnTo>
                    <a:pt x="2843948" y="1094756"/>
                  </a:lnTo>
                  <a:lnTo>
                    <a:pt x="2837742" y="1100128"/>
                  </a:lnTo>
                  <a:lnTo>
                    <a:pt x="2845814" y="1099055"/>
                  </a:lnTo>
                  <a:lnTo>
                    <a:pt x="2849835" y="1101741"/>
                  </a:lnTo>
                  <a:lnTo>
                    <a:pt x="2853746" y="1111546"/>
                  </a:lnTo>
                  <a:lnTo>
                    <a:pt x="2853442" y="1121555"/>
                  </a:lnTo>
                  <a:lnTo>
                    <a:pt x="2852119" y="1127194"/>
                  </a:lnTo>
                  <a:lnTo>
                    <a:pt x="2849674" y="1129442"/>
                  </a:lnTo>
                  <a:lnTo>
                    <a:pt x="2849778" y="1123682"/>
                  </a:lnTo>
                  <a:lnTo>
                    <a:pt x="2848046" y="1121682"/>
                  </a:lnTo>
                  <a:lnTo>
                    <a:pt x="2845189" y="1124177"/>
                  </a:lnTo>
                  <a:lnTo>
                    <a:pt x="2843339" y="1127022"/>
                  </a:lnTo>
                  <a:lnTo>
                    <a:pt x="2842569" y="1138231"/>
                  </a:lnTo>
                  <a:lnTo>
                    <a:pt x="2840610" y="1143832"/>
                  </a:lnTo>
                  <a:lnTo>
                    <a:pt x="2833685" y="1145496"/>
                  </a:lnTo>
                  <a:lnTo>
                    <a:pt x="2826662" y="1160203"/>
                  </a:lnTo>
                  <a:lnTo>
                    <a:pt x="2820130" y="1168547"/>
                  </a:lnTo>
                  <a:lnTo>
                    <a:pt x="2794426" y="1224971"/>
                  </a:lnTo>
                  <a:lnTo>
                    <a:pt x="2795408" y="1234401"/>
                  </a:lnTo>
                  <a:lnTo>
                    <a:pt x="2790705" y="1237436"/>
                  </a:lnTo>
                  <a:lnTo>
                    <a:pt x="2783584" y="1239907"/>
                  </a:lnTo>
                  <a:lnTo>
                    <a:pt x="2776380" y="1245546"/>
                  </a:lnTo>
                  <a:lnTo>
                    <a:pt x="2771600" y="1251763"/>
                  </a:lnTo>
                  <a:lnTo>
                    <a:pt x="2767161" y="1268484"/>
                  </a:lnTo>
                  <a:lnTo>
                    <a:pt x="2758655" y="1287306"/>
                  </a:lnTo>
                  <a:lnTo>
                    <a:pt x="2753348" y="1279463"/>
                  </a:lnTo>
                  <a:lnTo>
                    <a:pt x="2751989" y="1272751"/>
                  </a:lnTo>
                  <a:lnTo>
                    <a:pt x="2754350" y="1255243"/>
                  </a:lnTo>
                  <a:lnTo>
                    <a:pt x="2763549" y="1226539"/>
                  </a:lnTo>
                  <a:lnTo>
                    <a:pt x="2773683" y="1208695"/>
                  </a:lnTo>
                  <a:lnTo>
                    <a:pt x="2781414" y="1200236"/>
                  </a:lnTo>
                  <a:lnTo>
                    <a:pt x="2787770" y="1182995"/>
                  </a:lnTo>
                  <a:lnTo>
                    <a:pt x="2779739" y="1180423"/>
                  </a:lnTo>
                  <a:lnTo>
                    <a:pt x="2767497" y="1180702"/>
                  </a:lnTo>
                  <a:lnTo>
                    <a:pt x="2769802" y="1172745"/>
                  </a:lnTo>
                  <a:lnTo>
                    <a:pt x="2773373" y="1165734"/>
                  </a:lnTo>
                  <a:lnTo>
                    <a:pt x="2766991" y="1158749"/>
                  </a:lnTo>
                  <a:lnTo>
                    <a:pt x="2763213" y="1157860"/>
                  </a:lnTo>
                  <a:lnTo>
                    <a:pt x="2759322" y="1154996"/>
                  </a:lnTo>
                  <a:lnTo>
                    <a:pt x="2763885" y="1149179"/>
                  </a:lnTo>
                  <a:lnTo>
                    <a:pt x="2766112" y="1143032"/>
                  </a:lnTo>
                  <a:lnTo>
                    <a:pt x="2764753" y="1135551"/>
                  </a:lnTo>
                  <a:lnTo>
                    <a:pt x="2766665" y="1129918"/>
                  </a:lnTo>
                  <a:lnTo>
                    <a:pt x="2763477" y="1130769"/>
                  </a:lnTo>
                  <a:lnTo>
                    <a:pt x="2758350" y="1136732"/>
                  </a:lnTo>
                  <a:lnTo>
                    <a:pt x="2755162" y="1139113"/>
                  </a:lnTo>
                  <a:lnTo>
                    <a:pt x="2753219" y="1133836"/>
                  </a:lnTo>
                  <a:lnTo>
                    <a:pt x="2751002" y="1135030"/>
                  </a:lnTo>
                  <a:lnTo>
                    <a:pt x="2749560" y="1138656"/>
                  </a:lnTo>
                  <a:lnTo>
                    <a:pt x="2746289" y="1140650"/>
                  </a:lnTo>
                  <a:lnTo>
                    <a:pt x="2739380" y="1135691"/>
                  </a:lnTo>
                  <a:lnTo>
                    <a:pt x="2729308" y="1130013"/>
                  </a:lnTo>
                  <a:lnTo>
                    <a:pt x="2723701" y="1120246"/>
                  </a:lnTo>
                  <a:lnTo>
                    <a:pt x="2720502" y="1112677"/>
                  </a:lnTo>
                  <a:lnTo>
                    <a:pt x="2723752" y="1098979"/>
                  </a:lnTo>
                  <a:lnTo>
                    <a:pt x="2730713" y="1096547"/>
                  </a:lnTo>
                  <a:lnTo>
                    <a:pt x="2739757" y="1098769"/>
                  </a:lnTo>
                  <a:lnTo>
                    <a:pt x="2751612" y="1098750"/>
                  </a:lnTo>
                  <a:lnTo>
                    <a:pt x="2749917" y="1095708"/>
                  </a:lnTo>
                  <a:lnTo>
                    <a:pt x="2745684" y="1096210"/>
                  </a:lnTo>
                  <a:lnTo>
                    <a:pt x="2733189" y="1085097"/>
                  </a:lnTo>
                  <a:lnTo>
                    <a:pt x="2729168" y="1078385"/>
                  </a:lnTo>
                  <a:lnTo>
                    <a:pt x="2722254" y="1076543"/>
                  </a:lnTo>
                  <a:lnTo>
                    <a:pt x="2719101" y="1082995"/>
                  </a:lnTo>
                  <a:lnTo>
                    <a:pt x="2715603" y="1084710"/>
                  </a:lnTo>
                  <a:lnTo>
                    <a:pt x="2719923" y="1070593"/>
                  </a:lnTo>
                  <a:lnTo>
                    <a:pt x="2725571" y="1070015"/>
                  </a:lnTo>
                  <a:lnTo>
                    <a:pt x="2733912" y="1066103"/>
                  </a:lnTo>
                  <a:lnTo>
                    <a:pt x="2731488" y="1057930"/>
                  </a:lnTo>
                  <a:lnTo>
                    <a:pt x="2726223" y="1054355"/>
                  </a:lnTo>
                  <a:lnTo>
                    <a:pt x="2716714" y="1058838"/>
                  </a:lnTo>
                  <a:lnTo>
                    <a:pt x="2716828" y="1053091"/>
                  </a:lnTo>
                  <a:lnTo>
                    <a:pt x="2718610" y="1045731"/>
                  </a:lnTo>
                  <a:lnTo>
                    <a:pt x="2725778" y="1045756"/>
                  </a:lnTo>
                  <a:lnTo>
                    <a:pt x="2732057" y="1048157"/>
                  </a:lnTo>
                  <a:lnTo>
                    <a:pt x="2737400" y="1036269"/>
                  </a:lnTo>
                  <a:lnTo>
                    <a:pt x="2737638" y="1030960"/>
                  </a:lnTo>
                  <a:lnTo>
                    <a:pt x="2728760" y="1038676"/>
                  </a:lnTo>
                  <a:lnTo>
                    <a:pt x="2726765" y="1022031"/>
                  </a:lnTo>
                  <a:lnTo>
                    <a:pt x="2735504" y="1005977"/>
                  </a:lnTo>
                  <a:lnTo>
                    <a:pt x="2743839" y="998979"/>
                  </a:lnTo>
                  <a:lnTo>
                    <a:pt x="2754252" y="999183"/>
                  </a:lnTo>
                  <a:lnTo>
                    <a:pt x="2764836" y="998052"/>
                  </a:lnTo>
                  <a:lnTo>
                    <a:pt x="2758195" y="995112"/>
                  </a:lnTo>
                  <a:lnTo>
                    <a:pt x="2751379" y="993518"/>
                  </a:lnTo>
                  <a:lnTo>
                    <a:pt x="2756500" y="987174"/>
                  </a:lnTo>
                  <a:lnTo>
                    <a:pt x="2760867" y="986037"/>
                  </a:lnTo>
                  <a:lnTo>
                    <a:pt x="2765156" y="980506"/>
                  </a:lnTo>
                  <a:lnTo>
                    <a:pt x="2754841" y="981325"/>
                  </a:lnTo>
                  <a:lnTo>
                    <a:pt x="2756056" y="970860"/>
                  </a:lnTo>
                  <a:lnTo>
                    <a:pt x="2751043" y="972987"/>
                  </a:lnTo>
                  <a:lnTo>
                    <a:pt x="2745043" y="973971"/>
                  </a:lnTo>
                  <a:lnTo>
                    <a:pt x="2742708" y="978410"/>
                  </a:lnTo>
                  <a:lnTo>
                    <a:pt x="2743168" y="985783"/>
                  </a:lnTo>
                  <a:lnTo>
                    <a:pt x="2741416" y="990622"/>
                  </a:lnTo>
                  <a:lnTo>
                    <a:pt x="2736749" y="994509"/>
                  </a:lnTo>
                  <a:lnTo>
                    <a:pt x="2728868" y="997538"/>
                  </a:lnTo>
                  <a:lnTo>
                    <a:pt x="2728104" y="992286"/>
                  </a:lnTo>
                  <a:lnTo>
                    <a:pt x="2725499" y="989905"/>
                  </a:lnTo>
                  <a:lnTo>
                    <a:pt x="2724528" y="1001151"/>
                  </a:lnTo>
                  <a:lnTo>
                    <a:pt x="2722460" y="1004974"/>
                  </a:lnTo>
                  <a:lnTo>
                    <a:pt x="2716698" y="994420"/>
                  </a:lnTo>
                  <a:lnTo>
                    <a:pt x="2714967" y="996547"/>
                  </a:lnTo>
                  <a:lnTo>
                    <a:pt x="2715189" y="999545"/>
                  </a:lnTo>
                  <a:lnTo>
                    <a:pt x="2713717" y="1004726"/>
                  </a:lnTo>
                  <a:lnTo>
                    <a:pt x="2708776" y="1007425"/>
                  </a:lnTo>
                  <a:lnTo>
                    <a:pt x="2709081" y="1014068"/>
                  </a:lnTo>
                  <a:lnTo>
                    <a:pt x="2707164" y="1017688"/>
                  </a:lnTo>
                  <a:lnTo>
                    <a:pt x="2691340" y="1011921"/>
                  </a:lnTo>
                  <a:lnTo>
                    <a:pt x="2690968" y="1013877"/>
                  </a:lnTo>
                  <a:lnTo>
                    <a:pt x="2699919" y="1026311"/>
                  </a:lnTo>
                  <a:lnTo>
                    <a:pt x="2706456" y="1030560"/>
                  </a:lnTo>
                  <a:lnTo>
                    <a:pt x="2707252" y="1037342"/>
                  </a:lnTo>
                  <a:lnTo>
                    <a:pt x="2701640" y="1042968"/>
                  </a:lnTo>
                  <a:lnTo>
                    <a:pt x="2693898" y="1038110"/>
                  </a:lnTo>
                  <a:lnTo>
                    <a:pt x="2692596" y="1038466"/>
                  </a:lnTo>
                  <a:lnTo>
                    <a:pt x="2696803" y="1046798"/>
                  </a:lnTo>
                  <a:lnTo>
                    <a:pt x="2699454" y="1054075"/>
                  </a:lnTo>
                  <a:lnTo>
                    <a:pt x="2696725" y="1060172"/>
                  </a:lnTo>
                  <a:lnTo>
                    <a:pt x="2697149" y="1067678"/>
                  </a:lnTo>
                  <a:lnTo>
                    <a:pt x="2696560" y="1074485"/>
                  </a:lnTo>
                  <a:lnTo>
                    <a:pt x="2694891" y="1080423"/>
                  </a:lnTo>
                  <a:lnTo>
                    <a:pt x="2698653" y="1107793"/>
                  </a:lnTo>
                  <a:lnTo>
                    <a:pt x="2703185" y="1115236"/>
                  </a:lnTo>
                  <a:lnTo>
                    <a:pt x="2707639" y="1122355"/>
                  </a:lnTo>
                  <a:lnTo>
                    <a:pt x="2710001" y="1129016"/>
                  </a:lnTo>
                  <a:lnTo>
                    <a:pt x="2705273" y="1129988"/>
                  </a:lnTo>
                  <a:lnTo>
                    <a:pt x="2697743" y="1124507"/>
                  </a:lnTo>
                  <a:lnTo>
                    <a:pt x="2691129" y="1120329"/>
                  </a:lnTo>
                  <a:lnTo>
                    <a:pt x="2683248" y="1106968"/>
                  </a:lnTo>
                  <a:lnTo>
                    <a:pt x="2681945" y="1101633"/>
                  </a:lnTo>
                  <a:lnTo>
                    <a:pt x="2680023" y="1097417"/>
                  </a:lnTo>
                  <a:lnTo>
                    <a:pt x="2680953" y="1107101"/>
                  </a:lnTo>
                  <a:lnTo>
                    <a:pt x="2683765" y="1117916"/>
                  </a:lnTo>
                  <a:lnTo>
                    <a:pt x="2708446" y="1142117"/>
                  </a:lnTo>
                  <a:lnTo>
                    <a:pt x="2713003" y="1151401"/>
                  </a:lnTo>
                  <a:lnTo>
                    <a:pt x="2716476" y="1158698"/>
                  </a:lnTo>
                  <a:lnTo>
                    <a:pt x="2715603" y="1165690"/>
                  </a:lnTo>
                  <a:lnTo>
                    <a:pt x="2709169" y="1160743"/>
                  </a:lnTo>
                  <a:lnTo>
                    <a:pt x="2703619" y="1154437"/>
                  </a:lnTo>
                  <a:lnTo>
                    <a:pt x="2688886" y="1147312"/>
                  </a:lnTo>
                  <a:lnTo>
                    <a:pt x="2670308" y="1142809"/>
                  </a:lnTo>
                  <a:lnTo>
                    <a:pt x="2659833" y="1126247"/>
                  </a:lnTo>
                  <a:lnTo>
                    <a:pt x="2659869" y="1133157"/>
                  </a:lnTo>
                  <a:lnTo>
                    <a:pt x="2657543" y="1139018"/>
                  </a:lnTo>
                  <a:lnTo>
                    <a:pt x="2651141" y="1131874"/>
                  </a:lnTo>
                  <a:lnTo>
                    <a:pt x="2647105" y="1125778"/>
                  </a:lnTo>
                  <a:lnTo>
                    <a:pt x="2645751" y="1119097"/>
                  </a:lnTo>
                  <a:lnTo>
                    <a:pt x="2637756" y="1119554"/>
                  </a:lnTo>
                  <a:lnTo>
                    <a:pt x="2629374" y="1125358"/>
                  </a:lnTo>
                  <a:lnTo>
                    <a:pt x="2621266" y="1123980"/>
                  </a:lnTo>
                  <a:lnTo>
                    <a:pt x="2620305" y="1112651"/>
                  </a:lnTo>
                  <a:lnTo>
                    <a:pt x="2622496" y="1106650"/>
                  </a:lnTo>
                  <a:lnTo>
                    <a:pt x="2631596" y="1092457"/>
                  </a:lnTo>
                  <a:lnTo>
                    <a:pt x="2640170" y="1085211"/>
                  </a:lnTo>
                  <a:lnTo>
                    <a:pt x="2643952" y="1075857"/>
                  </a:lnTo>
                  <a:lnTo>
                    <a:pt x="2642660" y="1061353"/>
                  </a:lnTo>
                  <a:lnTo>
                    <a:pt x="2641048" y="1076111"/>
                  </a:lnTo>
                  <a:lnTo>
                    <a:pt x="2636149" y="1083427"/>
                  </a:lnTo>
                  <a:lnTo>
                    <a:pt x="2628449" y="1089015"/>
                  </a:lnTo>
                  <a:lnTo>
                    <a:pt x="2618315" y="1098973"/>
                  </a:lnTo>
                  <a:lnTo>
                    <a:pt x="2615840" y="1108181"/>
                  </a:lnTo>
                  <a:lnTo>
                    <a:pt x="2612677" y="1125422"/>
                  </a:lnTo>
                  <a:lnTo>
                    <a:pt x="2616956" y="1131258"/>
                  </a:lnTo>
                  <a:lnTo>
                    <a:pt x="2621328" y="1132782"/>
                  </a:lnTo>
                  <a:lnTo>
                    <a:pt x="2634242" y="1128870"/>
                  </a:lnTo>
                  <a:lnTo>
                    <a:pt x="2640924" y="1130617"/>
                  </a:lnTo>
                  <a:lnTo>
                    <a:pt x="2655786" y="1151376"/>
                  </a:lnTo>
                  <a:lnTo>
                    <a:pt x="2683460" y="1159587"/>
                  </a:lnTo>
                  <a:lnTo>
                    <a:pt x="2693552" y="1164718"/>
                  </a:lnTo>
                  <a:lnTo>
                    <a:pt x="2701779" y="1175552"/>
                  </a:lnTo>
                  <a:lnTo>
                    <a:pt x="2714146" y="1181788"/>
                  </a:lnTo>
                  <a:lnTo>
                    <a:pt x="2723742" y="1190850"/>
                  </a:lnTo>
                  <a:lnTo>
                    <a:pt x="2724000" y="1196762"/>
                  </a:lnTo>
                  <a:lnTo>
                    <a:pt x="2720678" y="1203754"/>
                  </a:lnTo>
                  <a:lnTo>
                    <a:pt x="2719365" y="1213216"/>
                  </a:lnTo>
                  <a:lnTo>
                    <a:pt x="2715288" y="1219185"/>
                  </a:lnTo>
                  <a:lnTo>
                    <a:pt x="2705500" y="1219871"/>
                  </a:lnTo>
                  <a:lnTo>
                    <a:pt x="2699588" y="1218334"/>
                  </a:lnTo>
                  <a:lnTo>
                    <a:pt x="2667807" y="1185071"/>
                  </a:lnTo>
                  <a:lnTo>
                    <a:pt x="2664013" y="1182010"/>
                  </a:lnTo>
                  <a:lnTo>
                    <a:pt x="2652226" y="1164591"/>
                  </a:lnTo>
                  <a:lnTo>
                    <a:pt x="2638397" y="1155262"/>
                  </a:lnTo>
                  <a:lnTo>
                    <a:pt x="2634118" y="1155459"/>
                  </a:lnTo>
                  <a:lnTo>
                    <a:pt x="2653802" y="1172713"/>
                  </a:lnTo>
                  <a:lnTo>
                    <a:pt x="2661838" y="1184779"/>
                  </a:lnTo>
                  <a:lnTo>
                    <a:pt x="2675992" y="1201696"/>
                  </a:lnTo>
                  <a:lnTo>
                    <a:pt x="2686111" y="1208860"/>
                  </a:lnTo>
                  <a:lnTo>
                    <a:pt x="2693557" y="1220036"/>
                  </a:lnTo>
                  <a:lnTo>
                    <a:pt x="2700477" y="1225275"/>
                  </a:lnTo>
                  <a:lnTo>
                    <a:pt x="2719370" y="1232737"/>
                  </a:lnTo>
                  <a:lnTo>
                    <a:pt x="2712802" y="1238097"/>
                  </a:lnTo>
                  <a:lnTo>
                    <a:pt x="2723287" y="1242663"/>
                  </a:lnTo>
                  <a:lnTo>
                    <a:pt x="2724786" y="1251058"/>
                  </a:lnTo>
                  <a:lnTo>
                    <a:pt x="2723825" y="1260628"/>
                  </a:lnTo>
                  <a:lnTo>
                    <a:pt x="2709272" y="1256843"/>
                  </a:lnTo>
                  <a:lnTo>
                    <a:pt x="2708797" y="1263892"/>
                  </a:lnTo>
                  <a:lnTo>
                    <a:pt x="2710099" y="1268052"/>
                  </a:lnTo>
                  <a:lnTo>
                    <a:pt x="2703671" y="1271487"/>
                  </a:lnTo>
                  <a:lnTo>
                    <a:pt x="2694730" y="1266826"/>
                  </a:lnTo>
                  <a:lnTo>
                    <a:pt x="2671517" y="1241329"/>
                  </a:lnTo>
                  <a:lnTo>
                    <a:pt x="2671713" y="1244739"/>
                  </a:lnTo>
                  <a:lnTo>
                    <a:pt x="2673594" y="1248696"/>
                  </a:lnTo>
                  <a:lnTo>
                    <a:pt x="2687056" y="1265111"/>
                  </a:lnTo>
                  <a:lnTo>
                    <a:pt x="2699071" y="1274955"/>
                  </a:lnTo>
                  <a:lnTo>
                    <a:pt x="2709257" y="1279400"/>
                  </a:lnTo>
                  <a:lnTo>
                    <a:pt x="2717107" y="1287649"/>
                  </a:lnTo>
                  <a:lnTo>
                    <a:pt x="2719877" y="1292640"/>
                  </a:lnTo>
                  <a:lnTo>
                    <a:pt x="2721727" y="1300210"/>
                  </a:lnTo>
                  <a:lnTo>
                    <a:pt x="2715908" y="1305354"/>
                  </a:lnTo>
                  <a:lnTo>
                    <a:pt x="2709283" y="1308193"/>
                  </a:lnTo>
                  <a:lnTo>
                    <a:pt x="2702813" y="1303061"/>
                  </a:lnTo>
                  <a:lnTo>
                    <a:pt x="2698069" y="1297657"/>
                  </a:lnTo>
                  <a:lnTo>
                    <a:pt x="2687966" y="1288481"/>
                  </a:lnTo>
                  <a:lnTo>
                    <a:pt x="2684938" y="1278225"/>
                  </a:lnTo>
                  <a:lnTo>
                    <a:pt x="2677253" y="1278752"/>
                  </a:lnTo>
                  <a:lnTo>
                    <a:pt x="2645136" y="1265747"/>
                  </a:lnTo>
                  <a:lnTo>
                    <a:pt x="2619323" y="1264248"/>
                  </a:lnTo>
                  <a:lnTo>
                    <a:pt x="2621845" y="1266864"/>
                  </a:lnTo>
                  <a:lnTo>
                    <a:pt x="2625111" y="1268604"/>
                  </a:lnTo>
                  <a:lnTo>
                    <a:pt x="2645668" y="1271811"/>
                  </a:lnTo>
                  <a:lnTo>
                    <a:pt x="2653792" y="1277800"/>
                  </a:lnTo>
                  <a:lnTo>
                    <a:pt x="2670700" y="1283115"/>
                  </a:lnTo>
                  <a:lnTo>
                    <a:pt x="2680602" y="1284569"/>
                  </a:lnTo>
                  <a:lnTo>
                    <a:pt x="2684617" y="1300896"/>
                  </a:lnTo>
                  <a:lnTo>
                    <a:pt x="2698301" y="1312130"/>
                  </a:lnTo>
                  <a:lnTo>
                    <a:pt x="2700079" y="1320455"/>
                  </a:lnTo>
                  <a:lnTo>
                    <a:pt x="2709422" y="1321389"/>
                  </a:lnTo>
                  <a:lnTo>
                    <a:pt x="2725861" y="1313222"/>
                  </a:lnTo>
                  <a:lnTo>
                    <a:pt x="2736470" y="1316086"/>
                  </a:lnTo>
                  <a:lnTo>
                    <a:pt x="2751772" y="1318423"/>
                  </a:lnTo>
                  <a:lnTo>
                    <a:pt x="2755270" y="1325015"/>
                  </a:lnTo>
                  <a:lnTo>
                    <a:pt x="2757896" y="1337557"/>
                  </a:lnTo>
                  <a:lnTo>
                    <a:pt x="2763306" y="1351667"/>
                  </a:lnTo>
                  <a:lnTo>
                    <a:pt x="2777337" y="1407303"/>
                  </a:lnTo>
                  <a:lnTo>
                    <a:pt x="2798416" y="1452810"/>
                  </a:lnTo>
                  <a:lnTo>
                    <a:pt x="2801010" y="1460646"/>
                  </a:lnTo>
                  <a:lnTo>
                    <a:pt x="2796111" y="1453769"/>
                  </a:lnTo>
                  <a:lnTo>
                    <a:pt x="2780473" y="1423630"/>
                  </a:lnTo>
                  <a:lnTo>
                    <a:pt x="2771843" y="1401867"/>
                  </a:lnTo>
                  <a:lnTo>
                    <a:pt x="2762975" y="1363441"/>
                  </a:lnTo>
                  <a:lnTo>
                    <a:pt x="2760402" y="1354836"/>
                  </a:lnTo>
                  <a:lnTo>
                    <a:pt x="2757374" y="1351401"/>
                  </a:lnTo>
                  <a:lnTo>
                    <a:pt x="2755379" y="1354195"/>
                  </a:lnTo>
                  <a:lnTo>
                    <a:pt x="2754521" y="1359091"/>
                  </a:lnTo>
                  <a:lnTo>
                    <a:pt x="2755968" y="1362850"/>
                  </a:lnTo>
                  <a:lnTo>
                    <a:pt x="2752475" y="1375500"/>
                  </a:lnTo>
                  <a:lnTo>
                    <a:pt x="2753989" y="1381305"/>
                  </a:lnTo>
                  <a:lnTo>
                    <a:pt x="2759663" y="1387306"/>
                  </a:lnTo>
                  <a:lnTo>
                    <a:pt x="2765828" y="1402280"/>
                  </a:lnTo>
                  <a:lnTo>
                    <a:pt x="2770753" y="1422442"/>
                  </a:lnTo>
                  <a:lnTo>
                    <a:pt x="2764092" y="1414269"/>
                  </a:lnTo>
                  <a:lnTo>
                    <a:pt x="2756981" y="1409938"/>
                  </a:lnTo>
                  <a:lnTo>
                    <a:pt x="2745917" y="1406617"/>
                  </a:lnTo>
                  <a:lnTo>
                    <a:pt x="2736062" y="1400794"/>
                  </a:lnTo>
                  <a:lnTo>
                    <a:pt x="2736780" y="1409145"/>
                  </a:lnTo>
                  <a:lnTo>
                    <a:pt x="2735835" y="1418162"/>
                  </a:lnTo>
                  <a:lnTo>
                    <a:pt x="2728238" y="1415412"/>
                  </a:lnTo>
                  <a:lnTo>
                    <a:pt x="2723070" y="1412421"/>
                  </a:lnTo>
                  <a:lnTo>
                    <a:pt x="2727644" y="1422030"/>
                  </a:lnTo>
                  <a:lnTo>
                    <a:pt x="2717716" y="1419147"/>
                  </a:lnTo>
                  <a:lnTo>
                    <a:pt x="2711102" y="1419750"/>
                  </a:lnTo>
                  <a:lnTo>
                    <a:pt x="2706802" y="1428278"/>
                  </a:lnTo>
                  <a:lnTo>
                    <a:pt x="2701035" y="1433454"/>
                  </a:lnTo>
                  <a:lnTo>
                    <a:pt x="2692508" y="1435124"/>
                  </a:lnTo>
                  <a:lnTo>
                    <a:pt x="2679858" y="1427326"/>
                  </a:lnTo>
                  <a:lnTo>
                    <a:pt x="2675760" y="1417857"/>
                  </a:lnTo>
                  <a:lnTo>
                    <a:pt x="2674065" y="1407316"/>
                  </a:lnTo>
                  <a:lnTo>
                    <a:pt x="2673388" y="1419782"/>
                  </a:lnTo>
                  <a:lnTo>
                    <a:pt x="2675641" y="1432762"/>
                  </a:lnTo>
                  <a:lnTo>
                    <a:pt x="2674850" y="1442630"/>
                  </a:lnTo>
                  <a:lnTo>
                    <a:pt x="2687031" y="1444446"/>
                  </a:lnTo>
                  <a:lnTo>
                    <a:pt x="2698420" y="1442833"/>
                  </a:lnTo>
                  <a:lnTo>
                    <a:pt x="2713789" y="1443246"/>
                  </a:lnTo>
                  <a:lnTo>
                    <a:pt x="2723814" y="1441398"/>
                  </a:lnTo>
                  <a:lnTo>
                    <a:pt x="2729850" y="1438261"/>
                  </a:lnTo>
                  <a:lnTo>
                    <a:pt x="2744325" y="1440979"/>
                  </a:lnTo>
                  <a:lnTo>
                    <a:pt x="2745353" y="1452899"/>
                  </a:lnTo>
                  <a:lnTo>
                    <a:pt x="2743700" y="1464749"/>
                  </a:lnTo>
                  <a:lnTo>
                    <a:pt x="2742863" y="1477367"/>
                  </a:lnTo>
                  <a:lnTo>
                    <a:pt x="2746873" y="1477284"/>
                  </a:lnTo>
                  <a:lnTo>
                    <a:pt x="2751586" y="1473252"/>
                  </a:lnTo>
                  <a:lnTo>
                    <a:pt x="2753942" y="1450651"/>
                  </a:lnTo>
                  <a:lnTo>
                    <a:pt x="2767172" y="1442300"/>
                  </a:lnTo>
                  <a:lnTo>
                    <a:pt x="2771605" y="1442872"/>
                  </a:lnTo>
                  <a:lnTo>
                    <a:pt x="2775817" y="1450136"/>
                  </a:lnTo>
                  <a:lnTo>
                    <a:pt x="2777233" y="1457503"/>
                  </a:lnTo>
                  <a:lnTo>
                    <a:pt x="2778727" y="1467619"/>
                  </a:lnTo>
                  <a:lnTo>
                    <a:pt x="2775636" y="1483031"/>
                  </a:lnTo>
                  <a:lnTo>
                    <a:pt x="2755312" y="1501054"/>
                  </a:lnTo>
                  <a:lnTo>
                    <a:pt x="2740754" y="1517717"/>
                  </a:lnTo>
                  <a:lnTo>
                    <a:pt x="2733313" y="1521115"/>
                  </a:lnTo>
                  <a:lnTo>
                    <a:pt x="2722579" y="1519178"/>
                  </a:lnTo>
                  <a:lnTo>
                    <a:pt x="2710409" y="1514987"/>
                  </a:lnTo>
                  <a:lnTo>
                    <a:pt x="2704441" y="1514142"/>
                  </a:lnTo>
                  <a:lnTo>
                    <a:pt x="2699903" y="1515539"/>
                  </a:lnTo>
                  <a:lnTo>
                    <a:pt x="2697139" y="1510408"/>
                  </a:lnTo>
                  <a:lnTo>
                    <a:pt x="2695356" y="1501047"/>
                  </a:lnTo>
                  <a:lnTo>
                    <a:pt x="2690622" y="1497942"/>
                  </a:lnTo>
                  <a:lnTo>
                    <a:pt x="2687041" y="1498285"/>
                  </a:lnTo>
                  <a:lnTo>
                    <a:pt x="2684597" y="1508230"/>
                  </a:lnTo>
                  <a:lnTo>
                    <a:pt x="2673243" y="1511056"/>
                  </a:lnTo>
                  <a:lnTo>
                    <a:pt x="2657807" y="1506947"/>
                  </a:lnTo>
                  <a:lnTo>
                    <a:pt x="2641642" y="1498584"/>
                  </a:lnTo>
                  <a:lnTo>
                    <a:pt x="2648577" y="1507557"/>
                  </a:lnTo>
                  <a:lnTo>
                    <a:pt x="2688689" y="1524296"/>
                  </a:lnTo>
                  <a:lnTo>
                    <a:pt x="2693206" y="1527427"/>
                  </a:lnTo>
                  <a:lnTo>
                    <a:pt x="2697423" y="1532006"/>
                  </a:lnTo>
                  <a:lnTo>
                    <a:pt x="2691811" y="1539188"/>
                  </a:lnTo>
                  <a:lnTo>
                    <a:pt x="2687413" y="1547278"/>
                  </a:lnTo>
                  <a:lnTo>
                    <a:pt x="2686793" y="1553629"/>
                  </a:lnTo>
                  <a:lnTo>
                    <a:pt x="2685242" y="1557636"/>
                  </a:lnTo>
                  <a:lnTo>
                    <a:pt x="2669248" y="1568431"/>
                  </a:lnTo>
                  <a:lnTo>
                    <a:pt x="2660582" y="1566526"/>
                  </a:lnTo>
                  <a:lnTo>
                    <a:pt x="2638438" y="1547062"/>
                  </a:lnTo>
                  <a:lnTo>
                    <a:pt x="2648526" y="1563897"/>
                  </a:lnTo>
                  <a:lnTo>
                    <a:pt x="2656603" y="1571041"/>
                  </a:lnTo>
                  <a:lnTo>
                    <a:pt x="2672866" y="1574852"/>
                  </a:lnTo>
                  <a:lnTo>
                    <a:pt x="2703371" y="1568558"/>
                  </a:lnTo>
                  <a:lnTo>
                    <a:pt x="2713376" y="1575430"/>
                  </a:lnTo>
                  <a:lnTo>
                    <a:pt x="2705164" y="1587603"/>
                  </a:lnTo>
                  <a:lnTo>
                    <a:pt x="2697004" y="1596145"/>
                  </a:lnTo>
                  <a:lnTo>
                    <a:pt x="2686302" y="1597097"/>
                  </a:lnTo>
                  <a:lnTo>
                    <a:pt x="2676876" y="1599409"/>
                  </a:lnTo>
                  <a:lnTo>
                    <a:pt x="2674111" y="1605283"/>
                  </a:lnTo>
                  <a:lnTo>
                    <a:pt x="2667393" y="1605651"/>
                  </a:lnTo>
                  <a:lnTo>
                    <a:pt x="2656892" y="1606000"/>
                  </a:lnTo>
                  <a:lnTo>
                    <a:pt x="2640635" y="1606534"/>
                  </a:lnTo>
                  <a:lnTo>
                    <a:pt x="2631705" y="1605162"/>
                  </a:lnTo>
                  <a:lnTo>
                    <a:pt x="2619230" y="1617164"/>
                  </a:lnTo>
                  <a:lnTo>
                    <a:pt x="2614522" y="1618815"/>
                  </a:lnTo>
                  <a:lnTo>
                    <a:pt x="2607944" y="1616561"/>
                  </a:lnTo>
                  <a:lnTo>
                    <a:pt x="2605184" y="1606921"/>
                  </a:lnTo>
                  <a:lnTo>
                    <a:pt x="2602244" y="1602184"/>
                  </a:lnTo>
                  <a:lnTo>
                    <a:pt x="2602171" y="1620219"/>
                  </a:lnTo>
                  <a:lnTo>
                    <a:pt x="2603324" y="1625077"/>
                  </a:lnTo>
                  <a:lnTo>
                    <a:pt x="2605680" y="1628741"/>
                  </a:lnTo>
                  <a:lnTo>
                    <a:pt x="2591087" y="1638527"/>
                  </a:lnTo>
                  <a:lnTo>
                    <a:pt x="2577118" y="1650733"/>
                  </a:lnTo>
                  <a:lnTo>
                    <a:pt x="2572111" y="1654054"/>
                  </a:lnTo>
                  <a:lnTo>
                    <a:pt x="2566421" y="1660169"/>
                  </a:lnTo>
                  <a:lnTo>
                    <a:pt x="2554768" y="1677830"/>
                  </a:lnTo>
                  <a:lnTo>
                    <a:pt x="2551889" y="1690708"/>
                  </a:lnTo>
                  <a:lnTo>
                    <a:pt x="2547678" y="1705066"/>
                  </a:lnTo>
                  <a:lnTo>
                    <a:pt x="2547145" y="1698602"/>
                  </a:lnTo>
                  <a:lnTo>
                    <a:pt x="2547869" y="1687717"/>
                  </a:lnTo>
                  <a:lnTo>
                    <a:pt x="2544985" y="1675251"/>
                  </a:lnTo>
                  <a:lnTo>
                    <a:pt x="2543156" y="1698087"/>
                  </a:lnTo>
                  <a:lnTo>
                    <a:pt x="2538629" y="1708699"/>
                  </a:lnTo>
                  <a:lnTo>
                    <a:pt x="2497086" y="1707950"/>
                  </a:lnTo>
                  <a:lnTo>
                    <a:pt x="2478900" y="1713716"/>
                  </a:lnTo>
                  <a:lnTo>
                    <a:pt x="2450984" y="1733116"/>
                  </a:lnTo>
                  <a:lnTo>
                    <a:pt x="2442638" y="1741619"/>
                  </a:lnTo>
                  <a:lnTo>
                    <a:pt x="2419580" y="1774495"/>
                  </a:lnTo>
                  <a:lnTo>
                    <a:pt x="2413694" y="1795534"/>
                  </a:lnTo>
                  <a:lnTo>
                    <a:pt x="2408976" y="1786688"/>
                  </a:lnTo>
                  <a:lnTo>
                    <a:pt x="2410144" y="1780052"/>
                  </a:lnTo>
                  <a:lnTo>
                    <a:pt x="2410237" y="1774629"/>
                  </a:lnTo>
                  <a:lnTo>
                    <a:pt x="2404428" y="1786263"/>
                  </a:lnTo>
                  <a:lnTo>
                    <a:pt x="2409942" y="1803205"/>
                  </a:lnTo>
                  <a:lnTo>
                    <a:pt x="2404992" y="1809676"/>
                  </a:lnTo>
                  <a:lnTo>
                    <a:pt x="2389762" y="1821755"/>
                  </a:lnTo>
                  <a:lnTo>
                    <a:pt x="2381427" y="1823736"/>
                  </a:lnTo>
                  <a:lnTo>
                    <a:pt x="2372068" y="1827172"/>
                  </a:lnTo>
                  <a:lnTo>
                    <a:pt x="2369122" y="1839085"/>
                  </a:lnTo>
                  <a:lnTo>
                    <a:pt x="2356415" y="1850071"/>
                  </a:lnTo>
                  <a:lnTo>
                    <a:pt x="2349010" y="1854936"/>
                  </a:lnTo>
                  <a:lnTo>
                    <a:pt x="2335449" y="1851989"/>
                  </a:lnTo>
                  <a:lnTo>
                    <a:pt x="2339625" y="1862569"/>
                  </a:lnTo>
                  <a:lnTo>
                    <a:pt x="2334643" y="1870577"/>
                  </a:lnTo>
                  <a:lnTo>
                    <a:pt x="2326065" y="1876718"/>
                  </a:lnTo>
                  <a:lnTo>
                    <a:pt x="2315399" y="1880725"/>
                  </a:lnTo>
                  <a:lnTo>
                    <a:pt x="2309285" y="1880236"/>
                  </a:lnTo>
                  <a:lnTo>
                    <a:pt x="2304061" y="1882363"/>
                  </a:lnTo>
                  <a:lnTo>
                    <a:pt x="2299968" y="1887456"/>
                  </a:lnTo>
                  <a:lnTo>
                    <a:pt x="2289968" y="1892219"/>
                  </a:lnTo>
                  <a:lnTo>
                    <a:pt x="2279581" y="1889539"/>
                  </a:lnTo>
                  <a:lnTo>
                    <a:pt x="2267809" y="1887932"/>
                  </a:lnTo>
                  <a:lnTo>
                    <a:pt x="2261251" y="1890790"/>
                  </a:lnTo>
                  <a:lnTo>
                    <a:pt x="2272274" y="1895515"/>
                  </a:lnTo>
                  <a:lnTo>
                    <a:pt x="2278176" y="1902360"/>
                  </a:lnTo>
                  <a:lnTo>
                    <a:pt x="2276961" y="1911588"/>
                  </a:lnTo>
                  <a:lnTo>
                    <a:pt x="2274010" y="1915150"/>
                  </a:lnTo>
                  <a:lnTo>
                    <a:pt x="2267055" y="1919976"/>
                  </a:lnTo>
                  <a:lnTo>
                    <a:pt x="2264001" y="1919259"/>
                  </a:lnTo>
                  <a:lnTo>
                    <a:pt x="2262135" y="1914909"/>
                  </a:lnTo>
                  <a:lnTo>
                    <a:pt x="2259872" y="1905847"/>
                  </a:lnTo>
                  <a:lnTo>
                    <a:pt x="2256637" y="1907777"/>
                  </a:lnTo>
                  <a:lnTo>
                    <a:pt x="2256078" y="1912000"/>
                  </a:lnTo>
                  <a:lnTo>
                    <a:pt x="2253298" y="1913505"/>
                  </a:lnTo>
                  <a:lnTo>
                    <a:pt x="2243433" y="1899071"/>
                  </a:lnTo>
                  <a:lnTo>
                    <a:pt x="2243924" y="1910082"/>
                  </a:lnTo>
                  <a:lnTo>
                    <a:pt x="2247371" y="1918541"/>
                  </a:lnTo>
                  <a:lnTo>
                    <a:pt x="2250704" y="1922834"/>
                  </a:lnTo>
                  <a:lnTo>
                    <a:pt x="2254068" y="1925361"/>
                  </a:lnTo>
                  <a:lnTo>
                    <a:pt x="2254895" y="1929286"/>
                  </a:lnTo>
                  <a:lnTo>
                    <a:pt x="2248146" y="1938850"/>
                  </a:lnTo>
                  <a:lnTo>
                    <a:pt x="2244673" y="1940977"/>
                  </a:lnTo>
                  <a:lnTo>
                    <a:pt x="2238493" y="1942527"/>
                  </a:lnTo>
                  <a:lnTo>
                    <a:pt x="2235015" y="1948420"/>
                  </a:lnTo>
                  <a:lnTo>
                    <a:pt x="2236043" y="1953494"/>
                  </a:lnTo>
                  <a:lnTo>
                    <a:pt x="2230638" y="1964505"/>
                  </a:lnTo>
                  <a:lnTo>
                    <a:pt x="2217713" y="1971383"/>
                  </a:lnTo>
                  <a:lnTo>
                    <a:pt x="2213765" y="1971116"/>
                  </a:lnTo>
                  <a:lnTo>
                    <a:pt x="2210546" y="1973129"/>
                  </a:lnTo>
                  <a:lnTo>
                    <a:pt x="2212427" y="1978032"/>
                  </a:lnTo>
                  <a:lnTo>
                    <a:pt x="2215651" y="1981601"/>
                  </a:lnTo>
                  <a:lnTo>
                    <a:pt x="2215538" y="1984915"/>
                  </a:lnTo>
                  <a:lnTo>
                    <a:pt x="2212122" y="1989418"/>
                  </a:lnTo>
                  <a:lnTo>
                    <a:pt x="2205378" y="1990675"/>
                  </a:lnTo>
                  <a:lnTo>
                    <a:pt x="2201590" y="1995813"/>
                  </a:lnTo>
                  <a:lnTo>
                    <a:pt x="2202789" y="2000658"/>
                  </a:lnTo>
                  <a:lnTo>
                    <a:pt x="2205016" y="2003363"/>
                  </a:lnTo>
                  <a:lnTo>
                    <a:pt x="2204551" y="2008025"/>
                  </a:lnTo>
                  <a:lnTo>
                    <a:pt x="2196882" y="2012705"/>
                  </a:lnTo>
                  <a:lnTo>
                    <a:pt x="2195084" y="2017309"/>
                  </a:lnTo>
                  <a:lnTo>
                    <a:pt x="2198892" y="2018668"/>
                  </a:lnTo>
                  <a:lnTo>
                    <a:pt x="2201822" y="2017309"/>
                  </a:lnTo>
                  <a:lnTo>
                    <a:pt x="2203967" y="2018299"/>
                  </a:lnTo>
                  <a:lnTo>
                    <a:pt x="2199368" y="2025996"/>
                  </a:lnTo>
                  <a:lnTo>
                    <a:pt x="2195239" y="2030689"/>
                  </a:lnTo>
                  <a:lnTo>
                    <a:pt x="2191316" y="2039122"/>
                  </a:lnTo>
                  <a:lnTo>
                    <a:pt x="2182216" y="2041453"/>
                  </a:lnTo>
                  <a:lnTo>
                    <a:pt x="2182557" y="2044177"/>
                  </a:lnTo>
                  <a:lnTo>
                    <a:pt x="2187699" y="2046590"/>
                  </a:lnTo>
                  <a:lnTo>
                    <a:pt x="2192004" y="2053074"/>
                  </a:lnTo>
                  <a:lnTo>
                    <a:pt x="2183916" y="2065045"/>
                  </a:lnTo>
                  <a:lnTo>
                    <a:pt x="2178867" y="2064060"/>
                  </a:lnTo>
                  <a:lnTo>
                    <a:pt x="2175782" y="2061425"/>
                  </a:lnTo>
                  <a:lnTo>
                    <a:pt x="2173813" y="2070874"/>
                  </a:lnTo>
                  <a:lnTo>
                    <a:pt x="2174568" y="2075917"/>
                  </a:lnTo>
                  <a:lnTo>
                    <a:pt x="2172645" y="2086223"/>
                  </a:lnTo>
                  <a:lnTo>
                    <a:pt x="2169555" y="2098613"/>
                  </a:lnTo>
                  <a:lnTo>
                    <a:pt x="2167457" y="2103699"/>
                  </a:lnTo>
                  <a:lnTo>
                    <a:pt x="2167902" y="2113174"/>
                  </a:lnTo>
                  <a:lnTo>
                    <a:pt x="2169199" y="2122325"/>
                  </a:lnTo>
                  <a:lnTo>
                    <a:pt x="2174149" y="2134118"/>
                  </a:lnTo>
                  <a:lnTo>
                    <a:pt x="2181710" y="2182343"/>
                  </a:lnTo>
                  <a:lnTo>
                    <a:pt x="2186857" y="2199089"/>
                  </a:lnTo>
                  <a:lnTo>
                    <a:pt x="2196128" y="2244272"/>
                  </a:lnTo>
                  <a:lnTo>
                    <a:pt x="2211471" y="2288077"/>
                  </a:lnTo>
                  <a:lnTo>
                    <a:pt x="2233118" y="2341026"/>
                  </a:lnTo>
                  <a:lnTo>
                    <a:pt x="2268646" y="2405203"/>
                  </a:lnTo>
                  <a:lnTo>
                    <a:pt x="2272899" y="2414348"/>
                  </a:lnTo>
                  <a:lnTo>
                    <a:pt x="2268274" y="2422102"/>
                  </a:lnTo>
                  <a:lnTo>
                    <a:pt x="2266863" y="2430135"/>
                  </a:lnTo>
                  <a:lnTo>
                    <a:pt x="2266460" y="2442245"/>
                  </a:lnTo>
                  <a:lnTo>
                    <a:pt x="2267742" y="2454044"/>
                  </a:lnTo>
                  <a:lnTo>
                    <a:pt x="2271943" y="2468453"/>
                  </a:lnTo>
                  <a:lnTo>
                    <a:pt x="2280015" y="2490483"/>
                  </a:lnTo>
                  <a:lnTo>
                    <a:pt x="2275499" y="2486088"/>
                  </a:lnTo>
                  <a:lnTo>
                    <a:pt x="2263809" y="2454470"/>
                  </a:lnTo>
                  <a:lnTo>
                    <a:pt x="2262450" y="2435901"/>
                  </a:lnTo>
                  <a:lnTo>
                    <a:pt x="2264135" y="2409560"/>
                  </a:lnTo>
                  <a:lnTo>
                    <a:pt x="2261391" y="2410195"/>
                  </a:lnTo>
                  <a:lnTo>
                    <a:pt x="2259164" y="2418755"/>
                  </a:lnTo>
                  <a:lnTo>
                    <a:pt x="2257939" y="2428808"/>
                  </a:lnTo>
                  <a:lnTo>
                    <a:pt x="2254973" y="2432700"/>
                  </a:lnTo>
                  <a:lnTo>
                    <a:pt x="2250926" y="2417364"/>
                  </a:lnTo>
                  <a:lnTo>
                    <a:pt x="2251210" y="2410430"/>
                  </a:lnTo>
                  <a:lnTo>
                    <a:pt x="2255505" y="2402327"/>
                  </a:lnTo>
                  <a:lnTo>
                    <a:pt x="2254259" y="2399412"/>
                  </a:lnTo>
                  <a:lnTo>
                    <a:pt x="2247309" y="2395265"/>
                  </a:lnTo>
                  <a:lnTo>
                    <a:pt x="2245831" y="2388743"/>
                  </a:lnTo>
                  <a:lnTo>
                    <a:pt x="2246771" y="2382304"/>
                  </a:lnTo>
                  <a:lnTo>
                    <a:pt x="2242782" y="2378862"/>
                  </a:lnTo>
                  <a:lnTo>
                    <a:pt x="2239661" y="2379027"/>
                  </a:lnTo>
                  <a:lnTo>
                    <a:pt x="2241753" y="2394903"/>
                  </a:lnTo>
                  <a:lnTo>
                    <a:pt x="2245056" y="2404651"/>
                  </a:lnTo>
                  <a:lnTo>
                    <a:pt x="2249138" y="2428014"/>
                  </a:lnTo>
                  <a:lnTo>
                    <a:pt x="2255727" y="2442169"/>
                  </a:lnTo>
                  <a:lnTo>
                    <a:pt x="2259567" y="2454038"/>
                  </a:lnTo>
                  <a:lnTo>
                    <a:pt x="2304438" y="2580696"/>
                  </a:lnTo>
                  <a:lnTo>
                    <a:pt x="2315058" y="2596826"/>
                  </a:lnTo>
                  <a:lnTo>
                    <a:pt x="2318985" y="2608409"/>
                  </a:lnTo>
                  <a:lnTo>
                    <a:pt x="2323073" y="2632630"/>
                  </a:lnTo>
                  <a:lnTo>
                    <a:pt x="2323998" y="2663728"/>
                  </a:lnTo>
                  <a:lnTo>
                    <a:pt x="2316665" y="2720564"/>
                  </a:lnTo>
                  <a:lnTo>
                    <a:pt x="2314996" y="2759333"/>
                  </a:lnTo>
                  <a:lnTo>
                    <a:pt x="2313947" y="2758145"/>
                  </a:lnTo>
                  <a:lnTo>
                    <a:pt x="2313244" y="2754062"/>
                  </a:lnTo>
                  <a:lnTo>
                    <a:pt x="2311549" y="2753503"/>
                  </a:lnTo>
                  <a:lnTo>
                    <a:pt x="2305182" y="2771265"/>
                  </a:lnTo>
                  <a:lnTo>
                    <a:pt x="2296531" y="2787287"/>
                  </a:lnTo>
                  <a:lnTo>
                    <a:pt x="2293684" y="2812187"/>
                  </a:lnTo>
                  <a:lnTo>
                    <a:pt x="2289534" y="2824653"/>
                  </a:lnTo>
                  <a:lnTo>
                    <a:pt x="2277075" y="2837843"/>
                  </a:lnTo>
                  <a:lnTo>
                    <a:pt x="2269354" y="2837506"/>
                  </a:lnTo>
                  <a:lnTo>
                    <a:pt x="2250420" y="2847400"/>
                  </a:lnTo>
                  <a:lnTo>
                    <a:pt x="2237118" y="2844822"/>
                  </a:lnTo>
                  <a:lnTo>
                    <a:pt x="2221269" y="2850404"/>
                  </a:lnTo>
                  <a:lnTo>
                    <a:pt x="2210840" y="2849781"/>
                  </a:lnTo>
                  <a:lnTo>
                    <a:pt x="2204820" y="2838014"/>
                  </a:lnTo>
                  <a:lnTo>
                    <a:pt x="2205740" y="2832750"/>
                  </a:lnTo>
                  <a:lnTo>
                    <a:pt x="2208137" y="2827460"/>
                  </a:lnTo>
                  <a:lnTo>
                    <a:pt x="2212199" y="2826228"/>
                  </a:lnTo>
                  <a:lnTo>
                    <a:pt x="2226199" y="2838560"/>
                  </a:lnTo>
                  <a:lnTo>
                    <a:pt x="2228839" y="2833372"/>
                  </a:lnTo>
                  <a:lnTo>
                    <a:pt x="2224612" y="2827199"/>
                  </a:lnTo>
                  <a:lnTo>
                    <a:pt x="2216519" y="2823757"/>
                  </a:lnTo>
                  <a:lnTo>
                    <a:pt x="2210540" y="2819973"/>
                  </a:lnTo>
                  <a:lnTo>
                    <a:pt x="2198494" y="2791859"/>
                  </a:lnTo>
                  <a:lnTo>
                    <a:pt x="2186014" y="2772554"/>
                  </a:lnTo>
                  <a:lnTo>
                    <a:pt x="2183911" y="2759650"/>
                  </a:lnTo>
                  <a:lnTo>
                    <a:pt x="2162393" y="2751782"/>
                  </a:lnTo>
                  <a:lnTo>
                    <a:pt x="2146812" y="2739869"/>
                  </a:lnTo>
                  <a:lnTo>
                    <a:pt x="2136652" y="2718678"/>
                  </a:lnTo>
                  <a:lnTo>
                    <a:pt x="2130823" y="2681102"/>
                  </a:lnTo>
                  <a:lnTo>
                    <a:pt x="2123950" y="2676879"/>
                  </a:lnTo>
                  <a:lnTo>
                    <a:pt x="2121046" y="2673958"/>
                  </a:lnTo>
                  <a:lnTo>
                    <a:pt x="2127759" y="2660013"/>
                  </a:lnTo>
                  <a:lnTo>
                    <a:pt x="2134833" y="2648322"/>
                  </a:lnTo>
                  <a:lnTo>
                    <a:pt x="2129237" y="2651230"/>
                  </a:lnTo>
                  <a:lnTo>
                    <a:pt x="2125108" y="2655555"/>
                  </a:lnTo>
                  <a:lnTo>
                    <a:pt x="2119857" y="2665880"/>
                  </a:lnTo>
                  <a:lnTo>
                    <a:pt x="2116023" y="2667468"/>
                  </a:lnTo>
                  <a:lnTo>
                    <a:pt x="2112509" y="2665880"/>
                  </a:lnTo>
                  <a:lnTo>
                    <a:pt x="2108457" y="2646074"/>
                  </a:lnTo>
                  <a:lnTo>
                    <a:pt x="2109615" y="2621726"/>
                  </a:lnTo>
                  <a:lnTo>
                    <a:pt x="2115294" y="2612620"/>
                  </a:lnTo>
                  <a:lnTo>
                    <a:pt x="2106571" y="2612378"/>
                  </a:lnTo>
                  <a:lnTo>
                    <a:pt x="2097533" y="2615846"/>
                  </a:lnTo>
                  <a:lnTo>
                    <a:pt x="2098856" y="2623962"/>
                  </a:lnTo>
                  <a:lnTo>
                    <a:pt x="2097579" y="2628420"/>
                  </a:lnTo>
                  <a:lnTo>
                    <a:pt x="2090995" y="2627276"/>
                  </a:lnTo>
                  <a:lnTo>
                    <a:pt x="2086003" y="2624425"/>
                  </a:lnTo>
                  <a:lnTo>
                    <a:pt x="2079229" y="2615979"/>
                  </a:lnTo>
                  <a:lnTo>
                    <a:pt x="2069989" y="2599862"/>
                  </a:lnTo>
                  <a:lnTo>
                    <a:pt x="2051033" y="2555460"/>
                  </a:lnTo>
                  <a:lnTo>
                    <a:pt x="2047338" y="2549198"/>
                  </a:lnTo>
                  <a:lnTo>
                    <a:pt x="2041070" y="2542645"/>
                  </a:lnTo>
                  <a:lnTo>
                    <a:pt x="2044021" y="2540606"/>
                  </a:lnTo>
                  <a:lnTo>
                    <a:pt x="2049406" y="2539400"/>
                  </a:lnTo>
                  <a:lnTo>
                    <a:pt x="2061576" y="2519409"/>
                  </a:lnTo>
                  <a:lnTo>
                    <a:pt x="2071136" y="2507330"/>
                  </a:lnTo>
                  <a:lnTo>
                    <a:pt x="2074309" y="2498973"/>
                  </a:lnTo>
                  <a:lnTo>
                    <a:pt x="2073756" y="2495398"/>
                  </a:lnTo>
                  <a:lnTo>
                    <a:pt x="2069529" y="2490203"/>
                  </a:lnTo>
                  <a:lnTo>
                    <a:pt x="2063979" y="2494744"/>
                  </a:lnTo>
                  <a:lnTo>
                    <a:pt x="2061601" y="2493448"/>
                  </a:lnTo>
                  <a:lnTo>
                    <a:pt x="2055359" y="2482970"/>
                  </a:lnTo>
                  <a:lnTo>
                    <a:pt x="2049395" y="2480011"/>
                  </a:lnTo>
                  <a:lnTo>
                    <a:pt x="2045240" y="2482278"/>
                  </a:lnTo>
                  <a:lnTo>
                    <a:pt x="2049623" y="2490864"/>
                  </a:lnTo>
                  <a:lnTo>
                    <a:pt x="2053560" y="2494052"/>
                  </a:lnTo>
                  <a:lnTo>
                    <a:pt x="2052036" y="2506536"/>
                  </a:lnTo>
                  <a:lnTo>
                    <a:pt x="2050444" y="2510601"/>
                  </a:lnTo>
                  <a:lnTo>
                    <a:pt x="2046755" y="2514189"/>
                  </a:lnTo>
                  <a:lnTo>
                    <a:pt x="2040993" y="2512277"/>
                  </a:lnTo>
                  <a:lnTo>
                    <a:pt x="2038078" y="2515364"/>
                  </a:lnTo>
                  <a:lnTo>
                    <a:pt x="2034647" y="2512112"/>
                  </a:lnTo>
                  <a:lnTo>
                    <a:pt x="2031231" y="2506625"/>
                  </a:lnTo>
                  <a:lnTo>
                    <a:pt x="2027427" y="2497595"/>
                  </a:lnTo>
                  <a:lnTo>
                    <a:pt x="2037478" y="2446767"/>
                  </a:lnTo>
                  <a:lnTo>
                    <a:pt x="2046780" y="2414380"/>
                  </a:lnTo>
                  <a:lnTo>
                    <a:pt x="2047845" y="2377433"/>
                  </a:lnTo>
                  <a:lnTo>
                    <a:pt x="2048537" y="2371959"/>
                  </a:lnTo>
                  <a:lnTo>
                    <a:pt x="2047752" y="2362141"/>
                  </a:lnTo>
                  <a:lnTo>
                    <a:pt x="2035277" y="2340804"/>
                  </a:lnTo>
                  <a:lnTo>
                    <a:pt x="1980122" y="2288737"/>
                  </a:lnTo>
                  <a:lnTo>
                    <a:pt x="1937374" y="2227081"/>
                  </a:lnTo>
                  <a:lnTo>
                    <a:pt x="1900348" y="2203953"/>
                  </a:lnTo>
                  <a:lnTo>
                    <a:pt x="1872256" y="2209033"/>
                  </a:lnTo>
                  <a:lnTo>
                    <a:pt x="1867393" y="2213682"/>
                  </a:lnTo>
                  <a:lnTo>
                    <a:pt x="1865305" y="2219759"/>
                  </a:lnTo>
                  <a:lnTo>
                    <a:pt x="1867068" y="2226637"/>
                  </a:lnTo>
                  <a:lnTo>
                    <a:pt x="1864515" y="2229501"/>
                  </a:lnTo>
                  <a:lnTo>
                    <a:pt x="1856975" y="2229139"/>
                  </a:lnTo>
                  <a:lnTo>
                    <a:pt x="1846820" y="2230739"/>
                  </a:lnTo>
                  <a:lnTo>
                    <a:pt x="1820305" y="2246971"/>
                  </a:lnTo>
                  <a:lnTo>
                    <a:pt x="1810951" y="2246374"/>
                  </a:lnTo>
                  <a:lnTo>
                    <a:pt x="1802455" y="2250578"/>
                  </a:lnTo>
                  <a:lnTo>
                    <a:pt x="1796094" y="2253727"/>
                  </a:lnTo>
                  <a:lnTo>
                    <a:pt x="1779506" y="2255442"/>
                  </a:lnTo>
                  <a:lnTo>
                    <a:pt x="1765439" y="2259043"/>
                  </a:lnTo>
                  <a:lnTo>
                    <a:pt x="1759362" y="2257093"/>
                  </a:lnTo>
                  <a:lnTo>
                    <a:pt x="1755398" y="2247682"/>
                  </a:lnTo>
                  <a:lnTo>
                    <a:pt x="1755398" y="2237940"/>
                  </a:lnTo>
                  <a:lnTo>
                    <a:pt x="1758613" y="2245408"/>
                  </a:lnTo>
                  <a:lnTo>
                    <a:pt x="1763589" y="2251251"/>
                  </a:lnTo>
                  <a:lnTo>
                    <a:pt x="1765868" y="2248914"/>
                  </a:lnTo>
                  <a:lnTo>
                    <a:pt x="1766721" y="2243745"/>
                  </a:lnTo>
                  <a:lnTo>
                    <a:pt x="1761770" y="2233616"/>
                  </a:lnTo>
                  <a:lnTo>
                    <a:pt x="1745822" y="2220604"/>
                  </a:lnTo>
                  <a:lnTo>
                    <a:pt x="1727673" y="2201597"/>
                  </a:lnTo>
                  <a:lnTo>
                    <a:pt x="1733208" y="2202226"/>
                  </a:lnTo>
                  <a:lnTo>
                    <a:pt x="1734608" y="2198155"/>
                  </a:lnTo>
                  <a:lnTo>
                    <a:pt x="1728981" y="2192815"/>
                  </a:lnTo>
                  <a:lnTo>
                    <a:pt x="1731358" y="2186642"/>
                  </a:lnTo>
                  <a:lnTo>
                    <a:pt x="1735322" y="2180158"/>
                  </a:lnTo>
                  <a:lnTo>
                    <a:pt x="1727663" y="2181130"/>
                  </a:lnTo>
                  <a:lnTo>
                    <a:pt x="1720790" y="2185670"/>
                  </a:lnTo>
                  <a:lnTo>
                    <a:pt x="1720563" y="2191278"/>
                  </a:lnTo>
                  <a:lnTo>
                    <a:pt x="1719203" y="2195736"/>
                  </a:lnTo>
                  <a:lnTo>
                    <a:pt x="1715503" y="2195088"/>
                  </a:lnTo>
                  <a:lnTo>
                    <a:pt x="1708635" y="2189569"/>
                  </a:lnTo>
                  <a:lnTo>
                    <a:pt x="1674823" y="2174208"/>
                  </a:lnTo>
                  <a:lnTo>
                    <a:pt x="1645264" y="2165546"/>
                  </a:lnTo>
                  <a:lnTo>
                    <a:pt x="1667950" y="2161647"/>
                  </a:lnTo>
                  <a:lnTo>
                    <a:pt x="1680254" y="2164676"/>
                  </a:lnTo>
                  <a:lnTo>
                    <a:pt x="1678787" y="2160027"/>
                  </a:lnTo>
                  <a:lnTo>
                    <a:pt x="1675826" y="2157075"/>
                  </a:lnTo>
                  <a:lnTo>
                    <a:pt x="1666121" y="2153334"/>
                  </a:lnTo>
                  <a:lnTo>
                    <a:pt x="1653759" y="2154757"/>
                  </a:lnTo>
                  <a:lnTo>
                    <a:pt x="1645951" y="2152998"/>
                  </a:lnTo>
                  <a:lnTo>
                    <a:pt x="1637967" y="2156706"/>
                  </a:lnTo>
                  <a:lnTo>
                    <a:pt x="1629218" y="2162218"/>
                  </a:lnTo>
                  <a:lnTo>
                    <a:pt x="1621430" y="2165057"/>
                  </a:lnTo>
                  <a:lnTo>
                    <a:pt x="1590951" y="2169026"/>
                  </a:lnTo>
                  <a:lnTo>
                    <a:pt x="1566234" y="2173332"/>
                  </a:lnTo>
                  <a:lnTo>
                    <a:pt x="1570197" y="2168785"/>
                  </a:lnTo>
                  <a:lnTo>
                    <a:pt x="1574424" y="2165863"/>
                  </a:lnTo>
                  <a:lnTo>
                    <a:pt x="1589028" y="2161418"/>
                  </a:lnTo>
                  <a:lnTo>
                    <a:pt x="1591214" y="2152178"/>
                  </a:lnTo>
                  <a:lnTo>
                    <a:pt x="1587783" y="2143281"/>
                  </a:lnTo>
                  <a:lnTo>
                    <a:pt x="1583938" y="2145415"/>
                  </a:lnTo>
                  <a:lnTo>
                    <a:pt x="1579902" y="2152369"/>
                  </a:lnTo>
                  <a:lnTo>
                    <a:pt x="1574952" y="2147358"/>
                  </a:lnTo>
                  <a:lnTo>
                    <a:pt x="1569469" y="2147384"/>
                  </a:lnTo>
                  <a:lnTo>
                    <a:pt x="1567980" y="2158446"/>
                  </a:lnTo>
                  <a:lnTo>
                    <a:pt x="1560952" y="2165863"/>
                  </a:lnTo>
                  <a:lnTo>
                    <a:pt x="1557779" y="2173332"/>
                  </a:lnTo>
                  <a:lnTo>
                    <a:pt x="1537170" y="2179180"/>
                  </a:lnTo>
                  <a:lnTo>
                    <a:pt x="1534530" y="2177231"/>
                  </a:lnTo>
                  <a:lnTo>
                    <a:pt x="1540560" y="2170137"/>
                  </a:lnTo>
                  <a:lnTo>
                    <a:pt x="1540080" y="2166194"/>
                  </a:lnTo>
                  <a:lnTo>
                    <a:pt x="1533202" y="2169578"/>
                  </a:lnTo>
                  <a:lnTo>
                    <a:pt x="1521667" y="2183022"/>
                  </a:lnTo>
                  <a:lnTo>
                    <a:pt x="1481059" y="2187423"/>
                  </a:lnTo>
                  <a:lnTo>
                    <a:pt x="1483276" y="2184368"/>
                  </a:lnTo>
                  <a:lnTo>
                    <a:pt x="1491849" y="2183759"/>
                  </a:lnTo>
                  <a:lnTo>
                    <a:pt x="1503885" y="2179504"/>
                  </a:lnTo>
                  <a:lnTo>
                    <a:pt x="1501451" y="2172341"/>
                  </a:lnTo>
                  <a:lnTo>
                    <a:pt x="1496810" y="2164466"/>
                  </a:lnTo>
                  <a:lnTo>
                    <a:pt x="1492526" y="2163590"/>
                  </a:lnTo>
                  <a:lnTo>
                    <a:pt x="1489700" y="2158973"/>
                  </a:lnTo>
                  <a:lnTo>
                    <a:pt x="1489839" y="2144425"/>
                  </a:lnTo>
                  <a:lnTo>
                    <a:pt x="1487100" y="2135921"/>
                  </a:lnTo>
                  <a:lnTo>
                    <a:pt x="1480491" y="2127171"/>
                  </a:lnTo>
                  <a:lnTo>
                    <a:pt x="1478258" y="2128853"/>
                  </a:lnTo>
                  <a:lnTo>
                    <a:pt x="1473395" y="2143815"/>
                  </a:lnTo>
                  <a:lnTo>
                    <a:pt x="1469354" y="2163438"/>
                  </a:lnTo>
                  <a:lnTo>
                    <a:pt x="1467354" y="2169775"/>
                  </a:lnTo>
                  <a:lnTo>
                    <a:pt x="1455314" y="2170220"/>
                  </a:lnTo>
                  <a:lnTo>
                    <a:pt x="1444658" y="2168880"/>
                  </a:lnTo>
                  <a:lnTo>
                    <a:pt x="1408442" y="2171236"/>
                  </a:lnTo>
                  <a:lnTo>
                    <a:pt x="1394913" y="2164587"/>
                  </a:lnTo>
                  <a:lnTo>
                    <a:pt x="1389301" y="2163311"/>
                  </a:lnTo>
                  <a:lnTo>
                    <a:pt x="1385885" y="2163463"/>
                  </a:lnTo>
                  <a:lnTo>
                    <a:pt x="1370134" y="2169559"/>
                  </a:lnTo>
                  <a:lnTo>
                    <a:pt x="1352186" y="2174227"/>
                  </a:lnTo>
                  <a:lnTo>
                    <a:pt x="1347959" y="2172760"/>
                  </a:lnTo>
                  <a:lnTo>
                    <a:pt x="1341929" y="2172544"/>
                  </a:lnTo>
                  <a:lnTo>
                    <a:pt x="1328916" y="2188433"/>
                  </a:lnTo>
                  <a:lnTo>
                    <a:pt x="1313573" y="2195869"/>
                  </a:lnTo>
                  <a:lnTo>
                    <a:pt x="1274862" y="2182501"/>
                  </a:lnTo>
                  <a:lnTo>
                    <a:pt x="1265234" y="2171750"/>
                  </a:lnTo>
                  <a:lnTo>
                    <a:pt x="1256687" y="2169451"/>
                  </a:lnTo>
                  <a:lnTo>
                    <a:pt x="1246176" y="2168124"/>
                  </a:lnTo>
                  <a:lnTo>
                    <a:pt x="1234884" y="2181352"/>
                  </a:lnTo>
                  <a:lnTo>
                    <a:pt x="1226306" y="2199203"/>
                  </a:lnTo>
                  <a:lnTo>
                    <a:pt x="1239861" y="2208989"/>
                  </a:lnTo>
                  <a:lnTo>
                    <a:pt x="1251462" y="2213669"/>
                  </a:lnTo>
                  <a:lnTo>
                    <a:pt x="1270635" y="2209745"/>
                  </a:lnTo>
                  <a:lnTo>
                    <a:pt x="1281234" y="2201083"/>
                  </a:lnTo>
                  <a:lnTo>
                    <a:pt x="1289890" y="2201368"/>
                  </a:lnTo>
                  <a:lnTo>
                    <a:pt x="1294029" y="2199609"/>
                  </a:lnTo>
                  <a:lnTo>
                    <a:pt x="1297806" y="2195088"/>
                  </a:lnTo>
                  <a:lnTo>
                    <a:pt x="1305207" y="2198657"/>
                  </a:lnTo>
                  <a:lnTo>
                    <a:pt x="1305470" y="2202232"/>
                  </a:lnTo>
                  <a:lnTo>
                    <a:pt x="1300215" y="2207268"/>
                  </a:lnTo>
                  <a:lnTo>
                    <a:pt x="1293595" y="2211510"/>
                  </a:lnTo>
                  <a:lnTo>
                    <a:pt x="1289579" y="2216508"/>
                  </a:lnTo>
                  <a:lnTo>
                    <a:pt x="1297135" y="2226580"/>
                  </a:lnTo>
                  <a:lnTo>
                    <a:pt x="1309000" y="2229964"/>
                  </a:lnTo>
                  <a:lnTo>
                    <a:pt x="1313465" y="2228504"/>
                  </a:lnTo>
                  <a:lnTo>
                    <a:pt x="1316229" y="2217181"/>
                  </a:lnTo>
                  <a:lnTo>
                    <a:pt x="1323526" y="2209891"/>
                  </a:lnTo>
                  <a:lnTo>
                    <a:pt x="1333443" y="2211466"/>
                  </a:lnTo>
                  <a:lnTo>
                    <a:pt x="1332032" y="2216038"/>
                  </a:lnTo>
                  <a:lnTo>
                    <a:pt x="1333422" y="2220356"/>
                  </a:lnTo>
                  <a:lnTo>
                    <a:pt x="1337980" y="2227729"/>
                  </a:lnTo>
                  <a:lnTo>
                    <a:pt x="1337458" y="2238290"/>
                  </a:lnTo>
                  <a:lnTo>
                    <a:pt x="1338342" y="2240836"/>
                  </a:lnTo>
                  <a:lnTo>
                    <a:pt x="1327655" y="2245497"/>
                  </a:lnTo>
                  <a:lnTo>
                    <a:pt x="1319692" y="2247079"/>
                  </a:lnTo>
                  <a:lnTo>
                    <a:pt x="1313320" y="2253181"/>
                  </a:lnTo>
                  <a:lnTo>
                    <a:pt x="1316658" y="2256725"/>
                  </a:lnTo>
                  <a:lnTo>
                    <a:pt x="1310168" y="2259837"/>
                  </a:lnTo>
                  <a:lnTo>
                    <a:pt x="1305780" y="2258592"/>
                  </a:lnTo>
                  <a:lnTo>
                    <a:pt x="1303574" y="2259741"/>
                  </a:lnTo>
                  <a:lnTo>
                    <a:pt x="1302912" y="2263488"/>
                  </a:lnTo>
                  <a:lnTo>
                    <a:pt x="1299558" y="2266968"/>
                  </a:lnTo>
                  <a:lnTo>
                    <a:pt x="1304437" y="2277453"/>
                  </a:lnTo>
                  <a:lnTo>
                    <a:pt x="1314436" y="2284298"/>
                  </a:lnTo>
                  <a:lnTo>
                    <a:pt x="1321490" y="2292878"/>
                  </a:lnTo>
                  <a:lnTo>
                    <a:pt x="1349851" y="2304175"/>
                  </a:lnTo>
                  <a:lnTo>
                    <a:pt x="1356724" y="2303851"/>
                  </a:lnTo>
                  <a:lnTo>
                    <a:pt x="1363488" y="2315225"/>
                  </a:lnTo>
                  <a:lnTo>
                    <a:pt x="1368940" y="2319136"/>
                  </a:lnTo>
                  <a:lnTo>
                    <a:pt x="1374191" y="2321124"/>
                  </a:lnTo>
                  <a:lnTo>
                    <a:pt x="1373591" y="2328948"/>
                  </a:lnTo>
                  <a:lnTo>
                    <a:pt x="1364263" y="2334676"/>
                  </a:lnTo>
                  <a:lnTo>
                    <a:pt x="1361742" y="2341509"/>
                  </a:lnTo>
                  <a:lnTo>
                    <a:pt x="1359395" y="2345351"/>
                  </a:lnTo>
                  <a:lnTo>
                    <a:pt x="1355189" y="2340486"/>
                  </a:lnTo>
                  <a:lnTo>
                    <a:pt x="1350869" y="2336962"/>
                  </a:lnTo>
                  <a:lnTo>
                    <a:pt x="1340869" y="2347681"/>
                  </a:lnTo>
                  <a:lnTo>
                    <a:pt x="1336048" y="2349936"/>
                  </a:lnTo>
                  <a:lnTo>
                    <a:pt x="1338440" y="2338378"/>
                  </a:lnTo>
                  <a:lnTo>
                    <a:pt x="1334663" y="2333850"/>
                  </a:lnTo>
                  <a:lnTo>
                    <a:pt x="1328952" y="2322261"/>
                  </a:lnTo>
                  <a:lnTo>
                    <a:pt x="1320632" y="2315091"/>
                  </a:lnTo>
                  <a:lnTo>
                    <a:pt x="1314772" y="2312716"/>
                  </a:lnTo>
                  <a:lnTo>
                    <a:pt x="1310209" y="2308182"/>
                  </a:lnTo>
                  <a:lnTo>
                    <a:pt x="1304685" y="2306347"/>
                  </a:lnTo>
                  <a:lnTo>
                    <a:pt x="1299972" y="2306817"/>
                  </a:lnTo>
                  <a:lnTo>
                    <a:pt x="1291993" y="2304175"/>
                  </a:lnTo>
                  <a:lnTo>
                    <a:pt x="1291466" y="2298009"/>
                  </a:lnTo>
                  <a:lnTo>
                    <a:pt x="1289254" y="2293392"/>
                  </a:lnTo>
                  <a:lnTo>
                    <a:pt x="1283011" y="2287943"/>
                  </a:lnTo>
                  <a:lnTo>
                    <a:pt x="1253183" y="2277649"/>
                  </a:lnTo>
                  <a:lnTo>
                    <a:pt x="1253002" y="2281910"/>
                  </a:lnTo>
                  <a:lnTo>
                    <a:pt x="1255069" y="2285117"/>
                  </a:lnTo>
                  <a:lnTo>
                    <a:pt x="1259353" y="2287251"/>
                  </a:lnTo>
                  <a:lnTo>
                    <a:pt x="1264480" y="2291404"/>
                  </a:lnTo>
                  <a:lnTo>
                    <a:pt x="1264433" y="2303705"/>
                  </a:lnTo>
                  <a:lnTo>
                    <a:pt x="1262216" y="2308912"/>
                  </a:lnTo>
                  <a:lnTo>
                    <a:pt x="1261265" y="2316330"/>
                  </a:lnTo>
                  <a:lnTo>
                    <a:pt x="1259291" y="2323868"/>
                  </a:lnTo>
                  <a:lnTo>
                    <a:pt x="1255643" y="2329811"/>
                  </a:lnTo>
                  <a:lnTo>
                    <a:pt x="1247499" y="2333863"/>
                  </a:lnTo>
                  <a:lnTo>
                    <a:pt x="1243907" y="2330472"/>
                  </a:lnTo>
                  <a:lnTo>
                    <a:pt x="1238099" y="2314240"/>
                  </a:lnTo>
                  <a:lnTo>
                    <a:pt x="1229887" y="2309128"/>
                  </a:lnTo>
                  <a:lnTo>
                    <a:pt x="1216839" y="2308525"/>
                  </a:lnTo>
                  <a:lnTo>
                    <a:pt x="1207976" y="2312195"/>
                  </a:lnTo>
                  <a:lnTo>
                    <a:pt x="1198317" y="2327919"/>
                  </a:lnTo>
                  <a:lnTo>
                    <a:pt x="1190535" y="2330491"/>
                  </a:lnTo>
                  <a:lnTo>
                    <a:pt x="1163895" y="2322343"/>
                  </a:lnTo>
                  <a:lnTo>
                    <a:pt x="1133478" y="2309928"/>
                  </a:lnTo>
                  <a:lnTo>
                    <a:pt x="1134263" y="2305794"/>
                  </a:lnTo>
                  <a:lnTo>
                    <a:pt x="1139049" y="2304467"/>
                  </a:lnTo>
                  <a:lnTo>
                    <a:pt x="1148227" y="2306163"/>
                  </a:lnTo>
                  <a:lnTo>
                    <a:pt x="1147741" y="2301902"/>
                  </a:lnTo>
                  <a:lnTo>
                    <a:pt x="1138361" y="2288032"/>
                  </a:lnTo>
                  <a:lnTo>
                    <a:pt x="1136641" y="2281771"/>
                  </a:lnTo>
                  <a:lnTo>
                    <a:pt x="1137850" y="2274131"/>
                  </a:lnTo>
                  <a:lnTo>
                    <a:pt x="1134791" y="2274303"/>
                  </a:lnTo>
                  <a:lnTo>
                    <a:pt x="1129158" y="2280717"/>
                  </a:lnTo>
                  <a:lnTo>
                    <a:pt x="1109763" y="2275281"/>
                  </a:lnTo>
                  <a:lnTo>
                    <a:pt x="1104410" y="2268784"/>
                  </a:lnTo>
                  <a:lnTo>
                    <a:pt x="1093015" y="2250476"/>
                  </a:lnTo>
                  <a:lnTo>
                    <a:pt x="1076933" y="2249879"/>
                  </a:lnTo>
                  <a:lnTo>
                    <a:pt x="1069657" y="2238779"/>
                  </a:lnTo>
                  <a:lnTo>
                    <a:pt x="1056515" y="2243427"/>
                  </a:lnTo>
                  <a:lnTo>
                    <a:pt x="1049859" y="2248571"/>
                  </a:lnTo>
                  <a:lnTo>
                    <a:pt x="1044009" y="2256541"/>
                  </a:lnTo>
                  <a:lnTo>
                    <a:pt x="1046288" y="2260675"/>
                  </a:lnTo>
                  <a:lnTo>
                    <a:pt x="1052117" y="2267241"/>
                  </a:lnTo>
                  <a:lnTo>
                    <a:pt x="1049456" y="2270410"/>
                  </a:lnTo>
                  <a:lnTo>
                    <a:pt x="1030744" y="2275090"/>
                  </a:lnTo>
                  <a:lnTo>
                    <a:pt x="987304" y="2269857"/>
                  </a:lnTo>
                  <a:lnTo>
                    <a:pt x="974601" y="2264968"/>
                  </a:lnTo>
                  <a:lnTo>
                    <a:pt x="957553" y="2254629"/>
                  </a:lnTo>
                  <a:lnTo>
                    <a:pt x="933921" y="2246202"/>
                  </a:lnTo>
                  <a:lnTo>
                    <a:pt x="922542" y="2244843"/>
                  </a:lnTo>
                  <a:lnTo>
                    <a:pt x="911400" y="2246513"/>
                  </a:lnTo>
                  <a:lnTo>
                    <a:pt x="878978" y="2247377"/>
                  </a:lnTo>
                  <a:lnTo>
                    <a:pt x="871454" y="2249619"/>
                  </a:lnTo>
                  <a:lnTo>
                    <a:pt x="865046" y="2253200"/>
                  </a:lnTo>
                  <a:lnTo>
                    <a:pt x="860891" y="2249238"/>
                  </a:lnTo>
                  <a:lnTo>
                    <a:pt x="858968" y="2242163"/>
                  </a:lnTo>
                  <a:lnTo>
                    <a:pt x="862731" y="2241014"/>
                  </a:lnTo>
                  <a:lnTo>
                    <a:pt x="866916" y="2236854"/>
                  </a:lnTo>
                  <a:lnTo>
                    <a:pt x="870694" y="2228631"/>
                  </a:lnTo>
                  <a:lnTo>
                    <a:pt x="871123" y="2223658"/>
                  </a:lnTo>
                  <a:lnTo>
                    <a:pt x="868482" y="2220413"/>
                  </a:lnTo>
                  <a:lnTo>
                    <a:pt x="863459" y="2220089"/>
                  </a:lnTo>
                  <a:lnTo>
                    <a:pt x="852364" y="2241516"/>
                  </a:lnTo>
                  <a:lnTo>
                    <a:pt x="858705" y="2253524"/>
                  </a:lnTo>
                  <a:lnTo>
                    <a:pt x="858271" y="2257855"/>
                  </a:lnTo>
                  <a:lnTo>
                    <a:pt x="836132" y="2260319"/>
                  </a:lnTo>
                  <a:lnTo>
                    <a:pt x="785881" y="2284495"/>
                  </a:lnTo>
                  <a:lnTo>
                    <a:pt x="766285" y="2297532"/>
                  </a:lnTo>
                  <a:lnTo>
                    <a:pt x="767288" y="2293144"/>
                  </a:lnTo>
                  <a:lnTo>
                    <a:pt x="790982" y="2276246"/>
                  </a:lnTo>
                  <a:lnTo>
                    <a:pt x="782615" y="2273661"/>
                  </a:lnTo>
                  <a:lnTo>
                    <a:pt x="769143" y="2277884"/>
                  </a:lnTo>
                  <a:lnTo>
                    <a:pt x="764311" y="2276259"/>
                  </a:lnTo>
                  <a:lnTo>
                    <a:pt x="770016" y="2262288"/>
                  </a:lnTo>
                  <a:lnTo>
                    <a:pt x="768156" y="2249968"/>
                  </a:lnTo>
                  <a:lnTo>
                    <a:pt x="758591" y="2249631"/>
                  </a:lnTo>
                  <a:lnTo>
                    <a:pt x="752498" y="2259468"/>
                  </a:lnTo>
                  <a:lnTo>
                    <a:pt x="748265" y="2259049"/>
                  </a:lnTo>
                  <a:lnTo>
                    <a:pt x="742720" y="2254832"/>
                  </a:lnTo>
                  <a:lnTo>
                    <a:pt x="738426" y="2256166"/>
                  </a:lnTo>
                  <a:lnTo>
                    <a:pt x="741604" y="2278456"/>
                  </a:lnTo>
                  <a:lnTo>
                    <a:pt x="747630" y="2287626"/>
                  </a:lnTo>
                  <a:lnTo>
                    <a:pt x="752668" y="2299317"/>
                  </a:lnTo>
                  <a:lnTo>
                    <a:pt x="738907" y="2313764"/>
                  </a:lnTo>
                  <a:lnTo>
                    <a:pt x="726127" y="2325684"/>
                  </a:lnTo>
                  <a:lnTo>
                    <a:pt x="724742" y="2337203"/>
                  </a:lnTo>
                  <a:lnTo>
                    <a:pt x="711900" y="2352209"/>
                  </a:lnTo>
                  <a:lnTo>
                    <a:pt x="699818" y="2360719"/>
                  </a:lnTo>
                  <a:lnTo>
                    <a:pt x="671432" y="2380723"/>
                  </a:lnTo>
                  <a:lnTo>
                    <a:pt x="663334" y="2385003"/>
                  </a:lnTo>
                  <a:lnTo>
                    <a:pt x="650523" y="2394287"/>
                  </a:lnTo>
                  <a:lnTo>
                    <a:pt x="632849" y="2401247"/>
                  </a:lnTo>
                  <a:lnTo>
                    <a:pt x="615904" y="2412297"/>
                  </a:lnTo>
                  <a:lnTo>
                    <a:pt x="610189" y="2413973"/>
                  </a:lnTo>
                  <a:lnTo>
                    <a:pt x="621010" y="2404619"/>
                  </a:lnTo>
                  <a:lnTo>
                    <a:pt x="633842" y="2395379"/>
                  </a:lnTo>
                  <a:lnTo>
                    <a:pt x="622834" y="2396643"/>
                  </a:lnTo>
                  <a:lnTo>
                    <a:pt x="605869" y="2392363"/>
                  </a:lnTo>
                  <a:lnTo>
                    <a:pt x="595487" y="2392115"/>
                  </a:lnTo>
                  <a:lnTo>
                    <a:pt x="595414" y="2395487"/>
                  </a:lnTo>
                  <a:lnTo>
                    <a:pt x="587518" y="2400250"/>
                  </a:lnTo>
                  <a:lnTo>
                    <a:pt x="579338" y="2393252"/>
                  </a:lnTo>
                  <a:lnTo>
                    <a:pt x="575772" y="2388546"/>
                  </a:lnTo>
                  <a:lnTo>
                    <a:pt x="574082" y="2384482"/>
                  </a:lnTo>
                  <a:lnTo>
                    <a:pt x="570609" y="2383498"/>
                  </a:lnTo>
                  <a:lnTo>
                    <a:pt x="567271" y="2385384"/>
                  </a:lnTo>
                  <a:lnTo>
                    <a:pt x="579482" y="2414005"/>
                  </a:lnTo>
                  <a:lnTo>
                    <a:pt x="584686" y="2415243"/>
                  </a:lnTo>
                  <a:lnTo>
                    <a:pt x="590443" y="2418088"/>
                  </a:lnTo>
                  <a:lnTo>
                    <a:pt x="583275" y="2424756"/>
                  </a:lnTo>
                  <a:lnTo>
                    <a:pt x="575560" y="2429817"/>
                  </a:lnTo>
                  <a:lnTo>
                    <a:pt x="563426" y="2433177"/>
                  </a:lnTo>
                  <a:lnTo>
                    <a:pt x="553142" y="2422730"/>
                  </a:lnTo>
                  <a:lnTo>
                    <a:pt x="550915" y="2435838"/>
                  </a:lnTo>
                  <a:lnTo>
                    <a:pt x="549613" y="2448926"/>
                  </a:lnTo>
                  <a:lnTo>
                    <a:pt x="546161" y="2452285"/>
                  </a:lnTo>
                  <a:lnTo>
                    <a:pt x="540647" y="2457073"/>
                  </a:lnTo>
                  <a:lnTo>
                    <a:pt x="537655" y="2453460"/>
                  </a:lnTo>
                  <a:lnTo>
                    <a:pt x="536234" y="2448399"/>
                  </a:lnTo>
                  <a:lnTo>
                    <a:pt x="532704" y="2452914"/>
                  </a:lnTo>
                  <a:lnTo>
                    <a:pt x="527536" y="2456305"/>
                  </a:lnTo>
                  <a:lnTo>
                    <a:pt x="519010" y="2456984"/>
                  </a:lnTo>
                  <a:lnTo>
                    <a:pt x="512612" y="2458794"/>
                  </a:lnTo>
                  <a:lnTo>
                    <a:pt x="512762" y="2464217"/>
                  </a:lnTo>
                  <a:lnTo>
                    <a:pt x="514224" y="2469666"/>
                  </a:lnTo>
                  <a:lnTo>
                    <a:pt x="525542" y="2465361"/>
                  </a:lnTo>
                  <a:lnTo>
                    <a:pt x="521438" y="2479376"/>
                  </a:lnTo>
                  <a:lnTo>
                    <a:pt x="511031" y="2493226"/>
                  </a:lnTo>
                  <a:lnTo>
                    <a:pt x="502550" y="2496497"/>
                  </a:lnTo>
                  <a:lnTo>
                    <a:pt x="489579" y="2494471"/>
                  </a:lnTo>
                  <a:lnTo>
                    <a:pt x="486375" y="2495861"/>
                  </a:lnTo>
                  <a:lnTo>
                    <a:pt x="483507" y="2498738"/>
                  </a:lnTo>
                  <a:lnTo>
                    <a:pt x="498618" y="2520406"/>
                  </a:lnTo>
                  <a:lnTo>
                    <a:pt x="488908" y="2553085"/>
                  </a:lnTo>
                  <a:lnTo>
                    <a:pt x="482701" y="2564928"/>
                  </a:lnTo>
                  <a:lnTo>
                    <a:pt x="478396" y="2566446"/>
                  </a:lnTo>
                  <a:lnTo>
                    <a:pt x="473730" y="2566789"/>
                  </a:lnTo>
                  <a:lnTo>
                    <a:pt x="456981" y="2556260"/>
                  </a:lnTo>
                  <a:lnTo>
                    <a:pt x="447845" y="2548119"/>
                  </a:lnTo>
                  <a:lnTo>
                    <a:pt x="455896" y="2570275"/>
                  </a:lnTo>
                  <a:lnTo>
                    <a:pt x="477833" y="2576746"/>
                  </a:lnTo>
                  <a:lnTo>
                    <a:pt x="478955" y="2585129"/>
                  </a:lnTo>
                  <a:lnTo>
                    <a:pt x="478831" y="2592292"/>
                  </a:lnTo>
                  <a:lnTo>
                    <a:pt x="474510" y="2600700"/>
                  </a:lnTo>
                  <a:lnTo>
                    <a:pt x="470469" y="2611870"/>
                  </a:lnTo>
                  <a:lnTo>
                    <a:pt x="473451" y="2619650"/>
                  </a:lnTo>
                  <a:lnTo>
                    <a:pt x="476913" y="2638885"/>
                  </a:lnTo>
                  <a:lnTo>
                    <a:pt x="479874" y="2647712"/>
                  </a:lnTo>
                  <a:lnTo>
                    <a:pt x="483130" y="2674492"/>
                  </a:lnTo>
                  <a:lnTo>
                    <a:pt x="486592" y="2686106"/>
                  </a:lnTo>
                  <a:lnTo>
                    <a:pt x="506535" y="2728851"/>
                  </a:lnTo>
                  <a:lnTo>
                    <a:pt x="513258" y="2729181"/>
                  </a:lnTo>
                  <a:lnTo>
                    <a:pt x="514338" y="2733811"/>
                  </a:lnTo>
                  <a:lnTo>
                    <a:pt x="513697" y="2742688"/>
                  </a:lnTo>
                  <a:lnTo>
                    <a:pt x="499352" y="2745273"/>
                  </a:lnTo>
                  <a:lnTo>
                    <a:pt x="493331" y="2749229"/>
                  </a:lnTo>
                  <a:lnTo>
                    <a:pt x="492158" y="2752665"/>
                  </a:lnTo>
                  <a:lnTo>
                    <a:pt x="491269" y="2754519"/>
                  </a:lnTo>
                  <a:lnTo>
                    <a:pt x="489419" y="2754348"/>
                  </a:lnTo>
                  <a:lnTo>
                    <a:pt x="482577" y="2751877"/>
                  </a:lnTo>
                  <a:lnTo>
                    <a:pt x="467022" y="2739735"/>
                  </a:lnTo>
                  <a:lnTo>
                    <a:pt x="444357" y="2732210"/>
                  </a:lnTo>
                  <a:lnTo>
                    <a:pt x="414575" y="2729295"/>
                  </a:lnTo>
                  <a:lnTo>
                    <a:pt x="394230" y="2723218"/>
                  </a:lnTo>
                  <a:lnTo>
                    <a:pt x="383321" y="2713959"/>
                  </a:lnTo>
                  <a:lnTo>
                    <a:pt x="371916" y="2708473"/>
                  </a:lnTo>
                  <a:lnTo>
                    <a:pt x="360019" y="2706745"/>
                  </a:lnTo>
                  <a:lnTo>
                    <a:pt x="350165" y="2701722"/>
                  </a:lnTo>
                  <a:lnTo>
                    <a:pt x="342351" y="2693403"/>
                  </a:lnTo>
                  <a:lnTo>
                    <a:pt x="330925" y="2688094"/>
                  </a:lnTo>
                  <a:lnTo>
                    <a:pt x="315887" y="2685789"/>
                  </a:lnTo>
                  <a:lnTo>
                    <a:pt x="306099" y="2679553"/>
                  </a:lnTo>
                  <a:lnTo>
                    <a:pt x="299293" y="2664306"/>
                  </a:lnTo>
                  <a:lnTo>
                    <a:pt x="299262" y="2664077"/>
                  </a:lnTo>
                  <a:lnTo>
                    <a:pt x="293170" y="2638586"/>
                  </a:lnTo>
                  <a:lnTo>
                    <a:pt x="285496" y="2622615"/>
                  </a:lnTo>
                  <a:lnTo>
                    <a:pt x="270561" y="2602853"/>
                  </a:lnTo>
                  <a:lnTo>
                    <a:pt x="269186" y="2600249"/>
                  </a:lnTo>
                  <a:lnTo>
                    <a:pt x="269062" y="2596998"/>
                  </a:lnTo>
                  <a:lnTo>
                    <a:pt x="270912" y="2585497"/>
                  </a:lnTo>
                  <a:lnTo>
                    <a:pt x="269336" y="2577229"/>
                  </a:lnTo>
                  <a:lnTo>
                    <a:pt x="264608" y="2570491"/>
                  </a:lnTo>
                  <a:lnTo>
                    <a:pt x="263522" y="2563360"/>
                  </a:lnTo>
                  <a:lnTo>
                    <a:pt x="266086" y="2555854"/>
                  </a:lnTo>
                  <a:lnTo>
                    <a:pt x="266251" y="2546836"/>
                  </a:lnTo>
                  <a:lnTo>
                    <a:pt x="264024" y="2536307"/>
                  </a:lnTo>
                  <a:lnTo>
                    <a:pt x="254500" y="2524921"/>
                  </a:lnTo>
                  <a:lnTo>
                    <a:pt x="237679" y="2512690"/>
                  </a:lnTo>
                  <a:lnTo>
                    <a:pt x="223349" y="2494826"/>
                  </a:lnTo>
                  <a:lnTo>
                    <a:pt x="211520" y="2471343"/>
                  </a:lnTo>
                  <a:lnTo>
                    <a:pt x="199820" y="2455073"/>
                  </a:lnTo>
                  <a:lnTo>
                    <a:pt x="188249" y="2446011"/>
                  </a:lnTo>
                  <a:lnTo>
                    <a:pt x="180338" y="2434949"/>
                  </a:lnTo>
                  <a:lnTo>
                    <a:pt x="176079" y="2421886"/>
                  </a:lnTo>
                  <a:lnTo>
                    <a:pt x="174824" y="2414303"/>
                  </a:lnTo>
                  <a:lnTo>
                    <a:pt x="176560" y="2412208"/>
                  </a:lnTo>
                  <a:lnTo>
                    <a:pt x="169449" y="2397684"/>
                  </a:lnTo>
                  <a:lnTo>
                    <a:pt x="153491" y="2370746"/>
                  </a:lnTo>
                  <a:lnTo>
                    <a:pt x="144324" y="2351047"/>
                  </a:lnTo>
                  <a:lnTo>
                    <a:pt x="141962" y="2338594"/>
                  </a:lnTo>
                  <a:lnTo>
                    <a:pt x="131807" y="2323772"/>
                  </a:lnTo>
                  <a:lnTo>
                    <a:pt x="113865" y="2306582"/>
                  </a:lnTo>
                  <a:lnTo>
                    <a:pt x="104108" y="2295399"/>
                  </a:lnTo>
                  <a:lnTo>
                    <a:pt x="101711" y="2287632"/>
                  </a:lnTo>
                  <a:lnTo>
                    <a:pt x="73712" y="2265044"/>
                  </a:lnTo>
                  <a:lnTo>
                    <a:pt x="65578" y="2250933"/>
                  </a:lnTo>
                  <a:lnTo>
                    <a:pt x="59227" y="2246475"/>
                  </a:lnTo>
                  <a:lnTo>
                    <a:pt x="51935" y="2246958"/>
                  </a:lnTo>
                  <a:lnTo>
                    <a:pt x="48194" y="2245605"/>
                  </a:lnTo>
                  <a:lnTo>
                    <a:pt x="48008" y="2242417"/>
                  </a:lnTo>
                  <a:lnTo>
                    <a:pt x="45646" y="2242265"/>
                  </a:lnTo>
                  <a:lnTo>
                    <a:pt x="41104" y="2245161"/>
                  </a:lnTo>
                  <a:lnTo>
                    <a:pt x="26210" y="2245745"/>
                  </a:lnTo>
                  <a:lnTo>
                    <a:pt x="961" y="2244024"/>
                  </a:lnTo>
                  <a:lnTo>
                    <a:pt x="0" y="2243821"/>
                  </a:lnTo>
                  <a:lnTo>
                    <a:pt x="0" y="0"/>
                  </a:lnTo>
                  <a:lnTo>
                    <a:pt x="1773799" y="0"/>
                  </a:lnTo>
                  <a:lnTo>
                    <a:pt x="1791779" y="9112"/>
                  </a:lnTo>
                  <a:lnTo>
                    <a:pt x="1812321" y="19521"/>
                  </a:lnTo>
                  <a:lnTo>
                    <a:pt x="1817499" y="36825"/>
                  </a:lnTo>
                  <a:lnTo>
                    <a:pt x="1822542" y="53673"/>
                  </a:lnTo>
                  <a:lnTo>
                    <a:pt x="1834568" y="65904"/>
                  </a:lnTo>
                  <a:lnTo>
                    <a:pt x="1845575" y="77074"/>
                  </a:lnTo>
                  <a:lnTo>
                    <a:pt x="1851947" y="76490"/>
                  </a:lnTo>
                  <a:lnTo>
                    <a:pt x="1858412" y="71772"/>
                  </a:lnTo>
                  <a:lnTo>
                    <a:pt x="1862515" y="69498"/>
                  </a:lnTo>
                  <a:lnTo>
                    <a:pt x="1869393" y="69123"/>
                  </a:lnTo>
                  <a:lnTo>
                    <a:pt x="1884690" y="65085"/>
                  </a:lnTo>
                  <a:lnTo>
                    <a:pt x="1889211" y="65967"/>
                  </a:lnTo>
                  <a:lnTo>
                    <a:pt x="1891780" y="67987"/>
                  </a:lnTo>
                  <a:lnTo>
                    <a:pt x="1891992" y="71149"/>
                  </a:lnTo>
                  <a:lnTo>
                    <a:pt x="1891470" y="73664"/>
                  </a:lnTo>
                  <a:lnTo>
                    <a:pt x="1889103" y="78713"/>
                  </a:lnTo>
                  <a:lnTo>
                    <a:pt x="1892839" y="88333"/>
                  </a:lnTo>
                  <a:lnTo>
                    <a:pt x="1893625" y="99021"/>
                  </a:lnTo>
                  <a:lnTo>
                    <a:pt x="1895676" y="107099"/>
                  </a:lnTo>
                  <a:lnTo>
                    <a:pt x="1901939" y="117437"/>
                  </a:lnTo>
                  <a:lnTo>
                    <a:pt x="1907381" y="125515"/>
                  </a:lnTo>
                  <a:lnTo>
                    <a:pt x="1914233" y="127077"/>
                  </a:lnTo>
                  <a:lnTo>
                    <a:pt x="1930093" y="122372"/>
                  </a:lnTo>
                  <a:lnTo>
                    <a:pt x="1940031" y="120593"/>
                  </a:lnTo>
                  <a:lnTo>
                    <a:pt x="1945674" y="121362"/>
                  </a:lnTo>
                  <a:lnTo>
                    <a:pt x="1955327" y="128925"/>
                  </a:lnTo>
                  <a:lnTo>
                    <a:pt x="1960050" y="133472"/>
                  </a:lnTo>
                  <a:lnTo>
                    <a:pt x="1961177" y="137250"/>
                  </a:lnTo>
                  <a:lnTo>
                    <a:pt x="1948139" y="160340"/>
                  </a:lnTo>
                  <a:lnTo>
                    <a:pt x="1968815" y="171797"/>
                  </a:lnTo>
                  <a:lnTo>
                    <a:pt x="1991889" y="184320"/>
                  </a:lnTo>
                  <a:lnTo>
                    <a:pt x="2019402" y="199249"/>
                  </a:lnTo>
                  <a:lnTo>
                    <a:pt x="2036223" y="208388"/>
                  </a:lnTo>
                  <a:lnTo>
                    <a:pt x="2058377" y="221438"/>
                  </a:lnTo>
                  <a:lnTo>
                    <a:pt x="2062170" y="240032"/>
                  </a:lnTo>
                  <a:lnTo>
                    <a:pt x="2065364" y="255723"/>
                  </a:lnTo>
                  <a:lnTo>
                    <a:pt x="2069436" y="277600"/>
                  </a:lnTo>
                  <a:lnTo>
                    <a:pt x="2073585" y="299916"/>
                  </a:lnTo>
                  <a:lnTo>
                    <a:pt x="2077725" y="322148"/>
                  </a:lnTo>
                  <a:lnTo>
                    <a:pt x="2082112" y="345746"/>
                  </a:lnTo>
                  <a:lnTo>
                    <a:pt x="2086934" y="371669"/>
                  </a:lnTo>
                  <a:lnTo>
                    <a:pt x="2091218" y="394676"/>
                  </a:lnTo>
                  <a:lnTo>
                    <a:pt x="2095894" y="419792"/>
                  </a:lnTo>
                  <a:lnTo>
                    <a:pt x="2102111" y="452477"/>
                  </a:lnTo>
                  <a:lnTo>
                    <a:pt x="2096551" y="465070"/>
                  </a:lnTo>
                  <a:lnTo>
                    <a:pt x="2084443" y="492491"/>
                  </a:lnTo>
                  <a:lnTo>
                    <a:pt x="2073498" y="517277"/>
                  </a:lnTo>
                  <a:lnTo>
                    <a:pt x="2072541" y="524465"/>
                  </a:lnTo>
                  <a:lnTo>
                    <a:pt x="2065017" y="560606"/>
                  </a:lnTo>
                  <a:lnTo>
                    <a:pt x="2058987" y="575535"/>
                  </a:lnTo>
                  <a:lnTo>
                    <a:pt x="2048424" y="584204"/>
                  </a:lnTo>
                  <a:lnTo>
                    <a:pt x="2037938" y="592605"/>
                  </a:lnTo>
                  <a:lnTo>
                    <a:pt x="2024859" y="606684"/>
                  </a:lnTo>
                  <a:lnTo>
                    <a:pt x="2010472" y="613638"/>
                  </a:lnTo>
                  <a:lnTo>
                    <a:pt x="2003123" y="617727"/>
                  </a:lnTo>
                  <a:lnTo>
                    <a:pt x="1999273" y="624179"/>
                  </a:lnTo>
                  <a:lnTo>
                    <a:pt x="1995026" y="638322"/>
                  </a:lnTo>
                  <a:lnTo>
                    <a:pt x="1995842" y="659919"/>
                  </a:lnTo>
                  <a:lnTo>
                    <a:pt x="2007692" y="678507"/>
                  </a:lnTo>
                  <a:lnTo>
                    <a:pt x="2025024" y="688902"/>
                  </a:lnTo>
                  <a:lnTo>
                    <a:pt x="2043669" y="699025"/>
                  </a:lnTo>
                  <a:lnTo>
                    <a:pt x="2070232" y="699069"/>
                  </a:lnTo>
                  <a:lnTo>
                    <a:pt x="2094122" y="685562"/>
                  </a:lnTo>
                  <a:lnTo>
                    <a:pt x="2119433" y="671255"/>
                  </a:lnTo>
                  <a:lnTo>
                    <a:pt x="2142001" y="658497"/>
                  </a:lnTo>
                  <a:lnTo>
                    <a:pt x="2168842" y="643326"/>
                  </a:lnTo>
                  <a:lnTo>
                    <a:pt x="2193151" y="629577"/>
                  </a:lnTo>
                  <a:lnTo>
                    <a:pt x="2219548" y="624637"/>
                  </a:lnTo>
                  <a:lnTo>
                    <a:pt x="2256125" y="617797"/>
                  </a:lnTo>
                  <a:lnTo>
                    <a:pt x="2302169" y="609180"/>
                  </a:lnTo>
                  <a:lnTo>
                    <a:pt x="2324587" y="599368"/>
                  </a:lnTo>
                  <a:lnTo>
                    <a:pt x="2353557" y="586687"/>
                  </a:lnTo>
                  <a:lnTo>
                    <a:pt x="2386977" y="572055"/>
                  </a:lnTo>
                  <a:lnTo>
                    <a:pt x="2415818" y="559431"/>
                  </a:lnTo>
                  <a:lnTo>
                    <a:pt x="2430319" y="552433"/>
                  </a:lnTo>
                  <a:lnTo>
                    <a:pt x="2440633" y="544450"/>
                  </a:lnTo>
                  <a:lnTo>
                    <a:pt x="2443191" y="538544"/>
                  </a:lnTo>
                  <a:lnTo>
                    <a:pt x="2442582" y="535153"/>
                  </a:lnTo>
                  <a:lnTo>
                    <a:pt x="2439920" y="531756"/>
                  </a:lnTo>
                  <a:lnTo>
                    <a:pt x="2436241" y="529247"/>
                  </a:lnTo>
                  <a:lnTo>
                    <a:pt x="2432970" y="527114"/>
                  </a:lnTo>
                  <a:lnTo>
                    <a:pt x="2431435" y="524472"/>
                  </a:lnTo>
                  <a:lnTo>
                    <a:pt x="2431130" y="518693"/>
                  </a:lnTo>
                  <a:lnTo>
                    <a:pt x="2429125" y="515372"/>
                  </a:lnTo>
                  <a:lnTo>
                    <a:pt x="2427213" y="512927"/>
                  </a:lnTo>
                  <a:lnTo>
                    <a:pt x="2427936" y="490561"/>
                  </a:lnTo>
                  <a:lnTo>
                    <a:pt x="2425414" y="483626"/>
                  </a:lnTo>
                  <a:lnTo>
                    <a:pt x="2416014" y="466048"/>
                  </a:lnTo>
                  <a:lnTo>
                    <a:pt x="2433941" y="458167"/>
                  </a:lnTo>
                  <a:lnTo>
                    <a:pt x="2450550" y="450858"/>
                  </a:lnTo>
                  <a:lnTo>
                    <a:pt x="2463795" y="445448"/>
                  </a:lnTo>
                  <a:lnTo>
                    <a:pt x="2491541" y="444597"/>
                  </a:lnTo>
                  <a:lnTo>
                    <a:pt x="2517307" y="444705"/>
                  </a:lnTo>
                  <a:lnTo>
                    <a:pt x="2552820" y="444851"/>
                  </a:lnTo>
                  <a:lnTo>
                    <a:pt x="2582741" y="444971"/>
                  </a:lnTo>
                  <a:lnTo>
                    <a:pt x="2617649" y="445117"/>
                  </a:lnTo>
                  <a:lnTo>
                    <a:pt x="2638113" y="445200"/>
                  </a:lnTo>
                  <a:lnTo>
                    <a:pt x="2664928" y="444946"/>
                  </a:lnTo>
                  <a:lnTo>
                    <a:pt x="2677997" y="424656"/>
                  </a:lnTo>
                  <a:lnTo>
                    <a:pt x="2689676" y="406513"/>
                  </a:lnTo>
                  <a:lnTo>
                    <a:pt x="2702539" y="389177"/>
                  </a:lnTo>
                  <a:lnTo>
                    <a:pt x="2725406" y="368824"/>
                  </a:lnTo>
                  <a:lnTo>
                    <a:pt x="2732047" y="365166"/>
                  </a:lnTo>
                  <a:lnTo>
                    <a:pt x="2735710" y="357139"/>
                  </a:lnTo>
                  <a:lnTo>
                    <a:pt x="2749570" y="349512"/>
                  </a:lnTo>
                  <a:lnTo>
                    <a:pt x="2764841" y="342438"/>
                  </a:lnTo>
                  <a:lnTo>
                    <a:pt x="2770830" y="335802"/>
                  </a:lnTo>
                  <a:lnTo>
                    <a:pt x="2773729" y="332023"/>
                  </a:lnTo>
                  <a:lnTo>
                    <a:pt x="2815076" y="296232"/>
                  </a:lnTo>
                  <a:lnTo>
                    <a:pt x="2838559" y="279702"/>
                  </a:lnTo>
                  <a:lnTo>
                    <a:pt x="2857953" y="270501"/>
                  </a:lnTo>
                  <a:lnTo>
                    <a:pt x="2872717" y="266106"/>
                  </a:lnTo>
                  <a:lnTo>
                    <a:pt x="2882686" y="266735"/>
                  </a:lnTo>
                  <a:lnTo>
                    <a:pt x="2888355" y="2661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g3868"/>
            <p:cNvSpPr/>
            <p:nvPr/>
          </p:nvSpPr>
          <p:spPr>
            <a:xfrm>
              <a:off x="5359282" y="3307053"/>
              <a:ext cx="225302" cy="75760"/>
            </a:xfrm>
            <a:custGeom>
              <a:avLst/>
              <a:gdLst/>
              <a:ahLst/>
              <a:cxnLst/>
              <a:rect l="0" t="0" r="0" b="0"/>
              <a:pathLst>
                <a:path w="225302" h="75760">
                  <a:moveTo>
                    <a:pt x="153584" y="30132"/>
                  </a:moveTo>
                  <a:lnTo>
                    <a:pt x="160385" y="30983"/>
                  </a:lnTo>
                  <a:lnTo>
                    <a:pt x="166235" y="28513"/>
                  </a:lnTo>
                  <a:lnTo>
                    <a:pt x="171775" y="23521"/>
                  </a:lnTo>
                  <a:lnTo>
                    <a:pt x="184637" y="16771"/>
                  </a:lnTo>
                  <a:lnTo>
                    <a:pt x="195598" y="13818"/>
                  </a:lnTo>
                  <a:lnTo>
                    <a:pt x="199050" y="13208"/>
                  </a:lnTo>
                  <a:lnTo>
                    <a:pt x="204275" y="17946"/>
                  </a:lnTo>
                  <a:lnTo>
                    <a:pt x="214641" y="14142"/>
                  </a:lnTo>
                  <a:lnTo>
                    <a:pt x="225302" y="12008"/>
                  </a:lnTo>
                  <a:lnTo>
                    <a:pt x="179185" y="33669"/>
                  </a:lnTo>
                  <a:lnTo>
                    <a:pt x="169754" y="36108"/>
                  </a:lnTo>
                  <a:lnTo>
                    <a:pt x="156261" y="42560"/>
                  </a:lnTo>
                  <a:lnTo>
                    <a:pt x="143507" y="47132"/>
                  </a:lnTo>
                  <a:lnTo>
                    <a:pt x="134324" y="48796"/>
                  </a:lnTo>
                  <a:lnTo>
                    <a:pt x="88662" y="64875"/>
                  </a:lnTo>
                  <a:lnTo>
                    <a:pt x="85040" y="65224"/>
                  </a:lnTo>
                  <a:lnTo>
                    <a:pt x="81122" y="63656"/>
                  </a:lnTo>
                  <a:lnTo>
                    <a:pt x="43512" y="71937"/>
                  </a:lnTo>
                  <a:lnTo>
                    <a:pt x="28076" y="72870"/>
                  </a:lnTo>
                  <a:lnTo>
                    <a:pt x="14020" y="75760"/>
                  </a:lnTo>
                  <a:lnTo>
                    <a:pt x="24417" y="69092"/>
                  </a:lnTo>
                  <a:lnTo>
                    <a:pt x="24644" y="66596"/>
                  </a:lnTo>
                  <a:lnTo>
                    <a:pt x="22159" y="64646"/>
                  </a:lnTo>
                  <a:lnTo>
                    <a:pt x="16598" y="65212"/>
                  </a:lnTo>
                  <a:lnTo>
                    <a:pt x="10903" y="72076"/>
                  </a:lnTo>
                  <a:lnTo>
                    <a:pt x="1813" y="74369"/>
                  </a:lnTo>
                  <a:lnTo>
                    <a:pt x="0" y="66895"/>
                  </a:lnTo>
                  <a:lnTo>
                    <a:pt x="3033" y="61109"/>
                  </a:lnTo>
                  <a:lnTo>
                    <a:pt x="7141" y="55623"/>
                  </a:lnTo>
                  <a:lnTo>
                    <a:pt x="16169" y="46999"/>
                  </a:lnTo>
                  <a:lnTo>
                    <a:pt x="29083" y="41531"/>
                  </a:lnTo>
                  <a:lnTo>
                    <a:pt x="35646" y="36806"/>
                  </a:lnTo>
                  <a:lnTo>
                    <a:pt x="40194" y="40966"/>
                  </a:lnTo>
                  <a:lnTo>
                    <a:pt x="41191" y="35346"/>
                  </a:lnTo>
                  <a:lnTo>
                    <a:pt x="44690" y="32101"/>
                  </a:lnTo>
                  <a:lnTo>
                    <a:pt x="48493" y="30354"/>
                  </a:lnTo>
                  <a:lnTo>
                    <a:pt x="57640" y="30310"/>
                  </a:lnTo>
                  <a:lnTo>
                    <a:pt x="62565" y="29427"/>
                  </a:lnTo>
                  <a:lnTo>
                    <a:pt x="66126" y="27560"/>
                  </a:lnTo>
                  <a:lnTo>
                    <a:pt x="69779" y="27211"/>
                  </a:lnTo>
                  <a:lnTo>
                    <a:pt x="79784" y="29757"/>
                  </a:lnTo>
                  <a:lnTo>
                    <a:pt x="89556" y="29027"/>
                  </a:lnTo>
                  <a:lnTo>
                    <a:pt x="97447" y="25509"/>
                  </a:lnTo>
                  <a:lnTo>
                    <a:pt x="105648" y="24328"/>
                  </a:lnTo>
                  <a:lnTo>
                    <a:pt x="127343" y="23534"/>
                  </a:lnTo>
                  <a:lnTo>
                    <a:pt x="148902" y="20962"/>
                  </a:lnTo>
                  <a:lnTo>
                    <a:pt x="157522" y="16390"/>
                  </a:lnTo>
                  <a:lnTo>
                    <a:pt x="175630" y="3575"/>
                  </a:lnTo>
                  <a:lnTo>
                    <a:pt x="186048" y="0"/>
                  </a:lnTo>
                  <a:lnTo>
                    <a:pt x="169826" y="14891"/>
                  </a:lnTo>
                  <a:lnTo>
                    <a:pt x="161108" y="217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g3869"/>
            <p:cNvSpPr/>
            <p:nvPr/>
          </p:nvSpPr>
          <p:spPr>
            <a:xfrm>
              <a:off x="5954108" y="2877417"/>
              <a:ext cx="23756" cy="26893"/>
            </a:xfrm>
            <a:custGeom>
              <a:avLst/>
              <a:gdLst/>
              <a:ahLst/>
              <a:cxnLst/>
              <a:rect l="0" t="0" r="0" b="0"/>
              <a:pathLst>
                <a:path w="23756" h="26893">
                  <a:moveTo>
                    <a:pt x="17596" y="18663"/>
                  </a:moveTo>
                  <a:lnTo>
                    <a:pt x="10841" y="17558"/>
                  </a:lnTo>
                  <a:lnTo>
                    <a:pt x="10981" y="24423"/>
                  </a:lnTo>
                  <a:lnTo>
                    <a:pt x="10226" y="26893"/>
                  </a:lnTo>
                  <a:lnTo>
                    <a:pt x="2744" y="23363"/>
                  </a:lnTo>
                  <a:lnTo>
                    <a:pt x="0" y="21089"/>
                  </a:lnTo>
                  <a:lnTo>
                    <a:pt x="237" y="11995"/>
                  </a:lnTo>
                  <a:lnTo>
                    <a:pt x="6847" y="3397"/>
                  </a:lnTo>
                  <a:lnTo>
                    <a:pt x="11885" y="0"/>
                  </a:lnTo>
                  <a:lnTo>
                    <a:pt x="18381" y="2355"/>
                  </a:lnTo>
                  <a:lnTo>
                    <a:pt x="23368" y="11983"/>
                  </a:lnTo>
                  <a:lnTo>
                    <a:pt x="23756" y="1612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g3870"/>
            <p:cNvSpPr/>
            <p:nvPr/>
          </p:nvSpPr>
          <p:spPr>
            <a:xfrm>
              <a:off x="5337706" y="3371376"/>
              <a:ext cx="17833" cy="18174"/>
            </a:xfrm>
            <a:custGeom>
              <a:avLst/>
              <a:gdLst/>
              <a:ahLst/>
              <a:cxnLst/>
              <a:rect l="0" t="0" r="0" b="0"/>
              <a:pathLst>
                <a:path w="17833" h="18174">
                  <a:moveTo>
                    <a:pt x="0" y="18174"/>
                  </a:moveTo>
                  <a:lnTo>
                    <a:pt x="5048" y="5702"/>
                  </a:lnTo>
                  <a:lnTo>
                    <a:pt x="14330" y="0"/>
                  </a:lnTo>
                  <a:lnTo>
                    <a:pt x="17689" y="1187"/>
                  </a:lnTo>
                  <a:lnTo>
                    <a:pt x="17833" y="5594"/>
                  </a:lnTo>
                  <a:lnTo>
                    <a:pt x="16531" y="9360"/>
                  </a:lnTo>
                  <a:lnTo>
                    <a:pt x="10304" y="15164"/>
                  </a:lnTo>
                  <a:lnTo>
                    <a:pt x="5054" y="176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g3871"/>
            <p:cNvSpPr/>
            <p:nvPr/>
          </p:nvSpPr>
          <p:spPr>
            <a:xfrm>
              <a:off x="5698253" y="3267490"/>
              <a:ext cx="33791" cy="16879"/>
            </a:xfrm>
            <a:custGeom>
              <a:avLst/>
              <a:gdLst/>
              <a:ahLst/>
              <a:cxnLst/>
              <a:rect l="0" t="0" r="0" b="0"/>
              <a:pathLst>
                <a:path w="33791" h="16879">
                  <a:moveTo>
                    <a:pt x="4645" y="16879"/>
                  </a:moveTo>
                  <a:lnTo>
                    <a:pt x="0" y="12776"/>
                  </a:lnTo>
                  <a:lnTo>
                    <a:pt x="7270" y="10878"/>
                  </a:lnTo>
                  <a:lnTo>
                    <a:pt x="16454" y="1130"/>
                  </a:lnTo>
                  <a:lnTo>
                    <a:pt x="22562" y="0"/>
                  </a:lnTo>
                  <a:lnTo>
                    <a:pt x="32158" y="5518"/>
                  </a:lnTo>
                  <a:lnTo>
                    <a:pt x="33791" y="1052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g3872"/>
            <p:cNvSpPr/>
            <p:nvPr/>
          </p:nvSpPr>
          <p:spPr>
            <a:xfrm>
              <a:off x="5643532" y="3241859"/>
              <a:ext cx="12087" cy="24671"/>
            </a:xfrm>
            <a:custGeom>
              <a:avLst/>
              <a:gdLst/>
              <a:ahLst/>
              <a:cxnLst/>
              <a:rect l="0" t="0" r="0" b="0"/>
              <a:pathLst>
                <a:path w="12087" h="24671">
                  <a:moveTo>
                    <a:pt x="5855" y="24671"/>
                  </a:moveTo>
                  <a:lnTo>
                    <a:pt x="0" y="24048"/>
                  </a:lnTo>
                  <a:lnTo>
                    <a:pt x="2971" y="19248"/>
                  </a:lnTo>
                  <a:lnTo>
                    <a:pt x="4103" y="12199"/>
                  </a:lnTo>
                  <a:lnTo>
                    <a:pt x="6991" y="4457"/>
                  </a:lnTo>
                  <a:lnTo>
                    <a:pt x="8655" y="2089"/>
                  </a:lnTo>
                  <a:lnTo>
                    <a:pt x="12087" y="0"/>
                  </a:lnTo>
                  <a:lnTo>
                    <a:pt x="11095" y="211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g3873"/>
            <p:cNvSpPr/>
            <p:nvPr/>
          </p:nvSpPr>
          <p:spPr>
            <a:xfrm>
              <a:off x="5761346" y="3275262"/>
              <a:ext cx="27001" cy="19248"/>
            </a:xfrm>
            <a:custGeom>
              <a:avLst/>
              <a:gdLst/>
              <a:ahLst/>
              <a:cxnLst/>
              <a:rect l="0" t="0" r="0" b="0"/>
              <a:pathLst>
                <a:path w="27001" h="19248">
                  <a:moveTo>
                    <a:pt x="18836" y="19248"/>
                  </a:moveTo>
                  <a:lnTo>
                    <a:pt x="0" y="14453"/>
                  </a:lnTo>
                  <a:lnTo>
                    <a:pt x="15498" y="10389"/>
                  </a:lnTo>
                  <a:lnTo>
                    <a:pt x="18030" y="8973"/>
                  </a:lnTo>
                  <a:lnTo>
                    <a:pt x="20050" y="2997"/>
                  </a:lnTo>
                  <a:lnTo>
                    <a:pt x="20303" y="0"/>
                  </a:lnTo>
                  <a:lnTo>
                    <a:pt x="26190" y="12853"/>
                  </a:lnTo>
                  <a:lnTo>
                    <a:pt x="27001" y="1715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g3874"/>
            <p:cNvSpPr/>
            <p:nvPr/>
          </p:nvSpPr>
          <p:spPr>
            <a:xfrm>
              <a:off x="5180933" y="3984239"/>
              <a:ext cx="8624" cy="14377"/>
            </a:xfrm>
            <a:custGeom>
              <a:avLst/>
              <a:gdLst/>
              <a:ahLst/>
              <a:cxnLst/>
              <a:rect l="0" t="0" r="0" b="0"/>
              <a:pathLst>
                <a:path w="8624" h="14377">
                  <a:moveTo>
                    <a:pt x="7028" y="14377"/>
                  </a:moveTo>
                  <a:lnTo>
                    <a:pt x="0" y="0"/>
                  </a:lnTo>
                  <a:lnTo>
                    <a:pt x="7229" y="4648"/>
                  </a:lnTo>
                  <a:lnTo>
                    <a:pt x="8521" y="8515"/>
                  </a:lnTo>
                  <a:lnTo>
                    <a:pt x="8624" y="117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g3875"/>
            <p:cNvSpPr/>
            <p:nvPr/>
          </p:nvSpPr>
          <p:spPr>
            <a:xfrm>
              <a:off x="5183801" y="4007259"/>
              <a:ext cx="24727" cy="72349"/>
            </a:xfrm>
            <a:custGeom>
              <a:avLst/>
              <a:gdLst/>
              <a:ahLst/>
              <a:cxnLst/>
              <a:rect l="0" t="0" r="0" b="0"/>
              <a:pathLst>
                <a:path w="24727" h="72349">
                  <a:moveTo>
                    <a:pt x="1250" y="72349"/>
                  </a:moveTo>
                  <a:lnTo>
                    <a:pt x="0" y="71213"/>
                  </a:lnTo>
                  <a:lnTo>
                    <a:pt x="16267" y="63796"/>
                  </a:lnTo>
                  <a:lnTo>
                    <a:pt x="21399" y="37670"/>
                  </a:lnTo>
                  <a:lnTo>
                    <a:pt x="22102" y="25623"/>
                  </a:lnTo>
                  <a:lnTo>
                    <a:pt x="19663" y="4388"/>
                  </a:lnTo>
                  <a:lnTo>
                    <a:pt x="19745" y="0"/>
                  </a:lnTo>
                  <a:lnTo>
                    <a:pt x="22391" y="6845"/>
                  </a:lnTo>
                  <a:lnTo>
                    <a:pt x="24727" y="26658"/>
                  </a:lnTo>
                  <a:lnTo>
                    <a:pt x="23849" y="41683"/>
                  </a:lnTo>
                  <a:lnTo>
                    <a:pt x="19130" y="63573"/>
                  </a:lnTo>
                  <a:lnTo>
                    <a:pt x="15446" y="6880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g3876"/>
            <p:cNvSpPr/>
            <p:nvPr/>
          </p:nvSpPr>
          <p:spPr>
            <a:xfrm>
              <a:off x="5152676" y="4082556"/>
              <a:ext cx="21404" cy="9277"/>
            </a:xfrm>
            <a:custGeom>
              <a:avLst/>
              <a:gdLst/>
              <a:ahLst/>
              <a:cxnLst/>
              <a:rect l="0" t="0" r="0" b="0"/>
              <a:pathLst>
                <a:path w="21404" h="9277">
                  <a:moveTo>
                    <a:pt x="2170" y="9277"/>
                  </a:moveTo>
                  <a:lnTo>
                    <a:pt x="0" y="8725"/>
                  </a:lnTo>
                  <a:lnTo>
                    <a:pt x="12619" y="2089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g3877"/>
            <p:cNvSpPr/>
            <p:nvPr/>
          </p:nvSpPr>
          <p:spPr>
            <a:xfrm>
              <a:off x="5095061" y="4115235"/>
              <a:ext cx="33993" cy="39982"/>
            </a:xfrm>
            <a:custGeom>
              <a:avLst/>
              <a:gdLst/>
              <a:ahLst/>
              <a:cxnLst/>
              <a:rect l="0" t="0" r="0" b="0"/>
              <a:pathLst>
                <a:path w="33993" h="39982">
                  <a:moveTo>
                    <a:pt x="0" y="39982"/>
                  </a:moveTo>
                  <a:lnTo>
                    <a:pt x="9689" y="23744"/>
                  </a:lnTo>
                  <a:lnTo>
                    <a:pt x="28825" y="3149"/>
                  </a:lnTo>
                  <a:lnTo>
                    <a:pt x="33993" y="0"/>
                  </a:lnTo>
                  <a:lnTo>
                    <a:pt x="18081" y="17590"/>
                  </a:lnTo>
                  <a:lnTo>
                    <a:pt x="2635" y="3848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g3878"/>
            <p:cNvSpPr/>
            <p:nvPr/>
          </p:nvSpPr>
          <p:spPr>
            <a:xfrm>
              <a:off x="4494680" y="5206518"/>
              <a:ext cx="17373" cy="15672"/>
            </a:xfrm>
            <a:custGeom>
              <a:avLst/>
              <a:gdLst/>
              <a:ahLst/>
              <a:cxnLst/>
              <a:rect l="0" t="0" r="0" b="0"/>
              <a:pathLst>
                <a:path w="17373" h="15672">
                  <a:moveTo>
                    <a:pt x="13601" y="15672"/>
                  </a:moveTo>
                  <a:lnTo>
                    <a:pt x="5968" y="13183"/>
                  </a:lnTo>
                  <a:lnTo>
                    <a:pt x="1798" y="8725"/>
                  </a:lnTo>
                  <a:lnTo>
                    <a:pt x="0" y="0"/>
                  </a:lnTo>
                  <a:lnTo>
                    <a:pt x="6645" y="9239"/>
                  </a:lnTo>
                  <a:lnTo>
                    <a:pt x="9028" y="11329"/>
                  </a:lnTo>
                  <a:lnTo>
                    <a:pt x="17373" y="122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g3879"/>
            <p:cNvSpPr/>
            <p:nvPr/>
          </p:nvSpPr>
          <p:spPr>
            <a:xfrm>
              <a:off x="4498091" y="5186660"/>
              <a:ext cx="9033" cy="26938"/>
            </a:xfrm>
            <a:custGeom>
              <a:avLst/>
              <a:gdLst/>
              <a:ahLst/>
              <a:cxnLst/>
              <a:rect l="0" t="0" r="0" b="0"/>
              <a:pathLst>
                <a:path w="9033" h="26938">
                  <a:moveTo>
                    <a:pt x="8883" y="26938"/>
                  </a:moveTo>
                  <a:lnTo>
                    <a:pt x="3550" y="14142"/>
                  </a:lnTo>
                  <a:lnTo>
                    <a:pt x="0" y="0"/>
                  </a:lnTo>
                  <a:lnTo>
                    <a:pt x="5079" y="4578"/>
                  </a:lnTo>
                  <a:lnTo>
                    <a:pt x="9033" y="19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g3880"/>
            <p:cNvSpPr/>
            <p:nvPr/>
          </p:nvSpPr>
          <p:spPr>
            <a:xfrm>
              <a:off x="4666217" y="5362642"/>
              <a:ext cx="34236" cy="51158"/>
            </a:xfrm>
            <a:custGeom>
              <a:avLst/>
              <a:gdLst/>
              <a:ahLst/>
              <a:cxnLst/>
              <a:rect l="0" t="0" r="0" b="0"/>
              <a:pathLst>
                <a:path w="34236" h="51158">
                  <a:moveTo>
                    <a:pt x="0" y="51158"/>
                  </a:moveTo>
                  <a:lnTo>
                    <a:pt x="2330" y="45036"/>
                  </a:lnTo>
                  <a:lnTo>
                    <a:pt x="10531" y="31948"/>
                  </a:lnTo>
                  <a:lnTo>
                    <a:pt x="13182" y="25788"/>
                  </a:lnTo>
                  <a:lnTo>
                    <a:pt x="18722" y="21883"/>
                  </a:lnTo>
                  <a:lnTo>
                    <a:pt x="23880" y="14821"/>
                  </a:lnTo>
                  <a:lnTo>
                    <a:pt x="24267" y="6585"/>
                  </a:lnTo>
                  <a:lnTo>
                    <a:pt x="31760" y="825"/>
                  </a:lnTo>
                  <a:lnTo>
                    <a:pt x="34236" y="0"/>
                  </a:lnTo>
                  <a:lnTo>
                    <a:pt x="21032" y="267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g3881"/>
            <p:cNvSpPr/>
            <p:nvPr/>
          </p:nvSpPr>
          <p:spPr>
            <a:xfrm>
              <a:off x="3456939" y="4803878"/>
              <a:ext cx="26706" cy="20480"/>
            </a:xfrm>
            <a:custGeom>
              <a:avLst/>
              <a:gdLst/>
              <a:ahLst/>
              <a:cxnLst/>
              <a:rect l="0" t="0" r="0" b="0"/>
              <a:pathLst>
                <a:path w="26706" h="20480">
                  <a:moveTo>
                    <a:pt x="18603" y="20480"/>
                  </a:moveTo>
                  <a:lnTo>
                    <a:pt x="1100" y="9214"/>
                  </a:lnTo>
                  <a:lnTo>
                    <a:pt x="0" y="4375"/>
                  </a:lnTo>
                  <a:lnTo>
                    <a:pt x="8635" y="0"/>
                  </a:lnTo>
                  <a:lnTo>
                    <a:pt x="13906" y="387"/>
                  </a:lnTo>
                  <a:lnTo>
                    <a:pt x="22241" y="6109"/>
                  </a:lnTo>
                  <a:lnTo>
                    <a:pt x="25290" y="7703"/>
                  </a:lnTo>
                  <a:lnTo>
                    <a:pt x="26706" y="10020"/>
                  </a:lnTo>
                  <a:lnTo>
                    <a:pt x="25900" y="13646"/>
                  </a:lnTo>
                  <a:lnTo>
                    <a:pt x="22536" y="18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g3882"/>
            <p:cNvSpPr/>
            <p:nvPr/>
          </p:nvSpPr>
          <p:spPr>
            <a:xfrm>
              <a:off x="2924653" y="5000397"/>
              <a:ext cx="20774" cy="30399"/>
            </a:xfrm>
            <a:custGeom>
              <a:avLst/>
              <a:gdLst/>
              <a:ahLst/>
              <a:cxnLst/>
              <a:rect l="0" t="0" r="0" b="0"/>
              <a:pathLst>
                <a:path w="20774" h="30399">
                  <a:moveTo>
                    <a:pt x="0" y="30399"/>
                  </a:moveTo>
                  <a:lnTo>
                    <a:pt x="5121" y="19749"/>
                  </a:lnTo>
                  <a:lnTo>
                    <a:pt x="6072" y="15482"/>
                  </a:lnTo>
                  <a:lnTo>
                    <a:pt x="14469" y="2006"/>
                  </a:lnTo>
                  <a:lnTo>
                    <a:pt x="18903" y="0"/>
                  </a:lnTo>
                  <a:lnTo>
                    <a:pt x="20774" y="5734"/>
                  </a:lnTo>
                  <a:lnTo>
                    <a:pt x="12138" y="15202"/>
                  </a:lnTo>
                  <a:lnTo>
                    <a:pt x="2294" y="300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g3883"/>
            <p:cNvSpPr/>
            <p:nvPr/>
          </p:nvSpPr>
          <p:spPr>
            <a:xfrm>
              <a:off x="2949515" y="4968054"/>
              <a:ext cx="42075" cy="30323"/>
            </a:xfrm>
            <a:custGeom>
              <a:avLst/>
              <a:gdLst/>
              <a:ahLst/>
              <a:cxnLst/>
              <a:rect l="0" t="0" r="0" b="0"/>
              <a:pathLst>
                <a:path w="42075" h="30323">
                  <a:moveTo>
                    <a:pt x="0" y="30323"/>
                  </a:moveTo>
                  <a:lnTo>
                    <a:pt x="4816" y="23299"/>
                  </a:lnTo>
                  <a:lnTo>
                    <a:pt x="12645" y="19756"/>
                  </a:lnTo>
                  <a:lnTo>
                    <a:pt x="29822" y="6261"/>
                  </a:lnTo>
                  <a:lnTo>
                    <a:pt x="36830" y="5334"/>
                  </a:lnTo>
                  <a:lnTo>
                    <a:pt x="40478" y="685"/>
                  </a:lnTo>
                  <a:lnTo>
                    <a:pt x="42075" y="0"/>
                  </a:lnTo>
                  <a:lnTo>
                    <a:pt x="41042" y="5696"/>
                  </a:lnTo>
                  <a:lnTo>
                    <a:pt x="27223" y="13786"/>
                  </a:lnTo>
                  <a:lnTo>
                    <a:pt x="3886" y="297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g3884"/>
            <p:cNvSpPr/>
            <p:nvPr/>
          </p:nvSpPr>
          <p:spPr>
            <a:xfrm>
              <a:off x="2887740" y="5040830"/>
              <a:ext cx="34318" cy="75366"/>
            </a:xfrm>
            <a:custGeom>
              <a:avLst/>
              <a:gdLst/>
              <a:ahLst/>
              <a:cxnLst/>
              <a:rect l="0" t="0" r="0" b="0"/>
              <a:pathLst>
                <a:path w="34318" h="75366">
                  <a:moveTo>
                    <a:pt x="0" y="75366"/>
                  </a:moveTo>
                  <a:lnTo>
                    <a:pt x="909" y="64215"/>
                  </a:lnTo>
                  <a:lnTo>
                    <a:pt x="9503" y="38877"/>
                  </a:lnTo>
                  <a:lnTo>
                    <a:pt x="26965" y="5575"/>
                  </a:lnTo>
                  <a:lnTo>
                    <a:pt x="34318" y="0"/>
                  </a:lnTo>
                  <a:lnTo>
                    <a:pt x="14175" y="36521"/>
                  </a:lnTo>
                  <a:lnTo>
                    <a:pt x="3302" y="6788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g3885"/>
            <p:cNvSpPr/>
            <p:nvPr/>
          </p:nvSpPr>
          <p:spPr>
            <a:xfrm>
              <a:off x="3130649" y="4843237"/>
              <a:ext cx="34081" cy="26658"/>
            </a:xfrm>
            <a:custGeom>
              <a:avLst/>
              <a:gdLst/>
              <a:ahLst/>
              <a:cxnLst/>
              <a:rect l="0" t="0" r="0" b="0"/>
              <a:pathLst>
                <a:path w="34081" h="26658">
                  <a:moveTo>
                    <a:pt x="0" y="26658"/>
                  </a:moveTo>
                  <a:lnTo>
                    <a:pt x="23068" y="6655"/>
                  </a:lnTo>
                  <a:lnTo>
                    <a:pt x="27905" y="0"/>
                  </a:lnTo>
                  <a:lnTo>
                    <a:pt x="34081" y="292"/>
                  </a:lnTo>
                  <a:lnTo>
                    <a:pt x="23781" y="11500"/>
                  </a:lnTo>
                  <a:lnTo>
                    <a:pt x="5286" y="254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g3886"/>
            <p:cNvSpPr/>
            <p:nvPr/>
          </p:nvSpPr>
          <p:spPr>
            <a:xfrm>
              <a:off x="2885373" y="5122184"/>
              <a:ext cx="25027" cy="140921"/>
            </a:xfrm>
            <a:custGeom>
              <a:avLst/>
              <a:gdLst/>
              <a:ahLst/>
              <a:cxnLst/>
              <a:rect l="0" t="0" r="0" b="0"/>
              <a:pathLst>
                <a:path w="25027" h="140921">
                  <a:moveTo>
                    <a:pt x="23564" y="140921"/>
                  </a:moveTo>
                  <a:lnTo>
                    <a:pt x="14800" y="112719"/>
                  </a:lnTo>
                  <a:lnTo>
                    <a:pt x="537" y="48898"/>
                  </a:lnTo>
                  <a:lnTo>
                    <a:pt x="0" y="12522"/>
                  </a:lnTo>
                  <a:lnTo>
                    <a:pt x="2242" y="0"/>
                  </a:lnTo>
                  <a:lnTo>
                    <a:pt x="5922" y="51374"/>
                  </a:lnTo>
                  <a:lnTo>
                    <a:pt x="21688" y="116618"/>
                  </a:lnTo>
                  <a:lnTo>
                    <a:pt x="25027" y="13488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g3887"/>
            <p:cNvSpPr/>
            <p:nvPr/>
          </p:nvSpPr>
          <p:spPr>
            <a:xfrm>
              <a:off x="5637481" y="3252585"/>
              <a:ext cx="5178" cy="13666"/>
            </a:xfrm>
            <a:custGeom>
              <a:avLst/>
              <a:gdLst/>
              <a:ahLst/>
              <a:cxnLst/>
              <a:rect l="0" t="0" r="0" b="0"/>
              <a:pathLst>
                <a:path w="5178" h="13666">
                  <a:moveTo>
                    <a:pt x="1095" y="13666"/>
                  </a:moveTo>
                  <a:lnTo>
                    <a:pt x="0" y="7385"/>
                  </a:lnTo>
                  <a:lnTo>
                    <a:pt x="2056" y="165"/>
                  </a:lnTo>
                  <a:lnTo>
                    <a:pt x="4139" y="0"/>
                  </a:lnTo>
                  <a:lnTo>
                    <a:pt x="5178" y="3841"/>
                  </a:lnTo>
                  <a:lnTo>
                    <a:pt x="4030" y="112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g3888"/>
            <p:cNvSpPr/>
            <p:nvPr/>
          </p:nvSpPr>
          <p:spPr>
            <a:xfrm>
              <a:off x="5335877" y="3489988"/>
              <a:ext cx="15498" cy="28227"/>
            </a:xfrm>
            <a:custGeom>
              <a:avLst/>
              <a:gdLst/>
              <a:ahLst/>
              <a:cxnLst/>
              <a:rect l="0" t="0" r="0" b="0"/>
              <a:pathLst>
                <a:path w="15498" h="28227">
                  <a:moveTo>
                    <a:pt x="284" y="28227"/>
                  </a:moveTo>
                  <a:lnTo>
                    <a:pt x="0" y="24442"/>
                  </a:lnTo>
                  <a:lnTo>
                    <a:pt x="15498" y="0"/>
                  </a:lnTo>
                  <a:lnTo>
                    <a:pt x="12697" y="854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g3889"/>
            <p:cNvSpPr/>
            <p:nvPr/>
          </p:nvSpPr>
          <p:spPr>
            <a:xfrm>
              <a:off x="5216776" y="3678353"/>
              <a:ext cx="29698" cy="55407"/>
            </a:xfrm>
            <a:custGeom>
              <a:avLst/>
              <a:gdLst/>
              <a:ahLst/>
              <a:cxnLst/>
              <a:rect l="0" t="0" r="0" b="0"/>
              <a:pathLst>
                <a:path w="29698" h="55407">
                  <a:moveTo>
                    <a:pt x="0" y="55407"/>
                  </a:moveTo>
                  <a:lnTo>
                    <a:pt x="16143" y="29364"/>
                  </a:lnTo>
                  <a:lnTo>
                    <a:pt x="25518" y="7544"/>
                  </a:lnTo>
                  <a:lnTo>
                    <a:pt x="29698" y="0"/>
                  </a:lnTo>
                  <a:lnTo>
                    <a:pt x="25642" y="15291"/>
                  </a:lnTo>
                  <a:lnTo>
                    <a:pt x="18552" y="29351"/>
                  </a:lnTo>
                  <a:lnTo>
                    <a:pt x="4811" y="53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g3890"/>
            <p:cNvSpPr/>
            <p:nvPr/>
          </p:nvSpPr>
          <p:spPr>
            <a:xfrm>
              <a:off x="5079677" y="4146288"/>
              <a:ext cx="13513" cy="6191"/>
            </a:xfrm>
            <a:custGeom>
              <a:avLst/>
              <a:gdLst/>
              <a:ahLst/>
              <a:cxnLst/>
              <a:rect l="0" t="0" r="0" b="0"/>
              <a:pathLst>
                <a:path w="13513" h="6191">
                  <a:moveTo>
                    <a:pt x="11157" y="6191"/>
                  </a:moveTo>
                  <a:lnTo>
                    <a:pt x="6997" y="4756"/>
                  </a:lnTo>
                  <a:lnTo>
                    <a:pt x="1266" y="2013"/>
                  </a:lnTo>
                  <a:lnTo>
                    <a:pt x="0" y="0"/>
                  </a:lnTo>
                  <a:lnTo>
                    <a:pt x="5467" y="730"/>
                  </a:lnTo>
                  <a:lnTo>
                    <a:pt x="13513" y="58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g3891"/>
            <p:cNvSpPr/>
            <p:nvPr/>
          </p:nvSpPr>
          <p:spPr>
            <a:xfrm>
              <a:off x="4577198" y="5440364"/>
              <a:ext cx="10779" cy="15615"/>
            </a:xfrm>
            <a:custGeom>
              <a:avLst/>
              <a:gdLst/>
              <a:ahLst/>
              <a:cxnLst/>
              <a:rect l="0" t="0" r="0" b="0"/>
              <a:pathLst>
                <a:path w="10779" h="15615">
                  <a:moveTo>
                    <a:pt x="6020" y="15615"/>
                  </a:moveTo>
                  <a:lnTo>
                    <a:pt x="4511" y="14790"/>
                  </a:lnTo>
                  <a:lnTo>
                    <a:pt x="4511" y="10890"/>
                  </a:lnTo>
                  <a:lnTo>
                    <a:pt x="0" y="2260"/>
                  </a:lnTo>
                  <a:lnTo>
                    <a:pt x="170" y="0"/>
                  </a:lnTo>
                  <a:lnTo>
                    <a:pt x="10516" y="8446"/>
                  </a:lnTo>
                  <a:lnTo>
                    <a:pt x="10779" y="10713"/>
                  </a:lnTo>
                  <a:lnTo>
                    <a:pt x="9193" y="129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g3892"/>
            <p:cNvSpPr/>
            <p:nvPr/>
          </p:nvSpPr>
          <p:spPr>
            <a:xfrm>
              <a:off x="4637878" y="5427841"/>
              <a:ext cx="6681" cy="5543"/>
            </a:xfrm>
            <a:custGeom>
              <a:avLst/>
              <a:gdLst/>
              <a:ahLst/>
              <a:cxnLst/>
              <a:rect l="0" t="0" r="0" b="0"/>
              <a:pathLst>
                <a:path w="6681" h="5543">
                  <a:moveTo>
                    <a:pt x="0" y="5543"/>
                  </a:moveTo>
                  <a:lnTo>
                    <a:pt x="1002" y="3695"/>
                  </a:lnTo>
                  <a:lnTo>
                    <a:pt x="5178" y="0"/>
                  </a:lnTo>
                  <a:lnTo>
                    <a:pt x="6681" y="1435"/>
                  </a:lnTo>
                  <a:lnTo>
                    <a:pt x="6516" y="3283"/>
                  </a:lnTo>
                  <a:lnTo>
                    <a:pt x="2005" y="55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g3893"/>
            <p:cNvSpPr/>
            <p:nvPr/>
          </p:nvSpPr>
          <p:spPr>
            <a:xfrm>
              <a:off x="4657267" y="5415509"/>
              <a:ext cx="5348" cy="5550"/>
            </a:xfrm>
            <a:custGeom>
              <a:avLst/>
              <a:gdLst/>
              <a:ahLst/>
              <a:cxnLst/>
              <a:rect l="0" t="0" r="0" b="0"/>
              <a:pathLst>
                <a:path w="5348" h="5550">
                  <a:moveTo>
                    <a:pt x="0" y="5550"/>
                  </a:moveTo>
                  <a:lnTo>
                    <a:pt x="4175" y="0"/>
                  </a:lnTo>
                  <a:lnTo>
                    <a:pt x="5348" y="412"/>
                  </a:lnTo>
                  <a:lnTo>
                    <a:pt x="2842" y="493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g3894"/>
            <p:cNvSpPr/>
            <p:nvPr/>
          </p:nvSpPr>
          <p:spPr>
            <a:xfrm>
              <a:off x="4607290" y="5439132"/>
              <a:ext cx="21895" cy="8630"/>
            </a:xfrm>
            <a:custGeom>
              <a:avLst/>
              <a:gdLst/>
              <a:ahLst/>
              <a:cxnLst/>
              <a:rect l="0" t="0" r="0" b="0"/>
              <a:pathLst>
                <a:path w="21895" h="8630">
                  <a:moveTo>
                    <a:pt x="5012" y="8630"/>
                  </a:moveTo>
                  <a:lnTo>
                    <a:pt x="0" y="6369"/>
                  </a:lnTo>
                  <a:lnTo>
                    <a:pt x="5513" y="3289"/>
                  </a:lnTo>
                  <a:lnTo>
                    <a:pt x="21895" y="0"/>
                  </a:lnTo>
                  <a:lnTo>
                    <a:pt x="15709" y="4108"/>
                  </a:lnTo>
                  <a:lnTo>
                    <a:pt x="9860" y="555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g3895"/>
            <p:cNvSpPr/>
            <p:nvPr/>
          </p:nvSpPr>
          <p:spPr>
            <a:xfrm>
              <a:off x="4570537" y="4631229"/>
              <a:ext cx="6945" cy="31688"/>
            </a:xfrm>
            <a:custGeom>
              <a:avLst/>
              <a:gdLst/>
              <a:ahLst/>
              <a:cxnLst/>
              <a:rect l="0" t="0" r="0" b="0"/>
              <a:pathLst>
                <a:path w="6945" h="31688">
                  <a:moveTo>
                    <a:pt x="2237" y="31688"/>
                  </a:moveTo>
                  <a:lnTo>
                    <a:pt x="201" y="20467"/>
                  </a:lnTo>
                  <a:lnTo>
                    <a:pt x="0" y="9570"/>
                  </a:lnTo>
                  <a:lnTo>
                    <a:pt x="3565" y="3124"/>
                  </a:lnTo>
                  <a:lnTo>
                    <a:pt x="694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g3896"/>
            <p:cNvSpPr/>
            <p:nvPr/>
          </p:nvSpPr>
          <p:spPr>
            <a:xfrm>
              <a:off x="4554992" y="5448277"/>
              <a:ext cx="10567" cy="12891"/>
            </a:xfrm>
            <a:custGeom>
              <a:avLst/>
              <a:gdLst/>
              <a:ahLst/>
              <a:cxnLst/>
              <a:rect l="0" t="0" r="0" b="0"/>
              <a:pathLst>
                <a:path w="10567" h="12891">
                  <a:moveTo>
                    <a:pt x="0" y="12891"/>
                  </a:moveTo>
                  <a:lnTo>
                    <a:pt x="5529" y="7772"/>
                  </a:lnTo>
                  <a:lnTo>
                    <a:pt x="7322" y="0"/>
                  </a:lnTo>
                  <a:lnTo>
                    <a:pt x="10567" y="6070"/>
                  </a:lnTo>
                  <a:lnTo>
                    <a:pt x="10505" y="9754"/>
                  </a:lnTo>
                  <a:lnTo>
                    <a:pt x="6857" y="116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g3897"/>
            <p:cNvSpPr/>
            <p:nvPr/>
          </p:nvSpPr>
          <p:spPr>
            <a:xfrm>
              <a:off x="4681421" y="5037121"/>
              <a:ext cx="28195" cy="83983"/>
            </a:xfrm>
            <a:custGeom>
              <a:avLst/>
              <a:gdLst/>
              <a:ahLst/>
              <a:cxnLst/>
              <a:rect l="0" t="0" r="0" b="0"/>
              <a:pathLst>
                <a:path w="28195" h="83983">
                  <a:moveTo>
                    <a:pt x="28195" y="83983"/>
                  </a:moveTo>
                  <a:lnTo>
                    <a:pt x="18464" y="61770"/>
                  </a:lnTo>
                  <a:lnTo>
                    <a:pt x="6438" y="26938"/>
                  </a:lnTo>
                  <a:lnTo>
                    <a:pt x="0" y="0"/>
                  </a:lnTo>
                  <a:lnTo>
                    <a:pt x="4356" y="7283"/>
                  </a:lnTo>
                  <a:lnTo>
                    <a:pt x="8614" y="22359"/>
                  </a:lnTo>
                  <a:lnTo>
                    <a:pt x="26474" y="744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g3898"/>
            <p:cNvSpPr/>
            <p:nvPr/>
          </p:nvSpPr>
          <p:spPr>
            <a:xfrm>
              <a:off x="4535949" y="5462902"/>
              <a:ext cx="7699" cy="4470"/>
            </a:xfrm>
            <a:custGeom>
              <a:avLst/>
              <a:gdLst/>
              <a:ahLst/>
              <a:cxnLst/>
              <a:rect l="0" t="0" r="0" b="0"/>
              <a:pathLst>
                <a:path w="7699" h="4470">
                  <a:moveTo>
                    <a:pt x="232" y="4470"/>
                  </a:moveTo>
                  <a:lnTo>
                    <a:pt x="0" y="2457"/>
                  </a:lnTo>
                  <a:lnTo>
                    <a:pt x="4630" y="0"/>
                  </a:lnTo>
                  <a:lnTo>
                    <a:pt x="7699" y="165"/>
                  </a:lnTo>
                  <a:lnTo>
                    <a:pt x="7586" y="2889"/>
                  </a:lnTo>
                  <a:lnTo>
                    <a:pt x="2919" y="41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g3899"/>
            <p:cNvSpPr/>
            <p:nvPr/>
          </p:nvSpPr>
          <p:spPr>
            <a:xfrm>
              <a:off x="3781115" y="4789697"/>
              <a:ext cx="7508" cy="12059"/>
            </a:xfrm>
            <a:custGeom>
              <a:avLst/>
              <a:gdLst/>
              <a:ahLst/>
              <a:cxnLst/>
              <a:rect l="0" t="0" r="0" b="0"/>
              <a:pathLst>
                <a:path w="7508" h="12059">
                  <a:moveTo>
                    <a:pt x="0" y="12059"/>
                  </a:moveTo>
                  <a:lnTo>
                    <a:pt x="263" y="9462"/>
                  </a:lnTo>
                  <a:lnTo>
                    <a:pt x="4490" y="2648"/>
                  </a:lnTo>
                  <a:lnTo>
                    <a:pt x="7508" y="0"/>
                  </a:lnTo>
                  <a:lnTo>
                    <a:pt x="5746" y="52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g3900"/>
            <p:cNvSpPr/>
            <p:nvPr/>
          </p:nvSpPr>
          <p:spPr>
            <a:xfrm>
              <a:off x="3804479" y="4723202"/>
              <a:ext cx="17435" cy="7734"/>
            </a:xfrm>
            <a:custGeom>
              <a:avLst/>
              <a:gdLst/>
              <a:ahLst/>
              <a:cxnLst/>
              <a:rect l="0" t="0" r="0" b="0"/>
              <a:pathLst>
                <a:path w="17435" h="7734">
                  <a:moveTo>
                    <a:pt x="16107" y="7734"/>
                  </a:moveTo>
                  <a:lnTo>
                    <a:pt x="6733" y="5029"/>
                  </a:lnTo>
                  <a:lnTo>
                    <a:pt x="1033" y="2514"/>
                  </a:lnTo>
                  <a:lnTo>
                    <a:pt x="0" y="0"/>
                  </a:lnTo>
                  <a:lnTo>
                    <a:pt x="15756" y="4565"/>
                  </a:lnTo>
                  <a:lnTo>
                    <a:pt x="17435" y="62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g3901"/>
            <p:cNvSpPr/>
            <p:nvPr/>
          </p:nvSpPr>
          <p:spPr>
            <a:xfrm>
              <a:off x="3847510" y="4721970"/>
              <a:ext cx="25921" cy="5569"/>
            </a:xfrm>
            <a:custGeom>
              <a:avLst/>
              <a:gdLst/>
              <a:ahLst/>
              <a:cxnLst/>
              <a:rect l="0" t="0" r="0" b="0"/>
              <a:pathLst>
                <a:path w="25921" h="5569">
                  <a:moveTo>
                    <a:pt x="16609" y="5569"/>
                  </a:moveTo>
                  <a:lnTo>
                    <a:pt x="2806" y="5308"/>
                  </a:lnTo>
                  <a:lnTo>
                    <a:pt x="0" y="4330"/>
                  </a:lnTo>
                  <a:lnTo>
                    <a:pt x="5539" y="2470"/>
                  </a:lnTo>
                  <a:lnTo>
                    <a:pt x="21895" y="0"/>
                  </a:lnTo>
                  <a:lnTo>
                    <a:pt x="25921" y="27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g3902"/>
            <p:cNvSpPr/>
            <p:nvPr/>
          </p:nvSpPr>
          <p:spPr>
            <a:xfrm>
              <a:off x="3738952" y="4735636"/>
              <a:ext cx="16650" cy="17044"/>
            </a:xfrm>
            <a:custGeom>
              <a:avLst/>
              <a:gdLst/>
              <a:ahLst/>
              <a:cxnLst/>
              <a:rect l="0" t="0" r="0" b="0"/>
              <a:pathLst>
                <a:path w="16650" h="17044">
                  <a:moveTo>
                    <a:pt x="12862" y="17044"/>
                  </a:moveTo>
                  <a:lnTo>
                    <a:pt x="7679" y="14034"/>
                  </a:lnTo>
                  <a:lnTo>
                    <a:pt x="0" y="13761"/>
                  </a:lnTo>
                  <a:lnTo>
                    <a:pt x="3379" y="11697"/>
                  </a:lnTo>
                  <a:lnTo>
                    <a:pt x="5751" y="9684"/>
                  </a:lnTo>
                  <a:lnTo>
                    <a:pt x="6935" y="7518"/>
                  </a:lnTo>
                  <a:lnTo>
                    <a:pt x="16650" y="0"/>
                  </a:lnTo>
                  <a:lnTo>
                    <a:pt x="13896" y="5518"/>
                  </a:lnTo>
                  <a:lnTo>
                    <a:pt x="12490" y="10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g3903"/>
            <p:cNvSpPr/>
            <p:nvPr/>
          </p:nvSpPr>
          <p:spPr>
            <a:xfrm>
              <a:off x="3789234" y="4750191"/>
              <a:ext cx="5746" cy="36527"/>
            </a:xfrm>
            <a:custGeom>
              <a:avLst/>
              <a:gdLst/>
              <a:ahLst/>
              <a:cxnLst/>
              <a:rect l="0" t="0" r="0" b="0"/>
              <a:pathLst>
                <a:path w="5746" h="36527">
                  <a:moveTo>
                    <a:pt x="1188" y="36527"/>
                  </a:moveTo>
                  <a:lnTo>
                    <a:pt x="4118" y="16695"/>
                  </a:lnTo>
                  <a:lnTo>
                    <a:pt x="0" y="0"/>
                  </a:lnTo>
                  <a:lnTo>
                    <a:pt x="4340" y="7328"/>
                  </a:lnTo>
                  <a:lnTo>
                    <a:pt x="5746" y="16047"/>
                  </a:lnTo>
                  <a:lnTo>
                    <a:pt x="4175" y="323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g3904"/>
            <p:cNvSpPr/>
            <p:nvPr/>
          </p:nvSpPr>
          <p:spPr>
            <a:xfrm>
              <a:off x="4186131" y="4792371"/>
              <a:ext cx="40173" cy="16358"/>
            </a:xfrm>
            <a:custGeom>
              <a:avLst/>
              <a:gdLst/>
              <a:ahLst/>
              <a:cxnLst/>
              <a:rect l="0" t="0" r="0" b="0"/>
              <a:pathLst>
                <a:path w="40173" h="16358">
                  <a:moveTo>
                    <a:pt x="11482" y="16358"/>
                  </a:moveTo>
                  <a:lnTo>
                    <a:pt x="0" y="12954"/>
                  </a:lnTo>
                  <a:lnTo>
                    <a:pt x="7136" y="12307"/>
                  </a:lnTo>
                  <a:lnTo>
                    <a:pt x="12299" y="13685"/>
                  </a:lnTo>
                  <a:lnTo>
                    <a:pt x="25373" y="6991"/>
                  </a:lnTo>
                  <a:lnTo>
                    <a:pt x="32231" y="1924"/>
                  </a:lnTo>
                  <a:lnTo>
                    <a:pt x="40173" y="0"/>
                  </a:lnTo>
                  <a:lnTo>
                    <a:pt x="22102" y="116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g3905"/>
            <p:cNvSpPr/>
            <p:nvPr/>
          </p:nvSpPr>
          <p:spPr>
            <a:xfrm>
              <a:off x="5923277" y="2903466"/>
              <a:ext cx="8449" cy="10395"/>
            </a:xfrm>
            <a:custGeom>
              <a:avLst/>
              <a:gdLst/>
              <a:ahLst/>
              <a:cxnLst/>
              <a:rect l="0" t="0" r="0" b="0"/>
              <a:pathLst>
                <a:path w="8449" h="10395">
                  <a:moveTo>
                    <a:pt x="4428" y="10395"/>
                  </a:moveTo>
                  <a:lnTo>
                    <a:pt x="139" y="9563"/>
                  </a:lnTo>
                  <a:lnTo>
                    <a:pt x="0" y="3149"/>
                  </a:lnTo>
                  <a:lnTo>
                    <a:pt x="1297" y="971"/>
                  </a:lnTo>
                  <a:lnTo>
                    <a:pt x="2780" y="0"/>
                  </a:lnTo>
                  <a:lnTo>
                    <a:pt x="4981" y="1803"/>
                  </a:lnTo>
                  <a:lnTo>
                    <a:pt x="8449" y="7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g3906"/>
            <p:cNvSpPr/>
            <p:nvPr/>
          </p:nvSpPr>
          <p:spPr>
            <a:xfrm>
              <a:off x="2399291" y="4782381"/>
              <a:ext cx="513697" cy="755524"/>
            </a:xfrm>
            <a:custGeom>
              <a:avLst/>
              <a:gdLst/>
              <a:ahLst/>
              <a:cxnLst/>
              <a:rect l="0" t="0" r="0" b="0"/>
              <a:pathLst>
                <a:path w="513697" h="755524">
                  <a:moveTo>
                    <a:pt x="961" y="1759"/>
                  </a:moveTo>
                  <a:lnTo>
                    <a:pt x="26210" y="3480"/>
                  </a:lnTo>
                  <a:lnTo>
                    <a:pt x="41104" y="2895"/>
                  </a:lnTo>
                  <a:lnTo>
                    <a:pt x="45646" y="0"/>
                  </a:lnTo>
                  <a:lnTo>
                    <a:pt x="48008" y="152"/>
                  </a:lnTo>
                  <a:lnTo>
                    <a:pt x="48194" y="3340"/>
                  </a:lnTo>
                  <a:lnTo>
                    <a:pt x="51935" y="4692"/>
                  </a:lnTo>
                  <a:lnTo>
                    <a:pt x="59227" y="4210"/>
                  </a:lnTo>
                  <a:lnTo>
                    <a:pt x="65578" y="8668"/>
                  </a:lnTo>
                  <a:lnTo>
                    <a:pt x="73712" y="22778"/>
                  </a:lnTo>
                  <a:lnTo>
                    <a:pt x="101747" y="45379"/>
                  </a:lnTo>
                  <a:lnTo>
                    <a:pt x="104108" y="53133"/>
                  </a:lnTo>
                  <a:lnTo>
                    <a:pt x="113865" y="64316"/>
                  </a:lnTo>
                  <a:lnTo>
                    <a:pt x="131807" y="81507"/>
                  </a:lnTo>
                  <a:lnTo>
                    <a:pt x="141962" y="96329"/>
                  </a:lnTo>
                  <a:lnTo>
                    <a:pt x="144324" y="108782"/>
                  </a:lnTo>
                  <a:lnTo>
                    <a:pt x="153491" y="128481"/>
                  </a:lnTo>
                  <a:lnTo>
                    <a:pt x="169449" y="155419"/>
                  </a:lnTo>
                  <a:lnTo>
                    <a:pt x="176560" y="169942"/>
                  </a:lnTo>
                  <a:lnTo>
                    <a:pt x="174824" y="172038"/>
                  </a:lnTo>
                  <a:lnTo>
                    <a:pt x="176079" y="179620"/>
                  </a:lnTo>
                  <a:lnTo>
                    <a:pt x="180338" y="192683"/>
                  </a:lnTo>
                  <a:lnTo>
                    <a:pt x="188249" y="203745"/>
                  </a:lnTo>
                  <a:lnTo>
                    <a:pt x="199820" y="212807"/>
                  </a:lnTo>
                  <a:lnTo>
                    <a:pt x="211520" y="229077"/>
                  </a:lnTo>
                  <a:lnTo>
                    <a:pt x="223349" y="252561"/>
                  </a:lnTo>
                  <a:lnTo>
                    <a:pt x="237679" y="270425"/>
                  </a:lnTo>
                  <a:lnTo>
                    <a:pt x="254500" y="282655"/>
                  </a:lnTo>
                  <a:lnTo>
                    <a:pt x="264024" y="294042"/>
                  </a:lnTo>
                  <a:lnTo>
                    <a:pt x="266251" y="304571"/>
                  </a:lnTo>
                  <a:lnTo>
                    <a:pt x="266086" y="313588"/>
                  </a:lnTo>
                  <a:lnTo>
                    <a:pt x="263522" y="321094"/>
                  </a:lnTo>
                  <a:lnTo>
                    <a:pt x="264608" y="328226"/>
                  </a:lnTo>
                  <a:lnTo>
                    <a:pt x="269336" y="334964"/>
                  </a:lnTo>
                  <a:lnTo>
                    <a:pt x="270912" y="343232"/>
                  </a:lnTo>
                  <a:lnTo>
                    <a:pt x="269062" y="354732"/>
                  </a:lnTo>
                  <a:lnTo>
                    <a:pt x="269191" y="357990"/>
                  </a:lnTo>
                  <a:lnTo>
                    <a:pt x="270561" y="360587"/>
                  </a:lnTo>
                  <a:lnTo>
                    <a:pt x="285496" y="380350"/>
                  </a:lnTo>
                  <a:lnTo>
                    <a:pt x="293170" y="396321"/>
                  </a:lnTo>
                  <a:lnTo>
                    <a:pt x="299262" y="421811"/>
                  </a:lnTo>
                  <a:lnTo>
                    <a:pt x="299293" y="422040"/>
                  </a:lnTo>
                  <a:lnTo>
                    <a:pt x="306099" y="437287"/>
                  </a:lnTo>
                  <a:lnTo>
                    <a:pt x="315887" y="443523"/>
                  </a:lnTo>
                  <a:lnTo>
                    <a:pt x="330925" y="445829"/>
                  </a:lnTo>
                  <a:lnTo>
                    <a:pt x="342351" y="451138"/>
                  </a:lnTo>
                  <a:lnTo>
                    <a:pt x="350165" y="459457"/>
                  </a:lnTo>
                  <a:lnTo>
                    <a:pt x="360019" y="464480"/>
                  </a:lnTo>
                  <a:lnTo>
                    <a:pt x="371916" y="466207"/>
                  </a:lnTo>
                  <a:lnTo>
                    <a:pt x="383321" y="471694"/>
                  </a:lnTo>
                  <a:lnTo>
                    <a:pt x="394230" y="480953"/>
                  </a:lnTo>
                  <a:lnTo>
                    <a:pt x="414575" y="487030"/>
                  </a:lnTo>
                  <a:lnTo>
                    <a:pt x="444357" y="489945"/>
                  </a:lnTo>
                  <a:lnTo>
                    <a:pt x="467022" y="497470"/>
                  </a:lnTo>
                  <a:lnTo>
                    <a:pt x="482577" y="509612"/>
                  </a:lnTo>
                  <a:lnTo>
                    <a:pt x="489419" y="512082"/>
                  </a:lnTo>
                  <a:lnTo>
                    <a:pt x="491269" y="512254"/>
                  </a:lnTo>
                  <a:lnTo>
                    <a:pt x="492158" y="510399"/>
                  </a:lnTo>
                  <a:lnTo>
                    <a:pt x="493331" y="506964"/>
                  </a:lnTo>
                  <a:lnTo>
                    <a:pt x="499352" y="503008"/>
                  </a:lnTo>
                  <a:lnTo>
                    <a:pt x="513697" y="500423"/>
                  </a:lnTo>
                  <a:lnTo>
                    <a:pt x="511770" y="527285"/>
                  </a:lnTo>
                  <a:lnTo>
                    <a:pt x="505372" y="549327"/>
                  </a:lnTo>
                  <a:lnTo>
                    <a:pt x="484293" y="595152"/>
                  </a:lnTo>
                  <a:lnTo>
                    <a:pt x="475508" y="623576"/>
                  </a:lnTo>
                  <a:lnTo>
                    <a:pt x="458511" y="704804"/>
                  </a:lnTo>
                  <a:lnTo>
                    <a:pt x="453534" y="755524"/>
                  </a:lnTo>
                  <a:lnTo>
                    <a:pt x="0" y="755524"/>
                  </a:lnTo>
                  <a:lnTo>
                    <a:pt x="0" y="15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g3907"/>
            <p:cNvSpPr/>
            <p:nvPr/>
          </p:nvSpPr>
          <p:spPr>
            <a:xfrm>
              <a:off x="4173090" y="2540116"/>
              <a:ext cx="1519164" cy="699069"/>
            </a:xfrm>
            <a:custGeom>
              <a:avLst/>
              <a:gdLst/>
              <a:ahLst/>
              <a:cxnLst/>
              <a:rect l="0" t="0" r="0" b="0"/>
              <a:pathLst>
                <a:path w="1519164" h="699069">
                  <a:moveTo>
                    <a:pt x="1509975" y="5632"/>
                  </a:moveTo>
                  <a:lnTo>
                    <a:pt x="1494849" y="16263"/>
                  </a:lnTo>
                  <a:lnTo>
                    <a:pt x="1478746" y="33041"/>
                  </a:lnTo>
                  <a:lnTo>
                    <a:pt x="1440965" y="45729"/>
                  </a:lnTo>
                  <a:lnTo>
                    <a:pt x="1426940" y="48955"/>
                  </a:lnTo>
                  <a:lnTo>
                    <a:pt x="1413994" y="47234"/>
                  </a:lnTo>
                  <a:lnTo>
                    <a:pt x="1398238" y="57559"/>
                  </a:lnTo>
                  <a:lnTo>
                    <a:pt x="1379593" y="63872"/>
                  </a:lnTo>
                  <a:lnTo>
                    <a:pt x="1374089" y="73474"/>
                  </a:lnTo>
                  <a:lnTo>
                    <a:pt x="1329270" y="99193"/>
                  </a:lnTo>
                  <a:lnTo>
                    <a:pt x="1312066" y="102431"/>
                  </a:lnTo>
                  <a:lnTo>
                    <a:pt x="1297426" y="109283"/>
                  </a:lnTo>
                  <a:lnTo>
                    <a:pt x="1293095" y="120917"/>
                  </a:lnTo>
                  <a:lnTo>
                    <a:pt x="1280026" y="127934"/>
                  </a:lnTo>
                  <a:lnTo>
                    <a:pt x="1276399" y="133307"/>
                  </a:lnTo>
                  <a:lnTo>
                    <a:pt x="1265407" y="149583"/>
                  </a:lnTo>
                  <a:lnTo>
                    <a:pt x="1244974" y="170603"/>
                  </a:lnTo>
                  <a:lnTo>
                    <a:pt x="1220075" y="174121"/>
                  </a:lnTo>
                  <a:lnTo>
                    <a:pt x="1210975" y="181436"/>
                  </a:lnTo>
                  <a:lnTo>
                    <a:pt x="1200438" y="193242"/>
                  </a:lnTo>
                  <a:lnTo>
                    <a:pt x="1185576" y="201345"/>
                  </a:lnTo>
                  <a:lnTo>
                    <a:pt x="1156233" y="197547"/>
                  </a:lnTo>
                  <a:lnTo>
                    <a:pt x="1163370" y="202513"/>
                  </a:lnTo>
                  <a:lnTo>
                    <a:pt x="1189622" y="210255"/>
                  </a:lnTo>
                  <a:lnTo>
                    <a:pt x="1192351" y="221730"/>
                  </a:lnTo>
                  <a:lnTo>
                    <a:pt x="1179199" y="224473"/>
                  </a:lnTo>
                  <a:lnTo>
                    <a:pt x="1151660" y="239771"/>
                  </a:lnTo>
                  <a:lnTo>
                    <a:pt x="1114556" y="266113"/>
                  </a:lnTo>
                  <a:lnTo>
                    <a:pt x="1108887" y="266735"/>
                  </a:lnTo>
                  <a:lnTo>
                    <a:pt x="1098918" y="266106"/>
                  </a:lnTo>
                  <a:lnTo>
                    <a:pt x="1084154" y="270501"/>
                  </a:lnTo>
                  <a:lnTo>
                    <a:pt x="1064759" y="279702"/>
                  </a:lnTo>
                  <a:lnTo>
                    <a:pt x="1041277" y="296232"/>
                  </a:lnTo>
                  <a:lnTo>
                    <a:pt x="999930" y="332023"/>
                  </a:lnTo>
                  <a:lnTo>
                    <a:pt x="997031" y="335802"/>
                  </a:lnTo>
                  <a:lnTo>
                    <a:pt x="991042" y="342438"/>
                  </a:lnTo>
                  <a:lnTo>
                    <a:pt x="975771" y="349512"/>
                  </a:lnTo>
                  <a:lnTo>
                    <a:pt x="961911" y="357139"/>
                  </a:lnTo>
                  <a:lnTo>
                    <a:pt x="958248" y="365166"/>
                  </a:lnTo>
                  <a:lnTo>
                    <a:pt x="951607" y="368824"/>
                  </a:lnTo>
                  <a:lnTo>
                    <a:pt x="928740" y="389177"/>
                  </a:lnTo>
                  <a:lnTo>
                    <a:pt x="915877" y="406513"/>
                  </a:lnTo>
                  <a:lnTo>
                    <a:pt x="904198" y="424656"/>
                  </a:lnTo>
                  <a:lnTo>
                    <a:pt x="891129" y="444946"/>
                  </a:lnTo>
                  <a:lnTo>
                    <a:pt x="864314" y="445200"/>
                  </a:lnTo>
                  <a:lnTo>
                    <a:pt x="843850" y="445117"/>
                  </a:lnTo>
                  <a:lnTo>
                    <a:pt x="808942" y="444971"/>
                  </a:lnTo>
                  <a:lnTo>
                    <a:pt x="779020" y="444851"/>
                  </a:lnTo>
                  <a:lnTo>
                    <a:pt x="743508" y="444705"/>
                  </a:lnTo>
                  <a:lnTo>
                    <a:pt x="717742" y="444597"/>
                  </a:lnTo>
                  <a:lnTo>
                    <a:pt x="689996" y="445448"/>
                  </a:lnTo>
                  <a:lnTo>
                    <a:pt x="676751" y="450858"/>
                  </a:lnTo>
                  <a:lnTo>
                    <a:pt x="660142" y="458167"/>
                  </a:lnTo>
                  <a:lnTo>
                    <a:pt x="642215" y="466048"/>
                  </a:lnTo>
                  <a:lnTo>
                    <a:pt x="651615" y="483626"/>
                  </a:lnTo>
                  <a:lnTo>
                    <a:pt x="654137" y="490561"/>
                  </a:lnTo>
                  <a:lnTo>
                    <a:pt x="653414" y="512927"/>
                  </a:lnTo>
                  <a:lnTo>
                    <a:pt x="655326" y="515372"/>
                  </a:lnTo>
                  <a:lnTo>
                    <a:pt x="657331" y="518693"/>
                  </a:lnTo>
                  <a:lnTo>
                    <a:pt x="657636" y="524472"/>
                  </a:lnTo>
                  <a:lnTo>
                    <a:pt x="659171" y="527114"/>
                  </a:lnTo>
                  <a:lnTo>
                    <a:pt x="662442" y="529247"/>
                  </a:lnTo>
                  <a:lnTo>
                    <a:pt x="666121" y="531756"/>
                  </a:lnTo>
                  <a:lnTo>
                    <a:pt x="668783" y="535153"/>
                  </a:lnTo>
                  <a:lnTo>
                    <a:pt x="669392" y="538544"/>
                  </a:lnTo>
                  <a:lnTo>
                    <a:pt x="666834" y="544450"/>
                  </a:lnTo>
                  <a:lnTo>
                    <a:pt x="656520" y="552433"/>
                  </a:lnTo>
                  <a:lnTo>
                    <a:pt x="642019" y="559431"/>
                  </a:lnTo>
                  <a:lnTo>
                    <a:pt x="613178" y="572055"/>
                  </a:lnTo>
                  <a:lnTo>
                    <a:pt x="579758" y="586687"/>
                  </a:lnTo>
                  <a:lnTo>
                    <a:pt x="550788" y="599368"/>
                  </a:lnTo>
                  <a:lnTo>
                    <a:pt x="528370" y="609180"/>
                  </a:lnTo>
                  <a:lnTo>
                    <a:pt x="482326" y="617797"/>
                  </a:lnTo>
                  <a:lnTo>
                    <a:pt x="445749" y="624637"/>
                  </a:lnTo>
                  <a:lnTo>
                    <a:pt x="419352" y="629577"/>
                  </a:lnTo>
                  <a:lnTo>
                    <a:pt x="395043" y="643326"/>
                  </a:lnTo>
                  <a:lnTo>
                    <a:pt x="368202" y="658497"/>
                  </a:lnTo>
                  <a:lnTo>
                    <a:pt x="345634" y="671255"/>
                  </a:lnTo>
                  <a:lnTo>
                    <a:pt x="320323" y="685562"/>
                  </a:lnTo>
                  <a:lnTo>
                    <a:pt x="296432" y="699069"/>
                  </a:lnTo>
                  <a:lnTo>
                    <a:pt x="269870" y="699025"/>
                  </a:lnTo>
                  <a:lnTo>
                    <a:pt x="251225" y="688902"/>
                  </a:lnTo>
                  <a:lnTo>
                    <a:pt x="233893" y="678507"/>
                  </a:lnTo>
                  <a:lnTo>
                    <a:pt x="222043" y="659919"/>
                  </a:lnTo>
                  <a:lnTo>
                    <a:pt x="221227" y="638322"/>
                  </a:lnTo>
                  <a:lnTo>
                    <a:pt x="225474" y="624179"/>
                  </a:lnTo>
                  <a:lnTo>
                    <a:pt x="229324" y="617727"/>
                  </a:lnTo>
                  <a:lnTo>
                    <a:pt x="236673" y="613638"/>
                  </a:lnTo>
                  <a:lnTo>
                    <a:pt x="251060" y="606684"/>
                  </a:lnTo>
                  <a:lnTo>
                    <a:pt x="264139" y="592605"/>
                  </a:lnTo>
                  <a:lnTo>
                    <a:pt x="274625" y="584204"/>
                  </a:lnTo>
                  <a:lnTo>
                    <a:pt x="285187" y="575535"/>
                  </a:lnTo>
                  <a:lnTo>
                    <a:pt x="291218" y="560606"/>
                  </a:lnTo>
                  <a:lnTo>
                    <a:pt x="298742" y="524465"/>
                  </a:lnTo>
                  <a:lnTo>
                    <a:pt x="299698" y="517277"/>
                  </a:lnTo>
                  <a:lnTo>
                    <a:pt x="310644" y="492491"/>
                  </a:lnTo>
                  <a:lnTo>
                    <a:pt x="322752" y="465070"/>
                  </a:lnTo>
                  <a:lnTo>
                    <a:pt x="328312" y="452477"/>
                  </a:lnTo>
                  <a:lnTo>
                    <a:pt x="322095" y="419792"/>
                  </a:lnTo>
                  <a:lnTo>
                    <a:pt x="317419" y="394676"/>
                  </a:lnTo>
                  <a:lnTo>
                    <a:pt x="313135" y="371669"/>
                  </a:lnTo>
                  <a:lnTo>
                    <a:pt x="308313" y="345746"/>
                  </a:lnTo>
                  <a:lnTo>
                    <a:pt x="303926" y="322148"/>
                  </a:lnTo>
                  <a:lnTo>
                    <a:pt x="299786" y="299916"/>
                  </a:lnTo>
                  <a:lnTo>
                    <a:pt x="295637" y="277600"/>
                  </a:lnTo>
                  <a:lnTo>
                    <a:pt x="291564" y="255723"/>
                  </a:lnTo>
                  <a:lnTo>
                    <a:pt x="288371" y="240032"/>
                  </a:lnTo>
                  <a:lnTo>
                    <a:pt x="284578" y="221438"/>
                  </a:lnTo>
                  <a:lnTo>
                    <a:pt x="262424" y="208388"/>
                  </a:lnTo>
                  <a:lnTo>
                    <a:pt x="245603" y="199249"/>
                  </a:lnTo>
                  <a:lnTo>
                    <a:pt x="218090" y="184320"/>
                  </a:lnTo>
                  <a:lnTo>
                    <a:pt x="195016" y="171797"/>
                  </a:lnTo>
                  <a:lnTo>
                    <a:pt x="174340" y="160340"/>
                  </a:lnTo>
                  <a:lnTo>
                    <a:pt x="187378" y="137250"/>
                  </a:lnTo>
                  <a:lnTo>
                    <a:pt x="186251" y="133472"/>
                  </a:lnTo>
                  <a:lnTo>
                    <a:pt x="181528" y="128925"/>
                  </a:lnTo>
                  <a:lnTo>
                    <a:pt x="171875" y="121362"/>
                  </a:lnTo>
                  <a:lnTo>
                    <a:pt x="166232" y="120593"/>
                  </a:lnTo>
                  <a:lnTo>
                    <a:pt x="156294" y="122372"/>
                  </a:lnTo>
                  <a:lnTo>
                    <a:pt x="140434" y="127077"/>
                  </a:lnTo>
                  <a:lnTo>
                    <a:pt x="133582" y="125515"/>
                  </a:lnTo>
                  <a:lnTo>
                    <a:pt x="128140" y="117437"/>
                  </a:lnTo>
                  <a:lnTo>
                    <a:pt x="121877" y="107099"/>
                  </a:lnTo>
                  <a:lnTo>
                    <a:pt x="119825" y="99021"/>
                  </a:lnTo>
                  <a:lnTo>
                    <a:pt x="119040" y="88333"/>
                  </a:lnTo>
                  <a:lnTo>
                    <a:pt x="115304" y="78713"/>
                  </a:lnTo>
                  <a:lnTo>
                    <a:pt x="117671" y="73664"/>
                  </a:lnTo>
                  <a:lnTo>
                    <a:pt x="118192" y="71149"/>
                  </a:lnTo>
                  <a:lnTo>
                    <a:pt x="117981" y="67987"/>
                  </a:lnTo>
                  <a:lnTo>
                    <a:pt x="115412" y="65967"/>
                  </a:lnTo>
                  <a:lnTo>
                    <a:pt x="110890" y="65085"/>
                  </a:lnTo>
                  <a:lnTo>
                    <a:pt x="95594" y="69123"/>
                  </a:lnTo>
                  <a:lnTo>
                    <a:pt x="88716" y="69498"/>
                  </a:lnTo>
                  <a:lnTo>
                    <a:pt x="84613" y="71772"/>
                  </a:lnTo>
                  <a:lnTo>
                    <a:pt x="78148" y="76490"/>
                  </a:lnTo>
                  <a:lnTo>
                    <a:pt x="71776" y="77074"/>
                  </a:lnTo>
                  <a:lnTo>
                    <a:pt x="60769" y="65904"/>
                  </a:lnTo>
                  <a:lnTo>
                    <a:pt x="48743" y="53673"/>
                  </a:lnTo>
                  <a:lnTo>
                    <a:pt x="43700" y="36825"/>
                  </a:lnTo>
                  <a:lnTo>
                    <a:pt x="38522" y="19521"/>
                  </a:lnTo>
                  <a:lnTo>
                    <a:pt x="17980" y="9112"/>
                  </a:lnTo>
                  <a:lnTo>
                    <a:pt x="0" y="0"/>
                  </a:lnTo>
                  <a:lnTo>
                    <a:pt x="151916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g3908"/>
            <p:cNvSpPr/>
            <p:nvPr/>
          </p:nvSpPr>
          <p:spPr>
            <a:xfrm>
              <a:off x="6018224" y="2540116"/>
              <a:ext cx="296962" cy="257863"/>
            </a:xfrm>
            <a:custGeom>
              <a:avLst/>
              <a:gdLst/>
              <a:ahLst/>
              <a:cxnLst/>
              <a:rect l="0" t="0" r="0" b="0"/>
              <a:pathLst>
                <a:path w="296962" h="257863">
                  <a:moveTo>
                    <a:pt x="67195" y="242946"/>
                  </a:moveTo>
                  <a:lnTo>
                    <a:pt x="62725" y="241575"/>
                  </a:lnTo>
                  <a:lnTo>
                    <a:pt x="58875" y="240501"/>
                  </a:lnTo>
                  <a:lnTo>
                    <a:pt x="56643" y="242330"/>
                  </a:lnTo>
                  <a:lnTo>
                    <a:pt x="54529" y="244775"/>
                  </a:lnTo>
                  <a:lnTo>
                    <a:pt x="51924" y="246611"/>
                  </a:lnTo>
                  <a:lnTo>
                    <a:pt x="46457" y="244013"/>
                  </a:lnTo>
                  <a:lnTo>
                    <a:pt x="42979" y="239282"/>
                  </a:lnTo>
                  <a:lnTo>
                    <a:pt x="37393" y="234405"/>
                  </a:lnTo>
                  <a:lnTo>
                    <a:pt x="35279" y="230735"/>
                  </a:lnTo>
                  <a:lnTo>
                    <a:pt x="36401" y="226467"/>
                  </a:lnTo>
                  <a:lnTo>
                    <a:pt x="38881" y="222346"/>
                  </a:lnTo>
                  <a:lnTo>
                    <a:pt x="40002" y="217462"/>
                  </a:lnTo>
                  <a:lnTo>
                    <a:pt x="37269" y="211829"/>
                  </a:lnTo>
                  <a:lnTo>
                    <a:pt x="34783" y="208623"/>
                  </a:lnTo>
                  <a:lnTo>
                    <a:pt x="33047" y="204958"/>
                  </a:lnTo>
                  <a:lnTo>
                    <a:pt x="33667" y="201453"/>
                  </a:lnTo>
                  <a:lnTo>
                    <a:pt x="37145" y="199770"/>
                  </a:lnTo>
                  <a:lnTo>
                    <a:pt x="40375" y="197630"/>
                  </a:lnTo>
                  <a:lnTo>
                    <a:pt x="41491" y="193058"/>
                  </a:lnTo>
                  <a:lnTo>
                    <a:pt x="39501" y="188174"/>
                  </a:lnTo>
                  <a:lnTo>
                    <a:pt x="33791" y="186187"/>
                  </a:lnTo>
                  <a:lnTo>
                    <a:pt x="29073" y="186949"/>
                  </a:lnTo>
                  <a:lnTo>
                    <a:pt x="22241" y="185882"/>
                  </a:lnTo>
                  <a:lnTo>
                    <a:pt x="15663" y="182834"/>
                  </a:lnTo>
                  <a:lnTo>
                    <a:pt x="11316" y="179322"/>
                  </a:lnTo>
                  <a:lnTo>
                    <a:pt x="7963" y="177334"/>
                  </a:lnTo>
                  <a:lnTo>
                    <a:pt x="5353" y="177334"/>
                  </a:lnTo>
                  <a:lnTo>
                    <a:pt x="2247" y="175353"/>
                  </a:lnTo>
                  <a:lnTo>
                    <a:pt x="387" y="171993"/>
                  </a:lnTo>
                  <a:lnTo>
                    <a:pt x="635" y="166500"/>
                  </a:lnTo>
                  <a:lnTo>
                    <a:pt x="1503" y="163147"/>
                  </a:lnTo>
                  <a:lnTo>
                    <a:pt x="3239" y="160245"/>
                  </a:lnTo>
                  <a:lnTo>
                    <a:pt x="3363" y="157038"/>
                  </a:lnTo>
                  <a:lnTo>
                    <a:pt x="2619" y="154746"/>
                  </a:lnTo>
                  <a:lnTo>
                    <a:pt x="2500" y="152923"/>
                  </a:lnTo>
                  <a:lnTo>
                    <a:pt x="2991" y="150631"/>
                  </a:lnTo>
                  <a:lnTo>
                    <a:pt x="4113" y="146052"/>
                  </a:lnTo>
                  <a:lnTo>
                    <a:pt x="2247" y="142699"/>
                  </a:lnTo>
                  <a:lnTo>
                    <a:pt x="2056" y="131078"/>
                  </a:lnTo>
                  <a:lnTo>
                    <a:pt x="1689" y="109334"/>
                  </a:lnTo>
                  <a:lnTo>
                    <a:pt x="1415" y="92677"/>
                  </a:lnTo>
                  <a:lnTo>
                    <a:pt x="1069" y="71740"/>
                  </a:lnTo>
                  <a:lnTo>
                    <a:pt x="867" y="56493"/>
                  </a:lnTo>
                  <a:lnTo>
                    <a:pt x="588" y="35130"/>
                  </a:lnTo>
                  <a:lnTo>
                    <a:pt x="325" y="14859"/>
                  </a:lnTo>
                  <a:lnTo>
                    <a:pt x="0" y="0"/>
                  </a:lnTo>
                  <a:lnTo>
                    <a:pt x="276472" y="0"/>
                  </a:lnTo>
                  <a:lnTo>
                    <a:pt x="276633" y="57"/>
                  </a:lnTo>
                  <a:lnTo>
                    <a:pt x="276810" y="0"/>
                  </a:lnTo>
                  <a:lnTo>
                    <a:pt x="296962" y="0"/>
                  </a:lnTo>
                  <a:lnTo>
                    <a:pt x="296962" y="192012"/>
                  </a:lnTo>
                  <a:lnTo>
                    <a:pt x="290901" y="195833"/>
                  </a:lnTo>
                  <a:lnTo>
                    <a:pt x="267083" y="205085"/>
                  </a:lnTo>
                  <a:lnTo>
                    <a:pt x="239280" y="222746"/>
                  </a:lnTo>
                  <a:lnTo>
                    <a:pt x="203354" y="237625"/>
                  </a:lnTo>
                  <a:lnTo>
                    <a:pt x="195825" y="237682"/>
                  </a:lnTo>
                  <a:lnTo>
                    <a:pt x="179510" y="225438"/>
                  </a:lnTo>
                  <a:lnTo>
                    <a:pt x="184073" y="219863"/>
                  </a:lnTo>
                  <a:lnTo>
                    <a:pt x="188316" y="212306"/>
                  </a:lnTo>
                  <a:lnTo>
                    <a:pt x="184260" y="214484"/>
                  </a:lnTo>
                  <a:lnTo>
                    <a:pt x="181629" y="217761"/>
                  </a:lnTo>
                  <a:lnTo>
                    <a:pt x="171790" y="223019"/>
                  </a:lnTo>
                  <a:lnTo>
                    <a:pt x="179769" y="233199"/>
                  </a:lnTo>
                  <a:lnTo>
                    <a:pt x="175914" y="237015"/>
                  </a:lnTo>
                  <a:lnTo>
                    <a:pt x="164503" y="242032"/>
                  </a:lnTo>
                  <a:lnTo>
                    <a:pt x="153878" y="249290"/>
                  </a:lnTo>
                  <a:lnTo>
                    <a:pt x="144577" y="254142"/>
                  </a:lnTo>
                  <a:lnTo>
                    <a:pt x="137052" y="247970"/>
                  </a:lnTo>
                  <a:lnTo>
                    <a:pt x="116283" y="255768"/>
                  </a:lnTo>
                  <a:lnTo>
                    <a:pt x="98791" y="257863"/>
                  </a:lnTo>
                  <a:lnTo>
                    <a:pt x="95008" y="253913"/>
                  </a:lnTo>
                  <a:lnTo>
                    <a:pt x="93897" y="247677"/>
                  </a:lnTo>
                  <a:lnTo>
                    <a:pt x="87773" y="246172"/>
                  </a:lnTo>
                  <a:lnTo>
                    <a:pt x="76394" y="247893"/>
                  </a:lnTo>
                  <a:lnTo>
                    <a:pt x="72079" y="2445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g3909"/>
            <p:cNvSpPr/>
            <p:nvPr/>
          </p:nvSpPr>
          <p:spPr>
            <a:xfrm>
              <a:off x="5287647" y="2540116"/>
              <a:ext cx="534180" cy="266113"/>
            </a:xfrm>
            <a:custGeom>
              <a:avLst/>
              <a:gdLst/>
              <a:ahLst/>
              <a:cxnLst/>
              <a:rect l="0" t="0" r="0" b="0"/>
              <a:pathLst>
                <a:path w="534180" h="266113">
                  <a:moveTo>
                    <a:pt x="528260" y="7169"/>
                  </a:moveTo>
                  <a:lnTo>
                    <a:pt x="511940" y="26932"/>
                  </a:lnTo>
                  <a:lnTo>
                    <a:pt x="497548" y="44357"/>
                  </a:lnTo>
                  <a:lnTo>
                    <a:pt x="494318" y="62240"/>
                  </a:lnTo>
                  <a:lnTo>
                    <a:pt x="491254" y="79195"/>
                  </a:lnTo>
                  <a:lnTo>
                    <a:pt x="479347" y="92099"/>
                  </a:lnTo>
                  <a:lnTo>
                    <a:pt x="472087" y="103930"/>
                  </a:lnTo>
                  <a:lnTo>
                    <a:pt x="468847" y="117050"/>
                  </a:lnTo>
                  <a:lnTo>
                    <a:pt x="466139" y="129097"/>
                  </a:lnTo>
                  <a:lnTo>
                    <a:pt x="465932" y="139181"/>
                  </a:lnTo>
                  <a:lnTo>
                    <a:pt x="467973" y="144471"/>
                  </a:lnTo>
                  <a:lnTo>
                    <a:pt x="467012" y="148770"/>
                  </a:lnTo>
                  <a:lnTo>
                    <a:pt x="463074" y="153717"/>
                  </a:lnTo>
                  <a:lnTo>
                    <a:pt x="455199" y="162322"/>
                  </a:lnTo>
                  <a:lnTo>
                    <a:pt x="453798" y="170603"/>
                  </a:lnTo>
                  <a:lnTo>
                    <a:pt x="448982" y="174686"/>
                  </a:lnTo>
                  <a:lnTo>
                    <a:pt x="435246" y="182859"/>
                  </a:lnTo>
                  <a:lnTo>
                    <a:pt x="424042" y="194906"/>
                  </a:lnTo>
                  <a:lnTo>
                    <a:pt x="423495" y="201726"/>
                  </a:lnTo>
                  <a:lnTo>
                    <a:pt x="425112" y="207391"/>
                  </a:lnTo>
                  <a:lnTo>
                    <a:pt x="425360" y="210909"/>
                  </a:lnTo>
                  <a:lnTo>
                    <a:pt x="423122" y="213360"/>
                  </a:lnTo>
                  <a:lnTo>
                    <a:pt x="418637" y="213201"/>
                  </a:lnTo>
                  <a:lnTo>
                    <a:pt x="413784" y="213970"/>
                  </a:lnTo>
                  <a:lnTo>
                    <a:pt x="409697" y="218993"/>
                  </a:lnTo>
                  <a:lnTo>
                    <a:pt x="409800" y="226207"/>
                  </a:lnTo>
                  <a:lnTo>
                    <a:pt x="406813" y="231408"/>
                  </a:lnTo>
                  <a:lnTo>
                    <a:pt x="403325" y="232481"/>
                  </a:lnTo>
                  <a:lnTo>
                    <a:pt x="400338" y="228804"/>
                  </a:lnTo>
                  <a:lnTo>
                    <a:pt x="396746" y="223292"/>
                  </a:lnTo>
                  <a:lnTo>
                    <a:pt x="392540" y="222752"/>
                  </a:lnTo>
                  <a:lnTo>
                    <a:pt x="386153" y="226410"/>
                  </a:lnTo>
                  <a:lnTo>
                    <a:pt x="378277" y="232430"/>
                  </a:lnTo>
                  <a:lnTo>
                    <a:pt x="371192" y="232754"/>
                  </a:lnTo>
                  <a:lnTo>
                    <a:pt x="357890" y="228887"/>
                  </a:lnTo>
                  <a:lnTo>
                    <a:pt x="348180" y="240559"/>
                  </a:lnTo>
                  <a:lnTo>
                    <a:pt x="337757" y="265630"/>
                  </a:lnTo>
                  <a:lnTo>
                    <a:pt x="293717" y="265693"/>
                  </a:lnTo>
                  <a:lnTo>
                    <a:pt x="249678" y="265757"/>
                  </a:lnTo>
                  <a:lnTo>
                    <a:pt x="205634" y="265820"/>
                  </a:lnTo>
                  <a:lnTo>
                    <a:pt x="161594" y="265884"/>
                  </a:lnTo>
                  <a:lnTo>
                    <a:pt x="117555" y="265941"/>
                  </a:lnTo>
                  <a:lnTo>
                    <a:pt x="73516" y="266005"/>
                  </a:lnTo>
                  <a:lnTo>
                    <a:pt x="29476" y="266068"/>
                  </a:lnTo>
                  <a:lnTo>
                    <a:pt x="4831" y="266106"/>
                  </a:lnTo>
                  <a:lnTo>
                    <a:pt x="0" y="266113"/>
                  </a:lnTo>
                  <a:lnTo>
                    <a:pt x="15089" y="261204"/>
                  </a:lnTo>
                  <a:lnTo>
                    <a:pt x="46550" y="242127"/>
                  </a:lnTo>
                  <a:lnTo>
                    <a:pt x="69753" y="235218"/>
                  </a:lnTo>
                  <a:lnTo>
                    <a:pt x="99933" y="215182"/>
                  </a:lnTo>
                  <a:lnTo>
                    <a:pt x="121792" y="211328"/>
                  </a:lnTo>
                  <a:lnTo>
                    <a:pt x="125952" y="206921"/>
                  </a:lnTo>
                  <a:lnTo>
                    <a:pt x="129616" y="190302"/>
                  </a:lnTo>
                  <a:lnTo>
                    <a:pt x="131616" y="184377"/>
                  </a:lnTo>
                  <a:lnTo>
                    <a:pt x="141823" y="168056"/>
                  </a:lnTo>
                  <a:lnTo>
                    <a:pt x="154080" y="154289"/>
                  </a:lnTo>
                  <a:lnTo>
                    <a:pt x="163971" y="135250"/>
                  </a:lnTo>
                  <a:lnTo>
                    <a:pt x="181924" y="123083"/>
                  </a:lnTo>
                  <a:lnTo>
                    <a:pt x="209070" y="112909"/>
                  </a:lnTo>
                  <a:lnTo>
                    <a:pt x="234180" y="90689"/>
                  </a:lnTo>
                  <a:lnTo>
                    <a:pt x="247942" y="83914"/>
                  </a:lnTo>
                  <a:lnTo>
                    <a:pt x="261280" y="79062"/>
                  </a:lnTo>
                  <a:lnTo>
                    <a:pt x="266881" y="70032"/>
                  </a:lnTo>
                  <a:lnTo>
                    <a:pt x="275129" y="64869"/>
                  </a:lnTo>
                  <a:lnTo>
                    <a:pt x="297180" y="54372"/>
                  </a:lnTo>
                  <a:lnTo>
                    <a:pt x="321484" y="51533"/>
                  </a:lnTo>
                  <a:lnTo>
                    <a:pt x="346046" y="42820"/>
                  </a:lnTo>
                  <a:lnTo>
                    <a:pt x="364887" y="38203"/>
                  </a:lnTo>
                  <a:lnTo>
                    <a:pt x="376442" y="30030"/>
                  </a:lnTo>
                  <a:lnTo>
                    <a:pt x="393243" y="25725"/>
                  </a:lnTo>
                  <a:lnTo>
                    <a:pt x="443385" y="2273"/>
                  </a:lnTo>
                  <a:lnTo>
                    <a:pt x="446265" y="0"/>
                  </a:lnTo>
                  <a:lnTo>
                    <a:pt x="534180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g3910"/>
            <p:cNvSpPr/>
            <p:nvPr/>
          </p:nvSpPr>
          <p:spPr>
            <a:xfrm>
              <a:off x="6188919" y="2797057"/>
              <a:ext cx="126268" cy="202407"/>
            </a:xfrm>
            <a:custGeom>
              <a:avLst/>
              <a:gdLst/>
              <a:ahLst/>
              <a:cxnLst/>
              <a:rect l="0" t="0" r="0" b="0"/>
              <a:pathLst>
                <a:path w="126268" h="202407">
                  <a:moveTo>
                    <a:pt x="117079" y="175208"/>
                  </a:moveTo>
                  <a:lnTo>
                    <a:pt x="108057" y="174662"/>
                  </a:lnTo>
                  <a:lnTo>
                    <a:pt x="101406" y="175266"/>
                  </a:lnTo>
                  <a:lnTo>
                    <a:pt x="91386" y="182892"/>
                  </a:lnTo>
                  <a:lnTo>
                    <a:pt x="89830" y="198305"/>
                  </a:lnTo>
                  <a:lnTo>
                    <a:pt x="85406" y="196266"/>
                  </a:lnTo>
                  <a:lnTo>
                    <a:pt x="80916" y="196768"/>
                  </a:lnTo>
                  <a:lnTo>
                    <a:pt x="78595" y="201607"/>
                  </a:lnTo>
                  <a:lnTo>
                    <a:pt x="75288" y="202407"/>
                  </a:lnTo>
                  <a:lnTo>
                    <a:pt x="66529" y="197829"/>
                  </a:lnTo>
                  <a:lnTo>
                    <a:pt x="56214" y="200331"/>
                  </a:lnTo>
                  <a:lnTo>
                    <a:pt x="48147" y="196857"/>
                  </a:lnTo>
                  <a:lnTo>
                    <a:pt x="37863" y="174275"/>
                  </a:lnTo>
                  <a:lnTo>
                    <a:pt x="32401" y="166362"/>
                  </a:lnTo>
                  <a:lnTo>
                    <a:pt x="22717" y="163810"/>
                  </a:lnTo>
                  <a:lnTo>
                    <a:pt x="20205" y="168585"/>
                  </a:lnTo>
                  <a:lnTo>
                    <a:pt x="16448" y="173259"/>
                  </a:lnTo>
                  <a:lnTo>
                    <a:pt x="7126" y="163943"/>
                  </a:lnTo>
                  <a:lnTo>
                    <a:pt x="56" y="129365"/>
                  </a:lnTo>
                  <a:lnTo>
                    <a:pt x="0" y="121021"/>
                  </a:lnTo>
                  <a:lnTo>
                    <a:pt x="9896" y="91936"/>
                  </a:lnTo>
                  <a:lnTo>
                    <a:pt x="34401" y="65753"/>
                  </a:lnTo>
                  <a:lnTo>
                    <a:pt x="26577" y="64877"/>
                  </a:lnTo>
                  <a:lnTo>
                    <a:pt x="4940" y="83033"/>
                  </a:lnTo>
                  <a:lnTo>
                    <a:pt x="7172" y="78638"/>
                  </a:lnTo>
                  <a:lnTo>
                    <a:pt x="10841" y="74059"/>
                  </a:lnTo>
                  <a:lnTo>
                    <a:pt x="18138" y="66674"/>
                  </a:lnTo>
                  <a:lnTo>
                    <a:pt x="29213" y="59733"/>
                  </a:lnTo>
                  <a:lnTo>
                    <a:pt x="43961" y="55688"/>
                  </a:lnTo>
                  <a:lnTo>
                    <a:pt x="54106" y="55072"/>
                  </a:lnTo>
                  <a:lnTo>
                    <a:pt x="61098" y="51236"/>
                  </a:lnTo>
                  <a:lnTo>
                    <a:pt x="71231" y="44441"/>
                  </a:lnTo>
                  <a:lnTo>
                    <a:pt x="73112" y="40834"/>
                  </a:lnTo>
                  <a:lnTo>
                    <a:pt x="64126" y="44981"/>
                  </a:lnTo>
                  <a:lnTo>
                    <a:pt x="49196" y="49064"/>
                  </a:lnTo>
                  <a:lnTo>
                    <a:pt x="53026" y="43711"/>
                  </a:lnTo>
                  <a:lnTo>
                    <a:pt x="56762" y="40847"/>
                  </a:lnTo>
                  <a:lnTo>
                    <a:pt x="126268" y="0"/>
                  </a:lnTo>
                  <a:lnTo>
                    <a:pt x="126268" y="1681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g3911"/>
            <p:cNvSpPr/>
            <p:nvPr/>
          </p:nvSpPr>
          <p:spPr>
            <a:xfrm>
              <a:off x="6175048" y="2885799"/>
              <a:ext cx="12040" cy="17520"/>
            </a:xfrm>
            <a:custGeom>
              <a:avLst/>
              <a:gdLst/>
              <a:ahLst/>
              <a:cxnLst/>
              <a:rect l="0" t="0" r="0" b="0"/>
              <a:pathLst>
                <a:path w="12040" h="17520">
                  <a:moveTo>
                    <a:pt x="0" y="17520"/>
                  </a:moveTo>
                  <a:lnTo>
                    <a:pt x="1291" y="13062"/>
                  </a:lnTo>
                  <a:lnTo>
                    <a:pt x="7792" y="1695"/>
                  </a:lnTo>
                  <a:lnTo>
                    <a:pt x="12040" y="0"/>
                  </a:lnTo>
                  <a:lnTo>
                    <a:pt x="5327" y="129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g3912"/>
            <p:cNvSpPr/>
            <p:nvPr/>
          </p:nvSpPr>
          <p:spPr>
            <a:xfrm>
              <a:off x="6114410" y="2832043"/>
              <a:ext cx="16050" cy="22950"/>
            </a:xfrm>
            <a:custGeom>
              <a:avLst/>
              <a:gdLst/>
              <a:ahLst/>
              <a:cxnLst/>
              <a:rect l="0" t="0" r="0" b="0"/>
              <a:pathLst>
                <a:path w="16050" h="22950">
                  <a:moveTo>
                    <a:pt x="0" y="22950"/>
                  </a:moveTo>
                  <a:lnTo>
                    <a:pt x="5539" y="5391"/>
                  </a:lnTo>
                  <a:lnTo>
                    <a:pt x="10046" y="0"/>
                  </a:lnTo>
                  <a:lnTo>
                    <a:pt x="16050" y="1816"/>
                  </a:lnTo>
                  <a:lnTo>
                    <a:pt x="15208" y="12427"/>
                  </a:lnTo>
                  <a:lnTo>
                    <a:pt x="14242" y="1607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g3913"/>
            <p:cNvSpPr/>
            <p:nvPr/>
          </p:nvSpPr>
          <p:spPr>
            <a:xfrm>
              <a:off x="5366847" y="2715076"/>
              <a:ext cx="51274" cy="34247"/>
            </a:xfrm>
            <a:custGeom>
              <a:avLst/>
              <a:gdLst/>
              <a:ahLst/>
              <a:cxnLst/>
              <a:rect l="0" t="0" r="0" b="0"/>
              <a:pathLst>
                <a:path w="51274" h="34247">
                  <a:moveTo>
                    <a:pt x="33548" y="33244"/>
                  </a:moveTo>
                  <a:lnTo>
                    <a:pt x="19601" y="30837"/>
                  </a:lnTo>
                  <a:lnTo>
                    <a:pt x="4268" y="34177"/>
                  </a:lnTo>
                  <a:lnTo>
                    <a:pt x="0" y="34247"/>
                  </a:lnTo>
                  <a:lnTo>
                    <a:pt x="11389" y="24582"/>
                  </a:lnTo>
                  <a:lnTo>
                    <a:pt x="28903" y="18638"/>
                  </a:lnTo>
                  <a:lnTo>
                    <a:pt x="46364" y="463"/>
                  </a:lnTo>
                  <a:lnTo>
                    <a:pt x="51274" y="0"/>
                  </a:lnTo>
                  <a:lnTo>
                    <a:pt x="44628" y="20587"/>
                  </a:lnTo>
                  <a:lnTo>
                    <a:pt x="43274" y="27948"/>
                  </a:lnTo>
                  <a:lnTo>
                    <a:pt x="41703" y="306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g3914"/>
            <p:cNvSpPr/>
            <p:nvPr/>
          </p:nvSpPr>
          <p:spPr>
            <a:xfrm>
              <a:off x="5377730" y="2716409"/>
              <a:ext cx="30200" cy="16853"/>
            </a:xfrm>
            <a:custGeom>
              <a:avLst/>
              <a:gdLst/>
              <a:ahLst/>
              <a:cxnLst/>
              <a:rect l="0" t="0" r="0" b="0"/>
              <a:pathLst>
                <a:path w="30200" h="16853">
                  <a:moveTo>
                    <a:pt x="4423" y="16853"/>
                  </a:moveTo>
                  <a:lnTo>
                    <a:pt x="0" y="15723"/>
                  </a:lnTo>
                  <a:lnTo>
                    <a:pt x="14082" y="2946"/>
                  </a:lnTo>
                  <a:lnTo>
                    <a:pt x="30200" y="0"/>
                  </a:lnTo>
                  <a:lnTo>
                    <a:pt x="17187" y="1417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g3915"/>
            <p:cNvSpPr/>
            <p:nvPr/>
          </p:nvSpPr>
          <p:spPr>
            <a:xfrm>
              <a:off x="5667831" y="2547127"/>
              <a:ext cx="30784" cy="17069"/>
            </a:xfrm>
            <a:custGeom>
              <a:avLst/>
              <a:gdLst/>
              <a:ahLst/>
              <a:cxnLst/>
              <a:rect l="0" t="0" r="0" b="0"/>
              <a:pathLst>
                <a:path w="30784" h="17069">
                  <a:moveTo>
                    <a:pt x="0" y="17069"/>
                  </a:moveTo>
                  <a:lnTo>
                    <a:pt x="2294" y="12554"/>
                  </a:lnTo>
                  <a:lnTo>
                    <a:pt x="15430" y="4508"/>
                  </a:lnTo>
                  <a:lnTo>
                    <a:pt x="25084" y="0"/>
                  </a:lnTo>
                  <a:lnTo>
                    <a:pt x="30784" y="95"/>
                  </a:lnTo>
                  <a:lnTo>
                    <a:pt x="21502" y="9957"/>
                  </a:lnTo>
                  <a:lnTo>
                    <a:pt x="9622" y="160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g3916"/>
            <p:cNvSpPr/>
            <p:nvPr/>
          </p:nvSpPr>
          <p:spPr>
            <a:xfrm>
              <a:off x="4939342" y="5500509"/>
              <a:ext cx="49258" cy="37397"/>
            </a:xfrm>
            <a:custGeom>
              <a:avLst/>
              <a:gdLst/>
              <a:ahLst/>
              <a:cxnLst/>
              <a:rect l="0" t="0" r="0" b="0"/>
              <a:pathLst>
                <a:path w="49258" h="37397">
                  <a:moveTo>
                    <a:pt x="36380" y="7931"/>
                  </a:moveTo>
                  <a:lnTo>
                    <a:pt x="25890" y="16136"/>
                  </a:lnTo>
                  <a:lnTo>
                    <a:pt x="33512" y="21991"/>
                  </a:lnTo>
                  <a:lnTo>
                    <a:pt x="40695" y="9258"/>
                  </a:lnTo>
                  <a:lnTo>
                    <a:pt x="46395" y="19603"/>
                  </a:lnTo>
                  <a:lnTo>
                    <a:pt x="49258" y="37397"/>
                  </a:lnTo>
                  <a:lnTo>
                    <a:pt x="16879" y="37397"/>
                  </a:lnTo>
                  <a:lnTo>
                    <a:pt x="15627" y="32145"/>
                  </a:lnTo>
                  <a:lnTo>
                    <a:pt x="9084" y="25573"/>
                  </a:lnTo>
                  <a:lnTo>
                    <a:pt x="0" y="8807"/>
                  </a:lnTo>
                  <a:lnTo>
                    <a:pt x="5276" y="4483"/>
                  </a:lnTo>
                  <a:lnTo>
                    <a:pt x="12309" y="5924"/>
                  </a:lnTo>
                  <a:lnTo>
                    <a:pt x="15911" y="3905"/>
                  </a:lnTo>
                  <a:lnTo>
                    <a:pt x="25662" y="2292"/>
                  </a:lnTo>
                  <a:lnTo>
                    <a:pt x="31585" y="0"/>
                  </a:lnTo>
                  <a:lnTo>
                    <a:pt x="36215" y="495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g3917"/>
            <p:cNvSpPr/>
            <p:nvPr/>
          </p:nvSpPr>
          <p:spPr>
            <a:xfrm>
              <a:off x="4945285" y="5155530"/>
              <a:ext cx="95830" cy="135860"/>
            </a:xfrm>
            <a:custGeom>
              <a:avLst/>
              <a:gdLst/>
              <a:ahLst/>
              <a:cxnLst/>
              <a:rect l="0" t="0" r="0" b="0"/>
              <a:pathLst>
                <a:path w="95830" h="135860">
                  <a:moveTo>
                    <a:pt x="73800" y="135860"/>
                  </a:moveTo>
                  <a:lnTo>
                    <a:pt x="64612" y="122835"/>
                  </a:lnTo>
                  <a:lnTo>
                    <a:pt x="57211" y="119050"/>
                  </a:lnTo>
                  <a:lnTo>
                    <a:pt x="68772" y="109842"/>
                  </a:lnTo>
                  <a:lnTo>
                    <a:pt x="73764" y="101930"/>
                  </a:lnTo>
                  <a:lnTo>
                    <a:pt x="73660" y="84669"/>
                  </a:lnTo>
                  <a:lnTo>
                    <a:pt x="76482" y="75214"/>
                  </a:lnTo>
                  <a:lnTo>
                    <a:pt x="75526" y="67028"/>
                  </a:lnTo>
                  <a:lnTo>
                    <a:pt x="78073" y="58671"/>
                  </a:lnTo>
                  <a:lnTo>
                    <a:pt x="74627" y="49285"/>
                  </a:lnTo>
                  <a:lnTo>
                    <a:pt x="64963" y="41842"/>
                  </a:lnTo>
                  <a:lnTo>
                    <a:pt x="45842" y="12237"/>
                  </a:lnTo>
                  <a:lnTo>
                    <a:pt x="15637" y="5048"/>
                  </a:lnTo>
                  <a:lnTo>
                    <a:pt x="0" y="4750"/>
                  </a:lnTo>
                  <a:lnTo>
                    <a:pt x="8593" y="0"/>
                  </a:lnTo>
                  <a:lnTo>
                    <a:pt x="16531" y="577"/>
                  </a:lnTo>
                  <a:lnTo>
                    <a:pt x="28748" y="3403"/>
                  </a:lnTo>
                  <a:lnTo>
                    <a:pt x="43377" y="4769"/>
                  </a:lnTo>
                  <a:lnTo>
                    <a:pt x="52318" y="13481"/>
                  </a:lnTo>
                  <a:lnTo>
                    <a:pt x="60855" y="25033"/>
                  </a:lnTo>
                  <a:lnTo>
                    <a:pt x="68565" y="29707"/>
                  </a:lnTo>
                  <a:lnTo>
                    <a:pt x="71738" y="32679"/>
                  </a:lnTo>
                  <a:lnTo>
                    <a:pt x="71381" y="36032"/>
                  </a:lnTo>
                  <a:lnTo>
                    <a:pt x="72663" y="39181"/>
                  </a:lnTo>
                  <a:lnTo>
                    <a:pt x="82724" y="44586"/>
                  </a:lnTo>
                  <a:lnTo>
                    <a:pt x="92858" y="53311"/>
                  </a:lnTo>
                  <a:lnTo>
                    <a:pt x="95830" y="78897"/>
                  </a:lnTo>
                  <a:lnTo>
                    <a:pt x="82177" y="91007"/>
                  </a:lnTo>
                  <a:lnTo>
                    <a:pt x="79665" y="128055"/>
                  </a:lnTo>
                  <a:lnTo>
                    <a:pt x="76001" y="1347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g3918"/>
            <p:cNvSpPr/>
            <p:nvPr/>
          </p:nvSpPr>
          <p:spPr>
            <a:xfrm>
              <a:off x="4893261" y="5381534"/>
              <a:ext cx="74105" cy="118987"/>
            </a:xfrm>
            <a:custGeom>
              <a:avLst/>
              <a:gdLst/>
              <a:ahLst/>
              <a:cxnLst/>
              <a:rect l="0" t="0" r="0" b="0"/>
              <a:pathLst>
                <a:path w="74105" h="118987">
                  <a:moveTo>
                    <a:pt x="72947" y="80116"/>
                  </a:moveTo>
                  <a:lnTo>
                    <a:pt x="74105" y="91896"/>
                  </a:lnTo>
                  <a:lnTo>
                    <a:pt x="73035" y="96094"/>
                  </a:lnTo>
                  <a:lnTo>
                    <a:pt x="61583" y="103968"/>
                  </a:lnTo>
                  <a:lnTo>
                    <a:pt x="58643" y="108369"/>
                  </a:lnTo>
                  <a:lnTo>
                    <a:pt x="47847" y="112808"/>
                  </a:lnTo>
                  <a:lnTo>
                    <a:pt x="41315" y="118987"/>
                  </a:lnTo>
                  <a:lnTo>
                    <a:pt x="38044" y="108947"/>
                  </a:lnTo>
                  <a:lnTo>
                    <a:pt x="31703" y="102742"/>
                  </a:lnTo>
                  <a:lnTo>
                    <a:pt x="30639" y="92194"/>
                  </a:lnTo>
                  <a:lnTo>
                    <a:pt x="25792" y="95757"/>
                  </a:lnTo>
                  <a:lnTo>
                    <a:pt x="18805" y="93585"/>
                  </a:lnTo>
                  <a:lnTo>
                    <a:pt x="7281" y="85596"/>
                  </a:lnTo>
                  <a:lnTo>
                    <a:pt x="0" y="74750"/>
                  </a:lnTo>
                  <a:lnTo>
                    <a:pt x="10201" y="72870"/>
                  </a:lnTo>
                  <a:lnTo>
                    <a:pt x="12309" y="79608"/>
                  </a:lnTo>
                  <a:lnTo>
                    <a:pt x="20381" y="71340"/>
                  </a:lnTo>
                  <a:lnTo>
                    <a:pt x="18546" y="66983"/>
                  </a:lnTo>
                  <a:lnTo>
                    <a:pt x="17089" y="66425"/>
                  </a:lnTo>
                  <a:lnTo>
                    <a:pt x="14443" y="58321"/>
                  </a:lnTo>
                  <a:lnTo>
                    <a:pt x="26587" y="37098"/>
                  </a:lnTo>
                  <a:lnTo>
                    <a:pt x="29207" y="23407"/>
                  </a:lnTo>
                  <a:lnTo>
                    <a:pt x="23699" y="1441"/>
                  </a:lnTo>
                  <a:lnTo>
                    <a:pt x="28841" y="0"/>
                  </a:lnTo>
                  <a:lnTo>
                    <a:pt x="42545" y="7703"/>
                  </a:lnTo>
                  <a:lnTo>
                    <a:pt x="48685" y="15285"/>
                  </a:lnTo>
                  <a:lnTo>
                    <a:pt x="48886" y="25693"/>
                  </a:lnTo>
                  <a:lnTo>
                    <a:pt x="54648" y="33752"/>
                  </a:lnTo>
                  <a:lnTo>
                    <a:pt x="62989" y="53057"/>
                  </a:lnTo>
                  <a:lnTo>
                    <a:pt x="73180" y="64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g3919"/>
            <p:cNvSpPr/>
            <p:nvPr/>
          </p:nvSpPr>
          <p:spPr>
            <a:xfrm>
              <a:off x="4835016" y="5174016"/>
              <a:ext cx="112522" cy="38661"/>
            </a:xfrm>
            <a:custGeom>
              <a:avLst/>
              <a:gdLst/>
              <a:ahLst/>
              <a:cxnLst/>
              <a:rect l="0" t="0" r="0" b="0"/>
              <a:pathLst>
                <a:path w="112522" h="38661">
                  <a:moveTo>
                    <a:pt x="64973" y="13005"/>
                  </a:moveTo>
                  <a:lnTo>
                    <a:pt x="71841" y="12453"/>
                  </a:lnTo>
                  <a:lnTo>
                    <a:pt x="75960" y="9792"/>
                  </a:lnTo>
                  <a:lnTo>
                    <a:pt x="94931" y="10878"/>
                  </a:lnTo>
                  <a:lnTo>
                    <a:pt x="110248" y="6985"/>
                  </a:lnTo>
                  <a:lnTo>
                    <a:pt x="112522" y="13894"/>
                  </a:lnTo>
                  <a:lnTo>
                    <a:pt x="112134" y="17501"/>
                  </a:lnTo>
                  <a:lnTo>
                    <a:pt x="79562" y="20886"/>
                  </a:lnTo>
                  <a:lnTo>
                    <a:pt x="49682" y="31028"/>
                  </a:lnTo>
                  <a:lnTo>
                    <a:pt x="33305" y="37899"/>
                  </a:lnTo>
                  <a:lnTo>
                    <a:pt x="25611" y="38661"/>
                  </a:lnTo>
                  <a:lnTo>
                    <a:pt x="19730" y="35047"/>
                  </a:lnTo>
                  <a:lnTo>
                    <a:pt x="0" y="14104"/>
                  </a:lnTo>
                  <a:lnTo>
                    <a:pt x="5276" y="16193"/>
                  </a:lnTo>
                  <a:lnTo>
                    <a:pt x="19854" y="28030"/>
                  </a:lnTo>
                  <a:lnTo>
                    <a:pt x="28908" y="25871"/>
                  </a:lnTo>
                  <a:lnTo>
                    <a:pt x="37295" y="18047"/>
                  </a:lnTo>
                  <a:lnTo>
                    <a:pt x="38577" y="12135"/>
                  </a:lnTo>
                  <a:lnTo>
                    <a:pt x="37326" y="9335"/>
                  </a:lnTo>
                  <a:lnTo>
                    <a:pt x="41119" y="0"/>
                  </a:lnTo>
                  <a:lnTo>
                    <a:pt x="52152" y="896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g3920"/>
            <p:cNvSpPr/>
            <p:nvPr/>
          </p:nvSpPr>
          <p:spPr>
            <a:xfrm>
              <a:off x="4985696" y="5397055"/>
              <a:ext cx="30985" cy="11691"/>
            </a:xfrm>
            <a:custGeom>
              <a:avLst/>
              <a:gdLst/>
              <a:ahLst/>
              <a:cxnLst/>
              <a:rect l="0" t="0" r="0" b="0"/>
              <a:pathLst>
                <a:path w="30985" h="11691">
                  <a:moveTo>
                    <a:pt x="10733" y="11691"/>
                  </a:moveTo>
                  <a:lnTo>
                    <a:pt x="2191" y="9030"/>
                  </a:lnTo>
                  <a:lnTo>
                    <a:pt x="0" y="6890"/>
                  </a:lnTo>
                  <a:lnTo>
                    <a:pt x="3658" y="3295"/>
                  </a:lnTo>
                  <a:lnTo>
                    <a:pt x="11710" y="298"/>
                  </a:lnTo>
                  <a:lnTo>
                    <a:pt x="24639" y="0"/>
                  </a:lnTo>
                  <a:lnTo>
                    <a:pt x="30303" y="3543"/>
                  </a:lnTo>
                  <a:lnTo>
                    <a:pt x="30985" y="5093"/>
                  </a:lnTo>
                  <a:lnTo>
                    <a:pt x="22686" y="899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g3921"/>
            <p:cNvSpPr/>
            <p:nvPr/>
          </p:nvSpPr>
          <p:spPr>
            <a:xfrm>
              <a:off x="5304944" y="5521433"/>
              <a:ext cx="12277" cy="16472"/>
            </a:xfrm>
            <a:custGeom>
              <a:avLst/>
              <a:gdLst/>
              <a:ahLst/>
              <a:cxnLst/>
              <a:rect l="0" t="0" r="0" b="0"/>
              <a:pathLst>
                <a:path w="12277" h="16472">
                  <a:moveTo>
                    <a:pt x="7008" y="16472"/>
                  </a:moveTo>
                  <a:lnTo>
                    <a:pt x="0" y="16472"/>
                  </a:lnTo>
                  <a:lnTo>
                    <a:pt x="1962" y="2806"/>
                  </a:lnTo>
                  <a:lnTo>
                    <a:pt x="7771" y="0"/>
                  </a:lnTo>
                  <a:lnTo>
                    <a:pt x="10050" y="152"/>
                  </a:lnTo>
                  <a:lnTo>
                    <a:pt x="12277" y="762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g3922"/>
            <p:cNvSpPr/>
            <p:nvPr/>
          </p:nvSpPr>
          <p:spPr>
            <a:xfrm>
              <a:off x="5068380" y="5334383"/>
              <a:ext cx="70456" cy="119063"/>
            </a:xfrm>
            <a:custGeom>
              <a:avLst/>
              <a:gdLst/>
              <a:ahLst/>
              <a:cxnLst/>
              <a:rect l="0" t="0" r="0" b="0"/>
              <a:pathLst>
                <a:path w="70456" h="119063">
                  <a:moveTo>
                    <a:pt x="31373" y="24747"/>
                  </a:moveTo>
                  <a:lnTo>
                    <a:pt x="46235" y="30285"/>
                  </a:lnTo>
                  <a:lnTo>
                    <a:pt x="62302" y="48650"/>
                  </a:lnTo>
                  <a:lnTo>
                    <a:pt x="69221" y="55191"/>
                  </a:lnTo>
                  <a:lnTo>
                    <a:pt x="70456" y="61147"/>
                  </a:lnTo>
                  <a:lnTo>
                    <a:pt x="67748" y="88340"/>
                  </a:lnTo>
                  <a:lnTo>
                    <a:pt x="64136" y="104711"/>
                  </a:lnTo>
                  <a:lnTo>
                    <a:pt x="64679" y="119063"/>
                  </a:lnTo>
                  <a:lnTo>
                    <a:pt x="60906" y="114815"/>
                  </a:lnTo>
                  <a:lnTo>
                    <a:pt x="57093" y="105416"/>
                  </a:lnTo>
                  <a:lnTo>
                    <a:pt x="50840" y="100012"/>
                  </a:lnTo>
                  <a:lnTo>
                    <a:pt x="48757" y="97180"/>
                  </a:lnTo>
                  <a:lnTo>
                    <a:pt x="59997" y="96557"/>
                  </a:lnTo>
                  <a:lnTo>
                    <a:pt x="60994" y="81761"/>
                  </a:lnTo>
                  <a:lnTo>
                    <a:pt x="66477" y="70089"/>
                  </a:lnTo>
                  <a:lnTo>
                    <a:pt x="65645" y="57947"/>
                  </a:lnTo>
                  <a:lnTo>
                    <a:pt x="52529" y="44579"/>
                  </a:lnTo>
                  <a:lnTo>
                    <a:pt x="43538" y="32812"/>
                  </a:lnTo>
                  <a:lnTo>
                    <a:pt x="29714" y="29046"/>
                  </a:lnTo>
                  <a:lnTo>
                    <a:pt x="16929" y="17330"/>
                  </a:lnTo>
                  <a:lnTo>
                    <a:pt x="9301" y="15888"/>
                  </a:lnTo>
                  <a:lnTo>
                    <a:pt x="0" y="17952"/>
                  </a:lnTo>
                  <a:lnTo>
                    <a:pt x="3359" y="10967"/>
                  </a:lnTo>
                  <a:lnTo>
                    <a:pt x="5684" y="1727"/>
                  </a:lnTo>
                  <a:lnTo>
                    <a:pt x="7389" y="0"/>
                  </a:lnTo>
                  <a:lnTo>
                    <a:pt x="13952" y="100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g3923"/>
            <p:cNvSpPr/>
            <p:nvPr/>
          </p:nvSpPr>
          <p:spPr>
            <a:xfrm>
              <a:off x="5178096" y="5447191"/>
              <a:ext cx="46804" cy="72629"/>
            </a:xfrm>
            <a:custGeom>
              <a:avLst/>
              <a:gdLst/>
              <a:ahLst/>
              <a:cxnLst/>
              <a:rect l="0" t="0" r="0" b="0"/>
              <a:pathLst>
                <a:path w="46804" h="72629">
                  <a:moveTo>
                    <a:pt x="46804" y="71314"/>
                  </a:moveTo>
                  <a:lnTo>
                    <a:pt x="39713" y="69974"/>
                  </a:lnTo>
                  <a:lnTo>
                    <a:pt x="29249" y="72559"/>
                  </a:lnTo>
                  <a:lnTo>
                    <a:pt x="25482" y="72629"/>
                  </a:lnTo>
                  <a:lnTo>
                    <a:pt x="27828" y="68101"/>
                  </a:lnTo>
                  <a:lnTo>
                    <a:pt x="35094" y="61979"/>
                  </a:lnTo>
                  <a:lnTo>
                    <a:pt x="35460" y="56150"/>
                  </a:lnTo>
                  <a:lnTo>
                    <a:pt x="26469" y="47742"/>
                  </a:lnTo>
                  <a:lnTo>
                    <a:pt x="16004" y="26824"/>
                  </a:lnTo>
                  <a:lnTo>
                    <a:pt x="11105" y="21864"/>
                  </a:lnTo>
                  <a:lnTo>
                    <a:pt x="8779" y="14002"/>
                  </a:lnTo>
                  <a:lnTo>
                    <a:pt x="0" y="5569"/>
                  </a:lnTo>
                  <a:lnTo>
                    <a:pt x="1834" y="1060"/>
                  </a:lnTo>
                  <a:lnTo>
                    <a:pt x="3638" y="0"/>
                  </a:lnTo>
                  <a:lnTo>
                    <a:pt x="9575" y="2165"/>
                  </a:lnTo>
                  <a:lnTo>
                    <a:pt x="23022" y="32253"/>
                  </a:lnTo>
                  <a:lnTo>
                    <a:pt x="23900" y="35136"/>
                  </a:lnTo>
                  <a:lnTo>
                    <a:pt x="46101" y="647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t3924"/>
            <p:cNvSpPr/>
            <p:nvPr/>
          </p:nvSpPr>
          <p:spPr>
            <a:xfrm>
              <a:off x="5411954" y="3276309"/>
              <a:ext cx="63202" cy="63202"/>
            </a:xfrm>
            <a:prstGeom prst="ellipse">
              <a:avLst/>
            </a:prstGeom>
            <a:solidFill>
              <a:srgbClr val="3A73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t3925"/>
            <p:cNvSpPr/>
            <p:nvPr/>
          </p:nvSpPr>
          <p:spPr>
            <a:xfrm>
              <a:off x="3286560" y="4746129"/>
              <a:ext cx="63202" cy="63202"/>
            </a:xfrm>
            <a:prstGeom prst="ellipse">
              <a:avLst/>
            </a:prstGeom>
            <a:solidFill>
              <a:srgbClr val="6DD1B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t3926"/>
            <p:cNvSpPr/>
            <p:nvPr/>
          </p:nvSpPr>
          <p:spPr>
            <a:xfrm>
              <a:off x="2878450" y="4973596"/>
              <a:ext cx="63202" cy="63202"/>
            </a:xfrm>
            <a:prstGeom prst="ellipse">
              <a:avLst/>
            </a:prstGeom>
            <a:solidFill>
              <a:srgbClr val="88D9B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t3927"/>
            <p:cNvSpPr/>
            <p:nvPr/>
          </p:nvSpPr>
          <p:spPr>
            <a:xfrm>
              <a:off x="5154968" y="3735383"/>
              <a:ext cx="63202" cy="63202"/>
            </a:xfrm>
            <a:prstGeom prst="ellipse">
              <a:avLst/>
            </a:prstGeom>
            <a:solidFill>
              <a:srgbClr val="3A64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t3928"/>
            <p:cNvSpPr/>
            <p:nvPr/>
          </p:nvSpPr>
          <p:spPr>
            <a:xfrm>
              <a:off x="3815690" y="4677487"/>
              <a:ext cx="63202" cy="63202"/>
            </a:xfrm>
            <a:prstGeom prst="ellipse">
              <a:avLst/>
            </a:prstGeom>
            <a:solidFill>
              <a:srgbClr val="9BDFC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t3929"/>
            <p:cNvSpPr/>
            <p:nvPr/>
          </p:nvSpPr>
          <p:spPr>
            <a:xfrm>
              <a:off x="5234441" y="3545894"/>
              <a:ext cx="63202" cy="63202"/>
            </a:xfrm>
            <a:prstGeom prst="ellipse">
              <a:avLst/>
            </a:prstGeom>
            <a:solidFill>
              <a:srgbClr val="3598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t3930"/>
            <p:cNvSpPr/>
            <p:nvPr/>
          </p:nvSpPr>
          <p:spPr>
            <a:xfrm>
              <a:off x="3635685" y="4800931"/>
              <a:ext cx="63202" cy="63202"/>
            </a:xfrm>
            <a:prstGeom prst="ellipse">
              <a:avLst/>
            </a:prstGeom>
            <a:solidFill>
              <a:srgbClr val="43A6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t3931"/>
            <p:cNvSpPr/>
            <p:nvPr/>
          </p:nvSpPr>
          <p:spPr>
            <a:xfrm>
              <a:off x="5803938" y="2901996"/>
              <a:ext cx="63202" cy="63202"/>
            </a:xfrm>
            <a:prstGeom prst="ellipse">
              <a:avLst/>
            </a:prstGeom>
            <a:solidFill>
              <a:srgbClr val="2B203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t3932"/>
            <p:cNvSpPr/>
            <p:nvPr/>
          </p:nvSpPr>
          <p:spPr>
            <a:xfrm>
              <a:off x="5602232" y="3222656"/>
              <a:ext cx="63202" cy="63202"/>
            </a:xfrm>
            <a:prstGeom prst="ellipse">
              <a:avLst/>
            </a:prstGeom>
            <a:solidFill>
              <a:srgbClr val="1B142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t3933"/>
            <p:cNvSpPr/>
            <p:nvPr/>
          </p:nvSpPr>
          <p:spPr>
            <a:xfrm>
              <a:off x="4189184" y="4765547"/>
              <a:ext cx="63202" cy="63202"/>
            </a:xfrm>
            <a:prstGeom prst="ellipse">
              <a:avLst/>
            </a:prstGeom>
            <a:solidFill>
              <a:srgbClr val="8FDC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t3934"/>
            <p:cNvSpPr/>
            <p:nvPr/>
          </p:nvSpPr>
          <p:spPr>
            <a:xfrm>
              <a:off x="4913887" y="4211118"/>
              <a:ext cx="63202" cy="63202"/>
            </a:xfrm>
            <a:prstGeom prst="ellipse">
              <a:avLst/>
            </a:prstGeom>
            <a:solidFill>
              <a:srgbClr val="378C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t3935"/>
            <p:cNvSpPr/>
            <p:nvPr/>
          </p:nvSpPr>
          <p:spPr>
            <a:xfrm>
              <a:off x="4598477" y="4463619"/>
              <a:ext cx="63202" cy="63202"/>
            </a:xfrm>
            <a:prstGeom prst="ellipse">
              <a:avLst/>
            </a:prstGeom>
            <a:solidFill>
              <a:srgbClr val="3594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t3936"/>
            <p:cNvSpPr/>
            <p:nvPr/>
          </p:nvSpPr>
          <p:spPr>
            <a:xfrm>
              <a:off x="4706891" y="4368015"/>
              <a:ext cx="63202" cy="63202"/>
            </a:xfrm>
            <a:prstGeom prst="ellipse">
              <a:avLst/>
            </a:prstGeom>
            <a:solidFill>
              <a:srgbClr val="5DC9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t3937"/>
            <p:cNvSpPr/>
            <p:nvPr/>
          </p:nvSpPr>
          <p:spPr>
            <a:xfrm>
              <a:off x="5170525" y="3498927"/>
              <a:ext cx="63202" cy="63202"/>
            </a:xfrm>
            <a:prstGeom prst="ellipse">
              <a:avLst/>
            </a:prstGeom>
            <a:solidFill>
              <a:srgbClr val="A2E2C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t3938"/>
            <p:cNvSpPr/>
            <p:nvPr/>
          </p:nvSpPr>
          <p:spPr>
            <a:xfrm>
              <a:off x="4143523" y="4766403"/>
              <a:ext cx="63202" cy="63202"/>
            </a:xfrm>
            <a:prstGeom prst="ellipse">
              <a:avLst/>
            </a:prstGeom>
            <a:solidFill>
              <a:srgbClr val="8DDBB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t3939"/>
            <p:cNvSpPr/>
            <p:nvPr/>
          </p:nvSpPr>
          <p:spPr>
            <a:xfrm>
              <a:off x="4544041" y="4668741"/>
              <a:ext cx="63202" cy="63202"/>
            </a:xfrm>
            <a:prstGeom prst="ellipse">
              <a:avLst/>
            </a:prstGeom>
            <a:solidFill>
              <a:srgbClr val="378F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t3940"/>
            <p:cNvSpPr/>
            <p:nvPr/>
          </p:nvSpPr>
          <p:spPr>
            <a:xfrm>
              <a:off x="3690881" y="4772296"/>
              <a:ext cx="63202" cy="63202"/>
            </a:xfrm>
            <a:prstGeom prst="ellipse">
              <a:avLst/>
            </a:prstGeom>
            <a:solidFill>
              <a:srgbClr val="51B7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t3941"/>
            <p:cNvSpPr/>
            <p:nvPr/>
          </p:nvSpPr>
          <p:spPr>
            <a:xfrm>
              <a:off x="5016032" y="3641698"/>
              <a:ext cx="63202" cy="63202"/>
            </a:xfrm>
            <a:prstGeom prst="ellipse">
              <a:avLst/>
            </a:prstGeom>
            <a:solidFill>
              <a:srgbClr val="BFEBD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t3942"/>
            <p:cNvSpPr/>
            <p:nvPr/>
          </p:nvSpPr>
          <p:spPr>
            <a:xfrm>
              <a:off x="4551789" y="4536931"/>
              <a:ext cx="63202" cy="63202"/>
            </a:xfrm>
            <a:prstGeom prst="ellipse">
              <a:avLst/>
            </a:prstGeom>
            <a:solidFill>
              <a:srgbClr val="389B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t3943"/>
            <p:cNvSpPr/>
            <p:nvPr/>
          </p:nvSpPr>
          <p:spPr>
            <a:xfrm>
              <a:off x="3457033" y="4801454"/>
              <a:ext cx="63202" cy="63202"/>
            </a:xfrm>
            <a:prstGeom prst="ellipse">
              <a:avLst/>
            </a:prstGeom>
            <a:solidFill>
              <a:srgbClr val="3888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t3944"/>
            <p:cNvSpPr/>
            <p:nvPr/>
          </p:nvSpPr>
          <p:spPr>
            <a:xfrm>
              <a:off x="4795350" y="4267713"/>
              <a:ext cx="63202" cy="63202"/>
            </a:xfrm>
            <a:prstGeom prst="ellipse">
              <a:avLst/>
            </a:prstGeom>
            <a:solidFill>
              <a:srgbClr val="3B72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t3945"/>
            <p:cNvSpPr/>
            <p:nvPr/>
          </p:nvSpPr>
          <p:spPr>
            <a:xfrm>
              <a:off x="5763373" y="2927118"/>
              <a:ext cx="63202" cy="63202"/>
            </a:xfrm>
            <a:prstGeom prst="ellipse">
              <a:avLst/>
            </a:prstGeom>
            <a:solidFill>
              <a:srgbClr val="3A325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t3946"/>
            <p:cNvSpPr/>
            <p:nvPr/>
          </p:nvSpPr>
          <p:spPr>
            <a:xfrm>
              <a:off x="3223042" y="4753931"/>
              <a:ext cx="63202" cy="63202"/>
            </a:xfrm>
            <a:prstGeom prst="ellipse">
              <a:avLst/>
            </a:prstGeom>
            <a:solidFill>
              <a:srgbClr val="81D7B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t3947"/>
            <p:cNvSpPr/>
            <p:nvPr/>
          </p:nvSpPr>
          <p:spPr>
            <a:xfrm>
              <a:off x="6187218" y="2929573"/>
              <a:ext cx="63202" cy="63202"/>
            </a:xfrm>
            <a:prstGeom prst="ellipse">
              <a:avLst/>
            </a:prstGeom>
            <a:solidFill>
              <a:srgbClr val="382A5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t3948"/>
            <p:cNvSpPr/>
            <p:nvPr/>
          </p:nvSpPr>
          <p:spPr>
            <a:xfrm>
              <a:off x="4558922" y="4541579"/>
              <a:ext cx="63202" cy="63202"/>
            </a:xfrm>
            <a:prstGeom prst="ellipse">
              <a:avLst/>
            </a:prstGeom>
            <a:solidFill>
              <a:srgbClr val="379A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t3949"/>
            <p:cNvSpPr/>
            <p:nvPr/>
          </p:nvSpPr>
          <p:spPr>
            <a:xfrm>
              <a:off x="5665872" y="3067530"/>
              <a:ext cx="63202" cy="63202"/>
            </a:xfrm>
            <a:prstGeom prst="ellipse">
              <a:avLst/>
            </a:prstGeom>
            <a:solidFill>
              <a:srgbClr val="3DA0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t3950"/>
            <p:cNvSpPr/>
            <p:nvPr/>
          </p:nvSpPr>
          <p:spPr>
            <a:xfrm>
              <a:off x="3541256" y="4824822"/>
              <a:ext cx="63202" cy="63202"/>
            </a:xfrm>
            <a:prstGeom prst="ellipse">
              <a:avLst/>
            </a:prstGeom>
            <a:solidFill>
              <a:srgbClr val="45A8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t3951"/>
            <p:cNvSpPr/>
            <p:nvPr/>
          </p:nvSpPr>
          <p:spPr>
            <a:xfrm>
              <a:off x="4587926" y="4467164"/>
              <a:ext cx="63202" cy="63202"/>
            </a:xfrm>
            <a:prstGeom prst="ellipse">
              <a:avLst/>
            </a:prstGeom>
            <a:solidFill>
              <a:srgbClr val="3A79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t3952"/>
            <p:cNvSpPr/>
            <p:nvPr/>
          </p:nvSpPr>
          <p:spPr>
            <a:xfrm>
              <a:off x="5657937" y="3028251"/>
              <a:ext cx="63202" cy="63202"/>
            </a:xfrm>
            <a:prstGeom prst="ellipse">
              <a:avLst/>
            </a:prstGeom>
            <a:solidFill>
              <a:srgbClr val="3A79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t3953"/>
            <p:cNvSpPr/>
            <p:nvPr/>
          </p:nvSpPr>
          <p:spPr>
            <a:xfrm>
              <a:off x="2979067" y="4895874"/>
              <a:ext cx="63202" cy="63202"/>
            </a:xfrm>
            <a:prstGeom prst="ellipse">
              <a:avLst/>
            </a:prstGeom>
            <a:solidFill>
              <a:srgbClr val="80D7B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t3954"/>
            <p:cNvSpPr/>
            <p:nvPr/>
          </p:nvSpPr>
          <p:spPr>
            <a:xfrm>
              <a:off x="4922163" y="4187507"/>
              <a:ext cx="63202" cy="63202"/>
            </a:xfrm>
            <a:prstGeom prst="ellipse">
              <a:avLst/>
            </a:prstGeom>
            <a:solidFill>
              <a:srgbClr val="3A64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t3955"/>
            <p:cNvSpPr/>
            <p:nvPr/>
          </p:nvSpPr>
          <p:spPr>
            <a:xfrm>
              <a:off x="5059838" y="3807278"/>
              <a:ext cx="63202" cy="63202"/>
            </a:xfrm>
            <a:prstGeom prst="ellipse">
              <a:avLst/>
            </a:prstGeom>
            <a:solidFill>
              <a:srgbClr val="3EA0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t3956"/>
            <p:cNvSpPr/>
            <p:nvPr/>
          </p:nvSpPr>
          <p:spPr>
            <a:xfrm>
              <a:off x="2851349" y="4946495"/>
              <a:ext cx="117405" cy="117405"/>
            </a:xfrm>
            <a:prstGeom prst="ellipse">
              <a:avLst/>
            </a:prstGeom>
            <a:solidFill>
              <a:srgbClr val="88D9B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t3957"/>
            <p:cNvSpPr/>
            <p:nvPr/>
          </p:nvSpPr>
          <p:spPr>
            <a:xfrm>
              <a:off x="5776837" y="2874895"/>
              <a:ext cx="117405" cy="117405"/>
            </a:xfrm>
            <a:prstGeom prst="ellipse">
              <a:avLst/>
            </a:prstGeom>
            <a:solidFill>
              <a:srgbClr val="2B203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t3958"/>
            <p:cNvSpPr/>
            <p:nvPr/>
          </p:nvSpPr>
          <p:spPr>
            <a:xfrm>
              <a:off x="4516940" y="4641639"/>
              <a:ext cx="117405" cy="117405"/>
            </a:xfrm>
            <a:prstGeom prst="ellipse">
              <a:avLst/>
            </a:prstGeom>
            <a:solidFill>
              <a:srgbClr val="378F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t3959"/>
            <p:cNvSpPr/>
            <p:nvPr/>
          </p:nvSpPr>
          <p:spPr>
            <a:xfrm>
              <a:off x="3514155" y="4797720"/>
              <a:ext cx="117405" cy="117405"/>
            </a:xfrm>
            <a:prstGeom prst="ellipse">
              <a:avLst/>
            </a:prstGeom>
            <a:solidFill>
              <a:srgbClr val="45A8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t3960"/>
            <p:cNvSpPr/>
            <p:nvPr/>
          </p:nvSpPr>
          <p:spPr>
            <a:xfrm>
              <a:off x="5630836" y="3001150"/>
              <a:ext cx="117405" cy="117405"/>
            </a:xfrm>
            <a:prstGeom prst="ellipse">
              <a:avLst/>
            </a:prstGeom>
            <a:solidFill>
              <a:srgbClr val="3A79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l3961"/>
            <p:cNvSpPr/>
            <p:nvPr/>
          </p:nvSpPr>
          <p:spPr>
            <a:xfrm>
              <a:off x="2850450" y="4909125"/>
              <a:ext cx="52361" cy="84403"/>
            </a:xfrm>
            <a:custGeom>
              <a:avLst/>
              <a:gdLst/>
              <a:ahLst/>
              <a:cxnLst/>
              <a:rect l="0" t="0" r="0" b="0"/>
              <a:pathLst>
                <a:path w="52361" h="84403">
                  <a:moveTo>
                    <a:pt x="0" y="0"/>
                  </a:moveTo>
                  <a:lnTo>
                    <a:pt x="52361" y="8440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l3962"/>
            <p:cNvSpPr/>
            <p:nvPr/>
          </p:nvSpPr>
          <p:spPr>
            <a:xfrm>
              <a:off x="5709614" y="2782754"/>
              <a:ext cx="116850" cy="139972"/>
            </a:xfrm>
            <a:custGeom>
              <a:avLst/>
              <a:gdLst/>
              <a:ahLst/>
              <a:cxnLst/>
              <a:rect l="0" t="0" r="0" b="0"/>
              <a:pathLst>
                <a:path w="116850" h="139972">
                  <a:moveTo>
                    <a:pt x="0" y="0"/>
                  </a:moveTo>
                  <a:lnTo>
                    <a:pt x="116850" y="13997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l3963"/>
            <p:cNvSpPr/>
            <p:nvPr/>
          </p:nvSpPr>
          <p:spPr>
            <a:xfrm>
              <a:off x="4513403" y="4609217"/>
              <a:ext cx="54423" cy="79682"/>
            </a:xfrm>
            <a:custGeom>
              <a:avLst/>
              <a:gdLst/>
              <a:ahLst/>
              <a:cxnLst/>
              <a:rect l="0" t="0" r="0" b="0"/>
              <a:pathLst>
                <a:path w="54423" h="79682">
                  <a:moveTo>
                    <a:pt x="0" y="0"/>
                  </a:moveTo>
                  <a:lnTo>
                    <a:pt x="54423" y="7968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l3964"/>
            <p:cNvSpPr/>
            <p:nvPr/>
          </p:nvSpPr>
          <p:spPr>
            <a:xfrm>
              <a:off x="3511647" y="4762436"/>
              <a:ext cx="53683" cy="82428"/>
            </a:xfrm>
            <a:custGeom>
              <a:avLst/>
              <a:gdLst/>
              <a:ahLst/>
              <a:cxnLst/>
              <a:rect l="0" t="0" r="0" b="0"/>
              <a:pathLst>
                <a:path w="53683" h="82428">
                  <a:moveTo>
                    <a:pt x="0" y="0"/>
                  </a:moveTo>
                  <a:lnTo>
                    <a:pt x="53683" y="82428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g3965"/>
            <p:cNvSpPr/>
            <p:nvPr/>
          </p:nvSpPr>
          <p:spPr>
            <a:xfrm>
              <a:off x="2291935" y="4760424"/>
              <a:ext cx="558515" cy="191932"/>
            </a:xfrm>
            <a:custGeom>
              <a:avLst/>
              <a:gdLst/>
              <a:ahLst/>
              <a:cxnLst/>
              <a:rect l="0" t="0" r="0" b="0"/>
              <a:pathLst>
                <a:path w="558515" h="191932">
                  <a:moveTo>
                    <a:pt x="27431" y="191932"/>
                  </a:moveTo>
                  <a:lnTo>
                    <a:pt x="531083" y="191932"/>
                  </a:lnTo>
                  <a:lnTo>
                    <a:pt x="529978" y="191910"/>
                  </a:lnTo>
                  <a:lnTo>
                    <a:pt x="534390" y="191732"/>
                  </a:lnTo>
                  <a:lnTo>
                    <a:pt x="538715" y="190849"/>
                  </a:lnTo>
                  <a:lnTo>
                    <a:pt x="542843" y="189284"/>
                  </a:lnTo>
                  <a:lnTo>
                    <a:pt x="546666" y="187076"/>
                  </a:lnTo>
                  <a:lnTo>
                    <a:pt x="550086" y="184284"/>
                  </a:lnTo>
                  <a:lnTo>
                    <a:pt x="553013" y="180980"/>
                  </a:lnTo>
                  <a:lnTo>
                    <a:pt x="555373" y="177248"/>
                  </a:lnTo>
                  <a:lnTo>
                    <a:pt x="557103" y="173187"/>
                  </a:lnTo>
                  <a:lnTo>
                    <a:pt x="558160" y="168900"/>
                  </a:lnTo>
                  <a:lnTo>
                    <a:pt x="558515" y="164500"/>
                  </a:lnTo>
                  <a:lnTo>
                    <a:pt x="558515" y="27432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tx3966"/>
            <p:cNvSpPr/>
            <p:nvPr/>
          </p:nvSpPr>
          <p:spPr>
            <a:xfrm>
              <a:off x="2337655" y="4806144"/>
              <a:ext cx="46707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W1_TX</a:t>
              </a:r>
            </a:p>
          </p:txBody>
        </p:sp>
        <p:sp>
          <p:nvSpPr>
            <p:cNvPr id="3967" name="pg3967"/>
            <p:cNvSpPr/>
            <p:nvPr/>
          </p:nvSpPr>
          <p:spPr>
            <a:xfrm>
              <a:off x="5375552" y="2590822"/>
              <a:ext cx="589605" cy="191932"/>
            </a:xfrm>
            <a:custGeom>
              <a:avLst/>
              <a:gdLst/>
              <a:ahLst/>
              <a:cxnLst/>
              <a:rect l="0" t="0" r="0" b="0"/>
              <a:pathLst>
                <a:path w="589605" h="191932">
                  <a:moveTo>
                    <a:pt x="27432" y="191932"/>
                  </a:moveTo>
                  <a:lnTo>
                    <a:pt x="562173" y="191932"/>
                  </a:lnTo>
                  <a:lnTo>
                    <a:pt x="561068" y="191910"/>
                  </a:lnTo>
                  <a:lnTo>
                    <a:pt x="565479" y="191732"/>
                  </a:lnTo>
                  <a:lnTo>
                    <a:pt x="569805" y="190849"/>
                  </a:lnTo>
                  <a:lnTo>
                    <a:pt x="573933" y="189284"/>
                  </a:lnTo>
                  <a:lnTo>
                    <a:pt x="577756" y="187076"/>
                  </a:lnTo>
                  <a:lnTo>
                    <a:pt x="581175" y="184284"/>
                  </a:lnTo>
                  <a:lnTo>
                    <a:pt x="584103" y="180980"/>
                  </a:lnTo>
                  <a:lnTo>
                    <a:pt x="586462" y="177248"/>
                  </a:lnTo>
                  <a:lnTo>
                    <a:pt x="588193" y="173187"/>
                  </a:lnTo>
                  <a:lnTo>
                    <a:pt x="589249" y="168900"/>
                  </a:lnTo>
                  <a:lnTo>
                    <a:pt x="589605" y="164500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tx3968"/>
            <p:cNvSpPr/>
            <p:nvPr/>
          </p:nvSpPr>
          <p:spPr>
            <a:xfrm>
              <a:off x="5421272" y="2636542"/>
              <a:ext cx="49816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W6_ME</a:t>
              </a:r>
            </a:p>
          </p:txBody>
        </p:sp>
        <p:sp>
          <p:nvSpPr>
            <p:cNvPr id="3969" name="pg3969"/>
            <p:cNvSpPr/>
            <p:nvPr/>
          </p:nvSpPr>
          <p:spPr>
            <a:xfrm>
              <a:off x="3970432" y="4460317"/>
              <a:ext cx="542970" cy="191932"/>
            </a:xfrm>
            <a:custGeom>
              <a:avLst/>
              <a:gdLst/>
              <a:ahLst/>
              <a:cxnLst/>
              <a:rect l="0" t="0" r="0" b="0"/>
              <a:pathLst>
                <a:path w="542970" h="191932">
                  <a:moveTo>
                    <a:pt x="27431" y="191932"/>
                  </a:moveTo>
                  <a:lnTo>
                    <a:pt x="515538" y="191932"/>
                  </a:lnTo>
                  <a:lnTo>
                    <a:pt x="514434" y="191910"/>
                  </a:lnTo>
                  <a:lnTo>
                    <a:pt x="518845" y="191732"/>
                  </a:lnTo>
                  <a:lnTo>
                    <a:pt x="523170" y="190849"/>
                  </a:lnTo>
                  <a:lnTo>
                    <a:pt x="527298" y="189284"/>
                  </a:lnTo>
                  <a:lnTo>
                    <a:pt x="531121" y="187076"/>
                  </a:lnTo>
                  <a:lnTo>
                    <a:pt x="534541" y="184284"/>
                  </a:lnTo>
                  <a:lnTo>
                    <a:pt x="537469" y="180980"/>
                  </a:lnTo>
                  <a:lnTo>
                    <a:pt x="539828" y="177248"/>
                  </a:lnTo>
                  <a:lnTo>
                    <a:pt x="541558" y="173187"/>
                  </a:lnTo>
                  <a:lnTo>
                    <a:pt x="542615" y="168900"/>
                  </a:lnTo>
                  <a:lnTo>
                    <a:pt x="542970" y="164500"/>
                  </a:lnTo>
                  <a:lnTo>
                    <a:pt x="542970" y="27431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tx3970"/>
            <p:cNvSpPr/>
            <p:nvPr/>
          </p:nvSpPr>
          <p:spPr>
            <a:xfrm>
              <a:off x="4016152" y="4506037"/>
              <a:ext cx="451530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W3_FL</a:t>
              </a:r>
            </a:p>
          </p:txBody>
        </p:sp>
        <p:sp>
          <p:nvSpPr>
            <p:cNvPr id="3971" name="pg3971"/>
            <p:cNvSpPr/>
            <p:nvPr/>
          </p:nvSpPr>
          <p:spPr>
            <a:xfrm>
              <a:off x="2960812" y="4613743"/>
              <a:ext cx="550834" cy="191932"/>
            </a:xfrm>
            <a:custGeom>
              <a:avLst/>
              <a:gdLst/>
              <a:ahLst/>
              <a:cxnLst/>
              <a:rect l="0" t="0" r="0" b="0"/>
              <a:pathLst>
                <a:path w="550834" h="191932">
                  <a:moveTo>
                    <a:pt x="27432" y="191932"/>
                  </a:moveTo>
                  <a:lnTo>
                    <a:pt x="523402" y="191932"/>
                  </a:lnTo>
                  <a:lnTo>
                    <a:pt x="522297" y="191910"/>
                  </a:lnTo>
                  <a:lnTo>
                    <a:pt x="526709" y="191732"/>
                  </a:lnTo>
                  <a:lnTo>
                    <a:pt x="531034" y="190849"/>
                  </a:lnTo>
                  <a:lnTo>
                    <a:pt x="535162" y="189284"/>
                  </a:lnTo>
                  <a:lnTo>
                    <a:pt x="538985" y="187076"/>
                  </a:lnTo>
                  <a:lnTo>
                    <a:pt x="542405" y="184284"/>
                  </a:lnTo>
                  <a:lnTo>
                    <a:pt x="545332" y="180980"/>
                  </a:lnTo>
                  <a:lnTo>
                    <a:pt x="547692" y="177248"/>
                  </a:lnTo>
                  <a:lnTo>
                    <a:pt x="549422" y="173187"/>
                  </a:lnTo>
                  <a:lnTo>
                    <a:pt x="550479" y="168900"/>
                  </a:lnTo>
                  <a:lnTo>
                    <a:pt x="550834" y="164500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tx3972"/>
            <p:cNvSpPr/>
            <p:nvPr/>
          </p:nvSpPr>
          <p:spPr>
            <a:xfrm>
              <a:off x="3006532" y="4659463"/>
              <a:ext cx="459394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W2_LA</a:t>
              </a:r>
            </a:p>
          </p:txBody>
        </p:sp>
        <p:sp>
          <p:nvSpPr>
            <p:cNvPr id="3973" name="pg3973"/>
            <p:cNvSpPr/>
            <p:nvPr/>
          </p:nvSpPr>
          <p:spPr>
            <a:xfrm>
              <a:off x="5014188" y="2874023"/>
              <a:ext cx="581741" cy="191932"/>
            </a:xfrm>
            <a:custGeom>
              <a:avLst/>
              <a:gdLst/>
              <a:ahLst/>
              <a:cxnLst/>
              <a:rect l="0" t="0" r="0" b="0"/>
              <a:pathLst>
                <a:path w="581741" h="191932">
                  <a:moveTo>
                    <a:pt x="27432" y="191932"/>
                  </a:moveTo>
                  <a:lnTo>
                    <a:pt x="554309" y="191932"/>
                  </a:lnTo>
                  <a:lnTo>
                    <a:pt x="553204" y="191910"/>
                  </a:lnTo>
                  <a:lnTo>
                    <a:pt x="557615" y="191732"/>
                  </a:lnTo>
                  <a:lnTo>
                    <a:pt x="561941" y="190849"/>
                  </a:lnTo>
                  <a:lnTo>
                    <a:pt x="566069" y="189284"/>
                  </a:lnTo>
                  <a:lnTo>
                    <a:pt x="569892" y="187076"/>
                  </a:lnTo>
                  <a:lnTo>
                    <a:pt x="573312" y="184284"/>
                  </a:lnTo>
                  <a:lnTo>
                    <a:pt x="576239" y="180980"/>
                  </a:lnTo>
                  <a:lnTo>
                    <a:pt x="578599" y="177248"/>
                  </a:lnTo>
                  <a:lnTo>
                    <a:pt x="580329" y="173187"/>
                  </a:lnTo>
                  <a:lnTo>
                    <a:pt x="581386" y="168900"/>
                  </a:lnTo>
                  <a:lnTo>
                    <a:pt x="581741" y="164500"/>
                  </a:lnTo>
                  <a:lnTo>
                    <a:pt x="581741" y="27432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tx3974"/>
            <p:cNvSpPr/>
            <p:nvPr/>
          </p:nvSpPr>
          <p:spPr>
            <a:xfrm>
              <a:off x="5059908" y="2919743"/>
              <a:ext cx="490301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W5_NH</a:t>
              </a:r>
            </a:p>
          </p:txBody>
        </p:sp>
        <p:sp>
          <p:nvSpPr>
            <p:cNvPr id="3975" name="rc3975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tx3976"/>
            <p:cNvSpPr/>
            <p:nvPr/>
          </p:nvSpPr>
          <p:spPr>
            <a:xfrm>
              <a:off x="1889564" y="536684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977" name="tx3977"/>
            <p:cNvSpPr/>
            <p:nvPr/>
          </p:nvSpPr>
          <p:spPr>
            <a:xfrm>
              <a:off x="2013922" y="534846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8" name="tx3978"/>
            <p:cNvSpPr/>
            <p:nvPr/>
          </p:nvSpPr>
          <p:spPr>
            <a:xfrm>
              <a:off x="2058636" y="536684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889564" y="471646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2013922" y="469808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2058636" y="471646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889564" y="406618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2013922" y="40478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2058636" y="406618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889564" y="341590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2013922" y="339752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2058636" y="341590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1889564" y="276572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45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2013922" y="27473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2058636" y="276572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91" name="pl3991"/>
            <p:cNvSpPr/>
            <p:nvPr/>
          </p:nvSpPr>
          <p:spPr>
            <a:xfrm>
              <a:off x="2167122" y="540785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l3992"/>
            <p:cNvSpPr/>
            <p:nvPr/>
          </p:nvSpPr>
          <p:spPr>
            <a:xfrm>
              <a:off x="2167122" y="47575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l3993"/>
            <p:cNvSpPr/>
            <p:nvPr/>
          </p:nvSpPr>
          <p:spPr>
            <a:xfrm>
              <a:off x="2167122" y="410729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l3994"/>
            <p:cNvSpPr/>
            <p:nvPr/>
          </p:nvSpPr>
          <p:spPr>
            <a:xfrm>
              <a:off x="2167122" y="345701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l3995"/>
            <p:cNvSpPr/>
            <p:nvPr/>
          </p:nvSpPr>
          <p:spPr>
            <a:xfrm>
              <a:off x="2167122" y="28067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l3996"/>
            <p:cNvSpPr/>
            <p:nvPr/>
          </p:nvSpPr>
          <p:spPr>
            <a:xfrm>
              <a:off x="26109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l3997"/>
            <p:cNvSpPr/>
            <p:nvPr/>
          </p:nvSpPr>
          <p:spPr>
            <a:xfrm>
              <a:off x="31401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l3998"/>
            <p:cNvSpPr/>
            <p:nvPr/>
          </p:nvSpPr>
          <p:spPr>
            <a:xfrm>
              <a:off x="36693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l3999"/>
            <p:cNvSpPr/>
            <p:nvPr/>
          </p:nvSpPr>
          <p:spPr>
            <a:xfrm>
              <a:off x="41984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l4000"/>
            <p:cNvSpPr/>
            <p:nvPr/>
          </p:nvSpPr>
          <p:spPr>
            <a:xfrm>
              <a:off x="472766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l4001"/>
            <p:cNvSpPr/>
            <p:nvPr/>
          </p:nvSpPr>
          <p:spPr>
            <a:xfrm>
              <a:off x="52568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l4002"/>
            <p:cNvSpPr/>
            <p:nvPr/>
          </p:nvSpPr>
          <p:spPr>
            <a:xfrm>
              <a:off x="57860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l4003"/>
            <p:cNvSpPr/>
            <p:nvPr/>
          </p:nvSpPr>
          <p:spPr>
            <a:xfrm>
              <a:off x="63151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tx4004"/>
            <p:cNvSpPr/>
            <p:nvPr/>
          </p:nvSpPr>
          <p:spPr>
            <a:xfrm>
              <a:off x="2442620" y="5783578"/>
              <a:ext cx="186537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4005" name="tx4005"/>
            <p:cNvSpPr/>
            <p:nvPr/>
          </p:nvSpPr>
          <p:spPr>
            <a:xfrm>
              <a:off x="262915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6" name="tx4006"/>
            <p:cNvSpPr/>
            <p:nvPr/>
          </p:nvSpPr>
          <p:spPr>
            <a:xfrm>
              <a:off x="267387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07" name="tx4007"/>
            <p:cNvSpPr/>
            <p:nvPr/>
          </p:nvSpPr>
          <p:spPr>
            <a:xfrm>
              <a:off x="29873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95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31427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31874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35165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90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36719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37166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40457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85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42010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42458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457491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80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47302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47749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51040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75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52594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53041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56332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70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57886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58333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61624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65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63177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63625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4066122" y="5925448"/>
              <a:ext cx="6138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</a:t>
              </a:r>
            </a:p>
          </p:txBody>
        </p:sp>
        <p:sp>
          <p:nvSpPr>
            <p:cNvPr id="4029" name="tx4029"/>
            <p:cNvSpPr/>
            <p:nvPr/>
          </p:nvSpPr>
          <p:spPr>
            <a:xfrm rot="-5400000">
              <a:off x="1525174" y="3987658"/>
              <a:ext cx="497159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</a:t>
              </a:r>
            </a:p>
          </p:txBody>
        </p:sp>
        <p:sp>
          <p:nvSpPr>
            <p:cNvPr id="4030" name="rc4030"/>
            <p:cNvSpPr/>
            <p:nvPr/>
          </p:nvSpPr>
          <p:spPr>
            <a:xfrm>
              <a:off x="6683342" y="3243743"/>
              <a:ext cx="737012" cy="158804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1" name="tx4031"/>
            <p:cNvSpPr/>
            <p:nvPr/>
          </p:nvSpPr>
          <p:spPr>
            <a:xfrm>
              <a:off x="6752931" y="3328785"/>
              <a:ext cx="597834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</a:t>
              </a:r>
            </a:p>
          </p:txBody>
        </p:sp>
        <p:sp>
          <p:nvSpPr>
            <p:cNvPr id="4032" name="tx4032"/>
            <p:cNvSpPr/>
            <p:nvPr/>
          </p:nvSpPr>
          <p:spPr>
            <a:xfrm>
              <a:off x="6752931" y="3479661"/>
              <a:ext cx="37252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Offset</a:t>
              </a:r>
            </a:p>
          </p:txBody>
        </p:sp>
        <p:pic>
          <p:nvPicPr>
            <p:cNvPr id="4033" name="pic403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52931" y="3664922"/>
              <a:ext cx="219455" cy="1097280"/>
            </a:xfrm>
            <a:prstGeom prst="rect">
              <a:avLst/>
            </a:prstGeom>
          </p:spPr>
        </p:pic>
        <p:sp>
          <p:nvSpPr>
            <p:cNvPr id="4034" name="pl4034"/>
            <p:cNvSpPr/>
            <p:nvPr/>
          </p:nvSpPr>
          <p:spPr>
            <a:xfrm>
              <a:off x="6928496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l4035"/>
            <p:cNvSpPr/>
            <p:nvPr/>
          </p:nvSpPr>
          <p:spPr>
            <a:xfrm>
              <a:off x="6928496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l4036"/>
            <p:cNvSpPr/>
            <p:nvPr/>
          </p:nvSpPr>
          <p:spPr>
            <a:xfrm>
              <a:off x="6928496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l4037"/>
            <p:cNvSpPr/>
            <p:nvPr/>
          </p:nvSpPr>
          <p:spPr>
            <a:xfrm>
              <a:off x="6928496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l4038"/>
            <p:cNvSpPr/>
            <p:nvPr/>
          </p:nvSpPr>
          <p:spPr>
            <a:xfrm>
              <a:off x="6928496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l4039"/>
            <p:cNvSpPr/>
            <p:nvPr/>
          </p:nvSpPr>
          <p:spPr>
            <a:xfrm>
              <a:off x="6752931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l4040"/>
            <p:cNvSpPr/>
            <p:nvPr/>
          </p:nvSpPr>
          <p:spPr>
            <a:xfrm>
              <a:off x="6752931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l4041"/>
            <p:cNvSpPr/>
            <p:nvPr/>
          </p:nvSpPr>
          <p:spPr>
            <a:xfrm>
              <a:off x="6752931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l4042"/>
            <p:cNvSpPr/>
            <p:nvPr/>
          </p:nvSpPr>
          <p:spPr>
            <a:xfrm>
              <a:off x="6752931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l4043"/>
            <p:cNvSpPr/>
            <p:nvPr/>
          </p:nvSpPr>
          <p:spPr>
            <a:xfrm>
              <a:off x="6752931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tx4044"/>
            <p:cNvSpPr/>
            <p:nvPr/>
          </p:nvSpPr>
          <p:spPr>
            <a:xfrm>
              <a:off x="7041976" y="4720322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4045" name="tx4045"/>
            <p:cNvSpPr/>
            <p:nvPr/>
          </p:nvSpPr>
          <p:spPr>
            <a:xfrm>
              <a:off x="7041976" y="4446917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4046" name="tx4046"/>
            <p:cNvSpPr/>
            <p:nvPr/>
          </p:nvSpPr>
          <p:spPr>
            <a:xfrm>
              <a:off x="7041976" y="4173511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7041976" y="3900105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7041976" y="3626700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2201917" y="1669789"/>
              <a:ext cx="2541117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Offset to 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2201917" y="1998973"/>
              <a:ext cx="2218883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Lewisetta (RDA)</a:t>
              </a:r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754045" y="1600200"/>
              <a:ext cx="563590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384234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2486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86548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60611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534673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6087361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2301906" y="555518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301906" y="4615577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301906" y="3675975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301906" y="2736372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301906" y="179677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g17"/>
            <p:cNvSpPr/>
            <p:nvPr/>
          </p:nvSpPr>
          <p:spPr>
            <a:xfrm>
              <a:off x="4171236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g18"/>
            <p:cNvSpPr/>
            <p:nvPr/>
          </p:nvSpPr>
          <p:spPr>
            <a:xfrm>
              <a:off x="425267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4334110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4415547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449698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457842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465985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06704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514848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522991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5311355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39279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408979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4171236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425267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4334110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4415547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449698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457842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465985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506704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514848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522991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5311355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539279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368261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376405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384548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392692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400836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408979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4171236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425267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433411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441554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449698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457842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498560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506704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514848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522991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311355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39279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360117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368261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376405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384548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392692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400836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408979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417123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425267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433411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441554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449698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490417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498560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506704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514848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22991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311355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39279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343830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351973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360117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368261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376405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384548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392692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400836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408979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417123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425267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433411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482273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490417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498560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06704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14848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22991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327542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335686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343830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351973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360117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368261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376405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384548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392692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400836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408979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417123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425267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433411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441554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449698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457842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474129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482273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490417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498560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06704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14848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22991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327542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335686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343830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351973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360117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368261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376405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384548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392692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400836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408979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417123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425267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433411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441554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449698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457842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465985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474129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482273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490417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498560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06704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14848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327542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335686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343830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351973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360117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368261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376405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384548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392692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400836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408979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417123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425267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433411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441554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449698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457842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465985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474129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482273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490417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498560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06704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303111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311255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327542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335686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343830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351973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360117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368261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376405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384548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408979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417123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425267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433411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441554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449698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457842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465985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474129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482273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490417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498560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294967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303111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311255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319399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327542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335686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343830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351973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360117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368261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376405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384548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417123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425267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433411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441554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449698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457842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465985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474129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482273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490417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286824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294967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303111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311255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319399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327542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335686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343830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351973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360117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368261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376405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384548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417123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425267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433411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441554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449698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457842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465985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474129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482273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278680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286824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294967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303111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311255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319399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327542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335686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343830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351973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360117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368261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376405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384548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392692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425267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433411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441554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449698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457842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465985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474129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278680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286824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294967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303111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311255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319399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327542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335686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343830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351973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360117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368261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376405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384548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392692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425267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433411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441554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449698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457842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465985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270536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278680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286824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294967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303111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311255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319399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327542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335686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343830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351973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360117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368261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376405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384548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392692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400836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425267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433411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441554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449698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457842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465985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270536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278680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286824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294967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303111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311255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319399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327542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335686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343830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351973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360117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368261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376405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384548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392692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400836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408979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433411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441554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449698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457842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465985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270536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278680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286824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294967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303111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311255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D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319399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327542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335686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343830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351973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360117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368261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376405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384548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392692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400836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408979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425267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433411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441554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449698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457842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465985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278680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286824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294967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303111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311255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319399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327542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335686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343830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351973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360117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368261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376405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384548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392692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400836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408979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417123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425267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433411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441554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449698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457842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465985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286824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294967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303111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311255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319399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327542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335686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343830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351973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360117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368261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376405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384548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392692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400836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408979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417123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425267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433411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441554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449698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6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457842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286824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294967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303111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311255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319399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327542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335686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343830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351973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360117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368261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376405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384548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392692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400836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408979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417123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425267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433411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441554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449698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303111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311255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319399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327542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335686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343830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351973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360117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368261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376405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384548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392692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400836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408979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417123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425267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433411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441554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311255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319399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327542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335686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343830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351973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360117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368261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376405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384548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392692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400836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408979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417123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425267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433411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319399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327542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335686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343830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351973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360117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368261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376405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384548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392692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400836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408979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417123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425267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433411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286824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294967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303111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311255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319399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327542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335686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343830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351973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360117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368261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376405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384548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392692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400836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408979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417123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425267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278680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286824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294967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303111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311255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319399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327542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335686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343830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351973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360117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368261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376405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384548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392692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400836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408979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417123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425267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278680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286824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294967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303111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311255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319399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327542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335686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343830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351973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360117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368261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376405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384548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392692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400836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408979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417123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278680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286824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294967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303111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311255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319399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327542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335686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343830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351973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360117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368261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376405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384548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392692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400836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408979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286824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294967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303111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311255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319399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327542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335686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343830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351973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360117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368261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376405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384548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392692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400836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311255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319399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327542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335686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343830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3519738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3601176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368261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376405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384548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392692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400836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327542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335686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343830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3519738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3601176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3682613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3764050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384548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392692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400836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335686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343830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3519738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3601176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3682613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3764050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3845487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392692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400836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343830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351973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3601176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3682613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3764050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3845487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3926924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400836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408979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3682613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3764050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3845487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3926924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4008361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4089798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327542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3601176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3682613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3764050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384548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3926924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4008361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4089798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319399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327542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335686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343830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351973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3601176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3682613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376405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384548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392692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400836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408979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311255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319399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327542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335686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343830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351973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360117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368261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376405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384548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392692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400836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408979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417123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311255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319399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327542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335686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343830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351973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360117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368261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376405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384548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392692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400836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408979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417123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425267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311255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319399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327542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335686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343830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351973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360117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368261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376405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384548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392692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400836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408979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417123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425267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284534" y="1853932"/>
              <a:ext cx="27605" cy="141906"/>
            </a:xfrm>
            <a:custGeom>
              <a:avLst/>
              <a:gdLst/>
              <a:ahLst/>
              <a:cxnLst/>
              <a:rect l="0" t="0" r="0" b="0"/>
              <a:pathLst>
                <a:path w="27605" h="141906">
                  <a:moveTo>
                    <a:pt x="25965" y="15142"/>
                  </a:moveTo>
                  <a:lnTo>
                    <a:pt x="3001" y="141906"/>
                  </a:lnTo>
                  <a:lnTo>
                    <a:pt x="0" y="103414"/>
                  </a:lnTo>
                  <a:lnTo>
                    <a:pt x="9634" y="0"/>
                  </a:lnTo>
                  <a:lnTo>
                    <a:pt x="2760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4217860" y="1853932"/>
              <a:ext cx="1042192" cy="937770"/>
            </a:xfrm>
            <a:custGeom>
              <a:avLst/>
              <a:gdLst/>
              <a:ahLst/>
              <a:cxnLst/>
              <a:rect l="0" t="0" r="0" b="0"/>
              <a:pathLst>
                <a:path w="1042192" h="937770">
                  <a:moveTo>
                    <a:pt x="1041757" y="966"/>
                  </a:moveTo>
                  <a:lnTo>
                    <a:pt x="998433" y="199714"/>
                  </a:lnTo>
                  <a:lnTo>
                    <a:pt x="938872" y="305648"/>
                  </a:lnTo>
                  <a:lnTo>
                    <a:pt x="884012" y="378917"/>
                  </a:lnTo>
                  <a:lnTo>
                    <a:pt x="827417" y="366805"/>
                  </a:lnTo>
                  <a:lnTo>
                    <a:pt x="840146" y="425026"/>
                  </a:lnTo>
                  <a:lnTo>
                    <a:pt x="824596" y="455352"/>
                  </a:lnTo>
                  <a:lnTo>
                    <a:pt x="811288" y="518619"/>
                  </a:lnTo>
                  <a:lnTo>
                    <a:pt x="777548" y="560552"/>
                  </a:lnTo>
                  <a:lnTo>
                    <a:pt x="745832" y="556515"/>
                  </a:lnTo>
                  <a:lnTo>
                    <a:pt x="700266" y="585419"/>
                  </a:lnTo>
                  <a:lnTo>
                    <a:pt x="682293" y="607532"/>
                  </a:lnTo>
                  <a:lnTo>
                    <a:pt x="680955" y="649879"/>
                  </a:lnTo>
                  <a:lnTo>
                    <a:pt x="650470" y="687132"/>
                  </a:lnTo>
                  <a:lnTo>
                    <a:pt x="540461" y="880650"/>
                  </a:lnTo>
                  <a:lnTo>
                    <a:pt x="444953" y="937770"/>
                  </a:lnTo>
                  <a:lnTo>
                    <a:pt x="422098" y="929465"/>
                  </a:lnTo>
                  <a:lnTo>
                    <a:pt x="447268" y="838120"/>
                  </a:lnTo>
                  <a:lnTo>
                    <a:pt x="464518" y="745766"/>
                  </a:lnTo>
                  <a:lnTo>
                    <a:pt x="406548" y="705576"/>
                  </a:lnTo>
                  <a:lnTo>
                    <a:pt x="351073" y="684334"/>
                  </a:lnTo>
                  <a:lnTo>
                    <a:pt x="287426" y="687132"/>
                  </a:lnTo>
                  <a:lnTo>
                    <a:pt x="217124" y="615332"/>
                  </a:lnTo>
                  <a:lnTo>
                    <a:pt x="126499" y="563121"/>
                  </a:lnTo>
                  <a:lnTo>
                    <a:pt x="0" y="421860"/>
                  </a:lnTo>
                  <a:lnTo>
                    <a:pt x="3688" y="382679"/>
                  </a:lnTo>
                  <a:lnTo>
                    <a:pt x="506" y="316935"/>
                  </a:lnTo>
                  <a:lnTo>
                    <a:pt x="38947" y="213064"/>
                  </a:lnTo>
                  <a:lnTo>
                    <a:pt x="75798" y="140438"/>
                  </a:lnTo>
                  <a:lnTo>
                    <a:pt x="126680" y="102817"/>
                  </a:lnTo>
                  <a:lnTo>
                    <a:pt x="274335" y="64508"/>
                  </a:lnTo>
                  <a:lnTo>
                    <a:pt x="311366" y="6884"/>
                  </a:lnTo>
                  <a:lnTo>
                    <a:pt x="314479" y="0"/>
                  </a:lnTo>
                  <a:lnTo>
                    <a:pt x="1042192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2490532" y="1853932"/>
              <a:ext cx="2088998" cy="3682871"/>
            </a:xfrm>
            <a:custGeom>
              <a:avLst/>
              <a:gdLst/>
              <a:ahLst/>
              <a:cxnLst/>
              <a:rect l="0" t="0" r="0" b="0"/>
              <a:pathLst>
                <a:path w="2088998" h="3682871">
                  <a:moveTo>
                    <a:pt x="1987487" y="41706"/>
                  </a:moveTo>
                  <a:lnTo>
                    <a:pt x="1877912" y="69968"/>
                  </a:lnTo>
                  <a:lnTo>
                    <a:pt x="1818858" y="101074"/>
                  </a:lnTo>
                  <a:lnTo>
                    <a:pt x="1771628" y="148650"/>
                  </a:lnTo>
                  <a:lnTo>
                    <a:pt x="1743674" y="208385"/>
                  </a:lnTo>
                  <a:lnTo>
                    <a:pt x="1680388" y="280369"/>
                  </a:lnTo>
                  <a:lnTo>
                    <a:pt x="1684836" y="328588"/>
                  </a:lnTo>
                  <a:lnTo>
                    <a:pt x="1695432" y="362859"/>
                  </a:lnTo>
                  <a:lnTo>
                    <a:pt x="1690550" y="434293"/>
                  </a:lnTo>
                  <a:lnTo>
                    <a:pt x="1730583" y="503937"/>
                  </a:lnTo>
                  <a:lnTo>
                    <a:pt x="1809961" y="618039"/>
                  </a:lnTo>
                  <a:lnTo>
                    <a:pt x="1825114" y="795269"/>
                  </a:lnTo>
                  <a:lnTo>
                    <a:pt x="1885687" y="913867"/>
                  </a:lnTo>
                  <a:lnTo>
                    <a:pt x="1978519" y="1052146"/>
                  </a:lnTo>
                  <a:lnTo>
                    <a:pt x="2049905" y="1091464"/>
                  </a:lnTo>
                  <a:lnTo>
                    <a:pt x="2053377" y="1142895"/>
                  </a:lnTo>
                  <a:lnTo>
                    <a:pt x="2020432" y="1227817"/>
                  </a:lnTo>
                  <a:lnTo>
                    <a:pt x="1977000" y="1266630"/>
                  </a:lnTo>
                  <a:lnTo>
                    <a:pt x="2033487" y="1258877"/>
                  </a:lnTo>
                  <a:lnTo>
                    <a:pt x="2061622" y="1278284"/>
                  </a:lnTo>
                  <a:lnTo>
                    <a:pt x="2088998" y="1349121"/>
                  </a:lnTo>
                  <a:lnTo>
                    <a:pt x="2086864" y="1421426"/>
                  </a:lnTo>
                  <a:lnTo>
                    <a:pt x="2077606" y="1462167"/>
                  </a:lnTo>
                  <a:lnTo>
                    <a:pt x="2060501" y="1478408"/>
                  </a:lnTo>
                  <a:lnTo>
                    <a:pt x="2061224" y="1436796"/>
                  </a:lnTo>
                  <a:lnTo>
                    <a:pt x="2049110" y="1422344"/>
                  </a:lnTo>
                  <a:lnTo>
                    <a:pt x="2029111" y="1440374"/>
                  </a:lnTo>
                  <a:lnTo>
                    <a:pt x="2016165" y="1460928"/>
                  </a:lnTo>
                  <a:lnTo>
                    <a:pt x="2010776" y="1541905"/>
                  </a:lnTo>
                  <a:lnTo>
                    <a:pt x="1997071" y="1582370"/>
                  </a:lnTo>
                  <a:lnTo>
                    <a:pt x="1948612" y="1594390"/>
                  </a:lnTo>
                  <a:lnTo>
                    <a:pt x="1899466" y="1700646"/>
                  </a:lnTo>
                  <a:lnTo>
                    <a:pt x="1853755" y="1760931"/>
                  </a:lnTo>
                  <a:lnTo>
                    <a:pt x="1673879" y="2168566"/>
                  </a:lnTo>
                  <a:lnTo>
                    <a:pt x="1680750" y="2236697"/>
                  </a:lnTo>
                  <a:lnTo>
                    <a:pt x="1647841" y="2258627"/>
                  </a:lnTo>
                  <a:lnTo>
                    <a:pt x="1598008" y="2276474"/>
                  </a:lnTo>
                  <a:lnTo>
                    <a:pt x="1547596" y="2317214"/>
                  </a:lnTo>
                  <a:lnTo>
                    <a:pt x="1514145" y="2362130"/>
                  </a:lnTo>
                  <a:lnTo>
                    <a:pt x="1483081" y="2482929"/>
                  </a:lnTo>
                  <a:lnTo>
                    <a:pt x="1423556" y="2618915"/>
                  </a:lnTo>
                  <a:lnTo>
                    <a:pt x="1386416" y="2562254"/>
                  </a:lnTo>
                  <a:lnTo>
                    <a:pt x="1376905" y="2513760"/>
                  </a:lnTo>
                  <a:lnTo>
                    <a:pt x="1393432" y="2387272"/>
                  </a:lnTo>
                  <a:lnTo>
                    <a:pt x="1457803" y="2179898"/>
                  </a:lnTo>
                  <a:lnTo>
                    <a:pt x="1528719" y="2050978"/>
                  </a:lnTo>
                  <a:lnTo>
                    <a:pt x="1582819" y="1989868"/>
                  </a:lnTo>
                  <a:lnTo>
                    <a:pt x="1627300" y="1865306"/>
                  </a:lnTo>
                  <a:lnTo>
                    <a:pt x="1571103" y="1846725"/>
                  </a:lnTo>
                  <a:lnTo>
                    <a:pt x="1485432" y="1848744"/>
                  </a:lnTo>
                  <a:lnTo>
                    <a:pt x="1501560" y="1791257"/>
                  </a:lnTo>
                  <a:lnTo>
                    <a:pt x="1526549" y="1740607"/>
                  </a:lnTo>
                  <a:lnTo>
                    <a:pt x="1481888" y="1690140"/>
                  </a:lnTo>
                  <a:lnTo>
                    <a:pt x="1455452" y="1683717"/>
                  </a:lnTo>
                  <a:lnTo>
                    <a:pt x="1428221" y="1663025"/>
                  </a:lnTo>
                  <a:lnTo>
                    <a:pt x="1460153" y="1621000"/>
                  </a:lnTo>
                  <a:lnTo>
                    <a:pt x="1475740" y="1576589"/>
                  </a:lnTo>
                  <a:lnTo>
                    <a:pt x="1466229" y="1522544"/>
                  </a:lnTo>
                  <a:lnTo>
                    <a:pt x="1479609" y="1481849"/>
                  </a:lnTo>
                  <a:lnTo>
                    <a:pt x="1457296" y="1487997"/>
                  </a:lnTo>
                  <a:lnTo>
                    <a:pt x="1421422" y="1531077"/>
                  </a:lnTo>
                  <a:lnTo>
                    <a:pt x="1399110" y="1548282"/>
                  </a:lnTo>
                  <a:lnTo>
                    <a:pt x="1385512" y="1510156"/>
                  </a:lnTo>
                  <a:lnTo>
                    <a:pt x="1369998" y="1518782"/>
                  </a:lnTo>
                  <a:lnTo>
                    <a:pt x="1359909" y="1544979"/>
                  </a:lnTo>
                  <a:lnTo>
                    <a:pt x="1337017" y="1559385"/>
                  </a:lnTo>
                  <a:lnTo>
                    <a:pt x="1288667" y="1523553"/>
                  </a:lnTo>
                  <a:lnTo>
                    <a:pt x="1218184" y="1482537"/>
                  </a:lnTo>
                  <a:lnTo>
                    <a:pt x="1178947" y="1411975"/>
                  </a:lnTo>
                  <a:lnTo>
                    <a:pt x="1156562" y="1357287"/>
                  </a:lnTo>
                  <a:lnTo>
                    <a:pt x="1179309" y="1258326"/>
                  </a:lnTo>
                  <a:lnTo>
                    <a:pt x="1228021" y="1240755"/>
                  </a:lnTo>
                  <a:lnTo>
                    <a:pt x="1291307" y="1256812"/>
                  </a:lnTo>
                  <a:lnTo>
                    <a:pt x="1374265" y="1256675"/>
                  </a:lnTo>
                  <a:lnTo>
                    <a:pt x="1362404" y="1234699"/>
                  </a:lnTo>
                  <a:lnTo>
                    <a:pt x="1332786" y="1238323"/>
                  </a:lnTo>
                  <a:lnTo>
                    <a:pt x="1245343" y="1158035"/>
                  </a:lnTo>
                  <a:lnTo>
                    <a:pt x="1217208" y="1109541"/>
                  </a:lnTo>
                  <a:lnTo>
                    <a:pt x="1168821" y="1096236"/>
                  </a:lnTo>
                  <a:lnTo>
                    <a:pt x="1146762" y="1142849"/>
                  </a:lnTo>
                  <a:lnTo>
                    <a:pt x="1122279" y="1155236"/>
                  </a:lnTo>
                  <a:lnTo>
                    <a:pt x="1152512" y="1053247"/>
                  </a:lnTo>
                  <a:lnTo>
                    <a:pt x="1192038" y="1049072"/>
                  </a:lnTo>
                  <a:lnTo>
                    <a:pt x="1250406" y="1020811"/>
                  </a:lnTo>
                  <a:lnTo>
                    <a:pt x="1233445" y="961764"/>
                  </a:lnTo>
                  <a:lnTo>
                    <a:pt x="1196595" y="935934"/>
                  </a:lnTo>
                  <a:lnTo>
                    <a:pt x="1130054" y="968325"/>
                  </a:lnTo>
                  <a:lnTo>
                    <a:pt x="1130850" y="926804"/>
                  </a:lnTo>
                  <a:lnTo>
                    <a:pt x="1143326" y="873631"/>
                  </a:lnTo>
                  <a:lnTo>
                    <a:pt x="1193485" y="873814"/>
                  </a:lnTo>
                  <a:lnTo>
                    <a:pt x="1237423" y="891156"/>
                  </a:lnTo>
                  <a:lnTo>
                    <a:pt x="1274816" y="805271"/>
                  </a:lnTo>
                  <a:lnTo>
                    <a:pt x="1276480" y="766916"/>
                  </a:lnTo>
                  <a:lnTo>
                    <a:pt x="1214351" y="822659"/>
                  </a:lnTo>
                  <a:lnTo>
                    <a:pt x="1200392" y="702410"/>
                  </a:lnTo>
                  <a:lnTo>
                    <a:pt x="1261544" y="586428"/>
                  </a:lnTo>
                  <a:lnTo>
                    <a:pt x="1319876" y="535869"/>
                  </a:lnTo>
                  <a:lnTo>
                    <a:pt x="1392745" y="537337"/>
                  </a:lnTo>
                  <a:lnTo>
                    <a:pt x="1466807" y="529171"/>
                  </a:lnTo>
                  <a:lnTo>
                    <a:pt x="1420338" y="507929"/>
                  </a:lnTo>
                  <a:lnTo>
                    <a:pt x="1372638" y="496413"/>
                  </a:lnTo>
                  <a:lnTo>
                    <a:pt x="1408476" y="450580"/>
                  </a:lnTo>
                  <a:lnTo>
                    <a:pt x="1439034" y="442368"/>
                  </a:lnTo>
                  <a:lnTo>
                    <a:pt x="1469050" y="402407"/>
                  </a:lnTo>
                  <a:lnTo>
                    <a:pt x="1396868" y="408326"/>
                  </a:lnTo>
                  <a:lnTo>
                    <a:pt x="1405366" y="332717"/>
                  </a:lnTo>
                  <a:lnTo>
                    <a:pt x="1370287" y="348086"/>
                  </a:lnTo>
                  <a:lnTo>
                    <a:pt x="1328302" y="355198"/>
                  </a:lnTo>
                  <a:lnTo>
                    <a:pt x="1311956" y="387267"/>
                  </a:lnTo>
                  <a:lnTo>
                    <a:pt x="1315175" y="440533"/>
                  </a:lnTo>
                  <a:lnTo>
                    <a:pt x="1302915" y="475492"/>
                  </a:lnTo>
                  <a:lnTo>
                    <a:pt x="1270260" y="503570"/>
                  </a:lnTo>
                  <a:lnTo>
                    <a:pt x="1215111" y="525455"/>
                  </a:lnTo>
                  <a:lnTo>
                    <a:pt x="1209758" y="487513"/>
                  </a:lnTo>
                  <a:lnTo>
                    <a:pt x="1191532" y="470308"/>
                  </a:lnTo>
                  <a:lnTo>
                    <a:pt x="1184733" y="551560"/>
                  </a:lnTo>
                  <a:lnTo>
                    <a:pt x="1170268" y="579179"/>
                  </a:lnTo>
                  <a:lnTo>
                    <a:pt x="1129946" y="502928"/>
                  </a:lnTo>
                  <a:lnTo>
                    <a:pt x="1117831" y="518298"/>
                  </a:lnTo>
                  <a:lnTo>
                    <a:pt x="1119386" y="539952"/>
                  </a:lnTo>
                  <a:lnTo>
                    <a:pt x="1109080" y="577390"/>
                  </a:lnTo>
                  <a:lnTo>
                    <a:pt x="1074507" y="596888"/>
                  </a:lnTo>
                  <a:lnTo>
                    <a:pt x="1076641" y="644878"/>
                  </a:lnTo>
                  <a:lnTo>
                    <a:pt x="1063225" y="671029"/>
                  </a:lnTo>
                  <a:lnTo>
                    <a:pt x="952492" y="629371"/>
                  </a:lnTo>
                  <a:lnTo>
                    <a:pt x="949889" y="643501"/>
                  </a:lnTo>
                  <a:lnTo>
                    <a:pt x="1012524" y="733333"/>
                  </a:lnTo>
                  <a:lnTo>
                    <a:pt x="1058270" y="764026"/>
                  </a:lnTo>
                  <a:lnTo>
                    <a:pt x="1063839" y="813024"/>
                  </a:lnTo>
                  <a:lnTo>
                    <a:pt x="1024566" y="853673"/>
                  </a:lnTo>
                  <a:lnTo>
                    <a:pt x="970393" y="818576"/>
                  </a:lnTo>
                  <a:lnTo>
                    <a:pt x="961280" y="821145"/>
                  </a:lnTo>
                  <a:lnTo>
                    <a:pt x="990717" y="881338"/>
                  </a:lnTo>
                  <a:lnTo>
                    <a:pt x="1009269" y="933916"/>
                  </a:lnTo>
                  <a:lnTo>
                    <a:pt x="990175" y="977960"/>
                  </a:lnTo>
                  <a:lnTo>
                    <a:pt x="993140" y="1032189"/>
                  </a:lnTo>
                  <a:lnTo>
                    <a:pt x="989017" y="1081371"/>
                  </a:lnTo>
                  <a:lnTo>
                    <a:pt x="977337" y="1124268"/>
                  </a:lnTo>
                  <a:lnTo>
                    <a:pt x="1003663" y="1322006"/>
                  </a:lnTo>
                  <a:lnTo>
                    <a:pt x="1035379" y="1375777"/>
                  </a:lnTo>
                  <a:lnTo>
                    <a:pt x="1066552" y="1427207"/>
                  </a:lnTo>
                  <a:lnTo>
                    <a:pt x="1083078" y="1475334"/>
                  </a:lnTo>
                  <a:lnTo>
                    <a:pt x="1049989" y="1482354"/>
                  </a:lnTo>
                  <a:lnTo>
                    <a:pt x="997299" y="1442760"/>
                  </a:lnTo>
                  <a:lnTo>
                    <a:pt x="951010" y="1412572"/>
                  </a:lnTo>
                  <a:lnTo>
                    <a:pt x="895861" y="1316042"/>
                  </a:lnTo>
                  <a:lnTo>
                    <a:pt x="886747" y="1277504"/>
                  </a:lnTo>
                  <a:lnTo>
                    <a:pt x="873295" y="1247040"/>
                  </a:lnTo>
                  <a:lnTo>
                    <a:pt x="879804" y="1317006"/>
                  </a:lnTo>
                  <a:lnTo>
                    <a:pt x="899477" y="1395138"/>
                  </a:lnTo>
                  <a:lnTo>
                    <a:pt x="1072193" y="1569983"/>
                  </a:lnTo>
                  <a:lnTo>
                    <a:pt x="1104089" y="1637058"/>
                  </a:lnTo>
                  <a:lnTo>
                    <a:pt x="1128391" y="1689773"/>
                  </a:lnTo>
                  <a:lnTo>
                    <a:pt x="1122279" y="1740286"/>
                  </a:lnTo>
                  <a:lnTo>
                    <a:pt x="1077256" y="1704546"/>
                  </a:lnTo>
                  <a:lnTo>
                    <a:pt x="1038416" y="1658988"/>
                  </a:lnTo>
                  <a:lnTo>
                    <a:pt x="935315" y="1607512"/>
                  </a:lnTo>
                  <a:lnTo>
                    <a:pt x="805308" y="1574983"/>
                  </a:lnTo>
                  <a:lnTo>
                    <a:pt x="732004" y="1455331"/>
                  </a:lnTo>
                  <a:lnTo>
                    <a:pt x="732258" y="1505247"/>
                  </a:lnTo>
                  <a:lnTo>
                    <a:pt x="715984" y="1547594"/>
                  </a:lnTo>
                  <a:lnTo>
                    <a:pt x="671178" y="1495980"/>
                  </a:lnTo>
                  <a:lnTo>
                    <a:pt x="642934" y="1451936"/>
                  </a:lnTo>
                  <a:lnTo>
                    <a:pt x="633459" y="1403671"/>
                  </a:lnTo>
                  <a:lnTo>
                    <a:pt x="577515" y="1406974"/>
                  </a:lnTo>
                  <a:lnTo>
                    <a:pt x="518858" y="1448908"/>
                  </a:lnTo>
                  <a:lnTo>
                    <a:pt x="462117" y="1438952"/>
                  </a:lnTo>
                  <a:lnTo>
                    <a:pt x="455391" y="1357104"/>
                  </a:lnTo>
                  <a:lnTo>
                    <a:pt x="470724" y="1313748"/>
                  </a:lnTo>
                  <a:lnTo>
                    <a:pt x="534408" y="1211209"/>
                  </a:lnTo>
                  <a:lnTo>
                    <a:pt x="594403" y="1158861"/>
                  </a:lnTo>
                  <a:lnTo>
                    <a:pt x="620875" y="1091281"/>
                  </a:lnTo>
                  <a:lnTo>
                    <a:pt x="611834" y="986493"/>
                  </a:lnTo>
                  <a:lnTo>
                    <a:pt x="600551" y="1093116"/>
                  </a:lnTo>
                  <a:lnTo>
                    <a:pt x="566268" y="1145969"/>
                  </a:lnTo>
                  <a:lnTo>
                    <a:pt x="512384" y="1186342"/>
                  </a:lnTo>
                  <a:lnTo>
                    <a:pt x="441468" y="1258280"/>
                  </a:lnTo>
                  <a:lnTo>
                    <a:pt x="424146" y="1324805"/>
                  </a:lnTo>
                  <a:lnTo>
                    <a:pt x="402014" y="1449367"/>
                  </a:lnTo>
                  <a:lnTo>
                    <a:pt x="431957" y="1491529"/>
                  </a:lnTo>
                  <a:lnTo>
                    <a:pt x="462551" y="1502540"/>
                  </a:lnTo>
                  <a:lnTo>
                    <a:pt x="552924" y="1474279"/>
                  </a:lnTo>
                  <a:lnTo>
                    <a:pt x="599683" y="1486896"/>
                  </a:lnTo>
                  <a:lnTo>
                    <a:pt x="703689" y="1636874"/>
                  </a:lnTo>
                  <a:lnTo>
                    <a:pt x="897343" y="1696196"/>
                  </a:lnTo>
                  <a:lnTo>
                    <a:pt x="967970" y="1733266"/>
                  </a:lnTo>
                  <a:lnTo>
                    <a:pt x="1025542" y="1811536"/>
                  </a:lnTo>
                  <a:lnTo>
                    <a:pt x="1112081" y="1856589"/>
                  </a:lnTo>
                  <a:lnTo>
                    <a:pt x="1179237" y="1922058"/>
                  </a:lnTo>
                  <a:lnTo>
                    <a:pt x="1181045" y="1964772"/>
                  </a:lnTo>
                  <a:lnTo>
                    <a:pt x="1157792" y="2015285"/>
                  </a:lnTo>
                  <a:lnTo>
                    <a:pt x="1148606" y="2083644"/>
                  </a:lnTo>
                  <a:lnTo>
                    <a:pt x="1120073" y="2126771"/>
                  </a:lnTo>
                  <a:lnTo>
                    <a:pt x="1051580" y="2131726"/>
                  </a:lnTo>
                  <a:lnTo>
                    <a:pt x="1010209" y="2120623"/>
                  </a:lnTo>
                  <a:lnTo>
                    <a:pt x="787804" y="1880308"/>
                  </a:lnTo>
                  <a:lnTo>
                    <a:pt x="761261" y="1858195"/>
                  </a:lnTo>
                  <a:lnTo>
                    <a:pt x="678772" y="1732349"/>
                  </a:lnTo>
                  <a:lnTo>
                    <a:pt x="581999" y="1664952"/>
                  </a:lnTo>
                  <a:lnTo>
                    <a:pt x="552056" y="1666374"/>
                  </a:lnTo>
                  <a:lnTo>
                    <a:pt x="689802" y="1791028"/>
                  </a:lnTo>
                  <a:lnTo>
                    <a:pt x="746036" y="1878198"/>
                  </a:lnTo>
                  <a:lnTo>
                    <a:pt x="845087" y="2000420"/>
                  </a:lnTo>
                  <a:lnTo>
                    <a:pt x="915895" y="2052171"/>
                  </a:lnTo>
                  <a:lnTo>
                    <a:pt x="968006" y="2132918"/>
                  </a:lnTo>
                  <a:lnTo>
                    <a:pt x="1016429" y="2170769"/>
                  </a:lnTo>
                  <a:lnTo>
                    <a:pt x="1148642" y="2224676"/>
                  </a:lnTo>
                  <a:lnTo>
                    <a:pt x="1102679" y="2263398"/>
                  </a:lnTo>
                  <a:lnTo>
                    <a:pt x="1176054" y="2296385"/>
                  </a:lnTo>
                  <a:lnTo>
                    <a:pt x="1186542" y="2357037"/>
                  </a:lnTo>
                  <a:lnTo>
                    <a:pt x="1179815" y="2426177"/>
                  </a:lnTo>
                  <a:lnTo>
                    <a:pt x="1077979" y="2398833"/>
                  </a:lnTo>
                  <a:lnTo>
                    <a:pt x="1074652" y="2449759"/>
                  </a:lnTo>
                  <a:lnTo>
                    <a:pt x="1083765" y="2479810"/>
                  </a:lnTo>
                  <a:lnTo>
                    <a:pt x="1038778" y="2504630"/>
                  </a:lnTo>
                  <a:lnTo>
                    <a:pt x="976216" y="2470955"/>
                  </a:lnTo>
                  <a:lnTo>
                    <a:pt x="813770" y="2286751"/>
                  </a:lnTo>
                  <a:lnTo>
                    <a:pt x="815144" y="2311388"/>
                  </a:lnTo>
                  <a:lnTo>
                    <a:pt x="828307" y="2339970"/>
                  </a:lnTo>
                  <a:lnTo>
                    <a:pt x="922513" y="2458568"/>
                  </a:lnTo>
                  <a:lnTo>
                    <a:pt x="1006593" y="2529680"/>
                  </a:lnTo>
                  <a:lnTo>
                    <a:pt x="1077871" y="2561796"/>
                  </a:lnTo>
                  <a:lnTo>
                    <a:pt x="1132803" y="2621392"/>
                  </a:lnTo>
                  <a:lnTo>
                    <a:pt x="1152186" y="2657453"/>
                  </a:lnTo>
                  <a:lnTo>
                    <a:pt x="1165133" y="2712141"/>
                  </a:lnTo>
                  <a:lnTo>
                    <a:pt x="1124413" y="2749303"/>
                  </a:lnTo>
                  <a:lnTo>
                    <a:pt x="1078051" y="2769811"/>
                  </a:lnTo>
                  <a:lnTo>
                    <a:pt x="1032775" y="2732741"/>
                  </a:lnTo>
                  <a:lnTo>
                    <a:pt x="999577" y="2693698"/>
                  </a:lnTo>
                  <a:lnTo>
                    <a:pt x="928878" y="2627403"/>
                  </a:lnTo>
                  <a:lnTo>
                    <a:pt x="907686" y="2553308"/>
                  </a:lnTo>
                  <a:lnTo>
                    <a:pt x="853911" y="2557116"/>
                  </a:lnTo>
                  <a:lnTo>
                    <a:pt x="629156" y="2463156"/>
                  </a:lnTo>
                  <a:lnTo>
                    <a:pt x="448520" y="2452328"/>
                  </a:lnTo>
                  <a:lnTo>
                    <a:pt x="466168" y="2471230"/>
                  </a:lnTo>
                  <a:lnTo>
                    <a:pt x="489023" y="2483801"/>
                  </a:lnTo>
                  <a:lnTo>
                    <a:pt x="632881" y="2506970"/>
                  </a:lnTo>
                  <a:lnTo>
                    <a:pt x="689730" y="2550234"/>
                  </a:lnTo>
                  <a:lnTo>
                    <a:pt x="808056" y="2588635"/>
                  </a:lnTo>
                  <a:lnTo>
                    <a:pt x="877345" y="2599141"/>
                  </a:lnTo>
                  <a:lnTo>
                    <a:pt x="905444" y="2717096"/>
                  </a:lnTo>
                  <a:lnTo>
                    <a:pt x="1001204" y="2798256"/>
                  </a:lnTo>
                  <a:lnTo>
                    <a:pt x="1013645" y="2858403"/>
                  </a:lnTo>
                  <a:lnTo>
                    <a:pt x="1079028" y="2865148"/>
                  </a:lnTo>
                  <a:lnTo>
                    <a:pt x="1194063" y="2806147"/>
                  </a:lnTo>
                  <a:lnTo>
                    <a:pt x="1268307" y="2826839"/>
                  </a:lnTo>
                  <a:lnTo>
                    <a:pt x="1375386" y="2843722"/>
                  </a:lnTo>
                  <a:lnTo>
                    <a:pt x="1399869" y="2891345"/>
                  </a:lnTo>
                  <a:lnTo>
                    <a:pt x="1418240" y="2981956"/>
                  </a:lnTo>
                  <a:lnTo>
                    <a:pt x="1456103" y="3083899"/>
                  </a:lnTo>
                  <a:lnTo>
                    <a:pt x="1554287" y="3485845"/>
                  </a:lnTo>
                  <a:lnTo>
                    <a:pt x="1642687" y="3682871"/>
                  </a:lnTo>
                  <a:lnTo>
                    <a:pt x="1615976" y="3682871"/>
                  </a:lnTo>
                  <a:lnTo>
                    <a:pt x="1576238" y="3603800"/>
                  </a:lnTo>
                  <a:lnTo>
                    <a:pt x="1515845" y="3446573"/>
                  </a:lnTo>
                  <a:lnTo>
                    <a:pt x="1453789" y="3168959"/>
                  </a:lnTo>
                  <a:lnTo>
                    <a:pt x="1435779" y="3106793"/>
                  </a:lnTo>
                  <a:lnTo>
                    <a:pt x="1414588" y="3081972"/>
                  </a:lnTo>
                  <a:lnTo>
                    <a:pt x="1400629" y="3102159"/>
                  </a:lnTo>
                  <a:lnTo>
                    <a:pt x="1394625" y="3137532"/>
                  </a:lnTo>
                  <a:lnTo>
                    <a:pt x="1404751" y="3164692"/>
                  </a:lnTo>
                  <a:lnTo>
                    <a:pt x="1380305" y="3256083"/>
                  </a:lnTo>
                  <a:lnTo>
                    <a:pt x="1390901" y="3298016"/>
                  </a:lnTo>
                  <a:lnTo>
                    <a:pt x="1430608" y="3341372"/>
                  </a:lnTo>
                  <a:lnTo>
                    <a:pt x="1473751" y="3449555"/>
                  </a:lnTo>
                  <a:lnTo>
                    <a:pt x="1508214" y="3595221"/>
                  </a:lnTo>
                  <a:lnTo>
                    <a:pt x="1461600" y="3536174"/>
                  </a:lnTo>
                  <a:lnTo>
                    <a:pt x="1411839" y="3504885"/>
                  </a:lnTo>
                  <a:lnTo>
                    <a:pt x="1334413" y="3480890"/>
                  </a:lnTo>
                  <a:lnTo>
                    <a:pt x="1265450" y="3438819"/>
                  </a:lnTo>
                  <a:lnTo>
                    <a:pt x="1270477" y="3499150"/>
                  </a:lnTo>
                  <a:lnTo>
                    <a:pt x="1263859" y="3564298"/>
                  </a:lnTo>
                  <a:lnTo>
                    <a:pt x="1210699" y="3544433"/>
                  </a:lnTo>
                  <a:lnTo>
                    <a:pt x="1174535" y="3522824"/>
                  </a:lnTo>
                  <a:lnTo>
                    <a:pt x="1206540" y="3592239"/>
                  </a:lnTo>
                  <a:lnTo>
                    <a:pt x="1137070" y="3571410"/>
                  </a:lnTo>
                  <a:lnTo>
                    <a:pt x="1090781" y="3575768"/>
                  </a:lnTo>
                  <a:lnTo>
                    <a:pt x="1060693" y="3637384"/>
                  </a:lnTo>
                  <a:lnTo>
                    <a:pt x="1020335" y="3674775"/>
                  </a:lnTo>
                  <a:lnTo>
                    <a:pt x="980297" y="3682871"/>
                  </a:lnTo>
                  <a:lnTo>
                    <a:pt x="954427" y="3682871"/>
                  </a:lnTo>
                  <a:lnTo>
                    <a:pt x="872137" y="3630502"/>
                  </a:lnTo>
                  <a:lnTo>
                    <a:pt x="843460" y="3562096"/>
                  </a:lnTo>
                  <a:lnTo>
                    <a:pt x="831598" y="3485937"/>
                  </a:lnTo>
                  <a:lnTo>
                    <a:pt x="826861" y="3575997"/>
                  </a:lnTo>
                  <a:lnTo>
                    <a:pt x="842628" y="3669774"/>
                  </a:lnTo>
                  <a:lnTo>
                    <a:pt x="841612" y="3682871"/>
                  </a:lnTo>
                  <a:lnTo>
                    <a:pt x="0" y="3682871"/>
                  </a:lnTo>
                  <a:lnTo>
                    <a:pt x="0" y="0"/>
                  </a:lnTo>
                  <a:lnTo>
                    <a:pt x="2024089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5159228" y="2035019"/>
              <a:ext cx="108453" cy="203932"/>
            </a:xfrm>
            <a:custGeom>
              <a:avLst/>
              <a:gdLst/>
              <a:ahLst/>
              <a:cxnLst/>
              <a:rect l="0" t="0" r="0" b="0"/>
              <a:pathLst>
                <a:path w="108453" h="203932">
                  <a:moveTo>
                    <a:pt x="1988" y="203932"/>
                  </a:moveTo>
                  <a:lnTo>
                    <a:pt x="0" y="176588"/>
                  </a:lnTo>
                  <a:lnTo>
                    <a:pt x="108453" y="0"/>
                  </a:lnTo>
                  <a:lnTo>
                    <a:pt x="88853" y="617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4325772" y="3395883"/>
              <a:ext cx="207830" cy="400294"/>
            </a:xfrm>
            <a:custGeom>
              <a:avLst/>
              <a:gdLst/>
              <a:ahLst/>
              <a:cxnLst/>
              <a:rect l="0" t="0" r="0" b="0"/>
              <a:pathLst>
                <a:path w="207830" h="400294">
                  <a:moveTo>
                    <a:pt x="0" y="400294"/>
                  </a:moveTo>
                  <a:lnTo>
                    <a:pt x="112974" y="212144"/>
                  </a:lnTo>
                  <a:lnTo>
                    <a:pt x="178574" y="54504"/>
                  </a:lnTo>
                  <a:lnTo>
                    <a:pt x="207830" y="0"/>
                  </a:lnTo>
                  <a:lnTo>
                    <a:pt x="179442" y="110476"/>
                  </a:lnTo>
                  <a:lnTo>
                    <a:pt x="129826" y="212052"/>
                  </a:lnTo>
                  <a:lnTo>
                    <a:pt x="33668" y="3850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t665"/>
            <p:cNvSpPr/>
            <p:nvPr/>
          </p:nvSpPr>
          <p:spPr>
            <a:xfrm>
              <a:off x="4042131" y="3963949"/>
              <a:ext cx="144506" cy="144506"/>
            </a:xfrm>
            <a:prstGeom prst="ellipse">
              <a:avLst/>
            </a:prstGeom>
            <a:solidFill>
              <a:srgbClr val="3B4E8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t666"/>
            <p:cNvSpPr/>
            <p:nvPr/>
          </p:nvSpPr>
          <p:spPr>
            <a:xfrm>
              <a:off x="4598279" y="2594972"/>
              <a:ext cx="144506" cy="144506"/>
            </a:xfrm>
            <a:prstGeom prst="ellipse">
              <a:avLst/>
            </a:prstGeom>
            <a:solidFill>
              <a:srgbClr val="3987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t667"/>
            <p:cNvSpPr/>
            <p:nvPr/>
          </p:nvSpPr>
          <p:spPr>
            <a:xfrm>
              <a:off x="4150995" y="2255653"/>
              <a:ext cx="144506" cy="144506"/>
            </a:xfrm>
            <a:prstGeom prst="ellipse">
              <a:avLst/>
            </a:prstGeom>
            <a:solidFill>
              <a:srgbClr val="99DFC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t668"/>
            <p:cNvSpPr/>
            <p:nvPr/>
          </p:nvSpPr>
          <p:spPr>
            <a:xfrm>
              <a:off x="3069870" y="3287113"/>
              <a:ext cx="144506" cy="144506"/>
            </a:xfrm>
            <a:prstGeom prst="ellipse">
              <a:avLst/>
            </a:prstGeom>
            <a:solidFill>
              <a:srgbClr val="BAE9D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t669"/>
            <p:cNvSpPr/>
            <p:nvPr/>
          </p:nvSpPr>
          <p:spPr>
            <a:xfrm>
              <a:off x="3376420" y="4483362"/>
              <a:ext cx="144506" cy="144506"/>
            </a:xfrm>
            <a:prstGeom prst="ellipse">
              <a:avLst/>
            </a:prstGeom>
            <a:solidFill>
              <a:srgbClr val="3692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t670"/>
            <p:cNvSpPr/>
            <p:nvPr/>
          </p:nvSpPr>
          <p:spPr>
            <a:xfrm>
              <a:off x="3322218" y="4429159"/>
              <a:ext cx="252911" cy="252911"/>
            </a:xfrm>
            <a:prstGeom prst="ellipse">
              <a:avLst/>
            </a:prstGeom>
            <a:solidFill>
              <a:srgbClr val="3692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t671"/>
            <p:cNvSpPr/>
            <p:nvPr/>
          </p:nvSpPr>
          <p:spPr>
            <a:xfrm>
              <a:off x="3396934" y="3568029"/>
              <a:ext cx="252911" cy="252911"/>
            </a:xfrm>
            <a:prstGeom prst="ellipse">
              <a:avLst/>
            </a:prstGeom>
            <a:solidFill>
              <a:srgbClr val="C7EDD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t672"/>
            <p:cNvSpPr/>
            <p:nvPr/>
          </p:nvSpPr>
          <p:spPr>
            <a:xfrm>
              <a:off x="3369184" y="4256773"/>
              <a:ext cx="252911" cy="252911"/>
            </a:xfrm>
            <a:prstGeom prst="ellipse">
              <a:avLst/>
            </a:prstGeom>
            <a:solidFill>
              <a:srgbClr val="3690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3241457" y="3539977"/>
              <a:ext cx="267615" cy="231762"/>
            </a:xfrm>
            <a:custGeom>
              <a:avLst/>
              <a:gdLst/>
              <a:ahLst/>
              <a:cxnLst/>
              <a:rect l="0" t="0" r="0" b="0"/>
              <a:pathLst>
                <a:path w="267615" h="231762">
                  <a:moveTo>
                    <a:pt x="133807" y="0"/>
                  </a:moveTo>
                  <a:lnTo>
                    <a:pt x="267615" y="231762"/>
                  </a:lnTo>
                  <a:lnTo>
                    <a:pt x="0" y="231762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l674"/>
            <p:cNvSpPr/>
            <p:nvPr/>
          </p:nvSpPr>
          <p:spPr>
            <a:xfrm>
              <a:off x="3462317" y="4204808"/>
              <a:ext cx="1082337" cy="346440"/>
            </a:xfrm>
            <a:custGeom>
              <a:avLst/>
              <a:gdLst/>
              <a:ahLst/>
              <a:cxnLst/>
              <a:rect l="0" t="0" r="0" b="0"/>
              <a:pathLst>
                <a:path w="1082337" h="346440">
                  <a:moveTo>
                    <a:pt x="1082337" y="0"/>
                  </a:moveTo>
                  <a:lnTo>
                    <a:pt x="0" y="34644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l675"/>
            <p:cNvSpPr/>
            <p:nvPr/>
          </p:nvSpPr>
          <p:spPr>
            <a:xfrm>
              <a:off x="3536580" y="3232292"/>
              <a:ext cx="1087890" cy="456656"/>
            </a:xfrm>
            <a:custGeom>
              <a:avLst/>
              <a:gdLst/>
              <a:ahLst/>
              <a:cxnLst/>
              <a:rect l="0" t="0" r="0" b="0"/>
              <a:pathLst>
                <a:path w="1087890" h="456656">
                  <a:moveTo>
                    <a:pt x="1087890" y="0"/>
                  </a:moveTo>
                  <a:lnTo>
                    <a:pt x="0" y="45665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l676"/>
            <p:cNvSpPr/>
            <p:nvPr/>
          </p:nvSpPr>
          <p:spPr>
            <a:xfrm>
              <a:off x="3508637" y="3790304"/>
              <a:ext cx="1281079" cy="586969"/>
            </a:xfrm>
            <a:custGeom>
              <a:avLst/>
              <a:gdLst/>
              <a:ahLst/>
              <a:cxnLst/>
              <a:rect l="0" t="0" r="0" b="0"/>
              <a:pathLst>
                <a:path w="1281079" h="586969">
                  <a:moveTo>
                    <a:pt x="1281079" y="0"/>
                  </a:moveTo>
                  <a:lnTo>
                    <a:pt x="0" y="586969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4544654" y="4036692"/>
              <a:ext cx="1193383" cy="324612"/>
            </a:xfrm>
            <a:custGeom>
              <a:avLst/>
              <a:gdLst/>
              <a:ahLst/>
              <a:cxnLst/>
              <a:rect l="0" t="0" r="0" b="0"/>
              <a:pathLst>
                <a:path w="1193383" h="324612">
                  <a:moveTo>
                    <a:pt x="27432" y="324612"/>
                  </a:moveTo>
                  <a:lnTo>
                    <a:pt x="1165951" y="324612"/>
                  </a:lnTo>
                  <a:lnTo>
                    <a:pt x="1164846" y="324589"/>
                  </a:lnTo>
                  <a:lnTo>
                    <a:pt x="1169258" y="324411"/>
                  </a:lnTo>
                  <a:lnTo>
                    <a:pt x="1173583" y="323528"/>
                  </a:lnTo>
                  <a:lnTo>
                    <a:pt x="1177711" y="321963"/>
                  </a:lnTo>
                  <a:lnTo>
                    <a:pt x="1181534" y="319756"/>
                  </a:lnTo>
                  <a:lnTo>
                    <a:pt x="1184954" y="316964"/>
                  </a:lnTo>
                  <a:lnTo>
                    <a:pt x="1187881" y="313659"/>
                  </a:lnTo>
                  <a:lnTo>
                    <a:pt x="1190241" y="309928"/>
                  </a:lnTo>
                  <a:lnTo>
                    <a:pt x="1191971" y="305866"/>
                  </a:lnTo>
                  <a:lnTo>
                    <a:pt x="1193028" y="301580"/>
                  </a:lnTo>
                  <a:lnTo>
                    <a:pt x="1193383" y="297180"/>
                  </a:lnTo>
                  <a:lnTo>
                    <a:pt x="1193383" y="27432"/>
                  </a:lnTo>
                  <a:lnTo>
                    <a:pt x="1193028" y="23031"/>
                  </a:lnTo>
                  <a:lnTo>
                    <a:pt x="1191971" y="18745"/>
                  </a:lnTo>
                  <a:lnTo>
                    <a:pt x="1190241" y="14683"/>
                  </a:lnTo>
                  <a:lnTo>
                    <a:pt x="1187881" y="10952"/>
                  </a:lnTo>
                  <a:lnTo>
                    <a:pt x="1184954" y="7647"/>
                  </a:lnTo>
                  <a:lnTo>
                    <a:pt x="1181534" y="4855"/>
                  </a:lnTo>
                  <a:lnTo>
                    <a:pt x="1177711" y="2648"/>
                  </a:lnTo>
                  <a:lnTo>
                    <a:pt x="1173583" y="1083"/>
                  </a:lnTo>
                  <a:lnTo>
                    <a:pt x="1169258" y="200"/>
                  </a:lnTo>
                  <a:lnTo>
                    <a:pt x="1165951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tx678"/>
            <p:cNvSpPr/>
            <p:nvPr/>
          </p:nvSpPr>
          <p:spPr>
            <a:xfrm>
              <a:off x="4590374" y="4082412"/>
              <a:ext cx="1101943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W4_VA</a:t>
              </a:r>
            </a:p>
          </p:txBody>
        </p:sp>
        <p:sp>
          <p:nvSpPr>
            <p:cNvPr id="679" name="pg679"/>
            <p:cNvSpPr/>
            <p:nvPr/>
          </p:nvSpPr>
          <p:spPr>
            <a:xfrm>
              <a:off x="4624470" y="3062367"/>
              <a:ext cx="1500987" cy="324612"/>
            </a:xfrm>
            <a:custGeom>
              <a:avLst/>
              <a:gdLst/>
              <a:ahLst/>
              <a:cxnLst/>
              <a:rect l="0" t="0" r="0" b="0"/>
              <a:pathLst>
                <a:path w="1500987" h="324612">
                  <a:moveTo>
                    <a:pt x="27432" y="324612"/>
                  </a:moveTo>
                  <a:lnTo>
                    <a:pt x="1473555" y="324612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79"/>
                  </a:lnTo>
                  <a:lnTo>
                    <a:pt x="1500987" y="27432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tx680"/>
            <p:cNvSpPr/>
            <p:nvPr/>
          </p:nvSpPr>
          <p:spPr>
            <a:xfrm>
              <a:off x="4670190" y="3108087"/>
              <a:ext cx="140954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S1_LOLA</a:t>
              </a:r>
            </a:p>
          </p:txBody>
        </p:sp>
        <p:sp>
          <p:nvSpPr>
            <p:cNvPr id="681" name="pg681"/>
            <p:cNvSpPr/>
            <p:nvPr/>
          </p:nvSpPr>
          <p:spPr>
            <a:xfrm>
              <a:off x="4789717" y="3620852"/>
              <a:ext cx="1554937" cy="324612"/>
            </a:xfrm>
            <a:custGeom>
              <a:avLst/>
              <a:gdLst/>
              <a:ahLst/>
              <a:cxnLst/>
              <a:rect l="0" t="0" r="0" b="0"/>
              <a:pathLst>
                <a:path w="1554937" h="324612">
                  <a:moveTo>
                    <a:pt x="27431" y="324612"/>
                  </a:moveTo>
                  <a:lnTo>
                    <a:pt x="1527505" y="324612"/>
                  </a:lnTo>
                  <a:lnTo>
                    <a:pt x="1526400" y="324589"/>
                  </a:lnTo>
                  <a:lnTo>
                    <a:pt x="1530811" y="324411"/>
                  </a:lnTo>
                  <a:lnTo>
                    <a:pt x="1535137" y="323528"/>
                  </a:lnTo>
                  <a:lnTo>
                    <a:pt x="1539265" y="321963"/>
                  </a:lnTo>
                  <a:lnTo>
                    <a:pt x="1543088" y="319756"/>
                  </a:lnTo>
                  <a:lnTo>
                    <a:pt x="1546508" y="316964"/>
                  </a:lnTo>
                  <a:lnTo>
                    <a:pt x="1549435" y="313659"/>
                  </a:lnTo>
                  <a:lnTo>
                    <a:pt x="1551795" y="309928"/>
                  </a:lnTo>
                  <a:lnTo>
                    <a:pt x="1553525" y="305866"/>
                  </a:lnTo>
                  <a:lnTo>
                    <a:pt x="1554581" y="301580"/>
                  </a:lnTo>
                  <a:lnTo>
                    <a:pt x="1554937" y="297180"/>
                  </a:lnTo>
                  <a:lnTo>
                    <a:pt x="1554937" y="27432"/>
                  </a:lnTo>
                  <a:lnTo>
                    <a:pt x="1554581" y="23031"/>
                  </a:lnTo>
                  <a:lnTo>
                    <a:pt x="1553525" y="18745"/>
                  </a:lnTo>
                  <a:lnTo>
                    <a:pt x="1551795" y="14683"/>
                  </a:lnTo>
                  <a:lnTo>
                    <a:pt x="1549435" y="10952"/>
                  </a:lnTo>
                  <a:lnTo>
                    <a:pt x="1546508" y="7647"/>
                  </a:lnTo>
                  <a:lnTo>
                    <a:pt x="1543088" y="4855"/>
                  </a:lnTo>
                  <a:lnTo>
                    <a:pt x="1539265" y="2648"/>
                  </a:lnTo>
                  <a:lnTo>
                    <a:pt x="1535137" y="1083"/>
                  </a:lnTo>
                  <a:lnTo>
                    <a:pt x="1530811" y="200"/>
                  </a:lnTo>
                  <a:lnTo>
                    <a:pt x="1527505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tx682"/>
            <p:cNvSpPr/>
            <p:nvPr/>
          </p:nvSpPr>
          <p:spPr>
            <a:xfrm>
              <a:off x="4835437" y="3666572"/>
              <a:ext cx="146349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S2_DEBY</a:t>
              </a:r>
            </a:p>
          </p:txBody>
        </p:sp>
        <p:sp>
          <p:nvSpPr>
            <p:cNvPr id="683" name="rc683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tx684"/>
            <p:cNvSpPr/>
            <p:nvPr/>
          </p:nvSpPr>
          <p:spPr>
            <a:xfrm>
              <a:off x="1989553" y="55140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36</a:t>
              </a:r>
            </a:p>
          </p:txBody>
        </p:sp>
        <p:sp>
          <p:nvSpPr>
            <p:cNvPr id="685" name="tx685"/>
            <p:cNvSpPr/>
            <p:nvPr/>
          </p:nvSpPr>
          <p:spPr>
            <a:xfrm>
              <a:off x="2113912" y="54956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6" name="tx686"/>
            <p:cNvSpPr/>
            <p:nvPr/>
          </p:nvSpPr>
          <p:spPr>
            <a:xfrm>
              <a:off x="2158626" y="551407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7" name="tx687"/>
            <p:cNvSpPr/>
            <p:nvPr/>
          </p:nvSpPr>
          <p:spPr>
            <a:xfrm>
              <a:off x="1989553" y="4574475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37</a:t>
              </a:r>
            </a:p>
          </p:txBody>
        </p:sp>
        <p:sp>
          <p:nvSpPr>
            <p:cNvPr id="688" name="tx688"/>
            <p:cNvSpPr/>
            <p:nvPr/>
          </p:nvSpPr>
          <p:spPr>
            <a:xfrm>
              <a:off x="2113912" y="455609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9" name="tx689"/>
            <p:cNvSpPr/>
            <p:nvPr/>
          </p:nvSpPr>
          <p:spPr>
            <a:xfrm>
              <a:off x="2158626" y="4574475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0" name="tx690"/>
            <p:cNvSpPr/>
            <p:nvPr/>
          </p:nvSpPr>
          <p:spPr>
            <a:xfrm>
              <a:off x="1989553" y="363482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38</a:t>
              </a:r>
            </a:p>
          </p:txBody>
        </p:sp>
        <p:sp>
          <p:nvSpPr>
            <p:cNvPr id="691" name="tx691"/>
            <p:cNvSpPr/>
            <p:nvPr/>
          </p:nvSpPr>
          <p:spPr>
            <a:xfrm>
              <a:off x="2113912" y="3616447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2" name="tx692"/>
            <p:cNvSpPr/>
            <p:nvPr/>
          </p:nvSpPr>
          <p:spPr>
            <a:xfrm>
              <a:off x="2158626" y="363482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3" name="tx693"/>
            <p:cNvSpPr/>
            <p:nvPr/>
          </p:nvSpPr>
          <p:spPr>
            <a:xfrm>
              <a:off x="1989553" y="269527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39</a:t>
              </a:r>
            </a:p>
          </p:txBody>
        </p:sp>
        <p:sp>
          <p:nvSpPr>
            <p:cNvPr id="694" name="tx694"/>
            <p:cNvSpPr/>
            <p:nvPr/>
          </p:nvSpPr>
          <p:spPr>
            <a:xfrm>
              <a:off x="2113912" y="267689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5" name="tx695"/>
            <p:cNvSpPr/>
            <p:nvPr/>
          </p:nvSpPr>
          <p:spPr>
            <a:xfrm>
              <a:off x="2158626" y="269527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6" name="tx696"/>
            <p:cNvSpPr/>
            <p:nvPr/>
          </p:nvSpPr>
          <p:spPr>
            <a:xfrm>
              <a:off x="1989553" y="175566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97" name="tx697"/>
            <p:cNvSpPr/>
            <p:nvPr/>
          </p:nvSpPr>
          <p:spPr>
            <a:xfrm>
              <a:off x="2113912" y="173728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8" name="tx698"/>
            <p:cNvSpPr/>
            <p:nvPr/>
          </p:nvSpPr>
          <p:spPr>
            <a:xfrm>
              <a:off x="2158626" y="175566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9" name="pl699"/>
            <p:cNvSpPr/>
            <p:nvPr/>
          </p:nvSpPr>
          <p:spPr>
            <a:xfrm>
              <a:off x="2267112" y="555518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l700"/>
            <p:cNvSpPr/>
            <p:nvPr/>
          </p:nvSpPr>
          <p:spPr>
            <a:xfrm>
              <a:off x="2267112" y="461557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l701"/>
            <p:cNvSpPr/>
            <p:nvPr/>
          </p:nvSpPr>
          <p:spPr>
            <a:xfrm>
              <a:off x="2267112" y="36759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l702"/>
            <p:cNvSpPr/>
            <p:nvPr/>
          </p:nvSpPr>
          <p:spPr>
            <a:xfrm>
              <a:off x="2267112" y="273637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l703"/>
            <p:cNvSpPr/>
            <p:nvPr/>
          </p:nvSpPr>
          <p:spPr>
            <a:xfrm>
              <a:off x="2267112" y="17967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l704"/>
            <p:cNvSpPr/>
            <p:nvPr/>
          </p:nvSpPr>
          <p:spPr>
            <a:xfrm>
              <a:off x="2384234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l705"/>
            <p:cNvSpPr/>
            <p:nvPr/>
          </p:nvSpPr>
          <p:spPr>
            <a:xfrm>
              <a:off x="312486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l706"/>
            <p:cNvSpPr/>
            <p:nvPr/>
          </p:nvSpPr>
          <p:spPr>
            <a:xfrm>
              <a:off x="386548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l707"/>
            <p:cNvSpPr/>
            <p:nvPr/>
          </p:nvSpPr>
          <p:spPr>
            <a:xfrm>
              <a:off x="460611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l708"/>
            <p:cNvSpPr/>
            <p:nvPr/>
          </p:nvSpPr>
          <p:spPr>
            <a:xfrm>
              <a:off x="534673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l709"/>
            <p:cNvSpPr/>
            <p:nvPr/>
          </p:nvSpPr>
          <p:spPr>
            <a:xfrm>
              <a:off x="60873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tx710"/>
            <p:cNvSpPr/>
            <p:nvPr/>
          </p:nvSpPr>
          <p:spPr>
            <a:xfrm>
              <a:off x="224698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78</a:t>
              </a:r>
            </a:p>
          </p:txBody>
        </p:sp>
        <p:sp>
          <p:nvSpPr>
            <p:cNvPr id="711" name="tx711"/>
            <p:cNvSpPr/>
            <p:nvPr/>
          </p:nvSpPr>
          <p:spPr>
            <a:xfrm>
              <a:off x="2371341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2" name="tx712"/>
            <p:cNvSpPr/>
            <p:nvPr/>
          </p:nvSpPr>
          <p:spPr>
            <a:xfrm>
              <a:off x="2416055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3" name="tx713"/>
            <p:cNvSpPr/>
            <p:nvPr/>
          </p:nvSpPr>
          <p:spPr>
            <a:xfrm>
              <a:off x="2987608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77</a:t>
              </a:r>
            </a:p>
          </p:txBody>
        </p:sp>
        <p:sp>
          <p:nvSpPr>
            <p:cNvPr id="714" name="tx714"/>
            <p:cNvSpPr/>
            <p:nvPr/>
          </p:nvSpPr>
          <p:spPr>
            <a:xfrm>
              <a:off x="311196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5" name="tx715"/>
            <p:cNvSpPr/>
            <p:nvPr/>
          </p:nvSpPr>
          <p:spPr>
            <a:xfrm>
              <a:off x="315668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6" name="tx716"/>
            <p:cNvSpPr/>
            <p:nvPr/>
          </p:nvSpPr>
          <p:spPr>
            <a:xfrm>
              <a:off x="372823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76</a:t>
              </a:r>
            </a:p>
          </p:txBody>
        </p:sp>
        <p:sp>
          <p:nvSpPr>
            <p:cNvPr id="717" name="tx717"/>
            <p:cNvSpPr/>
            <p:nvPr/>
          </p:nvSpPr>
          <p:spPr>
            <a:xfrm>
              <a:off x="385259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8" name="tx718"/>
            <p:cNvSpPr/>
            <p:nvPr/>
          </p:nvSpPr>
          <p:spPr>
            <a:xfrm>
              <a:off x="3897306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9" name="tx719"/>
            <p:cNvSpPr/>
            <p:nvPr/>
          </p:nvSpPr>
          <p:spPr>
            <a:xfrm>
              <a:off x="446885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75</a:t>
              </a:r>
            </a:p>
          </p:txBody>
        </p:sp>
        <p:sp>
          <p:nvSpPr>
            <p:cNvPr id="720" name="tx720"/>
            <p:cNvSpPr/>
            <p:nvPr/>
          </p:nvSpPr>
          <p:spPr>
            <a:xfrm>
              <a:off x="459321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1" name="tx721"/>
            <p:cNvSpPr/>
            <p:nvPr/>
          </p:nvSpPr>
          <p:spPr>
            <a:xfrm>
              <a:off x="463793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2" name="tx722"/>
            <p:cNvSpPr/>
            <p:nvPr/>
          </p:nvSpPr>
          <p:spPr>
            <a:xfrm>
              <a:off x="5209484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74</a:t>
              </a:r>
            </a:p>
          </p:txBody>
        </p:sp>
        <p:sp>
          <p:nvSpPr>
            <p:cNvPr id="723" name="tx723"/>
            <p:cNvSpPr/>
            <p:nvPr/>
          </p:nvSpPr>
          <p:spPr>
            <a:xfrm>
              <a:off x="533384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4" name="tx724"/>
            <p:cNvSpPr/>
            <p:nvPr/>
          </p:nvSpPr>
          <p:spPr>
            <a:xfrm>
              <a:off x="53785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5" name="tx725"/>
            <p:cNvSpPr/>
            <p:nvPr/>
          </p:nvSpPr>
          <p:spPr>
            <a:xfrm>
              <a:off x="595010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73</a:t>
              </a:r>
            </a:p>
          </p:txBody>
        </p:sp>
        <p:sp>
          <p:nvSpPr>
            <p:cNvPr id="726" name="tx726"/>
            <p:cNvSpPr/>
            <p:nvPr/>
          </p:nvSpPr>
          <p:spPr>
            <a:xfrm>
              <a:off x="60744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7" name="tx727"/>
            <p:cNvSpPr/>
            <p:nvPr/>
          </p:nvSpPr>
          <p:spPr>
            <a:xfrm>
              <a:off x="61191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8" name="tx728"/>
            <p:cNvSpPr/>
            <p:nvPr/>
          </p:nvSpPr>
          <p:spPr>
            <a:xfrm>
              <a:off x="3801860" y="5925448"/>
              <a:ext cx="1149858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Longitude_manual</a:t>
              </a:r>
            </a:p>
          </p:txBody>
        </p:sp>
        <p:sp>
          <p:nvSpPr>
            <p:cNvPr id="729" name="tx729"/>
            <p:cNvSpPr/>
            <p:nvPr/>
          </p:nvSpPr>
          <p:spPr>
            <a:xfrm rot="-5400000">
              <a:off x="1357153" y="3645259"/>
              <a:ext cx="1033180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Latitude_manual</a:t>
              </a:r>
            </a:p>
          </p:txBody>
        </p:sp>
        <p:sp>
          <p:nvSpPr>
            <p:cNvPr id="730" name="rc730"/>
            <p:cNvSpPr/>
            <p:nvPr/>
          </p:nvSpPr>
          <p:spPr>
            <a:xfrm>
              <a:off x="6590850" y="2976782"/>
              <a:ext cx="729514" cy="14371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1" name="tx731"/>
            <p:cNvSpPr/>
            <p:nvPr/>
          </p:nvSpPr>
          <p:spPr>
            <a:xfrm>
              <a:off x="6660439" y="3061824"/>
              <a:ext cx="5903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var1.pred</a:t>
              </a:r>
            </a:p>
          </p:txBody>
        </p:sp>
        <p:pic>
          <p:nvPicPr>
            <p:cNvPr id="732" name="pic7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0439" y="3247085"/>
              <a:ext cx="219455" cy="1097280"/>
            </a:xfrm>
            <a:prstGeom prst="rect">
              <a:avLst/>
            </a:prstGeom>
          </p:spPr>
        </p:pic>
        <p:sp>
          <p:nvSpPr>
            <p:cNvPr id="733" name="pl733"/>
            <p:cNvSpPr/>
            <p:nvPr/>
          </p:nvSpPr>
          <p:spPr>
            <a:xfrm>
              <a:off x="6836004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l734"/>
            <p:cNvSpPr/>
            <p:nvPr/>
          </p:nvSpPr>
          <p:spPr>
            <a:xfrm>
              <a:off x="6836004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l735"/>
            <p:cNvSpPr/>
            <p:nvPr/>
          </p:nvSpPr>
          <p:spPr>
            <a:xfrm>
              <a:off x="6836004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l736"/>
            <p:cNvSpPr/>
            <p:nvPr/>
          </p:nvSpPr>
          <p:spPr>
            <a:xfrm>
              <a:off x="6836004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l737"/>
            <p:cNvSpPr/>
            <p:nvPr/>
          </p:nvSpPr>
          <p:spPr>
            <a:xfrm>
              <a:off x="6836004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l738"/>
            <p:cNvSpPr/>
            <p:nvPr/>
          </p:nvSpPr>
          <p:spPr>
            <a:xfrm>
              <a:off x="6660439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l739"/>
            <p:cNvSpPr/>
            <p:nvPr/>
          </p:nvSpPr>
          <p:spPr>
            <a:xfrm>
              <a:off x="6660439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l740"/>
            <p:cNvSpPr/>
            <p:nvPr/>
          </p:nvSpPr>
          <p:spPr>
            <a:xfrm>
              <a:off x="6660439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l741"/>
            <p:cNvSpPr/>
            <p:nvPr/>
          </p:nvSpPr>
          <p:spPr>
            <a:xfrm>
              <a:off x="6660439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l742"/>
            <p:cNvSpPr/>
            <p:nvPr/>
          </p:nvSpPr>
          <p:spPr>
            <a:xfrm>
              <a:off x="6660439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tx743"/>
            <p:cNvSpPr/>
            <p:nvPr/>
          </p:nvSpPr>
          <p:spPr>
            <a:xfrm>
              <a:off x="6949485" y="4302486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744" name="tx744"/>
            <p:cNvSpPr/>
            <p:nvPr/>
          </p:nvSpPr>
          <p:spPr>
            <a:xfrm>
              <a:off x="6949485" y="4029080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745" name="tx745"/>
            <p:cNvSpPr/>
            <p:nvPr/>
          </p:nvSpPr>
          <p:spPr>
            <a:xfrm>
              <a:off x="6949485" y="3755674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</a:t>
              </a:r>
            </a:p>
          </p:txBody>
        </p:sp>
        <p:sp>
          <p:nvSpPr>
            <p:cNvPr id="746" name="tx746"/>
            <p:cNvSpPr/>
            <p:nvPr/>
          </p:nvSpPr>
          <p:spPr>
            <a:xfrm>
              <a:off x="6949485" y="3482269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</a:t>
              </a:r>
            </a:p>
          </p:txBody>
        </p:sp>
        <p:sp>
          <p:nvSpPr>
            <p:cNvPr id="747" name="tx747"/>
            <p:cNvSpPr/>
            <p:nvPr/>
          </p:nvSpPr>
          <p:spPr>
            <a:xfrm>
              <a:off x="6949485" y="3208863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</a:t>
              </a:r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42ED1E-4E08-CBFA-C279-99F4203916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76" name="Group 5475">
            <a:extLst>
              <a:ext uri="{FF2B5EF4-FFF2-40B4-BE49-F238E27FC236}">
                <a16:creationId xmlns:a16="http://schemas.microsoft.com/office/drawing/2014/main" id="{104B1FD3-7E71-11BD-07E2-B26C88291677}"/>
              </a:ext>
            </a:extLst>
          </p:cNvPr>
          <p:cNvGrpSpPr/>
          <p:nvPr/>
        </p:nvGrpSpPr>
        <p:grpSpPr>
          <a:xfrm>
            <a:off x="1654055" y="1166018"/>
            <a:ext cx="5835888" cy="4525962"/>
            <a:chOff x="1211663" y="-10953"/>
            <a:chExt cx="5835888" cy="4525962"/>
          </a:xfrm>
        </p:grpSpPr>
        <p:grpSp>
          <p:nvGrpSpPr>
            <p:cNvPr id="5473" name="Group 5472">
              <a:extLst>
                <a:ext uri="{FF2B5EF4-FFF2-40B4-BE49-F238E27FC236}">
                  <a16:creationId xmlns:a16="http://schemas.microsoft.com/office/drawing/2014/main" id="{B8B6AAB7-8A81-8BF0-8408-B6BB1B3D34C2}"/>
                </a:ext>
              </a:extLst>
            </p:cNvPr>
            <p:cNvGrpSpPr/>
            <p:nvPr/>
          </p:nvGrpSpPr>
          <p:grpSpPr>
            <a:xfrm>
              <a:off x="1211663" y="-10953"/>
              <a:ext cx="5835888" cy="4525962"/>
              <a:chOff x="1211663" y="-10953"/>
              <a:chExt cx="5835888" cy="4525962"/>
            </a:xfrm>
          </p:grpSpPr>
          <p:grpSp>
            <p:nvGrpSpPr>
              <p:cNvPr id="2" name="Content Placeholder 2">
                <a:extLst>
                  <a:ext uri="{FF2B5EF4-FFF2-40B4-BE49-F238E27FC236}">
                    <a16:creationId xmlns:a16="http://schemas.microsoft.com/office/drawing/2014/main" id="{7ADC8317-4BA9-58F2-24DF-FAB82890C988}"/>
                  </a:ext>
                </a:extLst>
              </p:cNvPr>
              <p:cNvGrpSpPr/>
              <p:nvPr/>
            </p:nvGrpSpPr>
            <p:grpSpPr>
              <a:xfrm>
                <a:off x="1211663" y="-10953"/>
                <a:ext cx="5835888" cy="4525962"/>
                <a:chOff x="1654055" y="1600200"/>
                <a:chExt cx="5835888" cy="4525962"/>
              </a:xfrm>
            </p:grpSpPr>
            <p:sp>
              <p:nvSpPr>
                <p:cNvPr id="4" name="rc4">
                  <a:extLst>
                    <a:ext uri="{FF2B5EF4-FFF2-40B4-BE49-F238E27FC236}">
                      <a16:creationId xmlns:a16="http://schemas.microsoft.com/office/drawing/2014/main" id="{3A591105-C982-EC55-B523-A066F64AA154}"/>
                    </a:ext>
                  </a:extLst>
                </p:cNvPr>
                <p:cNvSpPr/>
                <p:nvPr/>
              </p:nvSpPr>
              <p:spPr>
                <a:xfrm>
                  <a:off x="1654055" y="1600200"/>
                  <a:ext cx="5835888" cy="4525962"/>
                </a:xfrm>
                <a:prstGeom prst="rect">
                  <a:avLst/>
                </a:prstGeom>
                <a:solidFill>
                  <a:srgbClr val="FFFFFF">
                    <a:alpha val="100000"/>
                  </a:srgbClr>
                </a:solidFill>
                <a:ln w="13550" cap="rnd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" name="rc5">
                  <a:extLst>
                    <a:ext uri="{FF2B5EF4-FFF2-40B4-BE49-F238E27FC236}">
                      <a16:creationId xmlns:a16="http://schemas.microsoft.com/office/drawing/2014/main" id="{CBC3377E-A782-7DEA-D9D3-04380DBE83E5}"/>
                    </a:ext>
                  </a:extLst>
                </p:cNvPr>
                <p:cNvSpPr/>
                <p:nvPr/>
              </p:nvSpPr>
              <p:spPr>
                <a:xfrm>
                  <a:off x="2201917" y="2354586"/>
                  <a:ext cx="4342247" cy="3366361"/>
                </a:xfrm>
                <a:prstGeom prst="rect">
                  <a:avLst/>
                </a:prstGeom>
                <a:solidFill>
                  <a:srgbClr val="F0F8FF">
                    <a:alpha val="100000"/>
                  </a:srgbClr>
                </a:solidFill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" name="pl6">
                  <a:extLst>
                    <a:ext uri="{FF2B5EF4-FFF2-40B4-BE49-F238E27FC236}">
                      <a16:creationId xmlns:a16="http://schemas.microsoft.com/office/drawing/2014/main" id="{18E84DA7-A703-7A04-D380-C0F1BFA11073}"/>
                    </a:ext>
                  </a:extLst>
                </p:cNvPr>
                <p:cNvSpPr/>
                <p:nvPr/>
              </p:nvSpPr>
              <p:spPr>
                <a:xfrm>
                  <a:off x="2610961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" name="pl7">
                  <a:extLst>
                    <a:ext uri="{FF2B5EF4-FFF2-40B4-BE49-F238E27FC236}">
                      <a16:creationId xmlns:a16="http://schemas.microsoft.com/office/drawing/2014/main" id="{C043FD60-3766-A929-A7CC-58CBE5015DBF}"/>
                    </a:ext>
                  </a:extLst>
                </p:cNvPr>
                <p:cNvSpPr/>
                <p:nvPr/>
              </p:nvSpPr>
              <p:spPr>
                <a:xfrm>
                  <a:off x="3140137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" name="pl8">
                  <a:extLst>
                    <a:ext uri="{FF2B5EF4-FFF2-40B4-BE49-F238E27FC236}">
                      <a16:creationId xmlns:a16="http://schemas.microsoft.com/office/drawing/2014/main" id="{5D694A12-99D9-38EF-0301-310CB98E48D8}"/>
                    </a:ext>
                  </a:extLst>
                </p:cNvPr>
                <p:cNvSpPr/>
                <p:nvPr/>
              </p:nvSpPr>
              <p:spPr>
                <a:xfrm>
                  <a:off x="3669312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" name="pl9">
                  <a:extLst>
                    <a:ext uri="{FF2B5EF4-FFF2-40B4-BE49-F238E27FC236}">
                      <a16:creationId xmlns:a16="http://schemas.microsoft.com/office/drawing/2014/main" id="{5B0E3A36-9ECD-1D1C-D554-3FEEF23C890A}"/>
                    </a:ext>
                  </a:extLst>
                </p:cNvPr>
                <p:cNvSpPr/>
                <p:nvPr/>
              </p:nvSpPr>
              <p:spPr>
                <a:xfrm>
                  <a:off x="4198487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" name="pl10">
                  <a:extLst>
                    <a:ext uri="{FF2B5EF4-FFF2-40B4-BE49-F238E27FC236}">
                      <a16:creationId xmlns:a16="http://schemas.microsoft.com/office/drawing/2014/main" id="{97CE121E-EB47-0E24-3058-0DC8CB025BA3}"/>
                    </a:ext>
                  </a:extLst>
                </p:cNvPr>
                <p:cNvSpPr/>
                <p:nvPr/>
              </p:nvSpPr>
              <p:spPr>
                <a:xfrm>
                  <a:off x="4727662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" name="pl11">
                  <a:extLst>
                    <a:ext uri="{FF2B5EF4-FFF2-40B4-BE49-F238E27FC236}">
                      <a16:creationId xmlns:a16="http://schemas.microsoft.com/office/drawing/2014/main" id="{D2D8A3EB-0BEC-CD5C-B0CF-3EB111B2753D}"/>
                    </a:ext>
                  </a:extLst>
                </p:cNvPr>
                <p:cNvSpPr/>
                <p:nvPr/>
              </p:nvSpPr>
              <p:spPr>
                <a:xfrm>
                  <a:off x="5256837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" name="pl12">
                  <a:extLst>
                    <a:ext uri="{FF2B5EF4-FFF2-40B4-BE49-F238E27FC236}">
                      <a16:creationId xmlns:a16="http://schemas.microsoft.com/office/drawing/2014/main" id="{F390C2F7-5742-0D85-39D9-7E851D4C6636}"/>
                    </a:ext>
                  </a:extLst>
                </p:cNvPr>
                <p:cNvSpPr/>
                <p:nvPr/>
              </p:nvSpPr>
              <p:spPr>
                <a:xfrm>
                  <a:off x="5786012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" name="pl13">
                  <a:extLst>
                    <a:ext uri="{FF2B5EF4-FFF2-40B4-BE49-F238E27FC236}">
                      <a16:creationId xmlns:a16="http://schemas.microsoft.com/office/drawing/2014/main" id="{77591B0C-2834-449B-C418-E0C6E7ED0887}"/>
                    </a:ext>
                  </a:extLst>
                </p:cNvPr>
                <p:cNvSpPr/>
                <p:nvPr/>
              </p:nvSpPr>
              <p:spPr>
                <a:xfrm>
                  <a:off x="6315187" y="2354586"/>
                  <a:ext cx="0" cy="33663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366361">
                      <a:moveTo>
                        <a:pt x="0" y="3366361"/>
                      </a:moveTo>
                      <a:lnTo>
                        <a:pt x="0" y="3348846"/>
                      </a:lnTo>
                      <a:lnTo>
                        <a:pt x="0" y="3309435"/>
                      </a:lnTo>
                      <a:lnTo>
                        <a:pt x="0" y="3270024"/>
                      </a:lnTo>
                      <a:lnTo>
                        <a:pt x="0" y="3230613"/>
                      </a:lnTo>
                      <a:lnTo>
                        <a:pt x="0" y="3191202"/>
                      </a:lnTo>
                      <a:lnTo>
                        <a:pt x="0" y="3151791"/>
                      </a:lnTo>
                      <a:lnTo>
                        <a:pt x="0" y="3112380"/>
                      </a:lnTo>
                      <a:lnTo>
                        <a:pt x="0" y="3072969"/>
                      </a:lnTo>
                      <a:lnTo>
                        <a:pt x="0" y="3033559"/>
                      </a:lnTo>
                      <a:lnTo>
                        <a:pt x="0" y="2994148"/>
                      </a:lnTo>
                      <a:lnTo>
                        <a:pt x="0" y="2954737"/>
                      </a:lnTo>
                      <a:lnTo>
                        <a:pt x="0" y="2915326"/>
                      </a:lnTo>
                      <a:lnTo>
                        <a:pt x="0" y="2875915"/>
                      </a:lnTo>
                      <a:lnTo>
                        <a:pt x="0" y="2836504"/>
                      </a:lnTo>
                      <a:lnTo>
                        <a:pt x="0" y="2797093"/>
                      </a:lnTo>
                      <a:lnTo>
                        <a:pt x="0" y="2757682"/>
                      </a:lnTo>
                      <a:lnTo>
                        <a:pt x="0" y="2718271"/>
                      </a:lnTo>
                      <a:lnTo>
                        <a:pt x="0" y="2678860"/>
                      </a:lnTo>
                      <a:lnTo>
                        <a:pt x="0" y="2639450"/>
                      </a:lnTo>
                      <a:lnTo>
                        <a:pt x="0" y="2600039"/>
                      </a:lnTo>
                      <a:lnTo>
                        <a:pt x="0" y="2560628"/>
                      </a:lnTo>
                      <a:lnTo>
                        <a:pt x="0" y="2521217"/>
                      </a:lnTo>
                      <a:lnTo>
                        <a:pt x="0" y="2481806"/>
                      </a:lnTo>
                      <a:lnTo>
                        <a:pt x="0" y="2442395"/>
                      </a:lnTo>
                      <a:lnTo>
                        <a:pt x="0" y="2402984"/>
                      </a:lnTo>
                      <a:lnTo>
                        <a:pt x="0" y="2363573"/>
                      </a:lnTo>
                      <a:lnTo>
                        <a:pt x="0" y="2324162"/>
                      </a:lnTo>
                      <a:lnTo>
                        <a:pt x="0" y="2284751"/>
                      </a:lnTo>
                      <a:lnTo>
                        <a:pt x="0" y="2245340"/>
                      </a:lnTo>
                      <a:lnTo>
                        <a:pt x="0" y="2205930"/>
                      </a:lnTo>
                      <a:lnTo>
                        <a:pt x="0" y="2166519"/>
                      </a:lnTo>
                      <a:lnTo>
                        <a:pt x="0" y="2127108"/>
                      </a:lnTo>
                      <a:lnTo>
                        <a:pt x="0" y="2087697"/>
                      </a:lnTo>
                      <a:lnTo>
                        <a:pt x="0" y="2048286"/>
                      </a:lnTo>
                      <a:lnTo>
                        <a:pt x="0" y="2008875"/>
                      </a:lnTo>
                      <a:lnTo>
                        <a:pt x="0" y="1969464"/>
                      </a:lnTo>
                      <a:lnTo>
                        <a:pt x="0" y="1930053"/>
                      </a:lnTo>
                      <a:lnTo>
                        <a:pt x="0" y="1890642"/>
                      </a:lnTo>
                      <a:lnTo>
                        <a:pt x="0" y="1851231"/>
                      </a:lnTo>
                      <a:lnTo>
                        <a:pt x="0" y="1811821"/>
                      </a:lnTo>
                      <a:lnTo>
                        <a:pt x="0" y="1772410"/>
                      </a:lnTo>
                      <a:lnTo>
                        <a:pt x="0" y="1732999"/>
                      </a:lnTo>
                      <a:lnTo>
                        <a:pt x="0" y="1693588"/>
                      </a:lnTo>
                      <a:lnTo>
                        <a:pt x="0" y="1654177"/>
                      </a:lnTo>
                      <a:lnTo>
                        <a:pt x="0" y="1614766"/>
                      </a:lnTo>
                      <a:lnTo>
                        <a:pt x="0" y="1575355"/>
                      </a:lnTo>
                      <a:lnTo>
                        <a:pt x="0" y="1535944"/>
                      </a:lnTo>
                      <a:lnTo>
                        <a:pt x="0" y="1496533"/>
                      </a:lnTo>
                      <a:lnTo>
                        <a:pt x="0" y="1457122"/>
                      </a:lnTo>
                      <a:lnTo>
                        <a:pt x="0" y="1417711"/>
                      </a:lnTo>
                      <a:lnTo>
                        <a:pt x="0" y="1378301"/>
                      </a:lnTo>
                      <a:lnTo>
                        <a:pt x="0" y="1338890"/>
                      </a:lnTo>
                      <a:lnTo>
                        <a:pt x="0" y="1299479"/>
                      </a:lnTo>
                      <a:lnTo>
                        <a:pt x="0" y="1260068"/>
                      </a:lnTo>
                      <a:lnTo>
                        <a:pt x="0" y="1220657"/>
                      </a:lnTo>
                      <a:lnTo>
                        <a:pt x="0" y="1181246"/>
                      </a:lnTo>
                      <a:lnTo>
                        <a:pt x="0" y="1141835"/>
                      </a:lnTo>
                      <a:lnTo>
                        <a:pt x="0" y="1102424"/>
                      </a:lnTo>
                      <a:lnTo>
                        <a:pt x="0" y="1063013"/>
                      </a:lnTo>
                      <a:lnTo>
                        <a:pt x="0" y="1023602"/>
                      </a:lnTo>
                      <a:lnTo>
                        <a:pt x="0" y="984192"/>
                      </a:lnTo>
                      <a:lnTo>
                        <a:pt x="0" y="944781"/>
                      </a:lnTo>
                      <a:lnTo>
                        <a:pt x="0" y="905370"/>
                      </a:lnTo>
                      <a:lnTo>
                        <a:pt x="0" y="865959"/>
                      </a:lnTo>
                      <a:lnTo>
                        <a:pt x="0" y="826548"/>
                      </a:lnTo>
                      <a:lnTo>
                        <a:pt x="0" y="787137"/>
                      </a:lnTo>
                      <a:lnTo>
                        <a:pt x="0" y="747726"/>
                      </a:lnTo>
                      <a:lnTo>
                        <a:pt x="0" y="708315"/>
                      </a:lnTo>
                      <a:lnTo>
                        <a:pt x="0" y="668904"/>
                      </a:lnTo>
                      <a:lnTo>
                        <a:pt x="0" y="629493"/>
                      </a:lnTo>
                      <a:lnTo>
                        <a:pt x="0" y="590082"/>
                      </a:lnTo>
                      <a:lnTo>
                        <a:pt x="0" y="550672"/>
                      </a:lnTo>
                      <a:lnTo>
                        <a:pt x="0" y="511261"/>
                      </a:lnTo>
                      <a:lnTo>
                        <a:pt x="0" y="471850"/>
                      </a:lnTo>
                      <a:lnTo>
                        <a:pt x="0" y="432439"/>
                      </a:lnTo>
                      <a:lnTo>
                        <a:pt x="0" y="393028"/>
                      </a:lnTo>
                      <a:lnTo>
                        <a:pt x="0" y="353617"/>
                      </a:lnTo>
                      <a:lnTo>
                        <a:pt x="0" y="314206"/>
                      </a:lnTo>
                      <a:lnTo>
                        <a:pt x="0" y="274795"/>
                      </a:lnTo>
                      <a:lnTo>
                        <a:pt x="0" y="235384"/>
                      </a:lnTo>
                      <a:lnTo>
                        <a:pt x="0" y="195973"/>
                      </a:lnTo>
                      <a:lnTo>
                        <a:pt x="0" y="156563"/>
                      </a:lnTo>
                      <a:lnTo>
                        <a:pt x="0" y="117152"/>
                      </a:lnTo>
                      <a:lnTo>
                        <a:pt x="0" y="77741"/>
                      </a:lnTo>
                      <a:lnTo>
                        <a:pt x="0" y="3833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" name="pl14">
                  <a:extLst>
                    <a:ext uri="{FF2B5EF4-FFF2-40B4-BE49-F238E27FC236}">
                      <a16:creationId xmlns:a16="http://schemas.microsoft.com/office/drawing/2014/main" id="{A5AAA2E5-BAC1-1FAC-1675-02F9F107EB23}"/>
                    </a:ext>
                  </a:extLst>
                </p:cNvPr>
                <p:cNvSpPr/>
                <p:nvPr/>
              </p:nvSpPr>
              <p:spPr>
                <a:xfrm>
                  <a:off x="2201917" y="5407850"/>
                  <a:ext cx="4342247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42247">
                      <a:moveTo>
                        <a:pt x="0" y="0"/>
                      </a:moveTo>
                      <a:lnTo>
                        <a:pt x="24190" y="0"/>
                      </a:lnTo>
                      <a:lnTo>
                        <a:pt x="72297" y="0"/>
                      </a:lnTo>
                      <a:lnTo>
                        <a:pt x="120403" y="0"/>
                      </a:lnTo>
                      <a:lnTo>
                        <a:pt x="168510" y="0"/>
                      </a:lnTo>
                      <a:lnTo>
                        <a:pt x="216617" y="0"/>
                      </a:lnTo>
                      <a:lnTo>
                        <a:pt x="264724" y="0"/>
                      </a:lnTo>
                      <a:lnTo>
                        <a:pt x="312831" y="0"/>
                      </a:lnTo>
                      <a:lnTo>
                        <a:pt x="360938" y="0"/>
                      </a:lnTo>
                      <a:lnTo>
                        <a:pt x="409044" y="0"/>
                      </a:lnTo>
                      <a:lnTo>
                        <a:pt x="457151" y="0"/>
                      </a:lnTo>
                      <a:lnTo>
                        <a:pt x="505258" y="0"/>
                      </a:lnTo>
                      <a:lnTo>
                        <a:pt x="553365" y="0"/>
                      </a:lnTo>
                      <a:lnTo>
                        <a:pt x="601472" y="0"/>
                      </a:lnTo>
                      <a:lnTo>
                        <a:pt x="649579" y="0"/>
                      </a:lnTo>
                      <a:lnTo>
                        <a:pt x="697685" y="0"/>
                      </a:lnTo>
                      <a:lnTo>
                        <a:pt x="745792" y="0"/>
                      </a:lnTo>
                      <a:lnTo>
                        <a:pt x="793899" y="0"/>
                      </a:lnTo>
                      <a:lnTo>
                        <a:pt x="842006" y="0"/>
                      </a:lnTo>
                      <a:lnTo>
                        <a:pt x="890113" y="0"/>
                      </a:lnTo>
                      <a:lnTo>
                        <a:pt x="938219" y="0"/>
                      </a:lnTo>
                      <a:lnTo>
                        <a:pt x="986326" y="0"/>
                      </a:lnTo>
                      <a:lnTo>
                        <a:pt x="1034433" y="0"/>
                      </a:lnTo>
                      <a:lnTo>
                        <a:pt x="1082540" y="0"/>
                      </a:lnTo>
                      <a:lnTo>
                        <a:pt x="1130647" y="0"/>
                      </a:lnTo>
                      <a:lnTo>
                        <a:pt x="1178754" y="0"/>
                      </a:lnTo>
                      <a:lnTo>
                        <a:pt x="1226860" y="0"/>
                      </a:lnTo>
                      <a:lnTo>
                        <a:pt x="1274967" y="0"/>
                      </a:lnTo>
                      <a:lnTo>
                        <a:pt x="1323074" y="0"/>
                      </a:lnTo>
                      <a:lnTo>
                        <a:pt x="1371181" y="0"/>
                      </a:lnTo>
                      <a:lnTo>
                        <a:pt x="1419288" y="0"/>
                      </a:lnTo>
                      <a:lnTo>
                        <a:pt x="1467394" y="0"/>
                      </a:lnTo>
                      <a:lnTo>
                        <a:pt x="1515501" y="0"/>
                      </a:lnTo>
                      <a:lnTo>
                        <a:pt x="1563608" y="0"/>
                      </a:lnTo>
                      <a:lnTo>
                        <a:pt x="1611715" y="0"/>
                      </a:lnTo>
                      <a:lnTo>
                        <a:pt x="1659822" y="0"/>
                      </a:lnTo>
                      <a:lnTo>
                        <a:pt x="1707929" y="0"/>
                      </a:lnTo>
                      <a:lnTo>
                        <a:pt x="1756035" y="0"/>
                      </a:lnTo>
                      <a:lnTo>
                        <a:pt x="1804142" y="0"/>
                      </a:lnTo>
                      <a:lnTo>
                        <a:pt x="1852249" y="0"/>
                      </a:lnTo>
                      <a:lnTo>
                        <a:pt x="1900356" y="0"/>
                      </a:lnTo>
                      <a:lnTo>
                        <a:pt x="1948463" y="0"/>
                      </a:lnTo>
                      <a:lnTo>
                        <a:pt x="1996570" y="0"/>
                      </a:lnTo>
                      <a:lnTo>
                        <a:pt x="2044676" y="0"/>
                      </a:lnTo>
                      <a:lnTo>
                        <a:pt x="2092783" y="0"/>
                      </a:lnTo>
                      <a:lnTo>
                        <a:pt x="2140890" y="0"/>
                      </a:lnTo>
                      <a:lnTo>
                        <a:pt x="2188997" y="0"/>
                      </a:lnTo>
                      <a:lnTo>
                        <a:pt x="2237104" y="0"/>
                      </a:lnTo>
                      <a:lnTo>
                        <a:pt x="2285210" y="0"/>
                      </a:lnTo>
                      <a:lnTo>
                        <a:pt x="2333317" y="0"/>
                      </a:lnTo>
                      <a:lnTo>
                        <a:pt x="2381424" y="0"/>
                      </a:lnTo>
                      <a:lnTo>
                        <a:pt x="2429531" y="0"/>
                      </a:lnTo>
                      <a:lnTo>
                        <a:pt x="2477638" y="0"/>
                      </a:lnTo>
                      <a:lnTo>
                        <a:pt x="2525745" y="0"/>
                      </a:lnTo>
                      <a:lnTo>
                        <a:pt x="2573851" y="0"/>
                      </a:lnTo>
                      <a:lnTo>
                        <a:pt x="2621958" y="0"/>
                      </a:lnTo>
                      <a:lnTo>
                        <a:pt x="2670065" y="0"/>
                      </a:lnTo>
                      <a:lnTo>
                        <a:pt x="2718172" y="0"/>
                      </a:lnTo>
                      <a:lnTo>
                        <a:pt x="2766279" y="0"/>
                      </a:lnTo>
                      <a:lnTo>
                        <a:pt x="2814386" y="0"/>
                      </a:lnTo>
                      <a:lnTo>
                        <a:pt x="2862492" y="0"/>
                      </a:lnTo>
                      <a:lnTo>
                        <a:pt x="2910599" y="0"/>
                      </a:lnTo>
                      <a:lnTo>
                        <a:pt x="2958706" y="0"/>
                      </a:lnTo>
                      <a:lnTo>
                        <a:pt x="3006813" y="0"/>
                      </a:lnTo>
                      <a:lnTo>
                        <a:pt x="3054920" y="0"/>
                      </a:lnTo>
                      <a:lnTo>
                        <a:pt x="3103026" y="0"/>
                      </a:lnTo>
                      <a:lnTo>
                        <a:pt x="3151133" y="0"/>
                      </a:lnTo>
                      <a:lnTo>
                        <a:pt x="3199240" y="0"/>
                      </a:lnTo>
                      <a:lnTo>
                        <a:pt x="3247347" y="0"/>
                      </a:lnTo>
                      <a:lnTo>
                        <a:pt x="3295454" y="0"/>
                      </a:lnTo>
                      <a:lnTo>
                        <a:pt x="3343561" y="0"/>
                      </a:lnTo>
                      <a:lnTo>
                        <a:pt x="3391667" y="0"/>
                      </a:lnTo>
                      <a:lnTo>
                        <a:pt x="3439774" y="0"/>
                      </a:lnTo>
                      <a:lnTo>
                        <a:pt x="3487881" y="0"/>
                      </a:lnTo>
                      <a:lnTo>
                        <a:pt x="3535988" y="0"/>
                      </a:lnTo>
                      <a:lnTo>
                        <a:pt x="3584095" y="0"/>
                      </a:lnTo>
                      <a:lnTo>
                        <a:pt x="3632202" y="0"/>
                      </a:lnTo>
                      <a:lnTo>
                        <a:pt x="3680308" y="0"/>
                      </a:lnTo>
                      <a:lnTo>
                        <a:pt x="3728415" y="0"/>
                      </a:lnTo>
                      <a:lnTo>
                        <a:pt x="3776522" y="0"/>
                      </a:lnTo>
                      <a:lnTo>
                        <a:pt x="3824629" y="0"/>
                      </a:lnTo>
                      <a:lnTo>
                        <a:pt x="3872736" y="0"/>
                      </a:lnTo>
                      <a:lnTo>
                        <a:pt x="3920842" y="0"/>
                      </a:lnTo>
                      <a:lnTo>
                        <a:pt x="3968949" y="0"/>
                      </a:lnTo>
                      <a:lnTo>
                        <a:pt x="4017056" y="0"/>
                      </a:lnTo>
                      <a:lnTo>
                        <a:pt x="4065163" y="0"/>
                      </a:lnTo>
                      <a:lnTo>
                        <a:pt x="4113270" y="0"/>
                      </a:lnTo>
                      <a:lnTo>
                        <a:pt x="4161377" y="0"/>
                      </a:lnTo>
                      <a:lnTo>
                        <a:pt x="4209483" y="0"/>
                      </a:lnTo>
                      <a:lnTo>
                        <a:pt x="4257590" y="0"/>
                      </a:lnTo>
                      <a:lnTo>
                        <a:pt x="4305697" y="0"/>
                      </a:lnTo>
                      <a:lnTo>
                        <a:pt x="4342247" y="0"/>
                      </a:lnTo>
                      <a:lnTo>
                        <a:pt x="4342247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" name="pl15">
                  <a:extLst>
                    <a:ext uri="{FF2B5EF4-FFF2-40B4-BE49-F238E27FC236}">
                      <a16:creationId xmlns:a16="http://schemas.microsoft.com/office/drawing/2014/main" id="{EFC80134-EC2C-68D0-799F-200664F4B097}"/>
                    </a:ext>
                  </a:extLst>
                </p:cNvPr>
                <p:cNvSpPr/>
                <p:nvPr/>
              </p:nvSpPr>
              <p:spPr>
                <a:xfrm>
                  <a:off x="2201917" y="4757570"/>
                  <a:ext cx="4342247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42247">
                      <a:moveTo>
                        <a:pt x="0" y="0"/>
                      </a:moveTo>
                      <a:lnTo>
                        <a:pt x="24190" y="0"/>
                      </a:lnTo>
                      <a:lnTo>
                        <a:pt x="72297" y="0"/>
                      </a:lnTo>
                      <a:lnTo>
                        <a:pt x="120403" y="0"/>
                      </a:lnTo>
                      <a:lnTo>
                        <a:pt x="168510" y="0"/>
                      </a:lnTo>
                      <a:lnTo>
                        <a:pt x="216617" y="0"/>
                      </a:lnTo>
                      <a:lnTo>
                        <a:pt x="264724" y="0"/>
                      </a:lnTo>
                      <a:lnTo>
                        <a:pt x="312831" y="0"/>
                      </a:lnTo>
                      <a:lnTo>
                        <a:pt x="360938" y="0"/>
                      </a:lnTo>
                      <a:lnTo>
                        <a:pt x="409044" y="0"/>
                      </a:lnTo>
                      <a:lnTo>
                        <a:pt x="457151" y="0"/>
                      </a:lnTo>
                      <a:lnTo>
                        <a:pt x="505258" y="0"/>
                      </a:lnTo>
                      <a:lnTo>
                        <a:pt x="553365" y="0"/>
                      </a:lnTo>
                      <a:lnTo>
                        <a:pt x="601472" y="0"/>
                      </a:lnTo>
                      <a:lnTo>
                        <a:pt x="649579" y="0"/>
                      </a:lnTo>
                      <a:lnTo>
                        <a:pt x="697685" y="0"/>
                      </a:lnTo>
                      <a:lnTo>
                        <a:pt x="745792" y="0"/>
                      </a:lnTo>
                      <a:lnTo>
                        <a:pt x="793899" y="0"/>
                      </a:lnTo>
                      <a:lnTo>
                        <a:pt x="842006" y="0"/>
                      </a:lnTo>
                      <a:lnTo>
                        <a:pt x="890113" y="0"/>
                      </a:lnTo>
                      <a:lnTo>
                        <a:pt x="938219" y="0"/>
                      </a:lnTo>
                      <a:lnTo>
                        <a:pt x="986326" y="0"/>
                      </a:lnTo>
                      <a:lnTo>
                        <a:pt x="1034433" y="0"/>
                      </a:lnTo>
                      <a:lnTo>
                        <a:pt x="1082540" y="0"/>
                      </a:lnTo>
                      <a:lnTo>
                        <a:pt x="1130647" y="0"/>
                      </a:lnTo>
                      <a:lnTo>
                        <a:pt x="1178754" y="0"/>
                      </a:lnTo>
                      <a:lnTo>
                        <a:pt x="1226860" y="0"/>
                      </a:lnTo>
                      <a:lnTo>
                        <a:pt x="1274967" y="0"/>
                      </a:lnTo>
                      <a:lnTo>
                        <a:pt x="1323074" y="0"/>
                      </a:lnTo>
                      <a:lnTo>
                        <a:pt x="1371181" y="0"/>
                      </a:lnTo>
                      <a:lnTo>
                        <a:pt x="1419288" y="0"/>
                      </a:lnTo>
                      <a:lnTo>
                        <a:pt x="1467394" y="0"/>
                      </a:lnTo>
                      <a:lnTo>
                        <a:pt x="1515501" y="0"/>
                      </a:lnTo>
                      <a:lnTo>
                        <a:pt x="1563608" y="0"/>
                      </a:lnTo>
                      <a:lnTo>
                        <a:pt x="1611715" y="0"/>
                      </a:lnTo>
                      <a:lnTo>
                        <a:pt x="1659822" y="0"/>
                      </a:lnTo>
                      <a:lnTo>
                        <a:pt x="1707929" y="0"/>
                      </a:lnTo>
                      <a:lnTo>
                        <a:pt x="1756035" y="0"/>
                      </a:lnTo>
                      <a:lnTo>
                        <a:pt x="1804142" y="0"/>
                      </a:lnTo>
                      <a:lnTo>
                        <a:pt x="1852249" y="0"/>
                      </a:lnTo>
                      <a:lnTo>
                        <a:pt x="1900356" y="0"/>
                      </a:lnTo>
                      <a:lnTo>
                        <a:pt x="1948463" y="0"/>
                      </a:lnTo>
                      <a:lnTo>
                        <a:pt x="1996570" y="0"/>
                      </a:lnTo>
                      <a:lnTo>
                        <a:pt x="2044676" y="0"/>
                      </a:lnTo>
                      <a:lnTo>
                        <a:pt x="2092783" y="0"/>
                      </a:lnTo>
                      <a:lnTo>
                        <a:pt x="2140890" y="0"/>
                      </a:lnTo>
                      <a:lnTo>
                        <a:pt x="2188997" y="0"/>
                      </a:lnTo>
                      <a:lnTo>
                        <a:pt x="2237104" y="0"/>
                      </a:lnTo>
                      <a:lnTo>
                        <a:pt x="2285210" y="0"/>
                      </a:lnTo>
                      <a:lnTo>
                        <a:pt x="2333317" y="0"/>
                      </a:lnTo>
                      <a:lnTo>
                        <a:pt x="2381424" y="0"/>
                      </a:lnTo>
                      <a:lnTo>
                        <a:pt x="2429531" y="0"/>
                      </a:lnTo>
                      <a:lnTo>
                        <a:pt x="2477638" y="0"/>
                      </a:lnTo>
                      <a:lnTo>
                        <a:pt x="2525745" y="0"/>
                      </a:lnTo>
                      <a:lnTo>
                        <a:pt x="2573851" y="0"/>
                      </a:lnTo>
                      <a:lnTo>
                        <a:pt x="2621958" y="0"/>
                      </a:lnTo>
                      <a:lnTo>
                        <a:pt x="2670065" y="0"/>
                      </a:lnTo>
                      <a:lnTo>
                        <a:pt x="2718172" y="0"/>
                      </a:lnTo>
                      <a:lnTo>
                        <a:pt x="2766279" y="0"/>
                      </a:lnTo>
                      <a:lnTo>
                        <a:pt x="2814386" y="0"/>
                      </a:lnTo>
                      <a:lnTo>
                        <a:pt x="2862492" y="0"/>
                      </a:lnTo>
                      <a:lnTo>
                        <a:pt x="2910599" y="0"/>
                      </a:lnTo>
                      <a:lnTo>
                        <a:pt x="2958706" y="0"/>
                      </a:lnTo>
                      <a:lnTo>
                        <a:pt x="3006813" y="0"/>
                      </a:lnTo>
                      <a:lnTo>
                        <a:pt x="3054920" y="0"/>
                      </a:lnTo>
                      <a:lnTo>
                        <a:pt x="3103026" y="0"/>
                      </a:lnTo>
                      <a:lnTo>
                        <a:pt x="3151133" y="0"/>
                      </a:lnTo>
                      <a:lnTo>
                        <a:pt x="3199240" y="0"/>
                      </a:lnTo>
                      <a:lnTo>
                        <a:pt x="3247347" y="0"/>
                      </a:lnTo>
                      <a:lnTo>
                        <a:pt x="3295454" y="0"/>
                      </a:lnTo>
                      <a:lnTo>
                        <a:pt x="3343561" y="0"/>
                      </a:lnTo>
                      <a:lnTo>
                        <a:pt x="3391667" y="0"/>
                      </a:lnTo>
                      <a:lnTo>
                        <a:pt x="3439774" y="0"/>
                      </a:lnTo>
                      <a:lnTo>
                        <a:pt x="3487881" y="0"/>
                      </a:lnTo>
                      <a:lnTo>
                        <a:pt x="3535988" y="0"/>
                      </a:lnTo>
                      <a:lnTo>
                        <a:pt x="3584095" y="0"/>
                      </a:lnTo>
                      <a:lnTo>
                        <a:pt x="3632202" y="0"/>
                      </a:lnTo>
                      <a:lnTo>
                        <a:pt x="3680308" y="0"/>
                      </a:lnTo>
                      <a:lnTo>
                        <a:pt x="3728415" y="0"/>
                      </a:lnTo>
                      <a:lnTo>
                        <a:pt x="3776522" y="0"/>
                      </a:lnTo>
                      <a:lnTo>
                        <a:pt x="3824629" y="0"/>
                      </a:lnTo>
                      <a:lnTo>
                        <a:pt x="3872736" y="0"/>
                      </a:lnTo>
                      <a:lnTo>
                        <a:pt x="3920842" y="0"/>
                      </a:lnTo>
                      <a:lnTo>
                        <a:pt x="3968949" y="0"/>
                      </a:lnTo>
                      <a:lnTo>
                        <a:pt x="4017056" y="0"/>
                      </a:lnTo>
                      <a:lnTo>
                        <a:pt x="4065163" y="0"/>
                      </a:lnTo>
                      <a:lnTo>
                        <a:pt x="4113270" y="0"/>
                      </a:lnTo>
                      <a:lnTo>
                        <a:pt x="4161377" y="0"/>
                      </a:lnTo>
                      <a:lnTo>
                        <a:pt x="4209483" y="0"/>
                      </a:lnTo>
                      <a:lnTo>
                        <a:pt x="4257590" y="0"/>
                      </a:lnTo>
                      <a:lnTo>
                        <a:pt x="4305697" y="0"/>
                      </a:lnTo>
                      <a:lnTo>
                        <a:pt x="4342247" y="0"/>
                      </a:lnTo>
                      <a:lnTo>
                        <a:pt x="4342247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" name="pl16">
                  <a:extLst>
                    <a:ext uri="{FF2B5EF4-FFF2-40B4-BE49-F238E27FC236}">
                      <a16:creationId xmlns:a16="http://schemas.microsoft.com/office/drawing/2014/main" id="{1DE08DD4-0589-F4BC-44DF-C4451A5E38BC}"/>
                    </a:ext>
                  </a:extLst>
                </p:cNvPr>
                <p:cNvSpPr/>
                <p:nvPr/>
              </p:nvSpPr>
              <p:spPr>
                <a:xfrm>
                  <a:off x="2201917" y="4107291"/>
                  <a:ext cx="4342247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42247">
                      <a:moveTo>
                        <a:pt x="0" y="0"/>
                      </a:moveTo>
                      <a:lnTo>
                        <a:pt x="24190" y="0"/>
                      </a:lnTo>
                      <a:lnTo>
                        <a:pt x="72297" y="0"/>
                      </a:lnTo>
                      <a:lnTo>
                        <a:pt x="120403" y="0"/>
                      </a:lnTo>
                      <a:lnTo>
                        <a:pt x="168510" y="0"/>
                      </a:lnTo>
                      <a:lnTo>
                        <a:pt x="216617" y="0"/>
                      </a:lnTo>
                      <a:lnTo>
                        <a:pt x="264724" y="0"/>
                      </a:lnTo>
                      <a:lnTo>
                        <a:pt x="312831" y="0"/>
                      </a:lnTo>
                      <a:lnTo>
                        <a:pt x="360938" y="0"/>
                      </a:lnTo>
                      <a:lnTo>
                        <a:pt x="409044" y="0"/>
                      </a:lnTo>
                      <a:lnTo>
                        <a:pt x="457151" y="0"/>
                      </a:lnTo>
                      <a:lnTo>
                        <a:pt x="505258" y="0"/>
                      </a:lnTo>
                      <a:lnTo>
                        <a:pt x="553365" y="0"/>
                      </a:lnTo>
                      <a:lnTo>
                        <a:pt x="601472" y="0"/>
                      </a:lnTo>
                      <a:lnTo>
                        <a:pt x="649579" y="0"/>
                      </a:lnTo>
                      <a:lnTo>
                        <a:pt x="697685" y="0"/>
                      </a:lnTo>
                      <a:lnTo>
                        <a:pt x="745792" y="0"/>
                      </a:lnTo>
                      <a:lnTo>
                        <a:pt x="793899" y="0"/>
                      </a:lnTo>
                      <a:lnTo>
                        <a:pt x="842006" y="0"/>
                      </a:lnTo>
                      <a:lnTo>
                        <a:pt x="890113" y="0"/>
                      </a:lnTo>
                      <a:lnTo>
                        <a:pt x="938219" y="0"/>
                      </a:lnTo>
                      <a:lnTo>
                        <a:pt x="986326" y="0"/>
                      </a:lnTo>
                      <a:lnTo>
                        <a:pt x="1034433" y="0"/>
                      </a:lnTo>
                      <a:lnTo>
                        <a:pt x="1082540" y="0"/>
                      </a:lnTo>
                      <a:lnTo>
                        <a:pt x="1130647" y="0"/>
                      </a:lnTo>
                      <a:lnTo>
                        <a:pt x="1178754" y="0"/>
                      </a:lnTo>
                      <a:lnTo>
                        <a:pt x="1226860" y="0"/>
                      </a:lnTo>
                      <a:lnTo>
                        <a:pt x="1274967" y="0"/>
                      </a:lnTo>
                      <a:lnTo>
                        <a:pt x="1323074" y="0"/>
                      </a:lnTo>
                      <a:lnTo>
                        <a:pt x="1371181" y="0"/>
                      </a:lnTo>
                      <a:lnTo>
                        <a:pt x="1419288" y="0"/>
                      </a:lnTo>
                      <a:lnTo>
                        <a:pt x="1467394" y="0"/>
                      </a:lnTo>
                      <a:lnTo>
                        <a:pt x="1515501" y="0"/>
                      </a:lnTo>
                      <a:lnTo>
                        <a:pt x="1563608" y="0"/>
                      </a:lnTo>
                      <a:lnTo>
                        <a:pt x="1611715" y="0"/>
                      </a:lnTo>
                      <a:lnTo>
                        <a:pt x="1659822" y="0"/>
                      </a:lnTo>
                      <a:lnTo>
                        <a:pt x="1707929" y="0"/>
                      </a:lnTo>
                      <a:lnTo>
                        <a:pt x="1756035" y="0"/>
                      </a:lnTo>
                      <a:lnTo>
                        <a:pt x="1804142" y="0"/>
                      </a:lnTo>
                      <a:lnTo>
                        <a:pt x="1852249" y="0"/>
                      </a:lnTo>
                      <a:lnTo>
                        <a:pt x="1900356" y="0"/>
                      </a:lnTo>
                      <a:lnTo>
                        <a:pt x="1948463" y="0"/>
                      </a:lnTo>
                      <a:lnTo>
                        <a:pt x="1996570" y="0"/>
                      </a:lnTo>
                      <a:lnTo>
                        <a:pt x="2044676" y="0"/>
                      </a:lnTo>
                      <a:lnTo>
                        <a:pt x="2092783" y="0"/>
                      </a:lnTo>
                      <a:lnTo>
                        <a:pt x="2140890" y="0"/>
                      </a:lnTo>
                      <a:lnTo>
                        <a:pt x="2188997" y="0"/>
                      </a:lnTo>
                      <a:lnTo>
                        <a:pt x="2237104" y="0"/>
                      </a:lnTo>
                      <a:lnTo>
                        <a:pt x="2285210" y="0"/>
                      </a:lnTo>
                      <a:lnTo>
                        <a:pt x="2333317" y="0"/>
                      </a:lnTo>
                      <a:lnTo>
                        <a:pt x="2381424" y="0"/>
                      </a:lnTo>
                      <a:lnTo>
                        <a:pt x="2429531" y="0"/>
                      </a:lnTo>
                      <a:lnTo>
                        <a:pt x="2477638" y="0"/>
                      </a:lnTo>
                      <a:lnTo>
                        <a:pt x="2525745" y="0"/>
                      </a:lnTo>
                      <a:lnTo>
                        <a:pt x="2573851" y="0"/>
                      </a:lnTo>
                      <a:lnTo>
                        <a:pt x="2621958" y="0"/>
                      </a:lnTo>
                      <a:lnTo>
                        <a:pt x="2670065" y="0"/>
                      </a:lnTo>
                      <a:lnTo>
                        <a:pt x="2718172" y="0"/>
                      </a:lnTo>
                      <a:lnTo>
                        <a:pt x="2766279" y="0"/>
                      </a:lnTo>
                      <a:lnTo>
                        <a:pt x="2814386" y="0"/>
                      </a:lnTo>
                      <a:lnTo>
                        <a:pt x="2862492" y="0"/>
                      </a:lnTo>
                      <a:lnTo>
                        <a:pt x="2910599" y="0"/>
                      </a:lnTo>
                      <a:lnTo>
                        <a:pt x="2958706" y="0"/>
                      </a:lnTo>
                      <a:lnTo>
                        <a:pt x="3006813" y="0"/>
                      </a:lnTo>
                      <a:lnTo>
                        <a:pt x="3054920" y="0"/>
                      </a:lnTo>
                      <a:lnTo>
                        <a:pt x="3103026" y="0"/>
                      </a:lnTo>
                      <a:lnTo>
                        <a:pt x="3151133" y="0"/>
                      </a:lnTo>
                      <a:lnTo>
                        <a:pt x="3199240" y="0"/>
                      </a:lnTo>
                      <a:lnTo>
                        <a:pt x="3247347" y="0"/>
                      </a:lnTo>
                      <a:lnTo>
                        <a:pt x="3295454" y="0"/>
                      </a:lnTo>
                      <a:lnTo>
                        <a:pt x="3343561" y="0"/>
                      </a:lnTo>
                      <a:lnTo>
                        <a:pt x="3391667" y="0"/>
                      </a:lnTo>
                      <a:lnTo>
                        <a:pt x="3439774" y="0"/>
                      </a:lnTo>
                      <a:lnTo>
                        <a:pt x="3487881" y="0"/>
                      </a:lnTo>
                      <a:lnTo>
                        <a:pt x="3535988" y="0"/>
                      </a:lnTo>
                      <a:lnTo>
                        <a:pt x="3584095" y="0"/>
                      </a:lnTo>
                      <a:lnTo>
                        <a:pt x="3632202" y="0"/>
                      </a:lnTo>
                      <a:lnTo>
                        <a:pt x="3680308" y="0"/>
                      </a:lnTo>
                      <a:lnTo>
                        <a:pt x="3728415" y="0"/>
                      </a:lnTo>
                      <a:lnTo>
                        <a:pt x="3776522" y="0"/>
                      </a:lnTo>
                      <a:lnTo>
                        <a:pt x="3824629" y="0"/>
                      </a:lnTo>
                      <a:lnTo>
                        <a:pt x="3872736" y="0"/>
                      </a:lnTo>
                      <a:lnTo>
                        <a:pt x="3920842" y="0"/>
                      </a:lnTo>
                      <a:lnTo>
                        <a:pt x="3968949" y="0"/>
                      </a:lnTo>
                      <a:lnTo>
                        <a:pt x="4017056" y="0"/>
                      </a:lnTo>
                      <a:lnTo>
                        <a:pt x="4065163" y="0"/>
                      </a:lnTo>
                      <a:lnTo>
                        <a:pt x="4113270" y="0"/>
                      </a:lnTo>
                      <a:lnTo>
                        <a:pt x="4161377" y="0"/>
                      </a:lnTo>
                      <a:lnTo>
                        <a:pt x="4209483" y="0"/>
                      </a:lnTo>
                      <a:lnTo>
                        <a:pt x="4257590" y="0"/>
                      </a:lnTo>
                      <a:lnTo>
                        <a:pt x="4305697" y="0"/>
                      </a:lnTo>
                      <a:lnTo>
                        <a:pt x="4342247" y="0"/>
                      </a:lnTo>
                      <a:lnTo>
                        <a:pt x="4342247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" name="pl17">
                  <a:extLst>
                    <a:ext uri="{FF2B5EF4-FFF2-40B4-BE49-F238E27FC236}">
                      <a16:creationId xmlns:a16="http://schemas.microsoft.com/office/drawing/2014/main" id="{767CD4C0-6F2A-E4FB-8810-1CF978554DC4}"/>
                    </a:ext>
                  </a:extLst>
                </p:cNvPr>
                <p:cNvSpPr/>
                <p:nvPr/>
              </p:nvSpPr>
              <p:spPr>
                <a:xfrm>
                  <a:off x="2201917" y="3457011"/>
                  <a:ext cx="4342247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42247">
                      <a:moveTo>
                        <a:pt x="0" y="0"/>
                      </a:moveTo>
                      <a:lnTo>
                        <a:pt x="24190" y="0"/>
                      </a:lnTo>
                      <a:lnTo>
                        <a:pt x="72297" y="0"/>
                      </a:lnTo>
                      <a:lnTo>
                        <a:pt x="120403" y="0"/>
                      </a:lnTo>
                      <a:lnTo>
                        <a:pt x="168510" y="0"/>
                      </a:lnTo>
                      <a:lnTo>
                        <a:pt x="216617" y="0"/>
                      </a:lnTo>
                      <a:lnTo>
                        <a:pt x="264724" y="0"/>
                      </a:lnTo>
                      <a:lnTo>
                        <a:pt x="312831" y="0"/>
                      </a:lnTo>
                      <a:lnTo>
                        <a:pt x="360938" y="0"/>
                      </a:lnTo>
                      <a:lnTo>
                        <a:pt x="409044" y="0"/>
                      </a:lnTo>
                      <a:lnTo>
                        <a:pt x="457151" y="0"/>
                      </a:lnTo>
                      <a:lnTo>
                        <a:pt x="505258" y="0"/>
                      </a:lnTo>
                      <a:lnTo>
                        <a:pt x="553365" y="0"/>
                      </a:lnTo>
                      <a:lnTo>
                        <a:pt x="601472" y="0"/>
                      </a:lnTo>
                      <a:lnTo>
                        <a:pt x="649579" y="0"/>
                      </a:lnTo>
                      <a:lnTo>
                        <a:pt x="697685" y="0"/>
                      </a:lnTo>
                      <a:lnTo>
                        <a:pt x="745792" y="0"/>
                      </a:lnTo>
                      <a:lnTo>
                        <a:pt x="793899" y="0"/>
                      </a:lnTo>
                      <a:lnTo>
                        <a:pt x="842006" y="0"/>
                      </a:lnTo>
                      <a:lnTo>
                        <a:pt x="890113" y="0"/>
                      </a:lnTo>
                      <a:lnTo>
                        <a:pt x="938219" y="0"/>
                      </a:lnTo>
                      <a:lnTo>
                        <a:pt x="986326" y="0"/>
                      </a:lnTo>
                      <a:lnTo>
                        <a:pt x="1034433" y="0"/>
                      </a:lnTo>
                      <a:lnTo>
                        <a:pt x="1082540" y="0"/>
                      </a:lnTo>
                      <a:lnTo>
                        <a:pt x="1130647" y="0"/>
                      </a:lnTo>
                      <a:lnTo>
                        <a:pt x="1178754" y="0"/>
                      </a:lnTo>
                      <a:lnTo>
                        <a:pt x="1226860" y="0"/>
                      </a:lnTo>
                      <a:lnTo>
                        <a:pt x="1274967" y="0"/>
                      </a:lnTo>
                      <a:lnTo>
                        <a:pt x="1323074" y="0"/>
                      </a:lnTo>
                      <a:lnTo>
                        <a:pt x="1371181" y="0"/>
                      </a:lnTo>
                      <a:lnTo>
                        <a:pt x="1419288" y="0"/>
                      </a:lnTo>
                      <a:lnTo>
                        <a:pt x="1467394" y="0"/>
                      </a:lnTo>
                      <a:lnTo>
                        <a:pt x="1515501" y="0"/>
                      </a:lnTo>
                      <a:lnTo>
                        <a:pt x="1563608" y="0"/>
                      </a:lnTo>
                      <a:lnTo>
                        <a:pt x="1611715" y="0"/>
                      </a:lnTo>
                      <a:lnTo>
                        <a:pt x="1659822" y="0"/>
                      </a:lnTo>
                      <a:lnTo>
                        <a:pt x="1707929" y="0"/>
                      </a:lnTo>
                      <a:lnTo>
                        <a:pt x="1756035" y="0"/>
                      </a:lnTo>
                      <a:lnTo>
                        <a:pt x="1804142" y="0"/>
                      </a:lnTo>
                      <a:lnTo>
                        <a:pt x="1852249" y="0"/>
                      </a:lnTo>
                      <a:lnTo>
                        <a:pt x="1900356" y="0"/>
                      </a:lnTo>
                      <a:lnTo>
                        <a:pt x="1948463" y="0"/>
                      </a:lnTo>
                      <a:lnTo>
                        <a:pt x="1996570" y="0"/>
                      </a:lnTo>
                      <a:lnTo>
                        <a:pt x="2044676" y="0"/>
                      </a:lnTo>
                      <a:lnTo>
                        <a:pt x="2092783" y="0"/>
                      </a:lnTo>
                      <a:lnTo>
                        <a:pt x="2140890" y="0"/>
                      </a:lnTo>
                      <a:lnTo>
                        <a:pt x="2188997" y="0"/>
                      </a:lnTo>
                      <a:lnTo>
                        <a:pt x="2237104" y="0"/>
                      </a:lnTo>
                      <a:lnTo>
                        <a:pt x="2285210" y="0"/>
                      </a:lnTo>
                      <a:lnTo>
                        <a:pt x="2333317" y="0"/>
                      </a:lnTo>
                      <a:lnTo>
                        <a:pt x="2381424" y="0"/>
                      </a:lnTo>
                      <a:lnTo>
                        <a:pt x="2429531" y="0"/>
                      </a:lnTo>
                      <a:lnTo>
                        <a:pt x="2477638" y="0"/>
                      </a:lnTo>
                      <a:lnTo>
                        <a:pt x="2525745" y="0"/>
                      </a:lnTo>
                      <a:lnTo>
                        <a:pt x="2573851" y="0"/>
                      </a:lnTo>
                      <a:lnTo>
                        <a:pt x="2621958" y="0"/>
                      </a:lnTo>
                      <a:lnTo>
                        <a:pt x="2670065" y="0"/>
                      </a:lnTo>
                      <a:lnTo>
                        <a:pt x="2718172" y="0"/>
                      </a:lnTo>
                      <a:lnTo>
                        <a:pt x="2766279" y="0"/>
                      </a:lnTo>
                      <a:lnTo>
                        <a:pt x="2814386" y="0"/>
                      </a:lnTo>
                      <a:lnTo>
                        <a:pt x="2862492" y="0"/>
                      </a:lnTo>
                      <a:lnTo>
                        <a:pt x="2910599" y="0"/>
                      </a:lnTo>
                      <a:lnTo>
                        <a:pt x="2958706" y="0"/>
                      </a:lnTo>
                      <a:lnTo>
                        <a:pt x="3006813" y="0"/>
                      </a:lnTo>
                      <a:lnTo>
                        <a:pt x="3054920" y="0"/>
                      </a:lnTo>
                      <a:lnTo>
                        <a:pt x="3103026" y="0"/>
                      </a:lnTo>
                      <a:lnTo>
                        <a:pt x="3151133" y="0"/>
                      </a:lnTo>
                      <a:lnTo>
                        <a:pt x="3199240" y="0"/>
                      </a:lnTo>
                      <a:lnTo>
                        <a:pt x="3247347" y="0"/>
                      </a:lnTo>
                      <a:lnTo>
                        <a:pt x="3295454" y="0"/>
                      </a:lnTo>
                      <a:lnTo>
                        <a:pt x="3343561" y="0"/>
                      </a:lnTo>
                      <a:lnTo>
                        <a:pt x="3391667" y="0"/>
                      </a:lnTo>
                      <a:lnTo>
                        <a:pt x="3439774" y="0"/>
                      </a:lnTo>
                      <a:lnTo>
                        <a:pt x="3487881" y="0"/>
                      </a:lnTo>
                      <a:lnTo>
                        <a:pt x="3535988" y="0"/>
                      </a:lnTo>
                      <a:lnTo>
                        <a:pt x="3584095" y="0"/>
                      </a:lnTo>
                      <a:lnTo>
                        <a:pt x="3632202" y="0"/>
                      </a:lnTo>
                      <a:lnTo>
                        <a:pt x="3680308" y="0"/>
                      </a:lnTo>
                      <a:lnTo>
                        <a:pt x="3728415" y="0"/>
                      </a:lnTo>
                      <a:lnTo>
                        <a:pt x="3776522" y="0"/>
                      </a:lnTo>
                      <a:lnTo>
                        <a:pt x="3824629" y="0"/>
                      </a:lnTo>
                      <a:lnTo>
                        <a:pt x="3872736" y="0"/>
                      </a:lnTo>
                      <a:lnTo>
                        <a:pt x="3920842" y="0"/>
                      </a:lnTo>
                      <a:lnTo>
                        <a:pt x="3968949" y="0"/>
                      </a:lnTo>
                      <a:lnTo>
                        <a:pt x="4017056" y="0"/>
                      </a:lnTo>
                      <a:lnTo>
                        <a:pt x="4065163" y="0"/>
                      </a:lnTo>
                      <a:lnTo>
                        <a:pt x="4113270" y="0"/>
                      </a:lnTo>
                      <a:lnTo>
                        <a:pt x="4161377" y="0"/>
                      </a:lnTo>
                      <a:lnTo>
                        <a:pt x="4209483" y="0"/>
                      </a:lnTo>
                      <a:lnTo>
                        <a:pt x="4257590" y="0"/>
                      </a:lnTo>
                      <a:lnTo>
                        <a:pt x="4305697" y="0"/>
                      </a:lnTo>
                      <a:lnTo>
                        <a:pt x="4342247" y="0"/>
                      </a:lnTo>
                      <a:lnTo>
                        <a:pt x="4342247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" name="pl18">
                  <a:extLst>
                    <a:ext uri="{FF2B5EF4-FFF2-40B4-BE49-F238E27FC236}">
                      <a16:creationId xmlns:a16="http://schemas.microsoft.com/office/drawing/2014/main" id="{07469C6C-54EC-88CD-E60B-1AA02D1A3E5F}"/>
                    </a:ext>
                  </a:extLst>
                </p:cNvPr>
                <p:cNvSpPr/>
                <p:nvPr/>
              </p:nvSpPr>
              <p:spPr>
                <a:xfrm>
                  <a:off x="2201917" y="2806731"/>
                  <a:ext cx="4342247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42247">
                      <a:moveTo>
                        <a:pt x="0" y="0"/>
                      </a:moveTo>
                      <a:lnTo>
                        <a:pt x="24190" y="0"/>
                      </a:lnTo>
                      <a:lnTo>
                        <a:pt x="72297" y="0"/>
                      </a:lnTo>
                      <a:lnTo>
                        <a:pt x="120403" y="0"/>
                      </a:lnTo>
                      <a:lnTo>
                        <a:pt x="168510" y="0"/>
                      </a:lnTo>
                      <a:lnTo>
                        <a:pt x="216617" y="0"/>
                      </a:lnTo>
                      <a:lnTo>
                        <a:pt x="264724" y="0"/>
                      </a:lnTo>
                      <a:lnTo>
                        <a:pt x="312831" y="0"/>
                      </a:lnTo>
                      <a:lnTo>
                        <a:pt x="360938" y="0"/>
                      </a:lnTo>
                      <a:lnTo>
                        <a:pt x="409044" y="0"/>
                      </a:lnTo>
                      <a:lnTo>
                        <a:pt x="457151" y="0"/>
                      </a:lnTo>
                      <a:lnTo>
                        <a:pt x="505258" y="0"/>
                      </a:lnTo>
                      <a:lnTo>
                        <a:pt x="553365" y="0"/>
                      </a:lnTo>
                      <a:lnTo>
                        <a:pt x="601472" y="0"/>
                      </a:lnTo>
                      <a:lnTo>
                        <a:pt x="649579" y="0"/>
                      </a:lnTo>
                      <a:lnTo>
                        <a:pt x="697685" y="0"/>
                      </a:lnTo>
                      <a:lnTo>
                        <a:pt x="745792" y="0"/>
                      </a:lnTo>
                      <a:lnTo>
                        <a:pt x="793899" y="0"/>
                      </a:lnTo>
                      <a:lnTo>
                        <a:pt x="842006" y="0"/>
                      </a:lnTo>
                      <a:lnTo>
                        <a:pt x="890113" y="0"/>
                      </a:lnTo>
                      <a:lnTo>
                        <a:pt x="938219" y="0"/>
                      </a:lnTo>
                      <a:lnTo>
                        <a:pt x="986326" y="0"/>
                      </a:lnTo>
                      <a:lnTo>
                        <a:pt x="1034433" y="0"/>
                      </a:lnTo>
                      <a:lnTo>
                        <a:pt x="1082540" y="0"/>
                      </a:lnTo>
                      <a:lnTo>
                        <a:pt x="1130647" y="0"/>
                      </a:lnTo>
                      <a:lnTo>
                        <a:pt x="1178754" y="0"/>
                      </a:lnTo>
                      <a:lnTo>
                        <a:pt x="1226860" y="0"/>
                      </a:lnTo>
                      <a:lnTo>
                        <a:pt x="1274967" y="0"/>
                      </a:lnTo>
                      <a:lnTo>
                        <a:pt x="1323074" y="0"/>
                      </a:lnTo>
                      <a:lnTo>
                        <a:pt x="1371181" y="0"/>
                      </a:lnTo>
                      <a:lnTo>
                        <a:pt x="1419288" y="0"/>
                      </a:lnTo>
                      <a:lnTo>
                        <a:pt x="1467394" y="0"/>
                      </a:lnTo>
                      <a:lnTo>
                        <a:pt x="1515501" y="0"/>
                      </a:lnTo>
                      <a:lnTo>
                        <a:pt x="1563608" y="0"/>
                      </a:lnTo>
                      <a:lnTo>
                        <a:pt x="1611715" y="0"/>
                      </a:lnTo>
                      <a:lnTo>
                        <a:pt x="1659822" y="0"/>
                      </a:lnTo>
                      <a:lnTo>
                        <a:pt x="1707929" y="0"/>
                      </a:lnTo>
                      <a:lnTo>
                        <a:pt x="1756035" y="0"/>
                      </a:lnTo>
                      <a:lnTo>
                        <a:pt x="1804142" y="0"/>
                      </a:lnTo>
                      <a:lnTo>
                        <a:pt x="1852249" y="0"/>
                      </a:lnTo>
                      <a:lnTo>
                        <a:pt x="1900356" y="0"/>
                      </a:lnTo>
                      <a:lnTo>
                        <a:pt x="1948463" y="0"/>
                      </a:lnTo>
                      <a:lnTo>
                        <a:pt x="1996570" y="0"/>
                      </a:lnTo>
                      <a:lnTo>
                        <a:pt x="2044676" y="0"/>
                      </a:lnTo>
                      <a:lnTo>
                        <a:pt x="2092783" y="0"/>
                      </a:lnTo>
                      <a:lnTo>
                        <a:pt x="2140890" y="0"/>
                      </a:lnTo>
                      <a:lnTo>
                        <a:pt x="2188997" y="0"/>
                      </a:lnTo>
                      <a:lnTo>
                        <a:pt x="2237104" y="0"/>
                      </a:lnTo>
                      <a:lnTo>
                        <a:pt x="2285210" y="0"/>
                      </a:lnTo>
                      <a:lnTo>
                        <a:pt x="2333317" y="0"/>
                      </a:lnTo>
                      <a:lnTo>
                        <a:pt x="2381424" y="0"/>
                      </a:lnTo>
                      <a:lnTo>
                        <a:pt x="2429531" y="0"/>
                      </a:lnTo>
                      <a:lnTo>
                        <a:pt x="2477638" y="0"/>
                      </a:lnTo>
                      <a:lnTo>
                        <a:pt x="2525745" y="0"/>
                      </a:lnTo>
                      <a:lnTo>
                        <a:pt x="2573851" y="0"/>
                      </a:lnTo>
                      <a:lnTo>
                        <a:pt x="2621958" y="0"/>
                      </a:lnTo>
                      <a:lnTo>
                        <a:pt x="2670065" y="0"/>
                      </a:lnTo>
                      <a:lnTo>
                        <a:pt x="2718172" y="0"/>
                      </a:lnTo>
                      <a:lnTo>
                        <a:pt x="2766279" y="0"/>
                      </a:lnTo>
                      <a:lnTo>
                        <a:pt x="2814386" y="0"/>
                      </a:lnTo>
                      <a:lnTo>
                        <a:pt x="2862492" y="0"/>
                      </a:lnTo>
                      <a:lnTo>
                        <a:pt x="2910599" y="0"/>
                      </a:lnTo>
                      <a:lnTo>
                        <a:pt x="2958706" y="0"/>
                      </a:lnTo>
                      <a:lnTo>
                        <a:pt x="3006813" y="0"/>
                      </a:lnTo>
                      <a:lnTo>
                        <a:pt x="3054920" y="0"/>
                      </a:lnTo>
                      <a:lnTo>
                        <a:pt x="3103026" y="0"/>
                      </a:lnTo>
                      <a:lnTo>
                        <a:pt x="3151133" y="0"/>
                      </a:lnTo>
                      <a:lnTo>
                        <a:pt x="3199240" y="0"/>
                      </a:lnTo>
                      <a:lnTo>
                        <a:pt x="3247347" y="0"/>
                      </a:lnTo>
                      <a:lnTo>
                        <a:pt x="3295454" y="0"/>
                      </a:lnTo>
                      <a:lnTo>
                        <a:pt x="3343561" y="0"/>
                      </a:lnTo>
                      <a:lnTo>
                        <a:pt x="3391667" y="0"/>
                      </a:lnTo>
                      <a:lnTo>
                        <a:pt x="3439774" y="0"/>
                      </a:lnTo>
                      <a:lnTo>
                        <a:pt x="3487881" y="0"/>
                      </a:lnTo>
                      <a:lnTo>
                        <a:pt x="3535988" y="0"/>
                      </a:lnTo>
                      <a:lnTo>
                        <a:pt x="3584095" y="0"/>
                      </a:lnTo>
                      <a:lnTo>
                        <a:pt x="3632202" y="0"/>
                      </a:lnTo>
                      <a:lnTo>
                        <a:pt x="3680308" y="0"/>
                      </a:lnTo>
                      <a:lnTo>
                        <a:pt x="3728415" y="0"/>
                      </a:lnTo>
                      <a:lnTo>
                        <a:pt x="3776522" y="0"/>
                      </a:lnTo>
                      <a:lnTo>
                        <a:pt x="3824629" y="0"/>
                      </a:lnTo>
                      <a:lnTo>
                        <a:pt x="3872736" y="0"/>
                      </a:lnTo>
                      <a:lnTo>
                        <a:pt x="3920842" y="0"/>
                      </a:lnTo>
                      <a:lnTo>
                        <a:pt x="3968949" y="0"/>
                      </a:lnTo>
                      <a:lnTo>
                        <a:pt x="4017056" y="0"/>
                      </a:lnTo>
                      <a:lnTo>
                        <a:pt x="4065163" y="0"/>
                      </a:lnTo>
                      <a:lnTo>
                        <a:pt x="4113270" y="0"/>
                      </a:lnTo>
                      <a:lnTo>
                        <a:pt x="4161377" y="0"/>
                      </a:lnTo>
                      <a:lnTo>
                        <a:pt x="4209483" y="0"/>
                      </a:lnTo>
                      <a:lnTo>
                        <a:pt x="4257590" y="0"/>
                      </a:lnTo>
                      <a:lnTo>
                        <a:pt x="4305697" y="0"/>
                      </a:lnTo>
                      <a:lnTo>
                        <a:pt x="4342247" y="0"/>
                      </a:lnTo>
                      <a:lnTo>
                        <a:pt x="4342247" y="0"/>
                      </a:lnTo>
                    </a:path>
                  </a:pathLst>
                </a:custGeom>
                <a:ln w="13550" cap="rnd">
                  <a:solidFill>
                    <a:srgbClr val="F0F8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" name="pg19">
                  <a:extLst>
                    <a:ext uri="{FF2B5EF4-FFF2-40B4-BE49-F238E27FC236}">
                      <a16:creationId xmlns:a16="http://schemas.microsoft.com/office/drawing/2014/main" id="{F1C5A62A-9F77-202A-0C98-86DBB78BBA5A}"/>
                    </a:ext>
                  </a:extLst>
                </p:cNvPr>
                <p:cNvSpPr/>
                <p:nvPr/>
              </p:nvSpPr>
              <p:spPr>
                <a:xfrm>
                  <a:off x="5671824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" name="pg20">
                  <a:extLst>
                    <a:ext uri="{FF2B5EF4-FFF2-40B4-BE49-F238E27FC236}">
                      <a16:creationId xmlns:a16="http://schemas.microsoft.com/office/drawing/2014/main" id="{646C7C54-1D79-8FBB-7985-DC321D95042A}"/>
                    </a:ext>
                  </a:extLst>
                </p:cNvPr>
                <p:cNvSpPr/>
                <p:nvPr/>
              </p:nvSpPr>
              <p:spPr>
                <a:xfrm>
                  <a:off x="5683461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7">
                    <a:alpha val="100000"/>
                  </a:srgbClr>
                </a:solidFill>
                <a:ln w="5420" cap="flat">
                  <a:solidFill>
                    <a:srgbClr val="3A59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" name="pg21">
                  <a:extLst>
                    <a:ext uri="{FF2B5EF4-FFF2-40B4-BE49-F238E27FC236}">
                      <a16:creationId xmlns:a16="http://schemas.microsoft.com/office/drawing/2014/main" id="{FAE3F515-6F01-3D8B-D2C4-D9426333F572}"/>
                    </a:ext>
                  </a:extLst>
                </p:cNvPr>
                <p:cNvSpPr/>
                <p:nvPr/>
              </p:nvSpPr>
              <p:spPr>
                <a:xfrm>
                  <a:off x="5695098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" name="pg22">
                  <a:extLst>
                    <a:ext uri="{FF2B5EF4-FFF2-40B4-BE49-F238E27FC236}">
                      <a16:creationId xmlns:a16="http://schemas.microsoft.com/office/drawing/2014/main" id="{1432C436-DC90-09C2-0F64-02A982148D04}"/>
                    </a:ext>
                  </a:extLst>
                </p:cNvPr>
                <p:cNvSpPr/>
                <p:nvPr/>
              </p:nvSpPr>
              <p:spPr>
                <a:xfrm>
                  <a:off x="5718373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" name="pg23">
                  <a:extLst>
                    <a:ext uri="{FF2B5EF4-FFF2-40B4-BE49-F238E27FC236}">
                      <a16:creationId xmlns:a16="http://schemas.microsoft.com/office/drawing/2014/main" id="{9BB2EF3E-DB19-4E8A-011E-6D0298553007}"/>
                    </a:ext>
                  </a:extLst>
                </p:cNvPr>
                <p:cNvSpPr/>
                <p:nvPr/>
              </p:nvSpPr>
              <p:spPr>
                <a:xfrm>
                  <a:off x="5730010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" name="pg24">
                  <a:extLst>
                    <a:ext uri="{FF2B5EF4-FFF2-40B4-BE49-F238E27FC236}">
                      <a16:creationId xmlns:a16="http://schemas.microsoft.com/office/drawing/2014/main" id="{67B5E7AC-EB13-739D-BF31-93664C59DFAF}"/>
                    </a:ext>
                  </a:extLst>
                </p:cNvPr>
                <p:cNvSpPr/>
                <p:nvPr/>
              </p:nvSpPr>
              <p:spPr>
                <a:xfrm>
                  <a:off x="5741648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4">
                    <a:alpha val="100000"/>
                  </a:srgbClr>
                </a:solidFill>
                <a:ln w="5420" cap="flat">
                  <a:solidFill>
                    <a:srgbClr val="3A58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" name="pg25">
                  <a:extLst>
                    <a:ext uri="{FF2B5EF4-FFF2-40B4-BE49-F238E27FC236}">
                      <a16:creationId xmlns:a16="http://schemas.microsoft.com/office/drawing/2014/main" id="{ADC2A31C-B32C-57F8-5027-FC753943A23E}"/>
                    </a:ext>
                  </a:extLst>
                </p:cNvPr>
                <p:cNvSpPr/>
                <p:nvPr/>
              </p:nvSpPr>
              <p:spPr>
                <a:xfrm>
                  <a:off x="6276965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48F">
                    <a:alpha val="100000"/>
                  </a:srgbClr>
                </a:solidFill>
                <a:ln w="5420" cap="flat">
                  <a:solidFill>
                    <a:srgbClr val="3B548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" name="pg26">
                  <a:extLst>
                    <a:ext uri="{FF2B5EF4-FFF2-40B4-BE49-F238E27FC236}">
                      <a16:creationId xmlns:a16="http://schemas.microsoft.com/office/drawing/2014/main" id="{704E0B9F-8149-56D5-56BD-BE14C02BDCAF}"/>
                    </a:ext>
                  </a:extLst>
                </p:cNvPr>
                <p:cNvSpPr/>
                <p:nvPr/>
              </p:nvSpPr>
              <p:spPr>
                <a:xfrm>
                  <a:off x="6288602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48F">
                    <a:alpha val="100000"/>
                  </a:srgbClr>
                </a:solidFill>
                <a:ln w="5420" cap="flat">
                  <a:solidFill>
                    <a:srgbClr val="3B548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" name="pg27">
                  <a:extLst>
                    <a:ext uri="{FF2B5EF4-FFF2-40B4-BE49-F238E27FC236}">
                      <a16:creationId xmlns:a16="http://schemas.microsoft.com/office/drawing/2014/main" id="{FAA69BB6-92F9-E2FB-FB30-B8AA1651FC67}"/>
                    </a:ext>
                  </a:extLst>
                </p:cNvPr>
                <p:cNvSpPr/>
                <p:nvPr/>
              </p:nvSpPr>
              <p:spPr>
                <a:xfrm>
                  <a:off x="6300240" y="25076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48F">
                    <a:alpha val="100000"/>
                  </a:srgbClr>
                </a:solidFill>
                <a:ln w="5420" cap="flat">
                  <a:solidFill>
                    <a:srgbClr val="3B548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" name="pg28">
                  <a:extLst>
                    <a:ext uri="{FF2B5EF4-FFF2-40B4-BE49-F238E27FC236}">
                      <a16:creationId xmlns:a16="http://schemas.microsoft.com/office/drawing/2014/main" id="{5B84A71D-7138-92BB-7430-F70CC92199C3}"/>
                    </a:ext>
                  </a:extLst>
                </p:cNvPr>
                <p:cNvSpPr/>
                <p:nvPr/>
              </p:nvSpPr>
              <p:spPr>
                <a:xfrm>
                  <a:off x="5648549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" name="pg29">
                  <a:extLst>
                    <a:ext uri="{FF2B5EF4-FFF2-40B4-BE49-F238E27FC236}">
                      <a16:creationId xmlns:a16="http://schemas.microsoft.com/office/drawing/2014/main" id="{E1FB0642-07E4-2C5A-3A75-EFB28AD3005B}"/>
                    </a:ext>
                  </a:extLst>
                </p:cNvPr>
                <p:cNvSpPr/>
                <p:nvPr/>
              </p:nvSpPr>
              <p:spPr>
                <a:xfrm>
                  <a:off x="5660186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7">
                    <a:alpha val="100000"/>
                  </a:srgbClr>
                </a:solidFill>
                <a:ln w="5420" cap="flat">
                  <a:solidFill>
                    <a:srgbClr val="3A5A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" name="pg30">
                  <a:extLst>
                    <a:ext uri="{FF2B5EF4-FFF2-40B4-BE49-F238E27FC236}">
                      <a16:creationId xmlns:a16="http://schemas.microsoft.com/office/drawing/2014/main" id="{D106CFC4-EFB7-4B45-7C4B-F4CF7B691F16}"/>
                    </a:ext>
                  </a:extLst>
                </p:cNvPr>
                <p:cNvSpPr/>
                <p:nvPr/>
              </p:nvSpPr>
              <p:spPr>
                <a:xfrm>
                  <a:off x="5671824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7">
                    <a:alpha val="100000"/>
                  </a:srgbClr>
                </a:solidFill>
                <a:ln w="5420" cap="flat">
                  <a:solidFill>
                    <a:srgbClr val="3A59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" name="pg31">
                  <a:extLst>
                    <a:ext uri="{FF2B5EF4-FFF2-40B4-BE49-F238E27FC236}">
                      <a16:creationId xmlns:a16="http://schemas.microsoft.com/office/drawing/2014/main" id="{94776841-80C7-8BA7-0D95-2D41767D0C22}"/>
                    </a:ext>
                  </a:extLst>
                </p:cNvPr>
                <p:cNvSpPr/>
                <p:nvPr/>
              </p:nvSpPr>
              <p:spPr>
                <a:xfrm>
                  <a:off x="5683461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" name="pg32">
                  <a:extLst>
                    <a:ext uri="{FF2B5EF4-FFF2-40B4-BE49-F238E27FC236}">
                      <a16:creationId xmlns:a16="http://schemas.microsoft.com/office/drawing/2014/main" id="{85D7F223-6531-3E6C-FAF6-35DAE1F00BAC}"/>
                    </a:ext>
                  </a:extLst>
                </p:cNvPr>
                <p:cNvSpPr/>
                <p:nvPr/>
              </p:nvSpPr>
              <p:spPr>
                <a:xfrm>
                  <a:off x="5695098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" name="pg33">
                  <a:extLst>
                    <a:ext uri="{FF2B5EF4-FFF2-40B4-BE49-F238E27FC236}">
                      <a16:creationId xmlns:a16="http://schemas.microsoft.com/office/drawing/2014/main" id="{C037C35C-5B34-B8AD-FC26-459523CFD6D0}"/>
                    </a:ext>
                  </a:extLst>
                </p:cNvPr>
                <p:cNvSpPr/>
                <p:nvPr/>
              </p:nvSpPr>
              <p:spPr>
                <a:xfrm>
                  <a:off x="5706736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" name="pg34">
                  <a:extLst>
                    <a:ext uri="{FF2B5EF4-FFF2-40B4-BE49-F238E27FC236}">
                      <a16:creationId xmlns:a16="http://schemas.microsoft.com/office/drawing/2014/main" id="{7C6AE96E-0441-15E9-B320-7B87C669A5F6}"/>
                    </a:ext>
                  </a:extLst>
                </p:cNvPr>
                <p:cNvSpPr/>
                <p:nvPr/>
              </p:nvSpPr>
              <p:spPr>
                <a:xfrm>
                  <a:off x="5718373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4">
                    <a:alpha val="100000"/>
                  </a:srgbClr>
                </a:solidFill>
                <a:ln w="5420" cap="flat">
                  <a:solidFill>
                    <a:srgbClr val="3A58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" name="pg35">
                  <a:extLst>
                    <a:ext uri="{FF2B5EF4-FFF2-40B4-BE49-F238E27FC236}">
                      <a16:creationId xmlns:a16="http://schemas.microsoft.com/office/drawing/2014/main" id="{55613F50-8757-71B0-E528-E7D1119334B1}"/>
                    </a:ext>
                  </a:extLst>
                </p:cNvPr>
                <p:cNvSpPr/>
                <p:nvPr/>
              </p:nvSpPr>
              <p:spPr>
                <a:xfrm>
                  <a:off x="5730010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4">
                    <a:alpha val="100000"/>
                  </a:srgbClr>
                </a:solidFill>
                <a:ln w="5420" cap="flat">
                  <a:solidFill>
                    <a:srgbClr val="3A57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" name="pg36">
                  <a:extLst>
                    <a:ext uri="{FF2B5EF4-FFF2-40B4-BE49-F238E27FC236}">
                      <a16:creationId xmlns:a16="http://schemas.microsoft.com/office/drawing/2014/main" id="{97A067A6-8AE4-2F98-AD34-9E39E094A345}"/>
                    </a:ext>
                  </a:extLst>
                </p:cNvPr>
                <p:cNvSpPr/>
                <p:nvPr/>
              </p:nvSpPr>
              <p:spPr>
                <a:xfrm>
                  <a:off x="5741648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3">
                    <a:alpha val="100000"/>
                  </a:srgbClr>
                </a:solidFill>
                <a:ln w="5420" cap="flat">
                  <a:solidFill>
                    <a:srgbClr val="3A57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" name="pg37">
                  <a:extLst>
                    <a:ext uri="{FF2B5EF4-FFF2-40B4-BE49-F238E27FC236}">
                      <a16:creationId xmlns:a16="http://schemas.microsoft.com/office/drawing/2014/main" id="{EAB1BA7C-BF17-F187-501B-EC2B87EFE479}"/>
                    </a:ext>
                  </a:extLst>
                </p:cNvPr>
                <p:cNvSpPr/>
                <p:nvPr/>
              </p:nvSpPr>
              <p:spPr>
                <a:xfrm>
                  <a:off x="6265328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D">
                    <a:alpha val="100000"/>
                  </a:srgbClr>
                </a:solidFill>
                <a:ln w="5420" cap="flat">
                  <a:solidFill>
                    <a:srgbClr val="3B53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" name="pg38">
                  <a:extLst>
                    <a:ext uri="{FF2B5EF4-FFF2-40B4-BE49-F238E27FC236}">
                      <a16:creationId xmlns:a16="http://schemas.microsoft.com/office/drawing/2014/main" id="{334E2C6B-F695-0BD7-6728-97EBADCD28A3}"/>
                    </a:ext>
                  </a:extLst>
                </p:cNvPr>
                <p:cNvSpPr/>
                <p:nvPr/>
              </p:nvSpPr>
              <p:spPr>
                <a:xfrm>
                  <a:off x="6276965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E">
                    <a:alpha val="100000"/>
                  </a:srgbClr>
                </a:solidFill>
                <a:ln w="5420" cap="flat">
                  <a:solidFill>
                    <a:srgbClr val="3B538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" name="pg39">
                  <a:extLst>
                    <a:ext uri="{FF2B5EF4-FFF2-40B4-BE49-F238E27FC236}">
                      <a16:creationId xmlns:a16="http://schemas.microsoft.com/office/drawing/2014/main" id="{486628DA-C64D-BE4E-ACD7-5C1CBC91275E}"/>
                    </a:ext>
                  </a:extLst>
                </p:cNvPr>
                <p:cNvSpPr/>
                <p:nvPr/>
              </p:nvSpPr>
              <p:spPr>
                <a:xfrm>
                  <a:off x="6288602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E">
                    <a:alpha val="100000"/>
                  </a:srgbClr>
                </a:solidFill>
                <a:ln w="5420" cap="flat">
                  <a:solidFill>
                    <a:srgbClr val="3B538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" name="pg40">
                  <a:extLst>
                    <a:ext uri="{FF2B5EF4-FFF2-40B4-BE49-F238E27FC236}">
                      <a16:creationId xmlns:a16="http://schemas.microsoft.com/office/drawing/2014/main" id="{D9DB5892-2B77-BE2A-8DF4-A495E37FC153}"/>
                    </a:ext>
                  </a:extLst>
                </p:cNvPr>
                <p:cNvSpPr/>
                <p:nvPr/>
              </p:nvSpPr>
              <p:spPr>
                <a:xfrm>
                  <a:off x="6300240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E">
                    <a:alpha val="100000"/>
                  </a:srgbClr>
                </a:solidFill>
                <a:ln w="5420" cap="flat">
                  <a:solidFill>
                    <a:srgbClr val="3B538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" name="pg41">
                  <a:extLst>
                    <a:ext uri="{FF2B5EF4-FFF2-40B4-BE49-F238E27FC236}">
                      <a16:creationId xmlns:a16="http://schemas.microsoft.com/office/drawing/2014/main" id="{3A3BA361-88E2-09C4-9E1B-C61CF09D09CB}"/>
                    </a:ext>
                  </a:extLst>
                </p:cNvPr>
                <p:cNvSpPr/>
                <p:nvPr/>
              </p:nvSpPr>
              <p:spPr>
                <a:xfrm>
                  <a:off x="6311877" y="25219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E">
                    <a:alpha val="100000"/>
                  </a:srgbClr>
                </a:solidFill>
                <a:ln w="5420" cap="flat">
                  <a:solidFill>
                    <a:srgbClr val="3B538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" name="pg42">
                  <a:extLst>
                    <a:ext uri="{FF2B5EF4-FFF2-40B4-BE49-F238E27FC236}">
                      <a16:creationId xmlns:a16="http://schemas.microsoft.com/office/drawing/2014/main" id="{39E222C1-6328-AEA5-0B13-77EBD3458135}"/>
                    </a:ext>
                  </a:extLst>
                </p:cNvPr>
                <p:cNvSpPr/>
                <p:nvPr/>
              </p:nvSpPr>
              <p:spPr>
                <a:xfrm>
                  <a:off x="5636912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" name="pg43">
                  <a:extLst>
                    <a:ext uri="{FF2B5EF4-FFF2-40B4-BE49-F238E27FC236}">
                      <a16:creationId xmlns:a16="http://schemas.microsoft.com/office/drawing/2014/main" id="{4BF68275-BDFE-3E80-DA2F-DA101559F0DD}"/>
                    </a:ext>
                  </a:extLst>
                </p:cNvPr>
                <p:cNvSpPr/>
                <p:nvPr/>
              </p:nvSpPr>
              <p:spPr>
                <a:xfrm>
                  <a:off x="5648549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7">
                    <a:alpha val="100000"/>
                  </a:srgbClr>
                </a:solidFill>
                <a:ln w="5420" cap="flat">
                  <a:solidFill>
                    <a:srgbClr val="3A5A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" name="pg44">
                  <a:extLst>
                    <a:ext uri="{FF2B5EF4-FFF2-40B4-BE49-F238E27FC236}">
                      <a16:creationId xmlns:a16="http://schemas.microsoft.com/office/drawing/2014/main" id="{DAD45F7C-DA69-5687-6165-11E898AC484F}"/>
                    </a:ext>
                  </a:extLst>
                </p:cNvPr>
                <p:cNvSpPr/>
                <p:nvPr/>
              </p:nvSpPr>
              <p:spPr>
                <a:xfrm>
                  <a:off x="5660186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7">
                    <a:alpha val="100000"/>
                  </a:srgbClr>
                </a:solidFill>
                <a:ln w="5420" cap="flat">
                  <a:solidFill>
                    <a:srgbClr val="3A59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" name="pg45">
                  <a:extLst>
                    <a:ext uri="{FF2B5EF4-FFF2-40B4-BE49-F238E27FC236}">
                      <a16:creationId xmlns:a16="http://schemas.microsoft.com/office/drawing/2014/main" id="{710442C7-3F3E-5E23-C4A6-4FCF23EE6237}"/>
                    </a:ext>
                  </a:extLst>
                </p:cNvPr>
                <p:cNvSpPr/>
                <p:nvPr/>
              </p:nvSpPr>
              <p:spPr>
                <a:xfrm>
                  <a:off x="5671824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" name="pg46">
                  <a:extLst>
                    <a:ext uri="{FF2B5EF4-FFF2-40B4-BE49-F238E27FC236}">
                      <a16:creationId xmlns:a16="http://schemas.microsoft.com/office/drawing/2014/main" id="{A9E38BF0-88A6-F47A-7A00-7484F7653175}"/>
                    </a:ext>
                  </a:extLst>
                </p:cNvPr>
                <p:cNvSpPr/>
                <p:nvPr/>
              </p:nvSpPr>
              <p:spPr>
                <a:xfrm>
                  <a:off x="5683461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" name="pg47">
                  <a:extLst>
                    <a:ext uri="{FF2B5EF4-FFF2-40B4-BE49-F238E27FC236}">
                      <a16:creationId xmlns:a16="http://schemas.microsoft.com/office/drawing/2014/main" id="{0A9058CB-E6D3-9E7A-EB52-B0A68A6008DA}"/>
                    </a:ext>
                  </a:extLst>
                </p:cNvPr>
                <p:cNvSpPr/>
                <p:nvPr/>
              </p:nvSpPr>
              <p:spPr>
                <a:xfrm>
                  <a:off x="5695098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4">
                    <a:alpha val="100000"/>
                  </a:srgbClr>
                </a:solidFill>
                <a:ln w="5420" cap="flat">
                  <a:solidFill>
                    <a:srgbClr val="3A58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" name="pg48">
                  <a:extLst>
                    <a:ext uri="{FF2B5EF4-FFF2-40B4-BE49-F238E27FC236}">
                      <a16:creationId xmlns:a16="http://schemas.microsoft.com/office/drawing/2014/main" id="{5F20E746-03DF-A000-40D4-40688288C7A4}"/>
                    </a:ext>
                  </a:extLst>
                </p:cNvPr>
                <p:cNvSpPr/>
                <p:nvPr/>
              </p:nvSpPr>
              <p:spPr>
                <a:xfrm>
                  <a:off x="5706736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4">
                    <a:alpha val="100000"/>
                  </a:srgbClr>
                </a:solidFill>
                <a:ln w="5420" cap="flat">
                  <a:solidFill>
                    <a:srgbClr val="3A57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" name="pg49">
                  <a:extLst>
                    <a:ext uri="{FF2B5EF4-FFF2-40B4-BE49-F238E27FC236}">
                      <a16:creationId xmlns:a16="http://schemas.microsoft.com/office/drawing/2014/main" id="{0A54EDA5-DE0D-E9DC-19D7-08F88BB32E5E}"/>
                    </a:ext>
                  </a:extLst>
                </p:cNvPr>
                <p:cNvSpPr/>
                <p:nvPr/>
              </p:nvSpPr>
              <p:spPr>
                <a:xfrm>
                  <a:off x="5718373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3">
                    <a:alpha val="100000"/>
                  </a:srgbClr>
                </a:solidFill>
                <a:ln w="5420" cap="flat">
                  <a:solidFill>
                    <a:srgbClr val="3A57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" name="pg50">
                  <a:extLst>
                    <a:ext uri="{FF2B5EF4-FFF2-40B4-BE49-F238E27FC236}">
                      <a16:creationId xmlns:a16="http://schemas.microsoft.com/office/drawing/2014/main" id="{0D6138DB-B1D9-414B-3460-D14A5F0A6845}"/>
                    </a:ext>
                  </a:extLst>
                </p:cNvPr>
                <p:cNvSpPr/>
                <p:nvPr/>
              </p:nvSpPr>
              <p:spPr>
                <a:xfrm>
                  <a:off x="5730010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693">
                    <a:alpha val="100000"/>
                  </a:srgbClr>
                </a:solidFill>
                <a:ln w="5420" cap="flat">
                  <a:solidFill>
                    <a:srgbClr val="3A56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" name="pg51">
                  <a:extLst>
                    <a:ext uri="{FF2B5EF4-FFF2-40B4-BE49-F238E27FC236}">
                      <a16:creationId xmlns:a16="http://schemas.microsoft.com/office/drawing/2014/main" id="{138A9B12-A70D-1694-0CBB-BD6EE31317D2}"/>
                    </a:ext>
                  </a:extLst>
                </p:cNvPr>
                <p:cNvSpPr/>
                <p:nvPr/>
              </p:nvSpPr>
              <p:spPr>
                <a:xfrm>
                  <a:off x="5741648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692">
                    <a:alpha val="100000"/>
                  </a:srgbClr>
                </a:solidFill>
                <a:ln w="5420" cap="flat">
                  <a:solidFill>
                    <a:srgbClr val="3A569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" name="pg52">
                  <a:extLst>
                    <a:ext uri="{FF2B5EF4-FFF2-40B4-BE49-F238E27FC236}">
                      <a16:creationId xmlns:a16="http://schemas.microsoft.com/office/drawing/2014/main" id="{AF30B015-B7BC-11DB-5096-C98998AA4D0C}"/>
                    </a:ext>
                  </a:extLst>
                </p:cNvPr>
                <p:cNvSpPr/>
                <p:nvPr/>
              </p:nvSpPr>
              <p:spPr>
                <a:xfrm>
                  <a:off x="5753285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692">
                    <a:alpha val="100000"/>
                  </a:srgbClr>
                </a:solidFill>
                <a:ln w="5420" cap="flat">
                  <a:solidFill>
                    <a:srgbClr val="3B569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" name="pg53">
                  <a:extLst>
                    <a:ext uri="{FF2B5EF4-FFF2-40B4-BE49-F238E27FC236}">
                      <a16:creationId xmlns:a16="http://schemas.microsoft.com/office/drawing/2014/main" id="{33D95475-9BCF-C4B7-AC39-79B52AC24F07}"/>
                    </a:ext>
                  </a:extLst>
                </p:cNvPr>
                <p:cNvSpPr/>
                <p:nvPr/>
              </p:nvSpPr>
              <p:spPr>
                <a:xfrm>
                  <a:off x="6265328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C">
                    <a:alpha val="100000"/>
                  </a:srgbClr>
                </a:solidFill>
                <a:ln w="5420" cap="flat">
                  <a:solidFill>
                    <a:srgbClr val="3B528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" name="pg54">
                  <a:extLst>
                    <a:ext uri="{FF2B5EF4-FFF2-40B4-BE49-F238E27FC236}">
                      <a16:creationId xmlns:a16="http://schemas.microsoft.com/office/drawing/2014/main" id="{E14C2D84-BB45-C7BE-22AC-7B8F2008736B}"/>
                    </a:ext>
                  </a:extLst>
                </p:cNvPr>
                <p:cNvSpPr/>
                <p:nvPr/>
              </p:nvSpPr>
              <p:spPr>
                <a:xfrm>
                  <a:off x="6276965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C">
                    <a:alpha val="100000"/>
                  </a:srgbClr>
                </a:solidFill>
                <a:ln w="5420" cap="flat">
                  <a:solidFill>
                    <a:srgbClr val="3B528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" name="pg55">
                  <a:extLst>
                    <a:ext uri="{FF2B5EF4-FFF2-40B4-BE49-F238E27FC236}">
                      <a16:creationId xmlns:a16="http://schemas.microsoft.com/office/drawing/2014/main" id="{F6B2A450-3CF9-0AA6-F1A4-DE3FB3AF8040}"/>
                    </a:ext>
                  </a:extLst>
                </p:cNvPr>
                <p:cNvSpPr/>
                <p:nvPr/>
              </p:nvSpPr>
              <p:spPr>
                <a:xfrm>
                  <a:off x="6288602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D">
                    <a:alpha val="100000"/>
                  </a:srgbClr>
                </a:solidFill>
                <a:ln w="5420" cap="flat">
                  <a:solidFill>
                    <a:srgbClr val="3B52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" name="pg56">
                  <a:extLst>
                    <a:ext uri="{FF2B5EF4-FFF2-40B4-BE49-F238E27FC236}">
                      <a16:creationId xmlns:a16="http://schemas.microsoft.com/office/drawing/2014/main" id="{40D7B390-DC49-86A9-CAC2-D5F730145618}"/>
                    </a:ext>
                  </a:extLst>
                </p:cNvPr>
                <p:cNvSpPr/>
                <p:nvPr/>
              </p:nvSpPr>
              <p:spPr>
                <a:xfrm>
                  <a:off x="6300240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D">
                    <a:alpha val="100000"/>
                  </a:srgbClr>
                </a:solidFill>
                <a:ln w="5420" cap="flat">
                  <a:solidFill>
                    <a:srgbClr val="3B52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" name="pg57">
                  <a:extLst>
                    <a:ext uri="{FF2B5EF4-FFF2-40B4-BE49-F238E27FC236}">
                      <a16:creationId xmlns:a16="http://schemas.microsoft.com/office/drawing/2014/main" id="{9F24903D-A0F7-0726-9B34-F7F0506D00FC}"/>
                    </a:ext>
                  </a:extLst>
                </p:cNvPr>
                <p:cNvSpPr/>
                <p:nvPr/>
              </p:nvSpPr>
              <p:spPr>
                <a:xfrm>
                  <a:off x="6311877" y="25362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D">
                    <a:alpha val="100000"/>
                  </a:srgbClr>
                </a:solidFill>
                <a:ln w="5420" cap="flat">
                  <a:solidFill>
                    <a:srgbClr val="3B53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" name="pg58">
                  <a:extLst>
                    <a:ext uri="{FF2B5EF4-FFF2-40B4-BE49-F238E27FC236}">
                      <a16:creationId xmlns:a16="http://schemas.microsoft.com/office/drawing/2014/main" id="{012E2648-AF42-C05C-F34D-EE386120934D}"/>
                    </a:ext>
                  </a:extLst>
                </p:cNvPr>
                <p:cNvSpPr/>
                <p:nvPr/>
              </p:nvSpPr>
              <p:spPr>
                <a:xfrm>
                  <a:off x="5578725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A">
                    <a:alpha val="100000"/>
                  </a:srgbClr>
                </a:solidFill>
                <a:ln w="5420" cap="flat">
                  <a:solidFill>
                    <a:srgbClr val="395C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" name="pg59">
                  <a:extLst>
                    <a:ext uri="{FF2B5EF4-FFF2-40B4-BE49-F238E27FC236}">
                      <a16:creationId xmlns:a16="http://schemas.microsoft.com/office/drawing/2014/main" id="{883E5BF8-3CC7-CFA5-236B-5288D89A40D0}"/>
                    </a:ext>
                  </a:extLst>
                </p:cNvPr>
                <p:cNvSpPr/>
                <p:nvPr/>
              </p:nvSpPr>
              <p:spPr>
                <a:xfrm>
                  <a:off x="5590363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B9A">
                    <a:alpha val="100000"/>
                  </a:srgbClr>
                </a:solidFill>
                <a:ln w="5420" cap="flat">
                  <a:solidFill>
                    <a:srgbClr val="395B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" name="pg60">
                  <a:extLst>
                    <a:ext uri="{FF2B5EF4-FFF2-40B4-BE49-F238E27FC236}">
                      <a16:creationId xmlns:a16="http://schemas.microsoft.com/office/drawing/2014/main" id="{90422BD9-A95A-C91B-7465-6D4C80051FCE}"/>
                    </a:ext>
                  </a:extLst>
                </p:cNvPr>
                <p:cNvSpPr/>
                <p:nvPr/>
              </p:nvSpPr>
              <p:spPr>
                <a:xfrm>
                  <a:off x="5602000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B99">
                    <a:alpha val="100000"/>
                  </a:srgbClr>
                </a:solidFill>
                <a:ln w="5420" cap="flat">
                  <a:solidFill>
                    <a:srgbClr val="3A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" name="pg61">
                  <a:extLst>
                    <a:ext uri="{FF2B5EF4-FFF2-40B4-BE49-F238E27FC236}">
                      <a16:creationId xmlns:a16="http://schemas.microsoft.com/office/drawing/2014/main" id="{CA218D9D-6A20-501B-D4CE-EAA16BFB30DA}"/>
                    </a:ext>
                  </a:extLst>
                </p:cNvPr>
                <p:cNvSpPr/>
                <p:nvPr/>
              </p:nvSpPr>
              <p:spPr>
                <a:xfrm>
                  <a:off x="5613637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" name="pg62">
                  <a:extLst>
                    <a:ext uri="{FF2B5EF4-FFF2-40B4-BE49-F238E27FC236}">
                      <a16:creationId xmlns:a16="http://schemas.microsoft.com/office/drawing/2014/main" id="{B525DE65-7AB8-A47A-27F1-A31F443A7066}"/>
                    </a:ext>
                  </a:extLst>
                </p:cNvPr>
                <p:cNvSpPr/>
                <p:nvPr/>
              </p:nvSpPr>
              <p:spPr>
                <a:xfrm>
                  <a:off x="5625275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" name="pg63">
                  <a:extLst>
                    <a:ext uri="{FF2B5EF4-FFF2-40B4-BE49-F238E27FC236}">
                      <a16:creationId xmlns:a16="http://schemas.microsoft.com/office/drawing/2014/main" id="{392C9A45-F85F-D096-B2D5-407931C6C3FA}"/>
                    </a:ext>
                  </a:extLst>
                </p:cNvPr>
                <p:cNvSpPr/>
                <p:nvPr/>
              </p:nvSpPr>
              <p:spPr>
                <a:xfrm>
                  <a:off x="5636912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7">
                    <a:alpha val="100000"/>
                  </a:srgbClr>
                </a:solidFill>
                <a:ln w="5420" cap="flat">
                  <a:solidFill>
                    <a:srgbClr val="3A5A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" name="pg64">
                  <a:extLst>
                    <a:ext uri="{FF2B5EF4-FFF2-40B4-BE49-F238E27FC236}">
                      <a16:creationId xmlns:a16="http://schemas.microsoft.com/office/drawing/2014/main" id="{C8ABECCE-F6B0-5A35-3B9F-E281744465BF}"/>
                    </a:ext>
                  </a:extLst>
                </p:cNvPr>
                <p:cNvSpPr/>
                <p:nvPr/>
              </p:nvSpPr>
              <p:spPr>
                <a:xfrm>
                  <a:off x="5648549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" name="pg65">
                  <a:extLst>
                    <a:ext uri="{FF2B5EF4-FFF2-40B4-BE49-F238E27FC236}">
                      <a16:creationId xmlns:a16="http://schemas.microsoft.com/office/drawing/2014/main" id="{2B10A00D-567D-9431-33C8-F3D49CA46583}"/>
                    </a:ext>
                  </a:extLst>
                </p:cNvPr>
                <p:cNvSpPr/>
                <p:nvPr/>
              </p:nvSpPr>
              <p:spPr>
                <a:xfrm>
                  <a:off x="5660186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" name="pg66">
                  <a:extLst>
                    <a:ext uri="{FF2B5EF4-FFF2-40B4-BE49-F238E27FC236}">
                      <a16:creationId xmlns:a16="http://schemas.microsoft.com/office/drawing/2014/main" id="{5C6117A3-CBA5-AB13-3D5F-CBC04F6A02B6}"/>
                    </a:ext>
                  </a:extLst>
                </p:cNvPr>
                <p:cNvSpPr/>
                <p:nvPr/>
              </p:nvSpPr>
              <p:spPr>
                <a:xfrm>
                  <a:off x="5671824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" name="pg67">
                  <a:extLst>
                    <a:ext uri="{FF2B5EF4-FFF2-40B4-BE49-F238E27FC236}">
                      <a16:creationId xmlns:a16="http://schemas.microsoft.com/office/drawing/2014/main" id="{C9AF4F4A-9BF9-C523-A76C-C9D31C2B0B40}"/>
                    </a:ext>
                  </a:extLst>
                </p:cNvPr>
                <p:cNvSpPr/>
                <p:nvPr/>
              </p:nvSpPr>
              <p:spPr>
                <a:xfrm>
                  <a:off x="5683461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4">
                    <a:alpha val="100000"/>
                  </a:srgbClr>
                </a:solidFill>
                <a:ln w="5420" cap="flat">
                  <a:solidFill>
                    <a:srgbClr val="3A57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" name="pg68">
                  <a:extLst>
                    <a:ext uri="{FF2B5EF4-FFF2-40B4-BE49-F238E27FC236}">
                      <a16:creationId xmlns:a16="http://schemas.microsoft.com/office/drawing/2014/main" id="{174C4B90-0ED0-0C38-D397-A27656E4D1BF}"/>
                    </a:ext>
                  </a:extLst>
                </p:cNvPr>
                <p:cNvSpPr/>
                <p:nvPr/>
              </p:nvSpPr>
              <p:spPr>
                <a:xfrm>
                  <a:off x="5695098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3">
                    <a:alpha val="100000"/>
                  </a:srgbClr>
                </a:solidFill>
                <a:ln w="5420" cap="flat">
                  <a:solidFill>
                    <a:srgbClr val="3A57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" name="pg69">
                  <a:extLst>
                    <a:ext uri="{FF2B5EF4-FFF2-40B4-BE49-F238E27FC236}">
                      <a16:creationId xmlns:a16="http://schemas.microsoft.com/office/drawing/2014/main" id="{963E71C1-C393-9BA6-CF4A-3CDD9D763282}"/>
                    </a:ext>
                  </a:extLst>
                </p:cNvPr>
                <p:cNvSpPr/>
                <p:nvPr/>
              </p:nvSpPr>
              <p:spPr>
                <a:xfrm>
                  <a:off x="5706736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693">
                    <a:alpha val="100000"/>
                  </a:srgbClr>
                </a:solidFill>
                <a:ln w="5420" cap="flat">
                  <a:solidFill>
                    <a:srgbClr val="3A56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" name="pg70">
                  <a:extLst>
                    <a:ext uri="{FF2B5EF4-FFF2-40B4-BE49-F238E27FC236}">
                      <a16:creationId xmlns:a16="http://schemas.microsoft.com/office/drawing/2014/main" id="{C237EBA3-D1CF-7999-978E-F8EAFF87AFA8}"/>
                    </a:ext>
                  </a:extLst>
                </p:cNvPr>
                <p:cNvSpPr/>
                <p:nvPr/>
              </p:nvSpPr>
              <p:spPr>
                <a:xfrm>
                  <a:off x="5718373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692">
                    <a:alpha val="100000"/>
                  </a:srgbClr>
                </a:solidFill>
                <a:ln w="5420" cap="flat">
                  <a:solidFill>
                    <a:srgbClr val="3A569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" name="pg71">
                  <a:extLst>
                    <a:ext uri="{FF2B5EF4-FFF2-40B4-BE49-F238E27FC236}">
                      <a16:creationId xmlns:a16="http://schemas.microsoft.com/office/drawing/2014/main" id="{F48F0C6A-AB80-E343-3221-A52536FD45C2}"/>
                    </a:ext>
                  </a:extLst>
                </p:cNvPr>
                <p:cNvSpPr/>
                <p:nvPr/>
              </p:nvSpPr>
              <p:spPr>
                <a:xfrm>
                  <a:off x="5730010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692">
                    <a:alpha val="100000"/>
                  </a:srgbClr>
                </a:solidFill>
                <a:ln w="5420" cap="flat">
                  <a:solidFill>
                    <a:srgbClr val="3B569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" name="pg72">
                  <a:extLst>
                    <a:ext uri="{FF2B5EF4-FFF2-40B4-BE49-F238E27FC236}">
                      <a16:creationId xmlns:a16="http://schemas.microsoft.com/office/drawing/2014/main" id="{1847DC51-35CE-332E-B361-D57436406B83}"/>
                    </a:ext>
                  </a:extLst>
                </p:cNvPr>
                <p:cNvSpPr/>
                <p:nvPr/>
              </p:nvSpPr>
              <p:spPr>
                <a:xfrm>
                  <a:off x="5741648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1">
                    <a:alpha val="100000"/>
                  </a:srgbClr>
                </a:solidFill>
                <a:ln w="5420" cap="flat">
                  <a:solidFill>
                    <a:srgbClr val="3B559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" name="pg73">
                  <a:extLst>
                    <a:ext uri="{FF2B5EF4-FFF2-40B4-BE49-F238E27FC236}">
                      <a16:creationId xmlns:a16="http://schemas.microsoft.com/office/drawing/2014/main" id="{8A704C67-EEC5-D172-5AE7-63440305973C}"/>
                    </a:ext>
                  </a:extLst>
                </p:cNvPr>
                <p:cNvSpPr/>
                <p:nvPr/>
              </p:nvSpPr>
              <p:spPr>
                <a:xfrm>
                  <a:off x="6276965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18B">
                    <a:alpha val="100000"/>
                  </a:srgbClr>
                </a:solidFill>
                <a:ln w="5420" cap="flat">
                  <a:solidFill>
                    <a:srgbClr val="3B518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" name="pg74">
                  <a:extLst>
                    <a:ext uri="{FF2B5EF4-FFF2-40B4-BE49-F238E27FC236}">
                      <a16:creationId xmlns:a16="http://schemas.microsoft.com/office/drawing/2014/main" id="{D6E62472-BBBD-EA53-F690-5BCD9B81E8C6}"/>
                    </a:ext>
                  </a:extLst>
                </p:cNvPr>
                <p:cNvSpPr/>
                <p:nvPr/>
              </p:nvSpPr>
              <p:spPr>
                <a:xfrm>
                  <a:off x="6288602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C">
                    <a:alpha val="100000"/>
                  </a:srgbClr>
                </a:solidFill>
                <a:ln w="5420" cap="flat">
                  <a:solidFill>
                    <a:srgbClr val="3B528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" name="pg75">
                  <a:extLst>
                    <a:ext uri="{FF2B5EF4-FFF2-40B4-BE49-F238E27FC236}">
                      <a16:creationId xmlns:a16="http://schemas.microsoft.com/office/drawing/2014/main" id="{7C8CEB6E-2C58-CC3B-2E13-73C8D54319E6}"/>
                    </a:ext>
                  </a:extLst>
                </p:cNvPr>
                <p:cNvSpPr/>
                <p:nvPr/>
              </p:nvSpPr>
              <p:spPr>
                <a:xfrm>
                  <a:off x="6300240" y="25505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C">
                    <a:alpha val="100000"/>
                  </a:srgbClr>
                </a:solidFill>
                <a:ln w="5420" cap="flat">
                  <a:solidFill>
                    <a:srgbClr val="3B528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" name="pg76">
                  <a:extLst>
                    <a:ext uri="{FF2B5EF4-FFF2-40B4-BE49-F238E27FC236}">
                      <a16:creationId xmlns:a16="http://schemas.microsoft.com/office/drawing/2014/main" id="{C14387FF-B7F3-724C-B0DB-E9C0CF9B4BBB}"/>
                    </a:ext>
                  </a:extLst>
                </p:cNvPr>
                <p:cNvSpPr/>
                <p:nvPr/>
              </p:nvSpPr>
              <p:spPr>
                <a:xfrm>
                  <a:off x="5543813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" name="pg77">
                  <a:extLst>
                    <a:ext uri="{FF2B5EF4-FFF2-40B4-BE49-F238E27FC236}">
                      <a16:creationId xmlns:a16="http://schemas.microsoft.com/office/drawing/2014/main" id="{02DD668E-4BAD-EF8D-F0E6-290308D4A370}"/>
                    </a:ext>
                  </a:extLst>
                </p:cNvPr>
                <p:cNvSpPr/>
                <p:nvPr/>
              </p:nvSpPr>
              <p:spPr>
                <a:xfrm>
                  <a:off x="5555451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" name="pg78">
                  <a:extLst>
                    <a:ext uri="{FF2B5EF4-FFF2-40B4-BE49-F238E27FC236}">
                      <a16:creationId xmlns:a16="http://schemas.microsoft.com/office/drawing/2014/main" id="{42FE8889-7EF5-C8B3-9464-D4FFE5024AEA}"/>
                    </a:ext>
                  </a:extLst>
                </p:cNvPr>
                <p:cNvSpPr/>
                <p:nvPr/>
              </p:nvSpPr>
              <p:spPr>
                <a:xfrm>
                  <a:off x="5567088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A">
                    <a:alpha val="100000"/>
                  </a:srgbClr>
                </a:solidFill>
                <a:ln w="5420" cap="flat">
                  <a:solidFill>
                    <a:srgbClr val="395C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" name="pg79">
                  <a:extLst>
                    <a:ext uri="{FF2B5EF4-FFF2-40B4-BE49-F238E27FC236}">
                      <a16:creationId xmlns:a16="http://schemas.microsoft.com/office/drawing/2014/main" id="{32F9B797-6429-6F02-5350-BA09BCFA1058}"/>
                    </a:ext>
                  </a:extLst>
                </p:cNvPr>
                <p:cNvSpPr/>
                <p:nvPr/>
              </p:nvSpPr>
              <p:spPr>
                <a:xfrm>
                  <a:off x="5578725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B9A">
                    <a:alpha val="100000"/>
                  </a:srgbClr>
                </a:solidFill>
                <a:ln w="5420" cap="flat">
                  <a:solidFill>
                    <a:srgbClr val="395B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" name="pg80">
                  <a:extLst>
                    <a:ext uri="{FF2B5EF4-FFF2-40B4-BE49-F238E27FC236}">
                      <a16:creationId xmlns:a16="http://schemas.microsoft.com/office/drawing/2014/main" id="{7E502D5E-25D4-DF8E-C4AE-40FCCB1074BF}"/>
                    </a:ext>
                  </a:extLst>
                </p:cNvPr>
                <p:cNvSpPr/>
                <p:nvPr/>
              </p:nvSpPr>
              <p:spPr>
                <a:xfrm>
                  <a:off x="5590363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B99">
                    <a:alpha val="100000"/>
                  </a:srgbClr>
                </a:solidFill>
                <a:ln w="5420" cap="flat">
                  <a:solidFill>
                    <a:srgbClr val="3A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" name="pg81">
                  <a:extLst>
                    <a:ext uri="{FF2B5EF4-FFF2-40B4-BE49-F238E27FC236}">
                      <a16:creationId xmlns:a16="http://schemas.microsoft.com/office/drawing/2014/main" id="{B3939740-DA87-4E1C-C0EB-F262C7953825}"/>
                    </a:ext>
                  </a:extLst>
                </p:cNvPr>
                <p:cNvSpPr/>
                <p:nvPr/>
              </p:nvSpPr>
              <p:spPr>
                <a:xfrm>
                  <a:off x="5602000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" name="pg82">
                  <a:extLst>
                    <a:ext uri="{FF2B5EF4-FFF2-40B4-BE49-F238E27FC236}">
                      <a16:creationId xmlns:a16="http://schemas.microsoft.com/office/drawing/2014/main" id="{30DD1C09-BC75-ADA9-6503-D039DAAFC402}"/>
                    </a:ext>
                  </a:extLst>
                </p:cNvPr>
                <p:cNvSpPr/>
                <p:nvPr/>
              </p:nvSpPr>
              <p:spPr>
                <a:xfrm>
                  <a:off x="5613637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" name="pg83">
                  <a:extLst>
                    <a:ext uri="{FF2B5EF4-FFF2-40B4-BE49-F238E27FC236}">
                      <a16:creationId xmlns:a16="http://schemas.microsoft.com/office/drawing/2014/main" id="{B753425F-B55F-9691-1461-80F825C63652}"/>
                    </a:ext>
                  </a:extLst>
                </p:cNvPr>
                <p:cNvSpPr/>
                <p:nvPr/>
              </p:nvSpPr>
              <p:spPr>
                <a:xfrm>
                  <a:off x="5625275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7">
                    <a:alpha val="100000"/>
                  </a:srgbClr>
                </a:solidFill>
                <a:ln w="5420" cap="flat">
                  <a:solidFill>
                    <a:srgbClr val="3A59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" name="pg84">
                  <a:extLst>
                    <a:ext uri="{FF2B5EF4-FFF2-40B4-BE49-F238E27FC236}">
                      <a16:creationId xmlns:a16="http://schemas.microsoft.com/office/drawing/2014/main" id="{E62F68DB-347B-94B1-E1B5-59F4C28FFAFC}"/>
                    </a:ext>
                  </a:extLst>
                </p:cNvPr>
                <p:cNvSpPr/>
                <p:nvPr/>
              </p:nvSpPr>
              <p:spPr>
                <a:xfrm>
                  <a:off x="5636912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" name="pg85">
                  <a:extLst>
                    <a:ext uri="{FF2B5EF4-FFF2-40B4-BE49-F238E27FC236}">
                      <a16:creationId xmlns:a16="http://schemas.microsoft.com/office/drawing/2014/main" id="{EAFDC0E1-6F80-9ED0-A2DA-CC6F8E51FE4F}"/>
                    </a:ext>
                  </a:extLst>
                </p:cNvPr>
                <p:cNvSpPr/>
                <p:nvPr/>
              </p:nvSpPr>
              <p:spPr>
                <a:xfrm>
                  <a:off x="5648549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" name="pg86">
                  <a:extLst>
                    <a:ext uri="{FF2B5EF4-FFF2-40B4-BE49-F238E27FC236}">
                      <a16:creationId xmlns:a16="http://schemas.microsoft.com/office/drawing/2014/main" id="{958700FE-D52C-64F6-4395-15614F8EF5E6}"/>
                    </a:ext>
                  </a:extLst>
                </p:cNvPr>
                <p:cNvSpPr/>
                <p:nvPr/>
              </p:nvSpPr>
              <p:spPr>
                <a:xfrm>
                  <a:off x="5660186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" name="pg87">
                  <a:extLst>
                    <a:ext uri="{FF2B5EF4-FFF2-40B4-BE49-F238E27FC236}">
                      <a16:creationId xmlns:a16="http://schemas.microsoft.com/office/drawing/2014/main" id="{5BB0A202-7901-AA3D-B357-391225A78345}"/>
                    </a:ext>
                  </a:extLst>
                </p:cNvPr>
                <p:cNvSpPr/>
                <p:nvPr/>
              </p:nvSpPr>
              <p:spPr>
                <a:xfrm>
                  <a:off x="5671824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4">
                    <a:alpha val="100000"/>
                  </a:srgbClr>
                </a:solidFill>
                <a:ln w="5420" cap="flat">
                  <a:solidFill>
                    <a:srgbClr val="3A58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" name="pg88">
                  <a:extLst>
                    <a:ext uri="{FF2B5EF4-FFF2-40B4-BE49-F238E27FC236}">
                      <a16:creationId xmlns:a16="http://schemas.microsoft.com/office/drawing/2014/main" id="{58CCC698-22CE-37B8-90CD-16E5AAA874E0}"/>
                    </a:ext>
                  </a:extLst>
                </p:cNvPr>
                <p:cNvSpPr/>
                <p:nvPr/>
              </p:nvSpPr>
              <p:spPr>
                <a:xfrm>
                  <a:off x="5683461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3">
                    <a:alpha val="100000"/>
                  </a:srgbClr>
                </a:solidFill>
                <a:ln w="5420" cap="flat">
                  <a:solidFill>
                    <a:srgbClr val="3A57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" name="pg89">
                  <a:extLst>
                    <a:ext uri="{FF2B5EF4-FFF2-40B4-BE49-F238E27FC236}">
                      <a16:creationId xmlns:a16="http://schemas.microsoft.com/office/drawing/2014/main" id="{14562C0D-D9AF-7424-2142-F72CB7652EAF}"/>
                    </a:ext>
                  </a:extLst>
                </p:cNvPr>
                <p:cNvSpPr/>
                <p:nvPr/>
              </p:nvSpPr>
              <p:spPr>
                <a:xfrm>
                  <a:off x="5695098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692">
                    <a:alpha val="100000"/>
                  </a:srgbClr>
                </a:solidFill>
                <a:ln w="5420" cap="flat">
                  <a:solidFill>
                    <a:srgbClr val="3A569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" name="pg90">
                  <a:extLst>
                    <a:ext uri="{FF2B5EF4-FFF2-40B4-BE49-F238E27FC236}">
                      <a16:creationId xmlns:a16="http://schemas.microsoft.com/office/drawing/2014/main" id="{1F0564A4-4C63-8765-0DEA-759F7EBC999F}"/>
                    </a:ext>
                  </a:extLst>
                </p:cNvPr>
                <p:cNvSpPr/>
                <p:nvPr/>
              </p:nvSpPr>
              <p:spPr>
                <a:xfrm>
                  <a:off x="5706736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692">
                    <a:alpha val="100000"/>
                  </a:srgbClr>
                </a:solidFill>
                <a:ln w="5420" cap="flat">
                  <a:solidFill>
                    <a:srgbClr val="3B569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" name="pg91">
                  <a:extLst>
                    <a:ext uri="{FF2B5EF4-FFF2-40B4-BE49-F238E27FC236}">
                      <a16:creationId xmlns:a16="http://schemas.microsoft.com/office/drawing/2014/main" id="{760E993B-D7D2-ACE8-8855-01122A546CEB}"/>
                    </a:ext>
                  </a:extLst>
                </p:cNvPr>
                <p:cNvSpPr/>
                <p:nvPr/>
              </p:nvSpPr>
              <p:spPr>
                <a:xfrm>
                  <a:off x="5718373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1">
                    <a:alpha val="100000"/>
                  </a:srgbClr>
                </a:solidFill>
                <a:ln w="5420" cap="flat">
                  <a:solidFill>
                    <a:srgbClr val="3B559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" name="pg92">
                  <a:extLst>
                    <a:ext uri="{FF2B5EF4-FFF2-40B4-BE49-F238E27FC236}">
                      <a16:creationId xmlns:a16="http://schemas.microsoft.com/office/drawing/2014/main" id="{C115A2B0-51C8-AD71-0B39-5B00A7BF8B0F}"/>
                    </a:ext>
                  </a:extLst>
                </p:cNvPr>
                <p:cNvSpPr/>
                <p:nvPr/>
              </p:nvSpPr>
              <p:spPr>
                <a:xfrm>
                  <a:off x="5730010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1">
                    <a:alpha val="100000"/>
                  </a:srgbClr>
                </a:solidFill>
                <a:ln w="5420" cap="flat">
                  <a:solidFill>
                    <a:srgbClr val="3B559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" name="pg93">
                  <a:extLst>
                    <a:ext uri="{FF2B5EF4-FFF2-40B4-BE49-F238E27FC236}">
                      <a16:creationId xmlns:a16="http://schemas.microsoft.com/office/drawing/2014/main" id="{5B2CE215-FAA5-D836-F038-EBD902CAE12F}"/>
                    </a:ext>
                  </a:extLst>
                </p:cNvPr>
                <p:cNvSpPr/>
                <p:nvPr/>
              </p:nvSpPr>
              <p:spPr>
                <a:xfrm>
                  <a:off x="6288602" y="25648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18B">
                    <a:alpha val="100000"/>
                  </a:srgbClr>
                </a:solidFill>
                <a:ln w="5420" cap="flat">
                  <a:solidFill>
                    <a:srgbClr val="3B518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" name="pg94">
                  <a:extLst>
                    <a:ext uri="{FF2B5EF4-FFF2-40B4-BE49-F238E27FC236}">
                      <a16:creationId xmlns:a16="http://schemas.microsoft.com/office/drawing/2014/main" id="{FD1BB43A-5424-F181-7A19-AAD862C33D5C}"/>
                    </a:ext>
                  </a:extLst>
                </p:cNvPr>
                <p:cNvSpPr/>
                <p:nvPr/>
              </p:nvSpPr>
              <p:spPr>
                <a:xfrm>
                  <a:off x="5532176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" name="pg95">
                  <a:extLst>
                    <a:ext uri="{FF2B5EF4-FFF2-40B4-BE49-F238E27FC236}">
                      <a16:creationId xmlns:a16="http://schemas.microsoft.com/office/drawing/2014/main" id="{4DBC4E2A-7EB6-B5DE-8F65-B8D9E5FD1F9B}"/>
                    </a:ext>
                  </a:extLst>
                </p:cNvPr>
                <p:cNvSpPr/>
                <p:nvPr/>
              </p:nvSpPr>
              <p:spPr>
                <a:xfrm>
                  <a:off x="5543813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" name="pg96">
                  <a:extLst>
                    <a:ext uri="{FF2B5EF4-FFF2-40B4-BE49-F238E27FC236}">
                      <a16:creationId xmlns:a16="http://schemas.microsoft.com/office/drawing/2014/main" id="{C08FC982-9F30-B1F9-5E4A-B69AC88AB62D}"/>
                    </a:ext>
                  </a:extLst>
                </p:cNvPr>
                <p:cNvSpPr/>
                <p:nvPr/>
              </p:nvSpPr>
              <p:spPr>
                <a:xfrm>
                  <a:off x="5555451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B">
                    <a:alpha val="100000"/>
                  </a:srgbClr>
                </a:solidFill>
                <a:ln w="5420" cap="flat">
                  <a:solidFill>
                    <a:srgbClr val="395D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" name="pg97">
                  <a:extLst>
                    <a:ext uri="{FF2B5EF4-FFF2-40B4-BE49-F238E27FC236}">
                      <a16:creationId xmlns:a16="http://schemas.microsoft.com/office/drawing/2014/main" id="{D90DE93C-AC56-3E82-BFC8-A37BB8B4FFC9}"/>
                    </a:ext>
                  </a:extLst>
                </p:cNvPr>
                <p:cNvSpPr/>
                <p:nvPr/>
              </p:nvSpPr>
              <p:spPr>
                <a:xfrm>
                  <a:off x="5567088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B9A">
                    <a:alpha val="100000"/>
                  </a:srgbClr>
                </a:solidFill>
                <a:ln w="5420" cap="flat">
                  <a:solidFill>
                    <a:srgbClr val="395B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" name="pg98">
                  <a:extLst>
                    <a:ext uri="{FF2B5EF4-FFF2-40B4-BE49-F238E27FC236}">
                      <a16:creationId xmlns:a16="http://schemas.microsoft.com/office/drawing/2014/main" id="{83898D66-A35D-3CAB-136D-1DB0B7A446E1}"/>
                    </a:ext>
                  </a:extLst>
                </p:cNvPr>
                <p:cNvSpPr/>
                <p:nvPr/>
              </p:nvSpPr>
              <p:spPr>
                <a:xfrm>
                  <a:off x="5578725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B99">
                    <a:alpha val="100000"/>
                  </a:srgbClr>
                </a:solidFill>
                <a:ln w="5420" cap="flat">
                  <a:solidFill>
                    <a:srgbClr val="3A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" name="pg99">
                  <a:extLst>
                    <a:ext uri="{FF2B5EF4-FFF2-40B4-BE49-F238E27FC236}">
                      <a16:creationId xmlns:a16="http://schemas.microsoft.com/office/drawing/2014/main" id="{DF6C9D42-2326-0DEE-9930-23D6D15360BB}"/>
                    </a:ext>
                  </a:extLst>
                </p:cNvPr>
                <p:cNvSpPr/>
                <p:nvPr/>
              </p:nvSpPr>
              <p:spPr>
                <a:xfrm>
                  <a:off x="5590363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" name="pg100">
                  <a:extLst>
                    <a:ext uri="{FF2B5EF4-FFF2-40B4-BE49-F238E27FC236}">
                      <a16:creationId xmlns:a16="http://schemas.microsoft.com/office/drawing/2014/main" id="{92E8B474-3A2B-115F-5ADA-95C795F8130C}"/>
                    </a:ext>
                  </a:extLst>
                </p:cNvPr>
                <p:cNvSpPr/>
                <p:nvPr/>
              </p:nvSpPr>
              <p:spPr>
                <a:xfrm>
                  <a:off x="5602000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" name="pg101">
                  <a:extLst>
                    <a:ext uri="{FF2B5EF4-FFF2-40B4-BE49-F238E27FC236}">
                      <a16:creationId xmlns:a16="http://schemas.microsoft.com/office/drawing/2014/main" id="{7A435DD0-E026-7048-16A9-AC8DFC8D272D}"/>
                    </a:ext>
                  </a:extLst>
                </p:cNvPr>
                <p:cNvSpPr/>
                <p:nvPr/>
              </p:nvSpPr>
              <p:spPr>
                <a:xfrm>
                  <a:off x="5613637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7">
                    <a:alpha val="100000"/>
                  </a:srgbClr>
                </a:solidFill>
                <a:ln w="5420" cap="flat">
                  <a:solidFill>
                    <a:srgbClr val="3A59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" name="pg102">
                  <a:extLst>
                    <a:ext uri="{FF2B5EF4-FFF2-40B4-BE49-F238E27FC236}">
                      <a16:creationId xmlns:a16="http://schemas.microsoft.com/office/drawing/2014/main" id="{A27F0566-AA19-5A8C-F20B-3A61FC1C51EC}"/>
                    </a:ext>
                  </a:extLst>
                </p:cNvPr>
                <p:cNvSpPr/>
                <p:nvPr/>
              </p:nvSpPr>
              <p:spPr>
                <a:xfrm>
                  <a:off x="5625275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" name="pg103">
                  <a:extLst>
                    <a:ext uri="{FF2B5EF4-FFF2-40B4-BE49-F238E27FC236}">
                      <a16:creationId xmlns:a16="http://schemas.microsoft.com/office/drawing/2014/main" id="{E66E15DB-8E2B-235C-BD85-64261850D13A}"/>
                    </a:ext>
                  </a:extLst>
                </p:cNvPr>
                <p:cNvSpPr/>
                <p:nvPr/>
              </p:nvSpPr>
              <p:spPr>
                <a:xfrm>
                  <a:off x="5636912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" name="pg104">
                  <a:extLst>
                    <a:ext uri="{FF2B5EF4-FFF2-40B4-BE49-F238E27FC236}">
                      <a16:creationId xmlns:a16="http://schemas.microsoft.com/office/drawing/2014/main" id="{7479F30F-7E72-0605-655B-9CB7F8D58685}"/>
                    </a:ext>
                  </a:extLst>
                </p:cNvPr>
                <p:cNvSpPr/>
                <p:nvPr/>
              </p:nvSpPr>
              <p:spPr>
                <a:xfrm>
                  <a:off x="5648549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" name="pg105">
                  <a:extLst>
                    <a:ext uri="{FF2B5EF4-FFF2-40B4-BE49-F238E27FC236}">
                      <a16:creationId xmlns:a16="http://schemas.microsoft.com/office/drawing/2014/main" id="{FB50BA56-83B1-7CD3-2D86-E88F7D59E2B3}"/>
                    </a:ext>
                  </a:extLst>
                </p:cNvPr>
                <p:cNvSpPr/>
                <p:nvPr/>
              </p:nvSpPr>
              <p:spPr>
                <a:xfrm>
                  <a:off x="5660186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4">
                    <a:alpha val="100000"/>
                  </a:srgbClr>
                </a:solidFill>
                <a:ln w="5420" cap="flat">
                  <a:solidFill>
                    <a:srgbClr val="3A57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" name="pg106">
                  <a:extLst>
                    <a:ext uri="{FF2B5EF4-FFF2-40B4-BE49-F238E27FC236}">
                      <a16:creationId xmlns:a16="http://schemas.microsoft.com/office/drawing/2014/main" id="{EE07BD8D-1281-FB8E-7A95-2C0446E662DF}"/>
                    </a:ext>
                  </a:extLst>
                </p:cNvPr>
                <p:cNvSpPr/>
                <p:nvPr/>
              </p:nvSpPr>
              <p:spPr>
                <a:xfrm>
                  <a:off x="5671824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3">
                    <a:alpha val="100000"/>
                  </a:srgbClr>
                </a:solidFill>
                <a:ln w="5420" cap="flat">
                  <a:solidFill>
                    <a:srgbClr val="3A57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" name="pg107">
                  <a:extLst>
                    <a:ext uri="{FF2B5EF4-FFF2-40B4-BE49-F238E27FC236}">
                      <a16:creationId xmlns:a16="http://schemas.microsoft.com/office/drawing/2014/main" id="{BFB367D3-5086-51EC-9291-E9C87EDB8EA7}"/>
                    </a:ext>
                  </a:extLst>
                </p:cNvPr>
                <p:cNvSpPr/>
                <p:nvPr/>
              </p:nvSpPr>
              <p:spPr>
                <a:xfrm>
                  <a:off x="5683461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692">
                    <a:alpha val="100000"/>
                  </a:srgbClr>
                </a:solidFill>
                <a:ln w="5420" cap="flat">
                  <a:solidFill>
                    <a:srgbClr val="3A569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" name="pg108">
                  <a:extLst>
                    <a:ext uri="{FF2B5EF4-FFF2-40B4-BE49-F238E27FC236}">
                      <a16:creationId xmlns:a16="http://schemas.microsoft.com/office/drawing/2014/main" id="{A294CABA-E807-0C59-590E-5FAF4DFD3FE5}"/>
                    </a:ext>
                  </a:extLst>
                </p:cNvPr>
                <p:cNvSpPr/>
                <p:nvPr/>
              </p:nvSpPr>
              <p:spPr>
                <a:xfrm>
                  <a:off x="5695098" y="25791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691">
                    <a:alpha val="100000"/>
                  </a:srgbClr>
                </a:solidFill>
                <a:ln w="5420" cap="flat">
                  <a:solidFill>
                    <a:srgbClr val="3B569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" name="pg109">
                  <a:extLst>
                    <a:ext uri="{FF2B5EF4-FFF2-40B4-BE49-F238E27FC236}">
                      <a16:creationId xmlns:a16="http://schemas.microsoft.com/office/drawing/2014/main" id="{622C1779-9467-28E4-605C-51D9582F7951}"/>
                    </a:ext>
                  </a:extLst>
                </p:cNvPr>
                <p:cNvSpPr/>
                <p:nvPr/>
              </p:nvSpPr>
              <p:spPr>
                <a:xfrm>
                  <a:off x="5508901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" name="pg110">
                  <a:extLst>
                    <a:ext uri="{FF2B5EF4-FFF2-40B4-BE49-F238E27FC236}">
                      <a16:creationId xmlns:a16="http://schemas.microsoft.com/office/drawing/2014/main" id="{85148661-F99C-B1E8-5779-3E4E2AFE8610}"/>
                    </a:ext>
                  </a:extLst>
                </p:cNvPr>
                <p:cNvSpPr/>
                <p:nvPr/>
              </p:nvSpPr>
              <p:spPr>
                <a:xfrm>
                  <a:off x="5520539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" name="pg111">
                  <a:extLst>
                    <a:ext uri="{FF2B5EF4-FFF2-40B4-BE49-F238E27FC236}">
                      <a16:creationId xmlns:a16="http://schemas.microsoft.com/office/drawing/2014/main" id="{81663964-1735-E231-5B80-7B104868DEA9}"/>
                    </a:ext>
                  </a:extLst>
                </p:cNvPr>
                <p:cNvSpPr/>
                <p:nvPr/>
              </p:nvSpPr>
              <p:spPr>
                <a:xfrm>
                  <a:off x="5532176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" name="pg112">
                  <a:extLst>
                    <a:ext uri="{FF2B5EF4-FFF2-40B4-BE49-F238E27FC236}">
                      <a16:creationId xmlns:a16="http://schemas.microsoft.com/office/drawing/2014/main" id="{9B581799-2E03-A236-0E09-0D7E88A9DF2F}"/>
                    </a:ext>
                  </a:extLst>
                </p:cNvPr>
                <p:cNvSpPr/>
                <p:nvPr/>
              </p:nvSpPr>
              <p:spPr>
                <a:xfrm>
                  <a:off x="5543813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" name="pg113">
                  <a:extLst>
                    <a:ext uri="{FF2B5EF4-FFF2-40B4-BE49-F238E27FC236}">
                      <a16:creationId xmlns:a16="http://schemas.microsoft.com/office/drawing/2014/main" id="{8028F59A-E366-D630-EE35-64298418593A}"/>
                    </a:ext>
                  </a:extLst>
                </p:cNvPr>
                <p:cNvSpPr/>
                <p:nvPr/>
              </p:nvSpPr>
              <p:spPr>
                <a:xfrm>
                  <a:off x="5555451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B">
                    <a:alpha val="100000"/>
                  </a:srgbClr>
                </a:solidFill>
                <a:ln w="5420" cap="flat">
                  <a:solidFill>
                    <a:srgbClr val="395C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" name="pg114">
                  <a:extLst>
                    <a:ext uri="{FF2B5EF4-FFF2-40B4-BE49-F238E27FC236}">
                      <a16:creationId xmlns:a16="http://schemas.microsoft.com/office/drawing/2014/main" id="{31AA771F-648B-1609-EB14-0D9BCF063CD4}"/>
                    </a:ext>
                  </a:extLst>
                </p:cNvPr>
                <p:cNvSpPr/>
                <p:nvPr/>
              </p:nvSpPr>
              <p:spPr>
                <a:xfrm>
                  <a:off x="5567088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B99">
                    <a:alpha val="100000"/>
                  </a:srgbClr>
                </a:solidFill>
                <a:ln w="5420" cap="flat">
                  <a:solidFill>
                    <a:srgbClr val="39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" name="pg115">
                  <a:extLst>
                    <a:ext uri="{FF2B5EF4-FFF2-40B4-BE49-F238E27FC236}">
                      <a16:creationId xmlns:a16="http://schemas.microsoft.com/office/drawing/2014/main" id="{3DC8B4B0-63E1-1C6A-F27F-231356C5D7B9}"/>
                    </a:ext>
                  </a:extLst>
                </p:cNvPr>
                <p:cNvSpPr/>
                <p:nvPr/>
              </p:nvSpPr>
              <p:spPr>
                <a:xfrm>
                  <a:off x="5578725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" name="pg116">
                  <a:extLst>
                    <a:ext uri="{FF2B5EF4-FFF2-40B4-BE49-F238E27FC236}">
                      <a16:creationId xmlns:a16="http://schemas.microsoft.com/office/drawing/2014/main" id="{79FC0008-633A-8854-EBCA-636325C72F39}"/>
                    </a:ext>
                  </a:extLst>
                </p:cNvPr>
                <p:cNvSpPr/>
                <p:nvPr/>
              </p:nvSpPr>
              <p:spPr>
                <a:xfrm>
                  <a:off x="5590363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" name="pg117">
                  <a:extLst>
                    <a:ext uri="{FF2B5EF4-FFF2-40B4-BE49-F238E27FC236}">
                      <a16:creationId xmlns:a16="http://schemas.microsoft.com/office/drawing/2014/main" id="{8F770454-C6B1-0688-E9D6-AF763A414932}"/>
                    </a:ext>
                  </a:extLst>
                </p:cNvPr>
                <p:cNvSpPr/>
                <p:nvPr/>
              </p:nvSpPr>
              <p:spPr>
                <a:xfrm>
                  <a:off x="5602000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7">
                    <a:alpha val="100000"/>
                  </a:srgbClr>
                </a:solidFill>
                <a:ln w="5420" cap="flat">
                  <a:solidFill>
                    <a:srgbClr val="3A59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" name="pg118">
                  <a:extLst>
                    <a:ext uri="{FF2B5EF4-FFF2-40B4-BE49-F238E27FC236}">
                      <a16:creationId xmlns:a16="http://schemas.microsoft.com/office/drawing/2014/main" id="{319B75E1-9300-4907-C25D-C3CFA504A7AA}"/>
                    </a:ext>
                  </a:extLst>
                </p:cNvPr>
                <p:cNvSpPr/>
                <p:nvPr/>
              </p:nvSpPr>
              <p:spPr>
                <a:xfrm>
                  <a:off x="5613637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" name="pg119">
                  <a:extLst>
                    <a:ext uri="{FF2B5EF4-FFF2-40B4-BE49-F238E27FC236}">
                      <a16:creationId xmlns:a16="http://schemas.microsoft.com/office/drawing/2014/main" id="{BC1FB7AC-9309-4992-8542-85BCA0473463}"/>
                    </a:ext>
                  </a:extLst>
                </p:cNvPr>
                <p:cNvSpPr/>
                <p:nvPr/>
              </p:nvSpPr>
              <p:spPr>
                <a:xfrm>
                  <a:off x="5625275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" name="pg120">
                  <a:extLst>
                    <a:ext uri="{FF2B5EF4-FFF2-40B4-BE49-F238E27FC236}">
                      <a16:creationId xmlns:a16="http://schemas.microsoft.com/office/drawing/2014/main" id="{767E0F47-0035-12D8-AF23-14BB6B52E6E7}"/>
                    </a:ext>
                  </a:extLst>
                </p:cNvPr>
                <p:cNvSpPr/>
                <p:nvPr/>
              </p:nvSpPr>
              <p:spPr>
                <a:xfrm>
                  <a:off x="5636912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4">
                    <a:alpha val="100000"/>
                  </a:srgbClr>
                </a:solidFill>
                <a:ln w="5420" cap="flat">
                  <a:solidFill>
                    <a:srgbClr val="3A58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" name="pg121">
                  <a:extLst>
                    <a:ext uri="{FF2B5EF4-FFF2-40B4-BE49-F238E27FC236}">
                      <a16:creationId xmlns:a16="http://schemas.microsoft.com/office/drawing/2014/main" id="{EA697B6A-92E5-A8CA-0B00-18AA8D8CD771}"/>
                    </a:ext>
                  </a:extLst>
                </p:cNvPr>
                <p:cNvSpPr/>
                <p:nvPr/>
              </p:nvSpPr>
              <p:spPr>
                <a:xfrm>
                  <a:off x="5648549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4">
                    <a:alpha val="100000"/>
                  </a:srgbClr>
                </a:solidFill>
                <a:ln w="5420" cap="flat">
                  <a:solidFill>
                    <a:srgbClr val="3A57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" name="pg122">
                  <a:extLst>
                    <a:ext uri="{FF2B5EF4-FFF2-40B4-BE49-F238E27FC236}">
                      <a16:creationId xmlns:a16="http://schemas.microsoft.com/office/drawing/2014/main" id="{FBC8BA28-E764-5DE3-6B18-EC25D8255139}"/>
                    </a:ext>
                  </a:extLst>
                </p:cNvPr>
                <p:cNvSpPr/>
                <p:nvPr/>
              </p:nvSpPr>
              <p:spPr>
                <a:xfrm>
                  <a:off x="5660186" y="25934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3">
                    <a:alpha val="100000"/>
                  </a:srgbClr>
                </a:solidFill>
                <a:ln w="5420" cap="flat">
                  <a:solidFill>
                    <a:srgbClr val="3A57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" name="pg123">
                  <a:extLst>
                    <a:ext uri="{FF2B5EF4-FFF2-40B4-BE49-F238E27FC236}">
                      <a16:creationId xmlns:a16="http://schemas.microsoft.com/office/drawing/2014/main" id="{6BB37128-1EFD-18CA-6EC7-E9129DAD034B}"/>
                    </a:ext>
                  </a:extLst>
                </p:cNvPr>
                <p:cNvSpPr/>
                <p:nvPr/>
              </p:nvSpPr>
              <p:spPr>
                <a:xfrm>
                  <a:off x="5473989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" name="pg124">
                  <a:extLst>
                    <a:ext uri="{FF2B5EF4-FFF2-40B4-BE49-F238E27FC236}">
                      <a16:creationId xmlns:a16="http://schemas.microsoft.com/office/drawing/2014/main" id="{D0CBBD58-77F7-1A32-5E9A-618ED073752A}"/>
                    </a:ext>
                  </a:extLst>
                </p:cNvPr>
                <p:cNvSpPr/>
                <p:nvPr/>
              </p:nvSpPr>
              <p:spPr>
                <a:xfrm>
                  <a:off x="5485627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D">
                    <a:alpha val="100000"/>
                  </a:srgbClr>
                </a:solidFill>
                <a:ln w="5420" cap="flat">
                  <a:solidFill>
                    <a:srgbClr val="395F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" name="pg125">
                  <a:extLst>
                    <a:ext uri="{FF2B5EF4-FFF2-40B4-BE49-F238E27FC236}">
                      <a16:creationId xmlns:a16="http://schemas.microsoft.com/office/drawing/2014/main" id="{F8BB5F75-4DA1-B757-75DE-F7145835D7E2}"/>
                    </a:ext>
                  </a:extLst>
                </p:cNvPr>
                <p:cNvSpPr/>
                <p:nvPr/>
              </p:nvSpPr>
              <p:spPr>
                <a:xfrm>
                  <a:off x="5497264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" name="pg126">
                  <a:extLst>
                    <a:ext uri="{FF2B5EF4-FFF2-40B4-BE49-F238E27FC236}">
                      <a16:creationId xmlns:a16="http://schemas.microsoft.com/office/drawing/2014/main" id="{78449D09-6857-9ACB-C185-7C0874076AFD}"/>
                    </a:ext>
                  </a:extLst>
                </p:cNvPr>
                <p:cNvSpPr/>
                <p:nvPr/>
              </p:nvSpPr>
              <p:spPr>
                <a:xfrm>
                  <a:off x="5508901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" name="pg127">
                  <a:extLst>
                    <a:ext uri="{FF2B5EF4-FFF2-40B4-BE49-F238E27FC236}">
                      <a16:creationId xmlns:a16="http://schemas.microsoft.com/office/drawing/2014/main" id="{C43916E5-A003-AB7C-4105-96CC2663F600}"/>
                    </a:ext>
                  </a:extLst>
                </p:cNvPr>
                <p:cNvSpPr/>
                <p:nvPr/>
              </p:nvSpPr>
              <p:spPr>
                <a:xfrm>
                  <a:off x="5520539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" name="pg128">
                  <a:extLst>
                    <a:ext uri="{FF2B5EF4-FFF2-40B4-BE49-F238E27FC236}">
                      <a16:creationId xmlns:a16="http://schemas.microsoft.com/office/drawing/2014/main" id="{6C5F33EC-6060-C385-1A28-EB6D7BC14B72}"/>
                    </a:ext>
                  </a:extLst>
                </p:cNvPr>
                <p:cNvSpPr/>
                <p:nvPr/>
              </p:nvSpPr>
              <p:spPr>
                <a:xfrm>
                  <a:off x="5532176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" name="pg129">
                  <a:extLst>
                    <a:ext uri="{FF2B5EF4-FFF2-40B4-BE49-F238E27FC236}">
                      <a16:creationId xmlns:a16="http://schemas.microsoft.com/office/drawing/2014/main" id="{1387EE24-A578-3278-E0B8-7D3DEF7E59A3}"/>
                    </a:ext>
                  </a:extLst>
                </p:cNvPr>
                <p:cNvSpPr/>
                <p:nvPr/>
              </p:nvSpPr>
              <p:spPr>
                <a:xfrm>
                  <a:off x="5543813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B">
                    <a:alpha val="100000"/>
                  </a:srgbClr>
                </a:solidFill>
                <a:ln w="5420" cap="flat">
                  <a:solidFill>
                    <a:srgbClr val="395C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" name="pg130">
                  <a:extLst>
                    <a:ext uri="{FF2B5EF4-FFF2-40B4-BE49-F238E27FC236}">
                      <a16:creationId xmlns:a16="http://schemas.microsoft.com/office/drawing/2014/main" id="{DF01A6BB-33BB-C946-71D3-B5D387ABEFCA}"/>
                    </a:ext>
                  </a:extLst>
                </p:cNvPr>
                <p:cNvSpPr/>
                <p:nvPr/>
              </p:nvSpPr>
              <p:spPr>
                <a:xfrm>
                  <a:off x="5555451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A">
                    <a:alpha val="100000"/>
                  </a:srgbClr>
                </a:solidFill>
                <a:ln w="5420" cap="flat">
                  <a:solidFill>
                    <a:srgbClr val="395C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" name="pg131">
                  <a:extLst>
                    <a:ext uri="{FF2B5EF4-FFF2-40B4-BE49-F238E27FC236}">
                      <a16:creationId xmlns:a16="http://schemas.microsoft.com/office/drawing/2014/main" id="{8DDDD434-D9A0-66ED-6467-C5C689FA23A8}"/>
                    </a:ext>
                  </a:extLst>
                </p:cNvPr>
                <p:cNvSpPr/>
                <p:nvPr/>
              </p:nvSpPr>
              <p:spPr>
                <a:xfrm>
                  <a:off x="5567088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" name="pg132">
                  <a:extLst>
                    <a:ext uri="{FF2B5EF4-FFF2-40B4-BE49-F238E27FC236}">
                      <a16:creationId xmlns:a16="http://schemas.microsoft.com/office/drawing/2014/main" id="{62324E3F-73D5-48F8-884E-BA8DA95256E7}"/>
                    </a:ext>
                  </a:extLst>
                </p:cNvPr>
                <p:cNvSpPr/>
                <p:nvPr/>
              </p:nvSpPr>
              <p:spPr>
                <a:xfrm>
                  <a:off x="5578725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" name="pg133">
                  <a:extLst>
                    <a:ext uri="{FF2B5EF4-FFF2-40B4-BE49-F238E27FC236}">
                      <a16:creationId xmlns:a16="http://schemas.microsoft.com/office/drawing/2014/main" id="{4D9D08CC-DF8C-3126-AB42-C78D998A2490}"/>
                    </a:ext>
                  </a:extLst>
                </p:cNvPr>
                <p:cNvSpPr/>
                <p:nvPr/>
              </p:nvSpPr>
              <p:spPr>
                <a:xfrm>
                  <a:off x="5590363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7">
                    <a:alpha val="100000"/>
                  </a:srgbClr>
                </a:solidFill>
                <a:ln w="5420" cap="flat">
                  <a:solidFill>
                    <a:srgbClr val="3A59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" name="pg134">
                  <a:extLst>
                    <a:ext uri="{FF2B5EF4-FFF2-40B4-BE49-F238E27FC236}">
                      <a16:creationId xmlns:a16="http://schemas.microsoft.com/office/drawing/2014/main" id="{9494BF01-BD7F-AF09-DE6A-C906D5BD0EDB}"/>
                    </a:ext>
                  </a:extLst>
                </p:cNvPr>
                <p:cNvSpPr/>
                <p:nvPr/>
              </p:nvSpPr>
              <p:spPr>
                <a:xfrm>
                  <a:off x="5602000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" name="pg135">
                  <a:extLst>
                    <a:ext uri="{FF2B5EF4-FFF2-40B4-BE49-F238E27FC236}">
                      <a16:creationId xmlns:a16="http://schemas.microsoft.com/office/drawing/2014/main" id="{5E8B266D-1220-F91D-6718-8D0D4FC14327}"/>
                    </a:ext>
                  </a:extLst>
                </p:cNvPr>
                <p:cNvSpPr/>
                <p:nvPr/>
              </p:nvSpPr>
              <p:spPr>
                <a:xfrm>
                  <a:off x="5613637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" name="pg136">
                  <a:extLst>
                    <a:ext uri="{FF2B5EF4-FFF2-40B4-BE49-F238E27FC236}">
                      <a16:creationId xmlns:a16="http://schemas.microsoft.com/office/drawing/2014/main" id="{4533F270-A14F-6537-DBFA-36C38D546BCF}"/>
                    </a:ext>
                  </a:extLst>
                </p:cNvPr>
                <p:cNvSpPr/>
                <p:nvPr/>
              </p:nvSpPr>
              <p:spPr>
                <a:xfrm>
                  <a:off x="5625275" y="26077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4">
                    <a:alpha val="100000"/>
                  </a:srgbClr>
                </a:solidFill>
                <a:ln w="5420" cap="flat">
                  <a:solidFill>
                    <a:srgbClr val="3A58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" name="pg137">
                  <a:extLst>
                    <a:ext uri="{FF2B5EF4-FFF2-40B4-BE49-F238E27FC236}">
                      <a16:creationId xmlns:a16="http://schemas.microsoft.com/office/drawing/2014/main" id="{A2D97DDE-892A-8402-C84B-39A1A057C338}"/>
                    </a:ext>
                  </a:extLst>
                </p:cNvPr>
                <p:cNvSpPr/>
                <p:nvPr/>
              </p:nvSpPr>
              <p:spPr>
                <a:xfrm>
                  <a:off x="5450715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19D">
                    <a:alpha val="100000"/>
                  </a:srgbClr>
                </a:solidFill>
                <a:ln w="5420" cap="flat">
                  <a:solidFill>
                    <a:srgbClr val="3A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" name="pg138">
                  <a:extLst>
                    <a:ext uri="{FF2B5EF4-FFF2-40B4-BE49-F238E27FC236}">
                      <a16:creationId xmlns:a16="http://schemas.microsoft.com/office/drawing/2014/main" id="{AB5EC7D4-ACAE-6306-7950-C31973CA59B6}"/>
                    </a:ext>
                  </a:extLst>
                </p:cNvPr>
                <p:cNvSpPr/>
                <p:nvPr/>
              </p:nvSpPr>
              <p:spPr>
                <a:xfrm>
                  <a:off x="5462352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" name="pg139">
                  <a:extLst>
                    <a:ext uri="{FF2B5EF4-FFF2-40B4-BE49-F238E27FC236}">
                      <a16:creationId xmlns:a16="http://schemas.microsoft.com/office/drawing/2014/main" id="{266F89D8-5254-BBBA-6059-C395A39853AC}"/>
                    </a:ext>
                  </a:extLst>
                </p:cNvPr>
                <p:cNvSpPr/>
                <p:nvPr/>
              </p:nvSpPr>
              <p:spPr>
                <a:xfrm>
                  <a:off x="5473989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" name="pg140">
                  <a:extLst>
                    <a:ext uri="{FF2B5EF4-FFF2-40B4-BE49-F238E27FC236}">
                      <a16:creationId xmlns:a16="http://schemas.microsoft.com/office/drawing/2014/main" id="{BE4E46C8-052E-77B9-CB22-8694CC8ECE25}"/>
                    </a:ext>
                  </a:extLst>
                </p:cNvPr>
                <p:cNvSpPr/>
                <p:nvPr/>
              </p:nvSpPr>
              <p:spPr>
                <a:xfrm>
                  <a:off x="5485627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" name="pg141">
                  <a:extLst>
                    <a:ext uri="{FF2B5EF4-FFF2-40B4-BE49-F238E27FC236}">
                      <a16:creationId xmlns:a16="http://schemas.microsoft.com/office/drawing/2014/main" id="{1D3D4047-B2E1-E634-3063-72BEB0CC9194}"/>
                    </a:ext>
                  </a:extLst>
                </p:cNvPr>
                <p:cNvSpPr/>
                <p:nvPr/>
              </p:nvSpPr>
              <p:spPr>
                <a:xfrm>
                  <a:off x="5497264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" name="pg142">
                  <a:extLst>
                    <a:ext uri="{FF2B5EF4-FFF2-40B4-BE49-F238E27FC236}">
                      <a16:creationId xmlns:a16="http://schemas.microsoft.com/office/drawing/2014/main" id="{18140A17-B2DC-2E1F-E11D-07A680A37207}"/>
                    </a:ext>
                  </a:extLst>
                </p:cNvPr>
                <p:cNvSpPr/>
                <p:nvPr/>
              </p:nvSpPr>
              <p:spPr>
                <a:xfrm>
                  <a:off x="5508901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" name="pg143">
                  <a:extLst>
                    <a:ext uri="{FF2B5EF4-FFF2-40B4-BE49-F238E27FC236}">
                      <a16:creationId xmlns:a16="http://schemas.microsoft.com/office/drawing/2014/main" id="{DA85B739-2DFB-94FE-ABE0-670B912C4F7C}"/>
                    </a:ext>
                  </a:extLst>
                </p:cNvPr>
                <p:cNvSpPr/>
                <p:nvPr/>
              </p:nvSpPr>
              <p:spPr>
                <a:xfrm>
                  <a:off x="5520539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" name="pg144">
                  <a:extLst>
                    <a:ext uri="{FF2B5EF4-FFF2-40B4-BE49-F238E27FC236}">
                      <a16:creationId xmlns:a16="http://schemas.microsoft.com/office/drawing/2014/main" id="{62D8F005-EFFD-E732-6F3A-52CB4697E50D}"/>
                    </a:ext>
                  </a:extLst>
                </p:cNvPr>
                <p:cNvSpPr/>
                <p:nvPr/>
              </p:nvSpPr>
              <p:spPr>
                <a:xfrm>
                  <a:off x="5532176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B">
                    <a:alpha val="100000"/>
                  </a:srgbClr>
                </a:solidFill>
                <a:ln w="5420" cap="flat">
                  <a:solidFill>
                    <a:srgbClr val="395C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" name="pg145">
                  <a:extLst>
                    <a:ext uri="{FF2B5EF4-FFF2-40B4-BE49-F238E27FC236}">
                      <a16:creationId xmlns:a16="http://schemas.microsoft.com/office/drawing/2014/main" id="{A044C994-1DE3-88AB-B8AD-41B63B0D807C}"/>
                    </a:ext>
                  </a:extLst>
                </p:cNvPr>
                <p:cNvSpPr/>
                <p:nvPr/>
              </p:nvSpPr>
              <p:spPr>
                <a:xfrm>
                  <a:off x="5543813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A">
                    <a:alpha val="100000"/>
                  </a:srgbClr>
                </a:solidFill>
                <a:ln w="5420" cap="flat">
                  <a:solidFill>
                    <a:srgbClr val="395C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" name="pg146">
                  <a:extLst>
                    <a:ext uri="{FF2B5EF4-FFF2-40B4-BE49-F238E27FC236}">
                      <a16:creationId xmlns:a16="http://schemas.microsoft.com/office/drawing/2014/main" id="{E4AB8675-36B4-F39A-73E1-7E34C4972251}"/>
                    </a:ext>
                  </a:extLst>
                </p:cNvPr>
                <p:cNvSpPr/>
                <p:nvPr/>
              </p:nvSpPr>
              <p:spPr>
                <a:xfrm>
                  <a:off x="5555451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B99">
                    <a:alpha val="100000"/>
                  </a:srgbClr>
                </a:solidFill>
                <a:ln w="5420" cap="flat">
                  <a:solidFill>
                    <a:srgbClr val="39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" name="pg147">
                  <a:extLst>
                    <a:ext uri="{FF2B5EF4-FFF2-40B4-BE49-F238E27FC236}">
                      <a16:creationId xmlns:a16="http://schemas.microsoft.com/office/drawing/2014/main" id="{4E9650F7-9348-4ACC-6599-8EFFEE52C73B}"/>
                    </a:ext>
                  </a:extLst>
                </p:cNvPr>
                <p:cNvSpPr/>
                <p:nvPr/>
              </p:nvSpPr>
              <p:spPr>
                <a:xfrm>
                  <a:off x="5567088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" name="pg148">
                  <a:extLst>
                    <a:ext uri="{FF2B5EF4-FFF2-40B4-BE49-F238E27FC236}">
                      <a16:creationId xmlns:a16="http://schemas.microsoft.com/office/drawing/2014/main" id="{9FEEC474-0C51-31C3-7E36-837FF2871F80}"/>
                    </a:ext>
                  </a:extLst>
                </p:cNvPr>
                <p:cNvSpPr/>
                <p:nvPr/>
              </p:nvSpPr>
              <p:spPr>
                <a:xfrm>
                  <a:off x="5578725" y="26220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7">
                    <a:alpha val="100000"/>
                  </a:srgbClr>
                </a:solidFill>
                <a:ln w="5420" cap="flat">
                  <a:solidFill>
                    <a:srgbClr val="3A5A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" name="pg149">
                  <a:extLst>
                    <a:ext uri="{FF2B5EF4-FFF2-40B4-BE49-F238E27FC236}">
                      <a16:creationId xmlns:a16="http://schemas.microsoft.com/office/drawing/2014/main" id="{F0DC70CA-9D94-3266-9F92-9583F42625A3}"/>
                    </a:ext>
                  </a:extLst>
                </p:cNvPr>
                <p:cNvSpPr/>
                <p:nvPr/>
              </p:nvSpPr>
              <p:spPr>
                <a:xfrm>
                  <a:off x="5439077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" name="pg150">
                  <a:extLst>
                    <a:ext uri="{FF2B5EF4-FFF2-40B4-BE49-F238E27FC236}">
                      <a16:creationId xmlns:a16="http://schemas.microsoft.com/office/drawing/2014/main" id="{BE4DBDDF-9A61-E290-56C7-47618D2D0B56}"/>
                    </a:ext>
                  </a:extLst>
                </p:cNvPr>
                <p:cNvSpPr/>
                <p:nvPr/>
              </p:nvSpPr>
              <p:spPr>
                <a:xfrm>
                  <a:off x="5450715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19D">
                    <a:alpha val="100000"/>
                  </a:srgbClr>
                </a:solidFill>
                <a:ln w="5420" cap="flat">
                  <a:solidFill>
                    <a:srgbClr val="39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" name="pg151">
                  <a:extLst>
                    <a:ext uri="{FF2B5EF4-FFF2-40B4-BE49-F238E27FC236}">
                      <a16:creationId xmlns:a16="http://schemas.microsoft.com/office/drawing/2014/main" id="{F61569B0-0A32-5AB5-27E4-BE730A97CE02}"/>
                    </a:ext>
                  </a:extLst>
                </p:cNvPr>
                <p:cNvSpPr/>
                <p:nvPr/>
              </p:nvSpPr>
              <p:spPr>
                <a:xfrm>
                  <a:off x="5462352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" name="pg152">
                  <a:extLst>
                    <a:ext uri="{FF2B5EF4-FFF2-40B4-BE49-F238E27FC236}">
                      <a16:creationId xmlns:a16="http://schemas.microsoft.com/office/drawing/2014/main" id="{7DEA5A18-B4D7-9B91-0FB0-05E09BB8FA6D}"/>
                    </a:ext>
                  </a:extLst>
                </p:cNvPr>
                <p:cNvSpPr/>
                <p:nvPr/>
              </p:nvSpPr>
              <p:spPr>
                <a:xfrm>
                  <a:off x="5473989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D">
                    <a:alpha val="100000"/>
                  </a:srgbClr>
                </a:solidFill>
                <a:ln w="5420" cap="flat">
                  <a:solidFill>
                    <a:srgbClr val="395F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" name="pg153">
                  <a:extLst>
                    <a:ext uri="{FF2B5EF4-FFF2-40B4-BE49-F238E27FC236}">
                      <a16:creationId xmlns:a16="http://schemas.microsoft.com/office/drawing/2014/main" id="{EBBECDE3-B079-C107-39FD-A0C52A591370}"/>
                    </a:ext>
                  </a:extLst>
                </p:cNvPr>
                <p:cNvSpPr/>
                <p:nvPr/>
              </p:nvSpPr>
              <p:spPr>
                <a:xfrm>
                  <a:off x="5485627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" name="pg154">
                  <a:extLst>
                    <a:ext uri="{FF2B5EF4-FFF2-40B4-BE49-F238E27FC236}">
                      <a16:creationId xmlns:a16="http://schemas.microsoft.com/office/drawing/2014/main" id="{5A3DD432-1E5E-C261-0DDA-9169806A0589}"/>
                    </a:ext>
                  </a:extLst>
                </p:cNvPr>
                <p:cNvSpPr/>
                <p:nvPr/>
              </p:nvSpPr>
              <p:spPr>
                <a:xfrm>
                  <a:off x="5497264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" name="pg155">
                  <a:extLst>
                    <a:ext uri="{FF2B5EF4-FFF2-40B4-BE49-F238E27FC236}">
                      <a16:creationId xmlns:a16="http://schemas.microsoft.com/office/drawing/2014/main" id="{A351DE28-DCD6-3AA2-82EA-986440BA2199}"/>
                    </a:ext>
                  </a:extLst>
                </p:cNvPr>
                <p:cNvSpPr/>
                <p:nvPr/>
              </p:nvSpPr>
              <p:spPr>
                <a:xfrm>
                  <a:off x="5508901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" name="pg156">
                  <a:extLst>
                    <a:ext uri="{FF2B5EF4-FFF2-40B4-BE49-F238E27FC236}">
                      <a16:creationId xmlns:a16="http://schemas.microsoft.com/office/drawing/2014/main" id="{8770990D-51C6-B286-8F1A-13805B82C1EE}"/>
                    </a:ext>
                  </a:extLst>
                </p:cNvPr>
                <p:cNvSpPr/>
                <p:nvPr/>
              </p:nvSpPr>
              <p:spPr>
                <a:xfrm>
                  <a:off x="5520539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" name="pg157">
                  <a:extLst>
                    <a:ext uri="{FF2B5EF4-FFF2-40B4-BE49-F238E27FC236}">
                      <a16:creationId xmlns:a16="http://schemas.microsoft.com/office/drawing/2014/main" id="{E9FFE0F9-A804-06A1-DEBD-613BA4321C60}"/>
                    </a:ext>
                  </a:extLst>
                </p:cNvPr>
                <p:cNvSpPr/>
                <p:nvPr/>
              </p:nvSpPr>
              <p:spPr>
                <a:xfrm>
                  <a:off x="5532176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B">
                    <a:alpha val="100000"/>
                  </a:srgbClr>
                </a:solidFill>
                <a:ln w="5420" cap="flat">
                  <a:solidFill>
                    <a:srgbClr val="395C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" name="pg158">
                  <a:extLst>
                    <a:ext uri="{FF2B5EF4-FFF2-40B4-BE49-F238E27FC236}">
                      <a16:creationId xmlns:a16="http://schemas.microsoft.com/office/drawing/2014/main" id="{0D835884-A685-04AA-7899-9466C9F13271}"/>
                    </a:ext>
                  </a:extLst>
                </p:cNvPr>
                <p:cNvSpPr/>
                <p:nvPr/>
              </p:nvSpPr>
              <p:spPr>
                <a:xfrm>
                  <a:off x="5543813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B9A">
                    <a:alpha val="100000"/>
                  </a:srgbClr>
                </a:solidFill>
                <a:ln w="5420" cap="flat">
                  <a:solidFill>
                    <a:srgbClr val="395B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" name="pg159">
                  <a:extLst>
                    <a:ext uri="{FF2B5EF4-FFF2-40B4-BE49-F238E27FC236}">
                      <a16:creationId xmlns:a16="http://schemas.microsoft.com/office/drawing/2014/main" id="{E4515093-C410-F65E-24D5-D297B2DFC81C}"/>
                    </a:ext>
                  </a:extLst>
                </p:cNvPr>
                <p:cNvSpPr/>
                <p:nvPr/>
              </p:nvSpPr>
              <p:spPr>
                <a:xfrm>
                  <a:off x="5555451" y="26363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B99">
                    <a:alpha val="100000"/>
                  </a:srgbClr>
                </a:solidFill>
                <a:ln w="5420" cap="flat">
                  <a:solidFill>
                    <a:srgbClr val="3A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" name="pg160">
                  <a:extLst>
                    <a:ext uri="{FF2B5EF4-FFF2-40B4-BE49-F238E27FC236}">
                      <a16:creationId xmlns:a16="http://schemas.microsoft.com/office/drawing/2014/main" id="{F3E92628-753D-2FE8-8AB0-C6397782F27D}"/>
                    </a:ext>
                  </a:extLst>
                </p:cNvPr>
                <p:cNvSpPr/>
                <p:nvPr/>
              </p:nvSpPr>
              <p:spPr>
                <a:xfrm>
                  <a:off x="5427440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" name="pg161">
                  <a:extLst>
                    <a:ext uri="{FF2B5EF4-FFF2-40B4-BE49-F238E27FC236}">
                      <a16:creationId xmlns:a16="http://schemas.microsoft.com/office/drawing/2014/main" id="{E853D2F8-9ABF-C8A6-2550-9512C4B985A9}"/>
                    </a:ext>
                  </a:extLst>
                </p:cNvPr>
                <p:cNvSpPr/>
                <p:nvPr/>
              </p:nvSpPr>
              <p:spPr>
                <a:xfrm>
                  <a:off x="5439077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" name="pg162">
                  <a:extLst>
                    <a:ext uri="{FF2B5EF4-FFF2-40B4-BE49-F238E27FC236}">
                      <a16:creationId xmlns:a16="http://schemas.microsoft.com/office/drawing/2014/main" id="{FC686856-3D16-A7C5-5794-F06BB894F746}"/>
                    </a:ext>
                  </a:extLst>
                </p:cNvPr>
                <p:cNvSpPr/>
                <p:nvPr/>
              </p:nvSpPr>
              <p:spPr>
                <a:xfrm>
                  <a:off x="5450715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" name="pg163">
                  <a:extLst>
                    <a:ext uri="{FF2B5EF4-FFF2-40B4-BE49-F238E27FC236}">
                      <a16:creationId xmlns:a16="http://schemas.microsoft.com/office/drawing/2014/main" id="{1CCAAB2A-2366-F4E7-5C26-2B5D03A50D1C}"/>
                    </a:ext>
                  </a:extLst>
                </p:cNvPr>
                <p:cNvSpPr/>
                <p:nvPr/>
              </p:nvSpPr>
              <p:spPr>
                <a:xfrm>
                  <a:off x="5462352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D">
                    <a:alpha val="100000"/>
                  </a:srgbClr>
                </a:solidFill>
                <a:ln w="5420" cap="flat">
                  <a:solidFill>
                    <a:srgbClr val="395F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" name="pg164">
                  <a:extLst>
                    <a:ext uri="{FF2B5EF4-FFF2-40B4-BE49-F238E27FC236}">
                      <a16:creationId xmlns:a16="http://schemas.microsoft.com/office/drawing/2014/main" id="{7C90FCA9-C94F-583A-7E4A-150EDE8A1CF1}"/>
                    </a:ext>
                  </a:extLst>
                </p:cNvPr>
                <p:cNvSpPr/>
                <p:nvPr/>
              </p:nvSpPr>
              <p:spPr>
                <a:xfrm>
                  <a:off x="5473989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" name="pg165">
                  <a:extLst>
                    <a:ext uri="{FF2B5EF4-FFF2-40B4-BE49-F238E27FC236}">
                      <a16:creationId xmlns:a16="http://schemas.microsoft.com/office/drawing/2014/main" id="{D7944091-B4C9-1732-3E7C-4134BF36F188}"/>
                    </a:ext>
                  </a:extLst>
                </p:cNvPr>
                <p:cNvSpPr/>
                <p:nvPr/>
              </p:nvSpPr>
              <p:spPr>
                <a:xfrm>
                  <a:off x="5485627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" name="pg166">
                  <a:extLst>
                    <a:ext uri="{FF2B5EF4-FFF2-40B4-BE49-F238E27FC236}">
                      <a16:creationId xmlns:a16="http://schemas.microsoft.com/office/drawing/2014/main" id="{198D16F9-5604-8A33-47EE-CB3AF646A0F0}"/>
                    </a:ext>
                  </a:extLst>
                </p:cNvPr>
                <p:cNvSpPr/>
                <p:nvPr/>
              </p:nvSpPr>
              <p:spPr>
                <a:xfrm>
                  <a:off x="5497264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" name="pg167">
                  <a:extLst>
                    <a:ext uri="{FF2B5EF4-FFF2-40B4-BE49-F238E27FC236}">
                      <a16:creationId xmlns:a16="http://schemas.microsoft.com/office/drawing/2014/main" id="{8A0DDB58-63D9-AFFD-9BD3-96DC4D48E7AA}"/>
                    </a:ext>
                  </a:extLst>
                </p:cNvPr>
                <p:cNvSpPr/>
                <p:nvPr/>
              </p:nvSpPr>
              <p:spPr>
                <a:xfrm>
                  <a:off x="5508901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" name="pg168">
                  <a:extLst>
                    <a:ext uri="{FF2B5EF4-FFF2-40B4-BE49-F238E27FC236}">
                      <a16:creationId xmlns:a16="http://schemas.microsoft.com/office/drawing/2014/main" id="{0EBF808C-6B7D-576D-F659-5B4227DD39F0}"/>
                    </a:ext>
                  </a:extLst>
                </p:cNvPr>
                <p:cNvSpPr/>
                <p:nvPr/>
              </p:nvSpPr>
              <p:spPr>
                <a:xfrm>
                  <a:off x="5520539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B">
                    <a:alpha val="100000"/>
                  </a:srgbClr>
                </a:solidFill>
                <a:ln w="5420" cap="flat">
                  <a:solidFill>
                    <a:srgbClr val="395C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" name="pg169">
                  <a:extLst>
                    <a:ext uri="{FF2B5EF4-FFF2-40B4-BE49-F238E27FC236}">
                      <a16:creationId xmlns:a16="http://schemas.microsoft.com/office/drawing/2014/main" id="{66147D51-1539-CC68-75F1-92E170DD117B}"/>
                    </a:ext>
                  </a:extLst>
                </p:cNvPr>
                <p:cNvSpPr/>
                <p:nvPr/>
              </p:nvSpPr>
              <p:spPr>
                <a:xfrm>
                  <a:off x="5532176" y="26506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A">
                    <a:alpha val="100000"/>
                  </a:srgbClr>
                </a:solidFill>
                <a:ln w="5420" cap="flat">
                  <a:solidFill>
                    <a:srgbClr val="395C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" name="pg170">
                  <a:extLst>
                    <a:ext uri="{FF2B5EF4-FFF2-40B4-BE49-F238E27FC236}">
                      <a16:creationId xmlns:a16="http://schemas.microsoft.com/office/drawing/2014/main" id="{042DF867-2EDB-5E4F-AA22-05809F6C4B44}"/>
                    </a:ext>
                  </a:extLst>
                </p:cNvPr>
                <p:cNvSpPr/>
                <p:nvPr/>
              </p:nvSpPr>
              <p:spPr>
                <a:xfrm>
                  <a:off x="5415803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" name="pg171">
                  <a:extLst>
                    <a:ext uri="{FF2B5EF4-FFF2-40B4-BE49-F238E27FC236}">
                      <a16:creationId xmlns:a16="http://schemas.microsoft.com/office/drawing/2014/main" id="{2DAAA614-68FC-6697-A0A2-628D23166576}"/>
                    </a:ext>
                  </a:extLst>
                </p:cNvPr>
                <p:cNvSpPr/>
                <p:nvPr/>
              </p:nvSpPr>
              <p:spPr>
                <a:xfrm>
                  <a:off x="5427440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" name="pg172">
                  <a:extLst>
                    <a:ext uri="{FF2B5EF4-FFF2-40B4-BE49-F238E27FC236}">
                      <a16:creationId xmlns:a16="http://schemas.microsoft.com/office/drawing/2014/main" id="{7636059F-35C7-08C0-C697-E5BD9669E645}"/>
                    </a:ext>
                  </a:extLst>
                </p:cNvPr>
                <p:cNvSpPr/>
                <p:nvPr/>
              </p:nvSpPr>
              <p:spPr>
                <a:xfrm>
                  <a:off x="5439077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19D">
                    <a:alpha val="100000"/>
                  </a:srgbClr>
                </a:solidFill>
                <a:ln w="5420" cap="flat">
                  <a:solidFill>
                    <a:srgbClr val="3A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" name="pg173">
                  <a:extLst>
                    <a:ext uri="{FF2B5EF4-FFF2-40B4-BE49-F238E27FC236}">
                      <a16:creationId xmlns:a16="http://schemas.microsoft.com/office/drawing/2014/main" id="{D8EC4DD4-067D-B329-5E41-8E9B401F3F1C}"/>
                    </a:ext>
                  </a:extLst>
                </p:cNvPr>
                <p:cNvSpPr/>
                <p:nvPr/>
              </p:nvSpPr>
              <p:spPr>
                <a:xfrm>
                  <a:off x="5450715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" name="pg174">
                  <a:extLst>
                    <a:ext uri="{FF2B5EF4-FFF2-40B4-BE49-F238E27FC236}">
                      <a16:creationId xmlns:a16="http://schemas.microsoft.com/office/drawing/2014/main" id="{8FB46856-9C85-2D2D-A3C0-35E9F7691DB1}"/>
                    </a:ext>
                  </a:extLst>
                </p:cNvPr>
                <p:cNvSpPr/>
                <p:nvPr/>
              </p:nvSpPr>
              <p:spPr>
                <a:xfrm>
                  <a:off x="5462352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D">
                    <a:alpha val="100000"/>
                  </a:srgbClr>
                </a:solidFill>
                <a:ln w="5420" cap="flat">
                  <a:solidFill>
                    <a:srgbClr val="395F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" name="pg175">
                  <a:extLst>
                    <a:ext uri="{FF2B5EF4-FFF2-40B4-BE49-F238E27FC236}">
                      <a16:creationId xmlns:a16="http://schemas.microsoft.com/office/drawing/2014/main" id="{6838690C-D720-FC75-9951-F91F5CCD8E11}"/>
                    </a:ext>
                  </a:extLst>
                </p:cNvPr>
                <p:cNvSpPr/>
                <p:nvPr/>
              </p:nvSpPr>
              <p:spPr>
                <a:xfrm>
                  <a:off x="5473989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" name="pg176">
                  <a:extLst>
                    <a:ext uri="{FF2B5EF4-FFF2-40B4-BE49-F238E27FC236}">
                      <a16:creationId xmlns:a16="http://schemas.microsoft.com/office/drawing/2014/main" id="{199FEBFC-930F-6849-A353-269DFD926C01}"/>
                    </a:ext>
                  </a:extLst>
                </p:cNvPr>
                <p:cNvSpPr/>
                <p:nvPr/>
              </p:nvSpPr>
              <p:spPr>
                <a:xfrm>
                  <a:off x="5485627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" name="pg177">
                  <a:extLst>
                    <a:ext uri="{FF2B5EF4-FFF2-40B4-BE49-F238E27FC236}">
                      <a16:creationId xmlns:a16="http://schemas.microsoft.com/office/drawing/2014/main" id="{E26C7272-5D2C-F18E-9319-22BC049E8678}"/>
                    </a:ext>
                  </a:extLst>
                </p:cNvPr>
                <p:cNvSpPr/>
                <p:nvPr/>
              </p:nvSpPr>
              <p:spPr>
                <a:xfrm>
                  <a:off x="5497264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" name="pg178">
                  <a:extLst>
                    <a:ext uri="{FF2B5EF4-FFF2-40B4-BE49-F238E27FC236}">
                      <a16:creationId xmlns:a16="http://schemas.microsoft.com/office/drawing/2014/main" id="{23494FF9-199F-56D8-6E51-FD110B638D72}"/>
                    </a:ext>
                  </a:extLst>
                </p:cNvPr>
                <p:cNvSpPr/>
                <p:nvPr/>
              </p:nvSpPr>
              <p:spPr>
                <a:xfrm>
                  <a:off x="5508901" y="26649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B">
                    <a:alpha val="100000"/>
                  </a:srgbClr>
                </a:solidFill>
                <a:ln w="5420" cap="flat">
                  <a:solidFill>
                    <a:srgbClr val="395D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" name="pg179">
                  <a:extLst>
                    <a:ext uri="{FF2B5EF4-FFF2-40B4-BE49-F238E27FC236}">
                      <a16:creationId xmlns:a16="http://schemas.microsoft.com/office/drawing/2014/main" id="{C06822B4-495E-AA60-36F8-EB154EABC733}"/>
                    </a:ext>
                  </a:extLst>
                </p:cNvPr>
                <p:cNvSpPr/>
                <p:nvPr/>
              </p:nvSpPr>
              <p:spPr>
                <a:xfrm>
                  <a:off x="5380891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" name="pg180">
                  <a:extLst>
                    <a:ext uri="{FF2B5EF4-FFF2-40B4-BE49-F238E27FC236}">
                      <a16:creationId xmlns:a16="http://schemas.microsoft.com/office/drawing/2014/main" id="{D2EBB041-3338-A8AE-38CB-DD9D69901DF5}"/>
                    </a:ext>
                  </a:extLst>
                </p:cNvPr>
                <p:cNvSpPr/>
                <p:nvPr/>
              </p:nvSpPr>
              <p:spPr>
                <a:xfrm>
                  <a:off x="5392528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49E">
                    <a:alpha val="100000"/>
                  </a:srgbClr>
                </a:solidFill>
                <a:ln w="5420" cap="flat">
                  <a:solidFill>
                    <a:srgbClr val="3A64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" name="pg181">
                  <a:extLst>
                    <a:ext uri="{FF2B5EF4-FFF2-40B4-BE49-F238E27FC236}">
                      <a16:creationId xmlns:a16="http://schemas.microsoft.com/office/drawing/2014/main" id="{EF12A806-B49F-1BE7-44D3-859F5EBA2D70}"/>
                    </a:ext>
                  </a:extLst>
                </p:cNvPr>
                <p:cNvSpPr/>
                <p:nvPr/>
              </p:nvSpPr>
              <p:spPr>
                <a:xfrm>
                  <a:off x="5404165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E">
                    <a:alpha val="100000"/>
                  </a:srgbClr>
                </a:solidFill>
                <a:ln w="5420" cap="flat">
                  <a:solidFill>
                    <a:srgbClr val="3A63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" name="pg182">
                  <a:extLst>
                    <a:ext uri="{FF2B5EF4-FFF2-40B4-BE49-F238E27FC236}">
                      <a16:creationId xmlns:a16="http://schemas.microsoft.com/office/drawing/2014/main" id="{2A6B6903-EA5E-C092-1B91-66210C7C1869}"/>
                    </a:ext>
                  </a:extLst>
                </p:cNvPr>
                <p:cNvSpPr/>
                <p:nvPr/>
              </p:nvSpPr>
              <p:spPr>
                <a:xfrm>
                  <a:off x="5415803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" name="pg183">
                  <a:extLst>
                    <a:ext uri="{FF2B5EF4-FFF2-40B4-BE49-F238E27FC236}">
                      <a16:creationId xmlns:a16="http://schemas.microsoft.com/office/drawing/2014/main" id="{451D3D08-5945-01F9-B160-054674D673AB}"/>
                    </a:ext>
                  </a:extLst>
                </p:cNvPr>
                <p:cNvSpPr/>
                <p:nvPr/>
              </p:nvSpPr>
              <p:spPr>
                <a:xfrm>
                  <a:off x="5427440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" name="pg184">
                  <a:extLst>
                    <a:ext uri="{FF2B5EF4-FFF2-40B4-BE49-F238E27FC236}">
                      <a16:creationId xmlns:a16="http://schemas.microsoft.com/office/drawing/2014/main" id="{B4E6F066-EB19-534B-52AB-68B88B8C9CD4}"/>
                    </a:ext>
                  </a:extLst>
                </p:cNvPr>
                <p:cNvSpPr/>
                <p:nvPr/>
              </p:nvSpPr>
              <p:spPr>
                <a:xfrm>
                  <a:off x="5439077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19D">
                    <a:alpha val="100000"/>
                  </a:srgbClr>
                </a:solidFill>
                <a:ln w="5420" cap="flat">
                  <a:solidFill>
                    <a:srgbClr val="3A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" name="pg185">
                  <a:extLst>
                    <a:ext uri="{FF2B5EF4-FFF2-40B4-BE49-F238E27FC236}">
                      <a16:creationId xmlns:a16="http://schemas.microsoft.com/office/drawing/2014/main" id="{3380ECC9-28B8-AE76-2148-1D59CD9CB8F7}"/>
                    </a:ext>
                  </a:extLst>
                </p:cNvPr>
                <p:cNvSpPr/>
                <p:nvPr/>
              </p:nvSpPr>
              <p:spPr>
                <a:xfrm>
                  <a:off x="5450715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" name="pg186">
                  <a:extLst>
                    <a:ext uri="{FF2B5EF4-FFF2-40B4-BE49-F238E27FC236}">
                      <a16:creationId xmlns:a16="http://schemas.microsoft.com/office/drawing/2014/main" id="{FDB5AB73-BBB4-8FE9-B6BB-07D9106D7F59}"/>
                    </a:ext>
                  </a:extLst>
                </p:cNvPr>
                <p:cNvSpPr/>
                <p:nvPr/>
              </p:nvSpPr>
              <p:spPr>
                <a:xfrm>
                  <a:off x="5462352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" name="pg187">
                  <a:extLst>
                    <a:ext uri="{FF2B5EF4-FFF2-40B4-BE49-F238E27FC236}">
                      <a16:creationId xmlns:a16="http://schemas.microsoft.com/office/drawing/2014/main" id="{3385EF46-A7A5-A5F3-6216-F7CFD8729048}"/>
                    </a:ext>
                  </a:extLst>
                </p:cNvPr>
                <p:cNvSpPr/>
                <p:nvPr/>
              </p:nvSpPr>
              <p:spPr>
                <a:xfrm>
                  <a:off x="5473989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" name="pg188">
                  <a:extLst>
                    <a:ext uri="{FF2B5EF4-FFF2-40B4-BE49-F238E27FC236}">
                      <a16:creationId xmlns:a16="http://schemas.microsoft.com/office/drawing/2014/main" id="{4B141F62-7D0E-FE97-20B9-ED19C6DA7828}"/>
                    </a:ext>
                  </a:extLst>
                </p:cNvPr>
                <p:cNvSpPr/>
                <p:nvPr/>
              </p:nvSpPr>
              <p:spPr>
                <a:xfrm>
                  <a:off x="5485627" y="26792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" name="pg189">
                  <a:extLst>
                    <a:ext uri="{FF2B5EF4-FFF2-40B4-BE49-F238E27FC236}">
                      <a16:creationId xmlns:a16="http://schemas.microsoft.com/office/drawing/2014/main" id="{95ECE746-16DF-2D83-6B14-A79F4850E989}"/>
                    </a:ext>
                  </a:extLst>
                </p:cNvPr>
                <p:cNvSpPr/>
                <p:nvPr/>
              </p:nvSpPr>
              <p:spPr>
                <a:xfrm>
                  <a:off x="5369253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" name="pg190">
                  <a:extLst>
                    <a:ext uri="{FF2B5EF4-FFF2-40B4-BE49-F238E27FC236}">
                      <a16:creationId xmlns:a16="http://schemas.microsoft.com/office/drawing/2014/main" id="{5816536D-1CC5-89A5-DF98-938660E33113}"/>
                    </a:ext>
                  </a:extLst>
                </p:cNvPr>
                <p:cNvSpPr/>
                <p:nvPr/>
              </p:nvSpPr>
              <p:spPr>
                <a:xfrm>
                  <a:off x="5380891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" name="pg191">
                  <a:extLst>
                    <a:ext uri="{FF2B5EF4-FFF2-40B4-BE49-F238E27FC236}">
                      <a16:creationId xmlns:a16="http://schemas.microsoft.com/office/drawing/2014/main" id="{4C896F07-8522-E361-B4E7-C63A09014D4F}"/>
                    </a:ext>
                  </a:extLst>
                </p:cNvPr>
                <p:cNvSpPr/>
                <p:nvPr/>
              </p:nvSpPr>
              <p:spPr>
                <a:xfrm>
                  <a:off x="5392528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49E">
                    <a:alpha val="100000"/>
                  </a:srgbClr>
                </a:solidFill>
                <a:ln w="5420" cap="flat">
                  <a:solidFill>
                    <a:srgbClr val="3A64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" name="pg192">
                  <a:extLst>
                    <a:ext uri="{FF2B5EF4-FFF2-40B4-BE49-F238E27FC236}">
                      <a16:creationId xmlns:a16="http://schemas.microsoft.com/office/drawing/2014/main" id="{A55E26B5-EA51-36FC-687E-89114FF8A1C3}"/>
                    </a:ext>
                  </a:extLst>
                </p:cNvPr>
                <p:cNvSpPr/>
                <p:nvPr/>
              </p:nvSpPr>
              <p:spPr>
                <a:xfrm>
                  <a:off x="5404165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" name="pg193">
                  <a:extLst>
                    <a:ext uri="{FF2B5EF4-FFF2-40B4-BE49-F238E27FC236}">
                      <a16:creationId xmlns:a16="http://schemas.microsoft.com/office/drawing/2014/main" id="{281B0943-4734-0392-0ADC-3805F5E875A3}"/>
                    </a:ext>
                  </a:extLst>
                </p:cNvPr>
                <p:cNvSpPr/>
                <p:nvPr/>
              </p:nvSpPr>
              <p:spPr>
                <a:xfrm>
                  <a:off x="5415803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" name="pg194">
                  <a:extLst>
                    <a:ext uri="{FF2B5EF4-FFF2-40B4-BE49-F238E27FC236}">
                      <a16:creationId xmlns:a16="http://schemas.microsoft.com/office/drawing/2014/main" id="{1EE7370F-FB54-AE14-45DA-466240C528D9}"/>
                    </a:ext>
                  </a:extLst>
                </p:cNvPr>
                <p:cNvSpPr/>
                <p:nvPr/>
              </p:nvSpPr>
              <p:spPr>
                <a:xfrm>
                  <a:off x="5427440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" name="pg195">
                  <a:extLst>
                    <a:ext uri="{FF2B5EF4-FFF2-40B4-BE49-F238E27FC236}">
                      <a16:creationId xmlns:a16="http://schemas.microsoft.com/office/drawing/2014/main" id="{136B1122-E49B-FE77-E9A6-D974A3EFAEAA}"/>
                    </a:ext>
                  </a:extLst>
                </p:cNvPr>
                <p:cNvSpPr/>
                <p:nvPr/>
              </p:nvSpPr>
              <p:spPr>
                <a:xfrm>
                  <a:off x="5439077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19D">
                    <a:alpha val="100000"/>
                  </a:srgbClr>
                </a:solidFill>
                <a:ln w="5420" cap="flat">
                  <a:solidFill>
                    <a:srgbClr val="3A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" name="pg196">
                  <a:extLst>
                    <a:ext uri="{FF2B5EF4-FFF2-40B4-BE49-F238E27FC236}">
                      <a16:creationId xmlns:a16="http://schemas.microsoft.com/office/drawing/2014/main" id="{B7627887-AB45-3288-5F59-6A73E0D754CE}"/>
                    </a:ext>
                  </a:extLst>
                </p:cNvPr>
                <p:cNvSpPr/>
                <p:nvPr/>
              </p:nvSpPr>
              <p:spPr>
                <a:xfrm>
                  <a:off x="5450715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" name="pg197">
                  <a:extLst>
                    <a:ext uri="{FF2B5EF4-FFF2-40B4-BE49-F238E27FC236}">
                      <a16:creationId xmlns:a16="http://schemas.microsoft.com/office/drawing/2014/main" id="{7ECEF1A0-0A68-1425-2C58-2EF1E082CA73}"/>
                    </a:ext>
                  </a:extLst>
                </p:cNvPr>
                <p:cNvSpPr/>
                <p:nvPr/>
              </p:nvSpPr>
              <p:spPr>
                <a:xfrm>
                  <a:off x="5462352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D">
                    <a:alpha val="100000"/>
                  </a:srgbClr>
                </a:solidFill>
                <a:ln w="5420" cap="flat">
                  <a:solidFill>
                    <a:srgbClr val="395F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" name="pg198">
                  <a:extLst>
                    <a:ext uri="{FF2B5EF4-FFF2-40B4-BE49-F238E27FC236}">
                      <a16:creationId xmlns:a16="http://schemas.microsoft.com/office/drawing/2014/main" id="{26895A29-0FB6-3406-C004-D7AC3FEEE201}"/>
                    </a:ext>
                  </a:extLst>
                </p:cNvPr>
                <p:cNvSpPr/>
                <p:nvPr/>
              </p:nvSpPr>
              <p:spPr>
                <a:xfrm>
                  <a:off x="6311877" y="26935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87E">
                    <a:alpha val="100000"/>
                  </a:srgbClr>
                </a:solidFill>
                <a:ln w="5420" cap="flat">
                  <a:solidFill>
                    <a:srgbClr val="3C487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" name="pg199">
                  <a:extLst>
                    <a:ext uri="{FF2B5EF4-FFF2-40B4-BE49-F238E27FC236}">
                      <a16:creationId xmlns:a16="http://schemas.microsoft.com/office/drawing/2014/main" id="{1C095C77-56FC-9857-8D89-3384CB446F12}"/>
                    </a:ext>
                  </a:extLst>
                </p:cNvPr>
                <p:cNvSpPr/>
                <p:nvPr/>
              </p:nvSpPr>
              <p:spPr>
                <a:xfrm>
                  <a:off x="5311067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" name="pg200">
                  <a:extLst>
                    <a:ext uri="{FF2B5EF4-FFF2-40B4-BE49-F238E27FC236}">
                      <a16:creationId xmlns:a16="http://schemas.microsoft.com/office/drawing/2014/main" id="{512F8977-F8F5-2610-5B3A-25953C2BD7D3}"/>
                    </a:ext>
                  </a:extLst>
                </p:cNvPr>
                <p:cNvSpPr/>
                <p:nvPr/>
              </p:nvSpPr>
              <p:spPr>
                <a:xfrm>
                  <a:off x="5322704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" name="pg201">
                  <a:extLst>
                    <a:ext uri="{FF2B5EF4-FFF2-40B4-BE49-F238E27FC236}">
                      <a16:creationId xmlns:a16="http://schemas.microsoft.com/office/drawing/2014/main" id="{0725A469-8948-774C-BDF0-BEE319D82C51}"/>
                    </a:ext>
                  </a:extLst>
                </p:cNvPr>
                <p:cNvSpPr/>
                <p:nvPr/>
              </p:nvSpPr>
              <p:spPr>
                <a:xfrm>
                  <a:off x="5334341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" name="pg202">
                  <a:extLst>
                    <a:ext uri="{FF2B5EF4-FFF2-40B4-BE49-F238E27FC236}">
                      <a16:creationId xmlns:a16="http://schemas.microsoft.com/office/drawing/2014/main" id="{D91504EF-2789-6851-8432-4D8E6629436F}"/>
                    </a:ext>
                  </a:extLst>
                </p:cNvPr>
                <p:cNvSpPr/>
                <p:nvPr/>
              </p:nvSpPr>
              <p:spPr>
                <a:xfrm>
                  <a:off x="5345979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" name="pg203">
                  <a:extLst>
                    <a:ext uri="{FF2B5EF4-FFF2-40B4-BE49-F238E27FC236}">
                      <a16:creationId xmlns:a16="http://schemas.microsoft.com/office/drawing/2014/main" id="{A8826C64-B23C-A99D-7843-D958D1EFEDF5}"/>
                    </a:ext>
                  </a:extLst>
                </p:cNvPr>
                <p:cNvSpPr/>
                <p:nvPr/>
              </p:nvSpPr>
              <p:spPr>
                <a:xfrm>
                  <a:off x="5357616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" name="pg204">
                  <a:extLst>
                    <a:ext uri="{FF2B5EF4-FFF2-40B4-BE49-F238E27FC236}">
                      <a16:creationId xmlns:a16="http://schemas.microsoft.com/office/drawing/2014/main" id="{E39BE8CA-8F93-0EEA-9179-828B6B1A1515}"/>
                    </a:ext>
                  </a:extLst>
                </p:cNvPr>
                <p:cNvSpPr/>
                <p:nvPr/>
              </p:nvSpPr>
              <p:spPr>
                <a:xfrm>
                  <a:off x="5369253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" name="pg205">
                  <a:extLst>
                    <a:ext uri="{FF2B5EF4-FFF2-40B4-BE49-F238E27FC236}">
                      <a16:creationId xmlns:a16="http://schemas.microsoft.com/office/drawing/2014/main" id="{0E986413-1B27-98DD-B4FA-93AEE33FCBEC}"/>
                    </a:ext>
                  </a:extLst>
                </p:cNvPr>
                <p:cNvSpPr/>
                <p:nvPr/>
              </p:nvSpPr>
              <p:spPr>
                <a:xfrm>
                  <a:off x="5380891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" name="pg206">
                  <a:extLst>
                    <a:ext uri="{FF2B5EF4-FFF2-40B4-BE49-F238E27FC236}">
                      <a16:creationId xmlns:a16="http://schemas.microsoft.com/office/drawing/2014/main" id="{45FAEA28-CAAF-97DE-1883-64B1EB4A84FC}"/>
                    </a:ext>
                  </a:extLst>
                </p:cNvPr>
                <p:cNvSpPr/>
                <p:nvPr/>
              </p:nvSpPr>
              <p:spPr>
                <a:xfrm>
                  <a:off x="5392528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49E">
                    <a:alpha val="100000"/>
                  </a:srgbClr>
                </a:solidFill>
                <a:ln w="5420" cap="flat">
                  <a:solidFill>
                    <a:srgbClr val="3A64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" name="pg207">
                  <a:extLst>
                    <a:ext uri="{FF2B5EF4-FFF2-40B4-BE49-F238E27FC236}">
                      <a16:creationId xmlns:a16="http://schemas.microsoft.com/office/drawing/2014/main" id="{BF0B4FD2-7D46-2C70-834E-D477BF94E30E}"/>
                    </a:ext>
                  </a:extLst>
                </p:cNvPr>
                <p:cNvSpPr/>
                <p:nvPr/>
              </p:nvSpPr>
              <p:spPr>
                <a:xfrm>
                  <a:off x="5404165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" name="pg208">
                  <a:extLst>
                    <a:ext uri="{FF2B5EF4-FFF2-40B4-BE49-F238E27FC236}">
                      <a16:creationId xmlns:a16="http://schemas.microsoft.com/office/drawing/2014/main" id="{2CD9EC8B-2C97-481F-5B73-E49D40C381A1}"/>
                    </a:ext>
                  </a:extLst>
                </p:cNvPr>
                <p:cNvSpPr/>
                <p:nvPr/>
              </p:nvSpPr>
              <p:spPr>
                <a:xfrm>
                  <a:off x="5415803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" name="pg209">
                  <a:extLst>
                    <a:ext uri="{FF2B5EF4-FFF2-40B4-BE49-F238E27FC236}">
                      <a16:creationId xmlns:a16="http://schemas.microsoft.com/office/drawing/2014/main" id="{58FFCC37-4181-C089-9AF5-880A517B37C9}"/>
                    </a:ext>
                  </a:extLst>
                </p:cNvPr>
                <p:cNvSpPr/>
                <p:nvPr/>
              </p:nvSpPr>
              <p:spPr>
                <a:xfrm>
                  <a:off x="5427440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" name="pg210">
                  <a:extLst>
                    <a:ext uri="{FF2B5EF4-FFF2-40B4-BE49-F238E27FC236}">
                      <a16:creationId xmlns:a16="http://schemas.microsoft.com/office/drawing/2014/main" id="{D80411DC-46C0-BD9D-C9BD-03C3F309E2FE}"/>
                    </a:ext>
                  </a:extLst>
                </p:cNvPr>
                <p:cNvSpPr/>
                <p:nvPr/>
              </p:nvSpPr>
              <p:spPr>
                <a:xfrm>
                  <a:off x="5439077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19D">
                    <a:alpha val="100000"/>
                  </a:srgbClr>
                </a:solidFill>
                <a:ln w="5420" cap="flat">
                  <a:solidFill>
                    <a:srgbClr val="3A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" name="pg211">
                  <a:extLst>
                    <a:ext uri="{FF2B5EF4-FFF2-40B4-BE49-F238E27FC236}">
                      <a16:creationId xmlns:a16="http://schemas.microsoft.com/office/drawing/2014/main" id="{32875153-BE5D-215C-E2C1-EEC197F89A1F}"/>
                    </a:ext>
                  </a:extLst>
                </p:cNvPr>
                <p:cNvSpPr/>
                <p:nvPr/>
              </p:nvSpPr>
              <p:spPr>
                <a:xfrm>
                  <a:off x="5450715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" name="pg212">
                  <a:extLst>
                    <a:ext uri="{FF2B5EF4-FFF2-40B4-BE49-F238E27FC236}">
                      <a16:creationId xmlns:a16="http://schemas.microsoft.com/office/drawing/2014/main" id="{022E595F-0139-A94F-3224-A640F5AAE61B}"/>
                    </a:ext>
                  </a:extLst>
                </p:cNvPr>
                <p:cNvSpPr/>
                <p:nvPr/>
              </p:nvSpPr>
              <p:spPr>
                <a:xfrm>
                  <a:off x="6276965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C">
                    <a:alpha val="100000"/>
                  </a:srgbClr>
                </a:solidFill>
                <a:ln w="5420" cap="flat">
                  <a:solidFill>
                    <a:srgbClr val="3C467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" name="pg213">
                  <a:extLst>
                    <a:ext uri="{FF2B5EF4-FFF2-40B4-BE49-F238E27FC236}">
                      <a16:creationId xmlns:a16="http://schemas.microsoft.com/office/drawing/2014/main" id="{107FAC24-7E0A-A0E4-7AFD-D7F2DFC5232D}"/>
                    </a:ext>
                  </a:extLst>
                </p:cNvPr>
                <p:cNvSpPr/>
                <p:nvPr/>
              </p:nvSpPr>
              <p:spPr>
                <a:xfrm>
                  <a:off x="6288602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77C">
                    <a:alpha val="100000"/>
                  </a:srgbClr>
                </a:solidFill>
                <a:ln w="5420" cap="flat">
                  <a:solidFill>
                    <a:srgbClr val="3C477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" name="pg214">
                  <a:extLst>
                    <a:ext uri="{FF2B5EF4-FFF2-40B4-BE49-F238E27FC236}">
                      <a16:creationId xmlns:a16="http://schemas.microsoft.com/office/drawing/2014/main" id="{BC4D05BE-F76E-4BDA-54EA-0C078AFE1C6B}"/>
                    </a:ext>
                  </a:extLst>
                </p:cNvPr>
                <p:cNvSpPr/>
                <p:nvPr/>
              </p:nvSpPr>
              <p:spPr>
                <a:xfrm>
                  <a:off x="6300240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77C">
                    <a:alpha val="100000"/>
                  </a:srgbClr>
                </a:solidFill>
                <a:ln w="5420" cap="flat">
                  <a:solidFill>
                    <a:srgbClr val="3C477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" name="pg215">
                  <a:extLst>
                    <a:ext uri="{FF2B5EF4-FFF2-40B4-BE49-F238E27FC236}">
                      <a16:creationId xmlns:a16="http://schemas.microsoft.com/office/drawing/2014/main" id="{02FF1E73-427F-07EA-47CD-6D482BCA3EF5}"/>
                    </a:ext>
                  </a:extLst>
                </p:cNvPr>
                <p:cNvSpPr/>
                <p:nvPr/>
              </p:nvSpPr>
              <p:spPr>
                <a:xfrm>
                  <a:off x="6311877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77D">
                    <a:alpha val="100000"/>
                  </a:srgbClr>
                </a:solidFill>
                <a:ln w="5420" cap="flat">
                  <a:solidFill>
                    <a:srgbClr val="3C477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" name="pg216">
                  <a:extLst>
                    <a:ext uri="{FF2B5EF4-FFF2-40B4-BE49-F238E27FC236}">
                      <a16:creationId xmlns:a16="http://schemas.microsoft.com/office/drawing/2014/main" id="{E9FBDA4A-0212-27A5-B52E-182DA98D0C5D}"/>
                    </a:ext>
                  </a:extLst>
                </p:cNvPr>
                <p:cNvSpPr/>
                <p:nvPr/>
              </p:nvSpPr>
              <p:spPr>
                <a:xfrm>
                  <a:off x="6323514" y="27078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77D">
                    <a:alpha val="100000"/>
                  </a:srgbClr>
                </a:solidFill>
                <a:ln w="5420" cap="flat">
                  <a:solidFill>
                    <a:srgbClr val="3C477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" name="pg217">
                  <a:extLst>
                    <a:ext uri="{FF2B5EF4-FFF2-40B4-BE49-F238E27FC236}">
                      <a16:creationId xmlns:a16="http://schemas.microsoft.com/office/drawing/2014/main" id="{C00FAD9F-9778-6029-CAF5-618D0A31CA41}"/>
                    </a:ext>
                  </a:extLst>
                </p:cNvPr>
                <p:cNvSpPr/>
                <p:nvPr/>
              </p:nvSpPr>
              <p:spPr>
                <a:xfrm>
                  <a:off x="5299429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" name="pg218">
                  <a:extLst>
                    <a:ext uri="{FF2B5EF4-FFF2-40B4-BE49-F238E27FC236}">
                      <a16:creationId xmlns:a16="http://schemas.microsoft.com/office/drawing/2014/main" id="{814BB8A6-9213-A400-13B4-084354D32CFB}"/>
                    </a:ext>
                  </a:extLst>
                </p:cNvPr>
                <p:cNvSpPr/>
                <p:nvPr/>
              </p:nvSpPr>
              <p:spPr>
                <a:xfrm>
                  <a:off x="5311067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" name="pg219">
                  <a:extLst>
                    <a:ext uri="{FF2B5EF4-FFF2-40B4-BE49-F238E27FC236}">
                      <a16:creationId xmlns:a16="http://schemas.microsoft.com/office/drawing/2014/main" id="{B56B3F2D-4974-822A-7FB2-5382677EC697}"/>
                    </a:ext>
                  </a:extLst>
                </p:cNvPr>
                <p:cNvSpPr/>
                <p:nvPr/>
              </p:nvSpPr>
              <p:spPr>
                <a:xfrm>
                  <a:off x="5322704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" name="pg220">
                  <a:extLst>
                    <a:ext uri="{FF2B5EF4-FFF2-40B4-BE49-F238E27FC236}">
                      <a16:creationId xmlns:a16="http://schemas.microsoft.com/office/drawing/2014/main" id="{6A0AFA7E-94ED-5C6A-48D1-56EE8D65CD27}"/>
                    </a:ext>
                  </a:extLst>
                </p:cNvPr>
                <p:cNvSpPr/>
                <p:nvPr/>
              </p:nvSpPr>
              <p:spPr>
                <a:xfrm>
                  <a:off x="5334341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" name="pg221">
                  <a:extLst>
                    <a:ext uri="{FF2B5EF4-FFF2-40B4-BE49-F238E27FC236}">
                      <a16:creationId xmlns:a16="http://schemas.microsoft.com/office/drawing/2014/main" id="{B2865319-D6E0-8CDD-DFB4-207D4CE99EDA}"/>
                    </a:ext>
                  </a:extLst>
                </p:cNvPr>
                <p:cNvSpPr/>
                <p:nvPr/>
              </p:nvSpPr>
              <p:spPr>
                <a:xfrm>
                  <a:off x="5345979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" name="pg222">
                  <a:extLst>
                    <a:ext uri="{FF2B5EF4-FFF2-40B4-BE49-F238E27FC236}">
                      <a16:creationId xmlns:a16="http://schemas.microsoft.com/office/drawing/2014/main" id="{EDDDAEA6-083B-93B9-445B-D3174A6EA067}"/>
                    </a:ext>
                  </a:extLst>
                </p:cNvPr>
                <p:cNvSpPr/>
                <p:nvPr/>
              </p:nvSpPr>
              <p:spPr>
                <a:xfrm>
                  <a:off x="5357616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" name="pg223">
                  <a:extLst>
                    <a:ext uri="{FF2B5EF4-FFF2-40B4-BE49-F238E27FC236}">
                      <a16:creationId xmlns:a16="http://schemas.microsoft.com/office/drawing/2014/main" id="{E35F6397-A240-003F-E7C7-5855A66DB2B3}"/>
                    </a:ext>
                  </a:extLst>
                </p:cNvPr>
                <p:cNvSpPr/>
                <p:nvPr/>
              </p:nvSpPr>
              <p:spPr>
                <a:xfrm>
                  <a:off x="5369253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" name="pg224">
                  <a:extLst>
                    <a:ext uri="{FF2B5EF4-FFF2-40B4-BE49-F238E27FC236}">
                      <a16:creationId xmlns:a16="http://schemas.microsoft.com/office/drawing/2014/main" id="{6CC135E1-A4B2-5016-ECB5-9D9834CF1FC4}"/>
                    </a:ext>
                  </a:extLst>
                </p:cNvPr>
                <p:cNvSpPr/>
                <p:nvPr/>
              </p:nvSpPr>
              <p:spPr>
                <a:xfrm>
                  <a:off x="5380891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" name="pg225">
                  <a:extLst>
                    <a:ext uri="{FF2B5EF4-FFF2-40B4-BE49-F238E27FC236}">
                      <a16:creationId xmlns:a16="http://schemas.microsoft.com/office/drawing/2014/main" id="{049207E1-FBCB-390F-AD4F-44A7BA30DEBB}"/>
                    </a:ext>
                  </a:extLst>
                </p:cNvPr>
                <p:cNvSpPr/>
                <p:nvPr/>
              </p:nvSpPr>
              <p:spPr>
                <a:xfrm>
                  <a:off x="5392528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49E">
                    <a:alpha val="100000"/>
                  </a:srgbClr>
                </a:solidFill>
                <a:ln w="5420" cap="flat">
                  <a:solidFill>
                    <a:srgbClr val="3A64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" name="pg226">
                  <a:extLst>
                    <a:ext uri="{FF2B5EF4-FFF2-40B4-BE49-F238E27FC236}">
                      <a16:creationId xmlns:a16="http://schemas.microsoft.com/office/drawing/2014/main" id="{3B1B35CB-9E6C-B1DA-1279-C1B3813D0BCC}"/>
                    </a:ext>
                  </a:extLst>
                </p:cNvPr>
                <p:cNvSpPr/>
                <p:nvPr/>
              </p:nvSpPr>
              <p:spPr>
                <a:xfrm>
                  <a:off x="5404165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" name="pg227">
                  <a:extLst>
                    <a:ext uri="{FF2B5EF4-FFF2-40B4-BE49-F238E27FC236}">
                      <a16:creationId xmlns:a16="http://schemas.microsoft.com/office/drawing/2014/main" id="{39DA4049-FD7C-02B9-612F-5761F05D68EC}"/>
                    </a:ext>
                  </a:extLst>
                </p:cNvPr>
                <p:cNvSpPr/>
                <p:nvPr/>
              </p:nvSpPr>
              <p:spPr>
                <a:xfrm>
                  <a:off x="5415803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" name="pg228">
                  <a:extLst>
                    <a:ext uri="{FF2B5EF4-FFF2-40B4-BE49-F238E27FC236}">
                      <a16:creationId xmlns:a16="http://schemas.microsoft.com/office/drawing/2014/main" id="{775A892D-98F1-5272-DB59-E4C85CA36895}"/>
                    </a:ext>
                  </a:extLst>
                </p:cNvPr>
                <p:cNvSpPr/>
                <p:nvPr/>
              </p:nvSpPr>
              <p:spPr>
                <a:xfrm>
                  <a:off x="5427440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" name="pg229">
                  <a:extLst>
                    <a:ext uri="{FF2B5EF4-FFF2-40B4-BE49-F238E27FC236}">
                      <a16:creationId xmlns:a16="http://schemas.microsoft.com/office/drawing/2014/main" id="{8874A754-1282-5345-6C3C-1662FA4B8523}"/>
                    </a:ext>
                  </a:extLst>
                </p:cNvPr>
                <p:cNvSpPr/>
                <p:nvPr/>
              </p:nvSpPr>
              <p:spPr>
                <a:xfrm>
                  <a:off x="5439077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19D">
                    <a:alpha val="100000"/>
                  </a:srgbClr>
                </a:solidFill>
                <a:ln w="5420" cap="flat">
                  <a:solidFill>
                    <a:srgbClr val="3A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" name="pg230">
                  <a:extLst>
                    <a:ext uri="{FF2B5EF4-FFF2-40B4-BE49-F238E27FC236}">
                      <a16:creationId xmlns:a16="http://schemas.microsoft.com/office/drawing/2014/main" id="{FCE8E14B-4091-886A-FA2E-6620488C53F4}"/>
                    </a:ext>
                  </a:extLst>
                </p:cNvPr>
                <p:cNvSpPr/>
                <p:nvPr/>
              </p:nvSpPr>
              <p:spPr>
                <a:xfrm>
                  <a:off x="6183866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9">
                    <a:alpha val="100000"/>
                  </a:srgbClr>
                </a:solidFill>
                <a:ln w="5420" cap="flat">
                  <a:solidFill>
                    <a:srgbClr val="3C447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" name="pg231">
                  <a:extLst>
                    <a:ext uri="{FF2B5EF4-FFF2-40B4-BE49-F238E27FC236}">
                      <a16:creationId xmlns:a16="http://schemas.microsoft.com/office/drawing/2014/main" id="{DB7EE5D4-B7E0-7843-D0A7-67265A0077F7}"/>
                    </a:ext>
                  </a:extLst>
                </p:cNvPr>
                <p:cNvSpPr/>
                <p:nvPr/>
              </p:nvSpPr>
              <p:spPr>
                <a:xfrm>
                  <a:off x="6195504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9">
                    <a:alpha val="100000"/>
                  </a:srgbClr>
                </a:solidFill>
                <a:ln w="5420" cap="flat">
                  <a:solidFill>
                    <a:srgbClr val="3C447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" name="pg232">
                  <a:extLst>
                    <a:ext uri="{FF2B5EF4-FFF2-40B4-BE49-F238E27FC236}">
                      <a16:creationId xmlns:a16="http://schemas.microsoft.com/office/drawing/2014/main" id="{231F0835-2BBB-BD80-DC7B-DE0A12355F49}"/>
                    </a:ext>
                  </a:extLst>
                </p:cNvPr>
                <p:cNvSpPr/>
                <p:nvPr/>
              </p:nvSpPr>
              <p:spPr>
                <a:xfrm>
                  <a:off x="6207141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9">
                    <a:alpha val="100000"/>
                  </a:srgbClr>
                </a:solidFill>
                <a:ln w="5420" cap="flat">
                  <a:solidFill>
                    <a:srgbClr val="3C447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" name="pg233">
                  <a:extLst>
                    <a:ext uri="{FF2B5EF4-FFF2-40B4-BE49-F238E27FC236}">
                      <a16:creationId xmlns:a16="http://schemas.microsoft.com/office/drawing/2014/main" id="{27E78759-5414-7C69-BF6E-95E06255A3D0}"/>
                    </a:ext>
                  </a:extLst>
                </p:cNvPr>
                <p:cNvSpPr/>
                <p:nvPr/>
              </p:nvSpPr>
              <p:spPr>
                <a:xfrm>
                  <a:off x="6218778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9">
                    <a:alpha val="100000"/>
                  </a:srgbClr>
                </a:solidFill>
                <a:ln w="5420" cap="flat">
                  <a:solidFill>
                    <a:srgbClr val="3C447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" name="pg234">
                  <a:extLst>
                    <a:ext uri="{FF2B5EF4-FFF2-40B4-BE49-F238E27FC236}">
                      <a16:creationId xmlns:a16="http://schemas.microsoft.com/office/drawing/2014/main" id="{B71632AB-3B36-8828-D6F5-7492597C24AF}"/>
                    </a:ext>
                  </a:extLst>
                </p:cNvPr>
                <p:cNvSpPr/>
                <p:nvPr/>
              </p:nvSpPr>
              <p:spPr>
                <a:xfrm>
                  <a:off x="6253690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9">
                    <a:alpha val="100000"/>
                  </a:srgbClr>
                </a:solidFill>
                <a:ln w="5420" cap="flat">
                  <a:solidFill>
                    <a:srgbClr val="3C447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" name="pg235">
                  <a:extLst>
                    <a:ext uri="{FF2B5EF4-FFF2-40B4-BE49-F238E27FC236}">
                      <a16:creationId xmlns:a16="http://schemas.microsoft.com/office/drawing/2014/main" id="{B63851C7-8AF6-DC5D-877D-6DD20B78726D}"/>
                    </a:ext>
                  </a:extLst>
                </p:cNvPr>
                <p:cNvSpPr/>
                <p:nvPr/>
              </p:nvSpPr>
              <p:spPr>
                <a:xfrm>
                  <a:off x="6265328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57A">
                    <a:alpha val="100000"/>
                  </a:srgbClr>
                </a:solidFill>
                <a:ln w="5420" cap="flat">
                  <a:solidFill>
                    <a:srgbClr val="3C457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" name="pg236">
                  <a:extLst>
                    <a:ext uri="{FF2B5EF4-FFF2-40B4-BE49-F238E27FC236}">
                      <a16:creationId xmlns:a16="http://schemas.microsoft.com/office/drawing/2014/main" id="{EBEE7DE9-E26B-4F1F-DC8D-CC927C13132B}"/>
                    </a:ext>
                  </a:extLst>
                </p:cNvPr>
                <p:cNvSpPr/>
                <p:nvPr/>
              </p:nvSpPr>
              <p:spPr>
                <a:xfrm>
                  <a:off x="6276965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57A">
                    <a:alpha val="100000"/>
                  </a:srgbClr>
                </a:solidFill>
                <a:ln w="5420" cap="flat">
                  <a:solidFill>
                    <a:srgbClr val="3C457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" name="pg237">
                  <a:extLst>
                    <a:ext uri="{FF2B5EF4-FFF2-40B4-BE49-F238E27FC236}">
                      <a16:creationId xmlns:a16="http://schemas.microsoft.com/office/drawing/2014/main" id="{CFA4A90C-A034-3052-E019-453DDC1F0738}"/>
                    </a:ext>
                  </a:extLst>
                </p:cNvPr>
                <p:cNvSpPr/>
                <p:nvPr/>
              </p:nvSpPr>
              <p:spPr>
                <a:xfrm>
                  <a:off x="6288602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57A">
                    <a:alpha val="100000"/>
                  </a:srgbClr>
                </a:solidFill>
                <a:ln w="5420" cap="flat">
                  <a:solidFill>
                    <a:srgbClr val="3C457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" name="pg238">
                  <a:extLst>
                    <a:ext uri="{FF2B5EF4-FFF2-40B4-BE49-F238E27FC236}">
                      <a16:creationId xmlns:a16="http://schemas.microsoft.com/office/drawing/2014/main" id="{CE5F615C-6CBC-26A7-E572-66A744B0421C}"/>
                    </a:ext>
                  </a:extLst>
                </p:cNvPr>
                <p:cNvSpPr/>
                <p:nvPr/>
              </p:nvSpPr>
              <p:spPr>
                <a:xfrm>
                  <a:off x="6300240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B">
                    <a:alpha val="100000"/>
                  </a:srgbClr>
                </a:solidFill>
                <a:ln w="5420" cap="flat">
                  <a:solidFill>
                    <a:srgbClr val="3C467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" name="pg239">
                  <a:extLst>
                    <a:ext uri="{FF2B5EF4-FFF2-40B4-BE49-F238E27FC236}">
                      <a16:creationId xmlns:a16="http://schemas.microsoft.com/office/drawing/2014/main" id="{2F5B50B7-9658-FEED-BB02-9E0ACC2661B8}"/>
                    </a:ext>
                  </a:extLst>
                </p:cNvPr>
                <p:cNvSpPr/>
                <p:nvPr/>
              </p:nvSpPr>
              <p:spPr>
                <a:xfrm>
                  <a:off x="6311877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B">
                    <a:alpha val="100000"/>
                  </a:srgbClr>
                </a:solidFill>
                <a:ln w="5420" cap="flat">
                  <a:solidFill>
                    <a:srgbClr val="3C467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" name="pg240">
                  <a:extLst>
                    <a:ext uri="{FF2B5EF4-FFF2-40B4-BE49-F238E27FC236}">
                      <a16:creationId xmlns:a16="http://schemas.microsoft.com/office/drawing/2014/main" id="{E8612F91-9936-F7A2-9453-0406BAC02119}"/>
                    </a:ext>
                  </a:extLst>
                </p:cNvPr>
                <p:cNvSpPr/>
                <p:nvPr/>
              </p:nvSpPr>
              <p:spPr>
                <a:xfrm>
                  <a:off x="6323514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C">
                    <a:alpha val="100000"/>
                  </a:srgbClr>
                </a:solidFill>
                <a:ln w="5420" cap="flat">
                  <a:solidFill>
                    <a:srgbClr val="3C467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" name="pg241">
                  <a:extLst>
                    <a:ext uri="{FF2B5EF4-FFF2-40B4-BE49-F238E27FC236}">
                      <a16:creationId xmlns:a16="http://schemas.microsoft.com/office/drawing/2014/main" id="{CC90356C-3B0E-EF5A-CEAC-51CC21215AE9}"/>
                    </a:ext>
                  </a:extLst>
                </p:cNvPr>
                <p:cNvSpPr/>
                <p:nvPr/>
              </p:nvSpPr>
              <p:spPr>
                <a:xfrm>
                  <a:off x="6335152" y="27221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77C">
                    <a:alpha val="100000"/>
                  </a:srgbClr>
                </a:solidFill>
                <a:ln w="5420" cap="flat">
                  <a:solidFill>
                    <a:srgbClr val="3C477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" name="pg242">
                  <a:extLst>
                    <a:ext uri="{FF2B5EF4-FFF2-40B4-BE49-F238E27FC236}">
                      <a16:creationId xmlns:a16="http://schemas.microsoft.com/office/drawing/2014/main" id="{CEB66268-1B1E-CC00-C746-61A859A1BB43}"/>
                    </a:ext>
                  </a:extLst>
                </p:cNvPr>
                <p:cNvSpPr/>
                <p:nvPr/>
              </p:nvSpPr>
              <p:spPr>
                <a:xfrm>
                  <a:off x="5299429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" name="pg243">
                  <a:extLst>
                    <a:ext uri="{FF2B5EF4-FFF2-40B4-BE49-F238E27FC236}">
                      <a16:creationId xmlns:a16="http://schemas.microsoft.com/office/drawing/2014/main" id="{578AAEB6-2619-8AF9-4B75-4A236B883857}"/>
                    </a:ext>
                  </a:extLst>
                </p:cNvPr>
                <p:cNvSpPr/>
                <p:nvPr/>
              </p:nvSpPr>
              <p:spPr>
                <a:xfrm>
                  <a:off x="5311067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" name="pg244">
                  <a:extLst>
                    <a:ext uri="{FF2B5EF4-FFF2-40B4-BE49-F238E27FC236}">
                      <a16:creationId xmlns:a16="http://schemas.microsoft.com/office/drawing/2014/main" id="{BBC17477-F888-34A1-4318-1DD56FB44703}"/>
                    </a:ext>
                  </a:extLst>
                </p:cNvPr>
                <p:cNvSpPr/>
                <p:nvPr/>
              </p:nvSpPr>
              <p:spPr>
                <a:xfrm>
                  <a:off x="5322704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" name="pg245">
                  <a:extLst>
                    <a:ext uri="{FF2B5EF4-FFF2-40B4-BE49-F238E27FC236}">
                      <a16:creationId xmlns:a16="http://schemas.microsoft.com/office/drawing/2014/main" id="{EFE91154-4CC8-A489-F66F-35E58037CE5D}"/>
                    </a:ext>
                  </a:extLst>
                </p:cNvPr>
                <p:cNvSpPr/>
                <p:nvPr/>
              </p:nvSpPr>
              <p:spPr>
                <a:xfrm>
                  <a:off x="5334341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" name="pg246">
                  <a:extLst>
                    <a:ext uri="{FF2B5EF4-FFF2-40B4-BE49-F238E27FC236}">
                      <a16:creationId xmlns:a16="http://schemas.microsoft.com/office/drawing/2014/main" id="{DEFC590A-6C3A-3477-47F2-804AED43AD0C}"/>
                    </a:ext>
                  </a:extLst>
                </p:cNvPr>
                <p:cNvSpPr/>
                <p:nvPr/>
              </p:nvSpPr>
              <p:spPr>
                <a:xfrm>
                  <a:off x="5345979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" name="pg247">
                  <a:extLst>
                    <a:ext uri="{FF2B5EF4-FFF2-40B4-BE49-F238E27FC236}">
                      <a16:creationId xmlns:a16="http://schemas.microsoft.com/office/drawing/2014/main" id="{E853BDE1-947A-F0F4-3C54-CAE4B0F096B9}"/>
                    </a:ext>
                  </a:extLst>
                </p:cNvPr>
                <p:cNvSpPr/>
                <p:nvPr/>
              </p:nvSpPr>
              <p:spPr>
                <a:xfrm>
                  <a:off x="5357616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" name="pg248">
                  <a:extLst>
                    <a:ext uri="{FF2B5EF4-FFF2-40B4-BE49-F238E27FC236}">
                      <a16:creationId xmlns:a16="http://schemas.microsoft.com/office/drawing/2014/main" id="{694F51A8-F670-68AB-8BA4-C435B7951840}"/>
                    </a:ext>
                  </a:extLst>
                </p:cNvPr>
                <p:cNvSpPr/>
                <p:nvPr/>
              </p:nvSpPr>
              <p:spPr>
                <a:xfrm>
                  <a:off x="5369253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" name="pg249">
                  <a:extLst>
                    <a:ext uri="{FF2B5EF4-FFF2-40B4-BE49-F238E27FC236}">
                      <a16:creationId xmlns:a16="http://schemas.microsoft.com/office/drawing/2014/main" id="{FBF0EE3D-3075-7D95-9EFD-603BDCE7D556}"/>
                    </a:ext>
                  </a:extLst>
                </p:cNvPr>
                <p:cNvSpPr/>
                <p:nvPr/>
              </p:nvSpPr>
              <p:spPr>
                <a:xfrm>
                  <a:off x="5380891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" name="pg250">
                  <a:extLst>
                    <a:ext uri="{FF2B5EF4-FFF2-40B4-BE49-F238E27FC236}">
                      <a16:creationId xmlns:a16="http://schemas.microsoft.com/office/drawing/2014/main" id="{58E8B933-780A-8AD1-F18A-9F5C4EB1BB20}"/>
                    </a:ext>
                  </a:extLst>
                </p:cNvPr>
                <p:cNvSpPr/>
                <p:nvPr/>
              </p:nvSpPr>
              <p:spPr>
                <a:xfrm>
                  <a:off x="5392528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49E">
                    <a:alpha val="100000"/>
                  </a:srgbClr>
                </a:solidFill>
                <a:ln w="5420" cap="flat">
                  <a:solidFill>
                    <a:srgbClr val="3A64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" name="pg251">
                  <a:extLst>
                    <a:ext uri="{FF2B5EF4-FFF2-40B4-BE49-F238E27FC236}">
                      <a16:creationId xmlns:a16="http://schemas.microsoft.com/office/drawing/2014/main" id="{873ACB04-A2B8-BC84-6EF9-8D55D0E34303}"/>
                    </a:ext>
                  </a:extLst>
                </p:cNvPr>
                <p:cNvSpPr/>
                <p:nvPr/>
              </p:nvSpPr>
              <p:spPr>
                <a:xfrm>
                  <a:off x="5404165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" name="pg252">
                  <a:extLst>
                    <a:ext uri="{FF2B5EF4-FFF2-40B4-BE49-F238E27FC236}">
                      <a16:creationId xmlns:a16="http://schemas.microsoft.com/office/drawing/2014/main" id="{68BA6980-5B82-5D3C-203D-AE6FC779BD16}"/>
                    </a:ext>
                  </a:extLst>
                </p:cNvPr>
                <p:cNvSpPr/>
                <p:nvPr/>
              </p:nvSpPr>
              <p:spPr>
                <a:xfrm>
                  <a:off x="5415803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" name="pg253">
                  <a:extLst>
                    <a:ext uri="{FF2B5EF4-FFF2-40B4-BE49-F238E27FC236}">
                      <a16:creationId xmlns:a16="http://schemas.microsoft.com/office/drawing/2014/main" id="{90F1DEF1-E941-8057-0808-0791B9A09BF4}"/>
                    </a:ext>
                  </a:extLst>
                </p:cNvPr>
                <p:cNvSpPr/>
                <p:nvPr/>
              </p:nvSpPr>
              <p:spPr>
                <a:xfrm>
                  <a:off x="5427440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" name="pg254">
                  <a:extLst>
                    <a:ext uri="{FF2B5EF4-FFF2-40B4-BE49-F238E27FC236}">
                      <a16:creationId xmlns:a16="http://schemas.microsoft.com/office/drawing/2014/main" id="{14F152AC-2147-76A5-DEBB-2B55F97FD1FE}"/>
                    </a:ext>
                  </a:extLst>
                </p:cNvPr>
                <p:cNvSpPr/>
                <p:nvPr/>
              </p:nvSpPr>
              <p:spPr>
                <a:xfrm>
                  <a:off x="6172229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" name="pg255">
                  <a:extLst>
                    <a:ext uri="{FF2B5EF4-FFF2-40B4-BE49-F238E27FC236}">
                      <a16:creationId xmlns:a16="http://schemas.microsoft.com/office/drawing/2014/main" id="{567564D2-C84C-BBDB-D8FF-623FBF53E675}"/>
                    </a:ext>
                  </a:extLst>
                </p:cNvPr>
                <p:cNvSpPr/>
                <p:nvPr/>
              </p:nvSpPr>
              <p:spPr>
                <a:xfrm>
                  <a:off x="6183866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" name="pg256">
                  <a:extLst>
                    <a:ext uri="{FF2B5EF4-FFF2-40B4-BE49-F238E27FC236}">
                      <a16:creationId xmlns:a16="http://schemas.microsoft.com/office/drawing/2014/main" id="{26D6DC53-E3AF-9057-4670-0A7B52DF367F}"/>
                    </a:ext>
                  </a:extLst>
                </p:cNvPr>
                <p:cNvSpPr/>
                <p:nvPr/>
              </p:nvSpPr>
              <p:spPr>
                <a:xfrm>
                  <a:off x="6195504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" name="pg257">
                  <a:extLst>
                    <a:ext uri="{FF2B5EF4-FFF2-40B4-BE49-F238E27FC236}">
                      <a16:creationId xmlns:a16="http://schemas.microsoft.com/office/drawing/2014/main" id="{53FE3D8B-8ED9-A34B-1DB4-730692143FEC}"/>
                    </a:ext>
                  </a:extLst>
                </p:cNvPr>
                <p:cNvSpPr/>
                <p:nvPr/>
              </p:nvSpPr>
              <p:spPr>
                <a:xfrm>
                  <a:off x="6207141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" name="pg258">
                  <a:extLst>
                    <a:ext uri="{FF2B5EF4-FFF2-40B4-BE49-F238E27FC236}">
                      <a16:creationId xmlns:a16="http://schemas.microsoft.com/office/drawing/2014/main" id="{F738EAF6-FD2B-704E-77CC-F52E61F38637}"/>
                    </a:ext>
                  </a:extLst>
                </p:cNvPr>
                <p:cNvSpPr/>
                <p:nvPr/>
              </p:nvSpPr>
              <p:spPr>
                <a:xfrm>
                  <a:off x="6218778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" name="pg259">
                  <a:extLst>
                    <a:ext uri="{FF2B5EF4-FFF2-40B4-BE49-F238E27FC236}">
                      <a16:creationId xmlns:a16="http://schemas.microsoft.com/office/drawing/2014/main" id="{1C2FAFA1-2AA7-6DFE-D61B-03B377A8FC6E}"/>
                    </a:ext>
                  </a:extLst>
                </p:cNvPr>
                <p:cNvSpPr/>
                <p:nvPr/>
              </p:nvSpPr>
              <p:spPr>
                <a:xfrm>
                  <a:off x="6230416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" name="pg260">
                  <a:extLst>
                    <a:ext uri="{FF2B5EF4-FFF2-40B4-BE49-F238E27FC236}">
                      <a16:creationId xmlns:a16="http://schemas.microsoft.com/office/drawing/2014/main" id="{352E637D-613C-5CC5-C961-3427F7CB6675}"/>
                    </a:ext>
                  </a:extLst>
                </p:cNvPr>
                <p:cNvSpPr/>
                <p:nvPr/>
              </p:nvSpPr>
              <p:spPr>
                <a:xfrm>
                  <a:off x="6242053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" name="pg261">
                  <a:extLst>
                    <a:ext uri="{FF2B5EF4-FFF2-40B4-BE49-F238E27FC236}">
                      <a16:creationId xmlns:a16="http://schemas.microsoft.com/office/drawing/2014/main" id="{5776FC9F-D9A7-89A6-07A8-D012B401F9DE}"/>
                    </a:ext>
                  </a:extLst>
                </p:cNvPr>
                <p:cNvSpPr/>
                <p:nvPr/>
              </p:nvSpPr>
              <p:spPr>
                <a:xfrm>
                  <a:off x="6253690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8">
                    <a:alpha val="100000"/>
                  </a:srgbClr>
                </a:solidFill>
                <a:ln w="5420" cap="flat">
                  <a:solidFill>
                    <a:srgbClr val="3C437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" name="pg262">
                  <a:extLst>
                    <a:ext uri="{FF2B5EF4-FFF2-40B4-BE49-F238E27FC236}">
                      <a16:creationId xmlns:a16="http://schemas.microsoft.com/office/drawing/2014/main" id="{DDBF6B3F-8676-7229-652A-BC97A0114E69}"/>
                    </a:ext>
                  </a:extLst>
                </p:cNvPr>
                <p:cNvSpPr/>
                <p:nvPr/>
              </p:nvSpPr>
              <p:spPr>
                <a:xfrm>
                  <a:off x="6265328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8">
                    <a:alpha val="100000"/>
                  </a:srgbClr>
                </a:solidFill>
                <a:ln w="5420" cap="flat">
                  <a:solidFill>
                    <a:srgbClr val="3C447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" name="pg263">
                  <a:extLst>
                    <a:ext uri="{FF2B5EF4-FFF2-40B4-BE49-F238E27FC236}">
                      <a16:creationId xmlns:a16="http://schemas.microsoft.com/office/drawing/2014/main" id="{3C498B41-0390-6073-A53B-A5D055FEB6C0}"/>
                    </a:ext>
                  </a:extLst>
                </p:cNvPr>
                <p:cNvSpPr/>
                <p:nvPr/>
              </p:nvSpPr>
              <p:spPr>
                <a:xfrm>
                  <a:off x="6276965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8">
                    <a:alpha val="100000"/>
                  </a:srgbClr>
                </a:solidFill>
                <a:ln w="5420" cap="flat">
                  <a:solidFill>
                    <a:srgbClr val="3C447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" name="pg264">
                  <a:extLst>
                    <a:ext uri="{FF2B5EF4-FFF2-40B4-BE49-F238E27FC236}">
                      <a16:creationId xmlns:a16="http://schemas.microsoft.com/office/drawing/2014/main" id="{23A045F7-B58C-D002-97AF-7E03AA808AED}"/>
                    </a:ext>
                  </a:extLst>
                </p:cNvPr>
                <p:cNvSpPr/>
                <p:nvPr/>
              </p:nvSpPr>
              <p:spPr>
                <a:xfrm>
                  <a:off x="6288602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9">
                    <a:alpha val="100000"/>
                  </a:srgbClr>
                </a:solidFill>
                <a:ln w="5420" cap="flat">
                  <a:solidFill>
                    <a:srgbClr val="3C447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" name="pg265">
                  <a:extLst>
                    <a:ext uri="{FF2B5EF4-FFF2-40B4-BE49-F238E27FC236}">
                      <a16:creationId xmlns:a16="http://schemas.microsoft.com/office/drawing/2014/main" id="{119065A3-7D45-D2DB-7E31-4BD8E342396E}"/>
                    </a:ext>
                  </a:extLst>
                </p:cNvPr>
                <p:cNvSpPr/>
                <p:nvPr/>
              </p:nvSpPr>
              <p:spPr>
                <a:xfrm>
                  <a:off x="6300240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579">
                    <a:alpha val="100000"/>
                  </a:srgbClr>
                </a:solidFill>
                <a:ln w="5420" cap="flat">
                  <a:solidFill>
                    <a:srgbClr val="3C457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" name="pg266">
                  <a:extLst>
                    <a:ext uri="{FF2B5EF4-FFF2-40B4-BE49-F238E27FC236}">
                      <a16:creationId xmlns:a16="http://schemas.microsoft.com/office/drawing/2014/main" id="{A605956B-BA48-7986-1B38-766904193D89}"/>
                    </a:ext>
                  </a:extLst>
                </p:cNvPr>
                <p:cNvSpPr/>
                <p:nvPr/>
              </p:nvSpPr>
              <p:spPr>
                <a:xfrm>
                  <a:off x="6311877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57A">
                    <a:alpha val="100000"/>
                  </a:srgbClr>
                </a:solidFill>
                <a:ln w="5420" cap="flat">
                  <a:solidFill>
                    <a:srgbClr val="3C457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" name="pg267">
                  <a:extLst>
                    <a:ext uri="{FF2B5EF4-FFF2-40B4-BE49-F238E27FC236}">
                      <a16:creationId xmlns:a16="http://schemas.microsoft.com/office/drawing/2014/main" id="{E1EA9C70-A798-338C-3A66-7899BFA55EDC}"/>
                    </a:ext>
                  </a:extLst>
                </p:cNvPr>
                <p:cNvSpPr/>
                <p:nvPr/>
              </p:nvSpPr>
              <p:spPr>
                <a:xfrm>
                  <a:off x="6323514" y="27364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57A">
                    <a:alpha val="100000"/>
                  </a:srgbClr>
                </a:solidFill>
                <a:ln w="5420" cap="flat">
                  <a:solidFill>
                    <a:srgbClr val="3C457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" name="pg268">
                  <a:extLst>
                    <a:ext uri="{FF2B5EF4-FFF2-40B4-BE49-F238E27FC236}">
                      <a16:creationId xmlns:a16="http://schemas.microsoft.com/office/drawing/2014/main" id="{A772596F-EBDC-B869-EDE7-E14F9FEFBB62}"/>
                    </a:ext>
                  </a:extLst>
                </p:cNvPr>
                <p:cNvSpPr/>
                <p:nvPr/>
              </p:nvSpPr>
              <p:spPr>
                <a:xfrm>
                  <a:off x="5299429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" name="pg269">
                  <a:extLst>
                    <a:ext uri="{FF2B5EF4-FFF2-40B4-BE49-F238E27FC236}">
                      <a16:creationId xmlns:a16="http://schemas.microsoft.com/office/drawing/2014/main" id="{D3461696-C949-6AD1-9BF2-6AA8D13DFBC4}"/>
                    </a:ext>
                  </a:extLst>
                </p:cNvPr>
                <p:cNvSpPr/>
                <p:nvPr/>
              </p:nvSpPr>
              <p:spPr>
                <a:xfrm>
                  <a:off x="5311067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" name="pg270">
                  <a:extLst>
                    <a:ext uri="{FF2B5EF4-FFF2-40B4-BE49-F238E27FC236}">
                      <a16:creationId xmlns:a16="http://schemas.microsoft.com/office/drawing/2014/main" id="{21C5DEE0-6CF3-A99A-5B3C-A833105B088B}"/>
                    </a:ext>
                  </a:extLst>
                </p:cNvPr>
                <p:cNvSpPr/>
                <p:nvPr/>
              </p:nvSpPr>
              <p:spPr>
                <a:xfrm>
                  <a:off x="5322704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" name="pg271">
                  <a:extLst>
                    <a:ext uri="{FF2B5EF4-FFF2-40B4-BE49-F238E27FC236}">
                      <a16:creationId xmlns:a16="http://schemas.microsoft.com/office/drawing/2014/main" id="{B4B224FC-E5F3-FF7E-3096-BE5E9F1EF670}"/>
                    </a:ext>
                  </a:extLst>
                </p:cNvPr>
                <p:cNvSpPr/>
                <p:nvPr/>
              </p:nvSpPr>
              <p:spPr>
                <a:xfrm>
                  <a:off x="5334341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" name="pg272">
                  <a:extLst>
                    <a:ext uri="{FF2B5EF4-FFF2-40B4-BE49-F238E27FC236}">
                      <a16:creationId xmlns:a16="http://schemas.microsoft.com/office/drawing/2014/main" id="{CC45ED37-E12B-562B-34E7-D61FE20702CA}"/>
                    </a:ext>
                  </a:extLst>
                </p:cNvPr>
                <p:cNvSpPr/>
                <p:nvPr/>
              </p:nvSpPr>
              <p:spPr>
                <a:xfrm>
                  <a:off x="5345979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" name="pg273">
                  <a:extLst>
                    <a:ext uri="{FF2B5EF4-FFF2-40B4-BE49-F238E27FC236}">
                      <a16:creationId xmlns:a16="http://schemas.microsoft.com/office/drawing/2014/main" id="{02091D2B-6C28-6330-D963-8B1143F3CAED}"/>
                    </a:ext>
                  </a:extLst>
                </p:cNvPr>
                <p:cNvSpPr/>
                <p:nvPr/>
              </p:nvSpPr>
              <p:spPr>
                <a:xfrm>
                  <a:off x="5357616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" name="pg274">
                  <a:extLst>
                    <a:ext uri="{FF2B5EF4-FFF2-40B4-BE49-F238E27FC236}">
                      <a16:creationId xmlns:a16="http://schemas.microsoft.com/office/drawing/2014/main" id="{D68B74B3-24F5-27EB-0683-4D383CB7E284}"/>
                    </a:ext>
                  </a:extLst>
                </p:cNvPr>
                <p:cNvSpPr/>
                <p:nvPr/>
              </p:nvSpPr>
              <p:spPr>
                <a:xfrm>
                  <a:off x="5369253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" name="pg275">
                  <a:extLst>
                    <a:ext uri="{FF2B5EF4-FFF2-40B4-BE49-F238E27FC236}">
                      <a16:creationId xmlns:a16="http://schemas.microsoft.com/office/drawing/2014/main" id="{954244A3-C3D6-A6C4-F5CC-F55C240055F9}"/>
                    </a:ext>
                  </a:extLst>
                </p:cNvPr>
                <p:cNvSpPr/>
                <p:nvPr/>
              </p:nvSpPr>
              <p:spPr>
                <a:xfrm>
                  <a:off x="5380891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" name="pg276">
                  <a:extLst>
                    <a:ext uri="{FF2B5EF4-FFF2-40B4-BE49-F238E27FC236}">
                      <a16:creationId xmlns:a16="http://schemas.microsoft.com/office/drawing/2014/main" id="{DCCFC6CF-1CE6-8479-E42C-E252FDBF384B}"/>
                    </a:ext>
                  </a:extLst>
                </p:cNvPr>
                <p:cNvSpPr/>
                <p:nvPr/>
              </p:nvSpPr>
              <p:spPr>
                <a:xfrm>
                  <a:off x="5392528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49E">
                    <a:alpha val="100000"/>
                  </a:srgbClr>
                </a:solidFill>
                <a:ln w="5420" cap="flat">
                  <a:solidFill>
                    <a:srgbClr val="3A64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" name="pg277">
                  <a:extLst>
                    <a:ext uri="{FF2B5EF4-FFF2-40B4-BE49-F238E27FC236}">
                      <a16:creationId xmlns:a16="http://schemas.microsoft.com/office/drawing/2014/main" id="{3634F3CD-C672-D343-867C-59B6FC7A1A36}"/>
                    </a:ext>
                  </a:extLst>
                </p:cNvPr>
                <p:cNvSpPr/>
                <p:nvPr/>
              </p:nvSpPr>
              <p:spPr>
                <a:xfrm>
                  <a:off x="5404165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" name="pg278">
                  <a:extLst>
                    <a:ext uri="{FF2B5EF4-FFF2-40B4-BE49-F238E27FC236}">
                      <a16:creationId xmlns:a16="http://schemas.microsoft.com/office/drawing/2014/main" id="{6D0E9DE7-C274-EB5D-C8EB-06758B3F09EE}"/>
                    </a:ext>
                  </a:extLst>
                </p:cNvPr>
                <p:cNvSpPr/>
                <p:nvPr/>
              </p:nvSpPr>
              <p:spPr>
                <a:xfrm>
                  <a:off x="5415803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" name="pg279">
                  <a:extLst>
                    <a:ext uri="{FF2B5EF4-FFF2-40B4-BE49-F238E27FC236}">
                      <a16:creationId xmlns:a16="http://schemas.microsoft.com/office/drawing/2014/main" id="{CA75CFE2-32A1-1993-408C-BA8F6BCACD9B}"/>
                    </a:ext>
                  </a:extLst>
                </p:cNvPr>
                <p:cNvSpPr/>
                <p:nvPr/>
              </p:nvSpPr>
              <p:spPr>
                <a:xfrm>
                  <a:off x="5427440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" name="pg280">
                  <a:extLst>
                    <a:ext uri="{FF2B5EF4-FFF2-40B4-BE49-F238E27FC236}">
                      <a16:creationId xmlns:a16="http://schemas.microsoft.com/office/drawing/2014/main" id="{E2628ACC-146A-4838-9C57-C15BFF20EEB0}"/>
                    </a:ext>
                  </a:extLst>
                </p:cNvPr>
                <p:cNvSpPr/>
                <p:nvPr/>
              </p:nvSpPr>
              <p:spPr>
                <a:xfrm>
                  <a:off x="6079130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" name="pg281">
                  <a:extLst>
                    <a:ext uri="{FF2B5EF4-FFF2-40B4-BE49-F238E27FC236}">
                      <a16:creationId xmlns:a16="http://schemas.microsoft.com/office/drawing/2014/main" id="{E10A47F9-C160-B818-E722-5F288832D09B}"/>
                    </a:ext>
                  </a:extLst>
                </p:cNvPr>
                <p:cNvSpPr/>
                <p:nvPr/>
              </p:nvSpPr>
              <p:spPr>
                <a:xfrm>
                  <a:off x="6090768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" name="pg282">
                  <a:extLst>
                    <a:ext uri="{FF2B5EF4-FFF2-40B4-BE49-F238E27FC236}">
                      <a16:creationId xmlns:a16="http://schemas.microsoft.com/office/drawing/2014/main" id="{D06AFBEE-399C-9A1B-D09C-F342EA7C3345}"/>
                    </a:ext>
                  </a:extLst>
                </p:cNvPr>
                <p:cNvSpPr/>
                <p:nvPr/>
              </p:nvSpPr>
              <p:spPr>
                <a:xfrm>
                  <a:off x="6102405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" name="pg283">
                  <a:extLst>
                    <a:ext uri="{FF2B5EF4-FFF2-40B4-BE49-F238E27FC236}">
                      <a16:creationId xmlns:a16="http://schemas.microsoft.com/office/drawing/2014/main" id="{65D30C3E-CE0A-AF42-A289-5D6C94747CB4}"/>
                    </a:ext>
                  </a:extLst>
                </p:cNvPr>
                <p:cNvSpPr/>
                <p:nvPr/>
              </p:nvSpPr>
              <p:spPr>
                <a:xfrm>
                  <a:off x="6114042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6">
                    <a:alpha val="100000"/>
                  </a:srgbClr>
                </a:solidFill>
                <a:ln w="5420" cap="flat">
                  <a:solidFill>
                    <a:srgbClr val="3C43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" name="pg284">
                  <a:extLst>
                    <a:ext uri="{FF2B5EF4-FFF2-40B4-BE49-F238E27FC236}">
                      <a16:creationId xmlns:a16="http://schemas.microsoft.com/office/drawing/2014/main" id="{2A19C719-77B2-D72F-8B27-2714BF011AE3}"/>
                    </a:ext>
                  </a:extLst>
                </p:cNvPr>
                <p:cNvSpPr/>
                <p:nvPr/>
              </p:nvSpPr>
              <p:spPr>
                <a:xfrm>
                  <a:off x="6148954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" name="pg285">
                  <a:extLst>
                    <a:ext uri="{FF2B5EF4-FFF2-40B4-BE49-F238E27FC236}">
                      <a16:creationId xmlns:a16="http://schemas.microsoft.com/office/drawing/2014/main" id="{E53F05F4-9E00-D1D6-1576-77D038870B13}"/>
                    </a:ext>
                  </a:extLst>
                </p:cNvPr>
                <p:cNvSpPr/>
                <p:nvPr/>
              </p:nvSpPr>
              <p:spPr>
                <a:xfrm>
                  <a:off x="6160592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" name="pg286">
                  <a:extLst>
                    <a:ext uri="{FF2B5EF4-FFF2-40B4-BE49-F238E27FC236}">
                      <a16:creationId xmlns:a16="http://schemas.microsoft.com/office/drawing/2014/main" id="{19908BE9-1AF1-2589-A7CE-9DEED2BEDA5E}"/>
                    </a:ext>
                  </a:extLst>
                </p:cNvPr>
                <p:cNvSpPr/>
                <p:nvPr/>
              </p:nvSpPr>
              <p:spPr>
                <a:xfrm>
                  <a:off x="6172229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" name="pg287">
                  <a:extLst>
                    <a:ext uri="{FF2B5EF4-FFF2-40B4-BE49-F238E27FC236}">
                      <a16:creationId xmlns:a16="http://schemas.microsoft.com/office/drawing/2014/main" id="{5D25C84C-0576-A1AF-3C41-9A0297A3563A}"/>
                    </a:ext>
                  </a:extLst>
                </p:cNvPr>
                <p:cNvSpPr/>
                <p:nvPr/>
              </p:nvSpPr>
              <p:spPr>
                <a:xfrm>
                  <a:off x="6183866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" name="pg288">
                  <a:extLst>
                    <a:ext uri="{FF2B5EF4-FFF2-40B4-BE49-F238E27FC236}">
                      <a16:creationId xmlns:a16="http://schemas.microsoft.com/office/drawing/2014/main" id="{86BE1506-846F-30D8-9D5F-F0608B524A68}"/>
                    </a:ext>
                  </a:extLst>
                </p:cNvPr>
                <p:cNvSpPr/>
                <p:nvPr/>
              </p:nvSpPr>
              <p:spPr>
                <a:xfrm>
                  <a:off x="6195504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" name="pg289">
                  <a:extLst>
                    <a:ext uri="{FF2B5EF4-FFF2-40B4-BE49-F238E27FC236}">
                      <a16:creationId xmlns:a16="http://schemas.microsoft.com/office/drawing/2014/main" id="{499A4524-28AA-DDD2-9B9B-D4108EF2E3A7}"/>
                    </a:ext>
                  </a:extLst>
                </p:cNvPr>
                <p:cNvSpPr/>
                <p:nvPr/>
              </p:nvSpPr>
              <p:spPr>
                <a:xfrm>
                  <a:off x="6207141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" name="pg290">
                  <a:extLst>
                    <a:ext uri="{FF2B5EF4-FFF2-40B4-BE49-F238E27FC236}">
                      <a16:creationId xmlns:a16="http://schemas.microsoft.com/office/drawing/2014/main" id="{04D17101-6CF5-6B5A-AA82-EA6A7C330562}"/>
                    </a:ext>
                  </a:extLst>
                </p:cNvPr>
                <p:cNvSpPr/>
                <p:nvPr/>
              </p:nvSpPr>
              <p:spPr>
                <a:xfrm>
                  <a:off x="6218778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" name="pg291">
                  <a:extLst>
                    <a:ext uri="{FF2B5EF4-FFF2-40B4-BE49-F238E27FC236}">
                      <a16:creationId xmlns:a16="http://schemas.microsoft.com/office/drawing/2014/main" id="{0BCBAA0C-DF4C-BECE-2A3C-3C27CE03F8C2}"/>
                    </a:ext>
                  </a:extLst>
                </p:cNvPr>
                <p:cNvSpPr/>
                <p:nvPr/>
              </p:nvSpPr>
              <p:spPr>
                <a:xfrm>
                  <a:off x="6230416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" name="pg292">
                  <a:extLst>
                    <a:ext uri="{FF2B5EF4-FFF2-40B4-BE49-F238E27FC236}">
                      <a16:creationId xmlns:a16="http://schemas.microsoft.com/office/drawing/2014/main" id="{8AB86EFF-663B-6906-2841-AC06668E7A90}"/>
                    </a:ext>
                  </a:extLst>
                </p:cNvPr>
                <p:cNvSpPr/>
                <p:nvPr/>
              </p:nvSpPr>
              <p:spPr>
                <a:xfrm>
                  <a:off x="6242053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" name="pg293">
                  <a:extLst>
                    <a:ext uri="{FF2B5EF4-FFF2-40B4-BE49-F238E27FC236}">
                      <a16:creationId xmlns:a16="http://schemas.microsoft.com/office/drawing/2014/main" id="{6CEAAF88-8C0A-AB7A-8599-C24FDE70BD57}"/>
                    </a:ext>
                  </a:extLst>
                </p:cNvPr>
                <p:cNvSpPr/>
                <p:nvPr/>
              </p:nvSpPr>
              <p:spPr>
                <a:xfrm>
                  <a:off x="6253690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" name="pg294">
                  <a:extLst>
                    <a:ext uri="{FF2B5EF4-FFF2-40B4-BE49-F238E27FC236}">
                      <a16:creationId xmlns:a16="http://schemas.microsoft.com/office/drawing/2014/main" id="{429AF4FC-C2D6-35BE-96A6-8826F86AE8B1}"/>
                    </a:ext>
                  </a:extLst>
                </p:cNvPr>
                <p:cNvSpPr/>
                <p:nvPr/>
              </p:nvSpPr>
              <p:spPr>
                <a:xfrm>
                  <a:off x="6265328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6">
                    <a:alpha val="100000"/>
                  </a:srgbClr>
                </a:solidFill>
                <a:ln w="5420" cap="flat">
                  <a:solidFill>
                    <a:srgbClr val="3C43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" name="pg295">
                  <a:extLst>
                    <a:ext uri="{FF2B5EF4-FFF2-40B4-BE49-F238E27FC236}">
                      <a16:creationId xmlns:a16="http://schemas.microsoft.com/office/drawing/2014/main" id="{793C4B5E-1B44-A38E-28EC-210D3F2F6B94}"/>
                    </a:ext>
                  </a:extLst>
                </p:cNvPr>
                <p:cNvSpPr/>
                <p:nvPr/>
              </p:nvSpPr>
              <p:spPr>
                <a:xfrm>
                  <a:off x="6276965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" name="pg296">
                  <a:extLst>
                    <a:ext uri="{FF2B5EF4-FFF2-40B4-BE49-F238E27FC236}">
                      <a16:creationId xmlns:a16="http://schemas.microsoft.com/office/drawing/2014/main" id="{69B7E689-73AB-E7FE-9238-E909CB559D04}"/>
                    </a:ext>
                  </a:extLst>
                </p:cNvPr>
                <p:cNvSpPr/>
                <p:nvPr/>
              </p:nvSpPr>
              <p:spPr>
                <a:xfrm>
                  <a:off x="6288602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" name="pg297">
                  <a:extLst>
                    <a:ext uri="{FF2B5EF4-FFF2-40B4-BE49-F238E27FC236}">
                      <a16:creationId xmlns:a16="http://schemas.microsoft.com/office/drawing/2014/main" id="{1E8E5127-0899-03A4-5D19-0ADDA4DE6738}"/>
                    </a:ext>
                  </a:extLst>
                </p:cNvPr>
                <p:cNvSpPr/>
                <p:nvPr/>
              </p:nvSpPr>
              <p:spPr>
                <a:xfrm>
                  <a:off x="6300240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7">
                    <a:alpha val="100000"/>
                  </a:srgbClr>
                </a:solidFill>
                <a:ln w="5420" cap="flat">
                  <a:solidFill>
                    <a:srgbClr val="3C437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" name="pg298">
                  <a:extLst>
                    <a:ext uri="{FF2B5EF4-FFF2-40B4-BE49-F238E27FC236}">
                      <a16:creationId xmlns:a16="http://schemas.microsoft.com/office/drawing/2014/main" id="{06B5EA11-ED68-2A82-B5CE-C0D1A4CDE4CC}"/>
                    </a:ext>
                  </a:extLst>
                </p:cNvPr>
                <p:cNvSpPr/>
                <p:nvPr/>
              </p:nvSpPr>
              <p:spPr>
                <a:xfrm>
                  <a:off x="6311877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8">
                    <a:alpha val="100000"/>
                  </a:srgbClr>
                </a:solidFill>
                <a:ln w="5420" cap="flat">
                  <a:solidFill>
                    <a:srgbClr val="3C447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" name="pg299">
                  <a:extLst>
                    <a:ext uri="{FF2B5EF4-FFF2-40B4-BE49-F238E27FC236}">
                      <a16:creationId xmlns:a16="http://schemas.microsoft.com/office/drawing/2014/main" id="{CBDEE68A-C2D8-4603-9F2F-36FC42941D74}"/>
                    </a:ext>
                  </a:extLst>
                </p:cNvPr>
                <p:cNvSpPr/>
                <p:nvPr/>
              </p:nvSpPr>
              <p:spPr>
                <a:xfrm>
                  <a:off x="6323514" y="27507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9">
                    <a:alpha val="100000"/>
                  </a:srgbClr>
                </a:solidFill>
                <a:ln w="5420" cap="flat">
                  <a:solidFill>
                    <a:srgbClr val="3C447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" name="pg300">
                  <a:extLst>
                    <a:ext uri="{FF2B5EF4-FFF2-40B4-BE49-F238E27FC236}">
                      <a16:creationId xmlns:a16="http://schemas.microsoft.com/office/drawing/2014/main" id="{E1B69E52-8BC5-E39B-5EFA-FF75B6FCCF76}"/>
                    </a:ext>
                  </a:extLst>
                </p:cNvPr>
                <p:cNvSpPr/>
                <p:nvPr/>
              </p:nvSpPr>
              <p:spPr>
                <a:xfrm>
                  <a:off x="5287792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" name="pg301">
                  <a:extLst>
                    <a:ext uri="{FF2B5EF4-FFF2-40B4-BE49-F238E27FC236}">
                      <a16:creationId xmlns:a16="http://schemas.microsoft.com/office/drawing/2014/main" id="{E936064B-DFDC-0CED-0965-61962A7E8B3D}"/>
                    </a:ext>
                  </a:extLst>
                </p:cNvPr>
                <p:cNvSpPr/>
                <p:nvPr/>
              </p:nvSpPr>
              <p:spPr>
                <a:xfrm>
                  <a:off x="5299429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" name="pg302">
                  <a:extLst>
                    <a:ext uri="{FF2B5EF4-FFF2-40B4-BE49-F238E27FC236}">
                      <a16:creationId xmlns:a16="http://schemas.microsoft.com/office/drawing/2014/main" id="{3D9A5FA6-ADB8-5FA1-732A-2BA824E3B2FB}"/>
                    </a:ext>
                  </a:extLst>
                </p:cNvPr>
                <p:cNvSpPr/>
                <p:nvPr/>
              </p:nvSpPr>
              <p:spPr>
                <a:xfrm>
                  <a:off x="5311067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" name="pg303">
                  <a:extLst>
                    <a:ext uri="{FF2B5EF4-FFF2-40B4-BE49-F238E27FC236}">
                      <a16:creationId xmlns:a16="http://schemas.microsoft.com/office/drawing/2014/main" id="{A169CA37-3586-63A7-8524-C1683CFDCFC2}"/>
                    </a:ext>
                  </a:extLst>
                </p:cNvPr>
                <p:cNvSpPr/>
                <p:nvPr/>
              </p:nvSpPr>
              <p:spPr>
                <a:xfrm>
                  <a:off x="5322704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" name="pg304">
                  <a:extLst>
                    <a:ext uri="{FF2B5EF4-FFF2-40B4-BE49-F238E27FC236}">
                      <a16:creationId xmlns:a16="http://schemas.microsoft.com/office/drawing/2014/main" id="{3CE45C57-E393-D295-2D2E-DB1A67ED7E32}"/>
                    </a:ext>
                  </a:extLst>
                </p:cNvPr>
                <p:cNvSpPr/>
                <p:nvPr/>
              </p:nvSpPr>
              <p:spPr>
                <a:xfrm>
                  <a:off x="5334341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" name="pg305">
                  <a:extLst>
                    <a:ext uri="{FF2B5EF4-FFF2-40B4-BE49-F238E27FC236}">
                      <a16:creationId xmlns:a16="http://schemas.microsoft.com/office/drawing/2014/main" id="{AD524D69-285E-97E7-BB0C-42560ECD9220}"/>
                    </a:ext>
                  </a:extLst>
                </p:cNvPr>
                <p:cNvSpPr/>
                <p:nvPr/>
              </p:nvSpPr>
              <p:spPr>
                <a:xfrm>
                  <a:off x="5345979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" name="pg306">
                  <a:extLst>
                    <a:ext uri="{FF2B5EF4-FFF2-40B4-BE49-F238E27FC236}">
                      <a16:creationId xmlns:a16="http://schemas.microsoft.com/office/drawing/2014/main" id="{0DE04DFE-1B38-7C20-47F4-A7FA0F38D006}"/>
                    </a:ext>
                  </a:extLst>
                </p:cNvPr>
                <p:cNvSpPr/>
                <p:nvPr/>
              </p:nvSpPr>
              <p:spPr>
                <a:xfrm>
                  <a:off x="5357616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" name="pg307">
                  <a:extLst>
                    <a:ext uri="{FF2B5EF4-FFF2-40B4-BE49-F238E27FC236}">
                      <a16:creationId xmlns:a16="http://schemas.microsoft.com/office/drawing/2014/main" id="{195AD8F0-C92A-9422-6418-3D562B945151}"/>
                    </a:ext>
                  </a:extLst>
                </p:cNvPr>
                <p:cNvSpPr/>
                <p:nvPr/>
              </p:nvSpPr>
              <p:spPr>
                <a:xfrm>
                  <a:off x="5369253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" name="pg308">
                  <a:extLst>
                    <a:ext uri="{FF2B5EF4-FFF2-40B4-BE49-F238E27FC236}">
                      <a16:creationId xmlns:a16="http://schemas.microsoft.com/office/drawing/2014/main" id="{48DB579B-19D0-C66C-CC8E-800B418D9F2D}"/>
                    </a:ext>
                  </a:extLst>
                </p:cNvPr>
                <p:cNvSpPr/>
                <p:nvPr/>
              </p:nvSpPr>
              <p:spPr>
                <a:xfrm>
                  <a:off x="5380891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" name="pg309">
                  <a:extLst>
                    <a:ext uri="{FF2B5EF4-FFF2-40B4-BE49-F238E27FC236}">
                      <a16:creationId xmlns:a16="http://schemas.microsoft.com/office/drawing/2014/main" id="{B9BE6F25-7055-093C-E092-D7D185A41F90}"/>
                    </a:ext>
                  </a:extLst>
                </p:cNvPr>
                <p:cNvSpPr/>
                <p:nvPr/>
              </p:nvSpPr>
              <p:spPr>
                <a:xfrm>
                  <a:off x="5392528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49E">
                    <a:alpha val="100000"/>
                  </a:srgbClr>
                </a:solidFill>
                <a:ln w="5420" cap="flat">
                  <a:solidFill>
                    <a:srgbClr val="3A64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" name="pg310">
                  <a:extLst>
                    <a:ext uri="{FF2B5EF4-FFF2-40B4-BE49-F238E27FC236}">
                      <a16:creationId xmlns:a16="http://schemas.microsoft.com/office/drawing/2014/main" id="{6DA44B20-DE24-FECD-09A6-1738173CAC4E}"/>
                    </a:ext>
                  </a:extLst>
                </p:cNvPr>
                <p:cNvSpPr/>
                <p:nvPr/>
              </p:nvSpPr>
              <p:spPr>
                <a:xfrm>
                  <a:off x="5404165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" name="pg311">
                  <a:extLst>
                    <a:ext uri="{FF2B5EF4-FFF2-40B4-BE49-F238E27FC236}">
                      <a16:creationId xmlns:a16="http://schemas.microsoft.com/office/drawing/2014/main" id="{BFBAB33F-4EAF-1A86-8D57-234D72FC385B}"/>
                    </a:ext>
                  </a:extLst>
                </p:cNvPr>
                <p:cNvSpPr/>
                <p:nvPr/>
              </p:nvSpPr>
              <p:spPr>
                <a:xfrm>
                  <a:off x="5415803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" name="pg312">
                  <a:extLst>
                    <a:ext uri="{FF2B5EF4-FFF2-40B4-BE49-F238E27FC236}">
                      <a16:creationId xmlns:a16="http://schemas.microsoft.com/office/drawing/2014/main" id="{56A6DFCC-1409-F170-BE51-F207A0566CFA}"/>
                    </a:ext>
                  </a:extLst>
                </p:cNvPr>
                <p:cNvSpPr/>
                <p:nvPr/>
              </p:nvSpPr>
              <p:spPr>
                <a:xfrm>
                  <a:off x="6067493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" name="pg313">
                  <a:extLst>
                    <a:ext uri="{FF2B5EF4-FFF2-40B4-BE49-F238E27FC236}">
                      <a16:creationId xmlns:a16="http://schemas.microsoft.com/office/drawing/2014/main" id="{5A25398C-1FAD-2B90-27A1-2F57684AD33C}"/>
                    </a:ext>
                  </a:extLst>
                </p:cNvPr>
                <p:cNvSpPr/>
                <p:nvPr/>
              </p:nvSpPr>
              <p:spPr>
                <a:xfrm>
                  <a:off x="6079130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" name="pg314">
                  <a:extLst>
                    <a:ext uri="{FF2B5EF4-FFF2-40B4-BE49-F238E27FC236}">
                      <a16:creationId xmlns:a16="http://schemas.microsoft.com/office/drawing/2014/main" id="{2E8D8BB6-AB0A-0D81-3E2F-CD41BFD5627F}"/>
                    </a:ext>
                  </a:extLst>
                </p:cNvPr>
                <p:cNvSpPr/>
                <p:nvPr/>
              </p:nvSpPr>
              <p:spPr>
                <a:xfrm>
                  <a:off x="6090768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" name="pg315">
                  <a:extLst>
                    <a:ext uri="{FF2B5EF4-FFF2-40B4-BE49-F238E27FC236}">
                      <a16:creationId xmlns:a16="http://schemas.microsoft.com/office/drawing/2014/main" id="{3F2558D0-623F-73A2-0000-9F7CEC61BFF0}"/>
                    </a:ext>
                  </a:extLst>
                </p:cNvPr>
                <p:cNvSpPr/>
                <p:nvPr/>
              </p:nvSpPr>
              <p:spPr>
                <a:xfrm>
                  <a:off x="6102405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" name="pg316">
                  <a:extLst>
                    <a:ext uri="{FF2B5EF4-FFF2-40B4-BE49-F238E27FC236}">
                      <a16:creationId xmlns:a16="http://schemas.microsoft.com/office/drawing/2014/main" id="{385F4EA4-2F41-A189-A3F6-6B4F7226AF7C}"/>
                    </a:ext>
                  </a:extLst>
                </p:cNvPr>
                <p:cNvSpPr/>
                <p:nvPr/>
              </p:nvSpPr>
              <p:spPr>
                <a:xfrm>
                  <a:off x="6114042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" name="pg317">
                  <a:extLst>
                    <a:ext uri="{FF2B5EF4-FFF2-40B4-BE49-F238E27FC236}">
                      <a16:creationId xmlns:a16="http://schemas.microsoft.com/office/drawing/2014/main" id="{94B46F21-E4ED-978F-C7DD-6C79FA7BEC49}"/>
                    </a:ext>
                  </a:extLst>
                </p:cNvPr>
                <p:cNvSpPr/>
                <p:nvPr/>
              </p:nvSpPr>
              <p:spPr>
                <a:xfrm>
                  <a:off x="6125680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" name="pg318">
                  <a:extLst>
                    <a:ext uri="{FF2B5EF4-FFF2-40B4-BE49-F238E27FC236}">
                      <a16:creationId xmlns:a16="http://schemas.microsoft.com/office/drawing/2014/main" id="{27B96EE4-6E3E-8670-CD1B-570EBAC949BA}"/>
                    </a:ext>
                  </a:extLst>
                </p:cNvPr>
                <p:cNvSpPr/>
                <p:nvPr/>
              </p:nvSpPr>
              <p:spPr>
                <a:xfrm>
                  <a:off x="6137317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" name="pg319">
                  <a:extLst>
                    <a:ext uri="{FF2B5EF4-FFF2-40B4-BE49-F238E27FC236}">
                      <a16:creationId xmlns:a16="http://schemas.microsoft.com/office/drawing/2014/main" id="{4B9927A1-6D78-3F00-D8C2-3FCFC57CA127}"/>
                    </a:ext>
                  </a:extLst>
                </p:cNvPr>
                <p:cNvSpPr/>
                <p:nvPr/>
              </p:nvSpPr>
              <p:spPr>
                <a:xfrm>
                  <a:off x="6148954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" name="pg320">
                  <a:extLst>
                    <a:ext uri="{FF2B5EF4-FFF2-40B4-BE49-F238E27FC236}">
                      <a16:creationId xmlns:a16="http://schemas.microsoft.com/office/drawing/2014/main" id="{6FDD9E60-4F5E-C4E8-049D-393365A68688}"/>
                    </a:ext>
                  </a:extLst>
                </p:cNvPr>
                <p:cNvSpPr/>
                <p:nvPr/>
              </p:nvSpPr>
              <p:spPr>
                <a:xfrm>
                  <a:off x="6160592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" name="pg321">
                  <a:extLst>
                    <a:ext uri="{FF2B5EF4-FFF2-40B4-BE49-F238E27FC236}">
                      <a16:creationId xmlns:a16="http://schemas.microsoft.com/office/drawing/2014/main" id="{6FE0A1CC-328D-FFFA-8901-A72D64D61BF3}"/>
                    </a:ext>
                  </a:extLst>
                </p:cNvPr>
                <p:cNvSpPr/>
                <p:nvPr/>
              </p:nvSpPr>
              <p:spPr>
                <a:xfrm>
                  <a:off x="6172229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" name="pg322">
                  <a:extLst>
                    <a:ext uri="{FF2B5EF4-FFF2-40B4-BE49-F238E27FC236}">
                      <a16:creationId xmlns:a16="http://schemas.microsoft.com/office/drawing/2014/main" id="{3E71FC84-8712-8157-FA02-81E71E34E6AC}"/>
                    </a:ext>
                  </a:extLst>
                </p:cNvPr>
                <p:cNvSpPr/>
                <p:nvPr/>
              </p:nvSpPr>
              <p:spPr>
                <a:xfrm>
                  <a:off x="6183866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" name="pg323">
                  <a:extLst>
                    <a:ext uri="{FF2B5EF4-FFF2-40B4-BE49-F238E27FC236}">
                      <a16:creationId xmlns:a16="http://schemas.microsoft.com/office/drawing/2014/main" id="{1FF35B80-8C45-FFF4-B835-36EFCAFCFBE6}"/>
                    </a:ext>
                  </a:extLst>
                </p:cNvPr>
                <p:cNvSpPr/>
                <p:nvPr/>
              </p:nvSpPr>
              <p:spPr>
                <a:xfrm>
                  <a:off x="6195504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" name="pg324">
                  <a:extLst>
                    <a:ext uri="{FF2B5EF4-FFF2-40B4-BE49-F238E27FC236}">
                      <a16:creationId xmlns:a16="http://schemas.microsoft.com/office/drawing/2014/main" id="{769B3428-C56B-9FFB-6039-D28C7DEF6A35}"/>
                    </a:ext>
                  </a:extLst>
                </p:cNvPr>
                <p:cNvSpPr/>
                <p:nvPr/>
              </p:nvSpPr>
              <p:spPr>
                <a:xfrm>
                  <a:off x="6207141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" name="pg325">
                  <a:extLst>
                    <a:ext uri="{FF2B5EF4-FFF2-40B4-BE49-F238E27FC236}">
                      <a16:creationId xmlns:a16="http://schemas.microsoft.com/office/drawing/2014/main" id="{661C4CF6-AA50-0914-BDA8-C6FB4AE59A60}"/>
                    </a:ext>
                  </a:extLst>
                </p:cNvPr>
                <p:cNvSpPr/>
                <p:nvPr/>
              </p:nvSpPr>
              <p:spPr>
                <a:xfrm>
                  <a:off x="6218778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" name="pg326">
                  <a:extLst>
                    <a:ext uri="{FF2B5EF4-FFF2-40B4-BE49-F238E27FC236}">
                      <a16:creationId xmlns:a16="http://schemas.microsoft.com/office/drawing/2014/main" id="{3E4D4989-37F6-63AF-01A8-4FC62ECC0E50}"/>
                    </a:ext>
                  </a:extLst>
                </p:cNvPr>
                <p:cNvSpPr/>
                <p:nvPr/>
              </p:nvSpPr>
              <p:spPr>
                <a:xfrm>
                  <a:off x="6230416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" name="pg327">
                  <a:extLst>
                    <a:ext uri="{FF2B5EF4-FFF2-40B4-BE49-F238E27FC236}">
                      <a16:creationId xmlns:a16="http://schemas.microsoft.com/office/drawing/2014/main" id="{4EDB6800-3632-A6B6-387E-6B1811367077}"/>
                    </a:ext>
                  </a:extLst>
                </p:cNvPr>
                <p:cNvSpPr/>
                <p:nvPr/>
              </p:nvSpPr>
              <p:spPr>
                <a:xfrm>
                  <a:off x="6242053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" name="pg328">
                  <a:extLst>
                    <a:ext uri="{FF2B5EF4-FFF2-40B4-BE49-F238E27FC236}">
                      <a16:creationId xmlns:a16="http://schemas.microsoft.com/office/drawing/2014/main" id="{97E090A8-1399-5AD6-E7FB-2447B320675A}"/>
                    </a:ext>
                  </a:extLst>
                </p:cNvPr>
                <p:cNvSpPr/>
                <p:nvPr/>
              </p:nvSpPr>
              <p:spPr>
                <a:xfrm>
                  <a:off x="6253690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" name="pg329">
                  <a:extLst>
                    <a:ext uri="{FF2B5EF4-FFF2-40B4-BE49-F238E27FC236}">
                      <a16:creationId xmlns:a16="http://schemas.microsoft.com/office/drawing/2014/main" id="{E88D30EC-436D-6D6B-C5C2-10FDC6587DC4}"/>
                    </a:ext>
                  </a:extLst>
                </p:cNvPr>
                <p:cNvSpPr/>
                <p:nvPr/>
              </p:nvSpPr>
              <p:spPr>
                <a:xfrm>
                  <a:off x="6265328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" name="pg330">
                  <a:extLst>
                    <a:ext uri="{FF2B5EF4-FFF2-40B4-BE49-F238E27FC236}">
                      <a16:creationId xmlns:a16="http://schemas.microsoft.com/office/drawing/2014/main" id="{2730E2C4-7637-7941-4B40-CD0B0E74FC5A}"/>
                    </a:ext>
                  </a:extLst>
                </p:cNvPr>
                <p:cNvSpPr/>
                <p:nvPr/>
              </p:nvSpPr>
              <p:spPr>
                <a:xfrm>
                  <a:off x="6276965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5">
                    <a:alpha val="100000"/>
                  </a:srgbClr>
                </a:solidFill>
                <a:ln w="5420" cap="flat">
                  <a:solidFill>
                    <a:srgbClr val="3C41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" name="pg331">
                  <a:extLst>
                    <a:ext uri="{FF2B5EF4-FFF2-40B4-BE49-F238E27FC236}">
                      <a16:creationId xmlns:a16="http://schemas.microsoft.com/office/drawing/2014/main" id="{A3D33737-B6C0-D7F9-8360-E17BD46897A2}"/>
                    </a:ext>
                  </a:extLst>
                </p:cNvPr>
                <p:cNvSpPr/>
                <p:nvPr/>
              </p:nvSpPr>
              <p:spPr>
                <a:xfrm>
                  <a:off x="6288602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" name="pg332">
                  <a:extLst>
                    <a:ext uri="{FF2B5EF4-FFF2-40B4-BE49-F238E27FC236}">
                      <a16:creationId xmlns:a16="http://schemas.microsoft.com/office/drawing/2014/main" id="{E4AFE3DE-7B90-6A04-7834-5412E05DEEFE}"/>
                    </a:ext>
                  </a:extLst>
                </p:cNvPr>
                <p:cNvSpPr/>
                <p:nvPr/>
              </p:nvSpPr>
              <p:spPr>
                <a:xfrm>
                  <a:off x="6300240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" name="pg333">
                  <a:extLst>
                    <a:ext uri="{FF2B5EF4-FFF2-40B4-BE49-F238E27FC236}">
                      <a16:creationId xmlns:a16="http://schemas.microsoft.com/office/drawing/2014/main" id="{C0FDDC1C-6537-30C8-1587-E608DF924AC3}"/>
                    </a:ext>
                  </a:extLst>
                </p:cNvPr>
                <p:cNvSpPr/>
                <p:nvPr/>
              </p:nvSpPr>
              <p:spPr>
                <a:xfrm>
                  <a:off x="6311877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" name="pg334">
                  <a:extLst>
                    <a:ext uri="{FF2B5EF4-FFF2-40B4-BE49-F238E27FC236}">
                      <a16:creationId xmlns:a16="http://schemas.microsoft.com/office/drawing/2014/main" id="{086D75D7-DEBF-5D7F-8D1E-5755AABAC916}"/>
                    </a:ext>
                  </a:extLst>
                </p:cNvPr>
                <p:cNvSpPr/>
                <p:nvPr/>
              </p:nvSpPr>
              <p:spPr>
                <a:xfrm>
                  <a:off x="6323514" y="27650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6">
                    <a:alpha val="100000"/>
                  </a:srgbClr>
                </a:solidFill>
                <a:ln w="5420" cap="flat">
                  <a:solidFill>
                    <a:srgbClr val="3C43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" name="pg335">
                  <a:extLst>
                    <a:ext uri="{FF2B5EF4-FFF2-40B4-BE49-F238E27FC236}">
                      <a16:creationId xmlns:a16="http://schemas.microsoft.com/office/drawing/2014/main" id="{FE9B5A9A-9C62-F8BF-2183-18A2A7CB4042}"/>
                    </a:ext>
                  </a:extLst>
                </p:cNvPr>
                <p:cNvSpPr/>
                <p:nvPr/>
              </p:nvSpPr>
              <p:spPr>
                <a:xfrm>
                  <a:off x="5264517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" name="pg336">
                  <a:extLst>
                    <a:ext uri="{FF2B5EF4-FFF2-40B4-BE49-F238E27FC236}">
                      <a16:creationId xmlns:a16="http://schemas.microsoft.com/office/drawing/2014/main" id="{FD7C689D-081D-2A9E-DE86-2F6CCA5DF478}"/>
                    </a:ext>
                  </a:extLst>
                </p:cNvPr>
                <p:cNvSpPr/>
                <p:nvPr/>
              </p:nvSpPr>
              <p:spPr>
                <a:xfrm>
                  <a:off x="5276155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9F">
                    <a:alpha val="100000"/>
                  </a:srgbClr>
                </a:solidFill>
                <a:ln w="5420" cap="flat">
                  <a:solidFill>
                    <a:srgbClr val="3A6C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" name="pg337">
                  <a:extLst>
                    <a:ext uri="{FF2B5EF4-FFF2-40B4-BE49-F238E27FC236}">
                      <a16:creationId xmlns:a16="http://schemas.microsoft.com/office/drawing/2014/main" id="{1CBCA00C-9A6E-F6C9-7004-9D517789AC96}"/>
                    </a:ext>
                  </a:extLst>
                </p:cNvPr>
                <p:cNvSpPr/>
                <p:nvPr/>
              </p:nvSpPr>
              <p:spPr>
                <a:xfrm>
                  <a:off x="5287792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" name="pg338">
                  <a:extLst>
                    <a:ext uri="{FF2B5EF4-FFF2-40B4-BE49-F238E27FC236}">
                      <a16:creationId xmlns:a16="http://schemas.microsoft.com/office/drawing/2014/main" id="{1DCBD974-884B-68B9-4CC9-04E7307C9532}"/>
                    </a:ext>
                  </a:extLst>
                </p:cNvPr>
                <p:cNvSpPr/>
                <p:nvPr/>
              </p:nvSpPr>
              <p:spPr>
                <a:xfrm>
                  <a:off x="5299429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" name="pg339">
                  <a:extLst>
                    <a:ext uri="{FF2B5EF4-FFF2-40B4-BE49-F238E27FC236}">
                      <a16:creationId xmlns:a16="http://schemas.microsoft.com/office/drawing/2014/main" id="{B30F49BF-B0A6-C3B4-0587-98866D060BB9}"/>
                    </a:ext>
                  </a:extLst>
                </p:cNvPr>
                <p:cNvSpPr/>
                <p:nvPr/>
              </p:nvSpPr>
              <p:spPr>
                <a:xfrm>
                  <a:off x="5311067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" name="pg340">
                  <a:extLst>
                    <a:ext uri="{FF2B5EF4-FFF2-40B4-BE49-F238E27FC236}">
                      <a16:creationId xmlns:a16="http://schemas.microsoft.com/office/drawing/2014/main" id="{54091EF8-ACB4-869A-B065-AC275402B1CF}"/>
                    </a:ext>
                  </a:extLst>
                </p:cNvPr>
                <p:cNvSpPr/>
                <p:nvPr/>
              </p:nvSpPr>
              <p:spPr>
                <a:xfrm>
                  <a:off x="5322704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" name="pg341">
                  <a:extLst>
                    <a:ext uri="{FF2B5EF4-FFF2-40B4-BE49-F238E27FC236}">
                      <a16:creationId xmlns:a16="http://schemas.microsoft.com/office/drawing/2014/main" id="{939A2C6F-6F55-F58D-6F41-A491E7CCD5E1}"/>
                    </a:ext>
                  </a:extLst>
                </p:cNvPr>
                <p:cNvSpPr/>
                <p:nvPr/>
              </p:nvSpPr>
              <p:spPr>
                <a:xfrm>
                  <a:off x="5334341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" name="pg342">
                  <a:extLst>
                    <a:ext uri="{FF2B5EF4-FFF2-40B4-BE49-F238E27FC236}">
                      <a16:creationId xmlns:a16="http://schemas.microsoft.com/office/drawing/2014/main" id="{C2E68A98-FB33-3EC6-7C6E-C894D308DB0A}"/>
                    </a:ext>
                  </a:extLst>
                </p:cNvPr>
                <p:cNvSpPr/>
                <p:nvPr/>
              </p:nvSpPr>
              <p:spPr>
                <a:xfrm>
                  <a:off x="5345979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" name="pg343">
                  <a:extLst>
                    <a:ext uri="{FF2B5EF4-FFF2-40B4-BE49-F238E27FC236}">
                      <a16:creationId xmlns:a16="http://schemas.microsoft.com/office/drawing/2014/main" id="{25760724-2833-7041-A9D8-95AB22AF2CCA}"/>
                    </a:ext>
                  </a:extLst>
                </p:cNvPr>
                <p:cNvSpPr/>
                <p:nvPr/>
              </p:nvSpPr>
              <p:spPr>
                <a:xfrm>
                  <a:off x="5357616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" name="pg344">
                  <a:extLst>
                    <a:ext uri="{FF2B5EF4-FFF2-40B4-BE49-F238E27FC236}">
                      <a16:creationId xmlns:a16="http://schemas.microsoft.com/office/drawing/2014/main" id="{0534FEA7-D92C-8B60-03FF-61A16D33AAE2}"/>
                    </a:ext>
                  </a:extLst>
                </p:cNvPr>
                <p:cNvSpPr/>
                <p:nvPr/>
              </p:nvSpPr>
              <p:spPr>
                <a:xfrm>
                  <a:off x="5369253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" name="pg345">
                  <a:extLst>
                    <a:ext uri="{FF2B5EF4-FFF2-40B4-BE49-F238E27FC236}">
                      <a16:creationId xmlns:a16="http://schemas.microsoft.com/office/drawing/2014/main" id="{E776E3EB-F799-ABBA-7B4A-9C133D9EF7D9}"/>
                    </a:ext>
                  </a:extLst>
                </p:cNvPr>
                <p:cNvSpPr/>
                <p:nvPr/>
              </p:nvSpPr>
              <p:spPr>
                <a:xfrm>
                  <a:off x="5380891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" name="pg346">
                  <a:extLst>
                    <a:ext uri="{FF2B5EF4-FFF2-40B4-BE49-F238E27FC236}">
                      <a16:creationId xmlns:a16="http://schemas.microsoft.com/office/drawing/2014/main" id="{AC5CC544-148E-E859-0EF4-68E0AA193A40}"/>
                    </a:ext>
                  </a:extLst>
                </p:cNvPr>
                <p:cNvSpPr/>
                <p:nvPr/>
              </p:nvSpPr>
              <p:spPr>
                <a:xfrm>
                  <a:off x="6067493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" name="pg347">
                  <a:extLst>
                    <a:ext uri="{FF2B5EF4-FFF2-40B4-BE49-F238E27FC236}">
                      <a16:creationId xmlns:a16="http://schemas.microsoft.com/office/drawing/2014/main" id="{39DE8959-879A-235C-1171-B7CA1E2033CB}"/>
                    </a:ext>
                  </a:extLst>
                </p:cNvPr>
                <p:cNvSpPr/>
                <p:nvPr/>
              </p:nvSpPr>
              <p:spPr>
                <a:xfrm>
                  <a:off x="6079130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5">
                    <a:alpha val="100000"/>
                  </a:srgbClr>
                </a:solidFill>
                <a:ln w="5420" cap="flat">
                  <a:solidFill>
                    <a:srgbClr val="3C41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" name="pg348">
                  <a:extLst>
                    <a:ext uri="{FF2B5EF4-FFF2-40B4-BE49-F238E27FC236}">
                      <a16:creationId xmlns:a16="http://schemas.microsoft.com/office/drawing/2014/main" id="{57E42678-04EA-E624-6CFF-55363FDFC987}"/>
                    </a:ext>
                  </a:extLst>
                </p:cNvPr>
                <p:cNvSpPr/>
                <p:nvPr/>
              </p:nvSpPr>
              <p:spPr>
                <a:xfrm>
                  <a:off x="6090768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" name="pg349">
                  <a:extLst>
                    <a:ext uri="{FF2B5EF4-FFF2-40B4-BE49-F238E27FC236}">
                      <a16:creationId xmlns:a16="http://schemas.microsoft.com/office/drawing/2014/main" id="{153056DC-85A6-D8DD-BFF9-27BB401A0D64}"/>
                    </a:ext>
                  </a:extLst>
                </p:cNvPr>
                <p:cNvSpPr/>
                <p:nvPr/>
              </p:nvSpPr>
              <p:spPr>
                <a:xfrm>
                  <a:off x="6102405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" name="pg350">
                  <a:extLst>
                    <a:ext uri="{FF2B5EF4-FFF2-40B4-BE49-F238E27FC236}">
                      <a16:creationId xmlns:a16="http://schemas.microsoft.com/office/drawing/2014/main" id="{46CD127A-2311-B7DD-C8E4-FC4DAE07C09A}"/>
                    </a:ext>
                  </a:extLst>
                </p:cNvPr>
                <p:cNvSpPr/>
                <p:nvPr/>
              </p:nvSpPr>
              <p:spPr>
                <a:xfrm>
                  <a:off x="6114042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" name="pg351">
                  <a:extLst>
                    <a:ext uri="{FF2B5EF4-FFF2-40B4-BE49-F238E27FC236}">
                      <a16:creationId xmlns:a16="http://schemas.microsoft.com/office/drawing/2014/main" id="{BC631928-189C-C693-7E22-611EF330C30F}"/>
                    </a:ext>
                  </a:extLst>
                </p:cNvPr>
                <p:cNvSpPr/>
                <p:nvPr/>
              </p:nvSpPr>
              <p:spPr>
                <a:xfrm>
                  <a:off x="6125680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" name="pg352">
                  <a:extLst>
                    <a:ext uri="{FF2B5EF4-FFF2-40B4-BE49-F238E27FC236}">
                      <a16:creationId xmlns:a16="http://schemas.microsoft.com/office/drawing/2014/main" id="{93534CBC-AF11-D809-D944-5552E5ED5620}"/>
                    </a:ext>
                  </a:extLst>
                </p:cNvPr>
                <p:cNvSpPr/>
                <p:nvPr/>
              </p:nvSpPr>
              <p:spPr>
                <a:xfrm>
                  <a:off x="6137317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073">
                    <a:alpha val="100000"/>
                  </a:srgbClr>
                </a:solidFill>
                <a:ln w="5420" cap="flat">
                  <a:solidFill>
                    <a:srgbClr val="3C407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" name="pg353">
                  <a:extLst>
                    <a:ext uri="{FF2B5EF4-FFF2-40B4-BE49-F238E27FC236}">
                      <a16:creationId xmlns:a16="http://schemas.microsoft.com/office/drawing/2014/main" id="{01749D00-0AA7-A6FB-53BB-E68089E179CA}"/>
                    </a:ext>
                  </a:extLst>
                </p:cNvPr>
                <p:cNvSpPr/>
                <p:nvPr/>
              </p:nvSpPr>
              <p:spPr>
                <a:xfrm>
                  <a:off x="6148954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073">
                    <a:alpha val="100000"/>
                  </a:srgbClr>
                </a:solidFill>
                <a:ln w="5420" cap="flat">
                  <a:solidFill>
                    <a:srgbClr val="3C407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" name="pg354">
                  <a:extLst>
                    <a:ext uri="{FF2B5EF4-FFF2-40B4-BE49-F238E27FC236}">
                      <a16:creationId xmlns:a16="http://schemas.microsoft.com/office/drawing/2014/main" id="{33F5A6A7-BA65-3B06-EE58-63DE69043192}"/>
                    </a:ext>
                  </a:extLst>
                </p:cNvPr>
                <p:cNvSpPr/>
                <p:nvPr/>
              </p:nvSpPr>
              <p:spPr>
                <a:xfrm>
                  <a:off x="6160592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072">
                    <a:alpha val="100000"/>
                  </a:srgbClr>
                </a:solidFill>
                <a:ln w="5420" cap="flat">
                  <a:solidFill>
                    <a:srgbClr val="3B40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" name="pg355">
                  <a:extLst>
                    <a:ext uri="{FF2B5EF4-FFF2-40B4-BE49-F238E27FC236}">
                      <a16:creationId xmlns:a16="http://schemas.microsoft.com/office/drawing/2014/main" id="{9D7DB9D8-1077-F825-6355-41EADEB0D2A3}"/>
                    </a:ext>
                  </a:extLst>
                </p:cNvPr>
                <p:cNvSpPr/>
                <p:nvPr/>
              </p:nvSpPr>
              <p:spPr>
                <a:xfrm>
                  <a:off x="6172229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072">
                    <a:alpha val="100000"/>
                  </a:srgbClr>
                </a:solidFill>
                <a:ln w="5420" cap="flat">
                  <a:solidFill>
                    <a:srgbClr val="3B40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" name="pg356">
                  <a:extLst>
                    <a:ext uri="{FF2B5EF4-FFF2-40B4-BE49-F238E27FC236}">
                      <a16:creationId xmlns:a16="http://schemas.microsoft.com/office/drawing/2014/main" id="{D7E68681-C7BB-E287-7F9A-F1329EEAB299}"/>
                    </a:ext>
                  </a:extLst>
                </p:cNvPr>
                <p:cNvSpPr/>
                <p:nvPr/>
              </p:nvSpPr>
              <p:spPr>
                <a:xfrm>
                  <a:off x="6183866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2">
                    <a:alpha val="100000"/>
                  </a:srgbClr>
                </a:solidFill>
                <a:ln w="5420" cap="flat">
                  <a:solidFill>
                    <a:srgbClr val="3B3F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" name="pg357">
                  <a:extLst>
                    <a:ext uri="{FF2B5EF4-FFF2-40B4-BE49-F238E27FC236}">
                      <a16:creationId xmlns:a16="http://schemas.microsoft.com/office/drawing/2014/main" id="{275ADD63-3459-DB96-50BD-1ADADC06469B}"/>
                    </a:ext>
                  </a:extLst>
                </p:cNvPr>
                <p:cNvSpPr/>
                <p:nvPr/>
              </p:nvSpPr>
              <p:spPr>
                <a:xfrm>
                  <a:off x="6195504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2">
                    <a:alpha val="100000"/>
                  </a:srgbClr>
                </a:solidFill>
                <a:ln w="5420" cap="flat">
                  <a:solidFill>
                    <a:srgbClr val="3B3F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" name="pg358">
                  <a:extLst>
                    <a:ext uri="{FF2B5EF4-FFF2-40B4-BE49-F238E27FC236}">
                      <a16:creationId xmlns:a16="http://schemas.microsoft.com/office/drawing/2014/main" id="{6DD9C75F-3C0C-CA02-C7C8-1E4CA02DB087}"/>
                    </a:ext>
                  </a:extLst>
                </p:cNvPr>
                <p:cNvSpPr/>
                <p:nvPr/>
              </p:nvSpPr>
              <p:spPr>
                <a:xfrm>
                  <a:off x="6207141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2">
                    <a:alpha val="100000"/>
                  </a:srgbClr>
                </a:solidFill>
                <a:ln w="5420" cap="flat">
                  <a:solidFill>
                    <a:srgbClr val="3B3F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" name="pg359">
                  <a:extLst>
                    <a:ext uri="{FF2B5EF4-FFF2-40B4-BE49-F238E27FC236}">
                      <a16:creationId xmlns:a16="http://schemas.microsoft.com/office/drawing/2014/main" id="{7449E870-48A4-7431-E568-53DE3E98DBEF}"/>
                    </a:ext>
                  </a:extLst>
                </p:cNvPr>
                <p:cNvSpPr/>
                <p:nvPr/>
              </p:nvSpPr>
              <p:spPr>
                <a:xfrm>
                  <a:off x="6218778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1">
                    <a:alpha val="100000"/>
                  </a:srgbClr>
                </a:solidFill>
                <a:ln w="5420" cap="flat">
                  <a:solidFill>
                    <a:srgbClr val="3B3F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" name="pg360">
                  <a:extLst>
                    <a:ext uri="{FF2B5EF4-FFF2-40B4-BE49-F238E27FC236}">
                      <a16:creationId xmlns:a16="http://schemas.microsoft.com/office/drawing/2014/main" id="{F8FD077A-B7FE-1B74-AB0F-D3F3876A8C34}"/>
                    </a:ext>
                  </a:extLst>
                </p:cNvPr>
                <p:cNvSpPr/>
                <p:nvPr/>
              </p:nvSpPr>
              <p:spPr>
                <a:xfrm>
                  <a:off x="6230416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2">
                    <a:alpha val="100000"/>
                  </a:srgbClr>
                </a:solidFill>
                <a:ln w="5420" cap="flat">
                  <a:solidFill>
                    <a:srgbClr val="3B3F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" name="pg361">
                  <a:extLst>
                    <a:ext uri="{FF2B5EF4-FFF2-40B4-BE49-F238E27FC236}">
                      <a16:creationId xmlns:a16="http://schemas.microsoft.com/office/drawing/2014/main" id="{D41ADE49-E302-5382-ECBC-DE9929273DBE}"/>
                    </a:ext>
                  </a:extLst>
                </p:cNvPr>
                <p:cNvSpPr/>
                <p:nvPr/>
              </p:nvSpPr>
              <p:spPr>
                <a:xfrm>
                  <a:off x="6242053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2">
                    <a:alpha val="100000"/>
                  </a:srgbClr>
                </a:solidFill>
                <a:ln w="5420" cap="flat">
                  <a:solidFill>
                    <a:srgbClr val="3B3F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" name="pg362">
                  <a:extLst>
                    <a:ext uri="{FF2B5EF4-FFF2-40B4-BE49-F238E27FC236}">
                      <a16:creationId xmlns:a16="http://schemas.microsoft.com/office/drawing/2014/main" id="{2F3456BA-C6D9-DC96-033F-4CB08DF6F1DF}"/>
                    </a:ext>
                  </a:extLst>
                </p:cNvPr>
                <p:cNvSpPr/>
                <p:nvPr/>
              </p:nvSpPr>
              <p:spPr>
                <a:xfrm>
                  <a:off x="6253690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2">
                    <a:alpha val="100000"/>
                  </a:srgbClr>
                </a:solidFill>
                <a:ln w="5420" cap="flat">
                  <a:solidFill>
                    <a:srgbClr val="3B3F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" name="pg363">
                  <a:extLst>
                    <a:ext uri="{FF2B5EF4-FFF2-40B4-BE49-F238E27FC236}">
                      <a16:creationId xmlns:a16="http://schemas.microsoft.com/office/drawing/2014/main" id="{E24A64E1-8BDF-5D32-98F2-00DA8A19FD32}"/>
                    </a:ext>
                  </a:extLst>
                </p:cNvPr>
                <p:cNvSpPr/>
                <p:nvPr/>
              </p:nvSpPr>
              <p:spPr>
                <a:xfrm>
                  <a:off x="6265328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072">
                    <a:alpha val="100000"/>
                  </a:srgbClr>
                </a:solidFill>
                <a:ln w="5420" cap="flat">
                  <a:solidFill>
                    <a:srgbClr val="3B40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" name="pg364">
                  <a:extLst>
                    <a:ext uri="{FF2B5EF4-FFF2-40B4-BE49-F238E27FC236}">
                      <a16:creationId xmlns:a16="http://schemas.microsoft.com/office/drawing/2014/main" id="{CFC282EC-85AE-D9A9-7F11-F3AAE14F7D00}"/>
                    </a:ext>
                  </a:extLst>
                </p:cNvPr>
                <p:cNvSpPr/>
                <p:nvPr/>
              </p:nvSpPr>
              <p:spPr>
                <a:xfrm>
                  <a:off x="6276965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073">
                    <a:alpha val="100000"/>
                  </a:srgbClr>
                </a:solidFill>
                <a:ln w="5420" cap="flat">
                  <a:solidFill>
                    <a:srgbClr val="3C407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" name="pg365">
                  <a:extLst>
                    <a:ext uri="{FF2B5EF4-FFF2-40B4-BE49-F238E27FC236}">
                      <a16:creationId xmlns:a16="http://schemas.microsoft.com/office/drawing/2014/main" id="{67AE638E-1713-8095-C45A-176214A9DDC9}"/>
                    </a:ext>
                  </a:extLst>
                </p:cNvPr>
                <p:cNvSpPr/>
                <p:nvPr/>
              </p:nvSpPr>
              <p:spPr>
                <a:xfrm>
                  <a:off x="6288602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073">
                    <a:alpha val="100000"/>
                  </a:srgbClr>
                </a:solidFill>
                <a:ln w="5420" cap="flat">
                  <a:solidFill>
                    <a:srgbClr val="3C407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" name="pg366">
                  <a:extLst>
                    <a:ext uri="{FF2B5EF4-FFF2-40B4-BE49-F238E27FC236}">
                      <a16:creationId xmlns:a16="http://schemas.microsoft.com/office/drawing/2014/main" id="{A861A967-647E-8D22-4A98-9BD2FC3C1274}"/>
                    </a:ext>
                  </a:extLst>
                </p:cNvPr>
                <p:cNvSpPr/>
                <p:nvPr/>
              </p:nvSpPr>
              <p:spPr>
                <a:xfrm>
                  <a:off x="6300240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" name="pg367">
                  <a:extLst>
                    <a:ext uri="{FF2B5EF4-FFF2-40B4-BE49-F238E27FC236}">
                      <a16:creationId xmlns:a16="http://schemas.microsoft.com/office/drawing/2014/main" id="{67B31F74-1224-6CEC-1E52-579647C5229B}"/>
                    </a:ext>
                  </a:extLst>
                </p:cNvPr>
                <p:cNvSpPr/>
                <p:nvPr/>
              </p:nvSpPr>
              <p:spPr>
                <a:xfrm>
                  <a:off x="6311877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" name="pg368">
                  <a:extLst>
                    <a:ext uri="{FF2B5EF4-FFF2-40B4-BE49-F238E27FC236}">
                      <a16:creationId xmlns:a16="http://schemas.microsoft.com/office/drawing/2014/main" id="{49756FE1-7F59-907B-795B-BACBD3020406}"/>
                    </a:ext>
                  </a:extLst>
                </p:cNvPr>
                <p:cNvSpPr/>
                <p:nvPr/>
              </p:nvSpPr>
              <p:spPr>
                <a:xfrm>
                  <a:off x="6323514" y="27793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" name="pg369">
                  <a:extLst>
                    <a:ext uri="{FF2B5EF4-FFF2-40B4-BE49-F238E27FC236}">
                      <a16:creationId xmlns:a16="http://schemas.microsoft.com/office/drawing/2014/main" id="{E8DCD417-E2BA-53E7-EF03-0397789A715E}"/>
                    </a:ext>
                  </a:extLst>
                </p:cNvPr>
                <p:cNvSpPr/>
                <p:nvPr/>
              </p:nvSpPr>
              <p:spPr>
                <a:xfrm>
                  <a:off x="5264517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" name="pg370">
                  <a:extLst>
                    <a:ext uri="{FF2B5EF4-FFF2-40B4-BE49-F238E27FC236}">
                      <a16:creationId xmlns:a16="http://schemas.microsoft.com/office/drawing/2014/main" id="{59B15BBE-8A21-A58E-9FBF-FDDC0AE1A282}"/>
                    </a:ext>
                  </a:extLst>
                </p:cNvPr>
                <p:cNvSpPr/>
                <p:nvPr/>
              </p:nvSpPr>
              <p:spPr>
                <a:xfrm>
                  <a:off x="5276155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" name="pg371">
                  <a:extLst>
                    <a:ext uri="{FF2B5EF4-FFF2-40B4-BE49-F238E27FC236}">
                      <a16:creationId xmlns:a16="http://schemas.microsoft.com/office/drawing/2014/main" id="{38A08504-2835-122F-7246-CDAC2C488383}"/>
                    </a:ext>
                  </a:extLst>
                </p:cNvPr>
                <p:cNvSpPr/>
                <p:nvPr/>
              </p:nvSpPr>
              <p:spPr>
                <a:xfrm>
                  <a:off x="5287792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" name="pg372">
                  <a:extLst>
                    <a:ext uri="{FF2B5EF4-FFF2-40B4-BE49-F238E27FC236}">
                      <a16:creationId xmlns:a16="http://schemas.microsoft.com/office/drawing/2014/main" id="{DBE1C07F-6693-85F3-FB94-DEF484AA6176}"/>
                    </a:ext>
                  </a:extLst>
                </p:cNvPr>
                <p:cNvSpPr/>
                <p:nvPr/>
              </p:nvSpPr>
              <p:spPr>
                <a:xfrm>
                  <a:off x="5299429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" name="pg373">
                  <a:extLst>
                    <a:ext uri="{FF2B5EF4-FFF2-40B4-BE49-F238E27FC236}">
                      <a16:creationId xmlns:a16="http://schemas.microsoft.com/office/drawing/2014/main" id="{65D9E2E3-BD87-981F-823B-2CA494D1A489}"/>
                    </a:ext>
                  </a:extLst>
                </p:cNvPr>
                <p:cNvSpPr/>
                <p:nvPr/>
              </p:nvSpPr>
              <p:spPr>
                <a:xfrm>
                  <a:off x="5311067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" name="pg374">
                  <a:extLst>
                    <a:ext uri="{FF2B5EF4-FFF2-40B4-BE49-F238E27FC236}">
                      <a16:creationId xmlns:a16="http://schemas.microsoft.com/office/drawing/2014/main" id="{FC0368FB-D008-7396-6FA3-B0777176433E}"/>
                    </a:ext>
                  </a:extLst>
                </p:cNvPr>
                <p:cNvSpPr/>
                <p:nvPr/>
              </p:nvSpPr>
              <p:spPr>
                <a:xfrm>
                  <a:off x="5322704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" name="pg375">
                  <a:extLst>
                    <a:ext uri="{FF2B5EF4-FFF2-40B4-BE49-F238E27FC236}">
                      <a16:creationId xmlns:a16="http://schemas.microsoft.com/office/drawing/2014/main" id="{C0C478F4-70D9-E1CB-EE03-BED167818320}"/>
                    </a:ext>
                  </a:extLst>
                </p:cNvPr>
                <p:cNvSpPr/>
                <p:nvPr/>
              </p:nvSpPr>
              <p:spPr>
                <a:xfrm>
                  <a:off x="5334341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" name="pg376">
                  <a:extLst>
                    <a:ext uri="{FF2B5EF4-FFF2-40B4-BE49-F238E27FC236}">
                      <a16:creationId xmlns:a16="http://schemas.microsoft.com/office/drawing/2014/main" id="{3D7F896C-1A0C-99CF-FB06-A5FB2E1D7CE1}"/>
                    </a:ext>
                  </a:extLst>
                </p:cNvPr>
                <p:cNvSpPr/>
                <p:nvPr/>
              </p:nvSpPr>
              <p:spPr>
                <a:xfrm>
                  <a:off x="5345979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" name="pg377">
                  <a:extLst>
                    <a:ext uri="{FF2B5EF4-FFF2-40B4-BE49-F238E27FC236}">
                      <a16:creationId xmlns:a16="http://schemas.microsoft.com/office/drawing/2014/main" id="{59148F88-D8BD-F0FE-5DDC-6CD2B2020E87}"/>
                    </a:ext>
                  </a:extLst>
                </p:cNvPr>
                <p:cNvSpPr/>
                <p:nvPr/>
              </p:nvSpPr>
              <p:spPr>
                <a:xfrm>
                  <a:off x="5357616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" name="pg378">
                  <a:extLst>
                    <a:ext uri="{FF2B5EF4-FFF2-40B4-BE49-F238E27FC236}">
                      <a16:creationId xmlns:a16="http://schemas.microsoft.com/office/drawing/2014/main" id="{46136317-91DA-3372-26E6-387B57A8AE1B}"/>
                    </a:ext>
                  </a:extLst>
                </p:cNvPr>
                <p:cNvSpPr/>
                <p:nvPr/>
              </p:nvSpPr>
              <p:spPr>
                <a:xfrm>
                  <a:off x="6067493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072">
                    <a:alpha val="100000"/>
                  </a:srgbClr>
                </a:solidFill>
                <a:ln w="5420" cap="flat">
                  <a:solidFill>
                    <a:srgbClr val="3B40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" name="pg379">
                  <a:extLst>
                    <a:ext uri="{FF2B5EF4-FFF2-40B4-BE49-F238E27FC236}">
                      <a16:creationId xmlns:a16="http://schemas.microsoft.com/office/drawing/2014/main" id="{9D99164C-29F4-4128-7506-53CF675AA89F}"/>
                    </a:ext>
                  </a:extLst>
                </p:cNvPr>
                <p:cNvSpPr/>
                <p:nvPr/>
              </p:nvSpPr>
              <p:spPr>
                <a:xfrm>
                  <a:off x="6079130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072">
                    <a:alpha val="100000"/>
                  </a:srgbClr>
                </a:solidFill>
                <a:ln w="5420" cap="flat">
                  <a:solidFill>
                    <a:srgbClr val="3B40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" name="pg380">
                  <a:extLst>
                    <a:ext uri="{FF2B5EF4-FFF2-40B4-BE49-F238E27FC236}">
                      <a16:creationId xmlns:a16="http://schemas.microsoft.com/office/drawing/2014/main" id="{F28DC8EB-7BB5-7CDD-0843-FE1D8CEA7B52}"/>
                    </a:ext>
                  </a:extLst>
                </p:cNvPr>
                <p:cNvSpPr/>
                <p:nvPr/>
              </p:nvSpPr>
              <p:spPr>
                <a:xfrm>
                  <a:off x="6090768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2">
                    <a:alpha val="100000"/>
                  </a:srgbClr>
                </a:solidFill>
                <a:ln w="5420" cap="flat">
                  <a:solidFill>
                    <a:srgbClr val="3B3F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" name="pg381">
                  <a:extLst>
                    <a:ext uri="{FF2B5EF4-FFF2-40B4-BE49-F238E27FC236}">
                      <a16:creationId xmlns:a16="http://schemas.microsoft.com/office/drawing/2014/main" id="{1532F501-A920-CA5C-2021-4DFDEED80BD2}"/>
                    </a:ext>
                  </a:extLst>
                </p:cNvPr>
                <p:cNvSpPr/>
                <p:nvPr/>
              </p:nvSpPr>
              <p:spPr>
                <a:xfrm>
                  <a:off x="6102405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1">
                    <a:alpha val="100000"/>
                  </a:srgbClr>
                </a:solidFill>
                <a:ln w="5420" cap="flat">
                  <a:solidFill>
                    <a:srgbClr val="3B3F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" name="pg382">
                  <a:extLst>
                    <a:ext uri="{FF2B5EF4-FFF2-40B4-BE49-F238E27FC236}">
                      <a16:creationId xmlns:a16="http://schemas.microsoft.com/office/drawing/2014/main" id="{B351C928-7850-08DA-759D-5702C4EEF99E}"/>
                    </a:ext>
                  </a:extLst>
                </p:cNvPr>
                <p:cNvSpPr/>
                <p:nvPr/>
              </p:nvSpPr>
              <p:spPr>
                <a:xfrm>
                  <a:off x="6114042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1">
                    <a:alpha val="100000"/>
                  </a:srgbClr>
                </a:solidFill>
                <a:ln w="5420" cap="flat">
                  <a:solidFill>
                    <a:srgbClr val="3B3F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" name="pg383">
                  <a:extLst>
                    <a:ext uri="{FF2B5EF4-FFF2-40B4-BE49-F238E27FC236}">
                      <a16:creationId xmlns:a16="http://schemas.microsoft.com/office/drawing/2014/main" id="{4D32AE66-CF89-BBCE-B2A9-F78CD4AE62BB}"/>
                    </a:ext>
                  </a:extLst>
                </p:cNvPr>
                <p:cNvSpPr/>
                <p:nvPr/>
              </p:nvSpPr>
              <p:spPr>
                <a:xfrm>
                  <a:off x="6125680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" name="pg384">
                  <a:extLst>
                    <a:ext uri="{FF2B5EF4-FFF2-40B4-BE49-F238E27FC236}">
                      <a16:creationId xmlns:a16="http://schemas.microsoft.com/office/drawing/2014/main" id="{3C846E89-F077-3016-93E8-F6A878698E43}"/>
                    </a:ext>
                  </a:extLst>
                </p:cNvPr>
                <p:cNvSpPr/>
                <p:nvPr/>
              </p:nvSpPr>
              <p:spPr>
                <a:xfrm>
                  <a:off x="6137317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" name="pg385">
                  <a:extLst>
                    <a:ext uri="{FF2B5EF4-FFF2-40B4-BE49-F238E27FC236}">
                      <a16:creationId xmlns:a16="http://schemas.microsoft.com/office/drawing/2014/main" id="{F59F7AA5-F440-EB55-D4FA-2614A289DA55}"/>
                    </a:ext>
                  </a:extLst>
                </p:cNvPr>
                <p:cNvSpPr/>
                <p:nvPr/>
              </p:nvSpPr>
              <p:spPr>
                <a:xfrm>
                  <a:off x="6148954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" name="pg386">
                  <a:extLst>
                    <a:ext uri="{FF2B5EF4-FFF2-40B4-BE49-F238E27FC236}">
                      <a16:creationId xmlns:a16="http://schemas.microsoft.com/office/drawing/2014/main" id="{6EE1915A-5626-C2C1-7E90-C1B74CBA1828}"/>
                    </a:ext>
                  </a:extLst>
                </p:cNvPr>
                <p:cNvSpPr/>
                <p:nvPr/>
              </p:nvSpPr>
              <p:spPr>
                <a:xfrm>
                  <a:off x="6160592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" name="pg387">
                  <a:extLst>
                    <a:ext uri="{FF2B5EF4-FFF2-40B4-BE49-F238E27FC236}">
                      <a16:creationId xmlns:a16="http://schemas.microsoft.com/office/drawing/2014/main" id="{2FB7DA3C-675A-649E-0224-5688BE9B8CE8}"/>
                    </a:ext>
                  </a:extLst>
                </p:cNvPr>
                <p:cNvSpPr/>
                <p:nvPr/>
              </p:nvSpPr>
              <p:spPr>
                <a:xfrm>
                  <a:off x="6172229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" name="pg388">
                  <a:extLst>
                    <a:ext uri="{FF2B5EF4-FFF2-40B4-BE49-F238E27FC236}">
                      <a16:creationId xmlns:a16="http://schemas.microsoft.com/office/drawing/2014/main" id="{59819123-EDD7-DF94-673C-3846AF9EDC6C}"/>
                    </a:ext>
                  </a:extLst>
                </p:cNvPr>
                <p:cNvSpPr/>
                <p:nvPr/>
              </p:nvSpPr>
              <p:spPr>
                <a:xfrm>
                  <a:off x="6183866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E">
                    <a:alpha val="100000"/>
                  </a:srgbClr>
                </a:solidFill>
                <a:ln w="5420" cap="flat">
                  <a:solidFill>
                    <a:srgbClr val="3B3C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" name="pg389">
                  <a:extLst>
                    <a:ext uri="{FF2B5EF4-FFF2-40B4-BE49-F238E27FC236}">
                      <a16:creationId xmlns:a16="http://schemas.microsoft.com/office/drawing/2014/main" id="{15F65412-D0B5-7508-EE0C-EFC3D1F9693C}"/>
                    </a:ext>
                  </a:extLst>
                </p:cNvPr>
                <p:cNvSpPr/>
                <p:nvPr/>
              </p:nvSpPr>
              <p:spPr>
                <a:xfrm>
                  <a:off x="6195504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" name="pg390">
                  <a:extLst>
                    <a:ext uri="{FF2B5EF4-FFF2-40B4-BE49-F238E27FC236}">
                      <a16:creationId xmlns:a16="http://schemas.microsoft.com/office/drawing/2014/main" id="{A068DD79-549F-6770-A902-15EBB8ED767C}"/>
                    </a:ext>
                  </a:extLst>
                </p:cNvPr>
                <p:cNvSpPr/>
                <p:nvPr/>
              </p:nvSpPr>
              <p:spPr>
                <a:xfrm>
                  <a:off x="6207141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E">
                    <a:alpha val="100000"/>
                  </a:srgbClr>
                </a:solidFill>
                <a:ln w="5420" cap="flat">
                  <a:solidFill>
                    <a:srgbClr val="3B3C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" name="pg391">
                  <a:extLst>
                    <a:ext uri="{FF2B5EF4-FFF2-40B4-BE49-F238E27FC236}">
                      <a16:creationId xmlns:a16="http://schemas.microsoft.com/office/drawing/2014/main" id="{0E32FFAB-0DFA-5E11-4C77-E0906104BFF9}"/>
                    </a:ext>
                  </a:extLst>
                </p:cNvPr>
                <p:cNvSpPr/>
                <p:nvPr/>
              </p:nvSpPr>
              <p:spPr>
                <a:xfrm>
                  <a:off x="6218778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" name="pg392">
                  <a:extLst>
                    <a:ext uri="{FF2B5EF4-FFF2-40B4-BE49-F238E27FC236}">
                      <a16:creationId xmlns:a16="http://schemas.microsoft.com/office/drawing/2014/main" id="{36AF9121-2D86-028B-3501-5D18296593EE}"/>
                    </a:ext>
                  </a:extLst>
                </p:cNvPr>
                <p:cNvSpPr/>
                <p:nvPr/>
              </p:nvSpPr>
              <p:spPr>
                <a:xfrm>
                  <a:off x="6230416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" name="pg393">
                  <a:extLst>
                    <a:ext uri="{FF2B5EF4-FFF2-40B4-BE49-F238E27FC236}">
                      <a16:creationId xmlns:a16="http://schemas.microsoft.com/office/drawing/2014/main" id="{87715AD5-4603-FFC4-70F4-BF05BBAA8C7F}"/>
                    </a:ext>
                  </a:extLst>
                </p:cNvPr>
                <p:cNvSpPr/>
                <p:nvPr/>
              </p:nvSpPr>
              <p:spPr>
                <a:xfrm>
                  <a:off x="6242053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" name="pg394">
                  <a:extLst>
                    <a:ext uri="{FF2B5EF4-FFF2-40B4-BE49-F238E27FC236}">
                      <a16:creationId xmlns:a16="http://schemas.microsoft.com/office/drawing/2014/main" id="{5B6846DD-FCD7-01FE-FD9D-AE54AAEFF32D}"/>
                    </a:ext>
                  </a:extLst>
                </p:cNvPr>
                <p:cNvSpPr/>
                <p:nvPr/>
              </p:nvSpPr>
              <p:spPr>
                <a:xfrm>
                  <a:off x="6253690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" name="pg395">
                  <a:extLst>
                    <a:ext uri="{FF2B5EF4-FFF2-40B4-BE49-F238E27FC236}">
                      <a16:creationId xmlns:a16="http://schemas.microsoft.com/office/drawing/2014/main" id="{81A7F113-D7E1-58CB-0ED7-F86C3D0FD53B}"/>
                    </a:ext>
                  </a:extLst>
                </p:cNvPr>
                <p:cNvSpPr/>
                <p:nvPr/>
              </p:nvSpPr>
              <p:spPr>
                <a:xfrm>
                  <a:off x="6265328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" name="pg396">
                  <a:extLst>
                    <a:ext uri="{FF2B5EF4-FFF2-40B4-BE49-F238E27FC236}">
                      <a16:creationId xmlns:a16="http://schemas.microsoft.com/office/drawing/2014/main" id="{8EA928C3-1431-108A-8702-8BECA0C1B2FD}"/>
                    </a:ext>
                  </a:extLst>
                </p:cNvPr>
                <p:cNvSpPr/>
                <p:nvPr/>
              </p:nvSpPr>
              <p:spPr>
                <a:xfrm>
                  <a:off x="6276965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" name="pg397">
                  <a:extLst>
                    <a:ext uri="{FF2B5EF4-FFF2-40B4-BE49-F238E27FC236}">
                      <a16:creationId xmlns:a16="http://schemas.microsoft.com/office/drawing/2014/main" id="{575C1BFD-7941-8458-9933-6162208CFE45}"/>
                    </a:ext>
                  </a:extLst>
                </p:cNvPr>
                <p:cNvSpPr/>
                <p:nvPr/>
              </p:nvSpPr>
              <p:spPr>
                <a:xfrm>
                  <a:off x="6288602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6F">
                    <a:alpha val="100000"/>
                  </a:srgbClr>
                </a:solidFill>
                <a:ln w="5420" cap="flat">
                  <a:solidFill>
                    <a:srgbClr val="3B3E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8" name="pg398">
                  <a:extLst>
                    <a:ext uri="{FF2B5EF4-FFF2-40B4-BE49-F238E27FC236}">
                      <a16:creationId xmlns:a16="http://schemas.microsoft.com/office/drawing/2014/main" id="{FFBA7E04-0C84-A2D2-0B66-5E63A41EA038}"/>
                    </a:ext>
                  </a:extLst>
                </p:cNvPr>
                <p:cNvSpPr/>
                <p:nvPr/>
              </p:nvSpPr>
              <p:spPr>
                <a:xfrm>
                  <a:off x="6300240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" name="pg399">
                  <a:extLst>
                    <a:ext uri="{FF2B5EF4-FFF2-40B4-BE49-F238E27FC236}">
                      <a16:creationId xmlns:a16="http://schemas.microsoft.com/office/drawing/2014/main" id="{0BA4FDF2-5026-6DBE-9653-ADA10F51A7AE}"/>
                    </a:ext>
                  </a:extLst>
                </p:cNvPr>
                <p:cNvSpPr/>
                <p:nvPr/>
              </p:nvSpPr>
              <p:spPr>
                <a:xfrm>
                  <a:off x="6311877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1">
                    <a:alpha val="100000"/>
                  </a:srgbClr>
                </a:solidFill>
                <a:ln w="5420" cap="flat">
                  <a:solidFill>
                    <a:srgbClr val="3B3E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" name="pg400">
                  <a:extLst>
                    <a:ext uri="{FF2B5EF4-FFF2-40B4-BE49-F238E27FC236}">
                      <a16:creationId xmlns:a16="http://schemas.microsoft.com/office/drawing/2014/main" id="{1E8E5B75-26CE-C032-DCA7-E0F57372190B}"/>
                    </a:ext>
                  </a:extLst>
                </p:cNvPr>
                <p:cNvSpPr/>
                <p:nvPr/>
              </p:nvSpPr>
              <p:spPr>
                <a:xfrm>
                  <a:off x="6323514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1">
                    <a:alpha val="100000"/>
                  </a:srgbClr>
                </a:solidFill>
                <a:ln w="5420" cap="flat">
                  <a:solidFill>
                    <a:srgbClr val="3B3F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1" name="pg401">
                  <a:extLst>
                    <a:ext uri="{FF2B5EF4-FFF2-40B4-BE49-F238E27FC236}">
                      <a16:creationId xmlns:a16="http://schemas.microsoft.com/office/drawing/2014/main" id="{CEE1200C-3EDA-7D96-F030-904711A07E5C}"/>
                    </a:ext>
                  </a:extLst>
                </p:cNvPr>
                <p:cNvSpPr/>
                <p:nvPr/>
              </p:nvSpPr>
              <p:spPr>
                <a:xfrm>
                  <a:off x="6335152" y="27936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072">
                    <a:alpha val="100000"/>
                  </a:srgbClr>
                </a:solidFill>
                <a:ln w="5420" cap="flat">
                  <a:solidFill>
                    <a:srgbClr val="3B40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2" name="pg402">
                  <a:extLst>
                    <a:ext uri="{FF2B5EF4-FFF2-40B4-BE49-F238E27FC236}">
                      <a16:creationId xmlns:a16="http://schemas.microsoft.com/office/drawing/2014/main" id="{26F20515-D222-241D-0517-8DF19CF32936}"/>
                    </a:ext>
                  </a:extLst>
                </p:cNvPr>
                <p:cNvSpPr/>
                <p:nvPr/>
              </p:nvSpPr>
              <p:spPr>
                <a:xfrm>
                  <a:off x="5264517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3" name="pg403">
                  <a:extLst>
                    <a:ext uri="{FF2B5EF4-FFF2-40B4-BE49-F238E27FC236}">
                      <a16:creationId xmlns:a16="http://schemas.microsoft.com/office/drawing/2014/main" id="{F435F635-947C-D4A6-1BE8-39A1694F7A5E}"/>
                    </a:ext>
                  </a:extLst>
                </p:cNvPr>
                <p:cNvSpPr/>
                <p:nvPr/>
              </p:nvSpPr>
              <p:spPr>
                <a:xfrm>
                  <a:off x="5276155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" name="pg404">
                  <a:extLst>
                    <a:ext uri="{FF2B5EF4-FFF2-40B4-BE49-F238E27FC236}">
                      <a16:creationId xmlns:a16="http://schemas.microsoft.com/office/drawing/2014/main" id="{9948DFB2-6537-7751-B513-00497327C0C6}"/>
                    </a:ext>
                  </a:extLst>
                </p:cNvPr>
                <p:cNvSpPr/>
                <p:nvPr/>
              </p:nvSpPr>
              <p:spPr>
                <a:xfrm>
                  <a:off x="5287792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9F">
                    <a:alpha val="100000"/>
                  </a:srgbClr>
                </a:solidFill>
                <a:ln w="5420" cap="flat">
                  <a:solidFill>
                    <a:srgbClr val="3A6C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5" name="pg405">
                  <a:extLst>
                    <a:ext uri="{FF2B5EF4-FFF2-40B4-BE49-F238E27FC236}">
                      <a16:creationId xmlns:a16="http://schemas.microsoft.com/office/drawing/2014/main" id="{9AC2AE82-CF39-32BC-DC5C-697180B47724}"/>
                    </a:ext>
                  </a:extLst>
                </p:cNvPr>
                <p:cNvSpPr/>
                <p:nvPr/>
              </p:nvSpPr>
              <p:spPr>
                <a:xfrm>
                  <a:off x="5299429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6" name="pg406">
                  <a:extLst>
                    <a:ext uri="{FF2B5EF4-FFF2-40B4-BE49-F238E27FC236}">
                      <a16:creationId xmlns:a16="http://schemas.microsoft.com/office/drawing/2014/main" id="{8B5BE8DF-24CF-2994-E1DB-ED439FE54828}"/>
                    </a:ext>
                  </a:extLst>
                </p:cNvPr>
                <p:cNvSpPr/>
                <p:nvPr/>
              </p:nvSpPr>
              <p:spPr>
                <a:xfrm>
                  <a:off x="5311067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7" name="pg407">
                  <a:extLst>
                    <a:ext uri="{FF2B5EF4-FFF2-40B4-BE49-F238E27FC236}">
                      <a16:creationId xmlns:a16="http://schemas.microsoft.com/office/drawing/2014/main" id="{17E19775-28A4-E64F-04A4-94582E872FF2}"/>
                    </a:ext>
                  </a:extLst>
                </p:cNvPr>
                <p:cNvSpPr/>
                <p:nvPr/>
              </p:nvSpPr>
              <p:spPr>
                <a:xfrm>
                  <a:off x="5322704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8" name="pg408">
                  <a:extLst>
                    <a:ext uri="{FF2B5EF4-FFF2-40B4-BE49-F238E27FC236}">
                      <a16:creationId xmlns:a16="http://schemas.microsoft.com/office/drawing/2014/main" id="{2BE7949D-4669-73BF-45DA-AAB6D3E08906}"/>
                    </a:ext>
                  </a:extLst>
                </p:cNvPr>
                <p:cNvSpPr/>
                <p:nvPr/>
              </p:nvSpPr>
              <p:spPr>
                <a:xfrm>
                  <a:off x="6055856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1">
                    <a:alpha val="100000"/>
                  </a:srgbClr>
                </a:solidFill>
                <a:ln w="5420" cap="flat">
                  <a:solidFill>
                    <a:srgbClr val="3B3F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9" name="pg409">
                  <a:extLst>
                    <a:ext uri="{FF2B5EF4-FFF2-40B4-BE49-F238E27FC236}">
                      <a16:creationId xmlns:a16="http://schemas.microsoft.com/office/drawing/2014/main" id="{65491011-2372-306E-257B-7A3B0841A164}"/>
                    </a:ext>
                  </a:extLst>
                </p:cNvPr>
                <p:cNvSpPr/>
                <p:nvPr/>
              </p:nvSpPr>
              <p:spPr>
                <a:xfrm>
                  <a:off x="6067493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1">
                    <a:alpha val="100000"/>
                  </a:srgbClr>
                </a:solidFill>
                <a:ln w="5420" cap="flat">
                  <a:solidFill>
                    <a:srgbClr val="3B3F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0" name="pg410">
                  <a:extLst>
                    <a:ext uri="{FF2B5EF4-FFF2-40B4-BE49-F238E27FC236}">
                      <a16:creationId xmlns:a16="http://schemas.microsoft.com/office/drawing/2014/main" id="{8438A71A-B92E-44AB-87D2-C37D40C45A0C}"/>
                    </a:ext>
                  </a:extLst>
                </p:cNvPr>
                <p:cNvSpPr/>
                <p:nvPr/>
              </p:nvSpPr>
              <p:spPr>
                <a:xfrm>
                  <a:off x="6079130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1">
                    <a:alpha val="100000"/>
                  </a:srgbClr>
                </a:solidFill>
                <a:ln w="5420" cap="flat">
                  <a:solidFill>
                    <a:srgbClr val="3B3F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1" name="pg411">
                  <a:extLst>
                    <a:ext uri="{FF2B5EF4-FFF2-40B4-BE49-F238E27FC236}">
                      <a16:creationId xmlns:a16="http://schemas.microsoft.com/office/drawing/2014/main" id="{79682FC8-C24F-78D9-65CA-A15A8BEA4E60}"/>
                    </a:ext>
                  </a:extLst>
                </p:cNvPr>
                <p:cNvSpPr/>
                <p:nvPr/>
              </p:nvSpPr>
              <p:spPr>
                <a:xfrm>
                  <a:off x="6090768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2" name="pg412">
                  <a:extLst>
                    <a:ext uri="{FF2B5EF4-FFF2-40B4-BE49-F238E27FC236}">
                      <a16:creationId xmlns:a16="http://schemas.microsoft.com/office/drawing/2014/main" id="{864D339D-778A-528C-9F42-694F89F4BC9A}"/>
                    </a:ext>
                  </a:extLst>
                </p:cNvPr>
                <p:cNvSpPr/>
                <p:nvPr/>
              </p:nvSpPr>
              <p:spPr>
                <a:xfrm>
                  <a:off x="6102405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3" name="pg413">
                  <a:extLst>
                    <a:ext uri="{FF2B5EF4-FFF2-40B4-BE49-F238E27FC236}">
                      <a16:creationId xmlns:a16="http://schemas.microsoft.com/office/drawing/2014/main" id="{28A9F342-21FE-029F-E739-F1854D0FDD38}"/>
                    </a:ext>
                  </a:extLst>
                </p:cNvPr>
                <p:cNvSpPr/>
                <p:nvPr/>
              </p:nvSpPr>
              <p:spPr>
                <a:xfrm>
                  <a:off x="6114042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6F">
                    <a:alpha val="100000"/>
                  </a:srgbClr>
                </a:solidFill>
                <a:ln w="5420" cap="flat">
                  <a:solidFill>
                    <a:srgbClr val="3B3E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4" name="pg414">
                  <a:extLst>
                    <a:ext uri="{FF2B5EF4-FFF2-40B4-BE49-F238E27FC236}">
                      <a16:creationId xmlns:a16="http://schemas.microsoft.com/office/drawing/2014/main" id="{D95D7C11-6DA2-12B7-54A9-6B6B0F3DDF6C}"/>
                    </a:ext>
                  </a:extLst>
                </p:cNvPr>
                <p:cNvSpPr/>
                <p:nvPr/>
              </p:nvSpPr>
              <p:spPr>
                <a:xfrm>
                  <a:off x="6125680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5" name="pg415">
                  <a:extLst>
                    <a:ext uri="{FF2B5EF4-FFF2-40B4-BE49-F238E27FC236}">
                      <a16:creationId xmlns:a16="http://schemas.microsoft.com/office/drawing/2014/main" id="{7F710246-397E-9D01-7F0E-D43216E319D5}"/>
                    </a:ext>
                  </a:extLst>
                </p:cNvPr>
                <p:cNvSpPr/>
                <p:nvPr/>
              </p:nvSpPr>
              <p:spPr>
                <a:xfrm>
                  <a:off x="6137317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6" name="pg416">
                  <a:extLst>
                    <a:ext uri="{FF2B5EF4-FFF2-40B4-BE49-F238E27FC236}">
                      <a16:creationId xmlns:a16="http://schemas.microsoft.com/office/drawing/2014/main" id="{0AEB8A40-81A8-DDED-BE78-520294A727CB}"/>
                    </a:ext>
                  </a:extLst>
                </p:cNvPr>
                <p:cNvSpPr/>
                <p:nvPr/>
              </p:nvSpPr>
              <p:spPr>
                <a:xfrm>
                  <a:off x="6148954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7" name="pg417">
                  <a:extLst>
                    <a:ext uri="{FF2B5EF4-FFF2-40B4-BE49-F238E27FC236}">
                      <a16:creationId xmlns:a16="http://schemas.microsoft.com/office/drawing/2014/main" id="{72894B00-FB61-9EAD-EF30-42CDEE9BED2A}"/>
                    </a:ext>
                  </a:extLst>
                </p:cNvPr>
                <p:cNvSpPr/>
                <p:nvPr/>
              </p:nvSpPr>
              <p:spPr>
                <a:xfrm>
                  <a:off x="6160592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C">
                    <a:alpha val="100000"/>
                  </a:srgbClr>
                </a:solidFill>
                <a:ln w="5420" cap="flat">
                  <a:solidFill>
                    <a:srgbClr val="3B3C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8" name="pg418">
                  <a:extLst>
                    <a:ext uri="{FF2B5EF4-FFF2-40B4-BE49-F238E27FC236}">
                      <a16:creationId xmlns:a16="http://schemas.microsoft.com/office/drawing/2014/main" id="{0FCCC451-6BEC-E656-F3CC-014C88EBE6A3}"/>
                    </a:ext>
                  </a:extLst>
                </p:cNvPr>
                <p:cNvSpPr/>
                <p:nvPr/>
              </p:nvSpPr>
              <p:spPr>
                <a:xfrm>
                  <a:off x="6172229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C">
                    <a:alpha val="100000"/>
                  </a:srgbClr>
                </a:solidFill>
                <a:ln w="5420" cap="flat">
                  <a:solidFill>
                    <a:srgbClr val="3B3C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19" name="pg419">
                  <a:extLst>
                    <a:ext uri="{FF2B5EF4-FFF2-40B4-BE49-F238E27FC236}">
                      <a16:creationId xmlns:a16="http://schemas.microsoft.com/office/drawing/2014/main" id="{D66DB098-A61B-9458-9CFD-A78567B5A8EF}"/>
                    </a:ext>
                  </a:extLst>
                </p:cNvPr>
                <p:cNvSpPr/>
                <p:nvPr/>
              </p:nvSpPr>
              <p:spPr>
                <a:xfrm>
                  <a:off x="6230416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B">
                    <a:alpha val="100000"/>
                  </a:srgbClr>
                </a:solidFill>
                <a:ln w="5420" cap="flat">
                  <a:solidFill>
                    <a:srgbClr val="3B3A6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0" name="pg420">
                  <a:extLst>
                    <a:ext uri="{FF2B5EF4-FFF2-40B4-BE49-F238E27FC236}">
                      <a16:creationId xmlns:a16="http://schemas.microsoft.com/office/drawing/2014/main" id="{E57C9AB9-7796-A4B8-C409-A6FCFEF15A49}"/>
                    </a:ext>
                  </a:extLst>
                </p:cNvPr>
                <p:cNvSpPr/>
                <p:nvPr/>
              </p:nvSpPr>
              <p:spPr>
                <a:xfrm>
                  <a:off x="6242053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B">
                    <a:alpha val="100000"/>
                  </a:srgbClr>
                </a:solidFill>
                <a:ln w="5420" cap="flat">
                  <a:solidFill>
                    <a:srgbClr val="3B3A6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1" name="pg421">
                  <a:extLst>
                    <a:ext uri="{FF2B5EF4-FFF2-40B4-BE49-F238E27FC236}">
                      <a16:creationId xmlns:a16="http://schemas.microsoft.com/office/drawing/2014/main" id="{50EFF0E7-E3D3-C9DB-5FF0-A427C19602C4}"/>
                    </a:ext>
                  </a:extLst>
                </p:cNvPr>
                <p:cNvSpPr/>
                <p:nvPr/>
              </p:nvSpPr>
              <p:spPr>
                <a:xfrm>
                  <a:off x="6253690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B">
                    <a:alpha val="100000"/>
                  </a:srgbClr>
                </a:solidFill>
                <a:ln w="5420" cap="flat">
                  <a:solidFill>
                    <a:srgbClr val="3B3B6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2" name="pg422">
                  <a:extLst>
                    <a:ext uri="{FF2B5EF4-FFF2-40B4-BE49-F238E27FC236}">
                      <a16:creationId xmlns:a16="http://schemas.microsoft.com/office/drawing/2014/main" id="{6ABA25E8-B8AF-D3C8-3B7C-8C936D45D280}"/>
                    </a:ext>
                  </a:extLst>
                </p:cNvPr>
                <p:cNvSpPr/>
                <p:nvPr/>
              </p:nvSpPr>
              <p:spPr>
                <a:xfrm>
                  <a:off x="6265328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3" name="pg423">
                  <a:extLst>
                    <a:ext uri="{FF2B5EF4-FFF2-40B4-BE49-F238E27FC236}">
                      <a16:creationId xmlns:a16="http://schemas.microsoft.com/office/drawing/2014/main" id="{ABA1BFB4-5246-BE09-A0C2-37D13330A051}"/>
                    </a:ext>
                  </a:extLst>
                </p:cNvPr>
                <p:cNvSpPr/>
                <p:nvPr/>
              </p:nvSpPr>
              <p:spPr>
                <a:xfrm>
                  <a:off x="6276965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C">
                    <a:alpha val="100000"/>
                  </a:srgbClr>
                </a:solidFill>
                <a:ln w="5420" cap="flat">
                  <a:solidFill>
                    <a:srgbClr val="3B3C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4" name="pg424">
                  <a:extLst>
                    <a:ext uri="{FF2B5EF4-FFF2-40B4-BE49-F238E27FC236}">
                      <a16:creationId xmlns:a16="http://schemas.microsoft.com/office/drawing/2014/main" id="{DD991094-97C6-319C-E6A3-BB1776F4303E}"/>
                    </a:ext>
                  </a:extLst>
                </p:cNvPr>
                <p:cNvSpPr/>
                <p:nvPr/>
              </p:nvSpPr>
              <p:spPr>
                <a:xfrm>
                  <a:off x="6288602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5" name="pg425">
                  <a:extLst>
                    <a:ext uri="{FF2B5EF4-FFF2-40B4-BE49-F238E27FC236}">
                      <a16:creationId xmlns:a16="http://schemas.microsoft.com/office/drawing/2014/main" id="{AAE3F25F-6E38-B360-A213-8E184908C2E5}"/>
                    </a:ext>
                  </a:extLst>
                </p:cNvPr>
                <p:cNvSpPr/>
                <p:nvPr/>
              </p:nvSpPr>
              <p:spPr>
                <a:xfrm>
                  <a:off x="6300240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6" name="pg426">
                  <a:extLst>
                    <a:ext uri="{FF2B5EF4-FFF2-40B4-BE49-F238E27FC236}">
                      <a16:creationId xmlns:a16="http://schemas.microsoft.com/office/drawing/2014/main" id="{F1CF4737-4663-44A4-5EEC-712E6962BF28}"/>
                    </a:ext>
                  </a:extLst>
                </p:cNvPr>
                <p:cNvSpPr/>
                <p:nvPr/>
              </p:nvSpPr>
              <p:spPr>
                <a:xfrm>
                  <a:off x="6311877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7" name="pg427">
                  <a:extLst>
                    <a:ext uri="{FF2B5EF4-FFF2-40B4-BE49-F238E27FC236}">
                      <a16:creationId xmlns:a16="http://schemas.microsoft.com/office/drawing/2014/main" id="{C90B7C58-BC0A-6D54-EFD6-395B77F4C535}"/>
                    </a:ext>
                  </a:extLst>
                </p:cNvPr>
                <p:cNvSpPr/>
                <p:nvPr/>
              </p:nvSpPr>
              <p:spPr>
                <a:xfrm>
                  <a:off x="6323514" y="28079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8" name="pg428">
                  <a:extLst>
                    <a:ext uri="{FF2B5EF4-FFF2-40B4-BE49-F238E27FC236}">
                      <a16:creationId xmlns:a16="http://schemas.microsoft.com/office/drawing/2014/main" id="{9B44B717-CE00-2A20-37B9-5AAEBC2E3C96}"/>
                    </a:ext>
                  </a:extLst>
                </p:cNvPr>
                <p:cNvSpPr/>
                <p:nvPr/>
              </p:nvSpPr>
              <p:spPr>
                <a:xfrm>
                  <a:off x="5264517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29" name="pg429">
                  <a:extLst>
                    <a:ext uri="{FF2B5EF4-FFF2-40B4-BE49-F238E27FC236}">
                      <a16:creationId xmlns:a16="http://schemas.microsoft.com/office/drawing/2014/main" id="{F3A05E03-532C-5C14-60BB-DB9CDB9377E1}"/>
                    </a:ext>
                  </a:extLst>
                </p:cNvPr>
                <p:cNvSpPr/>
                <p:nvPr/>
              </p:nvSpPr>
              <p:spPr>
                <a:xfrm>
                  <a:off x="5276155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0" name="pg430">
                  <a:extLst>
                    <a:ext uri="{FF2B5EF4-FFF2-40B4-BE49-F238E27FC236}">
                      <a16:creationId xmlns:a16="http://schemas.microsoft.com/office/drawing/2014/main" id="{5BA42696-7073-ED7C-6371-E9AE76141D5E}"/>
                    </a:ext>
                  </a:extLst>
                </p:cNvPr>
                <p:cNvSpPr/>
                <p:nvPr/>
              </p:nvSpPr>
              <p:spPr>
                <a:xfrm>
                  <a:off x="5287792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1" name="pg431">
                  <a:extLst>
                    <a:ext uri="{FF2B5EF4-FFF2-40B4-BE49-F238E27FC236}">
                      <a16:creationId xmlns:a16="http://schemas.microsoft.com/office/drawing/2014/main" id="{84A6D0FE-FDC2-3879-3348-AE859FF360A5}"/>
                    </a:ext>
                  </a:extLst>
                </p:cNvPr>
                <p:cNvSpPr/>
                <p:nvPr/>
              </p:nvSpPr>
              <p:spPr>
                <a:xfrm>
                  <a:off x="5299429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2" name="pg432">
                  <a:extLst>
                    <a:ext uri="{FF2B5EF4-FFF2-40B4-BE49-F238E27FC236}">
                      <a16:creationId xmlns:a16="http://schemas.microsoft.com/office/drawing/2014/main" id="{8DDB6C89-0B12-A653-C158-72B648BE88DE}"/>
                    </a:ext>
                  </a:extLst>
                </p:cNvPr>
                <p:cNvSpPr/>
                <p:nvPr/>
              </p:nvSpPr>
              <p:spPr>
                <a:xfrm>
                  <a:off x="6009306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3" name="pg433">
                  <a:extLst>
                    <a:ext uri="{FF2B5EF4-FFF2-40B4-BE49-F238E27FC236}">
                      <a16:creationId xmlns:a16="http://schemas.microsoft.com/office/drawing/2014/main" id="{B3AAA69B-C0AF-3F2C-C1A3-05547C7C4BBD}"/>
                    </a:ext>
                  </a:extLst>
                </p:cNvPr>
                <p:cNvSpPr/>
                <p:nvPr/>
              </p:nvSpPr>
              <p:spPr>
                <a:xfrm>
                  <a:off x="6020944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4" name="pg434">
                  <a:extLst>
                    <a:ext uri="{FF2B5EF4-FFF2-40B4-BE49-F238E27FC236}">
                      <a16:creationId xmlns:a16="http://schemas.microsoft.com/office/drawing/2014/main" id="{39CBEF7C-0809-16EE-BB13-3CABE98E33E7}"/>
                    </a:ext>
                  </a:extLst>
                </p:cNvPr>
                <p:cNvSpPr/>
                <p:nvPr/>
              </p:nvSpPr>
              <p:spPr>
                <a:xfrm>
                  <a:off x="6032581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1">
                    <a:alpha val="100000"/>
                  </a:srgbClr>
                </a:solidFill>
                <a:ln w="5420" cap="flat">
                  <a:solidFill>
                    <a:srgbClr val="3B3E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5" name="pg435">
                  <a:extLst>
                    <a:ext uri="{FF2B5EF4-FFF2-40B4-BE49-F238E27FC236}">
                      <a16:creationId xmlns:a16="http://schemas.microsoft.com/office/drawing/2014/main" id="{EF77239A-C1A8-FCDD-BB50-38A5C6A9B983}"/>
                    </a:ext>
                  </a:extLst>
                </p:cNvPr>
                <p:cNvSpPr/>
                <p:nvPr/>
              </p:nvSpPr>
              <p:spPr>
                <a:xfrm>
                  <a:off x="6044218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1">
                    <a:alpha val="100000"/>
                  </a:srgbClr>
                </a:solidFill>
                <a:ln w="5420" cap="flat">
                  <a:solidFill>
                    <a:srgbClr val="3B3E7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6" name="pg436">
                  <a:extLst>
                    <a:ext uri="{FF2B5EF4-FFF2-40B4-BE49-F238E27FC236}">
                      <a16:creationId xmlns:a16="http://schemas.microsoft.com/office/drawing/2014/main" id="{0DBCA372-9B9F-6726-B27B-67098CFFA4AE}"/>
                    </a:ext>
                  </a:extLst>
                </p:cNvPr>
                <p:cNvSpPr/>
                <p:nvPr/>
              </p:nvSpPr>
              <p:spPr>
                <a:xfrm>
                  <a:off x="6055856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7" name="pg437">
                  <a:extLst>
                    <a:ext uri="{FF2B5EF4-FFF2-40B4-BE49-F238E27FC236}">
                      <a16:creationId xmlns:a16="http://schemas.microsoft.com/office/drawing/2014/main" id="{5C98BDA0-C830-A1B7-FC45-F400460FE3F6}"/>
                    </a:ext>
                  </a:extLst>
                </p:cNvPr>
                <p:cNvSpPr/>
                <p:nvPr/>
              </p:nvSpPr>
              <p:spPr>
                <a:xfrm>
                  <a:off x="6067493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8" name="pg438">
                  <a:extLst>
                    <a:ext uri="{FF2B5EF4-FFF2-40B4-BE49-F238E27FC236}">
                      <a16:creationId xmlns:a16="http://schemas.microsoft.com/office/drawing/2014/main" id="{9361674E-4465-3A89-D2D1-76EBC811DCCB}"/>
                    </a:ext>
                  </a:extLst>
                </p:cNvPr>
                <p:cNvSpPr/>
                <p:nvPr/>
              </p:nvSpPr>
              <p:spPr>
                <a:xfrm>
                  <a:off x="6079130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39" name="pg439">
                  <a:extLst>
                    <a:ext uri="{FF2B5EF4-FFF2-40B4-BE49-F238E27FC236}">
                      <a16:creationId xmlns:a16="http://schemas.microsoft.com/office/drawing/2014/main" id="{B78476FA-CE26-5ECC-2782-ECF852524761}"/>
                    </a:ext>
                  </a:extLst>
                </p:cNvPr>
                <p:cNvSpPr/>
                <p:nvPr/>
              </p:nvSpPr>
              <p:spPr>
                <a:xfrm>
                  <a:off x="6090768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0" name="pg440">
                  <a:extLst>
                    <a:ext uri="{FF2B5EF4-FFF2-40B4-BE49-F238E27FC236}">
                      <a16:creationId xmlns:a16="http://schemas.microsoft.com/office/drawing/2014/main" id="{AD6D3F97-7294-4CC6-2CB6-26A23193AD8B}"/>
                    </a:ext>
                  </a:extLst>
                </p:cNvPr>
                <p:cNvSpPr/>
                <p:nvPr/>
              </p:nvSpPr>
              <p:spPr>
                <a:xfrm>
                  <a:off x="6102405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1" name="pg441">
                  <a:extLst>
                    <a:ext uri="{FF2B5EF4-FFF2-40B4-BE49-F238E27FC236}">
                      <a16:creationId xmlns:a16="http://schemas.microsoft.com/office/drawing/2014/main" id="{0E0DEA83-F0B9-78A0-FE26-72D199873C66}"/>
                    </a:ext>
                  </a:extLst>
                </p:cNvPr>
                <p:cNvSpPr/>
                <p:nvPr/>
              </p:nvSpPr>
              <p:spPr>
                <a:xfrm>
                  <a:off x="6114042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2" name="pg442">
                  <a:extLst>
                    <a:ext uri="{FF2B5EF4-FFF2-40B4-BE49-F238E27FC236}">
                      <a16:creationId xmlns:a16="http://schemas.microsoft.com/office/drawing/2014/main" id="{F0701104-6403-F887-5CAE-9AD69271B7DE}"/>
                    </a:ext>
                  </a:extLst>
                </p:cNvPr>
                <p:cNvSpPr/>
                <p:nvPr/>
              </p:nvSpPr>
              <p:spPr>
                <a:xfrm>
                  <a:off x="6207141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8">
                    <a:alpha val="100000"/>
                  </a:srgbClr>
                </a:solidFill>
                <a:ln w="5420" cap="flat">
                  <a:solidFill>
                    <a:srgbClr val="3B39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3" name="pg443">
                  <a:extLst>
                    <a:ext uri="{FF2B5EF4-FFF2-40B4-BE49-F238E27FC236}">
                      <a16:creationId xmlns:a16="http://schemas.microsoft.com/office/drawing/2014/main" id="{AF951506-4D04-2635-EF20-B0F8061077EB}"/>
                    </a:ext>
                  </a:extLst>
                </p:cNvPr>
                <p:cNvSpPr/>
                <p:nvPr/>
              </p:nvSpPr>
              <p:spPr>
                <a:xfrm>
                  <a:off x="6218778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8">
                    <a:alpha val="100000"/>
                  </a:srgbClr>
                </a:solidFill>
                <a:ln w="5420" cap="flat">
                  <a:solidFill>
                    <a:srgbClr val="3B39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4" name="pg444">
                  <a:extLst>
                    <a:ext uri="{FF2B5EF4-FFF2-40B4-BE49-F238E27FC236}">
                      <a16:creationId xmlns:a16="http://schemas.microsoft.com/office/drawing/2014/main" id="{91B3CED1-C3CC-11F5-8FB0-FD3EC244D9C9}"/>
                    </a:ext>
                  </a:extLst>
                </p:cNvPr>
                <p:cNvSpPr/>
                <p:nvPr/>
              </p:nvSpPr>
              <p:spPr>
                <a:xfrm>
                  <a:off x="6230416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8">
                    <a:alpha val="100000"/>
                  </a:srgbClr>
                </a:solidFill>
                <a:ln w="5420" cap="flat">
                  <a:solidFill>
                    <a:srgbClr val="3B39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5" name="pg445">
                  <a:extLst>
                    <a:ext uri="{FF2B5EF4-FFF2-40B4-BE49-F238E27FC236}">
                      <a16:creationId xmlns:a16="http://schemas.microsoft.com/office/drawing/2014/main" id="{A5A5CC7D-51DF-4A13-853B-81367F73DB3A}"/>
                    </a:ext>
                  </a:extLst>
                </p:cNvPr>
                <p:cNvSpPr/>
                <p:nvPr/>
              </p:nvSpPr>
              <p:spPr>
                <a:xfrm>
                  <a:off x="6242053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8">
                    <a:alpha val="100000"/>
                  </a:srgbClr>
                </a:solidFill>
                <a:ln w="5420" cap="flat">
                  <a:solidFill>
                    <a:srgbClr val="3B39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6" name="pg446">
                  <a:extLst>
                    <a:ext uri="{FF2B5EF4-FFF2-40B4-BE49-F238E27FC236}">
                      <a16:creationId xmlns:a16="http://schemas.microsoft.com/office/drawing/2014/main" id="{FBC4DA65-54C9-A84C-97C5-2AF960492DDB}"/>
                    </a:ext>
                  </a:extLst>
                </p:cNvPr>
                <p:cNvSpPr/>
                <p:nvPr/>
              </p:nvSpPr>
              <p:spPr>
                <a:xfrm>
                  <a:off x="6253690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7" name="pg447">
                  <a:extLst>
                    <a:ext uri="{FF2B5EF4-FFF2-40B4-BE49-F238E27FC236}">
                      <a16:creationId xmlns:a16="http://schemas.microsoft.com/office/drawing/2014/main" id="{6C92930C-9220-0C60-8073-C241676EBD5C}"/>
                    </a:ext>
                  </a:extLst>
                </p:cNvPr>
                <p:cNvSpPr/>
                <p:nvPr/>
              </p:nvSpPr>
              <p:spPr>
                <a:xfrm>
                  <a:off x="6265328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8" name="pg448">
                  <a:extLst>
                    <a:ext uri="{FF2B5EF4-FFF2-40B4-BE49-F238E27FC236}">
                      <a16:creationId xmlns:a16="http://schemas.microsoft.com/office/drawing/2014/main" id="{4BC68067-F57C-4F23-FD9B-B085D55F0481}"/>
                    </a:ext>
                  </a:extLst>
                </p:cNvPr>
                <p:cNvSpPr/>
                <p:nvPr/>
              </p:nvSpPr>
              <p:spPr>
                <a:xfrm>
                  <a:off x="6276965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49" name="pg449">
                  <a:extLst>
                    <a:ext uri="{FF2B5EF4-FFF2-40B4-BE49-F238E27FC236}">
                      <a16:creationId xmlns:a16="http://schemas.microsoft.com/office/drawing/2014/main" id="{70B4B53B-B625-A588-0781-FD4FCD5E4B0A}"/>
                    </a:ext>
                  </a:extLst>
                </p:cNvPr>
                <p:cNvSpPr/>
                <p:nvPr/>
              </p:nvSpPr>
              <p:spPr>
                <a:xfrm>
                  <a:off x="6288602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B">
                    <a:alpha val="100000"/>
                  </a:srgbClr>
                </a:solidFill>
                <a:ln w="5420" cap="flat">
                  <a:solidFill>
                    <a:srgbClr val="3B3B6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0" name="pg450">
                  <a:extLst>
                    <a:ext uri="{FF2B5EF4-FFF2-40B4-BE49-F238E27FC236}">
                      <a16:creationId xmlns:a16="http://schemas.microsoft.com/office/drawing/2014/main" id="{81621568-3DA6-4DB3-2787-C924BD3A193A}"/>
                    </a:ext>
                  </a:extLst>
                </p:cNvPr>
                <p:cNvSpPr/>
                <p:nvPr/>
              </p:nvSpPr>
              <p:spPr>
                <a:xfrm>
                  <a:off x="6300240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1" name="pg451">
                  <a:extLst>
                    <a:ext uri="{FF2B5EF4-FFF2-40B4-BE49-F238E27FC236}">
                      <a16:creationId xmlns:a16="http://schemas.microsoft.com/office/drawing/2014/main" id="{8B9B4537-22A5-F4C6-F2CB-68FF8EDCC119}"/>
                    </a:ext>
                  </a:extLst>
                </p:cNvPr>
                <p:cNvSpPr/>
                <p:nvPr/>
              </p:nvSpPr>
              <p:spPr>
                <a:xfrm>
                  <a:off x="6311877" y="28222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2" name="pg452">
                  <a:extLst>
                    <a:ext uri="{FF2B5EF4-FFF2-40B4-BE49-F238E27FC236}">
                      <a16:creationId xmlns:a16="http://schemas.microsoft.com/office/drawing/2014/main" id="{7CB9A2D2-8576-A9E6-386C-0993B321B72B}"/>
                    </a:ext>
                  </a:extLst>
                </p:cNvPr>
                <p:cNvSpPr/>
                <p:nvPr/>
              </p:nvSpPr>
              <p:spPr>
                <a:xfrm>
                  <a:off x="5892933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3" name="pg453">
                  <a:extLst>
                    <a:ext uri="{FF2B5EF4-FFF2-40B4-BE49-F238E27FC236}">
                      <a16:creationId xmlns:a16="http://schemas.microsoft.com/office/drawing/2014/main" id="{7FF4AE99-2490-5CB5-676E-3C4DFA420835}"/>
                    </a:ext>
                  </a:extLst>
                </p:cNvPr>
                <p:cNvSpPr/>
                <p:nvPr/>
              </p:nvSpPr>
              <p:spPr>
                <a:xfrm>
                  <a:off x="5904570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4">
                    <a:alpha val="100000"/>
                  </a:srgbClr>
                </a:solidFill>
                <a:ln w="5420" cap="flat">
                  <a:solidFill>
                    <a:srgbClr val="3A356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4" name="pg454">
                  <a:extLst>
                    <a:ext uri="{FF2B5EF4-FFF2-40B4-BE49-F238E27FC236}">
                      <a16:creationId xmlns:a16="http://schemas.microsoft.com/office/drawing/2014/main" id="{B314A355-4EA6-B206-E95F-24FF6DBAD025}"/>
                    </a:ext>
                  </a:extLst>
                </p:cNvPr>
                <p:cNvSpPr/>
                <p:nvPr/>
              </p:nvSpPr>
              <p:spPr>
                <a:xfrm>
                  <a:off x="5916208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5" name="pg455">
                  <a:extLst>
                    <a:ext uri="{FF2B5EF4-FFF2-40B4-BE49-F238E27FC236}">
                      <a16:creationId xmlns:a16="http://schemas.microsoft.com/office/drawing/2014/main" id="{0316C722-8739-541A-0E9D-AFA8D94832EC}"/>
                    </a:ext>
                  </a:extLst>
                </p:cNvPr>
                <p:cNvSpPr/>
                <p:nvPr/>
              </p:nvSpPr>
              <p:spPr>
                <a:xfrm>
                  <a:off x="5927845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868">
                    <a:alpha val="100000"/>
                  </a:srgbClr>
                </a:solidFill>
                <a:ln w="5420" cap="flat">
                  <a:solidFill>
                    <a:srgbClr val="3B38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6" name="pg456">
                  <a:extLst>
                    <a:ext uri="{FF2B5EF4-FFF2-40B4-BE49-F238E27FC236}">
                      <a16:creationId xmlns:a16="http://schemas.microsoft.com/office/drawing/2014/main" id="{99335EFC-0CAB-3E91-8217-0BAA09F5DC10}"/>
                    </a:ext>
                  </a:extLst>
                </p:cNvPr>
                <p:cNvSpPr/>
                <p:nvPr/>
              </p:nvSpPr>
              <p:spPr>
                <a:xfrm>
                  <a:off x="5939482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7" name="pg457">
                  <a:extLst>
                    <a:ext uri="{FF2B5EF4-FFF2-40B4-BE49-F238E27FC236}">
                      <a16:creationId xmlns:a16="http://schemas.microsoft.com/office/drawing/2014/main" id="{99CC866D-A4BD-E698-9637-54C92207FD6E}"/>
                    </a:ext>
                  </a:extLst>
                </p:cNvPr>
                <p:cNvSpPr/>
                <p:nvPr/>
              </p:nvSpPr>
              <p:spPr>
                <a:xfrm>
                  <a:off x="5951120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8" name="pg458">
                  <a:extLst>
                    <a:ext uri="{FF2B5EF4-FFF2-40B4-BE49-F238E27FC236}">
                      <a16:creationId xmlns:a16="http://schemas.microsoft.com/office/drawing/2014/main" id="{DD1255DA-97A6-1E2F-E448-2F6408DD808F}"/>
                    </a:ext>
                  </a:extLst>
                </p:cNvPr>
                <p:cNvSpPr/>
                <p:nvPr/>
              </p:nvSpPr>
              <p:spPr>
                <a:xfrm>
                  <a:off x="5962757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B">
                    <a:alpha val="100000"/>
                  </a:srgbClr>
                </a:solidFill>
                <a:ln w="5420" cap="flat">
                  <a:solidFill>
                    <a:srgbClr val="3B3B6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59" name="pg459">
                  <a:extLst>
                    <a:ext uri="{FF2B5EF4-FFF2-40B4-BE49-F238E27FC236}">
                      <a16:creationId xmlns:a16="http://schemas.microsoft.com/office/drawing/2014/main" id="{7016F16B-B36A-AC36-4B6C-159DAF3151DA}"/>
                    </a:ext>
                  </a:extLst>
                </p:cNvPr>
                <p:cNvSpPr/>
                <p:nvPr/>
              </p:nvSpPr>
              <p:spPr>
                <a:xfrm>
                  <a:off x="5974394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C">
                    <a:alpha val="100000"/>
                  </a:srgbClr>
                </a:solidFill>
                <a:ln w="5420" cap="flat">
                  <a:solidFill>
                    <a:srgbClr val="3B3C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0" name="pg460">
                  <a:extLst>
                    <a:ext uri="{FF2B5EF4-FFF2-40B4-BE49-F238E27FC236}">
                      <a16:creationId xmlns:a16="http://schemas.microsoft.com/office/drawing/2014/main" id="{43637C19-2B8C-30A2-CBC7-DEE604FE7974}"/>
                    </a:ext>
                  </a:extLst>
                </p:cNvPr>
                <p:cNvSpPr/>
                <p:nvPr/>
              </p:nvSpPr>
              <p:spPr>
                <a:xfrm>
                  <a:off x="5986032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1" name="pg461">
                  <a:extLst>
                    <a:ext uri="{FF2B5EF4-FFF2-40B4-BE49-F238E27FC236}">
                      <a16:creationId xmlns:a16="http://schemas.microsoft.com/office/drawing/2014/main" id="{C1865061-DA5A-0B4F-8668-206AE5157817}"/>
                    </a:ext>
                  </a:extLst>
                </p:cNvPr>
                <p:cNvSpPr/>
                <p:nvPr/>
              </p:nvSpPr>
              <p:spPr>
                <a:xfrm>
                  <a:off x="5997669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2" name="pg462">
                  <a:extLst>
                    <a:ext uri="{FF2B5EF4-FFF2-40B4-BE49-F238E27FC236}">
                      <a16:creationId xmlns:a16="http://schemas.microsoft.com/office/drawing/2014/main" id="{9F7685EC-5B64-FF3D-124F-9AAD047A7520}"/>
                    </a:ext>
                  </a:extLst>
                </p:cNvPr>
                <p:cNvSpPr/>
                <p:nvPr/>
              </p:nvSpPr>
              <p:spPr>
                <a:xfrm>
                  <a:off x="6009306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3" name="pg463">
                  <a:extLst>
                    <a:ext uri="{FF2B5EF4-FFF2-40B4-BE49-F238E27FC236}">
                      <a16:creationId xmlns:a16="http://schemas.microsoft.com/office/drawing/2014/main" id="{B6F23811-F83F-CB76-D0B3-5A989B4B5EE0}"/>
                    </a:ext>
                  </a:extLst>
                </p:cNvPr>
                <p:cNvSpPr/>
                <p:nvPr/>
              </p:nvSpPr>
              <p:spPr>
                <a:xfrm>
                  <a:off x="6020944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6F">
                    <a:alpha val="100000"/>
                  </a:srgbClr>
                </a:solidFill>
                <a:ln w="5420" cap="flat">
                  <a:solidFill>
                    <a:srgbClr val="3B3E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4" name="pg464">
                  <a:extLst>
                    <a:ext uri="{FF2B5EF4-FFF2-40B4-BE49-F238E27FC236}">
                      <a16:creationId xmlns:a16="http://schemas.microsoft.com/office/drawing/2014/main" id="{3B9A6047-FD7D-D78A-6E52-48CFB1B3EB12}"/>
                    </a:ext>
                  </a:extLst>
                </p:cNvPr>
                <p:cNvSpPr/>
                <p:nvPr/>
              </p:nvSpPr>
              <p:spPr>
                <a:xfrm>
                  <a:off x="6032581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5" name="pg465">
                  <a:extLst>
                    <a:ext uri="{FF2B5EF4-FFF2-40B4-BE49-F238E27FC236}">
                      <a16:creationId xmlns:a16="http://schemas.microsoft.com/office/drawing/2014/main" id="{E6648FE3-C84A-740A-47FE-44D28D66F107}"/>
                    </a:ext>
                  </a:extLst>
                </p:cNvPr>
                <p:cNvSpPr/>
                <p:nvPr/>
              </p:nvSpPr>
              <p:spPr>
                <a:xfrm>
                  <a:off x="6044218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6" name="pg466">
                  <a:extLst>
                    <a:ext uri="{FF2B5EF4-FFF2-40B4-BE49-F238E27FC236}">
                      <a16:creationId xmlns:a16="http://schemas.microsoft.com/office/drawing/2014/main" id="{953B65D6-E6D6-3830-4D11-AF779953F2EF}"/>
                    </a:ext>
                  </a:extLst>
                </p:cNvPr>
                <p:cNvSpPr/>
                <p:nvPr/>
              </p:nvSpPr>
              <p:spPr>
                <a:xfrm>
                  <a:off x="6055856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6F">
                    <a:alpha val="100000"/>
                  </a:srgbClr>
                </a:solidFill>
                <a:ln w="5420" cap="flat">
                  <a:solidFill>
                    <a:srgbClr val="3B3E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7" name="pg467">
                  <a:extLst>
                    <a:ext uri="{FF2B5EF4-FFF2-40B4-BE49-F238E27FC236}">
                      <a16:creationId xmlns:a16="http://schemas.microsoft.com/office/drawing/2014/main" id="{D2092DEB-238D-FC2A-275A-73D64EA7B1BC}"/>
                    </a:ext>
                  </a:extLst>
                </p:cNvPr>
                <p:cNvSpPr/>
                <p:nvPr/>
              </p:nvSpPr>
              <p:spPr>
                <a:xfrm>
                  <a:off x="6067493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8" name="pg468">
                  <a:extLst>
                    <a:ext uri="{FF2B5EF4-FFF2-40B4-BE49-F238E27FC236}">
                      <a16:creationId xmlns:a16="http://schemas.microsoft.com/office/drawing/2014/main" id="{9741203F-7FE7-DE92-81C2-8F60701B0943}"/>
                    </a:ext>
                  </a:extLst>
                </p:cNvPr>
                <p:cNvSpPr/>
                <p:nvPr/>
              </p:nvSpPr>
              <p:spPr>
                <a:xfrm>
                  <a:off x="6079130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69" name="pg469">
                  <a:extLst>
                    <a:ext uri="{FF2B5EF4-FFF2-40B4-BE49-F238E27FC236}">
                      <a16:creationId xmlns:a16="http://schemas.microsoft.com/office/drawing/2014/main" id="{66DA90A6-7E57-93AE-924A-B3226D664204}"/>
                    </a:ext>
                  </a:extLst>
                </p:cNvPr>
                <p:cNvSpPr/>
                <p:nvPr/>
              </p:nvSpPr>
              <p:spPr>
                <a:xfrm>
                  <a:off x="6090768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0" name="pg470">
                  <a:extLst>
                    <a:ext uri="{FF2B5EF4-FFF2-40B4-BE49-F238E27FC236}">
                      <a16:creationId xmlns:a16="http://schemas.microsoft.com/office/drawing/2014/main" id="{010113D0-6D15-C8BA-BE55-E602376567E8}"/>
                    </a:ext>
                  </a:extLst>
                </p:cNvPr>
                <p:cNvSpPr/>
                <p:nvPr/>
              </p:nvSpPr>
              <p:spPr>
                <a:xfrm>
                  <a:off x="6102405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1" name="pg471">
                  <a:extLst>
                    <a:ext uri="{FF2B5EF4-FFF2-40B4-BE49-F238E27FC236}">
                      <a16:creationId xmlns:a16="http://schemas.microsoft.com/office/drawing/2014/main" id="{E5AA96CA-C4F7-B516-EFB1-51BD482E2D7C}"/>
                    </a:ext>
                  </a:extLst>
                </p:cNvPr>
                <p:cNvSpPr/>
                <p:nvPr/>
              </p:nvSpPr>
              <p:spPr>
                <a:xfrm>
                  <a:off x="6114042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2" name="pg472">
                  <a:extLst>
                    <a:ext uri="{FF2B5EF4-FFF2-40B4-BE49-F238E27FC236}">
                      <a16:creationId xmlns:a16="http://schemas.microsoft.com/office/drawing/2014/main" id="{B390FCCA-A0B3-E08C-842C-1167A5DAADC2}"/>
                    </a:ext>
                  </a:extLst>
                </p:cNvPr>
                <p:cNvSpPr/>
                <p:nvPr/>
              </p:nvSpPr>
              <p:spPr>
                <a:xfrm>
                  <a:off x="6183866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7">
                    <a:alpha val="100000"/>
                  </a:srgbClr>
                </a:solidFill>
                <a:ln w="5420" cap="flat">
                  <a:solidFill>
                    <a:srgbClr val="3B376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3" name="pg473">
                  <a:extLst>
                    <a:ext uri="{FF2B5EF4-FFF2-40B4-BE49-F238E27FC236}">
                      <a16:creationId xmlns:a16="http://schemas.microsoft.com/office/drawing/2014/main" id="{A1564E16-AEE9-B301-40E5-A6ACFBB7CC18}"/>
                    </a:ext>
                  </a:extLst>
                </p:cNvPr>
                <p:cNvSpPr/>
                <p:nvPr/>
              </p:nvSpPr>
              <p:spPr>
                <a:xfrm>
                  <a:off x="6195504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4" name="pg474">
                  <a:extLst>
                    <a:ext uri="{FF2B5EF4-FFF2-40B4-BE49-F238E27FC236}">
                      <a16:creationId xmlns:a16="http://schemas.microsoft.com/office/drawing/2014/main" id="{3F9F6068-EE8E-8496-3BF4-351F7C90E066}"/>
                    </a:ext>
                  </a:extLst>
                </p:cNvPr>
                <p:cNvSpPr/>
                <p:nvPr/>
              </p:nvSpPr>
              <p:spPr>
                <a:xfrm>
                  <a:off x="6207141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5" name="pg475">
                  <a:extLst>
                    <a:ext uri="{FF2B5EF4-FFF2-40B4-BE49-F238E27FC236}">
                      <a16:creationId xmlns:a16="http://schemas.microsoft.com/office/drawing/2014/main" id="{1DD19335-C60A-C8D3-CEE9-D804EEFFFD40}"/>
                    </a:ext>
                  </a:extLst>
                </p:cNvPr>
                <p:cNvSpPr/>
                <p:nvPr/>
              </p:nvSpPr>
              <p:spPr>
                <a:xfrm>
                  <a:off x="6218778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6" name="pg476">
                  <a:extLst>
                    <a:ext uri="{FF2B5EF4-FFF2-40B4-BE49-F238E27FC236}">
                      <a16:creationId xmlns:a16="http://schemas.microsoft.com/office/drawing/2014/main" id="{0BB124A8-9CAB-62DC-B300-DED5070CDCB2}"/>
                    </a:ext>
                  </a:extLst>
                </p:cNvPr>
                <p:cNvSpPr/>
                <p:nvPr/>
              </p:nvSpPr>
              <p:spPr>
                <a:xfrm>
                  <a:off x="6230416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7" name="pg477">
                  <a:extLst>
                    <a:ext uri="{FF2B5EF4-FFF2-40B4-BE49-F238E27FC236}">
                      <a16:creationId xmlns:a16="http://schemas.microsoft.com/office/drawing/2014/main" id="{98D48E7D-4B1D-F8BB-7223-4F503B73B19E}"/>
                    </a:ext>
                  </a:extLst>
                </p:cNvPr>
                <p:cNvSpPr/>
                <p:nvPr/>
              </p:nvSpPr>
              <p:spPr>
                <a:xfrm>
                  <a:off x="6242053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8" name="pg478">
                  <a:extLst>
                    <a:ext uri="{FF2B5EF4-FFF2-40B4-BE49-F238E27FC236}">
                      <a16:creationId xmlns:a16="http://schemas.microsoft.com/office/drawing/2014/main" id="{F77F0E2C-CF47-B547-6D79-FE921AAC40E3}"/>
                    </a:ext>
                  </a:extLst>
                </p:cNvPr>
                <p:cNvSpPr/>
                <p:nvPr/>
              </p:nvSpPr>
              <p:spPr>
                <a:xfrm>
                  <a:off x="6253690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79" name="pg479">
                  <a:extLst>
                    <a:ext uri="{FF2B5EF4-FFF2-40B4-BE49-F238E27FC236}">
                      <a16:creationId xmlns:a16="http://schemas.microsoft.com/office/drawing/2014/main" id="{C6021E24-8ADE-A2DE-7B3B-7D7A26D1D84D}"/>
                    </a:ext>
                  </a:extLst>
                </p:cNvPr>
                <p:cNvSpPr/>
                <p:nvPr/>
              </p:nvSpPr>
              <p:spPr>
                <a:xfrm>
                  <a:off x="6265328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867">
                    <a:alpha val="100000"/>
                  </a:srgbClr>
                </a:solidFill>
                <a:ln w="5420" cap="flat">
                  <a:solidFill>
                    <a:srgbClr val="3B386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0" name="pg480">
                  <a:extLst>
                    <a:ext uri="{FF2B5EF4-FFF2-40B4-BE49-F238E27FC236}">
                      <a16:creationId xmlns:a16="http://schemas.microsoft.com/office/drawing/2014/main" id="{4590F330-D98C-86EA-25AC-01A92F47E3D8}"/>
                    </a:ext>
                  </a:extLst>
                </p:cNvPr>
                <p:cNvSpPr/>
                <p:nvPr/>
              </p:nvSpPr>
              <p:spPr>
                <a:xfrm>
                  <a:off x="6276965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868">
                    <a:alpha val="100000"/>
                  </a:srgbClr>
                </a:solidFill>
                <a:ln w="5420" cap="flat">
                  <a:solidFill>
                    <a:srgbClr val="3B38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1" name="pg481">
                  <a:extLst>
                    <a:ext uri="{FF2B5EF4-FFF2-40B4-BE49-F238E27FC236}">
                      <a16:creationId xmlns:a16="http://schemas.microsoft.com/office/drawing/2014/main" id="{8DCD7DDC-A958-99D9-233F-BE79D6369EE5}"/>
                    </a:ext>
                  </a:extLst>
                </p:cNvPr>
                <p:cNvSpPr/>
                <p:nvPr/>
              </p:nvSpPr>
              <p:spPr>
                <a:xfrm>
                  <a:off x="6288602" y="28365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2" name="pg482">
                  <a:extLst>
                    <a:ext uri="{FF2B5EF4-FFF2-40B4-BE49-F238E27FC236}">
                      <a16:creationId xmlns:a16="http://schemas.microsoft.com/office/drawing/2014/main" id="{D33EAE4A-1BD9-4134-D7F0-3DE50C3AE372}"/>
                    </a:ext>
                  </a:extLst>
                </p:cNvPr>
                <p:cNvSpPr/>
                <p:nvPr/>
              </p:nvSpPr>
              <p:spPr>
                <a:xfrm>
                  <a:off x="5881296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3" name="pg483">
                  <a:extLst>
                    <a:ext uri="{FF2B5EF4-FFF2-40B4-BE49-F238E27FC236}">
                      <a16:creationId xmlns:a16="http://schemas.microsoft.com/office/drawing/2014/main" id="{04DA1A1F-5EE2-5A74-0999-6981F0B5A408}"/>
                    </a:ext>
                  </a:extLst>
                </p:cNvPr>
                <p:cNvSpPr/>
                <p:nvPr/>
              </p:nvSpPr>
              <p:spPr>
                <a:xfrm>
                  <a:off x="5892933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60">
                    <a:alpha val="100000"/>
                  </a:srgbClr>
                </a:solidFill>
                <a:ln w="5420" cap="flat">
                  <a:solidFill>
                    <a:srgbClr val="3A32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4" name="pg484">
                  <a:extLst>
                    <a:ext uri="{FF2B5EF4-FFF2-40B4-BE49-F238E27FC236}">
                      <a16:creationId xmlns:a16="http://schemas.microsoft.com/office/drawing/2014/main" id="{88FBFE80-78C8-AF0E-A8E6-01598C258BE4}"/>
                    </a:ext>
                  </a:extLst>
                </p:cNvPr>
                <p:cNvSpPr/>
                <p:nvPr/>
              </p:nvSpPr>
              <p:spPr>
                <a:xfrm>
                  <a:off x="5904570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1">
                    <a:alpha val="100000"/>
                  </a:srgbClr>
                </a:solidFill>
                <a:ln w="5420" cap="flat">
                  <a:solidFill>
                    <a:srgbClr val="3A33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5" name="pg485">
                  <a:extLst>
                    <a:ext uri="{FF2B5EF4-FFF2-40B4-BE49-F238E27FC236}">
                      <a16:creationId xmlns:a16="http://schemas.microsoft.com/office/drawing/2014/main" id="{C81C2623-345A-A3FF-867B-6F9CF23F3A5F}"/>
                    </a:ext>
                  </a:extLst>
                </p:cNvPr>
                <p:cNvSpPr/>
                <p:nvPr/>
              </p:nvSpPr>
              <p:spPr>
                <a:xfrm>
                  <a:off x="5916208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664">
                    <a:alpha val="100000"/>
                  </a:srgbClr>
                </a:solidFill>
                <a:ln w="5420" cap="flat">
                  <a:solidFill>
                    <a:srgbClr val="3A366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6" name="pg486">
                  <a:extLst>
                    <a:ext uri="{FF2B5EF4-FFF2-40B4-BE49-F238E27FC236}">
                      <a16:creationId xmlns:a16="http://schemas.microsoft.com/office/drawing/2014/main" id="{A56F2C70-EC10-9B81-3CCF-CEB1B2E8024D}"/>
                    </a:ext>
                  </a:extLst>
                </p:cNvPr>
                <p:cNvSpPr/>
                <p:nvPr/>
              </p:nvSpPr>
              <p:spPr>
                <a:xfrm>
                  <a:off x="5927845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7" name="pg487">
                  <a:extLst>
                    <a:ext uri="{FF2B5EF4-FFF2-40B4-BE49-F238E27FC236}">
                      <a16:creationId xmlns:a16="http://schemas.microsoft.com/office/drawing/2014/main" id="{5388A8A2-7036-B96F-447F-4BE2FE3F8B47}"/>
                    </a:ext>
                  </a:extLst>
                </p:cNvPr>
                <p:cNvSpPr/>
                <p:nvPr/>
              </p:nvSpPr>
              <p:spPr>
                <a:xfrm>
                  <a:off x="5939482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867">
                    <a:alpha val="100000"/>
                  </a:srgbClr>
                </a:solidFill>
                <a:ln w="5420" cap="flat">
                  <a:solidFill>
                    <a:srgbClr val="3B386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8" name="pg488">
                  <a:extLst>
                    <a:ext uri="{FF2B5EF4-FFF2-40B4-BE49-F238E27FC236}">
                      <a16:creationId xmlns:a16="http://schemas.microsoft.com/office/drawing/2014/main" id="{BA6AEB6D-A52B-76CB-3585-CEC50A2A3BC7}"/>
                    </a:ext>
                  </a:extLst>
                </p:cNvPr>
                <p:cNvSpPr/>
                <p:nvPr/>
              </p:nvSpPr>
              <p:spPr>
                <a:xfrm>
                  <a:off x="5951120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89" name="pg489">
                  <a:extLst>
                    <a:ext uri="{FF2B5EF4-FFF2-40B4-BE49-F238E27FC236}">
                      <a16:creationId xmlns:a16="http://schemas.microsoft.com/office/drawing/2014/main" id="{D4C6DE9B-A0F5-39F5-835E-51DB0909C1F3}"/>
                    </a:ext>
                  </a:extLst>
                </p:cNvPr>
                <p:cNvSpPr/>
                <p:nvPr/>
              </p:nvSpPr>
              <p:spPr>
                <a:xfrm>
                  <a:off x="5962757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0" name="pg490">
                  <a:extLst>
                    <a:ext uri="{FF2B5EF4-FFF2-40B4-BE49-F238E27FC236}">
                      <a16:creationId xmlns:a16="http://schemas.microsoft.com/office/drawing/2014/main" id="{C6462A82-E69A-FC8E-C109-6A63D6CD460A}"/>
                    </a:ext>
                  </a:extLst>
                </p:cNvPr>
                <p:cNvSpPr/>
                <p:nvPr/>
              </p:nvSpPr>
              <p:spPr>
                <a:xfrm>
                  <a:off x="5974394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B">
                    <a:alpha val="100000"/>
                  </a:srgbClr>
                </a:solidFill>
                <a:ln w="5420" cap="flat">
                  <a:solidFill>
                    <a:srgbClr val="3B3B6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1" name="pg491">
                  <a:extLst>
                    <a:ext uri="{FF2B5EF4-FFF2-40B4-BE49-F238E27FC236}">
                      <a16:creationId xmlns:a16="http://schemas.microsoft.com/office/drawing/2014/main" id="{96A36CBC-6FB3-787C-097C-CB8C6B31B7A5}"/>
                    </a:ext>
                  </a:extLst>
                </p:cNvPr>
                <p:cNvSpPr/>
                <p:nvPr/>
              </p:nvSpPr>
              <p:spPr>
                <a:xfrm>
                  <a:off x="5986032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C">
                    <a:alpha val="100000"/>
                  </a:srgbClr>
                </a:solidFill>
                <a:ln w="5420" cap="flat">
                  <a:solidFill>
                    <a:srgbClr val="3B3C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2" name="pg492">
                  <a:extLst>
                    <a:ext uri="{FF2B5EF4-FFF2-40B4-BE49-F238E27FC236}">
                      <a16:creationId xmlns:a16="http://schemas.microsoft.com/office/drawing/2014/main" id="{53F1397C-AA07-44B3-249F-1453DDE7BDB7}"/>
                    </a:ext>
                  </a:extLst>
                </p:cNvPr>
                <p:cNvSpPr/>
                <p:nvPr/>
              </p:nvSpPr>
              <p:spPr>
                <a:xfrm>
                  <a:off x="5997669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3" name="pg493">
                  <a:extLst>
                    <a:ext uri="{FF2B5EF4-FFF2-40B4-BE49-F238E27FC236}">
                      <a16:creationId xmlns:a16="http://schemas.microsoft.com/office/drawing/2014/main" id="{DABB9CEA-A6C4-2534-9395-F8FBEDE8A3C3}"/>
                    </a:ext>
                  </a:extLst>
                </p:cNvPr>
                <p:cNvSpPr/>
                <p:nvPr/>
              </p:nvSpPr>
              <p:spPr>
                <a:xfrm>
                  <a:off x="6009306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4" name="pg494">
                  <a:extLst>
                    <a:ext uri="{FF2B5EF4-FFF2-40B4-BE49-F238E27FC236}">
                      <a16:creationId xmlns:a16="http://schemas.microsoft.com/office/drawing/2014/main" id="{1357A668-AF8D-AACA-741D-5FC9D2FCE038}"/>
                    </a:ext>
                  </a:extLst>
                </p:cNvPr>
                <p:cNvSpPr/>
                <p:nvPr/>
              </p:nvSpPr>
              <p:spPr>
                <a:xfrm>
                  <a:off x="6020944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5" name="pg495">
                  <a:extLst>
                    <a:ext uri="{FF2B5EF4-FFF2-40B4-BE49-F238E27FC236}">
                      <a16:creationId xmlns:a16="http://schemas.microsoft.com/office/drawing/2014/main" id="{F66046AD-6C09-833C-A8EA-8BFF9F1C9D6E}"/>
                    </a:ext>
                  </a:extLst>
                </p:cNvPr>
                <p:cNvSpPr/>
                <p:nvPr/>
              </p:nvSpPr>
              <p:spPr>
                <a:xfrm>
                  <a:off x="6032581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6" name="pg496">
                  <a:extLst>
                    <a:ext uri="{FF2B5EF4-FFF2-40B4-BE49-F238E27FC236}">
                      <a16:creationId xmlns:a16="http://schemas.microsoft.com/office/drawing/2014/main" id="{CEEED27C-B265-ABDE-CF1B-20322FAA366C}"/>
                    </a:ext>
                  </a:extLst>
                </p:cNvPr>
                <p:cNvSpPr/>
                <p:nvPr/>
              </p:nvSpPr>
              <p:spPr>
                <a:xfrm>
                  <a:off x="6044218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7" name="pg497">
                  <a:extLst>
                    <a:ext uri="{FF2B5EF4-FFF2-40B4-BE49-F238E27FC236}">
                      <a16:creationId xmlns:a16="http://schemas.microsoft.com/office/drawing/2014/main" id="{B10DCB68-B28C-145C-7147-49E663E39CE6}"/>
                    </a:ext>
                  </a:extLst>
                </p:cNvPr>
                <p:cNvSpPr/>
                <p:nvPr/>
              </p:nvSpPr>
              <p:spPr>
                <a:xfrm>
                  <a:off x="6055856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F">
                    <a:alpha val="100000"/>
                  </a:srgbClr>
                </a:solidFill>
                <a:ln w="5420" cap="flat">
                  <a:solidFill>
                    <a:srgbClr val="3B3D6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8" name="pg498">
                  <a:extLst>
                    <a:ext uri="{FF2B5EF4-FFF2-40B4-BE49-F238E27FC236}">
                      <a16:creationId xmlns:a16="http://schemas.microsoft.com/office/drawing/2014/main" id="{DE3CE66F-651A-BC29-3CAC-2D3B6DAA9040}"/>
                    </a:ext>
                  </a:extLst>
                </p:cNvPr>
                <p:cNvSpPr/>
                <p:nvPr/>
              </p:nvSpPr>
              <p:spPr>
                <a:xfrm>
                  <a:off x="6067493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99" name="pg499">
                  <a:extLst>
                    <a:ext uri="{FF2B5EF4-FFF2-40B4-BE49-F238E27FC236}">
                      <a16:creationId xmlns:a16="http://schemas.microsoft.com/office/drawing/2014/main" id="{4C978C34-7581-CD23-6B3B-A619FD23F8B1}"/>
                    </a:ext>
                  </a:extLst>
                </p:cNvPr>
                <p:cNvSpPr/>
                <p:nvPr/>
              </p:nvSpPr>
              <p:spPr>
                <a:xfrm>
                  <a:off x="6079130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0" name="pg500">
                  <a:extLst>
                    <a:ext uri="{FF2B5EF4-FFF2-40B4-BE49-F238E27FC236}">
                      <a16:creationId xmlns:a16="http://schemas.microsoft.com/office/drawing/2014/main" id="{1023089C-1E21-ABE8-CAD3-EDDCDBB89B34}"/>
                    </a:ext>
                  </a:extLst>
                </p:cNvPr>
                <p:cNvSpPr/>
                <p:nvPr/>
              </p:nvSpPr>
              <p:spPr>
                <a:xfrm>
                  <a:off x="6090768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1" name="pg501">
                  <a:extLst>
                    <a:ext uri="{FF2B5EF4-FFF2-40B4-BE49-F238E27FC236}">
                      <a16:creationId xmlns:a16="http://schemas.microsoft.com/office/drawing/2014/main" id="{FA5C6374-A5FE-D530-F2B7-E506025B6F16}"/>
                    </a:ext>
                  </a:extLst>
                </p:cNvPr>
                <p:cNvSpPr/>
                <p:nvPr/>
              </p:nvSpPr>
              <p:spPr>
                <a:xfrm>
                  <a:off x="6102405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2" name="pg502">
                  <a:extLst>
                    <a:ext uri="{FF2B5EF4-FFF2-40B4-BE49-F238E27FC236}">
                      <a16:creationId xmlns:a16="http://schemas.microsoft.com/office/drawing/2014/main" id="{C90C002D-B18F-FA8D-634C-4F2C308580C9}"/>
                    </a:ext>
                  </a:extLst>
                </p:cNvPr>
                <p:cNvSpPr/>
                <p:nvPr/>
              </p:nvSpPr>
              <p:spPr>
                <a:xfrm>
                  <a:off x="6172229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665">
                    <a:alpha val="100000"/>
                  </a:srgbClr>
                </a:solidFill>
                <a:ln w="5420" cap="flat">
                  <a:solidFill>
                    <a:srgbClr val="3A366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3" name="pg503">
                  <a:extLst>
                    <a:ext uri="{FF2B5EF4-FFF2-40B4-BE49-F238E27FC236}">
                      <a16:creationId xmlns:a16="http://schemas.microsoft.com/office/drawing/2014/main" id="{DB63A96A-9D00-DE1F-4093-FF784268B479}"/>
                    </a:ext>
                  </a:extLst>
                </p:cNvPr>
                <p:cNvSpPr/>
                <p:nvPr/>
              </p:nvSpPr>
              <p:spPr>
                <a:xfrm>
                  <a:off x="6183866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664">
                    <a:alpha val="100000"/>
                  </a:srgbClr>
                </a:solidFill>
                <a:ln w="5420" cap="flat">
                  <a:solidFill>
                    <a:srgbClr val="3A366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4" name="pg504">
                  <a:extLst>
                    <a:ext uri="{FF2B5EF4-FFF2-40B4-BE49-F238E27FC236}">
                      <a16:creationId xmlns:a16="http://schemas.microsoft.com/office/drawing/2014/main" id="{2BE0A4D4-F5DC-F81C-AA9F-C8CFC2A9D069}"/>
                    </a:ext>
                  </a:extLst>
                </p:cNvPr>
                <p:cNvSpPr/>
                <p:nvPr/>
              </p:nvSpPr>
              <p:spPr>
                <a:xfrm>
                  <a:off x="6195504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4">
                    <a:alpha val="100000"/>
                  </a:srgbClr>
                </a:solidFill>
                <a:ln w="5420" cap="flat">
                  <a:solidFill>
                    <a:srgbClr val="3A356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5" name="pg505">
                  <a:extLst>
                    <a:ext uri="{FF2B5EF4-FFF2-40B4-BE49-F238E27FC236}">
                      <a16:creationId xmlns:a16="http://schemas.microsoft.com/office/drawing/2014/main" id="{A11F111B-F76E-9CE7-B9D3-9AC752165847}"/>
                    </a:ext>
                  </a:extLst>
                </p:cNvPr>
                <p:cNvSpPr/>
                <p:nvPr/>
              </p:nvSpPr>
              <p:spPr>
                <a:xfrm>
                  <a:off x="6207141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6" name="pg506">
                  <a:extLst>
                    <a:ext uri="{FF2B5EF4-FFF2-40B4-BE49-F238E27FC236}">
                      <a16:creationId xmlns:a16="http://schemas.microsoft.com/office/drawing/2014/main" id="{66CFCC5F-7419-69D2-CD66-111246C8615A}"/>
                    </a:ext>
                  </a:extLst>
                </p:cNvPr>
                <p:cNvSpPr/>
                <p:nvPr/>
              </p:nvSpPr>
              <p:spPr>
                <a:xfrm>
                  <a:off x="6218778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7" name="pg507">
                  <a:extLst>
                    <a:ext uri="{FF2B5EF4-FFF2-40B4-BE49-F238E27FC236}">
                      <a16:creationId xmlns:a16="http://schemas.microsoft.com/office/drawing/2014/main" id="{F820A1FE-0D10-1370-E921-0669B664C3AC}"/>
                    </a:ext>
                  </a:extLst>
                </p:cNvPr>
                <p:cNvSpPr/>
                <p:nvPr/>
              </p:nvSpPr>
              <p:spPr>
                <a:xfrm>
                  <a:off x="6230416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8" name="pg508">
                  <a:extLst>
                    <a:ext uri="{FF2B5EF4-FFF2-40B4-BE49-F238E27FC236}">
                      <a16:creationId xmlns:a16="http://schemas.microsoft.com/office/drawing/2014/main" id="{77B2B4E8-469F-E986-A7DA-7D4531189B78}"/>
                    </a:ext>
                  </a:extLst>
                </p:cNvPr>
                <p:cNvSpPr/>
                <p:nvPr/>
              </p:nvSpPr>
              <p:spPr>
                <a:xfrm>
                  <a:off x="6242053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09" name="pg509">
                  <a:extLst>
                    <a:ext uri="{FF2B5EF4-FFF2-40B4-BE49-F238E27FC236}">
                      <a16:creationId xmlns:a16="http://schemas.microsoft.com/office/drawing/2014/main" id="{E4A4595E-4F45-2360-74CC-0C4AF067B2C2}"/>
                    </a:ext>
                  </a:extLst>
                </p:cNvPr>
                <p:cNvSpPr/>
                <p:nvPr/>
              </p:nvSpPr>
              <p:spPr>
                <a:xfrm>
                  <a:off x="6253690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4">
                    <a:alpha val="100000"/>
                  </a:srgbClr>
                </a:solidFill>
                <a:ln w="5420" cap="flat">
                  <a:solidFill>
                    <a:srgbClr val="3A356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0" name="pg510">
                  <a:extLst>
                    <a:ext uri="{FF2B5EF4-FFF2-40B4-BE49-F238E27FC236}">
                      <a16:creationId xmlns:a16="http://schemas.microsoft.com/office/drawing/2014/main" id="{76E476DF-585B-7455-039F-2A3733E73AF0}"/>
                    </a:ext>
                  </a:extLst>
                </p:cNvPr>
                <p:cNvSpPr/>
                <p:nvPr/>
              </p:nvSpPr>
              <p:spPr>
                <a:xfrm>
                  <a:off x="6265328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665">
                    <a:alpha val="100000"/>
                  </a:srgbClr>
                </a:solidFill>
                <a:ln w="5420" cap="flat">
                  <a:solidFill>
                    <a:srgbClr val="3A366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1" name="pg511">
                  <a:extLst>
                    <a:ext uri="{FF2B5EF4-FFF2-40B4-BE49-F238E27FC236}">
                      <a16:creationId xmlns:a16="http://schemas.microsoft.com/office/drawing/2014/main" id="{6EBBA2C1-F2B7-990E-04B8-074D0653FF1F}"/>
                    </a:ext>
                  </a:extLst>
                </p:cNvPr>
                <p:cNvSpPr/>
                <p:nvPr/>
              </p:nvSpPr>
              <p:spPr>
                <a:xfrm>
                  <a:off x="6276965" y="28508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2" name="pg512">
                  <a:extLst>
                    <a:ext uri="{FF2B5EF4-FFF2-40B4-BE49-F238E27FC236}">
                      <a16:creationId xmlns:a16="http://schemas.microsoft.com/office/drawing/2014/main" id="{901B35C9-4F17-384E-F9BE-46CB0611563E}"/>
                    </a:ext>
                  </a:extLst>
                </p:cNvPr>
                <p:cNvSpPr/>
                <p:nvPr/>
              </p:nvSpPr>
              <p:spPr>
                <a:xfrm>
                  <a:off x="5869658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9">
                    <a:alpha val="100000"/>
                  </a:srgbClr>
                </a:solidFill>
                <a:ln w="5420" cap="flat">
                  <a:solidFill>
                    <a:srgbClr val="392E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3" name="pg513">
                  <a:extLst>
                    <a:ext uri="{FF2B5EF4-FFF2-40B4-BE49-F238E27FC236}">
                      <a16:creationId xmlns:a16="http://schemas.microsoft.com/office/drawing/2014/main" id="{F9FBBFEA-4577-6996-5342-72A9D5C5ECBE}"/>
                    </a:ext>
                  </a:extLst>
                </p:cNvPr>
                <p:cNvSpPr/>
                <p:nvPr/>
              </p:nvSpPr>
              <p:spPr>
                <a:xfrm>
                  <a:off x="5881296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B">
                    <a:alpha val="100000"/>
                  </a:srgbClr>
                </a:solidFill>
                <a:ln w="5420" cap="flat">
                  <a:solidFill>
                    <a:srgbClr val="392F5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4" name="pg514">
                  <a:extLst>
                    <a:ext uri="{FF2B5EF4-FFF2-40B4-BE49-F238E27FC236}">
                      <a16:creationId xmlns:a16="http://schemas.microsoft.com/office/drawing/2014/main" id="{FE5D98B5-7A96-863A-03B6-DE9B6DA2C949}"/>
                    </a:ext>
                  </a:extLst>
                </p:cNvPr>
                <p:cNvSpPr/>
                <p:nvPr/>
              </p:nvSpPr>
              <p:spPr>
                <a:xfrm>
                  <a:off x="5892933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5" name="pg515">
                  <a:extLst>
                    <a:ext uri="{FF2B5EF4-FFF2-40B4-BE49-F238E27FC236}">
                      <a16:creationId xmlns:a16="http://schemas.microsoft.com/office/drawing/2014/main" id="{9BB4672E-7603-E6A7-8DFF-1588120605C2}"/>
                    </a:ext>
                  </a:extLst>
                </p:cNvPr>
                <p:cNvSpPr/>
                <p:nvPr/>
              </p:nvSpPr>
              <p:spPr>
                <a:xfrm>
                  <a:off x="5904570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6" name="pg516">
                  <a:extLst>
                    <a:ext uri="{FF2B5EF4-FFF2-40B4-BE49-F238E27FC236}">
                      <a16:creationId xmlns:a16="http://schemas.microsoft.com/office/drawing/2014/main" id="{2BE2662E-F461-58AF-61B0-1A78F2F21F1B}"/>
                    </a:ext>
                  </a:extLst>
                </p:cNvPr>
                <p:cNvSpPr/>
                <p:nvPr/>
              </p:nvSpPr>
              <p:spPr>
                <a:xfrm>
                  <a:off x="5916208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7" name="pg517">
                  <a:extLst>
                    <a:ext uri="{FF2B5EF4-FFF2-40B4-BE49-F238E27FC236}">
                      <a16:creationId xmlns:a16="http://schemas.microsoft.com/office/drawing/2014/main" id="{763DA018-ADA3-7D9B-4AC1-8E88B794B214}"/>
                    </a:ext>
                  </a:extLst>
                </p:cNvPr>
                <p:cNvSpPr/>
                <p:nvPr/>
              </p:nvSpPr>
              <p:spPr>
                <a:xfrm>
                  <a:off x="5927845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664">
                    <a:alpha val="100000"/>
                  </a:srgbClr>
                </a:solidFill>
                <a:ln w="5420" cap="flat">
                  <a:solidFill>
                    <a:srgbClr val="3A366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8" name="pg518">
                  <a:extLst>
                    <a:ext uri="{FF2B5EF4-FFF2-40B4-BE49-F238E27FC236}">
                      <a16:creationId xmlns:a16="http://schemas.microsoft.com/office/drawing/2014/main" id="{0F864026-CE59-3BCA-92C1-C4F9CD249A4E}"/>
                    </a:ext>
                  </a:extLst>
                </p:cNvPr>
                <p:cNvSpPr/>
                <p:nvPr/>
              </p:nvSpPr>
              <p:spPr>
                <a:xfrm>
                  <a:off x="5939482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19" name="pg519">
                  <a:extLst>
                    <a:ext uri="{FF2B5EF4-FFF2-40B4-BE49-F238E27FC236}">
                      <a16:creationId xmlns:a16="http://schemas.microsoft.com/office/drawing/2014/main" id="{95DF7294-1B65-6F53-CAEA-7FE416666D8A}"/>
                    </a:ext>
                  </a:extLst>
                </p:cNvPr>
                <p:cNvSpPr/>
                <p:nvPr/>
              </p:nvSpPr>
              <p:spPr>
                <a:xfrm>
                  <a:off x="5951120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868">
                    <a:alpha val="100000"/>
                  </a:srgbClr>
                </a:solidFill>
                <a:ln w="5420" cap="flat">
                  <a:solidFill>
                    <a:srgbClr val="3B38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0" name="pg520">
                  <a:extLst>
                    <a:ext uri="{FF2B5EF4-FFF2-40B4-BE49-F238E27FC236}">
                      <a16:creationId xmlns:a16="http://schemas.microsoft.com/office/drawing/2014/main" id="{30725B01-64BD-DDE4-6942-6AF5F3C8C9C9}"/>
                    </a:ext>
                  </a:extLst>
                </p:cNvPr>
                <p:cNvSpPr/>
                <p:nvPr/>
              </p:nvSpPr>
              <p:spPr>
                <a:xfrm>
                  <a:off x="5962757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1" name="pg521">
                  <a:extLst>
                    <a:ext uri="{FF2B5EF4-FFF2-40B4-BE49-F238E27FC236}">
                      <a16:creationId xmlns:a16="http://schemas.microsoft.com/office/drawing/2014/main" id="{345DCFBD-0742-0D59-4384-A0A0E489364E}"/>
                    </a:ext>
                  </a:extLst>
                </p:cNvPr>
                <p:cNvSpPr/>
                <p:nvPr/>
              </p:nvSpPr>
              <p:spPr>
                <a:xfrm>
                  <a:off x="5974394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2" name="pg522">
                  <a:extLst>
                    <a:ext uri="{FF2B5EF4-FFF2-40B4-BE49-F238E27FC236}">
                      <a16:creationId xmlns:a16="http://schemas.microsoft.com/office/drawing/2014/main" id="{0F36107E-7055-B9E0-3CC5-388EEC899D05}"/>
                    </a:ext>
                  </a:extLst>
                </p:cNvPr>
                <p:cNvSpPr/>
                <p:nvPr/>
              </p:nvSpPr>
              <p:spPr>
                <a:xfrm>
                  <a:off x="5986032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3" name="pg523">
                  <a:extLst>
                    <a:ext uri="{FF2B5EF4-FFF2-40B4-BE49-F238E27FC236}">
                      <a16:creationId xmlns:a16="http://schemas.microsoft.com/office/drawing/2014/main" id="{9DDEE849-9155-F567-1F7C-5BAD9E2D3FB7}"/>
                    </a:ext>
                  </a:extLst>
                </p:cNvPr>
                <p:cNvSpPr/>
                <p:nvPr/>
              </p:nvSpPr>
              <p:spPr>
                <a:xfrm>
                  <a:off x="5997669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4" name="pg524">
                  <a:extLst>
                    <a:ext uri="{FF2B5EF4-FFF2-40B4-BE49-F238E27FC236}">
                      <a16:creationId xmlns:a16="http://schemas.microsoft.com/office/drawing/2014/main" id="{A570968E-10DF-0FA5-C09C-BD3DF7785EC5}"/>
                    </a:ext>
                  </a:extLst>
                </p:cNvPr>
                <p:cNvSpPr/>
                <p:nvPr/>
              </p:nvSpPr>
              <p:spPr>
                <a:xfrm>
                  <a:off x="6009306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5" name="pg525">
                  <a:extLst>
                    <a:ext uri="{FF2B5EF4-FFF2-40B4-BE49-F238E27FC236}">
                      <a16:creationId xmlns:a16="http://schemas.microsoft.com/office/drawing/2014/main" id="{5B010508-C288-E0D3-C492-C1F191ADD829}"/>
                    </a:ext>
                  </a:extLst>
                </p:cNvPr>
                <p:cNvSpPr/>
                <p:nvPr/>
              </p:nvSpPr>
              <p:spPr>
                <a:xfrm>
                  <a:off x="6020944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6" name="pg526">
                  <a:extLst>
                    <a:ext uri="{FF2B5EF4-FFF2-40B4-BE49-F238E27FC236}">
                      <a16:creationId xmlns:a16="http://schemas.microsoft.com/office/drawing/2014/main" id="{4A08AB75-DA41-B3D4-2BBF-E46284F8372B}"/>
                    </a:ext>
                  </a:extLst>
                </p:cNvPr>
                <p:cNvSpPr/>
                <p:nvPr/>
              </p:nvSpPr>
              <p:spPr>
                <a:xfrm>
                  <a:off x="6032581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7" name="pg527">
                  <a:extLst>
                    <a:ext uri="{FF2B5EF4-FFF2-40B4-BE49-F238E27FC236}">
                      <a16:creationId xmlns:a16="http://schemas.microsoft.com/office/drawing/2014/main" id="{3BF0C0C8-B41A-8E5A-8564-A1ED3156A533}"/>
                    </a:ext>
                  </a:extLst>
                </p:cNvPr>
                <p:cNvSpPr/>
                <p:nvPr/>
              </p:nvSpPr>
              <p:spPr>
                <a:xfrm>
                  <a:off x="6044218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8" name="pg528">
                  <a:extLst>
                    <a:ext uri="{FF2B5EF4-FFF2-40B4-BE49-F238E27FC236}">
                      <a16:creationId xmlns:a16="http://schemas.microsoft.com/office/drawing/2014/main" id="{36112121-4351-9390-BE29-F2E35E7FDE45}"/>
                    </a:ext>
                  </a:extLst>
                </p:cNvPr>
                <p:cNvSpPr/>
                <p:nvPr/>
              </p:nvSpPr>
              <p:spPr>
                <a:xfrm>
                  <a:off x="6055856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E">
                    <a:alpha val="100000"/>
                  </a:srgbClr>
                </a:solidFill>
                <a:ln w="5420" cap="flat">
                  <a:solidFill>
                    <a:srgbClr val="3B3C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29" name="pg529">
                  <a:extLst>
                    <a:ext uri="{FF2B5EF4-FFF2-40B4-BE49-F238E27FC236}">
                      <a16:creationId xmlns:a16="http://schemas.microsoft.com/office/drawing/2014/main" id="{16A857F2-91CE-0357-7210-8537813EFD9D}"/>
                    </a:ext>
                  </a:extLst>
                </p:cNvPr>
                <p:cNvSpPr/>
                <p:nvPr/>
              </p:nvSpPr>
              <p:spPr>
                <a:xfrm>
                  <a:off x="6067493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0" name="pg530">
                  <a:extLst>
                    <a:ext uri="{FF2B5EF4-FFF2-40B4-BE49-F238E27FC236}">
                      <a16:creationId xmlns:a16="http://schemas.microsoft.com/office/drawing/2014/main" id="{B6776181-18D5-1CEE-39E5-8EBC49778DFF}"/>
                    </a:ext>
                  </a:extLst>
                </p:cNvPr>
                <p:cNvSpPr/>
                <p:nvPr/>
              </p:nvSpPr>
              <p:spPr>
                <a:xfrm>
                  <a:off x="6079130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C">
                    <a:alpha val="100000"/>
                  </a:srgbClr>
                </a:solidFill>
                <a:ln w="5420" cap="flat">
                  <a:solidFill>
                    <a:srgbClr val="3B3C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1" name="pg531">
                  <a:extLst>
                    <a:ext uri="{FF2B5EF4-FFF2-40B4-BE49-F238E27FC236}">
                      <a16:creationId xmlns:a16="http://schemas.microsoft.com/office/drawing/2014/main" id="{BE288278-A9E8-BE47-2DC1-6AF331B2E1C2}"/>
                    </a:ext>
                  </a:extLst>
                </p:cNvPr>
                <p:cNvSpPr/>
                <p:nvPr/>
              </p:nvSpPr>
              <p:spPr>
                <a:xfrm>
                  <a:off x="6090768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2" name="pg532">
                  <a:extLst>
                    <a:ext uri="{FF2B5EF4-FFF2-40B4-BE49-F238E27FC236}">
                      <a16:creationId xmlns:a16="http://schemas.microsoft.com/office/drawing/2014/main" id="{E07B6225-DCB8-DEF9-F5E5-F752AAE677F8}"/>
                    </a:ext>
                  </a:extLst>
                </p:cNvPr>
                <p:cNvSpPr/>
                <p:nvPr/>
              </p:nvSpPr>
              <p:spPr>
                <a:xfrm>
                  <a:off x="6172229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3" name="pg533">
                  <a:extLst>
                    <a:ext uri="{FF2B5EF4-FFF2-40B4-BE49-F238E27FC236}">
                      <a16:creationId xmlns:a16="http://schemas.microsoft.com/office/drawing/2014/main" id="{4269FA08-55AF-4503-66CA-AE62FBB60D82}"/>
                    </a:ext>
                  </a:extLst>
                </p:cNvPr>
                <p:cNvSpPr/>
                <p:nvPr/>
              </p:nvSpPr>
              <p:spPr>
                <a:xfrm>
                  <a:off x="6183866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4" name="pg534">
                  <a:extLst>
                    <a:ext uri="{FF2B5EF4-FFF2-40B4-BE49-F238E27FC236}">
                      <a16:creationId xmlns:a16="http://schemas.microsoft.com/office/drawing/2014/main" id="{2C666528-4A00-2398-5D5D-19F6DE6CB0C3}"/>
                    </a:ext>
                  </a:extLst>
                </p:cNvPr>
                <p:cNvSpPr/>
                <p:nvPr/>
              </p:nvSpPr>
              <p:spPr>
                <a:xfrm>
                  <a:off x="6195504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1">
                    <a:alpha val="100000"/>
                  </a:srgbClr>
                </a:solidFill>
                <a:ln w="5420" cap="flat">
                  <a:solidFill>
                    <a:srgbClr val="3A33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5" name="pg535">
                  <a:extLst>
                    <a:ext uri="{FF2B5EF4-FFF2-40B4-BE49-F238E27FC236}">
                      <a16:creationId xmlns:a16="http://schemas.microsoft.com/office/drawing/2014/main" id="{7E946A51-2BF1-7893-D7AF-4EA8090CF970}"/>
                    </a:ext>
                  </a:extLst>
                </p:cNvPr>
                <p:cNvSpPr/>
                <p:nvPr/>
              </p:nvSpPr>
              <p:spPr>
                <a:xfrm>
                  <a:off x="6207141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1">
                    <a:alpha val="100000"/>
                  </a:srgbClr>
                </a:solidFill>
                <a:ln w="5420" cap="flat">
                  <a:solidFill>
                    <a:srgbClr val="3A33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6" name="pg536">
                  <a:extLst>
                    <a:ext uri="{FF2B5EF4-FFF2-40B4-BE49-F238E27FC236}">
                      <a16:creationId xmlns:a16="http://schemas.microsoft.com/office/drawing/2014/main" id="{E59D8BBF-2250-F116-5927-D1DDDA7BACA6}"/>
                    </a:ext>
                  </a:extLst>
                </p:cNvPr>
                <p:cNvSpPr/>
                <p:nvPr/>
              </p:nvSpPr>
              <p:spPr>
                <a:xfrm>
                  <a:off x="6218778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7" name="pg537">
                  <a:extLst>
                    <a:ext uri="{FF2B5EF4-FFF2-40B4-BE49-F238E27FC236}">
                      <a16:creationId xmlns:a16="http://schemas.microsoft.com/office/drawing/2014/main" id="{2B4F6898-AE9B-8F9C-DB1B-9E2AAEE36355}"/>
                    </a:ext>
                  </a:extLst>
                </p:cNvPr>
                <p:cNvSpPr/>
                <p:nvPr/>
              </p:nvSpPr>
              <p:spPr>
                <a:xfrm>
                  <a:off x="6230416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1">
                    <a:alpha val="100000"/>
                  </a:srgbClr>
                </a:solidFill>
                <a:ln w="5420" cap="flat">
                  <a:solidFill>
                    <a:srgbClr val="3A33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8" name="pg538">
                  <a:extLst>
                    <a:ext uri="{FF2B5EF4-FFF2-40B4-BE49-F238E27FC236}">
                      <a16:creationId xmlns:a16="http://schemas.microsoft.com/office/drawing/2014/main" id="{9BA3B41F-D805-FA0A-A0B8-EFA6A9B79523}"/>
                    </a:ext>
                  </a:extLst>
                </p:cNvPr>
                <p:cNvSpPr/>
                <p:nvPr/>
              </p:nvSpPr>
              <p:spPr>
                <a:xfrm>
                  <a:off x="6242053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1">
                    <a:alpha val="100000"/>
                  </a:srgbClr>
                </a:solidFill>
                <a:ln w="5420" cap="flat">
                  <a:solidFill>
                    <a:srgbClr val="3A33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39" name="pg539">
                  <a:extLst>
                    <a:ext uri="{FF2B5EF4-FFF2-40B4-BE49-F238E27FC236}">
                      <a16:creationId xmlns:a16="http://schemas.microsoft.com/office/drawing/2014/main" id="{EDE857F7-57D2-B7C0-CD21-1E31A0708BE1}"/>
                    </a:ext>
                  </a:extLst>
                </p:cNvPr>
                <p:cNvSpPr/>
                <p:nvPr/>
              </p:nvSpPr>
              <p:spPr>
                <a:xfrm>
                  <a:off x="6253690" y="28651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1">
                    <a:alpha val="100000"/>
                  </a:srgbClr>
                </a:solidFill>
                <a:ln w="5420" cap="flat">
                  <a:solidFill>
                    <a:srgbClr val="3A34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0" name="pg540">
                  <a:extLst>
                    <a:ext uri="{FF2B5EF4-FFF2-40B4-BE49-F238E27FC236}">
                      <a16:creationId xmlns:a16="http://schemas.microsoft.com/office/drawing/2014/main" id="{7779E7DC-F380-B62E-0691-53DCD9DBBF1B}"/>
                    </a:ext>
                  </a:extLst>
                </p:cNvPr>
                <p:cNvSpPr/>
                <p:nvPr/>
              </p:nvSpPr>
              <p:spPr>
                <a:xfrm>
                  <a:off x="5869658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1" name="pg541">
                  <a:extLst>
                    <a:ext uri="{FF2B5EF4-FFF2-40B4-BE49-F238E27FC236}">
                      <a16:creationId xmlns:a16="http://schemas.microsoft.com/office/drawing/2014/main" id="{837C204A-8075-3786-8FFC-E70415026948}"/>
                    </a:ext>
                  </a:extLst>
                </p:cNvPr>
                <p:cNvSpPr/>
                <p:nvPr/>
              </p:nvSpPr>
              <p:spPr>
                <a:xfrm>
                  <a:off x="5881296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C57">
                    <a:alpha val="100000"/>
                  </a:srgbClr>
                </a:solidFill>
                <a:ln w="5420" cap="flat">
                  <a:solidFill>
                    <a:srgbClr val="39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2" name="pg542">
                  <a:extLst>
                    <a:ext uri="{FF2B5EF4-FFF2-40B4-BE49-F238E27FC236}">
                      <a16:creationId xmlns:a16="http://schemas.microsoft.com/office/drawing/2014/main" id="{32B41C35-231A-4FD0-EBF5-EFF64B2399D3}"/>
                    </a:ext>
                  </a:extLst>
                </p:cNvPr>
                <p:cNvSpPr/>
                <p:nvPr/>
              </p:nvSpPr>
              <p:spPr>
                <a:xfrm>
                  <a:off x="5892933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A">
                    <a:alpha val="100000"/>
                  </a:srgbClr>
                </a:solidFill>
                <a:ln w="5420" cap="flat">
                  <a:solidFill>
                    <a:srgbClr val="392E5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3" name="pg543">
                  <a:extLst>
                    <a:ext uri="{FF2B5EF4-FFF2-40B4-BE49-F238E27FC236}">
                      <a16:creationId xmlns:a16="http://schemas.microsoft.com/office/drawing/2014/main" id="{2B2FDE64-749E-6B17-BC9F-F2B1C65BD34F}"/>
                    </a:ext>
                  </a:extLst>
                </p:cNvPr>
                <p:cNvSpPr/>
                <p:nvPr/>
              </p:nvSpPr>
              <p:spPr>
                <a:xfrm>
                  <a:off x="5904570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4" name="pg544">
                  <a:extLst>
                    <a:ext uri="{FF2B5EF4-FFF2-40B4-BE49-F238E27FC236}">
                      <a16:creationId xmlns:a16="http://schemas.microsoft.com/office/drawing/2014/main" id="{D9997AE9-839B-27A4-CC2F-79884176BD01}"/>
                    </a:ext>
                  </a:extLst>
                </p:cNvPr>
                <p:cNvSpPr/>
                <p:nvPr/>
              </p:nvSpPr>
              <p:spPr>
                <a:xfrm>
                  <a:off x="5916208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5" name="pg545">
                  <a:extLst>
                    <a:ext uri="{FF2B5EF4-FFF2-40B4-BE49-F238E27FC236}">
                      <a16:creationId xmlns:a16="http://schemas.microsoft.com/office/drawing/2014/main" id="{84A92A1F-06B4-97AE-742A-C292E0E88EE3}"/>
                    </a:ext>
                  </a:extLst>
                </p:cNvPr>
                <p:cNvSpPr/>
                <p:nvPr/>
              </p:nvSpPr>
              <p:spPr>
                <a:xfrm>
                  <a:off x="5927845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6" name="pg546">
                  <a:extLst>
                    <a:ext uri="{FF2B5EF4-FFF2-40B4-BE49-F238E27FC236}">
                      <a16:creationId xmlns:a16="http://schemas.microsoft.com/office/drawing/2014/main" id="{E362F586-C876-6873-6DA7-EBBBDCFF7D1F}"/>
                    </a:ext>
                  </a:extLst>
                </p:cNvPr>
                <p:cNvSpPr/>
                <p:nvPr/>
              </p:nvSpPr>
              <p:spPr>
                <a:xfrm>
                  <a:off x="5939482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665">
                    <a:alpha val="100000"/>
                  </a:srgbClr>
                </a:solidFill>
                <a:ln w="5420" cap="flat">
                  <a:solidFill>
                    <a:srgbClr val="3A366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7" name="pg547">
                  <a:extLst>
                    <a:ext uri="{FF2B5EF4-FFF2-40B4-BE49-F238E27FC236}">
                      <a16:creationId xmlns:a16="http://schemas.microsoft.com/office/drawing/2014/main" id="{9FBF980D-0D86-0887-BEE9-050EB3C6F3BF}"/>
                    </a:ext>
                  </a:extLst>
                </p:cNvPr>
                <p:cNvSpPr/>
                <p:nvPr/>
              </p:nvSpPr>
              <p:spPr>
                <a:xfrm>
                  <a:off x="5951120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8" name="pg548">
                  <a:extLst>
                    <a:ext uri="{FF2B5EF4-FFF2-40B4-BE49-F238E27FC236}">
                      <a16:creationId xmlns:a16="http://schemas.microsoft.com/office/drawing/2014/main" id="{BEA9C0B8-8C8C-6F72-EEC5-09414F09B520}"/>
                    </a:ext>
                  </a:extLst>
                </p:cNvPr>
                <p:cNvSpPr/>
                <p:nvPr/>
              </p:nvSpPr>
              <p:spPr>
                <a:xfrm>
                  <a:off x="5962757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8">
                    <a:alpha val="100000"/>
                  </a:srgbClr>
                </a:solidFill>
                <a:ln w="5420" cap="flat">
                  <a:solidFill>
                    <a:srgbClr val="3B39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49" name="pg549">
                  <a:extLst>
                    <a:ext uri="{FF2B5EF4-FFF2-40B4-BE49-F238E27FC236}">
                      <a16:creationId xmlns:a16="http://schemas.microsoft.com/office/drawing/2014/main" id="{DBF0764C-C12D-69B5-C824-56711C44ADC0}"/>
                    </a:ext>
                  </a:extLst>
                </p:cNvPr>
                <p:cNvSpPr/>
                <p:nvPr/>
              </p:nvSpPr>
              <p:spPr>
                <a:xfrm>
                  <a:off x="5974394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0" name="pg550">
                  <a:extLst>
                    <a:ext uri="{FF2B5EF4-FFF2-40B4-BE49-F238E27FC236}">
                      <a16:creationId xmlns:a16="http://schemas.microsoft.com/office/drawing/2014/main" id="{4B05AA99-2283-6277-8845-C5DA7C843CF7}"/>
                    </a:ext>
                  </a:extLst>
                </p:cNvPr>
                <p:cNvSpPr/>
                <p:nvPr/>
              </p:nvSpPr>
              <p:spPr>
                <a:xfrm>
                  <a:off x="5986032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B">
                    <a:alpha val="100000"/>
                  </a:srgbClr>
                </a:solidFill>
                <a:ln w="5420" cap="flat">
                  <a:solidFill>
                    <a:srgbClr val="3B3B6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1" name="pg551">
                  <a:extLst>
                    <a:ext uri="{FF2B5EF4-FFF2-40B4-BE49-F238E27FC236}">
                      <a16:creationId xmlns:a16="http://schemas.microsoft.com/office/drawing/2014/main" id="{BF5C83F4-5F38-DDC3-E841-6156EDB5C8A0}"/>
                    </a:ext>
                  </a:extLst>
                </p:cNvPr>
                <p:cNvSpPr/>
                <p:nvPr/>
              </p:nvSpPr>
              <p:spPr>
                <a:xfrm>
                  <a:off x="5997669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2" name="pg552">
                  <a:extLst>
                    <a:ext uri="{FF2B5EF4-FFF2-40B4-BE49-F238E27FC236}">
                      <a16:creationId xmlns:a16="http://schemas.microsoft.com/office/drawing/2014/main" id="{C6592F86-81A0-B58C-A643-9481C2930E3F}"/>
                    </a:ext>
                  </a:extLst>
                </p:cNvPr>
                <p:cNvSpPr/>
                <p:nvPr/>
              </p:nvSpPr>
              <p:spPr>
                <a:xfrm>
                  <a:off x="6009306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3" name="pg553">
                  <a:extLst>
                    <a:ext uri="{FF2B5EF4-FFF2-40B4-BE49-F238E27FC236}">
                      <a16:creationId xmlns:a16="http://schemas.microsoft.com/office/drawing/2014/main" id="{13649382-9016-F4D8-3D2B-0B2CDCE6EE31}"/>
                    </a:ext>
                  </a:extLst>
                </p:cNvPr>
                <p:cNvSpPr/>
                <p:nvPr/>
              </p:nvSpPr>
              <p:spPr>
                <a:xfrm>
                  <a:off x="6020944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4" name="pg554">
                  <a:extLst>
                    <a:ext uri="{FF2B5EF4-FFF2-40B4-BE49-F238E27FC236}">
                      <a16:creationId xmlns:a16="http://schemas.microsoft.com/office/drawing/2014/main" id="{7FA25AB8-D183-2106-946E-A9F0F6EFF136}"/>
                    </a:ext>
                  </a:extLst>
                </p:cNvPr>
                <p:cNvSpPr/>
                <p:nvPr/>
              </p:nvSpPr>
              <p:spPr>
                <a:xfrm>
                  <a:off x="6032581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E">
                    <a:alpha val="100000"/>
                  </a:srgbClr>
                </a:solidFill>
                <a:ln w="5420" cap="flat">
                  <a:solidFill>
                    <a:srgbClr val="3B3C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5" name="pg555">
                  <a:extLst>
                    <a:ext uri="{FF2B5EF4-FFF2-40B4-BE49-F238E27FC236}">
                      <a16:creationId xmlns:a16="http://schemas.microsoft.com/office/drawing/2014/main" id="{04F1002E-FABE-102E-86F6-7A6DD6E04A8A}"/>
                    </a:ext>
                  </a:extLst>
                </p:cNvPr>
                <p:cNvSpPr/>
                <p:nvPr/>
              </p:nvSpPr>
              <p:spPr>
                <a:xfrm>
                  <a:off x="6044218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E">
                    <a:alpha val="100000"/>
                  </a:srgbClr>
                </a:solidFill>
                <a:ln w="5420" cap="flat">
                  <a:solidFill>
                    <a:srgbClr val="3B3C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6" name="pg556">
                  <a:extLst>
                    <a:ext uri="{FF2B5EF4-FFF2-40B4-BE49-F238E27FC236}">
                      <a16:creationId xmlns:a16="http://schemas.microsoft.com/office/drawing/2014/main" id="{F03087DB-9590-A2B8-3384-3348E8F0DAF0}"/>
                    </a:ext>
                  </a:extLst>
                </p:cNvPr>
                <p:cNvSpPr/>
                <p:nvPr/>
              </p:nvSpPr>
              <p:spPr>
                <a:xfrm>
                  <a:off x="6172229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7" name="pg557">
                  <a:extLst>
                    <a:ext uri="{FF2B5EF4-FFF2-40B4-BE49-F238E27FC236}">
                      <a16:creationId xmlns:a16="http://schemas.microsoft.com/office/drawing/2014/main" id="{79B3CD86-53C0-6DD3-EF36-1E04C0E1AE93}"/>
                    </a:ext>
                  </a:extLst>
                </p:cNvPr>
                <p:cNvSpPr/>
                <p:nvPr/>
              </p:nvSpPr>
              <p:spPr>
                <a:xfrm>
                  <a:off x="6183866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F">
                    <a:alpha val="100000"/>
                  </a:srgbClr>
                </a:solidFill>
                <a:ln w="5420" cap="flat">
                  <a:solidFill>
                    <a:srgbClr val="3A325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8" name="pg558">
                  <a:extLst>
                    <a:ext uri="{FF2B5EF4-FFF2-40B4-BE49-F238E27FC236}">
                      <a16:creationId xmlns:a16="http://schemas.microsoft.com/office/drawing/2014/main" id="{D505953D-37C4-3009-C151-A62428709766}"/>
                    </a:ext>
                  </a:extLst>
                </p:cNvPr>
                <p:cNvSpPr/>
                <p:nvPr/>
              </p:nvSpPr>
              <p:spPr>
                <a:xfrm>
                  <a:off x="6195504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E">
                    <a:alpha val="100000"/>
                  </a:srgbClr>
                </a:solidFill>
                <a:ln w="5420" cap="flat">
                  <a:solidFill>
                    <a:srgbClr val="3A32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59" name="pg559">
                  <a:extLst>
                    <a:ext uri="{FF2B5EF4-FFF2-40B4-BE49-F238E27FC236}">
                      <a16:creationId xmlns:a16="http://schemas.microsoft.com/office/drawing/2014/main" id="{7C7348A9-5229-0C55-E507-BE70AABDF3D1}"/>
                    </a:ext>
                  </a:extLst>
                </p:cNvPr>
                <p:cNvSpPr/>
                <p:nvPr/>
              </p:nvSpPr>
              <p:spPr>
                <a:xfrm>
                  <a:off x="6207141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0" name="pg560">
                  <a:extLst>
                    <a:ext uri="{FF2B5EF4-FFF2-40B4-BE49-F238E27FC236}">
                      <a16:creationId xmlns:a16="http://schemas.microsoft.com/office/drawing/2014/main" id="{2422B34D-3E3B-4E33-D5EC-7E5FF665729A}"/>
                    </a:ext>
                  </a:extLst>
                </p:cNvPr>
                <p:cNvSpPr/>
                <p:nvPr/>
              </p:nvSpPr>
              <p:spPr>
                <a:xfrm>
                  <a:off x="6218778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1" name="pg561">
                  <a:extLst>
                    <a:ext uri="{FF2B5EF4-FFF2-40B4-BE49-F238E27FC236}">
                      <a16:creationId xmlns:a16="http://schemas.microsoft.com/office/drawing/2014/main" id="{824E43C4-1502-E77C-A581-24D2A1F6EF78}"/>
                    </a:ext>
                  </a:extLst>
                </p:cNvPr>
                <p:cNvSpPr/>
                <p:nvPr/>
              </p:nvSpPr>
              <p:spPr>
                <a:xfrm>
                  <a:off x="6230416" y="28794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2" name="pg562">
                  <a:extLst>
                    <a:ext uri="{FF2B5EF4-FFF2-40B4-BE49-F238E27FC236}">
                      <a16:creationId xmlns:a16="http://schemas.microsoft.com/office/drawing/2014/main" id="{C3BC3162-5181-F0F8-AA49-5689ABA5F130}"/>
                    </a:ext>
                  </a:extLst>
                </p:cNvPr>
                <p:cNvSpPr/>
                <p:nvPr/>
              </p:nvSpPr>
              <p:spPr>
                <a:xfrm>
                  <a:off x="5858021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284F">
                    <a:alpha val="100000"/>
                  </a:srgbClr>
                </a:solidFill>
                <a:ln w="5420" cap="flat">
                  <a:solidFill>
                    <a:srgbClr val="35284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3" name="pg563">
                  <a:extLst>
                    <a:ext uri="{FF2B5EF4-FFF2-40B4-BE49-F238E27FC236}">
                      <a16:creationId xmlns:a16="http://schemas.microsoft.com/office/drawing/2014/main" id="{0C2064A7-FEB7-BEE8-0719-895DD390225A}"/>
                    </a:ext>
                  </a:extLst>
                </p:cNvPr>
                <p:cNvSpPr/>
                <p:nvPr/>
              </p:nvSpPr>
              <p:spPr>
                <a:xfrm>
                  <a:off x="5869658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2951">
                    <a:alpha val="100000"/>
                  </a:srgbClr>
                </a:solidFill>
                <a:ln w="5420" cap="flat">
                  <a:solidFill>
                    <a:srgbClr val="36295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4" name="pg564">
                  <a:extLst>
                    <a:ext uri="{FF2B5EF4-FFF2-40B4-BE49-F238E27FC236}">
                      <a16:creationId xmlns:a16="http://schemas.microsoft.com/office/drawing/2014/main" id="{263565B6-6319-C724-5EE8-7B562F5D2A2E}"/>
                    </a:ext>
                  </a:extLst>
                </p:cNvPr>
                <p:cNvSpPr/>
                <p:nvPr/>
              </p:nvSpPr>
              <p:spPr>
                <a:xfrm>
                  <a:off x="5881296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A54">
                    <a:alpha val="100000"/>
                  </a:srgbClr>
                </a:solidFill>
                <a:ln w="5420" cap="flat">
                  <a:solidFill>
                    <a:srgbClr val="382A5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5" name="pg565">
                  <a:extLst>
                    <a:ext uri="{FF2B5EF4-FFF2-40B4-BE49-F238E27FC236}">
                      <a16:creationId xmlns:a16="http://schemas.microsoft.com/office/drawing/2014/main" id="{2E6EA9EC-80E2-7EEF-7509-F39EADA3A1C2}"/>
                    </a:ext>
                  </a:extLst>
                </p:cNvPr>
                <p:cNvSpPr/>
                <p:nvPr/>
              </p:nvSpPr>
              <p:spPr>
                <a:xfrm>
                  <a:off x="5892933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C57">
                    <a:alpha val="100000"/>
                  </a:srgbClr>
                </a:solidFill>
                <a:ln w="5420" cap="flat">
                  <a:solidFill>
                    <a:srgbClr val="39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6" name="pg566">
                  <a:extLst>
                    <a:ext uri="{FF2B5EF4-FFF2-40B4-BE49-F238E27FC236}">
                      <a16:creationId xmlns:a16="http://schemas.microsoft.com/office/drawing/2014/main" id="{4118D999-4AFE-CFA4-A122-28815C800256}"/>
                    </a:ext>
                  </a:extLst>
                </p:cNvPr>
                <p:cNvSpPr/>
                <p:nvPr/>
              </p:nvSpPr>
              <p:spPr>
                <a:xfrm>
                  <a:off x="5904570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A">
                    <a:alpha val="100000"/>
                  </a:srgbClr>
                </a:solidFill>
                <a:ln w="5420" cap="flat">
                  <a:solidFill>
                    <a:srgbClr val="392E5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7" name="pg567">
                  <a:extLst>
                    <a:ext uri="{FF2B5EF4-FFF2-40B4-BE49-F238E27FC236}">
                      <a16:creationId xmlns:a16="http://schemas.microsoft.com/office/drawing/2014/main" id="{00191CAC-4E52-3DA9-20BD-66747D299566}"/>
                    </a:ext>
                  </a:extLst>
                </p:cNvPr>
                <p:cNvSpPr/>
                <p:nvPr/>
              </p:nvSpPr>
              <p:spPr>
                <a:xfrm>
                  <a:off x="5916208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F">
                    <a:alpha val="100000"/>
                  </a:srgbClr>
                </a:solidFill>
                <a:ln w="5420" cap="flat">
                  <a:solidFill>
                    <a:srgbClr val="3A325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8" name="pg568">
                  <a:extLst>
                    <a:ext uri="{FF2B5EF4-FFF2-40B4-BE49-F238E27FC236}">
                      <a16:creationId xmlns:a16="http://schemas.microsoft.com/office/drawing/2014/main" id="{C9ED4CDA-91EF-24E9-1F6F-4B6C0381BFC9}"/>
                    </a:ext>
                  </a:extLst>
                </p:cNvPr>
                <p:cNvSpPr/>
                <p:nvPr/>
              </p:nvSpPr>
              <p:spPr>
                <a:xfrm>
                  <a:off x="5927845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1">
                    <a:alpha val="100000"/>
                  </a:srgbClr>
                </a:solidFill>
                <a:ln w="5420" cap="flat">
                  <a:solidFill>
                    <a:srgbClr val="3A34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69" name="pg569">
                  <a:extLst>
                    <a:ext uri="{FF2B5EF4-FFF2-40B4-BE49-F238E27FC236}">
                      <a16:creationId xmlns:a16="http://schemas.microsoft.com/office/drawing/2014/main" id="{95EACADB-F0A7-A577-31AE-975F949E76CF}"/>
                    </a:ext>
                  </a:extLst>
                </p:cNvPr>
                <p:cNvSpPr/>
                <p:nvPr/>
              </p:nvSpPr>
              <p:spPr>
                <a:xfrm>
                  <a:off x="5939482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4">
                    <a:alpha val="100000"/>
                  </a:srgbClr>
                </a:solidFill>
                <a:ln w="5420" cap="flat">
                  <a:solidFill>
                    <a:srgbClr val="3A356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0" name="pg570">
                  <a:extLst>
                    <a:ext uri="{FF2B5EF4-FFF2-40B4-BE49-F238E27FC236}">
                      <a16:creationId xmlns:a16="http://schemas.microsoft.com/office/drawing/2014/main" id="{63D79CBC-74CE-9AC0-89FC-556D02DA4569}"/>
                    </a:ext>
                  </a:extLst>
                </p:cNvPr>
                <p:cNvSpPr/>
                <p:nvPr/>
              </p:nvSpPr>
              <p:spPr>
                <a:xfrm>
                  <a:off x="5951120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1" name="pg571">
                  <a:extLst>
                    <a:ext uri="{FF2B5EF4-FFF2-40B4-BE49-F238E27FC236}">
                      <a16:creationId xmlns:a16="http://schemas.microsoft.com/office/drawing/2014/main" id="{8F51A077-7C69-A1F5-BF86-91DCEDA8098D}"/>
                    </a:ext>
                  </a:extLst>
                </p:cNvPr>
                <p:cNvSpPr/>
                <p:nvPr/>
              </p:nvSpPr>
              <p:spPr>
                <a:xfrm>
                  <a:off x="5962757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868">
                    <a:alpha val="100000"/>
                  </a:srgbClr>
                </a:solidFill>
                <a:ln w="5420" cap="flat">
                  <a:solidFill>
                    <a:srgbClr val="3B38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2" name="pg572">
                  <a:extLst>
                    <a:ext uri="{FF2B5EF4-FFF2-40B4-BE49-F238E27FC236}">
                      <a16:creationId xmlns:a16="http://schemas.microsoft.com/office/drawing/2014/main" id="{534DE3FE-08BF-E3E6-0A0B-0AFA3ADAE045}"/>
                    </a:ext>
                  </a:extLst>
                </p:cNvPr>
                <p:cNvSpPr/>
                <p:nvPr/>
              </p:nvSpPr>
              <p:spPr>
                <a:xfrm>
                  <a:off x="5974394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3" name="pg573">
                  <a:extLst>
                    <a:ext uri="{FF2B5EF4-FFF2-40B4-BE49-F238E27FC236}">
                      <a16:creationId xmlns:a16="http://schemas.microsoft.com/office/drawing/2014/main" id="{64593882-4402-BB9F-ABBB-37048AB679C3}"/>
                    </a:ext>
                  </a:extLst>
                </p:cNvPr>
                <p:cNvSpPr/>
                <p:nvPr/>
              </p:nvSpPr>
              <p:spPr>
                <a:xfrm>
                  <a:off x="5986032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B">
                    <a:alpha val="100000"/>
                  </a:srgbClr>
                </a:solidFill>
                <a:ln w="5420" cap="flat">
                  <a:solidFill>
                    <a:srgbClr val="3B3A6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4" name="pg574">
                  <a:extLst>
                    <a:ext uri="{FF2B5EF4-FFF2-40B4-BE49-F238E27FC236}">
                      <a16:creationId xmlns:a16="http://schemas.microsoft.com/office/drawing/2014/main" id="{50B7112E-9533-EDAB-7D51-AA2D48F90D97}"/>
                    </a:ext>
                  </a:extLst>
                </p:cNvPr>
                <p:cNvSpPr/>
                <p:nvPr/>
              </p:nvSpPr>
              <p:spPr>
                <a:xfrm>
                  <a:off x="5997669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5" name="pg575">
                  <a:extLst>
                    <a:ext uri="{FF2B5EF4-FFF2-40B4-BE49-F238E27FC236}">
                      <a16:creationId xmlns:a16="http://schemas.microsoft.com/office/drawing/2014/main" id="{83D01862-476C-54B6-6038-DB7C9EF00042}"/>
                    </a:ext>
                  </a:extLst>
                </p:cNvPr>
                <p:cNvSpPr/>
                <p:nvPr/>
              </p:nvSpPr>
              <p:spPr>
                <a:xfrm>
                  <a:off x="6009306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C">
                    <a:alpha val="100000"/>
                  </a:srgbClr>
                </a:solidFill>
                <a:ln w="5420" cap="flat">
                  <a:solidFill>
                    <a:srgbClr val="3B3C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6" name="pg576">
                  <a:extLst>
                    <a:ext uri="{FF2B5EF4-FFF2-40B4-BE49-F238E27FC236}">
                      <a16:creationId xmlns:a16="http://schemas.microsoft.com/office/drawing/2014/main" id="{5B0A54AA-9128-89B4-DE50-4391F46C59BA}"/>
                    </a:ext>
                  </a:extLst>
                </p:cNvPr>
                <p:cNvSpPr/>
                <p:nvPr/>
              </p:nvSpPr>
              <p:spPr>
                <a:xfrm>
                  <a:off x="6160592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E">
                    <a:alpha val="100000"/>
                  </a:srgbClr>
                </a:solidFill>
                <a:ln w="5420" cap="flat">
                  <a:solidFill>
                    <a:srgbClr val="3A32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7" name="pg577">
                  <a:extLst>
                    <a:ext uri="{FF2B5EF4-FFF2-40B4-BE49-F238E27FC236}">
                      <a16:creationId xmlns:a16="http://schemas.microsoft.com/office/drawing/2014/main" id="{A499B29E-32A3-DF79-A8A7-F66DB8BA7A6E}"/>
                    </a:ext>
                  </a:extLst>
                </p:cNvPr>
                <p:cNvSpPr/>
                <p:nvPr/>
              </p:nvSpPr>
              <p:spPr>
                <a:xfrm>
                  <a:off x="6172229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8" name="pg578">
                  <a:extLst>
                    <a:ext uri="{FF2B5EF4-FFF2-40B4-BE49-F238E27FC236}">
                      <a16:creationId xmlns:a16="http://schemas.microsoft.com/office/drawing/2014/main" id="{7627C903-0FE2-7521-C5AE-0366722A43BB}"/>
                    </a:ext>
                  </a:extLst>
                </p:cNvPr>
                <p:cNvSpPr/>
                <p:nvPr/>
              </p:nvSpPr>
              <p:spPr>
                <a:xfrm>
                  <a:off x="6183866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D">
                    <a:alpha val="100000"/>
                  </a:srgbClr>
                </a:solidFill>
                <a:ln w="5420" cap="flat">
                  <a:solidFill>
                    <a:srgbClr val="39305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79" name="pg579">
                  <a:extLst>
                    <a:ext uri="{FF2B5EF4-FFF2-40B4-BE49-F238E27FC236}">
                      <a16:creationId xmlns:a16="http://schemas.microsoft.com/office/drawing/2014/main" id="{77321F13-4369-03A6-6C62-A6404EC927FF}"/>
                    </a:ext>
                  </a:extLst>
                </p:cNvPr>
                <p:cNvSpPr/>
                <p:nvPr/>
              </p:nvSpPr>
              <p:spPr>
                <a:xfrm>
                  <a:off x="6195504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0" name="pg580">
                  <a:extLst>
                    <a:ext uri="{FF2B5EF4-FFF2-40B4-BE49-F238E27FC236}">
                      <a16:creationId xmlns:a16="http://schemas.microsoft.com/office/drawing/2014/main" id="{D55EFE7F-9CC6-2745-F6BA-55695175E8A5}"/>
                    </a:ext>
                  </a:extLst>
                </p:cNvPr>
                <p:cNvSpPr/>
                <p:nvPr/>
              </p:nvSpPr>
              <p:spPr>
                <a:xfrm>
                  <a:off x="6207141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C">
                    <a:alpha val="100000"/>
                  </a:srgbClr>
                </a:solidFill>
                <a:ln w="5420" cap="flat">
                  <a:solidFill>
                    <a:srgbClr val="392F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1" name="pg581">
                  <a:extLst>
                    <a:ext uri="{FF2B5EF4-FFF2-40B4-BE49-F238E27FC236}">
                      <a16:creationId xmlns:a16="http://schemas.microsoft.com/office/drawing/2014/main" id="{D66822FA-0915-78B6-2015-8D015F25A323}"/>
                    </a:ext>
                  </a:extLst>
                </p:cNvPr>
                <p:cNvSpPr/>
                <p:nvPr/>
              </p:nvSpPr>
              <p:spPr>
                <a:xfrm>
                  <a:off x="6218778" y="28937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B">
                    <a:alpha val="100000"/>
                  </a:srgbClr>
                </a:solidFill>
                <a:ln w="5420" cap="flat">
                  <a:solidFill>
                    <a:srgbClr val="392F5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2" name="pg582">
                  <a:extLst>
                    <a:ext uri="{FF2B5EF4-FFF2-40B4-BE49-F238E27FC236}">
                      <a16:creationId xmlns:a16="http://schemas.microsoft.com/office/drawing/2014/main" id="{8D9EDE10-932B-DFC8-EF8D-DD043FB11577}"/>
                    </a:ext>
                  </a:extLst>
                </p:cNvPr>
                <p:cNvSpPr/>
                <p:nvPr/>
              </p:nvSpPr>
              <p:spPr>
                <a:xfrm>
                  <a:off x="5799834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274D">
                    <a:alpha val="100000"/>
                  </a:srgbClr>
                </a:solidFill>
                <a:ln w="5420" cap="flat">
                  <a:solidFill>
                    <a:srgbClr val="34274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3" name="pg583">
                  <a:extLst>
                    <a:ext uri="{FF2B5EF4-FFF2-40B4-BE49-F238E27FC236}">
                      <a16:creationId xmlns:a16="http://schemas.microsoft.com/office/drawing/2014/main" id="{9EA32866-A8A4-82BC-536A-FCD7EA04D651}"/>
                    </a:ext>
                  </a:extLst>
                </p:cNvPr>
                <p:cNvSpPr/>
                <p:nvPr/>
              </p:nvSpPr>
              <p:spPr>
                <a:xfrm>
                  <a:off x="5811472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22549">
                    <a:alpha val="100000"/>
                  </a:srgbClr>
                </a:solidFill>
                <a:ln w="5420" cap="flat">
                  <a:solidFill>
                    <a:srgbClr val="32254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4" name="pg584">
                  <a:extLst>
                    <a:ext uri="{FF2B5EF4-FFF2-40B4-BE49-F238E27FC236}">
                      <a16:creationId xmlns:a16="http://schemas.microsoft.com/office/drawing/2014/main" id="{3DFBDADD-40A6-3EEB-8C98-E954D13F3B13}"/>
                    </a:ext>
                  </a:extLst>
                </p:cNvPr>
                <p:cNvSpPr/>
                <p:nvPr/>
              </p:nvSpPr>
              <p:spPr>
                <a:xfrm>
                  <a:off x="5823109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02445">
                    <a:alpha val="100000"/>
                  </a:srgbClr>
                </a:solidFill>
                <a:ln w="5420" cap="flat">
                  <a:solidFill>
                    <a:srgbClr val="30244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5" name="pg585">
                  <a:extLst>
                    <a:ext uri="{FF2B5EF4-FFF2-40B4-BE49-F238E27FC236}">
                      <a16:creationId xmlns:a16="http://schemas.microsoft.com/office/drawing/2014/main" id="{781AB427-A8CB-0213-1634-F1EF94DFFEE6}"/>
                    </a:ext>
                  </a:extLst>
                </p:cNvPr>
                <p:cNvSpPr/>
                <p:nvPr/>
              </p:nvSpPr>
              <p:spPr>
                <a:xfrm>
                  <a:off x="5834746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02445">
                    <a:alpha val="100000"/>
                  </a:srgbClr>
                </a:solidFill>
                <a:ln w="5420" cap="flat">
                  <a:solidFill>
                    <a:srgbClr val="30244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6" name="pg586">
                  <a:extLst>
                    <a:ext uri="{FF2B5EF4-FFF2-40B4-BE49-F238E27FC236}">
                      <a16:creationId xmlns:a16="http://schemas.microsoft.com/office/drawing/2014/main" id="{990B1171-71A8-6966-4FED-E986AF7E66B2}"/>
                    </a:ext>
                  </a:extLst>
                </p:cNvPr>
                <p:cNvSpPr/>
                <p:nvPr/>
              </p:nvSpPr>
              <p:spPr>
                <a:xfrm>
                  <a:off x="5846384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12547">
                    <a:alpha val="100000"/>
                  </a:srgbClr>
                </a:solidFill>
                <a:ln w="5420" cap="flat">
                  <a:solidFill>
                    <a:srgbClr val="31254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7" name="pg587">
                  <a:extLst>
                    <a:ext uri="{FF2B5EF4-FFF2-40B4-BE49-F238E27FC236}">
                      <a16:creationId xmlns:a16="http://schemas.microsoft.com/office/drawing/2014/main" id="{F0CF416C-85C2-8735-5220-251E282FE7B8}"/>
                    </a:ext>
                  </a:extLst>
                </p:cNvPr>
                <p:cNvSpPr/>
                <p:nvPr/>
              </p:nvSpPr>
              <p:spPr>
                <a:xfrm>
                  <a:off x="5858021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2264A">
                    <a:alpha val="100000"/>
                  </a:srgbClr>
                </a:solidFill>
                <a:ln w="5420" cap="flat">
                  <a:solidFill>
                    <a:srgbClr val="32264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8" name="pg588">
                  <a:extLst>
                    <a:ext uri="{FF2B5EF4-FFF2-40B4-BE49-F238E27FC236}">
                      <a16:creationId xmlns:a16="http://schemas.microsoft.com/office/drawing/2014/main" id="{C7021186-92B9-5B50-6224-EAFEF755A130}"/>
                    </a:ext>
                  </a:extLst>
                </p:cNvPr>
                <p:cNvSpPr/>
                <p:nvPr/>
              </p:nvSpPr>
              <p:spPr>
                <a:xfrm>
                  <a:off x="5869658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274D">
                    <a:alpha val="100000"/>
                  </a:srgbClr>
                </a:solidFill>
                <a:ln w="5420" cap="flat">
                  <a:solidFill>
                    <a:srgbClr val="34274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89" name="pg589">
                  <a:extLst>
                    <a:ext uri="{FF2B5EF4-FFF2-40B4-BE49-F238E27FC236}">
                      <a16:creationId xmlns:a16="http://schemas.microsoft.com/office/drawing/2014/main" id="{FEB00ADC-5728-23A0-971C-8EE01A473A5E}"/>
                    </a:ext>
                  </a:extLst>
                </p:cNvPr>
                <p:cNvSpPr/>
                <p:nvPr/>
              </p:nvSpPr>
              <p:spPr>
                <a:xfrm>
                  <a:off x="5881296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2951">
                    <a:alpha val="100000"/>
                  </a:srgbClr>
                </a:solidFill>
                <a:ln w="5420" cap="flat">
                  <a:solidFill>
                    <a:srgbClr val="37295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0" name="pg590">
                  <a:extLst>
                    <a:ext uri="{FF2B5EF4-FFF2-40B4-BE49-F238E27FC236}">
                      <a16:creationId xmlns:a16="http://schemas.microsoft.com/office/drawing/2014/main" id="{81093C89-35FF-8F63-CD77-837FD1704C1F}"/>
                    </a:ext>
                  </a:extLst>
                </p:cNvPr>
                <p:cNvSpPr/>
                <p:nvPr/>
              </p:nvSpPr>
              <p:spPr>
                <a:xfrm>
                  <a:off x="5892933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1" name="pg591">
                  <a:extLst>
                    <a:ext uri="{FF2B5EF4-FFF2-40B4-BE49-F238E27FC236}">
                      <a16:creationId xmlns:a16="http://schemas.microsoft.com/office/drawing/2014/main" id="{B7B324F7-26C1-26C5-E9FC-09AA6ABD8244}"/>
                    </a:ext>
                  </a:extLst>
                </p:cNvPr>
                <p:cNvSpPr/>
                <p:nvPr/>
              </p:nvSpPr>
              <p:spPr>
                <a:xfrm>
                  <a:off x="5904570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2" name="pg592">
                  <a:extLst>
                    <a:ext uri="{FF2B5EF4-FFF2-40B4-BE49-F238E27FC236}">
                      <a16:creationId xmlns:a16="http://schemas.microsoft.com/office/drawing/2014/main" id="{6634CD4D-086C-2282-D42E-5CA3D400F12D}"/>
                    </a:ext>
                  </a:extLst>
                </p:cNvPr>
                <p:cNvSpPr/>
                <p:nvPr/>
              </p:nvSpPr>
              <p:spPr>
                <a:xfrm>
                  <a:off x="5916208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3" name="pg593">
                  <a:extLst>
                    <a:ext uri="{FF2B5EF4-FFF2-40B4-BE49-F238E27FC236}">
                      <a16:creationId xmlns:a16="http://schemas.microsoft.com/office/drawing/2014/main" id="{6D3BB972-6CFF-001F-8A5A-8FE4848D307E}"/>
                    </a:ext>
                  </a:extLst>
                </p:cNvPr>
                <p:cNvSpPr/>
                <p:nvPr/>
              </p:nvSpPr>
              <p:spPr>
                <a:xfrm>
                  <a:off x="5927845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1">
                    <a:alpha val="100000"/>
                  </a:srgbClr>
                </a:solidFill>
                <a:ln w="5420" cap="flat">
                  <a:solidFill>
                    <a:srgbClr val="3A33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4" name="pg594">
                  <a:extLst>
                    <a:ext uri="{FF2B5EF4-FFF2-40B4-BE49-F238E27FC236}">
                      <a16:creationId xmlns:a16="http://schemas.microsoft.com/office/drawing/2014/main" id="{4BC9AAA6-2927-71AD-19BE-19936127EED1}"/>
                    </a:ext>
                  </a:extLst>
                </p:cNvPr>
                <p:cNvSpPr/>
                <p:nvPr/>
              </p:nvSpPr>
              <p:spPr>
                <a:xfrm>
                  <a:off x="5939482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5" name="pg595">
                  <a:extLst>
                    <a:ext uri="{FF2B5EF4-FFF2-40B4-BE49-F238E27FC236}">
                      <a16:creationId xmlns:a16="http://schemas.microsoft.com/office/drawing/2014/main" id="{FB7C58CF-D52C-839C-B8FC-64D31D7408F0}"/>
                    </a:ext>
                  </a:extLst>
                </p:cNvPr>
                <p:cNvSpPr/>
                <p:nvPr/>
              </p:nvSpPr>
              <p:spPr>
                <a:xfrm>
                  <a:off x="5951120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5">
                    <a:alpha val="100000"/>
                  </a:srgbClr>
                </a:solidFill>
                <a:ln w="5420" cap="flat">
                  <a:solidFill>
                    <a:srgbClr val="3B376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6" name="pg596">
                  <a:extLst>
                    <a:ext uri="{FF2B5EF4-FFF2-40B4-BE49-F238E27FC236}">
                      <a16:creationId xmlns:a16="http://schemas.microsoft.com/office/drawing/2014/main" id="{3D522B61-1088-8FDE-D818-CD2A770B4C85}"/>
                    </a:ext>
                  </a:extLst>
                </p:cNvPr>
                <p:cNvSpPr/>
                <p:nvPr/>
              </p:nvSpPr>
              <p:spPr>
                <a:xfrm>
                  <a:off x="5974394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7" name="pg597">
                  <a:extLst>
                    <a:ext uri="{FF2B5EF4-FFF2-40B4-BE49-F238E27FC236}">
                      <a16:creationId xmlns:a16="http://schemas.microsoft.com/office/drawing/2014/main" id="{164E8280-C100-2B1E-DE18-33ABE43EC936}"/>
                    </a:ext>
                  </a:extLst>
                </p:cNvPr>
                <p:cNvSpPr/>
                <p:nvPr/>
              </p:nvSpPr>
              <p:spPr>
                <a:xfrm>
                  <a:off x="5986032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8" name="pg598">
                  <a:extLst>
                    <a:ext uri="{FF2B5EF4-FFF2-40B4-BE49-F238E27FC236}">
                      <a16:creationId xmlns:a16="http://schemas.microsoft.com/office/drawing/2014/main" id="{C88EC15C-C6F1-310A-6ECF-56D0DC4F8FDB}"/>
                    </a:ext>
                  </a:extLst>
                </p:cNvPr>
                <p:cNvSpPr/>
                <p:nvPr/>
              </p:nvSpPr>
              <p:spPr>
                <a:xfrm>
                  <a:off x="5997669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599" name="pg599">
                  <a:extLst>
                    <a:ext uri="{FF2B5EF4-FFF2-40B4-BE49-F238E27FC236}">
                      <a16:creationId xmlns:a16="http://schemas.microsoft.com/office/drawing/2014/main" id="{82F7F6CB-7E2C-90F1-3DC6-44C168A330C6}"/>
                    </a:ext>
                  </a:extLst>
                </p:cNvPr>
                <p:cNvSpPr/>
                <p:nvPr/>
              </p:nvSpPr>
              <p:spPr>
                <a:xfrm>
                  <a:off x="6160592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D">
                    <a:alpha val="100000"/>
                  </a:srgbClr>
                </a:solidFill>
                <a:ln w="5420" cap="flat">
                  <a:solidFill>
                    <a:srgbClr val="39305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0" name="pg600">
                  <a:extLst>
                    <a:ext uri="{FF2B5EF4-FFF2-40B4-BE49-F238E27FC236}">
                      <a16:creationId xmlns:a16="http://schemas.microsoft.com/office/drawing/2014/main" id="{442BF829-9461-365B-CFE8-519CCCE3D68A}"/>
                    </a:ext>
                  </a:extLst>
                </p:cNvPr>
                <p:cNvSpPr/>
                <p:nvPr/>
              </p:nvSpPr>
              <p:spPr>
                <a:xfrm>
                  <a:off x="6172229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B">
                    <a:alpha val="100000"/>
                  </a:srgbClr>
                </a:solidFill>
                <a:ln w="5420" cap="flat">
                  <a:solidFill>
                    <a:srgbClr val="392F5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1" name="pg601">
                  <a:extLst>
                    <a:ext uri="{FF2B5EF4-FFF2-40B4-BE49-F238E27FC236}">
                      <a16:creationId xmlns:a16="http://schemas.microsoft.com/office/drawing/2014/main" id="{9ABF05F6-E932-F793-25A9-0EED1088DB05}"/>
                    </a:ext>
                  </a:extLst>
                </p:cNvPr>
                <p:cNvSpPr/>
                <p:nvPr/>
              </p:nvSpPr>
              <p:spPr>
                <a:xfrm>
                  <a:off x="6183866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A">
                    <a:alpha val="100000"/>
                  </a:srgbClr>
                </a:solidFill>
                <a:ln w="5420" cap="flat">
                  <a:solidFill>
                    <a:srgbClr val="392F5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2" name="pg602">
                  <a:extLst>
                    <a:ext uri="{FF2B5EF4-FFF2-40B4-BE49-F238E27FC236}">
                      <a16:creationId xmlns:a16="http://schemas.microsoft.com/office/drawing/2014/main" id="{BD93E3C5-79C7-A175-BF56-0581D6C3FD9F}"/>
                    </a:ext>
                  </a:extLst>
                </p:cNvPr>
                <p:cNvSpPr/>
                <p:nvPr/>
              </p:nvSpPr>
              <p:spPr>
                <a:xfrm>
                  <a:off x="6195504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A">
                    <a:alpha val="100000"/>
                  </a:srgbClr>
                </a:solidFill>
                <a:ln w="5420" cap="flat">
                  <a:solidFill>
                    <a:srgbClr val="392E5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3" name="pg603">
                  <a:extLst>
                    <a:ext uri="{FF2B5EF4-FFF2-40B4-BE49-F238E27FC236}">
                      <a16:creationId xmlns:a16="http://schemas.microsoft.com/office/drawing/2014/main" id="{E2E3289D-AA23-0496-EB33-A782F8FA50C3}"/>
                    </a:ext>
                  </a:extLst>
                </p:cNvPr>
                <p:cNvSpPr/>
                <p:nvPr/>
              </p:nvSpPr>
              <p:spPr>
                <a:xfrm>
                  <a:off x="6207141" y="29080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9">
                    <a:alpha val="100000"/>
                  </a:srgbClr>
                </a:solidFill>
                <a:ln w="5420" cap="flat">
                  <a:solidFill>
                    <a:srgbClr val="392E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4" name="pg604">
                  <a:extLst>
                    <a:ext uri="{FF2B5EF4-FFF2-40B4-BE49-F238E27FC236}">
                      <a16:creationId xmlns:a16="http://schemas.microsoft.com/office/drawing/2014/main" id="{799E69BE-3CA7-0082-D819-0322D86DF983}"/>
                    </a:ext>
                  </a:extLst>
                </p:cNvPr>
                <p:cNvSpPr/>
                <p:nvPr/>
              </p:nvSpPr>
              <p:spPr>
                <a:xfrm>
                  <a:off x="5764922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F">
                    <a:alpha val="100000"/>
                  </a:srgbClr>
                </a:solidFill>
                <a:ln w="5420" cap="flat">
                  <a:solidFill>
                    <a:srgbClr val="3A325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5" name="pg605">
                  <a:extLst>
                    <a:ext uri="{FF2B5EF4-FFF2-40B4-BE49-F238E27FC236}">
                      <a16:creationId xmlns:a16="http://schemas.microsoft.com/office/drawing/2014/main" id="{5E9E13B5-D12F-5F62-1742-3CAB12F9A756}"/>
                    </a:ext>
                  </a:extLst>
                </p:cNvPr>
                <p:cNvSpPr/>
                <p:nvPr/>
              </p:nvSpPr>
              <p:spPr>
                <a:xfrm>
                  <a:off x="5776560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6" name="pg606">
                  <a:extLst>
                    <a:ext uri="{FF2B5EF4-FFF2-40B4-BE49-F238E27FC236}">
                      <a16:creationId xmlns:a16="http://schemas.microsoft.com/office/drawing/2014/main" id="{5DB96E95-3E36-A59D-B0B7-26A25F739D51}"/>
                    </a:ext>
                  </a:extLst>
                </p:cNvPr>
                <p:cNvSpPr/>
                <p:nvPr/>
              </p:nvSpPr>
              <p:spPr>
                <a:xfrm>
                  <a:off x="5788197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9">
                    <a:alpha val="100000"/>
                  </a:srgbClr>
                </a:solidFill>
                <a:ln w="5420" cap="flat">
                  <a:solidFill>
                    <a:srgbClr val="392D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7" name="pg607">
                  <a:extLst>
                    <a:ext uri="{FF2B5EF4-FFF2-40B4-BE49-F238E27FC236}">
                      <a16:creationId xmlns:a16="http://schemas.microsoft.com/office/drawing/2014/main" id="{E7D2E488-605F-1CB7-107C-CE044E7202A7}"/>
                    </a:ext>
                  </a:extLst>
                </p:cNvPr>
                <p:cNvSpPr/>
                <p:nvPr/>
              </p:nvSpPr>
              <p:spPr>
                <a:xfrm>
                  <a:off x="5799834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274C">
                    <a:alpha val="100000"/>
                  </a:srgbClr>
                </a:solidFill>
                <a:ln w="5420" cap="flat">
                  <a:solidFill>
                    <a:srgbClr val="34274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8" name="pg608">
                  <a:extLst>
                    <a:ext uri="{FF2B5EF4-FFF2-40B4-BE49-F238E27FC236}">
                      <a16:creationId xmlns:a16="http://schemas.microsoft.com/office/drawing/2014/main" id="{28207234-193A-B7FB-EA14-95A4C2785C74}"/>
                    </a:ext>
                  </a:extLst>
                </p:cNvPr>
                <p:cNvSpPr/>
                <p:nvPr/>
              </p:nvSpPr>
              <p:spPr>
                <a:xfrm>
                  <a:off x="5811472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F2344">
                    <a:alpha val="100000"/>
                  </a:srgbClr>
                </a:solidFill>
                <a:ln w="5420" cap="flat">
                  <a:solidFill>
                    <a:srgbClr val="2F234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09" name="pg609">
                  <a:extLst>
                    <a:ext uri="{FF2B5EF4-FFF2-40B4-BE49-F238E27FC236}">
                      <a16:creationId xmlns:a16="http://schemas.microsoft.com/office/drawing/2014/main" id="{3775B281-B725-0E06-9F6E-8F2D9707EB1A}"/>
                    </a:ext>
                  </a:extLst>
                </p:cNvPr>
                <p:cNvSpPr/>
                <p:nvPr/>
              </p:nvSpPr>
              <p:spPr>
                <a:xfrm>
                  <a:off x="5823109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D2140">
                    <a:alpha val="100000"/>
                  </a:srgbClr>
                </a:solidFill>
                <a:ln w="5420" cap="flat">
                  <a:solidFill>
                    <a:srgbClr val="2D214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0" name="pg610">
                  <a:extLst>
                    <a:ext uri="{FF2B5EF4-FFF2-40B4-BE49-F238E27FC236}">
                      <a16:creationId xmlns:a16="http://schemas.microsoft.com/office/drawing/2014/main" id="{10183A43-33DB-0E7B-94B5-9E1A73B957D2}"/>
                    </a:ext>
                  </a:extLst>
                </p:cNvPr>
                <p:cNvSpPr/>
                <p:nvPr/>
              </p:nvSpPr>
              <p:spPr>
                <a:xfrm>
                  <a:off x="5834746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D2140">
                    <a:alpha val="100000"/>
                  </a:srgbClr>
                </a:solidFill>
                <a:ln w="5420" cap="flat">
                  <a:solidFill>
                    <a:srgbClr val="2D214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1" name="pg611">
                  <a:extLst>
                    <a:ext uri="{FF2B5EF4-FFF2-40B4-BE49-F238E27FC236}">
                      <a16:creationId xmlns:a16="http://schemas.microsoft.com/office/drawing/2014/main" id="{1D7FAEAB-D59B-CCBD-3A23-800B99BFCB50}"/>
                    </a:ext>
                  </a:extLst>
                </p:cNvPr>
                <p:cNvSpPr/>
                <p:nvPr/>
              </p:nvSpPr>
              <p:spPr>
                <a:xfrm>
                  <a:off x="5846384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F2342">
                    <a:alpha val="100000"/>
                  </a:srgbClr>
                </a:solidFill>
                <a:ln w="5420" cap="flat">
                  <a:solidFill>
                    <a:srgbClr val="2F234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2" name="pg612">
                  <a:extLst>
                    <a:ext uri="{FF2B5EF4-FFF2-40B4-BE49-F238E27FC236}">
                      <a16:creationId xmlns:a16="http://schemas.microsoft.com/office/drawing/2014/main" id="{7F9563FB-2A5F-977D-3F2E-BDD10667744C}"/>
                    </a:ext>
                  </a:extLst>
                </p:cNvPr>
                <p:cNvSpPr/>
                <p:nvPr/>
              </p:nvSpPr>
              <p:spPr>
                <a:xfrm>
                  <a:off x="5858021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12446">
                    <a:alpha val="100000"/>
                  </a:srgbClr>
                </a:solidFill>
                <a:ln w="5420" cap="flat">
                  <a:solidFill>
                    <a:srgbClr val="31244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3" name="pg613">
                  <a:extLst>
                    <a:ext uri="{FF2B5EF4-FFF2-40B4-BE49-F238E27FC236}">
                      <a16:creationId xmlns:a16="http://schemas.microsoft.com/office/drawing/2014/main" id="{4A24D1C8-2BD6-EE01-FEAD-670DE93C078B}"/>
                    </a:ext>
                  </a:extLst>
                </p:cNvPr>
                <p:cNvSpPr/>
                <p:nvPr/>
              </p:nvSpPr>
              <p:spPr>
                <a:xfrm>
                  <a:off x="5869658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3264B">
                    <a:alpha val="100000"/>
                  </a:srgbClr>
                </a:solidFill>
                <a:ln w="5420" cap="flat">
                  <a:solidFill>
                    <a:srgbClr val="33264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4" name="pg614">
                  <a:extLst>
                    <a:ext uri="{FF2B5EF4-FFF2-40B4-BE49-F238E27FC236}">
                      <a16:creationId xmlns:a16="http://schemas.microsoft.com/office/drawing/2014/main" id="{D88724DF-7CA6-594D-7095-8052AA070C8E}"/>
                    </a:ext>
                  </a:extLst>
                </p:cNvPr>
                <p:cNvSpPr/>
                <p:nvPr/>
              </p:nvSpPr>
              <p:spPr>
                <a:xfrm>
                  <a:off x="5881296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2850">
                    <a:alpha val="100000"/>
                  </a:srgbClr>
                </a:solidFill>
                <a:ln w="5420" cap="flat">
                  <a:solidFill>
                    <a:srgbClr val="36285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5" name="pg615">
                  <a:extLst>
                    <a:ext uri="{FF2B5EF4-FFF2-40B4-BE49-F238E27FC236}">
                      <a16:creationId xmlns:a16="http://schemas.microsoft.com/office/drawing/2014/main" id="{8EEB2167-A285-C9D0-7225-99A7CB8A9F15}"/>
                    </a:ext>
                  </a:extLst>
                </p:cNvPr>
                <p:cNvSpPr/>
                <p:nvPr/>
              </p:nvSpPr>
              <p:spPr>
                <a:xfrm>
                  <a:off x="5892933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A54">
                    <a:alpha val="100000"/>
                  </a:srgbClr>
                </a:solidFill>
                <a:ln w="5420" cap="flat">
                  <a:solidFill>
                    <a:srgbClr val="382A5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6" name="pg616">
                  <a:extLst>
                    <a:ext uri="{FF2B5EF4-FFF2-40B4-BE49-F238E27FC236}">
                      <a16:creationId xmlns:a16="http://schemas.microsoft.com/office/drawing/2014/main" id="{2BC13F9B-B1EC-E2B2-2DF8-9BFC322D97B2}"/>
                    </a:ext>
                  </a:extLst>
                </p:cNvPr>
                <p:cNvSpPr/>
                <p:nvPr/>
              </p:nvSpPr>
              <p:spPr>
                <a:xfrm>
                  <a:off x="5904570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7">
                    <a:alpha val="100000"/>
                  </a:srgbClr>
                </a:solidFill>
                <a:ln w="5420" cap="flat">
                  <a:solidFill>
                    <a:srgbClr val="392D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7" name="pg617">
                  <a:extLst>
                    <a:ext uri="{FF2B5EF4-FFF2-40B4-BE49-F238E27FC236}">
                      <a16:creationId xmlns:a16="http://schemas.microsoft.com/office/drawing/2014/main" id="{D21F9649-DD60-11D0-FB0D-A7C221E10BD7}"/>
                    </a:ext>
                  </a:extLst>
                </p:cNvPr>
                <p:cNvSpPr/>
                <p:nvPr/>
              </p:nvSpPr>
              <p:spPr>
                <a:xfrm>
                  <a:off x="5927845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1">
                    <a:alpha val="100000"/>
                  </a:srgbClr>
                </a:solidFill>
                <a:ln w="5420" cap="flat">
                  <a:solidFill>
                    <a:srgbClr val="3A33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8" name="pg618">
                  <a:extLst>
                    <a:ext uri="{FF2B5EF4-FFF2-40B4-BE49-F238E27FC236}">
                      <a16:creationId xmlns:a16="http://schemas.microsoft.com/office/drawing/2014/main" id="{90669521-C00A-0A64-AA68-F0D4498D6299}"/>
                    </a:ext>
                  </a:extLst>
                </p:cNvPr>
                <p:cNvSpPr/>
                <p:nvPr/>
              </p:nvSpPr>
              <p:spPr>
                <a:xfrm>
                  <a:off x="5939482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19" name="pg619">
                  <a:extLst>
                    <a:ext uri="{FF2B5EF4-FFF2-40B4-BE49-F238E27FC236}">
                      <a16:creationId xmlns:a16="http://schemas.microsoft.com/office/drawing/2014/main" id="{22C53CF4-D943-B66B-7E08-77F1C67E2C47}"/>
                    </a:ext>
                  </a:extLst>
                </p:cNvPr>
                <p:cNvSpPr/>
                <p:nvPr/>
              </p:nvSpPr>
              <p:spPr>
                <a:xfrm>
                  <a:off x="6160592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B">
                    <a:alpha val="100000"/>
                  </a:srgbClr>
                </a:solidFill>
                <a:ln w="5420" cap="flat">
                  <a:solidFill>
                    <a:srgbClr val="392F5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0" name="pg620">
                  <a:extLst>
                    <a:ext uri="{FF2B5EF4-FFF2-40B4-BE49-F238E27FC236}">
                      <a16:creationId xmlns:a16="http://schemas.microsoft.com/office/drawing/2014/main" id="{2E45534B-45AB-AA1C-6DE2-0B7A4F2A5946}"/>
                    </a:ext>
                  </a:extLst>
                </p:cNvPr>
                <p:cNvSpPr/>
                <p:nvPr/>
              </p:nvSpPr>
              <p:spPr>
                <a:xfrm>
                  <a:off x="6172229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A">
                    <a:alpha val="100000"/>
                  </a:srgbClr>
                </a:solidFill>
                <a:ln w="5420" cap="flat">
                  <a:solidFill>
                    <a:srgbClr val="392E5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1" name="pg621">
                  <a:extLst>
                    <a:ext uri="{FF2B5EF4-FFF2-40B4-BE49-F238E27FC236}">
                      <a16:creationId xmlns:a16="http://schemas.microsoft.com/office/drawing/2014/main" id="{25C49AC0-ED9A-615C-8DDD-B74987C5F3CB}"/>
                    </a:ext>
                  </a:extLst>
                </p:cNvPr>
                <p:cNvSpPr/>
                <p:nvPr/>
              </p:nvSpPr>
              <p:spPr>
                <a:xfrm>
                  <a:off x="6183866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2" name="pg622">
                  <a:extLst>
                    <a:ext uri="{FF2B5EF4-FFF2-40B4-BE49-F238E27FC236}">
                      <a16:creationId xmlns:a16="http://schemas.microsoft.com/office/drawing/2014/main" id="{418CD9B8-A2C9-DD26-873D-5413BEB4096E}"/>
                    </a:ext>
                  </a:extLst>
                </p:cNvPr>
                <p:cNvSpPr/>
                <p:nvPr/>
              </p:nvSpPr>
              <p:spPr>
                <a:xfrm>
                  <a:off x="6195504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3" name="pg623">
                  <a:extLst>
                    <a:ext uri="{FF2B5EF4-FFF2-40B4-BE49-F238E27FC236}">
                      <a16:creationId xmlns:a16="http://schemas.microsoft.com/office/drawing/2014/main" id="{519C3FB0-C85F-4CA9-D50F-D033932BE211}"/>
                    </a:ext>
                  </a:extLst>
                </p:cNvPr>
                <p:cNvSpPr/>
                <p:nvPr/>
              </p:nvSpPr>
              <p:spPr>
                <a:xfrm>
                  <a:off x="6207141" y="29223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C57">
                    <a:alpha val="100000"/>
                  </a:srgbClr>
                </a:solidFill>
                <a:ln w="5420" cap="flat">
                  <a:solidFill>
                    <a:srgbClr val="39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4" name="pg624">
                  <a:extLst>
                    <a:ext uri="{FF2B5EF4-FFF2-40B4-BE49-F238E27FC236}">
                      <a16:creationId xmlns:a16="http://schemas.microsoft.com/office/drawing/2014/main" id="{22CAAF18-6938-82FC-ACFF-A6FB131F5462}"/>
                    </a:ext>
                  </a:extLst>
                </p:cNvPr>
                <p:cNvSpPr/>
                <p:nvPr/>
              </p:nvSpPr>
              <p:spPr>
                <a:xfrm>
                  <a:off x="5753285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664">
                    <a:alpha val="100000"/>
                  </a:srgbClr>
                </a:solidFill>
                <a:ln w="5420" cap="flat">
                  <a:solidFill>
                    <a:srgbClr val="3A366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5" name="pg625">
                  <a:extLst>
                    <a:ext uri="{FF2B5EF4-FFF2-40B4-BE49-F238E27FC236}">
                      <a16:creationId xmlns:a16="http://schemas.microsoft.com/office/drawing/2014/main" id="{ADDD71A4-651A-4722-AA4C-6283C85C2F7A}"/>
                    </a:ext>
                  </a:extLst>
                </p:cNvPr>
                <p:cNvSpPr/>
                <p:nvPr/>
              </p:nvSpPr>
              <p:spPr>
                <a:xfrm>
                  <a:off x="5764922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1">
                    <a:alpha val="100000"/>
                  </a:srgbClr>
                </a:solidFill>
                <a:ln w="5420" cap="flat">
                  <a:solidFill>
                    <a:srgbClr val="3A33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6" name="pg626">
                  <a:extLst>
                    <a:ext uri="{FF2B5EF4-FFF2-40B4-BE49-F238E27FC236}">
                      <a16:creationId xmlns:a16="http://schemas.microsoft.com/office/drawing/2014/main" id="{FDF91CBA-A82D-4BAC-7D40-9BF6BCD61B18}"/>
                    </a:ext>
                  </a:extLst>
                </p:cNvPr>
                <p:cNvSpPr/>
                <p:nvPr/>
              </p:nvSpPr>
              <p:spPr>
                <a:xfrm>
                  <a:off x="5776560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F">
                    <a:alpha val="100000"/>
                  </a:srgbClr>
                </a:solidFill>
                <a:ln w="5420" cap="flat">
                  <a:solidFill>
                    <a:srgbClr val="3A325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7" name="pg627">
                  <a:extLst>
                    <a:ext uri="{FF2B5EF4-FFF2-40B4-BE49-F238E27FC236}">
                      <a16:creationId xmlns:a16="http://schemas.microsoft.com/office/drawing/2014/main" id="{633E7568-ED88-019D-712F-1C91D00E246E}"/>
                    </a:ext>
                  </a:extLst>
                </p:cNvPr>
                <p:cNvSpPr/>
                <p:nvPr/>
              </p:nvSpPr>
              <p:spPr>
                <a:xfrm>
                  <a:off x="5788197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8" name="pg628">
                  <a:extLst>
                    <a:ext uri="{FF2B5EF4-FFF2-40B4-BE49-F238E27FC236}">
                      <a16:creationId xmlns:a16="http://schemas.microsoft.com/office/drawing/2014/main" id="{398B0728-9AB6-CF5E-239A-B5D3B21F3F70}"/>
                    </a:ext>
                  </a:extLst>
                </p:cNvPr>
                <p:cNvSpPr/>
                <p:nvPr/>
              </p:nvSpPr>
              <p:spPr>
                <a:xfrm>
                  <a:off x="5799834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29" name="pg629">
                  <a:extLst>
                    <a:ext uri="{FF2B5EF4-FFF2-40B4-BE49-F238E27FC236}">
                      <a16:creationId xmlns:a16="http://schemas.microsoft.com/office/drawing/2014/main" id="{4C31AACD-DFBB-749C-728C-8F60BB46B9D0}"/>
                    </a:ext>
                  </a:extLst>
                </p:cNvPr>
                <p:cNvSpPr/>
                <p:nvPr/>
              </p:nvSpPr>
              <p:spPr>
                <a:xfrm>
                  <a:off x="5811472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284E">
                    <a:alpha val="100000"/>
                  </a:srgbClr>
                </a:solidFill>
                <a:ln w="5420" cap="flat">
                  <a:solidFill>
                    <a:srgbClr val="35284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0" name="pg630">
                  <a:extLst>
                    <a:ext uri="{FF2B5EF4-FFF2-40B4-BE49-F238E27FC236}">
                      <a16:creationId xmlns:a16="http://schemas.microsoft.com/office/drawing/2014/main" id="{1B9F2AEB-F0B9-B88C-73AF-EB7D6F3AD7C6}"/>
                    </a:ext>
                  </a:extLst>
                </p:cNvPr>
                <p:cNvSpPr/>
                <p:nvPr/>
              </p:nvSpPr>
              <p:spPr>
                <a:xfrm>
                  <a:off x="5823109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12447">
                    <a:alpha val="100000"/>
                  </a:srgbClr>
                </a:solidFill>
                <a:ln w="5420" cap="flat">
                  <a:solidFill>
                    <a:srgbClr val="31244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1" name="pg631">
                  <a:extLst>
                    <a:ext uri="{FF2B5EF4-FFF2-40B4-BE49-F238E27FC236}">
                      <a16:creationId xmlns:a16="http://schemas.microsoft.com/office/drawing/2014/main" id="{2F557B62-591C-D2CD-ED48-7A14685E79AD}"/>
                    </a:ext>
                  </a:extLst>
                </p:cNvPr>
                <p:cNvSpPr/>
                <p:nvPr/>
              </p:nvSpPr>
              <p:spPr>
                <a:xfrm>
                  <a:off x="5834746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02445">
                    <a:alpha val="100000"/>
                  </a:srgbClr>
                </a:solidFill>
                <a:ln w="5420" cap="flat">
                  <a:solidFill>
                    <a:srgbClr val="30244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2" name="pg632">
                  <a:extLst>
                    <a:ext uri="{FF2B5EF4-FFF2-40B4-BE49-F238E27FC236}">
                      <a16:creationId xmlns:a16="http://schemas.microsoft.com/office/drawing/2014/main" id="{795AC50E-6640-7D93-11CC-5DF73DA206D2}"/>
                    </a:ext>
                  </a:extLst>
                </p:cNvPr>
                <p:cNvSpPr/>
                <p:nvPr/>
              </p:nvSpPr>
              <p:spPr>
                <a:xfrm>
                  <a:off x="5846384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12447">
                    <a:alpha val="100000"/>
                  </a:srgbClr>
                </a:solidFill>
                <a:ln w="5420" cap="flat">
                  <a:solidFill>
                    <a:srgbClr val="31244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3" name="pg633">
                  <a:extLst>
                    <a:ext uri="{FF2B5EF4-FFF2-40B4-BE49-F238E27FC236}">
                      <a16:creationId xmlns:a16="http://schemas.microsoft.com/office/drawing/2014/main" id="{0DA60BED-5DC5-D64A-358E-F40FCE2365DD}"/>
                    </a:ext>
                  </a:extLst>
                </p:cNvPr>
                <p:cNvSpPr/>
                <p:nvPr/>
              </p:nvSpPr>
              <p:spPr>
                <a:xfrm>
                  <a:off x="5858021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3264A">
                    <a:alpha val="100000"/>
                  </a:srgbClr>
                </a:solidFill>
                <a:ln w="5420" cap="flat">
                  <a:solidFill>
                    <a:srgbClr val="33264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4" name="pg634">
                  <a:extLst>
                    <a:ext uri="{FF2B5EF4-FFF2-40B4-BE49-F238E27FC236}">
                      <a16:creationId xmlns:a16="http://schemas.microsoft.com/office/drawing/2014/main" id="{E153A619-C536-31F7-56A3-0CACB2F8487F}"/>
                    </a:ext>
                  </a:extLst>
                </p:cNvPr>
                <p:cNvSpPr/>
                <p:nvPr/>
              </p:nvSpPr>
              <p:spPr>
                <a:xfrm>
                  <a:off x="5869658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284E">
                    <a:alpha val="100000"/>
                  </a:srgbClr>
                </a:solidFill>
                <a:ln w="5420" cap="flat">
                  <a:solidFill>
                    <a:srgbClr val="35284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5" name="pg635">
                  <a:extLst>
                    <a:ext uri="{FF2B5EF4-FFF2-40B4-BE49-F238E27FC236}">
                      <a16:creationId xmlns:a16="http://schemas.microsoft.com/office/drawing/2014/main" id="{010E7A41-D583-BD47-7436-383857A55BB9}"/>
                    </a:ext>
                  </a:extLst>
                </p:cNvPr>
                <p:cNvSpPr/>
                <p:nvPr/>
              </p:nvSpPr>
              <p:spPr>
                <a:xfrm>
                  <a:off x="5881296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2953">
                    <a:alpha val="100000"/>
                  </a:srgbClr>
                </a:solidFill>
                <a:ln w="5420" cap="flat">
                  <a:solidFill>
                    <a:srgbClr val="37295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6" name="pg636">
                  <a:extLst>
                    <a:ext uri="{FF2B5EF4-FFF2-40B4-BE49-F238E27FC236}">
                      <a16:creationId xmlns:a16="http://schemas.microsoft.com/office/drawing/2014/main" id="{ACEB31D7-2E7B-0444-A600-1512D17EBD36}"/>
                    </a:ext>
                  </a:extLst>
                </p:cNvPr>
                <p:cNvSpPr/>
                <p:nvPr/>
              </p:nvSpPr>
              <p:spPr>
                <a:xfrm>
                  <a:off x="5892933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6">
                    <a:alpha val="100000"/>
                  </a:srgbClr>
                </a:solidFill>
                <a:ln w="5420" cap="flat">
                  <a:solidFill>
                    <a:srgbClr val="382B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7" name="pg637">
                  <a:extLst>
                    <a:ext uri="{FF2B5EF4-FFF2-40B4-BE49-F238E27FC236}">
                      <a16:creationId xmlns:a16="http://schemas.microsoft.com/office/drawing/2014/main" id="{229FD0AE-815B-28A1-C50A-561C0C331539}"/>
                    </a:ext>
                  </a:extLst>
                </p:cNvPr>
                <p:cNvSpPr/>
                <p:nvPr/>
              </p:nvSpPr>
              <p:spPr>
                <a:xfrm>
                  <a:off x="6160592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9">
                    <a:alpha val="100000"/>
                  </a:srgbClr>
                </a:solidFill>
                <a:ln w="5420" cap="flat">
                  <a:solidFill>
                    <a:srgbClr val="392D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8" name="pg638">
                  <a:extLst>
                    <a:ext uri="{FF2B5EF4-FFF2-40B4-BE49-F238E27FC236}">
                      <a16:creationId xmlns:a16="http://schemas.microsoft.com/office/drawing/2014/main" id="{B76BC2B4-A9B6-3C3E-FD73-7CD1FE9712AA}"/>
                    </a:ext>
                  </a:extLst>
                </p:cNvPr>
                <p:cNvSpPr/>
                <p:nvPr/>
              </p:nvSpPr>
              <p:spPr>
                <a:xfrm>
                  <a:off x="6172229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C57">
                    <a:alpha val="100000"/>
                  </a:srgbClr>
                </a:solidFill>
                <a:ln w="5420" cap="flat">
                  <a:solidFill>
                    <a:srgbClr val="39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39" name="pg639">
                  <a:extLst>
                    <a:ext uri="{FF2B5EF4-FFF2-40B4-BE49-F238E27FC236}">
                      <a16:creationId xmlns:a16="http://schemas.microsoft.com/office/drawing/2014/main" id="{4566B823-16DA-C022-A077-6652D90C6E31}"/>
                    </a:ext>
                  </a:extLst>
                </p:cNvPr>
                <p:cNvSpPr/>
                <p:nvPr/>
              </p:nvSpPr>
              <p:spPr>
                <a:xfrm>
                  <a:off x="6183866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C56">
                    <a:alpha val="100000"/>
                  </a:srgbClr>
                </a:solidFill>
                <a:ln w="5420" cap="flat">
                  <a:solidFill>
                    <a:srgbClr val="382C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0" name="pg640">
                  <a:extLst>
                    <a:ext uri="{FF2B5EF4-FFF2-40B4-BE49-F238E27FC236}">
                      <a16:creationId xmlns:a16="http://schemas.microsoft.com/office/drawing/2014/main" id="{291FC891-F863-7F99-223A-A0DCA62AE851}"/>
                    </a:ext>
                  </a:extLst>
                </p:cNvPr>
                <p:cNvSpPr/>
                <p:nvPr/>
              </p:nvSpPr>
              <p:spPr>
                <a:xfrm>
                  <a:off x="6195504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1" name="pg641">
                  <a:extLst>
                    <a:ext uri="{FF2B5EF4-FFF2-40B4-BE49-F238E27FC236}">
                      <a16:creationId xmlns:a16="http://schemas.microsoft.com/office/drawing/2014/main" id="{223B2155-012F-724E-6B38-CE9B52ED4C3D}"/>
                    </a:ext>
                  </a:extLst>
                </p:cNvPr>
                <p:cNvSpPr/>
                <p:nvPr/>
              </p:nvSpPr>
              <p:spPr>
                <a:xfrm>
                  <a:off x="6207141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2" name="pg642">
                  <a:extLst>
                    <a:ext uri="{FF2B5EF4-FFF2-40B4-BE49-F238E27FC236}">
                      <a16:creationId xmlns:a16="http://schemas.microsoft.com/office/drawing/2014/main" id="{0E0BAB97-CF5C-EDEB-BF92-6FCB4555EBB5}"/>
                    </a:ext>
                  </a:extLst>
                </p:cNvPr>
                <p:cNvSpPr/>
                <p:nvPr/>
              </p:nvSpPr>
              <p:spPr>
                <a:xfrm>
                  <a:off x="6218778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3" name="pg643">
                  <a:extLst>
                    <a:ext uri="{FF2B5EF4-FFF2-40B4-BE49-F238E27FC236}">
                      <a16:creationId xmlns:a16="http://schemas.microsoft.com/office/drawing/2014/main" id="{F23D8458-2B70-827C-CE64-B85D3F483E31}"/>
                    </a:ext>
                  </a:extLst>
                </p:cNvPr>
                <p:cNvSpPr/>
                <p:nvPr/>
              </p:nvSpPr>
              <p:spPr>
                <a:xfrm>
                  <a:off x="6230416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4" name="pg644">
                  <a:extLst>
                    <a:ext uri="{FF2B5EF4-FFF2-40B4-BE49-F238E27FC236}">
                      <a16:creationId xmlns:a16="http://schemas.microsoft.com/office/drawing/2014/main" id="{D705A359-4B73-BD0F-33B9-02ED57834E10}"/>
                    </a:ext>
                  </a:extLst>
                </p:cNvPr>
                <p:cNvSpPr/>
                <p:nvPr/>
              </p:nvSpPr>
              <p:spPr>
                <a:xfrm>
                  <a:off x="6276965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B">
                    <a:alpha val="100000"/>
                  </a:srgbClr>
                </a:solidFill>
                <a:ln w="5420" cap="flat">
                  <a:solidFill>
                    <a:srgbClr val="392F5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5" name="pg645">
                  <a:extLst>
                    <a:ext uri="{FF2B5EF4-FFF2-40B4-BE49-F238E27FC236}">
                      <a16:creationId xmlns:a16="http://schemas.microsoft.com/office/drawing/2014/main" id="{3973E99E-632E-B313-E968-2226033A5BDD}"/>
                    </a:ext>
                  </a:extLst>
                </p:cNvPr>
                <p:cNvSpPr/>
                <p:nvPr/>
              </p:nvSpPr>
              <p:spPr>
                <a:xfrm>
                  <a:off x="6288602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6" name="pg646">
                  <a:extLst>
                    <a:ext uri="{FF2B5EF4-FFF2-40B4-BE49-F238E27FC236}">
                      <a16:creationId xmlns:a16="http://schemas.microsoft.com/office/drawing/2014/main" id="{867CE62F-0839-26F9-27FE-712793ABF0C0}"/>
                    </a:ext>
                  </a:extLst>
                </p:cNvPr>
                <p:cNvSpPr/>
                <p:nvPr/>
              </p:nvSpPr>
              <p:spPr>
                <a:xfrm>
                  <a:off x="6300240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7" name="pg647">
                  <a:extLst>
                    <a:ext uri="{FF2B5EF4-FFF2-40B4-BE49-F238E27FC236}">
                      <a16:creationId xmlns:a16="http://schemas.microsoft.com/office/drawing/2014/main" id="{1C016337-F814-E2B1-66D7-9502526E5447}"/>
                    </a:ext>
                  </a:extLst>
                </p:cNvPr>
                <p:cNvSpPr/>
                <p:nvPr/>
              </p:nvSpPr>
              <p:spPr>
                <a:xfrm>
                  <a:off x="6311877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8" name="pg648">
                  <a:extLst>
                    <a:ext uri="{FF2B5EF4-FFF2-40B4-BE49-F238E27FC236}">
                      <a16:creationId xmlns:a16="http://schemas.microsoft.com/office/drawing/2014/main" id="{6A4741E1-1991-AB85-557A-C97664389BCD}"/>
                    </a:ext>
                  </a:extLst>
                </p:cNvPr>
                <p:cNvSpPr/>
                <p:nvPr/>
              </p:nvSpPr>
              <p:spPr>
                <a:xfrm>
                  <a:off x="6323514" y="29366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49" name="pg649">
                  <a:extLst>
                    <a:ext uri="{FF2B5EF4-FFF2-40B4-BE49-F238E27FC236}">
                      <a16:creationId xmlns:a16="http://schemas.microsoft.com/office/drawing/2014/main" id="{7F722DBF-BE65-51CF-8F49-E0FB47C21EAD}"/>
                    </a:ext>
                  </a:extLst>
                </p:cNvPr>
                <p:cNvSpPr/>
                <p:nvPr/>
              </p:nvSpPr>
              <p:spPr>
                <a:xfrm>
                  <a:off x="5741648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0" name="pg650">
                  <a:extLst>
                    <a:ext uri="{FF2B5EF4-FFF2-40B4-BE49-F238E27FC236}">
                      <a16:creationId xmlns:a16="http://schemas.microsoft.com/office/drawing/2014/main" id="{DDD153AE-968A-3875-B832-5145EBE1912F}"/>
                    </a:ext>
                  </a:extLst>
                </p:cNvPr>
                <p:cNvSpPr/>
                <p:nvPr/>
              </p:nvSpPr>
              <p:spPr>
                <a:xfrm>
                  <a:off x="5753285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7">
                    <a:alpha val="100000"/>
                  </a:srgbClr>
                </a:solidFill>
                <a:ln w="5420" cap="flat">
                  <a:solidFill>
                    <a:srgbClr val="3B376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1" name="pg651">
                  <a:extLst>
                    <a:ext uri="{FF2B5EF4-FFF2-40B4-BE49-F238E27FC236}">
                      <a16:creationId xmlns:a16="http://schemas.microsoft.com/office/drawing/2014/main" id="{1D831040-A96E-2F85-FA16-C22D6F4458FD}"/>
                    </a:ext>
                  </a:extLst>
                </p:cNvPr>
                <p:cNvSpPr/>
                <p:nvPr/>
              </p:nvSpPr>
              <p:spPr>
                <a:xfrm>
                  <a:off x="5764922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2" name="pg652">
                  <a:extLst>
                    <a:ext uri="{FF2B5EF4-FFF2-40B4-BE49-F238E27FC236}">
                      <a16:creationId xmlns:a16="http://schemas.microsoft.com/office/drawing/2014/main" id="{1525DF1D-85D9-0B0E-D0E9-8B9D626414D8}"/>
                    </a:ext>
                  </a:extLst>
                </p:cNvPr>
                <p:cNvSpPr/>
                <p:nvPr/>
              </p:nvSpPr>
              <p:spPr>
                <a:xfrm>
                  <a:off x="5776560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60">
                    <a:alpha val="100000"/>
                  </a:srgbClr>
                </a:solidFill>
                <a:ln w="5420" cap="flat">
                  <a:solidFill>
                    <a:srgbClr val="3A32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3" name="pg653">
                  <a:extLst>
                    <a:ext uri="{FF2B5EF4-FFF2-40B4-BE49-F238E27FC236}">
                      <a16:creationId xmlns:a16="http://schemas.microsoft.com/office/drawing/2014/main" id="{75C0AD33-8C40-3333-97A4-E56043E4663F}"/>
                    </a:ext>
                  </a:extLst>
                </p:cNvPr>
                <p:cNvSpPr/>
                <p:nvPr/>
              </p:nvSpPr>
              <p:spPr>
                <a:xfrm>
                  <a:off x="5788197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F">
                    <a:alpha val="100000"/>
                  </a:srgbClr>
                </a:solidFill>
                <a:ln w="5420" cap="flat">
                  <a:solidFill>
                    <a:srgbClr val="3A325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4" name="pg654">
                  <a:extLst>
                    <a:ext uri="{FF2B5EF4-FFF2-40B4-BE49-F238E27FC236}">
                      <a16:creationId xmlns:a16="http://schemas.microsoft.com/office/drawing/2014/main" id="{737A29C8-1FED-8DC1-F935-8B42E58DB255}"/>
                    </a:ext>
                  </a:extLst>
                </p:cNvPr>
                <p:cNvSpPr/>
                <p:nvPr/>
              </p:nvSpPr>
              <p:spPr>
                <a:xfrm>
                  <a:off x="5799834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5" name="pg655">
                  <a:extLst>
                    <a:ext uri="{FF2B5EF4-FFF2-40B4-BE49-F238E27FC236}">
                      <a16:creationId xmlns:a16="http://schemas.microsoft.com/office/drawing/2014/main" id="{DC81E0ED-C8EE-F195-E2F4-5FC8D42FFACE}"/>
                    </a:ext>
                  </a:extLst>
                </p:cNvPr>
                <p:cNvSpPr/>
                <p:nvPr/>
              </p:nvSpPr>
              <p:spPr>
                <a:xfrm>
                  <a:off x="5811472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C57">
                    <a:alpha val="100000"/>
                  </a:srgbClr>
                </a:solidFill>
                <a:ln w="5420" cap="flat">
                  <a:solidFill>
                    <a:srgbClr val="39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6" name="pg656">
                  <a:extLst>
                    <a:ext uri="{FF2B5EF4-FFF2-40B4-BE49-F238E27FC236}">
                      <a16:creationId xmlns:a16="http://schemas.microsoft.com/office/drawing/2014/main" id="{05DA17A8-E155-7E0C-0E71-E547D2384E04}"/>
                    </a:ext>
                  </a:extLst>
                </p:cNvPr>
                <p:cNvSpPr/>
                <p:nvPr/>
              </p:nvSpPr>
              <p:spPr>
                <a:xfrm>
                  <a:off x="5823109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2952">
                    <a:alpha val="100000"/>
                  </a:srgbClr>
                </a:solidFill>
                <a:ln w="5420" cap="flat">
                  <a:solidFill>
                    <a:srgbClr val="37295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7" name="pg657">
                  <a:extLst>
                    <a:ext uri="{FF2B5EF4-FFF2-40B4-BE49-F238E27FC236}">
                      <a16:creationId xmlns:a16="http://schemas.microsoft.com/office/drawing/2014/main" id="{C6048A20-6BBA-94DF-BA37-FC7052E1EF4C}"/>
                    </a:ext>
                  </a:extLst>
                </p:cNvPr>
                <p:cNvSpPr/>
                <p:nvPr/>
              </p:nvSpPr>
              <p:spPr>
                <a:xfrm>
                  <a:off x="5834746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284F">
                    <a:alpha val="100000"/>
                  </a:srgbClr>
                </a:solidFill>
                <a:ln w="5420" cap="flat">
                  <a:solidFill>
                    <a:srgbClr val="35284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8" name="pg658">
                  <a:extLst>
                    <a:ext uri="{FF2B5EF4-FFF2-40B4-BE49-F238E27FC236}">
                      <a16:creationId xmlns:a16="http://schemas.microsoft.com/office/drawing/2014/main" id="{CCC4810F-E34E-CC8A-98D5-0B8A254F04BD}"/>
                    </a:ext>
                  </a:extLst>
                </p:cNvPr>
                <p:cNvSpPr/>
                <p:nvPr/>
              </p:nvSpPr>
              <p:spPr>
                <a:xfrm>
                  <a:off x="5846384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284F">
                    <a:alpha val="100000"/>
                  </a:srgbClr>
                </a:solidFill>
                <a:ln w="5420" cap="flat">
                  <a:solidFill>
                    <a:srgbClr val="35284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59" name="pg659">
                  <a:extLst>
                    <a:ext uri="{FF2B5EF4-FFF2-40B4-BE49-F238E27FC236}">
                      <a16:creationId xmlns:a16="http://schemas.microsoft.com/office/drawing/2014/main" id="{0A9795D6-CA67-7A0F-B707-B57622993EEC}"/>
                    </a:ext>
                  </a:extLst>
                </p:cNvPr>
                <p:cNvSpPr/>
                <p:nvPr/>
              </p:nvSpPr>
              <p:spPr>
                <a:xfrm>
                  <a:off x="5858021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2951">
                    <a:alpha val="100000"/>
                  </a:srgbClr>
                </a:solidFill>
                <a:ln w="5420" cap="flat">
                  <a:solidFill>
                    <a:srgbClr val="36295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0" name="pg660">
                  <a:extLst>
                    <a:ext uri="{FF2B5EF4-FFF2-40B4-BE49-F238E27FC236}">
                      <a16:creationId xmlns:a16="http://schemas.microsoft.com/office/drawing/2014/main" id="{1346F4CB-C5A0-F173-9220-4106AC1F99C9}"/>
                    </a:ext>
                  </a:extLst>
                </p:cNvPr>
                <p:cNvSpPr/>
                <p:nvPr/>
              </p:nvSpPr>
              <p:spPr>
                <a:xfrm>
                  <a:off x="5869658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A54">
                    <a:alpha val="100000"/>
                  </a:srgbClr>
                </a:solidFill>
                <a:ln w="5420" cap="flat">
                  <a:solidFill>
                    <a:srgbClr val="382A5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1" name="pg661">
                  <a:extLst>
                    <a:ext uri="{FF2B5EF4-FFF2-40B4-BE49-F238E27FC236}">
                      <a16:creationId xmlns:a16="http://schemas.microsoft.com/office/drawing/2014/main" id="{B5047544-91D7-4C81-FEF1-AFAF7112ADC6}"/>
                    </a:ext>
                  </a:extLst>
                </p:cNvPr>
                <p:cNvSpPr/>
                <p:nvPr/>
              </p:nvSpPr>
              <p:spPr>
                <a:xfrm>
                  <a:off x="5881296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6">
                    <a:alpha val="100000"/>
                  </a:srgbClr>
                </a:solidFill>
                <a:ln w="5420" cap="flat">
                  <a:solidFill>
                    <a:srgbClr val="382B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2" name="pg662">
                  <a:extLst>
                    <a:ext uri="{FF2B5EF4-FFF2-40B4-BE49-F238E27FC236}">
                      <a16:creationId xmlns:a16="http://schemas.microsoft.com/office/drawing/2014/main" id="{B736F6CE-C413-52F4-0898-72B9CEC68065}"/>
                    </a:ext>
                  </a:extLst>
                </p:cNvPr>
                <p:cNvSpPr/>
                <p:nvPr/>
              </p:nvSpPr>
              <p:spPr>
                <a:xfrm>
                  <a:off x="6172229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C57">
                    <a:alpha val="100000"/>
                  </a:srgbClr>
                </a:solidFill>
                <a:ln w="5420" cap="flat">
                  <a:solidFill>
                    <a:srgbClr val="39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3" name="pg663">
                  <a:extLst>
                    <a:ext uri="{FF2B5EF4-FFF2-40B4-BE49-F238E27FC236}">
                      <a16:creationId xmlns:a16="http://schemas.microsoft.com/office/drawing/2014/main" id="{FB6D60A1-DF38-5888-50A4-D0762F1A24F7}"/>
                    </a:ext>
                  </a:extLst>
                </p:cNvPr>
                <p:cNvSpPr/>
                <p:nvPr/>
              </p:nvSpPr>
              <p:spPr>
                <a:xfrm>
                  <a:off x="6183866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6">
                    <a:alpha val="100000"/>
                  </a:srgbClr>
                </a:solidFill>
                <a:ln w="5420" cap="flat">
                  <a:solidFill>
                    <a:srgbClr val="382B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4" name="pg664">
                  <a:extLst>
                    <a:ext uri="{FF2B5EF4-FFF2-40B4-BE49-F238E27FC236}">
                      <a16:creationId xmlns:a16="http://schemas.microsoft.com/office/drawing/2014/main" id="{4408F9E3-CE64-1077-64DC-0E0C67B1B20D}"/>
                    </a:ext>
                  </a:extLst>
                </p:cNvPr>
                <p:cNvSpPr/>
                <p:nvPr/>
              </p:nvSpPr>
              <p:spPr>
                <a:xfrm>
                  <a:off x="6195504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5" name="pg665">
                  <a:extLst>
                    <a:ext uri="{FF2B5EF4-FFF2-40B4-BE49-F238E27FC236}">
                      <a16:creationId xmlns:a16="http://schemas.microsoft.com/office/drawing/2014/main" id="{C169BAF8-C1A2-2D04-3B8F-B174D29274DF}"/>
                    </a:ext>
                  </a:extLst>
                </p:cNvPr>
                <p:cNvSpPr/>
                <p:nvPr/>
              </p:nvSpPr>
              <p:spPr>
                <a:xfrm>
                  <a:off x="6207141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6" name="pg666">
                  <a:extLst>
                    <a:ext uri="{FF2B5EF4-FFF2-40B4-BE49-F238E27FC236}">
                      <a16:creationId xmlns:a16="http://schemas.microsoft.com/office/drawing/2014/main" id="{DD8A4BFE-8B7E-B400-B673-B184F72F1115}"/>
                    </a:ext>
                  </a:extLst>
                </p:cNvPr>
                <p:cNvSpPr/>
                <p:nvPr/>
              </p:nvSpPr>
              <p:spPr>
                <a:xfrm>
                  <a:off x="6218778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7" name="pg667">
                  <a:extLst>
                    <a:ext uri="{FF2B5EF4-FFF2-40B4-BE49-F238E27FC236}">
                      <a16:creationId xmlns:a16="http://schemas.microsoft.com/office/drawing/2014/main" id="{3EA3FE07-4CA9-0198-C348-C52942CE661B}"/>
                    </a:ext>
                  </a:extLst>
                </p:cNvPr>
                <p:cNvSpPr/>
                <p:nvPr/>
              </p:nvSpPr>
              <p:spPr>
                <a:xfrm>
                  <a:off x="6230416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8" name="pg668">
                  <a:extLst>
                    <a:ext uri="{FF2B5EF4-FFF2-40B4-BE49-F238E27FC236}">
                      <a16:creationId xmlns:a16="http://schemas.microsoft.com/office/drawing/2014/main" id="{0FB1F2D2-03A2-E4A4-36D6-7A7998189455}"/>
                    </a:ext>
                  </a:extLst>
                </p:cNvPr>
                <p:cNvSpPr/>
                <p:nvPr/>
              </p:nvSpPr>
              <p:spPr>
                <a:xfrm>
                  <a:off x="6242053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6">
                    <a:alpha val="100000"/>
                  </a:srgbClr>
                </a:solidFill>
                <a:ln w="5420" cap="flat">
                  <a:solidFill>
                    <a:srgbClr val="382B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69" name="pg669">
                  <a:extLst>
                    <a:ext uri="{FF2B5EF4-FFF2-40B4-BE49-F238E27FC236}">
                      <a16:creationId xmlns:a16="http://schemas.microsoft.com/office/drawing/2014/main" id="{FF5D84D6-C78E-2E9B-9042-F2A74B363373}"/>
                    </a:ext>
                  </a:extLst>
                </p:cNvPr>
                <p:cNvSpPr/>
                <p:nvPr/>
              </p:nvSpPr>
              <p:spPr>
                <a:xfrm>
                  <a:off x="6265328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9">
                    <a:alpha val="100000"/>
                  </a:srgbClr>
                </a:solidFill>
                <a:ln w="5420" cap="flat">
                  <a:solidFill>
                    <a:srgbClr val="392E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0" name="pg670">
                  <a:extLst>
                    <a:ext uri="{FF2B5EF4-FFF2-40B4-BE49-F238E27FC236}">
                      <a16:creationId xmlns:a16="http://schemas.microsoft.com/office/drawing/2014/main" id="{7D7BCBF8-CC62-24B2-D31E-12A9BFFD5BA1}"/>
                    </a:ext>
                  </a:extLst>
                </p:cNvPr>
                <p:cNvSpPr/>
                <p:nvPr/>
              </p:nvSpPr>
              <p:spPr>
                <a:xfrm>
                  <a:off x="6276965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B">
                    <a:alpha val="100000"/>
                  </a:srgbClr>
                </a:solidFill>
                <a:ln w="5420" cap="flat">
                  <a:solidFill>
                    <a:srgbClr val="392F5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1" name="pg671">
                  <a:extLst>
                    <a:ext uri="{FF2B5EF4-FFF2-40B4-BE49-F238E27FC236}">
                      <a16:creationId xmlns:a16="http://schemas.microsoft.com/office/drawing/2014/main" id="{B077A60E-F6DF-426B-3521-34986031B1ED}"/>
                    </a:ext>
                  </a:extLst>
                </p:cNvPr>
                <p:cNvSpPr/>
                <p:nvPr/>
              </p:nvSpPr>
              <p:spPr>
                <a:xfrm>
                  <a:off x="6288602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2" name="pg672">
                  <a:extLst>
                    <a:ext uri="{FF2B5EF4-FFF2-40B4-BE49-F238E27FC236}">
                      <a16:creationId xmlns:a16="http://schemas.microsoft.com/office/drawing/2014/main" id="{F1C5A581-3016-663E-E8C1-F991F0F5DC00}"/>
                    </a:ext>
                  </a:extLst>
                </p:cNvPr>
                <p:cNvSpPr/>
                <p:nvPr/>
              </p:nvSpPr>
              <p:spPr>
                <a:xfrm>
                  <a:off x="6300240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3" name="pg673">
                  <a:extLst>
                    <a:ext uri="{FF2B5EF4-FFF2-40B4-BE49-F238E27FC236}">
                      <a16:creationId xmlns:a16="http://schemas.microsoft.com/office/drawing/2014/main" id="{4121EEA3-957C-E9D1-0449-B29D3DCA0EAB}"/>
                    </a:ext>
                  </a:extLst>
                </p:cNvPr>
                <p:cNvSpPr/>
                <p:nvPr/>
              </p:nvSpPr>
              <p:spPr>
                <a:xfrm>
                  <a:off x="6311877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4" name="pg674">
                  <a:extLst>
                    <a:ext uri="{FF2B5EF4-FFF2-40B4-BE49-F238E27FC236}">
                      <a16:creationId xmlns:a16="http://schemas.microsoft.com/office/drawing/2014/main" id="{31698844-2A70-6F54-9218-1A8D30BAA223}"/>
                    </a:ext>
                  </a:extLst>
                </p:cNvPr>
                <p:cNvSpPr/>
                <p:nvPr/>
              </p:nvSpPr>
              <p:spPr>
                <a:xfrm>
                  <a:off x="6323514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5" name="pg675">
                  <a:extLst>
                    <a:ext uri="{FF2B5EF4-FFF2-40B4-BE49-F238E27FC236}">
                      <a16:creationId xmlns:a16="http://schemas.microsoft.com/office/drawing/2014/main" id="{08DD95A6-0D82-FAE3-71A1-D8F07282CE65}"/>
                    </a:ext>
                  </a:extLst>
                </p:cNvPr>
                <p:cNvSpPr/>
                <p:nvPr/>
              </p:nvSpPr>
              <p:spPr>
                <a:xfrm>
                  <a:off x="6335152" y="29509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6" name="pg676">
                  <a:extLst>
                    <a:ext uri="{FF2B5EF4-FFF2-40B4-BE49-F238E27FC236}">
                      <a16:creationId xmlns:a16="http://schemas.microsoft.com/office/drawing/2014/main" id="{AAAE031A-C747-AE5D-B2B5-AAFFDBD98406}"/>
                    </a:ext>
                  </a:extLst>
                </p:cNvPr>
                <p:cNvSpPr/>
                <p:nvPr/>
              </p:nvSpPr>
              <p:spPr>
                <a:xfrm>
                  <a:off x="5730010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57A">
                    <a:alpha val="100000"/>
                  </a:srgbClr>
                </a:solidFill>
                <a:ln w="5420" cap="flat">
                  <a:solidFill>
                    <a:srgbClr val="3C457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7" name="pg677">
                  <a:extLst>
                    <a:ext uri="{FF2B5EF4-FFF2-40B4-BE49-F238E27FC236}">
                      <a16:creationId xmlns:a16="http://schemas.microsoft.com/office/drawing/2014/main" id="{8C5FB8FE-9310-31B4-BFDE-3F81DEA15D67}"/>
                    </a:ext>
                  </a:extLst>
                </p:cNvPr>
                <p:cNvSpPr/>
                <p:nvPr/>
              </p:nvSpPr>
              <p:spPr>
                <a:xfrm>
                  <a:off x="5741648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072">
                    <a:alpha val="100000"/>
                  </a:srgbClr>
                </a:solidFill>
                <a:ln w="5420" cap="flat">
                  <a:solidFill>
                    <a:srgbClr val="3B40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8" name="pg678">
                  <a:extLst>
                    <a:ext uri="{FF2B5EF4-FFF2-40B4-BE49-F238E27FC236}">
                      <a16:creationId xmlns:a16="http://schemas.microsoft.com/office/drawing/2014/main" id="{78EB752B-8E56-EA37-E341-E79D02A0588A}"/>
                    </a:ext>
                  </a:extLst>
                </p:cNvPr>
                <p:cNvSpPr/>
                <p:nvPr/>
              </p:nvSpPr>
              <p:spPr>
                <a:xfrm>
                  <a:off x="5753285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B">
                    <a:alpha val="100000"/>
                  </a:srgbClr>
                </a:solidFill>
                <a:ln w="5420" cap="flat">
                  <a:solidFill>
                    <a:srgbClr val="3B3B6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79" name="pg679">
                  <a:extLst>
                    <a:ext uri="{FF2B5EF4-FFF2-40B4-BE49-F238E27FC236}">
                      <a16:creationId xmlns:a16="http://schemas.microsoft.com/office/drawing/2014/main" id="{F3F9E053-9233-18E9-196B-996D6408917D}"/>
                    </a:ext>
                  </a:extLst>
                </p:cNvPr>
                <p:cNvSpPr/>
                <p:nvPr/>
              </p:nvSpPr>
              <p:spPr>
                <a:xfrm>
                  <a:off x="5764922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0" name="pg680">
                  <a:extLst>
                    <a:ext uri="{FF2B5EF4-FFF2-40B4-BE49-F238E27FC236}">
                      <a16:creationId xmlns:a16="http://schemas.microsoft.com/office/drawing/2014/main" id="{82994718-78BB-7FBF-B20D-378795BA7261}"/>
                    </a:ext>
                  </a:extLst>
                </p:cNvPr>
                <p:cNvSpPr/>
                <p:nvPr/>
              </p:nvSpPr>
              <p:spPr>
                <a:xfrm>
                  <a:off x="5776560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1" name="pg681">
                  <a:extLst>
                    <a:ext uri="{FF2B5EF4-FFF2-40B4-BE49-F238E27FC236}">
                      <a16:creationId xmlns:a16="http://schemas.microsoft.com/office/drawing/2014/main" id="{2A3CD1E4-DBE7-8523-8521-01A44CC4AE7F}"/>
                    </a:ext>
                  </a:extLst>
                </p:cNvPr>
                <p:cNvSpPr/>
                <p:nvPr/>
              </p:nvSpPr>
              <p:spPr>
                <a:xfrm>
                  <a:off x="5788197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2" name="pg682">
                  <a:extLst>
                    <a:ext uri="{FF2B5EF4-FFF2-40B4-BE49-F238E27FC236}">
                      <a16:creationId xmlns:a16="http://schemas.microsoft.com/office/drawing/2014/main" id="{69F337B4-3FFB-A2EA-7011-F4B8C5FD962F}"/>
                    </a:ext>
                  </a:extLst>
                </p:cNvPr>
                <p:cNvSpPr/>
                <p:nvPr/>
              </p:nvSpPr>
              <p:spPr>
                <a:xfrm>
                  <a:off x="5799834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3" name="pg683">
                  <a:extLst>
                    <a:ext uri="{FF2B5EF4-FFF2-40B4-BE49-F238E27FC236}">
                      <a16:creationId xmlns:a16="http://schemas.microsoft.com/office/drawing/2014/main" id="{8B82C2E8-1B65-F110-F6DD-AE1F4D4A6407}"/>
                    </a:ext>
                  </a:extLst>
                </p:cNvPr>
                <p:cNvSpPr/>
                <p:nvPr/>
              </p:nvSpPr>
              <p:spPr>
                <a:xfrm>
                  <a:off x="5811472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4" name="pg684">
                  <a:extLst>
                    <a:ext uri="{FF2B5EF4-FFF2-40B4-BE49-F238E27FC236}">
                      <a16:creationId xmlns:a16="http://schemas.microsoft.com/office/drawing/2014/main" id="{89AD567E-ACF4-6504-4D33-4597CBC5532F}"/>
                    </a:ext>
                  </a:extLst>
                </p:cNvPr>
                <p:cNvSpPr/>
                <p:nvPr/>
              </p:nvSpPr>
              <p:spPr>
                <a:xfrm>
                  <a:off x="5823109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9">
                    <a:alpha val="100000"/>
                  </a:srgbClr>
                </a:solidFill>
                <a:ln w="5420" cap="flat">
                  <a:solidFill>
                    <a:srgbClr val="392E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5" name="pg685">
                  <a:extLst>
                    <a:ext uri="{FF2B5EF4-FFF2-40B4-BE49-F238E27FC236}">
                      <a16:creationId xmlns:a16="http://schemas.microsoft.com/office/drawing/2014/main" id="{18917F37-D365-AD32-6730-A9E54D6CCEA6}"/>
                    </a:ext>
                  </a:extLst>
                </p:cNvPr>
                <p:cNvSpPr/>
                <p:nvPr/>
              </p:nvSpPr>
              <p:spPr>
                <a:xfrm>
                  <a:off x="5834746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6" name="pg686">
                  <a:extLst>
                    <a:ext uri="{FF2B5EF4-FFF2-40B4-BE49-F238E27FC236}">
                      <a16:creationId xmlns:a16="http://schemas.microsoft.com/office/drawing/2014/main" id="{DD39E53D-F041-812D-CF77-EC214DCA0EAA}"/>
                    </a:ext>
                  </a:extLst>
                </p:cNvPr>
                <p:cNvSpPr/>
                <p:nvPr/>
              </p:nvSpPr>
              <p:spPr>
                <a:xfrm>
                  <a:off x="5846384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C56">
                    <a:alpha val="100000"/>
                  </a:srgbClr>
                </a:solidFill>
                <a:ln w="5420" cap="flat">
                  <a:solidFill>
                    <a:srgbClr val="382C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7" name="pg687">
                  <a:extLst>
                    <a:ext uri="{FF2B5EF4-FFF2-40B4-BE49-F238E27FC236}">
                      <a16:creationId xmlns:a16="http://schemas.microsoft.com/office/drawing/2014/main" id="{45D3C221-3202-CE2F-0FCB-F243DA28123B}"/>
                    </a:ext>
                  </a:extLst>
                </p:cNvPr>
                <p:cNvSpPr/>
                <p:nvPr/>
              </p:nvSpPr>
              <p:spPr>
                <a:xfrm>
                  <a:off x="6172229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8" name="pg688">
                  <a:extLst>
                    <a:ext uri="{FF2B5EF4-FFF2-40B4-BE49-F238E27FC236}">
                      <a16:creationId xmlns:a16="http://schemas.microsoft.com/office/drawing/2014/main" id="{EFC1472A-B24A-DBAA-4628-4744E725365E}"/>
                    </a:ext>
                  </a:extLst>
                </p:cNvPr>
                <p:cNvSpPr/>
                <p:nvPr/>
              </p:nvSpPr>
              <p:spPr>
                <a:xfrm>
                  <a:off x="6183866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C56">
                    <a:alpha val="100000"/>
                  </a:srgbClr>
                </a:solidFill>
                <a:ln w="5420" cap="flat">
                  <a:solidFill>
                    <a:srgbClr val="382C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89" name="pg689">
                  <a:extLst>
                    <a:ext uri="{FF2B5EF4-FFF2-40B4-BE49-F238E27FC236}">
                      <a16:creationId xmlns:a16="http://schemas.microsoft.com/office/drawing/2014/main" id="{5C385D5C-4A25-C38A-5C7E-A9B7B5FA52EA}"/>
                    </a:ext>
                  </a:extLst>
                </p:cNvPr>
                <p:cNvSpPr/>
                <p:nvPr/>
              </p:nvSpPr>
              <p:spPr>
                <a:xfrm>
                  <a:off x="6195504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6">
                    <a:alpha val="100000"/>
                  </a:srgbClr>
                </a:solidFill>
                <a:ln w="5420" cap="flat">
                  <a:solidFill>
                    <a:srgbClr val="382B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0" name="pg690">
                  <a:extLst>
                    <a:ext uri="{FF2B5EF4-FFF2-40B4-BE49-F238E27FC236}">
                      <a16:creationId xmlns:a16="http://schemas.microsoft.com/office/drawing/2014/main" id="{753B945F-FA8D-C1A5-F38A-F73098EF30B6}"/>
                    </a:ext>
                  </a:extLst>
                </p:cNvPr>
                <p:cNvSpPr/>
                <p:nvPr/>
              </p:nvSpPr>
              <p:spPr>
                <a:xfrm>
                  <a:off x="6207141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1" name="pg691">
                  <a:extLst>
                    <a:ext uri="{FF2B5EF4-FFF2-40B4-BE49-F238E27FC236}">
                      <a16:creationId xmlns:a16="http://schemas.microsoft.com/office/drawing/2014/main" id="{83D916DC-4842-D9AA-EE3D-7556A8BCE477}"/>
                    </a:ext>
                  </a:extLst>
                </p:cNvPr>
                <p:cNvSpPr/>
                <p:nvPr/>
              </p:nvSpPr>
              <p:spPr>
                <a:xfrm>
                  <a:off x="6218778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2" name="pg692">
                  <a:extLst>
                    <a:ext uri="{FF2B5EF4-FFF2-40B4-BE49-F238E27FC236}">
                      <a16:creationId xmlns:a16="http://schemas.microsoft.com/office/drawing/2014/main" id="{C5836755-27EF-EFEC-50D9-9705D318B436}"/>
                    </a:ext>
                  </a:extLst>
                </p:cNvPr>
                <p:cNvSpPr/>
                <p:nvPr/>
              </p:nvSpPr>
              <p:spPr>
                <a:xfrm>
                  <a:off x="6230416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B55">
                    <a:alpha val="100000"/>
                  </a:srgbClr>
                </a:solidFill>
                <a:ln w="5420" cap="flat">
                  <a:solidFill>
                    <a:srgbClr val="382B5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3" name="pg693">
                  <a:extLst>
                    <a:ext uri="{FF2B5EF4-FFF2-40B4-BE49-F238E27FC236}">
                      <a16:creationId xmlns:a16="http://schemas.microsoft.com/office/drawing/2014/main" id="{A41A6DA0-C1D3-C9FE-86D9-EF3085F2D84C}"/>
                    </a:ext>
                  </a:extLst>
                </p:cNvPr>
                <p:cNvSpPr/>
                <p:nvPr/>
              </p:nvSpPr>
              <p:spPr>
                <a:xfrm>
                  <a:off x="6242053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C56">
                    <a:alpha val="100000"/>
                  </a:srgbClr>
                </a:solidFill>
                <a:ln w="5420" cap="flat">
                  <a:solidFill>
                    <a:srgbClr val="382C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4" name="pg694">
                  <a:extLst>
                    <a:ext uri="{FF2B5EF4-FFF2-40B4-BE49-F238E27FC236}">
                      <a16:creationId xmlns:a16="http://schemas.microsoft.com/office/drawing/2014/main" id="{14325E6B-AA72-F05D-ABBE-CE9463A43E4C}"/>
                    </a:ext>
                  </a:extLst>
                </p:cNvPr>
                <p:cNvSpPr/>
                <p:nvPr/>
              </p:nvSpPr>
              <p:spPr>
                <a:xfrm>
                  <a:off x="6253690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C57">
                    <a:alpha val="100000"/>
                  </a:srgbClr>
                </a:solidFill>
                <a:ln w="5420" cap="flat">
                  <a:solidFill>
                    <a:srgbClr val="39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5" name="pg695">
                  <a:extLst>
                    <a:ext uri="{FF2B5EF4-FFF2-40B4-BE49-F238E27FC236}">
                      <a16:creationId xmlns:a16="http://schemas.microsoft.com/office/drawing/2014/main" id="{5A35906A-7DEB-C054-1FAA-E671E6C95482}"/>
                    </a:ext>
                  </a:extLst>
                </p:cNvPr>
                <p:cNvSpPr/>
                <p:nvPr/>
              </p:nvSpPr>
              <p:spPr>
                <a:xfrm>
                  <a:off x="6265328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9">
                    <a:alpha val="100000"/>
                  </a:srgbClr>
                </a:solidFill>
                <a:ln w="5420" cap="flat">
                  <a:solidFill>
                    <a:srgbClr val="392E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6" name="pg696">
                  <a:extLst>
                    <a:ext uri="{FF2B5EF4-FFF2-40B4-BE49-F238E27FC236}">
                      <a16:creationId xmlns:a16="http://schemas.microsoft.com/office/drawing/2014/main" id="{71012636-0677-730C-3A13-DC8BC4707F2E}"/>
                    </a:ext>
                  </a:extLst>
                </p:cNvPr>
                <p:cNvSpPr/>
                <p:nvPr/>
              </p:nvSpPr>
              <p:spPr>
                <a:xfrm>
                  <a:off x="6276965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B">
                    <a:alpha val="100000"/>
                  </a:srgbClr>
                </a:solidFill>
                <a:ln w="5420" cap="flat">
                  <a:solidFill>
                    <a:srgbClr val="392F5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7" name="pg697">
                  <a:extLst>
                    <a:ext uri="{FF2B5EF4-FFF2-40B4-BE49-F238E27FC236}">
                      <a16:creationId xmlns:a16="http://schemas.microsoft.com/office/drawing/2014/main" id="{F7B8E2D0-962A-4271-B68A-DD418377C6CA}"/>
                    </a:ext>
                  </a:extLst>
                </p:cNvPr>
                <p:cNvSpPr/>
                <p:nvPr/>
              </p:nvSpPr>
              <p:spPr>
                <a:xfrm>
                  <a:off x="6288602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D">
                    <a:alpha val="100000"/>
                  </a:srgbClr>
                </a:solidFill>
                <a:ln w="5420" cap="flat">
                  <a:solidFill>
                    <a:srgbClr val="39305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8" name="pg698">
                  <a:extLst>
                    <a:ext uri="{FF2B5EF4-FFF2-40B4-BE49-F238E27FC236}">
                      <a16:creationId xmlns:a16="http://schemas.microsoft.com/office/drawing/2014/main" id="{D25403F8-5DD9-D3BA-29F6-3655720E61E8}"/>
                    </a:ext>
                  </a:extLst>
                </p:cNvPr>
                <p:cNvSpPr/>
                <p:nvPr/>
              </p:nvSpPr>
              <p:spPr>
                <a:xfrm>
                  <a:off x="6300240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699" name="pg699">
                  <a:extLst>
                    <a:ext uri="{FF2B5EF4-FFF2-40B4-BE49-F238E27FC236}">
                      <a16:creationId xmlns:a16="http://schemas.microsoft.com/office/drawing/2014/main" id="{8FCB333D-3022-7582-845B-60169E6A9644}"/>
                    </a:ext>
                  </a:extLst>
                </p:cNvPr>
                <p:cNvSpPr/>
                <p:nvPr/>
              </p:nvSpPr>
              <p:spPr>
                <a:xfrm>
                  <a:off x="6311877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0" name="pg700">
                  <a:extLst>
                    <a:ext uri="{FF2B5EF4-FFF2-40B4-BE49-F238E27FC236}">
                      <a16:creationId xmlns:a16="http://schemas.microsoft.com/office/drawing/2014/main" id="{0A806744-70D1-E7DB-12DD-863052701801}"/>
                    </a:ext>
                  </a:extLst>
                </p:cNvPr>
                <p:cNvSpPr/>
                <p:nvPr/>
              </p:nvSpPr>
              <p:spPr>
                <a:xfrm>
                  <a:off x="6323514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1" name="pg701">
                  <a:extLst>
                    <a:ext uri="{FF2B5EF4-FFF2-40B4-BE49-F238E27FC236}">
                      <a16:creationId xmlns:a16="http://schemas.microsoft.com/office/drawing/2014/main" id="{AAF65899-120B-1A4A-2DFA-DE984FE4449A}"/>
                    </a:ext>
                  </a:extLst>
                </p:cNvPr>
                <p:cNvSpPr/>
                <p:nvPr/>
              </p:nvSpPr>
              <p:spPr>
                <a:xfrm>
                  <a:off x="6335152" y="29652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2" name="pg702">
                  <a:extLst>
                    <a:ext uri="{FF2B5EF4-FFF2-40B4-BE49-F238E27FC236}">
                      <a16:creationId xmlns:a16="http://schemas.microsoft.com/office/drawing/2014/main" id="{4DDA04B4-7855-112D-209B-FAF05283D624}"/>
                    </a:ext>
                  </a:extLst>
                </p:cNvPr>
                <p:cNvSpPr/>
                <p:nvPr/>
              </p:nvSpPr>
              <p:spPr>
                <a:xfrm>
                  <a:off x="5718373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C">
                    <a:alpha val="100000"/>
                  </a:srgbClr>
                </a:solidFill>
                <a:ln w="5420" cap="flat">
                  <a:solidFill>
                    <a:srgbClr val="3B528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3" name="pg703">
                  <a:extLst>
                    <a:ext uri="{FF2B5EF4-FFF2-40B4-BE49-F238E27FC236}">
                      <a16:creationId xmlns:a16="http://schemas.microsoft.com/office/drawing/2014/main" id="{A5CC35E7-3BCF-BDBA-A15A-CBAA7C7476D9}"/>
                    </a:ext>
                  </a:extLst>
                </p:cNvPr>
                <p:cNvSpPr/>
                <p:nvPr/>
              </p:nvSpPr>
              <p:spPr>
                <a:xfrm>
                  <a:off x="5730010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C84">
                    <a:alpha val="100000"/>
                  </a:srgbClr>
                </a:solidFill>
                <a:ln w="5420" cap="flat">
                  <a:solidFill>
                    <a:srgbClr val="3C4C8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4" name="pg704">
                  <a:extLst>
                    <a:ext uri="{FF2B5EF4-FFF2-40B4-BE49-F238E27FC236}">
                      <a16:creationId xmlns:a16="http://schemas.microsoft.com/office/drawing/2014/main" id="{26C56C8E-4A6F-E61B-AF2C-4495C3B36D87}"/>
                    </a:ext>
                  </a:extLst>
                </p:cNvPr>
                <p:cNvSpPr/>
                <p:nvPr/>
              </p:nvSpPr>
              <p:spPr>
                <a:xfrm>
                  <a:off x="5741648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C">
                    <a:alpha val="100000"/>
                  </a:srgbClr>
                </a:solidFill>
                <a:ln w="5420" cap="flat">
                  <a:solidFill>
                    <a:srgbClr val="3C467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5" name="pg705">
                  <a:extLst>
                    <a:ext uri="{FF2B5EF4-FFF2-40B4-BE49-F238E27FC236}">
                      <a16:creationId xmlns:a16="http://schemas.microsoft.com/office/drawing/2014/main" id="{E2F2F2E3-25F9-39F7-A8C4-A09801E441C0}"/>
                    </a:ext>
                  </a:extLst>
                </p:cNvPr>
                <p:cNvSpPr/>
                <p:nvPr/>
              </p:nvSpPr>
              <p:spPr>
                <a:xfrm>
                  <a:off x="5753285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6" name="pg706">
                  <a:extLst>
                    <a:ext uri="{FF2B5EF4-FFF2-40B4-BE49-F238E27FC236}">
                      <a16:creationId xmlns:a16="http://schemas.microsoft.com/office/drawing/2014/main" id="{D8EC79F0-11B6-12E7-7785-065CCCD96B3E}"/>
                    </a:ext>
                  </a:extLst>
                </p:cNvPr>
                <p:cNvSpPr/>
                <p:nvPr/>
              </p:nvSpPr>
              <p:spPr>
                <a:xfrm>
                  <a:off x="5764922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7" name="pg707">
                  <a:extLst>
                    <a:ext uri="{FF2B5EF4-FFF2-40B4-BE49-F238E27FC236}">
                      <a16:creationId xmlns:a16="http://schemas.microsoft.com/office/drawing/2014/main" id="{97FA8441-2C19-3709-A37E-6303100D1B48}"/>
                    </a:ext>
                  </a:extLst>
                </p:cNvPr>
                <p:cNvSpPr/>
                <p:nvPr/>
              </p:nvSpPr>
              <p:spPr>
                <a:xfrm>
                  <a:off x="5776560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8" name="pg708">
                  <a:extLst>
                    <a:ext uri="{FF2B5EF4-FFF2-40B4-BE49-F238E27FC236}">
                      <a16:creationId xmlns:a16="http://schemas.microsoft.com/office/drawing/2014/main" id="{51821030-3904-8CBF-77A0-748E031D9280}"/>
                    </a:ext>
                  </a:extLst>
                </p:cNvPr>
                <p:cNvSpPr/>
                <p:nvPr/>
              </p:nvSpPr>
              <p:spPr>
                <a:xfrm>
                  <a:off x="5788197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5">
                    <a:alpha val="100000"/>
                  </a:srgbClr>
                </a:solidFill>
                <a:ln w="5420" cap="flat">
                  <a:solidFill>
                    <a:srgbClr val="3B376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09" name="pg709">
                  <a:extLst>
                    <a:ext uri="{FF2B5EF4-FFF2-40B4-BE49-F238E27FC236}">
                      <a16:creationId xmlns:a16="http://schemas.microsoft.com/office/drawing/2014/main" id="{DB307248-CE60-C28B-C5DB-AD4E66C8ECD8}"/>
                    </a:ext>
                  </a:extLst>
                </p:cNvPr>
                <p:cNvSpPr/>
                <p:nvPr/>
              </p:nvSpPr>
              <p:spPr>
                <a:xfrm>
                  <a:off x="5799834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0" name="pg710">
                  <a:extLst>
                    <a:ext uri="{FF2B5EF4-FFF2-40B4-BE49-F238E27FC236}">
                      <a16:creationId xmlns:a16="http://schemas.microsoft.com/office/drawing/2014/main" id="{63CCEE4C-F626-EC4B-D7D1-47F855B3C1EA}"/>
                    </a:ext>
                  </a:extLst>
                </p:cNvPr>
                <p:cNvSpPr/>
                <p:nvPr/>
              </p:nvSpPr>
              <p:spPr>
                <a:xfrm>
                  <a:off x="5811472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1" name="pg711">
                  <a:extLst>
                    <a:ext uri="{FF2B5EF4-FFF2-40B4-BE49-F238E27FC236}">
                      <a16:creationId xmlns:a16="http://schemas.microsoft.com/office/drawing/2014/main" id="{2D13D768-03AA-98E2-9FCF-9C1CE39B3C56}"/>
                    </a:ext>
                  </a:extLst>
                </p:cNvPr>
                <p:cNvSpPr/>
                <p:nvPr/>
              </p:nvSpPr>
              <p:spPr>
                <a:xfrm>
                  <a:off x="6183866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7">
                    <a:alpha val="100000"/>
                  </a:srgbClr>
                </a:solidFill>
                <a:ln w="5420" cap="flat">
                  <a:solidFill>
                    <a:srgbClr val="392D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2" name="pg712">
                  <a:extLst>
                    <a:ext uri="{FF2B5EF4-FFF2-40B4-BE49-F238E27FC236}">
                      <a16:creationId xmlns:a16="http://schemas.microsoft.com/office/drawing/2014/main" id="{A6FB72B6-9E6E-1F12-0D81-370252F4D4B1}"/>
                    </a:ext>
                  </a:extLst>
                </p:cNvPr>
                <p:cNvSpPr/>
                <p:nvPr/>
              </p:nvSpPr>
              <p:spPr>
                <a:xfrm>
                  <a:off x="6195504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C57">
                    <a:alpha val="100000"/>
                  </a:srgbClr>
                </a:solidFill>
                <a:ln w="5420" cap="flat">
                  <a:solidFill>
                    <a:srgbClr val="38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3" name="pg713">
                  <a:extLst>
                    <a:ext uri="{FF2B5EF4-FFF2-40B4-BE49-F238E27FC236}">
                      <a16:creationId xmlns:a16="http://schemas.microsoft.com/office/drawing/2014/main" id="{CB1297DA-34E4-1E52-10A9-3DF9FA389561}"/>
                    </a:ext>
                  </a:extLst>
                </p:cNvPr>
                <p:cNvSpPr/>
                <p:nvPr/>
              </p:nvSpPr>
              <p:spPr>
                <a:xfrm>
                  <a:off x="6207141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C56">
                    <a:alpha val="100000"/>
                  </a:srgbClr>
                </a:solidFill>
                <a:ln w="5420" cap="flat">
                  <a:solidFill>
                    <a:srgbClr val="382C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4" name="pg714">
                  <a:extLst>
                    <a:ext uri="{FF2B5EF4-FFF2-40B4-BE49-F238E27FC236}">
                      <a16:creationId xmlns:a16="http://schemas.microsoft.com/office/drawing/2014/main" id="{2735556D-57DB-B76C-A449-A101C0D5F2CE}"/>
                    </a:ext>
                  </a:extLst>
                </p:cNvPr>
                <p:cNvSpPr/>
                <p:nvPr/>
              </p:nvSpPr>
              <p:spPr>
                <a:xfrm>
                  <a:off x="6218778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C56">
                    <a:alpha val="100000"/>
                  </a:srgbClr>
                </a:solidFill>
                <a:ln w="5420" cap="flat">
                  <a:solidFill>
                    <a:srgbClr val="382C5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5" name="pg715">
                  <a:extLst>
                    <a:ext uri="{FF2B5EF4-FFF2-40B4-BE49-F238E27FC236}">
                      <a16:creationId xmlns:a16="http://schemas.microsoft.com/office/drawing/2014/main" id="{797A9247-BCA9-8F67-15C0-6CFE40710F9E}"/>
                    </a:ext>
                  </a:extLst>
                </p:cNvPr>
                <p:cNvSpPr/>
                <p:nvPr/>
              </p:nvSpPr>
              <p:spPr>
                <a:xfrm>
                  <a:off x="6230416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C57">
                    <a:alpha val="100000"/>
                  </a:srgbClr>
                </a:solidFill>
                <a:ln w="5420" cap="flat">
                  <a:solidFill>
                    <a:srgbClr val="38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6" name="pg716">
                  <a:extLst>
                    <a:ext uri="{FF2B5EF4-FFF2-40B4-BE49-F238E27FC236}">
                      <a16:creationId xmlns:a16="http://schemas.microsoft.com/office/drawing/2014/main" id="{42FFEAC2-F056-19D8-886C-CFE1832575B5}"/>
                    </a:ext>
                  </a:extLst>
                </p:cNvPr>
                <p:cNvSpPr/>
                <p:nvPr/>
              </p:nvSpPr>
              <p:spPr>
                <a:xfrm>
                  <a:off x="6242053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C57">
                    <a:alpha val="100000"/>
                  </a:srgbClr>
                </a:solidFill>
                <a:ln w="5420" cap="flat">
                  <a:solidFill>
                    <a:srgbClr val="392C5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7" name="pg717">
                  <a:extLst>
                    <a:ext uri="{FF2B5EF4-FFF2-40B4-BE49-F238E27FC236}">
                      <a16:creationId xmlns:a16="http://schemas.microsoft.com/office/drawing/2014/main" id="{525BEC9E-FABE-F06E-4712-DE1E191F861E}"/>
                    </a:ext>
                  </a:extLst>
                </p:cNvPr>
                <p:cNvSpPr/>
                <p:nvPr/>
              </p:nvSpPr>
              <p:spPr>
                <a:xfrm>
                  <a:off x="6253690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8" name="pg718">
                  <a:extLst>
                    <a:ext uri="{FF2B5EF4-FFF2-40B4-BE49-F238E27FC236}">
                      <a16:creationId xmlns:a16="http://schemas.microsoft.com/office/drawing/2014/main" id="{9D51F741-E6AB-8277-D5F2-6A506B262A0A}"/>
                    </a:ext>
                  </a:extLst>
                </p:cNvPr>
                <p:cNvSpPr/>
                <p:nvPr/>
              </p:nvSpPr>
              <p:spPr>
                <a:xfrm>
                  <a:off x="6265328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A">
                    <a:alpha val="100000"/>
                  </a:srgbClr>
                </a:solidFill>
                <a:ln w="5420" cap="flat">
                  <a:solidFill>
                    <a:srgbClr val="392F5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19" name="pg719">
                  <a:extLst>
                    <a:ext uri="{FF2B5EF4-FFF2-40B4-BE49-F238E27FC236}">
                      <a16:creationId xmlns:a16="http://schemas.microsoft.com/office/drawing/2014/main" id="{6D11A5D0-DFC3-1C6F-F84D-98316860EA9A}"/>
                    </a:ext>
                  </a:extLst>
                </p:cNvPr>
                <p:cNvSpPr/>
                <p:nvPr/>
              </p:nvSpPr>
              <p:spPr>
                <a:xfrm>
                  <a:off x="6276965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0" name="pg720">
                  <a:extLst>
                    <a:ext uri="{FF2B5EF4-FFF2-40B4-BE49-F238E27FC236}">
                      <a16:creationId xmlns:a16="http://schemas.microsoft.com/office/drawing/2014/main" id="{9A430D48-4150-583E-1357-011CF2CD4E67}"/>
                    </a:ext>
                  </a:extLst>
                </p:cNvPr>
                <p:cNvSpPr/>
                <p:nvPr/>
              </p:nvSpPr>
              <p:spPr>
                <a:xfrm>
                  <a:off x="6288602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D">
                    <a:alpha val="100000"/>
                  </a:srgbClr>
                </a:solidFill>
                <a:ln w="5420" cap="flat">
                  <a:solidFill>
                    <a:srgbClr val="3A315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1" name="pg721">
                  <a:extLst>
                    <a:ext uri="{FF2B5EF4-FFF2-40B4-BE49-F238E27FC236}">
                      <a16:creationId xmlns:a16="http://schemas.microsoft.com/office/drawing/2014/main" id="{8C3292F4-A234-1280-57F8-46DB20286CD5}"/>
                    </a:ext>
                  </a:extLst>
                </p:cNvPr>
                <p:cNvSpPr/>
                <p:nvPr/>
              </p:nvSpPr>
              <p:spPr>
                <a:xfrm>
                  <a:off x="6300240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F">
                    <a:alpha val="100000"/>
                  </a:srgbClr>
                </a:solidFill>
                <a:ln w="5420" cap="flat">
                  <a:solidFill>
                    <a:srgbClr val="3A325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2" name="pg722">
                  <a:extLst>
                    <a:ext uri="{FF2B5EF4-FFF2-40B4-BE49-F238E27FC236}">
                      <a16:creationId xmlns:a16="http://schemas.microsoft.com/office/drawing/2014/main" id="{EEA0ACE7-3A2D-1D94-3DAB-FF8FCF7D196F}"/>
                    </a:ext>
                  </a:extLst>
                </p:cNvPr>
                <p:cNvSpPr/>
                <p:nvPr/>
              </p:nvSpPr>
              <p:spPr>
                <a:xfrm>
                  <a:off x="6311877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1">
                    <a:alpha val="100000"/>
                  </a:srgbClr>
                </a:solidFill>
                <a:ln w="5420" cap="flat">
                  <a:solidFill>
                    <a:srgbClr val="3A33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3" name="pg723">
                  <a:extLst>
                    <a:ext uri="{FF2B5EF4-FFF2-40B4-BE49-F238E27FC236}">
                      <a16:creationId xmlns:a16="http://schemas.microsoft.com/office/drawing/2014/main" id="{F32636A6-76C7-A8BE-9FB8-D5A149F4FF1D}"/>
                    </a:ext>
                  </a:extLst>
                </p:cNvPr>
                <p:cNvSpPr/>
                <p:nvPr/>
              </p:nvSpPr>
              <p:spPr>
                <a:xfrm>
                  <a:off x="6323514" y="29795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3">
                    <a:alpha val="100000"/>
                  </a:srgbClr>
                </a:solidFill>
                <a:ln w="5420" cap="flat">
                  <a:solidFill>
                    <a:srgbClr val="3A34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4" name="pg724">
                  <a:extLst>
                    <a:ext uri="{FF2B5EF4-FFF2-40B4-BE49-F238E27FC236}">
                      <a16:creationId xmlns:a16="http://schemas.microsoft.com/office/drawing/2014/main" id="{994A4D4E-2006-1AF8-0B15-1D6612D833CF}"/>
                    </a:ext>
                  </a:extLst>
                </p:cNvPr>
                <p:cNvSpPr/>
                <p:nvPr/>
              </p:nvSpPr>
              <p:spPr>
                <a:xfrm>
                  <a:off x="5706736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5" name="pg725">
                  <a:extLst>
                    <a:ext uri="{FF2B5EF4-FFF2-40B4-BE49-F238E27FC236}">
                      <a16:creationId xmlns:a16="http://schemas.microsoft.com/office/drawing/2014/main" id="{4A0A5401-4114-0D32-9EF3-B95B54506208}"/>
                    </a:ext>
                  </a:extLst>
                </p:cNvPr>
                <p:cNvSpPr/>
                <p:nvPr/>
              </p:nvSpPr>
              <p:spPr>
                <a:xfrm>
                  <a:off x="5718373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B99">
                    <a:alpha val="100000"/>
                  </a:srgbClr>
                </a:solidFill>
                <a:ln w="5420" cap="flat">
                  <a:solidFill>
                    <a:srgbClr val="3A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6" name="pg726">
                  <a:extLst>
                    <a:ext uri="{FF2B5EF4-FFF2-40B4-BE49-F238E27FC236}">
                      <a16:creationId xmlns:a16="http://schemas.microsoft.com/office/drawing/2014/main" id="{2FC7237C-129B-7F41-ECF0-2B0B51CAA054}"/>
                    </a:ext>
                  </a:extLst>
                </p:cNvPr>
                <p:cNvSpPr/>
                <p:nvPr/>
              </p:nvSpPr>
              <p:spPr>
                <a:xfrm>
                  <a:off x="5730010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1">
                    <a:alpha val="100000"/>
                  </a:srgbClr>
                </a:solidFill>
                <a:ln w="5420" cap="flat">
                  <a:solidFill>
                    <a:srgbClr val="3B559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7" name="pg727">
                  <a:extLst>
                    <a:ext uri="{FF2B5EF4-FFF2-40B4-BE49-F238E27FC236}">
                      <a16:creationId xmlns:a16="http://schemas.microsoft.com/office/drawing/2014/main" id="{251D25CF-4A01-906B-AF68-71EE30831795}"/>
                    </a:ext>
                  </a:extLst>
                </p:cNvPr>
                <p:cNvSpPr/>
                <p:nvPr/>
              </p:nvSpPr>
              <p:spPr>
                <a:xfrm>
                  <a:off x="5741648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F88">
                    <a:alpha val="100000"/>
                  </a:srgbClr>
                </a:solidFill>
                <a:ln w="5420" cap="flat">
                  <a:solidFill>
                    <a:srgbClr val="3B4F8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8" name="pg728">
                  <a:extLst>
                    <a:ext uri="{FF2B5EF4-FFF2-40B4-BE49-F238E27FC236}">
                      <a16:creationId xmlns:a16="http://schemas.microsoft.com/office/drawing/2014/main" id="{52CC086F-AEB1-EDD1-210C-0E406CBF93C5}"/>
                    </a:ext>
                  </a:extLst>
                </p:cNvPr>
                <p:cNvSpPr/>
                <p:nvPr/>
              </p:nvSpPr>
              <p:spPr>
                <a:xfrm>
                  <a:off x="5753285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980">
                    <a:alpha val="100000"/>
                  </a:srgbClr>
                </a:solidFill>
                <a:ln w="5420" cap="flat">
                  <a:solidFill>
                    <a:srgbClr val="3C498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29" name="pg729">
                  <a:extLst>
                    <a:ext uri="{FF2B5EF4-FFF2-40B4-BE49-F238E27FC236}">
                      <a16:creationId xmlns:a16="http://schemas.microsoft.com/office/drawing/2014/main" id="{496C07B1-EFEE-D83A-D8DC-03DE8C2F9D0E}"/>
                    </a:ext>
                  </a:extLst>
                </p:cNvPr>
                <p:cNvSpPr/>
                <p:nvPr/>
              </p:nvSpPr>
              <p:spPr>
                <a:xfrm>
                  <a:off x="5764922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8">
                    <a:alpha val="100000"/>
                  </a:srgbClr>
                </a:solidFill>
                <a:ln w="5420" cap="flat">
                  <a:solidFill>
                    <a:srgbClr val="3C447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0" name="pg730">
                  <a:extLst>
                    <a:ext uri="{FF2B5EF4-FFF2-40B4-BE49-F238E27FC236}">
                      <a16:creationId xmlns:a16="http://schemas.microsoft.com/office/drawing/2014/main" id="{28DD76C8-A993-C5D8-8A3A-C35D46A58C04}"/>
                    </a:ext>
                  </a:extLst>
                </p:cNvPr>
                <p:cNvSpPr/>
                <p:nvPr/>
              </p:nvSpPr>
              <p:spPr>
                <a:xfrm>
                  <a:off x="5776560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072">
                    <a:alpha val="100000"/>
                  </a:srgbClr>
                </a:solidFill>
                <a:ln w="5420" cap="flat">
                  <a:solidFill>
                    <a:srgbClr val="3B40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1" name="pg731">
                  <a:extLst>
                    <a:ext uri="{FF2B5EF4-FFF2-40B4-BE49-F238E27FC236}">
                      <a16:creationId xmlns:a16="http://schemas.microsoft.com/office/drawing/2014/main" id="{EC728C3A-1357-FEF0-CE7A-DD31951B1E6E}"/>
                    </a:ext>
                  </a:extLst>
                </p:cNvPr>
                <p:cNvSpPr/>
                <p:nvPr/>
              </p:nvSpPr>
              <p:spPr>
                <a:xfrm>
                  <a:off x="6195504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2" name="pg732">
                  <a:extLst>
                    <a:ext uri="{FF2B5EF4-FFF2-40B4-BE49-F238E27FC236}">
                      <a16:creationId xmlns:a16="http://schemas.microsoft.com/office/drawing/2014/main" id="{6AFA2A17-D82D-AFCA-4BEF-E7ED162DDC43}"/>
                    </a:ext>
                  </a:extLst>
                </p:cNvPr>
                <p:cNvSpPr/>
                <p:nvPr/>
              </p:nvSpPr>
              <p:spPr>
                <a:xfrm>
                  <a:off x="6207141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3" name="pg733">
                  <a:extLst>
                    <a:ext uri="{FF2B5EF4-FFF2-40B4-BE49-F238E27FC236}">
                      <a16:creationId xmlns:a16="http://schemas.microsoft.com/office/drawing/2014/main" id="{D460ABFB-4B6E-01A3-9BFB-88BC6F997721}"/>
                    </a:ext>
                  </a:extLst>
                </p:cNvPr>
                <p:cNvSpPr/>
                <p:nvPr/>
              </p:nvSpPr>
              <p:spPr>
                <a:xfrm>
                  <a:off x="6218778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4" name="pg734">
                  <a:extLst>
                    <a:ext uri="{FF2B5EF4-FFF2-40B4-BE49-F238E27FC236}">
                      <a16:creationId xmlns:a16="http://schemas.microsoft.com/office/drawing/2014/main" id="{5B588854-7847-5BE4-46E0-3DD870B790F2}"/>
                    </a:ext>
                  </a:extLst>
                </p:cNvPr>
                <p:cNvSpPr/>
                <p:nvPr/>
              </p:nvSpPr>
              <p:spPr>
                <a:xfrm>
                  <a:off x="6230416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8">
                    <a:alpha val="100000"/>
                  </a:srgbClr>
                </a:solidFill>
                <a:ln w="5420" cap="flat">
                  <a:solidFill>
                    <a:srgbClr val="392D5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5" name="pg735">
                  <a:extLst>
                    <a:ext uri="{FF2B5EF4-FFF2-40B4-BE49-F238E27FC236}">
                      <a16:creationId xmlns:a16="http://schemas.microsoft.com/office/drawing/2014/main" id="{99A856C7-3B39-E95D-22A5-24DA929690DC}"/>
                    </a:ext>
                  </a:extLst>
                </p:cNvPr>
                <p:cNvSpPr/>
                <p:nvPr/>
              </p:nvSpPr>
              <p:spPr>
                <a:xfrm>
                  <a:off x="6242053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9">
                    <a:alpha val="100000"/>
                  </a:srgbClr>
                </a:solidFill>
                <a:ln w="5420" cap="flat">
                  <a:solidFill>
                    <a:srgbClr val="392D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6" name="pg736">
                  <a:extLst>
                    <a:ext uri="{FF2B5EF4-FFF2-40B4-BE49-F238E27FC236}">
                      <a16:creationId xmlns:a16="http://schemas.microsoft.com/office/drawing/2014/main" id="{67F43278-AA2F-D1A7-2711-338EFB294893}"/>
                    </a:ext>
                  </a:extLst>
                </p:cNvPr>
                <p:cNvSpPr/>
                <p:nvPr/>
              </p:nvSpPr>
              <p:spPr>
                <a:xfrm>
                  <a:off x="6253690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A">
                    <a:alpha val="100000"/>
                  </a:srgbClr>
                </a:solidFill>
                <a:ln w="5420" cap="flat">
                  <a:solidFill>
                    <a:srgbClr val="392E5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7" name="pg737">
                  <a:extLst>
                    <a:ext uri="{FF2B5EF4-FFF2-40B4-BE49-F238E27FC236}">
                      <a16:creationId xmlns:a16="http://schemas.microsoft.com/office/drawing/2014/main" id="{A0B721EB-AC11-896B-31B2-846469774CF6}"/>
                    </a:ext>
                  </a:extLst>
                </p:cNvPr>
                <p:cNvSpPr/>
                <p:nvPr/>
              </p:nvSpPr>
              <p:spPr>
                <a:xfrm>
                  <a:off x="6265328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8" name="pg738">
                  <a:extLst>
                    <a:ext uri="{FF2B5EF4-FFF2-40B4-BE49-F238E27FC236}">
                      <a16:creationId xmlns:a16="http://schemas.microsoft.com/office/drawing/2014/main" id="{8B57FE72-9CCF-5B9B-52A9-BA477039F68E}"/>
                    </a:ext>
                  </a:extLst>
                </p:cNvPr>
                <p:cNvSpPr/>
                <p:nvPr/>
              </p:nvSpPr>
              <p:spPr>
                <a:xfrm>
                  <a:off x="6276965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15D">
                    <a:alpha val="100000"/>
                  </a:srgbClr>
                </a:solidFill>
                <a:ln w="5420" cap="flat">
                  <a:solidFill>
                    <a:srgbClr val="39315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39" name="pg739">
                  <a:extLst>
                    <a:ext uri="{FF2B5EF4-FFF2-40B4-BE49-F238E27FC236}">
                      <a16:creationId xmlns:a16="http://schemas.microsoft.com/office/drawing/2014/main" id="{618929B0-36D2-3B82-27D9-11977F5141FF}"/>
                    </a:ext>
                  </a:extLst>
                </p:cNvPr>
                <p:cNvSpPr/>
                <p:nvPr/>
              </p:nvSpPr>
              <p:spPr>
                <a:xfrm>
                  <a:off x="6288602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F">
                    <a:alpha val="100000"/>
                  </a:srgbClr>
                </a:solidFill>
                <a:ln w="5420" cap="flat">
                  <a:solidFill>
                    <a:srgbClr val="3A325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0" name="pg740">
                  <a:extLst>
                    <a:ext uri="{FF2B5EF4-FFF2-40B4-BE49-F238E27FC236}">
                      <a16:creationId xmlns:a16="http://schemas.microsoft.com/office/drawing/2014/main" id="{8A9E1350-16EF-5BB2-7008-2C3ABF436F22}"/>
                    </a:ext>
                  </a:extLst>
                </p:cNvPr>
                <p:cNvSpPr/>
                <p:nvPr/>
              </p:nvSpPr>
              <p:spPr>
                <a:xfrm>
                  <a:off x="6300240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1" name="pg741">
                  <a:extLst>
                    <a:ext uri="{FF2B5EF4-FFF2-40B4-BE49-F238E27FC236}">
                      <a16:creationId xmlns:a16="http://schemas.microsoft.com/office/drawing/2014/main" id="{E9B3CC71-E04C-9400-05E9-A426FCAB2B82}"/>
                    </a:ext>
                  </a:extLst>
                </p:cNvPr>
                <p:cNvSpPr/>
                <p:nvPr/>
              </p:nvSpPr>
              <p:spPr>
                <a:xfrm>
                  <a:off x="6311877" y="29938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2" name="pg742">
                  <a:extLst>
                    <a:ext uri="{FF2B5EF4-FFF2-40B4-BE49-F238E27FC236}">
                      <a16:creationId xmlns:a16="http://schemas.microsoft.com/office/drawing/2014/main" id="{EEC57DF6-A072-D505-6589-C33F09CEDBB7}"/>
                    </a:ext>
                  </a:extLst>
                </p:cNvPr>
                <p:cNvSpPr/>
                <p:nvPr/>
              </p:nvSpPr>
              <p:spPr>
                <a:xfrm>
                  <a:off x="5706736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3" name="pg743">
                  <a:extLst>
                    <a:ext uri="{FF2B5EF4-FFF2-40B4-BE49-F238E27FC236}">
                      <a16:creationId xmlns:a16="http://schemas.microsoft.com/office/drawing/2014/main" id="{A254CA02-38DB-3059-3213-E9186AC00DD7}"/>
                    </a:ext>
                  </a:extLst>
                </p:cNvPr>
                <p:cNvSpPr/>
                <p:nvPr/>
              </p:nvSpPr>
              <p:spPr>
                <a:xfrm>
                  <a:off x="5718373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4" name="pg744">
                  <a:extLst>
                    <a:ext uri="{FF2B5EF4-FFF2-40B4-BE49-F238E27FC236}">
                      <a16:creationId xmlns:a16="http://schemas.microsoft.com/office/drawing/2014/main" id="{5099F28B-688C-309A-BE11-B1430C7FF568}"/>
                    </a:ext>
                  </a:extLst>
                </p:cNvPr>
                <p:cNvSpPr/>
                <p:nvPr/>
              </p:nvSpPr>
              <p:spPr>
                <a:xfrm>
                  <a:off x="5730010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5" name="pg745">
                  <a:extLst>
                    <a:ext uri="{FF2B5EF4-FFF2-40B4-BE49-F238E27FC236}">
                      <a16:creationId xmlns:a16="http://schemas.microsoft.com/office/drawing/2014/main" id="{775CDB07-223E-251F-230D-5AB6347780A2}"/>
                    </a:ext>
                  </a:extLst>
                </p:cNvPr>
                <p:cNvSpPr/>
                <p:nvPr/>
              </p:nvSpPr>
              <p:spPr>
                <a:xfrm>
                  <a:off x="5741648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6">
                    <a:alpha val="100000"/>
                  </a:srgbClr>
                </a:solidFill>
                <a:ln w="5420" cap="flat">
                  <a:solidFill>
                    <a:srgbClr val="3A599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6" name="pg746">
                  <a:extLst>
                    <a:ext uri="{FF2B5EF4-FFF2-40B4-BE49-F238E27FC236}">
                      <a16:creationId xmlns:a16="http://schemas.microsoft.com/office/drawing/2014/main" id="{39C6AC84-FCC3-8556-D42D-D2B1C0B41842}"/>
                    </a:ext>
                  </a:extLst>
                </p:cNvPr>
                <p:cNvSpPr/>
                <p:nvPr/>
              </p:nvSpPr>
              <p:spPr>
                <a:xfrm>
                  <a:off x="5753285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E">
                    <a:alpha val="100000"/>
                  </a:srgbClr>
                </a:solidFill>
                <a:ln w="5420" cap="flat">
                  <a:solidFill>
                    <a:srgbClr val="3B538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7" name="pg747">
                  <a:extLst>
                    <a:ext uri="{FF2B5EF4-FFF2-40B4-BE49-F238E27FC236}">
                      <a16:creationId xmlns:a16="http://schemas.microsoft.com/office/drawing/2014/main" id="{A1F8929A-3A97-5041-F8B1-2C3D1FA8BA0D}"/>
                    </a:ext>
                  </a:extLst>
                </p:cNvPr>
                <p:cNvSpPr/>
                <p:nvPr/>
              </p:nvSpPr>
              <p:spPr>
                <a:xfrm>
                  <a:off x="5764922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D86">
                    <a:alpha val="100000"/>
                  </a:srgbClr>
                </a:solidFill>
                <a:ln w="5420" cap="flat">
                  <a:solidFill>
                    <a:srgbClr val="3B4D8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8" name="pg748">
                  <a:extLst>
                    <a:ext uri="{FF2B5EF4-FFF2-40B4-BE49-F238E27FC236}">
                      <a16:creationId xmlns:a16="http://schemas.microsoft.com/office/drawing/2014/main" id="{B685F641-178B-9D67-5B75-3FB26AA55746}"/>
                    </a:ext>
                  </a:extLst>
                </p:cNvPr>
                <p:cNvSpPr/>
                <p:nvPr/>
              </p:nvSpPr>
              <p:spPr>
                <a:xfrm>
                  <a:off x="6218778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A">
                    <a:alpha val="100000"/>
                  </a:srgbClr>
                </a:solidFill>
                <a:ln w="5420" cap="flat">
                  <a:solidFill>
                    <a:srgbClr val="392E5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49" name="pg749">
                  <a:extLst>
                    <a:ext uri="{FF2B5EF4-FFF2-40B4-BE49-F238E27FC236}">
                      <a16:creationId xmlns:a16="http://schemas.microsoft.com/office/drawing/2014/main" id="{366FCC88-6E65-1696-A602-2383ACA5A263}"/>
                    </a:ext>
                  </a:extLst>
                </p:cNvPr>
                <p:cNvSpPr/>
                <p:nvPr/>
              </p:nvSpPr>
              <p:spPr>
                <a:xfrm>
                  <a:off x="6230416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A">
                    <a:alpha val="100000"/>
                  </a:srgbClr>
                </a:solidFill>
                <a:ln w="5420" cap="flat">
                  <a:solidFill>
                    <a:srgbClr val="392F5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0" name="pg750">
                  <a:extLst>
                    <a:ext uri="{FF2B5EF4-FFF2-40B4-BE49-F238E27FC236}">
                      <a16:creationId xmlns:a16="http://schemas.microsoft.com/office/drawing/2014/main" id="{A0352176-860C-F453-9E5D-F24982BDB3C5}"/>
                    </a:ext>
                  </a:extLst>
                </p:cNvPr>
                <p:cNvSpPr/>
                <p:nvPr/>
              </p:nvSpPr>
              <p:spPr>
                <a:xfrm>
                  <a:off x="6242053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B">
                    <a:alpha val="100000"/>
                  </a:srgbClr>
                </a:solidFill>
                <a:ln w="5420" cap="flat">
                  <a:solidFill>
                    <a:srgbClr val="392F5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1" name="pg751">
                  <a:extLst>
                    <a:ext uri="{FF2B5EF4-FFF2-40B4-BE49-F238E27FC236}">
                      <a16:creationId xmlns:a16="http://schemas.microsoft.com/office/drawing/2014/main" id="{AA506CC8-5F1C-769F-2659-DD6351781A23}"/>
                    </a:ext>
                  </a:extLst>
                </p:cNvPr>
                <p:cNvSpPr/>
                <p:nvPr/>
              </p:nvSpPr>
              <p:spPr>
                <a:xfrm>
                  <a:off x="6253690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C">
                    <a:alpha val="100000"/>
                  </a:srgbClr>
                </a:solidFill>
                <a:ln w="5420" cap="flat">
                  <a:solidFill>
                    <a:srgbClr val="392F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2" name="pg752">
                  <a:extLst>
                    <a:ext uri="{FF2B5EF4-FFF2-40B4-BE49-F238E27FC236}">
                      <a16:creationId xmlns:a16="http://schemas.microsoft.com/office/drawing/2014/main" id="{6A7B188B-33DC-37EE-9A13-5CC7E9E1ECBC}"/>
                    </a:ext>
                  </a:extLst>
                </p:cNvPr>
                <p:cNvSpPr/>
                <p:nvPr/>
              </p:nvSpPr>
              <p:spPr>
                <a:xfrm>
                  <a:off x="6265328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3" name="pg753">
                  <a:extLst>
                    <a:ext uri="{FF2B5EF4-FFF2-40B4-BE49-F238E27FC236}">
                      <a16:creationId xmlns:a16="http://schemas.microsoft.com/office/drawing/2014/main" id="{8FFB5DCA-F95D-7CC2-AE57-64CAB391A1D9}"/>
                    </a:ext>
                  </a:extLst>
                </p:cNvPr>
                <p:cNvSpPr/>
                <p:nvPr/>
              </p:nvSpPr>
              <p:spPr>
                <a:xfrm>
                  <a:off x="6276965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F">
                    <a:alpha val="100000"/>
                  </a:srgbClr>
                </a:solidFill>
                <a:ln w="5420" cap="flat">
                  <a:solidFill>
                    <a:srgbClr val="3A325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4" name="pg754">
                  <a:extLst>
                    <a:ext uri="{FF2B5EF4-FFF2-40B4-BE49-F238E27FC236}">
                      <a16:creationId xmlns:a16="http://schemas.microsoft.com/office/drawing/2014/main" id="{749564C3-C516-786D-C227-C141121108AD}"/>
                    </a:ext>
                  </a:extLst>
                </p:cNvPr>
                <p:cNvSpPr/>
                <p:nvPr/>
              </p:nvSpPr>
              <p:spPr>
                <a:xfrm>
                  <a:off x="6288602" y="30081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5" name="pg755">
                  <a:extLst>
                    <a:ext uri="{FF2B5EF4-FFF2-40B4-BE49-F238E27FC236}">
                      <a16:creationId xmlns:a16="http://schemas.microsoft.com/office/drawing/2014/main" id="{373D1558-CE89-BD4D-FA3C-AD1C36F552C4}"/>
                    </a:ext>
                  </a:extLst>
                </p:cNvPr>
                <p:cNvSpPr/>
                <p:nvPr/>
              </p:nvSpPr>
              <p:spPr>
                <a:xfrm>
                  <a:off x="5695098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6" name="pg756">
                  <a:extLst>
                    <a:ext uri="{FF2B5EF4-FFF2-40B4-BE49-F238E27FC236}">
                      <a16:creationId xmlns:a16="http://schemas.microsoft.com/office/drawing/2014/main" id="{CCF65571-53BF-4626-9159-D7CB7D90E141}"/>
                    </a:ext>
                  </a:extLst>
                </p:cNvPr>
                <p:cNvSpPr/>
                <p:nvPr/>
              </p:nvSpPr>
              <p:spPr>
                <a:xfrm>
                  <a:off x="5706736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7" name="pg757">
                  <a:extLst>
                    <a:ext uri="{FF2B5EF4-FFF2-40B4-BE49-F238E27FC236}">
                      <a16:creationId xmlns:a16="http://schemas.microsoft.com/office/drawing/2014/main" id="{35BD2923-5C74-F179-3201-E2CBCAAC1B88}"/>
                    </a:ext>
                  </a:extLst>
                </p:cNvPr>
                <p:cNvSpPr/>
                <p:nvPr/>
              </p:nvSpPr>
              <p:spPr>
                <a:xfrm>
                  <a:off x="5718373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8" name="pg758">
                  <a:extLst>
                    <a:ext uri="{FF2B5EF4-FFF2-40B4-BE49-F238E27FC236}">
                      <a16:creationId xmlns:a16="http://schemas.microsoft.com/office/drawing/2014/main" id="{224A2455-6D93-2C7F-0D8F-5EA57649C01D}"/>
                    </a:ext>
                  </a:extLst>
                </p:cNvPr>
                <p:cNvSpPr/>
                <p:nvPr/>
              </p:nvSpPr>
              <p:spPr>
                <a:xfrm>
                  <a:off x="5730010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59" name="pg759">
                  <a:extLst>
                    <a:ext uri="{FF2B5EF4-FFF2-40B4-BE49-F238E27FC236}">
                      <a16:creationId xmlns:a16="http://schemas.microsoft.com/office/drawing/2014/main" id="{A03D4F6E-C5D3-5645-AA3D-E740514D8311}"/>
                    </a:ext>
                  </a:extLst>
                </p:cNvPr>
                <p:cNvSpPr/>
                <p:nvPr/>
              </p:nvSpPr>
              <p:spPr>
                <a:xfrm>
                  <a:off x="5741648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0" name="pg760">
                  <a:extLst>
                    <a:ext uri="{FF2B5EF4-FFF2-40B4-BE49-F238E27FC236}">
                      <a16:creationId xmlns:a16="http://schemas.microsoft.com/office/drawing/2014/main" id="{E962C1B6-FD70-F22F-7C8B-69BC733E4B5F}"/>
                    </a:ext>
                  </a:extLst>
                </p:cNvPr>
                <p:cNvSpPr/>
                <p:nvPr/>
              </p:nvSpPr>
              <p:spPr>
                <a:xfrm>
                  <a:off x="5753285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B">
                    <a:alpha val="100000"/>
                  </a:srgbClr>
                </a:solidFill>
                <a:ln w="5420" cap="flat">
                  <a:solidFill>
                    <a:srgbClr val="395C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1" name="pg761">
                  <a:extLst>
                    <a:ext uri="{FF2B5EF4-FFF2-40B4-BE49-F238E27FC236}">
                      <a16:creationId xmlns:a16="http://schemas.microsoft.com/office/drawing/2014/main" id="{10F7ADA8-A225-078B-1412-D54CC293A817}"/>
                    </a:ext>
                  </a:extLst>
                </p:cNvPr>
                <p:cNvSpPr/>
                <p:nvPr/>
              </p:nvSpPr>
              <p:spPr>
                <a:xfrm>
                  <a:off x="6242053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D">
                    <a:alpha val="100000"/>
                  </a:srgbClr>
                </a:solidFill>
                <a:ln w="5420" cap="flat">
                  <a:solidFill>
                    <a:srgbClr val="39305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2" name="pg762">
                  <a:extLst>
                    <a:ext uri="{FF2B5EF4-FFF2-40B4-BE49-F238E27FC236}">
                      <a16:creationId xmlns:a16="http://schemas.microsoft.com/office/drawing/2014/main" id="{BEB41737-A742-A563-5E1F-4552440AB1C5}"/>
                    </a:ext>
                  </a:extLst>
                </p:cNvPr>
                <p:cNvSpPr/>
                <p:nvPr/>
              </p:nvSpPr>
              <p:spPr>
                <a:xfrm>
                  <a:off x="6253690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15E">
                    <a:alpha val="100000"/>
                  </a:srgbClr>
                </a:solidFill>
                <a:ln w="5420" cap="flat">
                  <a:solidFill>
                    <a:srgbClr val="3A315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3" name="pg763">
                  <a:extLst>
                    <a:ext uri="{FF2B5EF4-FFF2-40B4-BE49-F238E27FC236}">
                      <a16:creationId xmlns:a16="http://schemas.microsoft.com/office/drawing/2014/main" id="{144955DF-6F1D-A11B-934F-52942EEA4E89}"/>
                    </a:ext>
                  </a:extLst>
                </p:cNvPr>
                <p:cNvSpPr/>
                <p:nvPr/>
              </p:nvSpPr>
              <p:spPr>
                <a:xfrm>
                  <a:off x="6265328" y="30224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25F">
                    <a:alpha val="100000"/>
                  </a:srgbClr>
                </a:solidFill>
                <a:ln w="5420" cap="flat">
                  <a:solidFill>
                    <a:srgbClr val="3A325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4" name="pg764">
                  <a:extLst>
                    <a:ext uri="{FF2B5EF4-FFF2-40B4-BE49-F238E27FC236}">
                      <a16:creationId xmlns:a16="http://schemas.microsoft.com/office/drawing/2014/main" id="{E8871DF6-663C-4A38-0A0F-3FD93550286D}"/>
                    </a:ext>
                  </a:extLst>
                </p:cNvPr>
                <p:cNvSpPr/>
                <p:nvPr/>
              </p:nvSpPr>
              <p:spPr>
                <a:xfrm>
                  <a:off x="5683461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5" name="pg765">
                  <a:extLst>
                    <a:ext uri="{FF2B5EF4-FFF2-40B4-BE49-F238E27FC236}">
                      <a16:creationId xmlns:a16="http://schemas.microsoft.com/office/drawing/2014/main" id="{FA15354C-3B9C-9152-22A6-098110EDAE0F}"/>
                    </a:ext>
                  </a:extLst>
                </p:cNvPr>
                <p:cNvSpPr/>
                <p:nvPr/>
              </p:nvSpPr>
              <p:spPr>
                <a:xfrm>
                  <a:off x="5695098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6" name="pg766">
                  <a:extLst>
                    <a:ext uri="{FF2B5EF4-FFF2-40B4-BE49-F238E27FC236}">
                      <a16:creationId xmlns:a16="http://schemas.microsoft.com/office/drawing/2014/main" id="{8292138F-FDA8-9A02-50EC-F6F3984FA48D}"/>
                    </a:ext>
                  </a:extLst>
                </p:cNvPr>
                <p:cNvSpPr/>
                <p:nvPr/>
              </p:nvSpPr>
              <p:spPr>
                <a:xfrm>
                  <a:off x="5706736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7" name="pg767">
                  <a:extLst>
                    <a:ext uri="{FF2B5EF4-FFF2-40B4-BE49-F238E27FC236}">
                      <a16:creationId xmlns:a16="http://schemas.microsoft.com/office/drawing/2014/main" id="{1A06EF7A-2129-6E64-4E1A-BA4F8D99F465}"/>
                    </a:ext>
                  </a:extLst>
                </p:cNvPr>
                <p:cNvSpPr/>
                <p:nvPr/>
              </p:nvSpPr>
              <p:spPr>
                <a:xfrm>
                  <a:off x="5718373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2">
                    <a:alpha val="100000"/>
                  </a:srgbClr>
                </a:solidFill>
                <a:ln w="5420" cap="flat">
                  <a:solidFill>
                    <a:srgbClr val="3A74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8" name="pg768">
                  <a:extLst>
                    <a:ext uri="{FF2B5EF4-FFF2-40B4-BE49-F238E27FC236}">
                      <a16:creationId xmlns:a16="http://schemas.microsoft.com/office/drawing/2014/main" id="{B8442198-31AA-CE74-1B9B-2AE2EC23ECDE}"/>
                    </a:ext>
                  </a:extLst>
                </p:cNvPr>
                <p:cNvSpPr/>
                <p:nvPr/>
              </p:nvSpPr>
              <p:spPr>
                <a:xfrm>
                  <a:off x="5730010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69" name="pg769">
                  <a:extLst>
                    <a:ext uri="{FF2B5EF4-FFF2-40B4-BE49-F238E27FC236}">
                      <a16:creationId xmlns:a16="http://schemas.microsoft.com/office/drawing/2014/main" id="{41EF878E-F6C1-7FE8-C448-B1DCB6C0D676}"/>
                    </a:ext>
                  </a:extLst>
                </p:cNvPr>
                <p:cNvSpPr/>
                <p:nvPr/>
              </p:nvSpPr>
              <p:spPr>
                <a:xfrm>
                  <a:off x="5741648" y="30367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9F">
                    <a:alpha val="100000"/>
                  </a:srgbClr>
                </a:solidFill>
                <a:ln w="5420" cap="flat">
                  <a:solidFill>
                    <a:srgbClr val="3A6C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0" name="pg770">
                  <a:extLst>
                    <a:ext uri="{FF2B5EF4-FFF2-40B4-BE49-F238E27FC236}">
                      <a16:creationId xmlns:a16="http://schemas.microsoft.com/office/drawing/2014/main" id="{87F03D30-D166-CCEC-D13B-0EAC3957967D}"/>
                    </a:ext>
                  </a:extLst>
                </p:cNvPr>
                <p:cNvSpPr/>
                <p:nvPr/>
              </p:nvSpPr>
              <p:spPr>
                <a:xfrm>
                  <a:off x="5683461" y="30510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1" name="pg771">
                  <a:extLst>
                    <a:ext uri="{FF2B5EF4-FFF2-40B4-BE49-F238E27FC236}">
                      <a16:creationId xmlns:a16="http://schemas.microsoft.com/office/drawing/2014/main" id="{019D38B9-1191-E77A-54B7-185F5848EFE7}"/>
                    </a:ext>
                  </a:extLst>
                </p:cNvPr>
                <p:cNvSpPr/>
                <p:nvPr/>
              </p:nvSpPr>
              <p:spPr>
                <a:xfrm>
                  <a:off x="5695098" y="30510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2" name="pg772">
                  <a:extLst>
                    <a:ext uri="{FF2B5EF4-FFF2-40B4-BE49-F238E27FC236}">
                      <a16:creationId xmlns:a16="http://schemas.microsoft.com/office/drawing/2014/main" id="{23FCBC5A-08ED-7216-6309-C046A28F1FD5}"/>
                    </a:ext>
                  </a:extLst>
                </p:cNvPr>
                <p:cNvSpPr/>
                <p:nvPr/>
              </p:nvSpPr>
              <p:spPr>
                <a:xfrm>
                  <a:off x="5706736" y="30510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3" name="pg773">
                  <a:extLst>
                    <a:ext uri="{FF2B5EF4-FFF2-40B4-BE49-F238E27FC236}">
                      <a16:creationId xmlns:a16="http://schemas.microsoft.com/office/drawing/2014/main" id="{2E8D783B-0676-3469-604C-91390C7CA6A3}"/>
                    </a:ext>
                  </a:extLst>
                </p:cNvPr>
                <p:cNvSpPr/>
                <p:nvPr/>
              </p:nvSpPr>
              <p:spPr>
                <a:xfrm>
                  <a:off x="5718373" y="30510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4" name="pg774">
                  <a:extLst>
                    <a:ext uri="{FF2B5EF4-FFF2-40B4-BE49-F238E27FC236}">
                      <a16:creationId xmlns:a16="http://schemas.microsoft.com/office/drawing/2014/main" id="{D8583ED8-2D20-CB6F-BC61-B7DED31B8948}"/>
                    </a:ext>
                  </a:extLst>
                </p:cNvPr>
                <p:cNvSpPr/>
                <p:nvPr/>
              </p:nvSpPr>
              <p:spPr>
                <a:xfrm>
                  <a:off x="5730010" y="30510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5" name="pg775">
                  <a:extLst>
                    <a:ext uri="{FF2B5EF4-FFF2-40B4-BE49-F238E27FC236}">
                      <a16:creationId xmlns:a16="http://schemas.microsoft.com/office/drawing/2014/main" id="{BFCE38A5-5B89-C760-9839-4523E506A784}"/>
                    </a:ext>
                  </a:extLst>
                </p:cNvPr>
                <p:cNvSpPr/>
                <p:nvPr/>
              </p:nvSpPr>
              <p:spPr>
                <a:xfrm>
                  <a:off x="5671824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6" name="pg776">
                  <a:extLst>
                    <a:ext uri="{FF2B5EF4-FFF2-40B4-BE49-F238E27FC236}">
                      <a16:creationId xmlns:a16="http://schemas.microsoft.com/office/drawing/2014/main" id="{19FA053F-DED5-08CB-4AE3-AD3209900C4D}"/>
                    </a:ext>
                  </a:extLst>
                </p:cNvPr>
                <p:cNvSpPr/>
                <p:nvPr/>
              </p:nvSpPr>
              <p:spPr>
                <a:xfrm>
                  <a:off x="5683461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7" name="pg777">
                  <a:extLst>
                    <a:ext uri="{FF2B5EF4-FFF2-40B4-BE49-F238E27FC236}">
                      <a16:creationId xmlns:a16="http://schemas.microsoft.com/office/drawing/2014/main" id="{E6D1FFFC-18DF-E006-A902-1163308EA650}"/>
                    </a:ext>
                  </a:extLst>
                </p:cNvPr>
                <p:cNvSpPr/>
                <p:nvPr/>
              </p:nvSpPr>
              <p:spPr>
                <a:xfrm>
                  <a:off x="5695098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8" name="pg778">
                  <a:extLst>
                    <a:ext uri="{FF2B5EF4-FFF2-40B4-BE49-F238E27FC236}">
                      <a16:creationId xmlns:a16="http://schemas.microsoft.com/office/drawing/2014/main" id="{B778E5DD-64E2-7F54-3F9D-6E9637DC9DF3}"/>
                    </a:ext>
                  </a:extLst>
                </p:cNvPr>
                <p:cNvSpPr/>
                <p:nvPr/>
              </p:nvSpPr>
              <p:spPr>
                <a:xfrm>
                  <a:off x="5706736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79" name="pg779">
                  <a:extLst>
                    <a:ext uri="{FF2B5EF4-FFF2-40B4-BE49-F238E27FC236}">
                      <a16:creationId xmlns:a16="http://schemas.microsoft.com/office/drawing/2014/main" id="{C2FCCB90-EEE9-B583-4944-D1AD6C3B63E2}"/>
                    </a:ext>
                  </a:extLst>
                </p:cNvPr>
                <p:cNvSpPr/>
                <p:nvPr/>
              </p:nvSpPr>
              <p:spPr>
                <a:xfrm>
                  <a:off x="5718373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0" name="pg780">
                  <a:extLst>
                    <a:ext uri="{FF2B5EF4-FFF2-40B4-BE49-F238E27FC236}">
                      <a16:creationId xmlns:a16="http://schemas.microsoft.com/office/drawing/2014/main" id="{12232424-557E-A093-AABC-92BE7CB68619}"/>
                    </a:ext>
                  </a:extLst>
                </p:cNvPr>
                <p:cNvSpPr/>
                <p:nvPr/>
              </p:nvSpPr>
              <p:spPr>
                <a:xfrm>
                  <a:off x="5730010" y="30653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1" name="pg781">
                  <a:extLst>
                    <a:ext uri="{FF2B5EF4-FFF2-40B4-BE49-F238E27FC236}">
                      <a16:creationId xmlns:a16="http://schemas.microsoft.com/office/drawing/2014/main" id="{056D1B67-C23D-2CBE-AE41-0E34E98E44FF}"/>
                    </a:ext>
                  </a:extLst>
                </p:cNvPr>
                <p:cNvSpPr/>
                <p:nvPr/>
              </p:nvSpPr>
              <p:spPr>
                <a:xfrm>
                  <a:off x="5671824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2" name="pg782">
                  <a:extLst>
                    <a:ext uri="{FF2B5EF4-FFF2-40B4-BE49-F238E27FC236}">
                      <a16:creationId xmlns:a16="http://schemas.microsoft.com/office/drawing/2014/main" id="{15BE6DD3-F49C-B6B9-AB28-4BEF1CACB1D1}"/>
                    </a:ext>
                  </a:extLst>
                </p:cNvPr>
                <p:cNvSpPr/>
                <p:nvPr/>
              </p:nvSpPr>
              <p:spPr>
                <a:xfrm>
                  <a:off x="5683461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3" name="pg783">
                  <a:extLst>
                    <a:ext uri="{FF2B5EF4-FFF2-40B4-BE49-F238E27FC236}">
                      <a16:creationId xmlns:a16="http://schemas.microsoft.com/office/drawing/2014/main" id="{9B7399AC-0116-2537-2253-13ABB4B0AD43}"/>
                    </a:ext>
                  </a:extLst>
                </p:cNvPr>
                <p:cNvSpPr/>
                <p:nvPr/>
              </p:nvSpPr>
              <p:spPr>
                <a:xfrm>
                  <a:off x="5695098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4" name="pg784">
                  <a:extLst>
                    <a:ext uri="{FF2B5EF4-FFF2-40B4-BE49-F238E27FC236}">
                      <a16:creationId xmlns:a16="http://schemas.microsoft.com/office/drawing/2014/main" id="{08F10266-1294-7312-4202-76256A6A796E}"/>
                    </a:ext>
                  </a:extLst>
                </p:cNvPr>
                <p:cNvSpPr/>
                <p:nvPr/>
              </p:nvSpPr>
              <p:spPr>
                <a:xfrm>
                  <a:off x="5706736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5" name="pg785">
                  <a:extLst>
                    <a:ext uri="{FF2B5EF4-FFF2-40B4-BE49-F238E27FC236}">
                      <a16:creationId xmlns:a16="http://schemas.microsoft.com/office/drawing/2014/main" id="{8E658DCA-21A1-D55B-E758-7B3269509705}"/>
                    </a:ext>
                  </a:extLst>
                </p:cNvPr>
                <p:cNvSpPr/>
                <p:nvPr/>
              </p:nvSpPr>
              <p:spPr>
                <a:xfrm>
                  <a:off x="5718373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6" name="pg786">
                  <a:extLst>
                    <a:ext uri="{FF2B5EF4-FFF2-40B4-BE49-F238E27FC236}">
                      <a16:creationId xmlns:a16="http://schemas.microsoft.com/office/drawing/2014/main" id="{13DD5698-4ED5-6D50-24BD-375D75EDE428}"/>
                    </a:ext>
                  </a:extLst>
                </p:cNvPr>
                <p:cNvSpPr/>
                <p:nvPr/>
              </p:nvSpPr>
              <p:spPr>
                <a:xfrm>
                  <a:off x="5730010" y="30796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7" name="pg787">
                  <a:extLst>
                    <a:ext uri="{FF2B5EF4-FFF2-40B4-BE49-F238E27FC236}">
                      <a16:creationId xmlns:a16="http://schemas.microsoft.com/office/drawing/2014/main" id="{FEE16FD9-18B0-8D0A-0637-E59286397D8A}"/>
                    </a:ext>
                  </a:extLst>
                </p:cNvPr>
                <p:cNvSpPr/>
                <p:nvPr/>
              </p:nvSpPr>
              <p:spPr>
                <a:xfrm>
                  <a:off x="5671824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8" name="pg788">
                  <a:extLst>
                    <a:ext uri="{FF2B5EF4-FFF2-40B4-BE49-F238E27FC236}">
                      <a16:creationId xmlns:a16="http://schemas.microsoft.com/office/drawing/2014/main" id="{6A20FD7A-FC7F-C1B5-4327-483CEBBB0DB6}"/>
                    </a:ext>
                  </a:extLst>
                </p:cNvPr>
                <p:cNvSpPr/>
                <p:nvPr/>
              </p:nvSpPr>
              <p:spPr>
                <a:xfrm>
                  <a:off x="5683461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89" name="pg789">
                  <a:extLst>
                    <a:ext uri="{FF2B5EF4-FFF2-40B4-BE49-F238E27FC236}">
                      <a16:creationId xmlns:a16="http://schemas.microsoft.com/office/drawing/2014/main" id="{BB2D4DE4-23A9-2155-E25C-2496F84DC949}"/>
                    </a:ext>
                  </a:extLst>
                </p:cNvPr>
                <p:cNvSpPr/>
                <p:nvPr/>
              </p:nvSpPr>
              <p:spPr>
                <a:xfrm>
                  <a:off x="5695098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0" name="pg790">
                  <a:extLst>
                    <a:ext uri="{FF2B5EF4-FFF2-40B4-BE49-F238E27FC236}">
                      <a16:creationId xmlns:a16="http://schemas.microsoft.com/office/drawing/2014/main" id="{E72C6DDC-3505-F22D-F6B5-A303E2D76B0C}"/>
                    </a:ext>
                  </a:extLst>
                </p:cNvPr>
                <p:cNvSpPr/>
                <p:nvPr/>
              </p:nvSpPr>
              <p:spPr>
                <a:xfrm>
                  <a:off x="5706736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1" name="pg791">
                  <a:extLst>
                    <a:ext uri="{FF2B5EF4-FFF2-40B4-BE49-F238E27FC236}">
                      <a16:creationId xmlns:a16="http://schemas.microsoft.com/office/drawing/2014/main" id="{A7AE1DD1-1510-76FC-5037-D77ABED218D0}"/>
                    </a:ext>
                  </a:extLst>
                </p:cNvPr>
                <p:cNvSpPr/>
                <p:nvPr/>
              </p:nvSpPr>
              <p:spPr>
                <a:xfrm>
                  <a:off x="5718373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2" name="pg792">
                  <a:extLst>
                    <a:ext uri="{FF2B5EF4-FFF2-40B4-BE49-F238E27FC236}">
                      <a16:creationId xmlns:a16="http://schemas.microsoft.com/office/drawing/2014/main" id="{1DE78448-C469-F615-16E6-0070D5C4BB11}"/>
                    </a:ext>
                  </a:extLst>
                </p:cNvPr>
                <p:cNvSpPr/>
                <p:nvPr/>
              </p:nvSpPr>
              <p:spPr>
                <a:xfrm>
                  <a:off x="5730010" y="30939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3" name="pg793">
                  <a:extLst>
                    <a:ext uri="{FF2B5EF4-FFF2-40B4-BE49-F238E27FC236}">
                      <a16:creationId xmlns:a16="http://schemas.microsoft.com/office/drawing/2014/main" id="{6A9F7987-39D6-A701-812A-D41877069C7E}"/>
                    </a:ext>
                  </a:extLst>
                </p:cNvPr>
                <p:cNvSpPr/>
                <p:nvPr/>
              </p:nvSpPr>
              <p:spPr>
                <a:xfrm>
                  <a:off x="5671824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4" name="pg794">
                  <a:extLst>
                    <a:ext uri="{FF2B5EF4-FFF2-40B4-BE49-F238E27FC236}">
                      <a16:creationId xmlns:a16="http://schemas.microsoft.com/office/drawing/2014/main" id="{35B653AE-E5E9-6F29-06B7-73BAF0FD0795}"/>
                    </a:ext>
                  </a:extLst>
                </p:cNvPr>
                <p:cNvSpPr/>
                <p:nvPr/>
              </p:nvSpPr>
              <p:spPr>
                <a:xfrm>
                  <a:off x="5683461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5" name="pg795">
                  <a:extLst>
                    <a:ext uri="{FF2B5EF4-FFF2-40B4-BE49-F238E27FC236}">
                      <a16:creationId xmlns:a16="http://schemas.microsoft.com/office/drawing/2014/main" id="{117B3088-9FC3-DB07-102E-B364FFD755BC}"/>
                    </a:ext>
                  </a:extLst>
                </p:cNvPr>
                <p:cNvSpPr/>
                <p:nvPr/>
              </p:nvSpPr>
              <p:spPr>
                <a:xfrm>
                  <a:off x="5695098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6" name="pg796">
                  <a:extLst>
                    <a:ext uri="{FF2B5EF4-FFF2-40B4-BE49-F238E27FC236}">
                      <a16:creationId xmlns:a16="http://schemas.microsoft.com/office/drawing/2014/main" id="{3CCD2351-DFD2-B819-20C2-B50AD90A4F2D}"/>
                    </a:ext>
                  </a:extLst>
                </p:cNvPr>
                <p:cNvSpPr/>
                <p:nvPr/>
              </p:nvSpPr>
              <p:spPr>
                <a:xfrm>
                  <a:off x="5706736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7" name="pg797">
                  <a:extLst>
                    <a:ext uri="{FF2B5EF4-FFF2-40B4-BE49-F238E27FC236}">
                      <a16:creationId xmlns:a16="http://schemas.microsoft.com/office/drawing/2014/main" id="{46448B4F-3CC1-C296-E158-7EC42557E276}"/>
                    </a:ext>
                  </a:extLst>
                </p:cNvPr>
                <p:cNvSpPr/>
                <p:nvPr/>
              </p:nvSpPr>
              <p:spPr>
                <a:xfrm>
                  <a:off x="5718373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8" name="pg798">
                  <a:extLst>
                    <a:ext uri="{FF2B5EF4-FFF2-40B4-BE49-F238E27FC236}">
                      <a16:creationId xmlns:a16="http://schemas.microsoft.com/office/drawing/2014/main" id="{9582B47E-6287-2A46-CD17-A1CDD07BF564}"/>
                    </a:ext>
                  </a:extLst>
                </p:cNvPr>
                <p:cNvSpPr/>
                <p:nvPr/>
              </p:nvSpPr>
              <p:spPr>
                <a:xfrm>
                  <a:off x="5730010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799" name="pg799">
                  <a:extLst>
                    <a:ext uri="{FF2B5EF4-FFF2-40B4-BE49-F238E27FC236}">
                      <a16:creationId xmlns:a16="http://schemas.microsoft.com/office/drawing/2014/main" id="{2DE28912-0462-538B-8A4B-F351C8FE02EE}"/>
                    </a:ext>
                  </a:extLst>
                </p:cNvPr>
                <p:cNvSpPr/>
                <p:nvPr/>
              </p:nvSpPr>
              <p:spPr>
                <a:xfrm>
                  <a:off x="5741648" y="31082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0" name="pg800">
                  <a:extLst>
                    <a:ext uri="{FF2B5EF4-FFF2-40B4-BE49-F238E27FC236}">
                      <a16:creationId xmlns:a16="http://schemas.microsoft.com/office/drawing/2014/main" id="{BFDFE67E-18A5-101B-58CC-1368A7470EE3}"/>
                    </a:ext>
                  </a:extLst>
                </p:cNvPr>
                <p:cNvSpPr/>
                <p:nvPr/>
              </p:nvSpPr>
              <p:spPr>
                <a:xfrm>
                  <a:off x="5660186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1" name="pg801">
                  <a:extLst>
                    <a:ext uri="{FF2B5EF4-FFF2-40B4-BE49-F238E27FC236}">
                      <a16:creationId xmlns:a16="http://schemas.microsoft.com/office/drawing/2014/main" id="{7767BA6A-E73B-810B-F5B2-CBB6B2770586}"/>
                    </a:ext>
                  </a:extLst>
                </p:cNvPr>
                <p:cNvSpPr/>
                <p:nvPr/>
              </p:nvSpPr>
              <p:spPr>
                <a:xfrm>
                  <a:off x="5671824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2" name="pg802">
                  <a:extLst>
                    <a:ext uri="{FF2B5EF4-FFF2-40B4-BE49-F238E27FC236}">
                      <a16:creationId xmlns:a16="http://schemas.microsoft.com/office/drawing/2014/main" id="{C6B59104-4954-1E93-2031-8F8D7AA5B0DB}"/>
                    </a:ext>
                  </a:extLst>
                </p:cNvPr>
                <p:cNvSpPr/>
                <p:nvPr/>
              </p:nvSpPr>
              <p:spPr>
                <a:xfrm>
                  <a:off x="5683461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3" name="pg803">
                  <a:extLst>
                    <a:ext uri="{FF2B5EF4-FFF2-40B4-BE49-F238E27FC236}">
                      <a16:creationId xmlns:a16="http://schemas.microsoft.com/office/drawing/2014/main" id="{D4F58C5C-F95B-46F8-1BA0-042A0B4C2948}"/>
                    </a:ext>
                  </a:extLst>
                </p:cNvPr>
                <p:cNvSpPr/>
                <p:nvPr/>
              </p:nvSpPr>
              <p:spPr>
                <a:xfrm>
                  <a:off x="5695098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4" name="pg804">
                  <a:extLst>
                    <a:ext uri="{FF2B5EF4-FFF2-40B4-BE49-F238E27FC236}">
                      <a16:creationId xmlns:a16="http://schemas.microsoft.com/office/drawing/2014/main" id="{7B7AD6ED-2253-A45F-AE3A-65B1863368CD}"/>
                    </a:ext>
                  </a:extLst>
                </p:cNvPr>
                <p:cNvSpPr/>
                <p:nvPr/>
              </p:nvSpPr>
              <p:spPr>
                <a:xfrm>
                  <a:off x="5706736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5" name="pg805">
                  <a:extLst>
                    <a:ext uri="{FF2B5EF4-FFF2-40B4-BE49-F238E27FC236}">
                      <a16:creationId xmlns:a16="http://schemas.microsoft.com/office/drawing/2014/main" id="{0043BBA3-A977-75B9-FD54-E6B2460D8EAC}"/>
                    </a:ext>
                  </a:extLst>
                </p:cNvPr>
                <p:cNvSpPr/>
                <p:nvPr/>
              </p:nvSpPr>
              <p:spPr>
                <a:xfrm>
                  <a:off x="5718373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6" name="pg806">
                  <a:extLst>
                    <a:ext uri="{FF2B5EF4-FFF2-40B4-BE49-F238E27FC236}">
                      <a16:creationId xmlns:a16="http://schemas.microsoft.com/office/drawing/2014/main" id="{1A17F8D6-17F4-73C2-EABA-D18FD94CF585}"/>
                    </a:ext>
                  </a:extLst>
                </p:cNvPr>
                <p:cNvSpPr/>
                <p:nvPr/>
              </p:nvSpPr>
              <p:spPr>
                <a:xfrm>
                  <a:off x="5730010" y="31225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7" name="pg807">
                  <a:extLst>
                    <a:ext uri="{FF2B5EF4-FFF2-40B4-BE49-F238E27FC236}">
                      <a16:creationId xmlns:a16="http://schemas.microsoft.com/office/drawing/2014/main" id="{F04395B9-8448-53D4-8897-0F570DD833E6}"/>
                    </a:ext>
                  </a:extLst>
                </p:cNvPr>
                <p:cNvSpPr/>
                <p:nvPr/>
              </p:nvSpPr>
              <p:spPr>
                <a:xfrm>
                  <a:off x="5648549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8" name="pg808">
                  <a:extLst>
                    <a:ext uri="{FF2B5EF4-FFF2-40B4-BE49-F238E27FC236}">
                      <a16:creationId xmlns:a16="http://schemas.microsoft.com/office/drawing/2014/main" id="{7B2888BE-C5F9-B553-154F-80354257389B}"/>
                    </a:ext>
                  </a:extLst>
                </p:cNvPr>
                <p:cNvSpPr/>
                <p:nvPr/>
              </p:nvSpPr>
              <p:spPr>
                <a:xfrm>
                  <a:off x="5660186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09" name="pg809">
                  <a:extLst>
                    <a:ext uri="{FF2B5EF4-FFF2-40B4-BE49-F238E27FC236}">
                      <a16:creationId xmlns:a16="http://schemas.microsoft.com/office/drawing/2014/main" id="{C1F571D7-0BFC-4F1B-230C-6EF9EA937A5D}"/>
                    </a:ext>
                  </a:extLst>
                </p:cNvPr>
                <p:cNvSpPr/>
                <p:nvPr/>
              </p:nvSpPr>
              <p:spPr>
                <a:xfrm>
                  <a:off x="5671824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0" name="pg810">
                  <a:extLst>
                    <a:ext uri="{FF2B5EF4-FFF2-40B4-BE49-F238E27FC236}">
                      <a16:creationId xmlns:a16="http://schemas.microsoft.com/office/drawing/2014/main" id="{E5AE13BD-F0F3-F998-AE96-78BCC427008F}"/>
                    </a:ext>
                  </a:extLst>
                </p:cNvPr>
                <p:cNvSpPr/>
                <p:nvPr/>
              </p:nvSpPr>
              <p:spPr>
                <a:xfrm>
                  <a:off x="5683461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1" name="pg811">
                  <a:extLst>
                    <a:ext uri="{FF2B5EF4-FFF2-40B4-BE49-F238E27FC236}">
                      <a16:creationId xmlns:a16="http://schemas.microsoft.com/office/drawing/2014/main" id="{FE3FDFA8-829B-B538-3DB2-636EDD607E1E}"/>
                    </a:ext>
                  </a:extLst>
                </p:cNvPr>
                <p:cNvSpPr/>
                <p:nvPr/>
              </p:nvSpPr>
              <p:spPr>
                <a:xfrm>
                  <a:off x="5695098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2" name="pg812">
                  <a:extLst>
                    <a:ext uri="{FF2B5EF4-FFF2-40B4-BE49-F238E27FC236}">
                      <a16:creationId xmlns:a16="http://schemas.microsoft.com/office/drawing/2014/main" id="{827E9AE7-D649-762F-1FDF-C4AEA869DDDD}"/>
                    </a:ext>
                  </a:extLst>
                </p:cNvPr>
                <p:cNvSpPr/>
                <p:nvPr/>
              </p:nvSpPr>
              <p:spPr>
                <a:xfrm>
                  <a:off x="5706736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3" name="pg813">
                  <a:extLst>
                    <a:ext uri="{FF2B5EF4-FFF2-40B4-BE49-F238E27FC236}">
                      <a16:creationId xmlns:a16="http://schemas.microsoft.com/office/drawing/2014/main" id="{3A76F6FA-7B56-0637-BD48-F3CE1329EC39}"/>
                    </a:ext>
                  </a:extLst>
                </p:cNvPr>
                <p:cNvSpPr/>
                <p:nvPr/>
              </p:nvSpPr>
              <p:spPr>
                <a:xfrm>
                  <a:off x="5718373" y="31368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4" name="pg814">
                  <a:extLst>
                    <a:ext uri="{FF2B5EF4-FFF2-40B4-BE49-F238E27FC236}">
                      <a16:creationId xmlns:a16="http://schemas.microsoft.com/office/drawing/2014/main" id="{4A52A98F-7B5D-7FBB-CDE5-780CE22F9E48}"/>
                    </a:ext>
                  </a:extLst>
                </p:cNvPr>
                <p:cNvSpPr/>
                <p:nvPr/>
              </p:nvSpPr>
              <p:spPr>
                <a:xfrm>
                  <a:off x="5648549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5" name="pg815">
                  <a:extLst>
                    <a:ext uri="{FF2B5EF4-FFF2-40B4-BE49-F238E27FC236}">
                      <a16:creationId xmlns:a16="http://schemas.microsoft.com/office/drawing/2014/main" id="{38B6B9F4-25C3-0321-6733-34E52A2E4E0D}"/>
                    </a:ext>
                  </a:extLst>
                </p:cNvPr>
                <p:cNvSpPr/>
                <p:nvPr/>
              </p:nvSpPr>
              <p:spPr>
                <a:xfrm>
                  <a:off x="5660186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6" name="pg816">
                  <a:extLst>
                    <a:ext uri="{FF2B5EF4-FFF2-40B4-BE49-F238E27FC236}">
                      <a16:creationId xmlns:a16="http://schemas.microsoft.com/office/drawing/2014/main" id="{E5FAA0F0-5EB5-F34E-37AD-CB4E4853D077}"/>
                    </a:ext>
                  </a:extLst>
                </p:cNvPr>
                <p:cNvSpPr/>
                <p:nvPr/>
              </p:nvSpPr>
              <p:spPr>
                <a:xfrm>
                  <a:off x="5671824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1">
                    <a:alpha val="100000"/>
                  </a:srgbClr>
                </a:solidFill>
                <a:ln w="5420" cap="flat">
                  <a:solidFill>
                    <a:srgbClr val="3B70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7" name="pg817">
                  <a:extLst>
                    <a:ext uri="{FF2B5EF4-FFF2-40B4-BE49-F238E27FC236}">
                      <a16:creationId xmlns:a16="http://schemas.microsoft.com/office/drawing/2014/main" id="{EAB0729B-3F40-C64C-B42D-2CE56ED55BA8}"/>
                    </a:ext>
                  </a:extLst>
                </p:cNvPr>
                <p:cNvSpPr/>
                <p:nvPr/>
              </p:nvSpPr>
              <p:spPr>
                <a:xfrm>
                  <a:off x="5683461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8" name="pg818">
                  <a:extLst>
                    <a:ext uri="{FF2B5EF4-FFF2-40B4-BE49-F238E27FC236}">
                      <a16:creationId xmlns:a16="http://schemas.microsoft.com/office/drawing/2014/main" id="{2366CAD7-05C7-78B7-76C6-B873199B7E22}"/>
                    </a:ext>
                  </a:extLst>
                </p:cNvPr>
                <p:cNvSpPr/>
                <p:nvPr/>
              </p:nvSpPr>
              <p:spPr>
                <a:xfrm>
                  <a:off x="5695098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19" name="pg819">
                  <a:extLst>
                    <a:ext uri="{FF2B5EF4-FFF2-40B4-BE49-F238E27FC236}">
                      <a16:creationId xmlns:a16="http://schemas.microsoft.com/office/drawing/2014/main" id="{232AFEA2-9E90-1524-7A76-0A4755CFD25D}"/>
                    </a:ext>
                  </a:extLst>
                </p:cNvPr>
                <p:cNvSpPr/>
                <p:nvPr/>
              </p:nvSpPr>
              <p:spPr>
                <a:xfrm>
                  <a:off x="5706736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0" name="pg820">
                  <a:extLst>
                    <a:ext uri="{FF2B5EF4-FFF2-40B4-BE49-F238E27FC236}">
                      <a16:creationId xmlns:a16="http://schemas.microsoft.com/office/drawing/2014/main" id="{788FDA0A-3B97-0BC7-193B-D94DE50CBF5E}"/>
                    </a:ext>
                  </a:extLst>
                </p:cNvPr>
                <p:cNvSpPr/>
                <p:nvPr/>
              </p:nvSpPr>
              <p:spPr>
                <a:xfrm>
                  <a:off x="5718373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1" name="pg821">
                  <a:extLst>
                    <a:ext uri="{FF2B5EF4-FFF2-40B4-BE49-F238E27FC236}">
                      <a16:creationId xmlns:a16="http://schemas.microsoft.com/office/drawing/2014/main" id="{C8909E69-C4DC-F68E-B721-1B3F1B3EF393}"/>
                    </a:ext>
                  </a:extLst>
                </p:cNvPr>
                <p:cNvSpPr/>
                <p:nvPr/>
              </p:nvSpPr>
              <p:spPr>
                <a:xfrm>
                  <a:off x="5741648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2" name="pg822">
                  <a:extLst>
                    <a:ext uri="{FF2B5EF4-FFF2-40B4-BE49-F238E27FC236}">
                      <a16:creationId xmlns:a16="http://schemas.microsoft.com/office/drawing/2014/main" id="{6D7ECE1A-B6E7-5623-271A-E465CA21B3A6}"/>
                    </a:ext>
                  </a:extLst>
                </p:cNvPr>
                <p:cNvSpPr/>
                <p:nvPr/>
              </p:nvSpPr>
              <p:spPr>
                <a:xfrm>
                  <a:off x="5753285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0">
                    <a:alpha val="100000"/>
                  </a:srgbClr>
                </a:solidFill>
                <a:ln w="5420" cap="flat">
                  <a:solidFill>
                    <a:srgbClr val="3B70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3" name="pg823">
                  <a:extLst>
                    <a:ext uri="{FF2B5EF4-FFF2-40B4-BE49-F238E27FC236}">
                      <a16:creationId xmlns:a16="http://schemas.microsoft.com/office/drawing/2014/main" id="{E4DF77F4-6075-3C60-5884-4DBCF2E0EE64}"/>
                    </a:ext>
                  </a:extLst>
                </p:cNvPr>
                <p:cNvSpPr/>
                <p:nvPr/>
              </p:nvSpPr>
              <p:spPr>
                <a:xfrm>
                  <a:off x="5764922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4" name="pg824">
                  <a:extLst>
                    <a:ext uri="{FF2B5EF4-FFF2-40B4-BE49-F238E27FC236}">
                      <a16:creationId xmlns:a16="http://schemas.microsoft.com/office/drawing/2014/main" id="{D2BAA502-514D-BE98-744F-B75E45F5D29F}"/>
                    </a:ext>
                  </a:extLst>
                </p:cNvPr>
                <p:cNvSpPr/>
                <p:nvPr/>
              </p:nvSpPr>
              <p:spPr>
                <a:xfrm>
                  <a:off x="5776560" y="31511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5" name="pg825">
                  <a:extLst>
                    <a:ext uri="{FF2B5EF4-FFF2-40B4-BE49-F238E27FC236}">
                      <a16:creationId xmlns:a16="http://schemas.microsoft.com/office/drawing/2014/main" id="{6885FDF6-29D0-D231-02C7-35FDD43F7565}"/>
                    </a:ext>
                  </a:extLst>
                </p:cNvPr>
                <p:cNvSpPr/>
                <p:nvPr/>
              </p:nvSpPr>
              <p:spPr>
                <a:xfrm>
                  <a:off x="5648549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B">
                    <a:alpha val="100000"/>
                  </a:srgbClr>
                </a:solidFill>
                <a:ln w="5420" cap="flat">
                  <a:solidFill>
                    <a:srgbClr val="395C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6" name="pg826">
                  <a:extLst>
                    <a:ext uri="{FF2B5EF4-FFF2-40B4-BE49-F238E27FC236}">
                      <a16:creationId xmlns:a16="http://schemas.microsoft.com/office/drawing/2014/main" id="{899B724D-0D56-86ED-6C89-16F9A6B6C4D4}"/>
                    </a:ext>
                  </a:extLst>
                </p:cNvPr>
                <p:cNvSpPr/>
                <p:nvPr/>
              </p:nvSpPr>
              <p:spPr>
                <a:xfrm>
                  <a:off x="5660186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7" name="pg827">
                  <a:extLst>
                    <a:ext uri="{FF2B5EF4-FFF2-40B4-BE49-F238E27FC236}">
                      <a16:creationId xmlns:a16="http://schemas.microsoft.com/office/drawing/2014/main" id="{F786A187-13E2-8EC4-C1C6-B0C732468BAE}"/>
                    </a:ext>
                  </a:extLst>
                </p:cNvPr>
                <p:cNvSpPr/>
                <p:nvPr/>
              </p:nvSpPr>
              <p:spPr>
                <a:xfrm>
                  <a:off x="5671824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19D">
                    <a:alpha val="100000"/>
                  </a:srgbClr>
                </a:solidFill>
                <a:ln w="5420" cap="flat">
                  <a:solidFill>
                    <a:srgbClr val="3A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8" name="pg828">
                  <a:extLst>
                    <a:ext uri="{FF2B5EF4-FFF2-40B4-BE49-F238E27FC236}">
                      <a16:creationId xmlns:a16="http://schemas.microsoft.com/office/drawing/2014/main" id="{C80BF7E7-1E79-68F7-A840-1023EA22E388}"/>
                    </a:ext>
                  </a:extLst>
                </p:cNvPr>
                <p:cNvSpPr/>
                <p:nvPr/>
              </p:nvSpPr>
              <p:spPr>
                <a:xfrm>
                  <a:off x="5683461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29" name="pg829">
                  <a:extLst>
                    <a:ext uri="{FF2B5EF4-FFF2-40B4-BE49-F238E27FC236}">
                      <a16:creationId xmlns:a16="http://schemas.microsoft.com/office/drawing/2014/main" id="{91865577-8531-CE5F-26EC-0E68609E5C50}"/>
                    </a:ext>
                  </a:extLst>
                </p:cNvPr>
                <p:cNvSpPr/>
                <p:nvPr/>
              </p:nvSpPr>
              <p:spPr>
                <a:xfrm>
                  <a:off x="5695098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0" name="pg830">
                  <a:extLst>
                    <a:ext uri="{FF2B5EF4-FFF2-40B4-BE49-F238E27FC236}">
                      <a16:creationId xmlns:a16="http://schemas.microsoft.com/office/drawing/2014/main" id="{974A95E9-D28C-CD44-5592-4713EBA50955}"/>
                    </a:ext>
                  </a:extLst>
                </p:cNvPr>
                <p:cNvSpPr/>
                <p:nvPr/>
              </p:nvSpPr>
              <p:spPr>
                <a:xfrm>
                  <a:off x="5706736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9F">
                    <a:alpha val="100000"/>
                  </a:srgbClr>
                </a:solidFill>
                <a:ln w="5420" cap="flat">
                  <a:solidFill>
                    <a:srgbClr val="3A6C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1" name="pg831">
                  <a:extLst>
                    <a:ext uri="{FF2B5EF4-FFF2-40B4-BE49-F238E27FC236}">
                      <a16:creationId xmlns:a16="http://schemas.microsoft.com/office/drawing/2014/main" id="{27070E13-64DE-C6A4-120C-93051755DFAC}"/>
                    </a:ext>
                  </a:extLst>
                </p:cNvPr>
                <p:cNvSpPr/>
                <p:nvPr/>
              </p:nvSpPr>
              <p:spPr>
                <a:xfrm>
                  <a:off x="5718373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2" name="pg832">
                  <a:extLst>
                    <a:ext uri="{FF2B5EF4-FFF2-40B4-BE49-F238E27FC236}">
                      <a16:creationId xmlns:a16="http://schemas.microsoft.com/office/drawing/2014/main" id="{F406A060-0853-4E73-5640-399477468D7C}"/>
                    </a:ext>
                  </a:extLst>
                </p:cNvPr>
                <p:cNvSpPr/>
                <p:nvPr/>
              </p:nvSpPr>
              <p:spPr>
                <a:xfrm>
                  <a:off x="5730010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3" name="pg833">
                  <a:extLst>
                    <a:ext uri="{FF2B5EF4-FFF2-40B4-BE49-F238E27FC236}">
                      <a16:creationId xmlns:a16="http://schemas.microsoft.com/office/drawing/2014/main" id="{0239F13E-FECB-F02C-1FF4-865D3FEFF7F3}"/>
                    </a:ext>
                  </a:extLst>
                </p:cNvPr>
                <p:cNvSpPr/>
                <p:nvPr/>
              </p:nvSpPr>
              <p:spPr>
                <a:xfrm>
                  <a:off x="5741648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4" name="pg834">
                  <a:extLst>
                    <a:ext uri="{FF2B5EF4-FFF2-40B4-BE49-F238E27FC236}">
                      <a16:creationId xmlns:a16="http://schemas.microsoft.com/office/drawing/2014/main" id="{DA9F0B92-4EDC-93BE-D007-6F8CB904419F}"/>
                    </a:ext>
                  </a:extLst>
                </p:cNvPr>
                <p:cNvSpPr/>
                <p:nvPr/>
              </p:nvSpPr>
              <p:spPr>
                <a:xfrm>
                  <a:off x="5753285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5" name="pg835">
                  <a:extLst>
                    <a:ext uri="{FF2B5EF4-FFF2-40B4-BE49-F238E27FC236}">
                      <a16:creationId xmlns:a16="http://schemas.microsoft.com/office/drawing/2014/main" id="{08A62614-43E3-C57B-11EC-781CD8AC00E6}"/>
                    </a:ext>
                  </a:extLst>
                </p:cNvPr>
                <p:cNvSpPr/>
                <p:nvPr/>
              </p:nvSpPr>
              <p:spPr>
                <a:xfrm>
                  <a:off x="5764922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6" name="pg836">
                  <a:extLst>
                    <a:ext uri="{FF2B5EF4-FFF2-40B4-BE49-F238E27FC236}">
                      <a16:creationId xmlns:a16="http://schemas.microsoft.com/office/drawing/2014/main" id="{C4F3521D-666D-4852-4A79-2AFD0D122F7F}"/>
                    </a:ext>
                  </a:extLst>
                </p:cNvPr>
                <p:cNvSpPr/>
                <p:nvPr/>
              </p:nvSpPr>
              <p:spPr>
                <a:xfrm>
                  <a:off x="5776560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7" name="pg837">
                  <a:extLst>
                    <a:ext uri="{FF2B5EF4-FFF2-40B4-BE49-F238E27FC236}">
                      <a16:creationId xmlns:a16="http://schemas.microsoft.com/office/drawing/2014/main" id="{CD082656-A80B-55F7-FF05-DE4510E66559}"/>
                    </a:ext>
                  </a:extLst>
                </p:cNvPr>
                <p:cNvSpPr/>
                <p:nvPr/>
              </p:nvSpPr>
              <p:spPr>
                <a:xfrm>
                  <a:off x="5788197" y="31654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8" name="pg838">
                  <a:extLst>
                    <a:ext uri="{FF2B5EF4-FFF2-40B4-BE49-F238E27FC236}">
                      <a16:creationId xmlns:a16="http://schemas.microsoft.com/office/drawing/2014/main" id="{C9CF7FA3-B166-3180-E0CE-FC62D2F94ACA}"/>
                    </a:ext>
                  </a:extLst>
                </p:cNvPr>
                <p:cNvSpPr/>
                <p:nvPr/>
              </p:nvSpPr>
              <p:spPr>
                <a:xfrm>
                  <a:off x="5671824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D">
                    <a:alpha val="100000"/>
                  </a:srgbClr>
                </a:solidFill>
                <a:ln w="5420" cap="flat">
                  <a:solidFill>
                    <a:srgbClr val="3B53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39" name="pg839">
                  <a:extLst>
                    <a:ext uri="{FF2B5EF4-FFF2-40B4-BE49-F238E27FC236}">
                      <a16:creationId xmlns:a16="http://schemas.microsoft.com/office/drawing/2014/main" id="{84717DCB-7B1A-03E4-69A1-489347A4C71F}"/>
                    </a:ext>
                  </a:extLst>
                </p:cNvPr>
                <p:cNvSpPr/>
                <p:nvPr/>
              </p:nvSpPr>
              <p:spPr>
                <a:xfrm>
                  <a:off x="5683461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7">
                    <a:alpha val="100000"/>
                  </a:srgbClr>
                </a:solidFill>
                <a:ln w="5420" cap="flat">
                  <a:solidFill>
                    <a:srgbClr val="3A5A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0" name="pg840">
                  <a:extLst>
                    <a:ext uri="{FF2B5EF4-FFF2-40B4-BE49-F238E27FC236}">
                      <a16:creationId xmlns:a16="http://schemas.microsoft.com/office/drawing/2014/main" id="{D3EE2B4B-6E3C-35A8-CCE2-1CF879E87AF5}"/>
                    </a:ext>
                  </a:extLst>
                </p:cNvPr>
                <p:cNvSpPr/>
                <p:nvPr/>
              </p:nvSpPr>
              <p:spPr>
                <a:xfrm>
                  <a:off x="5695098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1" name="pg841">
                  <a:extLst>
                    <a:ext uri="{FF2B5EF4-FFF2-40B4-BE49-F238E27FC236}">
                      <a16:creationId xmlns:a16="http://schemas.microsoft.com/office/drawing/2014/main" id="{3BA4AAC9-38BC-E781-8180-0BFA638089B7}"/>
                    </a:ext>
                  </a:extLst>
                </p:cNvPr>
                <p:cNvSpPr/>
                <p:nvPr/>
              </p:nvSpPr>
              <p:spPr>
                <a:xfrm>
                  <a:off x="5706736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609D">
                    <a:alpha val="100000"/>
                  </a:srgbClr>
                </a:solidFill>
                <a:ln w="5420" cap="flat">
                  <a:solidFill>
                    <a:srgbClr val="3960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2" name="pg842">
                  <a:extLst>
                    <a:ext uri="{FF2B5EF4-FFF2-40B4-BE49-F238E27FC236}">
                      <a16:creationId xmlns:a16="http://schemas.microsoft.com/office/drawing/2014/main" id="{1D4492D5-232F-EF4C-8104-E38FC3DD7257}"/>
                    </a:ext>
                  </a:extLst>
                </p:cNvPr>
                <p:cNvSpPr/>
                <p:nvPr/>
              </p:nvSpPr>
              <p:spPr>
                <a:xfrm>
                  <a:off x="5718373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3" name="pg843">
                  <a:extLst>
                    <a:ext uri="{FF2B5EF4-FFF2-40B4-BE49-F238E27FC236}">
                      <a16:creationId xmlns:a16="http://schemas.microsoft.com/office/drawing/2014/main" id="{09E3E865-271F-5116-7868-26F169F0FDB3}"/>
                    </a:ext>
                  </a:extLst>
                </p:cNvPr>
                <p:cNvSpPr/>
                <p:nvPr/>
              </p:nvSpPr>
              <p:spPr>
                <a:xfrm>
                  <a:off x="5730010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4" name="pg844">
                  <a:extLst>
                    <a:ext uri="{FF2B5EF4-FFF2-40B4-BE49-F238E27FC236}">
                      <a16:creationId xmlns:a16="http://schemas.microsoft.com/office/drawing/2014/main" id="{F8C9C8DC-229C-F2EF-7157-6E8CD6A6BBFF}"/>
                    </a:ext>
                  </a:extLst>
                </p:cNvPr>
                <p:cNvSpPr/>
                <p:nvPr/>
              </p:nvSpPr>
              <p:spPr>
                <a:xfrm>
                  <a:off x="5741648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5" name="pg845">
                  <a:extLst>
                    <a:ext uri="{FF2B5EF4-FFF2-40B4-BE49-F238E27FC236}">
                      <a16:creationId xmlns:a16="http://schemas.microsoft.com/office/drawing/2014/main" id="{8F139FD6-9BB8-8084-5FC1-DEA39A8DF33F}"/>
                    </a:ext>
                  </a:extLst>
                </p:cNvPr>
                <p:cNvSpPr/>
                <p:nvPr/>
              </p:nvSpPr>
              <p:spPr>
                <a:xfrm>
                  <a:off x="5753285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6" name="pg846">
                  <a:extLst>
                    <a:ext uri="{FF2B5EF4-FFF2-40B4-BE49-F238E27FC236}">
                      <a16:creationId xmlns:a16="http://schemas.microsoft.com/office/drawing/2014/main" id="{2954C16A-9EE1-A584-ABF8-C85943D37724}"/>
                    </a:ext>
                  </a:extLst>
                </p:cNvPr>
                <p:cNvSpPr/>
                <p:nvPr/>
              </p:nvSpPr>
              <p:spPr>
                <a:xfrm>
                  <a:off x="5764922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7" name="pg847">
                  <a:extLst>
                    <a:ext uri="{FF2B5EF4-FFF2-40B4-BE49-F238E27FC236}">
                      <a16:creationId xmlns:a16="http://schemas.microsoft.com/office/drawing/2014/main" id="{7B4F2C75-00EC-E1D2-0A55-0D044FBDDA1F}"/>
                    </a:ext>
                  </a:extLst>
                </p:cNvPr>
                <p:cNvSpPr/>
                <p:nvPr/>
              </p:nvSpPr>
              <p:spPr>
                <a:xfrm>
                  <a:off x="5776560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8" name="pg848">
                  <a:extLst>
                    <a:ext uri="{FF2B5EF4-FFF2-40B4-BE49-F238E27FC236}">
                      <a16:creationId xmlns:a16="http://schemas.microsoft.com/office/drawing/2014/main" id="{2B067882-538E-7269-FA3F-B0E0B46294AB}"/>
                    </a:ext>
                  </a:extLst>
                </p:cNvPr>
                <p:cNvSpPr/>
                <p:nvPr/>
              </p:nvSpPr>
              <p:spPr>
                <a:xfrm>
                  <a:off x="5788197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19D">
                    <a:alpha val="100000"/>
                  </a:srgbClr>
                </a:solidFill>
                <a:ln w="5420" cap="flat">
                  <a:solidFill>
                    <a:srgbClr val="3A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49" name="pg849">
                  <a:extLst>
                    <a:ext uri="{FF2B5EF4-FFF2-40B4-BE49-F238E27FC236}">
                      <a16:creationId xmlns:a16="http://schemas.microsoft.com/office/drawing/2014/main" id="{74209C0E-7F7E-77EB-BBD0-3D0072E0EBC0}"/>
                    </a:ext>
                  </a:extLst>
                </p:cNvPr>
                <p:cNvSpPr/>
                <p:nvPr/>
              </p:nvSpPr>
              <p:spPr>
                <a:xfrm>
                  <a:off x="5799834" y="31797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D">
                    <a:alpha val="100000"/>
                  </a:srgbClr>
                </a:solidFill>
                <a:ln w="5420" cap="flat">
                  <a:solidFill>
                    <a:srgbClr val="395F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0" name="pg850">
                  <a:extLst>
                    <a:ext uri="{FF2B5EF4-FFF2-40B4-BE49-F238E27FC236}">
                      <a16:creationId xmlns:a16="http://schemas.microsoft.com/office/drawing/2014/main" id="{3EAF3D4D-6EED-7D06-F5D6-3C9BFF7C3990}"/>
                    </a:ext>
                  </a:extLst>
                </p:cNvPr>
                <p:cNvSpPr/>
                <p:nvPr/>
              </p:nvSpPr>
              <p:spPr>
                <a:xfrm>
                  <a:off x="5625275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0">
                    <a:alpha val="100000"/>
                  </a:srgbClr>
                </a:solidFill>
                <a:ln w="5420" cap="flat">
                  <a:solidFill>
                    <a:srgbClr val="3A336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1" name="pg851">
                  <a:extLst>
                    <a:ext uri="{FF2B5EF4-FFF2-40B4-BE49-F238E27FC236}">
                      <a16:creationId xmlns:a16="http://schemas.microsoft.com/office/drawing/2014/main" id="{2544E196-68AA-454C-73C7-0609E0C26B7E}"/>
                    </a:ext>
                  </a:extLst>
                </p:cNvPr>
                <p:cNvSpPr/>
                <p:nvPr/>
              </p:nvSpPr>
              <p:spPr>
                <a:xfrm>
                  <a:off x="5636912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4">
                    <a:alpha val="100000"/>
                  </a:srgbClr>
                </a:solidFill>
                <a:ln w="5420" cap="flat">
                  <a:solidFill>
                    <a:srgbClr val="3A356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2" name="pg852">
                  <a:extLst>
                    <a:ext uri="{FF2B5EF4-FFF2-40B4-BE49-F238E27FC236}">
                      <a16:creationId xmlns:a16="http://schemas.microsoft.com/office/drawing/2014/main" id="{EACA07E9-921A-00C1-E104-B63C9E66F204}"/>
                    </a:ext>
                  </a:extLst>
                </p:cNvPr>
                <p:cNvSpPr/>
                <p:nvPr/>
              </p:nvSpPr>
              <p:spPr>
                <a:xfrm>
                  <a:off x="5648549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665">
                    <a:alpha val="100000"/>
                  </a:srgbClr>
                </a:solidFill>
                <a:ln w="5420" cap="flat">
                  <a:solidFill>
                    <a:srgbClr val="3A366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3" name="pg853">
                  <a:extLst>
                    <a:ext uri="{FF2B5EF4-FFF2-40B4-BE49-F238E27FC236}">
                      <a16:creationId xmlns:a16="http://schemas.microsoft.com/office/drawing/2014/main" id="{89E9C1FC-7AEB-3FA4-FAF2-C74352D68C73}"/>
                    </a:ext>
                  </a:extLst>
                </p:cNvPr>
                <p:cNvSpPr/>
                <p:nvPr/>
              </p:nvSpPr>
              <p:spPr>
                <a:xfrm>
                  <a:off x="5660186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8">
                    <a:alpha val="100000"/>
                  </a:srgbClr>
                </a:solidFill>
                <a:ln w="5420" cap="flat">
                  <a:solidFill>
                    <a:srgbClr val="3B396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4" name="pg854">
                  <a:extLst>
                    <a:ext uri="{FF2B5EF4-FFF2-40B4-BE49-F238E27FC236}">
                      <a16:creationId xmlns:a16="http://schemas.microsoft.com/office/drawing/2014/main" id="{646025DE-73CC-7CF2-80F5-4828BC2115C7}"/>
                    </a:ext>
                  </a:extLst>
                </p:cNvPr>
                <p:cNvSpPr/>
                <p:nvPr/>
              </p:nvSpPr>
              <p:spPr>
                <a:xfrm>
                  <a:off x="5695098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18B">
                    <a:alpha val="100000"/>
                  </a:srgbClr>
                </a:solidFill>
                <a:ln w="5420" cap="flat">
                  <a:solidFill>
                    <a:srgbClr val="3B518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5" name="pg855">
                  <a:extLst>
                    <a:ext uri="{FF2B5EF4-FFF2-40B4-BE49-F238E27FC236}">
                      <a16:creationId xmlns:a16="http://schemas.microsoft.com/office/drawing/2014/main" id="{034D731E-8399-2C87-CCBF-AD3048C8A1A9}"/>
                    </a:ext>
                  </a:extLst>
                </p:cNvPr>
                <p:cNvSpPr/>
                <p:nvPr/>
              </p:nvSpPr>
              <p:spPr>
                <a:xfrm>
                  <a:off x="5706736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0">
                    <a:alpha val="100000"/>
                  </a:srgbClr>
                </a:solidFill>
                <a:ln w="5420" cap="flat">
                  <a:solidFill>
                    <a:srgbClr val="3B559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6" name="pg856">
                  <a:extLst>
                    <a:ext uri="{FF2B5EF4-FFF2-40B4-BE49-F238E27FC236}">
                      <a16:creationId xmlns:a16="http://schemas.microsoft.com/office/drawing/2014/main" id="{5A7129E0-C44D-95ED-C774-1AAFEF5AB4C8}"/>
                    </a:ext>
                  </a:extLst>
                </p:cNvPr>
                <p:cNvSpPr/>
                <p:nvPr/>
              </p:nvSpPr>
              <p:spPr>
                <a:xfrm>
                  <a:off x="5718373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4">
                    <a:alpha val="100000"/>
                  </a:srgbClr>
                </a:solidFill>
                <a:ln w="5420" cap="flat">
                  <a:solidFill>
                    <a:srgbClr val="3A589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7" name="pg857">
                  <a:extLst>
                    <a:ext uri="{FF2B5EF4-FFF2-40B4-BE49-F238E27FC236}">
                      <a16:creationId xmlns:a16="http://schemas.microsoft.com/office/drawing/2014/main" id="{EB7B48C7-DEBB-2491-AF22-924240C4A1A8}"/>
                    </a:ext>
                  </a:extLst>
                </p:cNvPr>
                <p:cNvSpPr/>
                <p:nvPr/>
              </p:nvSpPr>
              <p:spPr>
                <a:xfrm>
                  <a:off x="5730010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8" name="pg858">
                  <a:extLst>
                    <a:ext uri="{FF2B5EF4-FFF2-40B4-BE49-F238E27FC236}">
                      <a16:creationId xmlns:a16="http://schemas.microsoft.com/office/drawing/2014/main" id="{D85AC881-D791-0086-CF3B-1550DB202EC5}"/>
                    </a:ext>
                  </a:extLst>
                </p:cNvPr>
                <p:cNvSpPr/>
                <p:nvPr/>
              </p:nvSpPr>
              <p:spPr>
                <a:xfrm>
                  <a:off x="5741648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A">
                    <a:alpha val="100000"/>
                  </a:srgbClr>
                </a:solidFill>
                <a:ln w="5420" cap="flat">
                  <a:solidFill>
                    <a:srgbClr val="395C9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59" name="pg859">
                  <a:extLst>
                    <a:ext uri="{FF2B5EF4-FFF2-40B4-BE49-F238E27FC236}">
                      <a16:creationId xmlns:a16="http://schemas.microsoft.com/office/drawing/2014/main" id="{049451B5-34E7-847A-D6A7-B0D6B59D343D}"/>
                    </a:ext>
                  </a:extLst>
                </p:cNvPr>
                <p:cNvSpPr/>
                <p:nvPr/>
              </p:nvSpPr>
              <p:spPr>
                <a:xfrm>
                  <a:off x="5753285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0" name="pg860">
                  <a:extLst>
                    <a:ext uri="{FF2B5EF4-FFF2-40B4-BE49-F238E27FC236}">
                      <a16:creationId xmlns:a16="http://schemas.microsoft.com/office/drawing/2014/main" id="{FD581DA9-D1F8-1B4B-5F50-BC69A9E44BBE}"/>
                    </a:ext>
                  </a:extLst>
                </p:cNvPr>
                <p:cNvSpPr/>
                <p:nvPr/>
              </p:nvSpPr>
              <p:spPr>
                <a:xfrm>
                  <a:off x="5764922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1" name="pg861">
                  <a:extLst>
                    <a:ext uri="{FF2B5EF4-FFF2-40B4-BE49-F238E27FC236}">
                      <a16:creationId xmlns:a16="http://schemas.microsoft.com/office/drawing/2014/main" id="{3C071517-0A5F-4EC2-5D68-47B98A15A98F}"/>
                    </a:ext>
                  </a:extLst>
                </p:cNvPr>
                <p:cNvSpPr/>
                <p:nvPr/>
              </p:nvSpPr>
              <p:spPr>
                <a:xfrm>
                  <a:off x="5776560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2" name="pg862">
                  <a:extLst>
                    <a:ext uri="{FF2B5EF4-FFF2-40B4-BE49-F238E27FC236}">
                      <a16:creationId xmlns:a16="http://schemas.microsoft.com/office/drawing/2014/main" id="{100080D0-026E-9617-E234-FB7CFE00F05D}"/>
                    </a:ext>
                  </a:extLst>
                </p:cNvPr>
                <p:cNvSpPr/>
                <p:nvPr/>
              </p:nvSpPr>
              <p:spPr>
                <a:xfrm>
                  <a:off x="5788197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E9C">
                    <a:alpha val="100000"/>
                  </a:srgbClr>
                </a:solidFill>
                <a:ln w="5420" cap="flat">
                  <a:solidFill>
                    <a:srgbClr val="395E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3" name="pg863">
                  <a:extLst>
                    <a:ext uri="{FF2B5EF4-FFF2-40B4-BE49-F238E27FC236}">
                      <a16:creationId xmlns:a16="http://schemas.microsoft.com/office/drawing/2014/main" id="{D124966A-5663-2C3B-2914-971FE3537F18}"/>
                    </a:ext>
                  </a:extLst>
                </p:cNvPr>
                <p:cNvSpPr/>
                <p:nvPr/>
              </p:nvSpPr>
              <p:spPr>
                <a:xfrm>
                  <a:off x="5799834" y="31940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4" name="pg864">
                  <a:extLst>
                    <a:ext uri="{FF2B5EF4-FFF2-40B4-BE49-F238E27FC236}">
                      <a16:creationId xmlns:a16="http://schemas.microsoft.com/office/drawing/2014/main" id="{FB81CED9-E9BA-5DC4-1265-1726399B654D}"/>
                    </a:ext>
                  </a:extLst>
                </p:cNvPr>
                <p:cNvSpPr/>
                <p:nvPr/>
              </p:nvSpPr>
              <p:spPr>
                <a:xfrm>
                  <a:off x="5613637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274C">
                    <a:alpha val="100000"/>
                  </a:srgbClr>
                </a:solidFill>
                <a:ln w="5420" cap="flat">
                  <a:solidFill>
                    <a:srgbClr val="34274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5" name="pg865">
                  <a:extLst>
                    <a:ext uri="{FF2B5EF4-FFF2-40B4-BE49-F238E27FC236}">
                      <a16:creationId xmlns:a16="http://schemas.microsoft.com/office/drawing/2014/main" id="{6CDDE8F0-83A9-5DD1-9E89-B653C1B2159E}"/>
                    </a:ext>
                  </a:extLst>
                </p:cNvPr>
                <p:cNvSpPr/>
                <p:nvPr/>
              </p:nvSpPr>
              <p:spPr>
                <a:xfrm>
                  <a:off x="5625275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3264C">
                    <a:alpha val="100000"/>
                  </a:srgbClr>
                </a:solidFill>
                <a:ln w="5420" cap="flat">
                  <a:solidFill>
                    <a:srgbClr val="33264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6" name="pg866">
                  <a:extLst>
                    <a:ext uri="{FF2B5EF4-FFF2-40B4-BE49-F238E27FC236}">
                      <a16:creationId xmlns:a16="http://schemas.microsoft.com/office/drawing/2014/main" id="{33484095-0AC0-F1AC-D6C4-4F759A25E81C}"/>
                    </a:ext>
                  </a:extLst>
                </p:cNvPr>
                <p:cNvSpPr/>
                <p:nvPr/>
              </p:nvSpPr>
              <p:spPr>
                <a:xfrm>
                  <a:off x="5636912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274D">
                    <a:alpha val="100000"/>
                  </a:srgbClr>
                </a:solidFill>
                <a:ln w="5420" cap="flat">
                  <a:solidFill>
                    <a:srgbClr val="34274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7" name="pg867">
                  <a:extLst>
                    <a:ext uri="{FF2B5EF4-FFF2-40B4-BE49-F238E27FC236}">
                      <a16:creationId xmlns:a16="http://schemas.microsoft.com/office/drawing/2014/main" id="{FEC1B4F7-D2BC-3281-4704-66B27870F2CA}"/>
                    </a:ext>
                  </a:extLst>
                </p:cNvPr>
                <p:cNvSpPr/>
                <p:nvPr/>
              </p:nvSpPr>
              <p:spPr>
                <a:xfrm>
                  <a:off x="5648549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2952">
                    <a:alpha val="100000"/>
                  </a:srgbClr>
                </a:solidFill>
                <a:ln w="5420" cap="flat">
                  <a:solidFill>
                    <a:srgbClr val="37295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8" name="pg868">
                  <a:extLst>
                    <a:ext uri="{FF2B5EF4-FFF2-40B4-BE49-F238E27FC236}">
                      <a16:creationId xmlns:a16="http://schemas.microsoft.com/office/drawing/2014/main" id="{8E9F84C5-7C2B-9D85-1A54-4E7530586AE6}"/>
                    </a:ext>
                  </a:extLst>
                </p:cNvPr>
                <p:cNvSpPr/>
                <p:nvPr/>
              </p:nvSpPr>
              <p:spPr>
                <a:xfrm>
                  <a:off x="5660186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9">
                    <a:alpha val="100000"/>
                  </a:srgbClr>
                </a:solidFill>
                <a:ln w="5420" cap="flat">
                  <a:solidFill>
                    <a:srgbClr val="392D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69" name="pg869">
                  <a:extLst>
                    <a:ext uri="{FF2B5EF4-FFF2-40B4-BE49-F238E27FC236}">
                      <a16:creationId xmlns:a16="http://schemas.microsoft.com/office/drawing/2014/main" id="{791B51A0-BF8A-ACFE-A215-C610F4D13884}"/>
                    </a:ext>
                  </a:extLst>
                </p:cNvPr>
                <p:cNvSpPr/>
                <p:nvPr/>
              </p:nvSpPr>
              <p:spPr>
                <a:xfrm>
                  <a:off x="5671824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361">
                    <a:alpha val="100000"/>
                  </a:srgbClr>
                </a:solidFill>
                <a:ln w="5420" cap="flat">
                  <a:solidFill>
                    <a:srgbClr val="3A33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0" name="pg870">
                  <a:extLst>
                    <a:ext uri="{FF2B5EF4-FFF2-40B4-BE49-F238E27FC236}">
                      <a16:creationId xmlns:a16="http://schemas.microsoft.com/office/drawing/2014/main" id="{6D11139F-C000-C29E-38FE-4D30BA8AA70C}"/>
                    </a:ext>
                  </a:extLst>
                </p:cNvPr>
                <p:cNvSpPr/>
                <p:nvPr/>
              </p:nvSpPr>
              <p:spPr>
                <a:xfrm>
                  <a:off x="5683461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073">
                    <a:alpha val="100000"/>
                  </a:srgbClr>
                </a:solidFill>
                <a:ln w="5420" cap="flat">
                  <a:solidFill>
                    <a:srgbClr val="3C407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1" name="pg871">
                  <a:extLst>
                    <a:ext uri="{FF2B5EF4-FFF2-40B4-BE49-F238E27FC236}">
                      <a16:creationId xmlns:a16="http://schemas.microsoft.com/office/drawing/2014/main" id="{788E40B5-79E6-33AC-B782-226D4585790B}"/>
                    </a:ext>
                  </a:extLst>
                </p:cNvPr>
                <p:cNvSpPr/>
                <p:nvPr/>
              </p:nvSpPr>
              <p:spPr>
                <a:xfrm>
                  <a:off x="5695098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A">
                    <a:alpha val="100000"/>
                  </a:srgbClr>
                </a:solidFill>
                <a:ln w="5420" cap="flat">
                  <a:solidFill>
                    <a:srgbClr val="3C467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2" name="pg872">
                  <a:extLst>
                    <a:ext uri="{FF2B5EF4-FFF2-40B4-BE49-F238E27FC236}">
                      <a16:creationId xmlns:a16="http://schemas.microsoft.com/office/drawing/2014/main" id="{C5BD9B58-3AA3-E1E6-D1D5-444E917BC8E3}"/>
                    </a:ext>
                  </a:extLst>
                </p:cNvPr>
                <p:cNvSpPr/>
                <p:nvPr/>
              </p:nvSpPr>
              <p:spPr>
                <a:xfrm>
                  <a:off x="5706736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B82">
                    <a:alpha val="100000"/>
                  </a:srgbClr>
                </a:solidFill>
                <a:ln w="5420" cap="flat">
                  <a:solidFill>
                    <a:srgbClr val="3C4B8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3" name="pg873">
                  <a:extLst>
                    <a:ext uri="{FF2B5EF4-FFF2-40B4-BE49-F238E27FC236}">
                      <a16:creationId xmlns:a16="http://schemas.microsoft.com/office/drawing/2014/main" id="{0F68D28C-6100-D01D-CF24-BFA168554F07}"/>
                    </a:ext>
                  </a:extLst>
                </p:cNvPr>
                <p:cNvSpPr/>
                <p:nvPr/>
              </p:nvSpPr>
              <p:spPr>
                <a:xfrm>
                  <a:off x="5718373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F88">
                    <a:alpha val="100000"/>
                  </a:srgbClr>
                </a:solidFill>
                <a:ln w="5420" cap="flat">
                  <a:solidFill>
                    <a:srgbClr val="3B4F8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4" name="pg874">
                  <a:extLst>
                    <a:ext uri="{FF2B5EF4-FFF2-40B4-BE49-F238E27FC236}">
                      <a16:creationId xmlns:a16="http://schemas.microsoft.com/office/drawing/2014/main" id="{A4E49302-8EAF-A167-0AC9-D811A127D8AE}"/>
                    </a:ext>
                  </a:extLst>
                </p:cNvPr>
                <p:cNvSpPr/>
                <p:nvPr/>
              </p:nvSpPr>
              <p:spPr>
                <a:xfrm>
                  <a:off x="5730010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D">
                    <a:alpha val="100000"/>
                  </a:srgbClr>
                </a:solidFill>
                <a:ln w="5420" cap="flat">
                  <a:solidFill>
                    <a:srgbClr val="3B52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5" name="pg875">
                  <a:extLst>
                    <a:ext uri="{FF2B5EF4-FFF2-40B4-BE49-F238E27FC236}">
                      <a16:creationId xmlns:a16="http://schemas.microsoft.com/office/drawing/2014/main" id="{FC7DBB6B-EFD1-0FF3-639E-4F623BF915B5}"/>
                    </a:ext>
                  </a:extLst>
                </p:cNvPr>
                <p:cNvSpPr/>
                <p:nvPr/>
              </p:nvSpPr>
              <p:spPr>
                <a:xfrm>
                  <a:off x="5741648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0">
                    <a:alpha val="100000"/>
                  </a:srgbClr>
                </a:solidFill>
                <a:ln w="5420" cap="flat">
                  <a:solidFill>
                    <a:srgbClr val="3B559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6" name="pg876">
                  <a:extLst>
                    <a:ext uri="{FF2B5EF4-FFF2-40B4-BE49-F238E27FC236}">
                      <a16:creationId xmlns:a16="http://schemas.microsoft.com/office/drawing/2014/main" id="{6AF20E1F-C175-C9FD-4EC7-0EB8C1DFDA5A}"/>
                    </a:ext>
                  </a:extLst>
                </p:cNvPr>
                <p:cNvSpPr/>
                <p:nvPr/>
              </p:nvSpPr>
              <p:spPr>
                <a:xfrm>
                  <a:off x="5753285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3">
                    <a:alpha val="100000"/>
                  </a:srgbClr>
                </a:solidFill>
                <a:ln w="5420" cap="flat">
                  <a:solidFill>
                    <a:srgbClr val="3A57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7" name="pg877">
                  <a:extLst>
                    <a:ext uri="{FF2B5EF4-FFF2-40B4-BE49-F238E27FC236}">
                      <a16:creationId xmlns:a16="http://schemas.microsoft.com/office/drawing/2014/main" id="{1F485AEF-6053-99B6-EE6D-419416CF89BA}"/>
                    </a:ext>
                  </a:extLst>
                </p:cNvPr>
                <p:cNvSpPr/>
                <p:nvPr/>
              </p:nvSpPr>
              <p:spPr>
                <a:xfrm>
                  <a:off x="5764922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8" name="pg878">
                  <a:extLst>
                    <a:ext uri="{FF2B5EF4-FFF2-40B4-BE49-F238E27FC236}">
                      <a16:creationId xmlns:a16="http://schemas.microsoft.com/office/drawing/2014/main" id="{C771E1C2-DE44-016E-7C9D-6482F97B119A}"/>
                    </a:ext>
                  </a:extLst>
                </p:cNvPr>
                <p:cNvSpPr/>
                <p:nvPr/>
              </p:nvSpPr>
              <p:spPr>
                <a:xfrm>
                  <a:off x="5776560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997">
                    <a:alpha val="100000"/>
                  </a:srgbClr>
                </a:solidFill>
                <a:ln w="5420" cap="flat">
                  <a:solidFill>
                    <a:srgbClr val="3A599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79" name="pg879">
                  <a:extLst>
                    <a:ext uri="{FF2B5EF4-FFF2-40B4-BE49-F238E27FC236}">
                      <a16:creationId xmlns:a16="http://schemas.microsoft.com/office/drawing/2014/main" id="{27802C82-A351-B41C-1E8C-1E3A707E0C4A}"/>
                    </a:ext>
                  </a:extLst>
                </p:cNvPr>
                <p:cNvSpPr/>
                <p:nvPr/>
              </p:nvSpPr>
              <p:spPr>
                <a:xfrm>
                  <a:off x="5788197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0" name="pg880">
                  <a:extLst>
                    <a:ext uri="{FF2B5EF4-FFF2-40B4-BE49-F238E27FC236}">
                      <a16:creationId xmlns:a16="http://schemas.microsoft.com/office/drawing/2014/main" id="{FFFD127A-D8BF-88BB-0249-709BD598986A}"/>
                    </a:ext>
                  </a:extLst>
                </p:cNvPr>
                <p:cNvSpPr/>
                <p:nvPr/>
              </p:nvSpPr>
              <p:spPr>
                <a:xfrm>
                  <a:off x="5799834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B99">
                    <a:alpha val="100000"/>
                  </a:srgbClr>
                </a:solidFill>
                <a:ln w="5420" cap="flat">
                  <a:solidFill>
                    <a:srgbClr val="3A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1" name="pg881">
                  <a:extLst>
                    <a:ext uri="{FF2B5EF4-FFF2-40B4-BE49-F238E27FC236}">
                      <a16:creationId xmlns:a16="http://schemas.microsoft.com/office/drawing/2014/main" id="{00C12013-EA1B-FA14-90D2-A85FCAA7CB18}"/>
                    </a:ext>
                  </a:extLst>
                </p:cNvPr>
                <p:cNvSpPr/>
                <p:nvPr/>
              </p:nvSpPr>
              <p:spPr>
                <a:xfrm>
                  <a:off x="5811472" y="32083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A98">
                    <a:alpha val="100000"/>
                  </a:srgbClr>
                </a:solidFill>
                <a:ln w="5420" cap="flat">
                  <a:solidFill>
                    <a:srgbClr val="3A5A9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2" name="pg882">
                  <a:extLst>
                    <a:ext uri="{FF2B5EF4-FFF2-40B4-BE49-F238E27FC236}">
                      <a16:creationId xmlns:a16="http://schemas.microsoft.com/office/drawing/2014/main" id="{8ED7F343-F45A-20FA-0E3C-CF856AB32DC7}"/>
                    </a:ext>
                  </a:extLst>
                </p:cNvPr>
                <p:cNvSpPr/>
                <p:nvPr/>
              </p:nvSpPr>
              <p:spPr>
                <a:xfrm>
                  <a:off x="5613637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2192B">
                    <a:alpha val="100000"/>
                  </a:srgbClr>
                </a:solidFill>
                <a:ln w="5420" cap="flat">
                  <a:solidFill>
                    <a:srgbClr val="22192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3" name="pg883">
                  <a:extLst>
                    <a:ext uri="{FF2B5EF4-FFF2-40B4-BE49-F238E27FC236}">
                      <a16:creationId xmlns:a16="http://schemas.microsoft.com/office/drawing/2014/main" id="{5EBCFFBB-98A4-2A60-7BB4-711C0721457C}"/>
                    </a:ext>
                  </a:extLst>
                </p:cNvPr>
                <p:cNvSpPr/>
                <p:nvPr/>
              </p:nvSpPr>
              <p:spPr>
                <a:xfrm>
                  <a:off x="5625275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01728">
                    <a:alpha val="100000"/>
                  </a:srgbClr>
                </a:solidFill>
                <a:ln w="5420" cap="flat">
                  <a:solidFill>
                    <a:srgbClr val="20172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4" name="pg884">
                  <a:extLst>
                    <a:ext uri="{FF2B5EF4-FFF2-40B4-BE49-F238E27FC236}">
                      <a16:creationId xmlns:a16="http://schemas.microsoft.com/office/drawing/2014/main" id="{D508B914-801D-E0B2-E476-ACF118F209B7}"/>
                    </a:ext>
                  </a:extLst>
                </p:cNvPr>
                <p:cNvSpPr/>
                <p:nvPr/>
              </p:nvSpPr>
              <p:spPr>
                <a:xfrm>
                  <a:off x="5636912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01829">
                    <a:alpha val="100000"/>
                  </a:srgbClr>
                </a:solidFill>
                <a:ln w="5420" cap="flat">
                  <a:solidFill>
                    <a:srgbClr val="20182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5" name="pg885">
                  <a:extLst>
                    <a:ext uri="{FF2B5EF4-FFF2-40B4-BE49-F238E27FC236}">
                      <a16:creationId xmlns:a16="http://schemas.microsoft.com/office/drawing/2014/main" id="{EB46CEFC-836E-800C-3130-51ED4C17B4F4}"/>
                    </a:ext>
                  </a:extLst>
                </p:cNvPr>
                <p:cNvSpPr/>
                <p:nvPr/>
              </p:nvSpPr>
              <p:spPr>
                <a:xfrm>
                  <a:off x="5648549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31A2E">
                    <a:alpha val="100000"/>
                  </a:srgbClr>
                </a:solidFill>
                <a:ln w="5420" cap="flat">
                  <a:solidFill>
                    <a:srgbClr val="231A2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6" name="pg886">
                  <a:extLst>
                    <a:ext uri="{FF2B5EF4-FFF2-40B4-BE49-F238E27FC236}">
                      <a16:creationId xmlns:a16="http://schemas.microsoft.com/office/drawing/2014/main" id="{83F50857-8955-7378-39D5-50B5E48525D6}"/>
                    </a:ext>
                  </a:extLst>
                </p:cNvPr>
                <p:cNvSpPr/>
                <p:nvPr/>
              </p:nvSpPr>
              <p:spPr>
                <a:xfrm>
                  <a:off x="5660186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81D36">
                    <a:alpha val="100000"/>
                  </a:srgbClr>
                </a:solidFill>
                <a:ln w="5420" cap="flat">
                  <a:solidFill>
                    <a:srgbClr val="281D3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7" name="pg887">
                  <a:extLst>
                    <a:ext uri="{FF2B5EF4-FFF2-40B4-BE49-F238E27FC236}">
                      <a16:creationId xmlns:a16="http://schemas.microsoft.com/office/drawing/2014/main" id="{7B6C9AE2-F88C-D654-1D8C-5CC95B8E177E}"/>
                    </a:ext>
                  </a:extLst>
                </p:cNvPr>
                <p:cNvSpPr/>
                <p:nvPr/>
              </p:nvSpPr>
              <p:spPr>
                <a:xfrm>
                  <a:off x="5671824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E2241">
                    <a:alpha val="100000"/>
                  </a:srgbClr>
                </a:solidFill>
                <a:ln w="5420" cap="flat">
                  <a:solidFill>
                    <a:srgbClr val="2E224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8" name="pg888">
                  <a:extLst>
                    <a:ext uri="{FF2B5EF4-FFF2-40B4-BE49-F238E27FC236}">
                      <a16:creationId xmlns:a16="http://schemas.microsoft.com/office/drawing/2014/main" id="{B61A98A3-82EE-7554-1148-D10CD93E1099}"/>
                    </a:ext>
                  </a:extLst>
                </p:cNvPr>
                <p:cNvSpPr/>
                <p:nvPr/>
              </p:nvSpPr>
              <p:spPr>
                <a:xfrm>
                  <a:off x="5683461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D59">
                    <a:alpha val="100000"/>
                  </a:srgbClr>
                </a:solidFill>
                <a:ln w="5420" cap="flat">
                  <a:solidFill>
                    <a:srgbClr val="392D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89" name="pg889">
                  <a:extLst>
                    <a:ext uri="{FF2B5EF4-FFF2-40B4-BE49-F238E27FC236}">
                      <a16:creationId xmlns:a16="http://schemas.microsoft.com/office/drawing/2014/main" id="{7C839D95-8F0E-6FE6-34B1-AF4F179E27AD}"/>
                    </a:ext>
                  </a:extLst>
                </p:cNvPr>
                <p:cNvSpPr/>
                <p:nvPr/>
              </p:nvSpPr>
              <p:spPr>
                <a:xfrm>
                  <a:off x="5695098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0" name="pg890">
                  <a:extLst>
                    <a:ext uri="{FF2B5EF4-FFF2-40B4-BE49-F238E27FC236}">
                      <a16:creationId xmlns:a16="http://schemas.microsoft.com/office/drawing/2014/main" id="{BF4F1456-02AD-32FE-EA35-81D9127F799A}"/>
                    </a:ext>
                  </a:extLst>
                </p:cNvPr>
                <p:cNvSpPr/>
                <p:nvPr/>
              </p:nvSpPr>
              <p:spPr>
                <a:xfrm>
                  <a:off x="5706736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B6C">
                    <a:alpha val="100000"/>
                  </a:srgbClr>
                </a:solidFill>
                <a:ln w="5420" cap="flat">
                  <a:solidFill>
                    <a:srgbClr val="3B3B6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1" name="pg891">
                  <a:extLst>
                    <a:ext uri="{FF2B5EF4-FFF2-40B4-BE49-F238E27FC236}">
                      <a16:creationId xmlns:a16="http://schemas.microsoft.com/office/drawing/2014/main" id="{40840F5E-A57B-6500-BB6B-D3B6C7F4314B}"/>
                    </a:ext>
                  </a:extLst>
                </p:cNvPr>
                <p:cNvSpPr/>
                <p:nvPr/>
              </p:nvSpPr>
              <p:spPr>
                <a:xfrm>
                  <a:off x="5718373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174">
                    <a:alpha val="100000"/>
                  </a:srgbClr>
                </a:solidFill>
                <a:ln w="5420" cap="flat">
                  <a:solidFill>
                    <a:srgbClr val="3C417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2" name="pg892">
                  <a:extLst>
                    <a:ext uri="{FF2B5EF4-FFF2-40B4-BE49-F238E27FC236}">
                      <a16:creationId xmlns:a16="http://schemas.microsoft.com/office/drawing/2014/main" id="{EDE6FD97-6FC2-19DD-5467-42ECAD967650}"/>
                    </a:ext>
                  </a:extLst>
                </p:cNvPr>
                <p:cNvSpPr/>
                <p:nvPr/>
              </p:nvSpPr>
              <p:spPr>
                <a:xfrm>
                  <a:off x="5730010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B">
                    <a:alpha val="100000"/>
                  </a:srgbClr>
                </a:solidFill>
                <a:ln w="5420" cap="flat">
                  <a:solidFill>
                    <a:srgbClr val="3C467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3" name="pg893">
                  <a:extLst>
                    <a:ext uri="{FF2B5EF4-FFF2-40B4-BE49-F238E27FC236}">
                      <a16:creationId xmlns:a16="http://schemas.microsoft.com/office/drawing/2014/main" id="{E7A7D9FC-2EA1-0AF7-2B0E-88DA707E5245}"/>
                    </a:ext>
                  </a:extLst>
                </p:cNvPr>
                <p:cNvSpPr/>
                <p:nvPr/>
              </p:nvSpPr>
              <p:spPr>
                <a:xfrm>
                  <a:off x="5741648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A81">
                    <a:alpha val="100000"/>
                  </a:srgbClr>
                </a:solidFill>
                <a:ln w="5420" cap="flat">
                  <a:solidFill>
                    <a:srgbClr val="3C4A8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4" name="pg894">
                  <a:extLst>
                    <a:ext uri="{FF2B5EF4-FFF2-40B4-BE49-F238E27FC236}">
                      <a16:creationId xmlns:a16="http://schemas.microsoft.com/office/drawing/2014/main" id="{CD756A75-29ED-598E-465B-618A81204250}"/>
                    </a:ext>
                  </a:extLst>
                </p:cNvPr>
                <p:cNvSpPr/>
                <p:nvPr/>
              </p:nvSpPr>
              <p:spPr>
                <a:xfrm>
                  <a:off x="5753285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D86">
                    <a:alpha val="100000"/>
                  </a:srgbClr>
                </a:solidFill>
                <a:ln w="5420" cap="flat">
                  <a:solidFill>
                    <a:srgbClr val="3B4D8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5" name="pg895">
                  <a:extLst>
                    <a:ext uri="{FF2B5EF4-FFF2-40B4-BE49-F238E27FC236}">
                      <a16:creationId xmlns:a16="http://schemas.microsoft.com/office/drawing/2014/main" id="{38C233F8-AC34-919B-85CB-FAB3A3F2809B}"/>
                    </a:ext>
                  </a:extLst>
                </p:cNvPr>
                <p:cNvSpPr/>
                <p:nvPr/>
              </p:nvSpPr>
              <p:spPr>
                <a:xfrm>
                  <a:off x="5764922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08A">
                    <a:alpha val="100000"/>
                  </a:srgbClr>
                </a:solidFill>
                <a:ln w="5420" cap="flat">
                  <a:solidFill>
                    <a:srgbClr val="3B508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6" name="pg896">
                  <a:extLst>
                    <a:ext uri="{FF2B5EF4-FFF2-40B4-BE49-F238E27FC236}">
                      <a16:creationId xmlns:a16="http://schemas.microsoft.com/office/drawing/2014/main" id="{57DBDEF2-4A7D-DE2E-28AB-AFE31CDB42C9}"/>
                    </a:ext>
                  </a:extLst>
                </p:cNvPr>
                <p:cNvSpPr/>
                <p:nvPr/>
              </p:nvSpPr>
              <p:spPr>
                <a:xfrm>
                  <a:off x="5776560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D">
                    <a:alpha val="100000"/>
                  </a:srgbClr>
                </a:solidFill>
                <a:ln w="5420" cap="flat">
                  <a:solidFill>
                    <a:srgbClr val="3B52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7" name="pg897">
                  <a:extLst>
                    <a:ext uri="{FF2B5EF4-FFF2-40B4-BE49-F238E27FC236}">
                      <a16:creationId xmlns:a16="http://schemas.microsoft.com/office/drawing/2014/main" id="{BE003CD5-16CA-7552-5C8D-6B6E19132C1B}"/>
                    </a:ext>
                  </a:extLst>
                </p:cNvPr>
                <p:cNvSpPr/>
                <p:nvPr/>
              </p:nvSpPr>
              <p:spPr>
                <a:xfrm>
                  <a:off x="5788197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48F">
                    <a:alpha val="100000"/>
                  </a:srgbClr>
                </a:solidFill>
                <a:ln w="5420" cap="flat">
                  <a:solidFill>
                    <a:srgbClr val="3B548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8" name="pg898">
                  <a:extLst>
                    <a:ext uri="{FF2B5EF4-FFF2-40B4-BE49-F238E27FC236}">
                      <a16:creationId xmlns:a16="http://schemas.microsoft.com/office/drawing/2014/main" id="{CE4BD800-C9A9-257F-A83A-A77C29207F28}"/>
                    </a:ext>
                  </a:extLst>
                </p:cNvPr>
                <p:cNvSpPr/>
                <p:nvPr/>
              </p:nvSpPr>
              <p:spPr>
                <a:xfrm>
                  <a:off x="5799834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692">
                    <a:alpha val="100000"/>
                  </a:srgbClr>
                </a:solidFill>
                <a:ln w="5420" cap="flat">
                  <a:solidFill>
                    <a:srgbClr val="3A569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899" name="pg899">
                  <a:extLst>
                    <a:ext uri="{FF2B5EF4-FFF2-40B4-BE49-F238E27FC236}">
                      <a16:creationId xmlns:a16="http://schemas.microsoft.com/office/drawing/2014/main" id="{C64FF3B4-F5B7-D30B-B73B-2818FF28D4DD}"/>
                    </a:ext>
                  </a:extLst>
                </p:cNvPr>
                <p:cNvSpPr/>
                <p:nvPr/>
              </p:nvSpPr>
              <p:spPr>
                <a:xfrm>
                  <a:off x="5811472" y="322263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3">
                    <a:alpha val="100000"/>
                  </a:srgbClr>
                </a:solidFill>
                <a:ln w="5420" cap="flat">
                  <a:solidFill>
                    <a:srgbClr val="3A57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0" name="pg900">
                  <a:extLst>
                    <a:ext uri="{FF2B5EF4-FFF2-40B4-BE49-F238E27FC236}">
                      <a16:creationId xmlns:a16="http://schemas.microsoft.com/office/drawing/2014/main" id="{362FEE75-E7DD-8A41-11A6-AAC6435DA6B1}"/>
                    </a:ext>
                  </a:extLst>
                </p:cNvPr>
                <p:cNvSpPr/>
                <p:nvPr/>
              </p:nvSpPr>
              <p:spPr>
                <a:xfrm>
                  <a:off x="5613637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1E1625">
                    <a:alpha val="100000"/>
                  </a:srgbClr>
                </a:solidFill>
                <a:ln w="5420" cap="flat">
                  <a:solidFill>
                    <a:srgbClr val="1E162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1" name="pg901">
                  <a:extLst>
                    <a:ext uri="{FF2B5EF4-FFF2-40B4-BE49-F238E27FC236}">
                      <a16:creationId xmlns:a16="http://schemas.microsoft.com/office/drawing/2014/main" id="{A0B9F8E9-A01A-C499-EE34-B85986CF9D48}"/>
                    </a:ext>
                  </a:extLst>
                </p:cNvPr>
                <p:cNvSpPr/>
                <p:nvPr/>
              </p:nvSpPr>
              <p:spPr>
                <a:xfrm>
                  <a:off x="5625275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1C1421">
                    <a:alpha val="100000"/>
                  </a:srgbClr>
                </a:solidFill>
                <a:ln w="5420" cap="flat">
                  <a:solidFill>
                    <a:srgbClr val="1C142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2" name="pg902">
                  <a:extLst>
                    <a:ext uri="{FF2B5EF4-FFF2-40B4-BE49-F238E27FC236}">
                      <a16:creationId xmlns:a16="http://schemas.microsoft.com/office/drawing/2014/main" id="{A42C920E-F949-1B1A-2890-B2998DD0F83D}"/>
                    </a:ext>
                  </a:extLst>
                </p:cNvPr>
                <p:cNvSpPr/>
                <p:nvPr/>
              </p:nvSpPr>
              <p:spPr>
                <a:xfrm>
                  <a:off x="5636912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1C1522">
                    <a:alpha val="100000"/>
                  </a:srgbClr>
                </a:solidFill>
                <a:ln w="5420" cap="flat">
                  <a:solidFill>
                    <a:srgbClr val="1C152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3" name="pg903">
                  <a:extLst>
                    <a:ext uri="{FF2B5EF4-FFF2-40B4-BE49-F238E27FC236}">
                      <a16:creationId xmlns:a16="http://schemas.microsoft.com/office/drawing/2014/main" id="{08C52425-A303-AE19-A65B-342CABA02EF2}"/>
                    </a:ext>
                  </a:extLst>
                </p:cNvPr>
                <p:cNvSpPr/>
                <p:nvPr/>
              </p:nvSpPr>
              <p:spPr>
                <a:xfrm>
                  <a:off x="5648549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1F1727">
                    <a:alpha val="100000"/>
                  </a:srgbClr>
                </a:solidFill>
                <a:ln w="5420" cap="flat">
                  <a:solidFill>
                    <a:srgbClr val="1F172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4" name="pg904">
                  <a:extLst>
                    <a:ext uri="{FF2B5EF4-FFF2-40B4-BE49-F238E27FC236}">
                      <a16:creationId xmlns:a16="http://schemas.microsoft.com/office/drawing/2014/main" id="{B8C7A309-9A7F-9FB9-173F-2214D9853F6B}"/>
                    </a:ext>
                  </a:extLst>
                </p:cNvPr>
                <p:cNvSpPr/>
                <p:nvPr/>
              </p:nvSpPr>
              <p:spPr>
                <a:xfrm>
                  <a:off x="5660186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31A2F">
                    <a:alpha val="100000"/>
                  </a:srgbClr>
                </a:solidFill>
                <a:ln w="5420" cap="flat">
                  <a:solidFill>
                    <a:srgbClr val="231A2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5" name="pg905">
                  <a:extLst>
                    <a:ext uri="{FF2B5EF4-FFF2-40B4-BE49-F238E27FC236}">
                      <a16:creationId xmlns:a16="http://schemas.microsoft.com/office/drawing/2014/main" id="{3DFF5150-5967-9170-7398-3615391E9399}"/>
                    </a:ext>
                  </a:extLst>
                </p:cNvPr>
                <p:cNvSpPr/>
                <p:nvPr/>
              </p:nvSpPr>
              <p:spPr>
                <a:xfrm>
                  <a:off x="5671824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91F39">
                    <a:alpha val="100000"/>
                  </a:srgbClr>
                </a:solidFill>
                <a:ln w="5420" cap="flat">
                  <a:solidFill>
                    <a:srgbClr val="291F3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6" name="pg906">
                  <a:extLst>
                    <a:ext uri="{FF2B5EF4-FFF2-40B4-BE49-F238E27FC236}">
                      <a16:creationId xmlns:a16="http://schemas.microsoft.com/office/drawing/2014/main" id="{B9197E72-3A97-E09C-3FD1-EDE2B8EEE180}"/>
                    </a:ext>
                  </a:extLst>
                </p:cNvPr>
                <p:cNvSpPr/>
                <p:nvPr/>
              </p:nvSpPr>
              <p:spPr>
                <a:xfrm>
                  <a:off x="5683461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2951">
                    <a:alpha val="100000"/>
                  </a:srgbClr>
                </a:solidFill>
                <a:ln w="5420" cap="flat">
                  <a:solidFill>
                    <a:srgbClr val="37295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7" name="pg907">
                  <a:extLst>
                    <a:ext uri="{FF2B5EF4-FFF2-40B4-BE49-F238E27FC236}">
                      <a16:creationId xmlns:a16="http://schemas.microsoft.com/office/drawing/2014/main" id="{8BC0227B-983A-62D9-9126-5F28035428C8}"/>
                    </a:ext>
                  </a:extLst>
                </p:cNvPr>
                <p:cNvSpPr/>
                <p:nvPr/>
              </p:nvSpPr>
              <p:spPr>
                <a:xfrm>
                  <a:off x="5695098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305C">
                    <a:alpha val="100000"/>
                  </a:srgbClr>
                </a:solidFill>
                <a:ln w="5420" cap="flat">
                  <a:solidFill>
                    <a:srgbClr val="39305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8" name="pg908">
                  <a:extLst>
                    <a:ext uri="{FF2B5EF4-FFF2-40B4-BE49-F238E27FC236}">
                      <a16:creationId xmlns:a16="http://schemas.microsoft.com/office/drawing/2014/main" id="{EFF2C7C7-5272-264C-B5A6-CF5F5B5D2420}"/>
                    </a:ext>
                  </a:extLst>
                </p:cNvPr>
                <p:cNvSpPr/>
                <p:nvPr/>
              </p:nvSpPr>
              <p:spPr>
                <a:xfrm>
                  <a:off x="5706736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766">
                    <a:alpha val="100000"/>
                  </a:srgbClr>
                </a:solidFill>
                <a:ln w="5420" cap="flat">
                  <a:solidFill>
                    <a:srgbClr val="3B376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09" name="pg909">
                  <a:extLst>
                    <a:ext uri="{FF2B5EF4-FFF2-40B4-BE49-F238E27FC236}">
                      <a16:creationId xmlns:a16="http://schemas.microsoft.com/office/drawing/2014/main" id="{0C52ACA2-EB07-30F0-4A05-4462B08AFB64}"/>
                    </a:ext>
                  </a:extLst>
                </p:cNvPr>
                <p:cNvSpPr/>
                <p:nvPr/>
              </p:nvSpPr>
              <p:spPr>
                <a:xfrm>
                  <a:off x="5718373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D6E">
                    <a:alpha val="100000"/>
                  </a:srgbClr>
                </a:solidFill>
                <a:ln w="5420" cap="flat">
                  <a:solidFill>
                    <a:srgbClr val="3B3D6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0" name="pg910">
                  <a:extLst>
                    <a:ext uri="{FF2B5EF4-FFF2-40B4-BE49-F238E27FC236}">
                      <a16:creationId xmlns:a16="http://schemas.microsoft.com/office/drawing/2014/main" id="{1AD2EB18-6C2B-F404-2252-EEE573BE2DA5}"/>
                    </a:ext>
                  </a:extLst>
                </p:cNvPr>
                <p:cNvSpPr/>
                <p:nvPr/>
              </p:nvSpPr>
              <p:spPr>
                <a:xfrm>
                  <a:off x="5730010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5">
                    <a:alpha val="100000"/>
                  </a:srgbClr>
                </a:solidFill>
                <a:ln w="5420" cap="flat">
                  <a:solidFill>
                    <a:srgbClr val="3C427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1" name="pg911">
                  <a:extLst>
                    <a:ext uri="{FF2B5EF4-FFF2-40B4-BE49-F238E27FC236}">
                      <a16:creationId xmlns:a16="http://schemas.microsoft.com/office/drawing/2014/main" id="{D7CC145D-B75F-9A1D-E9AE-E45706341D71}"/>
                    </a:ext>
                  </a:extLst>
                </p:cNvPr>
                <p:cNvSpPr/>
                <p:nvPr/>
              </p:nvSpPr>
              <p:spPr>
                <a:xfrm>
                  <a:off x="5741648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C">
                    <a:alpha val="100000"/>
                  </a:srgbClr>
                </a:solidFill>
                <a:ln w="5420" cap="flat">
                  <a:solidFill>
                    <a:srgbClr val="3C467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2" name="pg912">
                  <a:extLst>
                    <a:ext uri="{FF2B5EF4-FFF2-40B4-BE49-F238E27FC236}">
                      <a16:creationId xmlns:a16="http://schemas.microsoft.com/office/drawing/2014/main" id="{9AA39109-D7B9-FDD7-C1BB-08A81BCA87BE}"/>
                    </a:ext>
                  </a:extLst>
                </p:cNvPr>
                <p:cNvSpPr/>
                <p:nvPr/>
              </p:nvSpPr>
              <p:spPr>
                <a:xfrm>
                  <a:off x="5753285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A81">
                    <a:alpha val="100000"/>
                  </a:srgbClr>
                </a:solidFill>
                <a:ln w="5420" cap="flat">
                  <a:solidFill>
                    <a:srgbClr val="3C4A8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3" name="pg913">
                  <a:extLst>
                    <a:ext uri="{FF2B5EF4-FFF2-40B4-BE49-F238E27FC236}">
                      <a16:creationId xmlns:a16="http://schemas.microsoft.com/office/drawing/2014/main" id="{2930A1D9-55A7-0F3D-982F-EEA142B14FFF}"/>
                    </a:ext>
                  </a:extLst>
                </p:cNvPr>
                <p:cNvSpPr/>
                <p:nvPr/>
              </p:nvSpPr>
              <p:spPr>
                <a:xfrm>
                  <a:off x="5764922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D85">
                    <a:alpha val="100000"/>
                  </a:srgbClr>
                </a:solidFill>
                <a:ln w="5420" cap="flat">
                  <a:solidFill>
                    <a:srgbClr val="3C4D8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4" name="pg914">
                  <a:extLst>
                    <a:ext uri="{FF2B5EF4-FFF2-40B4-BE49-F238E27FC236}">
                      <a16:creationId xmlns:a16="http://schemas.microsoft.com/office/drawing/2014/main" id="{BF2C9B55-8BB7-462E-0F7A-E26DC8D50D43}"/>
                    </a:ext>
                  </a:extLst>
                </p:cNvPr>
                <p:cNvSpPr/>
                <p:nvPr/>
              </p:nvSpPr>
              <p:spPr>
                <a:xfrm>
                  <a:off x="5776560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089">
                    <a:alpha val="100000"/>
                  </a:srgbClr>
                </a:solidFill>
                <a:ln w="5420" cap="flat">
                  <a:solidFill>
                    <a:srgbClr val="3B508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5" name="pg915">
                  <a:extLst>
                    <a:ext uri="{FF2B5EF4-FFF2-40B4-BE49-F238E27FC236}">
                      <a16:creationId xmlns:a16="http://schemas.microsoft.com/office/drawing/2014/main" id="{AAF965A9-9414-76F5-8A70-A8A44160B4DE}"/>
                    </a:ext>
                  </a:extLst>
                </p:cNvPr>
                <p:cNvSpPr/>
                <p:nvPr/>
              </p:nvSpPr>
              <p:spPr>
                <a:xfrm>
                  <a:off x="5788197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C">
                    <a:alpha val="100000"/>
                  </a:srgbClr>
                </a:solidFill>
                <a:ln w="5420" cap="flat">
                  <a:solidFill>
                    <a:srgbClr val="3B528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6" name="pg916">
                  <a:extLst>
                    <a:ext uri="{FF2B5EF4-FFF2-40B4-BE49-F238E27FC236}">
                      <a16:creationId xmlns:a16="http://schemas.microsoft.com/office/drawing/2014/main" id="{4DF73A8C-D067-0F2A-94ED-A425632AD6DF}"/>
                    </a:ext>
                  </a:extLst>
                </p:cNvPr>
                <p:cNvSpPr/>
                <p:nvPr/>
              </p:nvSpPr>
              <p:spPr>
                <a:xfrm>
                  <a:off x="5799834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0">
                    <a:alpha val="100000"/>
                  </a:srgbClr>
                </a:solidFill>
                <a:ln w="5420" cap="flat">
                  <a:solidFill>
                    <a:srgbClr val="3B559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7" name="pg917">
                  <a:extLst>
                    <a:ext uri="{FF2B5EF4-FFF2-40B4-BE49-F238E27FC236}">
                      <a16:creationId xmlns:a16="http://schemas.microsoft.com/office/drawing/2014/main" id="{85FF35B2-34B9-20BC-B873-AB1ABB8D0BE0}"/>
                    </a:ext>
                  </a:extLst>
                </p:cNvPr>
                <p:cNvSpPr/>
                <p:nvPr/>
              </p:nvSpPr>
              <p:spPr>
                <a:xfrm>
                  <a:off x="5811472" y="323693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691">
                    <a:alpha val="100000"/>
                  </a:srgbClr>
                </a:solidFill>
                <a:ln w="5420" cap="flat">
                  <a:solidFill>
                    <a:srgbClr val="3B569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8" name="pg918">
                  <a:extLst>
                    <a:ext uri="{FF2B5EF4-FFF2-40B4-BE49-F238E27FC236}">
                      <a16:creationId xmlns:a16="http://schemas.microsoft.com/office/drawing/2014/main" id="{313DAB3C-F79C-1FCE-02EE-C9F70DAD381B}"/>
                    </a:ext>
                  </a:extLst>
                </p:cNvPr>
                <p:cNvSpPr/>
                <p:nvPr/>
              </p:nvSpPr>
              <p:spPr>
                <a:xfrm>
                  <a:off x="5473989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19" name="pg919">
                  <a:extLst>
                    <a:ext uri="{FF2B5EF4-FFF2-40B4-BE49-F238E27FC236}">
                      <a16:creationId xmlns:a16="http://schemas.microsoft.com/office/drawing/2014/main" id="{F2DDDF4B-D622-FB2F-7548-E49990665CAA}"/>
                    </a:ext>
                  </a:extLst>
                </p:cNvPr>
                <p:cNvSpPr/>
                <p:nvPr/>
              </p:nvSpPr>
              <p:spPr>
                <a:xfrm>
                  <a:off x="5520539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28D">
                    <a:alpha val="100000"/>
                  </a:srgbClr>
                </a:solidFill>
                <a:ln w="5420" cap="flat">
                  <a:solidFill>
                    <a:srgbClr val="3B528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0" name="pg920">
                  <a:extLst>
                    <a:ext uri="{FF2B5EF4-FFF2-40B4-BE49-F238E27FC236}">
                      <a16:creationId xmlns:a16="http://schemas.microsoft.com/office/drawing/2014/main" id="{7D3B91F8-FA4A-343E-6577-DA40F932F152}"/>
                    </a:ext>
                  </a:extLst>
                </p:cNvPr>
                <p:cNvSpPr/>
                <p:nvPr/>
              </p:nvSpPr>
              <p:spPr>
                <a:xfrm>
                  <a:off x="5532176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B82">
                    <a:alpha val="100000"/>
                  </a:srgbClr>
                </a:solidFill>
                <a:ln w="5420" cap="flat">
                  <a:solidFill>
                    <a:srgbClr val="3C4B8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1" name="pg921">
                  <a:extLst>
                    <a:ext uri="{FF2B5EF4-FFF2-40B4-BE49-F238E27FC236}">
                      <a16:creationId xmlns:a16="http://schemas.microsoft.com/office/drawing/2014/main" id="{5D8DC0A2-2275-1D0B-4B42-8BC6B2D29A8F}"/>
                    </a:ext>
                  </a:extLst>
                </p:cNvPr>
                <p:cNvSpPr/>
                <p:nvPr/>
              </p:nvSpPr>
              <p:spPr>
                <a:xfrm>
                  <a:off x="5543813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376">
                    <a:alpha val="100000"/>
                  </a:srgbClr>
                </a:solidFill>
                <a:ln w="5420" cap="flat">
                  <a:solidFill>
                    <a:srgbClr val="3C43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2" name="pg922">
                  <a:extLst>
                    <a:ext uri="{FF2B5EF4-FFF2-40B4-BE49-F238E27FC236}">
                      <a16:creationId xmlns:a16="http://schemas.microsoft.com/office/drawing/2014/main" id="{5626AA75-D9D5-DD24-4932-425B79ED68A0}"/>
                    </a:ext>
                  </a:extLst>
                </p:cNvPr>
                <p:cNvSpPr/>
                <p:nvPr/>
              </p:nvSpPr>
              <p:spPr>
                <a:xfrm>
                  <a:off x="5555451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3" name="pg923">
                  <a:extLst>
                    <a:ext uri="{FF2B5EF4-FFF2-40B4-BE49-F238E27FC236}">
                      <a16:creationId xmlns:a16="http://schemas.microsoft.com/office/drawing/2014/main" id="{7F5F2CF3-C732-6A91-78A0-000B514CBE1E}"/>
                    </a:ext>
                  </a:extLst>
                </p:cNvPr>
                <p:cNvSpPr/>
                <p:nvPr/>
              </p:nvSpPr>
              <p:spPr>
                <a:xfrm>
                  <a:off x="5567088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2850">
                    <a:alpha val="100000"/>
                  </a:srgbClr>
                </a:solidFill>
                <a:ln w="5420" cap="flat">
                  <a:solidFill>
                    <a:srgbClr val="36285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4" name="pg924">
                  <a:extLst>
                    <a:ext uri="{FF2B5EF4-FFF2-40B4-BE49-F238E27FC236}">
                      <a16:creationId xmlns:a16="http://schemas.microsoft.com/office/drawing/2014/main" id="{87AABD76-52A9-C60C-B283-00B30F22B763}"/>
                    </a:ext>
                  </a:extLst>
                </p:cNvPr>
                <p:cNvSpPr/>
                <p:nvPr/>
              </p:nvSpPr>
              <p:spPr>
                <a:xfrm>
                  <a:off x="5578725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E2242">
                    <a:alpha val="100000"/>
                  </a:srgbClr>
                </a:solidFill>
                <a:ln w="5420" cap="flat">
                  <a:solidFill>
                    <a:srgbClr val="2E224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5" name="pg925">
                  <a:extLst>
                    <a:ext uri="{FF2B5EF4-FFF2-40B4-BE49-F238E27FC236}">
                      <a16:creationId xmlns:a16="http://schemas.microsoft.com/office/drawing/2014/main" id="{1B086E91-D9C5-5A2B-5E1F-64EBA8BCBA07}"/>
                    </a:ext>
                  </a:extLst>
                </p:cNvPr>
                <p:cNvSpPr/>
                <p:nvPr/>
              </p:nvSpPr>
              <p:spPr>
                <a:xfrm>
                  <a:off x="5590363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71D35">
                    <a:alpha val="100000"/>
                  </a:srgbClr>
                </a:solidFill>
                <a:ln w="5420" cap="flat">
                  <a:solidFill>
                    <a:srgbClr val="271D3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6" name="pg926">
                  <a:extLst>
                    <a:ext uri="{FF2B5EF4-FFF2-40B4-BE49-F238E27FC236}">
                      <a16:creationId xmlns:a16="http://schemas.microsoft.com/office/drawing/2014/main" id="{5C70B5E7-6254-E4E8-B80B-6BAD3A8586C7}"/>
                    </a:ext>
                  </a:extLst>
                </p:cNvPr>
                <p:cNvSpPr/>
                <p:nvPr/>
              </p:nvSpPr>
              <p:spPr>
                <a:xfrm>
                  <a:off x="5602000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2192C">
                    <a:alpha val="100000"/>
                  </a:srgbClr>
                </a:solidFill>
                <a:ln w="5420" cap="flat">
                  <a:solidFill>
                    <a:srgbClr val="22192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7" name="pg927">
                  <a:extLst>
                    <a:ext uri="{FF2B5EF4-FFF2-40B4-BE49-F238E27FC236}">
                      <a16:creationId xmlns:a16="http://schemas.microsoft.com/office/drawing/2014/main" id="{07418F93-9C5F-D7CE-BFFA-0714F2240D06}"/>
                    </a:ext>
                  </a:extLst>
                </p:cNvPr>
                <p:cNvSpPr/>
                <p:nvPr/>
              </p:nvSpPr>
              <p:spPr>
                <a:xfrm>
                  <a:off x="5613637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1E1625">
                    <a:alpha val="100000"/>
                  </a:srgbClr>
                </a:solidFill>
                <a:ln w="5420" cap="flat">
                  <a:solidFill>
                    <a:srgbClr val="1E162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8" name="pg928">
                  <a:extLst>
                    <a:ext uri="{FF2B5EF4-FFF2-40B4-BE49-F238E27FC236}">
                      <a16:creationId xmlns:a16="http://schemas.microsoft.com/office/drawing/2014/main" id="{E1DCB5CB-F55C-573E-AD15-B63F9F22C939}"/>
                    </a:ext>
                  </a:extLst>
                </p:cNvPr>
                <p:cNvSpPr/>
                <p:nvPr/>
              </p:nvSpPr>
              <p:spPr>
                <a:xfrm>
                  <a:off x="5625275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1C1522">
                    <a:alpha val="100000"/>
                  </a:srgbClr>
                </a:solidFill>
                <a:ln w="5420" cap="flat">
                  <a:solidFill>
                    <a:srgbClr val="1C152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29" name="pg929">
                  <a:extLst>
                    <a:ext uri="{FF2B5EF4-FFF2-40B4-BE49-F238E27FC236}">
                      <a16:creationId xmlns:a16="http://schemas.microsoft.com/office/drawing/2014/main" id="{8FB5B9AD-9CFC-5467-2BEA-F41E871A9F46}"/>
                    </a:ext>
                  </a:extLst>
                </p:cNvPr>
                <p:cNvSpPr/>
                <p:nvPr/>
              </p:nvSpPr>
              <p:spPr>
                <a:xfrm>
                  <a:off x="5636912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1C1523">
                    <a:alpha val="100000"/>
                  </a:srgbClr>
                </a:solidFill>
                <a:ln w="5420" cap="flat">
                  <a:solidFill>
                    <a:srgbClr val="1C152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0" name="pg930">
                  <a:extLst>
                    <a:ext uri="{FF2B5EF4-FFF2-40B4-BE49-F238E27FC236}">
                      <a16:creationId xmlns:a16="http://schemas.microsoft.com/office/drawing/2014/main" id="{415C8D7D-34CC-7161-F1CA-6EC696FD0A8B}"/>
                    </a:ext>
                  </a:extLst>
                </p:cNvPr>
                <p:cNvSpPr/>
                <p:nvPr/>
              </p:nvSpPr>
              <p:spPr>
                <a:xfrm>
                  <a:off x="5648549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1F1727">
                    <a:alpha val="100000"/>
                  </a:srgbClr>
                </a:solidFill>
                <a:ln w="5420" cap="flat">
                  <a:solidFill>
                    <a:srgbClr val="1F172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1" name="pg931">
                  <a:extLst>
                    <a:ext uri="{FF2B5EF4-FFF2-40B4-BE49-F238E27FC236}">
                      <a16:creationId xmlns:a16="http://schemas.microsoft.com/office/drawing/2014/main" id="{20F38494-162F-3A14-9C7F-5415AFF46F73}"/>
                    </a:ext>
                  </a:extLst>
                </p:cNvPr>
                <p:cNvSpPr/>
                <p:nvPr/>
              </p:nvSpPr>
              <p:spPr>
                <a:xfrm>
                  <a:off x="5660186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31A2E">
                    <a:alpha val="100000"/>
                  </a:srgbClr>
                </a:solidFill>
                <a:ln w="5420" cap="flat">
                  <a:solidFill>
                    <a:srgbClr val="231A2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2" name="pg932">
                  <a:extLst>
                    <a:ext uri="{FF2B5EF4-FFF2-40B4-BE49-F238E27FC236}">
                      <a16:creationId xmlns:a16="http://schemas.microsoft.com/office/drawing/2014/main" id="{B7185B8D-0CAD-FB71-E300-177296A67762}"/>
                    </a:ext>
                  </a:extLst>
                </p:cNvPr>
                <p:cNvSpPr/>
                <p:nvPr/>
              </p:nvSpPr>
              <p:spPr>
                <a:xfrm>
                  <a:off x="5671824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91E38">
                    <a:alpha val="100000"/>
                  </a:srgbClr>
                </a:solidFill>
                <a:ln w="5420" cap="flat">
                  <a:solidFill>
                    <a:srgbClr val="291E3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3" name="pg933">
                  <a:extLst>
                    <a:ext uri="{FF2B5EF4-FFF2-40B4-BE49-F238E27FC236}">
                      <a16:creationId xmlns:a16="http://schemas.microsoft.com/office/drawing/2014/main" id="{EFE1799B-F3C4-D256-E9B8-B9F878A22170}"/>
                    </a:ext>
                  </a:extLst>
                </p:cNvPr>
                <p:cNvSpPr/>
                <p:nvPr/>
              </p:nvSpPr>
              <p:spPr>
                <a:xfrm>
                  <a:off x="5683461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284E">
                    <a:alpha val="100000"/>
                  </a:srgbClr>
                </a:solidFill>
                <a:ln w="5420" cap="flat">
                  <a:solidFill>
                    <a:srgbClr val="35284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4" name="pg934">
                  <a:extLst>
                    <a:ext uri="{FF2B5EF4-FFF2-40B4-BE49-F238E27FC236}">
                      <a16:creationId xmlns:a16="http://schemas.microsoft.com/office/drawing/2014/main" id="{39EDB72D-F3F8-12E4-2C4E-13AED3B459A2}"/>
                    </a:ext>
                  </a:extLst>
                </p:cNvPr>
                <p:cNvSpPr/>
                <p:nvPr/>
              </p:nvSpPr>
              <p:spPr>
                <a:xfrm>
                  <a:off x="5695098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9">
                    <a:alpha val="100000"/>
                  </a:srgbClr>
                </a:solidFill>
                <a:ln w="5420" cap="flat">
                  <a:solidFill>
                    <a:srgbClr val="392E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5" name="pg935">
                  <a:extLst>
                    <a:ext uri="{FF2B5EF4-FFF2-40B4-BE49-F238E27FC236}">
                      <a16:creationId xmlns:a16="http://schemas.microsoft.com/office/drawing/2014/main" id="{11BCB06A-241F-5B6D-B144-28543FBBD316}"/>
                    </a:ext>
                  </a:extLst>
                </p:cNvPr>
                <p:cNvSpPr/>
                <p:nvPr/>
              </p:nvSpPr>
              <p:spPr>
                <a:xfrm>
                  <a:off x="5706736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6" name="pg936">
                  <a:extLst>
                    <a:ext uri="{FF2B5EF4-FFF2-40B4-BE49-F238E27FC236}">
                      <a16:creationId xmlns:a16="http://schemas.microsoft.com/office/drawing/2014/main" id="{7DF06B6F-B9FC-9F4A-64B2-17E3CE7F0946}"/>
                    </a:ext>
                  </a:extLst>
                </p:cNvPr>
                <p:cNvSpPr/>
                <p:nvPr/>
              </p:nvSpPr>
              <p:spPr>
                <a:xfrm>
                  <a:off x="5718373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7" name="pg937">
                  <a:extLst>
                    <a:ext uri="{FF2B5EF4-FFF2-40B4-BE49-F238E27FC236}">
                      <a16:creationId xmlns:a16="http://schemas.microsoft.com/office/drawing/2014/main" id="{44E78E9A-903C-8C2A-D9FE-290BF423F4BF}"/>
                    </a:ext>
                  </a:extLst>
                </p:cNvPr>
                <p:cNvSpPr/>
                <p:nvPr/>
              </p:nvSpPr>
              <p:spPr>
                <a:xfrm>
                  <a:off x="5730010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F72">
                    <a:alpha val="100000"/>
                  </a:srgbClr>
                </a:solidFill>
                <a:ln w="5420" cap="flat">
                  <a:solidFill>
                    <a:srgbClr val="3B3F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8" name="pg938">
                  <a:extLst>
                    <a:ext uri="{FF2B5EF4-FFF2-40B4-BE49-F238E27FC236}">
                      <a16:creationId xmlns:a16="http://schemas.microsoft.com/office/drawing/2014/main" id="{1D532EB5-8A88-61B6-09E1-4455C1F35E37}"/>
                    </a:ext>
                  </a:extLst>
                </p:cNvPr>
                <p:cNvSpPr/>
                <p:nvPr/>
              </p:nvSpPr>
              <p:spPr>
                <a:xfrm>
                  <a:off x="5741648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8">
                    <a:alpha val="100000"/>
                  </a:srgbClr>
                </a:solidFill>
                <a:ln w="5420" cap="flat">
                  <a:solidFill>
                    <a:srgbClr val="3C447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39" name="pg939">
                  <a:extLst>
                    <a:ext uri="{FF2B5EF4-FFF2-40B4-BE49-F238E27FC236}">
                      <a16:creationId xmlns:a16="http://schemas.microsoft.com/office/drawing/2014/main" id="{166F8C67-D465-652E-4C6E-077EAB359613}"/>
                    </a:ext>
                  </a:extLst>
                </p:cNvPr>
                <p:cNvSpPr/>
                <p:nvPr/>
              </p:nvSpPr>
              <p:spPr>
                <a:xfrm>
                  <a:off x="5753285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87E">
                    <a:alpha val="100000"/>
                  </a:srgbClr>
                </a:solidFill>
                <a:ln w="5420" cap="flat">
                  <a:solidFill>
                    <a:srgbClr val="3C487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0" name="pg940">
                  <a:extLst>
                    <a:ext uri="{FF2B5EF4-FFF2-40B4-BE49-F238E27FC236}">
                      <a16:creationId xmlns:a16="http://schemas.microsoft.com/office/drawing/2014/main" id="{3C1EBD5D-8DE0-C282-C154-AE934196E3C4}"/>
                    </a:ext>
                  </a:extLst>
                </p:cNvPr>
                <p:cNvSpPr/>
                <p:nvPr/>
              </p:nvSpPr>
              <p:spPr>
                <a:xfrm>
                  <a:off x="5764922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B82">
                    <a:alpha val="100000"/>
                  </a:srgbClr>
                </a:solidFill>
                <a:ln w="5420" cap="flat">
                  <a:solidFill>
                    <a:srgbClr val="3C4B8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1" name="pg941">
                  <a:extLst>
                    <a:ext uri="{FF2B5EF4-FFF2-40B4-BE49-F238E27FC236}">
                      <a16:creationId xmlns:a16="http://schemas.microsoft.com/office/drawing/2014/main" id="{FF025A17-AF20-8E57-280A-37734B8B9D4D}"/>
                    </a:ext>
                  </a:extLst>
                </p:cNvPr>
                <p:cNvSpPr/>
                <p:nvPr/>
              </p:nvSpPr>
              <p:spPr>
                <a:xfrm>
                  <a:off x="5776560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E86">
                    <a:alpha val="100000"/>
                  </a:srgbClr>
                </a:solidFill>
                <a:ln w="5420" cap="flat">
                  <a:solidFill>
                    <a:srgbClr val="3B4E8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2" name="pg942">
                  <a:extLst>
                    <a:ext uri="{FF2B5EF4-FFF2-40B4-BE49-F238E27FC236}">
                      <a16:creationId xmlns:a16="http://schemas.microsoft.com/office/drawing/2014/main" id="{16A66998-E1E0-2588-7F1D-1DC008C3AB47}"/>
                    </a:ext>
                  </a:extLst>
                </p:cNvPr>
                <p:cNvSpPr/>
                <p:nvPr/>
              </p:nvSpPr>
              <p:spPr>
                <a:xfrm>
                  <a:off x="5788197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089">
                    <a:alpha val="100000"/>
                  </a:srgbClr>
                </a:solidFill>
                <a:ln w="5420" cap="flat">
                  <a:solidFill>
                    <a:srgbClr val="3B508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3" name="pg943">
                  <a:extLst>
                    <a:ext uri="{FF2B5EF4-FFF2-40B4-BE49-F238E27FC236}">
                      <a16:creationId xmlns:a16="http://schemas.microsoft.com/office/drawing/2014/main" id="{FE789B09-1216-4129-783B-C0677C8C56FA}"/>
                    </a:ext>
                  </a:extLst>
                </p:cNvPr>
                <p:cNvSpPr/>
                <p:nvPr/>
              </p:nvSpPr>
              <p:spPr>
                <a:xfrm>
                  <a:off x="5799834" y="32512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38E">
                    <a:alpha val="100000"/>
                  </a:srgbClr>
                </a:solidFill>
                <a:ln w="5420" cap="flat">
                  <a:solidFill>
                    <a:srgbClr val="3B538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4" name="pg944">
                  <a:extLst>
                    <a:ext uri="{FF2B5EF4-FFF2-40B4-BE49-F238E27FC236}">
                      <a16:creationId xmlns:a16="http://schemas.microsoft.com/office/drawing/2014/main" id="{9E020EDD-E951-B7F2-4270-EAAEA9190ACB}"/>
                    </a:ext>
                  </a:extLst>
                </p:cNvPr>
                <p:cNvSpPr/>
                <p:nvPr/>
              </p:nvSpPr>
              <p:spPr>
                <a:xfrm>
                  <a:off x="5345979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5" name="pg945">
                  <a:extLst>
                    <a:ext uri="{FF2B5EF4-FFF2-40B4-BE49-F238E27FC236}">
                      <a16:creationId xmlns:a16="http://schemas.microsoft.com/office/drawing/2014/main" id="{4EAD9FD9-A3F3-FDF8-DE08-BE710AB85E90}"/>
                    </a:ext>
                  </a:extLst>
                </p:cNvPr>
                <p:cNvSpPr/>
                <p:nvPr/>
              </p:nvSpPr>
              <p:spPr>
                <a:xfrm>
                  <a:off x="5357616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6" name="pg946">
                  <a:extLst>
                    <a:ext uri="{FF2B5EF4-FFF2-40B4-BE49-F238E27FC236}">
                      <a16:creationId xmlns:a16="http://schemas.microsoft.com/office/drawing/2014/main" id="{BE017447-D946-846B-A105-059D63110405}"/>
                    </a:ext>
                  </a:extLst>
                </p:cNvPr>
                <p:cNvSpPr/>
                <p:nvPr/>
              </p:nvSpPr>
              <p:spPr>
                <a:xfrm>
                  <a:off x="5369253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7" name="pg947">
                  <a:extLst>
                    <a:ext uri="{FF2B5EF4-FFF2-40B4-BE49-F238E27FC236}">
                      <a16:creationId xmlns:a16="http://schemas.microsoft.com/office/drawing/2014/main" id="{348F416C-2D79-91F8-6878-B97EB50FB853}"/>
                    </a:ext>
                  </a:extLst>
                </p:cNvPr>
                <p:cNvSpPr/>
                <p:nvPr/>
              </p:nvSpPr>
              <p:spPr>
                <a:xfrm>
                  <a:off x="5439077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8" name="pg948">
                  <a:extLst>
                    <a:ext uri="{FF2B5EF4-FFF2-40B4-BE49-F238E27FC236}">
                      <a16:creationId xmlns:a16="http://schemas.microsoft.com/office/drawing/2014/main" id="{12066ADE-C74F-5031-9D34-FCE1687442CF}"/>
                    </a:ext>
                  </a:extLst>
                </p:cNvPr>
                <p:cNvSpPr/>
                <p:nvPr/>
              </p:nvSpPr>
              <p:spPr>
                <a:xfrm>
                  <a:off x="5450715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0">
                    <a:alpha val="100000"/>
                  </a:srgbClr>
                </a:solidFill>
                <a:ln w="5420" cap="flat">
                  <a:solidFill>
                    <a:srgbClr val="3B70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49" name="pg949">
                  <a:extLst>
                    <a:ext uri="{FF2B5EF4-FFF2-40B4-BE49-F238E27FC236}">
                      <a16:creationId xmlns:a16="http://schemas.microsoft.com/office/drawing/2014/main" id="{2687B13B-1271-2CF7-C74B-F476D810C5FD}"/>
                    </a:ext>
                  </a:extLst>
                </p:cNvPr>
                <p:cNvSpPr/>
                <p:nvPr/>
              </p:nvSpPr>
              <p:spPr>
                <a:xfrm>
                  <a:off x="5462352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0" name="pg950">
                  <a:extLst>
                    <a:ext uri="{FF2B5EF4-FFF2-40B4-BE49-F238E27FC236}">
                      <a16:creationId xmlns:a16="http://schemas.microsoft.com/office/drawing/2014/main" id="{19264B29-3191-444C-711B-3068919F8D48}"/>
                    </a:ext>
                  </a:extLst>
                </p:cNvPr>
                <p:cNvSpPr/>
                <p:nvPr/>
              </p:nvSpPr>
              <p:spPr>
                <a:xfrm>
                  <a:off x="5473989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1" name="pg951">
                  <a:extLst>
                    <a:ext uri="{FF2B5EF4-FFF2-40B4-BE49-F238E27FC236}">
                      <a16:creationId xmlns:a16="http://schemas.microsoft.com/office/drawing/2014/main" id="{AE706027-FDC8-E32F-2B6A-7568DC9EA631}"/>
                    </a:ext>
                  </a:extLst>
                </p:cNvPr>
                <p:cNvSpPr/>
                <p:nvPr/>
              </p:nvSpPr>
              <p:spPr>
                <a:xfrm>
                  <a:off x="5485627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2" name="pg952">
                  <a:extLst>
                    <a:ext uri="{FF2B5EF4-FFF2-40B4-BE49-F238E27FC236}">
                      <a16:creationId xmlns:a16="http://schemas.microsoft.com/office/drawing/2014/main" id="{B1D0096C-D50A-1645-20A2-11F26F5644F3}"/>
                    </a:ext>
                  </a:extLst>
                </p:cNvPr>
                <p:cNvSpPr/>
                <p:nvPr/>
              </p:nvSpPr>
              <p:spPr>
                <a:xfrm>
                  <a:off x="5497264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29D">
                    <a:alpha val="100000"/>
                  </a:srgbClr>
                </a:solidFill>
                <a:ln w="5420" cap="flat">
                  <a:solidFill>
                    <a:srgbClr val="3A62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3" name="pg953">
                  <a:extLst>
                    <a:ext uri="{FF2B5EF4-FFF2-40B4-BE49-F238E27FC236}">
                      <a16:creationId xmlns:a16="http://schemas.microsoft.com/office/drawing/2014/main" id="{F20B99F8-98C5-59D1-6374-1AA10115C835}"/>
                    </a:ext>
                  </a:extLst>
                </p:cNvPr>
                <p:cNvSpPr/>
                <p:nvPr/>
              </p:nvSpPr>
              <p:spPr>
                <a:xfrm>
                  <a:off x="5508901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C9B">
                    <a:alpha val="100000"/>
                  </a:srgbClr>
                </a:solidFill>
                <a:ln w="5420" cap="flat">
                  <a:solidFill>
                    <a:srgbClr val="395C9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4" name="pg954">
                  <a:extLst>
                    <a:ext uri="{FF2B5EF4-FFF2-40B4-BE49-F238E27FC236}">
                      <a16:creationId xmlns:a16="http://schemas.microsoft.com/office/drawing/2014/main" id="{772153F8-1CA5-A9E9-7A58-4C125F74671F}"/>
                    </a:ext>
                  </a:extLst>
                </p:cNvPr>
                <p:cNvSpPr/>
                <p:nvPr/>
              </p:nvSpPr>
              <p:spPr>
                <a:xfrm>
                  <a:off x="5520539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591">
                    <a:alpha val="100000"/>
                  </a:srgbClr>
                </a:solidFill>
                <a:ln w="5420" cap="flat">
                  <a:solidFill>
                    <a:srgbClr val="3B559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5" name="pg955">
                  <a:extLst>
                    <a:ext uri="{FF2B5EF4-FFF2-40B4-BE49-F238E27FC236}">
                      <a16:creationId xmlns:a16="http://schemas.microsoft.com/office/drawing/2014/main" id="{E853AAB7-65BE-40A2-05F9-49748D9200BF}"/>
                    </a:ext>
                  </a:extLst>
                </p:cNvPr>
                <p:cNvSpPr/>
                <p:nvPr/>
              </p:nvSpPr>
              <p:spPr>
                <a:xfrm>
                  <a:off x="5532176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D86">
                    <a:alpha val="100000"/>
                  </a:srgbClr>
                </a:solidFill>
                <a:ln w="5420" cap="flat">
                  <a:solidFill>
                    <a:srgbClr val="3B4D8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6" name="pg956">
                  <a:extLst>
                    <a:ext uri="{FF2B5EF4-FFF2-40B4-BE49-F238E27FC236}">
                      <a16:creationId xmlns:a16="http://schemas.microsoft.com/office/drawing/2014/main" id="{83B55B76-C243-326E-AF52-A9C2767885EC}"/>
                    </a:ext>
                  </a:extLst>
                </p:cNvPr>
                <p:cNvSpPr/>
                <p:nvPr/>
              </p:nvSpPr>
              <p:spPr>
                <a:xfrm>
                  <a:off x="5543813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57A">
                    <a:alpha val="100000"/>
                  </a:srgbClr>
                </a:solidFill>
                <a:ln w="5420" cap="flat">
                  <a:solidFill>
                    <a:srgbClr val="3C457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7" name="pg957">
                  <a:extLst>
                    <a:ext uri="{FF2B5EF4-FFF2-40B4-BE49-F238E27FC236}">
                      <a16:creationId xmlns:a16="http://schemas.microsoft.com/office/drawing/2014/main" id="{5C857CE2-7D51-20D7-F70F-29D34D346193}"/>
                    </a:ext>
                  </a:extLst>
                </p:cNvPr>
                <p:cNvSpPr/>
                <p:nvPr/>
              </p:nvSpPr>
              <p:spPr>
                <a:xfrm>
                  <a:off x="5555451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C6D">
                    <a:alpha val="100000"/>
                  </a:srgbClr>
                </a:solidFill>
                <a:ln w="5420" cap="flat">
                  <a:solidFill>
                    <a:srgbClr val="3B3C6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8" name="pg958">
                  <a:extLst>
                    <a:ext uri="{FF2B5EF4-FFF2-40B4-BE49-F238E27FC236}">
                      <a16:creationId xmlns:a16="http://schemas.microsoft.com/office/drawing/2014/main" id="{7976E992-6FEF-E250-6EB5-53FD7B0672DF}"/>
                    </a:ext>
                  </a:extLst>
                </p:cNvPr>
                <p:cNvSpPr/>
                <p:nvPr/>
              </p:nvSpPr>
              <p:spPr>
                <a:xfrm>
                  <a:off x="5567088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2A54">
                    <a:alpha val="100000"/>
                  </a:srgbClr>
                </a:solidFill>
                <a:ln w="5420" cap="flat">
                  <a:solidFill>
                    <a:srgbClr val="382A5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59" name="pg959">
                  <a:extLst>
                    <a:ext uri="{FF2B5EF4-FFF2-40B4-BE49-F238E27FC236}">
                      <a16:creationId xmlns:a16="http://schemas.microsoft.com/office/drawing/2014/main" id="{B3B645AF-BE34-5F09-770F-FFF0D01E480C}"/>
                    </a:ext>
                  </a:extLst>
                </p:cNvPr>
                <p:cNvSpPr/>
                <p:nvPr/>
              </p:nvSpPr>
              <p:spPr>
                <a:xfrm>
                  <a:off x="5578725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12447">
                    <a:alpha val="100000"/>
                  </a:srgbClr>
                </a:solidFill>
                <a:ln w="5420" cap="flat">
                  <a:solidFill>
                    <a:srgbClr val="31244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0" name="pg960">
                  <a:extLst>
                    <a:ext uri="{FF2B5EF4-FFF2-40B4-BE49-F238E27FC236}">
                      <a16:creationId xmlns:a16="http://schemas.microsoft.com/office/drawing/2014/main" id="{3BCD5F70-6AEB-722D-1162-0299090BD9AF}"/>
                    </a:ext>
                  </a:extLst>
                </p:cNvPr>
                <p:cNvSpPr/>
                <p:nvPr/>
              </p:nvSpPr>
              <p:spPr>
                <a:xfrm>
                  <a:off x="5590363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A1F3B">
                    <a:alpha val="100000"/>
                  </a:srgbClr>
                </a:solidFill>
                <a:ln w="5420" cap="flat">
                  <a:solidFill>
                    <a:srgbClr val="2A1F3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1" name="pg961">
                  <a:extLst>
                    <a:ext uri="{FF2B5EF4-FFF2-40B4-BE49-F238E27FC236}">
                      <a16:creationId xmlns:a16="http://schemas.microsoft.com/office/drawing/2014/main" id="{40C737B4-B9CA-8360-4536-A92DB083FF8E}"/>
                    </a:ext>
                  </a:extLst>
                </p:cNvPr>
                <p:cNvSpPr/>
                <p:nvPr/>
              </p:nvSpPr>
              <p:spPr>
                <a:xfrm>
                  <a:off x="5602000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51C32">
                    <a:alpha val="100000"/>
                  </a:srgbClr>
                </a:solidFill>
                <a:ln w="5420" cap="flat">
                  <a:solidFill>
                    <a:srgbClr val="251C3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2" name="pg962">
                  <a:extLst>
                    <a:ext uri="{FF2B5EF4-FFF2-40B4-BE49-F238E27FC236}">
                      <a16:creationId xmlns:a16="http://schemas.microsoft.com/office/drawing/2014/main" id="{F8417106-C3E9-31DA-8467-A619B29FE294}"/>
                    </a:ext>
                  </a:extLst>
                </p:cNvPr>
                <p:cNvSpPr/>
                <p:nvPr/>
              </p:nvSpPr>
              <p:spPr>
                <a:xfrm>
                  <a:off x="5613637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2192B">
                    <a:alpha val="100000"/>
                  </a:srgbClr>
                </a:solidFill>
                <a:ln w="5420" cap="flat">
                  <a:solidFill>
                    <a:srgbClr val="22192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3" name="pg963">
                  <a:extLst>
                    <a:ext uri="{FF2B5EF4-FFF2-40B4-BE49-F238E27FC236}">
                      <a16:creationId xmlns:a16="http://schemas.microsoft.com/office/drawing/2014/main" id="{6756D9EC-5269-FC42-2618-9FA69D517B78}"/>
                    </a:ext>
                  </a:extLst>
                </p:cNvPr>
                <p:cNvSpPr/>
                <p:nvPr/>
              </p:nvSpPr>
              <p:spPr>
                <a:xfrm>
                  <a:off x="5625275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01828">
                    <a:alpha val="100000"/>
                  </a:srgbClr>
                </a:solidFill>
                <a:ln w="5420" cap="flat">
                  <a:solidFill>
                    <a:srgbClr val="20182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4" name="pg964">
                  <a:extLst>
                    <a:ext uri="{FF2B5EF4-FFF2-40B4-BE49-F238E27FC236}">
                      <a16:creationId xmlns:a16="http://schemas.microsoft.com/office/drawing/2014/main" id="{44F3260B-1B84-8369-808B-71220880409C}"/>
                    </a:ext>
                  </a:extLst>
                </p:cNvPr>
                <p:cNvSpPr/>
                <p:nvPr/>
              </p:nvSpPr>
              <p:spPr>
                <a:xfrm>
                  <a:off x="5636912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01829">
                    <a:alpha val="100000"/>
                  </a:srgbClr>
                </a:solidFill>
                <a:ln w="5420" cap="flat">
                  <a:solidFill>
                    <a:srgbClr val="20182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5" name="pg965">
                  <a:extLst>
                    <a:ext uri="{FF2B5EF4-FFF2-40B4-BE49-F238E27FC236}">
                      <a16:creationId xmlns:a16="http://schemas.microsoft.com/office/drawing/2014/main" id="{F22C0E5D-A205-8908-2BD7-DC7678F605ED}"/>
                    </a:ext>
                  </a:extLst>
                </p:cNvPr>
                <p:cNvSpPr/>
                <p:nvPr/>
              </p:nvSpPr>
              <p:spPr>
                <a:xfrm>
                  <a:off x="5648549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2192D">
                    <a:alpha val="100000"/>
                  </a:srgbClr>
                </a:solidFill>
                <a:ln w="5420" cap="flat">
                  <a:solidFill>
                    <a:srgbClr val="22192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6" name="pg966">
                  <a:extLst>
                    <a:ext uri="{FF2B5EF4-FFF2-40B4-BE49-F238E27FC236}">
                      <a16:creationId xmlns:a16="http://schemas.microsoft.com/office/drawing/2014/main" id="{C931488C-7B4E-CDDA-5755-C64EE0147435}"/>
                    </a:ext>
                  </a:extLst>
                </p:cNvPr>
                <p:cNvSpPr/>
                <p:nvPr/>
              </p:nvSpPr>
              <p:spPr>
                <a:xfrm>
                  <a:off x="5660186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61C33">
                    <a:alpha val="100000"/>
                  </a:srgbClr>
                </a:solidFill>
                <a:ln w="5420" cap="flat">
                  <a:solidFill>
                    <a:srgbClr val="261C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7" name="pg967">
                  <a:extLst>
                    <a:ext uri="{FF2B5EF4-FFF2-40B4-BE49-F238E27FC236}">
                      <a16:creationId xmlns:a16="http://schemas.microsoft.com/office/drawing/2014/main" id="{7F898985-C220-A027-4A1E-059C6844E30C}"/>
                    </a:ext>
                  </a:extLst>
                </p:cNvPr>
                <p:cNvSpPr/>
                <p:nvPr/>
              </p:nvSpPr>
              <p:spPr>
                <a:xfrm>
                  <a:off x="5671824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B203B">
                    <a:alpha val="100000"/>
                  </a:srgbClr>
                </a:solidFill>
                <a:ln w="5420" cap="flat">
                  <a:solidFill>
                    <a:srgbClr val="2B203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8" name="pg968">
                  <a:extLst>
                    <a:ext uri="{FF2B5EF4-FFF2-40B4-BE49-F238E27FC236}">
                      <a16:creationId xmlns:a16="http://schemas.microsoft.com/office/drawing/2014/main" id="{C1E0E1CC-0969-233F-51E9-CE6B600AF9B6}"/>
                    </a:ext>
                  </a:extLst>
                </p:cNvPr>
                <p:cNvSpPr/>
                <p:nvPr/>
              </p:nvSpPr>
              <p:spPr>
                <a:xfrm>
                  <a:off x="5683461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2850">
                    <a:alpha val="100000"/>
                  </a:srgbClr>
                </a:solidFill>
                <a:ln w="5420" cap="flat">
                  <a:solidFill>
                    <a:srgbClr val="36285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69" name="pg969">
                  <a:extLst>
                    <a:ext uri="{FF2B5EF4-FFF2-40B4-BE49-F238E27FC236}">
                      <a16:creationId xmlns:a16="http://schemas.microsoft.com/office/drawing/2014/main" id="{663B89B3-9256-1A5A-3A1F-519343895582}"/>
                    </a:ext>
                  </a:extLst>
                </p:cNvPr>
                <p:cNvSpPr/>
                <p:nvPr/>
              </p:nvSpPr>
              <p:spPr>
                <a:xfrm>
                  <a:off x="5695098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9">
                    <a:alpha val="100000"/>
                  </a:srgbClr>
                </a:solidFill>
                <a:ln w="5420" cap="flat">
                  <a:solidFill>
                    <a:srgbClr val="392E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0" name="pg970">
                  <a:extLst>
                    <a:ext uri="{FF2B5EF4-FFF2-40B4-BE49-F238E27FC236}">
                      <a16:creationId xmlns:a16="http://schemas.microsoft.com/office/drawing/2014/main" id="{575A0D80-5E2D-7FB4-7A2A-05B67E670F89}"/>
                    </a:ext>
                  </a:extLst>
                </p:cNvPr>
                <p:cNvSpPr/>
                <p:nvPr/>
              </p:nvSpPr>
              <p:spPr>
                <a:xfrm>
                  <a:off x="5706736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1">
                    <a:alpha val="100000"/>
                  </a:srgbClr>
                </a:solidFill>
                <a:ln w="5420" cap="flat">
                  <a:solidFill>
                    <a:srgbClr val="3A346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1" name="pg971">
                  <a:extLst>
                    <a:ext uri="{FF2B5EF4-FFF2-40B4-BE49-F238E27FC236}">
                      <a16:creationId xmlns:a16="http://schemas.microsoft.com/office/drawing/2014/main" id="{BB75FA93-2EB3-9E06-4A97-C0F80D967062}"/>
                    </a:ext>
                  </a:extLst>
                </p:cNvPr>
                <p:cNvSpPr/>
                <p:nvPr/>
              </p:nvSpPr>
              <p:spPr>
                <a:xfrm>
                  <a:off x="5718373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2" name="pg972">
                  <a:extLst>
                    <a:ext uri="{FF2B5EF4-FFF2-40B4-BE49-F238E27FC236}">
                      <a16:creationId xmlns:a16="http://schemas.microsoft.com/office/drawing/2014/main" id="{D7483E32-2C69-9100-BB79-5EF25028B235}"/>
                    </a:ext>
                  </a:extLst>
                </p:cNvPr>
                <p:cNvSpPr/>
                <p:nvPr/>
              </p:nvSpPr>
              <p:spPr>
                <a:xfrm>
                  <a:off x="5730010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E70">
                    <a:alpha val="100000"/>
                  </a:srgbClr>
                </a:solidFill>
                <a:ln w="5420" cap="flat">
                  <a:solidFill>
                    <a:srgbClr val="3B3E7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3" name="pg973">
                  <a:extLst>
                    <a:ext uri="{FF2B5EF4-FFF2-40B4-BE49-F238E27FC236}">
                      <a16:creationId xmlns:a16="http://schemas.microsoft.com/office/drawing/2014/main" id="{FE810F9E-54E9-32D4-C05C-D966C37C69FE}"/>
                    </a:ext>
                  </a:extLst>
                </p:cNvPr>
                <p:cNvSpPr/>
                <p:nvPr/>
              </p:nvSpPr>
              <p:spPr>
                <a:xfrm>
                  <a:off x="5741648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276">
                    <a:alpha val="100000"/>
                  </a:srgbClr>
                </a:solidFill>
                <a:ln w="5420" cap="flat">
                  <a:solidFill>
                    <a:srgbClr val="3C427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4" name="pg974">
                  <a:extLst>
                    <a:ext uri="{FF2B5EF4-FFF2-40B4-BE49-F238E27FC236}">
                      <a16:creationId xmlns:a16="http://schemas.microsoft.com/office/drawing/2014/main" id="{C744F89C-E8A1-2298-7AFA-79137DBF5843}"/>
                    </a:ext>
                  </a:extLst>
                </p:cNvPr>
                <p:cNvSpPr/>
                <p:nvPr/>
              </p:nvSpPr>
              <p:spPr>
                <a:xfrm>
                  <a:off x="5753285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67C">
                    <a:alpha val="100000"/>
                  </a:srgbClr>
                </a:solidFill>
                <a:ln w="5420" cap="flat">
                  <a:solidFill>
                    <a:srgbClr val="3C467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5" name="pg975">
                  <a:extLst>
                    <a:ext uri="{FF2B5EF4-FFF2-40B4-BE49-F238E27FC236}">
                      <a16:creationId xmlns:a16="http://schemas.microsoft.com/office/drawing/2014/main" id="{9EA850D6-1639-C337-6172-6939273EFF19}"/>
                    </a:ext>
                  </a:extLst>
                </p:cNvPr>
                <p:cNvSpPr/>
                <p:nvPr/>
              </p:nvSpPr>
              <p:spPr>
                <a:xfrm>
                  <a:off x="5764922" y="326553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A81">
                    <a:alpha val="100000"/>
                  </a:srgbClr>
                </a:solidFill>
                <a:ln w="5420" cap="flat">
                  <a:solidFill>
                    <a:srgbClr val="3C4A8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6" name="pg976">
                  <a:extLst>
                    <a:ext uri="{FF2B5EF4-FFF2-40B4-BE49-F238E27FC236}">
                      <a16:creationId xmlns:a16="http://schemas.microsoft.com/office/drawing/2014/main" id="{01B7F77D-3190-78F8-D6DC-4082222C9D6F}"/>
                    </a:ext>
                  </a:extLst>
                </p:cNvPr>
                <p:cNvSpPr/>
                <p:nvPr/>
              </p:nvSpPr>
              <p:spPr>
                <a:xfrm>
                  <a:off x="5334341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7" name="pg977">
                  <a:extLst>
                    <a:ext uri="{FF2B5EF4-FFF2-40B4-BE49-F238E27FC236}">
                      <a16:creationId xmlns:a16="http://schemas.microsoft.com/office/drawing/2014/main" id="{C04D10FE-5A8C-58B1-4F9B-C60B0A2AB791}"/>
                    </a:ext>
                  </a:extLst>
                </p:cNvPr>
                <p:cNvSpPr/>
                <p:nvPr/>
              </p:nvSpPr>
              <p:spPr>
                <a:xfrm>
                  <a:off x="5345979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8" name="pg978">
                  <a:extLst>
                    <a:ext uri="{FF2B5EF4-FFF2-40B4-BE49-F238E27FC236}">
                      <a16:creationId xmlns:a16="http://schemas.microsoft.com/office/drawing/2014/main" id="{24750FEA-24EB-5569-5975-3919E86523C0}"/>
                    </a:ext>
                  </a:extLst>
                </p:cNvPr>
                <p:cNvSpPr/>
                <p:nvPr/>
              </p:nvSpPr>
              <p:spPr>
                <a:xfrm>
                  <a:off x="5357616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79" name="pg979">
                  <a:extLst>
                    <a:ext uri="{FF2B5EF4-FFF2-40B4-BE49-F238E27FC236}">
                      <a16:creationId xmlns:a16="http://schemas.microsoft.com/office/drawing/2014/main" id="{4EBF8446-DAE3-35C8-63C9-0F28467682A3}"/>
                    </a:ext>
                  </a:extLst>
                </p:cNvPr>
                <p:cNvSpPr/>
                <p:nvPr/>
              </p:nvSpPr>
              <p:spPr>
                <a:xfrm>
                  <a:off x="5369253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0" name="pg980">
                  <a:extLst>
                    <a:ext uri="{FF2B5EF4-FFF2-40B4-BE49-F238E27FC236}">
                      <a16:creationId xmlns:a16="http://schemas.microsoft.com/office/drawing/2014/main" id="{B0E2607F-0F5F-F840-F373-5D9423E901FC}"/>
                    </a:ext>
                  </a:extLst>
                </p:cNvPr>
                <p:cNvSpPr/>
                <p:nvPr/>
              </p:nvSpPr>
              <p:spPr>
                <a:xfrm>
                  <a:off x="5380891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1" name="pg981">
                  <a:extLst>
                    <a:ext uri="{FF2B5EF4-FFF2-40B4-BE49-F238E27FC236}">
                      <a16:creationId xmlns:a16="http://schemas.microsoft.com/office/drawing/2014/main" id="{0FDACBED-0F91-7838-0798-34FF080BD7DF}"/>
                    </a:ext>
                  </a:extLst>
                </p:cNvPr>
                <p:cNvSpPr/>
                <p:nvPr/>
              </p:nvSpPr>
              <p:spPr>
                <a:xfrm>
                  <a:off x="5415803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2" name="pg982">
                  <a:extLst>
                    <a:ext uri="{FF2B5EF4-FFF2-40B4-BE49-F238E27FC236}">
                      <a16:creationId xmlns:a16="http://schemas.microsoft.com/office/drawing/2014/main" id="{05D08985-DD89-5CAA-6677-F97385CECB8D}"/>
                    </a:ext>
                  </a:extLst>
                </p:cNvPr>
                <p:cNvSpPr/>
                <p:nvPr/>
              </p:nvSpPr>
              <p:spPr>
                <a:xfrm>
                  <a:off x="5427440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3" name="pg983">
                  <a:extLst>
                    <a:ext uri="{FF2B5EF4-FFF2-40B4-BE49-F238E27FC236}">
                      <a16:creationId xmlns:a16="http://schemas.microsoft.com/office/drawing/2014/main" id="{2E63F27D-2CCC-A0D9-E255-FC7FAFD58CFA}"/>
                    </a:ext>
                  </a:extLst>
                </p:cNvPr>
                <p:cNvSpPr/>
                <p:nvPr/>
              </p:nvSpPr>
              <p:spPr>
                <a:xfrm>
                  <a:off x="5439077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4" name="pg984">
                  <a:extLst>
                    <a:ext uri="{FF2B5EF4-FFF2-40B4-BE49-F238E27FC236}">
                      <a16:creationId xmlns:a16="http://schemas.microsoft.com/office/drawing/2014/main" id="{EC86BB95-4DCE-410C-F7E0-41F732FCF3CB}"/>
                    </a:ext>
                  </a:extLst>
                </p:cNvPr>
                <p:cNvSpPr/>
                <p:nvPr/>
              </p:nvSpPr>
              <p:spPr>
                <a:xfrm>
                  <a:off x="5450715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5" name="pg985">
                  <a:extLst>
                    <a:ext uri="{FF2B5EF4-FFF2-40B4-BE49-F238E27FC236}">
                      <a16:creationId xmlns:a16="http://schemas.microsoft.com/office/drawing/2014/main" id="{78F962EA-B21D-A8BF-8DC5-D0290D91F74C}"/>
                    </a:ext>
                  </a:extLst>
                </p:cNvPr>
                <p:cNvSpPr/>
                <p:nvPr/>
              </p:nvSpPr>
              <p:spPr>
                <a:xfrm>
                  <a:off x="5462352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0">
                    <a:alpha val="100000"/>
                  </a:srgbClr>
                </a:solidFill>
                <a:ln w="5420" cap="flat">
                  <a:solidFill>
                    <a:srgbClr val="3B70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6" name="pg986">
                  <a:extLst>
                    <a:ext uri="{FF2B5EF4-FFF2-40B4-BE49-F238E27FC236}">
                      <a16:creationId xmlns:a16="http://schemas.microsoft.com/office/drawing/2014/main" id="{EB6B70B8-00FE-7A26-6DB1-5E47C1077CE6}"/>
                    </a:ext>
                  </a:extLst>
                </p:cNvPr>
                <p:cNvSpPr/>
                <p:nvPr/>
              </p:nvSpPr>
              <p:spPr>
                <a:xfrm>
                  <a:off x="5473989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7" name="pg987">
                  <a:extLst>
                    <a:ext uri="{FF2B5EF4-FFF2-40B4-BE49-F238E27FC236}">
                      <a16:creationId xmlns:a16="http://schemas.microsoft.com/office/drawing/2014/main" id="{C7576BD9-2BD0-8B79-C48D-87EA581FFE3A}"/>
                    </a:ext>
                  </a:extLst>
                </p:cNvPr>
                <p:cNvSpPr/>
                <p:nvPr/>
              </p:nvSpPr>
              <p:spPr>
                <a:xfrm>
                  <a:off x="5485627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8" name="pg988">
                  <a:extLst>
                    <a:ext uri="{FF2B5EF4-FFF2-40B4-BE49-F238E27FC236}">
                      <a16:creationId xmlns:a16="http://schemas.microsoft.com/office/drawing/2014/main" id="{287C2651-4D2B-6994-D8C4-98EAD13D5CCF}"/>
                    </a:ext>
                  </a:extLst>
                </p:cNvPr>
                <p:cNvSpPr/>
                <p:nvPr/>
              </p:nvSpPr>
              <p:spPr>
                <a:xfrm>
                  <a:off x="5497264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89" name="pg989">
                  <a:extLst>
                    <a:ext uri="{FF2B5EF4-FFF2-40B4-BE49-F238E27FC236}">
                      <a16:creationId xmlns:a16="http://schemas.microsoft.com/office/drawing/2014/main" id="{EAE39C81-865B-08DB-9F33-2268C93C5D76}"/>
                    </a:ext>
                  </a:extLst>
                </p:cNvPr>
                <p:cNvSpPr/>
                <p:nvPr/>
              </p:nvSpPr>
              <p:spPr>
                <a:xfrm>
                  <a:off x="5508901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F9C">
                    <a:alpha val="100000"/>
                  </a:srgbClr>
                </a:solidFill>
                <a:ln w="5420" cap="flat">
                  <a:solidFill>
                    <a:srgbClr val="395F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0" name="pg990">
                  <a:extLst>
                    <a:ext uri="{FF2B5EF4-FFF2-40B4-BE49-F238E27FC236}">
                      <a16:creationId xmlns:a16="http://schemas.microsoft.com/office/drawing/2014/main" id="{A4990AB2-2A30-5D29-5020-0E0CD14AACEC}"/>
                    </a:ext>
                  </a:extLst>
                </p:cNvPr>
                <p:cNvSpPr/>
                <p:nvPr/>
              </p:nvSpPr>
              <p:spPr>
                <a:xfrm>
                  <a:off x="5520539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895">
                    <a:alpha val="100000"/>
                  </a:srgbClr>
                </a:solidFill>
                <a:ln w="5420" cap="flat">
                  <a:solidFill>
                    <a:srgbClr val="3A589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1" name="pg991">
                  <a:extLst>
                    <a:ext uri="{FF2B5EF4-FFF2-40B4-BE49-F238E27FC236}">
                      <a16:creationId xmlns:a16="http://schemas.microsoft.com/office/drawing/2014/main" id="{6F01145A-BA9B-8B83-B112-14524ED32914}"/>
                    </a:ext>
                  </a:extLst>
                </p:cNvPr>
                <p:cNvSpPr/>
                <p:nvPr/>
              </p:nvSpPr>
              <p:spPr>
                <a:xfrm>
                  <a:off x="5532176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08A">
                    <a:alpha val="100000"/>
                  </a:srgbClr>
                </a:solidFill>
                <a:ln w="5420" cap="flat">
                  <a:solidFill>
                    <a:srgbClr val="3B508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2" name="pg992">
                  <a:extLst>
                    <a:ext uri="{FF2B5EF4-FFF2-40B4-BE49-F238E27FC236}">
                      <a16:creationId xmlns:a16="http://schemas.microsoft.com/office/drawing/2014/main" id="{A571CE91-7B70-E3E8-B7AE-26FFC30AF886}"/>
                    </a:ext>
                  </a:extLst>
                </p:cNvPr>
                <p:cNvSpPr/>
                <p:nvPr/>
              </p:nvSpPr>
              <p:spPr>
                <a:xfrm>
                  <a:off x="5543813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87F">
                    <a:alpha val="100000"/>
                  </a:srgbClr>
                </a:solidFill>
                <a:ln w="5420" cap="flat">
                  <a:solidFill>
                    <a:srgbClr val="3C487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3" name="pg993">
                  <a:extLst>
                    <a:ext uri="{FF2B5EF4-FFF2-40B4-BE49-F238E27FC236}">
                      <a16:creationId xmlns:a16="http://schemas.microsoft.com/office/drawing/2014/main" id="{41F0BEDB-EC55-BDAB-CFE4-6442F428322C}"/>
                    </a:ext>
                  </a:extLst>
                </p:cNvPr>
                <p:cNvSpPr/>
                <p:nvPr/>
              </p:nvSpPr>
              <p:spPr>
                <a:xfrm>
                  <a:off x="5555451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4072">
                    <a:alpha val="100000"/>
                  </a:srgbClr>
                </a:solidFill>
                <a:ln w="5420" cap="flat">
                  <a:solidFill>
                    <a:srgbClr val="3B407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4" name="pg994">
                  <a:extLst>
                    <a:ext uri="{FF2B5EF4-FFF2-40B4-BE49-F238E27FC236}">
                      <a16:creationId xmlns:a16="http://schemas.microsoft.com/office/drawing/2014/main" id="{C31891D0-F0EA-6018-665C-CF599AEB4529}"/>
                    </a:ext>
                  </a:extLst>
                </p:cNvPr>
                <p:cNvSpPr/>
                <p:nvPr/>
              </p:nvSpPr>
              <p:spPr>
                <a:xfrm>
                  <a:off x="5567088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B">
                    <a:alpha val="100000"/>
                  </a:srgbClr>
                </a:solidFill>
                <a:ln w="5420" cap="flat">
                  <a:solidFill>
                    <a:srgbClr val="392F5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5" name="pg995">
                  <a:extLst>
                    <a:ext uri="{FF2B5EF4-FFF2-40B4-BE49-F238E27FC236}">
                      <a16:creationId xmlns:a16="http://schemas.microsoft.com/office/drawing/2014/main" id="{B9F1EA9F-1679-BA1E-3E5E-614EA78A1496}"/>
                    </a:ext>
                  </a:extLst>
                </p:cNvPr>
                <p:cNvSpPr/>
                <p:nvPr/>
              </p:nvSpPr>
              <p:spPr>
                <a:xfrm>
                  <a:off x="5578725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284F">
                    <a:alpha val="100000"/>
                  </a:srgbClr>
                </a:solidFill>
                <a:ln w="5420" cap="flat">
                  <a:solidFill>
                    <a:srgbClr val="36284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6" name="pg996">
                  <a:extLst>
                    <a:ext uri="{FF2B5EF4-FFF2-40B4-BE49-F238E27FC236}">
                      <a16:creationId xmlns:a16="http://schemas.microsoft.com/office/drawing/2014/main" id="{9286142D-26D6-4690-4845-8192934368EF}"/>
                    </a:ext>
                  </a:extLst>
                </p:cNvPr>
                <p:cNvSpPr/>
                <p:nvPr/>
              </p:nvSpPr>
              <p:spPr>
                <a:xfrm>
                  <a:off x="5590363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02445">
                    <a:alpha val="100000"/>
                  </a:srgbClr>
                </a:solidFill>
                <a:ln w="5420" cap="flat">
                  <a:solidFill>
                    <a:srgbClr val="30244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7" name="pg997">
                  <a:extLst>
                    <a:ext uri="{FF2B5EF4-FFF2-40B4-BE49-F238E27FC236}">
                      <a16:creationId xmlns:a16="http://schemas.microsoft.com/office/drawing/2014/main" id="{D58DF5B0-70A6-0321-09FA-DA00A10CD76C}"/>
                    </a:ext>
                  </a:extLst>
                </p:cNvPr>
                <p:cNvSpPr/>
                <p:nvPr/>
              </p:nvSpPr>
              <p:spPr>
                <a:xfrm>
                  <a:off x="5602000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B203C">
                    <a:alpha val="100000"/>
                  </a:srgbClr>
                </a:solidFill>
                <a:ln w="5420" cap="flat">
                  <a:solidFill>
                    <a:srgbClr val="2B203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8" name="pg998">
                  <a:extLst>
                    <a:ext uri="{FF2B5EF4-FFF2-40B4-BE49-F238E27FC236}">
                      <a16:creationId xmlns:a16="http://schemas.microsoft.com/office/drawing/2014/main" id="{455F0084-C9FD-6D4B-3A4D-EA8CDAB7F6F0}"/>
                    </a:ext>
                  </a:extLst>
                </p:cNvPr>
                <p:cNvSpPr/>
                <p:nvPr/>
              </p:nvSpPr>
              <p:spPr>
                <a:xfrm>
                  <a:off x="5613637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81D36">
                    <a:alpha val="100000"/>
                  </a:srgbClr>
                </a:solidFill>
                <a:ln w="5420" cap="flat">
                  <a:solidFill>
                    <a:srgbClr val="281D3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999" name="pg999">
                  <a:extLst>
                    <a:ext uri="{FF2B5EF4-FFF2-40B4-BE49-F238E27FC236}">
                      <a16:creationId xmlns:a16="http://schemas.microsoft.com/office/drawing/2014/main" id="{B8FD8D5B-BD80-7837-B27C-D490A6A741A9}"/>
                    </a:ext>
                  </a:extLst>
                </p:cNvPr>
                <p:cNvSpPr/>
                <p:nvPr/>
              </p:nvSpPr>
              <p:spPr>
                <a:xfrm>
                  <a:off x="5625275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61C33">
                    <a:alpha val="100000"/>
                  </a:srgbClr>
                </a:solidFill>
                <a:ln w="5420" cap="flat">
                  <a:solidFill>
                    <a:srgbClr val="261C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0" name="pg1000">
                  <a:extLst>
                    <a:ext uri="{FF2B5EF4-FFF2-40B4-BE49-F238E27FC236}">
                      <a16:creationId xmlns:a16="http://schemas.microsoft.com/office/drawing/2014/main" id="{D82490EF-6304-77AB-7377-B216DB1C78D6}"/>
                    </a:ext>
                  </a:extLst>
                </p:cNvPr>
                <p:cNvSpPr/>
                <p:nvPr/>
              </p:nvSpPr>
              <p:spPr>
                <a:xfrm>
                  <a:off x="5636912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61C34">
                    <a:alpha val="100000"/>
                  </a:srgbClr>
                </a:solidFill>
                <a:ln w="5420" cap="flat">
                  <a:solidFill>
                    <a:srgbClr val="261C3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1" name="pg1001">
                  <a:extLst>
                    <a:ext uri="{FF2B5EF4-FFF2-40B4-BE49-F238E27FC236}">
                      <a16:creationId xmlns:a16="http://schemas.microsoft.com/office/drawing/2014/main" id="{D883F478-B7E7-F5BA-4BAA-76166243848F}"/>
                    </a:ext>
                  </a:extLst>
                </p:cNvPr>
                <p:cNvSpPr/>
                <p:nvPr/>
              </p:nvSpPr>
              <p:spPr>
                <a:xfrm>
                  <a:off x="5648549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81D36">
                    <a:alpha val="100000"/>
                  </a:srgbClr>
                </a:solidFill>
                <a:ln w="5420" cap="flat">
                  <a:solidFill>
                    <a:srgbClr val="281D3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2" name="pg1002">
                  <a:extLst>
                    <a:ext uri="{FF2B5EF4-FFF2-40B4-BE49-F238E27FC236}">
                      <a16:creationId xmlns:a16="http://schemas.microsoft.com/office/drawing/2014/main" id="{EDA5B446-B28F-0474-D81C-BCC3468E14A0}"/>
                    </a:ext>
                  </a:extLst>
                </p:cNvPr>
                <p:cNvSpPr/>
                <p:nvPr/>
              </p:nvSpPr>
              <p:spPr>
                <a:xfrm>
                  <a:off x="5660186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B203C">
                    <a:alpha val="100000"/>
                  </a:srgbClr>
                </a:solidFill>
                <a:ln w="5420" cap="flat">
                  <a:solidFill>
                    <a:srgbClr val="2B203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3" name="pg1003">
                  <a:extLst>
                    <a:ext uri="{FF2B5EF4-FFF2-40B4-BE49-F238E27FC236}">
                      <a16:creationId xmlns:a16="http://schemas.microsoft.com/office/drawing/2014/main" id="{699A2A3A-0692-AF5B-6E49-4B57956FFCA0}"/>
                    </a:ext>
                  </a:extLst>
                </p:cNvPr>
                <p:cNvSpPr/>
                <p:nvPr/>
              </p:nvSpPr>
              <p:spPr>
                <a:xfrm>
                  <a:off x="5671824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E2242">
                    <a:alpha val="100000"/>
                  </a:srgbClr>
                </a:solidFill>
                <a:ln w="5420" cap="flat">
                  <a:solidFill>
                    <a:srgbClr val="2E224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4" name="pg1004">
                  <a:extLst>
                    <a:ext uri="{FF2B5EF4-FFF2-40B4-BE49-F238E27FC236}">
                      <a16:creationId xmlns:a16="http://schemas.microsoft.com/office/drawing/2014/main" id="{CD9044B2-48F5-83E8-57A6-634D40858839}"/>
                    </a:ext>
                  </a:extLst>
                </p:cNvPr>
                <p:cNvSpPr/>
                <p:nvPr/>
              </p:nvSpPr>
              <p:spPr>
                <a:xfrm>
                  <a:off x="5683461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2951">
                    <a:alpha val="100000"/>
                  </a:srgbClr>
                </a:solidFill>
                <a:ln w="5420" cap="flat">
                  <a:solidFill>
                    <a:srgbClr val="36295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5" name="pg1005">
                  <a:extLst>
                    <a:ext uri="{FF2B5EF4-FFF2-40B4-BE49-F238E27FC236}">
                      <a16:creationId xmlns:a16="http://schemas.microsoft.com/office/drawing/2014/main" id="{51928B29-1933-7839-56C1-34E5ABABF062}"/>
                    </a:ext>
                  </a:extLst>
                </p:cNvPr>
                <p:cNvSpPr/>
                <p:nvPr/>
              </p:nvSpPr>
              <p:spPr>
                <a:xfrm>
                  <a:off x="5706736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462">
                    <a:alpha val="100000"/>
                  </a:srgbClr>
                </a:solidFill>
                <a:ln w="5420" cap="flat">
                  <a:solidFill>
                    <a:srgbClr val="3A346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6" name="pg1006">
                  <a:extLst>
                    <a:ext uri="{FF2B5EF4-FFF2-40B4-BE49-F238E27FC236}">
                      <a16:creationId xmlns:a16="http://schemas.microsoft.com/office/drawing/2014/main" id="{A7C302F9-BE09-8242-A1E1-2CDD8B54E672}"/>
                    </a:ext>
                  </a:extLst>
                </p:cNvPr>
                <p:cNvSpPr/>
                <p:nvPr/>
              </p:nvSpPr>
              <p:spPr>
                <a:xfrm>
                  <a:off x="5718373" y="32798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969">
                    <a:alpha val="100000"/>
                  </a:srgbClr>
                </a:solidFill>
                <a:ln w="5420" cap="flat">
                  <a:solidFill>
                    <a:srgbClr val="3B396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7" name="pg1007">
                  <a:extLst>
                    <a:ext uri="{FF2B5EF4-FFF2-40B4-BE49-F238E27FC236}">
                      <a16:creationId xmlns:a16="http://schemas.microsoft.com/office/drawing/2014/main" id="{4EC6C008-B850-A19F-A6FF-BA17A9E3AA6E}"/>
                    </a:ext>
                  </a:extLst>
                </p:cNvPr>
                <p:cNvSpPr/>
                <p:nvPr/>
              </p:nvSpPr>
              <p:spPr>
                <a:xfrm>
                  <a:off x="5334341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8" name="pg1008">
                  <a:extLst>
                    <a:ext uri="{FF2B5EF4-FFF2-40B4-BE49-F238E27FC236}">
                      <a16:creationId xmlns:a16="http://schemas.microsoft.com/office/drawing/2014/main" id="{783FAB81-EC4C-761B-0DFE-A551067A8385}"/>
                    </a:ext>
                  </a:extLst>
                </p:cNvPr>
                <p:cNvSpPr/>
                <p:nvPr/>
              </p:nvSpPr>
              <p:spPr>
                <a:xfrm>
                  <a:off x="5345979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09" name="pg1009">
                  <a:extLst>
                    <a:ext uri="{FF2B5EF4-FFF2-40B4-BE49-F238E27FC236}">
                      <a16:creationId xmlns:a16="http://schemas.microsoft.com/office/drawing/2014/main" id="{1C19A7D7-8E9C-6747-980F-994767C46AE8}"/>
                    </a:ext>
                  </a:extLst>
                </p:cNvPr>
                <p:cNvSpPr/>
                <p:nvPr/>
              </p:nvSpPr>
              <p:spPr>
                <a:xfrm>
                  <a:off x="5357616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0" name="pg1010">
                  <a:extLst>
                    <a:ext uri="{FF2B5EF4-FFF2-40B4-BE49-F238E27FC236}">
                      <a16:creationId xmlns:a16="http://schemas.microsoft.com/office/drawing/2014/main" id="{B869431E-0D01-0061-8C55-0BDA5A4EF38C}"/>
                    </a:ext>
                  </a:extLst>
                </p:cNvPr>
                <p:cNvSpPr/>
                <p:nvPr/>
              </p:nvSpPr>
              <p:spPr>
                <a:xfrm>
                  <a:off x="5369253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1" name="pg1011">
                  <a:extLst>
                    <a:ext uri="{FF2B5EF4-FFF2-40B4-BE49-F238E27FC236}">
                      <a16:creationId xmlns:a16="http://schemas.microsoft.com/office/drawing/2014/main" id="{84F5CAD4-3446-6ECA-3DBA-3C467C11D693}"/>
                    </a:ext>
                  </a:extLst>
                </p:cNvPr>
                <p:cNvSpPr/>
                <p:nvPr/>
              </p:nvSpPr>
              <p:spPr>
                <a:xfrm>
                  <a:off x="5380891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2" name="pg1012">
                  <a:extLst>
                    <a:ext uri="{FF2B5EF4-FFF2-40B4-BE49-F238E27FC236}">
                      <a16:creationId xmlns:a16="http://schemas.microsoft.com/office/drawing/2014/main" id="{F1215B57-602D-3087-3929-1071A7C89BCC}"/>
                    </a:ext>
                  </a:extLst>
                </p:cNvPr>
                <p:cNvSpPr/>
                <p:nvPr/>
              </p:nvSpPr>
              <p:spPr>
                <a:xfrm>
                  <a:off x="5392528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3" name="pg1013">
                  <a:extLst>
                    <a:ext uri="{FF2B5EF4-FFF2-40B4-BE49-F238E27FC236}">
                      <a16:creationId xmlns:a16="http://schemas.microsoft.com/office/drawing/2014/main" id="{BC07D48F-2DF0-F712-EC8C-8B167AA0B2E5}"/>
                    </a:ext>
                  </a:extLst>
                </p:cNvPr>
                <p:cNvSpPr/>
                <p:nvPr/>
              </p:nvSpPr>
              <p:spPr>
                <a:xfrm>
                  <a:off x="5404165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4" name="pg1014">
                  <a:extLst>
                    <a:ext uri="{FF2B5EF4-FFF2-40B4-BE49-F238E27FC236}">
                      <a16:creationId xmlns:a16="http://schemas.microsoft.com/office/drawing/2014/main" id="{A18A5E86-3EB0-67EE-B642-1D87F87E4BC6}"/>
                    </a:ext>
                  </a:extLst>
                </p:cNvPr>
                <p:cNvSpPr/>
                <p:nvPr/>
              </p:nvSpPr>
              <p:spPr>
                <a:xfrm>
                  <a:off x="5415803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5" name="pg1015">
                  <a:extLst>
                    <a:ext uri="{FF2B5EF4-FFF2-40B4-BE49-F238E27FC236}">
                      <a16:creationId xmlns:a16="http://schemas.microsoft.com/office/drawing/2014/main" id="{B00F785A-1BB2-D600-81A4-A4CFFA816B87}"/>
                    </a:ext>
                  </a:extLst>
                </p:cNvPr>
                <p:cNvSpPr/>
                <p:nvPr/>
              </p:nvSpPr>
              <p:spPr>
                <a:xfrm>
                  <a:off x="5427440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6" name="pg1016">
                  <a:extLst>
                    <a:ext uri="{FF2B5EF4-FFF2-40B4-BE49-F238E27FC236}">
                      <a16:creationId xmlns:a16="http://schemas.microsoft.com/office/drawing/2014/main" id="{BD035112-45C3-5939-8F44-00351B7E0EF5}"/>
                    </a:ext>
                  </a:extLst>
                </p:cNvPr>
                <p:cNvSpPr/>
                <p:nvPr/>
              </p:nvSpPr>
              <p:spPr>
                <a:xfrm>
                  <a:off x="5439077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7" name="pg1017">
                  <a:extLst>
                    <a:ext uri="{FF2B5EF4-FFF2-40B4-BE49-F238E27FC236}">
                      <a16:creationId xmlns:a16="http://schemas.microsoft.com/office/drawing/2014/main" id="{2AAC2347-4FB6-C76A-E46D-F99D2BCC50AD}"/>
                    </a:ext>
                  </a:extLst>
                </p:cNvPr>
                <p:cNvSpPr/>
                <p:nvPr/>
              </p:nvSpPr>
              <p:spPr>
                <a:xfrm>
                  <a:off x="5450715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8" name="pg1018">
                  <a:extLst>
                    <a:ext uri="{FF2B5EF4-FFF2-40B4-BE49-F238E27FC236}">
                      <a16:creationId xmlns:a16="http://schemas.microsoft.com/office/drawing/2014/main" id="{CBA12555-3FCB-371F-D1C4-6EDFC1CF469D}"/>
                    </a:ext>
                  </a:extLst>
                </p:cNvPr>
                <p:cNvSpPr/>
                <p:nvPr/>
              </p:nvSpPr>
              <p:spPr>
                <a:xfrm>
                  <a:off x="5462352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19" name="pg1019">
                  <a:extLst>
                    <a:ext uri="{FF2B5EF4-FFF2-40B4-BE49-F238E27FC236}">
                      <a16:creationId xmlns:a16="http://schemas.microsoft.com/office/drawing/2014/main" id="{B4A7B566-97AF-4445-99EE-8D4D83A1A010}"/>
                    </a:ext>
                  </a:extLst>
                </p:cNvPr>
                <p:cNvSpPr/>
                <p:nvPr/>
              </p:nvSpPr>
              <p:spPr>
                <a:xfrm>
                  <a:off x="5473989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0" name="pg1020">
                  <a:extLst>
                    <a:ext uri="{FF2B5EF4-FFF2-40B4-BE49-F238E27FC236}">
                      <a16:creationId xmlns:a16="http://schemas.microsoft.com/office/drawing/2014/main" id="{F3388C68-EB3F-E1E2-685B-66BE425E66AC}"/>
                    </a:ext>
                  </a:extLst>
                </p:cNvPr>
                <p:cNvSpPr/>
                <p:nvPr/>
              </p:nvSpPr>
              <p:spPr>
                <a:xfrm>
                  <a:off x="5485627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9F">
                    <a:alpha val="100000"/>
                  </a:srgbClr>
                </a:solidFill>
                <a:ln w="5420" cap="flat">
                  <a:solidFill>
                    <a:srgbClr val="3A6C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1" name="pg1021">
                  <a:extLst>
                    <a:ext uri="{FF2B5EF4-FFF2-40B4-BE49-F238E27FC236}">
                      <a16:creationId xmlns:a16="http://schemas.microsoft.com/office/drawing/2014/main" id="{F4F81960-C057-BE70-9F97-7709BE952E98}"/>
                    </a:ext>
                  </a:extLst>
                </p:cNvPr>
                <p:cNvSpPr/>
                <p:nvPr/>
              </p:nvSpPr>
              <p:spPr>
                <a:xfrm>
                  <a:off x="5497264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2" name="pg1022">
                  <a:extLst>
                    <a:ext uri="{FF2B5EF4-FFF2-40B4-BE49-F238E27FC236}">
                      <a16:creationId xmlns:a16="http://schemas.microsoft.com/office/drawing/2014/main" id="{AD26B955-8A23-8AFF-9EE4-2547C5311A89}"/>
                    </a:ext>
                  </a:extLst>
                </p:cNvPr>
                <p:cNvSpPr/>
                <p:nvPr/>
              </p:nvSpPr>
              <p:spPr>
                <a:xfrm>
                  <a:off x="5508901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19D">
                    <a:alpha val="100000"/>
                  </a:srgbClr>
                </a:solidFill>
                <a:ln w="5420" cap="flat">
                  <a:solidFill>
                    <a:srgbClr val="3A61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3" name="pg1023">
                  <a:extLst>
                    <a:ext uri="{FF2B5EF4-FFF2-40B4-BE49-F238E27FC236}">
                      <a16:creationId xmlns:a16="http://schemas.microsoft.com/office/drawing/2014/main" id="{FBBACD67-EB10-3CED-3C53-6193F1F99442}"/>
                    </a:ext>
                  </a:extLst>
                </p:cNvPr>
                <p:cNvSpPr/>
                <p:nvPr/>
              </p:nvSpPr>
              <p:spPr>
                <a:xfrm>
                  <a:off x="5520539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B99">
                    <a:alpha val="100000"/>
                  </a:srgbClr>
                </a:solidFill>
                <a:ln w="5420" cap="flat">
                  <a:solidFill>
                    <a:srgbClr val="3A5B9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4" name="pg1024">
                  <a:extLst>
                    <a:ext uri="{FF2B5EF4-FFF2-40B4-BE49-F238E27FC236}">
                      <a16:creationId xmlns:a16="http://schemas.microsoft.com/office/drawing/2014/main" id="{787282B4-2804-4683-4D10-E7EFB4972ED9}"/>
                    </a:ext>
                  </a:extLst>
                </p:cNvPr>
                <p:cNvSpPr/>
                <p:nvPr/>
              </p:nvSpPr>
              <p:spPr>
                <a:xfrm>
                  <a:off x="5532176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48F">
                    <a:alpha val="100000"/>
                  </a:srgbClr>
                </a:solidFill>
                <a:ln w="5420" cap="flat">
                  <a:solidFill>
                    <a:srgbClr val="3B548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5" name="pg1025">
                  <a:extLst>
                    <a:ext uri="{FF2B5EF4-FFF2-40B4-BE49-F238E27FC236}">
                      <a16:creationId xmlns:a16="http://schemas.microsoft.com/office/drawing/2014/main" id="{26C77899-B7E4-F8C4-9BF4-499D9EC906E9}"/>
                    </a:ext>
                  </a:extLst>
                </p:cNvPr>
                <p:cNvSpPr/>
                <p:nvPr/>
              </p:nvSpPr>
              <p:spPr>
                <a:xfrm>
                  <a:off x="5543813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C84">
                    <a:alpha val="100000"/>
                  </a:srgbClr>
                </a:solidFill>
                <a:ln w="5420" cap="flat">
                  <a:solidFill>
                    <a:srgbClr val="3C4C8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6" name="pg1026">
                  <a:extLst>
                    <a:ext uri="{FF2B5EF4-FFF2-40B4-BE49-F238E27FC236}">
                      <a16:creationId xmlns:a16="http://schemas.microsoft.com/office/drawing/2014/main" id="{98983730-296A-800E-DF51-ED028336EE94}"/>
                    </a:ext>
                  </a:extLst>
                </p:cNvPr>
                <p:cNvSpPr/>
                <p:nvPr/>
              </p:nvSpPr>
              <p:spPr>
                <a:xfrm>
                  <a:off x="5555451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479">
                    <a:alpha val="100000"/>
                  </a:srgbClr>
                </a:solidFill>
                <a:ln w="5420" cap="flat">
                  <a:solidFill>
                    <a:srgbClr val="3C447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7" name="pg1027">
                  <a:extLst>
                    <a:ext uri="{FF2B5EF4-FFF2-40B4-BE49-F238E27FC236}">
                      <a16:creationId xmlns:a16="http://schemas.microsoft.com/office/drawing/2014/main" id="{AE1FE119-1236-D383-693F-EA3D69D2464B}"/>
                    </a:ext>
                  </a:extLst>
                </p:cNvPr>
                <p:cNvSpPr/>
                <p:nvPr/>
              </p:nvSpPr>
              <p:spPr>
                <a:xfrm>
                  <a:off x="5567088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3563">
                    <a:alpha val="100000"/>
                  </a:srgbClr>
                </a:solidFill>
                <a:ln w="5420" cap="flat">
                  <a:solidFill>
                    <a:srgbClr val="3A356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8" name="pg1028">
                  <a:extLst>
                    <a:ext uri="{FF2B5EF4-FFF2-40B4-BE49-F238E27FC236}">
                      <a16:creationId xmlns:a16="http://schemas.microsoft.com/office/drawing/2014/main" id="{FA6BF697-4104-D54B-754C-35ACDA350C79}"/>
                    </a:ext>
                  </a:extLst>
                </p:cNvPr>
                <p:cNvSpPr/>
                <p:nvPr/>
              </p:nvSpPr>
              <p:spPr>
                <a:xfrm>
                  <a:off x="5578725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E59">
                    <a:alpha val="100000"/>
                  </a:srgbClr>
                </a:solidFill>
                <a:ln w="5420" cap="flat">
                  <a:solidFill>
                    <a:srgbClr val="392E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29" name="pg1029">
                  <a:extLst>
                    <a:ext uri="{FF2B5EF4-FFF2-40B4-BE49-F238E27FC236}">
                      <a16:creationId xmlns:a16="http://schemas.microsoft.com/office/drawing/2014/main" id="{434F461F-8922-35B1-D465-9857A554C8CB}"/>
                    </a:ext>
                  </a:extLst>
                </p:cNvPr>
                <p:cNvSpPr/>
                <p:nvPr/>
              </p:nvSpPr>
              <p:spPr>
                <a:xfrm>
                  <a:off x="5590363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2951">
                    <a:alpha val="100000"/>
                  </a:srgbClr>
                </a:solidFill>
                <a:ln w="5420" cap="flat">
                  <a:solidFill>
                    <a:srgbClr val="36295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0" name="pg1030">
                  <a:extLst>
                    <a:ext uri="{FF2B5EF4-FFF2-40B4-BE49-F238E27FC236}">
                      <a16:creationId xmlns:a16="http://schemas.microsoft.com/office/drawing/2014/main" id="{9C18E0F9-297D-2BE7-455B-A134D99B8EE9}"/>
                    </a:ext>
                  </a:extLst>
                </p:cNvPr>
                <p:cNvSpPr/>
                <p:nvPr/>
              </p:nvSpPr>
              <p:spPr>
                <a:xfrm>
                  <a:off x="5602000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22549">
                    <a:alpha val="100000"/>
                  </a:srgbClr>
                </a:solidFill>
                <a:ln w="5420" cap="flat">
                  <a:solidFill>
                    <a:srgbClr val="32254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1" name="pg1031">
                  <a:extLst>
                    <a:ext uri="{FF2B5EF4-FFF2-40B4-BE49-F238E27FC236}">
                      <a16:creationId xmlns:a16="http://schemas.microsoft.com/office/drawing/2014/main" id="{0DFB7CE8-B6F0-84B4-16E9-4FA153412E6A}"/>
                    </a:ext>
                  </a:extLst>
                </p:cNvPr>
                <p:cNvSpPr/>
                <p:nvPr/>
              </p:nvSpPr>
              <p:spPr>
                <a:xfrm>
                  <a:off x="5613637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F2344">
                    <a:alpha val="100000"/>
                  </a:srgbClr>
                </a:solidFill>
                <a:ln w="5420" cap="flat">
                  <a:solidFill>
                    <a:srgbClr val="2F234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2" name="pg1032">
                  <a:extLst>
                    <a:ext uri="{FF2B5EF4-FFF2-40B4-BE49-F238E27FC236}">
                      <a16:creationId xmlns:a16="http://schemas.microsoft.com/office/drawing/2014/main" id="{46BEA7A0-71C8-E7E1-2B04-C443162B0DB0}"/>
                    </a:ext>
                  </a:extLst>
                </p:cNvPr>
                <p:cNvSpPr/>
                <p:nvPr/>
              </p:nvSpPr>
              <p:spPr>
                <a:xfrm>
                  <a:off x="5625275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E2241">
                    <a:alpha val="100000"/>
                  </a:srgbClr>
                </a:solidFill>
                <a:ln w="5420" cap="flat">
                  <a:solidFill>
                    <a:srgbClr val="2E224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3" name="pg1033">
                  <a:extLst>
                    <a:ext uri="{FF2B5EF4-FFF2-40B4-BE49-F238E27FC236}">
                      <a16:creationId xmlns:a16="http://schemas.microsoft.com/office/drawing/2014/main" id="{C75CB40A-0A58-3F61-EB47-E008E3FEE24B}"/>
                    </a:ext>
                  </a:extLst>
                </p:cNvPr>
                <p:cNvSpPr/>
                <p:nvPr/>
              </p:nvSpPr>
              <p:spPr>
                <a:xfrm>
                  <a:off x="5636912" y="329413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2C213E">
                    <a:alpha val="100000"/>
                  </a:srgbClr>
                </a:solidFill>
                <a:ln w="5420" cap="flat">
                  <a:solidFill>
                    <a:srgbClr val="2C213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4" name="pg1034">
                  <a:extLst>
                    <a:ext uri="{FF2B5EF4-FFF2-40B4-BE49-F238E27FC236}">
                      <a16:creationId xmlns:a16="http://schemas.microsoft.com/office/drawing/2014/main" id="{44A6A78D-0E94-1A60-C552-74C569C82863}"/>
                    </a:ext>
                  </a:extLst>
                </p:cNvPr>
                <p:cNvSpPr/>
                <p:nvPr/>
              </p:nvSpPr>
              <p:spPr>
                <a:xfrm>
                  <a:off x="5345979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5" name="pg1035">
                  <a:extLst>
                    <a:ext uri="{FF2B5EF4-FFF2-40B4-BE49-F238E27FC236}">
                      <a16:creationId xmlns:a16="http://schemas.microsoft.com/office/drawing/2014/main" id="{CD6FAD60-4AEA-6858-A893-A7B1E8077F09}"/>
                    </a:ext>
                  </a:extLst>
                </p:cNvPr>
                <p:cNvSpPr/>
                <p:nvPr/>
              </p:nvSpPr>
              <p:spPr>
                <a:xfrm>
                  <a:off x="5357616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6" name="pg1036">
                  <a:extLst>
                    <a:ext uri="{FF2B5EF4-FFF2-40B4-BE49-F238E27FC236}">
                      <a16:creationId xmlns:a16="http://schemas.microsoft.com/office/drawing/2014/main" id="{1FBC38CA-E3B8-3F9C-A15A-9530D4D38AF1}"/>
                    </a:ext>
                  </a:extLst>
                </p:cNvPr>
                <p:cNvSpPr/>
                <p:nvPr/>
              </p:nvSpPr>
              <p:spPr>
                <a:xfrm>
                  <a:off x="5369253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7" name="pg1037">
                  <a:extLst>
                    <a:ext uri="{FF2B5EF4-FFF2-40B4-BE49-F238E27FC236}">
                      <a16:creationId xmlns:a16="http://schemas.microsoft.com/office/drawing/2014/main" id="{1899EBCC-45BD-CA99-6799-B99490B3DABF}"/>
                    </a:ext>
                  </a:extLst>
                </p:cNvPr>
                <p:cNvSpPr/>
                <p:nvPr/>
              </p:nvSpPr>
              <p:spPr>
                <a:xfrm>
                  <a:off x="5380891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8" name="pg1038">
                  <a:extLst>
                    <a:ext uri="{FF2B5EF4-FFF2-40B4-BE49-F238E27FC236}">
                      <a16:creationId xmlns:a16="http://schemas.microsoft.com/office/drawing/2014/main" id="{45D25C04-3AAA-807C-990F-8B686DFC030F}"/>
                    </a:ext>
                  </a:extLst>
                </p:cNvPr>
                <p:cNvSpPr/>
                <p:nvPr/>
              </p:nvSpPr>
              <p:spPr>
                <a:xfrm>
                  <a:off x="5392528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39" name="pg1039">
                  <a:extLst>
                    <a:ext uri="{FF2B5EF4-FFF2-40B4-BE49-F238E27FC236}">
                      <a16:creationId xmlns:a16="http://schemas.microsoft.com/office/drawing/2014/main" id="{C93A53D8-C23D-47A0-9065-9F983364BADC}"/>
                    </a:ext>
                  </a:extLst>
                </p:cNvPr>
                <p:cNvSpPr/>
                <p:nvPr/>
              </p:nvSpPr>
              <p:spPr>
                <a:xfrm>
                  <a:off x="5404165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0" name="pg1040">
                  <a:extLst>
                    <a:ext uri="{FF2B5EF4-FFF2-40B4-BE49-F238E27FC236}">
                      <a16:creationId xmlns:a16="http://schemas.microsoft.com/office/drawing/2014/main" id="{C08D20C5-412F-AA0F-645C-FDF30F372E2D}"/>
                    </a:ext>
                  </a:extLst>
                </p:cNvPr>
                <p:cNvSpPr/>
                <p:nvPr/>
              </p:nvSpPr>
              <p:spPr>
                <a:xfrm>
                  <a:off x="5415803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1" name="pg1041">
                  <a:extLst>
                    <a:ext uri="{FF2B5EF4-FFF2-40B4-BE49-F238E27FC236}">
                      <a16:creationId xmlns:a16="http://schemas.microsoft.com/office/drawing/2014/main" id="{44993C2D-0C53-7C4A-F847-44FE74C79780}"/>
                    </a:ext>
                  </a:extLst>
                </p:cNvPr>
                <p:cNvSpPr/>
                <p:nvPr/>
              </p:nvSpPr>
              <p:spPr>
                <a:xfrm>
                  <a:off x="5427440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2" name="pg1042">
                  <a:extLst>
                    <a:ext uri="{FF2B5EF4-FFF2-40B4-BE49-F238E27FC236}">
                      <a16:creationId xmlns:a16="http://schemas.microsoft.com/office/drawing/2014/main" id="{28574231-4E61-3430-6B2B-FCF6BEEEAD0B}"/>
                    </a:ext>
                  </a:extLst>
                </p:cNvPr>
                <p:cNvSpPr/>
                <p:nvPr/>
              </p:nvSpPr>
              <p:spPr>
                <a:xfrm>
                  <a:off x="5439077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3" name="pg1043">
                  <a:extLst>
                    <a:ext uri="{FF2B5EF4-FFF2-40B4-BE49-F238E27FC236}">
                      <a16:creationId xmlns:a16="http://schemas.microsoft.com/office/drawing/2014/main" id="{D59ACF71-2CDA-A57A-30C3-ADE9ED76A053}"/>
                    </a:ext>
                  </a:extLst>
                </p:cNvPr>
                <p:cNvSpPr/>
                <p:nvPr/>
              </p:nvSpPr>
              <p:spPr>
                <a:xfrm>
                  <a:off x="5450715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4" name="pg1044">
                  <a:extLst>
                    <a:ext uri="{FF2B5EF4-FFF2-40B4-BE49-F238E27FC236}">
                      <a16:creationId xmlns:a16="http://schemas.microsoft.com/office/drawing/2014/main" id="{1DDA47F6-7FF6-AE92-3CF3-67E40F03E342}"/>
                    </a:ext>
                  </a:extLst>
                </p:cNvPr>
                <p:cNvSpPr/>
                <p:nvPr/>
              </p:nvSpPr>
              <p:spPr>
                <a:xfrm>
                  <a:off x="5462352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5" name="pg1045">
                  <a:extLst>
                    <a:ext uri="{FF2B5EF4-FFF2-40B4-BE49-F238E27FC236}">
                      <a16:creationId xmlns:a16="http://schemas.microsoft.com/office/drawing/2014/main" id="{E2A3CA7F-7829-BD3A-9862-DA71134D8381}"/>
                    </a:ext>
                  </a:extLst>
                </p:cNvPr>
                <p:cNvSpPr/>
                <p:nvPr/>
              </p:nvSpPr>
              <p:spPr>
                <a:xfrm>
                  <a:off x="5473989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6FA0">
                    <a:alpha val="100000"/>
                  </a:srgbClr>
                </a:solidFill>
                <a:ln w="5420" cap="flat">
                  <a:solidFill>
                    <a:srgbClr val="3B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6" name="pg1046">
                  <a:extLst>
                    <a:ext uri="{FF2B5EF4-FFF2-40B4-BE49-F238E27FC236}">
                      <a16:creationId xmlns:a16="http://schemas.microsoft.com/office/drawing/2014/main" id="{4B0BDB5A-F7A4-F824-CBB9-5E1950A6FB94}"/>
                    </a:ext>
                  </a:extLst>
                </p:cNvPr>
                <p:cNvSpPr/>
                <p:nvPr/>
              </p:nvSpPr>
              <p:spPr>
                <a:xfrm>
                  <a:off x="5485627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7" name="pg1047">
                  <a:extLst>
                    <a:ext uri="{FF2B5EF4-FFF2-40B4-BE49-F238E27FC236}">
                      <a16:creationId xmlns:a16="http://schemas.microsoft.com/office/drawing/2014/main" id="{90542894-B639-7A57-ACF4-A6B6F891A6AD}"/>
                    </a:ext>
                  </a:extLst>
                </p:cNvPr>
                <p:cNvSpPr/>
                <p:nvPr/>
              </p:nvSpPr>
              <p:spPr>
                <a:xfrm>
                  <a:off x="5497264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8" name="pg1048">
                  <a:extLst>
                    <a:ext uri="{FF2B5EF4-FFF2-40B4-BE49-F238E27FC236}">
                      <a16:creationId xmlns:a16="http://schemas.microsoft.com/office/drawing/2014/main" id="{FAA57B40-3490-9D0C-8523-74EE79E5412D}"/>
                    </a:ext>
                  </a:extLst>
                </p:cNvPr>
                <p:cNvSpPr/>
                <p:nvPr/>
              </p:nvSpPr>
              <p:spPr>
                <a:xfrm>
                  <a:off x="5508901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39D">
                    <a:alpha val="100000"/>
                  </a:srgbClr>
                </a:solidFill>
                <a:ln w="5420" cap="flat">
                  <a:solidFill>
                    <a:srgbClr val="3A639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49" name="pg1049">
                  <a:extLst>
                    <a:ext uri="{FF2B5EF4-FFF2-40B4-BE49-F238E27FC236}">
                      <a16:creationId xmlns:a16="http://schemas.microsoft.com/office/drawing/2014/main" id="{CDFFBA81-85CF-C744-6A86-95CC3B912EC2}"/>
                    </a:ext>
                  </a:extLst>
                </p:cNvPr>
                <p:cNvSpPr/>
                <p:nvPr/>
              </p:nvSpPr>
              <p:spPr>
                <a:xfrm>
                  <a:off x="5520539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5D9C">
                    <a:alpha val="100000"/>
                  </a:srgbClr>
                </a:solidFill>
                <a:ln w="5420" cap="flat">
                  <a:solidFill>
                    <a:srgbClr val="395D9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0" name="pg1050">
                  <a:extLst>
                    <a:ext uri="{FF2B5EF4-FFF2-40B4-BE49-F238E27FC236}">
                      <a16:creationId xmlns:a16="http://schemas.microsoft.com/office/drawing/2014/main" id="{A68CF221-107A-6EF4-FD0F-0EA0783FFC02}"/>
                    </a:ext>
                  </a:extLst>
                </p:cNvPr>
                <p:cNvSpPr/>
                <p:nvPr/>
              </p:nvSpPr>
              <p:spPr>
                <a:xfrm>
                  <a:off x="5532176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5793">
                    <a:alpha val="100000"/>
                  </a:srgbClr>
                </a:solidFill>
                <a:ln w="5420" cap="flat">
                  <a:solidFill>
                    <a:srgbClr val="3A579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1" name="pg1051">
                  <a:extLst>
                    <a:ext uri="{FF2B5EF4-FFF2-40B4-BE49-F238E27FC236}">
                      <a16:creationId xmlns:a16="http://schemas.microsoft.com/office/drawing/2014/main" id="{BC77DDE6-9035-8A46-C82D-347987126E4D}"/>
                    </a:ext>
                  </a:extLst>
                </p:cNvPr>
                <p:cNvSpPr/>
                <p:nvPr/>
              </p:nvSpPr>
              <p:spPr>
                <a:xfrm>
                  <a:off x="5543813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5089">
                    <a:alpha val="100000"/>
                  </a:srgbClr>
                </a:solidFill>
                <a:ln w="5420" cap="flat">
                  <a:solidFill>
                    <a:srgbClr val="3B508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2" name="pg1052">
                  <a:extLst>
                    <a:ext uri="{FF2B5EF4-FFF2-40B4-BE49-F238E27FC236}">
                      <a16:creationId xmlns:a16="http://schemas.microsoft.com/office/drawing/2014/main" id="{FEB59881-3108-F285-4FAF-7AB7CCBE1C24}"/>
                    </a:ext>
                  </a:extLst>
                </p:cNvPr>
                <p:cNvSpPr/>
                <p:nvPr/>
              </p:nvSpPr>
              <p:spPr>
                <a:xfrm>
                  <a:off x="5555451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497F">
                    <a:alpha val="100000"/>
                  </a:srgbClr>
                </a:solidFill>
                <a:ln w="5420" cap="flat">
                  <a:solidFill>
                    <a:srgbClr val="3C497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3" name="pg1053">
                  <a:extLst>
                    <a:ext uri="{FF2B5EF4-FFF2-40B4-BE49-F238E27FC236}">
                      <a16:creationId xmlns:a16="http://schemas.microsoft.com/office/drawing/2014/main" id="{40398FA7-51D5-AE34-7E88-20F61CC047BB}"/>
                    </a:ext>
                  </a:extLst>
                </p:cNvPr>
                <p:cNvSpPr/>
                <p:nvPr/>
              </p:nvSpPr>
              <p:spPr>
                <a:xfrm>
                  <a:off x="5567088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3A6A">
                    <a:alpha val="100000"/>
                  </a:srgbClr>
                </a:solidFill>
                <a:ln w="5420" cap="flat">
                  <a:solidFill>
                    <a:srgbClr val="3B3A6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4" name="pg1054">
                  <a:extLst>
                    <a:ext uri="{FF2B5EF4-FFF2-40B4-BE49-F238E27FC236}">
                      <a16:creationId xmlns:a16="http://schemas.microsoft.com/office/drawing/2014/main" id="{FB3FAD0F-0C4C-55BE-95E5-E62456667C33}"/>
                    </a:ext>
                  </a:extLst>
                </p:cNvPr>
                <p:cNvSpPr/>
                <p:nvPr/>
              </p:nvSpPr>
              <p:spPr>
                <a:xfrm>
                  <a:off x="5590363" y="330843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2F5A">
                    <a:alpha val="100000"/>
                  </a:srgbClr>
                </a:solidFill>
                <a:ln w="5420" cap="flat">
                  <a:solidFill>
                    <a:srgbClr val="392F5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5" name="pg1055">
                  <a:extLst>
                    <a:ext uri="{FF2B5EF4-FFF2-40B4-BE49-F238E27FC236}">
                      <a16:creationId xmlns:a16="http://schemas.microsoft.com/office/drawing/2014/main" id="{12794676-0650-6A1E-CC4C-CE3AF01CD371}"/>
                    </a:ext>
                  </a:extLst>
                </p:cNvPr>
                <p:cNvSpPr/>
                <p:nvPr/>
              </p:nvSpPr>
              <p:spPr>
                <a:xfrm>
                  <a:off x="5345979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6" name="pg1056">
                  <a:extLst>
                    <a:ext uri="{FF2B5EF4-FFF2-40B4-BE49-F238E27FC236}">
                      <a16:creationId xmlns:a16="http://schemas.microsoft.com/office/drawing/2014/main" id="{0404EC83-7B71-49BE-3392-319DDDE185A6}"/>
                    </a:ext>
                  </a:extLst>
                </p:cNvPr>
                <p:cNvSpPr/>
                <p:nvPr/>
              </p:nvSpPr>
              <p:spPr>
                <a:xfrm>
                  <a:off x="5357616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7" name="pg1057">
                  <a:extLst>
                    <a:ext uri="{FF2B5EF4-FFF2-40B4-BE49-F238E27FC236}">
                      <a16:creationId xmlns:a16="http://schemas.microsoft.com/office/drawing/2014/main" id="{EC811251-65BF-A16F-810B-C821E87272F3}"/>
                    </a:ext>
                  </a:extLst>
                </p:cNvPr>
                <p:cNvSpPr/>
                <p:nvPr/>
              </p:nvSpPr>
              <p:spPr>
                <a:xfrm>
                  <a:off x="5369253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8" name="pg1058">
                  <a:extLst>
                    <a:ext uri="{FF2B5EF4-FFF2-40B4-BE49-F238E27FC236}">
                      <a16:creationId xmlns:a16="http://schemas.microsoft.com/office/drawing/2014/main" id="{92380263-AB6E-0CFA-3CC2-DEE44306F2A6}"/>
                    </a:ext>
                  </a:extLst>
                </p:cNvPr>
                <p:cNvSpPr/>
                <p:nvPr/>
              </p:nvSpPr>
              <p:spPr>
                <a:xfrm>
                  <a:off x="5380891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59" name="pg1059">
                  <a:extLst>
                    <a:ext uri="{FF2B5EF4-FFF2-40B4-BE49-F238E27FC236}">
                      <a16:creationId xmlns:a16="http://schemas.microsoft.com/office/drawing/2014/main" id="{6F989F6E-C257-904F-C567-C3FB8361EB8F}"/>
                    </a:ext>
                  </a:extLst>
                </p:cNvPr>
                <p:cNvSpPr/>
                <p:nvPr/>
              </p:nvSpPr>
              <p:spPr>
                <a:xfrm>
                  <a:off x="5392528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0" name="pg1060">
                  <a:extLst>
                    <a:ext uri="{FF2B5EF4-FFF2-40B4-BE49-F238E27FC236}">
                      <a16:creationId xmlns:a16="http://schemas.microsoft.com/office/drawing/2014/main" id="{047F6D1A-E50C-2A48-0821-606268315A2E}"/>
                    </a:ext>
                  </a:extLst>
                </p:cNvPr>
                <p:cNvSpPr/>
                <p:nvPr/>
              </p:nvSpPr>
              <p:spPr>
                <a:xfrm>
                  <a:off x="5404165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1" name="pg1061">
                  <a:extLst>
                    <a:ext uri="{FF2B5EF4-FFF2-40B4-BE49-F238E27FC236}">
                      <a16:creationId xmlns:a16="http://schemas.microsoft.com/office/drawing/2014/main" id="{341F686D-4C5B-00E9-DBA8-040BC3780651}"/>
                    </a:ext>
                  </a:extLst>
                </p:cNvPr>
                <p:cNvSpPr/>
                <p:nvPr/>
              </p:nvSpPr>
              <p:spPr>
                <a:xfrm>
                  <a:off x="5415803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2" name="pg1062">
                  <a:extLst>
                    <a:ext uri="{FF2B5EF4-FFF2-40B4-BE49-F238E27FC236}">
                      <a16:creationId xmlns:a16="http://schemas.microsoft.com/office/drawing/2014/main" id="{B0742C9B-5401-3F18-1D0D-68BDCB8714DC}"/>
                    </a:ext>
                  </a:extLst>
                </p:cNvPr>
                <p:cNvSpPr/>
                <p:nvPr/>
              </p:nvSpPr>
              <p:spPr>
                <a:xfrm>
                  <a:off x="5427440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3" name="pg1063">
                  <a:extLst>
                    <a:ext uri="{FF2B5EF4-FFF2-40B4-BE49-F238E27FC236}">
                      <a16:creationId xmlns:a16="http://schemas.microsoft.com/office/drawing/2014/main" id="{9F413D8F-4AF9-575C-49FE-8564635DD3E0}"/>
                    </a:ext>
                  </a:extLst>
                </p:cNvPr>
                <p:cNvSpPr/>
                <p:nvPr/>
              </p:nvSpPr>
              <p:spPr>
                <a:xfrm>
                  <a:off x="5439077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4" name="pg1064">
                  <a:extLst>
                    <a:ext uri="{FF2B5EF4-FFF2-40B4-BE49-F238E27FC236}">
                      <a16:creationId xmlns:a16="http://schemas.microsoft.com/office/drawing/2014/main" id="{2324A604-506B-DD7A-689F-8B4556D656CC}"/>
                    </a:ext>
                  </a:extLst>
                </p:cNvPr>
                <p:cNvSpPr/>
                <p:nvPr/>
              </p:nvSpPr>
              <p:spPr>
                <a:xfrm>
                  <a:off x="5450715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5" name="pg1065">
                  <a:extLst>
                    <a:ext uri="{FF2B5EF4-FFF2-40B4-BE49-F238E27FC236}">
                      <a16:creationId xmlns:a16="http://schemas.microsoft.com/office/drawing/2014/main" id="{688A9434-F5F9-8DDC-5407-ACC172681A5D}"/>
                    </a:ext>
                  </a:extLst>
                </p:cNvPr>
                <p:cNvSpPr/>
                <p:nvPr/>
              </p:nvSpPr>
              <p:spPr>
                <a:xfrm>
                  <a:off x="5462352" y="33227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6" name="pg1066">
                  <a:extLst>
                    <a:ext uri="{FF2B5EF4-FFF2-40B4-BE49-F238E27FC236}">
                      <a16:creationId xmlns:a16="http://schemas.microsoft.com/office/drawing/2014/main" id="{86187455-5515-591A-9202-689BC21657BC}"/>
                    </a:ext>
                  </a:extLst>
                </p:cNvPr>
                <p:cNvSpPr/>
                <p:nvPr/>
              </p:nvSpPr>
              <p:spPr>
                <a:xfrm>
                  <a:off x="5334341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7" name="pg1067">
                  <a:extLst>
                    <a:ext uri="{FF2B5EF4-FFF2-40B4-BE49-F238E27FC236}">
                      <a16:creationId xmlns:a16="http://schemas.microsoft.com/office/drawing/2014/main" id="{8A10774C-E75E-A96C-6593-2B127E5AB4AE}"/>
                    </a:ext>
                  </a:extLst>
                </p:cNvPr>
                <p:cNvSpPr/>
                <p:nvPr/>
              </p:nvSpPr>
              <p:spPr>
                <a:xfrm>
                  <a:off x="5345979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8" name="pg1068">
                  <a:extLst>
                    <a:ext uri="{FF2B5EF4-FFF2-40B4-BE49-F238E27FC236}">
                      <a16:creationId xmlns:a16="http://schemas.microsoft.com/office/drawing/2014/main" id="{7DF22806-13D4-FD9E-4704-4C1A6214F903}"/>
                    </a:ext>
                  </a:extLst>
                </p:cNvPr>
                <p:cNvSpPr/>
                <p:nvPr/>
              </p:nvSpPr>
              <p:spPr>
                <a:xfrm>
                  <a:off x="5357616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69" name="pg1069">
                  <a:extLst>
                    <a:ext uri="{FF2B5EF4-FFF2-40B4-BE49-F238E27FC236}">
                      <a16:creationId xmlns:a16="http://schemas.microsoft.com/office/drawing/2014/main" id="{258741AD-5F13-B0C5-5003-8AE95A2F71C9}"/>
                    </a:ext>
                  </a:extLst>
                </p:cNvPr>
                <p:cNvSpPr/>
                <p:nvPr/>
              </p:nvSpPr>
              <p:spPr>
                <a:xfrm>
                  <a:off x="5369253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0" name="pg1070">
                  <a:extLst>
                    <a:ext uri="{FF2B5EF4-FFF2-40B4-BE49-F238E27FC236}">
                      <a16:creationId xmlns:a16="http://schemas.microsoft.com/office/drawing/2014/main" id="{F410CA5F-E268-A598-E4F3-8D45F37D413C}"/>
                    </a:ext>
                  </a:extLst>
                </p:cNvPr>
                <p:cNvSpPr/>
                <p:nvPr/>
              </p:nvSpPr>
              <p:spPr>
                <a:xfrm>
                  <a:off x="5380891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1" name="pg1071">
                  <a:extLst>
                    <a:ext uri="{FF2B5EF4-FFF2-40B4-BE49-F238E27FC236}">
                      <a16:creationId xmlns:a16="http://schemas.microsoft.com/office/drawing/2014/main" id="{2EAFE809-9630-8C0B-6E85-4DDBD3E474B8}"/>
                    </a:ext>
                  </a:extLst>
                </p:cNvPr>
                <p:cNvSpPr/>
                <p:nvPr/>
              </p:nvSpPr>
              <p:spPr>
                <a:xfrm>
                  <a:off x="5392528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2" name="pg1072">
                  <a:extLst>
                    <a:ext uri="{FF2B5EF4-FFF2-40B4-BE49-F238E27FC236}">
                      <a16:creationId xmlns:a16="http://schemas.microsoft.com/office/drawing/2014/main" id="{677B3C74-1AE8-7DB8-E09C-BDC573D5AA2B}"/>
                    </a:ext>
                  </a:extLst>
                </p:cNvPr>
                <p:cNvSpPr/>
                <p:nvPr/>
              </p:nvSpPr>
              <p:spPr>
                <a:xfrm>
                  <a:off x="5404165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3" name="pg1073">
                  <a:extLst>
                    <a:ext uri="{FF2B5EF4-FFF2-40B4-BE49-F238E27FC236}">
                      <a16:creationId xmlns:a16="http://schemas.microsoft.com/office/drawing/2014/main" id="{210CDBDD-A020-CD26-DB18-9CC2B334A67B}"/>
                    </a:ext>
                  </a:extLst>
                </p:cNvPr>
                <p:cNvSpPr/>
                <p:nvPr/>
              </p:nvSpPr>
              <p:spPr>
                <a:xfrm>
                  <a:off x="5415803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4" name="pg1074">
                  <a:extLst>
                    <a:ext uri="{FF2B5EF4-FFF2-40B4-BE49-F238E27FC236}">
                      <a16:creationId xmlns:a16="http://schemas.microsoft.com/office/drawing/2014/main" id="{E18F703D-8E7A-2712-301E-33AB7C729CDB}"/>
                    </a:ext>
                  </a:extLst>
                </p:cNvPr>
                <p:cNvSpPr/>
                <p:nvPr/>
              </p:nvSpPr>
              <p:spPr>
                <a:xfrm>
                  <a:off x="5427440" y="333703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5" name="pg1075">
                  <a:extLst>
                    <a:ext uri="{FF2B5EF4-FFF2-40B4-BE49-F238E27FC236}">
                      <a16:creationId xmlns:a16="http://schemas.microsoft.com/office/drawing/2014/main" id="{8F96C6EC-A9B0-99FE-8296-5FA9979AE2AA}"/>
                    </a:ext>
                  </a:extLst>
                </p:cNvPr>
                <p:cNvSpPr/>
                <p:nvPr/>
              </p:nvSpPr>
              <p:spPr>
                <a:xfrm>
                  <a:off x="5322704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6" name="pg1076">
                  <a:extLst>
                    <a:ext uri="{FF2B5EF4-FFF2-40B4-BE49-F238E27FC236}">
                      <a16:creationId xmlns:a16="http://schemas.microsoft.com/office/drawing/2014/main" id="{80C71CB6-B786-7A48-B8B3-50E520C6E2F4}"/>
                    </a:ext>
                  </a:extLst>
                </p:cNvPr>
                <p:cNvSpPr/>
                <p:nvPr/>
              </p:nvSpPr>
              <p:spPr>
                <a:xfrm>
                  <a:off x="5334341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7" name="pg1077">
                  <a:extLst>
                    <a:ext uri="{FF2B5EF4-FFF2-40B4-BE49-F238E27FC236}">
                      <a16:creationId xmlns:a16="http://schemas.microsoft.com/office/drawing/2014/main" id="{6DA5F034-042F-5273-B68E-941014417B9B}"/>
                    </a:ext>
                  </a:extLst>
                </p:cNvPr>
                <p:cNvSpPr/>
                <p:nvPr/>
              </p:nvSpPr>
              <p:spPr>
                <a:xfrm>
                  <a:off x="5345979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8" name="pg1078">
                  <a:extLst>
                    <a:ext uri="{FF2B5EF4-FFF2-40B4-BE49-F238E27FC236}">
                      <a16:creationId xmlns:a16="http://schemas.microsoft.com/office/drawing/2014/main" id="{AF11F84A-3A78-311A-C1CE-F93CA02A03EB}"/>
                    </a:ext>
                  </a:extLst>
                </p:cNvPr>
                <p:cNvSpPr/>
                <p:nvPr/>
              </p:nvSpPr>
              <p:spPr>
                <a:xfrm>
                  <a:off x="5357616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79" name="pg1079">
                  <a:extLst>
                    <a:ext uri="{FF2B5EF4-FFF2-40B4-BE49-F238E27FC236}">
                      <a16:creationId xmlns:a16="http://schemas.microsoft.com/office/drawing/2014/main" id="{E6902B4C-8AC8-E8F4-65F4-7903F6046C43}"/>
                    </a:ext>
                  </a:extLst>
                </p:cNvPr>
                <p:cNvSpPr/>
                <p:nvPr/>
              </p:nvSpPr>
              <p:spPr>
                <a:xfrm>
                  <a:off x="5369253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0" name="pg1080">
                  <a:extLst>
                    <a:ext uri="{FF2B5EF4-FFF2-40B4-BE49-F238E27FC236}">
                      <a16:creationId xmlns:a16="http://schemas.microsoft.com/office/drawing/2014/main" id="{FD10D822-D37C-C9F7-CEE4-994AE27AD821}"/>
                    </a:ext>
                  </a:extLst>
                </p:cNvPr>
                <p:cNvSpPr/>
                <p:nvPr/>
              </p:nvSpPr>
              <p:spPr>
                <a:xfrm>
                  <a:off x="5380891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1" name="pg1081">
                  <a:extLst>
                    <a:ext uri="{FF2B5EF4-FFF2-40B4-BE49-F238E27FC236}">
                      <a16:creationId xmlns:a16="http://schemas.microsoft.com/office/drawing/2014/main" id="{62C1EFFE-B58A-F435-4E52-137AD5DDE75C}"/>
                    </a:ext>
                  </a:extLst>
                </p:cNvPr>
                <p:cNvSpPr/>
                <p:nvPr/>
              </p:nvSpPr>
              <p:spPr>
                <a:xfrm>
                  <a:off x="5392528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2" name="pg1082">
                  <a:extLst>
                    <a:ext uri="{FF2B5EF4-FFF2-40B4-BE49-F238E27FC236}">
                      <a16:creationId xmlns:a16="http://schemas.microsoft.com/office/drawing/2014/main" id="{14C6D7DE-347C-D2D2-1368-690D1F9AE7BF}"/>
                    </a:ext>
                  </a:extLst>
                </p:cNvPr>
                <p:cNvSpPr/>
                <p:nvPr/>
              </p:nvSpPr>
              <p:spPr>
                <a:xfrm>
                  <a:off x="5404165" y="33513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3" name="pg1083">
                  <a:extLst>
                    <a:ext uri="{FF2B5EF4-FFF2-40B4-BE49-F238E27FC236}">
                      <a16:creationId xmlns:a16="http://schemas.microsoft.com/office/drawing/2014/main" id="{8081A5EB-0DF8-7AAA-26EB-3AEA2A3477BB}"/>
                    </a:ext>
                  </a:extLst>
                </p:cNvPr>
                <p:cNvSpPr/>
                <p:nvPr/>
              </p:nvSpPr>
              <p:spPr>
                <a:xfrm>
                  <a:off x="5311067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4" name="pg1084">
                  <a:extLst>
                    <a:ext uri="{FF2B5EF4-FFF2-40B4-BE49-F238E27FC236}">
                      <a16:creationId xmlns:a16="http://schemas.microsoft.com/office/drawing/2014/main" id="{3A102A9C-7F91-5F73-03D1-568C7CEACD39}"/>
                    </a:ext>
                  </a:extLst>
                </p:cNvPr>
                <p:cNvSpPr/>
                <p:nvPr/>
              </p:nvSpPr>
              <p:spPr>
                <a:xfrm>
                  <a:off x="5322704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5" name="pg1085">
                  <a:extLst>
                    <a:ext uri="{FF2B5EF4-FFF2-40B4-BE49-F238E27FC236}">
                      <a16:creationId xmlns:a16="http://schemas.microsoft.com/office/drawing/2014/main" id="{A1D8EE89-A713-A701-6E23-B958A18E8EDF}"/>
                    </a:ext>
                  </a:extLst>
                </p:cNvPr>
                <p:cNvSpPr/>
                <p:nvPr/>
              </p:nvSpPr>
              <p:spPr>
                <a:xfrm>
                  <a:off x="5334341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6" name="pg1086">
                  <a:extLst>
                    <a:ext uri="{FF2B5EF4-FFF2-40B4-BE49-F238E27FC236}">
                      <a16:creationId xmlns:a16="http://schemas.microsoft.com/office/drawing/2014/main" id="{EA801305-F1DD-B893-329C-3FDA5C3B5CF4}"/>
                    </a:ext>
                  </a:extLst>
                </p:cNvPr>
                <p:cNvSpPr/>
                <p:nvPr/>
              </p:nvSpPr>
              <p:spPr>
                <a:xfrm>
                  <a:off x="5345979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7" name="pg1087">
                  <a:extLst>
                    <a:ext uri="{FF2B5EF4-FFF2-40B4-BE49-F238E27FC236}">
                      <a16:creationId xmlns:a16="http://schemas.microsoft.com/office/drawing/2014/main" id="{E3A5D98C-2ECA-F889-A9F2-D1D96EC8F1BE}"/>
                    </a:ext>
                  </a:extLst>
                </p:cNvPr>
                <p:cNvSpPr/>
                <p:nvPr/>
              </p:nvSpPr>
              <p:spPr>
                <a:xfrm>
                  <a:off x="5357616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8" name="pg1088">
                  <a:extLst>
                    <a:ext uri="{FF2B5EF4-FFF2-40B4-BE49-F238E27FC236}">
                      <a16:creationId xmlns:a16="http://schemas.microsoft.com/office/drawing/2014/main" id="{7054249E-554E-4FC5-0989-A3E78AD6D380}"/>
                    </a:ext>
                  </a:extLst>
                </p:cNvPr>
                <p:cNvSpPr/>
                <p:nvPr/>
              </p:nvSpPr>
              <p:spPr>
                <a:xfrm>
                  <a:off x="5369253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89" name="pg1089">
                  <a:extLst>
                    <a:ext uri="{FF2B5EF4-FFF2-40B4-BE49-F238E27FC236}">
                      <a16:creationId xmlns:a16="http://schemas.microsoft.com/office/drawing/2014/main" id="{264B1CA1-602F-26D9-315D-9D853D5398A4}"/>
                    </a:ext>
                  </a:extLst>
                </p:cNvPr>
                <p:cNvSpPr/>
                <p:nvPr/>
              </p:nvSpPr>
              <p:spPr>
                <a:xfrm>
                  <a:off x="5380891" y="336563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0" name="pg1090">
                  <a:extLst>
                    <a:ext uri="{FF2B5EF4-FFF2-40B4-BE49-F238E27FC236}">
                      <a16:creationId xmlns:a16="http://schemas.microsoft.com/office/drawing/2014/main" id="{E92998AA-E585-7AFE-69F5-4570737D45B0}"/>
                    </a:ext>
                  </a:extLst>
                </p:cNvPr>
                <p:cNvSpPr/>
                <p:nvPr/>
              </p:nvSpPr>
              <p:spPr>
                <a:xfrm>
                  <a:off x="5311067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1" name="pg1091">
                  <a:extLst>
                    <a:ext uri="{FF2B5EF4-FFF2-40B4-BE49-F238E27FC236}">
                      <a16:creationId xmlns:a16="http://schemas.microsoft.com/office/drawing/2014/main" id="{FD157032-E5AF-459C-6585-5698F7B4CF06}"/>
                    </a:ext>
                  </a:extLst>
                </p:cNvPr>
                <p:cNvSpPr/>
                <p:nvPr/>
              </p:nvSpPr>
              <p:spPr>
                <a:xfrm>
                  <a:off x="5322704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2" name="pg1092">
                  <a:extLst>
                    <a:ext uri="{FF2B5EF4-FFF2-40B4-BE49-F238E27FC236}">
                      <a16:creationId xmlns:a16="http://schemas.microsoft.com/office/drawing/2014/main" id="{50032AFD-D060-5898-9B7F-259CB56BB9FA}"/>
                    </a:ext>
                  </a:extLst>
                </p:cNvPr>
                <p:cNvSpPr/>
                <p:nvPr/>
              </p:nvSpPr>
              <p:spPr>
                <a:xfrm>
                  <a:off x="5334341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3" name="pg1093">
                  <a:extLst>
                    <a:ext uri="{FF2B5EF4-FFF2-40B4-BE49-F238E27FC236}">
                      <a16:creationId xmlns:a16="http://schemas.microsoft.com/office/drawing/2014/main" id="{CE9243CB-6790-CA92-B97D-378126DAFF9F}"/>
                    </a:ext>
                  </a:extLst>
                </p:cNvPr>
                <p:cNvSpPr/>
                <p:nvPr/>
              </p:nvSpPr>
              <p:spPr>
                <a:xfrm>
                  <a:off x="5345979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4" name="pg1094">
                  <a:extLst>
                    <a:ext uri="{FF2B5EF4-FFF2-40B4-BE49-F238E27FC236}">
                      <a16:creationId xmlns:a16="http://schemas.microsoft.com/office/drawing/2014/main" id="{B77228BB-FB5A-54CC-B324-FD68D5F6091E}"/>
                    </a:ext>
                  </a:extLst>
                </p:cNvPr>
                <p:cNvSpPr/>
                <p:nvPr/>
              </p:nvSpPr>
              <p:spPr>
                <a:xfrm>
                  <a:off x="5357616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5" name="pg1095">
                  <a:extLst>
                    <a:ext uri="{FF2B5EF4-FFF2-40B4-BE49-F238E27FC236}">
                      <a16:creationId xmlns:a16="http://schemas.microsoft.com/office/drawing/2014/main" id="{BC5E727C-ACE7-D5DC-86B3-DEBD3E748519}"/>
                    </a:ext>
                  </a:extLst>
                </p:cNvPr>
                <p:cNvSpPr/>
                <p:nvPr/>
              </p:nvSpPr>
              <p:spPr>
                <a:xfrm>
                  <a:off x="5369253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6" name="pg1096">
                  <a:extLst>
                    <a:ext uri="{FF2B5EF4-FFF2-40B4-BE49-F238E27FC236}">
                      <a16:creationId xmlns:a16="http://schemas.microsoft.com/office/drawing/2014/main" id="{C6AD2F79-1054-652E-D66B-1C0B561F2A88}"/>
                    </a:ext>
                  </a:extLst>
                </p:cNvPr>
                <p:cNvSpPr/>
                <p:nvPr/>
              </p:nvSpPr>
              <p:spPr>
                <a:xfrm>
                  <a:off x="5380891" y="337993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7" name="pg1097">
                  <a:extLst>
                    <a:ext uri="{FF2B5EF4-FFF2-40B4-BE49-F238E27FC236}">
                      <a16:creationId xmlns:a16="http://schemas.microsoft.com/office/drawing/2014/main" id="{AB54F67E-1DF2-EC25-A602-EE46A464992B}"/>
                    </a:ext>
                  </a:extLst>
                </p:cNvPr>
                <p:cNvSpPr/>
                <p:nvPr/>
              </p:nvSpPr>
              <p:spPr>
                <a:xfrm>
                  <a:off x="5311067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8" name="pg1098">
                  <a:extLst>
                    <a:ext uri="{FF2B5EF4-FFF2-40B4-BE49-F238E27FC236}">
                      <a16:creationId xmlns:a16="http://schemas.microsoft.com/office/drawing/2014/main" id="{CBBF6BBD-F498-0839-E6A9-36A6F76E6E78}"/>
                    </a:ext>
                  </a:extLst>
                </p:cNvPr>
                <p:cNvSpPr/>
                <p:nvPr/>
              </p:nvSpPr>
              <p:spPr>
                <a:xfrm>
                  <a:off x="5322704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099" name="pg1099">
                  <a:extLst>
                    <a:ext uri="{FF2B5EF4-FFF2-40B4-BE49-F238E27FC236}">
                      <a16:creationId xmlns:a16="http://schemas.microsoft.com/office/drawing/2014/main" id="{B7270D26-10EA-FF80-BB92-E8D9D73ED8A9}"/>
                    </a:ext>
                  </a:extLst>
                </p:cNvPr>
                <p:cNvSpPr/>
                <p:nvPr/>
              </p:nvSpPr>
              <p:spPr>
                <a:xfrm>
                  <a:off x="5334341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0" name="pg1100">
                  <a:extLst>
                    <a:ext uri="{FF2B5EF4-FFF2-40B4-BE49-F238E27FC236}">
                      <a16:creationId xmlns:a16="http://schemas.microsoft.com/office/drawing/2014/main" id="{A68C2004-DC56-A69F-DEF1-FFF6CFC5698A}"/>
                    </a:ext>
                  </a:extLst>
                </p:cNvPr>
                <p:cNvSpPr/>
                <p:nvPr/>
              </p:nvSpPr>
              <p:spPr>
                <a:xfrm>
                  <a:off x="5345979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1" name="pg1101">
                  <a:extLst>
                    <a:ext uri="{FF2B5EF4-FFF2-40B4-BE49-F238E27FC236}">
                      <a16:creationId xmlns:a16="http://schemas.microsoft.com/office/drawing/2014/main" id="{0FC57AA1-9604-3EF6-2236-0D7DCE1D43BF}"/>
                    </a:ext>
                  </a:extLst>
                </p:cNvPr>
                <p:cNvSpPr/>
                <p:nvPr/>
              </p:nvSpPr>
              <p:spPr>
                <a:xfrm>
                  <a:off x="5357616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2" name="pg1102">
                  <a:extLst>
                    <a:ext uri="{FF2B5EF4-FFF2-40B4-BE49-F238E27FC236}">
                      <a16:creationId xmlns:a16="http://schemas.microsoft.com/office/drawing/2014/main" id="{3505252F-24AF-BC0D-C727-CB0716213C40}"/>
                    </a:ext>
                  </a:extLst>
                </p:cNvPr>
                <p:cNvSpPr/>
                <p:nvPr/>
              </p:nvSpPr>
              <p:spPr>
                <a:xfrm>
                  <a:off x="5369253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3" name="pg1103">
                  <a:extLst>
                    <a:ext uri="{FF2B5EF4-FFF2-40B4-BE49-F238E27FC236}">
                      <a16:creationId xmlns:a16="http://schemas.microsoft.com/office/drawing/2014/main" id="{C15E2526-C0FF-02D8-376E-BDBF118D326B}"/>
                    </a:ext>
                  </a:extLst>
                </p:cNvPr>
                <p:cNvSpPr/>
                <p:nvPr/>
              </p:nvSpPr>
              <p:spPr>
                <a:xfrm>
                  <a:off x="5380891" y="33942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4" name="pg1104">
                  <a:extLst>
                    <a:ext uri="{FF2B5EF4-FFF2-40B4-BE49-F238E27FC236}">
                      <a16:creationId xmlns:a16="http://schemas.microsoft.com/office/drawing/2014/main" id="{E4716BE4-4980-899E-AEB6-7513CF71878D}"/>
                    </a:ext>
                  </a:extLst>
                </p:cNvPr>
                <p:cNvSpPr/>
                <p:nvPr/>
              </p:nvSpPr>
              <p:spPr>
                <a:xfrm>
                  <a:off x="5311067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5" name="pg1105">
                  <a:extLst>
                    <a:ext uri="{FF2B5EF4-FFF2-40B4-BE49-F238E27FC236}">
                      <a16:creationId xmlns:a16="http://schemas.microsoft.com/office/drawing/2014/main" id="{CA1FC062-E337-D568-7115-757C98E83F8D}"/>
                    </a:ext>
                  </a:extLst>
                </p:cNvPr>
                <p:cNvSpPr/>
                <p:nvPr/>
              </p:nvSpPr>
              <p:spPr>
                <a:xfrm>
                  <a:off x="5322704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6" name="pg1106">
                  <a:extLst>
                    <a:ext uri="{FF2B5EF4-FFF2-40B4-BE49-F238E27FC236}">
                      <a16:creationId xmlns:a16="http://schemas.microsoft.com/office/drawing/2014/main" id="{9EEDB6E3-F409-9E77-872C-F637F96469D0}"/>
                    </a:ext>
                  </a:extLst>
                </p:cNvPr>
                <p:cNvSpPr/>
                <p:nvPr/>
              </p:nvSpPr>
              <p:spPr>
                <a:xfrm>
                  <a:off x="5334341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7" name="pg1107">
                  <a:extLst>
                    <a:ext uri="{FF2B5EF4-FFF2-40B4-BE49-F238E27FC236}">
                      <a16:creationId xmlns:a16="http://schemas.microsoft.com/office/drawing/2014/main" id="{FEAB9317-2AC7-ADC0-3C7B-A3E854A9D9CD}"/>
                    </a:ext>
                  </a:extLst>
                </p:cNvPr>
                <p:cNvSpPr/>
                <p:nvPr/>
              </p:nvSpPr>
              <p:spPr>
                <a:xfrm>
                  <a:off x="5345979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8" name="pg1108">
                  <a:extLst>
                    <a:ext uri="{FF2B5EF4-FFF2-40B4-BE49-F238E27FC236}">
                      <a16:creationId xmlns:a16="http://schemas.microsoft.com/office/drawing/2014/main" id="{0B99CB66-51EC-0D36-AFC5-CDC67FB148FA}"/>
                    </a:ext>
                  </a:extLst>
                </p:cNvPr>
                <p:cNvSpPr/>
                <p:nvPr/>
              </p:nvSpPr>
              <p:spPr>
                <a:xfrm>
                  <a:off x="5357616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CA7">
                    <a:alpha val="100000"/>
                  </a:srgbClr>
                </a:solidFill>
                <a:ln w="5420" cap="flat">
                  <a:solidFill>
                    <a:srgbClr val="38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09" name="pg1109">
                  <a:extLst>
                    <a:ext uri="{FF2B5EF4-FFF2-40B4-BE49-F238E27FC236}">
                      <a16:creationId xmlns:a16="http://schemas.microsoft.com/office/drawing/2014/main" id="{7F060D9C-7C0C-3FAA-DBD0-81851D4D061E}"/>
                    </a:ext>
                  </a:extLst>
                </p:cNvPr>
                <p:cNvSpPr/>
                <p:nvPr/>
              </p:nvSpPr>
              <p:spPr>
                <a:xfrm>
                  <a:off x="5369253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0" name="pg1110">
                  <a:extLst>
                    <a:ext uri="{FF2B5EF4-FFF2-40B4-BE49-F238E27FC236}">
                      <a16:creationId xmlns:a16="http://schemas.microsoft.com/office/drawing/2014/main" id="{CCBDD719-CE61-5AF9-C13F-6BDE7452CD33}"/>
                    </a:ext>
                  </a:extLst>
                </p:cNvPr>
                <p:cNvSpPr/>
                <p:nvPr/>
              </p:nvSpPr>
              <p:spPr>
                <a:xfrm>
                  <a:off x="5380891" y="340854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1" name="pg1111">
                  <a:extLst>
                    <a:ext uri="{FF2B5EF4-FFF2-40B4-BE49-F238E27FC236}">
                      <a16:creationId xmlns:a16="http://schemas.microsoft.com/office/drawing/2014/main" id="{9FA76A05-F708-822A-4224-7EC09D41C349}"/>
                    </a:ext>
                  </a:extLst>
                </p:cNvPr>
                <p:cNvSpPr/>
                <p:nvPr/>
              </p:nvSpPr>
              <p:spPr>
                <a:xfrm>
                  <a:off x="5241243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2" name="pg1112">
                  <a:extLst>
                    <a:ext uri="{FF2B5EF4-FFF2-40B4-BE49-F238E27FC236}">
                      <a16:creationId xmlns:a16="http://schemas.microsoft.com/office/drawing/2014/main" id="{7E17549A-AD28-46FE-8EF2-63CBA480D681}"/>
                    </a:ext>
                  </a:extLst>
                </p:cNvPr>
                <p:cNvSpPr/>
                <p:nvPr/>
              </p:nvSpPr>
              <p:spPr>
                <a:xfrm>
                  <a:off x="5252880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3" name="pg1113">
                  <a:extLst>
                    <a:ext uri="{FF2B5EF4-FFF2-40B4-BE49-F238E27FC236}">
                      <a16:creationId xmlns:a16="http://schemas.microsoft.com/office/drawing/2014/main" id="{676B7F7B-A936-8B7B-A366-A3EEAE4420A1}"/>
                    </a:ext>
                  </a:extLst>
                </p:cNvPr>
                <p:cNvSpPr/>
                <p:nvPr/>
              </p:nvSpPr>
              <p:spPr>
                <a:xfrm>
                  <a:off x="5334341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4" name="pg1114">
                  <a:extLst>
                    <a:ext uri="{FF2B5EF4-FFF2-40B4-BE49-F238E27FC236}">
                      <a16:creationId xmlns:a16="http://schemas.microsoft.com/office/drawing/2014/main" id="{99CC866A-B41C-16A2-D872-196783B9DAA9}"/>
                    </a:ext>
                  </a:extLst>
                </p:cNvPr>
                <p:cNvSpPr/>
                <p:nvPr/>
              </p:nvSpPr>
              <p:spPr>
                <a:xfrm>
                  <a:off x="5345979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5" name="pg1115">
                  <a:extLst>
                    <a:ext uri="{FF2B5EF4-FFF2-40B4-BE49-F238E27FC236}">
                      <a16:creationId xmlns:a16="http://schemas.microsoft.com/office/drawing/2014/main" id="{446C6140-3C2A-6B42-76DE-1C2869E1031E}"/>
                    </a:ext>
                  </a:extLst>
                </p:cNvPr>
                <p:cNvSpPr/>
                <p:nvPr/>
              </p:nvSpPr>
              <p:spPr>
                <a:xfrm>
                  <a:off x="5357616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6" name="pg1116">
                  <a:extLst>
                    <a:ext uri="{FF2B5EF4-FFF2-40B4-BE49-F238E27FC236}">
                      <a16:creationId xmlns:a16="http://schemas.microsoft.com/office/drawing/2014/main" id="{68C95634-A16E-5495-865A-33B496265876}"/>
                    </a:ext>
                  </a:extLst>
                </p:cNvPr>
                <p:cNvSpPr/>
                <p:nvPr/>
              </p:nvSpPr>
              <p:spPr>
                <a:xfrm>
                  <a:off x="5369253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7" name="pg1117">
                  <a:extLst>
                    <a:ext uri="{FF2B5EF4-FFF2-40B4-BE49-F238E27FC236}">
                      <a16:creationId xmlns:a16="http://schemas.microsoft.com/office/drawing/2014/main" id="{D0A94E52-9192-E026-11AC-DCC0914A34B6}"/>
                    </a:ext>
                  </a:extLst>
                </p:cNvPr>
                <p:cNvSpPr/>
                <p:nvPr/>
              </p:nvSpPr>
              <p:spPr>
                <a:xfrm>
                  <a:off x="5380891" y="34228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8" name="pg1118">
                  <a:extLst>
                    <a:ext uri="{FF2B5EF4-FFF2-40B4-BE49-F238E27FC236}">
                      <a16:creationId xmlns:a16="http://schemas.microsoft.com/office/drawing/2014/main" id="{71EA60EB-6E50-4E4A-E52B-43926CEAB902}"/>
                    </a:ext>
                  </a:extLst>
                </p:cNvPr>
                <p:cNvSpPr/>
                <p:nvPr/>
              </p:nvSpPr>
              <p:spPr>
                <a:xfrm>
                  <a:off x="5217968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19" name="pg1119">
                  <a:extLst>
                    <a:ext uri="{FF2B5EF4-FFF2-40B4-BE49-F238E27FC236}">
                      <a16:creationId xmlns:a16="http://schemas.microsoft.com/office/drawing/2014/main" id="{52D6DEB6-9AA9-7FD2-FF18-C97009E3FEE2}"/>
                    </a:ext>
                  </a:extLst>
                </p:cNvPr>
                <p:cNvSpPr/>
                <p:nvPr/>
              </p:nvSpPr>
              <p:spPr>
                <a:xfrm>
                  <a:off x="5229605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0" name="pg1120">
                  <a:extLst>
                    <a:ext uri="{FF2B5EF4-FFF2-40B4-BE49-F238E27FC236}">
                      <a16:creationId xmlns:a16="http://schemas.microsoft.com/office/drawing/2014/main" id="{68B89179-CFDB-A6B9-1159-5C1AA313E0CA}"/>
                    </a:ext>
                  </a:extLst>
                </p:cNvPr>
                <p:cNvSpPr/>
                <p:nvPr/>
              </p:nvSpPr>
              <p:spPr>
                <a:xfrm>
                  <a:off x="5241243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1" name="pg1121">
                  <a:extLst>
                    <a:ext uri="{FF2B5EF4-FFF2-40B4-BE49-F238E27FC236}">
                      <a16:creationId xmlns:a16="http://schemas.microsoft.com/office/drawing/2014/main" id="{88473EF0-2DB8-B699-5EF3-6CC7D8454F33}"/>
                    </a:ext>
                  </a:extLst>
                </p:cNvPr>
                <p:cNvSpPr/>
                <p:nvPr/>
              </p:nvSpPr>
              <p:spPr>
                <a:xfrm>
                  <a:off x="5252880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2" name="pg1122">
                  <a:extLst>
                    <a:ext uri="{FF2B5EF4-FFF2-40B4-BE49-F238E27FC236}">
                      <a16:creationId xmlns:a16="http://schemas.microsoft.com/office/drawing/2014/main" id="{1967C577-8C08-4030-FC68-2DACA078A3BB}"/>
                    </a:ext>
                  </a:extLst>
                </p:cNvPr>
                <p:cNvSpPr/>
                <p:nvPr/>
              </p:nvSpPr>
              <p:spPr>
                <a:xfrm>
                  <a:off x="5264517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3" name="pg1123">
                  <a:extLst>
                    <a:ext uri="{FF2B5EF4-FFF2-40B4-BE49-F238E27FC236}">
                      <a16:creationId xmlns:a16="http://schemas.microsoft.com/office/drawing/2014/main" id="{4AC500F7-3FEF-6548-A9BB-AE9DED786C1C}"/>
                    </a:ext>
                  </a:extLst>
                </p:cNvPr>
                <p:cNvSpPr/>
                <p:nvPr/>
              </p:nvSpPr>
              <p:spPr>
                <a:xfrm>
                  <a:off x="5334341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4" name="pg1124">
                  <a:extLst>
                    <a:ext uri="{FF2B5EF4-FFF2-40B4-BE49-F238E27FC236}">
                      <a16:creationId xmlns:a16="http://schemas.microsoft.com/office/drawing/2014/main" id="{8CDDEE1D-83A7-B92B-A90A-2E3D3C5E66C6}"/>
                    </a:ext>
                  </a:extLst>
                </p:cNvPr>
                <p:cNvSpPr/>
                <p:nvPr/>
              </p:nvSpPr>
              <p:spPr>
                <a:xfrm>
                  <a:off x="5345979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6A9">
                    <a:alpha val="100000"/>
                  </a:srgbClr>
                </a:solidFill>
                <a:ln w="5420" cap="flat">
                  <a:solidFill>
                    <a:srgbClr val="35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5" name="pg1125">
                  <a:extLst>
                    <a:ext uri="{FF2B5EF4-FFF2-40B4-BE49-F238E27FC236}">
                      <a16:creationId xmlns:a16="http://schemas.microsoft.com/office/drawing/2014/main" id="{C926D143-B74D-2C17-D7D9-C65AD4591163}"/>
                    </a:ext>
                  </a:extLst>
                </p:cNvPr>
                <p:cNvSpPr/>
                <p:nvPr/>
              </p:nvSpPr>
              <p:spPr>
                <a:xfrm>
                  <a:off x="5357616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6" name="pg1126">
                  <a:extLst>
                    <a:ext uri="{FF2B5EF4-FFF2-40B4-BE49-F238E27FC236}">
                      <a16:creationId xmlns:a16="http://schemas.microsoft.com/office/drawing/2014/main" id="{E62ECAFC-A93F-5E0B-521B-DEE7C943A6D6}"/>
                    </a:ext>
                  </a:extLst>
                </p:cNvPr>
                <p:cNvSpPr/>
                <p:nvPr/>
              </p:nvSpPr>
              <p:spPr>
                <a:xfrm>
                  <a:off x="5369253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7" name="pg1127">
                  <a:extLst>
                    <a:ext uri="{FF2B5EF4-FFF2-40B4-BE49-F238E27FC236}">
                      <a16:creationId xmlns:a16="http://schemas.microsoft.com/office/drawing/2014/main" id="{79D23E5B-907D-65D7-0E2F-F536DE3BDDDC}"/>
                    </a:ext>
                  </a:extLst>
                </p:cNvPr>
                <p:cNvSpPr/>
                <p:nvPr/>
              </p:nvSpPr>
              <p:spPr>
                <a:xfrm>
                  <a:off x="5380891" y="343714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8" name="pg1128">
                  <a:extLst>
                    <a:ext uri="{FF2B5EF4-FFF2-40B4-BE49-F238E27FC236}">
                      <a16:creationId xmlns:a16="http://schemas.microsoft.com/office/drawing/2014/main" id="{D8DD7140-1D23-217D-4DCE-5D5ECF5030BE}"/>
                    </a:ext>
                  </a:extLst>
                </p:cNvPr>
                <p:cNvSpPr/>
                <p:nvPr/>
              </p:nvSpPr>
              <p:spPr>
                <a:xfrm>
                  <a:off x="5194693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29" name="pg1129">
                  <a:extLst>
                    <a:ext uri="{FF2B5EF4-FFF2-40B4-BE49-F238E27FC236}">
                      <a16:creationId xmlns:a16="http://schemas.microsoft.com/office/drawing/2014/main" id="{FBA0DD71-E641-1D0D-7B4A-44802C37BAE0}"/>
                    </a:ext>
                  </a:extLst>
                </p:cNvPr>
                <p:cNvSpPr/>
                <p:nvPr/>
              </p:nvSpPr>
              <p:spPr>
                <a:xfrm>
                  <a:off x="5206331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0" name="pg1130">
                  <a:extLst>
                    <a:ext uri="{FF2B5EF4-FFF2-40B4-BE49-F238E27FC236}">
                      <a16:creationId xmlns:a16="http://schemas.microsoft.com/office/drawing/2014/main" id="{6B0FDB36-FAAA-E821-6FCA-4A44DEE5AD72}"/>
                    </a:ext>
                  </a:extLst>
                </p:cNvPr>
                <p:cNvSpPr/>
                <p:nvPr/>
              </p:nvSpPr>
              <p:spPr>
                <a:xfrm>
                  <a:off x="5217968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1" name="pg1131">
                  <a:extLst>
                    <a:ext uri="{FF2B5EF4-FFF2-40B4-BE49-F238E27FC236}">
                      <a16:creationId xmlns:a16="http://schemas.microsoft.com/office/drawing/2014/main" id="{5ABEAD53-2870-1189-E03E-C3D04883945B}"/>
                    </a:ext>
                  </a:extLst>
                </p:cNvPr>
                <p:cNvSpPr/>
                <p:nvPr/>
              </p:nvSpPr>
              <p:spPr>
                <a:xfrm>
                  <a:off x="5229605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2" name="pg1132">
                  <a:extLst>
                    <a:ext uri="{FF2B5EF4-FFF2-40B4-BE49-F238E27FC236}">
                      <a16:creationId xmlns:a16="http://schemas.microsoft.com/office/drawing/2014/main" id="{00E380F2-A4A4-1271-F0F1-B144708904A4}"/>
                    </a:ext>
                  </a:extLst>
                </p:cNvPr>
                <p:cNvSpPr/>
                <p:nvPr/>
              </p:nvSpPr>
              <p:spPr>
                <a:xfrm>
                  <a:off x="5241243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3" name="pg1133">
                  <a:extLst>
                    <a:ext uri="{FF2B5EF4-FFF2-40B4-BE49-F238E27FC236}">
                      <a16:creationId xmlns:a16="http://schemas.microsoft.com/office/drawing/2014/main" id="{625E8B6A-AD79-20BD-AB1A-F2FC16B0EBD2}"/>
                    </a:ext>
                  </a:extLst>
                </p:cNvPr>
                <p:cNvSpPr/>
                <p:nvPr/>
              </p:nvSpPr>
              <p:spPr>
                <a:xfrm>
                  <a:off x="5252880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4" name="pg1134">
                  <a:extLst>
                    <a:ext uri="{FF2B5EF4-FFF2-40B4-BE49-F238E27FC236}">
                      <a16:creationId xmlns:a16="http://schemas.microsoft.com/office/drawing/2014/main" id="{A0354C53-F244-2076-10A1-DF5EAD2DF4A8}"/>
                    </a:ext>
                  </a:extLst>
                </p:cNvPr>
                <p:cNvSpPr/>
                <p:nvPr/>
              </p:nvSpPr>
              <p:spPr>
                <a:xfrm>
                  <a:off x="5264517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5" name="pg1135">
                  <a:extLst>
                    <a:ext uri="{FF2B5EF4-FFF2-40B4-BE49-F238E27FC236}">
                      <a16:creationId xmlns:a16="http://schemas.microsoft.com/office/drawing/2014/main" id="{3A288403-F6DE-D066-87BE-23CDCA9F16BF}"/>
                    </a:ext>
                  </a:extLst>
                </p:cNvPr>
                <p:cNvSpPr/>
                <p:nvPr/>
              </p:nvSpPr>
              <p:spPr>
                <a:xfrm>
                  <a:off x="5322704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6" name="pg1136">
                  <a:extLst>
                    <a:ext uri="{FF2B5EF4-FFF2-40B4-BE49-F238E27FC236}">
                      <a16:creationId xmlns:a16="http://schemas.microsoft.com/office/drawing/2014/main" id="{9EFA515F-CB37-D76E-A464-E73758683A6B}"/>
                    </a:ext>
                  </a:extLst>
                </p:cNvPr>
                <p:cNvSpPr/>
                <p:nvPr/>
              </p:nvSpPr>
              <p:spPr>
                <a:xfrm>
                  <a:off x="5334341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7" name="pg1137">
                  <a:extLst>
                    <a:ext uri="{FF2B5EF4-FFF2-40B4-BE49-F238E27FC236}">
                      <a16:creationId xmlns:a16="http://schemas.microsoft.com/office/drawing/2014/main" id="{A7D82A0F-2D40-9328-E5A5-2E53C538A8F9}"/>
                    </a:ext>
                  </a:extLst>
                </p:cNvPr>
                <p:cNvSpPr/>
                <p:nvPr/>
              </p:nvSpPr>
              <p:spPr>
                <a:xfrm>
                  <a:off x="5345979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8" name="pg1138">
                  <a:extLst>
                    <a:ext uri="{FF2B5EF4-FFF2-40B4-BE49-F238E27FC236}">
                      <a16:creationId xmlns:a16="http://schemas.microsoft.com/office/drawing/2014/main" id="{2AF9C74F-B3E4-CBC2-027A-0DC73936D501}"/>
                    </a:ext>
                  </a:extLst>
                </p:cNvPr>
                <p:cNvSpPr/>
                <p:nvPr/>
              </p:nvSpPr>
              <p:spPr>
                <a:xfrm>
                  <a:off x="5357616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39" name="pg1139">
                  <a:extLst>
                    <a:ext uri="{FF2B5EF4-FFF2-40B4-BE49-F238E27FC236}">
                      <a16:creationId xmlns:a16="http://schemas.microsoft.com/office/drawing/2014/main" id="{47985908-6F28-CA25-88B2-9982DFE62C29}"/>
                    </a:ext>
                  </a:extLst>
                </p:cNvPr>
                <p:cNvSpPr/>
                <p:nvPr/>
              </p:nvSpPr>
              <p:spPr>
                <a:xfrm>
                  <a:off x="5369253" y="345144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0" name="pg1140">
                  <a:extLst>
                    <a:ext uri="{FF2B5EF4-FFF2-40B4-BE49-F238E27FC236}">
                      <a16:creationId xmlns:a16="http://schemas.microsoft.com/office/drawing/2014/main" id="{19AEAE3F-F401-6D13-5194-0002EF955CCC}"/>
                    </a:ext>
                  </a:extLst>
                </p:cNvPr>
                <p:cNvSpPr/>
                <p:nvPr/>
              </p:nvSpPr>
              <p:spPr>
                <a:xfrm>
                  <a:off x="5183056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1" name="pg1141">
                  <a:extLst>
                    <a:ext uri="{FF2B5EF4-FFF2-40B4-BE49-F238E27FC236}">
                      <a16:creationId xmlns:a16="http://schemas.microsoft.com/office/drawing/2014/main" id="{E4F72270-DEFC-5FAF-A96A-35740AC9775E}"/>
                    </a:ext>
                  </a:extLst>
                </p:cNvPr>
                <p:cNvSpPr/>
                <p:nvPr/>
              </p:nvSpPr>
              <p:spPr>
                <a:xfrm>
                  <a:off x="5194693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2" name="pg1142">
                  <a:extLst>
                    <a:ext uri="{FF2B5EF4-FFF2-40B4-BE49-F238E27FC236}">
                      <a16:creationId xmlns:a16="http://schemas.microsoft.com/office/drawing/2014/main" id="{CD8703CA-5F2C-8CA1-DEC2-E145CE443B24}"/>
                    </a:ext>
                  </a:extLst>
                </p:cNvPr>
                <p:cNvSpPr/>
                <p:nvPr/>
              </p:nvSpPr>
              <p:spPr>
                <a:xfrm>
                  <a:off x="5206331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3" name="pg1143">
                  <a:extLst>
                    <a:ext uri="{FF2B5EF4-FFF2-40B4-BE49-F238E27FC236}">
                      <a16:creationId xmlns:a16="http://schemas.microsoft.com/office/drawing/2014/main" id="{82E12683-9A02-C724-7422-F7497D0E2F22}"/>
                    </a:ext>
                  </a:extLst>
                </p:cNvPr>
                <p:cNvSpPr/>
                <p:nvPr/>
              </p:nvSpPr>
              <p:spPr>
                <a:xfrm>
                  <a:off x="5217968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4" name="pg1144">
                  <a:extLst>
                    <a:ext uri="{FF2B5EF4-FFF2-40B4-BE49-F238E27FC236}">
                      <a16:creationId xmlns:a16="http://schemas.microsoft.com/office/drawing/2014/main" id="{97A3B521-5A71-40AB-28B8-F2BA9DE5894F}"/>
                    </a:ext>
                  </a:extLst>
                </p:cNvPr>
                <p:cNvSpPr/>
                <p:nvPr/>
              </p:nvSpPr>
              <p:spPr>
                <a:xfrm>
                  <a:off x="5229605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5" name="pg1145">
                  <a:extLst>
                    <a:ext uri="{FF2B5EF4-FFF2-40B4-BE49-F238E27FC236}">
                      <a16:creationId xmlns:a16="http://schemas.microsoft.com/office/drawing/2014/main" id="{99B5C73D-9D41-75B0-024D-2D1F54CCC9F3}"/>
                    </a:ext>
                  </a:extLst>
                </p:cNvPr>
                <p:cNvSpPr/>
                <p:nvPr/>
              </p:nvSpPr>
              <p:spPr>
                <a:xfrm>
                  <a:off x="5241243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6" name="pg1146">
                  <a:extLst>
                    <a:ext uri="{FF2B5EF4-FFF2-40B4-BE49-F238E27FC236}">
                      <a16:creationId xmlns:a16="http://schemas.microsoft.com/office/drawing/2014/main" id="{A0823E57-8A60-1FB1-7EFC-A6B22E430964}"/>
                    </a:ext>
                  </a:extLst>
                </p:cNvPr>
                <p:cNvSpPr/>
                <p:nvPr/>
              </p:nvSpPr>
              <p:spPr>
                <a:xfrm>
                  <a:off x="5252880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7" name="pg1147">
                  <a:extLst>
                    <a:ext uri="{FF2B5EF4-FFF2-40B4-BE49-F238E27FC236}">
                      <a16:creationId xmlns:a16="http://schemas.microsoft.com/office/drawing/2014/main" id="{2064E616-235E-8734-0CEB-EC37B9694104}"/>
                    </a:ext>
                  </a:extLst>
                </p:cNvPr>
                <p:cNvSpPr/>
                <p:nvPr/>
              </p:nvSpPr>
              <p:spPr>
                <a:xfrm>
                  <a:off x="5264517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8" name="pg1148">
                  <a:extLst>
                    <a:ext uri="{FF2B5EF4-FFF2-40B4-BE49-F238E27FC236}">
                      <a16:creationId xmlns:a16="http://schemas.microsoft.com/office/drawing/2014/main" id="{9E8D53DE-06A9-5147-A38B-11ACBD170F6E}"/>
                    </a:ext>
                  </a:extLst>
                </p:cNvPr>
                <p:cNvSpPr/>
                <p:nvPr/>
              </p:nvSpPr>
              <p:spPr>
                <a:xfrm>
                  <a:off x="5322704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49" name="pg1149">
                  <a:extLst>
                    <a:ext uri="{FF2B5EF4-FFF2-40B4-BE49-F238E27FC236}">
                      <a16:creationId xmlns:a16="http://schemas.microsoft.com/office/drawing/2014/main" id="{BC275C7C-7576-31BE-7F32-090ABDED4806}"/>
                    </a:ext>
                  </a:extLst>
                </p:cNvPr>
                <p:cNvSpPr/>
                <p:nvPr/>
              </p:nvSpPr>
              <p:spPr>
                <a:xfrm>
                  <a:off x="5334341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0" name="pg1150">
                  <a:extLst>
                    <a:ext uri="{FF2B5EF4-FFF2-40B4-BE49-F238E27FC236}">
                      <a16:creationId xmlns:a16="http://schemas.microsoft.com/office/drawing/2014/main" id="{5D296377-E253-896F-29C7-9CB17FB47CB9}"/>
                    </a:ext>
                  </a:extLst>
                </p:cNvPr>
                <p:cNvSpPr/>
                <p:nvPr/>
              </p:nvSpPr>
              <p:spPr>
                <a:xfrm>
                  <a:off x="5345979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1" name="pg1151">
                  <a:extLst>
                    <a:ext uri="{FF2B5EF4-FFF2-40B4-BE49-F238E27FC236}">
                      <a16:creationId xmlns:a16="http://schemas.microsoft.com/office/drawing/2014/main" id="{166D2CF2-FFF0-C107-6C8F-3E25453DE213}"/>
                    </a:ext>
                  </a:extLst>
                </p:cNvPr>
                <p:cNvSpPr/>
                <p:nvPr/>
              </p:nvSpPr>
              <p:spPr>
                <a:xfrm>
                  <a:off x="5357616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2" name="pg1152">
                  <a:extLst>
                    <a:ext uri="{FF2B5EF4-FFF2-40B4-BE49-F238E27FC236}">
                      <a16:creationId xmlns:a16="http://schemas.microsoft.com/office/drawing/2014/main" id="{68029775-ADB7-7140-B8FB-6D60399F88D2}"/>
                    </a:ext>
                  </a:extLst>
                </p:cNvPr>
                <p:cNvSpPr/>
                <p:nvPr/>
              </p:nvSpPr>
              <p:spPr>
                <a:xfrm>
                  <a:off x="5369253" y="34657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3" name="pg1153">
                  <a:extLst>
                    <a:ext uri="{FF2B5EF4-FFF2-40B4-BE49-F238E27FC236}">
                      <a16:creationId xmlns:a16="http://schemas.microsoft.com/office/drawing/2014/main" id="{822917E0-2196-BD93-5FE6-A1DFE68955C8}"/>
                    </a:ext>
                  </a:extLst>
                </p:cNvPr>
                <p:cNvSpPr/>
                <p:nvPr/>
              </p:nvSpPr>
              <p:spPr>
                <a:xfrm>
                  <a:off x="5124869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4" name="pg1154">
                  <a:extLst>
                    <a:ext uri="{FF2B5EF4-FFF2-40B4-BE49-F238E27FC236}">
                      <a16:creationId xmlns:a16="http://schemas.microsoft.com/office/drawing/2014/main" id="{91582044-F365-93AC-0254-55C29428F232}"/>
                    </a:ext>
                  </a:extLst>
                </p:cNvPr>
                <p:cNvSpPr/>
                <p:nvPr/>
              </p:nvSpPr>
              <p:spPr>
                <a:xfrm>
                  <a:off x="5136507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5" name="pg1155">
                  <a:extLst>
                    <a:ext uri="{FF2B5EF4-FFF2-40B4-BE49-F238E27FC236}">
                      <a16:creationId xmlns:a16="http://schemas.microsoft.com/office/drawing/2014/main" id="{DB7A831E-CC82-4A0F-905E-5AF736CEA98B}"/>
                    </a:ext>
                  </a:extLst>
                </p:cNvPr>
                <p:cNvSpPr/>
                <p:nvPr/>
              </p:nvSpPr>
              <p:spPr>
                <a:xfrm>
                  <a:off x="5148144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6" name="pg1156">
                  <a:extLst>
                    <a:ext uri="{FF2B5EF4-FFF2-40B4-BE49-F238E27FC236}">
                      <a16:creationId xmlns:a16="http://schemas.microsoft.com/office/drawing/2014/main" id="{93B63202-72F0-349A-B8A8-11196B3C6EAB}"/>
                    </a:ext>
                  </a:extLst>
                </p:cNvPr>
                <p:cNvSpPr/>
                <p:nvPr/>
              </p:nvSpPr>
              <p:spPr>
                <a:xfrm>
                  <a:off x="5159781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7" name="pg1157">
                  <a:extLst>
                    <a:ext uri="{FF2B5EF4-FFF2-40B4-BE49-F238E27FC236}">
                      <a16:creationId xmlns:a16="http://schemas.microsoft.com/office/drawing/2014/main" id="{755E7EC1-1EBC-EF5C-D535-9327BA92A61C}"/>
                    </a:ext>
                  </a:extLst>
                </p:cNvPr>
                <p:cNvSpPr/>
                <p:nvPr/>
              </p:nvSpPr>
              <p:spPr>
                <a:xfrm>
                  <a:off x="5171419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8" name="pg1158">
                  <a:extLst>
                    <a:ext uri="{FF2B5EF4-FFF2-40B4-BE49-F238E27FC236}">
                      <a16:creationId xmlns:a16="http://schemas.microsoft.com/office/drawing/2014/main" id="{494F454D-918F-DE8E-F2A5-D89DAD72F90D}"/>
                    </a:ext>
                  </a:extLst>
                </p:cNvPr>
                <p:cNvSpPr/>
                <p:nvPr/>
              </p:nvSpPr>
              <p:spPr>
                <a:xfrm>
                  <a:off x="5183056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59" name="pg1159">
                  <a:extLst>
                    <a:ext uri="{FF2B5EF4-FFF2-40B4-BE49-F238E27FC236}">
                      <a16:creationId xmlns:a16="http://schemas.microsoft.com/office/drawing/2014/main" id="{8FD86A18-BB17-5068-7762-7056AAE18E75}"/>
                    </a:ext>
                  </a:extLst>
                </p:cNvPr>
                <p:cNvSpPr/>
                <p:nvPr/>
              </p:nvSpPr>
              <p:spPr>
                <a:xfrm>
                  <a:off x="5194693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0" name="pg1160">
                  <a:extLst>
                    <a:ext uri="{FF2B5EF4-FFF2-40B4-BE49-F238E27FC236}">
                      <a16:creationId xmlns:a16="http://schemas.microsoft.com/office/drawing/2014/main" id="{E1A80399-D280-D29B-BF68-5AA7BD6F97AC}"/>
                    </a:ext>
                  </a:extLst>
                </p:cNvPr>
                <p:cNvSpPr/>
                <p:nvPr/>
              </p:nvSpPr>
              <p:spPr>
                <a:xfrm>
                  <a:off x="5206331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1" name="pg1161">
                  <a:extLst>
                    <a:ext uri="{FF2B5EF4-FFF2-40B4-BE49-F238E27FC236}">
                      <a16:creationId xmlns:a16="http://schemas.microsoft.com/office/drawing/2014/main" id="{BC4CE5AD-1713-301A-D3A6-34FD762ECE1A}"/>
                    </a:ext>
                  </a:extLst>
                </p:cNvPr>
                <p:cNvSpPr/>
                <p:nvPr/>
              </p:nvSpPr>
              <p:spPr>
                <a:xfrm>
                  <a:off x="5217968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2" name="pg1162">
                  <a:extLst>
                    <a:ext uri="{FF2B5EF4-FFF2-40B4-BE49-F238E27FC236}">
                      <a16:creationId xmlns:a16="http://schemas.microsoft.com/office/drawing/2014/main" id="{07652B8B-2D3D-5E08-643F-9464C814336B}"/>
                    </a:ext>
                  </a:extLst>
                </p:cNvPr>
                <p:cNvSpPr/>
                <p:nvPr/>
              </p:nvSpPr>
              <p:spPr>
                <a:xfrm>
                  <a:off x="5229605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3" name="pg1163">
                  <a:extLst>
                    <a:ext uri="{FF2B5EF4-FFF2-40B4-BE49-F238E27FC236}">
                      <a16:creationId xmlns:a16="http://schemas.microsoft.com/office/drawing/2014/main" id="{EE3FAB39-FE49-8766-61A8-D2BC60A9964C}"/>
                    </a:ext>
                  </a:extLst>
                </p:cNvPr>
                <p:cNvSpPr/>
                <p:nvPr/>
              </p:nvSpPr>
              <p:spPr>
                <a:xfrm>
                  <a:off x="5241243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4" name="pg1164">
                  <a:extLst>
                    <a:ext uri="{FF2B5EF4-FFF2-40B4-BE49-F238E27FC236}">
                      <a16:creationId xmlns:a16="http://schemas.microsoft.com/office/drawing/2014/main" id="{895F4B69-255A-063B-7181-474B2635DCBD}"/>
                    </a:ext>
                  </a:extLst>
                </p:cNvPr>
                <p:cNvSpPr/>
                <p:nvPr/>
              </p:nvSpPr>
              <p:spPr>
                <a:xfrm>
                  <a:off x="5252880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5" name="pg1165">
                  <a:extLst>
                    <a:ext uri="{FF2B5EF4-FFF2-40B4-BE49-F238E27FC236}">
                      <a16:creationId xmlns:a16="http://schemas.microsoft.com/office/drawing/2014/main" id="{C2574288-C829-CF29-A186-4734271B9B4D}"/>
                    </a:ext>
                  </a:extLst>
                </p:cNvPr>
                <p:cNvSpPr/>
                <p:nvPr/>
              </p:nvSpPr>
              <p:spPr>
                <a:xfrm>
                  <a:off x="5311067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6" name="pg1166">
                  <a:extLst>
                    <a:ext uri="{FF2B5EF4-FFF2-40B4-BE49-F238E27FC236}">
                      <a16:creationId xmlns:a16="http://schemas.microsoft.com/office/drawing/2014/main" id="{62216FA7-F068-E6F8-BCA6-84BA9B381C1F}"/>
                    </a:ext>
                  </a:extLst>
                </p:cNvPr>
                <p:cNvSpPr/>
                <p:nvPr/>
              </p:nvSpPr>
              <p:spPr>
                <a:xfrm>
                  <a:off x="5322704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7" name="pg1167">
                  <a:extLst>
                    <a:ext uri="{FF2B5EF4-FFF2-40B4-BE49-F238E27FC236}">
                      <a16:creationId xmlns:a16="http://schemas.microsoft.com/office/drawing/2014/main" id="{8C422056-7D14-7035-629B-15ECD5345400}"/>
                    </a:ext>
                  </a:extLst>
                </p:cNvPr>
                <p:cNvSpPr/>
                <p:nvPr/>
              </p:nvSpPr>
              <p:spPr>
                <a:xfrm>
                  <a:off x="5334341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8" name="pg1168">
                  <a:extLst>
                    <a:ext uri="{FF2B5EF4-FFF2-40B4-BE49-F238E27FC236}">
                      <a16:creationId xmlns:a16="http://schemas.microsoft.com/office/drawing/2014/main" id="{F868FF2D-C313-17E9-E407-99B1BB2559B7}"/>
                    </a:ext>
                  </a:extLst>
                </p:cNvPr>
                <p:cNvSpPr/>
                <p:nvPr/>
              </p:nvSpPr>
              <p:spPr>
                <a:xfrm>
                  <a:off x="5345979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69" name="pg1169">
                  <a:extLst>
                    <a:ext uri="{FF2B5EF4-FFF2-40B4-BE49-F238E27FC236}">
                      <a16:creationId xmlns:a16="http://schemas.microsoft.com/office/drawing/2014/main" id="{C8C97996-55B6-CDB1-09B4-372E41F34EA6}"/>
                    </a:ext>
                  </a:extLst>
                </p:cNvPr>
                <p:cNvSpPr/>
                <p:nvPr/>
              </p:nvSpPr>
              <p:spPr>
                <a:xfrm>
                  <a:off x="5357616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AA9">
                    <a:alpha val="100000"/>
                  </a:srgbClr>
                </a:solidFill>
                <a:ln w="5420" cap="flat">
                  <a:solidFill>
                    <a:srgbClr val="38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0" name="pg1170">
                  <a:extLst>
                    <a:ext uri="{FF2B5EF4-FFF2-40B4-BE49-F238E27FC236}">
                      <a16:creationId xmlns:a16="http://schemas.microsoft.com/office/drawing/2014/main" id="{0F6ACF2B-326C-9AC2-9206-AB335945143A}"/>
                    </a:ext>
                  </a:extLst>
                </p:cNvPr>
                <p:cNvSpPr/>
                <p:nvPr/>
              </p:nvSpPr>
              <p:spPr>
                <a:xfrm>
                  <a:off x="5369253" y="348004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1" name="pg1171">
                  <a:extLst>
                    <a:ext uri="{FF2B5EF4-FFF2-40B4-BE49-F238E27FC236}">
                      <a16:creationId xmlns:a16="http://schemas.microsoft.com/office/drawing/2014/main" id="{64F69F9A-D1AD-5CAF-6A6C-91849B9A6B02}"/>
                    </a:ext>
                  </a:extLst>
                </p:cNvPr>
                <p:cNvSpPr/>
                <p:nvPr/>
              </p:nvSpPr>
              <p:spPr>
                <a:xfrm>
                  <a:off x="5113232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2" name="pg1172">
                  <a:extLst>
                    <a:ext uri="{FF2B5EF4-FFF2-40B4-BE49-F238E27FC236}">
                      <a16:creationId xmlns:a16="http://schemas.microsoft.com/office/drawing/2014/main" id="{916721AF-4827-3F91-667E-35DB00483FDA}"/>
                    </a:ext>
                  </a:extLst>
                </p:cNvPr>
                <p:cNvSpPr/>
                <p:nvPr/>
              </p:nvSpPr>
              <p:spPr>
                <a:xfrm>
                  <a:off x="5124869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3" name="pg1173">
                  <a:extLst>
                    <a:ext uri="{FF2B5EF4-FFF2-40B4-BE49-F238E27FC236}">
                      <a16:creationId xmlns:a16="http://schemas.microsoft.com/office/drawing/2014/main" id="{9D5354D0-5B89-A23A-F2F0-6480FA6A4E99}"/>
                    </a:ext>
                  </a:extLst>
                </p:cNvPr>
                <p:cNvSpPr/>
                <p:nvPr/>
              </p:nvSpPr>
              <p:spPr>
                <a:xfrm>
                  <a:off x="5136507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4" name="pg1174">
                  <a:extLst>
                    <a:ext uri="{FF2B5EF4-FFF2-40B4-BE49-F238E27FC236}">
                      <a16:creationId xmlns:a16="http://schemas.microsoft.com/office/drawing/2014/main" id="{13AD9FA8-70C3-8212-9929-BDFB258E5A1C}"/>
                    </a:ext>
                  </a:extLst>
                </p:cNvPr>
                <p:cNvSpPr/>
                <p:nvPr/>
              </p:nvSpPr>
              <p:spPr>
                <a:xfrm>
                  <a:off x="5148144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5" name="pg1175">
                  <a:extLst>
                    <a:ext uri="{FF2B5EF4-FFF2-40B4-BE49-F238E27FC236}">
                      <a16:creationId xmlns:a16="http://schemas.microsoft.com/office/drawing/2014/main" id="{56D17439-696A-F8ED-3C52-090A0D31301E}"/>
                    </a:ext>
                  </a:extLst>
                </p:cNvPr>
                <p:cNvSpPr/>
                <p:nvPr/>
              </p:nvSpPr>
              <p:spPr>
                <a:xfrm>
                  <a:off x="5159781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6" name="pg1176">
                  <a:extLst>
                    <a:ext uri="{FF2B5EF4-FFF2-40B4-BE49-F238E27FC236}">
                      <a16:creationId xmlns:a16="http://schemas.microsoft.com/office/drawing/2014/main" id="{88E3DD48-FA0A-8EE4-7A68-1E710F2EA708}"/>
                    </a:ext>
                  </a:extLst>
                </p:cNvPr>
                <p:cNvSpPr/>
                <p:nvPr/>
              </p:nvSpPr>
              <p:spPr>
                <a:xfrm>
                  <a:off x="5171419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7" name="pg1177">
                  <a:extLst>
                    <a:ext uri="{FF2B5EF4-FFF2-40B4-BE49-F238E27FC236}">
                      <a16:creationId xmlns:a16="http://schemas.microsoft.com/office/drawing/2014/main" id="{D8DADC87-1B86-4AB2-BE82-FE127902080D}"/>
                    </a:ext>
                  </a:extLst>
                </p:cNvPr>
                <p:cNvSpPr/>
                <p:nvPr/>
              </p:nvSpPr>
              <p:spPr>
                <a:xfrm>
                  <a:off x="5183056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8" name="pg1178">
                  <a:extLst>
                    <a:ext uri="{FF2B5EF4-FFF2-40B4-BE49-F238E27FC236}">
                      <a16:creationId xmlns:a16="http://schemas.microsoft.com/office/drawing/2014/main" id="{249855B0-758A-7B23-9E95-F1969F1CC6D0}"/>
                    </a:ext>
                  </a:extLst>
                </p:cNvPr>
                <p:cNvSpPr/>
                <p:nvPr/>
              </p:nvSpPr>
              <p:spPr>
                <a:xfrm>
                  <a:off x="5194693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79" name="pg1179">
                  <a:extLst>
                    <a:ext uri="{FF2B5EF4-FFF2-40B4-BE49-F238E27FC236}">
                      <a16:creationId xmlns:a16="http://schemas.microsoft.com/office/drawing/2014/main" id="{B81B8D7C-E49C-A634-7B93-46EA291E9D3E}"/>
                    </a:ext>
                  </a:extLst>
                </p:cNvPr>
                <p:cNvSpPr/>
                <p:nvPr/>
              </p:nvSpPr>
              <p:spPr>
                <a:xfrm>
                  <a:off x="5206331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0" name="pg1180">
                  <a:extLst>
                    <a:ext uri="{FF2B5EF4-FFF2-40B4-BE49-F238E27FC236}">
                      <a16:creationId xmlns:a16="http://schemas.microsoft.com/office/drawing/2014/main" id="{571C163B-7542-D6AD-2BF6-6B2B19633262}"/>
                    </a:ext>
                  </a:extLst>
                </p:cNvPr>
                <p:cNvSpPr/>
                <p:nvPr/>
              </p:nvSpPr>
              <p:spPr>
                <a:xfrm>
                  <a:off x="5217968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1" name="pg1181">
                  <a:extLst>
                    <a:ext uri="{FF2B5EF4-FFF2-40B4-BE49-F238E27FC236}">
                      <a16:creationId xmlns:a16="http://schemas.microsoft.com/office/drawing/2014/main" id="{BF0D77F7-9DAE-25F8-662B-645A933075F6}"/>
                    </a:ext>
                  </a:extLst>
                </p:cNvPr>
                <p:cNvSpPr/>
                <p:nvPr/>
              </p:nvSpPr>
              <p:spPr>
                <a:xfrm>
                  <a:off x="5229605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2" name="pg1182">
                  <a:extLst>
                    <a:ext uri="{FF2B5EF4-FFF2-40B4-BE49-F238E27FC236}">
                      <a16:creationId xmlns:a16="http://schemas.microsoft.com/office/drawing/2014/main" id="{14083276-9545-1133-3260-F227BD333561}"/>
                    </a:ext>
                  </a:extLst>
                </p:cNvPr>
                <p:cNvSpPr/>
                <p:nvPr/>
              </p:nvSpPr>
              <p:spPr>
                <a:xfrm>
                  <a:off x="5241243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3" name="pg1183">
                  <a:extLst>
                    <a:ext uri="{FF2B5EF4-FFF2-40B4-BE49-F238E27FC236}">
                      <a16:creationId xmlns:a16="http://schemas.microsoft.com/office/drawing/2014/main" id="{6AD6A350-E7BD-8B91-4D16-3A579ED5C4C5}"/>
                    </a:ext>
                  </a:extLst>
                </p:cNvPr>
                <p:cNvSpPr/>
                <p:nvPr/>
              </p:nvSpPr>
              <p:spPr>
                <a:xfrm>
                  <a:off x="5299429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4" name="pg1184">
                  <a:extLst>
                    <a:ext uri="{FF2B5EF4-FFF2-40B4-BE49-F238E27FC236}">
                      <a16:creationId xmlns:a16="http://schemas.microsoft.com/office/drawing/2014/main" id="{5EC344E4-F87C-9421-3918-F9777C1AA973}"/>
                    </a:ext>
                  </a:extLst>
                </p:cNvPr>
                <p:cNvSpPr/>
                <p:nvPr/>
              </p:nvSpPr>
              <p:spPr>
                <a:xfrm>
                  <a:off x="5311067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5" name="pg1185">
                  <a:extLst>
                    <a:ext uri="{FF2B5EF4-FFF2-40B4-BE49-F238E27FC236}">
                      <a16:creationId xmlns:a16="http://schemas.microsoft.com/office/drawing/2014/main" id="{87858D82-B9E8-85C1-DCE2-8BDD06A915C6}"/>
                    </a:ext>
                  </a:extLst>
                </p:cNvPr>
                <p:cNvSpPr/>
                <p:nvPr/>
              </p:nvSpPr>
              <p:spPr>
                <a:xfrm>
                  <a:off x="5322704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6" name="pg1186">
                  <a:extLst>
                    <a:ext uri="{FF2B5EF4-FFF2-40B4-BE49-F238E27FC236}">
                      <a16:creationId xmlns:a16="http://schemas.microsoft.com/office/drawing/2014/main" id="{42DA2B45-8B94-275B-E10A-9A4BAD961EA7}"/>
                    </a:ext>
                  </a:extLst>
                </p:cNvPr>
                <p:cNvSpPr/>
                <p:nvPr/>
              </p:nvSpPr>
              <p:spPr>
                <a:xfrm>
                  <a:off x="5334341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7" name="pg1187">
                  <a:extLst>
                    <a:ext uri="{FF2B5EF4-FFF2-40B4-BE49-F238E27FC236}">
                      <a16:creationId xmlns:a16="http://schemas.microsoft.com/office/drawing/2014/main" id="{3E397B01-3E66-81E6-8479-226BB9CF3F9B}"/>
                    </a:ext>
                  </a:extLst>
                </p:cNvPr>
                <p:cNvSpPr/>
                <p:nvPr/>
              </p:nvSpPr>
              <p:spPr>
                <a:xfrm>
                  <a:off x="5345979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8" name="pg1188">
                  <a:extLst>
                    <a:ext uri="{FF2B5EF4-FFF2-40B4-BE49-F238E27FC236}">
                      <a16:creationId xmlns:a16="http://schemas.microsoft.com/office/drawing/2014/main" id="{87C8556B-E868-F10B-17EC-5F5128F26BEC}"/>
                    </a:ext>
                  </a:extLst>
                </p:cNvPr>
                <p:cNvSpPr/>
                <p:nvPr/>
              </p:nvSpPr>
              <p:spPr>
                <a:xfrm>
                  <a:off x="5357616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89" name="pg1189">
                  <a:extLst>
                    <a:ext uri="{FF2B5EF4-FFF2-40B4-BE49-F238E27FC236}">
                      <a16:creationId xmlns:a16="http://schemas.microsoft.com/office/drawing/2014/main" id="{0BA03F8A-4DCC-138F-18A2-0FF2ABEBF705}"/>
                    </a:ext>
                  </a:extLst>
                </p:cNvPr>
                <p:cNvSpPr/>
                <p:nvPr/>
              </p:nvSpPr>
              <p:spPr>
                <a:xfrm>
                  <a:off x="5369253" y="34943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0" name="pg1190">
                  <a:extLst>
                    <a:ext uri="{FF2B5EF4-FFF2-40B4-BE49-F238E27FC236}">
                      <a16:creationId xmlns:a16="http://schemas.microsoft.com/office/drawing/2014/main" id="{1398D62E-9208-2300-D0C1-EB3C54FC7E32}"/>
                    </a:ext>
                  </a:extLst>
                </p:cNvPr>
                <p:cNvSpPr/>
                <p:nvPr/>
              </p:nvSpPr>
              <p:spPr>
                <a:xfrm>
                  <a:off x="5089957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1" name="pg1191">
                  <a:extLst>
                    <a:ext uri="{FF2B5EF4-FFF2-40B4-BE49-F238E27FC236}">
                      <a16:creationId xmlns:a16="http://schemas.microsoft.com/office/drawing/2014/main" id="{C7E94FE3-AED6-F7A6-0EB4-1166A65DF98A}"/>
                    </a:ext>
                  </a:extLst>
                </p:cNvPr>
                <p:cNvSpPr/>
                <p:nvPr/>
              </p:nvSpPr>
              <p:spPr>
                <a:xfrm>
                  <a:off x="5101595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2" name="pg1192">
                  <a:extLst>
                    <a:ext uri="{FF2B5EF4-FFF2-40B4-BE49-F238E27FC236}">
                      <a16:creationId xmlns:a16="http://schemas.microsoft.com/office/drawing/2014/main" id="{523D97FF-8BF2-1B28-89F9-6B348E9EBD58}"/>
                    </a:ext>
                  </a:extLst>
                </p:cNvPr>
                <p:cNvSpPr/>
                <p:nvPr/>
              </p:nvSpPr>
              <p:spPr>
                <a:xfrm>
                  <a:off x="5113232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3" name="pg1193">
                  <a:extLst>
                    <a:ext uri="{FF2B5EF4-FFF2-40B4-BE49-F238E27FC236}">
                      <a16:creationId xmlns:a16="http://schemas.microsoft.com/office/drawing/2014/main" id="{A5E1AC28-8654-3641-699A-2226E6E8802D}"/>
                    </a:ext>
                  </a:extLst>
                </p:cNvPr>
                <p:cNvSpPr/>
                <p:nvPr/>
              </p:nvSpPr>
              <p:spPr>
                <a:xfrm>
                  <a:off x="5124869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4" name="pg1194">
                  <a:extLst>
                    <a:ext uri="{FF2B5EF4-FFF2-40B4-BE49-F238E27FC236}">
                      <a16:creationId xmlns:a16="http://schemas.microsoft.com/office/drawing/2014/main" id="{2F419B7F-6123-1C9E-F365-458C958F9EEE}"/>
                    </a:ext>
                  </a:extLst>
                </p:cNvPr>
                <p:cNvSpPr/>
                <p:nvPr/>
              </p:nvSpPr>
              <p:spPr>
                <a:xfrm>
                  <a:off x="5136507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5" name="pg1195">
                  <a:extLst>
                    <a:ext uri="{FF2B5EF4-FFF2-40B4-BE49-F238E27FC236}">
                      <a16:creationId xmlns:a16="http://schemas.microsoft.com/office/drawing/2014/main" id="{53D9FA29-CFCA-E3FB-1A18-A2A99F15C423}"/>
                    </a:ext>
                  </a:extLst>
                </p:cNvPr>
                <p:cNvSpPr/>
                <p:nvPr/>
              </p:nvSpPr>
              <p:spPr>
                <a:xfrm>
                  <a:off x="5148144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6" name="pg1196">
                  <a:extLst>
                    <a:ext uri="{FF2B5EF4-FFF2-40B4-BE49-F238E27FC236}">
                      <a16:creationId xmlns:a16="http://schemas.microsoft.com/office/drawing/2014/main" id="{6CE1EEA9-06E5-5D1D-8D46-7FFC7F353CF4}"/>
                    </a:ext>
                  </a:extLst>
                </p:cNvPr>
                <p:cNvSpPr/>
                <p:nvPr/>
              </p:nvSpPr>
              <p:spPr>
                <a:xfrm>
                  <a:off x="5159781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7" name="pg1197">
                  <a:extLst>
                    <a:ext uri="{FF2B5EF4-FFF2-40B4-BE49-F238E27FC236}">
                      <a16:creationId xmlns:a16="http://schemas.microsoft.com/office/drawing/2014/main" id="{E70F3FEC-A1B0-9D57-DEB2-9188371F3EF0}"/>
                    </a:ext>
                  </a:extLst>
                </p:cNvPr>
                <p:cNvSpPr/>
                <p:nvPr/>
              </p:nvSpPr>
              <p:spPr>
                <a:xfrm>
                  <a:off x="5171419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8" name="pg1198">
                  <a:extLst>
                    <a:ext uri="{FF2B5EF4-FFF2-40B4-BE49-F238E27FC236}">
                      <a16:creationId xmlns:a16="http://schemas.microsoft.com/office/drawing/2014/main" id="{331EFFAD-3853-FB41-EDD2-A184680D566D}"/>
                    </a:ext>
                  </a:extLst>
                </p:cNvPr>
                <p:cNvSpPr/>
                <p:nvPr/>
              </p:nvSpPr>
              <p:spPr>
                <a:xfrm>
                  <a:off x="5183056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199" name="pg1199">
                  <a:extLst>
                    <a:ext uri="{FF2B5EF4-FFF2-40B4-BE49-F238E27FC236}">
                      <a16:creationId xmlns:a16="http://schemas.microsoft.com/office/drawing/2014/main" id="{1DE6785D-3BC3-7832-C5C9-E4D162403225}"/>
                    </a:ext>
                  </a:extLst>
                </p:cNvPr>
                <p:cNvSpPr/>
                <p:nvPr/>
              </p:nvSpPr>
              <p:spPr>
                <a:xfrm>
                  <a:off x="5194693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EE0C6">
                    <a:alpha val="100000"/>
                  </a:srgbClr>
                </a:solidFill>
                <a:ln w="5420" cap="flat">
                  <a:solidFill>
                    <a:srgbClr val="9EE0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0" name="pg1200">
                  <a:extLst>
                    <a:ext uri="{FF2B5EF4-FFF2-40B4-BE49-F238E27FC236}">
                      <a16:creationId xmlns:a16="http://schemas.microsoft.com/office/drawing/2014/main" id="{F74786B3-7403-469D-9E52-B2BAFBED84DB}"/>
                    </a:ext>
                  </a:extLst>
                </p:cNvPr>
                <p:cNvSpPr/>
                <p:nvPr/>
              </p:nvSpPr>
              <p:spPr>
                <a:xfrm>
                  <a:off x="5206331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DE0C5">
                    <a:alpha val="100000"/>
                  </a:srgbClr>
                </a:solidFill>
                <a:ln w="5420" cap="flat">
                  <a:solidFill>
                    <a:srgbClr val="9D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1" name="pg1201">
                  <a:extLst>
                    <a:ext uri="{FF2B5EF4-FFF2-40B4-BE49-F238E27FC236}">
                      <a16:creationId xmlns:a16="http://schemas.microsoft.com/office/drawing/2014/main" id="{E344EA4C-A95E-8E72-FF49-95D33DB8710B}"/>
                    </a:ext>
                  </a:extLst>
                </p:cNvPr>
                <p:cNvSpPr/>
                <p:nvPr/>
              </p:nvSpPr>
              <p:spPr>
                <a:xfrm>
                  <a:off x="5217968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2" name="pg1202">
                  <a:extLst>
                    <a:ext uri="{FF2B5EF4-FFF2-40B4-BE49-F238E27FC236}">
                      <a16:creationId xmlns:a16="http://schemas.microsoft.com/office/drawing/2014/main" id="{EEE23565-094B-AF3F-4B6D-C7EA8D71709D}"/>
                    </a:ext>
                  </a:extLst>
                </p:cNvPr>
                <p:cNvSpPr/>
                <p:nvPr/>
              </p:nvSpPr>
              <p:spPr>
                <a:xfrm>
                  <a:off x="5287792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3" name="pg1203">
                  <a:extLst>
                    <a:ext uri="{FF2B5EF4-FFF2-40B4-BE49-F238E27FC236}">
                      <a16:creationId xmlns:a16="http://schemas.microsoft.com/office/drawing/2014/main" id="{EAD1CB22-1559-0A18-C546-C64F3F4316C2}"/>
                    </a:ext>
                  </a:extLst>
                </p:cNvPr>
                <p:cNvSpPr/>
                <p:nvPr/>
              </p:nvSpPr>
              <p:spPr>
                <a:xfrm>
                  <a:off x="5299429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4" name="pg1204">
                  <a:extLst>
                    <a:ext uri="{FF2B5EF4-FFF2-40B4-BE49-F238E27FC236}">
                      <a16:creationId xmlns:a16="http://schemas.microsoft.com/office/drawing/2014/main" id="{EE75D230-7F7E-7155-9E59-A3719059D894}"/>
                    </a:ext>
                  </a:extLst>
                </p:cNvPr>
                <p:cNvSpPr/>
                <p:nvPr/>
              </p:nvSpPr>
              <p:spPr>
                <a:xfrm>
                  <a:off x="5311067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5" name="pg1205">
                  <a:extLst>
                    <a:ext uri="{FF2B5EF4-FFF2-40B4-BE49-F238E27FC236}">
                      <a16:creationId xmlns:a16="http://schemas.microsoft.com/office/drawing/2014/main" id="{0F16068F-FE79-4371-449F-26BB35962C09}"/>
                    </a:ext>
                  </a:extLst>
                </p:cNvPr>
                <p:cNvSpPr/>
                <p:nvPr/>
              </p:nvSpPr>
              <p:spPr>
                <a:xfrm>
                  <a:off x="5322704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6" name="pg1206">
                  <a:extLst>
                    <a:ext uri="{FF2B5EF4-FFF2-40B4-BE49-F238E27FC236}">
                      <a16:creationId xmlns:a16="http://schemas.microsoft.com/office/drawing/2014/main" id="{884ECCD1-28E8-5C36-8A9F-A60CE4408E49}"/>
                    </a:ext>
                  </a:extLst>
                </p:cNvPr>
                <p:cNvSpPr/>
                <p:nvPr/>
              </p:nvSpPr>
              <p:spPr>
                <a:xfrm>
                  <a:off x="5334341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7" name="pg1207">
                  <a:extLst>
                    <a:ext uri="{FF2B5EF4-FFF2-40B4-BE49-F238E27FC236}">
                      <a16:creationId xmlns:a16="http://schemas.microsoft.com/office/drawing/2014/main" id="{8E545F21-FB45-9F26-113E-DCDC8FD03E6E}"/>
                    </a:ext>
                  </a:extLst>
                </p:cNvPr>
                <p:cNvSpPr/>
                <p:nvPr/>
              </p:nvSpPr>
              <p:spPr>
                <a:xfrm>
                  <a:off x="5345979" y="350864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8" name="pg1208">
                  <a:extLst>
                    <a:ext uri="{FF2B5EF4-FFF2-40B4-BE49-F238E27FC236}">
                      <a16:creationId xmlns:a16="http://schemas.microsoft.com/office/drawing/2014/main" id="{A3A8AC17-5EDE-6A60-E160-CF668BD74851}"/>
                    </a:ext>
                  </a:extLst>
                </p:cNvPr>
                <p:cNvSpPr/>
                <p:nvPr/>
              </p:nvSpPr>
              <p:spPr>
                <a:xfrm>
                  <a:off x="5066683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09" name="pg1209">
                  <a:extLst>
                    <a:ext uri="{FF2B5EF4-FFF2-40B4-BE49-F238E27FC236}">
                      <a16:creationId xmlns:a16="http://schemas.microsoft.com/office/drawing/2014/main" id="{A1C9AEB0-AFC0-CA6B-4DB8-B4E7657375D8}"/>
                    </a:ext>
                  </a:extLst>
                </p:cNvPr>
                <p:cNvSpPr/>
                <p:nvPr/>
              </p:nvSpPr>
              <p:spPr>
                <a:xfrm>
                  <a:off x="5078320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2AC">
                    <a:alpha val="100000"/>
                  </a:srgbClr>
                </a:solidFill>
                <a:ln w="5420" cap="flat">
                  <a:solidFill>
                    <a:srgbClr val="59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0" name="pg1210">
                  <a:extLst>
                    <a:ext uri="{FF2B5EF4-FFF2-40B4-BE49-F238E27FC236}">
                      <a16:creationId xmlns:a16="http://schemas.microsoft.com/office/drawing/2014/main" id="{11927DBA-0C31-3BCD-2799-DC23F36B0C2D}"/>
                    </a:ext>
                  </a:extLst>
                </p:cNvPr>
                <p:cNvSpPr/>
                <p:nvPr/>
              </p:nvSpPr>
              <p:spPr>
                <a:xfrm>
                  <a:off x="5089957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1" name="pg1211">
                  <a:extLst>
                    <a:ext uri="{FF2B5EF4-FFF2-40B4-BE49-F238E27FC236}">
                      <a16:creationId xmlns:a16="http://schemas.microsoft.com/office/drawing/2014/main" id="{072DBA8D-D9E2-C7F8-4BCE-34E3FB141573}"/>
                    </a:ext>
                  </a:extLst>
                </p:cNvPr>
                <p:cNvSpPr/>
                <p:nvPr/>
              </p:nvSpPr>
              <p:spPr>
                <a:xfrm>
                  <a:off x="5101595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2" name="pg1212">
                  <a:extLst>
                    <a:ext uri="{FF2B5EF4-FFF2-40B4-BE49-F238E27FC236}">
                      <a16:creationId xmlns:a16="http://schemas.microsoft.com/office/drawing/2014/main" id="{2F9FC17E-84EA-30F3-A329-8499F1C1B2EC}"/>
                    </a:ext>
                  </a:extLst>
                </p:cNvPr>
                <p:cNvSpPr/>
                <p:nvPr/>
              </p:nvSpPr>
              <p:spPr>
                <a:xfrm>
                  <a:off x="5113232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3" name="pg1213">
                  <a:extLst>
                    <a:ext uri="{FF2B5EF4-FFF2-40B4-BE49-F238E27FC236}">
                      <a16:creationId xmlns:a16="http://schemas.microsoft.com/office/drawing/2014/main" id="{427EE9BF-EFE2-FD3B-5DB7-55E9CF58B6E5}"/>
                    </a:ext>
                  </a:extLst>
                </p:cNvPr>
                <p:cNvSpPr/>
                <p:nvPr/>
              </p:nvSpPr>
              <p:spPr>
                <a:xfrm>
                  <a:off x="5124869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4" name="pg1214">
                  <a:extLst>
                    <a:ext uri="{FF2B5EF4-FFF2-40B4-BE49-F238E27FC236}">
                      <a16:creationId xmlns:a16="http://schemas.microsoft.com/office/drawing/2014/main" id="{770F0320-4555-F666-1CDB-8D1DF25FE8D8}"/>
                    </a:ext>
                  </a:extLst>
                </p:cNvPr>
                <p:cNvSpPr/>
                <p:nvPr/>
              </p:nvSpPr>
              <p:spPr>
                <a:xfrm>
                  <a:off x="5136507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5" name="pg1215">
                  <a:extLst>
                    <a:ext uri="{FF2B5EF4-FFF2-40B4-BE49-F238E27FC236}">
                      <a16:creationId xmlns:a16="http://schemas.microsoft.com/office/drawing/2014/main" id="{92D36A8D-31F1-2C02-1C73-C2582A94B24C}"/>
                    </a:ext>
                  </a:extLst>
                </p:cNvPr>
                <p:cNvSpPr/>
                <p:nvPr/>
              </p:nvSpPr>
              <p:spPr>
                <a:xfrm>
                  <a:off x="5148144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6" name="pg1216">
                  <a:extLst>
                    <a:ext uri="{FF2B5EF4-FFF2-40B4-BE49-F238E27FC236}">
                      <a16:creationId xmlns:a16="http://schemas.microsoft.com/office/drawing/2014/main" id="{B97BD30C-25AF-54BF-A2E1-F8F550ED5329}"/>
                    </a:ext>
                  </a:extLst>
                </p:cNvPr>
                <p:cNvSpPr/>
                <p:nvPr/>
              </p:nvSpPr>
              <p:spPr>
                <a:xfrm>
                  <a:off x="5159781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9">
                    <a:alpha val="100000"/>
                  </a:srgbClr>
                </a:solidFill>
                <a:ln w="5420" cap="flat">
                  <a:solidFill>
                    <a:srgbClr val="80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7" name="pg1217">
                  <a:extLst>
                    <a:ext uri="{FF2B5EF4-FFF2-40B4-BE49-F238E27FC236}">
                      <a16:creationId xmlns:a16="http://schemas.microsoft.com/office/drawing/2014/main" id="{037FD23F-6AE0-144B-0964-44660C734ADD}"/>
                    </a:ext>
                  </a:extLst>
                </p:cNvPr>
                <p:cNvSpPr/>
                <p:nvPr/>
              </p:nvSpPr>
              <p:spPr>
                <a:xfrm>
                  <a:off x="5171419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8" name="pg1218">
                  <a:extLst>
                    <a:ext uri="{FF2B5EF4-FFF2-40B4-BE49-F238E27FC236}">
                      <a16:creationId xmlns:a16="http://schemas.microsoft.com/office/drawing/2014/main" id="{A8E8CB36-4F44-23BF-BA27-FC4288056F25}"/>
                    </a:ext>
                  </a:extLst>
                </p:cNvPr>
                <p:cNvSpPr/>
                <p:nvPr/>
              </p:nvSpPr>
              <p:spPr>
                <a:xfrm>
                  <a:off x="5183056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19" name="pg1219">
                  <a:extLst>
                    <a:ext uri="{FF2B5EF4-FFF2-40B4-BE49-F238E27FC236}">
                      <a16:creationId xmlns:a16="http://schemas.microsoft.com/office/drawing/2014/main" id="{8C6677DD-99B0-81C4-45F7-1E0458D695A6}"/>
                    </a:ext>
                  </a:extLst>
                </p:cNvPr>
                <p:cNvSpPr/>
                <p:nvPr/>
              </p:nvSpPr>
              <p:spPr>
                <a:xfrm>
                  <a:off x="5194693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FE1C6">
                    <a:alpha val="100000"/>
                  </a:srgbClr>
                </a:solidFill>
                <a:ln w="5420" cap="flat">
                  <a:solidFill>
                    <a:srgbClr val="9FE1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0" name="pg1220">
                  <a:extLst>
                    <a:ext uri="{FF2B5EF4-FFF2-40B4-BE49-F238E27FC236}">
                      <a16:creationId xmlns:a16="http://schemas.microsoft.com/office/drawing/2014/main" id="{0E3BD684-DD57-F2CB-03FD-DB5479436714}"/>
                    </a:ext>
                  </a:extLst>
                </p:cNvPr>
                <p:cNvSpPr/>
                <p:nvPr/>
              </p:nvSpPr>
              <p:spPr>
                <a:xfrm>
                  <a:off x="5206331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FE0C6">
                    <a:alpha val="100000"/>
                  </a:srgbClr>
                </a:solidFill>
                <a:ln w="5420" cap="flat">
                  <a:solidFill>
                    <a:srgbClr val="9FE0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1" name="pg1221">
                  <a:extLst>
                    <a:ext uri="{FF2B5EF4-FFF2-40B4-BE49-F238E27FC236}">
                      <a16:creationId xmlns:a16="http://schemas.microsoft.com/office/drawing/2014/main" id="{CB431642-D73E-6EAE-BF21-2C13BF278ADD}"/>
                    </a:ext>
                  </a:extLst>
                </p:cNvPr>
                <p:cNvSpPr/>
                <p:nvPr/>
              </p:nvSpPr>
              <p:spPr>
                <a:xfrm>
                  <a:off x="5217968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2" name="pg1222">
                  <a:extLst>
                    <a:ext uri="{FF2B5EF4-FFF2-40B4-BE49-F238E27FC236}">
                      <a16:creationId xmlns:a16="http://schemas.microsoft.com/office/drawing/2014/main" id="{AF9F6FD6-B626-57F5-8F81-4F1EFA213668}"/>
                    </a:ext>
                  </a:extLst>
                </p:cNvPr>
                <p:cNvSpPr/>
                <p:nvPr/>
              </p:nvSpPr>
              <p:spPr>
                <a:xfrm>
                  <a:off x="5229605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3" name="pg1223">
                  <a:extLst>
                    <a:ext uri="{FF2B5EF4-FFF2-40B4-BE49-F238E27FC236}">
                      <a16:creationId xmlns:a16="http://schemas.microsoft.com/office/drawing/2014/main" id="{BBA20DB2-6459-E2C7-F323-7268A31C7C89}"/>
                    </a:ext>
                  </a:extLst>
                </p:cNvPr>
                <p:cNvSpPr/>
                <p:nvPr/>
              </p:nvSpPr>
              <p:spPr>
                <a:xfrm>
                  <a:off x="5241243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4" name="pg1224">
                  <a:extLst>
                    <a:ext uri="{FF2B5EF4-FFF2-40B4-BE49-F238E27FC236}">
                      <a16:creationId xmlns:a16="http://schemas.microsoft.com/office/drawing/2014/main" id="{FA221016-8291-CB6E-A165-2C9BF952AD7D}"/>
                    </a:ext>
                  </a:extLst>
                </p:cNvPr>
                <p:cNvSpPr/>
                <p:nvPr/>
              </p:nvSpPr>
              <p:spPr>
                <a:xfrm>
                  <a:off x="5252880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5" name="pg1225">
                  <a:extLst>
                    <a:ext uri="{FF2B5EF4-FFF2-40B4-BE49-F238E27FC236}">
                      <a16:creationId xmlns:a16="http://schemas.microsoft.com/office/drawing/2014/main" id="{08F4EE84-704B-2C91-3AAD-AC77443417A6}"/>
                    </a:ext>
                  </a:extLst>
                </p:cNvPr>
                <p:cNvSpPr/>
                <p:nvPr/>
              </p:nvSpPr>
              <p:spPr>
                <a:xfrm>
                  <a:off x="5276155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6" name="pg1226">
                  <a:extLst>
                    <a:ext uri="{FF2B5EF4-FFF2-40B4-BE49-F238E27FC236}">
                      <a16:creationId xmlns:a16="http://schemas.microsoft.com/office/drawing/2014/main" id="{ECC2E7C7-4838-98A8-512B-7D017ECE8CEA}"/>
                    </a:ext>
                  </a:extLst>
                </p:cNvPr>
                <p:cNvSpPr/>
                <p:nvPr/>
              </p:nvSpPr>
              <p:spPr>
                <a:xfrm>
                  <a:off x="5287792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7" name="pg1227">
                  <a:extLst>
                    <a:ext uri="{FF2B5EF4-FFF2-40B4-BE49-F238E27FC236}">
                      <a16:creationId xmlns:a16="http://schemas.microsoft.com/office/drawing/2014/main" id="{5635D6CF-6CD5-BAF6-9190-8A68BB427888}"/>
                    </a:ext>
                  </a:extLst>
                </p:cNvPr>
                <p:cNvSpPr/>
                <p:nvPr/>
              </p:nvSpPr>
              <p:spPr>
                <a:xfrm>
                  <a:off x="5299429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8" name="pg1228">
                  <a:extLst>
                    <a:ext uri="{FF2B5EF4-FFF2-40B4-BE49-F238E27FC236}">
                      <a16:creationId xmlns:a16="http://schemas.microsoft.com/office/drawing/2014/main" id="{3CECA2BD-4B0B-500B-32A2-37FB1E73E58B}"/>
                    </a:ext>
                  </a:extLst>
                </p:cNvPr>
                <p:cNvSpPr/>
                <p:nvPr/>
              </p:nvSpPr>
              <p:spPr>
                <a:xfrm>
                  <a:off x="5311067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29" name="pg1229">
                  <a:extLst>
                    <a:ext uri="{FF2B5EF4-FFF2-40B4-BE49-F238E27FC236}">
                      <a16:creationId xmlns:a16="http://schemas.microsoft.com/office/drawing/2014/main" id="{29717EEA-C79C-1A40-9F00-F70071679AF8}"/>
                    </a:ext>
                  </a:extLst>
                </p:cNvPr>
                <p:cNvSpPr/>
                <p:nvPr/>
              </p:nvSpPr>
              <p:spPr>
                <a:xfrm>
                  <a:off x="5322704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0" name="pg1230">
                  <a:extLst>
                    <a:ext uri="{FF2B5EF4-FFF2-40B4-BE49-F238E27FC236}">
                      <a16:creationId xmlns:a16="http://schemas.microsoft.com/office/drawing/2014/main" id="{27D6F7C4-24DD-B07C-1F8A-43B370738F0D}"/>
                    </a:ext>
                  </a:extLst>
                </p:cNvPr>
                <p:cNvSpPr/>
                <p:nvPr/>
              </p:nvSpPr>
              <p:spPr>
                <a:xfrm>
                  <a:off x="5334341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1" name="pg1231">
                  <a:extLst>
                    <a:ext uri="{FF2B5EF4-FFF2-40B4-BE49-F238E27FC236}">
                      <a16:creationId xmlns:a16="http://schemas.microsoft.com/office/drawing/2014/main" id="{17C5E69E-6640-27F5-8E44-F29BE4C3A1B5}"/>
                    </a:ext>
                  </a:extLst>
                </p:cNvPr>
                <p:cNvSpPr/>
                <p:nvPr/>
              </p:nvSpPr>
              <p:spPr>
                <a:xfrm>
                  <a:off x="5345979" y="352294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2" name="pg1232">
                  <a:extLst>
                    <a:ext uri="{FF2B5EF4-FFF2-40B4-BE49-F238E27FC236}">
                      <a16:creationId xmlns:a16="http://schemas.microsoft.com/office/drawing/2014/main" id="{63CC75A7-8B9D-8681-4BB3-A646F679F2CE}"/>
                    </a:ext>
                  </a:extLst>
                </p:cNvPr>
                <p:cNvSpPr/>
                <p:nvPr/>
              </p:nvSpPr>
              <p:spPr>
                <a:xfrm>
                  <a:off x="5066683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3" name="pg1233">
                  <a:extLst>
                    <a:ext uri="{FF2B5EF4-FFF2-40B4-BE49-F238E27FC236}">
                      <a16:creationId xmlns:a16="http://schemas.microsoft.com/office/drawing/2014/main" id="{240092FE-90B9-166C-9DFA-7BF092D48363}"/>
                    </a:ext>
                  </a:extLst>
                </p:cNvPr>
                <p:cNvSpPr/>
                <p:nvPr/>
              </p:nvSpPr>
              <p:spPr>
                <a:xfrm>
                  <a:off x="5078320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4" name="pg1234">
                  <a:extLst>
                    <a:ext uri="{FF2B5EF4-FFF2-40B4-BE49-F238E27FC236}">
                      <a16:creationId xmlns:a16="http://schemas.microsoft.com/office/drawing/2014/main" id="{448DF6F4-97CD-E8F7-30CF-3081C029E610}"/>
                    </a:ext>
                  </a:extLst>
                </p:cNvPr>
                <p:cNvSpPr/>
                <p:nvPr/>
              </p:nvSpPr>
              <p:spPr>
                <a:xfrm>
                  <a:off x="5089957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5" name="pg1235">
                  <a:extLst>
                    <a:ext uri="{FF2B5EF4-FFF2-40B4-BE49-F238E27FC236}">
                      <a16:creationId xmlns:a16="http://schemas.microsoft.com/office/drawing/2014/main" id="{12D79A16-8C71-C1A1-2167-70B81CC64BE9}"/>
                    </a:ext>
                  </a:extLst>
                </p:cNvPr>
                <p:cNvSpPr/>
                <p:nvPr/>
              </p:nvSpPr>
              <p:spPr>
                <a:xfrm>
                  <a:off x="5101595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6" name="pg1236">
                  <a:extLst>
                    <a:ext uri="{FF2B5EF4-FFF2-40B4-BE49-F238E27FC236}">
                      <a16:creationId xmlns:a16="http://schemas.microsoft.com/office/drawing/2014/main" id="{F1A4737E-8070-F37D-017C-844F0B12E275}"/>
                    </a:ext>
                  </a:extLst>
                </p:cNvPr>
                <p:cNvSpPr/>
                <p:nvPr/>
              </p:nvSpPr>
              <p:spPr>
                <a:xfrm>
                  <a:off x="5113232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7" name="pg1237">
                  <a:extLst>
                    <a:ext uri="{FF2B5EF4-FFF2-40B4-BE49-F238E27FC236}">
                      <a16:creationId xmlns:a16="http://schemas.microsoft.com/office/drawing/2014/main" id="{8E8D98A4-105C-C23B-0DC7-7F49DF08E51D}"/>
                    </a:ext>
                  </a:extLst>
                </p:cNvPr>
                <p:cNvSpPr/>
                <p:nvPr/>
              </p:nvSpPr>
              <p:spPr>
                <a:xfrm>
                  <a:off x="5124869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8" name="pg1238">
                  <a:extLst>
                    <a:ext uri="{FF2B5EF4-FFF2-40B4-BE49-F238E27FC236}">
                      <a16:creationId xmlns:a16="http://schemas.microsoft.com/office/drawing/2014/main" id="{393C4572-1796-A0B3-7B4F-590464506F49}"/>
                    </a:ext>
                  </a:extLst>
                </p:cNvPr>
                <p:cNvSpPr/>
                <p:nvPr/>
              </p:nvSpPr>
              <p:spPr>
                <a:xfrm>
                  <a:off x="5136507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FAD">
                    <a:alpha val="100000"/>
                  </a:srgbClr>
                </a:solidFill>
                <a:ln w="5420" cap="flat">
                  <a:solidFill>
                    <a:srgbClr val="62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39" name="pg1239">
                  <a:extLst>
                    <a:ext uri="{FF2B5EF4-FFF2-40B4-BE49-F238E27FC236}">
                      <a16:creationId xmlns:a16="http://schemas.microsoft.com/office/drawing/2014/main" id="{3AA529DB-8155-3E51-B169-C5F3068053C1}"/>
                    </a:ext>
                  </a:extLst>
                </p:cNvPr>
                <p:cNvSpPr/>
                <p:nvPr/>
              </p:nvSpPr>
              <p:spPr>
                <a:xfrm>
                  <a:off x="5148144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0" name="pg1240">
                  <a:extLst>
                    <a:ext uri="{FF2B5EF4-FFF2-40B4-BE49-F238E27FC236}">
                      <a16:creationId xmlns:a16="http://schemas.microsoft.com/office/drawing/2014/main" id="{4F583A9E-C9FC-E200-FD01-FFA4A9F5F308}"/>
                    </a:ext>
                  </a:extLst>
                </p:cNvPr>
                <p:cNvSpPr/>
                <p:nvPr/>
              </p:nvSpPr>
              <p:spPr>
                <a:xfrm>
                  <a:off x="5159781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1" name="pg1241">
                  <a:extLst>
                    <a:ext uri="{FF2B5EF4-FFF2-40B4-BE49-F238E27FC236}">
                      <a16:creationId xmlns:a16="http://schemas.microsoft.com/office/drawing/2014/main" id="{77922611-D9D0-0594-DA5B-483BEC15B459}"/>
                    </a:ext>
                  </a:extLst>
                </p:cNvPr>
                <p:cNvSpPr/>
                <p:nvPr/>
              </p:nvSpPr>
              <p:spPr>
                <a:xfrm>
                  <a:off x="5171419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2" name="pg1242">
                  <a:extLst>
                    <a:ext uri="{FF2B5EF4-FFF2-40B4-BE49-F238E27FC236}">
                      <a16:creationId xmlns:a16="http://schemas.microsoft.com/office/drawing/2014/main" id="{D3007244-7E98-FBE1-32B1-A39773A45B47}"/>
                    </a:ext>
                  </a:extLst>
                </p:cNvPr>
                <p:cNvSpPr/>
                <p:nvPr/>
              </p:nvSpPr>
              <p:spPr>
                <a:xfrm>
                  <a:off x="5183056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3" name="pg1243">
                  <a:extLst>
                    <a:ext uri="{FF2B5EF4-FFF2-40B4-BE49-F238E27FC236}">
                      <a16:creationId xmlns:a16="http://schemas.microsoft.com/office/drawing/2014/main" id="{0A51F5F3-534F-3E48-E14A-2A3250406F7D}"/>
                    </a:ext>
                  </a:extLst>
                </p:cNvPr>
                <p:cNvSpPr/>
                <p:nvPr/>
              </p:nvSpPr>
              <p:spPr>
                <a:xfrm>
                  <a:off x="5194693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2DCC0">
                    <a:alpha val="100000"/>
                  </a:srgbClr>
                </a:solidFill>
                <a:ln w="5420" cap="flat">
                  <a:solidFill>
                    <a:srgbClr val="92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4" name="pg1244">
                  <a:extLst>
                    <a:ext uri="{FF2B5EF4-FFF2-40B4-BE49-F238E27FC236}">
                      <a16:creationId xmlns:a16="http://schemas.microsoft.com/office/drawing/2014/main" id="{7D5997E2-D39E-80E9-1D9F-A8AC5A29283A}"/>
                    </a:ext>
                  </a:extLst>
                </p:cNvPr>
                <p:cNvSpPr/>
                <p:nvPr/>
              </p:nvSpPr>
              <p:spPr>
                <a:xfrm>
                  <a:off x="5206331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5" name="pg1245">
                  <a:extLst>
                    <a:ext uri="{FF2B5EF4-FFF2-40B4-BE49-F238E27FC236}">
                      <a16:creationId xmlns:a16="http://schemas.microsoft.com/office/drawing/2014/main" id="{585A5C52-5F27-B98C-7D89-24EE1FC29674}"/>
                    </a:ext>
                  </a:extLst>
                </p:cNvPr>
                <p:cNvSpPr/>
                <p:nvPr/>
              </p:nvSpPr>
              <p:spPr>
                <a:xfrm>
                  <a:off x="5217968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6" name="pg1246">
                  <a:extLst>
                    <a:ext uri="{FF2B5EF4-FFF2-40B4-BE49-F238E27FC236}">
                      <a16:creationId xmlns:a16="http://schemas.microsoft.com/office/drawing/2014/main" id="{FA8B9174-125E-783F-F678-9FC1378353FA}"/>
                    </a:ext>
                  </a:extLst>
                </p:cNvPr>
                <p:cNvSpPr/>
                <p:nvPr/>
              </p:nvSpPr>
              <p:spPr>
                <a:xfrm>
                  <a:off x="5229605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7" name="pg1247">
                  <a:extLst>
                    <a:ext uri="{FF2B5EF4-FFF2-40B4-BE49-F238E27FC236}">
                      <a16:creationId xmlns:a16="http://schemas.microsoft.com/office/drawing/2014/main" id="{A609DB7C-932F-94A8-7764-9A68C6E8A50C}"/>
                    </a:ext>
                  </a:extLst>
                </p:cNvPr>
                <p:cNvSpPr/>
                <p:nvPr/>
              </p:nvSpPr>
              <p:spPr>
                <a:xfrm>
                  <a:off x="5241243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8" name="pg1248">
                  <a:extLst>
                    <a:ext uri="{FF2B5EF4-FFF2-40B4-BE49-F238E27FC236}">
                      <a16:creationId xmlns:a16="http://schemas.microsoft.com/office/drawing/2014/main" id="{F762FD56-74F3-F452-B056-15678C549B14}"/>
                    </a:ext>
                  </a:extLst>
                </p:cNvPr>
                <p:cNvSpPr/>
                <p:nvPr/>
              </p:nvSpPr>
              <p:spPr>
                <a:xfrm>
                  <a:off x="5252880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49" name="pg1249">
                  <a:extLst>
                    <a:ext uri="{FF2B5EF4-FFF2-40B4-BE49-F238E27FC236}">
                      <a16:creationId xmlns:a16="http://schemas.microsoft.com/office/drawing/2014/main" id="{55AE9299-C5AF-D31A-5FBD-ED987307F8C7}"/>
                    </a:ext>
                  </a:extLst>
                </p:cNvPr>
                <p:cNvSpPr/>
                <p:nvPr/>
              </p:nvSpPr>
              <p:spPr>
                <a:xfrm>
                  <a:off x="5264517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0" name="pg1250">
                  <a:extLst>
                    <a:ext uri="{FF2B5EF4-FFF2-40B4-BE49-F238E27FC236}">
                      <a16:creationId xmlns:a16="http://schemas.microsoft.com/office/drawing/2014/main" id="{2551B95E-9F03-D5BD-7D28-95F591CF1736}"/>
                    </a:ext>
                  </a:extLst>
                </p:cNvPr>
                <p:cNvSpPr/>
                <p:nvPr/>
              </p:nvSpPr>
              <p:spPr>
                <a:xfrm>
                  <a:off x="5276155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1" name="pg1251">
                  <a:extLst>
                    <a:ext uri="{FF2B5EF4-FFF2-40B4-BE49-F238E27FC236}">
                      <a16:creationId xmlns:a16="http://schemas.microsoft.com/office/drawing/2014/main" id="{8CE9FA91-FDB4-C063-BADE-082C7FC43DE8}"/>
                    </a:ext>
                  </a:extLst>
                </p:cNvPr>
                <p:cNvSpPr/>
                <p:nvPr/>
              </p:nvSpPr>
              <p:spPr>
                <a:xfrm>
                  <a:off x="5287792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2" name="pg1252">
                  <a:extLst>
                    <a:ext uri="{FF2B5EF4-FFF2-40B4-BE49-F238E27FC236}">
                      <a16:creationId xmlns:a16="http://schemas.microsoft.com/office/drawing/2014/main" id="{D4F3942C-2807-F79F-AEA6-40BBCCA5E899}"/>
                    </a:ext>
                  </a:extLst>
                </p:cNvPr>
                <p:cNvSpPr/>
                <p:nvPr/>
              </p:nvSpPr>
              <p:spPr>
                <a:xfrm>
                  <a:off x="5299429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3" name="pg1253">
                  <a:extLst>
                    <a:ext uri="{FF2B5EF4-FFF2-40B4-BE49-F238E27FC236}">
                      <a16:creationId xmlns:a16="http://schemas.microsoft.com/office/drawing/2014/main" id="{304CFFF9-EF91-72B9-5345-DE99C5AED397}"/>
                    </a:ext>
                  </a:extLst>
                </p:cNvPr>
                <p:cNvSpPr/>
                <p:nvPr/>
              </p:nvSpPr>
              <p:spPr>
                <a:xfrm>
                  <a:off x="5311067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4" name="pg1254">
                  <a:extLst>
                    <a:ext uri="{FF2B5EF4-FFF2-40B4-BE49-F238E27FC236}">
                      <a16:creationId xmlns:a16="http://schemas.microsoft.com/office/drawing/2014/main" id="{6AA327ED-C71B-67C5-A982-03F8C6340F7C}"/>
                    </a:ext>
                  </a:extLst>
                </p:cNvPr>
                <p:cNvSpPr/>
                <p:nvPr/>
              </p:nvSpPr>
              <p:spPr>
                <a:xfrm>
                  <a:off x="5322704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5" name="pg1255">
                  <a:extLst>
                    <a:ext uri="{FF2B5EF4-FFF2-40B4-BE49-F238E27FC236}">
                      <a16:creationId xmlns:a16="http://schemas.microsoft.com/office/drawing/2014/main" id="{8A7B0BFE-51CD-699D-CF3C-37B229C86D78}"/>
                    </a:ext>
                  </a:extLst>
                </p:cNvPr>
                <p:cNvSpPr/>
                <p:nvPr/>
              </p:nvSpPr>
              <p:spPr>
                <a:xfrm>
                  <a:off x="5334341" y="35372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6" name="pg1256">
                  <a:extLst>
                    <a:ext uri="{FF2B5EF4-FFF2-40B4-BE49-F238E27FC236}">
                      <a16:creationId xmlns:a16="http://schemas.microsoft.com/office/drawing/2014/main" id="{2D4A30AB-A969-0CFD-6D3E-51E6263BE295}"/>
                    </a:ext>
                  </a:extLst>
                </p:cNvPr>
                <p:cNvSpPr/>
                <p:nvPr/>
              </p:nvSpPr>
              <p:spPr>
                <a:xfrm>
                  <a:off x="5066683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7" name="pg1257">
                  <a:extLst>
                    <a:ext uri="{FF2B5EF4-FFF2-40B4-BE49-F238E27FC236}">
                      <a16:creationId xmlns:a16="http://schemas.microsoft.com/office/drawing/2014/main" id="{26329040-3748-5C91-D80F-0A3DC75A4786}"/>
                    </a:ext>
                  </a:extLst>
                </p:cNvPr>
                <p:cNvSpPr/>
                <p:nvPr/>
              </p:nvSpPr>
              <p:spPr>
                <a:xfrm>
                  <a:off x="5078320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8" name="pg1258">
                  <a:extLst>
                    <a:ext uri="{FF2B5EF4-FFF2-40B4-BE49-F238E27FC236}">
                      <a16:creationId xmlns:a16="http://schemas.microsoft.com/office/drawing/2014/main" id="{511D7044-55E8-D29D-7182-BF53998D4F9D}"/>
                    </a:ext>
                  </a:extLst>
                </p:cNvPr>
                <p:cNvSpPr/>
                <p:nvPr/>
              </p:nvSpPr>
              <p:spPr>
                <a:xfrm>
                  <a:off x="5089957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59" name="pg1259">
                  <a:extLst>
                    <a:ext uri="{FF2B5EF4-FFF2-40B4-BE49-F238E27FC236}">
                      <a16:creationId xmlns:a16="http://schemas.microsoft.com/office/drawing/2014/main" id="{C68D0AA6-8044-2CAD-3DEC-ECB9155AC6F6}"/>
                    </a:ext>
                  </a:extLst>
                </p:cNvPr>
                <p:cNvSpPr/>
                <p:nvPr/>
              </p:nvSpPr>
              <p:spPr>
                <a:xfrm>
                  <a:off x="5101595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0" name="pg1260">
                  <a:extLst>
                    <a:ext uri="{FF2B5EF4-FFF2-40B4-BE49-F238E27FC236}">
                      <a16:creationId xmlns:a16="http://schemas.microsoft.com/office/drawing/2014/main" id="{F7512FC8-92D7-3E05-A842-B6176BAE0E40}"/>
                    </a:ext>
                  </a:extLst>
                </p:cNvPr>
                <p:cNvSpPr/>
                <p:nvPr/>
              </p:nvSpPr>
              <p:spPr>
                <a:xfrm>
                  <a:off x="5113232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1" name="pg1261">
                  <a:extLst>
                    <a:ext uri="{FF2B5EF4-FFF2-40B4-BE49-F238E27FC236}">
                      <a16:creationId xmlns:a16="http://schemas.microsoft.com/office/drawing/2014/main" id="{95A7F885-F83B-9A0A-0790-EF25BFCD5981}"/>
                    </a:ext>
                  </a:extLst>
                </p:cNvPr>
                <p:cNvSpPr/>
                <p:nvPr/>
              </p:nvSpPr>
              <p:spPr>
                <a:xfrm>
                  <a:off x="5124869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2" name="pg1262">
                  <a:extLst>
                    <a:ext uri="{FF2B5EF4-FFF2-40B4-BE49-F238E27FC236}">
                      <a16:creationId xmlns:a16="http://schemas.microsoft.com/office/drawing/2014/main" id="{CD24181A-6A91-B664-7373-A5D30DF55599}"/>
                    </a:ext>
                  </a:extLst>
                </p:cNvPr>
                <p:cNvSpPr/>
                <p:nvPr/>
              </p:nvSpPr>
              <p:spPr>
                <a:xfrm>
                  <a:off x="5136507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3" name="pg1263">
                  <a:extLst>
                    <a:ext uri="{FF2B5EF4-FFF2-40B4-BE49-F238E27FC236}">
                      <a16:creationId xmlns:a16="http://schemas.microsoft.com/office/drawing/2014/main" id="{102BBBE0-9767-D9BD-51EC-3E1676989B16}"/>
                    </a:ext>
                  </a:extLst>
                </p:cNvPr>
                <p:cNvSpPr/>
                <p:nvPr/>
              </p:nvSpPr>
              <p:spPr>
                <a:xfrm>
                  <a:off x="5148144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4" name="pg1264">
                  <a:extLst>
                    <a:ext uri="{FF2B5EF4-FFF2-40B4-BE49-F238E27FC236}">
                      <a16:creationId xmlns:a16="http://schemas.microsoft.com/office/drawing/2014/main" id="{5380DCA1-7582-4F4A-2099-B765948D4781}"/>
                    </a:ext>
                  </a:extLst>
                </p:cNvPr>
                <p:cNvSpPr/>
                <p:nvPr/>
              </p:nvSpPr>
              <p:spPr>
                <a:xfrm>
                  <a:off x="5159781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5" name="pg1265">
                  <a:extLst>
                    <a:ext uri="{FF2B5EF4-FFF2-40B4-BE49-F238E27FC236}">
                      <a16:creationId xmlns:a16="http://schemas.microsoft.com/office/drawing/2014/main" id="{B525C4C8-38E1-5A68-BB50-5A963CBD2058}"/>
                    </a:ext>
                  </a:extLst>
                </p:cNvPr>
                <p:cNvSpPr/>
                <p:nvPr/>
              </p:nvSpPr>
              <p:spPr>
                <a:xfrm>
                  <a:off x="5171419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6" name="pg1266">
                  <a:extLst>
                    <a:ext uri="{FF2B5EF4-FFF2-40B4-BE49-F238E27FC236}">
                      <a16:creationId xmlns:a16="http://schemas.microsoft.com/office/drawing/2014/main" id="{C04C6B18-47E4-3BFE-219E-6FCEA5272681}"/>
                    </a:ext>
                  </a:extLst>
                </p:cNvPr>
                <p:cNvSpPr/>
                <p:nvPr/>
              </p:nvSpPr>
              <p:spPr>
                <a:xfrm>
                  <a:off x="5183056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7" name="pg1267">
                  <a:extLst>
                    <a:ext uri="{FF2B5EF4-FFF2-40B4-BE49-F238E27FC236}">
                      <a16:creationId xmlns:a16="http://schemas.microsoft.com/office/drawing/2014/main" id="{3898CE33-9E53-4EF1-88AC-419CA6ABB6AC}"/>
                    </a:ext>
                  </a:extLst>
                </p:cNvPr>
                <p:cNvSpPr/>
                <p:nvPr/>
              </p:nvSpPr>
              <p:spPr>
                <a:xfrm>
                  <a:off x="5194693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8" name="pg1268">
                  <a:extLst>
                    <a:ext uri="{FF2B5EF4-FFF2-40B4-BE49-F238E27FC236}">
                      <a16:creationId xmlns:a16="http://schemas.microsoft.com/office/drawing/2014/main" id="{F198A6F0-86A5-9066-1A72-C330CDCC24F4}"/>
                    </a:ext>
                  </a:extLst>
                </p:cNvPr>
                <p:cNvSpPr/>
                <p:nvPr/>
              </p:nvSpPr>
              <p:spPr>
                <a:xfrm>
                  <a:off x="5206331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69" name="pg1269">
                  <a:extLst>
                    <a:ext uri="{FF2B5EF4-FFF2-40B4-BE49-F238E27FC236}">
                      <a16:creationId xmlns:a16="http://schemas.microsoft.com/office/drawing/2014/main" id="{770AB4F3-97A6-AA7D-FCE3-8EB0EA1451BB}"/>
                    </a:ext>
                  </a:extLst>
                </p:cNvPr>
                <p:cNvSpPr/>
                <p:nvPr/>
              </p:nvSpPr>
              <p:spPr>
                <a:xfrm>
                  <a:off x="5217968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0" name="pg1270">
                  <a:extLst>
                    <a:ext uri="{FF2B5EF4-FFF2-40B4-BE49-F238E27FC236}">
                      <a16:creationId xmlns:a16="http://schemas.microsoft.com/office/drawing/2014/main" id="{81821F62-B0D2-C203-8089-0EBC72B82734}"/>
                    </a:ext>
                  </a:extLst>
                </p:cNvPr>
                <p:cNvSpPr/>
                <p:nvPr/>
              </p:nvSpPr>
              <p:spPr>
                <a:xfrm>
                  <a:off x="5229605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1" name="pg1271">
                  <a:extLst>
                    <a:ext uri="{FF2B5EF4-FFF2-40B4-BE49-F238E27FC236}">
                      <a16:creationId xmlns:a16="http://schemas.microsoft.com/office/drawing/2014/main" id="{44E95E37-DC04-4467-DB4B-9971BF4E0039}"/>
                    </a:ext>
                  </a:extLst>
                </p:cNvPr>
                <p:cNvSpPr/>
                <p:nvPr/>
              </p:nvSpPr>
              <p:spPr>
                <a:xfrm>
                  <a:off x="5241243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2" name="pg1272">
                  <a:extLst>
                    <a:ext uri="{FF2B5EF4-FFF2-40B4-BE49-F238E27FC236}">
                      <a16:creationId xmlns:a16="http://schemas.microsoft.com/office/drawing/2014/main" id="{3E47608B-6E56-0375-A8B2-92222F1A369A}"/>
                    </a:ext>
                  </a:extLst>
                </p:cNvPr>
                <p:cNvSpPr/>
                <p:nvPr/>
              </p:nvSpPr>
              <p:spPr>
                <a:xfrm>
                  <a:off x="5252880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3" name="pg1273">
                  <a:extLst>
                    <a:ext uri="{FF2B5EF4-FFF2-40B4-BE49-F238E27FC236}">
                      <a16:creationId xmlns:a16="http://schemas.microsoft.com/office/drawing/2014/main" id="{ABE56685-B120-A54E-BD77-52148A6A88AA}"/>
                    </a:ext>
                  </a:extLst>
                </p:cNvPr>
                <p:cNvSpPr/>
                <p:nvPr/>
              </p:nvSpPr>
              <p:spPr>
                <a:xfrm>
                  <a:off x="5264517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4" name="pg1274">
                  <a:extLst>
                    <a:ext uri="{FF2B5EF4-FFF2-40B4-BE49-F238E27FC236}">
                      <a16:creationId xmlns:a16="http://schemas.microsoft.com/office/drawing/2014/main" id="{A4811F8D-8D43-E646-4E05-096837BB0CCD}"/>
                    </a:ext>
                  </a:extLst>
                </p:cNvPr>
                <p:cNvSpPr/>
                <p:nvPr/>
              </p:nvSpPr>
              <p:spPr>
                <a:xfrm>
                  <a:off x="5276155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5" name="pg1275">
                  <a:extLst>
                    <a:ext uri="{FF2B5EF4-FFF2-40B4-BE49-F238E27FC236}">
                      <a16:creationId xmlns:a16="http://schemas.microsoft.com/office/drawing/2014/main" id="{99465724-A693-BF60-30AE-C2506605A470}"/>
                    </a:ext>
                  </a:extLst>
                </p:cNvPr>
                <p:cNvSpPr/>
                <p:nvPr/>
              </p:nvSpPr>
              <p:spPr>
                <a:xfrm>
                  <a:off x="5287792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6" name="pg1276">
                  <a:extLst>
                    <a:ext uri="{FF2B5EF4-FFF2-40B4-BE49-F238E27FC236}">
                      <a16:creationId xmlns:a16="http://schemas.microsoft.com/office/drawing/2014/main" id="{455869FA-BA66-D243-F248-A075520FD4E5}"/>
                    </a:ext>
                  </a:extLst>
                </p:cNvPr>
                <p:cNvSpPr/>
                <p:nvPr/>
              </p:nvSpPr>
              <p:spPr>
                <a:xfrm>
                  <a:off x="5299429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7" name="pg1277">
                  <a:extLst>
                    <a:ext uri="{FF2B5EF4-FFF2-40B4-BE49-F238E27FC236}">
                      <a16:creationId xmlns:a16="http://schemas.microsoft.com/office/drawing/2014/main" id="{D01B1082-C4FD-AA4E-15D3-941BEC26B329}"/>
                    </a:ext>
                  </a:extLst>
                </p:cNvPr>
                <p:cNvSpPr/>
                <p:nvPr/>
              </p:nvSpPr>
              <p:spPr>
                <a:xfrm>
                  <a:off x="5311067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8" name="pg1278">
                  <a:extLst>
                    <a:ext uri="{FF2B5EF4-FFF2-40B4-BE49-F238E27FC236}">
                      <a16:creationId xmlns:a16="http://schemas.microsoft.com/office/drawing/2014/main" id="{A519D3F0-8AFB-E73F-CF3F-1B25E8AF0BDE}"/>
                    </a:ext>
                  </a:extLst>
                </p:cNvPr>
                <p:cNvSpPr/>
                <p:nvPr/>
              </p:nvSpPr>
              <p:spPr>
                <a:xfrm>
                  <a:off x="5322704" y="355154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79" name="pg1279">
                  <a:extLst>
                    <a:ext uri="{FF2B5EF4-FFF2-40B4-BE49-F238E27FC236}">
                      <a16:creationId xmlns:a16="http://schemas.microsoft.com/office/drawing/2014/main" id="{308D0DF8-8369-EAFA-4768-95C8CC44959A}"/>
                    </a:ext>
                  </a:extLst>
                </p:cNvPr>
                <p:cNvSpPr/>
                <p:nvPr/>
              </p:nvSpPr>
              <p:spPr>
                <a:xfrm>
                  <a:off x="5031771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0" name="pg1280">
                  <a:extLst>
                    <a:ext uri="{FF2B5EF4-FFF2-40B4-BE49-F238E27FC236}">
                      <a16:creationId xmlns:a16="http://schemas.microsoft.com/office/drawing/2014/main" id="{2BF0C95A-3BE5-41D1-07F6-FEDBA12086DE}"/>
                    </a:ext>
                  </a:extLst>
                </p:cNvPr>
                <p:cNvSpPr/>
                <p:nvPr/>
              </p:nvSpPr>
              <p:spPr>
                <a:xfrm>
                  <a:off x="5043408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1" name="pg1281">
                  <a:extLst>
                    <a:ext uri="{FF2B5EF4-FFF2-40B4-BE49-F238E27FC236}">
                      <a16:creationId xmlns:a16="http://schemas.microsoft.com/office/drawing/2014/main" id="{3037E4C0-A661-58E3-43BA-FF3D9EC2083D}"/>
                    </a:ext>
                  </a:extLst>
                </p:cNvPr>
                <p:cNvSpPr/>
                <p:nvPr/>
              </p:nvSpPr>
              <p:spPr>
                <a:xfrm>
                  <a:off x="5066683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2" name="pg1282">
                  <a:extLst>
                    <a:ext uri="{FF2B5EF4-FFF2-40B4-BE49-F238E27FC236}">
                      <a16:creationId xmlns:a16="http://schemas.microsoft.com/office/drawing/2014/main" id="{E28B6B9F-AA29-8191-E529-73459127DDD2}"/>
                    </a:ext>
                  </a:extLst>
                </p:cNvPr>
                <p:cNvSpPr/>
                <p:nvPr/>
              </p:nvSpPr>
              <p:spPr>
                <a:xfrm>
                  <a:off x="5078320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3" name="pg1283">
                  <a:extLst>
                    <a:ext uri="{FF2B5EF4-FFF2-40B4-BE49-F238E27FC236}">
                      <a16:creationId xmlns:a16="http://schemas.microsoft.com/office/drawing/2014/main" id="{6E9F86CB-2451-0F7E-740E-4A759ADC8CDC}"/>
                    </a:ext>
                  </a:extLst>
                </p:cNvPr>
                <p:cNvSpPr/>
                <p:nvPr/>
              </p:nvSpPr>
              <p:spPr>
                <a:xfrm>
                  <a:off x="5089957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4" name="pg1284">
                  <a:extLst>
                    <a:ext uri="{FF2B5EF4-FFF2-40B4-BE49-F238E27FC236}">
                      <a16:creationId xmlns:a16="http://schemas.microsoft.com/office/drawing/2014/main" id="{5E8BA65E-954F-A9AB-0C88-415291122E6F}"/>
                    </a:ext>
                  </a:extLst>
                </p:cNvPr>
                <p:cNvSpPr/>
                <p:nvPr/>
              </p:nvSpPr>
              <p:spPr>
                <a:xfrm>
                  <a:off x="5101595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5" name="pg1285">
                  <a:extLst>
                    <a:ext uri="{FF2B5EF4-FFF2-40B4-BE49-F238E27FC236}">
                      <a16:creationId xmlns:a16="http://schemas.microsoft.com/office/drawing/2014/main" id="{30E5E68D-D6DE-3220-DFA0-731AB2877BB5}"/>
                    </a:ext>
                  </a:extLst>
                </p:cNvPr>
                <p:cNvSpPr/>
                <p:nvPr/>
              </p:nvSpPr>
              <p:spPr>
                <a:xfrm>
                  <a:off x="5113232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6" name="pg1286">
                  <a:extLst>
                    <a:ext uri="{FF2B5EF4-FFF2-40B4-BE49-F238E27FC236}">
                      <a16:creationId xmlns:a16="http://schemas.microsoft.com/office/drawing/2014/main" id="{4A416298-AB1E-81D6-AF7A-21C82CB4B26F}"/>
                    </a:ext>
                  </a:extLst>
                </p:cNvPr>
                <p:cNvSpPr/>
                <p:nvPr/>
              </p:nvSpPr>
              <p:spPr>
                <a:xfrm>
                  <a:off x="5124869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7" name="pg1287">
                  <a:extLst>
                    <a:ext uri="{FF2B5EF4-FFF2-40B4-BE49-F238E27FC236}">
                      <a16:creationId xmlns:a16="http://schemas.microsoft.com/office/drawing/2014/main" id="{AE961F2B-0063-BCD0-6B21-628AA2589392}"/>
                    </a:ext>
                  </a:extLst>
                </p:cNvPr>
                <p:cNvSpPr/>
                <p:nvPr/>
              </p:nvSpPr>
              <p:spPr>
                <a:xfrm>
                  <a:off x="5136507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8" name="pg1288">
                  <a:extLst>
                    <a:ext uri="{FF2B5EF4-FFF2-40B4-BE49-F238E27FC236}">
                      <a16:creationId xmlns:a16="http://schemas.microsoft.com/office/drawing/2014/main" id="{09C075B7-FEB0-7E1C-8DAC-705EB3FAAC7B}"/>
                    </a:ext>
                  </a:extLst>
                </p:cNvPr>
                <p:cNvSpPr/>
                <p:nvPr/>
              </p:nvSpPr>
              <p:spPr>
                <a:xfrm>
                  <a:off x="5148144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89" name="pg1289">
                  <a:extLst>
                    <a:ext uri="{FF2B5EF4-FFF2-40B4-BE49-F238E27FC236}">
                      <a16:creationId xmlns:a16="http://schemas.microsoft.com/office/drawing/2014/main" id="{9056BFC4-DE92-FF4B-6C8A-8E7D1D99B9F5}"/>
                    </a:ext>
                  </a:extLst>
                </p:cNvPr>
                <p:cNvSpPr/>
                <p:nvPr/>
              </p:nvSpPr>
              <p:spPr>
                <a:xfrm>
                  <a:off x="5183056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0" name="pg1290">
                  <a:extLst>
                    <a:ext uri="{FF2B5EF4-FFF2-40B4-BE49-F238E27FC236}">
                      <a16:creationId xmlns:a16="http://schemas.microsoft.com/office/drawing/2014/main" id="{4E72C4A3-0784-4003-F1F8-B7856DED3B0D}"/>
                    </a:ext>
                  </a:extLst>
                </p:cNvPr>
                <p:cNvSpPr/>
                <p:nvPr/>
              </p:nvSpPr>
              <p:spPr>
                <a:xfrm>
                  <a:off x="5194693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1" name="pg1291">
                  <a:extLst>
                    <a:ext uri="{FF2B5EF4-FFF2-40B4-BE49-F238E27FC236}">
                      <a16:creationId xmlns:a16="http://schemas.microsoft.com/office/drawing/2014/main" id="{3E880019-A4F8-2FA7-DDD9-7E95F70F1770}"/>
                    </a:ext>
                  </a:extLst>
                </p:cNvPr>
                <p:cNvSpPr/>
                <p:nvPr/>
              </p:nvSpPr>
              <p:spPr>
                <a:xfrm>
                  <a:off x="5206331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2" name="pg1292">
                  <a:extLst>
                    <a:ext uri="{FF2B5EF4-FFF2-40B4-BE49-F238E27FC236}">
                      <a16:creationId xmlns:a16="http://schemas.microsoft.com/office/drawing/2014/main" id="{2368C004-FA7B-9520-D84D-5677C8DE863E}"/>
                    </a:ext>
                  </a:extLst>
                </p:cNvPr>
                <p:cNvSpPr/>
                <p:nvPr/>
              </p:nvSpPr>
              <p:spPr>
                <a:xfrm>
                  <a:off x="5217968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3" name="pg1293">
                  <a:extLst>
                    <a:ext uri="{FF2B5EF4-FFF2-40B4-BE49-F238E27FC236}">
                      <a16:creationId xmlns:a16="http://schemas.microsoft.com/office/drawing/2014/main" id="{27ADD4F2-2227-6258-FDA3-DAB96F207A1A}"/>
                    </a:ext>
                  </a:extLst>
                </p:cNvPr>
                <p:cNvSpPr/>
                <p:nvPr/>
              </p:nvSpPr>
              <p:spPr>
                <a:xfrm>
                  <a:off x="5229605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4" name="pg1294">
                  <a:extLst>
                    <a:ext uri="{FF2B5EF4-FFF2-40B4-BE49-F238E27FC236}">
                      <a16:creationId xmlns:a16="http://schemas.microsoft.com/office/drawing/2014/main" id="{6783A67F-0360-B590-750B-927AE94E2CC2}"/>
                    </a:ext>
                  </a:extLst>
                </p:cNvPr>
                <p:cNvSpPr/>
                <p:nvPr/>
              </p:nvSpPr>
              <p:spPr>
                <a:xfrm>
                  <a:off x="5241243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5" name="pg1295">
                  <a:extLst>
                    <a:ext uri="{FF2B5EF4-FFF2-40B4-BE49-F238E27FC236}">
                      <a16:creationId xmlns:a16="http://schemas.microsoft.com/office/drawing/2014/main" id="{87794BE9-0E2F-43CF-E6B4-4F160BCA4B7A}"/>
                    </a:ext>
                  </a:extLst>
                </p:cNvPr>
                <p:cNvSpPr/>
                <p:nvPr/>
              </p:nvSpPr>
              <p:spPr>
                <a:xfrm>
                  <a:off x="5252880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6" name="pg1296">
                  <a:extLst>
                    <a:ext uri="{FF2B5EF4-FFF2-40B4-BE49-F238E27FC236}">
                      <a16:creationId xmlns:a16="http://schemas.microsoft.com/office/drawing/2014/main" id="{57698FFE-384B-7AA8-2A33-43DDE5AECE42}"/>
                    </a:ext>
                  </a:extLst>
                </p:cNvPr>
                <p:cNvSpPr/>
                <p:nvPr/>
              </p:nvSpPr>
              <p:spPr>
                <a:xfrm>
                  <a:off x="5264517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7" name="pg1297">
                  <a:extLst>
                    <a:ext uri="{FF2B5EF4-FFF2-40B4-BE49-F238E27FC236}">
                      <a16:creationId xmlns:a16="http://schemas.microsoft.com/office/drawing/2014/main" id="{88DB8610-0DDD-4DAD-F219-F5DB8ED8AD9A}"/>
                    </a:ext>
                  </a:extLst>
                </p:cNvPr>
                <p:cNvSpPr/>
                <p:nvPr/>
              </p:nvSpPr>
              <p:spPr>
                <a:xfrm>
                  <a:off x="5276155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8" name="pg1298">
                  <a:extLst>
                    <a:ext uri="{FF2B5EF4-FFF2-40B4-BE49-F238E27FC236}">
                      <a16:creationId xmlns:a16="http://schemas.microsoft.com/office/drawing/2014/main" id="{244F7072-D093-74DA-A097-664DA3C344A1}"/>
                    </a:ext>
                  </a:extLst>
                </p:cNvPr>
                <p:cNvSpPr/>
                <p:nvPr/>
              </p:nvSpPr>
              <p:spPr>
                <a:xfrm>
                  <a:off x="5287792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299" name="pg1299">
                  <a:extLst>
                    <a:ext uri="{FF2B5EF4-FFF2-40B4-BE49-F238E27FC236}">
                      <a16:creationId xmlns:a16="http://schemas.microsoft.com/office/drawing/2014/main" id="{DF442109-4ACD-7D1B-2165-D2986FBDF819}"/>
                    </a:ext>
                  </a:extLst>
                </p:cNvPr>
                <p:cNvSpPr/>
                <p:nvPr/>
              </p:nvSpPr>
              <p:spPr>
                <a:xfrm>
                  <a:off x="5299429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0" name="pg1300">
                  <a:extLst>
                    <a:ext uri="{FF2B5EF4-FFF2-40B4-BE49-F238E27FC236}">
                      <a16:creationId xmlns:a16="http://schemas.microsoft.com/office/drawing/2014/main" id="{037CA39A-BEED-9736-74AE-ECF86C2F9B75}"/>
                    </a:ext>
                  </a:extLst>
                </p:cNvPr>
                <p:cNvSpPr/>
                <p:nvPr/>
              </p:nvSpPr>
              <p:spPr>
                <a:xfrm>
                  <a:off x="5311067" y="35658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1" name="pg1301">
                  <a:extLst>
                    <a:ext uri="{FF2B5EF4-FFF2-40B4-BE49-F238E27FC236}">
                      <a16:creationId xmlns:a16="http://schemas.microsoft.com/office/drawing/2014/main" id="{D9123CE4-1B01-8642-E9AD-45274884FAA7}"/>
                    </a:ext>
                  </a:extLst>
                </p:cNvPr>
                <p:cNvSpPr/>
                <p:nvPr/>
              </p:nvSpPr>
              <p:spPr>
                <a:xfrm>
                  <a:off x="5020133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2" name="pg1302">
                  <a:extLst>
                    <a:ext uri="{FF2B5EF4-FFF2-40B4-BE49-F238E27FC236}">
                      <a16:creationId xmlns:a16="http://schemas.microsoft.com/office/drawing/2014/main" id="{6FDB0B4E-5278-26B0-4785-28993E7C6A78}"/>
                    </a:ext>
                  </a:extLst>
                </p:cNvPr>
                <p:cNvSpPr/>
                <p:nvPr/>
              </p:nvSpPr>
              <p:spPr>
                <a:xfrm>
                  <a:off x="5031771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EAD">
                    <a:alpha val="100000"/>
                  </a:srgbClr>
                </a:solidFill>
                <a:ln w="5420" cap="flat">
                  <a:solidFill>
                    <a:srgbClr val="62CE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3" name="pg1303">
                  <a:extLst>
                    <a:ext uri="{FF2B5EF4-FFF2-40B4-BE49-F238E27FC236}">
                      <a16:creationId xmlns:a16="http://schemas.microsoft.com/office/drawing/2014/main" id="{5C630339-55CC-BE60-DB2C-046B875624FB}"/>
                    </a:ext>
                  </a:extLst>
                </p:cNvPr>
                <p:cNvSpPr/>
                <p:nvPr/>
              </p:nvSpPr>
              <p:spPr>
                <a:xfrm>
                  <a:off x="5043408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4" name="pg1304">
                  <a:extLst>
                    <a:ext uri="{FF2B5EF4-FFF2-40B4-BE49-F238E27FC236}">
                      <a16:creationId xmlns:a16="http://schemas.microsoft.com/office/drawing/2014/main" id="{6DF943DD-CE12-BB69-61B2-812C215F957B}"/>
                    </a:ext>
                  </a:extLst>
                </p:cNvPr>
                <p:cNvSpPr/>
                <p:nvPr/>
              </p:nvSpPr>
              <p:spPr>
                <a:xfrm>
                  <a:off x="5055045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5" name="pg1305">
                  <a:extLst>
                    <a:ext uri="{FF2B5EF4-FFF2-40B4-BE49-F238E27FC236}">
                      <a16:creationId xmlns:a16="http://schemas.microsoft.com/office/drawing/2014/main" id="{6CC1979C-3278-3041-37D5-EE5A7F982F1F}"/>
                    </a:ext>
                  </a:extLst>
                </p:cNvPr>
                <p:cNvSpPr/>
                <p:nvPr/>
              </p:nvSpPr>
              <p:spPr>
                <a:xfrm>
                  <a:off x="5066683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6" name="pg1306">
                  <a:extLst>
                    <a:ext uri="{FF2B5EF4-FFF2-40B4-BE49-F238E27FC236}">
                      <a16:creationId xmlns:a16="http://schemas.microsoft.com/office/drawing/2014/main" id="{0E71FB7B-BDBC-8BB8-29B6-0F3C5724D2F8}"/>
                    </a:ext>
                  </a:extLst>
                </p:cNvPr>
                <p:cNvSpPr/>
                <p:nvPr/>
              </p:nvSpPr>
              <p:spPr>
                <a:xfrm>
                  <a:off x="5078320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7" name="pg1307">
                  <a:extLst>
                    <a:ext uri="{FF2B5EF4-FFF2-40B4-BE49-F238E27FC236}">
                      <a16:creationId xmlns:a16="http://schemas.microsoft.com/office/drawing/2014/main" id="{7E7ACEBE-AFFB-FCC8-DCCC-F6E4182BF01C}"/>
                    </a:ext>
                  </a:extLst>
                </p:cNvPr>
                <p:cNvSpPr/>
                <p:nvPr/>
              </p:nvSpPr>
              <p:spPr>
                <a:xfrm>
                  <a:off x="5089957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8" name="pg1308">
                  <a:extLst>
                    <a:ext uri="{FF2B5EF4-FFF2-40B4-BE49-F238E27FC236}">
                      <a16:creationId xmlns:a16="http://schemas.microsoft.com/office/drawing/2014/main" id="{2EC49A35-61F9-25CA-CE3B-B2AC1295C6F1}"/>
                    </a:ext>
                  </a:extLst>
                </p:cNvPr>
                <p:cNvSpPr/>
                <p:nvPr/>
              </p:nvSpPr>
              <p:spPr>
                <a:xfrm>
                  <a:off x="5101595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09" name="pg1309">
                  <a:extLst>
                    <a:ext uri="{FF2B5EF4-FFF2-40B4-BE49-F238E27FC236}">
                      <a16:creationId xmlns:a16="http://schemas.microsoft.com/office/drawing/2014/main" id="{A5B0ADF6-010F-B96E-C320-0A96D4F2D5A0}"/>
                    </a:ext>
                  </a:extLst>
                </p:cNvPr>
                <p:cNvSpPr/>
                <p:nvPr/>
              </p:nvSpPr>
              <p:spPr>
                <a:xfrm>
                  <a:off x="5113232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0" name="pg1310">
                  <a:extLst>
                    <a:ext uri="{FF2B5EF4-FFF2-40B4-BE49-F238E27FC236}">
                      <a16:creationId xmlns:a16="http://schemas.microsoft.com/office/drawing/2014/main" id="{E74CC7AF-0B63-9420-0914-8D9C1414D4BE}"/>
                    </a:ext>
                  </a:extLst>
                </p:cNvPr>
                <p:cNvSpPr/>
                <p:nvPr/>
              </p:nvSpPr>
              <p:spPr>
                <a:xfrm>
                  <a:off x="5124869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1" name="pg1311">
                  <a:extLst>
                    <a:ext uri="{FF2B5EF4-FFF2-40B4-BE49-F238E27FC236}">
                      <a16:creationId xmlns:a16="http://schemas.microsoft.com/office/drawing/2014/main" id="{A99B0C3E-FBC0-59BF-4B70-F1FD444E7EF8}"/>
                    </a:ext>
                  </a:extLst>
                </p:cNvPr>
                <p:cNvSpPr/>
                <p:nvPr/>
              </p:nvSpPr>
              <p:spPr>
                <a:xfrm>
                  <a:off x="5136507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2" name="pg1312">
                  <a:extLst>
                    <a:ext uri="{FF2B5EF4-FFF2-40B4-BE49-F238E27FC236}">
                      <a16:creationId xmlns:a16="http://schemas.microsoft.com/office/drawing/2014/main" id="{0576E1A3-4567-7561-2323-762951B78744}"/>
                    </a:ext>
                  </a:extLst>
                </p:cNvPr>
                <p:cNvSpPr/>
                <p:nvPr/>
              </p:nvSpPr>
              <p:spPr>
                <a:xfrm>
                  <a:off x="5148144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3" name="pg1313">
                  <a:extLst>
                    <a:ext uri="{FF2B5EF4-FFF2-40B4-BE49-F238E27FC236}">
                      <a16:creationId xmlns:a16="http://schemas.microsoft.com/office/drawing/2014/main" id="{8A0F6BCD-9C0C-6C71-3B22-F0838E9624A4}"/>
                    </a:ext>
                  </a:extLst>
                </p:cNvPr>
                <p:cNvSpPr/>
                <p:nvPr/>
              </p:nvSpPr>
              <p:spPr>
                <a:xfrm>
                  <a:off x="5194693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4" name="pg1314">
                  <a:extLst>
                    <a:ext uri="{FF2B5EF4-FFF2-40B4-BE49-F238E27FC236}">
                      <a16:creationId xmlns:a16="http://schemas.microsoft.com/office/drawing/2014/main" id="{659E9A00-9FAD-8BC7-326A-15448DF19061}"/>
                    </a:ext>
                  </a:extLst>
                </p:cNvPr>
                <p:cNvSpPr/>
                <p:nvPr/>
              </p:nvSpPr>
              <p:spPr>
                <a:xfrm>
                  <a:off x="5206331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5" name="pg1315">
                  <a:extLst>
                    <a:ext uri="{FF2B5EF4-FFF2-40B4-BE49-F238E27FC236}">
                      <a16:creationId xmlns:a16="http://schemas.microsoft.com/office/drawing/2014/main" id="{476CBC7C-1A15-3BF2-5DE3-C1B46FB1C02E}"/>
                    </a:ext>
                  </a:extLst>
                </p:cNvPr>
                <p:cNvSpPr/>
                <p:nvPr/>
              </p:nvSpPr>
              <p:spPr>
                <a:xfrm>
                  <a:off x="5217968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6" name="pg1316">
                  <a:extLst>
                    <a:ext uri="{FF2B5EF4-FFF2-40B4-BE49-F238E27FC236}">
                      <a16:creationId xmlns:a16="http://schemas.microsoft.com/office/drawing/2014/main" id="{ACEBAD5E-C936-AC5D-528C-D4B254537670}"/>
                    </a:ext>
                  </a:extLst>
                </p:cNvPr>
                <p:cNvSpPr/>
                <p:nvPr/>
              </p:nvSpPr>
              <p:spPr>
                <a:xfrm>
                  <a:off x="5229605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7" name="pg1317">
                  <a:extLst>
                    <a:ext uri="{FF2B5EF4-FFF2-40B4-BE49-F238E27FC236}">
                      <a16:creationId xmlns:a16="http://schemas.microsoft.com/office/drawing/2014/main" id="{E8975386-4F86-D0ED-1D70-D724729C4C8B}"/>
                    </a:ext>
                  </a:extLst>
                </p:cNvPr>
                <p:cNvSpPr/>
                <p:nvPr/>
              </p:nvSpPr>
              <p:spPr>
                <a:xfrm>
                  <a:off x="5241243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8" name="pg1318">
                  <a:extLst>
                    <a:ext uri="{FF2B5EF4-FFF2-40B4-BE49-F238E27FC236}">
                      <a16:creationId xmlns:a16="http://schemas.microsoft.com/office/drawing/2014/main" id="{B017C9F7-731C-B8BB-B209-D484DE4814B1}"/>
                    </a:ext>
                  </a:extLst>
                </p:cNvPr>
                <p:cNvSpPr/>
                <p:nvPr/>
              </p:nvSpPr>
              <p:spPr>
                <a:xfrm>
                  <a:off x="5252880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19" name="pg1319">
                  <a:extLst>
                    <a:ext uri="{FF2B5EF4-FFF2-40B4-BE49-F238E27FC236}">
                      <a16:creationId xmlns:a16="http://schemas.microsoft.com/office/drawing/2014/main" id="{283B88E0-E2C3-32C4-582C-9719903C2250}"/>
                    </a:ext>
                  </a:extLst>
                </p:cNvPr>
                <p:cNvSpPr/>
                <p:nvPr/>
              </p:nvSpPr>
              <p:spPr>
                <a:xfrm>
                  <a:off x="5264517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0" name="pg1320">
                  <a:extLst>
                    <a:ext uri="{FF2B5EF4-FFF2-40B4-BE49-F238E27FC236}">
                      <a16:creationId xmlns:a16="http://schemas.microsoft.com/office/drawing/2014/main" id="{4EDBB0BD-482A-C713-318B-CA6C3BBDE5B9}"/>
                    </a:ext>
                  </a:extLst>
                </p:cNvPr>
                <p:cNvSpPr/>
                <p:nvPr/>
              </p:nvSpPr>
              <p:spPr>
                <a:xfrm>
                  <a:off x="5276155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1" name="pg1321">
                  <a:extLst>
                    <a:ext uri="{FF2B5EF4-FFF2-40B4-BE49-F238E27FC236}">
                      <a16:creationId xmlns:a16="http://schemas.microsoft.com/office/drawing/2014/main" id="{46905ED4-6A95-1250-BDE3-05DE9A6A89CB}"/>
                    </a:ext>
                  </a:extLst>
                </p:cNvPr>
                <p:cNvSpPr/>
                <p:nvPr/>
              </p:nvSpPr>
              <p:spPr>
                <a:xfrm>
                  <a:off x="5287792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2" name="pg1322">
                  <a:extLst>
                    <a:ext uri="{FF2B5EF4-FFF2-40B4-BE49-F238E27FC236}">
                      <a16:creationId xmlns:a16="http://schemas.microsoft.com/office/drawing/2014/main" id="{51A07F4B-1431-E444-9294-B7AD5BF7A5D3}"/>
                    </a:ext>
                  </a:extLst>
                </p:cNvPr>
                <p:cNvSpPr/>
                <p:nvPr/>
              </p:nvSpPr>
              <p:spPr>
                <a:xfrm>
                  <a:off x="5299429" y="358014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3" name="pg1323">
                  <a:extLst>
                    <a:ext uri="{FF2B5EF4-FFF2-40B4-BE49-F238E27FC236}">
                      <a16:creationId xmlns:a16="http://schemas.microsoft.com/office/drawing/2014/main" id="{00B31CF2-A0D2-0E3C-DD6F-1F9D68AC79AC}"/>
                    </a:ext>
                  </a:extLst>
                </p:cNvPr>
                <p:cNvSpPr/>
                <p:nvPr/>
              </p:nvSpPr>
              <p:spPr>
                <a:xfrm>
                  <a:off x="5008496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4" name="pg1324">
                  <a:extLst>
                    <a:ext uri="{FF2B5EF4-FFF2-40B4-BE49-F238E27FC236}">
                      <a16:creationId xmlns:a16="http://schemas.microsoft.com/office/drawing/2014/main" id="{929E59D4-F9A5-4E0B-7FE9-730405A063AD}"/>
                    </a:ext>
                  </a:extLst>
                </p:cNvPr>
                <p:cNvSpPr/>
                <p:nvPr/>
              </p:nvSpPr>
              <p:spPr>
                <a:xfrm>
                  <a:off x="5020133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5" name="pg1325">
                  <a:extLst>
                    <a:ext uri="{FF2B5EF4-FFF2-40B4-BE49-F238E27FC236}">
                      <a16:creationId xmlns:a16="http://schemas.microsoft.com/office/drawing/2014/main" id="{E222E471-ACCD-F410-4699-CE516E79425E}"/>
                    </a:ext>
                  </a:extLst>
                </p:cNvPr>
                <p:cNvSpPr/>
                <p:nvPr/>
              </p:nvSpPr>
              <p:spPr>
                <a:xfrm>
                  <a:off x="5031771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6" name="pg1326">
                  <a:extLst>
                    <a:ext uri="{FF2B5EF4-FFF2-40B4-BE49-F238E27FC236}">
                      <a16:creationId xmlns:a16="http://schemas.microsoft.com/office/drawing/2014/main" id="{2CB3487C-A79C-1603-77A2-3EE54C7BEBF5}"/>
                    </a:ext>
                  </a:extLst>
                </p:cNvPr>
                <p:cNvSpPr/>
                <p:nvPr/>
              </p:nvSpPr>
              <p:spPr>
                <a:xfrm>
                  <a:off x="5043408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7" name="pg1327">
                  <a:extLst>
                    <a:ext uri="{FF2B5EF4-FFF2-40B4-BE49-F238E27FC236}">
                      <a16:creationId xmlns:a16="http://schemas.microsoft.com/office/drawing/2014/main" id="{1958AC7F-F998-C718-9D96-937D96CCEBD4}"/>
                    </a:ext>
                  </a:extLst>
                </p:cNvPr>
                <p:cNvSpPr/>
                <p:nvPr/>
              </p:nvSpPr>
              <p:spPr>
                <a:xfrm>
                  <a:off x="5055045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8" name="pg1328">
                  <a:extLst>
                    <a:ext uri="{FF2B5EF4-FFF2-40B4-BE49-F238E27FC236}">
                      <a16:creationId xmlns:a16="http://schemas.microsoft.com/office/drawing/2014/main" id="{47F6E02D-928F-4A21-9C94-9A73B858942E}"/>
                    </a:ext>
                  </a:extLst>
                </p:cNvPr>
                <p:cNvSpPr/>
                <p:nvPr/>
              </p:nvSpPr>
              <p:spPr>
                <a:xfrm>
                  <a:off x="5066683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29" name="pg1329">
                  <a:extLst>
                    <a:ext uri="{FF2B5EF4-FFF2-40B4-BE49-F238E27FC236}">
                      <a16:creationId xmlns:a16="http://schemas.microsoft.com/office/drawing/2014/main" id="{4D497AC8-7AF5-B887-B8C1-B5B98E7399C8}"/>
                    </a:ext>
                  </a:extLst>
                </p:cNvPr>
                <p:cNvSpPr/>
                <p:nvPr/>
              </p:nvSpPr>
              <p:spPr>
                <a:xfrm>
                  <a:off x="5078320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0" name="pg1330">
                  <a:extLst>
                    <a:ext uri="{FF2B5EF4-FFF2-40B4-BE49-F238E27FC236}">
                      <a16:creationId xmlns:a16="http://schemas.microsoft.com/office/drawing/2014/main" id="{8D63C126-490D-89E9-87B2-2248D79C434F}"/>
                    </a:ext>
                  </a:extLst>
                </p:cNvPr>
                <p:cNvSpPr/>
                <p:nvPr/>
              </p:nvSpPr>
              <p:spPr>
                <a:xfrm>
                  <a:off x="5089957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1" name="pg1331">
                  <a:extLst>
                    <a:ext uri="{FF2B5EF4-FFF2-40B4-BE49-F238E27FC236}">
                      <a16:creationId xmlns:a16="http://schemas.microsoft.com/office/drawing/2014/main" id="{F2E63B43-34A9-84B3-8536-D441E06C7693}"/>
                    </a:ext>
                  </a:extLst>
                </p:cNvPr>
                <p:cNvSpPr/>
                <p:nvPr/>
              </p:nvSpPr>
              <p:spPr>
                <a:xfrm>
                  <a:off x="5101595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2" name="pg1332">
                  <a:extLst>
                    <a:ext uri="{FF2B5EF4-FFF2-40B4-BE49-F238E27FC236}">
                      <a16:creationId xmlns:a16="http://schemas.microsoft.com/office/drawing/2014/main" id="{C6E4A566-CBB1-CDF4-C9CA-35356F9539AD}"/>
                    </a:ext>
                  </a:extLst>
                </p:cNvPr>
                <p:cNvSpPr/>
                <p:nvPr/>
              </p:nvSpPr>
              <p:spPr>
                <a:xfrm>
                  <a:off x="5113232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3" name="pg1333">
                  <a:extLst>
                    <a:ext uri="{FF2B5EF4-FFF2-40B4-BE49-F238E27FC236}">
                      <a16:creationId xmlns:a16="http://schemas.microsoft.com/office/drawing/2014/main" id="{C3AD5049-6610-E2AE-2096-6AD173A9A094}"/>
                    </a:ext>
                  </a:extLst>
                </p:cNvPr>
                <p:cNvSpPr/>
                <p:nvPr/>
              </p:nvSpPr>
              <p:spPr>
                <a:xfrm>
                  <a:off x="5124869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4" name="pg1334">
                  <a:extLst>
                    <a:ext uri="{FF2B5EF4-FFF2-40B4-BE49-F238E27FC236}">
                      <a16:creationId xmlns:a16="http://schemas.microsoft.com/office/drawing/2014/main" id="{E6A209E5-B4AD-C2C3-76B2-57E7443117F1}"/>
                    </a:ext>
                  </a:extLst>
                </p:cNvPr>
                <p:cNvSpPr/>
                <p:nvPr/>
              </p:nvSpPr>
              <p:spPr>
                <a:xfrm>
                  <a:off x="5136507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5" name="pg1335">
                  <a:extLst>
                    <a:ext uri="{FF2B5EF4-FFF2-40B4-BE49-F238E27FC236}">
                      <a16:creationId xmlns:a16="http://schemas.microsoft.com/office/drawing/2014/main" id="{2AD6BC7E-D771-68C3-0FB8-FCE2851D75B9}"/>
                    </a:ext>
                  </a:extLst>
                </p:cNvPr>
                <p:cNvSpPr/>
                <p:nvPr/>
              </p:nvSpPr>
              <p:spPr>
                <a:xfrm>
                  <a:off x="5148144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6" name="pg1336">
                  <a:extLst>
                    <a:ext uri="{FF2B5EF4-FFF2-40B4-BE49-F238E27FC236}">
                      <a16:creationId xmlns:a16="http://schemas.microsoft.com/office/drawing/2014/main" id="{D80D274F-28E3-EA8E-D62C-2E6A4C2C24B1}"/>
                    </a:ext>
                  </a:extLst>
                </p:cNvPr>
                <p:cNvSpPr/>
                <p:nvPr/>
              </p:nvSpPr>
              <p:spPr>
                <a:xfrm>
                  <a:off x="5194693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7" name="pg1337">
                  <a:extLst>
                    <a:ext uri="{FF2B5EF4-FFF2-40B4-BE49-F238E27FC236}">
                      <a16:creationId xmlns:a16="http://schemas.microsoft.com/office/drawing/2014/main" id="{80048A85-D7DA-CE12-D85C-ED0C006B2A85}"/>
                    </a:ext>
                  </a:extLst>
                </p:cNvPr>
                <p:cNvSpPr/>
                <p:nvPr/>
              </p:nvSpPr>
              <p:spPr>
                <a:xfrm>
                  <a:off x="5206331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8" name="pg1338">
                  <a:extLst>
                    <a:ext uri="{FF2B5EF4-FFF2-40B4-BE49-F238E27FC236}">
                      <a16:creationId xmlns:a16="http://schemas.microsoft.com/office/drawing/2014/main" id="{A84F676E-D4CB-CC83-2D83-97F525896065}"/>
                    </a:ext>
                  </a:extLst>
                </p:cNvPr>
                <p:cNvSpPr/>
                <p:nvPr/>
              </p:nvSpPr>
              <p:spPr>
                <a:xfrm>
                  <a:off x="5217968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39" name="pg1339">
                  <a:extLst>
                    <a:ext uri="{FF2B5EF4-FFF2-40B4-BE49-F238E27FC236}">
                      <a16:creationId xmlns:a16="http://schemas.microsoft.com/office/drawing/2014/main" id="{0434F57C-1C24-5887-A2D3-65834B82DAE6}"/>
                    </a:ext>
                  </a:extLst>
                </p:cNvPr>
                <p:cNvSpPr/>
                <p:nvPr/>
              </p:nvSpPr>
              <p:spPr>
                <a:xfrm>
                  <a:off x="5229605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0" name="pg1340">
                  <a:extLst>
                    <a:ext uri="{FF2B5EF4-FFF2-40B4-BE49-F238E27FC236}">
                      <a16:creationId xmlns:a16="http://schemas.microsoft.com/office/drawing/2014/main" id="{AC615096-8B09-1811-F5A8-91867F2106E4}"/>
                    </a:ext>
                  </a:extLst>
                </p:cNvPr>
                <p:cNvSpPr/>
                <p:nvPr/>
              </p:nvSpPr>
              <p:spPr>
                <a:xfrm>
                  <a:off x="5241243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1" name="pg1341">
                  <a:extLst>
                    <a:ext uri="{FF2B5EF4-FFF2-40B4-BE49-F238E27FC236}">
                      <a16:creationId xmlns:a16="http://schemas.microsoft.com/office/drawing/2014/main" id="{8688B2B5-C9BA-A044-61D0-257F9ED1ABDD}"/>
                    </a:ext>
                  </a:extLst>
                </p:cNvPr>
                <p:cNvSpPr/>
                <p:nvPr/>
              </p:nvSpPr>
              <p:spPr>
                <a:xfrm>
                  <a:off x="5252880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2" name="pg1342">
                  <a:extLst>
                    <a:ext uri="{FF2B5EF4-FFF2-40B4-BE49-F238E27FC236}">
                      <a16:creationId xmlns:a16="http://schemas.microsoft.com/office/drawing/2014/main" id="{6B615502-ACC6-436C-1ED4-56702493A436}"/>
                    </a:ext>
                  </a:extLst>
                </p:cNvPr>
                <p:cNvSpPr/>
                <p:nvPr/>
              </p:nvSpPr>
              <p:spPr>
                <a:xfrm>
                  <a:off x="5264517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3" name="pg1343">
                  <a:extLst>
                    <a:ext uri="{FF2B5EF4-FFF2-40B4-BE49-F238E27FC236}">
                      <a16:creationId xmlns:a16="http://schemas.microsoft.com/office/drawing/2014/main" id="{696E27CA-E447-031D-FCD8-6A7D5CC5391E}"/>
                    </a:ext>
                  </a:extLst>
                </p:cNvPr>
                <p:cNvSpPr/>
                <p:nvPr/>
              </p:nvSpPr>
              <p:spPr>
                <a:xfrm>
                  <a:off x="5276155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4" name="pg1344">
                  <a:extLst>
                    <a:ext uri="{FF2B5EF4-FFF2-40B4-BE49-F238E27FC236}">
                      <a16:creationId xmlns:a16="http://schemas.microsoft.com/office/drawing/2014/main" id="{5A80B906-8A4B-8F0F-DD43-5D8A01EAD5B7}"/>
                    </a:ext>
                  </a:extLst>
                </p:cNvPr>
                <p:cNvSpPr/>
                <p:nvPr/>
              </p:nvSpPr>
              <p:spPr>
                <a:xfrm>
                  <a:off x="5287792" y="359444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5" name="pg1345">
                  <a:extLst>
                    <a:ext uri="{FF2B5EF4-FFF2-40B4-BE49-F238E27FC236}">
                      <a16:creationId xmlns:a16="http://schemas.microsoft.com/office/drawing/2014/main" id="{F44EBB00-D11F-0682-4A2E-E8557E4F1CDD}"/>
                    </a:ext>
                  </a:extLst>
                </p:cNvPr>
                <p:cNvSpPr/>
                <p:nvPr/>
              </p:nvSpPr>
              <p:spPr>
                <a:xfrm>
                  <a:off x="4996859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6" name="pg1346">
                  <a:extLst>
                    <a:ext uri="{FF2B5EF4-FFF2-40B4-BE49-F238E27FC236}">
                      <a16:creationId xmlns:a16="http://schemas.microsoft.com/office/drawing/2014/main" id="{50DE869E-2CE3-7EA7-1871-E4AF7CD9CFA5}"/>
                    </a:ext>
                  </a:extLst>
                </p:cNvPr>
                <p:cNvSpPr/>
                <p:nvPr/>
              </p:nvSpPr>
              <p:spPr>
                <a:xfrm>
                  <a:off x="5008496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7" name="pg1347">
                  <a:extLst>
                    <a:ext uri="{FF2B5EF4-FFF2-40B4-BE49-F238E27FC236}">
                      <a16:creationId xmlns:a16="http://schemas.microsoft.com/office/drawing/2014/main" id="{8B0B7DF3-BC68-EAC9-35BA-36F8ADFFCE01}"/>
                    </a:ext>
                  </a:extLst>
                </p:cNvPr>
                <p:cNvSpPr/>
                <p:nvPr/>
              </p:nvSpPr>
              <p:spPr>
                <a:xfrm>
                  <a:off x="5020133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8" name="pg1348">
                  <a:extLst>
                    <a:ext uri="{FF2B5EF4-FFF2-40B4-BE49-F238E27FC236}">
                      <a16:creationId xmlns:a16="http://schemas.microsoft.com/office/drawing/2014/main" id="{58A6DEA9-22C1-85D7-ACA1-8E98B6DF5410}"/>
                    </a:ext>
                  </a:extLst>
                </p:cNvPr>
                <p:cNvSpPr/>
                <p:nvPr/>
              </p:nvSpPr>
              <p:spPr>
                <a:xfrm>
                  <a:off x="5031771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49" name="pg1349">
                  <a:extLst>
                    <a:ext uri="{FF2B5EF4-FFF2-40B4-BE49-F238E27FC236}">
                      <a16:creationId xmlns:a16="http://schemas.microsoft.com/office/drawing/2014/main" id="{617A6446-3FED-BC37-22B6-22C9D6318F39}"/>
                    </a:ext>
                  </a:extLst>
                </p:cNvPr>
                <p:cNvSpPr/>
                <p:nvPr/>
              </p:nvSpPr>
              <p:spPr>
                <a:xfrm>
                  <a:off x="5043408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0" name="pg1350">
                  <a:extLst>
                    <a:ext uri="{FF2B5EF4-FFF2-40B4-BE49-F238E27FC236}">
                      <a16:creationId xmlns:a16="http://schemas.microsoft.com/office/drawing/2014/main" id="{8731F264-1DC9-F873-F5AE-DA5B982C3333}"/>
                    </a:ext>
                  </a:extLst>
                </p:cNvPr>
                <p:cNvSpPr/>
                <p:nvPr/>
              </p:nvSpPr>
              <p:spPr>
                <a:xfrm>
                  <a:off x="5055045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1" name="pg1351">
                  <a:extLst>
                    <a:ext uri="{FF2B5EF4-FFF2-40B4-BE49-F238E27FC236}">
                      <a16:creationId xmlns:a16="http://schemas.microsoft.com/office/drawing/2014/main" id="{9FE1217D-EF9D-FEC9-E091-627A78F75803}"/>
                    </a:ext>
                  </a:extLst>
                </p:cNvPr>
                <p:cNvSpPr/>
                <p:nvPr/>
              </p:nvSpPr>
              <p:spPr>
                <a:xfrm>
                  <a:off x="5066683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2" name="pg1352">
                  <a:extLst>
                    <a:ext uri="{FF2B5EF4-FFF2-40B4-BE49-F238E27FC236}">
                      <a16:creationId xmlns:a16="http://schemas.microsoft.com/office/drawing/2014/main" id="{8C897E21-3C79-28E6-F182-1112F68689C6}"/>
                    </a:ext>
                  </a:extLst>
                </p:cNvPr>
                <p:cNvSpPr/>
                <p:nvPr/>
              </p:nvSpPr>
              <p:spPr>
                <a:xfrm>
                  <a:off x="5078320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3" name="pg1353">
                  <a:extLst>
                    <a:ext uri="{FF2B5EF4-FFF2-40B4-BE49-F238E27FC236}">
                      <a16:creationId xmlns:a16="http://schemas.microsoft.com/office/drawing/2014/main" id="{6602FF5D-70D5-539D-2432-A74ED44E6EF0}"/>
                    </a:ext>
                  </a:extLst>
                </p:cNvPr>
                <p:cNvSpPr/>
                <p:nvPr/>
              </p:nvSpPr>
              <p:spPr>
                <a:xfrm>
                  <a:off x="5089957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E">
                    <a:alpha val="100000"/>
                  </a:srgbClr>
                </a:solidFill>
                <a:ln w="5420" cap="flat">
                  <a:solidFill>
                    <a:srgbClr val="64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4" name="pg1354">
                  <a:extLst>
                    <a:ext uri="{FF2B5EF4-FFF2-40B4-BE49-F238E27FC236}">
                      <a16:creationId xmlns:a16="http://schemas.microsoft.com/office/drawing/2014/main" id="{C6E2107C-42A2-BA51-E6BD-ABE2DA997F1E}"/>
                    </a:ext>
                  </a:extLst>
                </p:cNvPr>
                <p:cNvSpPr/>
                <p:nvPr/>
              </p:nvSpPr>
              <p:spPr>
                <a:xfrm>
                  <a:off x="5101595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5" name="pg1355">
                  <a:extLst>
                    <a:ext uri="{FF2B5EF4-FFF2-40B4-BE49-F238E27FC236}">
                      <a16:creationId xmlns:a16="http://schemas.microsoft.com/office/drawing/2014/main" id="{B32D1EB7-AFB2-F433-E54F-9E09D242666E}"/>
                    </a:ext>
                  </a:extLst>
                </p:cNvPr>
                <p:cNvSpPr/>
                <p:nvPr/>
              </p:nvSpPr>
              <p:spPr>
                <a:xfrm>
                  <a:off x="5113232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6" name="pg1356">
                  <a:extLst>
                    <a:ext uri="{FF2B5EF4-FFF2-40B4-BE49-F238E27FC236}">
                      <a16:creationId xmlns:a16="http://schemas.microsoft.com/office/drawing/2014/main" id="{9ECF8B20-35AC-186B-99ED-BEF436228C98}"/>
                    </a:ext>
                  </a:extLst>
                </p:cNvPr>
                <p:cNvSpPr/>
                <p:nvPr/>
              </p:nvSpPr>
              <p:spPr>
                <a:xfrm>
                  <a:off x="5124869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7" name="pg1357">
                  <a:extLst>
                    <a:ext uri="{FF2B5EF4-FFF2-40B4-BE49-F238E27FC236}">
                      <a16:creationId xmlns:a16="http://schemas.microsoft.com/office/drawing/2014/main" id="{D257AE0E-D7E3-D8E7-2900-19EFB15070AC}"/>
                    </a:ext>
                  </a:extLst>
                </p:cNvPr>
                <p:cNvSpPr/>
                <p:nvPr/>
              </p:nvSpPr>
              <p:spPr>
                <a:xfrm>
                  <a:off x="5136507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8" name="pg1358">
                  <a:extLst>
                    <a:ext uri="{FF2B5EF4-FFF2-40B4-BE49-F238E27FC236}">
                      <a16:creationId xmlns:a16="http://schemas.microsoft.com/office/drawing/2014/main" id="{DEC96F07-E998-2888-BC3B-B34DA3F197F1}"/>
                    </a:ext>
                  </a:extLst>
                </p:cNvPr>
                <p:cNvSpPr/>
                <p:nvPr/>
              </p:nvSpPr>
              <p:spPr>
                <a:xfrm>
                  <a:off x="5148144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59" name="pg1359">
                  <a:extLst>
                    <a:ext uri="{FF2B5EF4-FFF2-40B4-BE49-F238E27FC236}">
                      <a16:creationId xmlns:a16="http://schemas.microsoft.com/office/drawing/2014/main" id="{8E167EA2-0976-AAAD-ECE0-09DC8B07906C}"/>
                    </a:ext>
                  </a:extLst>
                </p:cNvPr>
                <p:cNvSpPr/>
                <p:nvPr/>
              </p:nvSpPr>
              <p:spPr>
                <a:xfrm>
                  <a:off x="5159781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0" name="pg1360">
                  <a:extLst>
                    <a:ext uri="{FF2B5EF4-FFF2-40B4-BE49-F238E27FC236}">
                      <a16:creationId xmlns:a16="http://schemas.microsoft.com/office/drawing/2014/main" id="{E02A69F6-B3FA-518B-39D9-6B0477DD4D91}"/>
                    </a:ext>
                  </a:extLst>
                </p:cNvPr>
                <p:cNvSpPr/>
                <p:nvPr/>
              </p:nvSpPr>
              <p:spPr>
                <a:xfrm>
                  <a:off x="5206331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1" name="pg1361">
                  <a:extLst>
                    <a:ext uri="{FF2B5EF4-FFF2-40B4-BE49-F238E27FC236}">
                      <a16:creationId xmlns:a16="http://schemas.microsoft.com/office/drawing/2014/main" id="{A2ADD0D5-63D7-2114-5203-992D9FFBD471}"/>
                    </a:ext>
                  </a:extLst>
                </p:cNvPr>
                <p:cNvSpPr/>
                <p:nvPr/>
              </p:nvSpPr>
              <p:spPr>
                <a:xfrm>
                  <a:off x="5217968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2" name="pg1362">
                  <a:extLst>
                    <a:ext uri="{FF2B5EF4-FFF2-40B4-BE49-F238E27FC236}">
                      <a16:creationId xmlns:a16="http://schemas.microsoft.com/office/drawing/2014/main" id="{3E880DDA-68E2-71A1-8F10-D3324A37DF49}"/>
                    </a:ext>
                  </a:extLst>
                </p:cNvPr>
                <p:cNvSpPr/>
                <p:nvPr/>
              </p:nvSpPr>
              <p:spPr>
                <a:xfrm>
                  <a:off x="5229605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3" name="pg1363">
                  <a:extLst>
                    <a:ext uri="{FF2B5EF4-FFF2-40B4-BE49-F238E27FC236}">
                      <a16:creationId xmlns:a16="http://schemas.microsoft.com/office/drawing/2014/main" id="{73ADCCEE-5F2F-88B7-5B21-DFDBE61DDD1A}"/>
                    </a:ext>
                  </a:extLst>
                </p:cNvPr>
                <p:cNvSpPr/>
                <p:nvPr/>
              </p:nvSpPr>
              <p:spPr>
                <a:xfrm>
                  <a:off x="5241243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4" name="pg1364">
                  <a:extLst>
                    <a:ext uri="{FF2B5EF4-FFF2-40B4-BE49-F238E27FC236}">
                      <a16:creationId xmlns:a16="http://schemas.microsoft.com/office/drawing/2014/main" id="{39C7BB21-187A-925B-EC16-B1B6783E411C}"/>
                    </a:ext>
                  </a:extLst>
                </p:cNvPr>
                <p:cNvSpPr/>
                <p:nvPr/>
              </p:nvSpPr>
              <p:spPr>
                <a:xfrm>
                  <a:off x="5252880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5" name="pg1365">
                  <a:extLst>
                    <a:ext uri="{FF2B5EF4-FFF2-40B4-BE49-F238E27FC236}">
                      <a16:creationId xmlns:a16="http://schemas.microsoft.com/office/drawing/2014/main" id="{8998667C-F7F2-DC4D-C6DB-E7EB6B3A83DC}"/>
                    </a:ext>
                  </a:extLst>
                </p:cNvPr>
                <p:cNvSpPr/>
                <p:nvPr/>
              </p:nvSpPr>
              <p:spPr>
                <a:xfrm>
                  <a:off x="5264517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6" name="pg1366">
                  <a:extLst>
                    <a:ext uri="{FF2B5EF4-FFF2-40B4-BE49-F238E27FC236}">
                      <a16:creationId xmlns:a16="http://schemas.microsoft.com/office/drawing/2014/main" id="{F10A1B91-40D2-2DB8-BD3A-7B9A68095F81}"/>
                    </a:ext>
                  </a:extLst>
                </p:cNvPr>
                <p:cNvSpPr/>
                <p:nvPr/>
              </p:nvSpPr>
              <p:spPr>
                <a:xfrm>
                  <a:off x="5276155" y="36087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7" name="pg1367">
                  <a:extLst>
                    <a:ext uri="{FF2B5EF4-FFF2-40B4-BE49-F238E27FC236}">
                      <a16:creationId xmlns:a16="http://schemas.microsoft.com/office/drawing/2014/main" id="{3CE1355D-82E0-C90E-0721-3FD140DDB3A6}"/>
                    </a:ext>
                  </a:extLst>
                </p:cNvPr>
                <p:cNvSpPr/>
                <p:nvPr/>
              </p:nvSpPr>
              <p:spPr>
                <a:xfrm>
                  <a:off x="4996859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8" name="pg1368">
                  <a:extLst>
                    <a:ext uri="{FF2B5EF4-FFF2-40B4-BE49-F238E27FC236}">
                      <a16:creationId xmlns:a16="http://schemas.microsoft.com/office/drawing/2014/main" id="{E19628D6-D894-9D11-D0D5-DC8279FC1ABA}"/>
                    </a:ext>
                  </a:extLst>
                </p:cNvPr>
                <p:cNvSpPr/>
                <p:nvPr/>
              </p:nvSpPr>
              <p:spPr>
                <a:xfrm>
                  <a:off x="5008496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69" name="pg1369">
                  <a:extLst>
                    <a:ext uri="{FF2B5EF4-FFF2-40B4-BE49-F238E27FC236}">
                      <a16:creationId xmlns:a16="http://schemas.microsoft.com/office/drawing/2014/main" id="{B22B1DE7-4D4E-0F0E-D377-F4280A211409}"/>
                    </a:ext>
                  </a:extLst>
                </p:cNvPr>
                <p:cNvSpPr/>
                <p:nvPr/>
              </p:nvSpPr>
              <p:spPr>
                <a:xfrm>
                  <a:off x="5020133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0" name="pg1370">
                  <a:extLst>
                    <a:ext uri="{FF2B5EF4-FFF2-40B4-BE49-F238E27FC236}">
                      <a16:creationId xmlns:a16="http://schemas.microsoft.com/office/drawing/2014/main" id="{0AD4D0AA-CFB3-8204-47EC-B1FA3F58CEFF}"/>
                    </a:ext>
                  </a:extLst>
                </p:cNvPr>
                <p:cNvSpPr/>
                <p:nvPr/>
              </p:nvSpPr>
              <p:spPr>
                <a:xfrm>
                  <a:off x="5031771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1" name="pg1371">
                  <a:extLst>
                    <a:ext uri="{FF2B5EF4-FFF2-40B4-BE49-F238E27FC236}">
                      <a16:creationId xmlns:a16="http://schemas.microsoft.com/office/drawing/2014/main" id="{ED28602C-8E25-AA96-DAE6-BA9656FD4D8A}"/>
                    </a:ext>
                  </a:extLst>
                </p:cNvPr>
                <p:cNvSpPr/>
                <p:nvPr/>
              </p:nvSpPr>
              <p:spPr>
                <a:xfrm>
                  <a:off x="5043408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2DDC0">
                    <a:alpha val="100000"/>
                  </a:srgbClr>
                </a:solidFill>
                <a:ln w="5420" cap="flat">
                  <a:solidFill>
                    <a:srgbClr val="92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2" name="pg1372">
                  <a:extLst>
                    <a:ext uri="{FF2B5EF4-FFF2-40B4-BE49-F238E27FC236}">
                      <a16:creationId xmlns:a16="http://schemas.microsoft.com/office/drawing/2014/main" id="{9AF5F16E-175D-BDD1-9C7F-3D45BB278AC6}"/>
                    </a:ext>
                  </a:extLst>
                </p:cNvPr>
                <p:cNvSpPr/>
                <p:nvPr/>
              </p:nvSpPr>
              <p:spPr>
                <a:xfrm>
                  <a:off x="5055045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FDBBF">
                    <a:alpha val="100000"/>
                  </a:srgbClr>
                </a:solidFill>
                <a:ln w="5420" cap="flat">
                  <a:solidFill>
                    <a:srgbClr val="8F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3" name="pg1373">
                  <a:extLst>
                    <a:ext uri="{FF2B5EF4-FFF2-40B4-BE49-F238E27FC236}">
                      <a16:creationId xmlns:a16="http://schemas.microsoft.com/office/drawing/2014/main" id="{B657E7AD-9D99-8F24-24B2-1833838A47DF}"/>
                    </a:ext>
                  </a:extLst>
                </p:cNvPr>
                <p:cNvSpPr/>
                <p:nvPr/>
              </p:nvSpPr>
              <p:spPr>
                <a:xfrm>
                  <a:off x="5066683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4" name="pg1374">
                  <a:extLst>
                    <a:ext uri="{FF2B5EF4-FFF2-40B4-BE49-F238E27FC236}">
                      <a16:creationId xmlns:a16="http://schemas.microsoft.com/office/drawing/2014/main" id="{0650F88C-1BF5-A017-295D-01E9D603AF6A}"/>
                    </a:ext>
                  </a:extLst>
                </p:cNvPr>
                <p:cNvSpPr/>
                <p:nvPr/>
              </p:nvSpPr>
              <p:spPr>
                <a:xfrm>
                  <a:off x="5078320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5" name="pg1375">
                  <a:extLst>
                    <a:ext uri="{FF2B5EF4-FFF2-40B4-BE49-F238E27FC236}">
                      <a16:creationId xmlns:a16="http://schemas.microsoft.com/office/drawing/2014/main" id="{78EA7770-B0F8-5193-E7F9-FC6E30FF134B}"/>
                    </a:ext>
                  </a:extLst>
                </p:cNvPr>
                <p:cNvSpPr/>
                <p:nvPr/>
              </p:nvSpPr>
              <p:spPr>
                <a:xfrm>
                  <a:off x="5089957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6" name="pg1376">
                  <a:extLst>
                    <a:ext uri="{FF2B5EF4-FFF2-40B4-BE49-F238E27FC236}">
                      <a16:creationId xmlns:a16="http://schemas.microsoft.com/office/drawing/2014/main" id="{5F0E2324-C4D1-1CFC-E0C1-C2062168890A}"/>
                    </a:ext>
                  </a:extLst>
                </p:cNvPr>
                <p:cNvSpPr/>
                <p:nvPr/>
              </p:nvSpPr>
              <p:spPr>
                <a:xfrm>
                  <a:off x="5101595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7" name="pg1377">
                  <a:extLst>
                    <a:ext uri="{FF2B5EF4-FFF2-40B4-BE49-F238E27FC236}">
                      <a16:creationId xmlns:a16="http://schemas.microsoft.com/office/drawing/2014/main" id="{BE381A46-F060-3D0E-E249-94A8B0E57511}"/>
                    </a:ext>
                  </a:extLst>
                </p:cNvPr>
                <p:cNvSpPr/>
                <p:nvPr/>
              </p:nvSpPr>
              <p:spPr>
                <a:xfrm>
                  <a:off x="5113232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8" name="pg1378">
                  <a:extLst>
                    <a:ext uri="{FF2B5EF4-FFF2-40B4-BE49-F238E27FC236}">
                      <a16:creationId xmlns:a16="http://schemas.microsoft.com/office/drawing/2014/main" id="{41FEAFBD-7E14-EE22-544B-C7E008AF3E78}"/>
                    </a:ext>
                  </a:extLst>
                </p:cNvPr>
                <p:cNvSpPr/>
                <p:nvPr/>
              </p:nvSpPr>
              <p:spPr>
                <a:xfrm>
                  <a:off x="5124869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B">
                    <a:alpha val="100000"/>
                  </a:srgbClr>
                </a:solidFill>
                <a:ln w="5420" cap="flat">
                  <a:solidFill>
                    <a:srgbClr val="57C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79" name="pg1379">
                  <a:extLst>
                    <a:ext uri="{FF2B5EF4-FFF2-40B4-BE49-F238E27FC236}">
                      <a16:creationId xmlns:a16="http://schemas.microsoft.com/office/drawing/2014/main" id="{D7B84E71-46E0-3C30-061D-F676DB6F4935}"/>
                    </a:ext>
                  </a:extLst>
                </p:cNvPr>
                <p:cNvSpPr/>
                <p:nvPr/>
              </p:nvSpPr>
              <p:spPr>
                <a:xfrm>
                  <a:off x="5136507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0" name="pg1380">
                  <a:extLst>
                    <a:ext uri="{FF2B5EF4-FFF2-40B4-BE49-F238E27FC236}">
                      <a16:creationId xmlns:a16="http://schemas.microsoft.com/office/drawing/2014/main" id="{D17847E2-B596-B5F2-7912-C1CF4260DEEE}"/>
                    </a:ext>
                  </a:extLst>
                </p:cNvPr>
                <p:cNvSpPr/>
                <p:nvPr/>
              </p:nvSpPr>
              <p:spPr>
                <a:xfrm>
                  <a:off x="5148144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1" name="pg1381">
                  <a:extLst>
                    <a:ext uri="{FF2B5EF4-FFF2-40B4-BE49-F238E27FC236}">
                      <a16:creationId xmlns:a16="http://schemas.microsoft.com/office/drawing/2014/main" id="{3400D66C-AEB8-0155-9905-499769954385}"/>
                    </a:ext>
                  </a:extLst>
                </p:cNvPr>
                <p:cNvSpPr/>
                <p:nvPr/>
              </p:nvSpPr>
              <p:spPr>
                <a:xfrm>
                  <a:off x="5159781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2" name="pg1382">
                  <a:extLst>
                    <a:ext uri="{FF2B5EF4-FFF2-40B4-BE49-F238E27FC236}">
                      <a16:creationId xmlns:a16="http://schemas.microsoft.com/office/drawing/2014/main" id="{0517A3BF-0DC9-E279-5F69-4A47D7F0EAC0}"/>
                    </a:ext>
                  </a:extLst>
                </p:cNvPr>
                <p:cNvSpPr/>
                <p:nvPr/>
              </p:nvSpPr>
              <p:spPr>
                <a:xfrm>
                  <a:off x="5206331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3" name="pg1383">
                  <a:extLst>
                    <a:ext uri="{FF2B5EF4-FFF2-40B4-BE49-F238E27FC236}">
                      <a16:creationId xmlns:a16="http://schemas.microsoft.com/office/drawing/2014/main" id="{84DFAB15-0870-A384-6A45-11AA3851B1BE}"/>
                    </a:ext>
                  </a:extLst>
                </p:cNvPr>
                <p:cNvSpPr/>
                <p:nvPr/>
              </p:nvSpPr>
              <p:spPr>
                <a:xfrm>
                  <a:off x="5217968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4" name="pg1384">
                  <a:extLst>
                    <a:ext uri="{FF2B5EF4-FFF2-40B4-BE49-F238E27FC236}">
                      <a16:creationId xmlns:a16="http://schemas.microsoft.com/office/drawing/2014/main" id="{9030DB92-6326-E01F-0D10-DA1EE64EE0F8}"/>
                    </a:ext>
                  </a:extLst>
                </p:cNvPr>
                <p:cNvSpPr/>
                <p:nvPr/>
              </p:nvSpPr>
              <p:spPr>
                <a:xfrm>
                  <a:off x="5229605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5" name="pg1385">
                  <a:extLst>
                    <a:ext uri="{FF2B5EF4-FFF2-40B4-BE49-F238E27FC236}">
                      <a16:creationId xmlns:a16="http://schemas.microsoft.com/office/drawing/2014/main" id="{82D5AEFD-FCD1-4DAF-40F9-DBFF21C3D02E}"/>
                    </a:ext>
                  </a:extLst>
                </p:cNvPr>
                <p:cNvSpPr/>
                <p:nvPr/>
              </p:nvSpPr>
              <p:spPr>
                <a:xfrm>
                  <a:off x="5241243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6" name="pg1386">
                  <a:extLst>
                    <a:ext uri="{FF2B5EF4-FFF2-40B4-BE49-F238E27FC236}">
                      <a16:creationId xmlns:a16="http://schemas.microsoft.com/office/drawing/2014/main" id="{17A37846-5805-32E5-3307-D05858F78DB3}"/>
                    </a:ext>
                  </a:extLst>
                </p:cNvPr>
                <p:cNvSpPr/>
                <p:nvPr/>
              </p:nvSpPr>
              <p:spPr>
                <a:xfrm>
                  <a:off x="5252880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7" name="pg1387">
                  <a:extLst>
                    <a:ext uri="{FF2B5EF4-FFF2-40B4-BE49-F238E27FC236}">
                      <a16:creationId xmlns:a16="http://schemas.microsoft.com/office/drawing/2014/main" id="{5FF91B90-C3DC-E99C-8CFF-15A16AB04CA7}"/>
                    </a:ext>
                  </a:extLst>
                </p:cNvPr>
                <p:cNvSpPr/>
                <p:nvPr/>
              </p:nvSpPr>
              <p:spPr>
                <a:xfrm>
                  <a:off x="5264517" y="362304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8" name="pg1388">
                  <a:extLst>
                    <a:ext uri="{FF2B5EF4-FFF2-40B4-BE49-F238E27FC236}">
                      <a16:creationId xmlns:a16="http://schemas.microsoft.com/office/drawing/2014/main" id="{1E06CE70-15C5-E93E-7131-5EEFA2A3AD83}"/>
                    </a:ext>
                  </a:extLst>
                </p:cNvPr>
                <p:cNvSpPr/>
                <p:nvPr/>
              </p:nvSpPr>
              <p:spPr>
                <a:xfrm>
                  <a:off x="4985221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9BB">
                    <a:alpha val="100000"/>
                  </a:srgbClr>
                </a:solidFill>
                <a:ln w="5420" cap="flat">
                  <a:solidFill>
                    <a:srgbClr val="85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89" name="pg1389">
                  <a:extLst>
                    <a:ext uri="{FF2B5EF4-FFF2-40B4-BE49-F238E27FC236}">
                      <a16:creationId xmlns:a16="http://schemas.microsoft.com/office/drawing/2014/main" id="{87A15F27-0DED-AFE9-F565-5555726B4F51}"/>
                    </a:ext>
                  </a:extLst>
                </p:cNvPr>
                <p:cNvSpPr/>
                <p:nvPr/>
              </p:nvSpPr>
              <p:spPr>
                <a:xfrm>
                  <a:off x="4996859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FDCBF">
                    <a:alpha val="100000"/>
                  </a:srgbClr>
                </a:solidFill>
                <a:ln w="5420" cap="flat">
                  <a:solidFill>
                    <a:srgbClr val="8F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0" name="pg1390">
                  <a:extLst>
                    <a:ext uri="{FF2B5EF4-FFF2-40B4-BE49-F238E27FC236}">
                      <a16:creationId xmlns:a16="http://schemas.microsoft.com/office/drawing/2014/main" id="{5479356E-0AF5-C246-DB8F-3AC8B2F829E3}"/>
                    </a:ext>
                  </a:extLst>
                </p:cNvPr>
                <p:cNvSpPr/>
                <p:nvPr/>
              </p:nvSpPr>
              <p:spPr>
                <a:xfrm>
                  <a:off x="5008496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1" name="pg1391">
                  <a:extLst>
                    <a:ext uri="{FF2B5EF4-FFF2-40B4-BE49-F238E27FC236}">
                      <a16:creationId xmlns:a16="http://schemas.microsoft.com/office/drawing/2014/main" id="{9F906C18-8A5B-389D-CF26-C7220A59E236}"/>
                    </a:ext>
                  </a:extLst>
                </p:cNvPr>
                <p:cNvSpPr/>
                <p:nvPr/>
              </p:nvSpPr>
              <p:spPr>
                <a:xfrm>
                  <a:off x="5020133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FE1C6">
                    <a:alpha val="100000"/>
                  </a:srgbClr>
                </a:solidFill>
                <a:ln w="5420" cap="flat">
                  <a:solidFill>
                    <a:srgbClr val="9FE1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2" name="pg1392">
                  <a:extLst>
                    <a:ext uri="{FF2B5EF4-FFF2-40B4-BE49-F238E27FC236}">
                      <a16:creationId xmlns:a16="http://schemas.microsoft.com/office/drawing/2014/main" id="{D844EEC2-E92A-B200-4343-4BD056599F7D}"/>
                    </a:ext>
                  </a:extLst>
                </p:cNvPr>
                <p:cNvSpPr/>
                <p:nvPr/>
              </p:nvSpPr>
              <p:spPr>
                <a:xfrm>
                  <a:off x="5031771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3E2C8">
                    <a:alpha val="100000"/>
                  </a:srgbClr>
                </a:solidFill>
                <a:ln w="5420" cap="flat">
                  <a:solidFill>
                    <a:srgbClr val="A3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3" name="pg1393">
                  <a:extLst>
                    <a:ext uri="{FF2B5EF4-FFF2-40B4-BE49-F238E27FC236}">
                      <a16:creationId xmlns:a16="http://schemas.microsoft.com/office/drawing/2014/main" id="{A6B24BC2-8407-6BE6-261D-087D2C4E88D6}"/>
                    </a:ext>
                  </a:extLst>
                </p:cNvPr>
                <p:cNvSpPr/>
                <p:nvPr/>
              </p:nvSpPr>
              <p:spPr>
                <a:xfrm>
                  <a:off x="5043408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4E2C8">
                    <a:alpha val="100000"/>
                  </a:srgbClr>
                </a:solidFill>
                <a:ln w="5420" cap="flat">
                  <a:solidFill>
                    <a:srgbClr val="A4E2C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4" name="pg1394">
                  <a:extLst>
                    <a:ext uri="{FF2B5EF4-FFF2-40B4-BE49-F238E27FC236}">
                      <a16:creationId xmlns:a16="http://schemas.microsoft.com/office/drawing/2014/main" id="{628F680F-FF41-6037-F073-88471F80BE10}"/>
                    </a:ext>
                  </a:extLst>
                </p:cNvPr>
                <p:cNvSpPr/>
                <p:nvPr/>
              </p:nvSpPr>
              <p:spPr>
                <a:xfrm>
                  <a:off x="5055045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0E1C7">
                    <a:alpha val="100000"/>
                  </a:srgbClr>
                </a:solidFill>
                <a:ln w="5420" cap="flat">
                  <a:solidFill>
                    <a:srgbClr val="A0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5" name="pg1395">
                  <a:extLst>
                    <a:ext uri="{FF2B5EF4-FFF2-40B4-BE49-F238E27FC236}">
                      <a16:creationId xmlns:a16="http://schemas.microsoft.com/office/drawing/2014/main" id="{102C949F-5F1D-E3A2-2836-0CF268E28AB1}"/>
                    </a:ext>
                  </a:extLst>
                </p:cNvPr>
                <p:cNvSpPr/>
                <p:nvPr/>
              </p:nvSpPr>
              <p:spPr>
                <a:xfrm>
                  <a:off x="5066683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6" name="pg1396">
                  <a:extLst>
                    <a:ext uri="{FF2B5EF4-FFF2-40B4-BE49-F238E27FC236}">
                      <a16:creationId xmlns:a16="http://schemas.microsoft.com/office/drawing/2014/main" id="{A3CBAA2C-15FC-78AB-EFD1-602F4E747E47}"/>
                    </a:ext>
                  </a:extLst>
                </p:cNvPr>
                <p:cNvSpPr/>
                <p:nvPr/>
              </p:nvSpPr>
              <p:spPr>
                <a:xfrm>
                  <a:off x="5078320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BBD">
                    <a:alpha val="100000"/>
                  </a:srgbClr>
                </a:solidFill>
                <a:ln w="5420" cap="flat">
                  <a:solidFill>
                    <a:srgbClr val="8CDB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7" name="pg1397">
                  <a:extLst>
                    <a:ext uri="{FF2B5EF4-FFF2-40B4-BE49-F238E27FC236}">
                      <a16:creationId xmlns:a16="http://schemas.microsoft.com/office/drawing/2014/main" id="{30770D93-4FCA-7967-2D0F-626C63FC751E}"/>
                    </a:ext>
                  </a:extLst>
                </p:cNvPr>
                <p:cNvSpPr/>
                <p:nvPr/>
              </p:nvSpPr>
              <p:spPr>
                <a:xfrm>
                  <a:off x="5089957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8" name="pg1398">
                  <a:extLst>
                    <a:ext uri="{FF2B5EF4-FFF2-40B4-BE49-F238E27FC236}">
                      <a16:creationId xmlns:a16="http://schemas.microsoft.com/office/drawing/2014/main" id="{9E0F24FE-AE82-F7C9-EB3D-093A9C46BEDE}"/>
                    </a:ext>
                  </a:extLst>
                </p:cNvPr>
                <p:cNvSpPr/>
                <p:nvPr/>
              </p:nvSpPr>
              <p:spPr>
                <a:xfrm>
                  <a:off x="5101595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399" name="pg1399">
                  <a:extLst>
                    <a:ext uri="{FF2B5EF4-FFF2-40B4-BE49-F238E27FC236}">
                      <a16:creationId xmlns:a16="http://schemas.microsoft.com/office/drawing/2014/main" id="{21B86809-6923-85A1-A531-09CEB67F3EA1}"/>
                    </a:ext>
                  </a:extLst>
                </p:cNvPr>
                <p:cNvSpPr/>
                <p:nvPr/>
              </p:nvSpPr>
              <p:spPr>
                <a:xfrm>
                  <a:off x="5113232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0" name="pg1400">
                  <a:extLst>
                    <a:ext uri="{FF2B5EF4-FFF2-40B4-BE49-F238E27FC236}">
                      <a16:creationId xmlns:a16="http://schemas.microsoft.com/office/drawing/2014/main" id="{85C53090-3844-7DA9-C64C-BE95177847F7}"/>
                    </a:ext>
                  </a:extLst>
                </p:cNvPr>
                <p:cNvSpPr/>
                <p:nvPr/>
              </p:nvSpPr>
              <p:spPr>
                <a:xfrm>
                  <a:off x="5124869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1" name="pg1401">
                  <a:extLst>
                    <a:ext uri="{FF2B5EF4-FFF2-40B4-BE49-F238E27FC236}">
                      <a16:creationId xmlns:a16="http://schemas.microsoft.com/office/drawing/2014/main" id="{40A2A659-A2BB-F190-4033-D8DEE4D4CC00}"/>
                    </a:ext>
                  </a:extLst>
                </p:cNvPr>
                <p:cNvSpPr/>
                <p:nvPr/>
              </p:nvSpPr>
              <p:spPr>
                <a:xfrm>
                  <a:off x="5136507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2" name="pg1402">
                  <a:extLst>
                    <a:ext uri="{FF2B5EF4-FFF2-40B4-BE49-F238E27FC236}">
                      <a16:creationId xmlns:a16="http://schemas.microsoft.com/office/drawing/2014/main" id="{0BC38DD4-4937-2E47-1474-705AA657DD7E}"/>
                    </a:ext>
                  </a:extLst>
                </p:cNvPr>
                <p:cNvSpPr/>
                <p:nvPr/>
              </p:nvSpPr>
              <p:spPr>
                <a:xfrm>
                  <a:off x="5148144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3" name="pg1403">
                  <a:extLst>
                    <a:ext uri="{FF2B5EF4-FFF2-40B4-BE49-F238E27FC236}">
                      <a16:creationId xmlns:a16="http://schemas.microsoft.com/office/drawing/2014/main" id="{C79D6362-E70B-5BF8-793E-A84C593A5DC6}"/>
                    </a:ext>
                  </a:extLst>
                </p:cNvPr>
                <p:cNvSpPr/>
                <p:nvPr/>
              </p:nvSpPr>
              <p:spPr>
                <a:xfrm>
                  <a:off x="5159781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4" name="pg1404">
                  <a:extLst>
                    <a:ext uri="{FF2B5EF4-FFF2-40B4-BE49-F238E27FC236}">
                      <a16:creationId xmlns:a16="http://schemas.microsoft.com/office/drawing/2014/main" id="{ACBDF122-26FF-9C8F-9177-48ADE33E9B5B}"/>
                    </a:ext>
                  </a:extLst>
                </p:cNvPr>
                <p:cNvSpPr/>
                <p:nvPr/>
              </p:nvSpPr>
              <p:spPr>
                <a:xfrm>
                  <a:off x="5171419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5" name="pg1405">
                  <a:extLst>
                    <a:ext uri="{FF2B5EF4-FFF2-40B4-BE49-F238E27FC236}">
                      <a16:creationId xmlns:a16="http://schemas.microsoft.com/office/drawing/2014/main" id="{EE77A84B-2615-4617-9A5A-D96C846B2C08}"/>
                    </a:ext>
                  </a:extLst>
                </p:cNvPr>
                <p:cNvSpPr/>
                <p:nvPr/>
              </p:nvSpPr>
              <p:spPr>
                <a:xfrm>
                  <a:off x="5206331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6" name="pg1406">
                  <a:extLst>
                    <a:ext uri="{FF2B5EF4-FFF2-40B4-BE49-F238E27FC236}">
                      <a16:creationId xmlns:a16="http://schemas.microsoft.com/office/drawing/2014/main" id="{27321A0F-44F9-8C93-149E-0378252C58D6}"/>
                    </a:ext>
                  </a:extLst>
                </p:cNvPr>
                <p:cNvSpPr/>
                <p:nvPr/>
              </p:nvSpPr>
              <p:spPr>
                <a:xfrm>
                  <a:off x="5217968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7" name="pg1407">
                  <a:extLst>
                    <a:ext uri="{FF2B5EF4-FFF2-40B4-BE49-F238E27FC236}">
                      <a16:creationId xmlns:a16="http://schemas.microsoft.com/office/drawing/2014/main" id="{509095EE-AFB9-0DA6-1089-41CB6E519172}"/>
                    </a:ext>
                  </a:extLst>
                </p:cNvPr>
                <p:cNvSpPr/>
                <p:nvPr/>
              </p:nvSpPr>
              <p:spPr>
                <a:xfrm>
                  <a:off x="5229605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8" name="pg1408">
                  <a:extLst>
                    <a:ext uri="{FF2B5EF4-FFF2-40B4-BE49-F238E27FC236}">
                      <a16:creationId xmlns:a16="http://schemas.microsoft.com/office/drawing/2014/main" id="{0C13C0D3-78D5-96FF-FDC5-225690462560}"/>
                    </a:ext>
                  </a:extLst>
                </p:cNvPr>
                <p:cNvSpPr/>
                <p:nvPr/>
              </p:nvSpPr>
              <p:spPr>
                <a:xfrm>
                  <a:off x="5241243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09" name="pg1409">
                  <a:extLst>
                    <a:ext uri="{FF2B5EF4-FFF2-40B4-BE49-F238E27FC236}">
                      <a16:creationId xmlns:a16="http://schemas.microsoft.com/office/drawing/2014/main" id="{83218CDD-79C2-F79B-00FD-0432272D236E}"/>
                    </a:ext>
                  </a:extLst>
                </p:cNvPr>
                <p:cNvSpPr/>
                <p:nvPr/>
              </p:nvSpPr>
              <p:spPr>
                <a:xfrm>
                  <a:off x="5252880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0" name="pg1410">
                  <a:extLst>
                    <a:ext uri="{FF2B5EF4-FFF2-40B4-BE49-F238E27FC236}">
                      <a16:creationId xmlns:a16="http://schemas.microsoft.com/office/drawing/2014/main" id="{D2A17F26-9884-2452-7C52-9520A50858C1}"/>
                    </a:ext>
                  </a:extLst>
                </p:cNvPr>
                <p:cNvSpPr/>
                <p:nvPr/>
              </p:nvSpPr>
              <p:spPr>
                <a:xfrm>
                  <a:off x="5264517" y="36373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1" name="pg1411">
                  <a:extLst>
                    <a:ext uri="{FF2B5EF4-FFF2-40B4-BE49-F238E27FC236}">
                      <a16:creationId xmlns:a16="http://schemas.microsoft.com/office/drawing/2014/main" id="{C02C7422-2311-5866-E196-22FD543552E2}"/>
                    </a:ext>
                  </a:extLst>
                </p:cNvPr>
                <p:cNvSpPr/>
                <p:nvPr/>
              </p:nvSpPr>
              <p:spPr>
                <a:xfrm>
                  <a:off x="4985221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2" name="pg1412">
                  <a:extLst>
                    <a:ext uri="{FF2B5EF4-FFF2-40B4-BE49-F238E27FC236}">
                      <a16:creationId xmlns:a16="http://schemas.microsoft.com/office/drawing/2014/main" id="{84D1074F-3EB3-552A-C5B1-8689A7B2C1B4}"/>
                    </a:ext>
                  </a:extLst>
                </p:cNvPr>
                <p:cNvSpPr/>
                <p:nvPr/>
              </p:nvSpPr>
              <p:spPr>
                <a:xfrm>
                  <a:off x="4996859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DE0C5">
                    <a:alpha val="100000"/>
                  </a:srgbClr>
                </a:solidFill>
                <a:ln w="5420" cap="flat">
                  <a:solidFill>
                    <a:srgbClr val="9D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3" name="pg1413">
                  <a:extLst>
                    <a:ext uri="{FF2B5EF4-FFF2-40B4-BE49-F238E27FC236}">
                      <a16:creationId xmlns:a16="http://schemas.microsoft.com/office/drawing/2014/main" id="{02B2620D-B73C-5E88-DBFE-C5AF82A71D4B}"/>
                    </a:ext>
                  </a:extLst>
                </p:cNvPr>
                <p:cNvSpPr/>
                <p:nvPr/>
              </p:nvSpPr>
              <p:spPr>
                <a:xfrm>
                  <a:off x="5008496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9E4CB">
                    <a:alpha val="100000"/>
                  </a:srgbClr>
                </a:solidFill>
                <a:ln w="5420" cap="flat">
                  <a:solidFill>
                    <a:srgbClr val="A9E4C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4" name="pg1414">
                  <a:extLst>
                    <a:ext uri="{FF2B5EF4-FFF2-40B4-BE49-F238E27FC236}">
                      <a16:creationId xmlns:a16="http://schemas.microsoft.com/office/drawing/2014/main" id="{9E7A9DED-59A6-1006-B9E4-56B469088A42}"/>
                    </a:ext>
                  </a:extLst>
                </p:cNvPr>
                <p:cNvSpPr/>
                <p:nvPr/>
              </p:nvSpPr>
              <p:spPr>
                <a:xfrm>
                  <a:off x="5020133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3E7D0">
                    <a:alpha val="100000"/>
                  </a:srgbClr>
                </a:solidFill>
                <a:ln w="5420" cap="flat">
                  <a:solidFill>
                    <a:srgbClr val="B3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5" name="pg1415">
                  <a:extLst>
                    <a:ext uri="{FF2B5EF4-FFF2-40B4-BE49-F238E27FC236}">
                      <a16:creationId xmlns:a16="http://schemas.microsoft.com/office/drawing/2014/main" id="{FE1928CF-3B2D-1CFE-54F3-7A925BB22E60}"/>
                    </a:ext>
                  </a:extLst>
                </p:cNvPr>
                <p:cNvSpPr/>
                <p:nvPr/>
              </p:nvSpPr>
              <p:spPr>
                <a:xfrm>
                  <a:off x="5031771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AE9D3">
                    <a:alpha val="100000"/>
                  </a:srgbClr>
                </a:solidFill>
                <a:ln w="5420" cap="flat">
                  <a:solidFill>
                    <a:srgbClr val="BA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6" name="pg1416">
                  <a:extLst>
                    <a:ext uri="{FF2B5EF4-FFF2-40B4-BE49-F238E27FC236}">
                      <a16:creationId xmlns:a16="http://schemas.microsoft.com/office/drawing/2014/main" id="{3D07ECD4-F029-75C5-7212-F305F5635159}"/>
                    </a:ext>
                  </a:extLst>
                </p:cNvPr>
                <p:cNvSpPr/>
                <p:nvPr/>
              </p:nvSpPr>
              <p:spPr>
                <a:xfrm>
                  <a:off x="5043408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CEAD4">
                    <a:alpha val="100000"/>
                  </a:srgbClr>
                </a:solidFill>
                <a:ln w="5420" cap="flat">
                  <a:solidFill>
                    <a:srgbClr val="BCEAD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7" name="pg1417">
                  <a:extLst>
                    <a:ext uri="{FF2B5EF4-FFF2-40B4-BE49-F238E27FC236}">
                      <a16:creationId xmlns:a16="http://schemas.microsoft.com/office/drawing/2014/main" id="{9CC139DA-9E56-E266-FB31-C65A57A88B9F}"/>
                    </a:ext>
                  </a:extLst>
                </p:cNvPr>
                <p:cNvSpPr/>
                <p:nvPr/>
              </p:nvSpPr>
              <p:spPr>
                <a:xfrm>
                  <a:off x="5055045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9E9D2">
                    <a:alpha val="100000"/>
                  </a:srgbClr>
                </a:solidFill>
                <a:ln w="5420" cap="flat">
                  <a:solidFill>
                    <a:srgbClr val="B9E9D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8" name="pg1418">
                  <a:extLst>
                    <a:ext uri="{FF2B5EF4-FFF2-40B4-BE49-F238E27FC236}">
                      <a16:creationId xmlns:a16="http://schemas.microsoft.com/office/drawing/2014/main" id="{5FD25CC5-3B7A-D07C-1A21-765D761F80F0}"/>
                    </a:ext>
                  </a:extLst>
                </p:cNvPr>
                <p:cNvSpPr/>
                <p:nvPr/>
              </p:nvSpPr>
              <p:spPr>
                <a:xfrm>
                  <a:off x="5066683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FE6CD">
                    <a:alpha val="100000"/>
                  </a:srgbClr>
                </a:solidFill>
                <a:ln w="5420" cap="flat">
                  <a:solidFill>
                    <a:srgbClr val="AFE6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19" name="pg1419">
                  <a:extLst>
                    <a:ext uri="{FF2B5EF4-FFF2-40B4-BE49-F238E27FC236}">
                      <a16:creationId xmlns:a16="http://schemas.microsoft.com/office/drawing/2014/main" id="{36822DFF-A479-DF33-B7EF-A22E6F90BAFA}"/>
                    </a:ext>
                  </a:extLst>
                </p:cNvPr>
                <p:cNvSpPr/>
                <p:nvPr/>
              </p:nvSpPr>
              <p:spPr>
                <a:xfrm>
                  <a:off x="5078320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FE0C6">
                    <a:alpha val="100000"/>
                  </a:srgbClr>
                </a:solidFill>
                <a:ln w="5420" cap="flat">
                  <a:solidFill>
                    <a:srgbClr val="9FE0C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0" name="pg1420">
                  <a:extLst>
                    <a:ext uri="{FF2B5EF4-FFF2-40B4-BE49-F238E27FC236}">
                      <a16:creationId xmlns:a16="http://schemas.microsoft.com/office/drawing/2014/main" id="{CAFBBD28-EB90-5DEB-E3FA-614CD461EC61}"/>
                    </a:ext>
                  </a:extLst>
                </p:cNvPr>
                <p:cNvSpPr/>
                <p:nvPr/>
              </p:nvSpPr>
              <p:spPr>
                <a:xfrm>
                  <a:off x="5089957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1" name="pg1421">
                  <a:extLst>
                    <a:ext uri="{FF2B5EF4-FFF2-40B4-BE49-F238E27FC236}">
                      <a16:creationId xmlns:a16="http://schemas.microsoft.com/office/drawing/2014/main" id="{3006781B-8447-CEEC-BC3C-7DB9197280B0}"/>
                    </a:ext>
                  </a:extLst>
                </p:cNvPr>
                <p:cNvSpPr/>
                <p:nvPr/>
              </p:nvSpPr>
              <p:spPr>
                <a:xfrm>
                  <a:off x="5101595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2" name="pg1422">
                  <a:extLst>
                    <a:ext uri="{FF2B5EF4-FFF2-40B4-BE49-F238E27FC236}">
                      <a16:creationId xmlns:a16="http://schemas.microsoft.com/office/drawing/2014/main" id="{D005346E-7445-55E6-140C-09E939AC685E}"/>
                    </a:ext>
                  </a:extLst>
                </p:cNvPr>
                <p:cNvSpPr/>
                <p:nvPr/>
              </p:nvSpPr>
              <p:spPr>
                <a:xfrm>
                  <a:off x="5113232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3" name="pg1423">
                  <a:extLst>
                    <a:ext uri="{FF2B5EF4-FFF2-40B4-BE49-F238E27FC236}">
                      <a16:creationId xmlns:a16="http://schemas.microsoft.com/office/drawing/2014/main" id="{74CD11E0-1734-4F83-639D-A262A92A0785}"/>
                    </a:ext>
                  </a:extLst>
                </p:cNvPr>
                <p:cNvSpPr/>
                <p:nvPr/>
              </p:nvSpPr>
              <p:spPr>
                <a:xfrm>
                  <a:off x="5124869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4" name="pg1424">
                  <a:extLst>
                    <a:ext uri="{FF2B5EF4-FFF2-40B4-BE49-F238E27FC236}">
                      <a16:creationId xmlns:a16="http://schemas.microsoft.com/office/drawing/2014/main" id="{A183E7E0-9967-404A-3585-1DF0B232615B}"/>
                    </a:ext>
                  </a:extLst>
                </p:cNvPr>
                <p:cNvSpPr/>
                <p:nvPr/>
              </p:nvSpPr>
              <p:spPr>
                <a:xfrm>
                  <a:off x="5136507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5" name="pg1425">
                  <a:extLst>
                    <a:ext uri="{FF2B5EF4-FFF2-40B4-BE49-F238E27FC236}">
                      <a16:creationId xmlns:a16="http://schemas.microsoft.com/office/drawing/2014/main" id="{1C60A461-4FB4-11C5-EC74-3D73E41E100C}"/>
                    </a:ext>
                  </a:extLst>
                </p:cNvPr>
                <p:cNvSpPr/>
                <p:nvPr/>
              </p:nvSpPr>
              <p:spPr>
                <a:xfrm>
                  <a:off x="5148144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6" name="pg1426">
                  <a:extLst>
                    <a:ext uri="{FF2B5EF4-FFF2-40B4-BE49-F238E27FC236}">
                      <a16:creationId xmlns:a16="http://schemas.microsoft.com/office/drawing/2014/main" id="{4F5960FB-0BF3-1F2C-AE21-C5F607B87DBB}"/>
                    </a:ext>
                  </a:extLst>
                </p:cNvPr>
                <p:cNvSpPr/>
                <p:nvPr/>
              </p:nvSpPr>
              <p:spPr>
                <a:xfrm>
                  <a:off x="5159781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7" name="pg1427">
                  <a:extLst>
                    <a:ext uri="{FF2B5EF4-FFF2-40B4-BE49-F238E27FC236}">
                      <a16:creationId xmlns:a16="http://schemas.microsoft.com/office/drawing/2014/main" id="{DA596F32-58D8-A822-2A8E-F79A9DDA0EB9}"/>
                    </a:ext>
                  </a:extLst>
                </p:cNvPr>
                <p:cNvSpPr/>
                <p:nvPr/>
              </p:nvSpPr>
              <p:spPr>
                <a:xfrm>
                  <a:off x="5171419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8" name="pg1428">
                  <a:extLst>
                    <a:ext uri="{FF2B5EF4-FFF2-40B4-BE49-F238E27FC236}">
                      <a16:creationId xmlns:a16="http://schemas.microsoft.com/office/drawing/2014/main" id="{B6C9620F-337F-0002-ED4F-370099482EBD}"/>
                    </a:ext>
                  </a:extLst>
                </p:cNvPr>
                <p:cNvSpPr/>
                <p:nvPr/>
              </p:nvSpPr>
              <p:spPr>
                <a:xfrm>
                  <a:off x="5183056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29" name="pg1429">
                  <a:extLst>
                    <a:ext uri="{FF2B5EF4-FFF2-40B4-BE49-F238E27FC236}">
                      <a16:creationId xmlns:a16="http://schemas.microsoft.com/office/drawing/2014/main" id="{56DFA15E-CF9D-902D-7269-17101AA68588}"/>
                    </a:ext>
                  </a:extLst>
                </p:cNvPr>
                <p:cNvSpPr/>
                <p:nvPr/>
              </p:nvSpPr>
              <p:spPr>
                <a:xfrm>
                  <a:off x="5217968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0" name="pg1430">
                  <a:extLst>
                    <a:ext uri="{FF2B5EF4-FFF2-40B4-BE49-F238E27FC236}">
                      <a16:creationId xmlns:a16="http://schemas.microsoft.com/office/drawing/2014/main" id="{36F6F66E-BAC9-59E0-ADD7-0A9B58F96695}"/>
                    </a:ext>
                  </a:extLst>
                </p:cNvPr>
                <p:cNvSpPr/>
                <p:nvPr/>
              </p:nvSpPr>
              <p:spPr>
                <a:xfrm>
                  <a:off x="5229605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1" name="pg1431">
                  <a:extLst>
                    <a:ext uri="{FF2B5EF4-FFF2-40B4-BE49-F238E27FC236}">
                      <a16:creationId xmlns:a16="http://schemas.microsoft.com/office/drawing/2014/main" id="{0DFF1709-82D0-A6C0-81C0-DDDB51F5A9B9}"/>
                    </a:ext>
                  </a:extLst>
                </p:cNvPr>
                <p:cNvSpPr/>
                <p:nvPr/>
              </p:nvSpPr>
              <p:spPr>
                <a:xfrm>
                  <a:off x="5241243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2" name="pg1432">
                  <a:extLst>
                    <a:ext uri="{FF2B5EF4-FFF2-40B4-BE49-F238E27FC236}">
                      <a16:creationId xmlns:a16="http://schemas.microsoft.com/office/drawing/2014/main" id="{F0532843-08F2-4582-5160-D37C2B6B667D}"/>
                    </a:ext>
                  </a:extLst>
                </p:cNvPr>
                <p:cNvSpPr/>
                <p:nvPr/>
              </p:nvSpPr>
              <p:spPr>
                <a:xfrm>
                  <a:off x="5252880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3" name="pg1433">
                  <a:extLst>
                    <a:ext uri="{FF2B5EF4-FFF2-40B4-BE49-F238E27FC236}">
                      <a16:creationId xmlns:a16="http://schemas.microsoft.com/office/drawing/2014/main" id="{C12113BC-B8E7-E765-9DCA-86862827D637}"/>
                    </a:ext>
                  </a:extLst>
                </p:cNvPr>
                <p:cNvSpPr/>
                <p:nvPr/>
              </p:nvSpPr>
              <p:spPr>
                <a:xfrm>
                  <a:off x="5264517" y="365165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4" name="pg1434">
                  <a:extLst>
                    <a:ext uri="{FF2B5EF4-FFF2-40B4-BE49-F238E27FC236}">
                      <a16:creationId xmlns:a16="http://schemas.microsoft.com/office/drawing/2014/main" id="{C217729A-7D16-5F94-F233-8D0EF4589000}"/>
                    </a:ext>
                  </a:extLst>
                </p:cNvPr>
                <p:cNvSpPr/>
                <p:nvPr/>
              </p:nvSpPr>
              <p:spPr>
                <a:xfrm>
                  <a:off x="4985221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FDBBF">
                    <a:alpha val="100000"/>
                  </a:srgbClr>
                </a:solidFill>
                <a:ln w="5420" cap="flat">
                  <a:solidFill>
                    <a:srgbClr val="8F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5" name="pg1435">
                  <a:extLst>
                    <a:ext uri="{FF2B5EF4-FFF2-40B4-BE49-F238E27FC236}">
                      <a16:creationId xmlns:a16="http://schemas.microsoft.com/office/drawing/2014/main" id="{CFEEF1AC-2B60-9446-9536-268284A3888C}"/>
                    </a:ext>
                  </a:extLst>
                </p:cNvPr>
                <p:cNvSpPr/>
                <p:nvPr/>
              </p:nvSpPr>
              <p:spPr>
                <a:xfrm>
                  <a:off x="4996859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CE0C5">
                    <a:alpha val="100000"/>
                  </a:srgbClr>
                </a:solidFill>
                <a:ln w="5420" cap="flat">
                  <a:solidFill>
                    <a:srgbClr val="9C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6" name="pg1436">
                  <a:extLst>
                    <a:ext uri="{FF2B5EF4-FFF2-40B4-BE49-F238E27FC236}">
                      <a16:creationId xmlns:a16="http://schemas.microsoft.com/office/drawing/2014/main" id="{2D7A17DF-9A93-96B3-5181-72AB1E959C86}"/>
                    </a:ext>
                  </a:extLst>
                </p:cNvPr>
                <p:cNvSpPr/>
                <p:nvPr/>
              </p:nvSpPr>
              <p:spPr>
                <a:xfrm>
                  <a:off x="5008496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9E4CB">
                    <a:alpha val="100000"/>
                  </a:srgbClr>
                </a:solidFill>
                <a:ln w="5420" cap="flat">
                  <a:solidFill>
                    <a:srgbClr val="A9E4C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7" name="pg1437">
                  <a:extLst>
                    <a:ext uri="{FF2B5EF4-FFF2-40B4-BE49-F238E27FC236}">
                      <a16:creationId xmlns:a16="http://schemas.microsoft.com/office/drawing/2014/main" id="{0956B324-E23B-03C5-F448-B5189A6A783A}"/>
                    </a:ext>
                  </a:extLst>
                </p:cNvPr>
                <p:cNvSpPr/>
                <p:nvPr/>
              </p:nvSpPr>
              <p:spPr>
                <a:xfrm>
                  <a:off x="5020133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8" name="pg1438">
                  <a:extLst>
                    <a:ext uri="{FF2B5EF4-FFF2-40B4-BE49-F238E27FC236}">
                      <a16:creationId xmlns:a16="http://schemas.microsoft.com/office/drawing/2014/main" id="{5A8FCE6E-D6F3-C2CF-97DF-3D482C6ACB6D}"/>
                    </a:ext>
                  </a:extLst>
                </p:cNvPr>
                <p:cNvSpPr/>
                <p:nvPr/>
              </p:nvSpPr>
              <p:spPr>
                <a:xfrm>
                  <a:off x="5031771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BEAD3">
                    <a:alpha val="100000"/>
                  </a:srgbClr>
                </a:solidFill>
                <a:ln w="5420" cap="flat">
                  <a:solidFill>
                    <a:srgbClr val="BBEA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39" name="pg1439">
                  <a:extLst>
                    <a:ext uri="{FF2B5EF4-FFF2-40B4-BE49-F238E27FC236}">
                      <a16:creationId xmlns:a16="http://schemas.microsoft.com/office/drawing/2014/main" id="{EB66A756-26E5-FFA4-C234-D290EFA00E4B}"/>
                    </a:ext>
                  </a:extLst>
                </p:cNvPr>
                <p:cNvSpPr/>
                <p:nvPr/>
              </p:nvSpPr>
              <p:spPr>
                <a:xfrm>
                  <a:off x="5043408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DEAD5">
                    <a:alpha val="100000"/>
                  </a:srgbClr>
                </a:solidFill>
                <a:ln w="5420" cap="flat">
                  <a:solidFill>
                    <a:srgbClr val="BDEAD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0" name="pg1440">
                  <a:extLst>
                    <a:ext uri="{FF2B5EF4-FFF2-40B4-BE49-F238E27FC236}">
                      <a16:creationId xmlns:a16="http://schemas.microsoft.com/office/drawing/2014/main" id="{CEDD5192-6417-3DE1-3BAC-AB148C4D9BFA}"/>
                    </a:ext>
                  </a:extLst>
                </p:cNvPr>
                <p:cNvSpPr/>
                <p:nvPr/>
              </p:nvSpPr>
              <p:spPr>
                <a:xfrm>
                  <a:off x="5055045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9E9D3">
                    <a:alpha val="100000"/>
                  </a:srgbClr>
                </a:solidFill>
                <a:ln w="5420" cap="flat">
                  <a:solidFill>
                    <a:srgbClr val="B9E9D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1" name="pg1441">
                  <a:extLst>
                    <a:ext uri="{FF2B5EF4-FFF2-40B4-BE49-F238E27FC236}">
                      <a16:creationId xmlns:a16="http://schemas.microsoft.com/office/drawing/2014/main" id="{05668C53-B63E-8BEF-FC5F-261C64835DF8}"/>
                    </a:ext>
                  </a:extLst>
                </p:cNvPr>
                <p:cNvSpPr/>
                <p:nvPr/>
              </p:nvSpPr>
              <p:spPr>
                <a:xfrm>
                  <a:off x="5066683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FE6CD">
                    <a:alpha val="100000"/>
                  </a:srgbClr>
                </a:solidFill>
                <a:ln w="5420" cap="flat">
                  <a:solidFill>
                    <a:srgbClr val="AFE6C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2" name="pg1442">
                  <a:extLst>
                    <a:ext uri="{FF2B5EF4-FFF2-40B4-BE49-F238E27FC236}">
                      <a16:creationId xmlns:a16="http://schemas.microsoft.com/office/drawing/2014/main" id="{6CADC3C6-4414-D9FC-C71D-C384CABC0C43}"/>
                    </a:ext>
                  </a:extLst>
                </p:cNvPr>
                <p:cNvSpPr/>
                <p:nvPr/>
              </p:nvSpPr>
              <p:spPr>
                <a:xfrm>
                  <a:off x="5078320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EE0C5">
                    <a:alpha val="100000"/>
                  </a:srgbClr>
                </a:solidFill>
                <a:ln w="5420" cap="flat">
                  <a:solidFill>
                    <a:srgbClr val="9EE0C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3" name="pg1443">
                  <a:extLst>
                    <a:ext uri="{FF2B5EF4-FFF2-40B4-BE49-F238E27FC236}">
                      <a16:creationId xmlns:a16="http://schemas.microsoft.com/office/drawing/2014/main" id="{F8A3825B-953F-F2BC-7980-A3F490F3A6C6}"/>
                    </a:ext>
                  </a:extLst>
                </p:cNvPr>
                <p:cNvSpPr/>
                <p:nvPr/>
              </p:nvSpPr>
              <p:spPr>
                <a:xfrm>
                  <a:off x="5089957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C">
                    <a:alpha val="100000"/>
                  </a:srgbClr>
                </a:solidFill>
                <a:ln w="5420" cap="flat">
                  <a:solidFill>
                    <a:srgbClr val="87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4" name="pg1444">
                  <a:extLst>
                    <a:ext uri="{FF2B5EF4-FFF2-40B4-BE49-F238E27FC236}">
                      <a16:creationId xmlns:a16="http://schemas.microsoft.com/office/drawing/2014/main" id="{5AF1C76C-2495-024C-3144-AB0B42695316}"/>
                    </a:ext>
                  </a:extLst>
                </p:cNvPr>
                <p:cNvSpPr/>
                <p:nvPr/>
              </p:nvSpPr>
              <p:spPr>
                <a:xfrm>
                  <a:off x="5101595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5" name="pg1445">
                  <a:extLst>
                    <a:ext uri="{FF2B5EF4-FFF2-40B4-BE49-F238E27FC236}">
                      <a16:creationId xmlns:a16="http://schemas.microsoft.com/office/drawing/2014/main" id="{66C2DC9E-DB9E-BB14-71A8-5A32CA90C04D}"/>
                    </a:ext>
                  </a:extLst>
                </p:cNvPr>
                <p:cNvSpPr/>
                <p:nvPr/>
              </p:nvSpPr>
              <p:spPr>
                <a:xfrm>
                  <a:off x="5113232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6" name="pg1446">
                  <a:extLst>
                    <a:ext uri="{FF2B5EF4-FFF2-40B4-BE49-F238E27FC236}">
                      <a16:creationId xmlns:a16="http://schemas.microsoft.com/office/drawing/2014/main" id="{A31AC0A7-2FF5-C4E6-C93E-D194FAB8A098}"/>
                    </a:ext>
                  </a:extLst>
                </p:cNvPr>
                <p:cNvSpPr/>
                <p:nvPr/>
              </p:nvSpPr>
              <p:spPr>
                <a:xfrm>
                  <a:off x="5124869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6AB">
                    <a:alpha val="100000"/>
                  </a:srgbClr>
                </a:solidFill>
                <a:ln w="5420" cap="flat">
                  <a:solidFill>
                    <a:srgbClr val="4F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7" name="pg1447">
                  <a:extLst>
                    <a:ext uri="{FF2B5EF4-FFF2-40B4-BE49-F238E27FC236}">
                      <a16:creationId xmlns:a16="http://schemas.microsoft.com/office/drawing/2014/main" id="{4032FC21-D318-08E9-8CDB-92018B350D61}"/>
                    </a:ext>
                  </a:extLst>
                </p:cNvPr>
                <p:cNvSpPr/>
                <p:nvPr/>
              </p:nvSpPr>
              <p:spPr>
                <a:xfrm>
                  <a:off x="5136507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8" name="pg1448">
                  <a:extLst>
                    <a:ext uri="{FF2B5EF4-FFF2-40B4-BE49-F238E27FC236}">
                      <a16:creationId xmlns:a16="http://schemas.microsoft.com/office/drawing/2014/main" id="{BA2CE7F1-CFEC-F238-FAA0-30FFD11E04BB}"/>
                    </a:ext>
                  </a:extLst>
                </p:cNvPr>
                <p:cNvSpPr/>
                <p:nvPr/>
              </p:nvSpPr>
              <p:spPr>
                <a:xfrm>
                  <a:off x="5148144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49" name="pg1449">
                  <a:extLst>
                    <a:ext uri="{FF2B5EF4-FFF2-40B4-BE49-F238E27FC236}">
                      <a16:creationId xmlns:a16="http://schemas.microsoft.com/office/drawing/2014/main" id="{30348A66-807D-E02E-5951-35D6D917D766}"/>
                    </a:ext>
                  </a:extLst>
                </p:cNvPr>
                <p:cNvSpPr/>
                <p:nvPr/>
              </p:nvSpPr>
              <p:spPr>
                <a:xfrm>
                  <a:off x="5159781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0" name="pg1450">
                  <a:extLst>
                    <a:ext uri="{FF2B5EF4-FFF2-40B4-BE49-F238E27FC236}">
                      <a16:creationId xmlns:a16="http://schemas.microsoft.com/office/drawing/2014/main" id="{2CDCCC2A-26A4-3228-3FF8-67552BED139E}"/>
                    </a:ext>
                  </a:extLst>
                </p:cNvPr>
                <p:cNvSpPr/>
                <p:nvPr/>
              </p:nvSpPr>
              <p:spPr>
                <a:xfrm>
                  <a:off x="5171419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1" name="pg1451">
                  <a:extLst>
                    <a:ext uri="{FF2B5EF4-FFF2-40B4-BE49-F238E27FC236}">
                      <a16:creationId xmlns:a16="http://schemas.microsoft.com/office/drawing/2014/main" id="{72FFAB27-7AB2-31E8-D15D-1EA6EC456A24}"/>
                    </a:ext>
                  </a:extLst>
                </p:cNvPr>
                <p:cNvSpPr/>
                <p:nvPr/>
              </p:nvSpPr>
              <p:spPr>
                <a:xfrm>
                  <a:off x="5183056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2" name="pg1452">
                  <a:extLst>
                    <a:ext uri="{FF2B5EF4-FFF2-40B4-BE49-F238E27FC236}">
                      <a16:creationId xmlns:a16="http://schemas.microsoft.com/office/drawing/2014/main" id="{29216B38-2744-5A5E-0655-50DD9CD53A40}"/>
                    </a:ext>
                  </a:extLst>
                </p:cNvPr>
                <p:cNvSpPr/>
                <p:nvPr/>
              </p:nvSpPr>
              <p:spPr>
                <a:xfrm>
                  <a:off x="5206331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3" name="pg1453">
                  <a:extLst>
                    <a:ext uri="{FF2B5EF4-FFF2-40B4-BE49-F238E27FC236}">
                      <a16:creationId xmlns:a16="http://schemas.microsoft.com/office/drawing/2014/main" id="{0841E333-E738-4AC0-E507-DBCEB03C416F}"/>
                    </a:ext>
                  </a:extLst>
                </p:cNvPr>
                <p:cNvSpPr/>
                <p:nvPr/>
              </p:nvSpPr>
              <p:spPr>
                <a:xfrm>
                  <a:off x="5217968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4" name="pg1454">
                  <a:extLst>
                    <a:ext uri="{FF2B5EF4-FFF2-40B4-BE49-F238E27FC236}">
                      <a16:creationId xmlns:a16="http://schemas.microsoft.com/office/drawing/2014/main" id="{62FA41C9-47F2-ED83-AC9C-54E0605E107E}"/>
                    </a:ext>
                  </a:extLst>
                </p:cNvPr>
                <p:cNvSpPr/>
                <p:nvPr/>
              </p:nvSpPr>
              <p:spPr>
                <a:xfrm>
                  <a:off x="5229605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5" name="pg1455">
                  <a:extLst>
                    <a:ext uri="{FF2B5EF4-FFF2-40B4-BE49-F238E27FC236}">
                      <a16:creationId xmlns:a16="http://schemas.microsoft.com/office/drawing/2014/main" id="{2926AEAB-BF26-49D5-590B-AE421012A861}"/>
                    </a:ext>
                  </a:extLst>
                </p:cNvPr>
                <p:cNvSpPr/>
                <p:nvPr/>
              </p:nvSpPr>
              <p:spPr>
                <a:xfrm>
                  <a:off x="5241243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6" name="pg1456">
                  <a:extLst>
                    <a:ext uri="{FF2B5EF4-FFF2-40B4-BE49-F238E27FC236}">
                      <a16:creationId xmlns:a16="http://schemas.microsoft.com/office/drawing/2014/main" id="{9193D8C1-6931-9074-9166-729E108565C5}"/>
                    </a:ext>
                  </a:extLst>
                </p:cNvPr>
                <p:cNvSpPr/>
                <p:nvPr/>
              </p:nvSpPr>
              <p:spPr>
                <a:xfrm>
                  <a:off x="5252880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7" name="pg1457">
                  <a:extLst>
                    <a:ext uri="{FF2B5EF4-FFF2-40B4-BE49-F238E27FC236}">
                      <a16:creationId xmlns:a16="http://schemas.microsoft.com/office/drawing/2014/main" id="{C2C339A4-1322-016A-FAD7-7298B0F161EA}"/>
                    </a:ext>
                  </a:extLst>
                </p:cNvPr>
                <p:cNvSpPr/>
                <p:nvPr/>
              </p:nvSpPr>
              <p:spPr>
                <a:xfrm>
                  <a:off x="5264517" y="366595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AA9">
                    <a:alpha val="100000"/>
                  </a:srgbClr>
                </a:solidFill>
                <a:ln w="5420" cap="flat">
                  <a:solidFill>
                    <a:srgbClr val="38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8" name="pg1458">
                  <a:extLst>
                    <a:ext uri="{FF2B5EF4-FFF2-40B4-BE49-F238E27FC236}">
                      <a16:creationId xmlns:a16="http://schemas.microsoft.com/office/drawing/2014/main" id="{D8F9B837-CF0A-AD9B-838F-0CCAEE9A5E98}"/>
                    </a:ext>
                  </a:extLst>
                </p:cNvPr>
                <p:cNvSpPr/>
                <p:nvPr/>
              </p:nvSpPr>
              <p:spPr>
                <a:xfrm>
                  <a:off x="4996859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5DDC2">
                    <a:alpha val="100000"/>
                  </a:srgbClr>
                </a:solidFill>
                <a:ln w="5420" cap="flat">
                  <a:solidFill>
                    <a:srgbClr val="95DD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59" name="pg1459">
                  <a:extLst>
                    <a:ext uri="{FF2B5EF4-FFF2-40B4-BE49-F238E27FC236}">
                      <a16:creationId xmlns:a16="http://schemas.microsoft.com/office/drawing/2014/main" id="{5CFCE0A2-2215-C962-D9FB-2C0FB811259B}"/>
                    </a:ext>
                  </a:extLst>
                </p:cNvPr>
                <p:cNvSpPr/>
                <p:nvPr/>
              </p:nvSpPr>
              <p:spPr>
                <a:xfrm>
                  <a:off x="5008496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2E1C7">
                    <a:alpha val="100000"/>
                  </a:srgbClr>
                </a:solidFill>
                <a:ln w="5420" cap="flat">
                  <a:solidFill>
                    <a:srgbClr val="A2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0" name="pg1460">
                  <a:extLst>
                    <a:ext uri="{FF2B5EF4-FFF2-40B4-BE49-F238E27FC236}">
                      <a16:creationId xmlns:a16="http://schemas.microsoft.com/office/drawing/2014/main" id="{11966391-3AB7-9CEB-9391-65FE82FEC5FD}"/>
                    </a:ext>
                  </a:extLst>
                </p:cNvPr>
                <p:cNvSpPr/>
                <p:nvPr/>
              </p:nvSpPr>
              <p:spPr>
                <a:xfrm>
                  <a:off x="5020133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CE5CC">
                    <a:alpha val="100000"/>
                  </a:srgbClr>
                </a:solidFill>
                <a:ln w="5420" cap="flat">
                  <a:solidFill>
                    <a:srgbClr val="ACE5C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1" name="pg1461">
                  <a:extLst>
                    <a:ext uri="{FF2B5EF4-FFF2-40B4-BE49-F238E27FC236}">
                      <a16:creationId xmlns:a16="http://schemas.microsoft.com/office/drawing/2014/main" id="{44481DED-3CD7-83AF-F8BB-B69E647E4EB6}"/>
                    </a:ext>
                  </a:extLst>
                </p:cNvPr>
                <p:cNvSpPr/>
                <p:nvPr/>
              </p:nvSpPr>
              <p:spPr>
                <a:xfrm>
                  <a:off x="5031771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2E7CF">
                    <a:alpha val="100000"/>
                  </a:srgbClr>
                </a:solidFill>
                <a:ln w="5420" cap="flat">
                  <a:solidFill>
                    <a:srgbClr val="B2E7C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2" name="pg1462">
                  <a:extLst>
                    <a:ext uri="{FF2B5EF4-FFF2-40B4-BE49-F238E27FC236}">
                      <a16:creationId xmlns:a16="http://schemas.microsoft.com/office/drawing/2014/main" id="{0C522252-DFD8-6B57-66FC-A087117FE692}"/>
                    </a:ext>
                  </a:extLst>
                </p:cNvPr>
                <p:cNvSpPr/>
                <p:nvPr/>
              </p:nvSpPr>
              <p:spPr>
                <a:xfrm>
                  <a:off x="5043408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4E7D0">
                    <a:alpha val="100000"/>
                  </a:srgbClr>
                </a:solidFill>
                <a:ln w="5420" cap="flat">
                  <a:solidFill>
                    <a:srgbClr val="B4E7D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3" name="pg1463">
                  <a:extLst>
                    <a:ext uri="{FF2B5EF4-FFF2-40B4-BE49-F238E27FC236}">
                      <a16:creationId xmlns:a16="http://schemas.microsoft.com/office/drawing/2014/main" id="{AD672CA2-7CA7-368A-8025-7BE95C7CDBD5}"/>
                    </a:ext>
                  </a:extLst>
                </p:cNvPr>
                <p:cNvSpPr/>
                <p:nvPr/>
              </p:nvSpPr>
              <p:spPr>
                <a:xfrm>
                  <a:off x="5055045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B0E6CE">
                    <a:alpha val="100000"/>
                  </a:srgbClr>
                </a:solidFill>
                <a:ln w="5420" cap="flat">
                  <a:solidFill>
                    <a:srgbClr val="B0E6C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4" name="pg1464">
                  <a:extLst>
                    <a:ext uri="{FF2B5EF4-FFF2-40B4-BE49-F238E27FC236}">
                      <a16:creationId xmlns:a16="http://schemas.microsoft.com/office/drawing/2014/main" id="{DB2D2EC9-DEB0-6589-E70B-DCB27E9D4871}"/>
                    </a:ext>
                  </a:extLst>
                </p:cNvPr>
                <p:cNvSpPr/>
                <p:nvPr/>
              </p:nvSpPr>
              <p:spPr>
                <a:xfrm>
                  <a:off x="5066683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4E2C9">
                    <a:alpha val="100000"/>
                  </a:srgbClr>
                </a:solidFill>
                <a:ln w="5420" cap="flat">
                  <a:solidFill>
                    <a:srgbClr val="A4E2C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5" name="pg1465">
                  <a:extLst>
                    <a:ext uri="{FF2B5EF4-FFF2-40B4-BE49-F238E27FC236}">
                      <a16:creationId xmlns:a16="http://schemas.microsoft.com/office/drawing/2014/main" id="{704233A4-F579-0255-7084-6A5E9A73222D}"/>
                    </a:ext>
                  </a:extLst>
                </p:cNvPr>
                <p:cNvSpPr/>
                <p:nvPr/>
              </p:nvSpPr>
              <p:spPr>
                <a:xfrm>
                  <a:off x="5078320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0">
                    <a:alpha val="100000"/>
                  </a:srgbClr>
                </a:solidFill>
                <a:ln w="5420" cap="flat">
                  <a:solidFill>
                    <a:srgbClr val="93DD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6" name="pg1466">
                  <a:extLst>
                    <a:ext uri="{FF2B5EF4-FFF2-40B4-BE49-F238E27FC236}">
                      <a16:creationId xmlns:a16="http://schemas.microsoft.com/office/drawing/2014/main" id="{AFE26FD5-BA03-3617-9C3B-D6F8E52D5AA3}"/>
                    </a:ext>
                  </a:extLst>
                </p:cNvPr>
                <p:cNvSpPr/>
                <p:nvPr/>
              </p:nvSpPr>
              <p:spPr>
                <a:xfrm>
                  <a:off x="5089957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7" name="pg1467">
                  <a:extLst>
                    <a:ext uri="{FF2B5EF4-FFF2-40B4-BE49-F238E27FC236}">
                      <a16:creationId xmlns:a16="http://schemas.microsoft.com/office/drawing/2014/main" id="{87B5DDD4-8695-E1C8-5E10-85B87D82FFFB}"/>
                    </a:ext>
                  </a:extLst>
                </p:cNvPr>
                <p:cNvSpPr/>
                <p:nvPr/>
              </p:nvSpPr>
              <p:spPr>
                <a:xfrm>
                  <a:off x="5101595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8" name="pg1468">
                  <a:extLst>
                    <a:ext uri="{FF2B5EF4-FFF2-40B4-BE49-F238E27FC236}">
                      <a16:creationId xmlns:a16="http://schemas.microsoft.com/office/drawing/2014/main" id="{31B7AF8A-B9A5-69FC-7E7F-1D733A15E02D}"/>
                    </a:ext>
                  </a:extLst>
                </p:cNvPr>
                <p:cNvSpPr/>
                <p:nvPr/>
              </p:nvSpPr>
              <p:spPr>
                <a:xfrm>
                  <a:off x="5113232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69" name="pg1469">
                  <a:extLst>
                    <a:ext uri="{FF2B5EF4-FFF2-40B4-BE49-F238E27FC236}">
                      <a16:creationId xmlns:a16="http://schemas.microsoft.com/office/drawing/2014/main" id="{FF2C38F5-AF6E-458A-B8BE-D235DAA2EC22}"/>
                    </a:ext>
                  </a:extLst>
                </p:cNvPr>
                <p:cNvSpPr/>
                <p:nvPr/>
              </p:nvSpPr>
              <p:spPr>
                <a:xfrm>
                  <a:off x="5124869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0" name="pg1470">
                  <a:extLst>
                    <a:ext uri="{FF2B5EF4-FFF2-40B4-BE49-F238E27FC236}">
                      <a16:creationId xmlns:a16="http://schemas.microsoft.com/office/drawing/2014/main" id="{6419EC45-3D04-8F79-E19E-D316EDCEE45F}"/>
                    </a:ext>
                  </a:extLst>
                </p:cNvPr>
                <p:cNvSpPr/>
                <p:nvPr/>
              </p:nvSpPr>
              <p:spPr>
                <a:xfrm>
                  <a:off x="5136507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1" name="pg1471">
                  <a:extLst>
                    <a:ext uri="{FF2B5EF4-FFF2-40B4-BE49-F238E27FC236}">
                      <a16:creationId xmlns:a16="http://schemas.microsoft.com/office/drawing/2014/main" id="{B97996D3-C810-CD30-5BEE-7B0FDF305662}"/>
                    </a:ext>
                  </a:extLst>
                </p:cNvPr>
                <p:cNvSpPr/>
                <p:nvPr/>
              </p:nvSpPr>
              <p:spPr>
                <a:xfrm>
                  <a:off x="5148144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2" name="pg1472">
                  <a:extLst>
                    <a:ext uri="{FF2B5EF4-FFF2-40B4-BE49-F238E27FC236}">
                      <a16:creationId xmlns:a16="http://schemas.microsoft.com/office/drawing/2014/main" id="{C0647CBD-01C3-DDF6-A70F-15AB5937DB11}"/>
                    </a:ext>
                  </a:extLst>
                </p:cNvPr>
                <p:cNvSpPr/>
                <p:nvPr/>
              </p:nvSpPr>
              <p:spPr>
                <a:xfrm>
                  <a:off x="5159781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3" name="pg1473">
                  <a:extLst>
                    <a:ext uri="{FF2B5EF4-FFF2-40B4-BE49-F238E27FC236}">
                      <a16:creationId xmlns:a16="http://schemas.microsoft.com/office/drawing/2014/main" id="{96687883-5548-8509-0C69-AE680372119D}"/>
                    </a:ext>
                  </a:extLst>
                </p:cNvPr>
                <p:cNvSpPr/>
                <p:nvPr/>
              </p:nvSpPr>
              <p:spPr>
                <a:xfrm>
                  <a:off x="5171419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4" name="pg1474">
                  <a:extLst>
                    <a:ext uri="{FF2B5EF4-FFF2-40B4-BE49-F238E27FC236}">
                      <a16:creationId xmlns:a16="http://schemas.microsoft.com/office/drawing/2014/main" id="{524226EB-CD1E-B36D-184F-88DBD7FAF811}"/>
                    </a:ext>
                  </a:extLst>
                </p:cNvPr>
                <p:cNvSpPr/>
                <p:nvPr/>
              </p:nvSpPr>
              <p:spPr>
                <a:xfrm>
                  <a:off x="5183056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5" name="pg1475">
                  <a:extLst>
                    <a:ext uri="{FF2B5EF4-FFF2-40B4-BE49-F238E27FC236}">
                      <a16:creationId xmlns:a16="http://schemas.microsoft.com/office/drawing/2014/main" id="{F3B1BAC1-C905-F03A-9910-136C3EBEAE0D}"/>
                    </a:ext>
                  </a:extLst>
                </p:cNvPr>
                <p:cNvSpPr/>
                <p:nvPr/>
              </p:nvSpPr>
              <p:spPr>
                <a:xfrm>
                  <a:off x="5194693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6" name="pg1476">
                  <a:extLst>
                    <a:ext uri="{FF2B5EF4-FFF2-40B4-BE49-F238E27FC236}">
                      <a16:creationId xmlns:a16="http://schemas.microsoft.com/office/drawing/2014/main" id="{5102888D-9D2A-129A-6BFA-49987B0E328E}"/>
                    </a:ext>
                  </a:extLst>
                </p:cNvPr>
                <p:cNvSpPr/>
                <p:nvPr/>
              </p:nvSpPr>
              <p:spPr>
                <a:xfrm>
                  <a:off x="5206331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7" name="pg1477">
                  <a:extLst>
                    <a:ext uri="{FF2B5EF4-FFF2-40B4-BE49-F238E27FC236}">
                      <a16:creationId xmlns:a16="http://schemas.microsoft.com/office/drawing/2014/main" id="{934AF56F-5BC6-13F0-6192-E82B5BDA1E31}"/>
                    </a:ext>
                  </a:extLst>
                </p:cNvPr>
                <p:cNvSpPr/>
                <p:nvPr/>
              </p:nvSpPr>
              <p:spPr>
                <a:xfrm>
                  <a:off x="5217968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8" name="pg1478">
                  <a:extLst>
                    <a:ext uri="{FF2B5EF4-FFF2-40B4-BE49-F238E27FC236}">
                      <a16:creationId xmlns:a16="http://schemas.microsoft.com/office/drawing/2014/main" id="{F024288E-E13E-F063-23E7-C833CD2195A9}"/>
                    </a:ext>
                  </a:extLst>
                </p:cNvPr>
                <p:cNvSpPr/>
                <p:nvPr/>
              </p:nvSpPr>
              <p:spPr>
                <a:xfrm>
                  <a:off x="5229605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79" name="pg1479">
                  <a:extLst>
                    <a:ext uri="{FF2B5EF4-FFF2-40B4-BE49-F238E27FC236}">
                      <a16:creationId xmlns:a16="http://schemas.microsoft.com/office/drawing/2014/main" id="{66E5D4CF-4321-0C4F-FB16-BF1AD0C841A8}"/>
                    </a:ext>
                  </a:extLst>
                </p:cNvPr>
                <p:cNvSpPr/>
                <p:nvPr/>
              </p:nvSpPr>
              <p:spPr>
                <a:xfrm>
                  <a:off x="5241243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0" name="pg1480">
                  <a:extLst>
                    <a:ext uri="{FF2B5EF4-FFF2-40B4-BE49-F238E27FC236}">
                      <a16:creationId xmlns:a16="http://schemas.microsoft.com/office/drawing/2014/main" id="{49D0FD0B-3106-EFB6-B615-E37C19BC3122}"/>
                    </a:ext>
                  </a:extLst>
                </p:cNvPr>
                <p:cNvSpPr/>
                <p:nvPr/>
              </p:nvSpPr>
              <p:spPr>
                <a:xfrm>
                  <a:off x="5252880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1" name="pg1481">
                  <a:extLst>
                    <a:ext uri="{FF2B5EF4-FFF2-40B4-BE49-F238E27FC236}">
                      <a16:creationId xmlns:a16="http://schemas.microsoft.com/office/drawing/2014/main" id="{36CDF09C-1521-ABF8-667D-CAEBD007E149}"/>
                    </a:ext>
                  </a:extLst>
                </p:cNvPr>
                <p:cNvSpPr/>
                <p:nvPr/>
              </p:nvSpPr>
              <p:spPr>
                <a:xfrm>
                  <a:off x="5264517" y="36802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2" name="pg1482">
                  <a:extLst>
                    <a:ext uri="{FF2B5EF4-FFF2-40B4-BE49-F238E27FC236}">
                      <a16:creationId xmlns:a16="http://schemas.microsoft.com/office/drawing/2014/main" id="{BE412FE1-6AB1-D89E-CE16-519AF581EE88}"/>
                    </a:ext>
                  </a:extLst>
                </p:cNvPr>
                <p:cNvSpPr/>
                <p:nvPr/>
              </p:nvSpPr>
              <p:spPr>
                <a:xfrm>
                  <a:off x="5008496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1">
                    <a:alpha val="100000"/>
                  </a:srgbClr>
                </a:solidFill>
                <a:ln w="5420" cap="flat">
                  <a:solidFill>
                    <a:srgbClr val="93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3" name="pg1483">
                  <a:extLst>
                    <a:ext uri="{FF2B5EF4-FFF2-40B4-BE49-F238E27FC236}">
                      <a16:creationId xmlns:a16="http://schemas.microsoft.com/office/drawing/2014/main" id="{F1EFE0BD-2563-6A15-1B38-759EEE3D604F}"/>
                    </a:ext>
                  </a:extLst>
                </p:cNvPr>
                <p:cNvSpPr/>
                <p:nvPr/>
              </p:nvSpPr>
              <p:spPr>
                <a:xfrm>
                  <a:off x="5020133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BDFC4">
                    <a:alpha val="100000"/>
                  </a:srgbClr>
                </a:solidFill>
                <a:ln w="5420" cap="flat">
                  <a:solidFill>
                    <a:srgbClr val="9B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4" name="pg1484">
                  <a:extLst>
                    <a:ext uri="{FF2B5EF4-FFF2-40B4-BE49-F238E27FC236}">
                      <a16:creationId xmlns:a16="http://schemas.microsoft.com/office/drawing/2014/main" id="{C1F97BA8-6982-07EE-E6BC-0C0845F7DC93}"/>
                    </a:ext>
                  </a:extLst>
                </p:cNvPr>
                <p:cNvSpPr/>
                <p:nvPr/>
              </p:nvSpPr>
              <p:spPr>
                <a:xfrm>
                  <a:off x="5031771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1E1C7">
                    <a:alpha val="100000"/>
                  </a:srgbClr>
                </a:solidFill>
                <a:ln w="5420" cap="flat">
                  <a:solidFill>
                    <a:srgbClr val="A1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5" name="pg1485">
                  <a:extLst>
                    <a:ext uri="{FF2B5EF4-FFF2-40B4-BE49-F238E27FC236}">
                      <a16:creationId xmlns:a16="http://schemas.microsoft.com/office/drawing/2014/main" id="{08D72E8D-C85D-0426-7938-66405AA433BA}"/>
                    </a:ext>
                  </a:extLst>
                </p:cNvPr>
                <p:cNvSpPr/>
                <p:nvPr/>
              </p:nvSpPr>
              <p:spPr>
                <a:xfrm>
                  <a:off x="5043408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A1E1C7">
                    <a:alpha val="100000"/>
                  </a:srgbClr>
                </a:solidFill>
                <a:ln w="5420" cap="flat">
                  <a:solidFill>
                    <a:srgbClr val="A1E1C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6" name="pg1486">
                  <a:extLst>
                    <a:ext uri="{FF2B5EF4-FFF2-40B4-BE49-F238E27FC236}">
                      <a16:creationId xmlns:a16="http://schemas.microsoft.com/office/drawing/2014/main" id="{A644520B-57C4-3B40-B1B4-356883D3E3A6}"/>
                    </a:ext>
                  </a:extLst>
                </p:cNvPr>
                <p:cNvSpPr/>
                <p:nvPr/>
              </p:nvSpPr>
              <p:spPr>
                <a:xfrm>
                  <a:off x="5055045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CDFC4">
                    <a:alpha val="100000"/>
                  </a:srgbClr>
                </a:solidFill>
                <a:ln w="5420" cap="flat">
                  <a:solidFill>
                    <a:srgbClr val="9C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7" name="pg1487">
                  <a:extLst>
                    <a:ext uri="{FF2B5EF4-FFF2-40B4-BE49-F238E27FC236}">
                      <a16:creationId xmlns:a16="http://schemas.microsoft.com/office/drawing/2014/main" id="{6DDD30A8-B7C5-97F7-6884-1AD884C12590}"/>
                    </a:ext>
                  </a:extLst>
                </p:cNvPr>
                <p:cNvSpPr/>
                <p:nvPr/>
              </p:nvSpPr>
              <p:spPr>
                <a:xfrm>
                  <a:off x="5066683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8" name="pg1488">
                  <a:extLst>
                    <a:ext uri="{FF2B5EF4-FFF2-40B4-BE49-F238E27FC236}">
                      <a16:creationId xmlns:a16="http://schemas.microsoft.com/office/drawing/2014/main" id="{C9D4D446-5966-53BB-6C92-1A63F9A85222}"/>
                    </a:ext>
                  </a:extLst>
                </p:cNvPr>
                <p:cNvSpPr/>
                <p:nvPr/>
              </p:nvSpPr>
              <p:spPr>
                <a:xfrm>
                  <a:off x="5078320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89" name="pg1489">
                  <a:extLst>
                    <a:ext uri="{FF2B5EF4-FFF2-40B4-BE49-F238E27FC236}">
                      <a16:creationId xmlns:a16="http://schemas.microsoft.com/office/drawing/2014/main" id="{D71E8A52-780A-D99D-5165-FC1216C204BB}"/>
                    </a:ext>
                  </a:extLst>
                </p:cNvPr>
                <p:cNvSpPr/>
                <p:nvPr/>
              </p:nvSpPr>
              <p:spPr>
                <a:xfrm>
                  <a:off x="5089957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0" name="pg1490">
                  <a:extLst>
                    <a:ext uri="{FF2B5EF4-FFF2-40B4-BE49-F238E27FC236}">
                      <a16:creationId xmlns:a16="http://schemas.microsoft.com/office/drawing/2014/main" id="{8A4DAE04-226B-5E58-CEA3-31C34AF21AC7}"/>
                    </a:ext>
                  </a:extLst>
                </p:cNvPr>
                <p:cNvSpPr/>
                <p:nvPr/>
              </p:nvSpPr>
              <p:spPr>
                <a:xfrm>
                  <a:off x="5101595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1" name="pg1491">
                  <a:extLst>
                    <a:ext uri="{FF2B5EF4-FFF2-40B4-BE49-F238E27FC236}">
                      <a16:creationId xmlns:a16="http://schemas.microsoft.com/office/drawing/2014/main" id="{1F8E251C-FA75-A12D-4D2A-7BB92BACF4F6}"/>
                    </a:ext>
                  </a:extLst>
                </p:cNvPr>
                <p:cNvSpPr/>
                <p:nvPr/>
              </p:nvSpPr>
              <p:spPr>
                <a:xfrm>
                  <a:off x="5113232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2" name="pg1492">
                  <a:extLst>
                    <a:ext uri="{FF2B5EF4-FFF2-40B4-BE49-F238E27FC236}">
                      <a16:creationId xmlns:a16="http://schemas.microsoft.com/office/drawing/2014/main" id="{118BB509-E896-9046-CE62-29BEBDAF33B7}"/>
                    </a:ext>
                  </a:extLst>
                </p:cNvPr>
                <p:cNvSpPr/>
                <p:nvPr/>
              </p:nvSpPr>
              <p:spPr>
                <a:xfrm>
                  <a:off x="5124869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3" name="pg1493">
                  <a:extLst>
                    <a:ext uri="{FF2B5EF4-FFF2-40B4-BE49-F238E27FC236}">
                      <a16:creationId xmlns:a16="http://schemas.microsoft.com/office/drawing/2014/main" id="{B146FA9A-08AF-E94B-0A67-E491BAF96E03}"/>
                    </a:ext>
                  </a:extLst>
                </p:cNvPr>
                <p:cNvSpPr/>
                <p:nvPr/>
              </p:nvSpPr>
              <p:spPr>
                <a:xfrm>
                  <a:off x="5136507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4" name="pg1494">
                  <a:extLst>
                    <a:ext uri="{FF2B5EF4-FFF2-40B4-BE49-F238E27FC236}">
                      <a16:creationId xmlns:a16="http://schemas.microsoft.com/office/drawing/2014/main" id="{E681DF70-B895-59F6-A97C-B62D7DB9402A}"/>
                    </a:ext>
                  </a:extLst>
                </p:cNvPr>
                <p:cNvSpPr/>
                <p:nvPr/>
              </p:nvSpPr>
              <p:spPr>
                <a:xfrm>
                  <a:off x="5148144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5" name="pg1495">
                  <a:extLst>
                    <a:ext uri="{FF2B5EF4-FFF2-40B4-BE49-F238E27FC236}">
                      <a16:creationId xmlns:a16="http://schemas.microsoft.com/office/drawing/2014/main" id="{9608B9DF-37F0-39D7-1EE1-353CC97CBAA5}"/>
                    </a:ext>
                  </a:extLst>
                </p:cNvPr>
                <p:cNvSpPr/>
                <p:nvPr/>
              </p:nvSpPr>
              <p:spPr>
                <a:xfrm>
                  <a:off x="5159781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6" name="pg1496">
                  <a:extLst>
                    <a:ext uri="{FF2B5EF4-FFF2-40B4-BE49-F238E27FC236}">
                      <a16:creationId xmlns:a16="http://schemas.microsoft.com/office/drawing/2014/main" id="{D98BE6B2-8990-D8FA-7C94-038F12A97597}"/>
                    </a:ext>
                  </a:extLst>
                </p:cNvPr>
                <p:cNvSpPr/>
                <p:nvPr/>
              </p:nvSpPr>
              <p:spPr>
                <a:xfrm>
                  <a:off x="5171419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7" name="pg1497">
                  <a:extLst>
                    <a:ext uri="{FF2B5EF4-FFF2-40B4-BE49-F238E27FC236}">
                      <a16:creationId xmlns:a16="http://schemas.microsoft.com/office/drawing/2014/main" id="{5B888A91-125B-63AD-7F33-16818204D5A9}"/>
                    </a:ext>
                  </a:extLst>
                </p:cNvPr>
                <p:cNvSpPr/>
                <p:nvPr/>
              </p:nvSpPr>
              <p:spPr>
                <a:xfrm>
                  <a:off x="5183056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8" name="pg1498">
                  <a:extLst>
                    <a:ext uri="{FF2B5EF4-FFF2-40B4-BE49-F238E27FC236}">
                      <a16:creationId xmlns:a16="http://schemas.microsoft.com/office/drawing/2014/main" id="{74E67812-86DB-02DE-6E0E-24F61F483FE4}"/>
                    </a:ext>
                  </a:extLst>
                </p:cNvPr>
                <p:cNvSpPr/>
                <p:nvPr/>
              </p:nvSpPr>
              <p:spPr>
                <a:xfrm>
                  <a:off x="5194693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499" name="pg1499">
                  <a:extLst>
                    <a:ext uri="{FF2B5EF4-FFF2-40B4-BE49-F238E27FC236}">
                      <a16:creationId xmlns:a16="http://schemas.microsoft.com/office/drawing/2014/main" id="{262F96C8-0EB4-6607-1156-D21F293C56D6}"/>
                    </a:ext>
                  </a:extLst>
                </p:cNvPr>
                <p:cNvSpPr/>
                <p:nvPr/>
              </p:nvSpPr>
              <p:spPr>
                <a:xfrm>
                  <a:off x="5206331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0" name="pg1500">
                  <a:extLst>
                    <a:ext uri="{FF2B5EF4-FFF2-40B4-BE49-F238E27FC236}">
                      <a16:creationId xmlns:a16="http://schemas.microsoft.com/office/drawing/2014/main" id="{C5F56AC4-51D6-A604-E40E-1F90EE1E12C2}"/>
                    </a:ext>
                  </a:extLst>
                </p:cNvPr>
                <p:cNvSpPr/>
                <p:nvPr/>
              </p:nvSpPr>
              <p:spPr>
                <a:xfrm>
                  <a:off x="5217968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1" name="pg1501">
                  <a:extLst>
                    <a:ext uri="{FF2B5EF4-FFF2-40B4-BE49-F238E27FC236}">
                      <a16:creationId xmlns:a16="http://schemas.microsoft.com/office/drawing/2014/main" id="{5AD66CF0-A858-18A1-8489-96D2ADF4FDD1}"/>
                    </a:ext>
                  </a:extLst>
                </p:cNvPr>
                <p:cNvSpPr/>
                <p:nvPr/>
              </p:nvSpPr>
              <p:spPr>
                <a:xfrm>
                  <a:off x="5229605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2" name="pg1502">
                  <a:extLst>
                    <a:ext uri="{FF2B5EF4-FFF2-40B4-BE49-F238E27FC236}">
                      <a16:creationId xmlns:a16="http://schemas.microsoft.com/office/drawing/2014/main" id="{A0AC4237-D7CE-E98F-D2B2-AD598383234B}"/>
                    </a:ext>
                  </a:extLst>
                </p:cNvPr>
                <p:cNvSpPr/>
                <p:nvPr/>
              </p:nvSpPr>
              <p:spPr>
                <a:xfrm>
                  <a:off x="5241243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8FA7">
                    <a:alpha val="100000"/>
                  </a:srgbClr>
                </a:solidFill>
                <a:ln w="5420" cap="flat">
                  <a:solidFill>
                    <a:srgbClr val="36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3" name="pg1503">
                  <a:extLst>
                    <a:ext uri="{FF2B5EF4-FFF2-40B4-BE49-F238E27FC236}">
                      <a16:creationId xmlns:a16="http://schemas.microsoft.com/office/drawing/2014/main" id="{9E500CE4-4613-650E-E60B-33BBD552BB32}"/>
                    </a:ext>
                  </a:extLst>
                </p:cNvPr>
                <p:cNvSpPr/>
                <p:nvPr/>
              </p:nvSpPr>
              <p:spPr>
                <a:xfrm>
                  <a:off x="5252880" y="369455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4" name="pg1504">
                  <a:extLst>
                    <a:ext uri="{FF2B5EF4-FFF2-40B4-BE49-F238E27FC236}">
                      <a16:creationId xmlns:a16="http://schemas.microsoft.com/office/drawing/2014/main" id="{041317B9-7F14-FAD1-485F-C9660FA17E3A}"/>
                    </a:ext>
                  </a:extLst>
                </p:cNvPr>
                <p:cNvSpPr/>
                <p:nvPr/>
              </p:nvSpPr>
              <p:spPr>
                <a:xfrm>
                  <a:off x="5008496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5" name="pg1505">
                  <a:extLst>
                    <a:ext uri="{FF2B5EF4-FFF2-40B4-BE49-F238E27FC236}">
                      <a16:creationId xmlns:a16="http://schemas.microsoft.com/office/drawing/2014/main" id="{9C8C4340-C8BA-2D6F-02E7-A78442382A39}"/>
                    </a:ext>
                  </a:extLst>
                </p:cNvPr>
                <p:cNvSpPr/>
                <p:nvPr/>
              </p:nvSpPr>
              <p:spPr>
                <a:xfrm>
                  <a:off x="5020133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6" name="pg1506">
                  <a:extLst>
                    <a:ext uri="{FF2B5EF4-FFF2-40B4-BE49-F238E27FC236}">
                      <a16:creationId xmlns:a16="http://schemas.microsoft.com/office/drawing/2014/main" id="{2E92B2A6-6099-E964-9F65-DD806E72662D}"/>
                    </a:ext>
                  </a:extLst>
                </p:cNvPr>
                <p:cNvSpPr/>
                <p:nvPr/>
              </p:nvSpPr>
              <p:spPr>
                <a:xfrm>
                  <a:off x="5031771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7" name="pg1507">
                  <a:extLst>
                    <a:ext uri="{FF2B5EF4-FFF2-40B4-BE49-F238E27FC236}">
                      <a16:creationId xmlns:a16="http://schemas.microsoft.com/office/drawing/2014/main" id="{070163AB-8B0B-C9C4-CD70-C2E0A47716B3}"/>
                    </a:ext>
                  </a:extLst>
                </p:cNvPr>
                <p:cNvSpPr/>
                <p:nvPr/>
              </p:nvSpPr>
              <p:spPr>
                <a:xfrm>
                  <a:off x="5043408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8" name="pg1508">
                  <a:extLst>
                    <a:ext uri="{FF2B5EF4-FFF2-40B4-BE49-F238E27FC236}">
                      <a16:creationId xmlns:a16="http://schemas.microsoft.com/office/drawing/2014/main" id="{4692A141-F8FE-EA57-3560-6BA6A635393E}"/>
                    </a:ext>
                  </a:extLst>
                </p:cNvPr>
                <p:cNvSpPr/>
                <p:nvPr/>
              </p:nvSpPr>
              <p:spPr>
                <a:xfrm>
                  <a:off x="5055045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09" name="pg1509">
                  <a:extLst>
                    <a:ext uri="{FF2B5EF4-FFF2-40B4-BE49-F238E27FC236}">
                      <a16:creationId xmlns:a16="http://schemas.microsoft.com/office/drawing/2014/main" id="{4CC5FEF4-7D59-8139-B2FA-195BA472DC7A}"/>
                    </a:ext>
                  </a:extLst>
                </p:cNvPr>
                <p:cNvSpPr/>
                <p:nvPr/>
              </p:nvSpPr>
              <p:spPr>
                <a:xfrm>
                  <a:off x="5066683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0" name="pg1510">
                  <a:extLst>
                    <a:ext uri="{FF2B5EF4-FFF2-40B4-BE49-F238E27FC236}">
                      <a16:creationId xmlns:a16="http://schemas.microsoft.com/office/drawing/2014/main" id="{FC139192-F74B-2FA2-453C-63542959D930}"/>
                    </a:ext>
                  </a:extLst>
                </p:cNvPr>
                <p:cNvSpPr/>
                <p:nvPr/>
              </p:nvSpPr>
              <p:spPr>
                <a:xfrm>
                  <a:off x="5078320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1" name="pg1511">
                  <a:extLst>
                    <a:ext uri="{FF2B5EF4-FFF2-40B4-BE49-F238E27FC236}">
                      <a16:creationId xmlns:a16="http://schemas.microsoft.com/office/drawing/2014/main" id="{7E44D99E-3586-1C4D-5251-8A94963045DA}"/>
                    </a:ext>
                  </a:extLst>
                </p:cNvPr>
                <p:cNvSpPr/>
                <p:nvPr/>
              </p:nvSpPr>
              <p:spPr>
                <a:xfrm>
                  <a:off x="5089957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2" name="pg1512">
                  <a:extLst>
                    <a:ext uri="{FF2B5EF4-FFF2-40B4-BE49-F238E27FC236}">
                      <a16:creationId xmlns:a16="http://schemas.microsoft.com/office/drawing/2014/main" id="{4A30889D-6112-456F-B057-98C857F64484}"/>
                    </a:ext>
                  </a:extLst>
                </p:cNvPr>
                <p:cNvSpPr/>
                <p:nvPr/>
              </p:nvSpPr>
              <p:spPr>
                <a:xfrm>
                  <a:off x="5101595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3" name="pg1513">
                  <a:extLst>
                    <a:ext uri="{FF2B5EF4-FFF2-40B4-BE49-F238E27FC236}">
                      <a16:creationId xmlns:a16="http://schemas.microsoft.com/office/drawing/2014/main" id="{7438B744-B3BE-E699-4149-CD6C46B1E155}"/>
                    </a:ext>
                  </a:extLst>
                </p:cNvPr>
                <p:cNvSpPr/>
                <p:nvPr/>
              </p:nvSpPr>
              <p:spPr>
                <a:xfrm>
                  <a:off x="5113232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4" name="pg1514">
                  <a:extLst>
                    <a:ext uri="{FF2B5EF4-FFF2-40B4-BE49-F238E27FC236}">
                      <a16:creationId xmlns:a16="http://schemas.microsoft.com/office/drawing/2014/main" id="{FC6211FB-4374-9CB2-22AB-D226FC8B9368}"/>
                    </a:ext>
                  </a:extLst>
                </p:cNvPr>
                <p:cNvSpPr/>
                <p:nvPr/>
              </p:nvSpPr>
              <p:spPr>
                <a:xfrm>
                  <a:off x="5124869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5" name="pg1515">
                  <a:extLst>
                    <a:ext uri="{FF2B5EF4-FFF2-40B4-BE49-F238E27FC236}">
                      <a16:creationId xmlns:a16="http://schemas.microsoft.com/office/drawing/2014/main" id="{A0532DAF-9496-DE13-76B6-766C30913DEF}"/>
                    </a:ext>
                  </a:extLst>
                </p:cNvPr>
                <p:cNvSpPr/>
                <p:nvPr/>
              </p:nvSpPr>
              <p:spPr>
                <a:xfrm>
                  <a:off x="5136507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6A9">
                    <a:alpha val="100000"/>
                  </a:srgbClr>
                </a:solidFill>
                <a:ln w="5420" cap="flat">
                  <a:solidFill>
                    <a:srgbClr val="35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6" name="pg1516">
                  <a:extLst>
                    <a:ext uri="{FF2B5EF4-FFF2-40B4-BE49-F238E27FC236}">
                      <a16:creationId xmlns:a16="http://schemas.microsoft.com/office/drawing/2014/main" id="{239FCF6C-E5E4-D99A-72D4-0B3FC0E6A928}"/>
                    </a:ext>
                  </a:extLst>
                </p:cNvPr>
                <p:cNvSpPr/>
                <p:nvPr/>
              </p:nvSpPr>
              <p:spPr>
                <a:xfrm>
                  <a:off x="5148144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7" name="pg1517">
                  <a:extLst>
                    <a:ext uri="{FF2B5EF4-FFF2-40B4-BE49-F238E27FC236}">
                      <a16:creationId xmlns:a16="http://schemas.microsoft.com/office/drawing/2014/main" id="{E16804AC-8482-38DD-3C2A-3EFDA40CDC7B}"/>
                    </a:ext>
                  </a:extLst>
                </p:cNvPr>
                <p:cNvSpPr/>
                <p:nvPr/>
              </p:nvSpPr>
              <p:spPr>
                <a:xfrm>
                  <a:off x="5159781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8" name="pg1518">
                  <a:extLst>
                    <a:ext uri="{FF2B5EF4-FFF2-40B4-BE49-F238E27FC236}">
                      <a16:creationId xmlns:a16="http://schemas.microsoft.com/office/drawing/2014/main" id="{7E1CC04A-E133-7547-9544-1CC224CF2ABF}"/>
                    </a:ext>
                  </a:extLst>
                </p:cNvPr>
                <p:cNvSpPr/>
                <p:nvPr/>
              </p:nvSpPr>
              <p:spPr>
                <a:xfrm>
                  <a:off x="5171419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19" name="pg1519">
                  <a:extLst>
                    <a:ext uri="{FF2B5EF4-FFF2-40B4-BE49-F238E27FC236}">
                      <a16:creationId xmlns:a16="http://schemas.microsoft.com/office/drawing/2014/main" id="{A0C2F349-DD38-E49C-3D54-D786A98B6CD5}"/>
                    </a:ext>
                  </a:extLst>
                </p:cNvPr>
                <p:cNvSpPr/>
                <p:nvPr/>
              </p:nvSpPr>
              <p:spPr>
                <a:xfrm>
                  <a:off x="5183056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0" name="pg1520">
                  <a:extLst>
                    <a:ext uri="{FF2B5EF4-FFF2-40B4-BE49-F238E27FC236}">
                      <a16:creationId xmlns:a16="http://schemas.microsoft.com/office/drawing/2014/main" id="{6CC79E98-73FA-2FA4-9451-D0CFE6A3D998}"/>
                    </a:ext>
                  </a:extLst>
                </p:cNvPr>
                <p:cNvSpPr/>
                <p:nvPr/>
              </p:nvSpPr>
              <p:spPr>
                <a:xfrm>
                  <a:off x="5194693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1" name="pg1521">
                  <a:extLst>
                    <a:ext uri="{FF2B5EF4-FFF2-40B4-BE49-F238E27FC236}">
                      <a16:creationId xmlns:a16="http://schemas.microsoft.com/office/drawing/2014/main" id="{A1902563-A46F-BDEA-7641-87D9BFD7FA59}"/>
                    </a:ext>
                  </a:extLst>
                </p:cNvPr>
                <p:cNvSpPr/>
                <p:nvPr/>
              </p:nvSpPr>
              <p:spPr>
                <a:xfrm>
                  <a:off x="5206331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2" name="pg1522">
                  <a:extLst>
                    <a:ext uri="{FF2B5EF4-FFF2-40B4-BE49-F238E27FC236}">
                      <a16:creationId xmlns:a16="http://schemas.microsoft.com/office/drawing/2014/main" id="{F44F93C6-8EAE-A408-37F8-59E80565B164}"/>
                    </a:ext>
                  </a:extLst>
                </p:cNvPr>
                <p:cNvSpPr/>
                <p:nvPr/>
              </p:nvSpPr>
              <p:spPr>
                <a:xfrm>
                  <a:off x="5217968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3" name="pg1523">
                  <a:extLst>
                    <a:ext uri="{FF2B5EF4-FFF2-40B4-BE49-F238E27FC236}">
                      <a16:creationId xmlns:a16="http://schemas.microsoft.com/office/drawing/2014/main" id="{07A76AB6-C4C9-DB71-87F7-B6256B48E9E7}"/>
                    </a:ext>
                  </a:extLst>
                </p:cNvPr>
                <p:cNvSpPr/>
                <p:nvPr/>
              </p:nvSpPr>
              <p:spPr>
                <a:xfrm>
                  <a:off x="5229605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4" name="pg1524">
                  <a:extLst>
                    <a:ext uri="{FF2B5EF4-FFF2-40B4-BE49-F238E27FC236}">
                      <a16:creationId xmlns:a16="http://schemas.microsoft.com/office/drawing/2014/main" id="{E3A337A7-6258-330D-03C6-F502BA94C1EE}"/>
                    </a:ext>
                  </a:extLst>
                </p:cNvPr>
                <p:cNvSpPr/>
                <p:nvPr/>
              </p:nvSpPr>
              <p:spPr>
                <a:xfrm>
                  <a:off x="5241243" y="370885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5" name="pg1525">
                  <a:extLst>
                    <a:ext uri="{FF2B5EF4-FFF2-40B4-BE49-F238E27FC236}">
                      <a16:creationId xmlns:a16="http://schemas.microsoft.com/office/drawing/2014/main" id="{EAC774A7-99F0-0A1A-D041-84AB2E658B1D}"/>
                    </a:ext>
                  </a:extLst>
                </p:cNvPr>
                <p:cNvSpPr/>
                <p:nvPr/>
              </p:nvSpPr>
              <p:spPr>
                <a:xfrm>
                  <a:off x="5031771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AF">
                    <a:alpha val="100000"/>
                  </a:srgbClr>
                </a:solidFill>
                <a:ln w="5420" cap="flat">
                  <a:solidFill>
                    <a:srgbClr val="6AD1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6" name="pg1526">
                  <a:extLst>
                    <a:ext uri="{FF2B5EF4-FFF2-40B4-BE49-F238E27FC236}">
                      <a16:creationId xmlns:a16="http://schemas.microsoft.com/office/drawing/2014/main" id="{B361E0D3-8861-CA9A-9EEA-F8AD80567C85}"/>
                    </a:ext>
                  </a:extLst>
                </p:cNvPr>
                <p:cNvSpPr/>
                <p:nvPr/>
              </p:nvSpPr>
              <p:spPr>
                <a:xfrm>
                  <a:off x="5043408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7" name="pg1527">
                  <a:extLst>
                    <a:ext uri="{FF2B5EF4-FFF2-40B4-BE49-F238E27FC236}">
                      <a16:creationId xmlns:a16="http://schemas.microsoft.com/office/drawing/2014/main" id="{0E4D4431-CAEA-9814-75A2-F27BE12B37E8}"/>
                    </a:ext>
                  </a:extLst>
                </p:cNvPr>
                <p:cNvSpPr/>
                <p:nvPr/>
              </p:nvSpPr>
              <p:spPr>
                <a:xfrm>
                  <a:off x="5055045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8" name="pg1528">
                  <a:extLst>
                    <a:ext uri="{FF2B5EF4-FFF2-40B4-BE49-F238E27FC236}">
                      <a16:creationId xmlns:a16="http://schemas.microsoft.com/office/drawing/2014/main" id="{1B69AB48-2F1F-36C8-9ED6-514B53444F35}"/>
                    </a:ext>
                  </a:extLst>
                </p:cNvPr>
                <p:cNvSpPr/>
                <p:nvPr/>
              </p:nvSpPr>
              <p:spPr>
                <a:xfrm>
                  <a:off x="5066683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29" name="pg1529">
                  <a:extLst>
                    <a:ext uri="{FF2B5EF4-FFF2-40B4-BE49-F238E27FC236}">
                      <a16:creationId xmlns:a16="http://schemas.microsoft.com/office/drawing/2014/main" id="{FF2CD5A3-5825-3D9D-EF91-F5C7A14A5F50}"/>
                    </a:ext>
                  </a:extLst>
                </p:cNvPr>
                <p:cNvSpPr/>
                <p:nvPr/>
              </p:nvSpPr>
              <p:spPr>
                <a:xfrm>
                  <a:off x="5078320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0" name="pg1530">
                  <a:extLst>
                    <a:ext uri="{FF2B5EF4-FFF2-40B4-BE49-F238E27FC236}">
                      <a16:creationId xmlns:a16="http://schemas.microsoft.com/office/drawing/2014/main" id="{990173FC-F8D7-6210-2CB1-67F1EC2E3BAA}"/>
                    </a:ext>
                  </a:extLst>
                </p:cNvPr>
                <p:cNvSpPr/>
                <p:nvPr/>
              </p:nvSpPr>
              <p:spPr>
                <a:xfrm>
                  <a:off x="5089957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1" name="pg1531">
                  <a:extLst>
                    <a:ext uri="{FF2B5EF4-FFF2-40B4-BE49-F238E27FC236}">
                      <a16:creationId xmlns:a16="http://schemas.microsoft.com/office/drawing/2014/main" id="{F7D556C1-A1FA-A2AE-DFDE-9FC333E8EEB4}"/>
                    </a:ext>
                  </a:extLst>
                </p:cNvPr>
                <p:cNvSpPr/>
                <p:nvPr/>
              </p:nvSpPr>
              <p:spPr>
                <a:xfrm>
                  <a:off x="5101595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2" name="pg1532">
                  <a:extLst>
                    <a:ext uri="{FF2B5EF4-FFF2-40B4-BE49-F238E27FC236}">
                      <a16:creationId xmlns:a16="http://schemas.microsoft.com/office/drawing/2014/main" id="{8F831851-EBCA-51EC-F34D-5FC3379A114F}"/>
                    </a:ext>
                  </a:extLst>
                </p:cNvPr>
                <p:cNvSpPr/>
                <p:nvPr/>
              </p:nvSpPr>
              <p:spPr>
                <a:xfrm>
                  <a:off x="5113232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3" name="pg1533">
                  <a:extLst>
                    <a:ext uri="{FF2B5EF4-FFF2-40B4-BE49-F238E27FC236}">
                      <a16:creationId xmlns:a16="http://schemas.microsoft.com/office/drawing/2014/main" id="{C5067C9F-238A-78ED-6866-9411629652ED}"/>
                    </a:ext>
                  </a:extLst>
                </p:cNvPr>
                <p:cNvSpPr/>
                <p:nvPr/>
              </p:nvSpPr>
              <p:spPr>
                <a:xfrm>
                  <a:off x="5124869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4" name="pg1534">
                  <a:extLst>
                    <a:ext uri="{FF2B5EF4-FFF2-40B4-BE49-F238E27FC236}">
                      <a16:creationId xmlns:a16="http://schemas.microsoft.com/office/drawing/2014/main" id="{48ADB8BC-AA1D-5B2D-E5CF-96B94EB83930}"/>
                    </a:ext>
                  </a:extLst>
                </p:cNvPr>
                <p:cNvSpPr/>
                <p:nvPr/>
              </p:nvSpPr>
              <p:spPr>
                <a:xfrm>
                  <a:off x="5136507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5" name="pg1535">
                  <a:extLst>
                    <a:ext uri="{FF2B5EF4-FFF2-40B4-BE49-F238E27FC236}">
                      <a16:creationId xmlns:a16="http://schemas.microsoft.com/office/drawing/2014/main" id="{43C4791B-91A1-3ED8-E3F2-A29C2FDECDFA}"/>
                    </a:ext>
                  </a:extLst>
                </p:cNvPr>
                <p:cNvSpPr/>
                <p:nvPr/>
              </p:nvSpPr>
              <p:spPr>
                <a:xfrm>
                  <a:off x="5148144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6" name="pg1536">
                  <a:extLst>
                    <a:ext uri="{FF2B5EF4-FFF2-40B4-BE49-F238E27FC236}">
                      <a16:creationId xmlns:a16="http://schemas.microsoft.com/office/drawing/2014/main" id="{7E6DD5A0-D5CD-6E67-BA98-C5B738B7B82C}"/>
                    </a:ext>
                  </a:extLst>
                </p:cNvPr>
                <p:cNvSpPr/>
                <p:nvPr/>
              </p:nvSpPr>
              <p:spPr>
                <a:xfrm>
                  <a:off x="5159781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7" name="pg1537">
                  <a:extLst>
                    <a:ext uri="{FF2B5EF4-FFF2-40B4-BE49-F238E27FC236}">
                      <a16:creationId xmlns:a16="http://schemas.microsoft.com/office/drawing/2014/main" id="{A2B0EE6C-2B64-5931-35FA-4F9D711C3769}"/>
                    </a:ext>
                  </a:extLst>
                </p:cNvPr>
                <p:cNvSpPr/>
                <p:nvPr/>
              </p:nvSpPr>
              <p:spPr>
                <a:xfrm>
                  <a:off x="5171419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8" name="pg1538">
                  <a:extLst>
                    <a:ext uri="{FF2B5EF4-FFF2-40B4-BE49-F238E27FC236}">
                      <a16:creationId xmlns:a16="http://schemas.microsoft.com/office/drawing/2014/main" id="{A3998EBC-8F55-2A72-EF1B-A9909D5137A0}"/>
                    </a:ext>
                  </a:extLst>
                </p:cNvPr>
                <p:cNvSpPr/>
                <p:nvPr/>
              </p:nvSpPr>
              <p:spPr>
                <a:xfrm>
                  <a:off x="5183056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39" name="pg1539">
                  <a:extLst>
                    <a:ext uri="{FF2B5EF4-FFF2-40B4-BE49-F238E27FC236}">
                      <a16:creationId xmlns:a16="http://schemas.microsoft.com/office/drawing/2014/main" id="{7D3B14FF-3B92-F104-43C0-2D127420C83E}"/>
                    </a:ext>
                  </a:extLst>
                </p:cNvPr>
                <p:cNvSpPr/>
                <p:nvPr/>
              </p:nvSpPr>
              <p:spPr>
                <a:xfrm>
                  <a:off x="5194693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0" name="pg1540">
                  <a:extLst>
                    <a:ext uri="{FF2B5EF4-FFF2-40B4-BE49-F238E27FC236}">
                      <a16:creationId xmlns:a16="http://schemas.microsoft.com/office/drawing/2014/main" id="{9EB4210A-BC82-9C54-A0C2-522B386021B9}"/>
                    </a:ext>
                  </a:extLst>
                </p:cNvPr>
                <p:cNvSpPr/>
                <p:nvPr/>
              </p:nvSpPr>
              <p:spPr>
                <a:xfrm>
                  <a:off x="5206331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1" name="pg1541">
                  <a:extLst>
                    <a:ext uri="{FF2B5EF4-FFF2-40B4-BE49-F238E27FC236}">
                      <a16:creationId xmlns:a16="http://schemas.microsoft.com/office/drawing/2014/main" id="{1B129678-F4A9-8688-0091-B9D50179A9DB}"/>
                    </a:ext>
                  </a:extLst>
                </p:cNvPr>
                <p:cNvSpPr/>
                <p:nvPr/>
              </p:nvSpPr>
              <p:spPr>
                <a:xfrm>
                  <a:off x="5217968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2" name="pg1542">
                  <a:extLst>
                    <a:ext uri="{FF2B5EF4-FFF2-40B4-BE49-F238E27FC236}">
                      <a16:creationId xmlns:a16="http://schemas.microsoft.com/office/drawing/2014/main" id="{3ED52E2C-BD07-2683-4092-5EC8C2E71ADB}"/>
                    </a:ext>
                  </a:extLst>
                </p:cNvPr>
                <p:cNvSpPr/>
                <p:nvPr/>
              </p:nvSpPr>
              <p:spPr>
                <a:xfrm>
                  <a:off x="5229605" y="37231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3" name="pg1543">
                  <a:extLst>
                    <a:ext uri="{FF2B5EF4-FFF2-40B4-BE49-F238E27FC236}">
                      <a16:creationId xmlns:a16="http://schemas.microsoft.com/office/drawing/2014/main" id="{D1C4AF07-199A-1BD8-B634-20B67B2ECF69}"/>
                    </a:ext>
                  </a:extLst>
                </p:cNvPr>
                <p:cNvSpPr/>
                <p:nvPr/>
              </p:nvSpPr>
              <p:spPr>
                <a:xfrm>
                  <a:off x="5043408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4" name="pg1544">
                  <a:extLst>
                    <a:ext uri="{FF2B5EF4-FFF2-40B4-BE49-F238E27FC236}">
                      <a16:creationId xmlns:a16="http://schemas.microsoft.com/office/drawing/2014/main" id="{788AB64E-8F21-B7F4-9787-00A5F0C8C2BA}"/>
                    </a:ext>
                  </a:extLst>
                </p:cNvPr>
                <p:cNvSpPr/>
                <p:nvPr/>
              </p:nvSpPr>
              <p:spPr>
                <a:xfrm>
                  <a:off x="5055045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5" name="pg1545">
                  <a:extLst>
                    <a:ext uri="{FF2B5EF4-FFF2-40B4-BE49-F238E27FC236}">
                      <a16:creationId xmlns:a16="http://schemas.microsoft.com/office/drawing/2014/main" id="{8FD5E38C-2BBA-1478-5878-F15C510F60E5}"/>
                    </a:ext>
                  </a:extLst>
                </p:cNvPr>
                <p:cNvSpPr/>
                <p:nvPr/>
              </p:nvSpPr>
              <p:spPr>
                <a:xfrm>
                  <a:off x="5066683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6" name="pg1546">
                  <a:extLst>
                    <a:ext uri="{FF2B5EF4-FFF2-40B4-BE49-F238E27FC236}">
                      <a16:creationId xmlns:a16="http://schemas.microsoft.com/office/drawing/2014/main" id="{C109D513-8FAC-3679-32A4-182471F06285}"/>
                    </a:ext>
                  </a:extLst>
                </p:cNvPr>
                <p:cNvSpPr/>
                <p:nvPr/>
              </p:nvSpPr>
              <p:spPr>
                <a:xfrm>
                  <a:off x="5078320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7" name="pg1547">
                  <a:extLst>
                    <a:ext uri="{FF2B5EF4-FFF2-40B4-BE49-F238E27FC236}">
                      <a16:creationId xmlns:a16="http://schemas.microsoft.com/office/drawing/2014/main" id="{DBB512E4-D36C-84D1-2487-8C9C69749560}"/>
                    </a:ext>
                  </a:extLst>
                </p:cNvPr>
                <p:cNvSpPr/>
                <p:nvPr/>
              </p:nvSpPr>
              <p:spPr>
                <a:xfrm>
                  <a:off x="5089957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8" name="pg1548">
                  <a:extLst>
                    <a:ext uri="{FF2B5EF4-FFF2-40B4-BE49-F238E27FC236}">
                      <a16:creationId xmlns:a16="http://schemas.microsoft.com/office/drawing/2014/main" id="{ABA1C628-4086-8B2A-2D8A-834346590E01}"/>
                    </a:ext>
                  </a:extLst>
                </p:cNvPr>
                <p:cNvSpPr/>
                <p:nvPr/>
              </p:nvSpPr>
              <p:spPr>
                <a:xfrm>
                  <a:off x="5101595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49" name="pg1549">
                  <a:extLst>
                    <a:ext uri="{FF2B5EF4-FFF2-40B4-BE49-F238E27FC236}">
                      <a16:creationId xmlns:a16="http://schemas.microsoft.com/office/drawing/2014/main" id="{97B8CCDE-7AE6-843A-2B51-B472670DFAD4}"/>
                    </a:ext>
                  </a:extLst>
                </p:cNvPr>
                <p:cNvSpPr/>
                <p:nvPr/>
              </p:nvSpPr>
              <p:spPr>
                <a:xfrm>
                  <a:off x="5113232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0" name="pg1550">
                  <a:extLst>
                    <a:ext uri="{FF2B5EF4-FFF2-40B4-BE49-F238E27FC236}">
                      <a16:creationId xmlns:a16="http://schemas.microsoft.com/office/drawing/2014/main" id="{A844AFA1-5DAB-2283-D690-E41BFBF75DB9}"/>
                    </a:ext>
                  </a:extLst>
                </p:cNvPr>
                <p:cNvSpPr/>
                <p:nvPr/>
              </p:nvSpPr>
              <p:spPr>
                <a:xfrm>
                  <a:off x="5124869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1" name="pg1551">
                  <a:extLst>
                    <a:ext uri="{FF2B5EF4-FFF2-40B4-BE49-F238E27FC236}">
                      <a16:creationId xmlns:a16="http://schemas.microsoft.com/office/drawing/2014/main" id="{D177A53F-FD40-CF57-C174-F0FEA4938721}"/>
                    </a:ext>
                  </a:extLst>
                </p:cNvPr>
                <p:cNvSpPr/>
                <p:nvPr/>
              </p:nvSpPr>
              <p:spPr>
                <a:xfrm>
                  <a:off x="5136507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2" name="pg1552">
                  <a:extLst>
                    <a:ext uri="{FF2B5EF4-FFF2-40B4-BE49-F238E27FC236}">
                      <a16:creationId xmlns:a16="http://schemas.microsoft.com/office/drawing/2014/main" id="{64FC1473-E069-8513-B754-BF7A64C70E23}"/>
                    </a:ext>
                  </a:extLst>
                </p:cNvPr>
                <p:cNvSpPr/>
                <p:nvPr/>
              </p:nvSpPr>
              <p:spPr>
                <a:xfrm>
                  <a:off x="5148144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3" name="pg1553">
                  <a:extLst>
                    <a:ext uri="{FF2B5EF4-FFF2-40B4-BE49-F238E27FC236}">
                      <a16:creationId xmlns:a16="http://schemas.microsoft.com/office/drawing/2014/main" id="{1E65159A-68F0-5D5E-D8AF-023A1B48CB58}"/>
                    </a:ext>
                  </a:extLst>
                </p:cNvPr>
                <p:cNvSpPr/>
                <p:nvPr/>
              </p:nvSpPr>
              <p:spPr>
                <a:xfrm>
                  <a:off x="5159781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4" name="pg1554">
                  <a:extLst>
                    <a:ext uri="{FF2B5EF4-FFF2-40B4-BE49-F238E27FC236}">
                      <a16:creationId xmlns:a16="http://schemas.microsoft.com/office/drawing/2014/main" id="{8972A010-D7F0-5EFD-E469-CC00FD46D586}"/>
                    </a:ext>
                  </a:extLst>
                </p:cNvPr>
                <p:cNvSpPr/>
                <p:nvPr/>
              </p:nvSpPr>
              <p:spPr>
                <a:xfrm>
                  <a:off x="5171419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5" name="pg1555">
                  <a:extLst>
                    <a:ext uri="{FF2B5EF4-FFF2-40B4-BE49-F238E27FC236}">
                      <a16:creationId xmlns:a16="http://schemas.microsoft.com/office/drawing/2014/main" id="{7EBCC00F-A1D5-837D-6E69-15F24E4FBBD0}"/>
                    </a:ext>
                  </a:extLst>
                </p:cNvPr>
                <p:cNvSpPr/>
                <p:nvPr/>
              </p:nvSpPr>
              <p:spPr>
                <a:xfrm>
                  <a:off x="5183056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9F">
                    <a:alpha val="100000"/>
                  </a:srgbClr>
                </a:solidFill>
                <a:ln w="5420" cap="flat">
                  <a:solidFill>
                    <a:srgbClr val="3A6C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6" name="pg1556">
                  <a:extLst>
                    <a:ext uri="{FF2B5EF4-FFF2-40B4-BE49-F238E27FC236}">
                      <a16:creationId xmlns:a16="http://schemas.microsoft.com/office/drawing/2014/main" id="{D062F6EC-0B34-0938-9A5C-9797AD728759}"/>
                    </a:ext>
                  </a:extLst>
                </p:cNvPr>
                <p:cNvSpPr/>
                <p:nvPr/>
              </p:nvSpPr>
              <p:spPr>
                <a:xfrm>
                  <a:off x="5194693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7" name="pg1557">
                  <a:extLst>
                    <a:ext uri="{FF2B5EF4-FFF2-40B4-BE49-F238E27FC236}">
                      <a16:creationId xmlns:a16="http://schemas.microsoft.com/office/drawing/2014/main" id="{723CD320-6F92-2510-2732-B209D1B2712A}"/>
                    </a:ext>
                  </a:extLst>
                </p:cNvPr>
                <p:cNvSpPr/>
                <p:nvPr/>
              </p:nvSpPr>
              <p:spPr>
                <a:xfrm>
                  <a:off x="5206331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FA0">
                    <a:alpha val="100000"/>
                  </a:srgbClr>
                </a:solidFill>
                <a:ln w="5420" cap="flat">
                  <a:solidFill>
                    <a:srgbClr val="3A6F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8" name="pg1558">
                  <a:extLst>
                    <a:ext uri="{FF2B5EF4-FFF2-40B4-BE49-F238E27FC236}">
                      <a16:creationId xmlns:a16="http://schemas.microsoft.com/office/drawing/2014/main" id="{AB9A7265-D909-1064-88EB-E9DD93D823CE}"/>
                    </a:ext>
                  </a:extLst>
                </p:cNvPr>
                <p:cNvSpPr/>
                <p:nvPr/>
              </p:nvSpPr>
              <p:spPr>
                <a:xfrm>
                  <a:off x="5217968" y="373745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59" name="pg1559">
                  <a:extLst>
                    <a:ext uri="{FF2B5EF4-FFF2-40B4-BE49-F238E27FC236}">
                      <a16:creationId xmlns:a16="http://schemas.microsoft.com/office/drawing/2014/main" id="{96180AA3-C1D6-6125-CDE6-206013B09556}"/>
                    </a:ext>
                  </a:extLst>
                </p:cNvPr>
                <p:cNvSpPr/>
                <p:nvPr/>
              </p:nvSpPr>
              <p:spPr>
                <a:xfrm>
                  <a:off x="5055045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0" name="pg1560">
                  <a:extLst>
                    <a:ext uri="{FF2B5EF4-FFF2-40B4-BE49-F238E27FC236}">
                      <a16:creationId xmlns:a16="http://schemas.microsoft.com/office/drawing/2014/main" id="{5BB5B755-5FDE-A56A-290E-6B23018DA5EB}"/>
                    </a:ext>
                  </a:extLst>
                </p:cNvPr>
                <p:cNvSpPr/>
                <p:nvPr/>
              </p:nvSpPr>
              <p:spPr>
                <a:xfrm>
                  <a:off x="5066683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1" name="pg1561">
                  <a:extLst>
                    <a:ext uri="{FF2B5EF4-FFF2-40B4-BE49-F238E27FC236}">
                      <a16:creationId xmlns:a16="http://schemas.microsoft.com/office/drawing/2014/main" id="{B4FF90E1-6ADD-960B-34DF-5F11E922462C}"/>
                    </a:ext>
                  </a:extLst>
                </p:cNvPr>
                <p:cNvSpPr/>
                <p:nvPr/>
              </p:nvSpPr>
              <p:spPr>
                <a:xfrm>
                  <a:off x="5078320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2" name="pg1562">
                  <a:extLst>
                    <a:ext uri="{FF2B5EF4-FFF2-40B4-BE49-F238E27FC236}">
                      <a16:creationId xmlns:a16="http://schemas.microsoft.com/office/drawing/2014/main" id="{C83C9522-5E24-69FC-D986-FDADAEC86746}"/>
                    </a:ext>
                  </a:extLst>
                </p:cNvPr>
                <p:cNvSpPr/>
                <p:nvPr/>
              </p:nvSpPr>
              <p:spPr>
                <a:xfrm>
                  <a:off x="5089957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3" name="pg1563">
                  <a:extLst>
                    <a:ext uri="{FF2B5EF4-FFF2-40B4-BE49-F238E27FC236}">
                      <a16:creationId xmlns:a16="http://schemas.microsoft.com/office/drawing/2014/main" id="{DA0369A2-0029-723D-3F86-891CF08951C4}"/>
                    </a:ext>
                  </a:extLst>
                </p:cNvPr>
                <p:cNvSpPr/>
                <p:nvPr/>
              </p:nvSpPr>
              <p:spPr>
                <a:xfrm>
                  <a:off x="5101595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4" name="pg1564">
                  <a:extLst>
                    <a:ext uri="{FF2B5EF4-FFF2-40B4-BE49-F238E27FC236}">
                      <a16:creationId xmlns:a16="http://schemas.microsoft.com/office/drawing/2014/main" id="{AD8BB771-8709-553E-469B-BD270EFEF047}"/>
                    </a:ext>
                  </a:extLst>
                </p:cNvPr>
                <p:cNvSpPr/>
                <p:nvPr/>
              </p:nvSpPr>
              <p:spPr>
                <a:xfrm>
                  <a:off x="5113232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5" name="pg1565">
                  <a:extLst>
                    <a:ext uri="{FF2B5EF4-FFF2-40B4-BE49-F238E27FC236}">
                      <a16:creationId xmlns:a16="http://schemas.microsoft.com/office/drawing/2014/main" id="{7D710BD3-FA1E-CD80-85DC-FC6FC9718B79}"/>
                    </a:ext>
                  </a:extLst>
                </p:cNvPr>
                <p:cNvSpPr/>
                <p:nvPr/>
              </p:nvSpPr>
              <p:spPr>
                <a:xfrm>
                  <a:off x="5124869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6" name="pg1566">
                  <a:extLst>
                    <a:ext uri="{FF2B5EF4-FFF2-40B4-BE49-F238E27FC236}">
                      <a16:creationId xmlns:a16="http://schemas.microsoft.com/office/drawing/2014/main" id="{1F057892-709F-96D9-C621-018676A6CDB4}"/>
                    </a:ext>
                  </a:extLst>
                </p:cNvPr>
                <p:cNvSpPr/>
                <p:nvPr/>
              </p:nvSpPr>
              <p:spPr>
                <a:xfrm>
                  <a:off x="5136507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7" name="pg1567">
                  <a:extLst>
                    <a:ext uri="{FF2B5EF4-FFF2-40B4-BE49-F238E27FC236}">
                      <a16:creationId xmlns:a16="http://schemas.microsoft.com/office/drawing/2014/main" id="{99F35212-ED00-797C-29F0-C55E1850F075}"/>
                    </a:ext>
                  </a:extLst>
                </p:cNvPr>
                <p:cNvSpPr/>
                <p:nvPr/>
              </p:nvSpPr>
              <p:spPr>
                <a:xfrm>
                  <a:off x="5148144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8" name="pg1568">
                  <a:extLst>
                    <a:ext uri="{FF2B5EF4-FFF2-40B4-BE49-F238E27FC236}">
                      <a16:creationId xmlns:a16="http://schemas.microsoft.com/office/drawing/2014/main" id="{77B7AF23-2E50-1938-E64F-F7CCE3F49FC8}"/>
                    </a:ext>
                  </a:extLst>
                </p:cNvPr>
                <p:cNvSpPr/>
                <p:nvPr/>
              </p:nvSpPr>
              <p:spPr>
                <a:xfrm>
                  <a:off x="5159781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69" name="pg1569">
                  <a:extLst>
                    <a:ext uri="{FF2B5EF4-FFF2-40B4-BE49-F238E27FC236}">
                      <a16:creationId xmlns:a16="http://schemas.microsoft.com/office/drawing/2014/main" id="{1D2C4CA6-1D45-9793-CE11-92678A6E6BF6}"/>
                    </a:ext>
                  </a:extLst>
                </p:cNvPr>
                <p:cNvSpPr/>
                <p:nvPr/>
              </p:nvSpPr>
              <p:spPr>
                <a:xfrm>
                  <a:off x="5171419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0" name="pg1570">
                  <a:extLst>
                    <a:ext uri="{FF2B5EF4-FFF2-40B4-BE49-F238E27FC236}">
                      <a16:creationId xmlns:a16="http://schemas.microsoft.com/office/drawing/2014/main" id="{1B69FD48-E2C6-1DE4-9BE3-9ADFE991E3A5}"/>
                    </a:ext>
                  </a:extLst>
                </p:cNvPr>
                <p:cNvSpPr/>
                <p:nvPr/>
              </p:nvSpPr>
              <p:spPr>
                <a:xfrm>
                  <a:off x="5183056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1" name="pg1571">
                  <a:extLst>
                    <a:ext uri="{FF2B5EF4-FFF2-40B4-BE49-F238E27FC236}">
                      <a16:creationId xmlns:a16="http://schemas.microsoft.com/office/drawing/2014/main" id="{FC1F54C8-F130-3FAD-B010-989BAE25E6FE}"/>
                    </a:ext>
                  </a:extLst>
                </p:cNvPr>
                <p:cNvSpPr/>
                <p:nvPr/>
              </p:nvSpPr>
              <p:spPr>
                <a:xfrm>
                  <a:off x="5194693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2" name="pg1572">
                  <a:extLst>
                    <a:ext uri="{FF2B5EF4-FFF2-40B4-BE49-F238E27FC236}">
                      <a16:creationId xmlns:a16="http://schemas.microsoft.com/office/drawing/2014/main" id="{9EB1CC84-5B22-420C-D7A2-8AAC6C4AA4CB}"/>
                    </a:ext>
                  </a:extLst>
                </p:cNvPr>
                <p:cNvSpPr/>
                <p:nvPr/>
              </p:nvSpPr>
              <p:spPr>
                <a:xfrm>
                  <a:off x="5206331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3" name="pg1573">
                  <a:extLst>
                    <a:ext uri="{FF2B5EF4-FFF2-40B4-BE49-F238E27FC236}">
                      <a16:creationId xmlns:a16="http://schemas.microsoft.com/office/drawing/2014/main" id="{2243334B-E2BA-CE0D-B306-213695CFC438}"/>
                    </a:ext>
                  </a:extLst>
                </p:cNvPr>
                <p:cNvSpPr/>
                <p:nvPr/>
              </p:nvSpPr>
              <p:spPr>
                <a:xfrm>
                  <a:off x="5217968" y="37517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4" name="pg1574">
                  <a:extLst>
                    <a:ext uri="{FF2B5EF4-FFF2-40B4-BE49-F238E27FC236}">
                      <a16:creationId xmlns:a16="http://schemas.microsoft.com/office/drawing/2014/main" id="{E3DA3467-0C05-EEDB-7BD7-F737AE32797C}"/>
                    </a:ext>
                  </a:extLst>
                </p:cNvPr>
                <p:cNvSpPr/>
                <p:nvPr/>
              </p:nvSpPr>
              <p:spPr>
                <a:xfrm>
                  <a:off x="5008496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5" name="pg1575">
                  <a:extLst>
                    <a:ext uri="{FF2B5EF4-FFF2-40B4-BE49-F238E27FC236}">
                      <a16:creationId xmlns:a16="http://schemas.microsoft.com/office/drawing/2014/main" id="{A74CCC39-A25A-0CB7-E40D-F0E433314634}"/>
                    </a:ext>
                  </a:extLst>
                </p:cNvPr>
                <p:cNvSpPr/>
                <p:nvPr/>
              </p:nvSpPr>
              <p:spPr>
                <a:xfrm>
                  <a:off x="5020133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6" name="pg1576">
                  <a:extLst>
                    <a:ext uri="{FF2B5EF4-FFF2-40B4-BE49-F238E27FC236}">
                      <a16:creationId xmlns:a16="http://schemas.microsoft.com/office/drawing/2014/main" id="{16A99BD1-5DBE-3D99-07D4-68E0C3040F00}"/>
                    </a:ext>
                  </a:extLst>
                </p:cNvPr>
                <p:cNvSpPr/>
                <p:nvPr/>
              </p:nvSpPr>
              <p:spPr>
                <a:xfrm>
                  <a:off x="5031771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7" name="pg1577">
                  <a:extLst>
                    <a:ext uri="{FF2B5EF4-FFF2-40B4-BE49-F238E27FC236}">
                      <a16:creationId xmlns:a16="http://schemas.microsoft.com/office/drawing/2014/main" id="{302ED5D3-7510-E873-D6B6-B3A67D1DA80D}"/>
                    </a:ext>
                  </a:extLst>
                </p:cNvPr>
                <p:cNvSpPr/>
                <p:nvPr/>
              </p:nvSpPr>
              <p:spPr>
                <a:xfrm>
                  <a:off x="5043408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8" name="pg1578">
                  <a:extLst>
                    <a:ext uri="{FF2B5EF4-FFF2-40B4-BE49-F238E27FC236}">
                      <a16:creationId xmlns:a16="http://schemas.microsoft.com/office/drawing/2014/main" id="{C95C2D47-9076-3A90-B2D5-780C7FFFF323}"/>
                    </a:ext>
                  </a:extLst>
                </p:cNvPr>
                <p:cNvSpPr/>
                <p:nvPr/>
              </p:nvSpPr>
              <p:spPr>
                <a:xfrm>
                  <a:off x="5055045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79" name="pg1579">
                  <a:extLst>
                    <a:ext uri="{FF2B5EF4-FFF2-40B4-BE49-F238E27FC236}">
                      <a16:creationId xmlns:a16="http://schemas.microsoft.com/office/drawing/2014/main" id="{DC85CCDA-4C71-C712-6FC1-D25AE77397AF}"/>
                    </a:ext>
                  </a:extLst>
                </p:cNvPr>
                <p:cNvSpPr/>
                <p:nvPr/>
              </p:nvSpPr>
              <p:spPr>
                <a:xfrm>
                  <a:off x="5066683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0" name="pg1580">
                  <a:extLst>
                    <a:ext uri="{FF2B5EF4-FFF2-40B4-BE49-F238E27FC236}">
                      <a16:creationId xmlns:a16="http://schemas.microsoft.com/office/drawing/2014/main" id="{12EB5890-508C-47E6-3F11-A3EE76F23CCB}"/>
                    </a:ext>
                  </a:extLst>
                </p:cNvPr>
                <p:cNvSpPr/>
                <p:nvPr/>
              </p:nvSpPr>
              <p:spPr>
                <a:xfrm>
                  <a:off x="5078320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1" name="pg1581">
                  <a:extLst>
                    <a:ext uri="{FF2B5EF4-FFF2-40B4-BE49-F238E27FC236}">
                      <a16:creationId xmlns:a16="http://schemas.microsoft.com/office/drawing/2014/main" id="{6E8E7474-CD8D-66DE-E240-97E6049430C8}"/>
                    </a:ext>
                  </a:extLst>
                </p:cNvPr>
                <p:cNvSpPr/>
                <p:nvPr/>
              </p:nvSpPr>
              <p:spPr>
                <a:xfrm>
                  <a:off x="5089957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2" name="pg1582">
                  <a:extLst>
                    <a:ext uri="{FF2B5EF4-FFF2-40B4-BE49-F238E27FC236}">
                      <a16:creationId xmlns:a16="http://schemas.microsoft.com/office/drawing/2014/main" id="{F91A11DE-DDC3-5EBF-A9A2-639327496C28}"/>
                    </a:ext>
                  </a:extLst>
                </p:cNvPr>
                <p:cNvSpPr/>
                <p:nvPr/>
              </p:nvSpPr>
              <p:spPr>
                <a:xfrm>
                  <a:off x="5101595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3" name="pg1583">
                  <a:extLst>
                    <a:ext uri="{FF2B5EF4-FFF2-40B4-BE49-F238E27FC236}">
                      <a16:creationId xmlns:a16="http://schemas.microsoft.com/office/drawing/2014/main" id="{E32A6953-C4B9-A428-8F20-966C94BCA163}"/>
                    </a:ext>
                  </a:extLst>
                </p:cNvPr>
                <p:cNvSpPr/>
                <p:nvPr/>
              </p:nvSpPr>
              <p:spPr>
                <a:xfrm>
                  <a:off x="5113232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4" name="pg1584">
                  <a:extLst>
                    <a:ext uri="{FF2B5EF4-FFF2-40B4-BE49-F238E27FC236}">
                      <a16:creationId xmlns:a16="http://schemas.microsoft.com/office/drawing/2014/main" id="{FAB7E195-AC3C-299D-964F-CF7E7A82EB4B}"/>
                    </a:ext>
                  </a:extLst>
                </p:cNvPr>
                <p:cNvSpPr/>
                <p:nvPr/>
              </p:nvSpPr>
              <p:spPr>
                <a:xfrm>
                  <a:off x="5124869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5" name="pg1585">
                  <a:extLst>
                    <a:ext uri="{FF2B5EF4-FFF2-40B4-BE49-F238E27FC236}">
                      <a16:creationId xmlns:a16="http://schemas.microsoft.com/office/drawing/2014/main" id="{BE4BFD0A-93D1-A835-BC2B-EAC5D887F593}"/>
                    </a:ext>
                  </a:extLst>
                </p:cNvPr>
                <p:cNvSpPr/>
                <p:nvPr/>
              </p:nvSpPr>
              <p:spPr>
                <a:xfrm>
                  <a:off x="5136507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6" name="pg1586">
                  <a:extLst>
                    <a:ext uri="{FF2B5EF4-FFF2-40B4-BE49-F238E27FC236}">
                      <a16:creationId xmlns:a16="http://schemas.microsoft.com/office/drawing/2014/main" id="{F6AEF569-6A15-5256-61DE-A9C3D9046399}"/>
                    </a:ext>
                  </a:extLst>
                </p:cNvPr>
                <p:cNvSpPr/>
                <p:nvPr/>
              </p:nvSpPr>
              <p:spPr>
                <a:xfrm>
                  <a:off x="5148144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7" name="pg1587">
                  <a:extLst>
                    <a:ext uri="{FF2B5EF4-FFF2-40B4-BE49-F238E27FC236}">
                      <a16:creationId xmlns:a16="http://schemas.microsoft.com/office/drawing/2014/main" id="{3592F086-EF86-C215-49ED-D0A45C6E125A}"/>
                    </a:ext>
                  </a:extLst>
                </p:cNvPr>
                <p:cNvSpPr/>
                <p:nvPr/>
              </p:nvSpPr>
              <p:spPr>
                <a:xfrm>
                  <a:off x="5159781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8" name="pg1588">
                  <a:extLst>
                    <a:ext uri="{FF2B5EF4-FFF2-40B4-BE49-F238E27FC236}">
                      <a16:creationId xmlns:a16="http://schemas.microsoft.com/office/drawing/2014/main" id="{A88488E0-03B6-AFBB-F336-02D8F0D3C407}"/>
                    </a:ext>
                  </a:extLst>
                </p:cNvPr>
                <p:cNvSpPr/>
                <p:nvPr/>
              </p:nvSpPr>
              <p:spPr>
                <a:xfrm>
                  <a:off x="5171419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69E">
                    <a:alpha val="100000"/>
                  </a:srgbClr>
                </a:solidFill>
                <a:ln w="5420" cap="flat">
                  <a:solidFill>
                    <a:srgbClr val="3A66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89" name="pg1589">
                  <a:extLst>
                    <a:ext uri="{FF2B5EF4-FFF2-40B4-BE49-F238E27FC236}">
                      <a16:creationId xmlns:a16="http://schemas.microsoft.com/office/drawing/2014/main" id="{351D671A-4FC0-6F25-E3B1-FDADFA5FD764}"/>
                    </a:ext>
                  </a:extLst>
                </p:cNvPr>
                <p:cNvSpPr/>
                <p:nvPr/>
              </p:nvSpPr>
              <p:spPr>
                <a:xfrm>
                  <a:off x="5183056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49E">
                    <a:alpha val="100000"/>
                  </a:srgbClr>
                </a:solidFill>
                <a:ln w="5420" cap="flat">
                  <a:solidFill>
                    <a:srgbClr val="3A64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0" name="pg1590">
                  <a:extLst>
                    <a:ext uri="{FF2B5EF4-FFF2-40B4-BE49-F238E27FC236}">
                      <a16:creationId xmlns:a16="http://schemas.microsoft.com/office/drawing/2014/main" id="{882B89DA-FED8-476B-9940-797AC67633D7}"/>
                    </a:ext>
                  </a:extLst>
                </p:cNvPr>
                <p:cNvSpPr/>
                <p:nvPr/>
              </p:nvSpPr>
              <p:spPr>
                <a:xfrm>
                  <a:off x="5194693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59E">
                    <a:alpha val="100000"/>
                  </a:srgbClr>
                </a:solidFill>
                <a:ln w="5420" cap="flat">
                  <a:solidFill>
                    <a:srgbClr val="3A65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1" name="pg1591">
                  <a:extLst>
                    <a:ext uri="{FF2B5EF4-FFF2-40B4-BE49-F238E27FC236}">
                      <a16:creationId xmlns:a16="http://schemas.microsoft.com/office/drawing/2014/main" id="{5D31D0AE-7AF7-19F3-6B23-C178123E556D}"/>
                    </a:ext>
                  </a:extLst>
                </p:cNvPr>
                <p:cNvSpPr/>
                <p:nvPr/>
              </p:nvSpPr>
              <p:spPr>
                <a:xfrm>
                  <a:off x="5206331" y="376605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2" name="pg1592">
                  <a:extLst>
                    <a:ext uri="{FF2B5EF4-FFF2-40B4-BE49-F238E27FC236}">
                      <a16:creationId xmlns:a16="http://schemas.microsoft.com/office/drawing/2014/main" id="{3DAC9C62-A464-B247-19D5-9A54F39076E5}"/>
                    </a:ext>
                  </a:extLst>
                </p:cNvPr>
                <p:cNvSpPr/>
                <p:nvPr/>
              </p:nvSpPr>
              <p:spPr>
                <a:xfrm>
                  <a:off x="4996859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3" name="pg1593">
                  <a:extLst>
                    <a:ext uri="{FF2B5EF4-FFF2-40B4-BE49-F238E27FC236}">
                      <a16:creationId xmlns:a16="http://schemas.microsoft.com/office/drawing/2014/main" id="{DDED5A8B-DD25-49A7-1489-4894161E6A8B}"/>
                    </a:ext>
                  </a:extLst>
                </p:cNvPr>
                <p:cNvSpPr/>
                <p:nvPr/>
              </p:nvSpPr>
              <p:spPr>
                <a:xfrm>
                  <a:off x="5008496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4" name="pg1594">
                  <a:extLst>
                    <a:ext uri="{FF2B5EF4-FFF2-40B4-BE49-F238E27FC236}">
                      <a16:creationId xmlns:a16="http://schemas.microsoft.com/office/drawing/2014/main" id="{16EF2FFD-C182-FFE2-062A-9BFEC07D00AB}"/>
                    </a:ext>
                  </a:extLst>
                </p:cNvPr>
                <p:cNvSpPr/>
                <p:nvPr/>
              </p:nvSpPr>
              <p:spPr>
                <a:xfrm>
                  <a:off x="5020133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5" name="pg1595">
                  <a:extLst>
                    <a:ext uri="{FF2B5EF4-FFF2-40B4-BE49-F238E27FC236}">
                      <a16:creationId xmlns:a16="http://schemas.microsoft.com/office/drawing/2014/main" id="{6E921D31-BF58-652C-F21B-CAB465271DCE}"/>
                    </a:ext>
                  </a:extLst>
                </p:cNvPr>
                <p:cNvSpPr/>
                <p:nvPr/>
              </p:nvSpPr>
              <p:spPr>
                <a:xfrm>
                  <a:off x="5031771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6" name="pg1596">
                  <a:extLst>
                    <a:ext uri="{FF2B5EF4-FFF2-40B4-BE49-F238E27FC236}">
                      <a16:creationId xmlns:a16="http://schemas.microsoft.com/office/drawing/2014/main" id="{FE028528-33F6-173D-CB92-448CDF3E0822}"/>
                    </a:ext>
                  </a:extLst>
                </p:cNvPr>
                <p:cNvSpPr/>
                <p:nvPr/>
              </p:nvSpPr>
              <p:spPr>
                <a:xfrm>
                  <a:off x="5043408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7" name="pg1597">
                  <a:extLst>
                    <a:ext uri="{FF2B5EF4-FFF2-40B4-BE49-F238E27FC236}">
                      <a16:creationId xmlns:a16="http://schemas.microsoft.com/office/drawing/2014/main" id="{68425302-E9A0-9120-F538-DEFBA040BE55}"/>
                    </a:ext>
                  </a:extLst>
                </p:cNvPr>
                <p:cNvSpPr/>
                <p:nvPr/>
              </p:nvSpPr>
              <p:spPr>
                <a:xfrm>
                  <a:off x="5055045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8" name="pg1598">
                  <a:extLst>
                    <a:ext uri="{FF2B5EF4-FFF2-40B4-BE49-F238E27FC236}">
                      <a16:creationId xmlns:a16="http://schemas.microsoft.com/office/drawing/2014/main" id="{533D99C6-23C2-A570-26E2-61F1A5421639}"/>
                    </a:ext>
                  </a:extLst>
                </p:cNvPr>
                <p:cNvSpPr/>
                <p:nvPr/>
              </p:nvSpPr>
              <p:spPr>
                <a:xfrm>
                  <a:off x="5066683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599" name="pg1599">
                  <a:extLst>
                    <a:ext uri="{FF2B5EF4-FFF2-40B4-BE49-F238E27FC236}">
                      <a16:creationId xmlns:a16="http://schemas.microsoft.com/office/drawing/2014/main" id="{C4132E3C-43D3-FC0F-27DE-25703FBDFC96}"/>
                    </a:ext>
                  </a:extLst>
                </p:cNvPr>
                <p:cNvSpPr/>
                <p:nvPr/>
              </p:nvSpPr>
              <p:spPr>
                <a:xfrm>
                  <a:off x="5078320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0" name="pg1600">
                  <a:extLst>
                    <a:ext uri="{FF2B5EF4-FFF2-40B4-BE49-F238E27FC236}">
                      <a16:creationId xmlns:a16="http://schemas.microsoft.com/office/drawing/2014/main" id="{8C04F2AB-7C43-FBBB-3A65-ED98E5054247}"/>
                    </a:ext>
                  </a:extLst>
                </p:cNvPr>
                <p:cNvSpPr/>
                <p:nvPr/>
              </p:nvSpPr>
              <p:spPr>
                <a:xfrm>
                  <a:off x="5089957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1" name="pg1601">
                  <a:extLst>
                    <a:ext uri="{FF2B5EF4-FFF2-40B4-BE49-F238E27FC236}">
                      <a16:creationId xmlns:a16="http://schemas.microsoft.com/office/drawing/2014/main" id="{C6678481-770E-9BC9-359F-7229D9BD75A8}"/>
                    </a:ext>
                  </a:extLst>
                </p:cNvPr>
                <p:cNvSpPr/>
                <p:nvPr/>
              </p:nvSpPr>
              <p:spPr>
                <a:xfrm>
                  <a:off x="5101595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2" name="pg1602">
                  <a:extLst>
                    <a:ext uri="{FF2B5EF4-FFF2-40B4-BE49-F238E27FC236}">
                      <a16:creationId xmlns:a16="http://schemas.microsoft.com/office/drawing/2014/main" id="{8EEA9E7D-CD76-C634-1EA4-EB2BDDE3D9C8}"/>
                    </a:ext>
                  </a:extLst>
                </p:cNvPr>
                <p:cNvSpPr/>
                <p:nvPr/>
              </p:nvSpPr>
              <p:spPr>
                <a:xfrm>
                  <a:off x="5113232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3" name="pg1603">
                  <a:extLst>
                    <a:ext uri="{FF2B5EF4-FFF2-40B4-BE49-F238E27FC236}">
                      <a16:creationId xmlns:a16="http://schemas.microsoft.com/office/drawing/2014/main" id="{474E7A9A-CFB1-AFC9-3F11-8A4FA6F9372B}"/>
                    </a:ext>
                  </a:extLst>
                </p:cNvPr>
                <p:cNvSpPr/>
                <p:nvPr/>
              </p:nvSpPr>
              <p:spPr>
                <a:xfrm>
                  <a:off x="5124869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4" name="pg1604">
                  <a:extLst>
                    <a:ext uri="{FF2B5EF4-FFF2-40B4-BE49-F238E27FC236}">
                      <a16:creationId xmlns:a16="http://schemas.microsoft.com/office/drawing/2014/main" id="{DDE52A32-8A14-8256-DB01-EBF5E6BDCF14}"/>
                    </a:ext>
                  </a:extLst>
                </p:cNvPr>
                <p:cNvSpPr/>
                <p:nvPr/>
              </p:nvSpPr>
              <p:spPr>
                <a:xfrm>
                  <a:off x="5136507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5" name="pg1605">
                  <a:extLst>
                    <a:ext uri="{FF2B5EF4-FFF2-40B4-BE49-F238E27FC236}">
                      <a16:creationId xmlns:a16="http://schemas.microsoft.com/office/drawing/2014/main" id="{036D1140-CE07-DDF9-1005-C6640215CCA5}"/>
                    </a:ext>
                  </a:extLst>
                </p:cNvPr>
                <p:cNvSpPr/>
                <p:nvPr/>
              </p:nvSpPr>
              <p:spPr>
                <a:xfrm>
                  <a:off x="5148144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6" name="pg1606">
                  <a:extLst>
                    <a:ext uri="{FF2B5EF4-FFF2-40B4-BE49-F238E27FC236}">
                      <a16:creationId xmlns:a16="http://schemas.microsoft.com/office/drawing/2014/main" id="{01C9EE09-1B01-BFFF-9A2D-9206053F6191}"/>
                    </a:ext>
                  </a:extLst>
                </p:cNvPr>
                <p:cNvSpPr/>
                <p:nvPr/>
              </p:nvSpPr>
              <p:spPr>
                <a:xfrm>
                  <a:off x="5159781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7" name="pg1607">
                  <a:extLst>
                    <a:ext uri="{FF2B5EF4-FFF2-40B4-BE49-F238E27FC236}">
                      <a16:creationId xmlns:a16="http://schemas.microsoft.com/office/drawing/2014/main" id="{8C2ED986-74D2-B5C9-0FE1-24AD788B2269}"/>
                    </a:ext>
                  </a:extLst>
                </p:cNvPr>
                <p:cNvSpPr/>
                <p:nvPr/>
              </p:nvSpPr>
              <p:spPr>
                <a:xfrm>
                  <a:off x="5171419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8" name="pg1608">
                  <a:extLst>
                    <a:ext uri="{FF2B5EF4-FFF2-40B4-BE49-F238E27FC236}">
                      <a16:creationId xmlns:a16="http://schemas.microsoft.com/office/drawing/2014/main" id="{344593E0-200D-B5A3-652D-B614BC08D5C6}"/>
                    </a:ext>
                  </a:extLst>
                </p:cNvPr>
                <p:cNvSpPr/>
                <p:nvPr/>
              </p:nvSpPr>
              <p:spPr>
                <a:xfrm>
                  <a:off x="5183056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09" name="pg1609">
                  <a:extLst>
                    <a:ext uri="{FF2B5EF4-FFF2-40B4-BE49-F238E27FC236}">
                      <a16:creationId xmlns:a16="http://schemas.microsoft.com/office/drawing/2014/main" id="{3FA735A3-CE9C-1225-3E7F-6ADFDAD3F94E}"/>
                    </a:ext>
                  </a:extLst>
                </p:cNvPr>
                <p:cNvSpPr/>
                <p:nvPr/>
              </p:nvSpPr>
              <p:spPr>
                <a:xfrm>
                  <a:off x="5194693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89F">
                    <a:alpha val="100000"/>
                  </a:srgbClr>
                </a:solidFill>
                <a:ln w="5420" cap="flat">
                  <a:solidFill>
                    <a:srgbClr val="3A68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0" name="pg1610">
                  <a:extLst>
                    <a:ext uri="{FF2B5EF4-FFF2-40B4-BE49-F238E27FC236}">
                      <a16:creationId xmlns:a16="http://schemas.microsoft.com/office/drawing/2014/main" id="{CF3A8650-E7F2-6F89-2C50-9A85C52144DE}"/>
                    </a:ext>
                  </a:extLst>
                </p:cNvPr>
                <p:cNvSpPr/>
                <p:nvPr/>
              </p:nvSpPr>
              <p:spPr>
                <a:xfrm>
                  <a:off x="5206331" y="378035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1" name="pg1611">
                  <a:extLst>
                    <a:ext uri="{FF2B5EF4-FFF2-40B4-BE49-F238E27FC236}">
                      <a16:creationId xmlns:a16="http://schemas.microsoft.com/office/drawing/2014/main" id="{F2D95389-45E0-BCBF-C5E4-4EE9FB290F9D}"/>
                    </a:ext>
                  </a:extLst>
                </p:cNvPr>
                <p:cNvSpPr/>
                <p:nvPr/>
              </p:nvSpPr>
              <p:spPr>
                <a:xfrm>
                  <a:off x="4996859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2" name="pg1612">
                  <a:extLst>
                    <a:ext uri="{FF2B5EF4-FFF2-40B4-BE49-F238E27FC236}">
                      <a16:creationId xmlns:a16="http://schemas.microsoft.com/office/drawing/2014/main" id="{7D482374-4181-3717-519C-0F7D9FAFAF03}"/>
                    </a:ext>
                  </a:extLst>
                </p:cNvPr>
                <p:cNvSpPr/>
                <p:nvPr/>
              </p:nvSpPr>
              <p:spPr>
                <a:xfrm>
                  <a:off x="5008496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3" name="pg1613">
                  <a:extLst>
                    <a:ext uri="{FF2B5EF4-FFF2-40B4-BE49-F238E27FC236}">
                      <a16:creationId xmlns:a16="http://schemas.microsoft.com/office/drawing/2014/main" id="{45AF1DA8-FA10-5441-5AE2-D918A42648BA}"/>
                    </a:ext>
                  </a:extLst>
                </p:cNvPr>
                <p:cNvSpPr/>
                <p:nvPr/>
              </p:nvSpPr>
              <p:spPr>
                <a:xfrm>
                  <a:off x="5020133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4" name="pg1614">
                  <a:extLst>
                    <a:ext uri="{FF2B5EF4-FFF2-40B4-BE49-F238E27FC236}">
                      <a16:creationId xmlns:a16="http://schemas.microsoft.com/office/drawing/2014/main" id="{3901F5DA-EC76-CFD1-6BAE-896FD441EEC6}"/>
                    </a:ext>
                  </a:extLst>
                </p:cNvPr>
                <p:cNvSpPr/>
                <p:nvPr/>
              </p:nvSpPr>
              <p:spPr>
                <a:xfrm>
                  <a:off x="5031771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5" name="pg1615">
                  <a:extLst>
                    <a:ext uri="{FF2B5EF4-FFF2-40B4-BE49-F238E27FC236}">
                      <a16:creationId xmlns:a16="http://schemas.microsoft.com/office/drawing/2014/main" id="{B9F14EF8-D7E5-EF68-0897-82A73B77305D}"/>
                    </a:ext>
                  </a:extLst>
                </p:cNvPr>
                <p:cNvSpPr/>
                <p:nvPr/>
              </p:nvSpPr>
              <p:spPr>
                <a:xfrm>
                  <a:off x="5043408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6" name="pg1616">
                  <a:extLst>
                    <a:ext uri="{FF2B5EF4-FFF2-40B4-BE49-F238E27FC236}">
                      <a16:creationId xmlns:a16="http://schemas.microsoft.com/office/drawing/2014/main" id="{59C6D163-2E8C-EF7A-590E-D49836B762B4}"/>
                    </a:ext>
                  </a:extLst>
                </p:cNvPr>
                <p:cNvSpPr/>
                <p:nvPr/>
              </p:nvSpPr>
              <p:spPr>
                <a:xfrm>
                  <a:off x="5055045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7" name="pg1617">
                  <a:extLst>
                    <a:ext uri="{FF2B5EF4-FFF2-40B4-BE49-F238E27FC236}">
                      <a16:creationId xmlns:a16="http://schemas.microsoft.com/office/drawing/2014/main" id="{C74E5E30-844E-0B26-FFE6-C9EB1345B620}"/>
                    </a:ext>
                  </a:extLst>
                </p:cNvPr>
                <p:cNvSpPr/>
                <p:nvPr/>
              </p:nvSpPr>
              <p:spPr>
                <a:xfrm>
                  <a:off x="5066683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8" name="pg1618">
                  <a:extLst>
                    <a:ext uri="{FF2B5EF4-FFF2-40B4-BE49-F238E27FC236}">
                      <a16:creationId xmlns:a16="http://schemas.microsoft.com/office/drawing/2014/main" id="{612BB446-6C8B-1C50-32C6-9CC8EA0A7ABF}"/>
                    </a:ext>
                  </a:extLst>
                </p:cNvPr>
                <p:cNvSpPr/>
                <p:nvPr/>
              </p:nvSpPr>
              <p:spPr>
                <a:xfrm>
                  <a:off x="5078320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19" name="pg1619">
                  <a:extLst>
                    <a:ext uri="{FF2B5EF4-FFF2-40B4-BE49-F238E27FC236}">
                      <a16:creationId xmlns:a16="http://schemas.microsoft.com/office/drawing/2014/main" id="{4E0B027B-EF31-EB5A-7002-B00344B69FFB}"/>
                    </a:ext>
                  </a:extLst>
                </p:cNvPr>
                <p:cNvSpPr/>
                <p:nvPr/>
              </p:nvSpPr>
              <p:spPr>
                <a:xfrm>
                  <a:off x="5089957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0" name="pg1620">
                  <a:extLst>
                    <a:ext uri="{FF2B5EF4-FFF2-40B4-BE49-F238E27FC236}">
                      <a16:creationId xmlns:a16="http://schemas.microsoft.com/office/drawing/2014/main" id="{B927C405-9FBD-B6CA-4790-876204D89CB5}"/>
                    </a:ext>
                  </a:extLst>
                </p:cNvPr>
                <p:cNvSpPr/>
                <p:nvPr/>
              </p:nvSpPr>
              <p:spPr>
                <a:xfrm>
                  <a:off x="5101595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1" name="pg1621">
                  <a:extLst>
                    <a:ext uri="{FF2B5EF4-FFF2-40B4-BE49-F238E27FC236}">
                      <a16:creationId xmlns:a16="http://schemas.microsoft.com/office/drawing/2014/main" id="{035575EE-44BD-17EB-57CA-346FCDCEE558}"/>
                    </a:ext>
                  </a:extLst>
                </p:cNvPr>
                <p:cNvSpPr/>
                <p:nvPr/>
              </p:nvSpPr>
              <p:spPr>
                <a:xfrm>
                  <a:off x="5113232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2" name="pg1622">
                  <a:extLst>
                    <a:ext uri="{FF2B5EF4-FFF2-40B4-BE49-F238E27FC236}">
                      <a16:creationId xmlns:a16="http://schemas.microsoft.com/office/drawing/2014/main" id="{E3AF24E3-2907-FA23-F6C3-B1B6F2610770}"/>
                    </a:ext>
                  </a:extLst>
                </p:cNvPr>
                <p:cNvSpPr/>
                <p:nvPr/>
              </p:nvSpPr>
              <p:spPr>
                <a:xfrm>
                  <a:off x="5124869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3" name="pg1623">
                  <a:extLst>
                    <a:ext uri="{FF2B5EF4-FFF2-40B4-BE49-F238E27FC236}">
                      <a16:creationId xmlns:a16="http://schemas.microsoft.com/office/drawing/2014/main" id="{F9A168BC-19D5-C797-B05D-5E2C54305E07}"/>
                    </a:ext>
                  </a:extLst>
                </p:cNvPr>
                <p:cNvSpPr/>
                <p:nvPr/>
              </p:nvSpPr>
              <p:spPr>
                <a:xfrm>
                  <a:off x="5136507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4" name="pg1624">
                  <a:extLst>
                    <a:ext uri="{FF2B5EF4-FFF2-40B4-BE49-F238E27FC236}">
                      <a16:creationId xmlns:a16="http://schemas.microsoft.com/office/drawing/2014/main" id="{DC922AB5-1BE9-4444-440F-7E5949AD8EAE}"/>
                    </a:ext>
                  </a:extLst>
                </p:cNvPr>
                <p:cNvSpPr/>
                <p:nvPr/>
              </p:nvSpPr>
              <p:spPr>
                <a:xfrm>
                  <a:off x="5148144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5" name="pg1625">
                  <a:extLst>
                    <a:ext uri="{FF2B5EF4-FFF2-40B4-BE49-F238E27FC236}">
                      <a16:creationId xmlns:a16="http://schemas.microsoft.com/office/drawing/2014/main" id="{FE8BCC4D-F53E-948B-B649-FDED09C50F5D}"/>
                    </a:ext>
                  </a:extLst>
                </p:cNvPr>
                <p:cNvSpPr/>
                <p:nvPr/>
              </p:nvSpPr>
              <p:spPr>
                <a:xfrm>
                  <a:off x="5159781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6" name="pg1626">
                  <a:extLst>
                    <a:ext uri="{FF2B5EF4-FFF2-40B4-BE49-F238E27FC236}">
                      <a16:creationId xmlns:a16="http://schemas.microsoft.com/office/drawing/2014/main" id="{07A1C7A8-BE4E-5D04-5133-22A2E9B3969D}"/>
                    </a:ext>
                  </a:extLst>
                </p:cNvPr>
                <p:cNvSpPr/>
                <p:nvPr/>
              </p:nvSpPr>
              <p:spPr>
                <a:xfrm>
                  <a:off x="5171419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7" name="pg1627">
                  <a:extLst>
                    <a:ext uri="{FF2B5EF4-FFF2-40B4-BE49-F238E27FC236}">
                      <a16:creationId xmlns:a16="http://schemas.microsoft.com/office/drawing/2014/main" id="{EC3A473E-9EE5-8C67-A009-97B9E9A6E368}"/>
                    </a:ext>
                  </a:extLst>
                </p:cNvPr>
                <p:cNvSpPr/>
                <p:nvPr/>
              </p:nvSpPr>
              <p:spPr>
                <a:xfrm>
                  <a:off x="5183056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8" name="pg1628">
                  <a:extLst>
                    <a:ext uri="{FF2B5EF4-FFF2-40B4-BE49-F238E27FC236}">
                      <a16:creationId xmlns:a16="http://schemas.microsoft.com/office/drawing/2014/main" id="{7BC9C22C-8E71-A367-15EB-46EE27FF0EFB}"/>
                    </a:ext>
                  </a:extLst>
                </p:cNvPr>
                <p:cNvSpPr/>
                <p:nvPr/>
              </p:nvSpPr>
              <p:spPr>
                <a:xfrm>
                  <a:off x="5194693" y="37946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29" name="pg1629">
                  <a:extLst>
                    <a:ext uri="{FF2B5EF4-FFF2-40B4-BE49-F238E27FC236}">
                      <a16:creationId xmlns:a16="http://schemas.microsoft.com/office/drawing/2014/main" id="{D848EAA5-123A-7984-5A3B-15264DF50CBF}"/>
                    </a:ext>
                  </a:extLst>
                </p:cNvPr>
                <p:cNvSpPr/>
                <p:nvPr/>
              </p:nvSpPr>
              <p:spPr>
                <a:xfrm>
                  <a:off x="4996859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6AA">
                    <a:alpha val="100000"/>
                  </a:srgbClr>
                </a:solidFill>
                <a:ln w="5420" cap="flat">
                  <a:solidFill>
                    <a:srgbClr val="42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0" name="pg1630">
                  <a:extLst>
                    <a:ext uri="{FF2B5EF4-FFF2-40B4-BE49-F238E27FC236}">
                      <a16:creationId xmlns:a16="http://schemas.microsoft.com/office/drawing/2014/main" id="{6B808512-9FFC-CC41-A9A4-5F84DA2F163E}"/>
                    </a:ext>
                  </a:extLst>
                </p:cNvPr>
                <p:cNvSpPr/>
                <p:nvPr/>
              </p:nvSpPr>
              <p:spPr>
                <a:xfrm>
                  <a:off x="5008496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1" name="pg1631">
                  <a:extLst>
                    <a:ext uri="{FF2B5EF4-FFF2-40B4-BE49-F238E27FC236}">
                      <a16:creationId xmlns:a16="http://schemas.microsoft.com/office/drawing/2014/main" id="{994903AA-282B-EEC0-B154-326E85CFB6AD}"/>
                    </a:ext>
                  </a:extLst>
                </p:cNvPr>
                <p:cNvSpPr/>
                <p:nvPr/>
              </p:nvSpPr>
              <p:spPr>
                <a:xfrm>
                  <a:off x="5020133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3AA">
                    <a:alpha val="100000"/>
                  </a:srgbClr>
                </a:solidFill>
                <a:ln w="5420" cap="flat">
                  <a:solidFill>
                    <a:srgbClr val="41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2" name="pg1632">
                  <a:extLst>
                    <a:ext uri="{FF2B5EF4-FFF2-40B4-BE49-F238E27FC236}">
                      <a16:creationId xmlns:a16="http://schemas.microsoft.com/office/drawing/2014/main" id="{930A8483-B6FC-20C9-C03F-B2623886D27F}"/>
                    </a:ext>
                  </a:extLst>
                </p:cNvPr>
                <p:cNvSpPr/>
                <p:nvPr/>
              </p:nvSpPr>
              <p:spPr>
                <a:xfrm>
                  <a:off x="5031771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3" name="pg1633">
                  <a:extLst>
                    <a:ext uri="{FF2B5EF4-FFF2-40B4-BE49-F238E27FC236}">
                      <a16:creationId xmlns:a16="http://schemas.microsoft.com/office/drawing/2014/main" id="{910747AC-C919-236F-9185-85356E7EE411}"/>
                    </a:ext>
                  </a:extLst>
                </p:cNvPr>
                <p:cNvSpPr/>
                <p:nvPr/>
              </p:nvSpPr>
              <p:spPr>
                <a:xfrm>
                  <a:off x="5043408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4" name="pg1634">
                  <a:extLst>
                    <a:ext uri="{FF2B5EF4-FFF2-40B4-BE49-F238E27FC236}">
                      <a16:creationId xmlns:a16="http://schemas.microsoft.com/office/drawing/2014/main" id="{80A25CE0-DC6F-28EF-FD26-15261501A1F8}"/>
                    </a:ext>
                  </a:extLst>
                </p:cNvPr>
                <p:cNvSpPr/>
                <p:nvPr/>
              </p:nvSpPr>
              <p:spPr>
                <a:xfrm>
                  <a:off x="5055045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5" name="pg1635">
                  <a:extLst>
                    <a:ext uri="{FF2B5EF4-FFF2-40B4-BE49-F238E27FC236}">
                      <a16:creationId xmlns:a16="http://schemas.microsoft.com/office/drawing/2014/main" id="{074D17BC-C1CB-C51C-022C-98E04EB6F2A9}"/>
                    </a:ext>
                  </a:extLst>
                </p:cNvPr>
                <p:cNvSpPr/>
                <p:nvPr/>
              </p:nvSpPr>
              <p:spPr>
                <a:xfrm>
                  <a:off x="5066683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6" name="pg1636">
                  <a:extLst>
                    <a:ext uri="{FF2B5EF4-FFF2-40B4-BE49-F238E27FC236}">
                      <a16:creationId xmlns:a16="http://schemas.microsoft.com/office/drawing/2014/main" id="{867BBCDD-6ABD-B0DF-7B85-A9159AB73956}"/>
                    </a:ext>
                  </a:extLst>
                </p:cNvPr>
                <p:cNvSpPr/>
                <p:nvPr/>
              </p:nvSpPr>
              <p:spPr>
                <a:xfrm>
                  <a:off x="5078320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7" name="pg1637">
                  <a:extLst>
                    <a:ext uri="{FF2B5EF4-FFF2-40B4-BE49-F238E27FC236}">
                      <a16:creationId xmlns:a16="http://schemas.microsoft.com/office/drawing/2014/main" id="{D11AC4BA-A9F5-D9D3-993B-BBF0DCAC85D8}"/>
                    </a:ext>
                  </a:extLst>
                </p:cNvPr>
                <p:cNvSpPr/>
                <p:nvPr/>
              </p:nvSpPr>
              <p:spPr>
                <a:xfrm>
                  <a:off x="5089957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8" name="pg1638">
                  <a:extLst>
                    <a:ext uri="{FF2B5EF4-FFF2-40B4-BE49-F238E27FC236}">
                      <a16:creationId xmlns:a16="http://schemas.microsoft.com/office/drawing/2014/main" id="{CA26EA35-78D6-C979-266E-B4F0FD78215F}"/>
                    </a:ext>
                  </a:extLst>
                </p:cNvPr>
                <p:cNvSpPr/>
                <p:nvPr/>
              </p:nvSpPr>
              <p:spPr>
                <a:xfrm>
                  <a:off x="5101595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39" name="pg1639">
                  <a:extLst>
                    <a:ext uri="{FF2B5EF4-FFF2-40B4-BE49-F238E27FC236}">
                      <a16:creationId xmlns:a16="http://schemas.microsoft.com/office/drawing/2014/main" id="{DC38BDF2-131F-C2A2-97F1-6282DD18D29F}"/>
                    </a:ext>
                  </a:extLst>
                </p:cNvPr>
                <p:cNvSpPr/>
                <p:nvPr/>
              </p:nvSpPr>
              <p:spPr>
                <a:xfrm>
                  <a:off x="5113232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0" name="pg1640">
                  <a:extLst>
                    <a:ext uri="{FF2B5EF4-FFF2-40B4-BE49-F238E27FC236}">
                      <a16:creationId xmlns:a16="http://schemas.microsoft.com/office/drawing/2014/main" id="{F2D2AD0A-EBDB-284B-5C4C-F0B139B4DD9D}"/>
                    </a:ext>
                  </a:extLst>
                </p:cNvPr>
                <p:cNvSpPr/>
                <p:nvPr/>
              </p:nvSpPr>
              <p:spPr>
                <a:xfrm>
                  <a:off x="5124869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1" name="pg1641">
                  <a:extLst>
                    <a:ext uri="{FF2B5EF4-FFF2-40B4-BE49-F238E27FC236}">
                      <a16:creationId xmlns:a16="http://schemas.microsoft.com/office/drawing/2014/main" id="{A2DFE578-3ABE-0ED4-8E94-8E4183B89E1B}"/>
                    </a:ext>
                  </a:extLst>
                </p:cNvPr>
                <p:cNvSpPr/>
                <p:nvPr/>
              </p:nvSpPr>
              <p:spPr>
                <a:xfrm>
                  <a:off x="5136507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2" name="pg1642">
                  <a:extLst>
                    <a:ext uri="{FF2B5EF4-FFF2-40B4-BE49-F238E27FC236}">
                      <a16:creationId xmlns:a16="http://schemas.microsoft.com/office/drawing/2014/main" id="{BB4ABBD9-8B5D-2FA8-429C-868A7321BCAC}"/>
                    </a:ext>
                  </a:extLst>
                </p:cNvPr>
                <p:cNvSpPr/>
                <p:nvPr/>
              </p:nvSpPr>
              <p:spPr>
                <a:xfrm>
                  <a:off x="5148144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3" name="pg1643">
                  <a:extLst>
                    <a:ext uri="{FF2B5EF4-FFF2-40B4-BE49-F238E27FC236}">
                      <a16:creationId xmlns:a16="http://schemas.microsoft.com/office/drawing/2014/main" id="{68F50860-5317-0EA3-2AFE-F9C5ACACEE7F}"/>
                    </a:ext>
                  </a:extLst>
                </p:cNvPr>
                <p:cNvSpPr/>
                <p:nvPr/>
              </p:nvSpPr>
              <p:spPr>
                <a:xfrm>
                  <a:off x="5159781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4" name="pg1644">
                  <a:extLst>
                    <a:ext uri="{FF2B5EF4-FFF2-40B4-BE49-F238E27FC236}">
                      <a16:creationId xmlns:a16="http://schemas.microsoft.com/office/drawing/2014/main" id="{44DDA85D-7076-99C8-4FC0-C0487320BA00}"/>
                    </a:ext>
                  </a:extLst>
                </p:cNvPr>
                <p:cNvSpPr/>
                <p:nvPr/>
              </p:nvSpPr>
              <p:spPr>
                <a:xfrm>
                  <a:off x="5171419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5" name="pg1645">
                  <a:extLst>
                    <a:ext uri="{FF2B5EF4-FFF2-40B4-BE49-F238E27FC236}">
                      <a16:creationId xmlns:a16="http://schemas.microsoft.com/office/drawing/2014/main" id="{79129B5A-585B-0ED2-812B-9B2DF1B77B7C}"/>
                    </a:ext>
                  </a:extLst>
                </p:cNvPr>
                <p:cNvSpPr/>
                <p:nvPr/>
              </p:nvSpPr>
              <p:spPr>
                <a:xfrm>
                  <a:off x="5183056" y="380895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6" name="pg1646">
                  <a:extLst>
                    <a:ext uri="{FF2B5EF4-FFF2-40B4-BE49-F238E27FC236}">
                      <a16:creationId xmlns:a16="http://schemas.microsoft.com/office/drawing/2014/main" id="{E4CAF791-A26E-A26C-CE1D-A571F27B6F0E}"/>
                    </a:ext>
                  </a:extLst>
                </p:cNvPr>
                <p:cNvSpPr/>
                <p:nvPr/>
              </p:nvSpPr>
              <p:spPr>
                <a:xfrm>
                  <a:off x="5008496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7" name="pg1647">
                  <a:extLst>
                    <a:ext uri="{FF2B5EF4-FFF2-40B4-BE49-F238E27FC236}">
                      <a16:creationId xmlns:a16="http://schemas.microsoft.com/office/drawing/2014/main" id="{32B991AF-0173-2E69-CF6B-773BEAE5F29A}"/>
                    </a:ext>
                  </a:extLst>
                </p:cNvPr>
                <p:cNvSpPr/>
                <p:nvPr/>
              </p:nvSpPr>
              <p:spPr>
                <a:xfrm>
                  <a:off x="5020133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8" name="pg1648">
                  <a:extLst>
                    <a:ext uri="{FF2B5EF4-FFF2-40B4-BE49-F238E27FC236}">
                      <a16:creationId xmlns:a16="http://schemas.microsoft.com/office/drawing/2014/main" id="{5E1F601F-9A72-0469-7ADA-263A2AE4EA1D}"/>
                    </a:ext>
                  </a:extLst>
                </p:cNvPr>
                <p:cNvSpPr/>
                <p:nvPr/>
              </p:nvSpPr>
              <p:spPr>
                <a:xfrm>
                  <a:off x="5031771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49" name="pg1649">
                  <a:extLst>
                    <a:ext uri="{FF2B5EF4-FFF2-40B4-BE49-F238E27FC236}">
                      <a16:creationId xmlns:a16="http://schemas.microsoft.com/office/drawing/2014/main" id="{F071EE9A-0016-3F89-E249-59E2FED5C162}"/>
                    </a:ext>
                  </a:extLst>
                </p:cNvPr>
                <p:cNvSpPr/>
                <p:nvPr/>
              </p:nvSpPr>
              <p:spPr>
                <a:xfrm>
                  <a:off x="5043408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0" name="pg1650">
                  <a:extLst>
                    <a:ext uri="{FF2B5EF4-FFF2-40B4-BE49-F238E27FC236}">
                      <a16:creationId xmlns:a16="http://schemas.microsoft.com/office/drawing/2014/main" id="{933E4CCB-6159-D1BC-0681-54981AC19F94}"/>
                    </a:ext>
                  </a:extLst>
                </p:cNvPr>
                <p:cNvSpPr/>
                <p:nvPr/>
              </p:nvSpPr>
              <p:spPr>
                <a:xfrm>
                  <a:off x="5055045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1" name="pg1651">
                  <a:extLst>
                    <a:ext uri="{FF2B5EF4-FFF2-40B4-BE49-F238E27FC236}">
                      <a16:creationId xmlns:a16="http://schemas.microsoft.com/office/drawing/2014/main" id="{5E787E73-BFD1-F667-7D6A-306EA12D6565}"/>
                    </a:ext>
                  </a:extLst>
                </p:cNvPr>
                <p:cNvSpPr/>
                <p:nvPr/>
              </p:nvSpPr>
              <p:spPr>
                <a:xfrm>
                  <a:off x="5066683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2" name="pg1652">
                  <a:extLst>
                    <a:ext uri="{FF2B5EF4-FFF2-40B4-BE49-F238E27FC236}">
                      <a16:creationId xmlns:a16="http://schemas.microsoft.com/office/drawing/2014/main" id="{F5C57DFE-A693-61AC-A093-8A2B4DD5D89E}"/>
                    </a:ext>
                  </a:extLst>
                </p:cNvPr>
                <p:cNvSpPr/>
                <p:nvPr/>
              </p:nvSpPr>
              <p:spPr>
                <a:xfrm>
                  <a:off x="5078320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3" name="pg1653">
                  <a:extLst>
                    <a:ext uri="{FF2B5EF4-FFF2-40B4-BE49-F238E27FC236}">
                      <a16:creationId xmlns:a16="http://schemas.microsoft.com/office/drawing/2014/main" id="{09879B3A-5F7D-669B-7C24-2C954A4113BE}"/>
                    </a:ext>
                  </a:extLst>
                </p:cNvPr>
                <p:cNvSpPr/>
                <p:nvPr/>
              </p:nvSpPr>
              <p:spPr>
                <a:xfrm>
                  <a:off x="5089957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4" name="pg1654">
                  <a:extLst>
                    <a:ext uri="{FF2B5EF4-FFF2-40B4-BE49-F238E27FC236}">
                      <a16:creationId xmlns:a16="http://schemas.microsoft.com/office/drawing/2014/main" id="{B194A00A-6CEC-F9D3-9E97-A61B1B136639}"/>
                    </a:ext>
                  </a:extLst>
                </p:cNvPr>
                <p:cNvSpPr/>
                <p:nvPr/>
              </p:nvSpPr>
              <p:spPr>
                <a:xfrm>
                  <a:off x="5101595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5" name="pg1655">
                  <a:extLst>
                    <a:ext uri="{FF2B5EF4-FFF2-40B4-BE49-F238E27FC236}">
                      <a16:creationId xmlns:a16="http://schemas.microsoft.com/office/drawing/2014/main" id="{5F4B1157-147F-FB8C-DFCD-FACB7AFDF47F}"/>
                    </a:ext>
                  </a:extLst>
                </p:cNvPr>
                <p:cNvSpPr/>
                <p:nvPr/>
              </p:nvSpPr>
              <p:spPr>
                <a:xfrm>
                  <a:off x="5113232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6" name="pg1656">
                  <a:extLst>
                    <a:ext uri="{FF2B5EF4-FFF2-40B4-BE49-F238E27FC236}">
                      <a16:creationId xmlns:a16="http://schemas.microsoft.com/office/drawing/2014/main" id="{A2EDFAE2-EB7D-125A-73C2-98D65E988640}"/>
                    </a:ext>
                  </a:extLst>
                </p:cNvPr>
                <p:cNvSpPr/>
                <p:nvPr/>
              </p:nvSpPr>
              <p:spPr>
                <a:xfrm>
                  <a:off x="5124869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7" name="pg1657">
                  <a:extLst>
                    <a:ext uri="{FF2B5EF4-FFF2-40B4-BE49-F238E27FC236}">
                      <a16:creationId xmlns:a16="http://schemas.microsoft.com/office/drawing/2014/main" id="{11F195F0-9E9D-B183-AE6D-9F31FAFC1B04}"/>
                    </a:ext>
                  </a:extLst>
                </p:cNvPr>
                <p:cNvSpPr/>
                <p:nvPr/>
              </p:nvSpPr>
              <p:spPr>
                <a:xfrm>
                  <a:off x="5136507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8" name="pg1658">
                  <a:extLst>
                    <a:ext uri="{FF2B5EF4-FFF2-40B4-BE49-F238E27FC236}">
                      <a16:creationId xmlns:a16="http://schemas.microsoft.com/office/drawing/2014/main" id="{85A3D52F-56D4-2A9E-B7B4-B95B84A92A9F}"/>
                    </a:ext>
                  </a:extLst>
                </p:cNvPr>
                <p:cNvSpPr/>
                <p:nvPr/>
              </p:nvSpPr>
              <p:spPr>
                <a:xfrm>
                  <a:off x="5148144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59" name="pg1659">
                  <a:extLst>
                    <a:ext uri="{FF2B5EF4-FFF2-40B4-BE49-F238E27FC236}">
                      <a16:creationId xmlns:a16="http://schemas.microsoft.com/office/drawing/2014/main" id="{19F32044-0E27-674F-4891-7D16D1B7B05A}"/>
                    </a:ext>
                  </a:extLst>
                </p:cNvPr>
                <p:cNvSpPr/>
                <p:nvPr/>
              </p:nvSpPr>
              <p:spPr>
                <a:xfrm>
                  <a:off x="5159781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0" name="pg1660">
                  <a:extLst>
                    <a:ext uri="{FF2B5EF4-FFF2-40B4-BE49-F238E27FC236}">
                      <a16:creationId xmlns:a16="http://schemas.microsoft.com/office/drawing/2014/main" id="{92EA1860-2AE8-4AB6-219E-6B3720EDA4E5}"/>
                    </a:ext>
                  </a:extLst>
                </p:cNvPr>
                <p:cNvSpPr/>
                <p:nvPr/>
              </p:nvSpPr>
              <p:spPr>
                <a:xfrm>
                  <a:off x="5171419" y="38232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1" name="pg1661">
                  <a:extLst>
                    <a:ext uri="{FF2B5EF4-FFF2-40B4-BE49-F238E27FC236}">
                      <a16:creationId xmlns:a16="http://schemas.microsoft.com/office/drawing/2014/main" id="{1C716310-21C5-9893-66B3-0B8A06D59ED1}"/>
                    </a:ext>
                  </a:extLst>
                </p:cNvPr>
                <p:cNvSpPr/>
                <p:nvPr/>
              </p:nvSpPr>
              <p:spPr>
                <a:xfrm>
                  <a:off x="5043408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2" name="pg1662">
                  <a:extLst>
                    <a:ext uri="{FF2B5EF4-FFF2-40B4-BE49-F238E27FC236}">
                      <a16:creationId xmlns:a16="http://schemas.microsoft.com/office/drawing/2014/main" id="{1565646C-EE73-CC7F-5269-1C82D20D4F10}"/>
                    </a:ext>
                  </a:extLst>
                </p:cNvPr>
                <p:cNvSpPr/>
                <p:nvPr/>
              </p:nvSpPr>
              <p:spPr>
                <a:xfrm>
                  <a:off x="5055045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3" name="pg1663">
                  <a:extLst>
                    <a:ext uri="{FF2B5EF4-FFF2-40B4-BE49-F238E27FC236}">
                      <a16:creationId xmlns:a16="http://schemas.microsoft.com/office/drawing/2014/main" id="{1A724584-70E5-3C0F-5D1B-2623F6EEE253}"/>
                    </a:ext>
                  </a:extLst>
                </p:cNvPr>
                <p:cNvSpPr/>
                <p:nvPr/>
              </p:nvSpPr>
              <p:spPr>
                <a:xfrm>
                  <a:off x="5066683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4" name="pg1664">
                  <a:extLst>
                    <a:ext uri="{FF2B5EF4-FFF2-40B4-BE49-F238E27FC236}">
                      <a16:creationId xmlns:a16="http://schemas.microsoft.com/office/drawing/2014/main" id="{8E261C3C-C147-0A70-4ABB-0EF26E872B89}"/>
                    </a:ext>
                  </a:extLst>
                </p:cNvPr>
                <p:cNvSpPr/>
                <p:nvPr/>
              </p:nvSpPr>
              <p:spPr>
                <a:xfrm>
                  <a:off x="5078320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5" name="pg1665">
                  <a:extLst>
                    <a:ext uri="{FF2B5EF4-FFF2-40B4-BE49-F238E27FC236}">
                      <a16:creationId xmlns:a16="http://schemas.microsoft.com/office/drawing/2014/main" id="{8B19D93A-AA20-957B-A5BA-D7515EDA3FE3}"/>
                    </a:ext>
                  </a:extLst>
                </p:cNvPr>
                <p:cNvSpPr/>
                <p:nvPr/>
              </p:nvSpPr>
              <p:spPr>
                <a:xfrm>
                  <a:off x="5089957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6" name="pg1666">
                  <a:extLst>
                    <a:ext uri="{FF2B5EF4-FFF2-40B4-BE49-F238E27FC236}">
                      <a16:creationId xmlns:a16="http://schemas.microsoft.com/office/drawing/2014/main" id="{10200561-46C4-E674-C9D8-96DFF2056CBD}"/>
                    </a:ext>
                  </a:extLst>
                </p:cNvPr>
                <p:cNvSpPr/>
                <p:nvPr/>
              </p:nvSpPr>
              <p:spPr>
                <a:xfrm>
                  <a:off x="5101595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7" name="pg1667">
                  <a:extLst>
                    <a:ext uri="{FF2B5EF4-FFF2-40B4-BE49-F238E27FC236}">
                      <a16:creationId xmlns:a16="http://schemas.microsoft.com/office/drawing/2014/main" id="{453F25FE-616C-2340-F7A7-8B06216D8496}"/>
                    </a:ext>
                  </a:extLst>
                </p:cNvPr>
                <p:cNvSpPr/>
                <p:nvPr/>
              </p:nvSpPr>
              <p:spPr>
                <a:xfrm>
                  <a:off x="5113232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8" name="pg1668">
                  <a:extLst>
                    <a:ext uri="{FF2B5EF4-FFF2-40B4-BE49-F238E27FC236}">
                      <a16:creationId xmlns:a16="http://schemas.microsoft.com/office/drawing/2014/main" id="{5DCACD98-269C-3F80-94D1-B388232542E2}"/>
                    </a:ext>
                  </a:extLst>
                </p:cNvPr>
                <p:cNvSpPr/>
                <p:nvPr/>
              </p:nvSpPr>
              <p:spPr>
                <a:xfrm>
                  <a:off x="5124869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AA9">
                    <a:alpha val="100000"/>
                  </a:srgbClr>
                </a:solidFill>
                <a:ln w="5420" cap="flat">
                  <a:solidFill>
                    <a:srgbClr val="38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69" name="pg1669">
                  <a:extLst>
                    <a:ext uri="{FF2B5EF4-FFF2-40B4-BE49-F238E27FC236}">
                      <a16:creationId xmlns:a16="http://schemas.microsoft.com/office/drawing/2014/main" id="{FB5DC8C4-7CF1-C5B0-8C46-4AE5AC136A6F}"/>
                    </a:ext>
                  </a:extLst>
                </p:cNvPr>
                <p:cNvSpPr/>
                <p:nvPr/>
              </p:nvSpPr>
              <p:spPr>
                <a:xfrm>
                  <a:off x="5136507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0" name="pg1670">
                  <a:extLst>
                    <a:ext uri="{FF2B5EF4-FFF2-40B4-BE49-F238E27FC236}">
                      <a16:creationId xmlns:a16="http://schemas.microsoft.com/office/drawing/2014/main" id="{1691FF0A-409A-3D8B-3938-B13A4AD7AA2A}"/>
                    </a:ext>
                  </a:extLst>
                </p:cNvPr>
                <p:cNvSpPr/>
                <p:nvPr/>
              </p:nvSpPr>
              <p:spPr>
                <a:xfrm>
                  <a:off x="5148144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1" name="pg1671">
                  <a:extLst>
                    <a:ext uri="{FF2B5EF4-FFF2-40B4-BE49-F238E27FC236}">
                      <a16:creationId xmlns:a16="http://schemas.microsoft.com/office/drawing/2014/main" id="{B716B57D-DC45-B38F-FCAD-A11A37F31F37}"/>
                    </a:ext>
                  </a:extLst>
                </p:cNvPr>
                <p:cNvSpPr/>
                <p:nvPr/>
              </p:nvSpPr>
              <p:spPr>
                <a:xfrm>
                  <a:off x="5159781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2" name="pg1672">
                  <a:extLst>
                    <a:ext uri="{FF2B5EF4-FFF2-40B4-BE49-F238E27FC236}">
                      <a16:creationId xmlns:a16="http://schemas.microsoft.com/office/drawing/2014/main" id="{35D04A91-361B-A5C8-E558-EBF2E1B910EB}"/>
                    </a:ext>
                  </a:extLst>
                </p:cNvPr>
                <p:cNvSpPr/>
                <p:nvPr/>
              </p:nvSpPr>
              <p:spPr>
                <a:xfrm>
                  <a:off x="5171419" y="383755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3" name="pg1673">
                  <a:extLst>
                    <a:ext uri="{FF2B5EF4-FFF2-40B4-BE49-F238E27FC236}">
                      <a16:creationId xmlns:a16="http://schemas.microsoft.com/office/drawing/2014/main" id="{74995E0A-DB55-AE64-798A-7E932EE2CC21}"/>
                    </a:ext>
                  </a:extLst>
                </p:cNvPr>
                <p:cNvSpPr/>
                <p:nvPr/>
              </p:nvSpPr>
              <p:spPr>
                <a:xfrm>
                  <a:off x="5066683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4" name="pg1674">
                  <a:extLst>
                    <a:ext uri="{FF2B5EF4-FFF2-40B4-BE49-F238E27FC236}">
                      <a16:creationId xmlns:a16="http://schemas.microsoft.com/office/drawing/2014/main" id="{DBA35BE5-A29F-610B-16FD-F3F584DC9534}"/>
                    </a:ext>
                  </a:extLst>
                </p:cNvPr>
                <p:cNvSpPr/>
                <p:nvPr/>
              </p:nvSpPr>
              <p:spPr>
                <a:xfrm>
                  <a:off x="5078320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5" name="pg1675">
                  <a:extLst>
                    <a:ext uri="{FF2B5EF4-FFF2-40B4-BE49-F238E27FC236}">
                      <a16:creationId xmlns:a16="http://schemas.microsoft.com/office/drawing/2014/main" id="{20B496AE-E25D-36EA-BA25-9688408BDAC8}"/>
                    </a:ext>
                  </a:extLst>
                </p:cNvPr>
                <p:cNvSpPr/>
                <p:nvPr/>
              </p:nvSpPr>
              <p:spPr>
                <a:xfrm>
                  <a:off x="5089957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6" name="pg1676">
                  <a:extLst>
                    <a:ext uri="{FF2B5EF4-FFF2-40B4-BE49-F238E27FC236}">
                      <a16:creationId xmlns:a16="http://schemas.microsoft.com/office/drawing/2014/main" id="{7D02E88D-B067-7772-8239-59E21FEB51FB}"/>
                    </a:ext>
                  </a:extLst>
                </p:cNvPr>
                <p:cNvSpPr/>
                <p:nvPr/>
              </p:nvSpPr>
              <p:spPr>
                <a:xfrm>
                  <a:off x="5101595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7" name="pg1677">
                  <a:extLst>
                    <a:ext uri="{FF2B5EF4-FFF2-40B4-BE49-F238E27FC236}">
                      <a16:creationId xmlns:a16="http://schemas.microsoft.com/office/drawing/2014/main" id="{C6AF6747-1022-8EF6-B3FB-8FE5FD3BF41E}"/>
                    </a:ext>
                  </a:extLst>
                </p:cNvPr>
                <p:cNvSpPr/>
                <p:nvPr/>
              </p:nvSpPr>
              <p:spPr>
                <a:xfrm>
                  <a:off x="5113232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8" name="pg1678">
                  <a:extLst>
                    <a:ext uri="{FF2B5EF4-FFF2-40B4-BE49-F238E27FC236}">
                      <a16:creationId xmlns:a16="http://schemas.microsoft.com/office/drawing/2014/main" id="{CADB8597-7F0A-58BA-BD8A-CE26145A0A8A}"/>
                    </a:ext>
                  </a:extLst>
                </p:cNvPr>
                <p:cNvSpPr/>
                <p:nvPr/>
              </p:nvSpPr>
              <p:spPr>
                <a:xfrm>
                  <a:off x="5124869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79" name="pg1679">
                  <a:extLst>
                    <a:ext uri="{FF2B5EF4-FFF2-40B4-BE49-F238E27FC236}">
                      <a16:creationId xmlns:a16="http://schemas.microsoft.com/office/drawing/2014/main" id="{A2095160-4B66-46AC-5140-69B27C63A753}"/>
                    </a:ext>
                  </a:extLst>
                </p:cNvPr>
                <p:cNvSpPr/>
                <p:nvPr/>
              </p:nvSpPr>
              <p:spPr>
                <a:xfrm>
                  <a:off x="5136507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0" name="pg1680">
                  <a:extLst>
                    <a:ext uri="{FF2B5EF4-FFF2-40B4-BE49-F238E27FC236}">
                      <a16:creationId xmlns:a16="http://schemas.microsoft.com/office/drawing/2014/main" id="{16B510AD-7424-1D9E-E268-A08551F03EAD}"/>
                    </a:ext>
                  </a:extLst>
                </p:cNvPr>
                <p:cNvSpPr/>
                <p:nvPr/>
              </p:nvSpPr>
              <p:spPr>
                <a:xfrm>
                  <a:off x="5148144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1" name="pg1681">
                  <a:extLst>
                    <a:ext uri="{FF2B5EF4-FFF2-40B4-BE49-F238E27FC236}">
                      <a16:creationId xmlns:a16="http://schemas.microsoft.com/office/drawing/2014/main" id="{0A2721BF-9973-8245-FA2D-926277DEEC32}"/>
                    </a:ext>
                  </a:extLst>
                </p:cNvPr>
                <p:cNvSpPr/>
                <p:nvPr/>
              </p:nvSpPr>
              <p:spPr>
                <a:xfrm>
                  <a:off x="5159781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2" name="pg1682">
                  <a:extLst>
                    <a:ext uri="{FF2B5EF4-FFF2-40B4-BE49-F238E27FC236}">
                      <a16:creationId xmlns:a16="http://schemas.microsoft.com/office/drawing/2014/main" id="{ADB66F17-2C15-6445-E7C2-C96A384AF2B4}"/>
                    </a:ext>
                  </a:extLst>
                </p:cNvPr>
                <p:cNvSpPr/>
                <p:nvPr/>
              </p:nvSpPr>
              <p:spPr>
                <a:xfrm>
                  <a:off x="5171419" y="385185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3" name="pg1683">
                  <a:extLst>
                    <a:ext uri="{FF2B5EF4-FFF2-40B4-BE49-F238E27FC236}">
                      <a16:creationId xmlns:a16="http://schemas.microsoft.com/office/drawing/2014/main" id="{9A89075E-F0B3-01B4-5BC9-ABDC26B811E1}"/>
                    </a:ext>
                  </a:extLst>
                </p:cNvPr>
                <p:cNvSpPr/>
                <p:nvPr/>
              </p:nvSpPr>
              <p:spPr>
                <a:xfrm>
                  <a:off x="5078320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4" name="pg1684">
                  <a:extLst>
                    <a:ext uri="{FF2B5EF4-FFF2-40B4-BE49-F238E27FC236}">
                      <a16:creationId xmlns:a16="http://schemas.microsoft.com/office/drawing/2014/main" id="{E7F3FED4-9D7D-DBF3-95F2-22FC406EC5CC}"/>
                    </a:ext>
                  </a:extLst>
                </p:cNvPr>
                <p:cNvSpPr/>
                <p:nvPr/>
              </p:nvSpPr>
              <p:spPr>
                <a:xfrm>
                  <a:off x="5089957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5" name="pg1685">
                  <a:extLst>
                    <a:ext uri="{FF2B5EF4-FFF2-40B4-BE49-F238E27FC236}">
                      <a16:creationId xmlns:a16="http://schemas.microsoft.com/office/drawing/2014/main" id="{AE45D68C-5662-76CE-6CDF-285B6C362915}"/>
                    </a:ext>
                  </a:extLst>
                </p:cNvPr>
                <p:cNvSpPr/>
                <p:nvPr/>
              </p:nvSpPr>
              <p:spPr>
                <a:xfrm>
                  <a:off x="5101595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6" name="pg1686">
                  <a:extLst>
                    <a:ext uri="{FF2B5EF4-FFF2-40B4-BE49-F238E27FC236}">
                      <a16:creationId xmlns:a16="http://schemas.microsoft.com/office/drawing/2014/main" id="{58642E9F-0760-53EF-7F6C-293ADD7DA209}"/>
                    </a:ext>
                  </a:extLst>
                </p:cNvPr>
                <p:cNvSpPr/>
                <p:nvPr/>
              </p:nvSpPr>
              <p:spPr>
                <a:xfrm>
                  <a:off x="5113232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7" name="pg1687">
                  <a:extLst>
                    <a:ext uri="{FF2B5EF4-FFF2-40B4-BE49-F238E27FC236}">
                      <a16:creationId xmlns:a16="http://schemas.microsoft.com/office/drawing/2014/main" id="{84C93435-DDDE-8B13-D34C-E3A15083DD56}"/>
                    </a:ext>
                  </a:extLst>
                </p:cNvPr>
                <p:cNvSpPr/>
                <p:nvPr/>
              </p:nvSpPr>
              <p:spPr>
                <a:xfrm>
                  <a:off x="5124869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AA9">
                    <a:alpha val="100000"/>
                  </a:srgbClr>
                </a:solidFill>
                <a:ln w="5420" cap="flat">
                  <a:solidFill>
                    <a:srgbClr val="38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8" name="pg1688">
                  <a:extLst>
                    <a:ext uri="{FF2B5EF4-FFF2-40B4-BE49-F238E27FC236}">
                      <a16:creationId xmlns:a16="http://schemas.microsoft.com/office/drawing/2014/main" id="{7E57A2FF-3AE4-71F7-B75E-5DE6CB30E460}"/>
                    </a:ext>
                  </a:extLst>
                </p:cNvPr>
                <p:cNvSpPr/>
                <p:nvPr/>
              </p:nvSpPr>
              <p:spPr>
                <a:xfrm>
                  <a:off x="5136507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8A9">
                    <a:alpha val="100000"/>
                  </a:srgbClr>
                </a:solidFill>
                <a:ln w="5420" cap="flat">
                  <a:solidFill>
                    <a:srgbClr val="36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89" name="pg1689">
                  <a:extLst>
                    <a:ext uri="{FF2B5EF4-FFF2-40B4-BE49-F238E27FC236}">
                      <a16:creationId xmlns:a16="http://schemas.microsoft.com/office/drawing/2014/main" id="{A3301292-14AE-CC8E-8E47-6DD88A0DBF57}"/>
                    </a:ext>
                  </a:extLst>
                </p:cNvPr>
                <p:cNvSpPr/>
                <p:nvPr/>
              </p:nvSpPr>
              <p:spPr>
                <a:xfrm>
                  <a:off x="5148144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0" name="pg1690">
                  <a:extLst>
                    <a:ext uri="{FF2B5EF4-FFF2-40B4-BE49-F238E27FC236}">
                      <a16:creationId xmlns:a16="http://schemas.microsoft.com/office/drawing/2014/main" id="{AB4B44B6-25EE-AB41-875B-519B74561EA6}"/>
                    </a:ext>
                  </a:extLst>
                </p:cNvPr>
                <p:cNvSpPr/>
                <p:nvPr/>
              </p:nvSpPr>
              <p:spPr>
                <a:xfrm>
                  <a:off x="5159781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1" name="pg1691">
                  <a:extLst>
                    <a:ext uri="{FF2B5EF4-FFF2-40B4-BE49-F238E27FC236}">
                      <a16:creationId xmlns:a16="http://schemas.microsoft.com/office/drawing/2014/main" id="{6512BC81-5E8B-86D4-3F56-A2EE7BB10888}"/>
                    </a:ext>
                  </a:extLst>
                </p:cNvPr>
                <p:cNvSpPr/>
                <p:nvPr/>
              </p:nvSpPr>
              <p:spPr>
                <a:xfrm>
                  <a:off x="5171419" y="38661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2" name="pg1692">
                  <a:extLst>
                    <a:ext uri="{FF2B5EF4-FFF2-40B4-BE49-F238E27FC236}">
                      <a16:creationId xmlns:a16="http://schemas.microsoft.com/office/drawing/2014/main" id="{0B7F7E72-17B1-1166-09D6-86849DA06678}"/>
                    </a:ext>
                  </a:extLst>
                </p:cNvPr>
                <p:cNvSpPr/>
                <p:nvPr/>
              </p:nvSpPr>
              <p:spPr>
                <a:xfrm>
                  <a:off x="5089957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3" name="pg1693">
                  <a:extLst>
                    <a:ext uri="{FF2B5EF4-FFF2-40B4-BE49-F238E27FC236}">
                      <a16:creationId xmlns:a16="http://schemas.microsoft.com/office/drawing/2014/main" id="{5D0F9067-348B-7EE3-C406-555152566290}"/>
                    </a:ext>
                  </a:extLst>
                </p:cNvPr>
                <p:cNvSpPr/>
                <p:nvPr/>
              </p:nvSpPr>
              <p:spPr>
                <a:xfrm>
                  <a:off x="5101595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4" name="pg1694">
                  <a:extLst>
                    <a:ext uri="{FF2B5EF4-FFF2-40B4-BE49-F238E27FC236}">
                      <a16:creationId xmlns:a16="http://schemas.microsoft.com/office/drawing/2014/main" id="{0C8BA8F0-8238-8C0A-15E6-CEB7B88A82CE}"/>
                    </a:ext>
                  </a:extLst>
                </p:cNvPr>
                <p:cNvSpPr/>
                <p:nvPr/>
              </p:nvSpPr>
              <p:spPr>
                <a:xfrm>
                  <a:off x="5113232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5" name="pg1695">
                  <a:extLst>
                    <a:ext uri="{FF2B5EF4-FFF2-40B4-BE49-F238E27FC236}">
                      <a16:creationId xmlns:a16="http://schemas.microsoft.com/office/drawing/2014/main" id="{BCACA303-01F6-D7F0-11D7-50FF71314621}"/>
                    </a:ext>
                  </a:extLst>
                </p:cNvPr>
                <p:cNvSpPr/>
                <p:nvPr/>
              </p:nvSpPr>
              <p:spPr>
                <a:xfrm>
                  <a:off x="5124869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6" name="pg1696">
                  <a:extLst>
                    <a:ext uri="{FF2B5EF4-FFF2-40B4-BE49-F238E27FC236}">
                      <a16:creationId xmlns:a16="http://schemas.microsoft.com/office/drawing/2014/main" id="{488C37F3-B6E2-109F-1277-772809FF0651}"/>
                    </a:ext>
                  </a:extLst>
                </p:cNvPr>
                <p:cNvSpPr/>
                <p:nvPr/>
              </p:nvSpPr>
              <p:spPr>
                <a:xfrm>
                  <a:off x="5136507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8A9">
                    <a:alpha val="100000"/>
                  </a:srgbClr>
                </a:solidFill>
                <a:ln w="5420" cap="flat">
                  <a:solidFill>
                    <a:srgbClr val="36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7" name="pg1697">
                  <a:extLst>
                    <a:ext uri="{FF2B5EF4-FFF2-40B4-BE49-F238E27FC236}">
                      <a16:creationId xmlns:a16="http://schemas.microsoft.com/office/drawing/2014/main" id="{E68640A9-5F2A-1565-333E-D1755A0DF846}"/>
                    </a:ext>
                  </a:extLst>
                </p:cNvPr>
                <p:cNvSpPr/>
                <p:nvPr/>
              </p:nvSpPr>
              <p:spPr>
                <a:xfrm>
                  <a:off x="5148144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8" name="pg1698">
                  <a:extLst>
                    <a:ext uri="{FF2B5EF4-FFF2-40B4-BE49-F238E27FC236}">
                      <a16:creationId xmlns:a16="http://schemas.microsoft.com/office/drawing/2014/main" id="{F91FB991-9E20-9109-C0BC-2A912FC9054F}"/>
                    </a:ext>
                  </a:extLst>
                </p:cNvPr>
                <p:cNvSpPr/>
                <p:nvPr/>
              </p:nvSpPr>
              <p:spPr>
                <a:xfrm>
                  <a:off x="5159781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699" name="pg1699">
                  <a:extLst>
                    <a:ext uri="{FF2B5EF4-FFF2-40B4-BE49-F238E27FC236}">
                      <a16:creationId xmlns:a16="http://schemas.microsoft.com/office/drawing/2014/main" id="{ACD69C52-F0F3-0B28-EBCD-47B727936880}"/>
                    </a:ext>
                  </a:extLst>
                </p:cNvPr>
                <p:cNvSpPr/>
                <p:nvPr/>
              </p:nvSpPr>
              <p:spPr>
                <a:xfrm>
                  <a:off x="5171419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0" name="pg1700">
                  <a:extLst>
                    <a:ext uri="{FF2B5EF4-FFF2-40B4-BE49-F238E27FC236}">
                      <a16:creationId xmlns:a16="http://schemas.microsoft.com/office/drawing/2014/main" id="{9E81BBD5-C6C1-1659-6B62-E4239D8EDB8E}"/>
                    </a:ext>
                  </a:extLst>
                </p:cNvPr>
                <p:cNvSpPr/>
                <p:nvPr/>
              </p:nvSpPr>
              <p:spPr>
                <a:xfrm>
                  <a:off x="5183056" y="388046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1" name="pg1701">
                  <a:extLst>
                    <a:ext uri="{FF2B5EF4-FFF2-40B4-BE49-F238E27FC236}">
                      <a16:creationId xmlns:a16="http://schemas.microsoft.com/office/drawing/2014/main" id="{AB6C8464-32A6-8B47-C078-86121A7043AC}"/>
                    </a:ext>
                  </a:extLst>
                </p:cNvPr>
                <p:cNvSpPr/>
                <p:nvPr/>
              </p:nvSpPr>
              <p:spPr>
                <a:xfrm>
                  <a:off x="5124869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2" name="pg1702">
                  <a:extLst>
                    <a:ext uri="{FF2B5EF4-FFF2-40B4-BE49-F238E27FC236}">
                      <a16:creationId xmlns:a16="http://schemas.microsoft.com/office/drawing/2014/main" id="{73A30744-C32E-3A7C-832B-DC075158BDC2}"/>
                    </a:ext>
                  </a:extLst>
                </p:cNvPr>
                <p:cNvSpPr/>
                <p:nvPr/>
              </p:nvSpPr>
              <p:spPr>
                <a:xfrm>
                  <a:off x="5136507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3" name="pg1703">
                  <a:extLst>
                    <a:ext uri="{FF2B5EF4-FFF2-40B4-BE49-F238E27FC236}">
                      <a16:creationId xmlns:a16="http://schemas.microsoft.com/office/drawing/2014/main" id="{DB3B8958-2772-781C-2F15-D54FA2482E65}"/>
                    </a:ext>
                  </a:extLst>
                </p:cNvPr>
                <p:cNvSpPr/>
                <p:nvPr/>
              </p:nvSpPr>
              <p:spPr>
                <a:xfrm>
                  <a:off x="5148144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4" name="pg1704">
                  <a:extLst>
                    <a:ext uri="{FF2B5EF4-FFF2-40B4-BE49-F238E27FC236}">
                      <a16:creationId xmlns:a16="http://schemas.microsoft.com/office/drawing/2014/main" id="{983BF647-2EF5-8180-384D-45CACFC1DA26}"/>
                    </a:ext>
                  </a:extLst>
                </p:cNvPr>
                <p:cNvSpPr/>
                <p:nvPr/>
              </p:nvSpPr>
              <p:spPr>
                <a:xfrm>
                  <a:off x="5159781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5" name="pg1705">
                  <a:extLst>
                    <a:ext uri="{FF2B5EF4-FFF2-40B4-BE49-F238E27FC236}">
                      <a16:creationId xmlns:a16="http://schemas.microsoft.com/office/drawing/2014/main" id="{428491B5-F50E-B8AA-14B9-EE4F87B496B5}"/>
                    </a:ext>
                  </a:extLst>
                </p:cNvPr>
                <p:cNvSpPr/>
                <p:nvPr/>
              </p:nvSpPr>
              <p:spPr>
                <a:xfrm>
                  <a:off x="5171419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6" name="pg1706">
                  <a:extLst>
                    <a:ext uri="{FF2B5EF4-FFF2-40B4-BE49-F238E27FC236}">
                      <a16:creationId xmlns:a16="http://schemas.microsoft.com/office/drawing/2014/main" id="{29A67DF5-B7D6-D6B8-397E-C5CB8AE8763C}"/>
                    </a:ext>
                  </a:extLst>
                </p:cNvPr>
                <p:cNvSpPr/>
                <p:nvPr/>
              </p:nvSpPr>
              <p:spPr>
                <a:xfrm>
                  <a:off x="5183056" y="38947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7" name="pg1707">
                  <a:extLst>
                    <a:ext uri="{FF2B5EF4-FFF2-40B4-BE49-F238E27FC236}">
                      <a16:creationId xmlns:a16="http://schemas.microsoft.com/office/drawing/2014/main" id="{8F562C6D-164C-FF63-0995-340D699DD53E}"/>
                    </a:ext>
                  </a:extLst>
                </p:cNvPr>
                <p:cNvSpPr/>
                <p:nvPr/>
              </p:nvSpPr>
              <p:spPr>
                <a:xfrm>
                  <a:off x="5066683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8" name="pg1708">
                  <a:extLst>
                    <a:ext uri="{FF2B5EF4-FFF2-40B4-BE49-F238E27FC236}">
                      <a16:creationId xmlns:a16="http://schemas.microsoft.com/office/drawing/2014/main" id="{F2FDE8BE-267A-BB8E-63B3-812FD411E452}"/>
                    </a:ext>
                  </a:extLst>
                </p:cNvPr>
                <p:cNvSpPr/>
                <p:nvPr/>
              </p:nvSpPr>
              <p:spPr>
                <a:xfrm>
                  <a:off x="5113232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09" name="pg1709">
                  <a:extLst>
                    <a:ext uri="{FF2B5EF4-FFF2-40B4-BE49-F238E27FC236}">
                      <a16:creationId xmlns:a16="http://schemas.microsoft.com/office/drawing/2014/main" id="{F5D1B424-C16F-F2E4-FB73-CE6C3E40A56E}"/>
                    </a:ext>
                  </a:extLst>
                </p:cNvPr>
                <p:cNvSpPr/>
                <p:nvPr/>
              </p:nvSpPr>
              <p:spPr>
                <a:xfrm>
                  <a:off x="5124869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0" name="pg1710">
                  <a:extLst>
                    <a:ext uri="{FF2B5EF4-FFF2-40B4-BE49-F238E27FC236}">
                      <a16:creationId xmlns:a16="http://schemas.microsoft.com/office/drawing/2014/main" id="{AA096131-71F8-642B-696D-7A0AF80CE49E}"/>
                    </a:ext>
                  </a:extLst>
                </p:cNvPr>
                <p:cNvSpPr/>
                <p:nvPr/>
              </p:nvSpPr>
              <p:spPr>
                <a:xfrm>
                  <a:off x="5136507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1" name="pg1711">
                  <a:extLst>
                    <a:ext uri="{FF2B5EF4-FFF2-40B4-BE49-F238E27FC236}">
                      <a16:creationId xmlns:a16="http://schemas.microsoft.com/office/drawing/2014/main" id="{836C699D-A3CB-C204-6FBD-59747823041B}"/>
                    </a:ext>
                  </a:extLst>
                </p:cNvPr>
                <p:cNvSpPr/>
                <p:nvPr/>
              </p:nvSpPr>
              <p:spPr>
                <a:xfrm>
                  <a:off x="5148144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2" name="pg1712">
                  <a:extLst>
                    <a:ext uri="{FF2B5EF4-FFF2-40B4-BE49-F238E27FC236}">
                      <a16:creationId xmlns:a16="http://schemas.microsoft.com/office/drawing/2014/main" id="{67957A0D-3426-5274-1253-E225A2BD4D91}"/>
                    </a:ext>
                  </a:extLst>
                </p:cNvPr>
                <p:cNvSpPr/>
                <p:nvPr/>
              </p:nvSpPr>
              <p:spPr>
                <a:xfrm>
                  <a:off x="5159781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6A9">
                    <a:alpha val="100000"/>
                  </a:srgbClr>
                </a:solidFill>
                <a:ln w="5420" cap="flat">
                  <a:solidFill>
                    <a:srgbClr val="35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3" name="pg1713">
                  <a:extLst>
                    <a:ext uri="{FF2B5EF4-FFF2-40B4-BE49-F238E27FC236}">
                      <a16:creationId xmlns:a16="http://schemas.microsoft.com/office/drawing/2014/main" id="{F5857D50-280F-290D-1FBD-0A14E7A341E7}"/>
                    </a:ext>
                  </a:extLst>
                </p:cNvPr>
                <p:cNvSpPr/>
                <p:nvPr/>
              </p:nvSpPr>
              <p:spPr>
                <a:xfrm>
                  <a:off x="5171419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4" name="pg1714">
                  <a:extLst>
                    <a:ext uri="{FF2B5EF4-FFF2-40B4-BE49-F238E27FC236}">
                      <a16:creationId xmlns:a16="http://schemas.microsoft.com/office/drawing/2014/main" id="{DAE0F6BA-66B8-FC31-8AB8-7C9805197B57}"/>
                    </a:ext>
                  </a:extLst>
                </p:cNvPr>
                <p:cNvSpPr/>
                <p:nvPr/>
              </p:nvSpPr>
              <p:spPr>
                <a:xfrm>
                  <a:off x="5183056" y="390906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5" name="pg1715">
                  <a:extLst>
                    <a:ext uri="{FF2B5EF4-FFF2-40B4-BE49-F238E27FC236}">
                      <a16:creationId xmlns:a16="http://schemas.microsoft.com/office/drawing/2014/main" id="{E65BC33E-DA3C-E6C5-E67D-CECCE3D22D20}"/>
                    </a:ext>
                  </a:extLst>
                </p:cNvPr>
                <p:cNvSpPr/>
                <p:nvPr/>
              </p:nvSpPr>
              <p:spPr>
                <a:xfrm>
                  <a:off x="5055045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6" name="pg1716">
                  <a:extLst>
                    <a:ext uri="{FF2B5EF4-FFF2-40B4-BE49-F238E27FC236}">
                      <a16:creationId xmlns:a16="http://schemas.microsoft.com/office/drawing/2014/main" id="{BA59CD13-E141-6DB3-B5E1-B4717210733E}"/>
                    </a:ext>
                  </a:extLst>
                </p:cNvPr>
                <p:cNvSpPr/>
                <p:nvPr/>
              </p:nvSpPr>
              <p:spPr>
                <a:xfrm>
                  <a:off x="5066683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7" name="pg1717">
                  <a:extLst>
                    <a:ext uri="{FF2B5EF4-FFF2-40B4-BE49-F238E27FC236}">
                      <a16:creationId xmlns:a16="http://schemas.microsoft.com/office/drawing/2014/main" id="{B1A31B3F-5F76-AE89-C3C0-072456F8F935}"/>
                    </a:ext>
                  </a:extLst>
                </p:cNvPr>
                <p:cNvSpPr/>
                <p:nvPr/>
              </p:nvSpPr>
              <p:spPr>
                <a:xfrm>
                  <a:off x="5078320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8" name="pg1718">
                  <a:extLst>
                    <a:ext uri="{FF2B5EF4-FFF2-40B4-BE49-F238E27FC236}">
                      <a16:creationId xmlns:a16="http://schemas.microsoft.com/office/drawing/2014/main" id="{8C725CAE-40B4-9238-9CE0-B94F434BBF76}"/>
                    </a:ext>
                  </a:extLst>
                </p:cNvPr>
                <p:cNvSpPr/>
                <p:nvPr/>
              </p:nvSpPr>
              <p:spPr>
                <a:xfrm>
                  <a:off x="5089957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19" name="pg1719">
                  <a:extLst>
                    <a:ext uri="{FF2B5EF4-FFF2-40B4-BE49-F238E27FC236}">
                      <a16:creationId xmlns:a16="http://schemas.microsoft.com/office/drawing/2014/main" id="{6A5DB39C-9297-1644-769C-8580F8FFD0B0}"/>
                    </a:ext>
                  </a:extLst>
                </p:cNvPr>
                <p:cNvSpPr/>
                <p:nvPr/>
              </p:nvSpPr>
              <p:spPr>
                <a:xfrm>
                  <a:off x="5101595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0" name="pg1720">
                  <a:extLst>
                    <a:ext uri="{FF2B5EF4-FFF2-40B4-BE49-F238E27FC236}">
                      <a16:creationId xmlns:a16="http://schemas.microsoft.com/office/drawing/2014/main" id="{2D0EBA15-3FE3-7FA0-6459-D1F30ACF7E0C}"/>
                    </a:ext>
                  </a:extLst>
                </p:cNvPr>
                <p:cNvSpPr/>
                <p:nvPr/>
              </p:nvSpPr>
              <p:spPr>
                <a:xfrm>
                  <a:off x="5113232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1" name="pg1721">
                  <a:extLst>
                    <a:ext uri="{FF2B5EF4-FFF2-40B4-BE49-F238E27FC236}">
                      <a16:creationId xmlns:a16="http://schemas.microsoft.com/office/drawing/2014/main" id="{73936A75-7F18-8286-1680-9BDB6C4FF087}"/>
                    </a:ext>
                  </a:extLst>
                </p:cNvPr>
                <p:cNvSpPr/>
                <p:nvPr/>
              </p:nvSpPr>
              <p:spPr>
                <a:xfrm>
                  <a:off x="5124869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2" name="pg1722">
                  <a:extLst>
                    <a:ext uri="{FF2B5EF4-FFF2-40B4-BE49-F238E27FC236}">
                      <a16:creationId xmlns:a16="http://schemas.microsoft.com/office/drawing/2014/main" id="{6C501596-8D22-85AD-CA24-8D8CC37A5825}"/>
                    </a:ext>
                  </a:extLst>
                </p:cNvPr>
                <p:cNvSpPr/>
                <p:nvPr/>
              </p:nvSpPr>
              <p:spPr>
                <a:xfrm>
                  <a:off x="5136507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7A9">
                    <a:alpha val="100000"/>
                  </a:srgbClr>
                </a:solidFill>
                <a:ln w="5420" cap="flat">
                  <a:solidFill>
                    <a:srgbClr val="35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3" name="pg1723">
                  <a:extLst>
                    <a:ext uri="{FF2B5EF4-FFF2-40B4-BE49-F238E27FC236}">
                      <a16:creationId xmlns:a16="http://schemas.microsoft.com/office/drawing/2014/main" id="{88B8D83C-4029-30FE-C260-A378A1DAF2BD}"/>
                    </a:ext>
                  </a:extLst>
                </p:cNvPr>
                <p:cNvSpPr/>
                <p:nvPr/>
              </p:nvSpPr>
              <p:spPr>
                <a:xfrm>
                  <a:off x="5148144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4" name="pg1724">
                  <a:extLst>
                    <a:ext uri="{FF2B5EF4-FFF2-40B4-BE49-F238E27FC236}">
                      <a16:creationId xmlns:a16="http://schemas.microsoft.com/office/drawing/2014/main" id="{8528BC28-7BE4-0BB7-A8C2-B9AE6D940511}"/>
                    </a:ext>
                  </a:extLst>
                </p:cNvPr>
                <p:cNvSpPr/>
                <p:nvPr/>
              </p:nvSpPr>
              <p:spPr>
                <a:xfrm>
                  <a:off x="5159781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6A9">
                    <a:alpha val="100000"/>
                  </a:srgbClr>
                </a:solidFill>
                <a:ln w="5420" cap="flat">
                  <a:solidFill>
                    <a:srgbClr val="35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5" name="pg1725">
                  <a:extLst>
                    <a:ext uri="{FF2B5EF4-FFF2-40B4-BE49-F238E27FC236}">
                      <a16:creationId xmlns:a16="http://schemas.microsoft.com/office/drawing/2014/main" id="{1C15D61C-C7A6-0F08-E54D-123A019BDF21}"/>
                    </a:ext>
                  </a:extLst>
                </p:cNvPr>
                <p:cNvSpPr/>
                <p:nvPr/>
              </p:nvSpPr>
              <p:spPr>
                <a:xfrm>
                  <a:off x="5171419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6" name="pg1726">
                  <a:extLst>
                    <a:ext uri="{FF2B5EF4-FFF2-40B4-BE49-F238E27FC236}">
                      <a16:creationId xmlns:a16="http://schemas.microsoft.com/office/drawing/2014/main" id="{A014CD33-500F-C8BF-D06A-F35ED7A86CB8}"/>
                    </a:ext>
                  </a:extLst>
                </p:cNvPr>
                <p:cNvSpPr/>
                <p:nvPr/>
              </p:nvSpPr>
              <p:spPr>
                <a:xfrm>
                  <a:off x="5183056" y="392336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7" name="pg1727">
                  <a:extLst>
                    <a:ext uri="{FF2B5EF4-FFF2-40B4-BE49-F238E27FC236}">
                      <a16:creationId xmlns:a16="http://schemas.microsoft.com/office/drawing/2014/main" id="{3079FE72-16C2-C13A-FE9E-C10F596AEE94}"/>
                    </a:ext>
                  </a:extLst>
                </p:cNvPr>
                <p:cNvSpPr/>
                <p:nvPr/>
              </p:nvSpPr>
              <p:spPr>
                <a:xfrm>
                  <a:off x="5043408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8" name="pg1728">
                  <a:extLst>
                    <a:ext uri="{FF2B5EF4-FFF2-40B4-BE49-F238E27FC236}">
                      <a16:creationId xmlns:a16="http://schemas.microsoft.com/office/drawing/2014/main" id="{4676C773-B15B-440D-5076-FB7D94EA5E78}"/>
                    </a:ext>
                  </a:extLst>
                </p:cNvPr>
                <p:cNvSpPr/>
                <p:nvPr/>
              </p:nvSpPr>
              <p:spPr>
                <a:xfrm>
                  <a:off x="5055045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29" name="pg1729">
                  <a:extLst>
                    <a:ext uri="{FF2B5EF4-FFF2-40B4-BE49-F238E27FC236}">
                      <a16:creationId xmlns:a16="http://schemas.microsoft.com/office/drawing/2014/main" id="{7F98CA14-4955-4801-2D77-C6485F1F234F}"/>
                    </a:ext>
                  </a:extLst>
                </p:cNvPr>
                <p:cNvSpPr/>
                <p:nvPr/>
              </p:nvSpPr>
              <p:spPr>
                <a:xfrm>
                  <a:off x="5066683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0" name="pg1730">
                  <a:extLst>
                    <a:ext uri="{FF2B5EF4-FFF2-40B4-BE49-F238E27FC236}">
                      <a16:creationId xmlns:a16="http://schemas.microsoft.com/office/drawing/2014/main" id="{7617C476-B549-4E6F-0146-876E70A6F0C7}"/>
                    </a:ext>
                  </a:extLst>
                </p:cNvPr>
                <p:cNvSpPr/>
                <p:nvPr/>
              </p:nvSpPr>
              <p:spPr>
                <a:xfrm>
                  <a:off x="5078320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1" name="pg1731">
                  <a:extLst>
                    <a:ext uri="{FF2B5EF4-FFF2-40B4-BE49-F238E27FC236}">
                      <a16:creationId xmlns:a16="http://schemas.microsoft.com/office/drawing/2014/main" id="{7285EF1B-37B9-546F-3D12-81A9CEF221C5}"/>
                    </a:ext>
                  </a:extLst>
                </p:cNvPr>
                <p:cNvSpPr/>
                <p:nvPr/>
              </p:nvSpPr>
              <p:spPr>
                <a:xfrm>
                  <a:off x="5089957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2" name="pg1732">
                  <a:extLst>
                    <a:ext uri="{FF2B5EF4-FFF2-40B4-BE49-F238E27FC236}">
                      <a16:creationId xmlns:a16="http://schemas.microsoft.com/office/drawing/2014/main" id="{F32BA04A-C65C-8FF6-E570-89B203562644}"/>
                    </a:ext>
                  </a:extLst>
                </p:cNvPr>
                <p:cNvSpPr/>
                <p:nvPr/>
              </p:nvSpPr>
              <p:spPr>
                <a:xfrm>
                  <a:off x="5101595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3" name="pg1733">
                  <a:extLst>
                    <a:ext uri="{FF2B5EF4-FFF2-40B4-BE49-F238E27FC236}">
                      <a16:creationId xmlns:a16="http://schemas.microsoft.com/office/drawing/2014/main" id="{B6F59473-2CC3-3866-85B6-060100EA1FC3}"/>
                    </a:ext>
                  </a:extLst>
                </p:cNvPr>
                <p:cNvSpPr/>
                <p:nvPr/>
              </p:nvSpPr>
              <p:spPr>
                <a:xfrm>
                  <a:off x="5113232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4" name="pg1734">
                  <a:extLst>
                    <a:ext uri="{FF2B5EF4-FFF2-40B4-BE49-F238E27FC236}">
                      <a16:creationId xmlns:a16="http://schemas.microsoft.com/office/drawing/2014/main" id="{E2B8D8CD-153F-B57E-1A44-C2C3D6DC1C1D}"/>
                    </a:ext>
                  </a:extLst>
                </p:cNvPr>
                <p:cNvSpPr/>
                <p:nvPr/>
              </p:nvSpPr>
              <p:spPr>
                <a:xfrm>
                  <a:off x="5124869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5" name="pg1735">
                  <a:extLst>
                    <a:ext uri="{FF2B5EF4-FFF2-40B4-BE49-F238E27FC236}">
                      <a16:creationId xmlns:a16="http://schemas.microsoft.com/office/drawing/2014/main" id="{60ACDA03-9C12-2C7A-6D70-C08065127C21}"/>
                    </a:ext>
                  </a:extLst>
                </p:cNvPr>
                <p:cNvSpPr/>
                <p:nvPr/>
              </p:nvSpPr>
              <p:spPr>
                <a:xfrm>
                  <a:off x="5136507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6" name="pg1736">
                  <a:extLst>
                    <a:ext uri="{FF2B5EF4-FFF2-40B4-BE49-F238E27FC236}">
                      <a16:creationId xmlns:a16="http://schemas.microsoft.com/office/drawing/2014/main" id="{8F0BAEA7-51E5-3A9E-456B-07CB2B485612}"/>
                    </a:ext>
                  </a:extLst>
                </p:cNvPr>
                <p:cNvSpPr/>
                <p:nvPr/>
              </p:nvSpPr>
              <p:spPr>
                <a:xfrm>
                  <a:off x="5148144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7" name="pg1737">
                  <a:extLst>
                    <a:ext uri="{FF2B5EF4-FFF2-40B4-BE49-F238E27FC236}">
                      <a16:creationId xmlns:a16="http://schemas.microsoft.com/office/drawing/2014/main" id="{8871DBDB-C944-D641-8F22-F9223B97D448}"/>
                    </a:ext>
                  </a:extLst>
                </p:cNvPr>
                <p:cNvSpPr/>
                <p:nvPr/>
              </p:nvSpPr>
              <p:spPr>
                <a:xfrm>
                  <a:off x="5159781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8" name="pg1738">
                  <a:extLst>
                    <a:ext uri="{FF2B5EF4-FFF2-40B4-BE49-F238E27FC236}">
                      <a16:creationId xmlns:a16="http://schemas.microsoft.com/office/drawing/2014/main" id="{69F9FB58-8C35-0882-360D-AFAACF2DAD6E}"/>
                    </a:ext>
                  </a:extLst>
                </p:cNvPr>
                <p:cNvSpPr/>
                <p:nvPr/>
              </p:nvSpPr>
              <p:spPr>
                <a:xfrm>
                  <a:off x="5171419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39" name="pg1739">
                  <a:extLst>
                    <a:ext uri="{FF2B5EF4-FFF2-40B4-BE49-F238E27FC236}">
                      <a16:creationId xmlns:a16="http://schemas.microsoft.com/office/drawing/2014/main" id="{E5D41063-C817-F165-2698-EFEF764E563D}"/>
                    </a:ext>
                  </a:extLst>
                </p:cNvPr>
                <p:cNvSpPr/>
                <p:nvPr/>
              </p:nvSpPr>
              <p:spPr>
                <a:xfrm>
                  <a:off x="5183056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0" name="pg1740">
                  <a:extLst>
                    <a:ext uri="{FF2B5EF4-FFF2-40B4-BE49-F238E27FC236}">
                      <a16:creationId xmlns:a16="http://schemas.microsoft.com/office/drawing/2014/main" id="{D64443C1-5772-A85C-90B4-F9173A720880}"/>
                    </a:ext>
                  </a:extLst>
                </p:cNvPr>
                <p:cNvSpPr/>
                <p:nvPr/>
              </p:nvSpPr>
              <p:spPr>
                <a:xfrm>
                  <a:off x="5194693" y="39376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1" name="pg1741">
                  <a:extLst>
                    <a:ext uri="{FF2B5EF4-FFF2-40B4-BE49-F238E27FC236}">
                      <a16:creationId xmlns:a16="http://schemas.microsoft.com/office/drawing/2014/main" id="{14312657-F151-F97E-7EF1-FD2EBCFDB270}"/>
                    </a:ext>
                  </a:extLst>
                </p:cNvPr>
                <p:cNvSpPr/>
                <p:nvPr/>
              </p:nvSpPr>
              <p:spPr>
                <a:xfrm>
                  <a:off x="5043408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2" name="pg1742">
                  <a:extLst>
                    <a:ext uri="{FF2B5EF4-FFF2-40B4-BE49-F238E27FC236}">
                      <a16:creationId xmlns:a16="http://schemas.microsoft.com/office/drawing/2014/main" id="{4B335658-BB98-4E04-1447-B9EC0AB62670}"/>
                    </a:ext>
                  </a:extLst>
                </p:cNvPr>
                <p:cNvSpPr/>
                <p:nvPr/>
              </p:nvSpPr>
              <p:spPr>
                <a:xfrm>
                  <a:off x="5055045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3" name="pg1743">
                  <a:extLst>
                    <a:ext uri="{FF2B5EF4-FFF2-40B4-BE49-F238E27FC236}">
                      <a16:creationId xmlns:a16="http://schemas.microsoft.com/office/drawing/2014/main" id="{4E5B9689-99CA-AF50-8B78-7D0F3B01E439}"/>
                    </a:ext>
                  </a:extLst>
                </p:cNvPr>
                <p:cNvSpPr/>
                <p:nvPr/>
              </p:nvSpPr>
              <p:spPr>
                <a:xfrm>
                  <a:off x="5066683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4" name="pg1744">
                  <a:extLst>
                    <a:ext uri="{FF2B5EF4-FFF2-40B4-BE49-F238E27FC236}">
                      <a16:creationId xmlns:a16="http://schemas.microsoft.com/office/drawing/2014/main" id="{7A0BDDB3-98FA-75B9-FBAF-E45366A9872B}"/>
                    </a:ext>
                  </a:extLst>
                </p:cNvPr>
                <p:cNvSpPr/>
                <p:nvPr/>
              </p:nvSpPr>
              <p:spPr>
                <a:xfrm>
                  <a:off x="5078320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5" name="pg1745">
                  <a:extLst>
                    <a:ext uri="{FF2B5EF4-FFF2-40B4-BE49-F238E27FC236}">
                      <a16:creationId xmlns:a16="http://schemas.microsoft.com/office/drawing/2014/main" id="{18C40E09-556A-0920-2D2C-C484FBA56027}"/>
                    </a:ext>
                  </a:extLst>
                </p:cNvPr>
                <p:cNvSpPr/>
                <p:nvPr/>
              </p:nvSpPr>
              <p:spPr>
                <a:xfrm>
                  <a:off x="5089957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6" name="pg1746">
                  <a:extLst>
                    <a:ext uri="{FF2B5EF4-FFF2-40B4-BE49-F238E27FC236}">
                      <a16:creationId xmlns:a16="http://schemas.microsoft.com/office/drawing/2014/main" id="{D7EA9656-7708-4C00-2485-F453E6B86C41}"/>
                    </a:ext>
                  </a:extLst>
                </p:cNvPr>
                <p:cNvSpPr/>
                <p:nvPr/>
              </p:nvSpPr>
              <p:spPr>
                <a:xfrm>
                  <a:off x="5101595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7" name="pg1747">
                  <a:extLst>
                    <a:ext uri="{FF2B5EF4-FFF2-40B4-BE49-F238E27FC236}">
                      <a16:creationId xmlns:a16="http://schemas.microsoft.com/office/drawing/2014/main" id="{12E5B7DC-8CC3-9553-921E-F4E561F42C98}"/>
                    </a:ext>
                  </a:extLst>
                </p:cNvPr>
                <p:cNvSpPr/>
                <p:nvPr/>
              </p:nvSpPr>
              <p:spPr>
                <a:xfrm>
                  <a:off x="5113232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8" name="pg1748">
                  <a:extLst>
                    <a:ext uri="{FF2B5EF4-FFF2-40B4-BE49-F238E27FC236}">
                      <a16:creationId xmlns:a16="http://schemas.microsoft.com/office/drawing/2014/main" id="{2B6E0405-7A80-AE3B-1DFF-864A002B7D63}"/>
                    </a:ext>
                  </a:extLst>
                </p:cNvPr>
                <p:cNvSpPr/>
                <p:nvPr/>
              </p:nvSpPr>
              <p:spPr>
                <a:xfrm>
                  <a:off x="5124869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49" name="pg1749">
                  <a:extLst>
                    <a:ext uri="{FF2B5EF4-FFF2-40B4-BE49-F238E27FC236}">
                      <a16:creationId xmlns:a16="http://schemas.microsoft.com/office/drawing/2014/main" id="{2C4EE1EC-2326-6486-5CA7-7FE10C5012BB}"/>
                    </a:ext>
                  </a:extLst>
                </p:cNvPr>
                <p:cNvSpPr/>
                <p:nvPr/>
              </p:nvSpPr>
              <p:spPr>
                <a:xfrm>
                  <a:off x="5136507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0" name="pg1750">
                  <a:extLst>
                    <a:ext uri="{FF2B5EF4-FFF2-40B4-BE49-F238E27FC236}">
                      <a16:creationId xmlns:a16="http://schemas.microsoft.com/office/drawing/2014/main" id="{4782755A-B68D-6DCF-D086-44CDA616A30E}"/>
                    </a:ext>
                  </a:extLst>
                </p:cNvPr>
                <p:cNvSpPr/>
                <p:nvPr/>
              </p:nvSpPr>
              <p:spPr>
                <a:xfrm>
                  <a:off x="5148144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1" name="pg1751">
                  <a:extLst>
                    <a:ext uri="{FF2B5EF4-FFF2-40B4-BE49-F238E27FC236}">
                      <a16:creationId xmlns:a16="http://schemas.microsoft.com/office/drawing/2014/main" id="{2DA5D276-AB23-9B22-8EF5-57CEA5EFCDFA}"/>
                    </a:ext>
                  </a:extLst>
                </p:cNvPr>
                <p:cNvSpPr/>
                <p:nvPr/>
              </p:nvSpPr>
              <p:spPr>
                <a:xfrm>
                  <a:off x="5159781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2" name="pg1752">
                  <a:extLst>
                    <a:ext uri="{FF2B5EF4-FFF2-40B4-BE49-F238E27FC236}">
                      <a16:creationId xmlns:a16="http://schemas.microsoft.com/office/drawing/2014/main" id="{070937E5-5B2A-2EA1-4160-F32FB7BB9442}"/>
                    </a:ext>
                  </a:extLst>
                </p:cNvPr>
                <p:cNvSpPr/>
                <p:nvPr/>
              </p:nvSpPr>
              <p:spPr>
                <a:xfrm>
                  <a:off x="5171419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3" name="pg1753">
                  <a:extLst>
                    <a:ext uri="{FF2B5EF4-FFF2-40B4-BE49-F238E27FC236}">
                      <a16:creationId xmlns:a16="http://schemas.microsoft.com/office/drawing/2014/main" id="{876B189B-D4A2-D54E-4F19-1852B760BB16}"/>
                    </a:ext>
                  </a:extLst>
                </p:cNvPr>
                <p:cNvSpPr/>
                <p:nvPr/>
              </p:nvSpPr>
              <p:spPr>
                <a:xfrm>
                  <a:off x="5183056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4" name="pg1754">
                  <a:extLst>
                    <a:ext uri="{FF2B5EF4-FFF2-40B4-BE49-F238E27FC236}">
                      <a16:creationId xmlns:a16="http://schemas.microsoft.com/office/drawing/2014/main" id="{AEA4A383-B804-6D14-06C2-D480E4AA8149}"/>
                    </a:ext>
                  </a:extLst>
                </p:cNvPr>
                <p:cNvSpPr/>
                <p:nvPr/>
              </p:nvSpPr>
              <p:spPr>
                <a:xfrm>
                  <a:off x="5194693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5" name="pg1755">
                  <a:extLst>
                    <a:ext uri="{FF2B5EF4-FFF2-40B4-BE49-F238E27FC236}">
                      <a16:creationId xmlns:a16="http://schemas.microsoft.com/office/drawing/2014/main" id="{12F676E1-AD4E-AC16-EB1A-8023860D0D4A}"/>
                    </a:ext>
                  </a:extLst>
                </p:cNvPr>
                <p:cNvSpPr/>
                <p:nvPr/>
              </p:nvSpPr>
              <p:spPr>
                <a:xfrm>
                  <a:off x="5206331" y="395196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6" name="pg1756">
                  <a:extLst>
                    <a:ext uri="{FF2B5EF4-FFF2-40B4-BE49-F238E27FC236}">
                      <a16:creationId xmlns:a16="http://schemas.microsoft.com/office/drawing/2014/main" id="{1711DBCA-3EB8-E225-13FD-5F3BD04A8AB4}"/>
                    </a:ext>
                  </a:extLst>
                </p:cNvPr>
                <p:cNvSpPr/>
                <p:nvPr/>
              </p:nvSpPr>
              <p:spPr>
                <a:xfrm>
                  <a:off x="5043408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7" name="pg1757">
                  <a:extLst>
                    <a:ext uri="{FF2B5EF4-FFF2-40B4-BE49-F238E27FC236}">
                      <a16:creationId xmlns:a16="http://schemas.microsoft.com/office/drawing/2014/main" id="{B765B3D5-70D3-86FA-01C7-EBA800E60386}"/>
                    </a:ext>
                  </a:extLst>
                </p:cNvPr>
                <p:cNvSpPr/>
                <p:nvPr/>
              </p:nvSpPr>
              <p:spPr>
                <a:xfrm>
                  <a:off x="5055045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8" name="pg1758">
                  <a:extLst>
                    <a:ext uri="{FF2B5EF4-FFF2-40B4-BE49-F238E27FC236}">
                      <a16:creationId xmlns:a16="http://schemas.microsoft.com/office/drawing/2014/main" id="{E14D0592-D72D-7A62-7323-292E9CCE851D}"/>
                    </a:ext>
                  </a:extLst>
                </p:cNvPr>
                <p:cNvSpPr/>
                <p:nvPr/>
              </p:nvSpPr>
              <p:spPr>
                <a:xfrm>
                  <a:off x="5066683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59" name="pg1759">
                  <a:extLst>
                    <a:ext uri="{FF2B5EF4-FFF2-40B4-BE49-F238E27FC236}">
                      <a16:creationId xmlns:a16="http://schemas.microsoft.com/office/drawing/2014/main" id="{5B2B0B57-EC15-DB55-7BB8-BE9DFDFA2EF1}"/>
                    </a:ext>
                  </a:extLst>
                </p:cNvPr>
                <p:cNvSpPr/>
                <p:nvPr/>
              </p:nvSpPr>
              <p:spPr>
                <a:xfrm>
                  <a:off x="5078320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0" name="pg1760">
                  <a:extLst>
                    <a:ext uri="{FF2B5EF4-FFF2-40B4-BE49-F238E27FC236}">
                      <a16:creationId xmlns:a16="http://schemas.microsoft.com/office/drawing/2014/main" id="{CA6A5B97-6053-EA33-01D7-41727F2B400A}"/>
                    </a:ext>
                  </a:extLst>
                </p:cNvPr>
                <p:cNvSpPr/>
                <p:nvPr/>
              </p:nvSpPr>
              <p:spPr>
                <a:xfrm>
                  <a:off x="5089957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1" name="pg1761">
                  <a:extLst>
                    <a:ext uri="{FF2B5EF4-FFF2-40B4-BE49-F238E27FC236}">
                      <a16:creationId xmlns:a16="http://schemas.microsoft.com/office/drawing/2014/main" id="{282D7A7A-85B0-8693-8543-4C496D400EEB}"/>
                    </a:ext>
                  </a:extLst>
                </p:cNvPr>
                <p:cNvSpPr/>
                <p:nvPr/>
              </p:nvSpPr>
              <p:spPr>
                <a:xfrm>
                  <a:off x="5101595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2" name="pg1762">
                  <a:extLst>
                    <a:ext uri="{FF2B5EF4-FFF2-40B4-BE49-F238E27FC236}">
                      <a16:creationId xmlns:a16="http://schemas.microsoft.com/office/drawing/2014/main" id="{E8D05424-B0C4-CCC4-0250-E0A380BAFA14}"/>
                    </a:ext>
                  </a:extLst>
                </p:cNvPr>
                <p:cNvSpPr/>
                <p:nvPr/>
              </p:nvSpPr>
              <p:spPr>
                <a:xfrm>
                  <a:off x="5113232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3" name="pg1763">
                  <a:extLst>
                    <a:ext uri="{FF2B5EF4-FFF2-40B4-BE49-F238E27FC236}">
                      <a16:creationId xmlns:a16="http://schemas.microsoft.com/office/drawing/2014/main" id="{C87508BE-FF41-15E8-6F9B-9231AFC7E264}"/>
                    </a:ext>
                  </a:extLst>
                </p:cNvPr>
                <p:cNvSpPr/>
                <p:nvPr/>
              </p:nvSpPr>
              <p:spPr>
                <a:xfrm>
                  <a:off x="5124869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4" name="pg1764">
                  <a:extLst>
                    <a:ext uri="{FF2B5EF4-FFF2-40B4-BE49-F238E27FC236}">
                      <a16:creationId xmlns:a16="http://schemas.microsoft.com/office/drawing/2014/main" id="{FC79F029-E4BA-4129-2C90-9F512AFB8599}"/>
                    </a:ext>
                  </a:extLst>
                </p:cNvPr>
                <p:cNvSpPr/>
                <p:nvPr/>
              </p:nvSpPr>
              <p:spPr>
                <a:xfrm>
                  <a:off x="5136507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5" name="pg1765">
                  <a:extLst>
                    <a:ext uri="{FF2B5EF4-FFF2-40B4-BE49-F238E27FC236}">
                      <a16:creationId xmlns:a16="http://schemas.microsoft.com/office/drawing/2014/main" id="{4BDAABF6-84BD-38BE-7FF6-D106F4E2AE61}"/>
                    </a:ext>
                  </a:extLst>
                </p:cNvPr>
                <p:cNvSpPr/>
                <p:nvPr/>
              </p:nvSpPr>
              <p:spPr>
                <a:xfrm>
                  <a:off x="5148144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6" name="pg1766">
                  <a:extLst>
                    <a:ext uri="{FF2B5EF4-FFF2-40B4-BE49-F238E27FC236}">
                      <a16:creationId xmlns:a16="http://schemas.microsoft.com/office/drawing/2014/main" id="{EE88AE91-8DFE-98E3-CE13-236973B91F9E}"/>
                    </a:ext>
                  </a:extLst>
                </p:cNvPr>
                <p:cNvSpPr/>
                <p:nvPr/>
              </p:nvSpPr>
              <p:spPr>
                <a:xfrm>
                  <a:off x="5159781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7" name="pg1767">
                  <a:extLst>
                    <a:ext uri="{FF2B5EF4-FFF2-40B4-BE49-F238E27FC236}">
                      <a16:creationId xmlns:a16="http://schemas.microsoft.com/office/drawing/2014/main" id="{7EA01241-39A2-A557-9A9B-1EB4A0AB2029}"/>
                    </a:ext>
                  </a:extLst>
                </p:cNvPr>
                <p:cNvSpPr/>
                <p:nvPr/>
              </p:nvSpPr>
              <p:spPr>
                <a:xfrm>
                  <a:off x="5171419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8" name="pg1768">
                  <a:extLst>
                    <a:ext uri="{FF2B5EF4-FFF2-40B4-BE49-F238E27FC236}">
                      <a16:creationId xmlns:a16="http://schemas.microsoft.com/office/drawing/2014/main" id="{8DB555FE-77B0-644C-ED6A-557FF923E36E}"/>
                    </a:ext>
                  </a:extLst>
                </p:cNvPr>
                <p:cNvSpPr/>
                <p:nvPr/>
              </p:nvSpPr>
              <p:spPr>
                <a:xfrm>
                  <a:off x="5183056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69" name="pg1769">
                  <a:extLst>
                    <a:ext uri="{FF2B5EF4-FFF2-40B4-BE49-F238E27FC236}">
                      <a16:creationId xmlns:a16="http://schemas.microsoft.com/office/drawing/2014/main" id="{6F70BADA-7B96-6158-4EF3-3A93ABBC19F5}"/>
                    </a:ext>
                  </a:extLst>
                </p:cNvPr>
                <p:cNvSpPr/>
                <p:nvPr/>
              </p:nvSpPr>
              <p:spPr>
                <a:xfrm>
                  <a:off x="5194693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0" name="pg1770">
                  <a:extLst>
                    <a:ext uri="{FF2B5EF4-FFF2-40B4-BE49-F238E27FC236}">
                      <a16:creationId xmlns:a16="http://schemas.microsoft.com/office/drawing/2014/main" id="{F9984D6A-B460-7567-4B56-EE992B4EC1F9}"/>
                    </a:ext>
                  </a:extLst>
                </p:cNvPr>
                <p:cNvSpPr/>
                <p:nvPr/>
              </p:nvSpPr>
              <p:spPr>
                <a:xfrm>
                  <a:off x="5206331" y="39662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1" name="pg1771">
                  <a:extLst>
                    <a:ext uri="{FF2B5EF4-FFF2-40B4-BE49-F238E27FC236}">
                      <a16:creationId xmlns:a16="http://schemas.microsoft.com/office/drawing/2014/main" id="{0E8C6348-29A5-454A-B9F1-C5FAC98B3914}"/>
                    </a:ext>
                  </a:extLst>
                </p:cNvPr>
                <p:cNvSpPr/>
                <p:nvPr/>
              </p:nvSpPr>
              <p:spPr>
                <a:xfrm>
                  <a:off x="5043408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2" name="pg1772">
                  <a:extLst>
                    <a:ext uri="{FF2B5EF4-FFF2-40B4-BE49-F238E27FC236}">
                      <a16:creationId xmlns:a16="http://schemas.microsoft.com/office/drawing/2014/main" id="{5A1D119E-C74D-AC4A-CEEB-507ADDF078CE}"/>
                    </a:ext>
                  </a:extLst>
                </p:cNvPr>
                <p:cNvSpPr/>
                <p:nvPr/>
              </p:nvSpPr>
              <p:spPr>
                <a:xfrm>
                  <a:off x="5055045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3" name="pg1773">
                  <a:extLst>
                    <a:ext uri="{FF2B5EF4-FFF2-40B4-BE49-F238E27FC236}">
                      <a16:creationId xmlns:a16="http://schemas.microsoft.com/office/drawing/2014/main" id="{B79AF50C-56E7-1F51-281E-A84D7E1B168A}"/>
                    </a:ext>
                  </a:extLst>
                </p:cNvPr>
                <p:cNvSpPr/>
                <p:nvPr/>
              </p:nvSpPr>
              <p:spPr>
                <a:xfrm>
                  <a:off x="5066683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4" name="pg1774">
                  <a:extLst>
                    <a:ext uri="{FF2B5EF4-FFF2-40B4-BE49-F238E27FC236}">
                      <a16:creationId xmlns:a16="http://schemas.microsoft.com/office/drawing/2014/main" id="{DCC36A94-6BAC-A36F-A38A-74560FC8004A}"/>
                    </a:ext>
                  </a:extLst>
                </p:cNvPr>
                <p:cNvSpPr/>
                <p:nvPr/>
              </p:nvSpPr>
              <p:spPr>
                <a:xfrm>
                  <a:off x="5078320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5" name="pg1775">
                  <a:extLst>
                    <a:ext uri="{FF2B5EF4-FFF2-40B4-BE49-F238E27FC236}">
                      <a16:creationId xmlns:a16="http://schemas.microsoft.com/office/drawing/2014/main" id="{9E53AE55-9262-B296-145D-AC37DEBE3925}"/>
                    </a:ext>
                  </a:extLst>
                </p:cNvPr>
                <p:cNvSpPr/>
                <p:nvPr/>
              </p:nvSpPr>
              <p:spPr>
                <a:xfrm>
                  <a:off x="5089957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6" name="pg1776">
                  <a:extLst>
                    <a:ext uri="{FF2B5EF4-FFF2-40B4-BE49-F238E27FC236}">
                      <a16:creationId xmlns:a16="http://schemas.microsoft.com/office/drawing/2014/main" id="{D3A1C622-2BC0-B14A-9791-A78FCE50CBF6}"/>
                    </a:ext>
                  </a:extLst>
                </p:cNvPr>
                <p:cNvSpPr/>
                <p:nvPr/>
              </p:nvSpPr>
              <p:spPr>
                <a:xfrm>
                  <a:off x="5101595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7" name="pg1777">
                  <a:extLst>
                    <a:ext uri="{FF2B5EF4-FFF2-40B4-BE49-F238E27FC236}">
                      <a16:creationId xmlns:a16="http://schemas.microsoft.com/office/drawing/2014/main" id="{FA927C9B-632B-24A5-82DB-7FA958D7E7B6}"/>
                    </a:ext>
                  </a:extLst>
                </p:cNvPr>
                <p:cNvSpPr/>
                <p:nvPr/>
              </p:nvSpPr>
              <p:spPr>
                <a:xfrm>
                  <a:off x="5113232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8" name="pg1778">
                  <a:extLst>
                    <a:ext uri="{FF2B5EF4-FFF2-40B4-BE49-F238E27FC236}">
                      <a16:creationId xmlns:a16="http://schemas.microsoft.com/office/drawing/2014/main" id="{598DED51-005D-3507-3B33-347809BB0325}"/>
                    </a:ext>
                  </a:extLst>
                </p:cNvPr>
                <p:cNvSpPr/>
                <p:nvPr/>
              </p:nvSpPr>
              <p:spPr>
                <a:xfrm>
                  <a:off x="5124869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79" name="pg1779">
                  <a:extLst>
                    <a:ext uri="{FF2B5EF4-FFF2-40B4-BE49-F238E27FC236}">
                      <a16:creationId xmlns:a16="http://schemas.microsoft.com/office/drawing/2014/main" id="{08E26A97-B1DE-3DC0-C2BC-0F22741F7AC6}"/>
                    </a:ext>
                  </a:extLst>
                </p:cNvPr>
                <p:cNvSpPr/>
                <p:nvPr/>
              </p:nvSpPr>
              <p:spPr>
                <a:xfrm>
                  <a:off x="5136507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0" name="pg1780">
                  <a:extLst>
                    <a:ext uri="{FF2B5EF4-FFF2-40B4-BE49-F238E27FC236}">
                      <a16:creationId xmlns:a16="http://schemas.microsoft.com/office/drawing/2014/main" id="{68D4359F-1680-D16F-8B1D-1133946CB9F0}"/>
                    </a:ext>
                  </a:extLst>
                </p:cNvPr>
                <p:cNvSpPr/>
                <p:nvPr/>
              </p:nvSpPr>
              <p:spPr>
                <a:xfrm>
                  <a:off x="5148144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1" name="pg1781">
                  <a:extLst>
                    <a:ext uri="{FF2B5EF4-FFF2-40B4-BE49-F238E27FC236}">
                      <a16:creationId xmlns:a16="http://schemas.microsoft.com/office/drawing/2014/main" id="{5A13A0B9-D0F9-54ED-6799-D1FCE4292C20}"/>
                    </a:ext>
                  </a:extLst>
                </p:cNvPr>
                <p:cNvSpPr/>
                <p:nvPr/>
              </p:nvSpPr>
              <p:spPr>
                <a:xfrm>
                  <a:off x="5159781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2" name="pg1782">
                  <a:extLst>
                    <a:ext uri="{FF2B5EF4-FFF2-40B4-BE49-F238E27FC236}">
                      <a16:creationId xmlns:a16="http://schemas.microsoft.com/office/drawing/2014/main" id="{5D88E8DF-DA3C-894B-0D91-96274CB007C0}"/>
                    </a:ext>
                  </a:extLst>
                </p:cNvPr>
                <p:cNvSpPr/>
                <p:nvPr/>
              </p:nvSpPr>
              <p:spPr>
                <a:xfrm>
                  <a:off x="5171419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3" name="pg1783">
                  <a:extLst>
                    <a:ext uri="{FF2B5EF4-FFF2-40B4-BE49-F238E27FC236}">
                      <a16:creationId xmlns:a16="http://schemas.microsoft.com/office/drawing/2014/main" id="{FD3FC9A3-FB53-E90A-63C5-95FBF055E1A5}"/>
                    </a:ext>
                  </a:extLst>
                </p:cNvPr>
                <p:cNvSpPr/>
                <p:nvPr/>
              </p:nvSpPr>
              <p:spPr>
                <a:xfrm>
                  <a:off x="5183056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4" name="pg1784">
                  <a:extLst>
                    <a:ext uri="{FF2B5EF4-FFF2-40B4-BE49-F238E27FC236}">
                      <a16:creationId xmlns:a16="http://schemas.microsoft.com/office/drawing/2014/main" id="{F5D6B01A-9C60-7EC3-2E5E-E8F9CC05C910}"/>
                    </a:ext>
                  </a:extLst>
                </p:cNvPr>
                <p:cNvSpPr/>
                <p:nvPr/>
              </p:nvSpPr>
              <p:spPr>
                <a:xfrm>
                  <a:off x="5194693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5" name="pg1785">
                  <a:extLst>
                    <a:ext uri="{FF2B5EF4-FFF2-40B4-BE49-F238E27FC236}">
                      <a16:creationId xmlns:a16="http://schemas.microsoft.com/office/drawing/2014/main" id="{29CDCFD9-DE85-365E-31BC-A175E247727A}"/>
                    </a:ext>
                  </a:extLst>
                </p:cNvPr>
                <p:cNvSpPr/>
                <p:nvPr/>
              </p:nvSpPr>
              <p:spPr>
                <a:xfrm>
                  <a:off x="5206331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6" name="pg1786">
                  <a:extLst>
                    <a:ext uri="{FF2B5EF4-FFF2-40B4-BE49-F238E27FC236}">
                      <a16:creationId xmlns:a16="http://schemas.microsoft.com/office/drawing/2014/main" id="{DB7708C8-276C-1560-7EF0-5A9B3BEB06E5}"/>
                    </a:ext>
                  </a:extLst>
                </p:cNvPr>
                <p:cNvSpPr/>
                <p:nvPr/>
              </p:nvSpPr>
              <p:spPr>
                <a:xfrm>
                  <a:off x="5217968" y="398056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7" name="pg1787">
                  <a:extLst>
                    <a:ext uri="{FF2B5EF4-FFF2-40B4-BE49-F238E27FC236}">
                      <a16:creationId xmlns:a16="http://schemas.microsoft.com/office/drawing/2014/main" id="{4AB6AE49-359A-D199-A787-D9FD6C90A699}"/>
                    </a:ext>
                  </a:extLst>
                </p:cNvPr>
                <p:cNvSpPr/>
                <p:nvPr/>
              </p:nvSpPr>
              <p:spPr>
                <a:xfrm>
                  <a:off x="5055045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8" name="pg1788">
                  <a:extLst>
                    <a:ext uri="{FF2B5EF4-FFF2-40B4-BE49-F238E27FC236}">
                      <a16:creationId xmlns:a16="http://schemas.microsoft.com/office/drawing/2014/main" id="{1E2038A1-0B86-394F-966C-3B6A46BC6427}"/>
                    </a:ext>
                  </a:extLst>
                </p:cNvPr>
                <p:cNvSpPr/>
                <p:nvPr/>
              </p:nvSpPr>
              <p:spPr>
                <a:xfrm>
                  <a:off x="5066683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89" name="pg1789">
                  <a:extLst>
                    <a:ext uri="{FF2B5EF4-FFF2-40B4-BE49-F238E27FC236}">
                      <a16:creationId xmlns:a16="http://schemas.microsoft.com/office/drawing/2014/main" id="{394EE3A8-EA96-0B35-7D92-28D7D61BBA63}"/>
                    </a:ext>
                  </a:extLst>
                </p:cNvPr>
                <p:cNvSpPr/>
                <p:nvPr/>
              </p:nvSpPr>
              <p:spPr>
                <a:xfrm>
                  <a:off x="5078320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0" name="pg1790">
                  <a:extLst>
                    <a:ext uri="{FF2B5EF4-FFF2-40B4-BE49-F238E27FC236}">
                      <a16:creationId xmlns:a16="http://schemas.microsoft.com/office/drawing/2014/main" id="{38D5275B-B079-E348-0499-8DFC5FC0A00B}"/>
                    </a:ext>
                  </a:extLst>
                </p:cNvPr>
                <p:cNvSpPr/>
                <p:nvPr/>
              </p:nvSpPr>
              <p:spPr>
                <a:xfrm>
                  <a:off x="5089957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1" name="pg1791">
                  <a:extLst>
                    <a:ext uri="{FF2B5EF4-FFF2-40B4-BE49-F238E27FC236}">
                      <a16:creationId xmlns:a16="http://schemas.microsoft.com/office/drawing/2014/main" id="{70B3B1A8-B26B-F1B8-F504-AA9A31FC190A}"/>
                    </a:ext>
                  </a:extLst>
                </p:cNvPr>
                <p:cNvSpPr/>
                <p:nvPr/>
              </p:nvSpPr>
              <p:spPr>
                <a:xfrm>
                  <a:off x="5101595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2" name="pg1792">
                  <a:extLst>
                    <a:ext uri="{FF2B5EF4-FFF2-40B4-BE49-F238E27FC236}">
                      <a16:creationId xmlns:a16="http://schemas.microsoft.com/office/drawing/2014/main" id="{C3FAA210-7C33-22FE-D550-613A5DDB49B6}"/>
                    </a:ext>
                  </a:extLst>
                </p:cNvPr>
                <p:cNvSpPr/>
                <p:nvPr/>
              </p:nvSpPr>
              <p:spPr>
                <a:xfrm>
                  <a:off x="5113232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3" name="pg1793">
                  <a:extLst>
                    <a:ext uri="{FF2B5EF4-FFF2-40B4-BE49-F238E27FC236}">
                      <a16:creationId xmlns:a16="http://schemas.microsoft.com/office/drawing/2014/main" id="{35487CA8-484F-1D55-93C6-6BD0F3699DC3}"/>
                    </a:ext>
                  </a:extLst>
                </p:cNvPr>
                <p:cNvSpPr/>
                <p:nvPr/>
              </p:nvSpPr>
              <p:spPr>
                <a:xfrm>
                  <a:off x="5124869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4" name="pg1794">
                  <a:extLst>
                    <a:ext uri="{FF2B5EF4-FFF2-40B4-BE49-F238E27FC236}">
                      <a16:creationId xmlns:a16="http://schemas.microsoft.com/office/drawing/2014/main" id="{0C115CD5-68B4-9B15-1093-1B6350EE8E59}"/>
                    </a:ext>
                  </a:extLst>
                </p:cNvPr>
                <p:cNvSpPr/>
                <p:nvPr/>
              </p:nvSpPr>
              <p:spPr>
                <a:xfrm>
                  <a:off x="5136507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5" name="pg1795">
                  <a:extLst>
                    <a:ext uri="{FF2B5EF4-FFF2-40B4-BE49-F238E27FC236}">
                      <a16:creationId xmlns:a16="http://schemas.microsoft.com/office/drawing/2014/main" id="{05A62E3D-BE13-F001-97BB-20862F6BA5CB}"/>
                    </a:ext>
                  </a:extLst>
                </p:cNvPr>
                <p:cNvSpPr/>
                <p:nvPr/>
              </p:nvSpPr>
              <p:spPr>
                <a:xfrm>
                  <a:off x="5148144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6" name="pg1796">
                  <a:extLst>
                    <a:ext uri="{FF2B5EF4-FFF2-40B4-BE49-F238E27FC236}">
                      <a16:creationId xmlns:a16="http://schemas.microsoft.com/office/drawing/2014/main" id="{DA357BF5-D78A-C36D-DAF9-16946857B3F8}"/>
                    </a:ext>
                  </a:extLst>
                </p:cNvPr>
                <p:cNvSpPr/>
                <p:nvPr/>
              </p:nvSpPr>
              <p:spPr>
                <a:xfrm>
                  <a:off x="5159781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7" name="pg1797">
                  <a:extLst>
                    <a:ext uri="{FF2B5EF4-FFF2-40B4-BE49-F238E27FC236}">
                      <a16:creationId xmlns:a16="http://schemas.microsoft.com/office/drawing/2014/main" id="{FA28239F-451C-08DC-C73E-B2228BA45120}"/>
                    </a:ext>
                  </a:extLst>
                </p:cNvPr>
                <p:cNvSpPr/>
                <p:nvPr/>
              </p:nvSpPr>
              <p:spPr>
                <a:xfrm>
                  <a:off x="5171419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8" name="pg1798">
                  <a:extLst>
                    <a:ext uri="{FF2B5EF4-FFF2-40B4-BE49-F238E27FC236}">
                      <a16:creationId xmlns:a16="http://schemas.microsoft.com/office/drawing/2014/main" id="{79BC8000-601B-DE3F-72B2-91CDDF706E68}"/>
                    </a:ext>
                  </a:extLst>
                </p:cNvPr>
                <p:cNvSpPr/>
                <p:nvPr/>
              </p:nvSpPr>
              <p:spPr>
                <a:xfrm>
                  <a:off x="5183056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799" name="pg1799">
                  <a:extLst>
                    <a:ext uri="{FF2B5EF4-FFF2-40B4-BE49-F238E27FC236}">
                      <a16:creationId xmlns:a16="http://schemas.microsoft.com/office/drawing/2014/main" id="{79FE0618-06D9-1157-B1DE-0D256862F757}"/>
                    </a:ext>
                  </a:extLst>
                </p:cNvPr>
                <p:cNvSpPr/>
                <p:nvPr/>
              </p:nvSpPr>
              <p:spPr>
                <a:xfrm>
                  <a:off x="5194693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0" name="pg1800">
                  <a:extLst>
                    <a:ext uri="{FF2B5EF4-FFF2-40B4-BE49-F238E27FC236}">
                      <a16:creationId xmlns:a16="http://schemas.microsoft.com/office/drawing/2014/main" id="{1BF400DA-23A2-F02A-E459-C329A7DB8999}"/>
                    </a:ext>
                  </a:extLst>
                </p:cNvPr>
                <p:cNvSpPr/>
                <p:nvPr/>
              </p:nvSpPr>
              <p:spPr>
                <a:xfrm>
                  <a:off x="5206331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1" name="pg1801">
                  <a:extLst>
                    <a:ext uri="{FF2B5EF4-FFF2-40B4-BE49-F238E27FC236}">
                      <a16:creationId xmlns:a16="http://schemas.microsoft.com/office/drawing/2014/main" id="{54843BF2-A921-E173-5293-D2FA8B77986C}"/>
                    </a:ext>
                  </a:extLst>
                </p:cNvPr>
                <p:cNvSpPr/>
                <p:nvPr/>
              </p:nvSpPr>
              <p:spPr>
                <a:xfrm>
                  <a:off x="5217968" y="399486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2" name="pg1802">
                  <a:extLst>
                    <a:ext uri="{FF2B5EF4-FFF2-40B4-BE49-F238E27FC236}">
                      <a16:creationId xmlns:a16="http://schemas.microsoft.com/office/drawing/2014/main" id="{C22871B8-F15B-6AD0-1FE1-C9E21485E56F}"/>
                    </a:ext>
                  </a:extLst>
                </p:cNvPr>
                <p:cNvSpPr/>
                <p:nvPr/>
              </p:nvSpPr>
              <p:spPr>
                <a:xfrm>
                  <a:off x="5020133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3" name="pg1803">
                  <a:extLst>
                    <a:ext uri="{FF2B5EF4-FFF2-40B4-BE49-F238E27FC236}">
                      <a16:creationId xmlns:a16="http://schemas.microsoft.com/office/drawing/2014/main" id="{418BE136-5710-8BFF-0A15-03E386DE2E09}"/>
                    </a:ext>
                  </a:extLst>
                </p:cNvPr>
                <p:cNvSpPr/>
                <p:nvPr/>
              </p:nvSpPr>
              <p:spPr>
                <a:xfrm>
                  <a:off x="5031771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4" name="pg1804">
                  <a:extLst>
                    <a:ext uri="{FF2B5EF4-FFF2-40B4-BE49-F238E27FC236}">
                      <a16:creationId xmlns:a16="http://schemas.microsoft.com/office/drawing/2014/main" id="{A7C0D093-6A6E-77D4-EB60-F65E91AD9F51}"/>
                    </a:ext>
                  </a:extLst>
                </p:cNvPr>
                <p:cNvSpPr/>
                <p:nvPr/>
              </p:nvSpPr>
              <p:spPr>
                <a:xfrm>
                  <a:off x="5043408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5" name="pg1805">
                  <a:extLst>
                    <a:ext uri="{FF2B5EF4-FFF2-40B4-BE49-F238E27FC236}">
                      <a16:creationId xmlns:a16="http://schemas.microsoft.com/office/drawing/2014/main" id="{68B972CC-AF2A-E10A-43E8-8A0810069274}"/>
                    </a:ext>
                  </a:extLst>
                </p:cNvPr>
                <p:cNvSpPr/>
                <p:nvPr/>
              </p:nvSpPr>
              <p:spPr>
                <a:xfrm>
                  <a:off x="5055045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6" name="pg1806">
                  <a:extLst>
                    <a:ext uri="{FF2B5EF4-FFF2-40B4-BE49-F238E27FC236}">
                      <a16:creationId xmlns:a16="http://schemas.microsoft.com/office/drawing/2014/main" id="{1C50FDA3-EE01-92F9-0366-9CD3490468B0}"/>
                    </a:ext>
                  </a:extLst>
                </p:cNvPr>
                <p:cNvSpPr/>
                <p:nvPr/>
              </p:nvSpPr>
              <p:spPr>
                <a:xfrm>
                  <a:off x="5066683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7" name="pg1807">
                  <a:extLst>
                    <a:ext uri="{FF2B5EF4-FFF2-40B4-BE49-F238E27FC236}">
                      <a16:creationId xmlns:a16="http://schemas.microsoft.com/office/drawing/2014/main" id="{0BA28F0B-A332-5A85-AEB7-67F056490D6F}"/>
                    </a:ext>
                  </a:extLst>
                </p:cNvPr>
                <p:cNvSpPr/>
                <p:nvPr/>
              </p:nvSpPr>
              <p:spPr>
                <a:xfrm>
                  <a:off x="5078320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8" name="pg1808">
                  <a:extLst>
                    <a:ext uri="{FF2B5EF4-FFF2-40B4-BE49-F238E27FC236}">
                      <a16:creationId xmlns:a16="http://schemas.microsoft.com/office/drawing/2014/main" id="{F7F721E5-AF1F-37BD-D58F-58FFEF7B673D}"/>
                    </a:ext>
                  </a:extLst>
                </p:cNvPr>
                <p:cNvSpPr/>
                <p:nvPr/>
              </p:nvSpPr>
              <p:spPr>
                <a:xfrm>
                  <a:off x="5089957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09" name="pg1809">
                  <a:extLst>
                    <a:ext uri="{FF2B5EF4-FFF2-40B4-BE49-F238E27FC236}">
                      <a16:creationId xmlns:a16="http://schemas.microsoft.com/office/drawing/2014/main" id="{B464A04C-0FCF-169F-19C5-426CD5ACBD67}"/>
                    </a:ext>
                  </a:extLst>
                </p:cNvPr>
                <p:cNvSpPr/>
                <p:nvPr/>
              </p:nvSpPr>
              <p:spPr>
                <a:xfrm>
                  <a:off x="5101595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0" name="pg1810">
                  <a:extLst>
                    <a:ext uri="{FF2B5EF4-FFF2-40B4-BE49-F238E27FC236}">
                      <a16:creationId xmlns:a16="http://schemas.microsoft.com/office/drawing/2014/main" id="{58307196-B74C-F100-B428-E7ED3ACD673F}"/>
                    </a:ext>
                  </a:extLst>
                </p:cNvPr>
                <p:cNvSpPr/>
                <p:nvPr/>
              </p:nvSpPr>
              <p:spPr>
                <a:xfrm>
                  <a:off x="5113232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1" name="pg1811">
                  <a:extLst>
                    <a:ext uri="{FF2B5EF4-FFF2-40B4-BE49-F238E27FC236}">
                      <a16:creationId xmlns:a16="http://schemas.microsoft.com/office/drawing/2014/main" id="{842967C3-5ADF-EC99-F8AB-A01FC9D61212}"/>
                    </a:ext>
                  </a:extLst>
                </p:cNvPr>
                <p:cNvSpPr/>
                <p:nvPr/>
              </p:nvSpPr>
              <p:spPr>
                <a:xfrm>
                  <a:off x="5124869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2" name="pg1812">
                  <a:extLst>
                    <a:ext uri="{FF2B5EF4-FFF2-40B4-BE49-F238E27FC236}">
                      <a16:creationId xmlns:a16="http://schemas.microsoft.com/office/drawing/2014/main" id="{874AFC88-8D92-926E-9BDE-94E52C1538C6}"/>
                    </a:ext>
                  </a:extLst>
                </p:cNvPr>
                <p:cNvSpPr/>
                <p:nvPr/>
              </p:nvSpPr>
              <p:spPr>
                <a:xfrm>
                  <a:off x="5136507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3" name="pg1813">
                  <a:extLst>
                    <a:ext uri="{FF2B5EF4-FFF2-40B4-BE49-F238E27FC236}">
                      <a16:creationId xmlns:a16="http://schemas.microsoft.com/office/drawing/2014/main" id="{FD9E7D3A-A28D-11DA-870B-58237D95A082}"/>
                    </a:ext>
                  </a:extLst>
                </p:cNvPr>
                <p:cNvSpPr/>
                <p:nvPr/>
              </p:nvSpPr>
              <p:spPr>
                <a:xfrm>
                  <a:off x="5148144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4" name="pg1814">
                  <a:extLst>
                    <a:ext uri="{FF2B5EF4-FFF2-40B4-BE49-F238E27FC236}">
                      <a16:creationId xmlns:a16="http://schemas.microsoft.com/office/drawing/2014/main" id="{C1D036DF-7536-60CD-FC53-8ED94D04F2D8}"/>
                    </a:ext>
                  </a:extLst>
                </p:cNvPr>
                <p:cNvSpPr/>
                <p:nvPr/>
              </p:nvSpPr>
              <p:spPr>
                <a:xfrm>
                  <a:off x="5159781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5" name="pg1815">
                  <a:extLst>
                    <a:ext uri="{FF2B5EF4-FFF2-40B4-BE49-F238E27FC236}">
                      <a16:creationId xmlns:a16="http://schemas.microsoft.com/office/drawing/2014/main" id="{9188C0C7-CE41-94F3-C778-AAB9FEF13CB7}"/>
                    </a:ext>
                  </a:extLst>
                </p:cNvPr>
                <p:cNvSpPr/>
                <p:nvPr/>
              </p:nvSpPr>
              <p:spPr>
                <a:xfrm>
                  <a:off x="5171419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6" name="pg1816">
                  <a:extLst>
                    <a:ext uri="{FF2B5EF4-FFF2-40B4-BE49-F238E27FC236}">
                      <a16:creationId xmlns:a16="http://schemas.microsoft.com/office/drawing/2014/main" id="{D09BCF31-E0DB-B8B5-CF17-EBDC20CCBEF7}"/>
                    </a:ext>
                  </a:extLst>
                </p:cNvPr>
                <p:cNvSpPr/>
                <p:nvPr/>
              </p:nvSpPr>
              <p:spPr>
                <a:xfrm>
                  <a:off x="5183056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7" name="pg1817">
                  <a:extLst>
                    <a:ext uri="{FF2B5EF4-FFF2-40B4-BE49-F238E27FC236}">
                      <a16:creationId xmlns:a16="http://schemas.microsoft.com/office/drawing/2014/main" id="{151E9BA6-E5F3-B88B-5190-855EC4C1B783}"/>
                    </a:ext>
                  </a:extLst>
                </p:cNvPr>
                <p:cNvSpPr/>
                <p:nvPr/>
              </p:nvSpPr>
              <p:spPr>
                <a:xfrm>
                  <a:off x="5194693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8" name="pg1818">
                  <a:extLst>
                    <a:ext uri="{FF2B5EF4-FFF2-40B4-BE49-F238E27FC236}">
                      <a16:creationId xmlns:a16="http://schemas.microsoft.com/office/drawing/2014/main" id="{B294ECB7-2C64-EEC3-43F4-72182FAA5834}"/>
                    </a:ext>
                  </a:extLst>
                </p:cNvPr>
                <p:cNvSpPr/>
                <p:nvPr/>
              </p:nvSpPr>
              <p:spPr>
                <a:xfrm>
                  <a:off x="5206331" y="40091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19" name="pg1819">
                  <a:extLst>
                    <a:ext uri="{FF2B5EF4-FFF2-40B4-BE49-F238E27FC236}">
                      <a16:creationId xmlns:a16="http://schemas.microsoft.com/office/drawing/2014/main" id="{4151A8A0-0CA2-54C4-AF3C-241DBF5504F1}"/>
                    </a:ext>
                  </a:extLst>
                </p:cNvPr>
                <p:cNvSpPr/>
                <p:nvPr/>
              </p:nvSpPr>
              <p:spPr>
                <a:xfrm>
                  <a:off x="5020133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0" name="pg1820">
                  <a:extLst>
                    <a:ext uri="{FF2B5EF4-FFF2-40B4-BE49-F238E27FC236}">
                      <a16:creationId xmlns:a16="http://schemas.microsoft.com/office/drawing/2014/main" id="{84016A6C-6BF3-F13F-4F28-1F3B686DF76B}"/>
                    </a:ext>
                  </a:extLst>
                </p:cNvPr>
                <p:cNvSpPr/>
                <p:nvPr/>
              </p:nvSpPr>
              <p:spPr>
                <a:xfrm>
                  <a:off x="5031771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1" name="pg1821">
                  <a:extLst>
                    <a:ext uri="{FF2B5EF4-FFF2-40B4-BE49-F238E27FC236}">
                      <a16:creationId xmlns:a16="http://schemas.microsoft.com/office/drawing/2014/main" id="{E5AF3707-55AA-5870-7A23-F5F82E233EE5}"/>
                    </a:ext>
                  </a:extLst>
                </p:cNvPr>
                <p:cNvSpPr/>
                <p:nvPr/>
              </p:nvSpPr>
              <p:spPr>
                <a:xfrm>
                  <a:off x="5043408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2" name="pg1822">
                  <a:extLst>
                    <a:ext uri="{FF2B5EF4-FFF2-40B4-BE49-F238E27FC236}">
                      <a16:creationId xmlns:a16="http://schemas.microsoft.com/office/drawing/2014/main" id="{81F09087-7A1A-C163-D4F4-22CF7F4F31CF}"/>
                    </a:ext>
                  </a:extLst>
                </p:cNvPr>
                <p:cNvSpPr/>
                <p:nvPr/>
              </p:nvSpPr>
              <p:spPr>
                <a:xfrm>
                  <a:off x="5055045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3" name="pg1823">
                  <a:extLst>
                    <a:ext uri="{FF2B5EF4-FFF2-40B4-BE49-F238E27FC236}">
                      <a16:creationId xmlns:a16="http://schemas.microsoft.com/office/drawing/2014/main" id="{3050481F-EE4F-FFDF-08D7-D304EB78A733}"/>
                    </a:ext>
                  </a:extLst>
                </p:cNvPr>
                <p:cNvSpPr/>
                <p:nvPr/>
              </p:nvSpPr>
              <p:spPr>
                <a:xfrm>
                  <a:off x="5066683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4" name="pg1824">
                  <a:extLst>
                    <a:ext uri="{FF2B5EF4-FFF2-40B4-BE49-F238E27FC236}">
                      <a16:creationId xmlns:a16="http://schemas.microsoft.com/office/drawing/2014/main" id="{A1AC4792-BAEF-1A96-17E2-8F4A8C6AA3F5}"/>
                    </a:ext>
                  </a:extLst>
                </p:cNvPr>
                <p:cNvSpPr/>
                <p:nvPr/>
              </p:nvSpPr>
              <p:spPr>
                <a:xfrm>
                  <a:off x="5078320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5" name="pg1825">
                  <a:extLst>
                    <a:ext uri="{FF2B5EF4-FFF2-40B4-BE49-F238E27FC236}">
                      <a16:creationId xmlns:a16="http://schemas.microsoft.com/office/drawing/2014/main" id="{CE0349CB-0BDE-836C-2598-A70AAC00D183}"/>
                    </a:ext>
                  </a:extLst>
                </p:cNvPr>
                <p:cNvSpPr/>
                <p:nvPr/>
              </p:nvSpPr>
              <p:spPr>
                <a:xfrm>
                  <a:off x="5089957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6" name="pg1826">
                  <a:extLst>
                    <a:ext uri="{FF2B5EF4-FFF2-40B4-BE49-F238E27FC236}">
                      <a16:creationId xmlns:a16="http://schemas.microsoft.com/office/drawing/2014/main" id="{BD8D7A37-12CA-201B-6A52-5F71102AD959}"/>
                    </a:ext>
                  </a:extLst>
                </p:cNvPr>
                <p:cNvSpPr/>
                <p:nvPr/>
              </p:nvSpPr>
              <p:spPr>
                <a:xfrm>
                  <a:off x="5101595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7" name="pg1827">
                  <a:extLst>
                    <a:ext uri="{FF2B5EF4-FFF2-40B4-BE49-F238E27FC236}">
                      <a16:creationId xmlns:a16="http://schemas.microsoft.com/office/drawing/2014/main" id="{3CFED33B-1A65-D58A-7662-519C524D2C96}"/>
                    </a:ext>
                  </a:extLst>
                </p:cNvPr>
                <p:cNvSpPr/>
                <p:nvPr/>
              </p:nvSpPr>
              <p:spPr>
                <a:xfrm>
                  <a:off x="5113232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8" name="pg1828">
                  <a:extLst>
                    <a:ext uri="{FF2B5EF4-FFF2-40B4-BE49-F238E27FC236}">
                      <a16:creationId xmlns:a16="http://schemas.microsoft.com/office/drawing/2014/main" id="{D1098D3B-CF74-C607-1E78-F5DE4DE2D145}"/>
                    </a:ext>
                  </a:extLst>
                </p:cNvPr>
                <p:cNvSpPr/>
                <p:nvPr/>
              </p:nvSpPr>
              <p:spPr>
                <a:xfrm>
                  <a:off x="5124869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29" name="pg1829">
                  <a:extLst>
                    <a:ext uri="{FF2B5EF4-FFF2-40B4-BE49-F238E27FC236}">
                      <a16:creationId xmlns:a16="http://schemas.microsoft.com/office/drawing/2014/main" id="{B19BAB15-1775-62D1-B27D-8AC8338D8B6E}"/>
                    </a:ext>
                  </a:extLst>
                </p:cNvPr>
                <p:cNvSpPr/>
                <p:nvPr/>
              </p:nvSpPr>
              <p:spPr>
                <a:xfrm>
                  <a:off x="5136507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0" name="pg1830">
                  <a:extLst>
                    <a:ext uri="{FF2B5EF4-FFF2-40B4-BE49-F238E27FC236}">
                      <a16:creationId xmlns:a16="http://schemas.microsoft.com/office/drawing/2014/main" id="{DB1B3825-019C-F20F-ED39-82491003D0D7}"/>
                    </a:ext>
                  </a:extLst>
                </p:cNvPr>
                <p:cNvSpPr/>
                <p:nvPr/>
              </p:nvSpPr>
              <p:spPr>
                <a:xfrm>
                  <a:off x="5148144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1" name="pg1831">
                  <a:extLst>
                    <a:ext uri="{FF2B5EF4-FFF2-40B4-BE49-F238E27FC236}">
                      <a16:creationId xmlns:a16="http://schemas.microsoft.com/office/drawing/2014/main" id="{5749D33B-5260-2802-8C58-0359FD09D6D5}"/>
                    </a:ext>
                  </a:extLst>
                </p:cNvPr>
                <p:cNvSpPr/>
                <p:nvPr/>
              </p:nvSpPr>
              <p:spPr>
                <a:xfrm>
                  <a:off x="5159781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2" name="pg1832">
                  <a:extLst>
                    <a:ext uri="{FF2B5EF4-FFF2-40B4-BE49-F238E27FC236}">
                      <a16:creationId xmlns:a16="http://schemas.microsoft.com/office/drawing/2014/main" id="{F27046C3-43BC-C16C-30FF-2FC0F90FA2A2}"/>
                    </a:ext>
                  </a:extLst>
                </p:cNvPr>
                <p:cNvSpPr/>
                <p:nvPr/>
              </p:nvSpPr>
              <p:spPr>
                <a:xfrm>
                  <a:off x="5171419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3" name="pg1833">
                  <a:extLst>
                    <a:ext uri="{FF2B5EF4-FFF2-40B4-BE49-F238E27FC236}">
                      <a16:creationId xmlns:a16="http://schemas.microsoft.com/office/drawing/2014/main" id="{40131B8E-511D-306A-1F19-CD77EADA6513}"/>
                    </a:ext>
                  </a:extLst>
                </p:cNvPr>
                <p:cNvSpPr/>
                <p:nvPr/>
              </p:nvSpPr>
              <p:spPr>
                <a:xfrm>
                  <a:off x="5183056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4" name="pg1834">
                  <a:extLst>
                    <a:ext uri="{FF2B5EF4-FFF2-40B4-BE49-F238E27FC236}">
                      <a16:creationId xmlns:a16="http://schemas.microsoft.com/office/drawing/2014/main" id="{43EEF710-1685-932B-70BF-CA603FD4262C}"/>
                    </a:ext>
                  </a:extLst>
                </p:cNvPr>
                <p:cNvSpPr/>
                <p:nvPr/>
              </p:nvSpPr>
              <p:spPr>
                <a:xfrm>
                  <a:off x="5194693" y="402346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5" name="pg1835">
                  <a:extLst>
                    <a:ext uri="{FF2B5EF4-FFF2-40B4-BE49-F238E27FC236}">
                      <a16:creationId xmlns:a16="http://schemas.microsoft.com/office/drawing/2014/main" id="{E15C6826-ADCA-5800-1271-3A9D9D3EFF57}"/>
                    </a:ext>
                  </a:extLst>
                </p:cNvPr>
                <p:cNvSpPr/>
                <p:nvPr/>
              </p:nvSpPr>
              <p:spPr>
                <a:xfrm>
                  <a:off x="5020133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6" name="pg1836">
                  <a:extLst>
                    <a:ext uri="{FF2B5EF4-FFF2-40B4-BE49-F238E27FC236}">
                      <a16:creationId xmlns:a16="http://schemas.microsoft.com/office/drawing/2014/main" id="{A6D70A85-74C0-A7AA-E201-F40BF2854108}"/>
                    </a:ext>
                  </a:extLst>
                </p:cNvPr>
                <p:cNvSpPr/>
                <p:nvPr/>
              </p:nvSpPr>
              <p:spPr>
                <a:xfrm>
                  <a:off x="5031771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7" name="pg1837">
                  <a:extLst>
                    <a:ext uri="{FF2B5EF4-FFF2-40B4-BE49-F238E27FC236}">
                      <a16:creationId xmlns:a16="http://schemas.microsoft.com/office/drawing/2014/main" id="{07F28158-1BCC-F569-B9A4-5B9AB971C470}"/>
                    </a:ext>
                  </a:extLst>
                </p:cNvPr>
                <p:cNvSpPr/>
                <p:nvPr/>
              </p:nvSpPr>
              <p:spPr>
                <a:xfrm>
                  <a:off x="5043408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8" name="pg1838">
                  <a:extLst>
                    <a:ext uri="{FF2B5EF4-FFF2-40B4-BE49-F238E27FC236}">
                      <a16:creationId xmlns:a16="http://schemas.microsoft.com/office/drawing/2014/main" id="{5AEB9A9D-555C-55FF-E8AF-00B5A5D4EFF5}"/>
                    </a:ext>
                  </a:extLst>
                </p:cNvPr>
                <p:cNvSpPr/>
                <p:nvPr/>
              </p:nvSpPr>
              <p:spPr>
                <a:xfrm>
                  <a:off x="5055045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39" name="pg1839">
                  <a:extLst>
                    <a:ext uri="{FF2B5EF4-FFF2-40B4-BE49-F238E27FC236}">
                      <a16:creationId xmlns:a16="http://schemas.microsoft.com/office/drawing/2014/main" id="{C908D69D-D14F-A42E-E93D-72BF493E1269}"/>
                    </a:ext>
                  </a:extLst>
                </p:cNvPr>
                <p:cNvSpPr/>
                <p:nvPr/>
              </p:nvSpPr>
              <p:spPr>
                <a:xfrm>
                  <a:off x="5066683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0" name="pg1840">
                  <a:extLst>
                    <a:ext uri="{FF2B5EF4-FFF2-40B4-BE49-F238E27FC236}">
                      <a16:creationId xmlns:a16="http://schemas.microsoft.com/office/drawing/2014/main" id="{BFB7DB2B-A2FE-5FDD-06C3-EFF0C98A7698}"/>
                    </a:ext>
                  </a:extLst>
                </p:cNvPr>
                <p:cNvSpPr/>
                <p:nvPr/>
              </p:nvSpPr>
              <p:spPr>
                <a:xfrm>
                  <a:off x="5078320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1" name="pg1841">
                  <a:extLst>
                    <a:ext uri="{FF2B5EF4-FFF2-40B4-BE49-F238E27FC236}">
                      <a16:creationId xmlns:a16="http://schemas.microsoft.com/office/drawing/2014/main" id="{793336E5-8B2A-FAC0-2C17-8A20FBFC8843}"/>
                    </a:ext>
                  </a:extLst>
                </p:cNvPr>
                <p:cNvSpPr/>
                <p:nvPr/>
              </p:nvSpPr>
              <p:spPr>
                <a:xfrm>
                  <a:off x="5089957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2" name="pg1842">
                  <a:extLst>
                    <a:ext uri="{FF2B5EF4-FFF2-40B4-BE49-F238E27FC236}">
                      <a16:creationId xmlns:a16="http://schemas.microsoft.com/office/drawing/2014/main" id="{1844343F-87B9-E992-0163-DCA37BDD21E6}"/>
                    </a:ext>
                  </a:extLst>
                </p:cNvPr>
                <p:cNvSpPr/>
                <p:nvPr/>
              </p:nvSpPr>
              <p:spPr>
                <a:xfrm>
                  <a:off x="5101595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3" name="pg1843">
                  <a:extLst>
                    <a:ext uri="{FF2B5EF4-FFF2-40B4-BE49-F238E27FC236}">
                      <a16:creationId xmlns:a16="http://schemas.microsoft.com/office/drawing/2014/main" id="{DFB70C49-AC3E-7E24-39F9-D429222F979E}"/>
                    </a:ext>
                  </a:extLst>
                </p:cNvPr>
                <p:cNvSpPr/>
                <p:nvPr/>
              </p:nvSpPr>
              <p:spPr>
                <a:xfrm>
                  <a:off x="5113232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4" name="pg1844">
                  <a:extLst>
                    <a:ext uri="{FF2B5EF4-FFF2-40B4-BE49-F238E27FC236}">
                      <a16:creationId xmlns:a16="http://schemas.microsoft.com/office/drawing/2014/main" id="{70989B65-A64C-12F1-7DDD-5CFD588ABFBA}"/>
                    </a:ext>
                  </a:extLst>
                </p:cNvPr>
                <p:cNvSpPr/>
                <p:nvPr/>
              </p:nvSpPr>
              <p:spPr>
                <a:xfrm>
                  <a:off x="5124869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5" name="pg1845">
                  <a:extLst>
                    <a:ext uri="{FF2B5EF4-FFF2-40B4-BE49-F238E27FC236}">
                      <a16:creationId xmlns:a16="http://schemas.microsoft.com/office/drawing/2014/main" id="{90C1C0DD-2B42-0B34-10EF-67E88F782F4E}"/>
                    </a:ext>
                  </a:extLst>
                </p:cNvPr>
                <p:cNvSpPr/>
                <p:nvPr/>
              </p:nvSpPr>
              <p:spPr>
                <a:xfrm>
                  <a:off x="5136507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6" name="pg1846">
                  <a:extLst>
                    <a:ext uri="{FF2B5EF4-FFF2-40B4-BE49-F238E27FC236}">
                      <a16:creationId xmlns:a16="http://schemas.microsoft.com/office/drawing/2014/main" id="{E60EC778-3780-39C4-C6B9-7C6BB02F7C13}"/>
                    </a:ext>
                  </a:extLst>
                </p:cNvPr>
                <p:cNvSpPr/>
                <p:nvPr/>
              </p:nvSpPr>
              <p:spPr>
                <a:xfrm>
                  <a:off x="5148144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7" name="pg1847">
                  <a:extLst>
                    <a:ext uri="{FF2B5EF4-FFF2-40B4-BE49-F238E27FC236}">
                      <a16:creationId xmlns:a16="http://schemas.microsoft.com/office/drawing/2014/main" id="{8633519B-97AA-C7AE-8C84-6536BE097740}"/>
                    </a:ext>
                  </a:extLst>
                </p:cNvPr>
                <p:cNvSpPr/>
                <p:nvPr/>
              </p:nvSpPr>
              <p:spPr>
                <a:xfrm>
                  <a:off x="5159781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8" name="pg1848">
                  <a:extLst>
                    <a:ext uri="{FF2B5EF4-FFF2-40B4-BE49-F238E27FC236}">
                      <a16:creationId xmlns:a16="http://schemas.microsoft.com/office/drawing/2014/main" id="{FD4EB28A-6F1C-3754-7EEA-C302250D98A6}"/>
                    </a:ext>
                  </a:extLst>
                </p:cNvPr>
                <p:cNvSpPr/>
                <p:nvPr/>
              </p:nvSpPr>
              <p:spPr>
                <a:xfrm>
                  <a:off x="5171419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49" name="pg1849">
                  <a:extLst>
                    <a:ext uri="{FF2B5EF4-FFF2-40B4-BE49-F238E27FC236}">
                      <a16:creationId xmlns:a16="http://schemas.microsoft.com/office/drawing/2014/main" id="{23D38D0D-DDFF-8396-FCD8-B92DBF5947E2}"/>
                    </a:ext>
                  </a:extLst>
                </p:cNvPr>
                <p:cNvSpPr/>
                <p:nvPr/>
              </p:nvSpPr>
              <p:spPr>
                <a:xfrm>
                  <a:off x="5183056" y="40377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0" name="pg1850">
                  <a:extLst>
                    <a:ext uri="{FF2B5EF4-FFF2-40B4-BE49-F238E27FC236}">
                      <a16:creationId xmlns:a16="http://schemas.microsoft.com/office/drawing/2014/main" id="{564E73AD-61EC-397F-72C2-FD2DC6AF9417}"/>
                    </a:ext>
                  </a:extLst>
                </p:cNvPr>
                <p:cNvSpPr/>
                <p:nvPr/>
              </p:nvSpPr>
              <p:spPr>
                <a:xfrm>
                  <a:off x="5020133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1" name="pg1851">
                  <a:extLst>
                    <a:ext uri="{FF2B5EF4-FFF2-40B4-BE49-F238E27FC236}">
                      <a16:creationId xmlns:a16="http://schemas.microsoft.com/office/drawing/2014/main" id="{DB652A5A-3E42-1A60-B26A-CBED6D4927DF}"/>
                    </a:ext>
                  </a:extLst>
                </p:cNvPr>
                <p:cNvSpPr/>
                <p:nvPr/>
              </p:nvSpPr>
              <p:spPr>
                <a:xfrm>
                  <a:off x="5031771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2" name="pg1852">
                  <a:extLst>
                    <a:ext uri="{FF2B5EF4-FFF2-40B4-BE49-F238E27FC236}">
                      <a16:creationId xmlns:a16="http://schemas.microsoft.com/office/drawing/2014/main" id="{9DEAEC0B-39D5-53FF-D362-87D315838889}"/>
                    </a:ext>
                  </a:extLst>
                </p:cNvPr>
                <p:cNvSpPr/>
                <p:nvPr/>
              </p:nvSpPr>
              <p:spPr>
                <a:xfrm>
                  <a:off x="5043408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3" name="pg1853">
                  <a:extLst>
                    <a:ext uri="{FF2B5EF4-FFF2-40B4-BE49-F238E27FC236}">
                      <a16:creationId xmlns:a16="http://schemas.microsoft.com/office/drawing/2014/main" id="{5ECA687F-FEB1-6983-85D9-3B8F7C9DF7BE}"/>
                    </a:ext>
                  </a:extLst>
                </p:cNvPr>
                <p:cNvSpPr/>
                <p:nvPr/>
              </p:nvSpPr>
              <p:spPr>
                <a:xfrm>
                  <a:off x="5055045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4" name="pg1854">
                  <a:extLst>
                    <a:ext uri="{FF2B5EF4-FFF2-40B4-BE49-F238E27FC236}">
                      <a16:creationId xmlns:a16="http://schemas.microsoft.com/office/drawing/2014/main" id="{DC613272-730F-31A3-0C4C-B07FA0BF5228}"/>
                    </a:ext>
                  </a:extLst>
                </p:cNvPr>
                <p:cNvSpPr/>
                <p:nvPr/>
              </p:nvSpPr>
              <p:spPr>
                <a:xfrm>
                  <a:off x="5066683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5" name="pg1855">
                  <a:extLst>
                    <a:ext uri="{FF2B5EF4-FFF2-40B4-BE49-F238E27FC236}">
                      <a16:creationId xmlns:a16="http://schemas.microsoft.com/office/drawing/2014/main" id="{EECE83CE-829A-7614-6507-B9781DF3C716}"/>
                    </a:ext>
                  </a:extLst>
                </p:cNvPr>
                <p:cNvSpPr/>
                <p:nvPr/>
              </p:nvSpPr>
              <p:spPr>
                <a:xfrm>
                  <a:off x="5078320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6" name="pg1856">
                  <a:extLst>
                    <a:ext uri="{FF2B5EF4-FFF2-40B4-BE49-F238E27FC236}">
                      <a16:creationId xmlns:a16="http://schemas.microsoft.com/office/drawing/2014/main" id="{08FC8862-1D2E-67BB-39F5-1EE1BA1A211B}"/>
                    </a:ext>
                  </a:extLst>
                </p:cNvPr>
                <p:cNvSpPr/>
                <p:nvPr/>
              </p:nvSpPr>
              <p:spPr>
                <a:xfrm>
                  <a:off x="5089957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7" name="pg1857">
                  <a:extLst>
                    <a:ext uri="{FF2B5EF4-FFF2-40B4-BE49-F238E27FC236}">
                      <a16:creationId xmlns:a16="http://schemas.microsoft.com/office/drawing/2014/main" id="{B468A8DB-7583-EB2C-1F03-E420DD392635}"/>
                    </a:ext>
                  </a:extLst>
                </p:cNvPr>
                <p:cNvSpPr/>
                <p:nvPr/>
              </p:nvSpPr>
              <p:spPr>
                <a:xfrm>
                  <a:off x="5101595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8" name="pg1858">
                  <a:extLst>
                    <a:ext uri="{FF2B5EF4-FFF2-40B4-BE49-F238E27FC236}">
                      <a16:creationId xmlns:a16="http://schemas.microsoft.com/office/drawing/2014/main" id="{F9ECFC38-0BC5-4E18-B430-BC9321046005}"/>
                    </a:ext>
                  </a:extLst>
                </p:cNvPr>
                <p:cNvSpPr/>
                <p:nvPr/>
              </p:nvSpPr>
              <p:spPr>
                <a:xfrm>
                  <a:off x="5113232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59" name="pg1859">
                  <a:extLst>
                    <a:ext uri="{FF2B5EF4-FFF2-40B4-BE49-F238E27FC236}">
                      <a16:creationId xmlns:a16="http://schemas.microsoft.com/office/drawing/2014/main" id="{D06511EA-45B1-C5B1-5803-A36A08A1DF84}"/>
                    </a:ext>
                  </a:extLst>
                </p:cNvPr>
                <p:cNvSpPr/>
                <p:nvPr/>
              </p:nvSpPr>
              <p:spPr>
                <a:xfrm>
                  <a:off x="5124869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0" name="pg1860">
                  <a:extLst>
                    <a:ext uri="{FF2B5EF4-FFF2-40B4-BE49-F238E27FC236}">
                      <a16:creationId xmlns:a16="http://schemas.microsoft.com/office/drawing/2014/main" id="{88F16002-FDB8-B375-0324-90CB5083BC24}"/>
                    </a:ext>
                  </a:extLst>
                </p:cNvPr>
                <p:cNvSpPr/>
                <p:nvPr/>
              </p:nvSpPr>
              <p:spPr>
                <a:xfrm>
                  <a:off x="5136507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1" name="pg1861">
                  <a:extLst>
                    <a:ext uri="{FF2B5EF4-FFF2-40B4-BE49-F238E27FC236}">
                      <a16:creationId xmlns:a16="http://schemas.microsoft.com/office/drawing/2014/main" id="{064F439C-4243-4A05-08A6-C04F22BB96A5}"/>
                    </a:ext>
                  </a:extLst>
                </p:cNvPr>
                <p:cNvSpPr/>
                <p:nvPr/>
              </p:nvSpPr>
              <p:spPr>
                <a:xfrm>
                  <a:off x="5148144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2" name="pg1862">
                  <a:extLst>
                    <a:ext uri="{FF2B5EF4-FFF2-40B4-BE49-F238E27FC236}">
                      <a16:creationId xmlns:a16="http://schemas.microsoft.com/office/drawing/2014/main" id="{91420F5B-B547-F9B8-5B7A-C87B5844DA21}"/>
                    </a:ext>
                  </a:extLst>
                </p:cNvPr>
                <p:cNvSpPr/>
                <p:nvPr/>
              </p:nvSpPr>
              <p:spPr>
                <a:xfrm>
                  <a:off x="5159781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3" name="pg1863">
                  <a:extLst>
                    <a:ext uri="{FF2B5EF4-FFF2-40B4-BE49-F238E27FC236}">
                      <a16:creationId xmlns:a16="http://schemas.microsoft.com/office/drawing/2014/main" id="{0338FEE5-7A56-11DF-5D24-FB6E04C7FA05}"/>
                    </a:ext>
                  </a:extLst>
                </p:cNvPr>
                <p:cNvSpPr/>
                <p:nvPr/>
              </p:nvSpPr>
              <p:spPr>
                <a:xfrm>
                  <a:off x="5171419" y="405206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4" name="pg1864">
                  <a:extLst>
                    <a:ext uri="{FF2B5EF4-FFF2-40B4-BE49-F238E27FC236}">
                      <a16:creationId xmlns:a16="http://schemas.microsoft.com/office/drawing/2014/main" id="{5FC5B44F-2D19-8E65-C6D6-1563DD34DD8D}"/>
                    </a:ext>
                  </a:extLst>
                </p:cNvPr>
                <p:cNvSpPr/>
                <p:nvPr/>
              </p:nvSpPr>
              <p:spPr>
                <a:xfrm>
                  <a:off x="5008496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5" name="pg1865">
                  <a:extLst>
                    <a:ext uri="{FF2B5EF4-FFF2-40B4-BE49-F238E27FC236}">
                      <a16:creationId xmlns:a16="http://schemas.microsoft.com/office/drawing/2014/main" id="{55A929ED-6F75-1DEE-5ABF-DA4C7697DCFC}"/>
                    </a:ext>
                  </a:extLst>
                </p:cNvPr>
                <p:cNvSpPr/>
                <p:nvPr/>
              </p:nvSpPr>
              <p:spPr>
                <a:xfrm>
                  <a:off x="5020133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6" name="pg1866">
                  <a:extLst>
                    <a:ext uri="{FF2B5EF4-FFF2-40B4-BE49-F238E27FC236}">
                      <a16:creationId xmlns:a16="http://schemas.microsoft.com/office/drawing/2014/main" id="{247E956B-3A40-F9A0-2255-73F4720A0BA7}"/>
                    </a:ext>
                  </a:extLst>
                </p:cNvPr>
                <p:cNvSpPr/>
                <p:nvPr/>
              </p:nvSpPr>
              <p:spPr>
                <a:xfrm>
                  <a:off x="5031771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7" name="pg1867">
                  <a:extLst>
                    <a:ext uri="{FF2B5EF4-FFF2-40B4-BE49-F238E27FC236}">
                      <a16:creationId xmlns:a16="http://schemas.microsoft.com/office/drawing/2014/main" id="{F6FC77EA-9992-0DA8-84A5-2B498CA9CC73}"/>
                    </a:ext>
                  </a:extLst>
                </p:cNvPr>
                <p:cNvSpPr/>
                <p:nvPr/>
              </p:nvSpPr>
              <p:spPr>
                <a:xfrm>
                  <a:off x="5043408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8" name="pg1868">
                  <a:extLst>
                    <a:ext uri="{FF2B5EF4-FFF2-40B4-BE49-F238E27FC236}">
                      <a16:creationId xmlns:a16="http://schemas.microsoft.com/office/drawing/2014/main" id="{416BA114-4664-2374-4135-6A9C1EFE5E69}"/>
                    </a:ext>
                  </a:extLst>
                </p:cNvPr>
                <p:cNvSpPr/>
                <p:nvPr/>
              </p:nvSpPr>
              <p:spPr>
                <a:xfrm>
                  <a:off x="5055045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CA7">
                    <a:alpha val="100000"/>
                  </a:srgbClr>
                </a:solidFill>
                <a:ln w="5420" cap="flat">
                  <a:solidFill>
                    <a:srgbClr val="38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69" name="pg1869">
                  <a:extLst>
                    <a:ext uri="{FF2B5EF4-FFF2-40B4-BE49-F238E27FC236}">
                      <a16:creationId xmlns:a16="http://schemas.microsoft.com/office/drawing/2014/main" id="{7C2ACA9C-106E-F9B3-339A-3DE645F51E0D}"/>
                    </a:ext>
                  </a:extLst>
                </p:cNvPr>
                <p:cNvSpPr/>
                <p:nvPr/>
              </p:nvSpPr>
              <p:spPr>
                <a:xfrm>
                  <a:off x="5066683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0" name="pg1870">
                  <a:extLst>
                    <a:ext uri="{FF2B5EF4-FFF2-40B4-BE49-F238E27FC236}">
                      <a16:creationId xmlns:a16="http://schemas.microsoft.com/office/drawing/2014/main" id="{702A105C-5D8D-81A4-5A01-05FEFB32D3F3}"/>
                    </a:ext>
                  </a:extLst>
                </p:cNvPr>
                <p:cNvSpPr/>
                <p:nvPr/>
              </p:nvSpPr>
              <p:spPr>
                <a:xfrm>
                  <a:off x="5078320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1" name="pg1871">
                  <a:extLst>
                    <a:ext uri="{FF2B5EF4-FFF2-40B4-BE49-F238E27FC236}">
                      <a16:creationId xmlns:a16="http://schemas.microsoft.com/office/drawing/2014/main" id="{8E8A4758-90C5-733C-8009-C633809D4FD2}"/>
                    </a:ext>
                  </a:extLst>
                </p:cNvPr>
                <p:cNvSpPr/>
                <p:nvPr/>
              </p:nvSpPr>
              <p:spPr>
                <a:xfrm>
                  <a:off x="5089957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2" name="pg1872">
                  <a:extLst>
                    <a:ext uri="{FF2B5EF4-FFF2-40B4-BE49-F238E27FC236}">
                      <a16:creationId xmlns:a16="http://schemas.microsoft.com/office/drawing/2014/main" id="{938326CD-448D-BE44-000A-8A1531EDABC5}"/>
                    </a:ext>
                  </a:extLst>
                </p:cNvPr>
                <p:cNvSpPr/>
                <p:nvPr/>
              </p:nvSpPr>
              <p:spPr>
                <a:xfrm>
                  <a:off x="5101595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3" name="pg1873">
                  <a:extLst>
                    <a:ext uri="{FF2B5EF4-FFF2-40B4-BE49-F238E27FC236}">
                      <a16:creationId xmlns:a16="http://schemas.microsoft.com/office/drawing/2014/main" id="{D986BB95-5BF9-829B-93DF-261D4F8FCF95}"/>
                    </a:ext>
                  </a:extLst>
                </p:cNvPr>
                <p:cNvSpPr/>
                <p:nvPr/>
              </p:nvSpPr>
              <p:spPr>
                <a:xfrm>
                  <a:off x="5113232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4" name="pg1874">
                  <a:extLst>
                    <a:ext uri="{FF2B5EF4-FFF2-40B4-BE49-F238E27FC236}">
                      <a16:creationId xmlns:a16="http://schemas.microsoft.com/office/drawing/2014/main" id="{EE946401-6BEB-6E34-7B0A-46018BA0F17D}"/>
                    </a:ext>
                  </a:extLst>
                </p:cNvPr>
                <p:cNvSpPr/>
                <p:nvPr/>
              </p:nvSpPr>
              <p:spPr>
                <a:xfrm>
                  <a:off x="5124869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5" name="pg1875">
                  <a:extLst>
                    <a:ext uri="{FF2B5EF4-FFF2-40B4-BE49-F238E27FC236}">
                      <a16:creationId xmlns:a16="http://schemas.microsoft.com/office/drawing/2014/main" id="{89D3EB84-B2DE-3201-D613-32370355D0CD}"/>
                    </a:ext>
                  </a:extLst>
                </p:cNvPr>
                <p:cNvSpPr/>
                <p:nvPr/>
              </p:nvSpPr>
              <p:spPr>
                <a:xfrm>
                  <a:off x="5136507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6" name="pg1876">
                  <a:extLst>
                    <a:ext uri="{FF2B5EF4-FFF2-40B4-BE49-F238E27FC236}">
                      <a16:creationId xmlns:a16="http://schemas.microsoft.com/office/drawing/2014/main" id="{36560B81-E1F4-AAAB-2644-A70A2A84F085}"/>
                    </a:ext>
                  </a:extLst>
                </p:cNvPr>
                <p:cNvSpPr/>
                <p:nvPr/>
              </p:nvSpPr>
              <p:spPr>
                <a:xfrm>
                  <a:off x="5148144" y="406636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7" name="pg1877">
                  <a:extLst>
                    <a:ext uri="{FF2B5EF4-FFF2-40B4-BE49-F238E27FC236}">
                      <a16:creationId xmlns:a16="http://schemas.microsoft.com/office/drawing/2014/main" id="{35102CC5-4D8D-16B1-F94F-5378DF7D3EA8}"/>
                    </a:ext>
                  </a:extLst>
                </p:cNvPr>
                <p:cNvSpPr/>
                <p:nvPr/>
              </p:nvSpPr>
              <p:spPr>
                <a:xfrm>
                  <a:off x="5008496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8" name="pg1878">
                  <a:extLst>
                    <a:ext uri="{FF2B5EF4-FFF2-40B4-BE49-F238E27FC236}">
                      <a16:creationId xmlns:a16="http://schemas.microsoft.com/office/drawing/2014/main" id="{89DC93A3-3E3E-E4FF-E064-5826BCF352BC}"/>
                    </a:ext>
                  </a:extLst>
                </p:cNvPr>
                <p:cNvSpPr/>
                <p:nvPr/>
              </p:nvSpPr>
              <p:spPr>
                <a:xfrm>
                  <a:off x="5020133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79" name="pg1879">
                  <a:extLst>
                    <a:ext uri="{FF2B5EF4-FFF2-40B4-BE49-F238E27FC236}">
                      <a16:creationId xmlns:a16="http://schemas.microsoft.com/office/drawing/2014/main" id="{C80C1400-49CB-FB89-43B9-AF51897A7DF4}"/>
                    </a:ext>
                  </a:extLst>
                </p:cNvPr>
                <p:cNvSpPr/>
                <p:nvPr/>
              </p:nvSpPr>
              <p:spPr>
                <a:xfrm>
                  <a:off x="5031771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0" name="pg1880">
                  <a:extLst>
                    <a:ext uri="{FF2B5EF4-FFF2-40B4-BE49-F238E27FC236}">
                      <a16:creationId xmlns:a16="http://schemas.microsoft.com/office/drawing/2014/main" id="{2295038E-3F6E-BCBC-6407-FBB0EB3EB902}"/>
                    </a:ext>
                  </a:extLst>
                </p:cNvPr>
                <p:cNvSpPr/>
                <p:nvPr/>
              </p:nvSpPr>
              <p:spPr>
                <a:xfrm>
                  <a:off x="5043408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1" name="pg1881">
                  <a:extLst>
                    <a:ext uri="{FF2B5EF4-FFF2-40B4-BE49-F238E27FC236}">
                      <a16:creationId xmlns:a16="http://schemas.microsoft.com/office/drawing/2014/main" id="{8BC0796C-5E06-87D3-6AF3-AE0AACDF1DC3}"/>
                    </a:ext>
                  </a:extLst>
                </p:cNvPr>
                <p:cNvSpPr/>
                <p:nvPr/>
              </p:nvSpPr>
              <p:spPr>
                <a:xfrm>
                  <a:off x="5055045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2" name="pg1882">
                  <a:extLst>
                    <a:ext uri="{FF2B5EF4-FFF2-40B4-BE49-F238E27FC236}">
                      <a16:creationId xmlns:a16="http://schemas.microsoft.com/office/drawing/2014/main" id="{5C203D42-2E72-28BB-F07A-22677D23BECB}"/>
                    </a:ext>
                  </a:extLst>
                </p:cNvPr>
                <p:cNvSpPr/>
                <p:nvPr/>
              </p:nvSpPr>
              <p:spPr>
                <a:xfrm>
                  <a:off x="5066683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3" name="pg1883">
                  <a:extLst>
                    <a:ext uri="{FF2B5EF4-FFF2-40B4-BE49-F238E27FC236}">
                      <a16:creationId xmlns:a16="http://schemas.microsoft.com/office/drawing/2014/main" id="{72DE62F8-953E-911A-7934-016C13D7ABE7}"/>
                    </a:ext>
                  </a:extLst>
                </p:cNvPr>
                <p:cNvSpPr/>
                <p:nvPr/>
              </p:nvSpPr>
              <p:spPr>
                <a:xfrm>
                  <a:off x="5078320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4" name="pg1884">
                  <a:extLst>
                    <a:ext uri="{FF2B5EF4-FFF2-40B4-BE49-F238E27FC236}">
                      <a16:creationId xmlns:a16="http://schemas.microsoft.com/office/drawing/2014/main" id="{EDAB70EF-3096-FA9C-62F1-D77A755DD3DB}"/>
                    </a:ext>
                  </a:extLst>
                </p:cNvPr>
                <p:cNvSpPr/>
                <p:nvPr/>
              </p:nvSpPr>
              <p:spPr>
                <a:xfrm>
                  <a:off x="5089957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5" name="pg1885">
                  <a:extLst>
                    <a:ext uri="{FF2B5EF4-FFF2-40B4-BE49-F238E27FC236}">
                      <a16:creationId xmlns:a16="http://schemas.microsoft.com/office/drawing/2014/main" id="{54E6F3F9-1F45-9DA1-28EB-4F7F0E4A2D5B}"/>
                    </a:ext>
                  </a:extLst>
                </p:cNvPr>
                <p:cNvSpPr/>
                <p:nvPr/>
              </p:nvSpPr>
              <p:spPr>
                <a:xfrm>
                  <a:off x="5101595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6" name="pg1886">
                  <a:extLst>
                    <a:ext uri="{FF2B5EF4-FFF2-40B4-BE49-F238E27FC236}">
                      <a16:creationId xmlns:a16="http://schemas.microsoft.com/office/drawing/2014/main" id="{4A24DE10-7730-C4D0-8E7B-2ACAE3E29F65}"/>
                    </a:ext>
                  </a:extLst>
                </p:cNvPr>
                <p:cNvSpPr/>
                <p:nvPr/>
              </p:nvSpPr>
              <p:spPr>
                <a:xfrm>
                  <a:off x="5113232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7" name="pg1887">
                  <a:extLst>
                    <a:ext uri="{FF2B5EF4-FFF2-40B4-BE49-F238E27FC236}">
                      <a16:creationId xmlns:a16="http://schemas.microsoft.com/office/drawing/2014/main" id="{8C8D8D95-6F92-1739-880D-B68891AA8E60}"/>
                    </a:ext>
                  </a:extLst>
                </p:cNvPr>
                <p:cNvSpPr/>
                <p:nvPr/>
              </p:nvSpPr>
              <p:spPr>
                <a:xfrm>
                  <a:off x="5124869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8" name="pg1888">
                  <a:extLst>
                    <a:ext uri="{FF2B5EF4-FFF2-40B4-BE49-F238E27FC236}">
                      <a16:creationId xmlns:a16="http://schemas.microsoft.com/office/drawing/2014/main" id="{0EF7A853-AB7C-21C3-3E2F-828EBA07CB44}"/>
                    </a:ext>
                  </a:extLst>
                </p:cNvPr>
                <p:cNvSpPr/>
                <p:nvPr/>
              </p:nvSpPr>
              <p:spPr>
                <a:xfrm>
                  <a:off x="5136507" y="40806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89" name="pg1889">
                  <a:extLst>
                    <a:ext uri="{FF2B5EF4-FFF2-40B4-BE49-F238E27FC236}">
                      <a16:creationId xmlns:a16="http://schemas.microsoft.com/office/drawing/2014/main" id="{3C2A1E84-973E-C450-13EC-745443639702}"/>
                    </a:ext>
                  </a:extLst>
                </p:cNvPr>
                <p:cNvSpPr/>
                <p:nvPr/>
              </p:nvSpPr>
              <p:spPr>
                <a:xfrm>
                  <a:off x="5008496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0" name="pg1890">
                  <a:extLst>
                    <a:ext uri="{FF2B5EF4-FFF2-40B4-BE49-F238E27FC236}">
                      <a16:creationId xmlns:a16="http://schemas.microsoft.com/office/drawing/2014/main" id="{1B821C92-3505-6FA4-D655-C793ABD5AF48}"/>
                    </a:ext>
                  </a:extLst>
                </p:cNvPr>
                <p:cNvSpPr/>
                <p:nvPr/>
              </p:nvSpPr>
              <p:spPr>
                <a:xfrm>
                  <a:off x="5020133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1" name="pg1891">
                  <a:extLst>
                    <a:ext uri="{FF2B5EF4-FFF2-40B4-BE49-F238E27FC236}">
                      <a16:creationId xmlns:a16="http://schemas.microsoft.com/office/drawing/2014/main" id="{7C5AF9A1-8920-E2E8-0592-15688C7AB95F}"/>
                    </a:ext>
                  </a:extLst>
                </p:cNvPr>
                <p:cNvSpPr/>
                <p:nvPr/>
              </p:nvSpPr>
              <p:spPr>
                <a:xfrm>
                  <a:off x="5031771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2" name="pg1892">
                  <a:extLst>
                    <a:ext uri="{FF2B5EF4-FFF2-40B4-BE49-F238E27FC236}">
                      <a16:creationId xmlns:a16="http://schemas.microsoft.com/office/drawing/2014/main" id="{DA25EE20-7457-6D5C-AC98-9B5EAC84406A}"/>
                    </a:ext>
                  </a:extLst>
                </p:cNvPr>
                <p:cNvSpPr/>
                <p:nvPr/>
              </p:nvSpPr>
              <p:spPr>
                <a:xfrm>
                  <a:off x="5043408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3" name="pg1893">
                  <a:extLst>
                    <a:ext uri="{FF2B5EF4-FFF2-40B4-BE49-F238E27FC236}">
                      <a16:creationId xmlns:a16="http://schemas.microsoft.com/office/drawing/2014/main" id="{42EEF784-55C5-169F-6A83-C0AC5D0F8007}"/>
                    </a:ext>
                  </a:extLst>
                </p:cNvPr>
                <p:cNvSpPr/>
                <p:nvPr/>
              </p:nvSpPr>
              <p:spPr>
                <a:xfrm>
                  <a:off x="5055045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4" name="pg1894">
                  <a:extLst>
                    <a:ext uri="{FF2B5EF4-FFF2-40B4-BE49-F238E27FC236}">
                      <a16:creationId xmlns:a16="http://schemas.microsoft.com/office/drawing/2014/main" id="{34975779-9711-999B-B0AD-2C482E8D88C9}"/>
                    </a:ext>
                  </a:extLst>
                </p:cNvPr>
                <p:cNvSpPr/>
                <p:nvPr/>
              </p:nvSpPr>
              <p:spPr>
                <a:xfrm>
                  <a:off x="5066683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5" name="pg1895">
                  <a:extLst>
                    <a:ext uri="{FF2B5EF4-FFF2-40B4-BE49-F238E27FC236}">
                      <a16:creationId xmlns:a16="http://schemas.microsoft.com/office/drawing/2014/main" id="{107952AA-CD99-F8F3-5753-BF4D78C41249}"/>
                    </a:ext>
                  </a:extLst>
                </p:cNvPr>
                <p:cNvSpPr/>
                <p:nvPr/>
              </p:nvSpPr>
              <p:spPr>
                <a:xfrm>
                  <a:off x="5078320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6" name="pg1896">
                  <a:extLst>
                    <a:ext uri="{FF2B5EF4-FFF2-40B4-BE49-F238E27FC236}">
                      <a16:creationId xmlns:a16="http://schemas.microsoft.com/office/drawing/2014/main" id="{0DA8CD25-5C38-D842-0AF9-6BA56679FA73}"/>
                    </a:ext>
                  </a:extLst>
                </p:cNvPr>
                <p:cNvSpPr/>
                <p:nvPr/>
              </p:nvSpPr>
              <p:spPr>
                <a:xfrm>
                  <a:off x="5089957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7" name="pg1897">
                  <a:extLst>
                    <a:ext uri="{FF2B5EF4-FFF2-40B4-BE49-F238E27FC236}">
                      <a16:creationId xmlns:a16="http://schemas.microsoft.com/office/drawing/2014/main" id="{B6371151-903B-E418-72D3-7CE15E7B8661}"/>
                    </a:ext>
                  </a:extLst>
                </p:cNvPr>
                <p:cNvSpPr/>
                <p:nvPr/>
              </p:nvSpPr>
              <p:spPr>
                <a:xfrm>
                  <a:off x="5101595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8" name="pg1898">
                  <a:extLst>
                    <a:ext uri="{FF2B5EF4-FFF2-40B4-BE49-F238E27FC236}">
                      <a16:creationId xmlns:a16="http://schemas.microsoft.com/office/drawing/2014/main" id="{52DC6F16-5853-B9B0-E0DB-FB10B8AAC130}"/>
                    </a:ext>
                  </a:extLst>
                </p:cNvPr>
                <p:cNvSpPr/>
                <p:nvPr/>
              </p:nvSpPr>
              <p:spPr>
                <a:xfrm>
                  <a:off x="5113232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899" name="pg1899">
                  <a:extLst>
                    <a:ext uri="{FF2B5EF4-FFF2-40B4-BE49-F238E27FC236}">
                      <a16:creationId xmlns:a16="http://schemas.microsoft.com/office/drawing/2014/main" id="{D363EBBA-1FD9-7BF4-ADF4-51ED15BE1B73}"/>
                    </a:ext>
                  </a:extLst>
                </p:cNvPr>
                <p:cNvSpPr/>
                <p:nvPr/>
              </p:nvSpPr>
              <p:spPr>
                <a:xfrm>
                  <a:off x="5124869" y="409496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0" name="pg1900">
                  <a:extLst>
                    <a:ext uri="{FF2B5EF4-FFF2-40B4-BE49-F238E27FC236}">
                      <a16:creationId xmlns:a16="http://schemas.microsoft.com/office/drawing/2014/main" id="{F9C6998B-1FC0-0115-30AD-22D83C3D6DD5}"/>
                    </a:ext>
                  </a:extLst>
                </p:cNvPr>
                <p:cNvSpPr/>
                <p:nvPr/>
              </p:nvSpPr>
              <p:spPr>
                <a:xfrm>
                  <a:off x="4985221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1" name="pg1901">
                  <a:extLst>
                    <a:ext uri="{FF2B5EF4-FFF2-40B4-BE49-F238E27FC236}">
                      <a16:creationId xmlns:a16="http://schemas.microsoft.com/office/drawing/2014/main" id="{F26FA2C7-0002-C51C-C09F-70C7B0A871FE}"/>
                    </a:ext>
                  </a:extLst>
                </p:cNvPr>
                <p:cNvSpPr/>
                <p:nvPr/>
              </p:nvSpPr>
              <p:spPr>
                <a:xfrm>
                  <a:off x="4996859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2" name="pg1902">
                  <a:extLst>
                    <a:ext uri="{FF2B5EF4-FFF2-40B4-BE49-F238E27FC236}">
                      <a16:creationId xmlns:a16="http://schemas.microsoft.com/office/drawing/2014/main" id="{CC9B85A3-578E-CDBD-82BA-926D09312487}"/>
                    </a:ext>
                  </a:extLst>
                </p:cNvPr>
                <p:cNvSpPr/>
                <p:nvPr/>
              </p:nvSpPr>
              <p:spPr>
                <a:xfrm>
                  <a:off x="5008496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3" name="pg1903">
                  <a:extLst>
                    <a:ext uri="{FF2B5EF4-FFF2-40B4-BE49-F238E27FC236}">
                      <a16:creationId xmlns:a16="http://schemas.microsoft.com/office/drawing/2014/main" id="{4BCD04D3-5E66-6CE7-61E8-3CCF48669F81}"/>
                    </a:ext>
                  </a:extLst>
                </p:cNvPr>
                <p:cNvSpPr/>
                <p:nvPr/>
              </p:nvSpPr>
              <p:spPr>
                <a:xfrm>
                  <a:off x="5020133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4" name="pg1904">
                  <a:extLst>
                    <a:ext uri="{FF2B5EF4-FFF2-40B4-BE49-F238E27FC236}">
                      <a16:creationId xmlns:a16="http://schemas.microsoft.com/office/drawing/2014/main" id="{D9C425B4-1E1C-01A0-2C71-AF079EE43991}"/>
                    </a:ext>
                  </a:extLst>
                </p:cNvPr>
                <p:cNvSpPr/>
                <p:nvPr/>
              </p:nvSpPr>
              <p:spPr>
                <a:xfrm>
                  <a:off x="5031771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5" name="pg1905">
                  <a:extLst>
                    <a:ext uri="{FF2B5EF4-FFF2-40B4-BE49-F238E27FC236}">
                      <a16:creationId xmlns:a16="http://schemas.microsoft.com/office/drawing/2014/main" id="{718EB707-F7AD-BC6F-E40A-625C59A0FC9C}"/>
                    </a:ext>
                  </a:extLst>
                </p:cNvPr>
                <p:cNvSpPr/>
                <p:nvPr/>
              </p:nvSpPr>
              <p:spPr>
                <a:xfrm>
                  <a:off x="5043408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6" name="pg1906">
                  <a:extLst>
                    <a:ext uri="{FF2B5EF4-FFF2-40B4-BE49-F238E27FC236}">
                      <a16:creationId xmlns:a16="http://schemas.microsoft.com/office/drawing/2014/main" id="{67C0D13D-17CF-5888-B5A8-C3CC4EE0C673}"/>
                    </a:ext>
                  </a:extLst>
                </p:cNvPr>
                <p:cNvSpPr/>
                <p:nvPr/>
              </p:nvSpPr>
              <p:spPr>
                <a:xfrm>
                  <a:off x="5055045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7" name="pg1907">
                  <a:extLst>
                    <a:ext uri="{FF2B5EF4-FFF2-40B4-BE49-F238E27FC236}">
                      <a16:creationId xmlns:a16="http://schemas.microsoft.com/office/drawing/2014/main" id="{BA1AF2F3-E7F3-50E2-7A38-1CD364F286FD}"/>
                    </a:ext>
                  </a:extLst>
                </p:cNvPr>
                <p:cNvSpPr/>
                <p:nvPr/>
              </p:nvSpPr>
              <p:spPr>
                <a:xfrm>
                  <a:off x="5066683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8" name="pg1908">
                  <a:extLst>
                    <a:ext uri="{FF2B5EF4-FFF2-40B4-BE49-F238E27FC236}">
                      <a16:creationId xmlns:a16="http://schemas.microsoft.com/office/drawing/2014/main" id="{E80101D4-4091-441F-19C8-CEA87C679F59}"/>
                    </a:ext>
                  </a:extLst>
                </p:cNvPr>
                <p:cNvSpPr/>
                <p:nvPr/>
              </p:nvSpPr>
              <p:spPr>
                <a:xfrm>
                  <a:off x="5078320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09" name="pg1909">
                  <a:extLst>
                    <a:ext uri="{FF2B5EF4-FFF2-40B4-BE49-F238E27FC236}">
                      <a16:creationId xmlns:a16="http://schemas.microsoft.com/office/drawing/2014/main" id="{CE40F65A-7372-B990-32AD-5F06864B16A7}"/>
                    </a:ext>
                  </a:extLst>
                </p:cNvPr>
                <p:cNvSpPr/>
                <p:nvPr/>
              </p:nvSpPr>
              <p:spPr>
                <a:xfrm>
                  <a:off x="5089957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0" name="pg1910">
                  <a:extLst>
                    <a:ext uri="{FF2B5EF4-FFF2-40B4-BE49-F238E27FC236}">
                      <a16:creationId xmlns:a16="http://schemas.microsoft.com/office/drawing/2014/main" id="{0DB94602-8612-04E2-77A2-D9940FB8C751}"/>
                    </a:ext>
                  </a:extLst>
                </p:cNvPr>
                <p:cNvSpPr/>
                <p:nvPr/>
              </p:nvSpPr>
              <p:spPr>
                <a:xfrm>
                  <a:off x="5101595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1" name="pg1911">
                  <a:extLst>
                    <a:ext uri="{FF2B5EF4-FFF2-40B4-BE49-F238E27FC236}">
                      <a16:creationId xmlns:a16="http://schemas.microsoft.com/office/drawing/2014/main" id="{8EF39EA4-FDAB-2A1D-E02D-CBA6ADCE4A1E}"/>
                    </a:ext>
                  </a:extLst>
                </p:cNvPr>
                <p:cNvSpPr/>
                <p:nvPr/>
              </p:nvSpPr>
              <p:spPr>
                <a:xfrm>
                  <a:off x="5113232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2" name="pg1912">
                  <a:extLst>
                    <a:ext uri="{FF2B5EF4-FFF2-40B4-BE49-F238E27FC236}">
                      <a16:creationId xmlns:a16="http://schemas.microsoft.com/office/drawing/2014/main" id="{A1CAEA04-700F-55AD-D6E9-D7BD6C1F9AD9}"/>
                    </a:ext>
                  </a:extLst>
                </p:cNvPr>
                <p:cNvSpPr/>
                <p:nvPr/>
              </p:nvSpPr>
              <p:spPr>
                <a:xfrm>
                  <a:off x="5124869" y="41092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3" name="pg1913">
                  <a:extLst>
                    <a:ext uri="{FF2B5EF4-FFF2-40B4-BE49-F238E27FC236}">
                      <a16:creationId xmlns:a16="http://schemas.microsoft.com/office/drawing/2014/main" id="{C4EC0890-9DE5-C009-BB90-2C90C1ADD0A4}"/>
                    </a:ext>
                  </a:extLst>
                </p:cNvPr>
                <p:cNvSpPr/>
                <p:nvPr/>
              </p:nvSpPr>
              <p:spPr>
                <a:xfrm>
                  <a:off x="4973584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4" name="pg1914">
                  <a:extLst>
                    <a:ext uri="{FF2B5EF4-FFF2-40B4-BE49-F238E27FC236}">
                      <a16:creationId xmlns:a16="http://schemas.microsoft.com/office/drawing/2014/main" id="{AD27FF33-82EA-14B4-B089-559EFD88971A}"/>
                    </a:ext>
                  </a:extLst>
                </p:cNvPr>
                <p:cNvSpPr/>
                <p:nvPr/>
              </p:nvSpPr>
              <p:spPr>
                <a:xfrm>
                  <a:off x="4985221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5" name="pg1915">
                  <a:extLst>
                    <a:ext uri="{FF2B5EF4-FFF2-40B4-BE49-F238E27FC236}">
                      <a16:creationId xmlns:a16="http://schemas.microsoft.com/office/drawing/2014/main" id="{B9A5C3E0-D09C-047D-1679-F4255F0898C0}"/>
                    </a:ext>
                  </a:extLst>
                </p:cNvPr>
                <p:cNvSpPr/>
                <p:nvPr/>
              </p:nvSpPr>
              <p:spPr>
                <a:xfrm>
                  <a:off x="4996859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6" name="pg1916">
                  <a:extLst>
                    <a:ext uri="{FF2B5EF4-FFF2-40B4-BE49-F238E27FC236}">
                      <a16:creationId xmlns:a16="http://schemas.microsoft.com/office/drawing/2014/main" id="{0EDF995E-5489-1559-FE41-07850B7CCF7B}"/>
                    </a:ext>
                  </a:extLst>
                </p:cNvPr>
                <p:cNvSpPr/>
                <p:nvPr/>
              </p:nvSpPr>
              <p:spPr>
                <a:xfrm>
                  <a:off x="5008496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7" name="pg1917">
                  <a:extLst>
                    <a:ext uri="{FF2B5EF4-FFF2-40B4-BE49-F238E27FC236}">
                      <a16:creationId xmlns:a16="http://schemas.microsoft.com/office/drawing/2014/main" id="{29DA62AD-F837-0CA0-9B5C-BA85108D483E}"/>
                    </a:ext>
                  </a:extLst>
                </p:cNvPr>
                <p:cNvSpPr/>
                <p:nvPr/>
              </p:nvSpPr>
              <p:spPr>
                <a:xfrm>
                  <a:off x="5020133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8" name="pg1918">
                  <a:extLst>
                    <a:ext uri="{FF2B5EF4-FFF2-40B4-BE49-F238E27FC236}">
                      <a16:creationId xmlns:a16="http://schemas.microsoft.com/office/drawing/2014/main" id="{989DC3AB-5393-F9CA-D9D7-E42CC62EE994}"/>
                    </a:ext>
                  </a:extLst>
                </p:cNvPr>
                <p:cNvSpPr/>
                <p:nvPr/>
              </p:nvSpPr>
              <p:spPr>
                <a:xfrm>
                  <a:off x="5031771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19" name="pg1919">
                  <a:extLst>
                    <a:ext uri="{FF2B5EF4-FFF2-40B4-BE49-F238E27FC236}">
                      <a16:creationId xmlns:a16="http://schemas.microsoft.com/office/drawing/2014/main" id="{FF17BDAF-4EC1-7AD6-575A-7B7C03E077EF}"/>
                    </a:ext>
                  </a:extLst>
                </p:cNvPr>
                <p:cNvSpPr/>
                <p:nvPr/>
              </p:nvSpPr>
              <p:spPr>
                <a:xfrm>
                  <a:off x="5043408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0" name="pg1920">
                  <a:extLst>
                    <a:ext uri="{FF2B5EF4-FFF2-40B4-BE49-F238E27FC236}">
                      <a16:creationId xmlns:a16="http://schemas.microsoft.com/office/drawing/2014/main" id="{BE6DF7CA-7F64-B850-48D3-AF5DE6AABB0E}"/>
                    </a:ext>
                  </a:extLst>
                </p:cNvPr>
                <p:cNvSpPr/>
                <p:nvPr/>
              </p:nvSpPr>
              <p:spPr>
                <a:xfrm>
                  <a:off x="5055045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1" name="pg1921">
                  <a:extLst>
                    <a:ext uri="{FF2B5EF4-FFF2-40B4-BE49-F238E27FC236}">
                      <a16:creationId xmlns:a16="http://schemas.microsoft.com/office/drawing/2014/main" id="{03C47214-ED97-C8CA-5D5A-F60DB1B426CC}"/>
                    </a:ext>
                  </a:extLst>
                </p:cNvPr>
                <p:cNvSpPr/>
                <p:nvPr/>
              </p:nvSpPr>
              <p:spPr>
                <a:xfrm>
                  <a:off x="5066683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2" name="pg1922">
                  <a:extLst>
                    <a:ext uri="{FF2B5EF4-FFF2-40B4-BE49-F238E27FC236}">
                      <a16:creationId xmlns:a16="http://schemas.microsoft.com/office/drawing/2014/main" id="{7F420AA0-8F7E-B499-1607-2515B2FF5D35}"/>
                    </a:ext>
                  </a:extLst>
                </p:cNvPr>
                <p:cNvSpPr/>
                <p:nvPr/>
              </p:nvSpPr>
              <p:spPr>
                <a:xfrm>
                  <a:off x="5078320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3" name="pg1923">
                  <a:extLst>
                    <a:ext uri="{FF2B5EF4-FFF2-40B4-BE49-F238E27FC236}">
                      <a16:creationId xmlns:a16="http://schemas.microsoft.com/office/drawing/2014/main" id="{6750033C-5343-EEF8-BB3B-DBFCE1E2251C}"/>
                    </a:ext>
                  </a:extLst>
                </p:cNvPr>
                <p:cNvSpPr/>
                <p:nvPr/>
              </p:nvSpPr>
              <p:spPr>
                <a:xfrm>
                  <a:off x="5089957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4" name="pg1924">
                  <a:extLst>
                    <a:ext uri="{FF2B5EF4-FFF2-40B4-BE49-F238E27FC236}">
                      <a16:creationId xmlns:a16="http://schemas.microsoft.com/office/drawing/2014/main" id="{3DD84D86-AB88-D0D1-CD63-29BF4A734874}"/>
                    </a:ext>
                  </a:extLst>
                </p:cNvPr>
                <p:cNvSpPr/>
                <p:nvPr/>
              </p:nvSpPr>
              <p:spPr>
                <a:xfrm>
                  <a:off x="5101595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5" name="pg1925">
                  <a:extLst>
                    <a:ext uri="{FF2B5EF4-FFF2-40B4-BE49-F238E27FC236}">
                      <a16:creationId xmlns:a16="http://schemas.microsoft.com/office/drawing/2014/main" id="{32BFB2BC-6591-86E0-72B3-8D9D32C3C75F}"/>
                    </a:ext>
                  </a:extLst>
                </p:cNvPr>
                <p:cNvSpPr/>
                <p:nvPr/>
              </p:nvSpPr>
              <p:spPr>
                <a:xfrm>
                  <a:off x="5113232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6" name="pg1926">
                  <a:extLst>
                    <a:ext uri="{FF2B5EF4-FFF2-40B4-BE49-F238E27FC236}">
                      <a16:creationId xmlns:a16="http://schemas.microsoft.com/office/drawing/2014/main" id="{700BB39C-4EAF-E19A-09CA-9AD1522D008D}"/>
                    </a:ext>
                  </a:extLst>
                </p:cNvPr>
                <p:cNvSpPr/>
                <p:nvPr/>
              </p:nvSpPr>
              <p:spPr>
                <a:xfrm>
                  <a:off x="5124869" y="412357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7" name="pg1927">
                  <a:extLst>
                    <a:ext uri="{FF2B5EF4-FFF2-40B4-BE49-F238E27FC236}">
                      <a16:creationId xmlns:a16="http://schemas.microsoft.com/office/drawing/2014/main" id="{1DEFC4E9-7C3B-4929-A3F7-BCA0DFEF6157}"/>
                    </a:ext>
                  </a:extLst>
                </p:cNvPr>
                <p:cNvSpPr/>
                <p:nvPr/>
              </p:nvSpPr>
              <p:spPr>
                <a:xfrm>
                  <a:off x="4973584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8" name="pg1928">
                  <a:extLst>
                    <a:ext uri="{FF2B5EF4-FFF2-40B4-BE49-F238E27FC236}">
                      <a16:creationId xmlns:a16="http://schemas.microsoft.com/office/drawing/2014/main" id="{6D654FAD-F954-935B-0C98-4D172773E1BD}"/>
                    </a:ext>
                  </a:extLst>
                </p:cNvPr>
                <p:cNvSpPr/>
                <p:nvPr/>
              </p:nvSpPr>
              <p:spPr>
                <a:xfrm>
                  <a:off x="4985221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29" name="pg1929">
                  <a:extLst>
                    <a:ext uri="{FF2B5EF4-FFF2-40B4-BE49-F238E27FC236}">
                      <a16:creationId xmlns:a16="http://schemas.microsoft.com/office/drawing/2014/main" id="{FC440868-3148-AB9C-4BBA-FD86379601FB}"/>
                    </a:ext>
                  </a:extLst>
                </p:cNvPr>
                <p:cNvSpPr/>
                <p:nvPr/>
              </p:nvSpPr>
              <p:spPr>
                <a:xfrm>
                  <a:off x="4996859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0" name="pg1930">
                  <a:extLst>
                    <a:ext uri="{FF2B5EF4-FFF2-40B4-BE49-F238E27FC236}">
                      <a16:creationId xmlns:a16="http://schemas.microsoft.com/office/drawing/2014/main" id="{26152D63-2EE2-0AA2-1950-22B6BD203F2A}"/>
                    </a:ext>
                  </a:extLst>
                </p:cNvPr>
                <p:cNvSpPr/>
                <p:nvPr/>
              </p:nvSpPr>
              <p:spPr>
                <a:xfrm>
                  <a:off x="5008496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1" name="pg1931">
                  <a:extLst>
                    <a:ext uri="{FF2B5EF4-FFF2-40B4-BE49-F238E27FC236}">
                      <a16:creationId xmlns:a16="http://schemas.microsoft.com/office/drawing/2014/main" id="{16B4FB42-9678-02F9-B817-6E345FA39EEC}"/>
                    </a:ext>
                  </a:extLst>
                </p:cNvPr>
                <p:cNvSpPr/>
                <p:nvPr/>
              </p:nvSpPr>
              <p:spPr>
                <a:xfrm>
                  <a:off x="5020133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2" name="pg1932">
                  <a:extLst>
                    <a:ext uri="{FF2B5EF4-FFF2-40B4-BE49-F238E27FC236}">
                      <a16:creationId xmlns:a16="http://schemas.microsoft.com/office/drawing/2014/main" id="{BBDA3FEC-6BDC-3AB6-9589-1973FC846DDE}"/>
                    </a:ext>
                  </a:extLst>
                </p:cNvPr>
                <p:cNvSpPr/>
                <p:nvPr/>
              </p:nvSpPr>
              <p:spPr>
                <a:xfrm>
                  <a:off x="5031771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3" name="pg1933">
                  <a:extLst>
                    <a:ext uri="{FF2B5EF4-FFF2-40B4-BE49-F238E27FC236}">
                      <a16:creationId xmlns:a16="http://schemas.microsoft.com/office/drawing/2014/main" id="{0BE0AD6A-7AD8-E610-C8FB-2DC2F2081E38}"/>
                    </a:ext>
                  </a:extLst>
                </p:cNvPr>
                <p:cNvSpPr/>
                <p:nvPr/>
              </p:nvSpPr>
              <p:spPr>
                <a:xfrm>
                  <a:off x="5043408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4" name="pg1934">
                  <a:extLst>
                    <a:ext uri="{FF2B5EF4-FFF2-40B4-BE49-F238E27FC236}">
                      <a16:creationId xmlns:a16="http://schemas.microsoft.com/office/drawing/2014/main" id="{D25FF00E-9FB8-BE97-C323-86DC7C26F52D}"/>
                    </a:ext>
                  </a:extLst>
                </p:cNvPr>
                <p:cNvSpPr/>
                <p:nvPr/>
              </p:nvSpPr>
              <p:spPr>
                <a:xfrm>
                  <a:off x="5055045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5" name="pg1935">
                  <a:extLst>
                    <a:ext uri="{FF2B5EF4-FFF2-40B4-BE49-F238E27FC236}">
                      <a16:creationId xmlns:a16="http://schemas.microsoft.com/office/drawing/2014/main" id="{3071D7C9-2FC1-2BA0-9A24-318DD81AA484}"/>
                    </a:ext>
                  </a:extLst>
                </p:cNvPr>
                <p:cNvSpPr/>
                <p:nvPr/>
              </p:nvSpPr>
              <p:spPr>
                <a:xfrm>
                  <a:off x="5066683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6" name="pg1936">
                  <a:extLst>
                    <a:ext uri="{FF2B5EF4-FFF2-40B4-BE49-F238E27FC236}">
                      <a16:creationId xmlns:a16="http://schemas.microsoft.com/office/drawing/2014/main" id="{5EA89CEE-F87D-19C0-71BF-081991ABC295}"/>
                    </a:ext>
                  </a:extLst>
                </p:cNvPr>
                <p:cNvSpPr/>
                <p:nvPr/>
              </p:nvSpPr>
              <p:spPr>
                <a:xfrm>
                  <a:off x="5078320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7" name="pg1937">
                  <a:extLst>
                    <a:ext uri="{FF2B5EF4-FFF2-40B4-BE49-F238E27FC236}">
                      <a16:creationId xmlns:a16="http://schemas.microsoft.com/office/drawing/2014/main" id="{0E7670E4-8B23-A0B9-D2C6-63A1C50D77EB}"/>
                    </a:ext>
                  </a:extLst>
                </p:cNvPr>
                <p:cNvSpPr/>
                <p:nvPr/>
              </p:nvSpPr>
              <p:spPr>
                <a:xfrm>
                  <a:off x="5089957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8" name="pg1938">
                  <a:extLst>
                    <a:ext uri="{FF2B5EF4-FFF2-40B4-BE49-F238E27FC236}">
                      <a16:creationId xmlns:a16="http://schemas.microsoft.com/office/drawing/2014/main" id="{CCEF8F7B-EB6F-7ED6-202D-DE4F30334D10}"/>
                    </a:ext>
                  </a:extLst>
                </p:cNvPr>
                <p:cNvSpPr/>
                <p:nvPr/>
              </p:nvSpPr>
              <p:spPr>
                <a:xfrm>
                  <a:off x="5101595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39" name="pg1939">
                  <a:extLst>
                    <a:ext uri="{FF2B5EF4-FFF2-40B4-BE49-F238E27FC236}">
                      <a16:creationId xmlns:a16="http://schemas.microsoft.com/office/drawing/2014/main" id="{6B535724-8E7B-C51B-C741-BB4F743D7474}"/>
                    </a:ext>
                  </a:extLst>
                </p:cNvPr>
                <p:cNvSpPr/>
                <p:nvPr/>
              </p:nvSpPr>
              <p:spPr>
                <a:xfrm>
                  <a:off x="5113232" y="413787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0" name="pg1940">
                  <a:extLst>
                    <a:ext uri="{FF2B5EF4-FFF2-40B4-BE49-F238E27FC236}">
                      <a16:creationId xmlns:a16="http://schemas.microsoft.com/office/drawing/2014/main" id="{08D10FD2-4C3C-63FA-23D9-4F94A7C70A92}"/>
                    </a:ext>
                  </a:extLst>
                </p:cNvPr>
                <p:cNvSpPr/>
                <p:nvPr/>
              </p:nvSpPr>
              <p:spPr>
                <a:xfrm>
                  <a:off x="4961947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1" name="pg1941">
                  <a:extLst>
                    <a:ext uri="{FF2B5EF4-FFF2-40B4-BE49-F238E27FC236}">
                      <a16:creationId xmlns:a16="http://schemas.microsoft.com/office/drawing/2014/main" id="{AA7B8C03-F01E-5262-89CE-CE7E58A30C70}"/>
                    </a:ext>
                  </a:extLst>
                </p:cNvPr>
                <p:cNvSpPr/>
                <p:nvPr/>
              </p:nvSpPr>
              <p:spPr>
                <a:xfrm>
                  <a:off x="4973584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2" name="pg1942">
                  <a:extLst>
                    <a:ext uri="{FF2B5EF4-FFF2-40B4-BE49-F238E27FC236}">
                      <a16:creationId xmlns:a16="http://schemas.microsoft.com/office/drawing/2014/main" id="{1E41BDE4-89BE-9F94-371F-BA7F56B644A2}"/>
                    </a:ext>
                  </a:extLst>
                </p:cNvPr>
                <p:cNvSpPr/>
                <p:nvPr/>
              </p:nvSpPr>
              <p:spPr>
                <a:xfrm>
                  <a:off x="4985221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3" name="pg1943">
                  <a:extLst>
                    <a:ext uri="{FF2B5EF4-FFF2-40B4-BE49-F238E27FC236}">
                      <a16:creationId xmlns:a16="http://schemas.microsoft.com/office/drawing/2014/main" id="{B82D3044-F849-A048-0070-8C7DF17E154E}"/>
                    </a:ext>
                  </a:extLst>
                </p:cNvPr>
                <p:cNvSpPr/>
                <p:nvPr/>
              </p:nvSpPr>
              <p:spPr>
                <a:xfrm>
                  <a:off x="4996859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4" name="pg1944">
                  <a:extLst>
                    <a:ext uri="{FF2B5EF4-FFF2-40B4-BE49-F238E27FC236}">
                      <a16:creationId xmlns:a16="http://schemas.microsoft.com/office/drawing/2014/main" id="{F8E0978C-7DFE-6270-2233-CF5E534512F0}"/>
                    </a:ext>
                  </a:extLst>
                </p:cNvPr>
                <p:cNvSpPr/>
                <p:nvPr/>
              </p:nvSpPr>
              <p:spPr>
                <a:xfrm>
                  <a:off x="5008496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5" name="pg1945">
                  <a:extLst>
                    <a:ext uri="{FF2B5EF4-FFF2-40B4-BE49-F238E27FC236}">
                      <a16:creationId xmlns:a16="http://schemas.microsoft.com/office/drawing/2014/main" id="{56318021-3D91-61C5-8320-C687BECFFDA7}"/>
                    </a:ext>
                  </a:extLst>
                </p:cNvPr>
                <p:cNvSpPr/>
                <p:nvPr/>
              </p:nvSpPr>
              <p:spPr>
                <a:xfrm>
                  <a:off x="5020133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6" name="pg1946">
                  <a:extLst>
                    <a:ext uri="{FF2B5EF4-FFF2-40B4-BE49-F238E27FC236}">
                      <a16:creationId xmlns:a16="http://schemas.microsoft.com/office/drawing/2014/main" id="{879C3D0D-3758-10B8-5B8B-6B50870BF898}"/>
                    </a:ext>
                  </a:extLst>
                </p:cNvPr>
                <p:cNvSpPr/>
                <p:nvPr/>
              </p:nvSpPr>
              <p:spPr>
                <a:xfrm>
                  <a:off x="5031771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7" name="pg1947">
                  <a:extLst>
                    <a:ext uri="{FF2B5EF4-FFF2-40B4-BE49-F238E27FC236}">
                      <a16:creationId xmlns:a16="http://schemas.microsoft.com/office/drawing/2014/main" id="{2749332D-0CB6-9985-F308-15EF88C85613}"/>
                    </a:ext>
                  </a:extLst>
                </p:cNvPr>
                <p:cNvSpPr/>
                <p:nvPr/>
              </p:nvSpPr>
              <p:spPr>
                <a:xfrm>
                  <a:off x="5043408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8" name="pg1948">
                  <a:extLst>
                    <a:ext uri="{FF2B5EF4-FFF2-40B4-BE49-F238E27FC236}">
                      <a16:creationId xmlns:a16="http://schemas.microsoft.com/office/drawing/2014/main" id="{2860D752-DCFF-11C3-2A40-9B91B9D19AD7}"/>
                    </a:ext>
                  </a:extLst>
                </p:cNvPr>
                <p:cNvSpPr/>
                <p:nvPr/>
              </p:nvSpPr>
              <p:spPr>
                <a:xfrm>
                  <a:off x="5055045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49" name="pg1949">
                  <a:extLst>
                    <a:ext uri="{FF2B5EF4-FFF2-40B4-BE49-F238E27FC236}">
                      <a16:creationId xmlns:a16="http://schemas.microsoft.com/office/drawing/2014/main" id="{A28C0396-B353-A9D6-CD2C-533DCD19E4DC}"/>
                    </a:ext>
                  </a:extLst>
                </p:cNvPr>
                <p:cNvSpPr/>
                <p:nvPr/>
              </p:nvSpPr>
              <p:spPr>
                <a:xfrm>
                  <a:off x="5066683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0" name="pg1950">
                  <a:extLst>
                    <a:ext uri="{FF2B5EF4-FFF2-40B4-BE49-F238E27FC236}">
                      <a16:creationId xmlns:a16="http://schemas.microsoft.com/office/drawing/2014/main" id="{F7236E69-AA63-180E-5A9D-D7273269070E}"/>
                    </a:ext>
                  </a:extLst>
                </p:cNvPr>
                <p:cNvSpPr/>
                <p:nvPr/>
              </p:nvSpPr>
              <p:spPr>
                <a:xfrm>
                  <a:off x="5078320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4A5">
                    <a:alpha val="100000"/>
                  </a:srgbClr>
                </a:solidFill>
                <a:ln w="5420" cap="flat">
                  <a:solidFill>
                    <a:srgbClr val="3984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1" name="pg1951">
                  <a:extLst>
                    <a:ext uri="{FF2B5EF4-FFF2-40B4-BE49-F238E27FC236}">
                      <a16:creationId xmlns:a16="http://schemas.microsoft.com/office/drawing/2014/main" id="{DD5CFED5-BB47-9D24-4213-868E4709117E}"/>
                    </a:ext>
                  </a:extLst>
                </p:cNvPr>
                <p:cNvSpPr/>
                <p:nvPr/>
              </p:nvSpPr>
              <p:spPr>
                <a:xfrm>
                  <a:off x="5089957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2" name="pg1952">
                  <a:extLst>
                    <a:ext uri="{FF2B5EF4-FFF2-40B4-BE49-F238E27FC236}">
                      <a16:creationId xmlns:a16="http://schemas.microsoft.com/office/drawing/2014/main" id="{E08A6C92-0ECD-8129-D10B-D60D82509E71}"/>
                    </a:ext>
                  </a:extLst>
                </p:cNvPr>
                <p:cNvSpPr/>
                <p:nvPr/>
              </p:nvSpPr>
              <p:spPr>
                <a:xfrm>
                  <a:off x="5101595" y="41521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3" name="pg1953">
                  <a:extLst>
                    <a:ext uri="{FF2B5EF4-FFF2-40B4-BE49-F238E27FC236}">
                      <a16:creationId xmlns:a16="http://schemas.microsoft.com/office/drawing/2014/main" id="{A8E38D1C-1448-F21A-A150-B28949A47751}"/>
                    </a:ext>
                  </a:extLst>
                </p:cNvPr>
                <p:cNvSpPr/>
                <p:nvPr/>
              </p:nvSpPr>
              <p:spPr>
                <a:xfrm>
                  <a:off x="4950309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4" name="pg1954">
                  <a:extLst>
                    <a:ext uri="{FF2B5EF4-FFF2-40B4-BE49-F238E27FC236}">
                      <a16:creationId xmlns:a16="http://schemas.microsoft.com/office/drawing/2014/main" id="{86D66B7B-B46C-D95F-EA5D-AC3E2DF2E553}"/>
                    </a:ext>
                  </a:extLst>
                </p:cNvPr>
                <p:cNvSpPr/>
                <p:nvPr/>
              </p:nvSpPr>
              <p:spPr>
                <a:xfrm>
                  <a:off x="4961947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5" name="pg1955">
                  <a:extLst>
                    <a:ext uri="{FF2B5EF4-FFF2-40B4-BE49-F238E27FC236}">
                      <a16:creationId xmlns:a16="http://schemas.microsoft.com/office/drawing/2014/main" id="{E61300E9-B030-B9CC-9CD7-0362D8EC368C}"/>
                    </a:ext>
                  </a:extLst>
                </p:cNvPr>
                <p:cNvSpPr/>
                <p:nvPr/>
              </p:nvSpPr>
              <p:spPr>
                <a:xfrm>
                  <a:off x="4973584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6" name="pg1956">
                  <a:extLst>
                    <a:ext uri="{FF2B5EF4-FFF2-40B4-BE49-F238E27FC236}">
                      <a16:creationId xmlns:a16="http://schemas.microsoft.com/office/drawing/2014/main" id="{32DFE3DC-EC62-C8A1-6F12-6EBB11F6130A}"/>
                    </a:ext>
                  </a:extLst>
                </p:cNvPr>
                <p:cNvSpPr/>
                <p:nvPr/>
              </p:nvSpPr>
              <p:spPr>
                <a:xfrm>
                  <a:off x="4985221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7" name="pg1957">
                  <a:extLst>
                    <a:ext uri="{FF2B5EF4-FFF2-40B4-BE49-F238E27FC236}">
                      <a16:creationId xmlns:a16="http://schemas.microsoft.com/office/drawing/2014/main" id="{C1116927-C2E9-25CC-3932-8FE0EFF1E234}"/>
                    </a:ext>
                  </a:extLst>
                </p:cNvPr>
                <p:cNvSpPr/>
                <p:nvPr/>
              </p:nvSpPr>
              <p:spPr>
                <a:xfrm>
                  <a:off x="4996859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8" name="pg1958">
                  <a:extLst>
                    <a:ext uri="{FF2B5EF4-FFF2-40B4-BE49-F238E27FC236}">
                      <a16:creationId xmlns:a16="http://schemas.microsoft.com/office/drawing/2014/main" id="{664E2FF1-2EAE-FCD1-58F3-61D88185AFD6}"/>
                    </a:ext>
                  </a:extLst>
                </p:cNvPr>
                <p:cNvSpPr/>
                <p:nvPr/>
              </p:nvSpPr>
              <p:spPr>
                <a:xfrm>
                  <a:off x="5008496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59" name="pg1959">
                  <a:extLst>
                    <a:ext uri="{FF2B5EF4-FFF2-40B4-BE49-F238E27FC236}">
                      <a16:creationId xmlns:a16="http://schemas.microsoft.com/office/drawing/2014/main" id="{449C0FA5-3254-0FD4-5F24-CF1C207F6CA0}"/>
                    </a:ext>
                  </a:extLst>
                </p:cNvPr>
                <p:cNvSpPr/>
                <p:nvPr/>
              </p:nvSpPr>
              <p:spPr>
                <a:xfrm>
                  <a:off x="5020133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0" name="pg1960">
                  <a:extLst>
                    <a:ext uri="{FF2B5EF4-FFF2-40B4-BE49-F238E27FC236}">
                      <a16:creationId xmlns:a16="http://schemas.microsoft.com/office/drawing/2014/main" id="{3608DBC7-71BA-918D-0DA3-D09B648D4EF0}"/>
                    </a:ext>
                  </a:extLst>
                </p:cNvPr>
                <p:cNvSpPr/>
                <p:nvPr/>
              </p:nvSpPr>
              <p:spPr>
                <a:xfrm>
                  <a:off x="5031771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1" name="pg1961">
                  <a:extLst>
                    <a:ext uri="{FF2B5EF4-FFF2-40B4-BE49-F238E27FC236}">
                      <a16:creationId xmlns:a16="http://schemas.microsoft.com/office/drawing/2014/main" id="{43071E0B-FFD4-F4FD-6EC5-261A8EAC9503}"/>
                    </a:ext>
                  </a:extLst>
                </p:cNvPr>
                <p:cNvSpPr/>
                <p:nvPr/>
              </p:nvSpPr>
              <p:spPr>
                <a:xfrm>
                  <a:off x="5043408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2" name="pg1962">
                  <a:extLst>
                    <a:ext uri="{FF2B5EF4-FFF2-40B4-BE49-F238E27FC236}">
                      <a16:creationId xmlns:a16="http://schemas.microsoft.com/office/drawing/2014/main" id="{C0537DC3-26CD-0E80-0E7A-0611BD4B05DD}"/>
                    </a:ext>
                  </a:extLst>
                </p:cNvPr>
                <p:cNvSpPr/>
                <p:nvPr/>
              </p:nvSpPr>
              <p:spPr>
                <a:xfrm>
                  <a:off x="5055045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3" name="pg1963">
                  <a:extLst>
                    <a:ext uri="{FF2B5EF4-FFF2-40B4-BE49-F238E27FC236}">
                      <a16:creationId xmlns:a16="http://schemas.microsoft.com/office/drawing/2014/main" id="{08FE992D-F3A5-CB9A-4D3C-2C73C60CA982}"/>
                    </a:ext>
                  </a:extLst>
                </p:cNvPr>
                <p:cNvSpPr/>
                <p:nvPr/>
              </p:nvSpPr>
              <p:spPr>
                <a:xfrm>
                  <a:off x="5066683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4" name="pg1964">
                  <a:extLst>
                    <a:ext uri="{FF2B5EF4-FFF2-40B4-BE49-F238E27FC236}">
                      <a16:creationId xmlns:a16="http://schemas.microsoft.com/office/drawing/2014/main" id="{58B4ED2D-A752-F6C4-8712-94DF6F87CA4A}"/>
                    </a:ext>
                  </a:extLst>
                </p:cNvPr>
                <p:cNvSpPr/>
                <p:nvPr/>
              </p:nvSpPr>
              <p:spPr>
                <a:xfrm>
                  <a:off x="5078320" y="416647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5" name="pg1965">
                  <a:extLst>
                    <a:ext uri="{FF2B5EF4-FFF2-40B4-BE49-F238E27FC236}">
                      <a16:creationId xmlns:a16="http://schemas.microsoft.com/office/drawing/2014/main" id="{0FF1A6E1-39EE-0CA0-0F5A-6ADF5F0F86A5}"/>
                    </a:ext>
                  </a:extLst>
                </p:cNvPr>
                <p:cNvSpPr/>
                <p:nvPr/>
              </p:nvSpPr>
              <p:spPr>
                <a:xfrm>
                  <a:off x="4927035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6" name="pg1966">
                  <a:extLst>
                    <a:ext uri="{FF2B5EF4-FFF2-40B4-BE49-F238E27FC236}">
                      <a16:creationId xmlns:a16="http://schemas.microsoft.com/office/drawing/2014/main" id="{4A3C2A97-3E51-9607-9357-A424E58EF049}"/>
                    </a:ext>
                  </a:extLst>
                </p:cNvPr>
                <p:cNvSpPr/>
                <p:nvPr/>
              </p:nvSpPr>
              <p:spPr>
                <a:xfrm>
                  <a:off x="4938672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7" name="pg1967">
                  <a:extLst>
                    <a:ext uri="{FF2B5EF4-FFF2-40B4-BE49-F238E27FC236}">
                      <a16:creationId xmlns:a16="http://schemas.microsoft.com/office/drawing/2014/main" id="{7343CF2E-BD31-F67C-1313-DE39141E6B10}"/>
                    </a:ext>
                  </a:extLst>
                </p:cNvPr>
                <p:cNvSpPr/>
                <p:nvPr/>
              </p:nvSpPr>
              <p:spPr>
                <a:xfrm>
                  <a:off x="4950309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8" name="pg1968">
                  <a:extLst>
                    <a:ext uri="{FF2B5EF4-FFF2-40B4-BE49-F238E27FC236}">
                      <a16:creationId xmlns:a16="http://schemas.microsoft.com/office/drawing/2014/main" id="{63F8D2D2-C190-8192-F7D8-40AB5AFC69FB}"/>
                    </a:ext>
                  </a:extLst>
                </p:cNvPr>
                <p:cNvSpPr/>
                <p:nvPr/>
              </p:nvSpPr>
              <p:spPr>
                <a:xfrm>
                  <a:off x="4961947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1A1">
                    <a:alpha val="100000"/>
                  </a:srgbClr>
                </a:solidFill>
                <a:ln w="5420" cap="flat">
                  <a:solidFill>
                    <a:srgbClr val="3B71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69" name="pg1969">
                  <a:extLst>
                    <a:ext uri="{FF2B5EF4-FFF2-40B4-BE49-F238E27FC236}">
                      <a16:creationId xmlns:a16="http://schemas.microsoft.com/office/drawing/2014/main" id="{32D46B3F-8415-C7AF-ABBC-0A14FBC82ECA}"/>
                    </a:ext>
                  </a:extLst>
                </p:cNvPr>
                <p:cNvSpPr/>
                <p:nvPr/>
              </p:nvSpPr>
              <p:spPr>
                <a:xfrm>
                  <a:off x="4973584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0" name="pg1970">
                  <a:extLst>
                    <a:ext uri="{FF2B5EF4-FFF2-40B4-BE49-F238E27FC236}">
                      <a16:creationId xmlns:a16="http://schemas.microsoft.com/office/drawing/2014/main" id="{3E8D593B-6109-C3AD-D253-31C6639A2A13}"/>
                    </a:ext>
                  </a:extLst>
                </p:cNvPr>
                <p:cNvSpPr/>
                <p:nvPr/>
              </p:nvSpPr>
              <p:spPr>
                <a:xfrm>
                  <a:off x="4985221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1" name="pg1971">
                  <a:extLst>
                    <a:ext uri="{FF2B5EF4-FFF2-40B4-BE49-F238E27FC236}">
                      <a16:creationId xmlns:a16="http://schemas.microsoft.com/office/drawing/2014/main" id="{7F8D740A-5379-BD77-DFDC-0E43EEF87186}"/>
                    </a:ext>
                  </a:extLst>
                </p:cNvPr>
                <p:cNvSpPr/>
                <p:nvPr/>
              </p:nvSpPr>
              <p:spPr>
                <a:xfrm>
                  <a:off x="4996859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2" name="pg1972">
                  <a:extLst>
                    <a:ext uri="{FF2B5EF4-FFF2-40B4-BE49-F238E27FC236}">
                      <a16:creationId xmlns:a16="http://schemas.microsoft.com/office/drawing/2014/main" id="{1AAA2237-7A92-15C4-ABAF-9AC222161855}"/>
                    </a:ext>
                  </a:extLst>
                </p:cNvPr>
                <p:cNvSpPr/>
                <p:nvPr/>
              </p:nvSpPr>
              <p:spPr>
                <a:xfrm>
                  <a:off x="5008496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3" name="pg1973">
                  <a:extLst>
                    <a:ext uri="{FF2B5EF4-FFF2-40B4-BE49-F238E27FC236}">
                      <a16:creationId xmlns:a16="http://schemas.microsoft.com/office/drawing/2014/main" id="{E5EB831A-5937-A7F2-CA60-32271DE25996}"/>
                    </a:ext>
                  </a:extLst>
                </p:cNvPr>
                <p:cNvSpPr/>
                <p:nvPr/>
              </p:nvSpPr>
              <p:spPr>
                <a:xfrm>
                  <a:off x="5020133" y="41807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4" name="pg1974">
                  <a:extLst>
                    <a:ext uri="{FF2B5EF4-FFF2-40B4-BE49-F238E27FC236}">
                      <a16:creationId xmlns:a16="http://schemas.microsoft.com/office/drawing/2014/main" id="{B56309CE-88A0-2B78-7F40-0EBD8635FE1F}"/>
                    </a:ext>
                  </a:extLst>
                </p:cNvPr>
                <p:cNvSpPr/>
                <p:nvPr/>
              </p:nvSpPr>
              <p:spPr>
                <a:xfrm>
                  <a:off x="4915397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5" name="pg1975">
                  <a:extLst>
                    <a:ext uri="{FF2B5EF4-FFF2-40B4-BE49-F238E27FC236}">
                      <a16:creationId xmlns:a16="http://schemas.microsoft.com/office/drawing/2014/main" id="{11FEBFF5-5D90-2351-CAAD-6E347D99B382}"/>
                    </a:ext>
                  </a:extLst>
                </p:cNvPr>
                <p:cNvSpPr/>
                <p:nvPr/>
              </p:nvSpPr>
              <p:spPr>
                <a:xfrm>
                  <a:off x="4927035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6" name="pg1976">
                  <a:extLst>
                    <a:ext uri="{FF2B5EF4-FFF2-40B4-BE49-F238E27FC236}">
                      <a16:creationId xmlns:a16="http://schemas.microsoft.com/office/drawing/2014/main" id="{C8DCD9DF-8DB2-09A8-1854-D9ECB3BD8457}"/>
                    </a:ext>
                  </a:extLst>
                </p:cNvPr>
                <p:cNvSpPr/>
                <p:nvPr/>
              </p:nvSpPr>
              <p:spPr>
                <a:xfrm>
                  <a:off x="4938672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7" name="pg1977">
                  <a:extLst>
                    <a:ext uri="{FF2B5EF4-FFF2-40B4-BE49-F238E27FC236}">
                      <a16:creationId xmlns:a16="http://schemas.microsoft.com/office/drawing/2014/main" id="{3BDFD668-0F05-972E-7DC9-00C7FE19309D}"/>
                    </a:ext>
                  </a:extLst>
                </p:cNvPr>
                <p:cNvSpPr/>
                <p:nvPr/>
              </p:nvSpPr>
              <p:spPr>
                <a:xfrm>
                  <a:off x="4950309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A0">
                    <a:alpha val="100000"/>
                  </a:srgbClr>
                </a:solidFill>
                <a:ln w="5420" cap="flat">
                  <a:solidFill>
                    <a:srgbClr val="3A6C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8" name="pg1978">
                  <a:extLst>
                    <a:ext uri="{FF2B5EF4-FFF2-40B4-BE49-F238E27FC236}">
                      <a16:creationId xmlns:a16="http://schemas.microsoft.com/office/drawing/2014/main" id="{108AF7C7-D41C-F65E-62A7-B7B02D33F144}"/>
                    </a:ext>
                  </a:extLst>
                </p:cNvPr>
                <p:cNvSpPr/>
                <p:nvPr/>
              </p:nvSpPr>
              <p:spPr>
                <a:xfrm>
                  <a:off x="4961947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DA0">
                    <a:alpha val="100000"/>
                  </a:srgbClr>
                </a:solidFill>
                <a:ln w="5420" cap="flat">
                  <a:solidFill>
                    <a:srgbClr val="3A6D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79" name="pg1979">
                  <a:extLst>
                    <a:ext uri="{FF2B5EF4-FFF2-40B4-BE49-F238E27FC236}">
                      <a16:creationId xmlns:a16="http://schemas.microsoft.com/office/drawing/2014/main" id="{BE1678AE-7DB2-CB5A-589D-D2ACFDCAEABA}"/>
                    </a:ext>
                  </a:extLst>
                </p:cNvPr>
                <p:cNvSpPr/>
                <p:nvPr/>
              </p:nvSpPr>
              <p:spPr>
                <a:xfrm>
                  <a:off x="4973584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0">
                    <a:alpha val="100000"/>
                  </a:srgbClr>
                </a:solidFill>
                <a:ln w="5420" cap="flat">
                  <a:solidFill>
                    <a:srgbClr val="3B70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0" name="pg1980">
                  <a:extLst>
                    <a:ext uri="{FF2B5EF4-FFF2-40B4-BE49-F238E27FC236}">
                      <a16:creationId xmlns:a16="http://schemas.microsoft.com/office/drawing/2014/main" id="{069ECC45-2B92-649D-377E-B6C2BD7B0E57}"/>
                    </a:ext>
                  </a:extLst>
                </p:cNvPr>
                <p:cNvSpPr/>
                <p:nvPr/>
              </p:nvSpPr>
              <p:spPr>
                <a:xfrm>
                  <a:off x="4985221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1" name="pg1981">
                  <a:extLst>
                    <a:ext uri="{FF2B5EF4-FFF2-40B4-BE49-F238E27FC236}">
                      <a16:creationId xmlns:a16="http://schemas.microsoft.com/office/drawing/2014/main" id="{33F50A2B-BFB4-C6DA-766A-1C9B795D70DF}"/>
                    </a:ext>
                  </a:extLst>
                </p:cNvPr>
                <p:cNvSpPr/>
                <p:nvPr/>
              </p:nvSpPr>
              <p:spPr>
                <a:xfrm>
                  <a:off x="4996859" y="419507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2" name="pg1982">
                  <a:extLst>
                    <a:ext uri="{FF2B5EF4-FFF2-40B4-BE49-F238E27FC236}">
                      <a16:creationId xmlns:a16="http://schemas.microsoft.com/office/drawing/2014/main" id="{3C594D04-FC7C-48ED-4597-08E5B916F2DE}"/>
                    </a:ext>
                  </a:extLst>
                </p:cNvPr>
                <p:cNvSpPr/>
                <p:nvPr/>
              </p:nvSpPr>
              <p:spPr>
                <a:xfrm>
                  <a:off x="4892123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3" name="pg1983">
                  <a:extLst>
                    <a:ext uri="{FF2B5EF4-FFF2-40B4-BE49-F238E27FC236}">
                      <a16:creationId xmlns:a16="http://schemas.microsoft.com/office/drawing/2014/main" id="{813E2E74-C577-84ED-917D-D5646A204127}"/>
                    </a:ext>
                  </a:extLst>
                </p:cNvPr>
                <p:cNvSpPr/>
                <p:nvPr/>
              </p:nvSpPr>
              <p:spPr>
                <a:xfrm>
                  <a:off x="4903760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4" name="pg1984">
                  <a:extLst>
                    <a:ext uri="{FF2B5EF4-FFF2-40B4-BE49-F238E27FC236}">
                      <a16:creationId xmlns:a16="http://schemas.microsoft.com/office/drawing/2014/main" id="{962E4127-2E58-731F-07A4-55824226DC20}"/>
                    </a:ext>
                  </a:extLst>
                </p:cNvPr>
                <p:cNvSpPr/>
                <p:nvPr/>
              </p:nvSpPr>
              <p:spPr>
                <a:xfrm>
                  <a:off x="4915397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5" name="pg1985">
                  <a:extLst>
                    <a:ext uri="{FF2B5EF4-FFF2-40B4-BE49-F238E27FC236}">
                      <a16:creationId xmlns:a16="http://schemas.microsoft.com/office/drawing/2014/main" id="{5686A662-D949-989B-4249-704D4182FB09}"/>
                    </a:ext>
                  </a:extLst>
                </p:cNvPr>
                <p:cNvSpPr/>
                <p:nvPr/>
              </p:nvSpPr>
              <p:spPr>
                <a:xfrm>
                  <a:off x="4927035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6" name="pg1986">
                  <a:extLst>
                    <a:ext uri="{FF2B5EF4-FFF2-40B4-BE49-F238E27FC236}">
                      <a16:creationId xmlns:a16="http://schemas.microsoft.com/office/drawing/2014/main" id="{12328B1F-73D8-BA8D-3BC8-1C728CC2548E}"/>
                    </a:ext>
                  </a:extLst>
                </p:cNvPr>
                <p:cNvSpPr/>
                <p:nvPr/>
              </p:nvSpPr>
              <p:spPr>
                <a:xfrm>
                  <a:off x="4938672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B9F">
                    <a:alpha val="100000"/>
                  </a:srgbClr>
                </a:solidFill>
                <a:ln w="5420" cap="flat">
                  <a:solidFill>
                    <a:srgbClr val="3A6B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7" name="pg1987">
                  <a:extLst>
                    <a:ext uri="{FF2B5EF4-FFF2-40B4-BE49-F238E27FC236}">
                      <a16:creationId xmlns:a16="http://schemas.microsoft.com/office/drawing/2014/main" id="{32CDD6F1-5B33-EFD7-1D11-5C08D11D4655}"/>
                    </a:ext>
                  </a:extLst>
                </p:cNvPr>
                <p:cNvSpPr/>
                <p:nvPr/>
              </p:nvSpPr>
              <p:spPr>
                <a:xfrm>
                  <a:off x="4950309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79E">
                    <a:alpha val="100000"/>
                  </a:srgbClr>
                </a:solidFill>
                <a:ln w="5420" cap="flat">
                  <a:solidFill>
                    <a:srgbClr val="3A679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8" name="pg1988">
                  <a:extLst>
                    <a:ext uri="{FF2B5EF4-FFF2-40B4-BE49-F238E27FC236}">
                      <a16:creationId xmlns:a16="http://schemas.microsoft.com/office/drawing/2014/main" id="{3B0635FD-AAC9-C174-BDB4-4C0313351A0D}"/>
                    </a:ext>
                  </a:extLst>
                </p:cNvPr>
                <p:cNvSpPr/>
                <p:nvPr/>
              </p:nvSpPr>
              <p:spPr>
                <a:xfrm>
                  <a:off x="4961947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99F">
                    <a:alpha val="100000"/>
                  </a:srgbClr>
                </a:solidFill>
                <a:ln w="5420" cap="flat">
                  <a:solidFill>
                    <a:srgbClr val="3A69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89" name="pg1989">
                  <a:extLst>
                    <a:ext uri="{FF2B5EF4-FFF2-40B4-BE49-F238E27FC236}">
                      <a16:creationId xmlns:a16="http://schemas.microsoft.com/office/drawing/2014/main" id="{47EBB4BF-0765-1E23-BC05-D32B12FE35AE}"/>
                    </a:ext>
                  </a:extLst>
                </p:cNvPr>
                <p:cNvSpPr/>
                <p:nvPr/>
              </p:nvSpPr>
              <p:spPr>
                <a:xfrm>
                  <a:off x="4973584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EA0">
                    <a:alpha val="100000"/>
                  </a:srgbClr>
                </a:solidFill>
                <a:ln w="5420" cap="flat">
                  <a:solidFill>
                    <a:srgbClr val="3A6EA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0" name="pg1990">
                  <a:extLst>
                    <a:ext uri="{FF2B5EF4-FFF2-40B4-BE49-F238E27FC236}">
                      <a16:creationId xmlns:a16="http://schemas.microsoft.com/office/drawing/2014/main" id="{F86C8474-4E8E-F051-E953-FDE22C178A6B}"/>
                    </a:ext>
                  </a:extLst>
                </p:cNvPr>
                <p:cNvSpPr/>
                <p:nvPr/>
              </p:nvSpPr>
              <p:spPr>
                <a:xfrm>
                  <a:off x="4985221" y="420937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1" name="pg1991">
                  <a:extLst>
                    <a:ext uri="{FF2B5EF4-FFF2-40B4-BE49-F238E27FC236}">
                      <a16:creationId xmlns:a16="http://schemas.microsoft.com/office/drawing/2014/main" id="{63C9B23F-BBC2-F9B8-11F9-A9EDD7F7EF34}"/>
                    </a:ext>
                  </a:extLst>
                </p:cNvPr>
                <p:cNvSpPr/>
                <p:nvPr/>
              </p:nvSpPr>
              <p:spPr>
                <a:xfrm>
                  <a:off x="4857211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2" name="pg1992">
                  <a:extLst>
                    <a:ext uri="{FF2B5EF4-FFF2-40B4-BE49-F238E27FC236}">
                      <a16:creationId xmlns:a16="http://schemas.microsoft.com/office/drawing/2014/main" id="{8091EC68-880D-3C38-717D-0864B9A2C92B}"/>
                    </a:ext>
                  </a:extLst>
                </p:cNvPr>
                <p:cNvSpPr/>
                <p:nvPr/>
              </p:nvSpPr>
              <p:spPr>
                <a:xfrm>
                  <a:off x="4868848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3" name="pg1993">
                  <a:extLst>
                    <a:ext uri="{FF2B5EF4-FFF2-40B4-BE49-F238E27FC236}">
                      <a16:creationId xmlns:a16="http://schemas.microsoft.com/office/drawing/2014/main" id="{FE54C2EC-753D-0EA0-2DD0-D73820BE8FC7}"/>
                    </a:ext>
                  </a:extLst>
                </p:cNvPr>
                <p:cNvSpPr/>
                <p:nvPr/>
              </p:nvSpPr>
              <p:spPr>
                <a:xfrm>
                  <a:off x="4880485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4">
                    <a:alpha val="100000"/>
                  </a:srgbClr>
                </a:solidFill>
                <a:ln w="5420" cap="flat">
                  <a:solidFill>
                    <a:srgbClr val="3A7D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4" name="pg1994">
                  <a:extLst>
                    <a:ext uri="{FF2B5EF4-FFF2-40B4-BE49-F238E27FC236}">
                      <a16:creationId xmlns:a16="http://schemas.microsoft.com/office/drawing/2014/main" id="{CB01B47F-D9E8-B1CA-F5E8-188F0E1DF525}"/>
                    </a:ext>
                  </a:extLst>
                </p:cNvPr>
                <p:cNvSpPr/>
                <p:nvPr/>
              </p:nvSpPr>
              <p:spPr>
                <a:xfrm>
                  <a:off x="4892123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5" name="pg1995">
                  <a:extLst>
                    <a:ext uri="{FF2B5EF4-FFF2-40B4-BE49-F238E27FC236}">
                      <a16:creationId xmlns:a16="http://schemas.microsoft.com/office/drawing/2014/main" id="{86EA06BA-8787-B625-9426-DF8CC19D923F}"/>
                    </a:ext>
                  </a:extLst>
                </p:cNvPr>
                <p:cNvSpPr/>
                <p:nvPr/>
              </p:nvSpPr>
              <p:spPr>
                <a:xfrm>
                  <a:off x="4903760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6" name="pg1996">
                  <a:extLst>
                    <a:ext uri="{FF2B5EF4-FFF2-40B4-BE49-F238E27FC236}">
                      <a16:creationId xmlns:a16="http://schemas.microsoft.com/office/drawing/2014/main" id="{D4141ACA-7744-2F7A-2045-B6794028938B}"/>
                    </a:ext>
                  </a:extLst>
                </p:cNvPr>
                <p:cNvSpPr/>
                <p:nvPr/>
              </p:nvSpPr>
              <p:spPr>
                <a:xfrm>
                  <a:off x="4915397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7" name="pg1997">
                  <a:extLst>
                    <a:ext uri="{FF2B5EF4-FFF2-40B4-BE49-F238E27FC236}">
                      <a16:creationId xmlns:a16="http://schemas.microsoft.com/office/drawing/2014/main" id="{AE01024B-A680-3DA8-ECF9-FA604985EE55}"/>
                    </a:ext>
                  </a:extLst>
                </p:cNvPr>
                <p:cNvSpPr/>
                <p:nvPr/>
              </p:nvSpPr>
              <p:spPr>
                <a:xfrm>
                  <a:off x="4927035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8" name="pg1998">
                  <a:extLst>
                    <a:ext uri="{FF2B5EF4-FFF2-40B4-BE49-F238E27FC236}">
                      <a16:creationId xmlns:a16="http://schemas.microsoft.com/office/drawing/2014/main" id="{170C83B3-E043-B41E-4507-99BFFDF690C7}"/>
                    </a:ext>
                  </a:extLst>
                </p:cNvPr>
                <p:cNvSpPr/>
                <p:nvPr/>
              </p:nvSpPr>
              <p:spPr>
                <a:xfrm>
                  <a:off x="4938672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2A1">
                    <a:alpha val="100000"/>
                  </a:srgbClr>
                </a:solidFill>
                <a:ln w="5420" cap="flat">
                  <a:solidFill>
                    <a:srgbClr val="3B72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1999" name="pg1999">
                  <a:extLst>
                    <a:ext uri="{FF2B5EF4-FFF2-40B4-BE49-F238E27FC236}">
                      <a16:creationId xmlns:a16="http://schemas.microsoft.com/office/drawing/2014/main" id="{EAB3671A-64BA-DC40-740F-78BBC844739C}"/>
                    </a:ext>
                  </a:extLst>
                </p:cNvPr>
                <p:cNvSpPr/>
                <p:nvPr/>
              </p:nvSpPr>
              <p:spPr>
                <a:xfrm>
                  <a:off x="4950309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A9F">
                    <a:alpha val="100000"/>
                  </a:srgbClr>
                </a:solidFill>
                <a:ln w="5420" cap="flat">
                  <a:solidFill>
                    <a:srgbClr val="3A6A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0" name="pg2000">
                  <a:extLst>
                    <a:ext uri="{FF2B5EF4-FFF2-40B4-BE49-F238E27FC236}">
                      <a16:creationId xmlns:a16="http://schemas.microsoft.com/office/drawing/2014/main" id="{BFC0136D-EA31-B98C-CABF-8C7EE68D57F2}"/>
                    </a:ext>
                  </a:extLst>
                </p:cNvPr>
                <p:cNvSpPr/>
                <p:nvPr/>
              </p:nvSpPr>
              <p:spPr>
                <a:xfrm>
                  <a:off x="4961947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6C9F">
                    <a:alpha val="100000"/>
                  </a:srgbClr>
                </a:solidFill>
                <a:ln w="5420" cap="flat">
                  <a:solidFill>
                    <a:srgbClr val="3A6C9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1" name="pg2001">
                  <a:extLst>
                    <a:ext uri="{FF2B5EF4-FFF2-40B4-BE49-F238E27FC236}">
                      <a16:creationId xmlns:a16="http://schemas.microsoft.com/office/drawing/2014/main" id="{32A40029-D60E-B350-208F-A9D053CDDED8}"/>
                    </a:ext>
                  </a:extLst>
                </p:cNvPr>
                <p:cNvSpPr/>
                <p:nvPr/>
              </p:nvSpPr>
              <p:spPr>
                <a:xfrm>
                  <a:off x="4973584" y="42236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0A1">
                    <a:alpha val="100000"/>
                  </a:srgbClr>
                </a:solidFill>
                <a:ln w="5420" cap="flat">
                  <a:solidFill>
                    <a:srgbClr val="3B70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2" name="pg2002">
                  <a:extLst>
                    <a:ext uri="{FF2B5EF4-FFF2-40B4-BE49-F238E27FC236}">
                      <a16:creationId xmlns:a16="http://schemas.microsoft.com/office/drawing/2014/main" id="{50BDA68C-F3B0-DA3A-D9D7-6C87083DC9B3}"/>
                    </a:ext>
                  </a:extLst>
                </p:cNvPr>
                <p:cNvSpPr/>
                <p:nvPr/>
              </p:nvSpPr>
              <p:spPr>
                <a:xfrm>
                  <a:off x="4833936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3" name="pg2003">
                  <a:extLst>
                    <a:ext uri="{FF2B5EF4-FFF2-40B4-BE49-F238E27FC236}">
                      <a16:creationId xmlns:a16="http://schemas.microsoft.com/office/drawing/2014/main" id="{9F26253A-6C57-6FA8-0F8A-05CBBD2E14E2}"/>
                    </a:ext>
                  </a:extLst>
                </p:cNvPr>
                <p:cNvSpPr/>
                <p:nvPr/>
              </p:nvSpPr>
              <p:spPr>
                <a:xfrm>
                  <a:off x="4845573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4" name="pg2004">
                  <a:extLst>
                    <a:ext uri="{FF2B5EF4-FFF2-40B4-BE49-F238E27FC236}">
                      <a16:creationId xmlns:a16="http://schemas.microsoft.com/office/drawing/2014/main" id="{C366CF0A-5435-C648-7E19-BADC78D263CB}"/>
                    </a:ext>
                  </a:extLst>
                </p:cNvPr>
                <p:cNvSpPr/>
                <p:nvPr/>
              </p:nvSpPr>
              <p:spPr>
                <a:xfrm>
                  <a:off x="4857211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5" name="pg2005">
                  <a:extLst>
                    <a:ext uri="{FF2B5EF4-FFF2-40B4-BE49-F238E27FC236}">
                      <a16:creationId xmlns:a16="http://schemas.microsoft.com/office/drawing/2014/main" id="{73875F9D-C28B-A046-C357-045FB7FB291B}"/>
                    </a:ext>
                  </a:extLst>
                </p:cNvPr>
                <p:cNvSpPr/>
                <p:nvPr/>
              </p:nvSpPr>
              <p:spPr>
                <a:xfrm>
                  <a:off x="4868848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6" name="pg2006">
                  <a:extLst>
                    <a:ext uri="{FF2B5EF4-FFF2-40B4-BE49-F238E27FC236}">
                      <a16:creationId xmlns:a16="http://schemas.microsoft.com/office/drawing/2014/main" id="{685D9A39-E85D-226C-F630-A5B1078B5DC1}"/>
                    </a:ext>
                  </a:extLst>
                </p:cNvPr>
                <p:cNvSpPr/>
                <p:nvPr/>
              </p:nvSpPr>
              <p:spPr>
                <a:xfrm>
                  <a:off x="4880485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7" name="pg2007">
                  <a:extLst>
                    <a:ext uri="{FF2B5EF4-FFF2-40B4-BE49-F238E27FC236}">
                      <a16:creationId xmlns:a16="http://schemas.microsoft.com/office/drawing/2014/main" id="{380D831A-8C2F-3EDE-4E65-764027E553C5}"/>
                    </a:ext>
                  </a:extLst>
                </p:cNvPr>
                <p:cNvSpPr/>
                <p:nvPr/>
              </p:nvSpPr>
              <p:spPr>
                <a:xfrm>
                  <a:off x="4892123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8" name="pg2008">
                  <a:extLst>
                    <a:ext uri="{FF2B5EF4-FFF2-40B4-BE49-F238E27FC236}">
                      <a16:creationId xmlns:a16="http://schemas.microsoft.com/office/drawing/2014/main" id="{2D009CFB-A443-7EEB-AEB7-C55113692330}"/>
                    </a:ext>
                  </a:extLst>
                </p:cNvPr>
                <p:cNvSpPr/>
                <p:nvPr/>
              </p:nvSpPr>
              <p:spPr>
                <a:xfrm>
                  <a:off x="4903760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1A4">
                    <a:alpha val="100000"/>
                  </a:srgbClr>
                </a:solidFill>
                <a:ln w="5420" cap="flat">
                  <a:solidFill>
                    <a:srgbClr val="3A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09" name="pg2009">
                  <a:extLst>
                    <a:ext uri="{FF2B5EF4-FFF2-40B4-BE49-F238E27FC236}">
                      <a16:creationId xmlns:a16="http://schemas.microsoft.com/office/drawing/2014/main" id="{64FDA739-1E59-F155-BACF-66883DD07585}"/>
                    </a:ext>
                  </a:extLst>
                </p:cNvPr>
                <p:cNvSpPr/>
                <p:nvPr/>
              </p:nvSpPr>
              <p:spPr>
                <a:xfrm>
                  <a:off x="4915397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0" name="pg2010">
                  <a:extLst>
                    <a:ext uri="{FF2B5EF4-FFF2-40B4-BE49-F238E27FC236}">
                      <a16:creationId xmlns:a16="http://schemas.microsoft.com/office/drawing/2014/main" id="{69279C45-E1D3-4D8C-E85B-EF449AC50696}"/>
                    </a:ext>
                  </a:extLst>
                </p:cNvPr>
                <p:cNvSpPr/>
                <p:nvPr/>
              </p:nvSpPr>
              <p:spPr>
                <a:xfrm>
                  <a:off x="4927035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1" name="pg2011">
                  <a:extLst>
                    <a:ext uri="{FF2B5EF4-FFF2-40B4-BE49-F238E27FC236}">
                      <a16:creationId xmlns:a16="http://schemas.microsoft.com/office/drawing/2014/main" id="{DCEE4F7F-EC0C-C224-D5C9-AAEA9CAEDDEF}"/>
                    </a:ext>
                  </a:extLst>
                </p:cNvPr>
                <p:cNvSpPr/>
                <p:nvPr/>
              </p:nvSpPr>
              <p:spPr>
                <a:xfrm>
                  <a:off x="4938672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2" name="pg2012">
                  <a:extLst>
                    <a:ext uri="{FF2B5EF4-FFF2-40B4-BE49-F238E27FC236}">
                      <a16:creationId xmlns:a16="http://schemas.microsoft.com/office/drawing/2014/main" id="{40155B47-2DD1-B159-D83C-1BC22B591886}"/>
                    </a:ext>
                  </a:extLst>
                </p:cNvPr>
                <p:cNvSpPr/>
                <p:nvPr/>
              </p:nvSpPr>
              <p:spPr>
                <a:xfrm>
                  <a:off x="4950309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3" name="pg2013">
                  <a:extLst>
                    <a:ext uri="{FF2B5EF4-FFF2-40B4-BE49-F238E27FC236}">
                      <a16:creationId xmlns:a16="http://schemas.microsoft.com/office/drawing/2014/main" id="{CB5B6828-7916-9384-5F48-0148ED15BAA5}"/>
                    </a:ext>
                  </a:extLst>
                </p:cNvPr>
                <p:cNvSpPr/>
                <p:nvPr/>
              </p:nvSpPr>
              <p:spPr>
                <a:xfrm>
                  <a:off x="4961947" y="423797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4" name="pg2014">
                  <a:extLst>
                    <a:ext uri="{FF2B5EF4-FFF2-40B4-BE49-F238E27FC236}">
                      <a16:creationId xmlns:a16="http://schemas.microsoft.com/office/drawing/2014/main" id="{0AC88F0F-6DD7-3BF5-0B71-1B234B925AA9}"/>
                    </a:ext>
                  </a:extLst>
                </p:cNvPr>
                <p:cNvSpPr/>
                <p:nvPr/>
              </p:nvSpPr>
              <p:spPr>
                <a:xfrm>
                  <a:off x="4822299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2">
                    <a:alpha val="100000"/>
                  </a:srgbClr>
                </a:solidFill>
                <a:ln w="5420" cap="flat">
                  <a:solidFill>
                    <a:srgbClr val="3A79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5" name="pg2015">
                  <a:extLst>
                    <a:ext uri="{FF2B5EF4-FFF2-40B4-BE49-F238E27FC236}">
                      <a16:creationId xmlns:a16="http://schemas.microsoft.com/office/drawing/2014/main" id="{1C92DFA5-75FB-8460-0318-4A665E944730}"/>
                    </a:ext>
                  </a:extLst>
                </p:cNvPr>
                <p:cNvSpPr/>
                <p:nvPr/>
              </p:nvSpPr>
              <p:spPr>
                <a:xfrm>
                  <a:off x="4833936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9A3">
                    <a:alpha val="100000"/>
                  </a:srgbClr>
                </a:solidFill>
                <a:ln w="5420" cap="flat">
                  <a:solidFill>
                    <a:srgbClr val="3A79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6" name="pg2016">
                  <a:extLst>
                    <a:ext uri="{FF2B5EF4-FFF2-40B4-BE49-F238E27FC236}">
                      <a16:creationId xmlns:a16="http://schemas.microsoft.com/office/drawing/2014/main" id="{6F88A42E-0641-D013-BE30-BFACE885BE2B}"/>
                    </a:ext>
                  </a:extLst>
                </p:cNvPr>
                <p:cNvSpPr/>
                <p:nvPr/>
              </p:nvSpPr>
              <p:spPr>
                <a:xfrm>
                  <a:off x="4845573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7" name="pg2017">
                  <a:extLst>
                    <a:ext uri="{FF2B5EF4-FFF2-40B4-BE49-F238E27FC236}">
                      <a16:creationId xmlns:a16="http://schemas.microsoft.com/office/drawing/2014/main" id="{03539979-A2BB-E27D-792E-EEF271649B5F}"/>
                    </a:ext>
                  </a:extLst>
                </p:cNvPr>
                <p:cNvSpPr/>
                <p:nvPr/>
              </p:nvSpPr>
              <p:spPr>
                <a:xfrm>
                  <a:off x="4857211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8" name="pg2018">
                  <a:extLst>
                    <a:ext uri="{FF2B5EF4-FFF2-40B4-BE49-F238E27FC236}">
                      <a16:creationId xmlns:a16="http://schemas.microsoft.com/office/drawing/2014/main" id="{364FF875-B550-0169-ACBC-4D634E0D6A33}"/>
                    </a:ext>
                  </a:extLst>
                </p:cNvPr>
                <p:cNvSpPr/>
                <p:nvPr/>
              </p:nvSpPr>
              <p:spPr>
                <a:xfrm>
                  <a:off x="4868848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19" name="pg2019">
                  <a:extLst>
                    <a:ext uri="{FF2B5EF4-FFF2-40B4-BE49-F238E27FC236}">
                      <a16:creationId xmlns:a16="http://schemas.microsoft.com/office/drawing/2014/main" id="{9B1BCCDA-46A5-D36A-C397-45A69E146C29}"/>
                    </a:ext>
                  </a:extLst>
                </p:cNvPr>
                <p:cNvSpPr/>
                <p:nvPr/>
              </p:nvSpPr>
              <p:spPr>
                <a:xfrm>
                  <a:off x="4880485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0" name="pg2020">
                  <a:extLst>
                    <a:ext uri="{FF2B5EF4-FFF2-40B4-BE49-F238E27FC236}">
                      <a16:creationId xmlns:a16="http://schemas.microsoft.com/office/drawing/2014/main" id="{08F41D1E-9400-76A3-7D46-4CBBB3E6ED6F}"/>
                    </a:ext>
                  </a:extLst>
                </p:cNvPr>
                <p:cNvSpPr/>
                <p:nvPr/>
              </p:nvSpPr>
              <p:spPr>
                <a:xfrm>
                  <a:off x="4892123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1" name="pg2021">
                  <a:extLst>
                    <a:ext uri="{FF2B5EF4-FFF2-40B4-BE49-F238E27FC236}">
                      <a16:creationId xmlns:a16="http://schemas.microsoft.com/office/drawing/2014/main" id="{805B4C3A-7483-A0F9-72B8-F15B9D01D9D4}"/>
                    </a:ext>
                  </a:extLst>
                </p:cNvPr>
                <p:cNvSpPr/>
                <p:nvPr/>
              </p:nvSpPr>
              <p:spPr>
                <a:xfrm>
                  <a:off x="4903760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2" name="pg2022">
                  <a:extLst>
                    <a:ext uri="{FF2B5EF4-FFF2-40B4-BE49-F238E27FC236}">
                      <a16:creationId xmlns:a16="http://schemas.microsoft.com/office/drawing/2014/main" id="{263631FC-E3DD-45D1-136F-38CC8FFD3B43}"/>
                    </a:ext>
                  </a:extLst>
                </p:cNvPr>
                <p:cNvSpPr/>
                <p:nvPr/>
              </p:nvSpPr>
              <p:spPr>
                <a:xfrm>
                  <a:off x="4915397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3" name="pg2023">
                  <a:extLst>
                    <a:ext uri="{FF2B5EF4-FFF2-40B4-BE49-F238E27FC236}">
                      <a16:creationId xmlns:a16="http://schemas.microsoft.com/office/drawing/2014/main" id="{811AE0C2-85F0-FBF4-C9A7-C427800E7D20}"/>
                    </a:ext>
                  </a:extLst>
                </p:cNvPr>
                <p:cNvSpPr/>
                <p:nvPr/>
              </p:nvSpPr>
              <p:spPr>
                <a:xfrm>
                  <a:off x="4927035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4" name="pg2024">
                  <a:extLst>
                    <a:ext uri="{FF2B5EF4-FFF2-40B4-BE49-F238E27FC236}">
                      <a16:creationId xmlns:a16="http://schemas.microsoft.com/office/drawing/2014/main" id="{80656BDC-3A32-9068-4B21-43614A8C9F42}"/>
                    </a:ext>
                  </a:extLst>
                </p:cNvPr>
                <p:cNvSpPr/>
                <p:nvPr/>
              </p:nvSpPr>
              <p:spPr>
                <a:xfrm>
                  <a:off x="4938672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6A5">
                    <a:alpha val="100000"/>
                  </a:srgbClr>
                </a:solidFill>
                <a:ln w="5420" cap="flat">
                  <a:solidFill>
                    <a:srgbClr val="3986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5" name="pg2025">
                  <a:extLst>
                    <a:ext uri="{FF2B5EF4-FFF2-40B4-BE49-F238E27FC236}">
                      <a16:creationId xmlns:a16="http://schemas.microsoft.com/office/drawing/2014/main" id="{D6CEF3FE-48F3-FEC5-8C7F-856B106FDBE5}"/>
                    </a:ext>
                  </a:extLst>
                </p:cNvPr>
                <p:cNvSpPr/>
                <p:nvPr/>
              </p:nvSpPr>
              <p:spPr>
                <a:xfrm>
                  <a:off x="4950309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6" name="pg2026">
                  <a:extLst>
                    <a:ext uri="{FF2B5EF4-FFF2-40B4-BE49-F238E27FC236}">
                      <a16:creationId xmlns:a16="http://schemas.microsoft.com/office/drawing/2014/main" id="{C6EEEFC8-801F-694C-1CAA-2D68988ACD98}"/>
                    </a:ext>
                  </a:extLst>
                </p:cNvPr>
                <p:cNvSpPr/>
                <p:nvPr/>
              </p:nvSpPr>
              <p:spPr>
                <a:xfrm>
                  <a:off x="4961947" y="42522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7" name="pg2027">
                  <a:extLst>
                    <a:ext uri="{FF2B5EF4-FFF2-40B4-BE49-F238E27FC236}">
                      <a16:creationId xmlns:a16="http://schemas.microsoft.com/office/drawing/2014/main" id="{9B995231-2B8A-4721-825B-5B36D52695C0}"/>
                    </a:ext>
                  </a:extLst>
                </p:cNvPr>
                <p:cNvSpPr/>
                <p:nvPr/>
              </p:nvSpPr>
              <p:spPr>
                <a:xfrm>
                  <a:off x="4810661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8" name="pg2028">
                  <a:extLst>
                    <a:ext uri="{FF2B5EF4-FFF2-40B4-BE49-F238E27FC236}">
                      <a16:creationId xmlns:a16="http://schemas.microsoft.com/office/drawing/2014/main" id="{F243357C-D118-7CEB-424E-F130EC9322FB}"/>
                    </a:ext>
                  </a:extLst>
                </p:cNvPr>
                <p:cNvSpPr/>
                <p:nvPr/>
              </p:nvSpPr>
              <p:spPr>
                <a:xfrm>
                  <a:off x="4822299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29" name="pg2029">
                  <a:extLst>
                    <a:ext uri="{FF2B5EF4-FFF2-40B4-BE49-F238E27FC236}">
                      <a16:creationId xmlns:a16="http://schemas.microsoft.com/office/drawing/2014/main" id="{40F4F52A-2679-9C9F-1BE1-522C963B1CDC}"/>
                    </a:ext>
                  </a:extLst>
                </p:cNvPr>
                <p:cNvSpPr/>
                <p:nvPr/>
              </p:nvSpPr>
              <p:spPr>
                <a:xfrm>
                  <a:off x="4833936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0" name="pg2030">
                  <a:extLst>
                    <a:ext uri="{FF2B5EF4-FFF2-40B4-BE49-F238E27FC236}">
                      <a16:creationId xmlns:a16="http://schemas.microsoft.com/office/drawing/2014/main" id="{B0787318-7EDD-84EC-929D-717C53AB420D}"/>
                    </a:ext>
                  </a:extLst>
                </p:cNvPr>
                <p:cNvSpPr/>
                <p:nvPr/>
              </p:nvSpPr>
              <p:spPr>
                <a:xfrm>
                  <a:off x="4845573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1" name="pg2031">
                  <a:extLst>
                    <a:ext uri="{FF2B5EF4-FFF2-40B4-BE49-F238E27FC236}">
                      <a16:creationId xmlns:a16="http://schemas.microsoft.com/office/drawing/2014/main" id="{E5D11C29-B2F9-3389-FB35-8B54438E603D}"/>
                    </a:ext>
                  </a:extLst>
                </p:cNvPr>
                <p:cNvSpPr/>
                <p:nvPr/>
              </p:nvSpPr>
              <p:spPr>
                <a:xfrm>
                  <a:off x="4857211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2" name="pg2032">
                  <a:extLst>
                    <a:ext uri="{FF2B5EF4-FFF2-40B4-BE49-F238E27FC236}">
                      <a16:creationId xmlns:a16="http://schemas.microsoft.com/office/drawing/2014/main" id="{5258DB9C-4CAB-1126-712C-DFE59E751296}"/>
                    </a:ext>
                  </a:extLst>
                </p:cNvPr>
                <p:cNvSpPr/>
                <p:nvPr/>
              </p:nvSpPr>
              <p:spPr>
                <a:xfrm>
                  <a:off x="4868848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EA4">
                    <a:alpha val="100000"/>
                  </a:srgbClr>
                </a:solidFill>
                <a:ln w="5420" cap="flat">
                  <a:solidFill>
                    <a:srgbClr val="3A7E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3" name="pg2033">
                  <a:extLst>
                    <a:ext uri="{FF2B5EF4-FFF2-40B4-BE49-F238E27FC236}">
                      <a16:creationId xmlns:a16="http://schemas.microsoft.com/office/drawing/2014/main" id="{48462C8C-8E06-2226-EFF6-0F0973CB37AE}"/>
                    </a:ext>
                  </a:extLst>
                </p:cNvPr>
                <p:cNvSpPr/>
                <p:nvPr/>
              </p:nvSpPr>
              <p:spPr>
                <a:xfrm>
                  <a:off x="4880485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4" name="pg2034">
                  <a:extLst>
                    <a:ext uri="{FF2B5EF4-FFF2-40B4-BE49-F238E27FC236}">
                      <a16:creationId xmlns:a16="http://schemas.microsoft.com/office/drawing/2014/main" id="{0EC6EEB1-9187-1188-005C-8A48C7EDD6D9}"/>
                    </a:ext>
                  </a:extLst>
                </p:cNvPr>
                <p:cNvSpPr/>
                <p:nvPr/>
              </p:nvSpPr>
              <p:spPr>
                <a:xfrm>
                  <a:off x="4892123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5" name="pg2035">
                  <a:extLst>
                    <a:ext uri="{FF2B5EF4-FFF2-40B4-BE49-F238E27FC236}">
                      <a16:creationId xmlns:a16="http://schemas.microsoft.com/office/drawing/2014/main" id="{E52E39E6-C17B-A8EC-80B2-3632BDC49ACC}"/>
                    </a:ext>
                  </a:extLst>
                </p:cNvPr>
                <p:cNvSpPr/>
                <p:nvPr/>
              </p:nvSpPr>
              <p:spPr>
                <a:xfrm>
                  <a:off x="4903760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1A4">
                    <a:alpha val="100000"/>
                  </a:srgbClr>
                </a:solidFill>
                <a:ln w="5420" cap="flat">
                  <a:solidFill>
                    <a:srgbClr val="3981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6" name="pg2036">
                  <a:extLst>
                    <a:ext uri="{FF2B5EF4-FFF2-40B4-BE49-F238E27FC236}">
                      <a16:creationId xmlns:a16="http://schemas.microsoft.com/office/drawing/2014/main" id="{86BA3314-A3B0-1FEB-9BDB-8C5771129151}"/>
                    </a:ext>
                  </a:extLst>
                </p:cNvPr>
                <p:cNvSpPr/>
                <p:nvPr/>
              </p:nvSpPr>
              <p:spPr>
                <a:xfrm>
                  <a:off x="4915397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5">
                    <a:alpha val="100000"/>
                  </a:srgbClr>
                </a:solidFill>
                <a:ln w="5420" cap="flat">
                  <a:solidFill>
                    <a:srgbClr val="3982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7" name="pg2037">
                  <a:extLst>
                    <a:ext uri="{FF2B5EF4-FFF2-40B4-BE49-F238E27FC236}">
                      <a16:creationId xmlns:a16="http://schemas.microsoft.com/office/drawing/2014/main" id="{4D5BFF85-9556-C71C-C30A-0366B68E1CFB}"/>
                    </a:ext>
                  </a:extLst>
                </p:cNvPr>
                <p:cNvSpPr/>
                <p:nvPr/>
              </p:nvSpPr>
              <p:spPr>
                <a:xfrm>
                  <a:off x="4927035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8" name="pg2038">
                  <a:extLst>
                    <a:ext uri="{FF2B5EF4-FFF2-40B4-BE49-F238E27FC236}">
                      <a16:creationId xmlns:a16="http://schemas.microsoft.com/office/drawing/2014/main" id="{587F1D82-BA1F-7578-3BB2-86C4611999B1}"/>
                    </a:ext>
                  </a:extLst>
                </p:cNvPr>
                <p:cNvSpPr/>
                <p:nvPr/>
              </p:nvSpPr>
              <p:spPr>
                <a:xfrm>
                  <a:off x="4938672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39" name="pg2039">
                  <a:extLst>
                    <a:ext uri="{FF2B5EF4-FFF2-40B4-BE49-F238E27FC236}">
                      <a16:creationId xmlns:a16="http://schemas.microsoft.com/office/drawing/2014/main" id="{DA124B62-7D7A-EC91-2CA7-C183B2913D3E}"/>
                    </a:ext>
                  </a:extLst>
                </p:cNvPr>
                <p:cNvSpPr/>
                <p:nvPr/>
              </p:nvSpPr>
              <p:spPr>
                <a:xfrm>
                  <a:off x="4950309" y="426657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0" name="pg2040">
                  <a:extLst>
                    <a:ext uri="{FF2B5EF4-FFF2-40B4-BE49-F238E27FC236}">
                      <a16:creationId xmlns:a16="http://schemas.microsoft.com/office/drawing/2014/main" id="{864DD7EC-005D-8BAF-081A-C528572F91F8}"/>
                    </a:ext>
                  </a:extLst>
                </p:cNvPr>
                <p:cNvSpPr/>
                <p:nvPr/>
              </p:nvSpPr>
              <p:spPr>
                <a:xfrm>
                  <a:off x="4799024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1" name="pg2041">
                  <a:extLst>
                    <a:ext uri="{FF2B5EF4-FFF2-40B4-BE49-F238E27FC236}">
                      <a16:creationId xmlns:a16="http://schemas.microsoft.com/office/drawing/2014/main" id="{B97DF783-367E-F5ED-7C33-C4C55922DF07}"/>
                    </a:ext>
                  </a:extLst>
                </p:cNvPr>
                <p:cNvSpPr/>
                <p:nvPr/>
              </p:nvSpPr>
              <p:spPr>
                <a:xfrm>
                  <a:off x="4810661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2" name="pg2042">
                  <a:extLst>
                    <a:ext uri="{FF2B5EF4-FFF2-40B4-BE49-F238E27FC236}">
                      <a16:creationId xmlns:a16="http://schemas.microsoft.com/office/drawing/2014/main" id="{2A5F0D38-F8B9-6829-CA76-864863E5859B}"/>
                    </a:ext>
                  </a:extLst>
                </p:cNvPr>
                <p:cNvSpPr/>
                <p:nvPr/>
              </p:nvSpPr>
              <p:spPr>
                <a:xfrm>
                  <a:off x="4822299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3" name="pg2043">
                  <a:extLst>
                    <a:ext uri="{FF2B5EF4-FFF2-40B4-BE49-F238E27FC236}">
                      <a16:creationId xmlns:a16="http://schemas.microsoft.com/office/drawing/2014/main" id="{330DDCCC-5A4A-BD1D-9D3C-CCC3E2FA15C3}"/>
                    </a:ext>
                  </a:extLst>
                </p:cNvPr>
                <p:cNvSpPr/>
                <p:nvPr/>
              </p:nvSpPr>
              <p:spPr>
                <a:xfrm>
                  <a:off x="4833936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4" name="pg2044">
                  <a:extLst>
                    <a:ext uri="{FF2B5EF4-FFF2-40B4-BE49-F238E27FC236}">
                      <a16:creationId xmlns:a16="http://schemas.microsoft.com/office/drawing/2014/main" id="{AA50A21E-16A8-89E4-50B0-BEB153634330}"/>
                    </a:ext>
                  </a:extLst>
                </p:cNvPr>
                <p:cNvSpPr/>
                <p:nvPr/>
              </p:nvSpPr>
              <p:spPr>
                <a:xfrm>
                  <a:off x="4845573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5" name="pg2045">
                  <a:extLst>
                    <a:ext uri="{FF2B5EF4-FFF2-40B4-BE49-F238E27FC236}">
                      <a16:creationId xmlns:a16="http://schemas.microsoft.com/office/drawing/2014/main" id="{A20F5CD9-479D-3015-179A-963F580B6D97}"/>
                    </a:ext>
                  </a:extLst>
                </p:cNvPr>
                <p:cNvSpPr/>
                <p:nvPr/>
              </p:nvSpPr>
              <p:spPr>
                <a:xfrm>
                  <a:off x="4857211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6" name="pg2046">
                  <a:extLst>
                    <a:ext uri="{FF2B5EF4-FFF2-40B4-BE49-F238E27FC236}">
                      <a16:creationId xmlns:a16="http://schemas.microsoft.com/office/drawing/2014/main" id="{C477CF49-489A-6C74-3088-71B1D490EA57}"/>
                    </a:ext>
                  </a:extLst>
                </p:cNvPr>
                <p:cNvSpPr/>
                <p:nvPr/>
              </p:nvSpPr>
              <p:spPr>
                <a:xfrm>
                  <a:off x="4868848" y="428087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7" name="pg2047">
                  <a:extLst>
                    <a:ext uri="{FF2B5EF4-FFF2-40B4-BE49-F238E27FC236}">
                      <a16:creationId xmlns:a16="http://schemas.microsoft.com/office/drawing/2014/main" id="{26F61350-1939-3792-B47D-E0C269727B06}"/>
                    </a:ext>
                  </a:extLst>
                </p:cNvPr>
                <p:cNvSpPr/>
                <p:nvPr/>
              </p:nvSpPr>
              <p:spPr>
                <a:xfrm>
                  <a:off x="4787387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CA3">
                    <a:alpha val="100000"/>
                  </a:srgbClr>
                </a:solidFill>
                <a:ln w="5420" cap="flat">
                  <a:solidFill>
                    <a:srgbClr val="3A7C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8" name="pg2048">
                  <a:extLst>
                    <a:ext uri="{FF2B5EF4-FFF2-40B4-BE49-F238E27FC236}">
                      <a16:creationId xmlns:a16="http://schemas.microsoft.com/office/drawing/2014/main" id="{6B94FE35-5C8A-36F6-F6C0-C89020FA43FF}"/>
                    </a:ext>
                  </a:extLst>
                </p:cNvPr>
                <p:cNvSpPr/>
                <p:nvPr/>
              </p:nvSpPr>
              <p:spPr>
                <a:xfrm>
                  <a:off x="4799024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49" name="pg2049">
                  <a:extLst>
                    <a:ext uri="{FF2B5EF4-FFF2-40B4-BE49-F238E27FC236}">
                      <a16:creationId xmlns:a16="http://schemas.microsoft.com/office/drawing/2014/main" id="{2F0EF757-1F18-5EB2-EAEF-2ED98F0C68B4}"/>
                    </a:ext>
                  </a:extLst>
                </p:cNvPr>
                <p:cNvSpPr/>
                <p:nvPr/>
              </p:nvSpPr>
              <p:spPr>
                <a:xfrm>
                  <a:off x="4810661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4A1">
                    <a:alpha val="100000"/>
                  </a:srgbClr>
                </a:solidFill>
                <a:ln w="5420" cap="flat">
                  <a:solidFill>
                    <a:srgbClr val="3A74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0" name="pg2050">
                  <a:extLst>
                    <a:ext uri="{FF2B5EF4-FFF2-40B4-BE49-F238E27FC236}">
                      <a16:creationId xmlns:a16="http://schemas.microsoft.com/office/drawing/2014/main" id="{50AB5E9D-B8C5-3F42-ED37-8C4A06B05940}"/>
                    </a:ext>
                  </a:extLst>
                </p:cNvPr>
                <p:cNvSpPr/>
                <p:nvPr/>
              </p:nvSpPr>
              <p:spPr>
                <a:xfrm>
                  <a:off x="4822299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73A1">
                    <a:alpha val="100000"/>
                  </a:srgbClr>
                </a:solidFill>
                <a:ln w="5420" cap="flat">
                  <a:solidFill>
                    <a:srgbClr val="3B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1" name="pg2051">
                  <a:extLst>
                    <a:ext uri="{FF2B5EF4-FFF2-40B4-BE49-F238E27FC236}">
                      <a16:creationId xmlns:a16="http://schemas.microsoft.com/office/drawing/2014/main" id="{7CE15CF9-4E07-9D66-36D5-006A65376EA7}"/>
                    </a:ext>
                  </a:extLst>
                </p:cNvPr>
                <p:cNvSpPr/>
                <p:nvPr/>
              </p:nvSpPr>
              <p:spPr>
                <a:xfrm>
                  <a:off x="4833936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3A1">
                    <a:alpha val="100000"/>
                  </a:srgbClr>
                </a:solidFill>
                <a:ln w="5420" cap="flat">
                  <a:solidFill>
                    <a:srgbClr val="3A73A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2" name="pg2052">
                  <a:extLst>
                    <a:ext uri="{FF2B5EF4-FFF2-40B4-BE49-F238E27FC236}">
                      <a16:creationId xmlns:a16="http://schemas.microsoft.com/office/drawing/2014/main" id="{7F034195-FAE3-C58F-DBD4-3A2D1EB2DEC3}"/>
                    </a:ext>
                  </a:extLst>
                </p:cNvPr>
                <p:cNvSpPr/>
                <p:nvPr/>
              </p:nvSpPr>
              <p:spPr>
                <a:xfrm>
                  <a:off x="4845573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3" name="pg2053">
                  <a:extLst>
                    <a:ext uri="{FF2B5EF4-FFF2-40B4-BE49-F238E27FC236}">
                      <a16:creationId xmlns:a16="http://schemas.microsoft.com/office/drawing/2014/main" id="{5D28DCBD-BC98-BFD8-D525-32AB348859BE}"/>
                    </a:ext>
                  </a:extLst>
                </p:cNvPr>
                <p:cNvSpPr/>
                <p:nvPr/>
              </p:nvSpPr>
              <p:spPr>
                <a:xfrm>
                  <a:off x="4857211" y="42951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8A2">
                    <a:alpha val="100000"/>
                  </a:srgbClr>
                </a:solidFill>
                <a:ln w="5420" cap="flat">
                  <a:solidFill>
                    <a:srgbClr val="3A78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4" name="pg2054">
                  <a:extLst>
                    <a:ext uri="{FF2B5EF4-FFF2-40B4-BE49-F238E27FC236}">
                      <a16:creationId xmlns:a16="http://schemas.microsoft.com/office/drawing/2014/main" id="{A07AC44D-3F09-50CD-3CA3-9FA137F311DF}"/>
                    </a:ext>
                  </a:extLst>
                </p:cNvPr>
                <p:cNvSpPr/>
                <p:nvPr/>
              </p:nvSpPr>
              <p:spPr>
                <a:xfrm>
                  <a:off x="4775749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5" name="pg2055">
                  <a:extLst>
                    <a:ext uri="{FF2B5EF4-FFF2-40B4-BE49-F238E27FC236}">
                      <a16:creationId xmlns:a16="http://schemas.microsoft.com/office/drawing/2014/main" id="{C1DB8A94-B3D1-E3DF-364F-2AA610644511}"/>
                    </a:ext>
                  </a:extLst>
                </p:cNvPr>
                <p:cNvSpPr/>
                <p:nvPr/>
              </p:nvSpPr>
              <p:spPr>
                <a:xfrm>
                  <a:off x="4787387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6" name="pg2056">
                  <a:extLst>
                    <a:ext uri="{FF2B5EF4-FFF2-40B4-BE49-F238E27FC236}">
                      <a16:creationId xmlns:a16="http://schemas.microsoft.com/office/drawing/2014/main" id="{50325A6B-6938-547F-02D5-5276D720A309}"/>
                    </a:ext>
                  </a:extLst>
                </p:cNvPr>
                <p:cNvSpPr/>
                <p:nvPr/>
              </p:nvSpPr>
              <p:spPr>
                <a:xfrm>
                  <a:off x="4799024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7" name="pg2057">
                  <a:extLst>
                    <a:ext uri="{FF2B5EF4-FFF2-40B4-BE49-F238E27FC236}">
                      <a16:creationId xmlns:a16="http://schemas.microsoft.com/office/drawing/2014/main" id="{AE9F5F34-047F-DBE8-60D4-2664F5F190EE}"/>
                    </a:ext>
                  </a:extLst>
                </p:cNvPr>
                <p:cNvSpPr/>
                <p:nvPr/>
              </p:nvSpPr>
              <p:spPr>
                <a:xfrm>
                  <a:off x="4810661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6A2">
                    <a:alpha val="100000"/>
                  </a:srgbClr>
                </a:solidFill>
                <a:ln w="5420" cap="flat">
                  <a:solidFill>
                    <a:srgbClr val="3A76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8" name="pg2058">
                  <a:extLst>
                    <a:ext uri="{FF2B5EF4-FFF2-40B4-BE49-F238E27FC236}">
                      <a16:creationId xmlns:a16="http://schemas.microsoft.com/office/drawing/2014/main" id="{38F44BA8-54EC-AB4C-90B8-F3BB94BF6957}"/>
                    </a:ext>
                  </a:extLst>
                </p:cNvPr>
                <p:cNvSpPr/>
                <p:nvPr/>
              </p:nvSpPr>
              <p:spPr>
                <a:xfrm>
                  <a:off x="4822299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59" name="pg2059">
                  <a:extLst>
                    <a:ext uri="{FF2B5EF4-FFF2-40B4-BE49-F238E27FC236}">
                      <a16:creationId xmlns:a16="http://schemas.microsoft.com/office/drawing/2014/main" id="{21B1C007-712B-7D02-6AFF-3C64EEBD2AAC}"/>
                    </a:ext>
                  </a:extLst>
                </p:cNvPr>
                <p:cNvSpPr/>
                <p:nvPr/>
              </p:nvSpPr>
              <p:spPr>
                <a:xfrm>
                  <a:off x="4833936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5A2">
                    <a:alpha val="100000"/>
                  </a:srgbClr>
                </a:solidFill>
                <a:ln w="5420" cap="flat">
                  <a:solidFill>
                    <a:srgbClr val="3A75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0" name="pg2060">
                  <a:extLst>
                    <a:ext uri="{FF2B5EF4-FFF2-40B4-BE49-F238E27FC236}">
                      <a16:creationId xmlns:a16="http://schemas.microsoft.com/office/drawing/2014/main" id="{19C4E8AB-851C-CDF4-DC94-4566E01E07CB}"/>
                    </a:ext>
                  </a:extLst>
                </p:cNvPr>
                <p:cNvSpPr/>
                <p:nvPr/>
              </p:nvSpPr>
              <p:spPr>
                <a:xfrm>
                  <a:off x="4845573" y="430947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7A2">
                    <a:alpha val="100000"/>
                  </a:srgbClr>
                </a:solidFill>
                <a:ln w="5420" cap="flat">
                  <a:solidFill>
                    <a:srgbClr val="3A77A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1" name="pg2061">
                  <a:extLst>
                    <a:ext uri="{FF2B5EF4-FFF2-40B4-BE49-F238E27FC236}">
                      <a16:creationId xmlns:a16="http://schemas.microsoft.com/office/drawing/2014/main" id="{FFF31148-3D9B-B0DE-5672-B66673A851FB}"/>
                    </a:ext>
                  </a:extLst>
                </p:cNvPr>
                <p:cNvSpPr/>
                <p:nvPr/>
              </p:nvSpPr>
              <p:spPr>
                <a:xfrm>
                  <a:off x="4775749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CA7">
                    <a:alpha val="100000"/>
                  </a:srgbClr>
                </a:solidFill>
                <a:ln w="5420" cap="flat">
                  <a:solidFill>
                    <a:srgbClr val="38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2" name="pg2062">
                  <a:extLst>
                    <a:ext uri="{FF2B5EF4-FFF2-40B4-BE49-F238E27FC236}">
                      <a16:creationId xmlns:a16="http://schemas.microsoft.com/office/drawing/2014/main" id="{BEE28E30-B32C-CC3E-2779-485565BEB1E9}"/>
                    </a:ext>
                  </a:extLst>
                </p:cNvPr>
                <p:cNvSpPr/>
                <p:nvPr/>
              </p:nvSpPr>
              <p:spPr>
                <a:xfrm>
                  <a:off x="4787387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3" name="pg2063">
                  <a:extLst>
                    <a:ext uri="{FF2B5EF4-FFF2-40B4-BE49-F238E27FC236}">
                      <a16:creationId xmlns:a16="http://schemas.microsoft.com/office/drawing/2014/main" id="{1295C8F4-E7A7-373F-C095-FF8EF04EA9FB}"/>
                    </a:ext>
                  </a:extLst>
                </p:cNvPr>
                <p:cNvSpPr/>
                <p:nvPr/>
              </p:nvSpPr>
              <p:spPr>
                <a:xfrm>
                  <a:off x="4799024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FA4">
                    <a:alpha val="100000"/>
                  </a:srgbClr>
                </a:solidFill>
                <a:ln w="5420" cap="flat">
                  <a:solidFill>
                    <a:srgbClr val="3A7F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4" name="pg2064">
                  <a:extLst>
                    <a:ext uri="{FF2B5EF4-FFF2-40B4-BE49-F238E27FC236}">
                      <a16:creationId xmlns:a16="http://schemas.microsoft.com/office/drawing/2014/main" id="{4483F0B7-A8CF-694F-CAF0-D1FB922DDB5B}"/>
                    </a:ext>
                  </a:extLst>
                </p:cNvPr>
                <p:cNvSpPr/>
                <p:nvPr/>
              </p:nvSpPr>
              <p:spPr>
                <a:xfrm>
                  <a:off x="4810661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BA3">
                    <a:alpha val="100000"/>
                  </a:srgbClr>
                </a:solidFill>
                <a:ln w="5420" cap="flat">
                  <a:solidFill>
                    <a:srgbClr val="3A7B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5" name="pg2065">
                  <a:extLst>
                    <a:ext uri="{FF2B5EF4-FFF2-40B4-BE49-F238E27FC236}">
                      <a16:creationId xmlns:a16="http://schemas.microsoft.com/office/drawing/2014/main" id="{33B1C845-B234-73DB-94AE-8D10D4A87205}"/>
                    </a:ext>
                  </a:extLst>
                </p:cNvPr>
                <p:cNvSpPr/>
                <p:nvPr/>
              </p:nvSpPr>
              <p:spPr>
                <a:xfrm>
                  <a:off x="4822299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6" name="pg2066">
                  <a:extLst>
                    <a:ext uri="{FF2B5EF4-FFF2-40B4-BE49-F238E27FC236}">
                      <a16:creationId xmlns:a16="http://schemas.microsoft.com/office/drawing/2014/main" id="{1547E47F-76C0-8E4C-181E-0791E65B883B}"/>
                    </a:ext>
                  </a:extLst>
                </p:cNvPr>
                <p:cNvSpPr/>
                <p:nvPr/>
              </p:nvSpPr>
              <p:spPr>
                <a:xfrm>
                  <a:off x="4833936" y="43237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AA3">
                    <a:alpha val="100000"/>
                  </a:srgbClr>
                </a:solidFill>
                <a:ln w="5420" cap="flat">
                  <a:solidFill>
                    <a:srgbClr val="3A7A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7" name="pg2067">
                  <a:extLst>
                    <a:ext uri="{FF2B5EF4-FFF2-40B4-BE49-F238E27FC236}">
                      <a16:creationId xmlns:a16="http://schemas.microsoft.com/office/drawing/2014/main" id="{687ACFF7-8E22-4C30-B0C8-C588704726C1}"/>
                    </a:ext>
                  </a:extLst>
                </p:cNvPr>
                <p:cNvSpPr/>
                <p:nvPr/>
              </p:nvSpPr>
              <p:spPr>
                <a:xfrm>
                  <a:off x="4752475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8" name="pg2068">
                  <a:extLst>
                    <a:ext uri="{FF2B5EF4-FFF2-40B4-BE49-F238E27FC236}">
                      <a16:creationId xmlns:a16="http://schemas.microsoft.com/office/drawing/2014/main" id="{AA3B3AB3-B471-974B-FB0F-042C20536755}"/>
                    </a:ext>
                  </a:extLst>
                </p:cNvPr>
                <p:cNvSpPr/>
                <p:nvPr/>
              </p:nvSpPr>
              <p:spPr>
                <a:xfrm>
                  <a:off x="4764112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69" name="pg2069">
                  <a:extLst>
                    <a:ext uri="{FF2B5EF4-FFF2-40B4-BE49-F238E27FC236}">
                      <a16:creationId xmlns:a16="http://schemas.microsoft.com/office/drawing/2014/main" id="{5F165238-7EEC-A32D-03A7-CD4DAF3E15BB}"/>
                    </a:ext>
                  </a:extLst>
                </p:cNvPr>
                <p:cNvSpPr/>
                <p:nvPr/>
              </p:nvSpPr>
              <p:spPr>
                <a:xfrm>
                  <a:off x="4775749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0" name="pg2070">
                  <a:extLst>
                    <a:ext uri="{FF2B5EF4-FFF2-40B4-BE49-F238E27FC236}">
                      <a16:creationId xmlns:a16="http://schemas.microsoft.com/office/drawing/2014/main" id="{D03189FF-F9CC-1C99-6E5A-EDCC43F446A5}"/>
                    </a:ext>
                  </a:extLst>
                </p:cNvPr>
                <p:cNvSpPr/>
                <p:nvPr/>
              </p:nvSpPr>
              <p:spPr>
                <a:xfrm>
                  <a:off x="4787387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1" name="pg2071">
                  <a:extLst>
                    <a:ext uri="{FF2B5EF4-FFF2-40B4-BE49-F238E27FC236}">
                      <a16:creationId xmlns:a16="http://schemas.microsoft.com/office/drawing/2014/main" id="{DE6213B4-53D8-CB65-E25E-FFAEA8136C5C}"/>
                    </a:ext>
                  </a:extLst>
                </p:cNvPr>
                <p:cNvSpPr/>
                <p:nvPr/>
              </p:nvSpPr>
              <p:spPr>
                <a:xfrm>
                  <a:off x="4799024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2" name="pg2072">
                  <a:extLst>
                    <a:ext uri="{FF2B5EF4-FFF2-40B4-BE49-F238E27FC236}">
                      <a16:creationId xmlns:a16="http://schemas.microsoft.com/office/drawing/2014/main" id="{7CEC5F8A-F05E-C859-6DBA-293AC278B06C}"/>
                    </a:ext>
                  </a:extLst>
                </p:cNvPr>
                <p:cNvSpPr/>
                <p:nvPr/>
              </p:nvSpPr>
              <p:spPr>
                <a:xfrm>
                  <a:off x="4810661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3" name="pg2073">
                  <a:extLst>
                    <a:ext uri="{FF2B5EF4-FFF2-40B4-BE49-F238E27FC236}">
                      <a16:creationId xmlns:a16="http://schemas.microsoft.com/office/drawing/2014/main" id="{D9DD9C96-7ADB-AB3F-34EA-C0B0A9A29336}"/>
                    </a:ext>
                  </a:extLst>
                </p:cNvPr>
                <p:cNvSpPr/>
                <p:nvPr/>
              </p:nvSpPr>
              <p:spPr>
                <a:xfrm>
                  <a:off x="4822299" y="433807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80A4">
                    <a:alpha val="100000"/>
                  </a:srgbClr>
                </a:solidFill>
                <a:ln w="5420" cap="flat">
                  <a:solidFill>
                    <a:srgbClr val="3A80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4" name="pg2074">
                  <a:extLst>
                    <a:ext uri="{FF2B5EF4-FFF2-40B4-BE49-F238E27FC236}">
                      <a16:creationId xmlns:a16="http://schemas.microsoft.com/office/drawing/2014/main" id="{CC4CD1CB-6590-8EC1-9FE8-7775C1351C44}"/>
                    </a:ext>
                  </a:extLst>
                </p:cNvPr>
                <p:cNvSpPr/>
                <p:nvPr/>
              </p:nvSpPr>
              <p:spPr>
                <a:xfrm>
                  <a:off x="4740837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5" name="pg2075">
                  <a:extLst>
                    <a:ext uri="{FF2B5EF4-FFF2-40B4-BE49-F238E27FC236}">
                      <a16:creationId xmlns:a16="http://schemas.microsoft.com/office/drawing/2014/main" id="{191A2E1E-1045-F08D-6B43-AAEBC1C3EDBE}"/>
                    </a:ext>
                  </a:extLst>
                </p:cNvPr>
                <p:cNvSpPr/>
                <p:nvPr/>
              </p:nvSpPr>
              <p:spPr>
                <a:xfrm>
                  <a:off x="4752475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6" name="pg2076">
                  <a:extLst>
                    <a:ext uri="{FF2B5EF4-FFF2-40B4-BE49-F238E27FC236}">
                      <a16:creationId xmlns:a16="http://schemas.microsoft.com/office/drawing/2014/main" id="{09EA26C2-7AD5-2944-A04A-FF0171E5D7B0}"/>
                    </a:ext>
                  </a:extLst>
                </p:cNvPr>
                <p:cNvSpPr/>
                <p:nvPr/>
              </p:nvSpPr>
              <p:spPr>
                <a:xfrm>
                  <a:off x="4764112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7" name="pg2077">
                  <a:extLst>
                    <a:ext uri="{FF2B5EF4-FFF2-40B4-BE49-F238E27FC236}">
                      <a16:creationId xmlns:a16="http://schemas.microsoft.com/office/drawing/2014/main" id="{C667DF25-9CF9-A0B1-660E-E10396878D07}"/>
                    </a:ext>
                  </a:extLst>
                </p:cNvPr>
                <p:cNvSpPr/>
                <p:nvPr/>
              </p:nvSpPr>
              <p:spPr>
                <a:xfrm>
                  <a:off x="4775749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8" name="pg2078">
                  <a:extLst>
                    <a:ext uri="{FF2B5EF4-FFF2-40B4-BE49-F238E27FC236}">
                      <a16:creationId xmlns:a16="http://schemas.microsoft.com/office/drawing/2014/main" id="{CE4E6DA4-0059-5B51-1366-B588D0281630}"/>
                    </a:ext>
                  </a:extLst>
                </p:cNvPr>
                <p:cNvSpPr/>
                <p:nvPr/>
              </p:nvSpPr>
              <p:spPr>
                <a:xfrm>
                  <a:off x="4787387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79" name="pg2079">
                  <a:extLst>
                    <a:ext uri="{FF2B5EF4-FFF2-40B4-BE49-F238E27FC236}">
                      <a16:creationId xmlns:a16="http://schemas.microsoft.com/office/drawing/2014/main" id="{F03ADAF3-2028-55C9-E4F6-4501CF2C8547}"/>
                    </a:ext>
                  </a:extLst>
                </p:cNvPr>
                <p:cNvSpPr/>
                <p:nvPr/>
              </p:nvSpPr>
              <p:spPr>
                <a:xfrm>
                  <a:off x="4799024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0" name="pg2080">
                  <a:extLst>
                    <a:ext uri="{FF2B5EF4-FFF2-40B4-BE49-F238E27FC236}">
                      <a16:creationId xmlns:a16="http://schemas.microsoft.com/office/drawing/2014/main" id="{38402964-0E7E-EE37-4C83-67C822659DEE}"/>
                    </a:ext>
                  </a:extLst>
                </p:cNvPr>
                <p:cNvSpPr/>
                <p:nvPr/>
              </p:nvSpPr>
              <p:spPr>
                <a:xfrm>
                  <a:off x="4810661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1" name="pg2081">
                  <a:extLst>
                    <a:ext uri="{FF2B5EF4-FFF2-40B4-BE49-F238E27FC236}">
                      <a16:creationId xmlns:a16="http://schemas.microsoft.com/office/drawing/2014/main" id="{93DEA15E-B8BB-CBD2-1635-4AD4D249A807}"/>
                    </a:ext>
                  </a:extLst>
                </p:cNvPr>
                <p:cNvSpPr/>
                <p:nvPr/>
              </p:nvSpPr>
              <p:spPr>
                <a:xfrm>
                  <a:off x="4822299" y="435238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8A6">
                    <a:alpha val="100000"/>
                  </a:srgbClr>
                </a:solidFill>
                <a:ln w="5420" cap="flat">
                  <a:solidFill>
                    <a:srgbClr val="3888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2" name="pg2082">
                  <a:extLst>
                    <a:ext uri="{FF2B5EF4-FFF2-40B4-BE49-F238E27FC236}">
                      <a16:creationId xmlns:a16="http://schemas.microsoft.com/office/drawing/2014/main" id="{BDA07DE5-8A42-DA99-43AA-A45EDAB4C63D}"/>
                    </a:ext>
                  </a:extLst>
                </p:cNvPr>
                <p:cNvSpPr/>
                <p:nvPr/>
              </p:nvSpPr>
              <p:spPr>
                <a:xfrm>
                  <a:off x="4717563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3" name="pg2083">
                  <a:extLst>
                    <a:ext uri="{FF2B5EF4-FFF2-40B4-BE49-F238E27FC236}">
                      <a16:creationId xmlns:a16="http://schemas.microsoft.com/office/drawing/2014/main" id="{CAC2D7C5-A6BE-891F-D107-A86E7AB0EBB5}"/>
                    </a:ext>
                  </a:extLst>
                </p:cNvPr>
                <p:cNvSpPr/>
                <p:nvPr/>
              </p:nvSpPr>
              <p:spPr>
                <a:xfrm>
                  <a:off x="4729200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4" name="pg2084">
                  <a:extLst>
                    <a:ext uri="{FF2B5EF4-FFF2-40B4-BE49-F238E27FC236}">
                      <a16:creationId xmlns:a16="http://schemas.microsoft.com/office/drawing/2014/main" id="{C309F04F-9F0E-7C33-493A-D7697F558A3F}"/>
                    </a:ext>
                  </a:extLst>
                </p:cNvPr>
                <p:cNvSpPr/>
                <p:nvPr/>
              </p:nvSpPr>
              <p:spPr>
                <a:xfrm>
                  <a:off x="4740837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5" name="pg2085">
                  <a:extLst>
                    <a:ext uri="{FF2B5EF4-FFF2-40B4-BE49-F238E27FC236}">
                      <a16:creationId xmlns:a16="http://schemas.microsoft.com/office/drawing/2014/main" id="{653EA418-7694-72C7-379B-7177B419C130}"/>
                    </a:ext>
                  </a:extLst>
                </p:cNvPr>
                <p:cNvSpPr/>
                <p:nvPr/>
              </p:nvSpPr>
              <p:spPr>
                <a:xfrm>
                  <a:off x="4752475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6" name="pg2086">
                  <a:extLst>
                    <a:ext uri="{FF2B5EF4-FFF2-40B4-BE49-F238E27FC236}">
                      <a16:creationId xmlns:a16="http://schemas.microsoft.com/office/drawing/2014/main" id="{788FAF82-0D2E-A84C-D5E4-354EAB2F2DDC}"/>
                    </a:ext>
                  </a:extLst>
                </p:cNvPr>
                <p:cNvSpPr/>
                <p:nvPr/>
              </p:nvSpPr>
              <p:spPr>
                <a:xfrm>
                  <a:off x="4764112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7" name="pg2087">
                  <a:extLst>
                    <a:ext uri="{FF2B5EF4-FFF2-40B4-BE49-F238E27FC236}">
                      <a16:creationId xmlns:a16="http://schemas.microsoft.com/office/drawing/2014/main" id="{DD1CB800-1AA8-8214-9C39-7C7B920ACE5C}"/>
                    </a:ext>
                  </a:extLst>
                </p:cNvPr>
                <p:cNvSpPr/>
                <p:nvPr/>
              </p:nvSpPr>
              <p:spPr>
                <a:xfrm>
                  <a:off x="4775749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8" name="pg2088">
                  <a:extLst>
                    <a:ext uri="{FF2B5EF4-FFF2-40B4-BE49-F238E27FC236}">
                      <a16:creationId xmlns:a16="http://schemas.microsoft.com/office/drawing/2014/main" id="{FA9C7E0F-59D8-AEA0-72C5-8DA7C71A0045}"/>
                    </a:ext>
                  </a:extLst>
                </p:cNvPr>
                <p:cNvSpPr/>
                <p:nvPr/>
              </p:nvSpPr>
              <p:spPr>
                <a:xfrm>
                  <a:off x="4787387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89" name="pg2089">
                  <a:extLst>
                    <a:ext uri="{FF2B5EF4-FFF2-40B4-BE49-F238E27FC236}">
                      <a16:creationId xmlns:a16="http://schemas.microsoft.com/office/drawing/2014/main" id="{BC1347BE-380F-DEAD-5F8F-027631138D34}"/>
                    </a:ext>
                  </a:extLst>
                </p:cNvPr>
                <p:cNvSpPr/>
                <p:nvPr/>
              </p:nvSpPr>
              <p:spPr>
                <a:xfrm>
                  <a:off x="4799024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0" name="pg2090">
                  <a:extLst>
                    <a:ext uri="{FF2B5EF4-FFF2-40B4-BE49-F238E27FC236}">
                      <a16:creationId xmlns:a16="http://schemas.microsoft.com/office/drawing/2014/main" id="{E4E5C8B2-BFF6-2B37-71AA-B9741D30BEB9}"/>
                    </a:ext>
                  </a:extLst>
                </p:cNvPr>
                <p:cNvSpPr/>
                <p:nvPr/>
              </p:nvSpPr>
              <p:spPr>
                <a:xfrm>
                  <a:off x="4810661" y="43666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1" name="pg2091">
                  <a:extLst>
                    <a:ext uri="{FF2B5EF4-FFF2-40B4-BE49-F238E27FC236}">
                      <a16:creationId xmlns:a16="http://schemas.microsoft.com/office/drawing/2014/main" id="{F391E413-7198-A83C-6170-2EE17D2E5A8E}"/>
                    </a:ext>
                  </a:extLst>
                </p:cNvPr>
                <p:cNvSpPr/>
                <p:nvPr/>
              </p:nvSpPr>
              <p:spPr>
                <a:xfrm>
                  <a:off x="4705925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2" name="pg2092">
                  <a:extLst>
                    <a:ext uri="{FF2B5EF4-FFF2-40B4-BE49-F238E27FC236}">
                      <a16:creationId xmlns:a16="http://schemas.microsoft.com/office/drawing/2014/main" id="{E649FA5C-FB64-2CBB-58C5-9A6C667C309E}"/>
                    </a:ext>
                  </a:extLst>
                </p:cNvPr>
                <p:cNvSpPr/>
                <p:nvPr/>
              </p:nvSpPr>
              <p:spPr>
                <a:xfrm>
                  <a:off x="4717563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3" name="pg2093">
                  <a:extLst>
                    <a:ext uri="{FF2B5EF4-FFF2-40B4-BE49-F238E27FC236}">
                      <a16:creationId xmlns:a16="http://schemas.microsoft.com/office/drawing/2014/main" id="{C9893EC1-BACD-EEB8-B485-DC553403F5BC}"/>
                    </a:ext>
                  </a:extLst>
                </p:cNvPr>
                <p:cNvSpPr/>
                <p:nvPr/>
              </p:nvSpPr>
              <p:spPr>
                <a:xfrm>
                  <a:off x="4729200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4" name="pg2094">
                  <a:extLst>
                    <a:ext uri="{FF2B5EF4-FFF2-40B4-BE49-F238E27FC236}">
                      <a16:creationId xmlns:a16="http://schemas.microsoft.com/office/drawing/2014/main" id="{B26333B6-A7EE-9511-42E5-0EE274915FB0}"/>
                    </a:ext>
                  </a:extLst>
                </p:cNvPr>
                <p:cNvSpPr/>
                <p:nvPr/>
              </p:nvSpPr>
              <p:spPr>
                <a:xfrm>
                  <a:off x="4740837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5" name="pg2095">
                  <a:extLst>
                    <a:ext uri="{FF2B5EF4-FFF2-40B4-BE49-F238E27FC236}">
                      <a16:creationId xmlns:a16="http://schemas.microsoft.com/office/drawing/2014/main" id="{C819A4F8-DF1F-F028-9363-3F975E420759}"/>
                    </a:ext>
                  </a:extLst>
                </p:cNvPr>
                <p:cNvSpPr/>
                <p:nvPr/>
              </p:nvSpPr>
              <p:spPr>
                <a:xfrm>
                  <a:off x="4752475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6" name="pg2096">
                  <a:extLst>
                    <a:ext uri="{FF2B5EF4-FFF2-40B4-BE49-F238E27FC236}">
                      <a16:creationId xmlns:a16="http://schemas.microsoft.com/office/drawing/2014/main" id="{681508B7-C1CA-878C-50B4-71E334B4A52A}"/>
                    </a:ext>
                  </a:extLst>
                </p:cNvPr>
                <p:cNvSpPr/>
                <p:nvPr/>
              </p:nvSpPr>
              <p:spPr>
                <a:xfrm>
                  <a:off x="4764112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7" name="pg2097">
                  <a:extLst>
                    <a:ext uri="{FF2B5EF4-FFF2-40B4-BE49-F238E27FC236}">
                      <a16:creationId xmlns:a16="http://schemas.microsoft.com/office/drawing/2014/main" id="{6FB75C11-0036-13FE-68B3-F8264DD79534}"/>
                    </a:ext>
                  </a:extLst>
                </p:cNvPr>
                <p:cNvSpPr/>
                <p:nvPr/>
              </p:nvSpPr>
              <p:spPr>
                <a:xfrm>
                  <a:off x="4775749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8" name="pg2098">
                  <a:extLst>
                    <a:ext uri="{FF2B5EF4-FFF2-40B4-BE49-F238E27FC236}">
                      <a16:creationId xmlns:a16="http://schemas.microsoft.com/office/drawing/2014/main" id="{8A28A076-01CF-5ABD-0A3E-01EDDDB5B7C8}"/>
                    </a:ext>
                  </a:extLst>
                </p:cNvPr>
                <p:cNvSpPr/>
                <p:nvPr/>
              </p:nvSpPr>
              <p:spPr>
                <a:xfrm>
                  <a:off x="4787387" y="438098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099" name="pg2099">
                  <a:extLst>
                    <a:ext uri="{FF2B5EF4-FFF2-40B4-BE49-F238E27FC236}">
                      <a16:creationId xmlns:a16="http://schemas.microsoft.com/office/drawing/2014/main" id="{36876126-7C00-7766-E7B8-53F5F69EE8F7}"/>
                    </a:ext>
                  </a:extLst>
                </p:cNvPr>
                <p:cNvSpPr/>
                <p:nvPr/>
              </p:nvSpPr>
              <p:spPr>
                <a:xfrm>
                  <a:off x="4647739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0" name="pg2100">
                  <a:extLst>
                    <a:ext uri="{FF2B5EF4-FFF2-40B4-BE49-F238E27FC236}">
                      <a16:creationId xmlns:a16="http://schemas.microsoft.com/office/drawing/2014/main" id="{7772DA46-9D76-5AD1-715A-BADBF0693890}"/>
                    </a:ext>
                  </a:extLst>
                </p:cNvPr>
                <p:cNvSpPr/>
                <p:nvPr/>
              </p:nvSpPr>
              <p:spPr>
                <a:xfrm>
                  <a:off x="4659376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1" name="pg2101">
                  <a:extLst>
                    <a:ext uri="{FF2B5EF4-FFF2-40B4-BE49-F238E27FC236}">
                      <a16:creationId xmlns:a16="http://schemas.microsoft.com/office/drawing/2014/main" id="{A0C8BFF6-7A33-B11F-ABCA-BD4AA7E32890}"/>
                    </a:ext>
                  </a:extLst>
                </p:cNvPr>
                <p:cNvSpPr/>
                <p:nvPr/>
              </p:nvSpPr>
              <p:spPr>
                <a:xfrm>
                  <a:off x="4671013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2" name="pg2102">
                  <a:extLst>
                    <a:ext uri="{FF2B5EF4-FFF2-40B4-BE49-F238E27FC236}">
                      <a16:creationId xmlns:a16="http://schemas.microsoft.com/office/drawing/2014/main" id="{C3A5E85D-3166-4E10-AF3D-13A6A7379472}"/>
                    </a:ext>
                  </a:extLst>
                </p:cNvPr>
                <p:cNvSpPr/>
                <p:nvPr/>
              </p:nvSpPr>
              <p:spPr>
                <a:xfrm>
                  <a:off x="4682651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3" name="pg2103">
                  <a:extLst>
                    <a:ext uri="{FF2B5EF4-FFF2-40B4-BE49-F238E27FC236}">
                      <a16:creationId xmlns:a16="http://schemas.microsoft.com/office/drawing/2014/main" id="{9ABBE7AD-99B9-2031-7CD9-F8F5BE9E93EA}"/>
                    </a:ext>
                  </a:extLst>
                </p:cNvPr>
                <p:cNvSpPr/>
                <p:nvPr/>
              </p:nvSpPr>
              <p:spPr>
                <a:xfrm>
                  <a:off x="4694288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4" name="pg2104">
                  <a:extLst>
                    <a:ext uri="{FF2B5EF4-FFF2-40B4-BE49-F238E27FC236}">
                      <a16:creationId xmlns:a16="http://schemas.microsoft.com/office/drawing/2014/main" id="{C1795860-F2FC-9142-B4BC-7C391FC296C3}"/>
                    </a:ext>
                  </a:extLst>
                </p:cNvPr>
                <p:cNvSpPr/>
                <p:nvPr/>
              </p:nvSpPr>
              <p:spPr>
                <a:xfrm>
                  <a:off x="4705925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5" name="pg2105">
                  <a:extLst>
                    <a:ext uri="{FF2B5EF4-FFF2-40B4-BE49-F238E27FC236}">
                      <a16:creationId xmlns:a16="http://schemas.microsoft.com/office/drawing/2014/main" id="{F3F7E5DB-87AB-1C64-0EC2-ECAEC60813D3}"/>
                    </a:ext>
                  </a:extLst>
                </p:cNvPr>
                <p:cNvSpPr/>
                <p:nvPr/>
              </p:nvSpPr>
              <p:spPr>
                <a:xfrm>
                  <a:off x="4717563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6" name="pg2106">
                  <a:extLst>
                    <a:ext uri="{FF2B5EF4-FFF2-40B4-BE49-F238E27FC236}">
                      <a16:creationId xmlns:a16="http://schemas.microsoft.com/office/drawing/2014/main" id="{64C3F3FD-5E51-2F2B-71D5-850F331112C6}"/>
                    </a:ext>
                  </a:extLst>
                </p:cNvPr>
                <p:cNvSpPr/>
                <p:nvPr/>
              </p:nvSpPr>
              <p:spPr>
                <a:xfrm>
                  <a:off x="4729200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7" name="pg2107">
                  <a:extLst>
                    <a:ext uri="{FF2B5EF4-FFF2-40B4-BE49-F238E27FC236}">
                      <a16:creationId xmlns:a16="http://schemas.microsoft.com/office/drawing/2014/main" id="{16FC832E-B95E-E189-6C08-38528334EF8E}"/>
                    </a:ext>
                  </a:extLst>
                </p:cNvPr>
                <p:cNvSpPr/>
                <p:nvPr/>
              </p:nvSpPr>
              <p:spPr>
                <a:xfrm>
                  <a:off x="4740837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8" name="pg2108">
                  <a:extLst>
                    <a:ext uri="{FF2B5EF4-FFF2-40B4-BE49-F238E27FC236}">
                      <a16:creationId xmlns:a16="http://schemas.microsoft.com/office/drawing/2014/main" id="{AFA73A09-4A3C-AA01-739D-B09112275175}"/>
                    </a:ext>
                  </a:extLst>
                </p:cNvPr>
                <p:cNvSpPr/>
                <p:nvPr/>
              </p:nvSpPr>
              <p:spPr>
                <a:xfrm>
                  <a:off x="4752475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09" name="pg2109">
                  <a:extLst>
                    <a:ext uri="{FF2B5EF4-FFF2-40B4-BE49-F238E27FC236}">
                      <a16:creationId xmlns:a16="http://schemas.microsoft.com/office/drawing/2014/main" id="{ABEF840C-E436-ACA2-F6B3-E75B2EDCC791}"/>
                    </a:ext>
                  </a:extLst>
                </p:cNvPr>
                <p:cNvSpPr/>
                <p:nvPr/>
              </p:nvSpPr>
              <p:spPr>
                <a:xfrm>
                  <a:off x="4764112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0" name="pg2110">
                  <a:extLst>
                    <a:ext uri="{FF2B5EF4-FFF2-40B4-BE49-F238E27FC236}">
                      <a16:creationId xmlns:a16="http://schemas.microsoft.com/office/drawing/2014/main" id="{FBF67206-F51E-7D15-92FD-4C7CB4498A69}"/>
                    </a:ext>
                  </a:extLst>
                </p:cNvPr>
                <p:cNvSpPr/>
                <p:nvPr/>
              </p:nvSpPr>
              <p:spPr>
                <a:xfrm>
                  <a:off x="4775749" y="43952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1" name="pg2111">
                  <a:extLst>
                    <a:ext uri="{FF2B5EF4-FFF2-40B4-BE49-F238E27FC236}">
                      <a16:creationId xmlns:a16="http://schemas.microsoft.com/office/drawing/2014/main" id="{C615A019-91F0-C2CF-1B37-D26950C88CFB}"/>
                    </a:ext>
                  </a:extLst>
                </p:cNvPr>
                <p:cNvSpPr/>
                <p:nvPr/>
              </p:nvSpPr>
              <p:spPr>
                <a:xfrm>
                  <a:off x="4624464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2" name="pg2112">
                  <a:extLst>
                    <a:ext uri="{FF2B5EF4-FFF2-40B4-BE49-F238E27FC236}">
                      <a16:creationId xmlns:a16="http://schemas.microsoft.com/office/drawing/2014/main" id="{EE9C82E1-7639-3AAE-9294-72F62E604476}"/>
                    </a:ext>
                  </a:extLst>
                </p:cNvPr>
                <p:cNvSpPr/>
                <p:nvPr/>
              </p:nvSpPr>
              <p:spPr>
                <a:xfrm>
                  <a:off x="4636101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3" name="pg2113">
                  <a:extLst>
                    <a:ext uri="{FF2B5EF4-FFF2-40B4-BE49-F238E27FC236}">
                      <a16:creationId xmlns:a16="http://schemas.microsoft.com/office/drawing/2014/main" id="{39C3834D-8C29-05D2-E0C0-E966D0036F5A}"/>
                    </a:ext>
                  </a:extLst>
                </p:cNvPr>
                <p:cNvSpPr/>
                <p:nvPr/>
              </p:nvSpPr>
              <p:spPr>
                <a:xfrm>
                  <a:off x="4647739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4" name="pg2114">
                  <a:extLst>
                    <a:ext uri="{FF2B5EF4-FFF2-40B4-BE49-F238E27FC236}">
                      <a16:creationId xmlns:a16="http://schemas.microsoft.com/office/drawing/2014/main" id="{5CE40405-FE93-9EEB-A715-40847B5CDF61}"/>
                    </a:ext>
                  </a:extLst>
                </p:cNvPr>
                <p:cNvSpPr/>
                <p:nvPr/>
              </p:nvSpPr>
              <p:spPr>
                <a:xfrm>
                  <a:off x="4659376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5" name="pg2115">
                  <a:extLst>
                    <a:ext uri="{FF2B5EF4-FFF2-40B4-BE49-F238E27FC236}">
                      <a16:creationId xmlns:a16="http://schemas.microsoft.com/office/drawing/2014/main" id="{E5426067-9220-F074-D5D3-BE4375E72B71}"/>
                    </a:ext>
                  </a:extLst>
                </p:cNvPr>
                <p:cNvSpPr/>
                <p:nvPr/>
              </p:nvSpPr>
              <p:spPr>
                <a:xfrm>
                  <a:off x="4671013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6" name="pg2116">
                  <a:extLst>
                    <a:ext uri="{FF2B5EF4-FFF2-40B4-BE49-F238E27FC236}">
                      <a16:creationId xmlns:a16="http://schemas.microsoft.com/office/drawing/2014/main" id="{94D7B87B-2487-2E20-C5BE-C6CEB8DC69E4}"/>
                    </a:ext>
                  </a:extLst>
                </p:cNvPr>
                <p:cNvSpPr/>
                <p:nvPr/>
              </p:nvSpPr>
              <p:spPr>
                <a:xfrm>
                  <a:off x="4682651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7" name="pg2117">
                  <a:extLst>
                    <a:ext uri="{FF2B5EF4-FFF2-40B4-BE49-F238E27FC236}">
                      <a16:creationId xmlns:a16="http://schemas.microsoft.com/office/drawing/2014/main" id="{48CADB44-9BF7-D079-E600-F2F1024354F2}"/>
                    </a:ext>
                  </a:extLst>
                </p:cNvPr>
                <p:cNvSpPr/>
                <p:nvPr/>
              </p:nvSpPr>
              <p:spPr>
                <a:xfrm>
                  <a:off x="4694288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8" name="pg2118">
                  <a:extLst>
                    <a:ext uri="{FF2B5EF4-FFF2-40B4-BE49-F238E27FC236}">
                      <a16:creationId xmlns:a16="http://schemas.microsoft.com/office/drawing/2014/main" id="{5A83FA11-B4E3-F97F-B3A4-249BAF634D75}"/>
                    </a:ext>
                  </a:extLst>
                </p:cNvPr>
                <p:cNvSpPr/>
                <p:nvPr/>
              </p:nvSpPr>
              <p:spPr>
                <a:xfrm>
                  <a:off x="4705925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19" name="pg2119">
                  <a:extLst>
                    <a:ext uri="{FF2B5EF4-FFF2-40B4-BE49-F238E27FC236}">
                      <a16:creationId xmlns:a16="http://schemas.microsoft.com/office/drawing/2014/main" id="{DD5B09ED-E953-4D8F-91AA-F6938B1C675B}"/>
                    </a:ext>
                  </a:extLst>
                </p:cNvPr>
                <p:cNvSpPr/>
                <p:nvPr/>
              </p:nvSpPr>
              <p:spPr>
                <a:xfrm>
                  <a:off x="4717563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0" name="pg2120">
                  <a:extLst>
                    <a:ext uri="{FF2B5EF4-FFF2-40B4-BE49-F238E27FC236}">
                      <a16:creationId xmlns:a16="http://schemas.microsoft.com/office/drawing/2014/main" id="{C3ABD435-F28C-4697-24FF-34D843F4D15C}"/>
                    </a:ext>
                  </a:extLst>
                </p:cNvPr>
                <p:cNvSpPr/>
                <p:nvPr/>
              </p:nvSpPr>
              <p:spPr>
                <a:xfrm>
                  <a:off x="4729200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1" name="pg2121">
                  <a:extLst>
                    <a:ext uri="{FF2B5EF4-FFF2-40B4-BE49-F238E27FC236}">
                      <a16:creationId xmlns:a16="http://schemas.microsoft.com/office/drawing/2014/main" id="{FDB1E869-E746-24C5-1D9A-78D673F6AE92}"/>
                    </a:ext>
                  </a:extLst>
                </p:cNvPr>
                <p:cNvSpPr/>
                <p:nvPr/>
              </p:nvSpPr>
              <p:spPr>
                <a:xfrm>
                  <a:off x="4740837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2" name="pg2122">
                  <a:extLst>
                    <a:ext uri="{FF2B5EF4-FFF2-40B4-BE49-F238E27FC236}">
                      <a16:creationId xmlns:a16="http://schemas.microsoft.com/office/drawing/2014/main" id="{3FEB1B20-D161-0C14-E8C3-6BBD3538F12E}"/>
                    </a:ext>
                  </a:extLst>
                </p:cNvPr>
                <p:cNvSpPr/>
                <p:nvPr/>
              </p:nvSpPr>
              <p:spPr>
                <a:xfrm>
                  <a:off x="4752475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3" name="pg2123">
                  <a:extLst>
                    <a:ext uri="{FF2B5EF4-FFF2-40B4-BE49-F238E27FC236}">
                      <a16:creationId xmlns:a16="http://schemas.microsoft.com/office/drawing/2014/main" id="{D4290121-7C11-8ABC-6A20-EB06DF4FADBB}"/>
                    </a:ext>
                  </a:extLst>
                </p:cNvPr>
                <p:cNvSpPr/>
                <p:nvPr/>
              </p:nvSpPr>
              <p:spPr>
                <a:xfrm>
                  <a:off x="4764112" y="440958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4" name="pg2124">
                  <a:extLst>
                    <a:ext uri="{FF2B5EF4-FFF2-40B4-BE49-F238E27FC236}">
                      <a16:creationId xmlns:a16="http://schemas.microsoft.com/office/drawing/2014/main" id="{57EA8007-BFD5-6695-8346-1D1FA6B6C789}"/>
                    </a:ext>
                  </a:extLst>
                </p:cNvPr>
                <p:cNvSpPr/>
                <p:nvPr/>
              </p:nvSpPr>
              <p:spPr>
                <a:xfrm>
                  <a:off x="4612827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5" name="pg2125">
                  <a:extLst>
                    <a:ext uri="{FF2B5EF4-FFF2-40B4-BE49-F238E27FC236}">
                      <a16:creationId xmlns:a16="http://schemas.microsoft.com/office/drawing/2014/main" id="{67F539B1-FEA2-9DBC-D865-237B9DA5448E}"/>
                    </a:ext>
                  </a:extLst>
                </p:cNvPr>
                <p:cNvSpPr/>
                <p:nvPr/>
              </p:nvSpPr>
              <p:spPr>
                <a:xfrm>
                  <a:off x="4624464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6" name="pg2126">
                  <a:extLst>
                    <a:ext uri="{FF2B5EF4-FFF2-40B4-BE49-F238E27FC236}">
                      <a16:creationId xmlns:a16="http://schemas.microsoft.com/office/drawing/2014/main" id="{CA861A0E-412B-AB12-7A5D-7DDF354F91D0}"/>
                    </a:ext>
                  </a:extLst>
                </p:cNvPr>
                <p:cNvSpPr/>
                <p:nvPr/>
              </p:nvSpPr>
              <p:spPr>
                <a:xfrm>
                  <a:off x="4636101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7" name="pg2127">
                  <a:extLst>
                    <a:ext uri="{FF2B5EF4-FFF2-40B4-BE49-F238E27FC236}">
                      <a16:creationId xmlns:a16="http://schemas.microsoft.com/office/drawing/2014/main" id="{95B1C633-3062-211B-F3A9-2279EBF4B0EF}"/>
                    </a:ext>
                  </a:extLst>
                </p:cNvPr>
                <p:cNvSpPr/>
                <p:nvPr/>
              </p:nvSpPr>
              <p:spPr>
                <a:xfrm>
                  <a:off x="4647739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8" name="pg2128">
                  <a:extLst>
                    <a:ext uri="{FF2B5EF4-FFF2-40B4-BE49-F238E27FC236}">
                      <a16:creationId xmlns:a16="http://schemas.microsoft.com/office/drawing/2014/main" id="{0959B0C5-DE7F-E90C-6BA9-235488EF1607}"/>
                    </a:ext>
                  </a:extLst>
                </p:cNvPr>
                <p:cNvSpPr/>
                <p:nvPr/>
              </p:nvSpPr>
              <p:spPr>
                <a:xfrm>
                  <a:off x="4659376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29" name="pg2129">
                  <a:extLst>
                    <a:ext uri="{FF2B5EF4-FFF2-40B4-BE49-F238E27FC236}">
                      <a16:creationId xmlns:a16="http://schemas.microsoft.com/office/drawing/2014/main" id="{B4CC50E1-24D0-D1A4-C3F6-C6E92CB1BF3F}"/>
                    </a:ext>
                  </a:extLst>
                </p:cNvPr>
                <p:cNvSpPr/>
                <p:nvPr/>
              </p:nvSpPr>
              <p:spPr>
                <a:xfrm>
                  <a:off x="4671013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0" name="pg2130">
                  <a:extLst>
                    <a:ext uri="{FF2B5EF4-FFF2-40B4-BE49-F238E27FC236}">
                      <a16:creationId xmlns:a16="http://schemas.microsoft.com/office/drawing/2014/main" id="{D87AC5A2-0D82-AC13-49FD-B1998149F80E}"/>
                    </a:ext>
                  </a:extLst>
                </p:cNvPr>
                <p:cNvSpPr/>
                <p:nvPr/>
              </p:nvSpPr>
              <p:spPr>
                <a:xfrm>
                  <a:off x="4682651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1" name="pg2131">
                  <a:extLst>
                    <a:ext uri="{FF2B5EF4-FFF2-40B4-BE49-F238E27FC236}">
                      <a16:creationId xmlns:a16="http://schemas.microsoft.com/office/drawing/2014/main" id="{F42FD223-894E-0965-1241-8BC864B01D9D}"/>
                    </a:ext>
                  </a:extLst>
                </p:cNvPr>
                <p:cNvSpPr/>
                <p:nvPr/>
              </p:nvSpPr>
              <p:spPr>
                <a:xfrm>
                  <a:off x="4694288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2" name="pg2132">
                  <a:extLst>
                    <a:ext uri="{FF2B5EF4-FFF2-40B4-BE49-F238E27FC236}">
                      <a16:creationId xmlns:a16="http://schemas.microsoft.com/office/drawing/2014/main" id="{D720FA5F-1BC5-10D5-474E-0D89678DC44B}"/>
                    </a:ext>
                  </a:extLst>
                </p:cNvPr>
                <p:cNvSpPr/>
                <p:nvPr/>
              </p:nvSpPr>
              <p:spPr>
                <a:xfrm>
                  <a:off x="4705925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3" name="pg2133">
                  <a:extLst>
                    <a:ext uri="{FF2B5EF4-FFF2-40B4-BE49-F238E27FC236}">
                      <a16:creationId xmlns:a16="http://schemas.microsoft.com/office/drawing/2014/main" id="{C7FCD9FE-431F-F428-FEE3-412C765395CD}"/>
                    </a:ext>
                  </a:extLst>
                </p:cNvPr>
                <p:cNvSpPr/>
                <p:nvPr/>
              </p:nvSpPr>
              <p:spPr>
                <a:xfrm>
                  <a:off x="4717563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4" name="pg2134">
                  <a:extLst>
                    <a:ext uri="{FF2B5EF4-FFF2-40B4-BE49-F238E27FC236}">
                      <a16:creationId xmlns:a16="http://schemas.microsoft.com/office/drawing/2014/main" id="{EC25318B-2B70-A677-D6D7-ED2662531676}"/>
                    </a:ext>
                  </a:extLst>
                </p:cNvPr>
                <p:cNvSpPr/>
                <p:nvPr/>
              </p:nvSpPr>
              <p:spPr>
                <a:xfrm>
                  <a:off x="4729200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5" name="pg2135">
                  <a:extLst>
                    <a:ext uri="{FF2B5EF4-FFF2-40B4-BE49-F238E27FC236}">
                      <a16:creationId xmlns:a16="http://schemas.microsoft.com/office/drawing/2014/main" id="{108960CE-2827-8103-CD2A-DAE1D152DA54}"/>
                    </a:ext>
                  </a:extLst>
                </p:cNvPr>
                <p:cNvSpPr/>
                <p:nvPr/>
              </p:nvSpPr>
              <p:spPr>
                <a:xfrm>
                  <a:off x="4740837" y="442388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6" name="pg2136">
                  <a:extLst>
                    <a:ext uri="{FF2B5EF4-FFF2-40B4-BE49-F238E27FC236}">
                      <a16:creationId xmlns:a16="http://schemas.microsoft.com/office/drawing/2014/main" id="{D06028B6-A42A-4220-4670-F75FC5570C18}"/>
                    </a:ext>
                  </a:extLst>
                </p:cNvPr>
                <p:cNvSpPr/>
                <p:nvPr/>
              </p:nvSpPr>
              <p:spPr>
                <a:xfrm>
                  <a:off x="4612827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7" name="pg2137">
                  <a:extLst>
                    <a:ext uri="{FF2B5EF4-FFF2-40B4-BE49-F238E27FC236}">
                      <a16:creationId xmlns:a16="http://schemas.microsoft.com/office/drawing/2014/main" id="{6016BB04-2210-5200-1FF4-45B146D4F97C}"/>
                    </a:ext>
                  </a:extLst>
                </p:cNvPr>
                <p:cNvSpPr/>
                <p:nvPr/>
              </p:nvSpPr>
              <p:spPr>
                <a:xfrm>
                  <a:off x="4624464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8" name="pg2138">
                  <a:extLst>
                    <a:ext uri="{FF2B5EF4-FFF2-40B4-BE49-F238E27FC236}">
                      <a16:creationId xmlns:a16="http://schemas.microsoft.com/office/drawing/2014/main" id="{35A9EFB0-FCC3-1C94-0E60-2C379AB72BB3}"/>
                    </a:ext>
                  </a:extLst>
                </p:cNvPr>
                <p:cNvSpPr/>
                <p:nvPr/>
              </p:nvSpPr>
              <p:spPr>
                <a:xfrm>
                  <a:off x="4636101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39" name="pg2139">
                  <a:extLst>
                    <a:ext uri="{FF2B5EF4-FFF2-40B4-BE49-F238E27FC236}">
                      <a16:creationId xmlns:a16="http://schemas.microsoft.com/office/drawing/2014/main" id="{714C77C7-19EE-D360-5418-B73900EBC469}"/>
                    </a:ext>
                  </a:extLst>
                </p:cNvPr>
                <p:cNvSpPr/>
                <p:nvPr/>
              </p:nvSpPr>
              <p:spPr>
                <a:xfrm>
                  <a:off x="4647739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0" name="pg2140">
                  <a:extLst>
                    <a:ext uri="{FF2B5EF4-FFF2-40B4-BE49-F238E27FC236}">
                      <a16:creationId xmlns:a16="http://schemas.microsoft.com/office/drawing/2014/main" id="{8A59BB8A-3924-F4E0-8200-7722A28DD3C4}"/>
                    </a:ext>
                  </a:extLst>
                </p:cNvPr>
                <p:cNvSpPr/>
                <p:nvPr/>
              </p:nvSpPr>
              <p:spPr>
                <a:xfrm>
                  <a:off x="4659376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1" name="pg2141">
                  <a:extLst>
                    <a:ext uri="{FF2B5EF4-FFF2-40B4-BE49-F238E27FC236}">
                      <a16:creationId xmlns:a16="http://schemas.microsoft.com/office/drawing/2014/main" id="{774D05CA-4CE5-60AC-5667-49D1582370ED}"/>
                    </a:ext>
                  </a:extLst>
                </p:cNvPr>
                <p:cNvSpPr/>
                <p:nvPr/>
              </p:nvSpPr>
              <p:spPr>
                <a:xfrm>
                  <a:off x="4671013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2" name="pg2142">
                  <a:extLst>
                    <a:ext uri="{FF2B5EF4-FFF2-40B4-BE49-F238E27FC236}">
                      <a16:creationId xmlns:a16="http://schemas.microsoft.com/office/drawing/2014/main" id="{A720A1FA-9C9C-E785-7DBB-2D0E1E8FB1A6}"/>
                    </a:ext>
                  </a:extLst>
                </p:cNvPr>
                <p:cNvSpPr/>
                <p:nvPr/>
              </p:nvSpPr>
              <p:spPr>
                <a:xfrm>
                  <a:off x="4682651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3" name="pg2143">
                  <a:extLst>
                    <a:ext uri="{FF2B5EF4-FFF2-40B4-BE49-F238E27FC236}">
                      <a16:creationId xmlns:a16="http://schemas.microsoft.com/office/drawing/2014/main" id="{CE01F177-4BC5-2A7C-99DA-F335774A29C2}"/>
                    </a:ext>
                  </a:extLst>
                </p:cNvPr>
                <p:cNvSpPr/>
                <p:nvPr/>
              </p:nvSpPr>
              <p:spPr>
                <a:xfrm>
                  <a:off x="4694288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4" name="pg2144">
                  <a:extLst>
                    <a:ext uri="{FF2B5EF4-FFF2-40B4-BE49-F238E27FC236}">
                      <a16:creationId xmlns:a16="http://schemas.microsoft.com/office/drawing/2014/main" id="{6027D2E3-8822-0D68-6612-10182912FB79}"/>
                    </a:ext>
                  </a:extLst>
                </p:cNvPr>
                <p:cNvSpPr/>
                <p:nvPr/>
              </p:nvSpPr>
              <p:spPr>
                <a:xfrm>
                  <a:off x="4705925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5" name="pg2145">
                  <a:extLst>
                    <a:ext uri="{FF2B5EF4-FFF2-40B4-BE49-F238E27FC236}">
                      <a16:creationId xmlns:a16="http://schemas.microsoft.com/office/drawing/2014/main" id="{5F2C0A43-7768-6308-FC19-2C6228D785E7}"/>
                    </a:ext>
                  </a:extLst>
                </p:cNvPr>
                <p:cNvSpPr/>
                <p:nvPr/>
              </p:nvSpPr>
              <p:spPr>
                <a:xfrm>
                  <a:off x="4717563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6" name="pg2146">
                  <a:extLst>
                    <a:ext uri="{FF2B5EF4-FFF2-40B4-BE49-F238E27FC236}">
                      <a16:creationId xmlns:a16="http://schemas.microsoft.com/office/drawing/2014/main" id="{697FB064-7FC9-B3D3-F8B6-BE72575FD4D2}"/>
                    </a:ext>
                  </a:extLst>
                </p:cNvPr>
                <p:cNvSpPr/>
                <p:nvPr/>
              </p:nvSpPr>
              <p:spPr>
                <a:xfrm>
                  <a:off x="4729200" y="44381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7" name="pg2147">
                  <a:extLst>
                    <a:ext uri="{FF2B5EF4-FFF2-40B4-BE49-F238E27FC236}">
                      <a16:creationId xmlns:a16="http://schemas.microsoft.com/office/drawing/2014/main" id="{EA17502C-190E-6923-42EA-B31F28642B54}"/>
                    </a:ext>
                  </a:extLst>
                </p:cNvPr>
                <p:cNvSpPr/>
                <p:nvPr/>
              </p:nvSpPr>
              <p:spPr>
                <a:xfrm>
                  <a:off x="4612827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8" name="pg2148">
                  <a:extLst>
                    <a:ext uri="{FF2B5EF4-FFF2-40B4-BE49-F238E27FC236}">
                      <a16:creationId xmlns:a16="http://schemas.microsoft.com/office/drawing/2014/main" id="{A6890FFF-9D5D-0D96-2ECD-1DC9E24B37EE}"/>
                    </a:ext>
                  </a:extLst>
                </p:cNvPr>
                <p:cNvSpPr/>
                <p:nvPr/>
              </p:nvSpPr>
              <p:spPr>
                <a:xfrm>
                  <a:off x="4624464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49" name="pg2149">
                  <a:extLst>
                    <a:ext uri="{FF2B5EF4-FFF2-40B4-BE49-F238E27FC236}">
                      <a16:creationId xmlns:a16="http://schemas.microsoft.com/office/drawing/2014/main" id="{1A8FB95E-92EE-2B4C-24A2-20093C7A9372}"/>
                    </a:ext>
                  </a:extLst>
                </p:cNvPr>
                <p:cNvSpPr/>
                <p:nvPr/>
              </p:nvSpPr>
              <p:spPr>
                <a:xfrm>
                  <a:off x="4636101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0" name="pg2150">
                  <a:extLst>
                    <a:ext uri="{FF2B5EF4-FFF2-40B4-BE49-F238E27FC236}">
                      <a16:creationId xmlns:a16="http://schemas.microsoft.com/office/drawing/2014/main" id="{2EDF92CB-B195-123A-C2CE-CAC0B935E307}"/>
                    </a:ext>
                  </a:extLst>
                </p:cNvPr>
                <p:cNvSpPr/>
                <p:nvPr/>
              </p:nvSpPr>
              <p:spPr>
                <a:xfrm>
                  <a:off x="4647739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1" name="pg2151">
                  <a:extLst>
                    <a:ext uri="{FF2B5EF4-FFF2-40B4-BE49-F238E27FC236}">
                      <a16:creationId xmlns:a16="http://schemas.microsoft.com/office/drawing/2014/main" id="{CD749A55-1375-0FF6-0041-340870494F88}"/>
                    </a:ext>
                  </a:extLst>
                </p:cNvPr>
                <p:cNvSpPr/>
                <p:nvPr/>
              </p:nvSpPr>
              <p:spPr>
                <a:xfrm>
                  <a:off x="4659376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2" name="pg2152">
                  <a:extLst>
                    <a:ext uri="{FF2B5EF4-FFF2-40B4-BE49-F238E27FC236}">
                      <a16:creationId xmlns:a16="http://schemas.microsoft.com/office/drawing/2014/main" id="{553D05DE-FFD8-B44E-F712-38E1AA93C2ED}"/>
                    </a:ext>
                  </a:extLst>
                </p:cNvPr>
                <p:cNvSpPr/>
                <p:nvPr/>
              </p:nvSpPr>
              <p:spPr>
                <a:xfrm>
                  <a:off x="4671013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3" name="pg2153">
                  <a:extLst>
                    <a:ext uri="{FF2B5EF4-FFF2-40B4-BE49-F238E27FC236}">
                      <a16:creationId xmlns:a16="http://schemas.microsoft.com/office/drawing/2014/main" id="{5573D82A-AC9D-13F9-A52F-9FFDAB23060D}"/>
                    </a:ext>
                  </a:extLst>
                </p:cNvPr>
                <p:cNvSpPr/>
                <p:nvPr/>
              </p:nvSpPr>
              <p:spPr>
                <a:xfrm>
                  <a:off x="4682651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4" name="pg2154">
                  <a:extLst>
                    <a:ext uri="{FF2B5EF4-FFF2-40B4-BE49-F238E27FC236}">
                      <a16:creationId xmlns:a16="http://schemas.microsoft.com/office/drawing/2014/main" id="{B0B3713F-F9A2-8B63-45D9-E19E302B60C7}"/>
                    </a:ext>
                  </a:extLst>
                </p:cNvPr>
                <p:cNvSpPr/>
                <p:nvPr/>
              </p:nvSpPr>
              <p:spPr>
                <a:xfrm>
                  <a:off x="4694288" y="445248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5" name="pg2155">
                  <a:extLst>
                    <a:ext uri="{FF2B5EF4-FFF2-40B4-BE49-F238E27FC236}">
                      <a16:creationId xmlns:a16="http://schemas.microsoft.com/office/drawing/2014/main" id="{BCB62562-7636-5F2B-E2F3-365F58CEA00A}"/>
                    </a:ext>
                  </a:extLst>
                </p:cNvPr>
                <p:cNvSpPr/>
                <p:nvPr/>
              </p:nvSpPr>
              <p:spPr>
                <a:xfrm>
                  <a:off x="4612827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6" name="pg2156">
                  <a:extLst>
                    <a:ext uri="{FF2B5EF4-FFF2-40B4-BE49-F238E27FC236}">
                      <a16:creationId xmlns:a16="http://schemas.microsoft.com/office/drawing/2014/main" id="{06EC1FFC-33E8-8A20-7F3D-FDA93E34B767}"/>
                    </a:ext>
                  </a:extLst>
                </p:cNvPr>
                <p:cNvSpPr/>
                <p:nvPr/>
              </p:nvSpPr>
              <p:spPr>
                <a:xfrm>
                  <a:off x="4624464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6">
                    <a:alpha val="100000"/>
                  </a:srgbClr>
                </a:solidFill>
                <a:ln w="5420" cap="flat">
                  <a:solidFill>
                    <a:srgbClr val="388B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7" name="pg2157">
                  <a:extLst>
                    <a:ext uri="{FF2B5EF4-FFF2-40B4-BE49-F238E27FC236}">
                      <a16:creationId xmlns:a16="http://schemas.microsoft.com/office/drawing/2014/main" id="{0B3D4B5F-8D4F-DC9C-BA4C-419D330D2301}"/>
                    </a:ext>
                  </a:extLst>
                </p:cNvPr>
                <p:cNvSpPr/>
                <p:nvPr/>
              </p:nvSpPr>
              <p:spPr>
                <a:xfrm>
                  <a:off x="4636101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8" name="pg2158">
                  <a:extLst>
                    <a:ext uri="{FF2B5EF4-FFF2-40B4-BE49-F238E27FC236}">
                      <a16:creationId xmlns:a16="http://schemas.microsoft.com/office/drawing/2014/main" id="{68DA26E3-81C8-C2E8-9276-4D47C981D1F6}"/>
                    </a:ext>
                  </a:extLst>
                </p:cNvPr>
                <p:cNvSpPr/>
                <p:nvPr/>
              </p:nvSpPr>
              <p:spPr>
                <a:xfrm>
                  <a:off x="4647739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8FA7">
                    <a:alpha val="100000"/>
                  </a:srgbClr>
                </a:solidFill>
                <a:ln w="5420" cap="flat">
                  <a:solidFill>
                    <a:srgbClr val="36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59" name="pg2159">
                  <a:extLst>
                    <a:ext uri="{FF2B5EF4-FFF2-40B4-BE49-F238E27FC236}">
                      <a16:creationId xmlns:a16="http://schemas.microsoft.com/office/drawing/2014/main" id="{62DDC516-BB15-D4F6-3B2E-36E41546A0EC}"/>
                    </a:ext>
                  </a:extLst>
                </p:cNvPr>
                <p:cNvSpPr/>
                <p:nvPr/>
              </p:nvSpPr>
              <p:spPr>
                <a:xfrm>
                  <a:off x="4659376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0" name="pg2160">
                  <a:extLst>
                    <a:ext uri="{FF2B5EF4-FFF2-40B4-BE49-F238E27FC236}">
                      <a16:creationId xmlns:a16="http://schemas.microsoft.com/office/drawing/2014/main" id="{1282EC59-63A4-3921-F5D6-DCB2F02C3E1F}"/>
                    </a:ext>
                  </a:extLst>
                </p:cNvPr>
                <p:cNvSpPr/>
                <p:nvPr/>
              </p:nvSpPr>
              <p:spPr>
                <a:xfrm>
                  <a:off x="4671013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1" name="pg2161">
                  <a:extLst>
                    <a:ext uri="{FF2B5EF4-FFF2-40B4-BE49-F238E27FC236}">
                      <a16:creationId xmlns:a16="http://schemas.microsoft.com/office/drawing/2014/main" id="{92FC3797-6C2F-EFC2-ED0F-6554FDE8450E}"/>
                    </a:ext>
                  </a:extLst>
                </p:cNvPr>
                <p:cNvSpPr/>
                <p:nvPr/>
              </p:nvSpPr>
              <p:spPr>
                <a:xfrm>
                  <a:off x="4682651" y="44667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2" name="pg2162">
                  <a:extLst>
                    <a:ext uri="{FF2B5EF4-FFF2-40B4-BE49-F238E27FC236}">
                      <a16:creationId xmlns:a16="http://schemas.microsoft.com/office/drawing/2014/main" id="{237459B2-8446-042A-3EF7-4FBB308BD70A}"/>
                    </a:ext>
                  </a:extLst>
                </p:cNvPr>
                <p:cNvSpPr/>
                <p:nvPr/>
              </p:nvSpPr>
              <p:spPr>
                <a:xfrm>
                  <a:off x="4589552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3" name="pg2163">
                  <a:extLst>
                    <a:ext uri="{FF2B5EF4-FFF2-40B4-BE49-F238E27FC236}">
                      <a16:creationId xmlns:a16="http://schemas.microsoft.com/office/drawing/2014/main" id="{6098463B-3108-7722-DBE0-0727474C7E53}"/>
                    </a:ext>
                  </a:extLst>
                </p:cNvPr>
                <p:cNvSpPr/>
                <p:nvPr/>
              </p:nvSpPr>
              <p:spPr>
                <a:xfrm>
                  <a:off x="4601190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4" name="pg2164">
                  <a:extLst>
                    <a:ext uri="{FF2B5EF4-FFF2-40B4-BE49-F238E27FC236}">
                      <a16:creationId xmlns:a16="http://schemas.microsoft.com/office/drawing/2014/main" id="{D7A3735A-058A-7503-4777-968985B51862}"/>
                    </a:ext>
                  </a:extLst>
                </p:cNvPr>
                <p:cNvSpPr/>
                <p:nvPr/>
              </p:nvSpPr>
              <p:spPr>
                <a:xfrm>
                  <a:off x="4612827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5" name="pg2165">
                  <a:extLst>
                    <a:ext uri="{FF2B5EF4-FFF2-40B4-BE49-F238E27FC236}">
                      <a16:creationId xmlns:a16="http://schemas.microsoft.com/office/drawing/2014/main" id="{D3D3149C-C605-11D5-54F4-4BDE177E74EE}"/>
                    </a:ext>
                  </a:extLst>
                </p:cNvPr>
                <p:cNvSpPr/>
                <p:nvPr/>
              </p:nvSpPr>
              <p:spPr>
                <a:xfrm>
                  <a:off x="4624464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6" name="pg2166">
                  <a:extLst>
                    <a:ext uri="{FF2B5EF4-FFF2-40B4-BE49-F238E27FC236}">
                      <a16:creationId xmlns:a16="http://schemas.microsoft.com/office/drawing/2014/main" id="{BEB6693C-83C5-A57E-593B-EDD5BD23A5C3}"/>
                    </a:ext>
                  </a:extLst>
                </p:cNvPr>
                <p:cNvSpPr/>
                <p:nvPr/>
              </p:nvSpPr>
              <p:spPr>
                <a:xfrm>
                  <a:off x="4636101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7" name="pg2167">
                  <a:extLst>
                    <a:ext uri="{FF2B5EF4-FFF2-40B4-BE49-F238E27FC236}">
                      <a16:creationId xmlns:a16="http://schemas.microsoft.com/office/drawing/2014/main" id="{0D78E8BD-9E8C-1E29-FCDC-11935E848BE3}"/>
                    </a:ext>
                  </a:extLst>
                </p:cNvPr>
                <p:cNvSpPr/>
                <p:nvPr/>
              </p:nvSpPr>
              <p:spPr>
                <a:xfrm>
                  <a:off x="4647739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8" name="pg2168">
                  <a:extLst>
                    <a:ext uri="{FF2B5EF4-FFF2-40B4-BE49-F238E27FC236}">
                      <a16:creationId xmlns:a16="http://schemas.microsoft.com/office/drawing/2014/main" id="{9683FE8C-9667-6C29-D96F-AEEA2409EC78}"/>
                    </a:ext>
                  </a:extLst>
                </p:cNvPr>
                <p:cNvSpPr/>
                <p:nvPr/>
              </p:nvSpPr>
              <p:spPr>
                <a:xfrm>
                  <a:off x="4659376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69" name="pg2169">
                  <a:extLst>
                    <a:ext uri="{FF2B5EF4-FFF2-40B4-BE49-F238E27FC236}">
                      <a16:creationId xmlns:a16="http://schemas.microsoft.com/office/drawing/2014/main" id="{462D84F7-7036-E293-F74C-8F95D5DE6168}"/>
                    </a:ext>
                  </a:extLst>
                </p:cNvPr>
                <p:cNvSpPr/>
                <p:nvPr/>
              </p:nvSpPr>
              <p:spPr>
                <a:xfrm>
                  <a:off x="4671013" y="448108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0" name="pg2170">
                  <a:extLst>
                    <a:ext uri="{FF2B5EF4-FFF2-40B4-BE49-F238E27FC236}">
                      <a16:creationId xmlns:a16="http://schemas.microsoft.com/office/drawing/2014/main" id="{A77FFC9C-7A16-3E91-0C7A-CC91F0F050B5}"/>
                    </a:ext>
                  </a:extLst>
                </p:cNvPr>
                <p:cNvSpPr/>
                <p:nvPr/>
              </p:nvSpPr>
              <p:spPr>
                <a:xfrm>
                  <a:off x="4589552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7A6">
                    <a:alpha val="100000"/>
                  </a:srgbClr>
                </a:solidFill>
                <a:ln w="5420" cap="flat">
                  <a:solidFill>
                    <a:srgbClr val="38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1" name="pg2171">
                  <a:extLst>
                    <a:ext uri="{FF2B5EF4-FFF2-40B4-BE49-F238E27FC236}">
                      <a16:creationId xmlns:a16="http://schemas.microsoft.com/office/drawing/2014/main" id="{10550C6A-AFA3-6D54-3A47-7A03EA40755D}"/>
                    </a:ext>
                  </a:extLst>
                </p:cNvPr>
                <p:cNvSpPr/>
                <p:nvPr/>
              </p:nvSpPr>
              <p:spPr>
                <a:xfrm>
                  <a:off x="4601190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3A5">
                    <a:alpha val="100000"/>
                  </a:srgbClr>
                </a:solidFill>
                <a:ln w="5420" cap="flat">
                  <a:solidFill>
                    <a:srgbClr val="3983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2" name="pg2172">
                  <a:extLst>
                    <a:ext uri="{FF2B5EF4-FFF2-40B4-BE49-F238E27FC236}">
                      <a16:creationId xmlns:a16="http://schemas.microsoft.com/office/drawing/2014/main" id="{399D3D2E-EACC-E4A5-9B37-289A6EB061BE}"/>
                    </a:ext>
                  </a:extLst>
                </p:cNvPr>
                <p:cNvSpPr/>
                <p:nvPr/>
              </p:nvSpPr>
              <p:spPr>
                <a:xfrm>
                  <a:off x="4612827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7DA3">
                    <a:alpha val="100000"/>
                  </a:srgbClr>
                </a:solidFill>
                <a:ln w="5420" cap="flat">
                  <a:solidFill>
                    <a:srgbClr val="3A7DA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3" name="pg2173">
                  <a:extLst>
                    <a:ext uri="{FF2B5EF4-FFF2-40B4-BE49-F238E27FC236}">
                      <a16:creationId xmlns:a16="http://schemas.microsoft.com/office/drawing/2014/main" id="{826FCADF-76C1-EF89-2A2F-3CEE56E9CD95}"/>
                    </a:ext>
                  </a:extLst>
                </p:cNvPr>
                <p:cNvSpPr/>
                <p:nvPr/>
              </p:nvSpPr>
              <p:spPr>
                <a:xfrm>
                  <a:off x="4624464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7A6">
                    <a:alpha val="100000"/>
                  </a:srgbClr>
                </a:solidFill>
                <a:ln w="5420" cap="flat">
                  <a:solidFill>
                    <a:srgbClr val="3987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4" name="pg2174">
                  <a:extLst>
                    <a:ext uri="{FF2B5EF4-FFF2-40B4-BE49-F238E27FC236}">
                      <a16:creationId xmlns:a16="http://schemas.microsoft.com/office/drawing/2014/main" id="{A957AF32-F504-3D21-07A6-D1172EE20C1B}"/>
                    </a:ext>
                  </a:extLst>
                </p:cNvPr>
                <p:cNvSpPr/>
                <p:nvPr/>
              </p:nvSpPr>
              <p:spPr>
                <a:xfrm>
                  <a:off x="4636101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5" name="pg2175">
                  <a:extLst>
                    <a:ext uri="{FF2B5EF4-FFF2-40B4-BE49-F238E27FC236}">
                      <a16:creationId xmlns:a16="http://schemas.microsoft.com/office/drawing/2014/main" id="{B751BF42-2703-F1D9-9012-D908006621B0}"/>
                    </a:ext>
                  </a:extLst>
                </p:cNvPr>
                <p:cNvSpPr/>
                <p:nvPr/>
              </p:nvSpPr>
              <p:spPr>
                <a:xfrm>
                  <a:off x="4647739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6" name="pg2176">
                  <a:extLst>
                    <a:ext uri="{FF2B5EF4-FFF2-40B4-BE49-F238E27FC236}">
                      <a16:creationId xmlns:a16="http://schemas.microsoft.com/office/drawing/2014/main" id="{0DB50AFF-D730-AACF-0A68-FDA338E75CE7}"/>
                    </a:ext>
                  </a:extLst>
                </p:cNvPr>
                <p:cNvSpPr/>
                <p:nvPr/>
              </p:nvSpPr>
              <p:spPr>
                <a:xfrm>
                  <a:off x="4659376" y="449538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7" name="pg2177">
                  <a:extLst>
                    <a:ext uri="{FF2B5EF4-FFF2-40B4-BE49-F238E27FC236}">
                      <a16:creationId xmlns:a16="http://schemas.microsoft.com/office/drawing/2014/main" id="{4D12CD8E-F046-5DD8-A386-DCBB64B2B83B}"/>
                    </a:ext>
                  </a:extLst>
                </p:cNvPr>
                <p:cNvSpPr/>
                <p:nvPr/>
              </p:nvSpPr>
              <p:spPr>
                <a:xfrm>
                  <a:off x="4577915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8" name="pg2178">
                  <a:extLst>
                    <a:ext uri="{FF2B5EF4-FFF2-40B4-BE49-F238E27FC236}">
                      <a16:creationId xmlns:a16="http://schemas.microsoft.com/office/drawing/2014/main" id="{135AC18C-13FE-5582-29AA-BDD2FF186816}"/>
                    </a:ext>
                  </a:extLst>
                </p:cNvPr>
                <p:cNvSpPr/>
                <p:nvPr/>
              </p:nvSpPr>
              <p:spPr>
                <a:xfrm>
                  <a:off x="4589552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79" name="pg2179">
                  <a:extLst>
                    <a:ext uri="{FF2B5EF4-FFF2-40B4-BE49-F238E27FC236}">
                      <a16:creationId xmlns:a16="http://schemas.microsoft.com/office/drawing/2014/main" id="{26CF78B0-2781-B1F9-8F9B-762322D56DD1}"/>
                    </a:ext>
                  </a:extLst>
                </p:cNvPr>
                <p:cNvSpPr/>
                <p:nvPr/>
              </p:nvSpPr>
              <p:spPr>
                <a:xfrm>
                  <a:off x="4601190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0" name="pg2180">
                  <a:extLst>
                    <a:ext uri="{FF2B5EF4-FFF2-40B4-BE49-F238E27FC236}">
                      <a16:creationId xmlns:a16="http://schemas.microsoft.com/office/drawing/2014/main" id="{4C26229E-6D14-7010-775B-94733A99E361}"/>
                    </a:ext>
                  </a:extLst>
                </p:cNvPr>
                <p:cNvSpPr/>
                <p:nvPr/>
              </p:nvSpPr>
              <p:spPr>
                <a:xfrm>
                  <a:off x="4612827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2A4">
                    <a:alpha val="100000"/>
                  </a:srgbClr>
                </a:solidFill>
                <a:ln w="5420" cap="flat">
                  <a:solidFill>
                    <a:srgbClr val="3982A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1" name="pg2181">
                  <a:extLst>
                    <a:ext uri="{FF2B5EF4-FFF2-40B4-BE49-F238E27FC236}">
                      <a16:creationId xmlns:a16="http://schemas.microsoft.com/office/drawing/2014/main" id="{CD4A6107-3FEB-7D69-D2A0-058F37C94010}"/>
                    </a:ext>
                  </a:extLst>
                </p:cNvPr>
                <p:cNvSpPr/>
                <p:nvPr/>
              </p:nvSpPr>
              <p:spPr>
                <a:xfrm>
                  <a:off x="4624464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85A5">
                    <a:alpha val="100000"/>
                  </a:srgbClr>
                </a:solidFill>
                <a:ln w="5420" cap="flat">
                  <a:solidFill>
                    <a:srgbClr val="3985A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2" name="pg2182">
                  <a:extLst>
                    <a:ext uri="{FF2B5EF4-FFF2-40B4-BE49-F238E27FC236}">
                      <a16:creationId xmlns:a16="http://schemas.microsoft.com/office/drawing/2014/main" id="{8C2E5561-C6AF-9C11-8C1A-FA0D20547228}"/>
                    </a:ext>
                  </a:extLst>
                </p:cNvPr>
                <p:cNvSpPr/>
                <p:nvPr/>
              </p:nvSpPr>
              <p:spPr>
                <a:xfrm>
                  <a:off x="4636101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3" name="pg2183">
                  <a:extLst>
                    <a:ext uri="{FF2B5EF4-FFF2-40B4-BE49-F238E27FC236}">
                      <a16:creationId xmlns:a16="http://schemas.microsoft.com/office/drawing/2014/main" id="{7D237B5D-293C-0B0D-04CB-1A194E03F6AD}"/>
                    </a:ext>
                  </a:extLst>
                </p:cNvPr>
                <p:cNvSpPr/>
                <p:nvPr/>
              </p:nvSpPr>
              <p:spPr>
                <a:xfrm>
                  <a:off x="4647739" y="45096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4" name="pg2184">
                  <a:extLst>
                    <a:ext uri="{FF2B5EF4-FFF2-40B4-BE49-F238E27FC236}">
                      <a16:creationId xmlns:a16="http://schemas.microsoft.com/office/drawing/2014/main" id="{A4986EEE-C811-B92D-B774-68A2640CE154}"/>
                    </a:ext>
                  </a:extLst>
                </p:cNvPr>
                <p:cNvSpPr/>
                <p:nvPr/>
              </p:nvSpPr>
              <p:spPr>
                <a:xfrm>
                  <a:off x="4577915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5" name="pg2185">
                  <a:extLst>
                    <a:ext uri="{FF2B5EF4-FFF2-40B4-BE49-F238E27FC236}">
                      <a16:creationId xmlns:a16="http://schemas.microsoft.com/office/drawing/2014/main" id="{FDAC126D-9B8E-3266-F928-D3155A809BE6}"/>
                    </a:ext>
                  </a:extLst>
                </p:cNvPr>
                <p:cNvSpPr/>
                <p:nvPr/>
              </p:nvSpPr>
              <p:spPr>
                <a:xfrm>
                  <a:off x="4589552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6" name="pg2186">
                  <a:extLst>
                    <a:ext uri="{FF2B5EF4-FFF2-40B4-BE49-F238E27FC236}">
                      <a16:creationId xmlns:a16="http://schemas.microsoft.com/office/drawing/2014/main" id="{9B82A468-A4A3-CC4D-E61C-DD4A3581407A}"/>
                    </a:ext>
                  </a:extLst>
                </p:cNvPr>
                <p:cNvSpPr/>
                <p:nvPr/>
              </p:nvSpPr>
              <p:spPr>
                <a:xfrm>
                  <a:off x="4601190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7" name="pg2187">
                  <a:extLst>
                    <a:ext uri="{FF2B5EF4-FFF2-40B4-BE49-F238E27FC236}">
                      <a16:creationId xmlns:a16="http://schemas.microsoft.com/office/drawing/2014/main" id="{D3F9C8EA-C486-9A10-75DE-F90203B71BA5}"/>
                    </a:ext>
                  </a:extLst>
                </p:cNvPr>
                <p:cNvSpPr/>
                <p:nvPr/>
              </p:nvSpPr>
              <p:spPr>
                <a:xfrm>
                  <a:off x="4612827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8" name="pg2188">
                  <a:extLst>
                    <a:ext uri="{FF2B5EF4-FFF2-40B4-BE49-F238E27FC236}">
                      <a16:creationId xmlns:a16="http://schemas.microsoft.com/office/drawing/2014/main" id="{A9772AB5-DABC-4663-0031-3F1A09D44E06}"/>
                    </a:ext>
                  </a:extLst>
                </p:cNvPr>
                <p:cNvSpPr/>
                <p:nvPr/>
              </p:nvSpPr>
              <p:spPr>
                <a:xfrm>
                  <a:off x="4624464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89" name="pg2189">
                  <a:extLst>
                    <a:ext uri="{FF2B5EF4-FFF2-40B4-BE49-F238E27FC236}">
                      <a16:creationId xmlns:a16="http://schemas.microsoft.com/office/drawing/2014/main" id="{722DECF0-D053-4A6A-F1A9-24CB8B66CA58}"/>
                    </a:ext>
                  </a:extLst>
                </p:cNvPr>
                <p:cNvSpPr/>
                <p:nvPr/>
              </p:nvSpPr>
              <p:spPr>
                <a:xfrm>
                  <a:off x="4636101" y="452398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0" name="pg2190">
                  <a:extLst>
                    <a:ext uri="{FF2B5EF4-FFF2-40B4-BE49-F238E27FC236}">
                      <a16:creationId xmlns:a16="http://schemas.microsoft.com/office/drawing/2014/main" id="{9AD0F96A-18D3-5DA3-22DE-680DB2ADF738}"/>
                    </a:ext>
                  </a:extLst>
                </p:cNvPr>
                <p:cNvSpPr/>
                <p:nvPr/>
              </p:nvSpPr>
              <p:spPr>
                <a:xfrm>
                  <a:off x="4566278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1" name="pg2191">
                  <a:extLst>
                    <a:ext uri="{FF2B5EF4-FFF2-40B4-BE49-F238E27FC236}">
                      <a16:creationId xmlns:a16="http://schemas.microsoft.com/office/drawing/2014/main" id="{62809111-50C8-94A1-3D17-18EAB3CFC58E}"/>
                    </a:ext>
                  </a:extLst>
                </p:cNvPr>
                <p:cNvSpPr/>
                <p:nvPr/>
              </p:nvSpPr>
              <p:spPr>
                <a:xfrm>
                  <a:off x="4577915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2" name="pg2192">
                  <a:extLst>
                    <a:ext uri="{FF2B5EF4-FFF2-40B4-BE49-F238E27FC236}">
                      <a16:creationId xmlns:a16="http://schemas.microsoft.com/office/drawing/2014/main" id="{CE66F686-6493-1B8E-E28A-8D39028C60AA}"/>
                    </a:ext>
                  </a:extLst>
                </p:cNvPr>
                <p:cNvSpPr/>
                <p:nvPr/>
              </p:nvSpPr>
              <p:spPr>
                <a:xfrm>
                  <a:off x="4589552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3" name="pg2193">
                  <a:extLst>
                    <a:ext uri="{FF2B5EF4-FFF2-40B4-BE49-F238E27FC236}">
                      <a16:creationId xmlns:a16="http://schemas.microsoft.com/office/drawing/2014/main" id="{7D94F8AC-3AD8-F530-9C05-C378C73F361E}"/>
                    </a:ext>
                  </a:extLst>
                </p:cNvPr>
                <p:cNvSpPr/>
                <p:nvPr/>
              </p:nvSpPr>
              <p:spPr>
                <a:xfrm>
                  <a:off x="4601190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4" name="pg2194">
                  <a:extLst>
                    <a:ext uri="{FF2B5EF4-FFF2-40B4-BE49-F238E27FC236}">
                      <a16:creationId xmlns:a16="http://schemas.microsoft.com/office/drawing/2014/main" id="{17064CF1-ABF9-44A5-8B7F-D6F26FBC9F10}"/>
                    </a:ext>
                  </a:extLst>
                </p:cNvPr>
                <p:cNvSpPr/>
                <p:nvPr/>
              </p:nvSpPr>
              <p:spPr>
                <a:xfrm>
                  <a:off x="4612827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5" name="pg2195">
                  <a:extLst>
                    <a:ext uri="{FF2B5EF4-FFF2-40B4-BE49-F238E27FC236}">
                      <a16:creationId xmlns:a16="http://schemas.microsoft.com/office/drawing/2014/main" id="{E4914157-F9D7-E72C-953D-0D05FD5F4EB3}"/>
                    </a:ext>
                  </a:extLst>
                </p:cNvPr>
                <p:cNvSpPr/>
                <p:nvPr/>
              </p:nvSpPr>
              <p:spPr>
                <a:xfrm>
                  <a:off x="4624464" y="45382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6" name="pg2196">
                  <a:extLst>
                    <a:ext uri="{FF2B5EF4-FFF2-40B4-BE49-F238E27FC236}">
                      <a16:creationId xmlns:a16="http://schemas.microsoft.com/office/drawing/2014/main" id="{6DB7AEF6-0F95-3E40-4516-DED84FDDCB6F}"/>
                    </a:ext>
                  </a:extLst>
                </p:cNvPr>
                <p:cNvSpPr/>
                <p:nvPr/>
              </p:nvSpPr>
              <p:spPr>
                <a:xfrm>
                  <a:off x="4566278" y="45525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7" name="pg2197">
                  <a:extLst>
                    <a:ext uri="{FF2B5EF4-FFF2-40B4-BE49-F238E27FC236}">
                      <a16:creationId xmlns:a16="http://schemas.microsoft.com/office/drawing/2014/main" id="{8E0EE24D-F6A4-6B97-87BB-6ED2192516D2}"/>
                    </a:ext>
                  </a:extLst>
                </p:cNvPr>
                <p:cNvSpPr/>
                <p:nvPr/>
              </p:nvSpPr>
              <p:spPr>
                <a:xfrm>
                  <a:off x="4577915" y="45525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AA9">
                    <a:alpha val="100000"/>
                  </a:srgbClr>
                </a:solidFill>
                <a:ln w="5420" cap="flat">
                  <a:solidFill>
                    <a:srgbClr val="38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8" name="pg2198">
                  <a:extLst>
                    <a:ext uri="{FF2B5EF4-FFF2-40B4-BE49-F238E27FC236}">
                      <a16:creationId xmlns:a16="http://schemas.microsoft.com/office/drawing/2014/main" id="{69D9C393-36A0-4650-58BA-F1C934EB1FA3}"/>
                    </a:ext>
                  </a:extLst>
                </p:cNvPr>
                <p:cNvSpPr/>
                <p:nvPr/>
              </p:nvSpPr>
              <p:spPr>
                <a:xfrm>
                  <a:off x="4589552" y="45525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199" name="pg2199">
                  <a:extLst>
                    <a:ext uri="{FF2B5EF4-FFF2-40B4-BE49-F238E27FC236}">
                      <a16:creationId xmlns:a16="http://schemas.microsoft.com/office/drawing/2014/main" id="{C453976C-63E2-541A-8886-24053E19E329}"/>
                    </a:ext>
                  </a:extLst>
                </p:cNvPr>
                <p:cNvSpPr/>
                <p:nvPr/>
              </p:nvSpPr>
              <p:spPr>
                <a:xfrm>
                  <a:off x="4601190" y="45525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0" name="pg2200">
                  <a:extLst>
                    <a:ext uri="{FF2B5EF4-FFF2-40B4-BE49-F238E27FC236}">
                      <a16:creationId xmlns:a16="http://schemas.microsoft.com/office/drawing/2014/main" id="{6D28E436-4057-CF7A-524D-2B81E39F1263}"/>
                    </a:ext>
                  </a:extLst>
                </p:cNvPr>
                <p:cNvSpPr/>
                <p:nvPr/>
              </p:nvSpPr>
              <p:spPr>
                <a:xfrm>
                  <a:off x="4612827" y="455258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1" name="pg2201">
                  <a:extLst>
                    <a:ext uri="{FF2B5EF4-FFF2-40B4-BE49-F238E27FC236}">
                      <a16:creationId xmlns:a16="http://schemas.microsoft.com/office/drawing/2014/main" id="{3B56F446-93DA-5A0A-7D2D-BD261A62A876}"/>
                    </a:ext>
                  </a:extLst>
                </p:cNvPr>
                <p:cNvSpPr/>
                <p:nvPr/>
              </p:nvSpPr>
              <p:spPr>
                <a:xfrm>
                  <a:off x="4554640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2" name="pg2202">
                  <a:extLst>
                    <a:ext uri="{FF2B5EF4-FFF2-40B4-BE49-F238E27FC236}">
                      <a16:creationId xmlns:a16="http://schemas.microsoft.com/office/drawing/2014/main" id="{EE38F52A-F82C-B571-FAAF-BD3F13DD2DD1}"/>
                    </a:ext>
                  </a:extLst>
                </p:cNvPr>
                <p:cNvSpPr/>
                <p:nvPr/>
              </p:nvSpPr>
              <p:spPr>
                <a:xfrm>
                  <a:off x="4566278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3" name="pg2203">
                  <a:extLst>
                    <a:ext uri="{FF2B5EF4-FFF2-40B4-BE49-F238E27FC236}">
                      <a16:creationId xmlns:a16="http://schemas.microsoft.com/office/drawing/2014/main" id="{58F57BB6-F149-77C5-C7F8-798F034DF2A8}"/>
                    </a:ext>
                  </a:extLst>
                </p:cNvPr>
                <p:cNvSpPr/>
                <p:nvPr/>
              </p:nvSpPr>
              <p:spPr>
                <a:xfrm>
                  <a:off x="4577915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AA9">
                    <a:alpha val="100000"/>
                  </a:srgbClr>
                </a:solidFill>
                <a:ln w="5420" cap="flat">
                  <a:solidFill>
                    <a:srgbClr val="38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4" name="pg2204">
                  <a:extLst>
                    <a:ext uri="{FF2B5EF4-FFF2-40B4-BE49-F238E27FC236}">
                      <a16:creationId xmlns:a16="http://schemas.microsoft.com/office/drawing/2014/main" id="{D007D9A8-FA74-C7A2-5F9E-135CD3357044}"/>
                    </a:ext>
                  </a:extLst>
                </p:cNvPr>
                <p:cNvSpPr/>
                <p:nvPr/>
              </p:nvSpPr>
              <p:spPr>
                <a:xfrm>
                  <a:off x="4589552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5" name="pg2205">
                  <a:extLst>
                    <a:ext uri="{FF2B5EF4-FFF2-40B4-BE49-F238E27FC236}">
                      <a16:creationId xmlns:a16="http://schemas.microsoft.com/office/drawing/2014/main" id="{B9475BFA-A7AE-B63F-C547-11FBCF8C4EB0}"/>
                    </a:ext>
                  </a:extLst>
                </p:cNvPr>
                <p:cNvSpPr/>
                <p:nvPr/>
              </p:nvSpPr>
              <p:spPr>
                <a:xfrm>
                  <a:off x="4601190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6" name="pg2206">
                  <a:extLst>
                    <a:ext uri="{FF2B5EF4-FFF2-40B4-BE49-F238E27FC236}">
                      <a16:creationId xmlns:a16="http://schemas.microsoft.com/office/drawing/2014/main" id="{D9387738-107F-606C-448B-76973435FE97}"/>
                    </a:ext>
                  </a:extLst>
                </p:cNvPr>
                <p:cNvSpPr/>
                <p:nvPr/>
              </p:nvSpPr>
              <p:spPr>
                <a:xfrm>
                  <a:off x="4612827" y="456688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7" name="pg2207">
                  <a:extLst>
                    <a:ext uri="{FF2B5EF4-FFF2-40B4-BE49-F238E27FC236}">
                      <a16:creationId xmlns:a16="http://schemas.microsoft.com/office/drawing/2014/main" id="{D3AE5CFE-F1DB-0166-36F0-72D14CB8AA05}"/>
                    </a:ext>
                  </a:extLst>
                </p:cNvPr>
                <p:cNvSpPr/>
                <p:nvPr/>
              </p:nvSpPr>
              <p:spPr>
                <a:xfrm>
                  <a:off x="4554640" y="45811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8" name="pg2208">
                  <a:extLst>
                    <a:ext uri="{FF2B5EF4-FFF2-40B4-BE49-F238E27FC236}">
                      <a16:creationId xmlns:a16="http://schemas.microsoft.com/office/drawing/2014/main" id="{AA0E7050-2E44-D9C1-3A46-43EA81AB59BA}"/>
                    </a:ext>
                  </a:extLst>
                </p:cNvPr>
                <p:cNvSpPr/>
                <p:nvPr/>
              </p:nvSpPr>
              <p:spPr>
                <a:xfrm>
                  <a:off x="4566278" y="45811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09" name="pg2209">
                  <a:extLst>
                    <a:ext uri="{FF2B5EF4-FFF2-40B4-BE49-F238E27FC236}">
                      <a16:creationId xmlns:a16="http://schemas.microsoft.com/office/drawing/2014/main" id="{CB2632EA-93C7-2B82-A6FC-D20B2DCEFBD7}"/>
                    </a:ext>
                  </a:extLst>
                </p:cNvPr>
                <p:cNvSpPr/>
                <p:nvPr/>
              </p:nvSpPr>
              <p:spPr>
                <a:xfrm>
                  <a:off x="4577915" y="45811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0" name="pg2210">
                  <a:extLst>
                    <a:ext uri="{FF2B5EF4-FFF2-40B4-BE49-F238E27FC236}">
                      <a16:creationId xmlns:a16="http://schemas.microsoft.com/office/drawing/2014/main" id="{66D029DA-D0FB-C8C7-A1A1-0C5500AD544D}"/>
                    </a:ext>
                  </a:extLst>
                </p:cNvPr>
                <p:cNvSpPr/>
                <p:nvPr/>
              </p:nvSpPr>
              <p:spPr>
                <a:xfrm>
                  <a:off x="4589552" y="45811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1" name="pg2211">
                  <a:extLst>
                    <a:ext uri="{FF2B5EF4-FFF2-40B4-BE49-F238E27FC236}">
                      <a16:creationId xmlns:a16="http://schemas.microsoft.com/office/drawing/2014/main" id="{77169FA2-5510-45A3-C5E0-9B48BD8B2F25}"/>
                    </a:ext>
                  </a:extLst>
                </p:cNvPr>
                <p:cNvSpPr/>
                <p:nvPr/>
              </p:nvSpPr>
              <p:spPr>
                <a:xfrm>
                  <a:off x="4601190" y="45811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2" name="pg2212">
                  <a:extLst>
                    <a:ext uri="{FF2B5EF4-FFF2-40B4-BE49-F238E27FC236}">
                      <a16:creationId xmlns:a16="http://schemas.microsoft.com/office/drawing/2014/main" id="{6F13B41F-9208-FBAF-BA57-D0A99F5870D3}"/>
                    </a:ext>
                  </a:extLst>
                </p:cNvPr>
                <p:cNvSpPr/>
                <p:nvPr/>
              </p:nvSpPr>
              <p:spPr>
                <a:xfrm>
                  <a:off x="4543003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8A9">
                    <a:alpha val="100000"/>
                  </a:srgbClr>
                </a:solidFill>
                <a:ln w="5420" cap="flat">
                  <a:solidFill>
                    <a:srgbClr val="36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3" name="pg2213">
                  <a:extLst>
                    <a:ext uri="{FF2B5EF4-FFF2-40B4-BE49-F238E27FC236}">
                      <a16:creationId xmlns:a16="http://schemas.microsoft.com/office/drawing/2014/main" id="{EB858A5C-6EE3-4305-E3D9-43FD670723F4}"/>
                    </a:ext>
                  </a:extLst>
                </p:cNvPr>
                <p:cNvSpPr/>
                <p:nvPr/>
              </p:nvSpPr>
              <p:spPr>
                <a:xfrm>
                  <a:off x="4554640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4" name="pg2214">
                  <a:extLst>
                    <a:ext uri="{FF2B5EF4-FFF2-40B4-BE49-F238E27FC236}">
                      <a16:creationId xmlns:a16="http://schemas.microsoft.com/office/drawing/2014/main" id="{E534A0D8-2EA8-EF29-326A-7BC7156BE6EA}"/>
                    </a:ext>
                  </a:extLst>
                </p:cNvPr>
                <p:cNvSpPr/>
                <p:nvPr/>
              </p:nvSpPr>
              <p:spPr>
                <a:xfrm>
                  <a:off x="4566278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5" name="pg2215">
                  <a:extLst>
                    <a:ext uri="{FF2B5EF4-FFF2-40B4-BE49-F238E27FC236}">
                      <a16:creationId xmlns:a16="http://schemas.microsoft.com/office/drawing/2014/main" id="{14A9CC0F-691F-B45B-22F7-38B59F09F1B0}"/>
                    </a:ext>
                  </a:extLst>
                </p:cNvPr>
                <p:cNvSpPr/>
                <p:nvPr/>
              </p:nvSpPr>
              <p:spPr>
                <a:xfrm>
                  <a:off x="4577915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6" name="pg2216">
                  <a:extLst>
                    <a:ext uri="{FF2B5EF4-FFF2-40B4-BE49-F238E27FC236}">
                      <a16:creationId xmlns:a16="http://schemas.microsoft.com/office/drawing/2014/main" id="{FD531263-E2C4-9FD4-4EC8-0E9861FB30BB}"/>
                    </a:ext>
                  </a:extLst>
                </p:cNvPr>
                <p:cNvSpPr/>
                <p:nvPr/>
              </p:nvSpPr>
              <p:spPr>
                <a:xfrm>
                  <a:off x="4589552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7" name="pg2217">
                  <a:extLst>
                    <a:ext uri="{FF2B5EF4-FFF2-40B4-BE49-F238E27FC236}">
                      <a16:creationId xmlns:a16="http://schemas.microsoft.com/office/drawing/2014/main" id="{AF54F9A5-8DC1-25E3-5E21-CE646028E8D9}"/>
                    </a:ext>
                  </a:extLst>
                </p:cNvPr>
                <p:cNvSpPr/>
                <p:nvPr/>
              </p:nvSpPr>
              <p:spPr>
                <a:xfrm>
                  <a:off x="4601190" y="459549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8A9">
                    <a:alpha val="100000"/>
                  </a:srgbClr>
                </a:solidFill>
                <a:ln w="5420" cap="flat">
                  <a:solidFill>
                    <a:srgbClr val="36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8" name="pg2218">
                  <a:extLst>
                    <a:ext uri="{FF2B5EF4-FFF2-40B4-BE49-F238E27FC236}">
                      <a16:creationId xmlns:a16="http://schemas.microsoft.com/office/drawing/2014/main" id="{445051EA-C295-DAF3-E903-3889944183C7}"/>
                    </a:ext>
                  </a:extLst>
                </p:cNvPr>
                <p:cNvSpPr/>
                <p:nvPr/>
              </p:nvSpPr>
              <p:spPr>
                <a:xfrm>
                  <a:off x="4543003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19" name="pg2219">
                  <a:extLst>
                    <a:ext uri="{FF2B5EF4-FFF2-40B4-BE49-F238E27FC236}">
                      <a16:creationId xmlns:a16="http://schemas.microsoft.com/office/drawing/2014/main" id="{7EB7DE71-ABB7-1A50-76B8-956F3B2C858A}"/>
                    </a:ext>
                  </a:extLst>
                </p:cNvPr>
                <p:cNvSpPr/>
                <p:nvPr/>
              </p:nvSpPr>
              <p:spPr>
                <a:xfrm>
                  <a:off x="4554640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0" name="pg2220">
                  <a:extLst>
                    <a:ext uri="{FF2B5EF4-FFF2-40B4-BE49-F238E27FC236}">
                      <a16:creationId xmlns:a16="http://schemas.microsoft.com/office/drawing/2014/main" id="{ED5DFFED-F2BB-F7C8-6AAD-57EC00D5172D}"/>
                    </a:ext>
                  </a:extLst>
                </p:cNvPr>
                <p:cNvSpPr/>
                <p:nvPr/>
              </p:nvSpPr>
              <p:spPr>
                <a:xfrm>
                  <a:off x="4566278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1" name="pg2221">
                  <a:extLst>
                    <a:ext uri="{FF2B5EF4-FFF2-40B4-BE49-F238E27FC236}">
                      <a16:creationId xmlns:a16="http://schemas.microsoft.com/office/drawing/2014/main" id="{1FE96337-6352-3932-8B90-7D08973AE4AF}"/>
                    </a:ext>
                  </a:extLst>
                </p:cNvPr>
                <p:cNvSpPr/>
                <p:nvPr/>
              </p:nvSpPr>
              <p:spPr>
                <a:xfrm>
                  <a:off x="4577915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2" name="pg2222">
                  <a:extLst>
                    <a:ext uri="{FF2B5EF4-FFF2-40B4-BE49-F238E27FC236}">
                      <a16:creationId xmlns:a16="http://schemas.microsoft.com/office/drawing/2014/main" id="{C099584A-8600-F374-5DB6-EDADACE169A5}"/>
                    </a:ext>
                  </a:extLst>
                </p:cNvPr>
                <p:cNvSpPr/>
                <p:nvPr/>
              </p:nvSpPr>
              <p:spPr>
                <a:xfrm>
                  <a:off x="4589552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3" name="pg2223">
                  <a:extLst>
                    <a:ext uri="{FF2B5EF4-FFF2-40B4-BE49-F238E27FC236}">
                      <a16:creationId xmlns:a16="http://schemas.microsoft.com/office/drawing/2014/main" id="{8816E02E-0D0F-5234-98E5-B055127B1AC9}"/>
                    </a:ext>
                  </a:extLst>
                </p:cNvPr>
                <p:cNvSpPr/>
                <p:nvPr/>
              </p:nvSpPr>
              <p:spPr>
                <a:xfrm>
                  <a:off x="4601190" y="46097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4" name="pg2224">
                  <a:extLst>
                    <a:ext uri="{FF2B5EF4-FFF2-40B4-BE49-F238E27FC236}">
                      <a16:creationId xmlns:a16="http://schemas.microsoft.com/office/drawing/2014/main" id="{D3A48864-4E0B-0CD8-CAA3-CBDB84F7F18D}"/>
                    </a:ext>
                  </a:extLst>
                </p:cNvPr>
                <p:cNvSpPr/>
                <p:nvPr/>
              </p:nvSpPr>
              <p:spPr>
                <a:xfrm>
                  <a:off x="4543003" y="46240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5" name="pg2225">
                  <a:extLst>
                    <a:ext uri="{FF2B5EF4-FFF2-40B4-BE49-F238E27FC236}">
                      <a16:creationId xmlns:a16="http://schemas.microsoft.com/office/drawing/2014/main" id="{3A00B650-00E7-B410-3C7C-64C103A93441}"/>
                    </a:ext>
                  </a:extLst>
                </p:cNvPr>
                <p:cNvSpPr/>
                <p:nvPr/>
              </p:nvSpPr>
              <p:spPr>
                <a:xfrm>
                  <a:off x="4554640" y="46240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6" name="pg2226">
                  <a:extLst>
                    <a:ext uri="{FF2B5EF4-FFF2-40B4-BE49-F238E27FC236}">
                      <a16:creationId xmlns:a16="http://schemas.microsoft.com/office/drawing/2014/main" id="{304AC936-421C-7279-0082-1D3E5D11D91B}"/>
                    </a:ext>
                  </a:extLst>
                </p:cNvPr>
                <p:cNvSpPr/>
                <p:nvPr/>
              </p:nvSpPr>
              <p:spPr>
                <a:xfrm>
                  <a:off x="4566278" y="46240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7" name="pg2227">
                  <a:extLst>
                    <a:ext uri="{FF2B5EF4-FFF2-40B4-BE49-F238E27FC236}">
                      <a16:creationId xmlns:a16="http://schemas.microsoft.com/office/drawing/2014/main" id="{B8B89FE8-DE2C-9897-7BB4-C98D6C071099}"/>
                    </a:ext>
                  </a:extLst>
                </p:cNvPr>
                <p:cNvSpPr/>
                <p:nvPr/>
              </p:nvSpPr>
              <p:spPr>
                <a:xfrm>
                  <a:off x="4577915" y="46240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8" name="pg2228">
                  <a:extLst>
                    <a:ext uri="{FF2B5EF4-FFF2-40B4-BE49-F238E27FC236}">
                      <a16:creationId xmlns:a16="http://schemas.microsoft.com/office/drawing/2014/main" id="{3A8DB98D-937C-600E-AD87-312EA26B395B}"/>
                    </a:ext>
                  </a:extLst>
                </p:cNvPr>
                <p:cNvSpPr/>
                <p:nvPr/>
              </p:nvSpPr>
              <p:spPr>
                <a:xfrm>
                  <a:off x="4589552" y="462409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29" name="pg2229">
                  <a:extLst>
                    <a:ext uri="{FF2B5EF4-FFF2-40B4-BE49-F238E27FC236}">
                      <a16:creationId xmlns:a16="http://schemas.microsoft.com/office/drawing/2014/main" id="{03F2E3F5-811D-9BEE-66E3-D2FD714778A6}"/>
                    </a:ext>
                  </a:extLst>
                </p:cNvPr>
                <p:cNvSpPr/>
                <p:nvPr/>
              </p:nvSpPr>
              <p:spPr>
                <a:xfrm>
                  <a:off x="3856400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0" name="pg2230">
                  <a:extLst>
                    <a:ext uri="{FF2B5EF4-FFF2-40B4-BE49-F238E27FC236}">
                      <a16:creationId xmlns:a16="http://schemas.microsoft.com/office/drawing/2014/main" id="{6A872365-1332-4A9A-3237-072D7095FD3C}"/>
                    </a:ext>
                  </a:extLst>
                </p:cNvPr>
                <p:cNvSpPr/>
                <p:nvPr/>
              </p:nvSpPr>
              <p:spPr>
                <a:xfrm>
                  <a:off x="3868038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1" name="pg2231">
                  <a:extLst>
                    <a:ext uri="{FF2B5EF4-FFF2-40B4-BE49-F238E27FC236}">
                      <a16:creationId xmlns:a16="http://schemas.microsoft.com/office/drawing/2014/main" id="{BE1D7025-1385-D54C-D072-E9C6457F5E2B}"/>
                    </a:ext>
                  </a:extLst>
                </p:cNvPr>
                <p:cNvSpPr/>
                <p:nvPr/>
              </p:nvSpPr>
              <p:spPr>
                <a:xfrm>
                  <a:off x="3879675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2" name="pg2232">
                  <a:extLst>
                    <a:ext uri="{FF2B5EF4-FFF2-40B4-BE49-F238E27FC236}">
                      <a16:creationId xmlns:a16="http://schemas.microsoft.com/office/drawing/2014/main" id="{869B441F-486B-7C05-2439-B007C1101B0A}"/>
                    </a:ext>
                  </a:extLst>
                </p:cNvPr>
                <p:cNvSpPr/>
                <p:nvPr/>
              </p:nvSpPr>
              <p:spPr>
                <a:xfrm>
                  <a:off x="3891312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3" name="pg2233">
                  <a:extLst>
                    <a:ext uri="{FF2B5EF4-FFF2-40B4-BE49-F238E27FC236}">
                      <a16:creationId xmlns:a16="http://schemas.microsoft.com/office/drawing/2014/main" id="{CE6B89DC-CF09-04DF-F4A5-93E698DE88F4}"/>
                    </a:ext>
                  </a:extLst>
                </p:cNvPr>
                <p:cNvSpPr/>
                <p:nvPr/>
              </p:nvSpPr>
              <p:spPr>
                <a:xfrm>
                  <a:off x="4543003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4" name="pg2234">
                  <a:extLst>
                    <a:ext uri="{FF2B5EF4-FFF2-40B4-BE49-F238E27FC236}">
                      <a16:creationId xmlns:a16="http://schemas.microsoft.com/office/drawing/2014/main" id="{BDEA5D07-1F5D-564A-9017-A76DBA8E5E17}"/>
                    </a:ext>
                  </a:extLst>
                </p:cNvPr>
                <p:cNvSpPr/>
                <p:nvPr/>
              </p:nvSpPr>
              <p:spPr>
                <a:xfrm>
                  <a:off x="4554640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5" name="pg2235">
                  <a:extLst>
                    <a:ext uri="{FF2B5EF4-FFF2-40B4-BE49-F238E27FC236}">
                      <a16:creationId xmlns:a16="http://schemas.microsoft.com/office/drawing/2014/main" id="{0F166D6E-B530-5AB9-54CC-575F0918BC1B}"/>
                    </a:ext>
                  </a:extLst>
                </p:cNvPr>
                <p:cNvSpPr/>
                <p:nvPr/>
              </p:nvSpPr>
              <p:spPr>
                <a:xfrm>
                  <a:off x="4566278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6" name="pg2236">
                  <a:extLst>
                    <a:ext uri="{FF2B5EF4-FFF2-40B4-BE49-F238E27FC236}">
                      <a16:creationId xmlns:a16="http://schemas.microsoft.com/office/drawing/2014/main" id="{E6711687-909E-20A0-B5DE-9E14026151D9}"/>
                    </a:ext>
                  </a:extLst>
                </p:cNvPr>
                <p:cNvSpPr/>
                <p:nvPr/>
              </p:nvSpPr>
              <p:spPr>
                <a:xfrm>
                  <a:off x="4577915" y="463839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7" name="pg2237">
                  <a:extLst>
                    <a:ext uri="{FF2B5EF4-FFF2-40B4-BE49-F238E27FC236}">
                      <a16:creationId xmlns:a16="http://schemas.microsoft.com/office/drawing/2014/main" id="{307C4235-DA4E-A9D6-DFC3-EE1852D2BBB0}"/>
                    </a:ext>
                  </a:extLst>
                </p:cNvPr>
                <p:cNvSpPr/>
                <p:nvPr/>
              </p:nvSpPr>
              <p:spPr>
                <a:xfrm>
                  <a:off x="3856400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8" name="pg2238">
                  <a:extLst>
                    <a:ext uri="{FF2B5EF4-FFF2-40B4-BE49-F238E27FC236}">
                      <a16:creationId xmlns:a16="http://schemas.microsoft.com/office/drawing/2014/main" id="{374BBB67-1333-F4DE-9BA6-0C7BDC54CA76}"/>
                    </a:ext>
                  </a:extLst>
                </p:cNvPr>
                <p:cNvSpPr/>
                <p:nvPr/>
              </p:nvSpPr>
              <p:spPr>
                <a:xfrm>
                  <a:off x="3868038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39" name="pg2239">
                  <a:extLst>
                    <a:ext uri="{FF2B5EF4-FFF2-40B4-BE49-F238E27FC236}">
                      <a16:creationId xmlns:a16="http://schemas.microsoft.com/office/drawing/2014/main" id="{706CFA3C-0774-CD2D-4FB5-ABDA021ABE28}"/>
                    </a:ext>
                  </a:extLst>
                </p:cNvPr>
                <p:cNvSpPr/>
                <p:nvPr/>
              </p:nvSpPr>
              <p:spPr>
                <a:xfrm>
                  <a:off x="3879675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0" name="pg2240">
                  <a:extLst>
                    <a:ext uri="{FF2B5EF4-FFF2-40B4-BE49-F238E27FC236}">
                      <a16:creationId xmlns:a16="http://schemas.microsoft.com/office/drawing/2014/main" id="{97B134AB-4CD9-F751-93A2-25243045A6A3}"/>
                    </a:ext>
                  </a:extLst>
                </p:cNvPr>
                <p:cNvSpPr/>
                <p:nvPr/>
              </p:nvSpPr>
              <p:spPr>
                <a:xfrm>
                  <a:off x="3891312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1" name="pg2241">
                  <a:extLst>
                    <a:ext uri="{FF2B5EF4-FFF2-40B4-BE49-F238E27FC236}">
                      <a16:creationId xmlns:a16="http://schemas.microsoft.com/office/drawing/2014/main" id="{3093DDEA-1406-9EB4-339B-DE3CD0C734C8}"/>
                    </a:ext>
                  </a:extLst>
                </p:cNvPr>
                <p:cNvSpPr/>
                <p:nvPr/>
              </p:nvSpPr>
              <p:spPr>
                <a:xfrm>
                  <a:off x="3902950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2" name="pg2242">
                  <a:extLst>
                    <a:ext uri="{FF2B5EF4-FFF2-40B4-BE49-F238E27FC236}">
                      <a16:creationId xmlns:a16="http://schemas.microsoft.com/office/drawing/2014/main" id="{1D073138-D030-AC9A-16CF-92749CA341C5}"/>
                    </a:ext>
                  </a:extLst>
                </p:cNvPr>
                <p:cNvSpPr/>
                <p:nvPr/>
              </p:nvSpPr>
              <p:spPr>
                <a:xfrm>
                  <a:off x="3949499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3" name="pg2243">
                  <a:extLst>
                    <a:ext uri="{FF2B5EF4-FFF2-40B4-BE49-F238E27FC236}">
                      <a16:creationId xmlns:a16="http://schemas.microsoft.com/office/drawing/2014/main" id="{1DD79986-4BD3-325C-0D2A-3F7FCA8BDC40}"/>
                    </a:ext>
                  </a:extLst>
                </p:cNvPr>
                <p:cNvSpPr/>
                <p:nvPr/>
              </p:nvSpPr>
              <p:spPr>
                <a:xfrm>
                  <a:off x="3961136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4" name="pg2244">
                  <a:extLst>
                    <a:ext uri="{FF2B5EF4-FFF2-40B4-BE49-F238E27FC236}">
                      <a16:creationId xmlns:a16="http://schemas.microsoft.com/office/drawing/2014/main" id="{A5AD7166-718B-8F5E-683B-D21CF65D84DB}"/>
                    </a:ext>
                  </a:extLst>
                </p:cNvPr>
                <p:cNvSpPr/>
                <p:nvPr/>
              </p:nvSpPr>
              <p:spPr>
                <a:xfrm>
                  <a:off x="3972774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5" name="pg2245">
                  <a:extLst>
                    <a:ext uri="{FF2B5EF4-FFF2-40B4-BE49-F238E27FC236}">
                      <a16:creationId xmlns:a16="http://schemas.microsoft.com/office/drawing/2014/main" id="{DC16F3BA-857F-D371-8F93-289413241BC1}"/>
                    </a:ext>
                  </a:extLst>
                </p:cNvPr>
                <p:cNvSpPr/>
                <p:nvPr/>
              </p:nvSpPr>
              <p:spPr>
                <a:xfrm>
                  <a:off x="3984411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6" name="pg2246">
                  <a:extLst>
                    <a:ext uri="{FF2B5EF4-FFF2-40B4-BE49-F238E27FC236}">
                      <a16:creationId xmlns:a16="http://schemas.microsoft.com/office/drawing/2014/main" id="{11D752A9-4486-0987-E010-DFD23AAA2913}"/>
                    </a:ext>
                  </a:extLst>
                </p:cNvPr>
                <p:cNvSpPr/>
                <p:nvPr/>
              </p:nvSpPr>
              <p:spPr>
                <a:xfrm>
                  <a:off x="3996048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7" name="pg2247">
                  <a:extLst>
                    <a:ext uri="{FF2B5EF4-FFF2-40B4-BE49-F238E27FC236}">
                      <a16:creationId xmlns:a16="http://schemas.microsoft.com/office/drawing/2014/main" id="{27AD0419-E8A7-EEFD-2C24-4A19A063475F}"/>
                    </a:ext>
                  </a:extLst>
                </p:cNvPr>
                <p:cNvSpPr/>
                <p:nvPr/>
              </p:nvSpPr>
              <p:spPr>
                <a:xfrm>
                  <a:off x="4543003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8">
                    <a:alpha val="100000"/>
                  </a:srgbClr>
                </a:solidFill>
                <a:ln w="5420" cap="flat">
                  <a:solidFill>
                    <a:srgbClr val="3595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8" name="pg2248">
                  <a:extLst>
                    <a:ext uri="{FF2B5EF4-FFF2-40B4-BE49-F238E27FC236}">
                      <a16:creationId xmlns:a16="http://schemas.microsoft.com/office/drawing/2014/main" id="{7F7DC149-446C-52FB-98DE-7CA2A2FF0FF5}"/>
                    </a:ext>
                  </a:extLst>
                </p:cNvPr>
                <p:cNvSpPr/>
                <p:nvPr/>
              </p:nvSpPr>
              <p:spPr>
                <a:xfrm>
                  <a:off x="4554640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49" name="pg2249">
                  <a:extLst>
                    <a:ext uri="{FF2B5EF4-FFF2-40B4-BE49-F238E27FC236}">
                      <a16:creationId xmlns:a16="http://schemas.microsoft.com/office/drawing/2014/main" id="{2A4C25F5-5D76-BAFF-4D4B-C63B97ECFE5B}"/>
                    </a:ext>
                  </a:extLst>
                </p:cNvPr>
                <p:cNvSpPr/>
                <p:nvPr/>
              </p:nvSpPr>
              <p:spPr>
                <a:xfrm>
                  <a:off x="4566278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0" name="pg2250">
                  <a:extLst>
                    <a:ext uri="{FF2B5EF4-FFF2-40B4-BE49-F238E27FC236}">
                      <a16:creationId xmlns:a16="http://schemas.microsoft.com/office/drawing/2014/main" id="{B78A218E-90E5-FD69-38BA-7E20C2C75BEC}"/>
                    </a:ext>
                  </a:extLst>
                </p:cNvPr>
                <p:cNvSpPr/>
                <p:nvPr/>
              </p:nvSpPr>
              <p:spPr>
                <a:xfrm>
                  <a:off x="4577915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1" name="pg2251">
                  <a:extLst>
                    <a:ext uri="{FF2B5EF4-FFF2-40B4-BE49-F238E27FC236}">
                      <a16:creationId xmlns:a16="http://schemas.microsoft.com/office/drawing/2014/main" id="{535883E5-9332-F205-2577-F2083EFC2B19}"/>
                    </a:ext>
                  </a:extLst>
                </p:cNvPr>
                <p:cNvSpPr/>
                <p:nvPr/>
              </p:nvSpPr>
              <p:spPr>
                <a:xfrm>
                  <a:off x="4589552" y="46526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2" name="pg2252">
                  <a:extLst>
                    <a:ext uri="{FF2B5EF4-FFF2-40B4-BE49-F238E27FC236}">
                      <a16:creationId xmlns:a16="http://schemas.microsoft.com/office/drawing/2014/main" id="{274A2410-45AC-CE08-9C8F-5500EF5C05FD}"/>
                    </a:ext>
                  </a:extLst>
                </p:cNvPr>
                <p:cNvSpPr/>
                <p:nvPr/>
              </p:nvSpPr>
              <p:spPr>
                <a:xfrm>
                  <a:off x="3774939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3" name="pg2253">
                  <a:extLst>
                    <a:ext uri="{FF2B5EF4-FFF2-40B4-BE49-F238E27FC236}">
                      <a16:creationId xmlns:a16="http://schemas.microsoft.com/office/drawing/2014/main" id="{4AE621BE-BAFA-1E07-DB6A-4563E21874DE}"/>
                    </a:ext>
                  </a:extLst>
                </p:cNvPr>
                <p:cNvSpPr/>
                <p:nvPr/>
              </p:nvSpPr>
              <p:spPr>
                <a:xfrm>
                  <a:off x="3786576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4" name="pg2254">
                  <a:extLst>
                    <a:ext uri="{FF2B5EF4-FFF2-40B4-BE49-F238E27FC236}">
                      <a16:creationId xmlns:a16="http://schemas.microsoft.com/office/drawing/2014/main" id="{1B098397-85AC-41E6-3CB5-16AEA265208C}"/>
                    </a:ext>
                  </a:extLst>
                </p:cNvPr>
                <p:cNvSpPr/>
                <p:nvPr/>
              </p:nvSpPr>
              <p:spPr>
                <a:xfrm>
                  <a:off x="3844763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2DCC0">
                    <a:alpha val="100000"/>
                  </a:srgbClr>
                </a:solidFill>
                <a:ln w="5420" cap="flat">
                  <a:solidFill>
                    <a:srgbClr val="92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5" name="pg2255">
                  <a:extLst>
                    <a:ext uri="{FF2B5EF4-FFF2-40B4-BE49-F238E27FC236}">
                      <a16:creationId xmlns:a16="http://schemas.microsoft.com/office/drawing/2014/main" id="{61D02F32-20ED-2FBF-CB2B-A6EC64B9B2A6}"/>
                    </a:ext>
                  </a:extLst>
                </p:cNvPr>
                <p:cNvSpPr/>
                <p:nvPr/>
              </p:nvSpPr>
              <p:spPr>
                <a:xfrm>
                  <a:off x="3856400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6" name="pg2256">
                  <a:extLst>
                    <a:ext uri="{FF2B5EF4-FFF2-40B4-BE49-F238E27FC236}">
                      <a16:creationId xmlns:a16="http://schemas.microsoft.com/office/drawing/2014/main" id="{659107B2-8A8F-6D10-2E5F-80013160B422}"/>
                    </a:ext>
                  </a:extLst>
                </p:cNvPr>
                <p:cNvSpPr/>
                <p:nvPr/>
              </p:nvSpPr>
              <p:spPr>
                <a:xfrm>
                  <a:off x="3868038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BBE">
                    <a:alpha val="100000"/>
                  </a:srgbClr>
                </a:solidFill>
                <a:ln w="5420" cap="flat">
                  <a:solidFill>
                    <a:srgbClr val="8C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7" name="pg2257">
                  <a:extLst>
                    <a:ext uri="{FF2B5EF4-FFF2-40B4-BE49-F238E27FC236}">
                      <a16:creationId xmlns:a16="http://schemas.microsoft.com/office/drawing/2014/main" id="{310EC52F-4F39-0A10-A522-3AF749F57256}"/>
                    </a:ext>
                  </a:extLst>
                </p:cNvPr>
                <p:cNvSpPr/>
                <p:nvPr/>
              </p:nvSpPr>
              <p:spPr>
                <a:xfrm>
                  <a:off x="3879675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C">
                    <a:alpha val="100000"/>
                  </a:srgbClr>
                </a:solidFill>
                <a:ln w="5420" cap="flat">
                  <a:solidFill>
                    <a:srgbClr val="87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8" name="pg2258">
                  <a:extLst>
                    <a:ext uri="{FF2B5EF4-FFF2-40B4-BE49-F238E27FC236}">
                      <a16:creationId xmlns:a16="http://schemas.microsoft.com/office/drawing/2014/main" id="{8BF21A96-27B3-FB09-28F5-C0F6DE48858E}"/>
                    </a:ext>
                  </a:extLst>
                </p:cNvPr>
                <p:cNvSpPr/>
                <p:nvPr/>
              </p:nvSpPr>
              <p:spPr>
                <a:xfrm>
                  <a:off x="3891312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59" name="pg2259">
                  <a:extLst>
                    <a:ext uri="{FF2B5EF4-FFF2-40B4-BE49-F238E27FC236}">
                      <a16:creationId xmlns:a16="http://schemas.microsoft.com/office/drawing/2014/main" id="{D71B3D85-495E-C4A5-8371-CEC0617259BF}"/>
                    </a:ext>
                  </a:extLst>
                </p:cNvPr>
                <p:cNvSpPr/>
                <p:nvPr/>
              </p:nvSpPr>
              <p:spPr>
                <a:xfrm>
                  <a:off x="3902950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0" name="pg2260">
                  <a:extLst>
                    <a:ext uri="{FF2B5EF4-FFF2-40B4-BE49-F238E27FC236}">
                      <a16:creationId xmlns:a16="http://schemas.microsoft.com/office/drawing/2014/main" id="{5CC0BA67-8439-E9B4-7070-00C3B89E5799}"/>
                    </a:ext>
                  </a:extLst>
                </p:cNvPr>
                <p:cNvSpPr/>
                <p:nvPr/>
              </p:nvSpPr>
              <p:spPr>
                <a:xfrm>
                  <a:off x="3949499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1" name="pg2261">
                  <a:extLst>
                    <a:ext uri="{FF2B5EF4-FFF2-40B4-BE49-F238E27FC236}">
                      <a16:creationId xmlns:a16="http://schemas.microsoft.com/office/drawing/2014/main" id="{C9ED7E6A-4DBA-2510-9877-E2064DD828C9}"/>
                    </a:ext>
                  </a:extLst>
                </p:cNvPr>
                <p:cNvSpPr/>
                <p:nvPr/>
              </p:nvSpPr>
              <p:spPr>
                <a:xfrm>
                  <a:off x="3961136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2" name="pg2262">
                  <a:extLst>
                    <a:ext uri="{FF2B5EF4-FFF2-40B4-BE49-F238E27FC236}">
                      <a16:creationId xmlns:a16="http://schemas.microsoft.com/office/drawing/2014/main" id="{FD5ABA59-E5C9-BE28-EF07-D0CB08AEA8CA}"/>
                    </a:ext>
                  </a:extLst>
                </p:cNvPr>
                <p:cNvSpPr/>
                <p:nvPr/>
              </p:nvSpPr>
              <p:spPr>
                <a:xfrm>
                  <a:off x="3972774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3" name="pg2263">
                  <a:extLst>
                    <a:ext uri="{FF2B5EF4-FFF2-40B4-BE49-F238E27FC236}">
                      <a16:creationId xmlns:a16="http://schemas.microsoft.com/office/drawing/2014/main" id="{260B6E81-3FB6-8A33-0B28-FE1DF2FBB260}"/>
                    </a:ext>
                  </a:extLst>
                </p:cNvPr>
                <p:cNvSpPr/>
                <p:nvPr/>
              </p:nvSpPr>
              <p:spPr>
                <a:xfrm>
                  <a:off x="3984411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4" name="pg2264">
                  <a:extLst>
                    <a:ext uri="{FF2B5EF4-FFF2-40B4-BE49-F238E27FC236}">
                      <a16:creationId xmlns:a16="http://schemas.microsoft.com/office/drawing/2014/main" id="{AA4023F2-484C-4B36-A511-E91747FBA56E}"/>
                    </a:ext>
                  </a:extLst>
                </p:cNvPr>
                <p:cNvSpPr/>
                <p:nvPr/>
              </p:nvSpPr>
              <p:spPr>
                <a:xfrm>
                  <a:off x="3996048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5" name="pg2265">
                  <a:extLst>
                    <a:ext uri="{FF2B5EF4-FFF2-40B4-BE49-F238E27FC236}">
                      <a16:creationId xmlns:a16="http://schemas.microsoft.com/office/drawing/2014/main" id="{E63FC0FE-E1D8-9631-A817-4F950318A8C8}"/>
                    </a:ext>
                  </a:extLst>
                </p:cNvPr>
                <p:cNvSpPr/>
                <p:nvPr/>
              </p:nvSpPr>
              <p:spPr>
                <a:xfrm>
                  <a:off x="4007686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6" name="pg2266">
                  <a:extLst>
                    <a:ext uri="{FF2B5EF4-FFF2-40B4-BE49-F238E27FC236}">
                      <a16:creationId xmlns:a16="http://schemas.microsoft.com/office/drawing/2014/main" id="{D47D82A4-1A70-83FA-B55F-22AD925DBAA6}"/>
                    </a:ext>
                  </a:extLst>
                </p:cNvPr>
                <p:cNvSpPr/>
                <p:nvPr/>
              </p:nvSpPr>
              <p:spPr>
                <a:xfrm>
                  <a:off x="4019323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7" name="pg2267">
                  <a:extLst>
                    <a:ext uri="{FF2B5EF4-FFF2-40B4-BE49-F238E27FC236}">
                      <a16:creationId xmlns:a16="http://schemas.microsoft.com/office/drawing/2014/main" id="{92214F58-B1C4-5722-EFB6-F952BBB4C55D}"/>
                    </a:ext>
                  </a:extLst>
                </p:cNvPr>
                <p:cNvSpPr/>
                <p:nvPr/>
              </p:nvSpPr>
              <p:spPr>
                <a:xfrm>
                  <a:off x="4030960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8" name="pg2268">
                  <a:extLst>
                    <a:ext uri="{FF2B5EF4-FFF2-40B4-BE49-F238E27FC236}">
                      <a16:creationId xmlns:a16="http://schemas.microsoft.com/office/drawing/2014/main" id="{ED944D3F-1D01-72F8-DEA5-FE52155B8975}"/>
                    </a:ext>
                  </a:extLst>
                </p:cNvPr>
                <p:cNvSpPr/>
                <p:nvPr/>
              </p:nvSpPr>
              <p:spPr>
                <a:xfrm>
                  <a:off x="4042598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69" name="pg2269">
                  <a:extLst>
                    <a:ext uri="{FF2B5EF4-FFF2-40B4-BE49-F238E27FC236}">
                      <a16:creationId xmlns:a16="http://schemas.microsoft.com/office/drawing/2014/main" id="{603B0D89-38E9-19AC-229B-37FDC9232AB1}"/>
                    </a:ext>
                  </a:extLst>
                </p:cNvPr>
                <p:cNvSpPr/>
                <p:nvPr/>
              </p:nvSpPr>
              <p:spPr>
                <a:xfrm>
                  <a:off x="4054235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0" name="pg2270">
                  <a:extLst>
                    <a:ext uri="{FF2B5EF4-FFF2-40B4-BE49-F238E27FC236}">
                      <a16:creationId xmlns:a16="http://schemas.microsoft.com/office/drawing/2014/main" id="{B4FB9740-BE3F-50E8-1813-27A90A5255B3}"/>
                    </a:ext>
                  </a:extLst>
                </p:cNvPr>
                <p:cNvSpPr/>
                <p:nvPr/>
              </p:nvSpPr>
              <p:spPr>
                <a:xfrm>
                  <a:off x="4065872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1" name="pg2271">
                  <a:extLst>
                    <a:ext uri="{FF2B5EF4-FFF2-40B4-BE49-F238E27FC236}">
                      <a16:creationId xmlns:a16="http://schemas.microsoft.com/office/drawing/2014/main" id="{DA834B35-7305-EA89-AAF6-3D991BA3781F}"/>
                    </a:ext>
                  </a:extLst>
                </p:cNvPr>
                <p:cNvSpPr/>
                <p:nvPr/>
              </p:nvSpPr>
              <p:spPr>
                <a:xfrm>
                  <a:off x="4077510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2" name="pg2272">
                  <a:extLst>
                    <a:ext uri="{FF2B5EF4-FFF2-40B4-BE49-F238E27FC236}">
                      <a16:creationId xmlns:a16="http://schemas.microsoft.com/office/drawing/2014/main" id="{A1FB6773-6B21-6735-9775-A6E72F9FB6D6}"/>
                    </a:ext>
                  </a:extLst>
                </p:cNvPr>
                <p:cNvSpPr/>
                <p:nvPr/>
              </p:nvSpPr>
              <p:spPr>
                <a:xfrm>
                  <a:off x="4543003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3" name="pg2273">
                  <a:extLst>
                    <a:ext uri="{FF2B5EF4-FFF2-40B4-BE49-F238E27FC236}">
                      <a16:creationId xmlns:a16="http://schemas.microsoft.com/office/drawing/2014/main" id="{D8A69F56-1D0E-0A19-FD57-0919D0BA9C38}"/>
                    </a:ext>
                  </a:extLst>
                </p:cNvPr>
                <p:cNvSpPr/>
                <p:nvPr/>
              </p:nvSpPr>
              <p:spPr>
                <a:xfrm>
                  <a:off x="4554640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4" name="pg2274">
                  <a:extLst>
                    <a:ext uri="{FF2B5EF4-FFF2-40B4-BE49-F238E27FC236}">
                      <a16:creationId xmlns:a16="http://schemas.microsoft.com/office/drawing/2014/main" id="{7B3863CF-893E-7713-C5C8-F68104EC6C5E}"/>
                    </a:ext>
                  </a:extLst>
                </p:cNvPr>
                <p:cNvSpPr/>
                <p:nvPr/>
              </p:nvSpPr>
              <p:spPr>
                <a:xfrm>
                  <a:off x="4566278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5" name="pg2275">
                  <a:extLst>
                    <a:ext uri="{FF2B5EF4-FFF2-40B4-BE49-F238E27FC236}">
                      <a16:creationId xmlns:a16="http://schemas.microsoft.com/office/drawing/2014/main" id="{37FBBEAF-D3AF-ACD0-DB94-14D687122B12}"/>
                    </a:ext>
                  </a:extLst>
                </p:cNvPr>
                <p:cNvSpPr/>
                <p:nvPr/>
              </p:nvSpPr>
              <p:spPr>
                <a:xfrm>
                  <a:off x="4577915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6" name="pg2276">
                  <a:extLst>
                    <a:ext uri="{FF2B5EF4-FFF2-40B4-BE49-F238E27FC236}">
                      <a16:creationId xmlns:a16="http://schemas.microsoft.com/office/drawing/2014/main" id="{C99E7462-BB55-B0FA-D8FC-DC5D8036D04F}"/>
                    </a:ext>
                  </a:extLst>
                </p:cNvPr>
                <p:cNvSpPr/>
                <p:nvPr/>
              </p:nvSpPr>
              <p:spPr>
                <a:xfrm>
                  <a:off x="4589552" y="466699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7" name="pg2277">
                  <a:extLst>
                    <a:ext uri="{FF2B5EF4-FFF2-40B4-BE49-F238E27FC236}">
                      <a16:creationId xmlns:a16="http://schemas.microsoft.com/office/drawing/2014/main" id="{E90FE954-806E-8C23-3AA8-006E6FFB7D1A}"/>
                    </a:ext>
                  </a:extLst>
                </p:cNvPr>
                <p:cNvSpPr/>
                <p:nvPr/>
              </p:nvSpPr>
              <p:spPr>
                <a:xfrm>
                  <a:off x="3623654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8" name="pg2278">
                  <a:extLst>
                    <a:ext uri="{FF2B5EF4-FFF2-40B4-BE49-F238E27FC236}">
                      <a16:creationId xmlns:a16="http://schemas.microsoft.com/office/drawing/2014/main" id="{335BCEDC-CF85-77EE-957D-90C27AE41987}"/>
                    </a:ext>
                  </a:extLst>
                </p:cNvPr>
                <p:cNvSpPr/>
                <p:nvPr/>
              </p:nvSpPr>
              <p:spPr>
                <a:xfrm>
                  <a:off x="3635291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79" name="pg2279">
                  <a:extLst>
                    <a:ext uri="{FF2B5EF4-FFF2-40B4-BE49-F238E27FC236}">
                      <a16:creationId xmlns:a16="http://schemas.microsoft.com/office/drawing/2014/main" id="{3D51045F-293B-9175-903B-85DF5735CEE3}"/>
                    </a:ext>
                  </a:extLst>
                </p:cNvPr>
                <p:cNvSpPr/>
                <p:nvPr/>
              </p:nvSpPr>
              <p:spPr>
                <a:xfrm>
                  <a:off x="364692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0" name="pg2280">
                  <a:extLst>
                    <a:ext uri="{FF2B5EF4-FFF2-40B4-BE49-F238E27FC236}">
                      <a16:creationId xmlns:a16="http://schemas.microsoft.com/office/drawing/2014/main" id="{B60CCD58-EFD8-71B6-D377-75D72B1791B8}"/>
                    </a:ext>
                  </a:extLst>
                </p:cNvPr>
                <p:cNvSpPr/>
                <p:nvPr/>
              </p:nvSpPr>
              <p:spPr>
                <a:xfrm>
                  <a:off x="3658566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1" name="pg2281">
                  <a:extLst>
                    <a:ext uri="{FF2B5EF4-FFF2-40B4-BE49-F238E27FC236}">
                      <a16:creationId xmlns:a16="http://schemas.microsoft.com/office/drawing/2014/main" id="{80BEB05B-69BE-DC57-E809-778DAFF02247}"/>
                    </a:ext>
                  </a:extLst>
                </p:cNvPr>
                <p:cNvSpPr/>
                <p:nvPr/>
              </p:nvSpPr>
              <p:spPr>
                <a:xfrm>
                  <a:off x="3670203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2" name="pg2282">
                  <a:extLst>
                    <a:ext uri="{FF2B5EF4-FFF2-40B4-BE49-F238E27FC236}">
                      <a16:creationId xmlns:a16="http://schemas.microsoft.com/office/drawing/2014/main" id="{658FA5B9-6FF6-15CA-7181-C035B4C7BFB9}"/>
                    </a:ext>
                  </a:extLst>
                </p:cNvPr>
                <p:cNvSpPr/>
                <p:nvPr/>
              </p:nvSpPr>
              <p:spPr>
                <a:xfrm>
                  <a:off x="372839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3" name="pg2283">
                  <a:extLst>
                    <a:ext uri="{FF2B5EF4-FFF2-40B4-BE49-F238E27FC236}">
                      <a16:creationId xmlns:a16="http://schemas.microsoft.com/office/drawing/2014/main" id="{7DBFE96B-CDA8-336E-62A5-CC5FAE5F1BC1}"/>
                    </a:ext>
                  </a:extLst>
                </p:cNvPr>
                <p:cNvSpPr/>
                <p:nvPr/>
              </p:nvSpPr>
              <p:spPr>
                <a:xfrm>
                  <a:off x="3740027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4" name="pg2284">
                  <a:extLst>
                    <a:ext uri="{FF2B5EF4-FFF2-40B4-BE49-F238E27FC236}">
                      <a16:creationId xmlns:a16="http://schemas.microsoft.com/office/drawing/2014/main" id="{E92CBAB4-B562-F6B1-0D94-5EC5BC6E8744}"/>
                    </a:ext>
                  </a:extLst>
                </p:cNvPr>
                <p:cNvSpPr/>
                <p:nvPr/>
              </p:nvSpPr>
              <p:spPr>
                <a:xfrm>
                  <a:off x="3751664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5" name="pg2285">
                  <a:extLst>
                    <a:ext uri="{FF2B5EF4-FFF2-40B4-BE49-F238E27FC236}">
                      <a16:creationId xmlns:a16="http://schemas.microsoft.com/office/drawing/2014/main" id="{042C2018-CF24-72EE-5E36-A9EF0DCDD5BE}"/>
                    </a:ext>
                  </a:extLst>
                </p:cNvPr>
                <p:cNvSpPr/>
                <p:nvPr/>
              </p:nvSpPr>
              <p:spPr>
                <a:xfrm>
                  <a:off x="3763302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6" name="pg2286">
                  <a:extLst>
                    <a:ext uri="{FF2B5EF4-FFF2-40B4-BE49-F238E27FC236}">
                      <a16:creationId xmlns:a16="http://schemas.microsoft.com/office/drawing/2014/main" id="{BD771AB7-1E6C-F7E0-8197-ABE02817F596}"/>
                    </a:ext>
                  </a:extLst>
                </p:cNvPr>
                <p:cNvSpPr/>
                <p:nvPr/>
              </p:nvSpPr>
              <p:spPr>
                <a:xfrm>
                  <a:off x="3774939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7" name="pg2287">
                  <a:extLst>
                    <a:ext uri="{FF2B5EF4-FFF2-40B4-BE49-F238E27FC236}">
                      <a16:creationId xmlns:a16="http://schemas.microsoft.com/office/drawing/2014/main" id="{C6D681D8-B14E-0EEA-AF3A-DC31DC2FBE5F}"/>
                    </a:ext>
                  </a:extLst>
                </p:cNvPr>
                <p:cNvSpPr/>
                <p:nvPr/>
              </p:nvSpPr>
              <p:spPr>
                <a:xfrm>
                  <a:off x="3786576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8" name="pg2288">
                  <a:extLst>
                    <a:ext uri="{FF2B5EF4-FFF2-40B4-BE49-F238E27FC236}">
                      <a16:creationId xmlns:a16="http://schemas.microsoft.com/office/drawing/2014/main" id="{D407EB0E-E08B-4941-C76E-630731025560}"/>
                    </a:ext>
                  </a:extLst>
                </p:cNvPr>
                <p:cNvSpPr/>
                <p:nvPr/>
              </p:nvSpPr>
              <p:spPr>
                <a:xfrm>
                  <a:off x="3798214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89" name="pg2289">
                  <a:extLst>
                    <a:ext uri="{FF2B5EF4-FFF2-40B4-BE49-F238E27FC236}">
                      <a16:creationId xmlns:a16="http://schemas.microsoft.com/office/drawing/2014/main" id="{2CCB00A4-D5E9-2F22-9AC0-B259C524C62D}"/>
                    </a:ext>
                  </a:extLst>
                </p:cNvPr>
                <p:cNvSpPr/>
                <p:nvPr/>
              </p:nvSpPr>
              <p:spPr>
                <a:xfrm>
                  <a:off x="3809851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E">
                    <a:alpha val="100000"/>
                  </a:srgbClr>
                </a:solidFill>
                <a:ln w="5420" cap="flat">
                  <a:solidFill>
                    <a:srgbClr val="8E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0" name="pg2290">
                  <a:extLst>
                    <a:ext uri="{FF2B5EF4-FFF2-40B4-BE49-F238E27FC236}">
                      <a16:creationId xmlns:a16="http://schemas.microsoft.com/office/drawing/2014/main" id="{EDC6B4EB-4998-9CCD-CA93-14B59A9AD1EE}"/>
                    </a:ext>
                  </a:extLst>
                </p:cNvPr>
                <p:cNvSpPr/>
                <p:nvPr/>
              </p:nvSpPr>
              <p:spPr>
                <a:xfrm>
                  <a:off x="382148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1" name="pg2291">
                  <a:extLst>
                    <a:ext uri="{FF2B5EF4-FFF2-40B4-BE49-F238E27FC236}">
                      <a16:creationId xmlns:a16="http://schemas.microsoft.com/office/drawing/2014/main" id="{BD96BA46-7AE8-7E70-EF91-04E340D22B19}"/>
                    </a:ext>
                  </a:extLst>
                </p:cNvPr>
                <p:cNvSpPr/>
                <p:nvPr/>
              </p:nvSpPr>
              <p:spPr>
                <a:xfrm>
                  <a:off x="3833126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7DEC3">
                    <a:alpha val="100000"/>
                  </a:srgbClr>
                </a:solidFill>
                <a:ln w="5420" cap="flat">
                  <a:solidFill>
                    <a:srgbClr val="97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2" name="pg2292">
                  <a:extLst>
                    <a:ext uri="{FF2B5EF4-FFF2-40B4-BE49-F238E27FC236}">
                      <a16:creationId xmlns:a16="http://schemas.microsoft.com/office/drawing/2014/main" id="{107530F4-90BC-FBC1-861E-3B0CFD64DBB5}"/>
                    </a:ext>
                  </a:extLst>
                </p:cNvPr>
                <p:cNvSpPr/>
                <p:nvPr/>
              </p:nvSpPr>
              <p:spPr>
                <a:xfrm>
                  <a:off x="3844763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3" name="pg2293">
                  <a:extLst>
                    <a:ext uri="{FF2B5EF4-FFF2-40B4-BE49-F238E27FC236}">
                      <a16:creationId xmlns:a16="http://schemas.microsoft.com/office/drawing/2014/main" id="{B132096A-039C-FB54-5838-08436C21C4B8}"/>
                    </a:ext>
                  </a:extLst>
                </p:cNvPr>
                <p:cNvSpPr/>
                <p:nvPr/>
              </p:nvSpPr>
              <p:spPr>
                <a:xfrm>
                  <a:off x="385640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5DDC2">
                    <a:alpha val="100000"/>
                  </a:srgbClr>
                </a:solidFill>
                <a:ln w="5420" cap="flat">
                  <a:solidFill>
                    <a:srgbClr val="95DD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4" name="pg2294">
                  <a:extLst>
                    <a:ext uri="{FF2B5EF4-FFF2-40B4-BE49-F238E27FC236}">
                      <a16:creationId xmlns:a16="http://schemas.microsoft.com/office/drawing/2014/main" id="{C67B8513-90F4-232E-3D22-EC1CC1E7C04D}"/>
                    </a:ext>
                  </a:extLst>
                </p:cNvPr>
                <p:cNvSpPr/>
                <p:nvPr/>
              </p:nvSpPr>
              <p:spPr>
                <a:xfrm>
                  <a:off x="386803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1DCC0">
                    <a:alpha val="100000"/>
                  </a:srgbClr>
                </a:solidFill>
                <a:ln w="5420" cap="flat">
                  <a:solidFill>
                    <a:srgbClr val="91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5" name="pg2295">
                  <a:extLst>
                    <a:ext uri="{FF2B5EF4-FFF2-40B4-BE49-F238E27FC236}">
                      <a16:creationId xmlns:a16="http://schemas.microsoft.com/office/drawing/2014/main" id="{344CEBBA-5FBA-0D21-1280-93A1A034A5DC}"/>
                    </a:ext>
                  </a:extLst>
                </p:cNvPr>
                <p:cNvSpPr/>
                <p:nvPr/>
              </p:nvSpPr>
              <p:spPr>
                <a:xfrm>
                  <a:off x="3879675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6" name="pg2296">
                  <a:extLst>
                    <a:ext uri="{FF2B5EF4-FFF2-40B4-BE49-F238E27FC236}">
                      <a16:creationId xmlns:a16="http://schemas.microsoft.com/office/drawing/2014/main" id="{9BCF0704-2FBA-D014-6F22-BEB8D5B74A6B}"/>
                    </a:ext>
                  </a:extLst>
                </p:cNvPr>
                <p:cNvSpPr/>
                <p:nvPr/>
              </p:nvSpPr>
              <p:spPr>
                <a:xfrm>
                  <a:off x="3891312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7" name="pg2297">
                  <a:extLst>
                    <a:ext uri="{FF2B5EF4-FFF2-40B4-BE49-F238E27FC236}">
                      <a16:creationId xmlns:a16="http://schemas.microsoft.com/office/drawing/2014/main" id="{9FD15436-BE4B-DC78-E40E-EC7597121CBB}"/>
                    </a:ext>
                  </a:extLst>
                </p:cNvPr>
                <p:cNvSpPr/>
                <p:nvPr/>
              </p:nvSpPr>
              <p:spPr>
                <a:xfrm>
                  <a:off x="390295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8" name="pg2298">
                  <a:extLst>
                    <a:ext uri="{FF2B5EF4-FFF2-40B4-BE49-F238E27FC236}">
                      <a16:creationId xmlns:a16="http://schemas.microsoft.com/office/drawing/2014/main" id="{19AD2EAA-F162-B9F3-669E-15AFA2DAEAFD}"/>
                    </a:ext>
                  </a:extLst>
                </p:cNvPr>
                <p:cNvSpPr/>
                <p:nvPr/>
              </p:nvSpPr>
              <p:spPr>
                <a:xfrm>
                  <a:off x="3914587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299" name="pg2299">
                  <a:extLst>
                    <a:ext uri="{FF2B5EF4-FFF2-40B4-BE49-F238E27FC236}">
                      <a16:creationId xmlns:a16="http://schemas.microsoft.com/office/drawing/2014/main" id="{5C637334-BB58-5B38-A600-9EE989275461}"/>
                    </a:ext>
                  </a:extLst>
                </p:cNvPr>
                <p:cNvSpPr/>
                <p:nvPr/>
              </p:nvSpPr>
              <p:spPr>
                <a:xfrm>
                  <a:off x="3926224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0" name="pg2300">
                  <a:extLst>
                    <a:ext uri="{FF2B5EF4-FFF2-40B4-BE49-F238E27FC236}">
                      <a16:creationId xmlns:a16="http://schemas.microsoft.com/office/drawing/2014/main" id="{4C6E19A6-C258-FB0B-3E8D-AEE1C9517CC2}"/>
                    </a:ext>
                  </a:extLst>
                </p:cNvPr>
                <p:cNvSpPr/>
                <p:nvPr/>
              </p:nvSpPr>
              <p:spPr>
                <a:xfrm>
                  <a:off x="3937862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CFAE">
                    <a:alpha val="100000"/>
                  </a:srgbClr>
                </a:solidFill>
                <a:ln w="5420" cap="flat">
                  <a:solidFill>
                    <a:srgbClr val="66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1" name="pg2301">
                  <a:extLst>
                    <a:ext uri="{FF2B5EF4-FFF2-40B4-BE49-F238E27FC236}">
                      <a16:creationId xmlns:a16="http://schemas.microsoft.com/office/drawing/2014/main" id="{A74EE782-5137-74DC-81CD-F29EAD84A596}"/>
                    </a:ext>
                  </a:extLst>
                </p:cNvPr>
                <p:cNvSpPr/>
                <p:nvPr/>
              </p:nvSpPr>
              <p:spPr>
                <a:xfrm>
                  <a:off x="3949499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2" name="pg2302">
                  <a:extLst>
                    <a:ext uri="{FF2B5EF4-FFF2-40B4-BE49-F238E27FC236}">
                      <a16:creationId xmlns:a16="http://schemas.microsoft.com/office/drawing/2014/main" id="{3B815A31-4EE1-8A45-A911-29CD918B5FBD}"/>
                    </a:ext>
                  </a:extLst>
                </p:cNvPr>
                <p:cNvSpPr/>
                <p:nvPr/>
              </p:nvSpPr>
              <p:spPr>
                <a:xfrm>
                  <a:off x="3961136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3" name="pg2303">
                  <a:extLst>
                    <a:ext uri="{FF2B5EF4-FFF2-40B4-BE49-F238E27FC236}">
                      <a16:creationId xmlns:a16="http://schemas.microsoft.com/office/drawing/2014/main" id="{D3EE53F3-5692-62A4-8B41-55BF66B034EE}"/>
                    </a:ext>
                  </a:extLst>
                </p:cNvPr>
                <p:cNvSpPr/>
                <p:nvPr/>
              </p:nvSpPr>
              <p:spPr>
                <a:xfrm>
                  <a:off x="3972774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4" name="pg2304">
                  <a:extLst>
                    <a:ext uri="{FF2B5EF4-FFF2-40B4-BE49-F238E27FC236}">
                      <a16:creationId xmlns:a16="http://schemas.microsoft.com/office/drawing/2014/main" id="{C551F977-3165-ACB8-F02E-4F912DC60B05}"/>
                    </a:ext>
                  </a:extLst>
                </p:cNvPr>
                <p:cNvSpPr/>
                <p:nvPr/>
              </p:nvSpPr>
              <p:spPr>
                <a:xfrm>
                  <a:off x="3984411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5" name="pg2305">
                  <a:extLst>
                    <a:ext uri="{FF2B5EF4-FFF2-40B4-BE49-F238E27FC236}">
                      <a16:creationId xmlns:a16="http://schemas.microsoft.com/office/drawing/2014/main" id="{46C793D5-DC41-17A9-500C-999BD91CB3AA}"/>
                    </a:ext>
                  </a:extLst>
                </p:cNvPr>
                <p:cNvSpPr/>
                <p:nvPr/>
              </p:nvSpPr>
              <p:spPr>
                <a:xfrm>
                  <a:off x="399604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6" name="pg2306">
                  <a:extLst>
                    <a:ext uri="{FF2B5EF4-FFF2-40B4-BE49-F238E27FC236}">
                      <a16:creationId xmlns:a16="http://schemas.microsoft.com/office/drawing/2014/main" id="{230F3A52-8405-5229-6B85-473AAFF452CC}"/>
                    </a:ext>
                  </a:extLst>
                </p:cNvPr>
                <p:cNvSpPr/>
                <p:nvPr/>
              </p:nvSpPr>
              <p:spPr>
                <a:xfrm>
                  <a:off x="4007686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7" name="pg2307">
                  <a:extLst>
                    <a:ext uri="{FF2B5EF4-FFF2-40B4-BE49-F238E27FC236}">
                      <a16:creationId xmlns:a16="http://schemas.microsoft.com/office/drawing/2014/main" id="{0C9DCEC2-7FCA-1A5A-2F3C-FC41AAAF9307}"/>
                    </a:ext>
                  </a:extLst>
                </p:cNvPr>
                <p:cNvSpPr/>
                <p:nvPr/>
              </p:nvSpPr>
              <p:spPr>
                <a:xfrm>
                  <a:off x="4019323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8" name="pg2308">
                  <a:extLst>
                    <a:ext uri="{FF2B5EF4-FFF2-40B4-BE49-F238E27FC236}">
                      <a16:creationId xmlns:a16="http://schemas.microsoft.com/office/drawing/2014/main" id="{3B1C67E6-C12D-53EC-854A-C33798899354}"/>
                    </a:ext>
                  </a:extLst>
                </p:cNvPr>
                <p:cNvSpPr/>
                <p:nvPr/>
              </p:nvSpPr>
              <p:spPr>
                <a:xfrm>
                  <a:off x="403096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09" name="pg2309">
                  <a:extLst>
                    <a:ext uri="{FF2B5EF4-FFF2-40B4-BE49-F238E27FC236}">
                      <a16:creationId xmlns:a16="http://schemas.microsoft.com/office/drawing/2014/main" id="{A6CACC81-0F55-A05E-604A-EE74F3585C03}"/>
                    </a:ext>
                  </a:extLst>
                </p:cNvPr>
                <p:cNvSpPr/>
                <p:nvPr/>
              </p:nvSpPr>
              <p:spPr>
                <a:xfrm>
                  <a:off x="404259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0" name="pg2310">
                  <a:extLst>
                    <a:ext uri="{FF2B5EF4-FFF2-40B4-BE49-F238E27FC236}">
                      <a16:creationId xmlns:a16="http://schemas.microsoft.com/office/drawing/2014/main" id="{491170A8-373C-CD4B-C0E3-5BAF59E745B1}"/>
                    </a:ext>
                  </a:extLst>
                </p:cNvPr>
                <p:cNvSpPr/>
                <p:nvPr/>
              </p:nvSpPr>
              <p:spPr>
                <a:xfrm>
                  <a:off x="4054235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1" name="pg2311">
                  <a:extLst>
                    <a:ext uri="{FF2B5EF4-FFF2-40B4-BE49-F238E27FC236}">
                      <a16:creationId xmlns:a16="http://schemas.microsoft.com/office/drawing/2014/main" id="{C71B37A7-E5C7-2F76-22AE-C1F487EEF5AB}"/>
                    </a:ext>
                  </a:extLst>
                </p:cNvPr>
                <p:cNvSpPr/>
                <p:nvPr/>
              </p:nvSpPr>
              <p:spPr>
                <a:xfrm>
                  <a:off x="4065872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CAC">
                    <a:alpha val="100000"/>
                  </a:srgbClr>
                </a:solidFill>
                <a:ln w="5420" cap="flat">
                  <a:solidFill>
                    <a:srgbClr val="5E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2" name="pg2312">
                  <a:extLst>
                    <a:ext uri="{FF2B5EF4-FFF2-40B4-BE49-F238E27FC236}">
                      <a16:creationId xmlns:a16="http://schemas.microsoft.com/office/drawing/2014/main" id="{96B7DD03-A55E-F5CF-224C-B3C6E28AE35D}"/>
                    </a:ext>
                  </a:extLst>
                </p:cNvPr>
                <p:cNvSpPr/>
                <p:nvPr/>
              </p:nvSpPr>
              <p:spPr>
                <a:xfrm>
                  <a:off x="407751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3" name="pg2313">
                  <a:extLst>
                    <a:ext uri="{FF2B5EF4-FFF2-40B4-BE49-F238E27FC236}">
                      <a16:creationId xmlns:a16="http://schemas.microsoft.com/office/drawing/2014/main" id="{B8D28FF8-DAA9-2AAD-06EC-0DECFFA99289}"/>
                    </a:ext>
                  </a:extLst>
                </p:cNvPr>
                <p:cNvSpPr/>
                <p:nvPr/>
              </p:nvSpPr>
              <p:spPr>
                <a:xfrm>
                  <a:off x="4089147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4" name="pg2314">
                  <a:extLst>
                    <a:ext uri="{FF2B5EF4-FFF2-40B4-BE49-F238E27FC236}">
                      <a16:creationId xmlns:a16="http://schemas.microsoft.com/office/drawing/2014/main" id="{95C4924D-F2EF-3907-4D9B-C5E80B295B6A}"/>
                    </a:ext>
                  </a:extLst>
                </p:cNvPr>
                <p:cNvSpPr/>
                <p:nvPr/>
              </p:nvSpPr>
              <p:spPr>
                <a:xfrm>
                  <a:off x="4124059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5" name="pg2315">
                  <a:extLst>
                    <a:ext uri="{FF2B5EF4-FFF2-40B4-BE49-F238E27FC236}">
                      <a16:creationId xmlns:a16="http://schemas.microsoft.com/office/drawing/2014/main" id="{C15CED7B-58A8-1216-9736-6D252E8954A2}"/>
                    </a:ext>
                  </a:extLst>
                </p:cNvPr>
                <p:cNvSpPr/>
                <p:nvPr/>
              </p:nvSpPr>
              <p:spPr>
                <a:xfrm>
                  <a:off x="4543003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6" name="pg2316">
                  <a:extLst>
                    <a:ext uri="{FF2B5EF4-FFF2-40B4-BE49-F238E27FC236}">
                      <a16:creationId xmlns:a16="http://schemas.microsoft.com/office/drawing/2014/main" id="{0D52D1AB-1992-1F5D-7523-285F041B53C5}"/>
                    </a:ext>
                  </a:extLst>
                </p:cNvPr>
                <p:cNvSpPr/>
                <p:nvPr/>
              </p:nvSpPr>
              <p:spPr>
                <a:xfrm>
                  <a:off x="4554640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7" name="pg2317">
                  <a:extLst>
                    <a:ext uri="{FF2B5EF4-FFF2-40B4-BE49-F238E27FC236}">
                      <a16:creationId xmlns:a16="http://schemas.microsoft.com/office/drawing/2014/main" id="{B8C501C5-5E50-444D-D4FB-9BDDBBA5A549}"/>
                    </a:ext>
                  </a:extLst>
                </p:cNvPr>
                <p:cNvSpPr/>
                <p:nvPr/>
              </p:nvSpPr>
              <p:spPr>
                <a:xfrm>
                  <a:off x="4566278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8" name="pg2318">
                  <a:extLst>
                    <a:ext uri="{FF2B5EF4-FFF2-40B4-BE49-F238E27FC236}">
                      <a16:creationId xmlns:a16="http://schemas.microsoft.com/office/drawing/2014/main" id="{48AB3287-86EC-1CCC-8EE1-F6A70DE76BC8}"/>
                    </a:ext>
                  </a:extLst>
                </p:cNvPr>
                <p:cNvSpPr/>
                <p:nvPr/>
              </p:nvSpPr>
              <p:spPr>
                <a:xfrm>
                  <a:off x="4577915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19" name="pg2319">
                  <a:extLst>
                    <a:ext uri="{FF2B5EF4-FFF2-40B4-BE49-F238E27FC236}">
                      <a16:creationId xmlns:a16="http://schemas.microsoft.com/office/drawing/2014/main" id="{7D9A3854-EFA6-6824-A956-1E24F6D54B1C}"/>
                    </a:ext>
                  </a:extLst>
                </p:cNvPr>
                <p:cNvSpPr/>
                <p:nvPr/>
              </p:nvSpPr>
              <p:spPr>
                <a:xfrm>
                  <a:off x="4589552" y="46812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0" name="pg2320">
                  <a:extLst>
                    <a:ext uri="{FF2B5EF4-FFF2-40B4-BE49-F238E27FC236}">
                      <a16:creationId xmlns:a16="http://schemas.microsoft.com/office/drawing/2014/main" id="{6C21BDA1-EF16-A95D-FF42-6BE1F86C14D8}"/>
                    </a:ext>
                  </a:extLst>
                </p:cNvPr>
                <p:cNvSpPr/>
                <p:nvPr/>
              </p:nvSpPr>
              <p:spPr>
                <a:xfrm>
                  <a:off x="361201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1" name="pg2321">
                  <a:extLst>
                    <a:ext uri="{FF2B5EF4-FFF2-40B4-BE49-F238E27FC236}">
                      <a16:creationId xmlns:a16="http://schemas.microsoft.com/office/drawing/2014/main" id="{D1C38296-1315-EFE8-0F19-97F7192184A8}"/>
                    </a:ext>
                  </a:extLst>
                </p:cNvPr>
                <p:cNvSpPr/>
                <p:nvPr/>
              </p:nvSpPr>
              <p:spPr>
                <a:xfrm>
                  <a:off x="362365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2" name="pg2322">
                  <a:extLst>
                    <a:ext uri="{FF2B5EF4-FFF2-40B4-BE49-F238E27FC236}">
                      <a16:creationId xmlns:a16="http://schemas.microsoft.com/office/drawing/2014/main" id="{277F3B78-36CF-E0A7-BFB4-766DE43815D3}"/>
                    </a:ext>
                  </a:extLst>
                </p:cNvPr>
                <p:cNvSpPr/>
                <p:nvPr/>
              </p:nvSpPr>
              <p:spPr>
                <a:xfrm>
                  <a:off x="3635291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3" name="pg2323">
                  <a:extLst>
                    <a:ext uri="{FF2B5EF4-FFF2-40B4-BE49-F238E27FC236}">
                      <a16:creationId xmlns:a16="http://schemas.microsoft.com/office/drawing/2014/main" id="{14E0370E-FDF4-1AD4-2BE9-7192388F70D8}"/>
                    </a:ext>
                  </a:extLst>
                </p:cNvPr>
                <p:cNvSpPr/>
                <p:nvPr/>
              </p:nvSpPr>
              <p:spPr>
                <a:xfrm>
                  <a:off x="364692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4" name="pg2324">
                  <a:extLst>
                    <a:ext uri="{FF2B5EF4-FFF2-40B4-BE49-F238E27FC236}">
                      <a16:creationId xmlns:a16="http://schemas.microsoft.com/office/drawing/2014/main" id="{B8A3CE16-3838-23AB-E41F-F7BC3D637E2F}"/>
                    </a:ext>
                  </a:extLst>
                </p:cNvPr>
                <p:cNvSpPr/>
                <p:nvPr/>
              </p:nvSpPr>
              <p:spPr>
                <a:xfrm>
                  <a:off x="365856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5" name="pg2325">
                  <a:extLst>
                    <a:ext uri="{FF2B5EF4-FFF2-40B4-BE49-F238E27FC236}">
                      <a16:creationId xmlns:a16="http://schemas.microsoft.com/office/drawing/2014/main" id="{24CE51C2-5854-7FD4-EE72-362B33E0F6DE}"/>
                    </a:ext>
                  </a:extLst>
                </p:cNvPr>
                <p:cNvSpPr/>
                <p:nvPr/>
              </p:nvSpPr>
              <p:spPr>
                <a:xfrm>
                  <a:off x="3670203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6" name="pg2326">
                  <a:extLst>
                    <a:ext uri="{FF2B5EF4-FFF2-40B4-BE49-F238E27FC236}">
                      <a16:creationId xmlns:a16="http://schemas.microsoft.com/office/drawing/2014/main" id="{151A635B-D511-38CB-9424-61D63AD40EC8}"/>
                    </a:ext>
                  </a:extLst>
                </p:cNvPr>
                <p:cNvSpPr/>
                <p:nvPr/>
              </p:nvSpPr>
              <p:spPr>
                <a:xfrm>
                  <a:off x="368184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7" name="pg2327">
                  <a:extLst>
                    <a:ext uri="{FF2B5EF4-FFF2-40B4-BE49-F238E27FC236}">
                      <a16:creationId xmlns:a16="http://schemas.microsoft.com/office/drawing/2014/main" id="{D1A8B4D5-4864-7079-E6C2-037CB0277121}"/>
                    </a:ext>
                  </a:extLst>
                </p:cNvPr>
                <p:cNvSpPr/>
                <p:nvPr/>
              </p:nvSpPr>
              <p:spPr>
                <a:xfrm>
                  <a:off x="369347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8" name="pg2328">
                  <a:extLst>
                    <a:ext uri="{FF2B5EF4-FFF2-40B4-BE49-F238E27FC236}">
                      <a16:creationId xmlns:a16="http://schemas.microsoft.com/office/drawing/2014/main" id="{0F17CF7D-C6C5-5F02-850D-0926BF769AEB}"/>
                    </a:ext>
                  </a:extLst>
                </p:cNvPr>
                <p:cNvSpPr/>
                <p:nvPr/>
              </p:nvSpPr>
              <p:spPr>
                <a:xfrm>
                  <a:off x="3705115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29" name="pg2329">
                  <a:extLst>
                    <a:ext uri="{FF2B5EF4-FFF2-40B4-BE49-F238E27FC236}">
                      <a16:creationId xmlns:a16="http://schemas.microsoft.com/office/drawing/2014/main" id="{201FA431-90C9-6BF1-285E-25A091524CAB}"/>
                    </a:ext>
                  </a:extLst>
                </p:cNvPr>
                <p:cNvSpPr/>
                <p:nvPr/>
              </p:nvSpPr>
              <p:spPr>
                <a:xfrm>
                  <a:off x="371675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0" name="pg2330">
                  <a:extLst>
                    <a:ext uri="{FF2B5EF4-FFF2-40B4-BE49-F238E27FC236}">
                      <a16:creationId xmlns:a16="http://schemas.microsoft.com/office/drawing/2014/main" id="{4E947FA2-AA21-2105-2113-D24E1374AE85}"/>
                    </a:ext>
                  </a:extLst>
                </p:cNvPr>
                <p:cNvSpPr/>
                <p:nvPr/>
              </p:nvSpPr>
              <p:spPr>
                <a:xfrm>
                  <a:off x="372839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1" name="pg2331">
                  <a:extLst>
                    <a:ext uri="{FF2B5EF4-FFF2-40B4-BE49-F238E27FC236}">
                      <a16:creationId xmlns:a16="http://schemas.microsoft.com/office/drawing/2014/main" id="{908B66A2-F82F-C949-1459-088090A7C0E0}"/>
                    </a:ext>
                  </a:extLst>
                </p:cNvPr>
                <p:cNvSpPr/>
                <p:nvPr/>
              </p:nvSpPr>
              <p:spPr>
                <a:xfrm>
                  <a:off x="3740027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2" name="pg2332">
                  <a:extLst>
                    <a:ext uri="{FF2B5EF4-FFF2-40B4-BE49-F238E27FC236}">
                      <a16:creationId xmlns:a16="http://schemas.microsoft.com/office/drawing/2014/main" id="{41F057A8-064C-A82F-C5A3-017CF1088513}"/>
                    </a:ext>
                  </a:extLst>
                </p:cNvPr>
                <p:cNvSpPr/>
                <p:nvPr/>
              </p:nvSpPr>
              <p:spPr>
                <a:xfrm>
                  <a:off x="375166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3" name="pg2333">
                  <a:extLst>
                    <a:ext uri="{FF2B5EF4-FFF2-40B4-BE49-F238E27FC236}">
                      <a16:creationId xmlns:a16="http://schemas.microsoft.com/office/drawing/2014/main" id="{4EBE7F80-3641-D4C6-8610-E8EE486EFC4E}"/>
                    </a:ext>
                  </a:extLst>
                </p:cNvPr>
                <p:cNvSpPr/>
                <p:nvPr/>
              </p:nvSpPr>
              <p:spPr>
                <a:xfrm>
                  <a:off x="376330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8AC">
                    <a:alpha val="100000"/>
                  </a:srgbClr>
                </a:solidFill>
                <a:ln w="5420" cap="flat">
                  <a:solidFill>
                    <a:srgbClr val="5D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4" name="pg2334">
                  <a:extLst>
                    <a:ext uri="{FF2B5EF4-FFF2-40B4-BE49-F238E27FC236}">
                      <a16:creationId xmlns:a16="http://schemas.microsoft.com/office/drawing/2014/main" id="{B7E19F3E-64E3-7C61-508E-54C87B728E91}"/>
                    </a:ext>
                  </a:extLst>
                </p:cNvPr>
                <p:cNvSpPr/>
                <p:nvPr/>
              </p:nvSpPr>
              <p:spPr>
                <a:xfrm>
                  <a:off x="3774939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5" name="pg2335">
                  <a:extLst>
                    <a:ext uri="{FF2B5EF4-FFF2-40B4-BE49-F238E27FC236}">
                      <a16:creationId xmlns:a16="http://schemas.microsoft.com/office/drawing/2014/main" id="{6417AEEA-8229-C79F-468C-26D03FC1E740}"/>
                    </a:ext>
                  </a:extLst>
                </p:cNvPr>
                <p:cNvSpPr/>
                <p:nvPr/>
              </p:nvSpPr>
              <p:spPr>
                <a:xfrm>
                  <a:off x="378657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1">
                    <a:alpha val="100000"/>
                  </a:srgbClr>
                </a:solidFill>
                <a:ln w="5420" cap="flat">
                  <a:solidFill>
                    <a:srgbClr val="6C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6" name="pg2336">
                  <a:extLst>
                    <a:ext uri="{FF2B5EF4-FFF2-40B4-BE49-F238E27FC236}">
                      <a16:creationId xmlns:a16="http://schemas.microsoft.com/office/drawing/2014/main" id="{8466AC5E-A9CB-7E7A-CC6E-97DE669CEC12}"/>
                    </a:ext>
                  </a:extLst>
                </p:cNvPr>
                <p:cNvSpPr/>
                <p:nvPr/>
              </p:nvSpPr>
              <p:spPr>
                <a:xfrm>
                  <a:off x="379821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7" name="pg2337">
                  <a:extLst>
                    <a:ext uri="{FF2B5EF4-FFF2-40B4-BE49-F238E27FC236}">
                      <a16:creationId xmlns:a16="http://schemas.microsoft.com/office/drawing/2014/main" id="{FEC79791-094C-C9B3-34F5-7BECBC3F8A31}"/>
                    </a:ext>
                  </a:extLst>
                </p:cNvPr>
                <p:cNvSpPr/>
                <p:nvPr/>
              </p:nvSpPr>
              <p:spPr>
                <a:xfrm>
                  <a:off x="3809851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8" name="pg2338">
                  <a:extLst>
                    <a:ext uri="{FF2B5EF4-FFF2-40B4-BE49-F238E27FC236}">
                      <a16:creationId xmlns:a16="http://schemas.microsoft.com/office/drawing/2014/main" id="{E9313102-DDB0-0D4B-709F-7555AE71EAAA}"/>
                    </a:ext>
                  </a:extLst>
                </p:cNvPr>
                <p:cNvSpPr/>
                <p:nvPr/>
              </p:nvSpPr>
              <p:spPr>
                <a:xfrm>
                  <a:off x="382148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7DEC2">
                    <a:alpha val="100000"/>
                  </a:srgbClr>
                </a:solidFill>
                <a:ln w="5420" cap="flat">
                  <a:solidFill>
                    <a:srgbClr val="97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39" name="pg2339">
                  <a:extLst>
                    <a:ext uri="{FF2B5EF4-FFF2-40B4-BE49-F238E27FC236}">
                      <a16:creationId xmlns:a16="http://schemas.microsoft.com/office/drawing/2014/main" id="{B57F654B-63EF-3669-D9E2-8E911CAA34FE}"/>
                    </a:ext>
                  </a:extLst>
                </p:cNvPr>
                <p:cNvSpPr/>
                <p:nvPr/>
              </p:nvSpPr>
              <p:spPr>
                <a:xfrm>
                  <a:off x="383312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ADFC4">
                    <a:alpha val="100000"/>
                  </a:srgbClr>
                </a:solidFill>
                <a:ln w="5420" cap="flat">
                  <a:solidFill>
                    <a:srgbClr val="9A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0" name="pg2340">
                  <a:extLst>
                    <a:ext uri="{FF2B5EF4-FFF2-40B4-BE49-F238E27FC236}">
                      <a16:creationId xmlns:a16="http://schemas.microsoft.com/office/drawing/2014/main" id="{CAA7F58A-7250-F02A-AF71-EB7EDEFB37DD}"/>
                    </a:ext>
                  </a:extLst>
                </p:cNvPr>
                <p:cNvSpPr/>
                <p:nvPr/>
              </p:nvSpPr>
              <p:spPr>
                <a:xfrm>
                  <a:off x="3844763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ADFC4">
                    <a:alpha val="100000"/>
                  </a:srgbClr>
                </a:solidFill>
                <a:ln w="5420" cap="flat">
                  <a:solidFill>
                    <a:srgbClr val="9ADFC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1" name="pg2341">
                  <a:extLst>
                    <a:ext uri="{FF2B5EF4-FFF2-40B4-BE49-F238E27FC236}">
                      <a16:creationId xmlns:a16="http://schemas.microsoft.com/office/drawing/2014/main" id="{C03296AA-8F16-EF72-F39A-FE56877321A9}"/>
                    </a:ext>
                  </a:extLst>
                </p:cNvPr>
                <p:cNvSpPr/>
                <p:nvPr/>
              </p:nvSpPr>
              <p:spPr>
                <a:xfrm>
                  <a:off x="385640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8DEC3">
                    <a:alpha val="100000"/>
                  </a:srgbClr>
                </a:solidFill>
                <a:ln w="5420" cap="flat">
                  <a:solidFill>
                    <a:srgbClr val="98DE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2" name="pg2342">
                  <a:extLst>
                    <a:ext uri="{FF2B5EF4-FFF2-40B4-BE49-F238E27FC236}">
                      <a16:creationId xmlns:a16="http://schemas.microsoft.com/office/drawing/2014/main" id="{25344D47-C2B1-23F7-5FFC-E6662B9253BC}"/>
                    </a:ext>
                  </a:extLst>
                </p:cNvPr>
                <p:cNvSpPr/>
                <p:nvPr/>
              </p:nvSpPr>
              <p:spPr>
                <a:xfrm>
                  <a:off x="386803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3DDC1">
                    <a:alpha val="100000"/>
                  </a:srgbClr>
                </a:solidFill>
                <a:ln w="5420" cap="flat">
                  <a:solidFill>
                    <a:srgbClr val="93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3" name="pg2343">
                  <a:extLst>
                    <a:ext uri="{FF2B5EF4-FFF2-40B4-BE49-F238E27FC236}">
                      <a16:creationId xmlns:a16="http://schemas.microsoft.com/office/drawing/2014/main" id="{843DD79E-26F1-E783-393C-AA45BEEB897D}"/>
                    </a:ext>
                  </a:extLst>
                </p:cNvPr>
                <p:cNvSpPr/>
                <p:nvPr/>
              </p:nvSpPr>
              <p:spPr>
                <a:xfrm>
                  <a:off x="3879675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4" name="pg2344">
                  <a:extLst>
                    <a:ext uri="{FF2B5EF4-FFF2-40B4-BE49-F238E27FC236}">
                      <a16:creationId xmlns:a16="http://schemas.microsoft.com/office/drawing/2014/main" id="{10490195-4E5F-FFCC-0603-71F2EF1D485F}"/>
                    </a:ext>
                  </a:extLst>
                </p:cNvPr>
                <p:cNvSpPr/>
                <p:nvPr/>
              </p:nvSpPr>
              <p:spPr>
                <a:xfrm>
                  <a:off x="389131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5" name="pg2345">
                  <a:extLst>
                    <a:ext uri="{FF2B5EF4-FFF2-40B4-BE49-F238E27FC236}">
                      <a16:creationId xmlns:a16="http://schemas.microsoft.com/office/drawing/2014/main" id="{B8514C8B-637F-0FC4-FB48-80729E736A90}"/>
                    </a:ext>
                  </a:extLst>
                </p:cNvPr>
                <p:cNvSpPr/>
                <p:nvPr/>
              </p:nvSpPr>
              <p:spPr>
                <a:xfrm>
                  <a:off x="390295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6" name="pg2346">
                  <a:extLst>
                    <a:ext uri="{FF2B5EF4-FFF2-40B4-BE49-F238E27FC236}">
                      <a16:creationId xmlns:a16="http://schemas.microsoft.com/office/drawing/2014/main" id="{624A7C48-079B-5B84-A802-FE0014D9102D}"/>
                    </a:ext>
                  </a:extLst>
                </p:cNvPr>
                <p:cNvSpPr/>
                <p:nvPr/>
              </p:nvSpPr>
              <p:spPr>
                <a:xfrm>
                  <a:off x="3914587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7" name="pg2347">
                  <a:extLst>
                    <a:ext uri="{FF2B5EF4-FFF2-40B4-BE49-F238E27FC236}">
                      <a16:creationId xmlns:a16="http://schemas.microsoft.com/office/drawing/2014/main" id="{34B8B2B2-0080-DD6F-B9EE-7FAECC073167}"/>
                    </a:ext>
                  </a:extLst>
                </p:cNvPr>
                <p:cNvSpPr/>
                <p:nvPr/>
              </p:nvSpPr>
              <p:spPr>
                <a:xfrm>
                  <a:off x="392622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8" name="pg2348">
                  <a:extLst>
                    <a:ext uri="{FF2B5EF4-FFF2-40B4-BE49-F238E27FC236}">
                      <a16:creationId xmlns:a16="http://schemas.microsoft.com/office/drawing/2014/main" id="{466522E4-3891-BE65-6640-382200DD97D1}"/>
                    </a:ext>
                  </a:extLst>
                </p:cNvPr>
                <p:cNvSpPr/>
                <p:nvPr/>
              </p:nvSpPr>
              <p:spPr>
                <a:xfrm>
                  <a:off x="393786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49" name="pg2349">
                  <a:extLst>
                    <a:ext uri="{FF2B5EF4-FFF2-40B4-BE49-F238E27FC236}">
                      <a16:creationId xmlns:a16="http://schemas.microsoft.com/office/drawing/2014/main" id="{3A404910-CD20-FE96-C0EF-D95D75FF5B58}"/>
                    </a:ext>
                  </a:extLst>
                </p:cNvPr>
                <p:cNvSpPr/>
                <p:nvPr/>
              </p:nvSpPr>
              <p:spPr>
                <a:xfrm>
                  <a:off x="3949499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0" name="pg2350">
                  <a:extLst>
                    <a:ext uri="{FF2B5EF4-FFF2-40B4-BE49-F238E27FC236}">
                      <a16:creationId xmlns:a16="http://schemas.microsoft.com/office/drawing/2014/main" id="{FBA06EB7-5794-637B-4AB2-6F02BEBA7EE1}"/>
                    </a:ext>
                  </a:extLst>
                </p:cNvPr>
                <p:cNvSpPr/>
                <p:nvPr/>
              </p:nvSpPr>
              <p:spPr>
                <a:xfrm>
                  <a:off x="396113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1" name="pg2351">
                  <a:extLst>
                    <a:ext uri="{FF2B5EF4-FFF2-40B4-BE49-F238E27FC236}">
                      <a16:creationId xmlns:a16="http://schemas.microsoft.com/office/drawing/2014/main" id="{1246D3BB-5122-E00A-CA9B-6A10536FA858}"/>
                    </a:ext>
                  </a:extLst>
                </p:cNvPr>
                <p:cNvSpPr/>
                <p:nvPr/>
              </p:nvSpPr>
              <p:spPr>
                <a:xfrm>
                  <a:off x="397277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2" name="pg2352">
                  <a:extLst>
                    <a:ext uri="{FF2B5EF4-FFF2-40B4-BE49-F238E27FC236}">
                      <a16:creationId xmlns:a16="http://schemas.microsoft.com/office/drawing/2014/main" id="{84598183-0993-472F-60A9-E0045DCEB9B3}"/>
                    </a:ext>
                  </a:extLst>
                </p:cNvPr>
                <p:cNvSpPr/>
                <p:nvPr/>
              </p:nvSpPr>
              <p:spPr>
                <a:xfrm>
                  <a:off x="3984411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3" name="pg2353">
                  <a:extLst>
                    <a:ext uri="{FF2B5EF4-FFF2-40B4-BE49-F238E27FC236}">
                      <a16:creationId xmlns:a16="http://schemas.microsoft.com/office/drawing/2014/main" id="{60AFCE5A-99C6-5339-4C05-E8223497108D}"/>
                    </a:ext>
                  </a:extLst>
                </p:cNvPr>
                <p:cNvSpPr/>
                <p:nvPr/>
              </p:nvSpPr>
              <p:spPr>
                <a:xfrm>
                  <a:off x="399604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4" name="pg2354">
                  <a:extLst>
                    <a:ext uri="{FF2B5EF4-FFF2-40B4-BE49-F238E27FC236}">
                      <a16:creationId xmlns:a16="http://schemas.microsoft.com/office/drawing/2014/main" id="{14AD4343-2256-4F1A-2243-52C13D0B1DBC}"/>
                    </a:ext>
                  </a:extLst>
                </p:cNvPr>
                <p:cNvSpPr/>
                <p:nvPr/>
              </p:nvSpPr>
              <p:spPr>
                <a:xfrm>
                  <a:off x="400768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5" name="pg2355">
                  <a:extLst>
                    <a:ext uri="{FF2B5EF4-FFF2-40B4-BE49-F238E27FC236}">
                      <a16:creationId xmlns:a16="http://schemas.microsoft.com/office/drawing/2014/main" id="{52E0B32F-26E3-6D92-0188-7F872FE53394}"/>
                    </a:ext>
                  </a:extLst>
                </p:cNvPr>
                <p:cNvSpPr/>
                <p:nvPr/>
              </p:nvSpPr>
              <p:spPr>
                <a:xfrm>
                  <a:off x="4019323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6" name="pg2356">
                  <a:extLst>
                    <a:ext uri="{FF2B5EF4-FFF2-40B4-BE49-F238E27FC236}">
                      <a16:creationId xmlns:a16="http://schemas.microsoft.com/office/drawing/2014/main" id="{DA88F674-632A-6327-916E-E40545CC4A34}"/>
                    </a:ext>
                  </a:extLst>
                </p:cNvPr>
                <p:cNvSpPr/>
                <p:nvPr/>
              </p:nvSpPr>
              <p:spPr>
                <a:xfrm>
                  <a:off x="403096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7" name="pg2357">
                  <a:extLst>
                    <a:ext uri="{FF2B5EF4-FFF2-40B4-BE49-F238E27FC236}">
                      <a16:creationId xmlns:a16="http://schemas.microsoft.com/office/drawing/2014/main" id="{E254E6F7-3D70-E301-C17A-9AC3CBD7F600}"/>
                    </a:ext>
                  </a:extLst>
                </p:cNvPr>
                <p:cNvSpPr/>
                <p:nvPr/>
              </p:nvSpPr>
              <p:spPr>
                <a:xfrm>
                  <a:off x="404259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8" name="pg2358">
                  <a:extLst>
                    <a:ext uri="{FF2B5EF4-FFF2-40B4-BE49-F238E27FC236}">
                      <a16:creationId xmlns:a16="http://schemas.microsoft.com/office/drawing/2014/main" id="{6D24C98E-2CC6-EFAF-EED6-7AAB89CFD543}"/>
                    </a:ext>
                  </a:extLst>
                </p:cNvPr>
                <p:cNvSpPr/>
                <p:nvPr/>
              </p:nvSpPr>
              <p:spPr>
                <a:xfrm>
                  <a:off x="4054235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59" name="pg2359">
                  <a:extLst>
                    <a:ext uri="{FF2B5EF4-FFF2-40B4-BE49-F238E27FC236}">
                      <a16:creationId xmlns:a16="http://schemas.microsoft.com/office/drawing/2014/main" id="{8A490ABE-946D-2533-E239-7E69AF46533F}"/>
                    </a:ext>
                  </a:extLst>
                </p:cNvPr>
                <p:cNvSpPr/>
                <p:nvPr/>
              </p:nvSpPr>
              <p:spPr>
                <a:xfrm>
                  <a:off x="406587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0" name="pg2360">
                  <a:extLst>
                    <a:ext uri="{FF2B5EF4-FFF2-40B4-BE49-F238E27FC236}">
                      <a16:creationId xmlns:a16="http://schemas.microsoft.com/office/drawing/2014/main" id="{AB966322-65E2-A660-2A98-994E6A60C77B}"/>
                    </a:ext>
                  </a:extLst>
                </p:cNvPr>
                <p:cNvSpPr/>
                <p:nvPr/>
              </p:nvSpPr>
              <p:spPr>
                <a:xfrm>
                  <a:off x="407751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1" name="pg2361">
                  <a:extLst>
                    <a:ext uri="{FF2B5EF4-FFF2-40B4-BE49-F238E27FC236}">
                      <a16:creationId xmlns:a16="http://schemas.microsoft.com/office/drawing/2014/main" id="{9153B223-0D41-421B-6846-81D7C7E461C3}"/>
                    </a:ext>
                  </a:extLst>
                </p:cNvPr>
                <p:cNvSpPr/>
                <p:nvPr/>
              </p:nvSpPr>
              <p:spPr>
                <a:xfrm>
                  <a:off x="4089147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EAD">
                    <a:alpha val="100000"/>
                  </a:srgbClr>
                </a:solidFill>
                <a:ln w="5420" cap="flat">
                  <a:solidFill>
                    <a:srgbClr val="62CE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2" name="pg2362">
                  <a:extLst>
                    <a:ext uri="{FF2B5EF4-FFF2-40B4-BE49-F238E27FC236}">
                      <a16:creationId xmlns:a16="http://schemas.microsoft.com/office/drawing/2014/main" id="{A203F42F-8370-37C4-3CAB-8CCAD8DF731F}"/>
                    </a:ext>
                  </a:extLst>
                </p:cNvPr>
                <p:cNvSpPr/>
                <p:nvPr/>
              </p:nvSpPr>
              <p:spPr>
                <a:xfrm>
                  <a:off x="410078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3" name="pg2363">
                  <a:extLst>
                    <a:ext uri="{FF2B5EF4-FFF2-40B4-BE49-F238E27FC236}">
                      <a16:creationId xmlns:a16="http://schemas.microsoft.com/office/drawing/2014/main" id="{F4E694F1-DBFE-AF76-9A12-B089F2656162}"/>
                    </a:ext>
                  </a:extLst>
                </p:cNvPr>
                <p:cNvSpPr/>
                <p:nvPr/>
              </p:nvSpPr>
              <p:spPr>
                <a:xfrm>
                  <a:off x="411242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4" name="pg2364">
                  <a:extLst>
                    <a:ext uri="{FF2B5EF4-FFF2-40B4-BE49-F238E27FC236}">
                      <a16:creationId xmlns:a16="http://schemas.microsoft.com/office/drawing/2014/main" id="{AFA21F25-77BF-CD90-239F-F5EBBD30549A}"/>
                    </a:ext>
                  </a:extLst>
                </p:cNvPr>
                <p:cNvSpPr/>
                <p:nvPr/>
              </p:nvSpPr>
              <p:spPr>
                <a:xfrm>
                  <a:off x="4124059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5" name="pg2365">
                  <a:extLst>
                    <a:ext uri="{FF2B5EF4-FFF2-40B4-BE49-F238E27FC236}">
                      <a16:creationId xmlns:a16="http://schemas.microsoft.com/office/drawing/2014/main" id="{71FB1B10-5FB4-BA12-98B9-38D3E8993795}"/>
                    </a:ext>
                  </a:extLst>
                </p:cNvPr>
                <p:cNvSpPr/>
                <p:nvPr/>
              </p:nvSpPr>
              <p:spPr>
                <a:xfrm>
                  <a:off x="4135696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6" name="pg2366">
                  <a:extLst>
                    <a:ext uri="{FF2B5EF4-FFF2-40B4-BE49-F238E27FC236}">
                      <a16:creationId xmlns:a16="http://schemas.microsoft.com/office/drawing/2014/main" id="{A1A43306-0FC5-6E99-2EA1-E5E7E6A86AB1}"/>
                    </a:ext>
                  </a:extLst>
                </p:cNvPr>
                <p:cNvSpPr/>
                <p:nvPr/>
              </p:nvSpPr>
              <p:spPr>
                <a:xfrm>
                  <a:off x="4147334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7" name="pg2367">
                  <a:extLst>
                    <a:ext uri="{FF2B5EF4-FFF2-40B4-BE49-F238E27FC236}">
                      <a16:creationId xmlns:a16="http://schemas.microsoft.com/office/drawing/2014/main" id="{46B11CBE-83EB-65A8-9C40-16AD6F5150DA}"/>
                    </a:ext>
                  </a:extLst>
                </p:cNvPr>
                <p:cNvSpPr/>
                <p:nvPr/>
              </p:nvSpPr>
              <p:spPr>
                <a:xfrm>
                  <a:off x="4554640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8" name="pg2368">
                  <a:extLst>
                    <a:ext uri="{FF2B5EF4-FFF2-40B4-BE49-F238E27FC236}">
                      <a16:creationId xmlns:a16="http://schemas.microsoft.com/office/drawing/2014/main" id="{62EA0F6A-EDA5-D32F-2C34-0D7D084C10D2}"/>
                    </a:ext>
                  </a:extLst>
                </p:cNvPr>
                <p:cNvSpPr/>
                <p:nvPr/>
              </p:nvSpPr>
              <p:spPr>
                <a:xfrm>
                  <a:off x="4566278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69" name="pg2369">
                  <a:extLst>
                    <a:ext uri="{FF2B5EF4-FFF2-40B4-BE49-F238E27FC236}">
                      <a16:creationId xmlns:a16="http://schemas.microsoft.com/office/drawing/2014/main" id="{19149C64-8013-AC8B-2D77-D637B40CE37D}"/>
                    </a:ext>
                  </a:extLst>
                </p:cNvPr>
                <p:cNvSpPr/>
                <p:nvPr/>
              </p:nvSpPr>
              <p:spPr>
                <a:xfrm>
                  <a:off x="4577915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FA7">
                    <a:alpha val="100000"/>
                  </a:srgbClr>
                </a:solidFill>
                <a:ln w="5420" cap="flat">
                  <a:solidFill>
                    <a:srgbClr val="378F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0" name="pg2370">
                  <a:extLst>
                    <a:ext uri="{FF2B5EF4-FFF2-40B4-BE49-F238E27FC236}">
                      <a16:creationId xmlns:a16="http://schemas.microsoft.com/office/drawing/2014/main" id="{C353E379-8592-450E-D5C5-6F0E3F36B219}"/>
                    </a:ext>
                  </a:extLst>
                </p:cNvPr>
                <p:cNvSpPr/>
                <p:nvPr/>
              </p:nvSpPr>
              <p:spPr>
                <a:xfrm>
                  <a:off x="4589552" y="469559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1" name="pg2371">
                  <a:extLst>
                    <a:ext uri="{FF2B5EF4-FFF2-40B4-BE49-F238E27FC236}">
                      <a16:creationId xmlns:a16="http://schemas.microsoft.com/office/drawing/2014/main" id="{F627FD57-638A-DC75-69E5-3214FDBAD988}"/>
                    </a:ext>
                  </a:extLst>
                </p:cNvPr>
                <p:cNvSpPr/>
                <p:nvPr/>
              </p:nvSpPr>
              <p:spPr>
                <a:xfrm>
                  <a:off x="3600379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2" name="pg2372">
                  <a:extLst>
                    <a:ext uri="{FF2B5EF4-FFF2-40B4-BE49-F238E27FC236}">
                      <a16:creationId xmlns:a16="http://schemas.microsoft.com/office/drawing/2014/main" id="{3FCC47B7-D313-63E1-7CF3-A1C0663168C6}"/>
                    </a:ext>
                  </a:extLst>
                </p:cNvPr>
                <p:cNvSpPr/>
                <p:nvPr/>
              </p:nvSpPr>
              <p:spPr>
                <a:xfrm>
                  <a:off x="361201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3" name="pg2373">
                  <a:extLst>
                    <a:ext uri="{FF2B5EF4-FFF2-40B4-BE49-F238E27FC236}">
                      <a16:creationId xmlns:a16="http://schemas.microsoft.com/office/drawing/2014/main" id="{21EE2129-55A1-99A4-9C3A-C23C6DD26037}"/>
                    </a:ext>
                  </a:extLst>
                </p:cNvPr>
                <p:cNvSpPr/>
                <p:nvPr/>
              </p:nvSpPr>
              <p:spPr>
                <a:xfrm>
                  <a:off x="362365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4" name="pg2374">
                  <a:extLst>
                    <a:ext uri="{FF2B5EF4-FFF2-40B4-BE49-F238E27FC236}">
                      <a16:creationId xmlns:a16="http://schemas.microsoft.com/office/drawing/2014/main" id="{C537381B-5E1E-51AD-E3D5-85A72A60BFCE}"/>
                    </a:ext>
                  </a:extLst>
                </p:cNvPr>
                <p:cNvSpPr/>
                <p:nvPr/>
              </p:nvSpPr>
              <p:spPr>
                <a:xfrm>
                  <a:off x="3635291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5" name="pg2375">
                  <a:extLst>
                    <a:ext uri="{FF2B5EF4-FFF2-40B4-BE49-F238E27FC236}">
                      <a16:creationId xmlns:a16="http://schemas.microsoft.com/office/drawing/2014/main" id="{CAB92084-0D46-68D4-E8CD-FB232CE00A25}"/>
                    </a:ext>
                  </a:extLst>
                </p:cNvPr>
                <p:cNvSpPr/>
                <p:nvPr/>
              </p:nvSpPr>
              <p:spPr>
                <a:xfrm>
                  <a:off x="364692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6" name="pg2376">
                  <a:extLst>
                    <a:ext uri="{FF2B5EF4-FFF2-40B4-BE49-F238E27FC236}">
                      <a16:creationId xmlns:a16="http://schemas.microsoft.com/office/drawing/2014/main" id="{5EDE2FFE-74FA-97B3-35CC-B1EB3D7F6B42}"/>
                    </a:ext>
                  </a:extLst>
                </p:cNvPr>
                <p:cNvSpPr/>
                <p:nvPr/>
              </p:nvSpPr>
              <p:spPr>
                <a:xfrm>
                  <a:off x="365856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7" name="pg2377">
                  <a:extLst>
                    <a:ext uri="{FF2B5EF4-FFF2-40B4-BE49-F238E27FC236}">
                      <a16:creationId xmlns:a16="http://schemas.microsoft.com/office/drawing/2014/main" id="{62E82561-6A2A-763A-A50F-BA8220C24C03}"/>
                    </a:ext>
                  </a:extLst>
                </p:cNvPr>
                <p:cNvSpPr/>
                <p:nvPr/>
              </p:nvSpPr>
              <p:spPr>
                <a:xfrm>
                  <a:off x="3670203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8" name="pg2378">
                  <a:extLst>
                    <a:ext uri="{FF2B5EF4-FFF2-40B4-BE49-F238E27FC236}">
                      <a16:creationId xmlns:a16="http://schemas.microsoft.com/office/drawing/2014/main" id="{D5638271-E571-5C80-6BFF-BE61E80F3B46}"/>
                    </a:ext>
                  </a:extLst>
                </p:cNvPr>
                <p:cNvSpPr/>
                <p:nvPr/>
              </p:nvSpPr>
              <p:spPr>
                <a:xfrm>
                  <a:off x="368184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79" name="pg2379">
                  <a:extLst>
                    <a:ext uri="{FF2B5EF4-FFF2-40B4-BE49-F238E27FC236}">
                      <a16:creationId xmlns:a16="http://schemas.microsoft.com/office/drawing/2014/main" id="{411A97D6-3A29-EFCC-8372-A203E29779A8}"/>
                    </a:ext>
                  </a:extLst>
                </p:cNvPr>
                <p:cNvSpPr/>
                <p:nvPr/>
              </p:nvSpPr>
              <p:spPr>
                <a:xfrm>
                  <a:off x="369347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0" name="pg2380">
                  <a:extLst>
                    <a:ext uri="{FF2B5EF4-FFF2-40B4-BE49-F238E27FC236}">
                      <a16:creationId xmlns:a16="http://schemas.microsoft.com/office/drawing/2014/main" id="{4B41680B-7BDE-781B-E463-534F624E9FDE}"/>
                    </a:ext>
                  </a:extLst>
                </p:cNvPr>
                <p:cNvSpPr/>
                <p:nvPr/>
              </p:nvSpPr>
              <p:spPr>
                <a:xfrm>
                  <a:off x="3705115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1" name="pg2381">
                  <a:extLst>
                    <a:ext uri="{FF2B5EF4-FFF2-40B4-BE49-F238E27FC236}">
                      <a16:creationId xmlns:a16="http://schemas.microsoft.com/office/drawing/2014/main" id="{0EBDAD48-0D3B-4455-A9D9-322E81E504CB}"/>
                    </a:ext>
                  </a:extLst>
                </p:cNvPr>
                <p:cNvSpPr/>
                <p:nvPr/>
              </p:nvSpPr>
              <p:spPr>
                <a:xfrm>
                  <a:off x="371675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2" name="pg2382">
                  <a:extLst>
                    <a:ext uri="{FF2B5EF4-FFF2-40B4-BE49-F238E27FC236}">
                      <a16:creationId xmlns:a16="http://schemas.microsoft.com/office/drawing/2014/main" id="{78E3B129-1B16-0096-AEBB-1B0F3919599F}"/>
                    </a:ext>
                  </a:extLst>
                </p:cNvPr>
                <p:cNvSpPr/>
                <p:nvPr/>
              </p:nvSpPr>
              <p:spPr>
                <a:xfrm>
                  <a:off x="372839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DAB">
                    <a:alpha val="100000"/>
                  </a:srgbClr>
                </a:solidFill>
                <a:ln w="5420" cap="flat">
                  <a:solidFill>
                    <a:srgbClr val="54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3" name="pg2383">
                  <a:extLst>
                    <a:ext uri="{FF2B5EF4-FFF2-40B4-BE49-F238E27FC236}">
                      <a16:creationId xmlns:a16="http://schemas.microsoft.com/office/drawing/2014/main" id="{AA9E5BC5-153B-0175-44DD-1B908233B02B}"/>
                    </a:ext>
                  </a:extLst>
                </p:cNvPr>
                <p:cNvSpPr/>
                <p:nvPr/>
              </p:nvSpPr>
              <p:spPr>
                <a:xfrm>
                  <a:off x="3740027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4" name="pg2384">
                  <a:extLst>
                    <a:ext uri="{FF2B5EF4-FFF2-40B4-BE49-F238E27FC236}">
                      <a16:creationId xmlns:a16="http://schemas.microsoft.com/office/drawing/2014/main" id="{DCC20BED-0D63-3F40-79AD-3C52FC508AD1}"/>
                    </a:ext>
                  </a:extLst>
                </p:cNvPr>
                <p:cNvSpPr/>
                <p:nvPr/>
              </p:nvSpPr>
              <p:spPr>
                <a:xfrm>
                  <a:off x="375166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5" name="pg2385">
                  <a:extLst>
                    <a:ext uri="{FF2B5EF4-FFF2-40B4-BE49-F238E27FC236}">
                      <a16:creationId xmlns:a16="http://schemas.microsoft.com/office/drawing/2014/main" id="{CEFB7FC7-D2A9-6F6F-A3A4-655935BF6054}"/>
                    </a:ext>
                  </a:extLst>
                </p:cNvPr>
                <p:cNvSpPr/>
                <p:nvPr/>
              </p:nvSpPr>
              <p:spPr>
                <a:xfrm>
                  <a:off x="376330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7AC">
                    <a:alpha val="100000"/>
                  </a:srgbClr>
                </a:solidFill>
                <a:ln w="5420" cap="flat">
                  <a:solidFill>
                    <a:srgbClr val="5B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6" name="pg2386">
                  <a:extLst>
                    <a:ext uri="{FF2B5EF4-FFF2-40B4-BE49-F238E27FC236}">
                      <a16:creationId xmlns:a16="http://schemas.microsoft.com/office/drawing/2014/main" id="{9E6DBC0C-4122-E15D-9B94-72FAEDEAFEAD}"/>
                    </a:ext>
                  </a:extLst>
                </p:cNvPr>
                <p:cNvSpPr/>
                <p:nvPr/>
              </p:nvSpPr>
              <p:spPr>
                <a:xfrm>
                  <a:off x="3774939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CAC">
                    <a:alpha val="100000"/>
                  </a:srgbClr>
                </a:solidFill>
                <a:ln w="5420" cap="flat">
                  <a:solidFill>
                    <a:srgbClr val="5E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7" name="pg2387">
                  <a:extLst>
                    <a:ext uri="{FF2B5EF4-FFF2-40B4-BE49-F238E27FC236}">
                      <a16:creationId xmlns:a16="http://schemas.microsoft.com/office/drawing/2014/main" id="{C77DD8DC-A7CC-9EF3-34F0-F7FC33765EE3}"/>
                    </a:ext>
                  </a:extLst>
                </p:cNvPr>
                <p:cNvSpPr/>
                <p:nvPr/>
              </p:nvSpPr>
              <p:spPr>
                <a:xfrm>
                  <a:off x="378657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8" name="pg2388">
                  <a:extLst>
                    <a:ext uri="{FF2B5EF4-FFF2-40B4-BE49-F238E27FC236}">
                      <a16:creationId xmlns:a16="http://schemas.microsoft.com/office/drawing/2014/main" id="{ED1F4375-FFED-DDA2-9C3D-0F37750EE209}"/>
                    </a:ext>
                  </a:extLst>
                </p:cNvPr>
                <p:cNvSpPr/>
                <p:nvPr/>
              </p:nvSpPr>
              <p:spPr>
                <a:xfrm>
                  <a:off x="379821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89" name="pg2389">
                  <a:extLst>
                    <a:ext uri="{FF2B5EF4-FFF2-40B4-BE49-F238E27FC236}">
                      <a16:creationId xmlns:a16="http://schemas.microsoft.com/office/drawing/2014/main" id="{9582E39B-8162-C03E-4BB9-C4D181B0684D}"/>
                    </a:ext>
                  </a:extLst>
                </p:cNvPr>
                <p:cNvSpPr/>
                <p:nvPr/>
              </p:nvSpPr>
              <p:spPr>
                <a:xfrm>
                  <a:off x="3809851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F">
                    <a:alpha val="100000"/>
                  </a:srgbClr>
                </a:solidFill>
                <a:ln w="5420" cap="flat">
                  <a:solidFill>
                    <a:srgbClr val="8E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0" name="pg2390">
                  <a:extLst>
                    <a:ext uri="{FF2B5EF4-FFF2-40B4-BE49-F238E27FC236}">
                      <a16:creationId xmlns:a16="http://schemas.microsoft.com/office/drawing/2014/main" id="{C00A8439-B1FB-CA8B-2834-301D28E3A3C2}"/>
                    </a:ext>
                  </a:extLst>
                </p:cNvPr>
                <p:cNvSpPr/>
                <p:nvPr/>
              </p:nvSpPr>
              <p:spPr>
                <a:xfrm>
                  <a:off x="382148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6DEC2">
                    <a:alpha val="100000"/>
                  </a:srgbClr>
                </a:solidFill>
                <a:ln w="5420" cap="flat">
                  <a:solidFill>
                    <a:srgbClr val="96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1" name="pg2391">
                  <a:extLst>
                    <a:ext uri="{FF2B5EF4-FFF2-40B4-BE49-F238E27FC236}">
                      <a16:creationId xmlns:a16="http://schemas.microsoft.com/office/drawing/2014/main" id="{78FCEB25-3BEA-F026-86F9-35522F82E330}"/>
                    </a:ext>
                  </a:extLst>
                </p:cNvPr>
                <p:cNvSpPr/>
                <p:nvPr/>
              </p:nvSpPr>
              <p:spPr>
                <a:xfrm>
                  <a:off x="383312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9DFC3">
                    <a:alpha val="100000"/>
                  </a:srgbClr>
                </a:solidFill>
                <a:ln w="5420" cap="flat">
                  <a:solidFill>
                    <a:srgbClr val="99DF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2" name="pg2392">
                  <a:extLst>
                    <a:ext uri="{FF2B5EF4-FFF2-40B4-BE49-F238E27FC236}">
                      <a16:creationId xmlns:a16="http://schemas.microsoft.com/office/drawing/2014/main" id="{B7534FBA-4345-68FF-1FF6-E711381EA00E}"/>
                    </a:ext>
                  </a:extLst>
                </p:cNvPr>
                <p:cNvSpPr/>
                <p:nvPr/>
              </p:nvSpPr>
              <p:spPr>
                <a:xfrm>
                  <a:off x="3844763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9DFC3">
                    <a:alpha val="100000"/>
                  </a:srgbClr>
                </a:solidFill>
                <a:ln w="5420" cap="flat">
                  <a:solidFill>
                    <a:srgbClr val="99DFC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3" name="pg2393">
                  <a:extLst>
                    <a:ext uri="{FF2B5EF4-FFF2-40B4-BE49-F238E27FC236}">
                      <a16:creationId xmlns:a16="http://schemas.microsoft.com/office/drawing/2014/main" id="{485D1576-E66C-5188-4A82-BF8E5FE0D5FB}"/>
                    </a:ext>
                  </a:extLst>
                </p:cNvPr>
                <p:cNvSpPr/>
                <p:nvPr/>
              </p:nvSpPr>
              <p:spPr>
                <a:xfrm>
                  <a:off x="385640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7DEC2">
                    <a:alpha val="100000"/>
                  </a:srgbClr>
                </a:solidFill>
                <a:ln w="5420" cap="flat">
                  <a:solidFill>
                    <a:srgbClr val="97DEC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4" name="pg2394">
                  <a:extLst>
                    <a:ext uri="{FF2B5EF4-FFF2-40B4-BE49-F238E27FC236}">
                      <a16:creationId xmlns:a16="http://schemas.microsoft.com/office/drawing/2014/main" id="{EE7149E6-62A1-9B4C-8818-90A1371B168E}"/>
                    </a:ext>
                  </a:extLst>
                </p:cNvPr>
                <p:cNvSpPr/>
                <p:nvPr/>
              </p:nvSpPr>
              <p:spPr>
                <a:xfrm>
                  <a:off x="386803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2DCC0">
                    <a:alpha val="100000"/>
                  </a:srgbClr>
                </a:solidFill>
                <a:ln w="5420" cap="flat">
                  <a:solidFill>
                    <a:srgbClr val="92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5" name="pg2395">
                  <a:extLst>
                    <a:ext uri="{FF2B5EF4-FFF2-40B4-BE49-F238E27FC236}">
                      <a16:creationId xmlns:a16="http://schemas.microsoft.com/office/drawing/2014/main" id="{C6FDC216-A5AA-2FAA-1A5D-170C4E49FC60}"/>
                    </a:ext>
                  </a:extLst>
                </p:cNvPr>
                <p:cNvSpPr/>
                <p:nvPr/>
              </p:nvSpPr>
              <p:spPr>
                <a:xfrm>
                  <a:off x="3879675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BBD">
                    <a:alpha val="100000"/>
                  </a:srgbClr>
                </a:solidFill>
                <a:ln w="5420" cap="flat">
                  <a:solidFill>
                    <a:srgbClr val="8CDB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6" name="pg2396">
                  <a:extLst>
                    <a:ext uri="{FF2B5EF4-FFF2-40B4-BE49-F238E27FC236}">
                      <a16:creationId xmlns:a16="http://schemas.microsoft.com/office/drawing/2014/main" id="{A4E7E8BF-AAE7-0090-644C-61329BF998A7}"/>
                    </a:ext>
                  </a:extLst>
                </p:cNvPr>
                <p:cNvSpPr/>
                <p:nvPr/>
              </p:nvSpPr>
              <p:spPr>
                <a:xfrm>
                  <a:off x="389131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B">
                    <a:alpha val="100000"/>
                  </a:srgbClr>
                </a:solidFill>
                <a:ln w="5420" cap="flat">
                  <a:solidFill>
                    <a:srgbClr val="85D8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7" name="pg2397">
                  <a:extLst>
                    <a:ext uri="{FF2B5EF4-FFF2-40B4-BE49-F238E27FC236}">
                      <a16:creationId xmlns:a16="http://schemas.microsoft.com/office/drawing/2014/main" id="{A84D52C2-8F2A-BE93-6ED9-ADCE273C3647}"/>
                    </a:ext>
                  </a:extLst>
                </p:cNvPr>
                <p:cNvSpPr/>
                <p:nvPr/>
              </p:nvSpPr>
              <p:spPr>
                <a:xfrm>
                  <a:off x="390295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8" name="pg2398">
                  <a:extLst>
                    <a:ext uri="{FF2B5EF4-FFF2-40B4-BE49-F238E27FC236}">
                      <a16:creationId xmlns:a16="http://schemas.microsoft.com/office/drawing/2014/main" id="{38C44038-977F-3939-8E15-05450687367D}"/>
                    </a:ext>
                  </a:extLst>
                </p:cNvPr>
                <p:cNvSpPr/>
                <p:nvPr/>
              </p:nvSpPr>
              <p:spPr>
                <a:xfrm>
                  <a:off x="3914587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399" name="pg2399">
                  <a:extLst>
                    <a:ext uri="{FF2B5EF4-FFF2-40B4-BE49-F238E27FC236}">
                      <a16:creationId xmlns:a16="http://schemas.microsoft.com/office/drawing/2014/main" id="{4E368FAB-459F-3145-A388-48E3C54821FA}"/>
                    </a:ext>
                  </a:extLst>
                </p:cNvPr>
                <p:cNvSpPr/>
                <p:nvPr/>
              </p:nvSpPr>
              <p:spPr>
                <a:xfrm>
                  <a:off x="392622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0" name="pg2400">
                  <a:extLst>
                    <a:ext uri="{FF2B5EF4-FFF2-40B4-BE49-F238E27FC236}">
                      <a16:creationId xmlns:a16="http://schemas.microsoft.com/office/drawing/2014/main" id="{008A07C4-2F32-D87E-4A1C-8C963744C8B1}"/>
                    </a:ext>
                  </a:extLst>
                </p:cNvPr>
                <p:cNvSpPr/>
                <p:nvPr/>
              </p:nvSpPr>
              <p:spPr>
                <a:xfrm>
                  <a:off x="393786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CFAE">
                    <a:alpha val="100000"/>
                  </a:srgbClr>
                </a:solidFill>
                <a:ln w="5420" cap="flat">
                  <a:solidFill>
                    <a:srgbClr val="66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1" name="pg2401">
                  <a:extLst>
                    <a:ext uri="{FF2B5EF4-FFF2-40B4-BE49-F238E27FC236}">
                      <a16:creationId xmlns:a16="http://schemas.microsoft.com/office/drawing/2014/main" id="{B765BC06-5DC2-D693-585B-0586B1160D55}"/>
                    </a:ext>
                  </a:extLst>
                </p:cNvPr>
                <p:cNvSpPr/>
                <p:nvPr/>
              </p:nvSpPr>
              <p:spPr>
                <a:xfrm>
                  <a:off x="3949499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2" name="pg2402">
                  <a:extLst>
                    <a:ext uri="{FF2B5EF4-FFF2-40B4-BE49-F238E27FC236}">
                      <a16:creationId xmlns:a16="http://schemas.microsoft.com/office/drawing/2014/main" id="{87A36BB4-D276-7AFD-76D2-E8817A446996}"/>
                    </a:ext>
                  </a:extLst>
                </p:cNvPr>
                <p:cNvSpPr/>
                <p:nvPr/>
              </p:nvSpPr>
              <p:spPr>
                <a:xfrm>
                  <a:off x="396113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3" name="pg2403">
                  <a:extLst>
                    <a:ext uri="{FF2B5EF4-FFF2-40B4-BE49-F238E27FC236}">
                      <a16:creationId xmlns:a16="http://schemas.microsoft.com/office/drawing/2014/main" id="{CFED73D3-083F-50B1-1A6D-04BD62776FBE}"/>
                    </a:ext>
                  </a:extLst>
                </p:cNvPr>
                <p:cNvSpPr/>
                <p:nvPr/>
              </p:nvSpPr>
              <p:spPr>
                <a:xfrm>
                  <a:off x="397277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4" name="pg2404">
                  <a:extLst>
                    <a:ext uri="{FF2B5EF4-FFF2-40B4-BE49-F238E27FC236}">
                      <a16:creationId xmlns:a16="http://schemas.microsoft.com/office/drawing/2014/main" id="{EF131570-8BB4-C4D5-C253-C86FBCEA9092}"/>
                    </a:ext>
                  </a:extLst>
                </p:cNvPr>
                <p:cNvSpPr/>
                <p:nvPr/>
              </p:nvSpPr>
              <p:spPr>
                <a:xfrm>
                  <a:off x="3984411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5" name="pg2405">
                  <a:extLst>
                    <a:ext uri="{FF2B5EF4-FFF2-40B4-BE49-F238E27FC236}">
                      <a16:creationId xmlns:a16="http://schemas.microsoft.com/office/drawing/2014/main" id="{A40C5A27-32C3-5EBC-5A73-D2FA578E1BCA}"/>
                    </a:ext>
                  </a:extLst>
                </p:cNvPr>
                <p:cNvSpPr/>
                <p:nvPr/>
              </p:nvSpPr>
              <p:spPr>
                <a:xfrm>
                  <a:off x="399604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6" name="pg2406">
                  <a:extLst>
                    <a:ext uri="{FF2B5EF4-FFF2-40B4-BE49-F238E27FC236}">
                      <a16:creationId xmlns:a16="http://schemas.microsoft.com/office/drawing/2014/main" id="{E0EBD853-91AC-0E24-AE2B-68C4A6068B5D}"/>
                    </a:ext>
                  </a:extLst>
                </p:cNvPr>
                <p:cNvSpPr/>
                <p:nvPr/>
              </p:nvSpPr>
              <p:spPr>
                <a:xfrm>
                  <a:off x="400768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7" name="pg2407">
                  <a:extLst>
                    <a:ext uri="{FF2B5EF4-FFF2-40B4-BE49-F238E27FC236}">
                      <a16:creationId xmlns:a16="http://schemas.microsoft.com/office/drawing/2014/main" id="{22D50C76-E2F0-EB40-F8BE-57E430E045C7}"/>
                    </a:ext>
                  </a:extLst>
                </p:cNvPr>
                <p:cNvSpPr/>
                <p:nvPr/>
              </p:nvSpPr>
              <p:spPr>
                <a:xfrm>
                  <a:off x="4019323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8" name="pg2408">
                  <a:extLst>
                    <a:ext uri="{FF2B5EF4-FFF2-40B4-BE49-F238E27FC236}">
                      <a16:creationId xmlns:a16="http://schemas.microsoft.com/office/drawing/2014/main" id="{27977D9A-C6FB-C34F-3E0B-BF6E8B891CAE}"/>
                    </a:ext>
                  </a:extLst>
                </p:cNvPr>
                <p:cNvSpPr/>
                <p:nvPr/>
              </p:nvSpPr>
              <p:spPr>
                <a:xfrm>
                  <a:off x="403096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09" name="pg2409">
                  <a:extLst>
                    <a:ext uri="{FF2B5EF4-FFF2-40B4-BE49-F238E27FC236}">
                      <a16:creationId xmlns:a16="http://schemas.microsoft.com/office/drawing/2014/main" id="{D025226A-5C14-2581-F786-A9CC5D08B90B}"/>
                    </a:ext>
                  </a:extLst>
                </p:cNvPr>
                <p:cNvSpPr/>
                <p:nvPr/>
              </p:nvSpPr>
              <p:spPr>
                <a:xfrm>
                  <a:off x="404259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0" name="pg2410">
                  <a:extLst>
                    <a:ext uri="{FF2B5EF4-FFF2-40B4-BE49-F238E27FC236}">
                      <a16:creationId xmlns:a16="http://schemas.microsoft.com/office/drawing/2014/main" id="{0CE9E92B-27A8-40E9-87FD-38CE62694BF3}"/>
                    </a:ext>
                  </a:extLst>
                </p:cNvPr>
                <p:cNvSpPr/>
                <p:nvPr/>
              </p:nvSpPr>
              <p:spPr>
                <a:xfrm>
                  <a:off x="4054235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1" name="pg2411">
                  <a:extLst>
                    <a:ext uri="{FF2B5EF4-FFF2-40B4-BE49-F238E27FC236}">
                      <a16:creationId xmlns:a16="http://schemas.microsoft.com/office/drawing/2014/main" id="{826D99EC-25B4-CD71-B603-86E829E917F1}"/>
                    </a:ext>
                  </a:extLst>
                </p:cNvPr>
                <p:cNvSpPr/>
                <p:nvPr/>
              </p:nvSpPr>
              <p:spPr>
                <a:xfrm>
                  <a:off x="406587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2" name="pg2412">
                  <a:extLst>
                    <a:ext uri="{FF2B5EF4-FFF2-40B4-BE49-F238E27FC236}">
                      <a16:creationId xmlns:a16="http://schemas.microsoft.com/office/drawing/2014/main" id="{BC1E1DEB-DBFF-0288-8DF9-355F49362E6A}"/>
                    </a:ext>
                  </a:extLst>
                </p:cNvPr>
                <p:cNvSpPr/>
                <p:nvPr/>
              </p:nvSpPr>
              <p:spPr>
                <a:xfrm>
                  <a:off x="407751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3" name="pg2413">
                  <a:extLst>
                    <a:ext uri="{FF2B5EF4-FFF2-40B4-BE49-F238E27FC236}">
                      <a16:creationId xmlns:a16="http://schemas.microsoft.com/office/drawing/2014/main" id="{E8430979-71C0-AE51-D1CF-AD054A324F09}"/>
                    </a:ext>
                  </a:extLst>
                </p:cNvPr>
                <p:cNvSpPr/>
                <p:nvPr/>
              </p:nvSpPr>
              <p:spPr>
                <a:xfrm>
                  <a:off x="4089147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4" name="pg2414">
                  <a:extLst>
                    <a:ext uri="{FF2B5EF4-FFF2-40B4-BE49-F238E27FC236}">
                      <a16:creationId xmlns:a16="http://schemas.microsoft.com/office/drawing/2014/main" id="{6F7C3D48-155A-C5DA-1CBA-0ED737AA9EB2}"/>
                    </a:ext>
                  </a:extLst>
                </p:cNvPr>
                <p:cNvSpPr/>
                <p:nvPr/>
              </p:nvSpPr>
              <p:spPr>
                <a:xfrm>
                  <a:off x="410078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5" name="pg2415">
                  <a:extLst>
                    <a:ext uri="{FF2B5EF4-FFF2-40B4-BE49-F238E27FC236}">
                      <a16:creationId xmlns:a16="http://schemas.microsoft.com/office/drawing/2014/main" id="{BDD0D084-6899-E0A0-6A05-768ED8F5CB86}"/>
                    </a:ext>
                  </a:extLst>
                </p:cNvPr>
                <p:cNvSpPr/>
                <p:nvPr/>
              </p:nvSpPr>
              <p:spPr>
                <a:xfrm>
                  <a:off x="411242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6" name="pg2416">
                  <a:extLst>
                    <a:ext uri="{FF2B5EF4-FFF2-40B4-BE49-F238E27FC236}">
                      <a16:creationId xmlns:a16="http://schemas.microsoft.com/office/drawing/2014/main" id="{43C465EC-8E11-BE5D-E307-D432A6F2424D}"/>
                    </a:ext>
                  </a:extLst>
                </p:cNvPr>
                <p:cNvSpPr/>
                <p:nvPr/>
              </p:nvSpPr>
              <p:spPr>
                <a:xfrm>
                  <a:off x="4124059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7" name="pg2417">
                  <a:extLst>
                    <a:ext uri="{FF2B5EF4-FFF2-40B4-BE49-F238E27FC236}">
                      <a16:creationId xmlns:a16="http://schemas.microsoft.com/office/drawing/2014/main" id="{37063BAE-E7AC-7902-B862-08187095DFDE}"/>
                    </a:ext>
                  </a:extLst>
                </p:cNvPr>
                <p:cNvSpPr/>
                <p:nvPr/>
              </p:nvSpPr>
              <p:spPr>
                <a:xfrm>
                  <a:off x="4135696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2">
                    <a:alpha val="100000"/>
                  </a:srgbClr>
                </a:solidFill>
                <a:ln w="5420" cap="flat">
                  <a:solidFill>
                    <a:srgbClr val="72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8" name="pg2418">
                  <a:extLst>
                    <a:ext uri="{FF2B5EF4-FFF2-40B4-BE49-F238E27FC236}">
                      <a16:creationId xmlns:a16="http://schemas.microsoft.com/office/drawing/2014/main" id="{7509A88D-4F2D-B622-03F9-6021F2F74ED4}"/>
                    </a:ext>
                  </a:extLst>
                </p:cNvPr>
                <p:cNvSpPr/>
                <p:nvPr/>
              </p:nvSpPr>
              <p:spPr>
                <a:xfrm>
                  <a:off x="414733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19" name="pg2419">
                  <a:extLst>
                    <a:ext uri="{FF2B5EF4-FFF2-40B4-BE49-F238E27FC236}">
                      <a16:creationId xmlns:a16="http://schemas.microsoft.com/office/drawing/2014/main" id="{2CDB7425-3A32-E313-0386-4AD7BCC11996}"/>
                    </a:ext>
                  </a:extLst>
                </p:cNvPr>
                <p:cNvSpPr/>
                <p:nvPr/>
              </p:nvSpPr>
              <p:spPr>
                <a:xfrm>
                  <a:off x="4263707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0" name="pg2420">
                  <a:extLst>
                    <a:ext uri="{FF2B5EF4-FFF2-40B4-BE49-F238E27FC236}">
                      <a16:creationId xmlns:a16="http://schemas.microsoft.com/office/drawing/2014/main" id="{59CD318F-D544-652C-A789-B28A3CC28DA7}"/>
                    </a:ext>
                  </a:extLst>
                </p:cNvPr>
                <p:cNvSpPr/>
                <p:nvPr/>
              </p:nvSpPr>
              <p:spPr>
                <a:xfrm>
                  <a:off x="4275344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1" name="pg2421">
                  <a:extLst>
                    <a:ext uri="{FF2B5EF4-FFF2-40B4-BE49-F238E27FC236}">
                      <a16:creationId xmlns:a16="http://schemas.microsoft.com/office/drawing/2014/main" id="{E8F62B55-1510-4D48-2A2D-BC0E78948B49}"/>
                    </a:ext>
                  </a:extLst>
                </p:cNvPr>
                <p:cNvSpPr/>
                <p:nvPr/>
              </p:nvSpPr>
              <p:spPr>
                <a:xfrm>
                  <a:off x="428698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2" name="pg2422">
                  <a:extLst>
                    <a:ext uri="{FF2B5EF4-FFF2-40B4-BE49-F238E27FC236}">
                      <a16:creationId xmlns:a16="http://schemas.microsoft.com/office/drawing/2014/main" id="{0D6097B5-09BB-4184-EC9B-4ACFEBE95261}"/>
                    </a:ext>
                  </a:extLst>
                </p:cNvPr>
                <p:cNvSpPr/>
                <p:nvPr/>
              </p:nvSpPr>
              <p:spPr>
                <a:xfrm>
                  <a:off x="4298619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3" name="pg2423">
                  <a:extLst>
                    <a:ext uri="{FF2B5EF4-FFF2-40B4-BE49-F238E27FC236}">
                      <a16:creationId xmlns:a16="http://schemas.microsoft.com/office/drawing/2014/main" id="{A04498ED-3861-07CD-7D53-0077ED7011CF}"/>
                    </a:ext>
                  </a:extLst>
                </p:cNvPr>
                <p:cNvSpPr/>
                <p:nvPr/>
              </p:nvSpPr>
              <p:spPr>
                <a:xfrm>
                  <a:off x="455464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4" name="pg2424">
                  <a:extLst>
                    <a:ext uri="{FF2B5EF4-FFF2-40B4-BE49-F238E27FC236}">
                      <a16:creationId xmlns:a16="http://schemas.microsoft.com/office/drawing/2014/main" id="{44C4C3AD-1991-4F90-715B-26041296FC8D}"/>
                    </a:ext>
                  </a:extLst>
                </p:cNvPr>
                <p:cNvSpPr/>
                <p:nvPr/>
              </p:nvSpPr>
              <p:spPr>
                <a:xfrm>
                  <a:off x="4566278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5" name="pg2425">
                  <a:extLst>
                    <a:ext uri="{FF2B5EF4-FFF2-40B4-BE49-F238E27FC236}">
                      <a16:creationId xmlns:a16="http://schemas.microsoft.com/office/drawing/2014/main" id="{18416AD3-D949-54B4-7050-CD4ACA7D795B}"/>
                    </a:ext>
                  </a:extLst>
                </p:cNvPr>
                <p:cNvSpPr/>
                <p:nvPr/>
              </p:nvSpPr>
              <p:spPr>
                <a:xfrm>
                  <a:off x="4577915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7">
                    <a:alpha val="100000"/>
                  </a:srgbClr>
                </a:solidFill>
                <a:ln w="5420" cap="flat">
                  <a:solidFill>
                    <a:srgbClr val="3690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6" name="pg2426">
                  <a:extLst>
                    <a:ext uri="{FF2B5EF4-FFF2-40B4-BE49-F238E27FC236}">
                      <a16:creationId xmlns:a16="http://schemas.microsoft.com/office/drawing/2014/main" id="{C98CDD01-EBB0-B6E4-E4E7-54847EF49B3D}"/>
                    </a:ext>
                  </a:extLst>
                </p:cNvPr>
                <p:cNvSpPr/>
                <p:nvPr/>
              </p:nvSpPr>
              <p:spPr>
                <a:xfrm>
                  <a:off x="4589552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0A8">
                    <a:alpha val="100000"/>
                  </a:srgbClr>
                </a:solidFill>
                <a:ln w="5420" cap="flat">
                  <a:solidFill>
                    <a:srgbClr val="3690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7" name="pg2427">
                  <a:extLst>
                    <a:ext uri="{FF2B5EF4-FFF2-40B4-BE49-F238E27FC236}">
                      <a16:creationId xmlns:a16="http://schemas.microsoft.com/office/drawing/2014/main" id="{29ED7EA5-B3C3-4208-DFB1-DC2FAA8C508E}"/>
                    </a:ext>
                  </a:extLst>
                </p:cNvPr>
                <p:cNvSpPr/>
                <p:nvPr/>
              </p:nvSpPr>
              <p:spPr>
                <a:xfrm>
                  <a:off x="4601190" y="470989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8" name="pg2428">
                  <a:extLst>
                    <a:ext uri="{FF2B5EF4-FFF2-40B4-BE49-F238E27FC236}">
                      <a16:creationId xmlns:a16="http://schemas.microsoft.com/office/drawing/2014/main" id="{9CB2EE53-C289-B15A-08A2-9B01B69B3CA4}"/>
                    </a:ext>
                  </a:extLst>
                </p:cNvPr>
                <p:cNvSpPr/>
                <p:nvPr/>
              </p:nvSpPr>
              <p:spPr>
                <a:xfrm>
                  <a:off x="325125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29" name="pg2429">
                  <a:extLst>
                    <a:ext uri="{FF2B5EF4-FFF2-40B4-BE49-F238E27FC236}">
                      <a16:creationId xmlns:a16="http://schemas.microsoft.com/office/drawing/2014/main" id="{85486857-AA29-C565-664B-1DDDFAD74D79}"/>
                    </a:ext>
                  </a:extLst>
                </p:cNvPr>
                <p:cNvSpPr/>
                <p:nvPr/>
              </p:nvSpPr>
              <p:spPr>
                <a:xfrm>
                  <a:off x="3262897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0" name="pg2430">
                  <a:extLst>
                    <a:ext uri="{FF2B5EF4-FFF2-40B4-BE49-F238E27FC236}">
                      <a16:creationId xmlns:a16="http://schemas.microsoft.com/office/drawing/2014/main" id="{E76DA9C6-CF00-CF8D-4459-23FBE3961CB1}"/>
                    </a:ext>
                  </a:extLst>
                </p:cNvPr>
                <p:cNvSpPr/>
                <p:nvPr/>
              </p:nvSpPr>
              <p:spPr>
                <a:xfrm>
                  <a:off x="360037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1" name="pg2431">
                  <a:extLst>
                    <a:ext uri="{FF2B5EF4-FFF2-40B4-BE49-F238E27FC236}">
                      <a16:creationId xmlns:a16="http://schemas.microsoft.com/office/drawing/2014/main" id="{3E69E5D9-7D81-8504-3842-B2D6E0D30A64}"/>
                    </a:ext>
                  </a:extLst>
                </p:cNvPr>
                <p:cNvSpPr/>
                <p:nvPr/>
              </p:nvSpPr>
              <p:spPr>
                <a:xfrm>
                  <a:off x="361201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2" name="pg2432">
                  <a:extLst>
                    <a:ext uri="{FF2B5EF4-FFF2-40B4-BE49-F238E27FC236}">
                      <a16:creationId xmlns:a16="http://schemas.microsoft.com/office/drawing/2014/main" id="{BC44598A-EAFD-D977-744D-6B1FAD9C0D7B}"/>
                    </a:ext>
                  </a:extLst>
                </p:cNvPr>
                <p:cNvSpPr/>
                <p:nvPr/>
              </p:nvSpPr>
              <p:spPr>
                <a:xfrm>
                  <a:off x="362365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3" name="pg2433">
                  <a:extLst>
                    <a:ext uri="{FF2B5EF4-FFF2-40B4-BE49-F238E27FC236}">
                      <a16:creationId xmlns:a16="http://schemas.microsoft.com/office/drawing/2014/main" id="{CBD97D82-23A3-ECF6-4E4D-9E64251B67E1}"/>
                    </a:ext>
                  </a:extLst>
                </p:cNvPr>
                <p:cNvSpPr/>
                <p:nvPr/>
              </p:nvSpPr>
              <p:spPr>
                <a:xfrm>
                  <a:off x="3635291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4" name="pg2434">
                  <a:extLst>
                    <a:ext uri="{FF2B5EF4-FFF2-40B4-BE49-F238E27FC236}">
                      <a16:creationId xmlns:a16="http://schemas.microsoft.com/office/drawing/2014/main" id="{9EA26E0E-22C3-592C-9752-31238F281913}"/>
                    </a:ext>
                  </a:extLst>
                </p:cNvPr>
                <p:cNvSpPr/>
                <p:nvPr/>
              </p:nvSpPr>
              <p:spPr>
                <a:xfrm>
                  <a:off x="364692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5" name="pg2435">
                  <a:extLst>
                    <a:ext uri="{FF2B5EF4-FFF2-40B4-BE49-F238E27FC236}">
                      <a16:creationId xmlns:a16="http://schemas.microsoft.com/office/drawing/2014/main" id="{77E79DC6-6CC2-10BA-81E7-095B0D3F6D8D}"/>
                    </a:ext>
                  </a:extLst>
                </p:cNvPr>
                <p:cNvSpPr/>
                <p:nvPr/>
              </p:nvSpPr>
              <p:spPr>
                <a:xfrm>
                  <a:off x="365856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6" name="pg2436">
                  <a:extLst>
                    <a:ext uri="{FF2B5EF4-FFF2-40B4-BE49-F238E27FC236}">
                      <a16:creationId xmlns:a16="http://schemas.microsoft.com/office/drawing/2014/main" id="{5B339D9F-EAD1-578A-C275-26985B7DFB18}"/>
                    </a:ext>
                  </a:extLst>
                </p:cNvPr>
                <p:cNvSpPr/>
                <p:nvPr/>
              </p:nvSpPr>
              <p:spPr>
                <a:xfrm>
                  <a:off x="3670203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7" name="pg2437">
                  <a:extLst>
                    <a:ext uri="{FF2B5EF4-FFF2-40B4-BE49-F238E27FC236}">
                      <a16:creationId xmlns:a16="http://schemas.microsoft.com/office/drawing/2014/main" id="{DF6FD202-3E4B-3003-772C-DEDC6A623BA0}"/>
                    </a:ext>
                  </a:extLst>
                </p:cNvPr>
                <p:cNvSpPr/>
                <p:nvPr/>
              </p:nvSpPr>
              <p:spPr>
                <a:xfrm>
                  <a:off x="368184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8" name="pg2438">
                  <a:extLst>
                    <a:ext uri="{FF2B5EF4-FFF2-40B4-BE49-F238E27FC236}">
                      <a16:creationId xmlns:a16="http://schemas.microsoft.com/office/drawing/2014/main" id="{03832D01-F080-FEBD-7061-CBC84BFA4670}"/>
                    </a:ext>
                  </a:extLst>
                </p:cNvPr>
                <p:cNvSpPr/>
                <p:nvPr/>
              </p:nvSpPr>
              <p:spPr>
                <a:xfrm>
                  <a:off x="369347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39" name="pg2439">
                  <a:extLst>
                    <a:ext uri="{FF2B5EF4-FFF2-40B4-BE49-F238E27FC236}">
                      <a16:creationId xmlns:a16="http://schemas.microsoft.com/office/drawing/2014/main" id="{BF23A55A-1552-346A-1CA6-FA4F8759FC5A}"/>
                    </a:ext>
                  </a:extLst>
                </p:cNvPr>
                <p:cNvSpPr/>
                <p:nvPr/>
              </p:nvSpPr>
              <p:spPr>
                <a:xfrm>
                  <a:off x="3705115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0" name="pg2440">
                  <a:extLst>
                    <a:ext uri="{FF2B5EF4-FFF2-40B4-BE49-F238E27FC236}">
                      <a16:creationId xmlns:a16="http://schemas.microsoft.com/office/drawing/2014/main" id="{34AC32FF-D4A1-E0B2-AE63-E8D5EF95A891}"/>
                    </a:ext>
                  </a:extLst>
                </p:cNvPr>
                <p:cNvSpPr/>
                <p:nvPr/>
              </p:nvSpPr>
              <p:spPr>
                <a:xfrm>
                  <a:off x="371675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1" name="pg2441">
                  <a:extLst>
                    <a:ext uri="{FF2B5EF4-FFF2-40B4-BE49-F238E27FC236}">
                      <a16:creationId xmlns:a16="http://schemas.microsoft.com/office/drawing/2014/main" id="{11151F14-6C92-D4ED-297C-833C0D3DA6C7}"/>
                    </a:ext>
                  </a:extLst>
                </p:cNvPr>
                <p:cNvSpPr/>
                <p:nvPr/>
              </p:nvSpPr>
              <p:spPr>
                <a:xfrm>
                  <a:off x="372839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2" name="pg2442">
                  <a:extLst>
                    <a:ext uri="{FF2B5EF4-FFF2-40B4-BE49-F238E27FC236}">
                      <a16:creationId xmlns:a16="http://schemas.microsoft.com/office/drawing/2014/main" id="{A25207CE-64A1-3820-1952-E79DE90811AC}"/>
                    </a:ext>
                  </a:extLst>
                </p:cNvPr>
                <p:cNvSpPr/>
                <p:nvPr/>
              </p:nvSpPr>
              <p:spPr>
                <a:xfrm>
                  <a:off x="3740027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3" name="pg2443">
                  <a:extLst>
                    <a:ext uri="{FF2B5EF4-FFF2-40B4-BE49-F238E27FC236}">
                      <a16:creationId xmlns:a16="http://schemas.microsoft.com/office/drawing/2014/main" id="{C668628D-240F-6461-E481-B6F2D066C319}"/>
                    </a:ext>
                  </a:extLst>
                </p:cNvPr>
                <p:cNvSpPr/>
                <p:nvPr/>
              </p:nvSpPr>
              <p:spPr>
                <a:xfrm>
                  <a:off x="375166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4" name="pg2444">
                  <a:extLst>
                    <a:ext uri="{FF2B5EF4-FFF2-40B4-BE49-F238E27FC236}">
                      <a16:creationId xmlns:a16="http://schemas.microsoft.com/office/drawing/2014/main" id="{C3A111A8-7B91-363D-3034-190CFA2304EE}"/>
                    </a:ext>
                  </a:extLst>
                </p:cNvPr>
                <p:cNvSpPr/>
                <p:nvPr/>
              </p:nvSpPr>
              <p:spPr>
                <a:xfrm>
                  <a:off x="376330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5" name="pg2445">
                  <a:extLst>
                    <a:ext uri="{FF2B5EF4-FFF2-40B4-BE49-F238E27FC236}">
                      <a16:creationId xmlns:a16="http://schemas.microsoft.com/office/drawing/2014/main" id="{7E0945E9-3CD9-440A-1502-07466C883D94}"/>
                    </a:ext>
                  </a:extLst>
                </p:cNvPr>
                <p:cNvSpPr/>
                <p:nvPr/>
              </p:nvSpPr>
              <p:spPr>
                <a:xfrm>
                  <a:off x="377493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6" name="pg2446">
                  <a:extLst>
                    <a:ext uri="{FF2B5EF4-FFF2-40B4-BE49-F238E27FC236}">
                      <a16:creationId xmlns:a16="http://schemas.microsoft.com/office/drawing/2014/main" id="{4F60A191-411C-DB00-C9EE-A20C262C6940}"/>
                    </a:ext>
                  </a:extLst>
                </p:cNvPr>
                <p:cNvSpPr/>
                <p:nvPr/>
              </p:nvSpPr>
              <p:spPr>
                <a:xfrm>
                  <a:off x="378657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2CEAD">
                    <a:alpha val="100000"/>
                  </a:srgbClr>
                </a:solidFill>
                <a:ln w="5420" cap="flat">
                  <a:solidFill>
                    <a:srgbClr val="62CE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7" name="pg2447">
                  <a:extLst>
                    <a:ext uri="{FF2B5EF4-FFF2-40B4-BE49-F238E27FC236}">
                      <a16:creationId xmlns:a16="http://schemas.microsoft.com/office/drawing/2014/main" id="{9DBB7B36-0157-ECF7-8C33-0C54A8F6F303}"/>
                    </a:ext>
                  </a:extLst>
                </p:cNvPr>
                <p:cNvSpPr/>
                <p:nvPr/>
              </p:nvSpPr>
              <p:spPr>
                <a:xfrm>
                  <a:off x="379821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8" name="pg2448">
                  <a:extLst>
                    <a:ext uri="{FF2B5EF4-FFF2-40B4-BE49-F238E27FC236}">
                      <a16:creationId xmlns:a16="http://schemas.microsoft.com/office/drawing/2014/main" id="{9E98A085-09E0-46BE-D627-F087B840477C}"/>
                    </a:ext>
                  </a:extLst>
                </p:cNvPr>
                <p:cNvSpPr/>
                <p:nvPr/>
              </p:nvSpPr>
              <p:spPr>
                <a:xfrm>
                  <a:off x="3809851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49" name="pg2449">
                  <a:extLst>
                    <a:ext uri="{FF2B5EF4-FFF2-40B4-BE49-F238E27FC236}">
                      <a16:creationId xmlns:a16="http://schemas.microsoft.com/office/drawing/2014/main" id="{678C2E3D-2510-ADA3-8A85-D87DF219D99C}"/>
                    </a:ext>
                  </a:extLst>
                </p:cNvPr>
                <p:cNvSpPr/>
                <p:nvPr/>
              </p:nvSpPr>
              <p:spPr>
                <a:xfrm>
                  <a:off x="382148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0DCBF">
                    <a:alpha val="100000"/>
                  </a:srgbClr>
                </a:solidFill>
                <a:ln w="5420" cap="flat">
                  <a:solidFill>
                    <a:srgbClr val="90DC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0" name="pg2450">
                  <a:extLst>
                    <a:ext uri="{FF2B5EF4-FFF2-40B4-BE49-F238E27FC236}">
                      <a16:creationId xmlns:a16="http://schemas.microsoft.com/office/drawing/2014/main" id="{D66E5934-5DD6-B278-3861-A53A3576AAFE}"/>
                    </a:ext>
                  </a:extLst>
                </p:cNvPr>
                <p:cNvSpPr/>
                <p:nvPr/>
              </p:nvSpPr>
              <p:spPr>
                <a:xfrm>
                  <a:off x="383312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1" name="pg2451">
                  <a:extLst>
                    <a:ext uri="{FF2B5EF4-FFF2-40B4-BE49-F238E27FC236}">
                      <a16:creationId xmlns:a16="http://schemas.microsoft.com/office/drawing/2014/main" id="{6E37D1C3-A3AA-8FF1-0E0D-16FDB0957EA6}"/>
                    </a:ext>
                  </a:extLst>
                </p:cNvPr>
                <p:cNvSpPr/>
                <p:nvPr/>
              </p:nvSpPr>
              <p:spPr>
                <a:xfrm>
                  <a:off x="3844763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4DDC1">
                    <a:alpha val="100000"/>
                  </a:srgbClr>
                </a:solidFill>
                <a:ln w="5420" cap="flat">
                  <a:solidFill>
                    <a:srgbClr val="94DDC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2" name="pg2452">
                  <a:extLst>
                    <a:ext uri="{FF2B5EF4-FFF2-40B4-BE49-F238E27FC236}">
                      <a16:creationId xmlns:a16="http://schemas.microsoft.com/office/drawing/2014/main" id="{1CA6167E-7816-D192-75CE-A6F624115B1D}"/>
                    </a:ext>
                  </a:extLst>
                </p:cNvPr>
                <p:cNvSpPr/>
                <p:nvPr/>
              </p:nvSpPr>
              <p:spPr>
                <a:xfrm>
                  <a:off x="385640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92DCC0">
                    <a:alpha val="100000"/>
                  </a:srgbClr>
                </a:solidFill>
                <a:ln w="5420" cap="flat">
                  <a:solidFill>
                    <a:srgbClr val="92DCC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3" name="pg2453">
                  <a:extLst>
                    <a:ext uri="{FF2B5EF4-FFF2-40B4-BE49-F238E27FC236}">
                      <a16:creationId xmlns:a16="http://schemas.microsoft.com/office/drawing/2014/main" id="{C4125121-E1A1-FA10-0C60-64F83DD1EB65}"/>
                    </a:ext>
                  </a:extLst>
                </p:cNvPr>
                <p:cNvSpPr/>
                <p:nvPr/>
              </p:nvSpPr>
              <p:spPr>
                <a:xfrm>
                  <a:off x="386803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E">
                    <a:alpha val="100000"/>
                  </a:srgbClr>
                </a:solidFill>
                <a:ln w="5420" cap="flat">
                  <a:solidFill>
                    <a:srgbClr val="8E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4" name="pg2454">
                  <a:extLst>
                    <a:ext uri="{FF2B5EF4-FFF2-40B4-BE49-F238E27FC236}">
                      <a16:creationId xmlns:a16="http://schemas.microsoft.com/office/drawing/2014/main" id="{8474216C-A724-ABAD-A510-6F1087786D63}"/>
                    </a:ext>
                  </a:extLst>
                </p:cNvPr>
                <p:cNvSpPr/>
                <p:nvPr/>
              </p:nvSpPr>
              <p:spPr>
                <a:xfrm>
                  <a:off x="3879675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5" name="pg2455">
                  <a:extLst>
                    <a:ext uri="{FF2B5EF4-FFF2-40B4-BE49-F238E27FC236}">
                      <a16:creationId xmlns:a16="http://schemas.microsoft.com/office/drawing/2014/main" id="{49638D57-BE19-141E-5548-90FFBAA0610C}"/>
                    </a:ext>
                  </a:extLst>
                </p:cNvPr>
                <p:cNvSpPr/>
                <p:nvPr/>
              </p:nvSpPr>
              <p:spPr>
                <a:xfrm>
                  <a:off x="389131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6" name="pg2456">
                  <a:extLst>
                    <a:ext uri="{FF2B5EF4-FFF2-40B4-BE49-F238E27FC236}">
                      <a16:creationId xmlns:a16="http://schemas.microsoft.com/office/drawing/2014/main" id="{BD756484-DDC9-9BC9-FC7F-BCE7422FF3F7}"/>
                    </a:ext>
                  </a:extLst>
                </p:cNvPr>
                <p:cNvSpPr/>
                <p:nvPr/>
              </p:nvSpPr>
              <p:spPr>
                <a:xfrm>
                  <a:off x="390295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7" name="pg2457">
                  <a:extLst>
                    <a:ext uri="{FF2B5EF4-FFF2-40B4-BE49-F238E27FC236}">
                      <a16:creationId xmlns:a16="http://schemas.microsoft.com/office/drawing/2014/main" id="{02DB2738-787B-443F-F689-C3A1A58834E1}"/>
                    </a:ext>
                  </a:extLst>
                </p:cNvPr>
                <p:cNvSpPr/>
                <p:nvPr/>
              </p:nvSpPr>
              <p:spPr>
                <a:xfrm>
                  <a:off x="3914587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8" name="pg2458">
                  <a:extLst>
                    <a:ext uri="{FF2B5EF4-FFF2-40B4-BE49-F238E27FC236}">
                      <a16:creationId xmlns:a16="http://schemas.microsoft.com/office/drawing/2014/main" id="{8ECEC83B-A90B-BAEE-59E9-34BC8126EB6E}"/>
                    </a:ext>
                  </a:extLst>
                </p:cNvPr>
                <p:cNvSpPr/>
                <p:nvPr/>
              </p:nvSpPr>
              <p:spPr>
                <a:xfrm>
                  <a:off x="392622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59" name="pg2459">
                  <a:extLst>
                    <a:ext uri="{FF2B5EF4-FFF2-40B4-BE49-F238E27FC236}">
                      <a16:creationId xmlns:a16="http://schemas.microsoft.com/office/drawing/2014/main" id="{569DB4E1-617E-AB72-8C0F-1BB89FF6896F}"/>
                    </a:ext>
                  </a:extLst>
                </p:cNvPr>
                <p:cNvSpPr/>
                <p:nvPr/>
              </p:nvSpPr>
              <p:spPr>
                <a:xfrm>
                  <a:off x="393786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E">
                    <a:alpha val="100000"/>
                  </a:srgbClr>
                </a:solidFill>
                <a:ln w="5420" cap="flat">
                  <a:solidFill>
                    <a:srgbClr val="64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0" name="pg2460">
                  <a:extLst>
                    <a:ext uri="{FF2B5EF4-FFF2-40B4-BE49-F238E27FC236}">
                      <a16:creationId xmlns:a16="http://schemas.microsoft.com/office/drawing/2014/main" id="{76E7AAD4-F1A8-EB83-BD41-FD04FE2204F3}"/>
                    </a:ext>
                  </a:extLst>
                </p:cNvPr>
                <p:cNvSpPr/>
                <p:nvPr/>
              </p:nvSpPr>
              <p:spPr>
                <a:xfrm>
                  <a:off x="394949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1" name="pg2461">
                  <a:extLst>
                    <a:ext uri="{FF2B5EF4-FFF2-40B4-BE49-F238E27FC236}">
                      <a16:creationId xmlns:a16="http://schemas.microsoft.com/office/drawing/2014/main" id="{0EFEC221-3729-ADA7-0359-858C97522C49}"/>
                    </a:ext>
                  </a:extLst>
                </p:cNvPr>
                <p:cNvSpPr/>
                <p:nvPr/>
              </p:nvSpPr>
              <p:spPr>
                <a:xfrm>
                  <a:off x="396113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2" name="pg2462">
                  <a:extLst>
                    <a:ext uri="{FF2B5EF4-FFF2-40B4-BE49-F238E27FC236}">
                      <a16:creationId xmlns:a16="http://schemas.microsoft.com/office/drawing/2014/main" id="{27451B7F-5BD2-0040-9CAE-0A617A233D7D}"/>
                    </a:ext>
                  </a:extLst>
                </p:cNvPr>
                <p:cNvSpPr/>
                <p:nvPr/>
              </p:nvSpPr>
              <p:spPr>
                <a:xfrm>
                  <a:off x="397277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3" name="pg2463">
                  <a:extLst>
                    <a:ext uri="{FF2B5EF4-FFF2-40B4-BE49-F238E27FC236}">
                      <a16:creationId xmlns:a16="http://schemas.microsoft.com/office/drawing/2014/main" id="{A3926530-8987-DED1-9D2B-123549441880}"/>
                    </a:ext>
                  </a:extLst>
                </p:cNvPr>
                <p:cNvSpPr/>
                <p:nvPr/>
              </p:nvSpPr>
              <p:spPr>
                <a:xfrm>
                  <a:off x="3984411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4" name="pg2464">
                  <a:extLst>
                    <a:ext uri="{FF2B5EF4-FFF2-40B4-BE49-F238E27FC236}">
                      <a16:creationId xmlns:a16="http://schemas.microsoft.com/office/drawing/2014/main" id="{DDF07749-13AB-E0A8-8090-413485263589}"/>
                    </a:ext>
                  </a:extLst>
                </p:cNvPr>
                <p:cNvSpPr/>
                <p:nvPr/>
              </p:nvSpPr>
              <p:spPr>
                <a:xfrm>
                  <a:off x="399604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5" name="pg2465">
                  <a:extLst>
                    <a:ext uri="{FF2B5EF4-FFF2-40B4-BE49-F238E27FC236}">
                      <a16:creationId xmlns:a16="http://schemas.microsoft.com/office/drawing/2014/main" id="{C5E4C1AE-439C-2CB3-99F4-E2E81F3F8371}"/>
                    </a:ext>
                  </a:extLst>
                </p:cNvPr>
                <p:cNvSpPr/>
                <p:nvPr/>
              </p:nvSpPr>
              <p:spPr>
                <a:xfrm>
                  <a:off x="400768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6" name="pg2466">
                  <a:extLst>
                    <a:ext uri="{FF2B5EF4-FFF2-40B4-BE49-F238E27FC236}">
                      <a16:creationId xmlns:a16="http://schemas.microsoft.com/office/drawing/2014/main" id="{0FF1E5E0-EB01-BF26-B02E-DB3EBB341ED2}"/>
                    </a:ext>
                  </a:extLst>
                </p:cNvPr>
                <p:cNvSpPr/>
                <p:nvPr/>
              </p:nvSpPr>
              <p:spPr>
                <a:xfrm>
                  <a:off x="4019323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7" name="pg2467">
                  <a:extLst>
                    <a:ext uri="{FF2B5EF4-FFF2-40B4-BE49-F238E27FC236}">
                      <a16:creationId xmlns:a16="http://schemas.microsoft.com/office/drawing/2014/main" id="{0D8E1377-E9C5-4AC7-A41B-CFF5629F85DE}"/>
                    </a:ext>
                  </a:extLst>
                </p:cNvPr>
                <p:cNvSpPr/>
                <p:nvPr/>
              </p:nvSpPr>
              <p:spPr>
                <a:xfrm>
                  <a:off x="403096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8" name="pg2468">
                  <a:extLst>
                    <a:ext uri="{FF2B5EF4-FFF2-40B4-BE49-F238E27FC236}">
                      <a16:creationId xmlns:a16="http://schemas.microsoft.com/office/drawing/2014/main" id="{2C9D461B-DA62-0362-0BE2-9E6CC863448C}"/>
                    </a:ext>
                  </a:extLst>
                </p:cNvPr>
                <p:cNvSpPr/>
                <p:nvPr/>
              </p:nvSpPr>
              <p:spPr>
                <a:xfrm>
                  <a:off x="404259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69" name="pg2469">
                  <a:extLst>
                    <a:ext uri="{FF2B5EF4-FFF2-40B4-BE49-F238E27FC236}">
                      <a16:creationId xmlns:a16="http://schemas.microsoft.com/office/drawing/2014/main" id="{0E847689-5DAA-2360-EB6B-0AF92C5945DE}"/>
                    </a:ext>
                  </a:extLst>
                </p:cNvPr>
                <p:cNvSpPr/>
                <p:nvPr/>
              </p:nvSpPr>
              <p:spPr>
                <a:xfrm>
                  <a:off x="4054235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0" name="pg2470">
                  <a:extLst>
                    <a:ext uri="{FF2B5EF4-FFF2-40B4-BE49-F238E27FC236}">
                      <a16:creationId xmlns:a16="http://schemas.microsoft.com/office/drawing/2014/main" id="{6D30BF7D-4ACD-A30F-F6AA-BCD2E60038CE}"/>
                    </a:ext>
                  </a:extLst>
                </p:cNvPr>
                <p:cNvSpPr/>
                <p:nvPr/>
              </p:nvSpPr>
              <p:spPr>
                <a:xfrm>
                  <a:off x="406587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1" name="pg2471">
                  <a:extLst>
                    <a:ext uri="{FF2B5EF4-FFF2-40B4-BE49-F238E27FC236}">
                      <a16:creationId xmlns:a16="http://schemas.microsoft.com/office/drawing/2014/main" id="{7FCB716A-1E6E-0574-E26E-21411A58A655}"/>
                    </a:ext>
                  </a:extLst>
                </p:cNvPr>
                <p:cNvSpPr/>
                <p:nvPr/>
              </p:nvSpPr>
              <p:spPr>
                <a:xfrm>
                  <a:off x="407751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2" name="pg2472">
                  <a:extLst>
                    <a:ext uri="{FF2B5EF4-FFF2-40B4-BE49-F238E27FC236}">
                      <a16:creationId xmlns:a16="http://schemas.microsoft.com/office/drawing/2014/main" id="{56C4CDC8-829D-C901-67E6-0AF87D798B3A}"/>
                    </a:ext>
                  </a:extLst>
                </p:cNvPr>
                <p:cNvSpPr/>
                <p:nvPr/>
              </p:nvSpPr>
              <p:spPr>
                <a:xfrm>
                  <a:off x="4089147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AF">
                    <a:alpha val="100000"/>
                  </a:srgbClr>
                </a:solidFill>
                <a:ln w="5420" cap="flat">
                  <a:solidFill>
                    <a:srgbClr val="6AD1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3" name="pg2473">
                  <a:extLst>
                    <a:ext uri="{FF2B5EF4-FFF2-40B4-BE49-F238E27FC236}">
                      <a16:creationId xmlns:a16="http://schemas.microsoft.com/office/drawing/2014/main" id="{14C15C45-4594-424F-7084-F0960521B024}"/>
                    </a:ext>
                  </a:extLst>
                </p:cNvPr>
                <p:cNvSpPr/>
                <p:nvPr/>
              </p:nvSpPr>
              <p:spPr>
                <a:xfrm>
                  <a:off x="410078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4" name="pg2474">
                  <a:extLst>
                    <a:ext uri="{FF2B5EF4-FFF2-40B4-BE49-F238E27FC236}">
                      <a16:creationId xmlns:a16="http://schemas.microsoft.com/office/drawing/2014/main" id="{2616A47F-4486-4D35-19A5-24E844AC2648}"/>
                    </a:ext>
                  </a:extLst>
                </p:cNvPr>
                <p:cNvSpPr/>
                <p:nvPr/>
              </p:nvSpPr>
              <p:spPr>
                <a:xfrm>
                  <a:off x="411242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5" name="pg2475">
                  <a:extLst>
                    <a:ext uri="{FF2B5EF4-FFF2-40B4-BE49-F238E27FC236}">
                      <a16:creationId xmlns:a16="http://schemas.microsoft.com/office/drawing/2014/main" id="{19BE89D7-8E49-61A6-8BBE-F3FED97E1508}"/>
                    </a:ext>
                  </a:extLst>
                </p:cNvPr>
                <p:cNvSpPr/>
                <p:nvPr/>
              </p:nvSpPr>
              <p:spPr>
                <a:xfrm>
                  <a:off x="412405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6" name="pg2476">
                  <a:extLst>
                    <a:ext uri="{FF2B5EF4-FFF2-40B4-BE49-F238E27FC236}">
                      <a16:creationId xmlns:a16="http://schemas.microsoft.com/office/drawing/2014/main" id="{4C849F6B-64F3-6933-6171-7ADF7D0B9BE4}"/>
                    </a:ext>
                  </a:extLst>
                </p:cNvPr>
                <p:cNvSpPr/>
                <p:nvPr/>
              </p:nvSpPr>
              <p:spPr>
                <a:xfrm>
                  <a:off x="413569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4">
                    <a:alpha val="100000"/>
                  </a:srgbClr>
                </a:solidFill>
                <a:ln w="5420" cap="flat">
                  <a:solidFill>
                    <a:srgbClr val="77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7" name="pg2477">
                  <a:extLst>
                    <a:ext uri="{FF2B5EF4-FFF2-40B4-BE49-F238E27FC236}">
                      <a16:creationId xmlns:a16="http://schemas.microsoft.com/office/drawing/2014/main" id="{467847E4-3EC7-BFC6-ABD8-85784DD834D6}"/>
                    </a:ext>
                  </a:extLst>
                </p:cNvPr>
                <p:cNvSpPr/>
                <p:nvPr/>
              </p:nvSpPr>
              <p:spPr>
                <a:xfrm>
                  <a:off x="414733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8" name="pg2478">
                  <a:extLst>
                    <a:ext uri="{FF2B5EF4-FFF2-40B4-BE49-F238E27FC236}">
                      <a16:creationId xmlns:a16="http://schemas.microsoft.com/office/drawing/2014/main" id="{80E72321-5AEF-2301-B8E5-439E2A03CF6B}"/>
                    </a:ext>
                  </a:extLst>
                </p:cNvPr>
                <p:cNvSpPr/>
                <p:nvPr/>
              </p:nvSpPr>
              <p:spPr>
                <a:xfrm>
                  <a:off x="425207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79" name="pg2479">
                  <a:extLst>
                    <a:ext uri="{FF2B5EF4-FFF2-40B4-BE49-F238E27FC236}">
                      <a16:creationId xmlns:a16="http://schemas.microsoft.com/office/drawing/2014/main" id="{7F5A7726-3392-E82B-F2B4-16D33BF353D8}"/>
                    </a:ext>
                  </a:extLst>
                </p:cNvPr>
                <p:cNvSpPr/>
                <p:nvPr/>
              </p:nvSpPr>
              <p:spPr>
                <a:xfrm>
                  <a:off x="4263707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0" name="pg2480">
                  <a:extLst>
                    <a:ext uri="{FF2B5EF4-FFF2-40B4-BE49-F238E27FC236}">
                      <a16:creationId xmlns:a16="http://schemas.microsoft.com/office/drawing/2014/main" id="{07500A35-392C-9822-4932-DF2D5A1E15D5}"/>
                    </a:ext>
                  </a:extLst>
                </p:cNvPr>
                <p:cNvSpPr/>
                <p:nvPr/>
              </p:nvSpPr>
              <p:spPr>
                <a:xfrm>
                  <a:off x="427534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1" name="pg2481">
                  <a:extLst>
                    <a:ext uri="{FF2B5EF4-FFF2-40B4-BE49-F238E27FC236}">
                      <a16:creationId xmlns:a16="http://schemas.microsoft.com/office/drawing/2014/main" id="{69B456DD-AF1B-1D7B-1328-4B14629427EA}"/>
                    </a:ext>
                  </a:extLst>
                </p:cNvPr>
                <p:cNvSpPr/>
                <p:nvPr/>
              </p:nvSpPr>
              <p:spPr>
                <a:xfrm>
                  <a:off x="428698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2" name="pg2482">
                  <a:extLst>
                    <a:ext uri="{FF2B5EF4-FFF2-40B4-BE49-F238E27FC236}">
                      <a16:creationId xmlns:a16="http://schemas.microsoft.com/office/drawing/2014/main" id="{FE2B26E5-4CC6-B5B3-5898-ADC14A02C374}"/>
                    </a:ext>
                  </a:extLst>
                </p:cNvPr>
                <p:cNvSpPr/>
                <p:nvPr/>
              </p:nvSpPr>
              <p:spPr>
                <a:xfrm>
                  <a:off x="4298619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3" name="pg2483">
                  <a:extLst>
                    <a:ext uri="{FF2B5EF4-FFF2-40B4-BE49-F238E27FC236}">
                      <a16:creationId xmlns:a16="http://schemas.microsoft.com/office/drawing/2014/main" id="{2AAF80CA-F770-BFC9-9552-5DC99634BED6}"/>
                    </a:ext>
                  </a:extLst>
                </p:cNvPr>
                <p:cNvSpPr/>
                <p:nvPr/>
              </p:nvSpPr>
              <p:spPr>
                <a:xfrm>
                  <a:off x="4310256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4" name="pg2484">
                  <a:extLst>
                    <a:ext uri="{FF2B5EF4-FFF2-40B4-BE49-F238E27FC236}">
                      <a16:creationId xmlns:a16="http://schemas.microsoft.com/office/drawing/2014/main" id="{A08AE350-4DF9-705D-3942-435BA700ED5D}"/>
                    </a:ext>
                  </a:extLst>
                </p:cNvPr>
                <p:cNvSpPr/>
                <p:nvPr/>
              </p:nvSpPr>
              <p:spPr>
                <a:xfrm>
                  <a:off x="4321894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5" name="pg2485">
                  <a:extLst>
                    <a:ext uri="{FF2B5EF4-FFF2-40B4-BE49-F238E27FC236}">
                      <a16:creationId xmlns:a16="http://schemas.microsoft.com/office/drawing/2014/main" id="{A02F0D43-6467-4A54-D2C1-C7E7449D936F}"/>
                    </a:ext>
                  </a:extLst>
                </p:cNvPr>
                <p:cNvSpPr/>
                <p:nvPr/>
              </p:nvSpPr>
              <p:spPr>
                <a:xfrm>
                  <a:off x="455464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6" name="pg2486">
                  <a:extLst>
                    <a:ext uri="{FF2B5EF4-FFF2-40B4-BE49-F238E27FC236}">
                      <a16:creationId xmlns:a16="http://schemas.microsoft.com/office/drawing/2014/main" id="{C2611E46-AFBD-E633-DCB3-21F9565A0972}"/>
                    </a:ext>
                  </a:extLst>
                </p:cNvPr>
                <p:cNvSpPr/>
                <p:nvPr/>
              </p:nvSpPr>
              <p:spPr>
                <a:xfrm>
                  <a:off x="4566278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7" name="pg2487">
                  <a:extLst>
                    <a:ext uri="{FF2B5EF4-FFF2-40B4-BE49-F238E27FC236}">
                      <a16:creationId xmlns:a16="http://schemas.microsoft.com/office/drawing/2014/main" id="{FC1C10C0-D263-310D-EAE0-5A310D6A5AA1}"/>
                    </a:ext>
                  </a:extLst>
                </p:cNvPr>
                <p:cNvSpPr/>
                <p:nvPr/>
              </p:nvSpPr>
              <p:spPr>
                <a:xfrm>
                  <a:off x="4577915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8" name="pg2488">
                  <a:extLst>
                    <a:ext uri="{FF2B5EF4-FFF2-40B4-BE49-F238E27FC236}">
                      <a16:creationId xmlns:a16="http://schemas.microsoft.com/office/drawing/2014/main" id="{7D44DA6A-7C14-5039-F0CA-54DE21ABC715}"/>
                    </a:ext>
                  </a:extLst>
                </p:cNvPr>
                <p:cNvSpPr/>
                <p:nvPr/>
              </p:nvSpPr>
              <p:spPr>
                <a:xfrm>
                  <a:off x="4589552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89" name="pg2489">
                  <a:extLst>
                    <a:ext uri="{FF2B5EF4-FFF2-40B4-BE49-F238E27FC236}">
                      <a16:creationId xmlns:a16="http://schemas.microsoft.com/office/drawing/2014/main" id="{317FF073-4196-1E2A-E825-21A5B87A9D35}"/>
                    </a:ext>
                  </a:extLst>
                </p:cNvPr>
                <p:cNvSpPr/>
                <p:nvPr/>
              </p:nvSpPr>
              <p:spPr>
                <a:xfrm>
                  <a:off x="4601190" y="47241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0" name="pg2490">
                  <a:extLst>
                    <a:ext uri="{FF2B5EF4-FFF2-40B4-BE49-F238E27FC236}">
                      <a16:creationId xmlns:a16="http://schemas.microsoft.com/office/drawing/2014/main" id="{77290BC5-6B53-E240-EDFF-AC5A29B5C0CB}"/>
                    </a:ext>
                  </a:extLst>
                </p:cNvPr>
                <p:cNvSpPr/>
                <p:nvPr/>
              </p:nvSpPr>
              <p:spPr>
                <a:xfrm>
                  <a:off x="323962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1" name="pg2491">
                  <a:extLst>
                    <a:ext uri="{FF2B5EF4-FFF2-40B4-BE49-F238E27FC236}">
                      <a16:creationId xmlns:a16="http://schemas.microsoft.com/office/drawing/2014/main" id="{5D2C397A-FD64-CBE4-D45B-A524DB569148}"/>
                    </a:ext>
                  </a:extLst>
                </p:cNvPr>
                <p:cNvSpPr/>
                <p:nvPr/>
              </p:nvSpPr>
              <p:spPr>
                <a:xfrm>
                  <a:off x="3251259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2" name="pg2492">
                  <a:extLst>
                    <a:ext uri="{FF2B5EF4-FFF2-40B4-BE49-F238E27FC236}">
                      <a16:creationId xmlns:a16="http://schemas.microsoft.com/office/drawing/2014/main" id="{72E02D35-024B-BAF3-383A-F9E260A55478}"/>
                    </a:ext>
                  </a:extLst>
                </p:cNvPr>
                <p:cNvSpPr/>
                <p:nvPr/>
              </p:nvSpPr>
              <p:spPr>
                <a:xfrm>
                  <a:off x="3262897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3" name="pg2493">
                  <a:extLst>
                    <a:ext uri="{FF2B5EF4-FFF2-40B4-BE49-F238E27FC236}">
                      <a16:creationId xmlns:a16="http://schemas.microsoft.com/office/drawing/2014/main" id="{297F6F3B-B273-D5EE-C44A-1ACAB423E9E9}"/>
                    </a:ext>
                  </a:extLst>
                </p:cNvPr>
                <p:cNvSpPr/>
                <p:nvPr/>
              </p:nvSpPr>
              <p:spPr>
                <a:xfrm>
                  <a:off x="327453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4" name="pg2494">
                  <a:extLst>
                    <a:ext uri="{FF2B5EF4-FFF2-40B4-BE49-F238E27FC236}">
                      <a16:creationId xmlns:a16="http://schemas.microsoft.com/office/drawing/2014/main" id="{ED5A9EF7-CE21-AFAA-0BC4-DA24B8419782}"/>
                    </a:ext>
                  </a:extLst>
                </p:cNvPr>
                <p:cNvSpPr/>
                <p:nvPr/>
              </p:nvSpPr>
              <p:spPr>
                <a:xfrm>
                  <a:off x="3286171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5" name="pg2495">
                  <a:extLst>
                    <a:ext uri="{FF2B5EF4-FFF2-40B4-BE49-F238E27FC236}">
                      <a16:creationId xmlns:a16="http://schemas.microsoft.com/office/drawing/2014/main" id="{EBEE5E68-41DA-4BA6-D37E-40FE5707B87C}"/>
                    </a:ext>
                  </a:extLst>
                </p:cNvPr>
                <p:cNvSpPr/>
                <p:nvPr/>
              </p:nvSpPr>
              <p:spPr>
                <a:xfrm>
                  <a:off x="3600379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6" name="pg2496">
                  <a:extLst>
                    <a:ext uri="{FF2B5EF4-FFF2-40B4-BE49-F238E27FC236}">
                      <a16:creationId xmlns:a16="http://schemas.microsoft.com/office/drawing/2014/main" id="{5D50A7AE-96E0-19D0-ABC4-9AB90814C6F0}"/>
                    </a:ext>
                  </a:extLst>
                </p:cNvPr>
                <p:cNvSpPr/>
                <p:nvPr/>
              </p:nvSpPr>
              <p:spPr>
                <a:xfrm>
                  <a:off x="3612016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7" name="pg2497">
                  <a:extLst>
                    <a:ext uri="{FF2B5EF4-FFF2-40B4-BE49-F238E27FC236}">
                      <a16:creationId xmlns:a16="http://schemas.microsoft.com/office/drawing/2014/main" id="{BE9025D2-B26E-C26A-556A-582A180694A6}"/>
                    </a:ext>
                  </a:extLst>
                </p:cNvPr>
                <p:cNvSpPr/>
                <p:nvPr/>
              </p:nvSpPr>
              <p:spPr>
                <a:xfrm>
                  <a:off x="362365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8" name="pg2498">
                  <a:extLst>
                    <a:ext uri="{FF2B5EF4-FFF2-40B4-BE49-F238E27FC236}">
                      <a16:creationId xmlns:a16="http://schemas.microsoft.com/office/drawing/2014/main" id="{E21BC23E-AF1D-CD99-3BD0-52FF2DB3C5A0}"/>
                    </a:ext>
                  </a:extLst>
                </p:cNvPr>
                <p:cNvSpPr/>
                <p:nvPr/>
              </p:nvSpPr>
              <p:spPr>
                <a:xfrm>
                  <a:off x="3635291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499" name="pg2499">
                  <a:extLst>
                    <a:ext uri="{FF2B5EF4-FFF2-40B4-BE49-F238E27FC236}">
                      <a16:creationId xmlns:a16="http://schemas.microsoft.com/office/drawing/2014/main" id="{EBBE4C16-1016-E81B-5DB8-9CBFFC72988D}"/>
                    </a:ext>
                  </a:extLst>
                </p:cNvPr>
                <p:cNvSpPr/>
                <p:nvPr/>
              </p:nvSpPr>
              <p:spPr>
                <a:xfrm>
                  <a:off x="3646928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0" name="pg2500">
                  <a:extLst>
                    <a:ext uri="{FF2B5EF4-FFF2-40B4-BE49-F238E27FC236}">
                      <a16:creationId xmlns:a16="http://schemas.microsoft.com/office/drawing/2014/main" id="{F146B4F8-B8E4-B1F6-8010-6CE9F0F5D77F}"/>
                    </a:ext>
                  </a:extLst>
                </p:cNvPr>
                <p:cNvSpPr/>
                <p:nvPr/>
              </p:nvSpPr>
              <p:spPr>
                <a:xfrm>
                  <a:off x="3658566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1" name="pg2501">
                  <a:extLst>
                    <a:ext uri="{FF2B5EF4-FFF2-40B4-BE49-F238E27FC236}">
                      <a16:creationId xmlns:a16="http://schemas.microsoft.com/office/drawing/2014/main" id="{065D4E95-BC56-2A01-93ED-C94E38CFB9D8}"/>
                    </a:ext>
                  </a:extLst>
                </p:cNvPr>
                <p:cNvSpPr/>
                <p:nvPr/>
              </p:nvSpPr>
              <p:spPr>
                <a:xfrm>
                  <a:off x="3670203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2" name="pg2502">
                  <a:extLst>
                    <a:ext uri="{FF2B5EF4-FFF2-40B4-BE49-F238E27FC236}">
                      <a16:creationId xmlns:a16="http://schemas.microsoft.com/office/drawing/2014/main" id="{66BC1173-9FD4-B66C-CA2E-D7FCBDDA95DC}"/>
                    </a:ext>
                  </a:extLst>
                </p:cNvPr>
                <p:cNvSpPr/>
                <p:nvPr/>
              </p:nvSpPr>
              <p:spPr>
                <a:xfrm>
                  <a:off x="368184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3" name="pg2503">
                  <a:extLst>
                    <a:ext uri="{FF2B5EF4-FFF2-40B4-BE49-F238E27FC236}">
                      <a16:creationId xmlns:a16="http://schemas.microsoft.com/office/drawing/2014/main" id="{451763DD-16DE-C1FD-73F7-96536D0E0DD1}"/>
                    </a:ext>
                  </a:extLst>
                </p:cNvPr>
                <p:cNvSpPr/>
                <p:nvPr/>
              </p:nvSpPr>
              <p:spPr>
                <a:xfrm>
                  <a:off x="3693478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4" name="pg2504">
                  <a:extLst>
                    <a:ext uri="{FF2B5EF4-FFF2-40B4-BE49-F238E27FC236}">
                      <a16:creationId xmlns:a16="http://schemas.microsoft.com/office/drawing/2014/main" id="{2B847C2C-7377-ACDF-34E3-993BB9D84DC6}"/>
                    </a:ext>
                  </a:extLst>
                </p:cNvPr>
                <p:cNvSpPr/>
                <p:nvPr/>
              </p:nvSpPr>
              <p:spPr>
                <a:xfrm>
                  <a:off x="3705115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5" name="pg2505">
                  <a:extLst>
                    <a:ext uri="{FF2B5EF4-FFF2-40B4-BE49-F238E27FC236}">
                      <a16:creationId xmlns:a16="http://schemas.microsoft.com/office/drawing/2014/main" id="{661DB5F8-296E-54C2-3489-F6877595AA3E}"/>
                    </a:ext>
                  </a:extLst>
                </p:cNvPr>
                <p:cNvSpPr/>
                <p:nvPr/>
              </p:nvSpPr>
              <p:spPr>
                <a:xfrm>
                  <a:off x="371675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6" name="pg2506">
                  <a:extLst>
                    <a:ext uri="{FF2B5EF4-FFF2-40B4-BE49-F238E27FC236}">
                      <a16:creationId xmlns:a16="http://schemas.microsoft.com/office/drawing/2014/main" id="{48A25804-C31A-1F22-526B-18A297668F69}"/>
                    </a:ext>
                  </a:extLst>
                </p:cNvPr>
                <p:cNvSpPr/>
                <p:nvPr/>
              </p:nvSpPr>
              <p:spPr>
                <a:xfrm>
                  <a:off x="372839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7" name="pg2507">
                  <a:extLst>
                    <a:ext uri="{FF2B5EF4-FFF2-40B4-BE49-F238E27FC236}">
                      <a16:creationId xmlns:a16="http://schemas.microsoft.com/office/drawing/2014/main" id="{038B79E9-91D0-93F2-6E44-3E321FFB71B9}"/>
                    </a:ext>
                  </a:extLst>
                </p:cNvPr>
                <p:cNvSpPr/>
                <p:nvPr/>
              </p:nvSpPr>
              <p:spPr>
                <a:xfrm>
                  <a:off x="3740027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BAB">
                    <a:alpha val="100000"/>
                  </a:srgbClr>
                </a:solidFill>
                <a:ln w="5420" cap="flat">
                  <a:solidFill>
                    <a:srgbClr val="54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8" name="pg2508">
                  <a:extLst>
                    <a:ext uri="{FF2B5EF4-FFF2-40B4-BE49-F238E27FC236}">
                      <a16:creationId xmlns:a16="http://schemas.microsoft.com/office/drawing/2014/main" id="{C75B65B7-1442-09C2-73EE-1458758F9905}"/>
                    </a:ext>
                  </a:extLst>
                </p:cNvPr>
                <p:cNvSpPr/>
                <p:nvPr/>
              </p:nvSpPr>
              <p:spPr>
                <a:xfrm>
                  <a:off x="375166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09" name="pg2509">
                  <a:extLst>
                    <a:ext uri="{FF2B5EF4-FFF2-40B4-BE49-F238E27FC236}">
                      <a16:creationId xmlns:a16="http://schemas.microsoft.com/office/drawing/2014/main" id="{EAED5D11-5C24-0D80-1F7A-0806B55B5C3C}"/>
                    </a:ext>
                  </a:extLst>
                </p:cNvPr>
                <p:cNvSpPr/>
                <p:nvPr/>
              </p:nvSpPr>
              <p:spPr>
                <a:xfrm>
                  <a:off x="385640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0" name="pg2510">
                  <a:extLst>
                    <a:ext uri="{FF2B5EF4-FFF2-40B4-BE49-F238E27FC236}">
                      <a16:creationId xmlns:a16="http://schemas.microsoft.com/office/drawing/2014/main" id="{D9BDDD1E-EE84-46C4-36BD-66513417CF36}"/>
                    </a:ext>
                  </a:extLst>
                </p:cNvPr>
                <p:cNvSpPr/>
                <p:nvPr/>
              </p:nvSpPr>
              <p:spPr>
                <a:xfrm>
                  <a:off x="3868038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1" name="pg2511">
                  <a:extLst>
                    <a:ext uri="{FF2B5EF4-FFF2-40B4-BE49-F238E27FC236}">
                      <a16:creationId xmlns:a16="http://schemas.microsoft.com/office/drawing/2014/main" id="{816D9129-1CD6-94C8-2522-6ADD52F09098}"/>
                    </a:ext>
                  </a:extLst>
                </p:cNvPr>
                <p:cNvSpPr/>
                <p:nvPr/>
              </p:nvSpPr>
              <p:spPr>
                <a:xfrm>
                  <a:off x="3879675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2" name="pg2512">
                  <a:extLst>
                    <a:ext uri="{FF2B5EF4-FFF2-40B4-BE49-F238E27FC236}">
                      <a16:creationId xmlns:a16="http://schemas.microsoft.com/office/drawing/2014/main" id="{19D578FA-55A8-899A-9EEB-15F49DF35F11}"/>
                    </a:ext>
                  </a:extLst>
                </p:cNvPr>
                <p:cNvSpPr/>
                <p:nvPr/>
              </p:nvSpPr>
              <p:spPr>
                <a:xfrm>
                  <a:off x="389131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3" name="pg2513">
                  <a:extLst>
                    <a:ext uri="{FF2B5EF4-FFF2-40B4-BE49-F238E27FC236}">
                      <a16:creationId xmlns:a16="http://schemas.microsoft.com/office/drawing/2014/main" id="{23AC7FE5-DF31-151D-2963-BDB1C274996D}"/>
                    </a:ext>
                  </a:extLst>
                </p:cNvPr>
                <p:cNvSpPr/>
                <p:nvPr/>
              </p:nvSpPr>
              <p:spPr>
                <a:xfrm>
                  <a:off x="390295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4" name="pg2514">
                  <a:extLst>
                    <a:ext uri="{FF2B5EF4-FFF2-40B4-BE49-F238E27FC236}">
                      <a16:creationId xmlns:a16="http://schemas.microsoft.com/office/drawing/2014/main" id="{F9AF6A1E-9DFC-0592-4D8C-48ADCDCC53A0}"/>
                    </a:ext>
                  </a:extLst>
                </p:cNvPr>
                <p:cNvSpPr/>
                <p:nvPr/>
              </p:nvSpPr>
              <p:spPr>
                <a:xfrm>
                  <a:off x="3914587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5" name="pg2515">
                  <a:extLst>
                    <a:ext uri="{FF2B5EF4-FFF2-40B4-BE49-F238E27FC236}">
                      <a16:creationId xmlns:a16="http://schemas.microsoft.com/office/drawing/2014/main" id="{9F98169B-5738-5209-134F-A05C9709C8EC}"/>
                    </a:ext>
                  </a:extLst>
                </p:cNvPr>
                <p:cNvSpPr/>
                <p:nvPr/>
              </p:nvSpPr>
              <p:spPr>
                <a:xfrm>
                  <a:off x="392622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6" name="pg2516">
                  <a:extLst>
                    <a:ext uri="{FF2B5EF4-FFF2-40B4-BE49-F238E27FC236}">
                      <a16:creationId xmlns:a16="http://schemas.microsoft.com/office/drawing/2014/main" id="{1D16DD9E-B79A-8FFD-5B69-52138B9E06F2}"/>
                    </a:ext>
                  </a:extLst>
                </p:cNvPr>
                <p:cNvSpPr/>
                <p:nvPr/>
              </p:nvSpPr>
              <p:spPr>
                <a:xfrm>
                  <a:off x="393786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7" name="pg2517">
                  <a:extLst>
                    <a:ext uri="{FF2B5EF4-FFF2-40B4-BE49-F238E27FC236}">
                      <a16:creationId xmlns:a16="http://schemas.microsoft.com/office/drawing/2014/main" id="{FBE0EFA1-6F03-D6EF-8D5F-72D485B7612C}"/>
                    </a:ext>
                  </a:extLst>
                </p:cNvPr>
                <p:cNvSpPr/>
                <p:nvPr/>
              </p:nvSpPr>
              <p:spPr>
                <a:xfrm>
                  <a:off x="3949499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8" name="pg2518">
                  <a:extLst>
                    <a:ext uri="{FF2B5EF4-FFF2-40B4-BE49-F238E27FC236}">
                      <a16:creationId xmlns:a16="http://schemas.microsoft.com/office/drawing/2014/main" id="{F69E22F3-8AB1-45D0-5CB0-96DFF13D4B71}"/>
                    </a:ext>
                  </a:extLst>
                </p:cNvPr>
                <p:cNvSpPr/>
                <p:nvPr/>
              </p:nvSpPr>
              <p:spPr>
                <a:xfrm>
                  <a:off x="3961136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19" name="pg2519">
                  <a:extLst>
                    <a:ext uri="{FF2B5EF4-FFF2-40B4-BE49-F238E27FC236}">
                      <a16:creationId xmlns:a16="http://schemas.microsoft.com/office/drawing/2014/main" id="{06C730F7-47DB-75C0-30DD-9713BE434E74}"/>
                    </a:ext>
                  </a:extLst>
                </p:cNvPr>
                <p:cNvSpPr/>
                <p:nvPr/>
              </p:nvSpPr>
              <p:spPr>
                <a:xfrm>
                  <a:off x="406587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0" name="pg2520">
                  <a:extLst>
                    <a:ext uri="{FF2B5EF4-FFF2-40B4-BE49-F238E27FC236}">
                      <a16:creationId xmlns:a16="http://schemas.microsoft.com/office/drawing/2014/main" id="{63AB4332-522A-CF5A-E817-5B6BC4861817}"/>
                    </a:ext>
                  </a:extLst>
                </p:cNvPr>
                <p:cNvSpPr/>
                <p:nvPr/>
              </p:nvSpPr>
              <p:spPr>
                <a:xfrm>
                  <a:off x="407751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1" name="pg2521">
                  <a:extLst>
                    <a:ext uri="{FF2B5EF4-FFF2-40B4-BE49-F238E27FC236}">
                      <a16:creationId xmlns:a16="http://schemas.microsoft.com/office/drawing/2014/main" id="{F7CB0AB5-D497-8F5B-E150-6C3FC53D06C6}"/>
                    </a:ext>
                  </a:extLst>
                </p:cNvPr>
                <p:cNvSpPr/>
                <p:nvPr/>
              </p:nvSpPr>
              <p:spPr>
                <a:xfrm>
                  <a:off x="4089147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2" name="pg2522">
                  <a:extLst>
                    <a:ext uri="{FF2B5EF4-FFF2-40B4-BE49-F238E27FC236}">
                      <a16:creationId xmlns:a16="http://schemas.microsoft.com/office/drawing/2014/main" id="{8A4556A5-6306-217B-74F4-114D83DC124F}"/>
                    </a:ext>
                  </a:extLst>
                </p:cNvPr>
                <p:cNvSpPr/>
                <p:nvPr/>
              </p:nvSpPr>
              <p:spPr>
                <a:xfrm>
                  <a:off x="410078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3" name="pg2523">
                  <a:extLst>
                    <a:ext uri="{FF2B5EF4-FFF2-40B4-BE49-F238E27FC236}">
                      <a16:creationId xmlns:a16="http://schemas.microsoft.com/office/drawing/2014/main" id="{FDF1E80B-0977-FBD6-9D0F-B92A5008E405}"/>
                    </a:ext>
                  </a:extLst>
                </p:cNvPr>
                <p:cNvSpPr/>
                <p:nvPr/>
              </p:nvSpPr>
              <p:spPr>
                <a:xfrm>
                  <a:off x="411242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4B4">
                    <a:alpha val="100000"/>
                  </a:srgbClr>
                </a:solidFill>
                <a:ln w="5420" cap="flat">
                  <a:solidFill>
                    <a:srgbClr val="74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4" name="pg2524">
                  <a:extLst>
                    <a:ext uri="{FF2B5EF4-FFF2-40B4-BE49-F238E27FC236}">
                      <a16:creationId xmlns:a16="http://schemas.microsoft.com/office/drawing/2014/main" id="{5EA7E9C0-4A6F-16A9-3DB8-13D95A92E999}"/>
                    </a:ext>
                  </a:extLst>
                </p:cNvPr>
                <p:cNvSpPr/>
                <p:nvPr/>
              </p:nvSpPr>
              <p:spPr>
                <a:xfrm>
                  <a:off x="4124059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5" name="pg2525">
                  <a:extLst>
                    <a:ext uri="{FF2B5EF4-FFF2-40B4-BE49-F238E27FC236}">
                      <a16:creationId xmlns:a16="http://schemas.microsoft.com/office/drawing/2014/main" id="{9BCB75AB-6B77-652A-E0AE-CF720D40EEE1}"/>
                    </a:ext>
                  </a:extLst>
                </p:cNvPr>
                <p:cNvSpPr/>
                <p:nvPr/>
              </p:nvSpPr>
              <p:spPr>
                <a:xfrm>
                  <a:off x="4135696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6" name="pg2526">
                  <a:extLst>
                    <a:ext uri="{FF2B5EF4-FFF2-40B4-BE49-F238E27FC236}">
                      <a16:creationId xmlns:a16="http://schemas.microsoft.com/office/drawing/2014/main" id="{C4992F8D-9CD3-7B49-B4C9-7E0E852D6FA7}"/>
                    </a:ext>
                  </a:extLst>
                </p:cNvPr>
                <p:cNvSpPr/>
                <p:nvPr/>
              </p:nvSpPr>
              <p:spPr>
                <a:xfrm>
                  <a:off x="414733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7" name="pg2527">
                  <a:extLst>
                    <a:ext uri="{FF2B5EF4-FFF2-40B4-BE49-F238E27FC236}">
                      <a16:creationId xmlns:a16="http://schemas.microsoft.com/office/drawing/2014/main" id="{2956E0EF-3963-5115-0699-6CA6E3F52BFE}"/>
                    </a:ext>
                  </a:extLst>
                </p:cNvPr>
                <p:cNvSpPr/>
                <p:nvPr/>
              </p:nvSpPr>
              <p:spPr>
                <a:xfrm>
                  <a:off x="4158971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8" name="pg2528">
                  <a:extLst>
                    <a:ext uri="{FF2B5EF4-FFF2-40B4-BE49-F238E27FC236}">
                      <a16:creationId xmlns:a16="http://schemas.microsoft.com/office/drawing/2014/main" id="{2AD821B9-6E24-4B2B-A76E-C9820F4ADCAF}"/>
                    </a:ext>
                  </a:extLst>
                </p:cNvPr>
                <p:cNvSpPr/>
                <p:nvPr/>
              </p:nvSpPr>
              <p:spPr>
                <a:xfrm>
                  <a:off x="4228795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29" name="pg2529">
                  <a:extLst>
                    <a:ext uri="{FF2B5EF4-FFF2-40B4-BE49-F238E27FC236}">
                      <a16:creationId xmlns:a16="http://schemas.microsoft.com/office/drawing/2014/main" id="{CE2A9E3B-C327-B757-EFCF-24E9FECA7A50}"/>
                    </a:ext>
                  </a:extLst>
                </p:cNvPr>
                <p:cNvSpPr/>
                <p:nvPr/>
              </p:nvSpPr>
              <p:spPr>
                <a:xfrm>
                  <a:off x="424043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0" name="pg2530">
                  <a:extLst>
                    <a:ext uri="{FF2B5EF4-FFF2-40B4-BE49-F238E27FC236}">
                      <a16:creationId xmlns:a16="http://schemas.microsoft.com/office/drawing/2014/main" id="{D3E66E31-D888-72D0-3BBC-4E0D6CC35756}"/>
                    </a:ext>
                  </a:extLst>
                </p:cNvPr>
                <p:cNvSpPr/>
                <p:nvPr/>
              </p:nvSpPr>
              <p:spPr>
                <a:xfrm>
                  <a:off x="425207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1" name="pg2531">
                  <a:extLst>
                    <a:ext uri="{FF2B5EF4-FFF2-40B4-BE49-F238E27FC236}">
                      <a16:creationId xmlns:a16="http://schemas.microsoft.com/office/drawing/2014/main" id="{48F1D8B8-3078-188C-6768-A92A8412E455}"/>
                    </a:ext>
                  </a:extLst>
                </p:cNvPr>
                <p:cNvSpPr/>
                <p:nvPr/>
              </p:nvSpPr>
              <p:spPr>
                <a:xfrm>
                  <a:off x="4263707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2" name="pg2532">
                  <a:extLst>
                    <a:ext uri="{FF2B5EF4-FFF2-40B4-BE49-F238E27FC236}">
                      <a16:creationId xmlns:a16="http://schemas.microsoft.com/office/drawing/2014/main" id="{00C2A5E0-A39E-C391-FC14-2222CD3C11C3}"/>
                    </a:ext>
                  </a:extLst>
                </p:cNvPr>
                <p:cNvSpPr/>
                <p:nvPr/>
              </p:nvSpPr>
              <p:spPr>
                <a:xfrm>
                  <a:off x="427534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3" name="pg2533">
                  <a:extLst>
                    <a:ext uri="{FF2B5EF4-FFF2-40B4-BE49-F238E27FC236}">
                      <a16:creationId xmlns:a16="http://schemas.microsoft.com/office/drawing/2014/main" id="{B89708C5-2292-4473-CFFC-BB51A8A170D9}"/>
                    </a:ext>
                  </a:extLst>
                </p:cNvPr>
                <p:cNvSpPr/>
                <p:nvPr/>
              </p:nvSpPr>
              <p:spPr>
                <a:xfrm>
                  <a:off x="428698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4" name="pg2534">
                  <a:extLst>
                    <a:ext uri="{FF2B5EF4-FFF2-40B4-BE49-F238E27FC236}">
                      <a16:creationId xmlns:a16="http://schemas.microsoft.com/office/drawing/2014/main" id="{E71F085F-C87A-CEB9-78B0-53F6F8A9AA38}"/>
                    </a:ext>
                  </a:extLst>
                </p:cNvPr>
                <p:cNvSpPr/>
                <p:nvPr/>
              </p:nvSpPr>
              <p:spPr>
                <a:xfrm>
                  <a:off x="4298619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5" name="pg2535">
                  <a:extLst>
                    <a:ext uri="{FF2B5EF4-FFF2-40B4-BE49-F238E27FC236}">
                      <a16:creationId xmlns:a16="http://schemas.microsoft.com/office/drawing/2014/main" id="{C2C61ED3-4504-A163-6864-8D80F41BF6B2}"/>
                    </a:ext>
                  </a:extLst>
                </p:cNvPr>
                <p:cNvSpPr/>
                <p:nvPr/>
              </p:nvSpPr>
              <p:spPr>
                <a:xfrm>
                  <a:off x="4310256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6" name="pg2536">
                  <a:extLst>
                    <a:ext uri="{FF2B5EF4-FFF2-40B4-BE49-F238E27FC236}">
                      <a16:creationId xmlns:a16="http://schemas.microsoft.com/office/drawing/2014/main" id="{1C0DCA99-9BB2-41AC-7C82-766F8F42D8A8}"/>
                    </a:ext>
                  </a:extLst>
                </p:cNvPr>
                <p:cNvSpPr/>
                <p:nvPr/>
              </p:nvSpPr>
              <p:spPr>
                <a:xfrm>
                  <a:off x="4321894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2AC">
                    <a:alpha val="100000"/>
                  </a:srgbClr>
                </a:solidFill>
                <a:ln w="5420" cap="flat">
                  <a:solidFill>
                    <a:srgbClr val="59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7" name="pg2537">
                  <a:extLst>
                    <a:ext uri="{FF2B5EF4-FFF2-40B4-BE49-F238E27FC236}">
                      <a16:creationId xmlns:a16="http://schemas.microsoft.com/office/drawing/2014/main" id="{C06676B7-2ABA-2EDA-837E-55BDD1C54B51}"/>
                    </a:ext>
                  </a:extLst>
                </p:cNvPr>
                <p:cNvSpPr/>
                <p:nvPr/>
              </p:nvSpPr>
              <p:spPr>
                <a:xfrm>
                  <a:off x="4333531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8" name="pg2538">
                  <a:extLst>
                    <a:ext uri="{FF2B5EF4-FFF2-40B4-BE49-F238E27FC236}">
                      <a16:creationId xmlns:a16="http://schemas.microsoft.com/office/drawing/2014/main" id="{AA6D74B2-4132-2FE4-4E57-4ABC8F3DD3FE}"/>
                    </a:ext>
                  </a:extLst>
                </p:cNvPr>
                <p:cNvSpPr/>
                <p:nvPr/>
              </p:nvSpPr>
              <p:spPr>
                <a:xfrm>
                  <a:off x="4345168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39" name="pg2539">
                  <a:extLst>
                    <a:ext uri="{FF2B5EF4-FFF2-40B4-BE49-F238E27FC236}">
                      <a16:creationId xmlns:a16="http://schemas.microsoft.com/office/drawing/2014/main" id="{255A807D-5073-52F3-2DF3-834650561269}"/>
                    </a:ext>
                  </a:extLst>
                </p:cNvPr>
                <p:cNvSpPr/>
                <p:nvPr/>
              </p:nvSpPr>
              <p:spPr>
                <a:xfrm>
                  <a:off x="455464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0" name="pg2540">
                  <a:extLst>
                    <a:ext uri="{FF2B5EF4-FFF2-40B4-BE49-F238E27FC236}">
                      <a16:creationId xmlns:a16="http://schemas.microsoft.com/office/drawing/2014/main" id="{5767767E-4CB9-544C-1753-67523BD74022}"/>
                    </a:ext>
                  </a:extLst>
                </p:cNvPr>
                <p:cNvSpPr/>
                <p:nvPr/>
              </p:nvSpPr>
              <p:spPr>
                <a:xfrm>
                  <a:off x="4566278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1" name="pg2541">
                  <a:extLst>
                    <a:ext uri="{FF2B5EF4-FFF2-40B4-BE49-F238E27FC236}">
                      <a16:creationId xmlns:a16="http://schemas.microsoft.com/office/drawing/2014/main" id="{6E04B7D3-B5BA-976C-2220-2ED33C75044C}"/>
                    </a:ext>
                  </a:extLst>
                </p:cNvPr>
                <p:cNvSpPr/>
                <p:nvPr/>
              </p:nvSpPr>
              <p:spPr>
                <a:xfrm>
                  <a:off x="4577915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2" name="pg2542">
                  <a:extLst>
                    <a:ext uri="{FF2B5EF4-FFF2-40B4-BE49-F238E27FC236}">
                      <a16:creationId xmlns:a16="http://schemas.microsoft.com/office/drawing/2014/main" id="{510A5EB3-E19B-1B8B-6671-EC9CC7D80FB6}"/>
                    </a:ext>
                  </a:extLst>
                </p:cNvPr>
                <p:cNvSpPr/>
                <p:nvPr/>
              </p:nvSpPr>
              <p:spPr>
                <a:xfrm>
                  <a:off x="4589552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2A8">
                    <a:alpha val="100000"/>
                  </a:srgbClr>
                </a:solidFill>
                <a:ln w="5420" cap="flat">
                  <a:solidFill>
                    <a:srgbClr val="3692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3" name="pg2543">
                  <a:extLst>
                    <a:ext uri="{FF2B5EF4-FFF2-40B4-BE49-F238E27FC236}">
                      <a16:creationId xmlns:a16="http://schemas.microsoft.com/office/drawing/2014/main" id="{86DB19AF-20E4-9A71-C2AA-A7BB0C1389A7}"/>
                    </a:ext>
                  </a:extLst>
                </p:cNvPr>
                <p:cNvSpPr/>
                <p:nvPr/>
              </p:nvSpPr>
              <p:spPr>
                <a:xfrm>
                  <a:off x="4601190" y="473849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4" name="pg2544">
                  <a:extLst>
                    <a:ext uri="{FF2B5EF4-FFF2-40B4-BE49-F238E27FC236}">
                      <a16:creationId xmlns:a16="http://schemas.microsoft.com/office/drawing/2014/main" id="{A2870C50-C27C-BAA7-AA7F-90357B5AF10D}"/>
                    </a:ext>
                  </a:extLst>
                </p:cNvPr>
                <p:cNvSpPr/>
                <p:nvPr/>
              </p:nvSpPr>
              <p:spPr>
                <a:xfrm>
                  <a:off x="3146523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5" name="pg2545">
                  <a:extLst>
                    <a:ext uri="{FF2B5EF4-FFF2-40B4-BE49-F238E27FC236}">
                      <a16:creationId xmlns:a16="http://schemas.microsoft.com/office/drawing/2014/main" id="{F8E2ADB4-2A73-111D-A0D7-E96A8932B927}"/>
                    </a:ext>
                  </a:extLst>
                </p:cNvPr>
                <p:cNvSpPr/>
                <p:nvPr/>
              </p:nvSpPr>
              <p:spPr>
                <a:xfrm>
                  <a:off x="315816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6" name="pg2546">
                  <a:extLst>
                    <a:ext uri="{FF2B5EF4-FFF2-40B4-BE49-F238E27FC236}">
                      <a16:creationId xmlns:a16="http://schemas.microsoft.com/office/drawing/2014/main" id="{989FB3D2-05B6-C416-B3E0-49954AE3794D}"/>
                    </a:ext>
                  </a:extLst>
                </p:cNvPr>
                <p:cNvSpPr/>
                <p:nvPr/>
              </p:nvSpPr>
              <p:spPr>
                <a:xfrm>
                  <a:off x="316979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7" name="pg2547">
                  <a:extLst>
                    <a:ext uri="{FF2B5EF4-FFF2-40B4-BE49-F238E27FC236}">
                      <a16:creationId xmlns:a16="http://schemas.microsoft.com/office/drawing/2014/main" id="{CADAEFF8-2223-3096-E9FD-B55C6E1D6298}"/>
                    </a:ext>
                  </a:extLst>
                </p:cNvPr>
                <p:cNvSpPr/>
                <p:nvPr/>
              </p:nvSpPr>
              <p:spPr>
                <a:xfrm>
                  <a:off x="3227985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8" name="pg2548">
                  <a:extLst>
                    <a:ext uri="{FF2B5EF4-FFF2-40B4-BE49-F238E27FC236}">
                      <a16:creationId xmlns:a16="http://schemas.microsoft.com/office/drawing/2014/main" id="{E3049FBD-7594-B67A-3F73-7678DC77F8C2}"/>
                    </a:ext>
                  </a:extLst>
                </p:cNvPr>
                <p:cNvSpPr/>
                <p:nvPr/>
              </p:nvSpPr>
              <p:spPr>
                <a:xfrm>
                  <a:off x="323962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49" name="pg2549">
                  <a:extLst>
                    <a:ext uri="{FF2B5EF4-FFF2-40B4-BE49-F238E27FC236}">
                      <a16:creationId xmlns:a16="http://schemas.microsoft.com/office/drawing/2014/main" id="{886D4DCE-C9EB-74CC-982C-3DDE9C633F75}"/>
                    </a:ext>
                  </a:extLst>
                </p:cNvPr>
                <p:cNvSpPr/>
                <p:nvPr/>
              </p:nvSpPr>
              <p:spPr>
                <a:xfrm>
                  <a:off x="325125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0" name="pg2550">
                  <a:extLst>
                    <a:ext uri="{FF2B5EF4-FFF2-40B4-BE49-F238E27FC236}">
                      <a16:creationId xmlns:a16="http://schemas.microsoft.com/office/drawing/2014/main" id="{62EE8A48-C44E-D8FA-5235-18E161C5092A}"/>
                    </a:ext>
                  </a:extLst>
                </p:cNvPr>
                <p:cNvSpPr/>
                <p:nvPr/>
              </p:nvSpPr>
              <p:spPr>
                <a:xfrm>
                  <a:off x="3262897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1" name="pg2551">
                  <a:extLst>
                    <a:ext uri="{FF2B5EF4-FFF2-40B4-BE49-F238E27FC236}">
                      <a16:creationId xmlns:a16="http://schemas.microsoft.com/office/drawing/2014/main" id="{5BE8EF46-69E3-C6D1-F00C-81E45547722E}"/>
                    </a:ext>
                  </a:extLst>
                </p:cNvPr>
                <p:cNvSpPr/>
                <p:nvPr/>
              </p:nvSpPr>
              <p:spPr>
                <a:xfrm>
                  <a:off x="327453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2" name="pg2552">
                  <a:extLst>
                    <a:ext uri="{FF2B5EF4-FFF2-40B4-BE49-F238E27FC236}">
                      <a16:creationId xmlns:a16="http://schemas.microsoft.com/office/drawing/2014/main" id="{BBB95213-D614-DE71-4BB6-00B8D5478D4C}"/>
                    </a:ext>
                  </a:extLst>
                </p:cNvPr>
                <p:cNvSpPr/>
                <p:nvPr/>
              </p:nvSpPr>
              <p:spPr>
                <a:xfrm>
                  <a:off x="328617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3" name="pg2553">
                  <a:extLst>
                    <a:ext uri="{FF2B5EF4-FFF2-40B4-BE49-F238E27FC236}">
                      <a16:creationId xmlns:a16="http://schemas.microsoft.com/office/drawing/2014/main" id="{1031B579-B91A-1FAD-5A58-DB671B94B03A}"/>
                    </a:ext>
                  </a:extLst>
                </p:cNvPr>
                <p:cNvSpPr/>
                <p:nvPr/>
              </p:nvSpPr>
              <p:spPr>
                <a:xfrm>
                  <a:off x="329780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1">
                    <a:alpha val="100000"/>
                  </a:srgbClr>
                </a:solidFill>
                <a:ln w="5420" cap="flat">
                  <a:solidFill>
                    <a:srgbClr val="6C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4" name="pg2554">
                  <a:extLst>
                    <a:ext uri="{FF2B5EF4-FFF2-40B4-BE49-F238E27FC236}">
                      <a16:creationId xmlns:a16="http://schemas.microsoft.com/office/drawing/2014/main" id="{523AFEA1-3734-5C17-4BA7-9097129A4028}"/>
                    </a:ext>
                  </a:extLst>
                </p:cNvPr>
                <p:cNvSpPr/>
                <p:nvPr/>
              </p:nvSpPr>
              <p:spPr>
                <a:xfrm>
                  <a:off x="330944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5" name="pg2555">
                  <a:extLst>
                    <a:ext uri="{FF2B5EF4-FFF2-40B4-BE49-F238E27FC236}">
                      <a16:creationId xmlns:a16="http://schemas.microsoft.com/office/drawing/2014/main" id="{4D2A8B51-30E9-CB77-A3FC-5C11F7F1A305}"/>
                    </a:ext>
                  </a:extLst>
                </p:cNvPr>
                <p:cNvSpPr/>
                <p:nvPr/>
              </p:nvSpPr>
              <p:spPr>
                <a:xfrm>
                  <a:off x="3321083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6" name="pg2556">
                  <a:extLst>
                    <a:ext uri="{FF2B5EF4-FFF2-40B4-BE49-F238E27FC236}">
                      <a16:creationId xmlns:a16="http://schemas.microsoft.com/office/drawing/2014/main" id="{F90770CD-82F8-A753-44C8-50EB94A45491}"/>
                    </a:ext>
                  </a:extLst>
                </p:cNvPr>
                <p:cNvSpPr/>
                <p:nvPr/>
              </p:nvSpPr>
              <p:spPr>
                <a:xfrm>
                  <a:off x="333272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7" name="pg2557">
                  <a:extLst>
                    <a:ext uri="{FF2B5EF4-FFF2-40B4-BE49-F238E27FC236}">
                      <a16:creationId xmlns:a16="http://schemas.microsoft.com/office/drawing/2014/main" id="{0D4F6B8F-B4C9-8393-C749-50A09B86D3CD}"/>
                    </a:ext>
                  </a:extLst>
                </p:cNvPr>
                <p:cNvSpPr/>
                <p:nvPr/>
              </p:nvSpPr>
              <p:spPr>
                <a:xfrm>
                  <a:off x="334435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8" name="pg2558">
                  <a:extLst>
                    <a:ext uri="{FF2B5EF4-FFF2-40B4-BE49-F238E27FC236}">
                      <a16:creationId xmlns:a16="http://schemas.microsoft.com/office/drawing/2014/main" id="{D2A3C080-BAC4-583A-39CB-A7F605080C5B}"/>
                    </a:ext>
                  </a:extLst>
                </p:cNvPr>
                <p:cNvSpPr/>
                <p:nvPr/>
              </p:nvSpPr>
              <p:spPr>
                <a:xfrm>
                  <a:off x="3437457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59" name="pg2559">
                  <a:extLst>
                    <a:ext uri="{FF2B5EF4-FFF2-40B4-BE49-F238E27FC236}">
                      <a16:creationId xmlns:a16="http://schemas.microsoft.com/office/drawing/2014/main" id="{A30ED6F1-6282-853E-DCC4-9F61BFE21914}"/>
                    </a:ext>
                  </a:extLst>
                </p:cNvPr>
                <p:cNvSpPr/>
                <p:nvPr/>
              </p:nvSpPr>
              <p:spPr>
                <a:xfrm>
                  <a:off x="344909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0" name="pg2560">
                  <a:extLst>
                    <a:ext uri="{FF2B5EF4-FFF2-40B4-BE49-F238E27FC236}">
                      <a16:creationId xmlns:a16="http://schemas.microsoft.com/office/drawing/2014/main" id="{D0DA1D89-D724-B6FB-790E-698EF85A5C91}"/>
                    </a:ext>
                  </a:extLst>
                </p:cNvPr>
                <p:cNvSpPr/>
                <p:nvPr/>
              </p:nvSpPr>
              <p:spPr>
                <a:xfrm>
                  <a:off x="346073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1" name="pg2561">
                  <a:extLst>
                    <a:ext uri="{FF2B5EF4-FFF2-40B4-BE49-F238E27FC236}">
                      <a16:creationId xmlns:a16="http://schemas.microsoft.com/office/drawing/2014/main" id="{8445FA8C-38B0-194B-7EAB-04F28CFAF08C}"/>
                    </a:ext>
                  </a:extLst>
                </p:cNvPr>
                <p:cNvSpPr/>
                <p:nvPr/>
              </p:nvSpPr>
              <p:spPr>
                <a:xfrm>
                  <a:off x="347236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2" name="pg2562">
                  <a:extLst>
                    <a:ext uri="{FF2B5EF4-FFF2-40B4-BE49-F238E27FC236}">
                      <a16:creationId xmlns:a16="http://schemas.microsoft.com/office/drawing/2014/main" id="{84F61A7D-7C7C-4080-197F-C7ED5075D7E4}"/>
                    </a:ext>
                  </a:extLst>
                </p:cNvPr>
                <p:cNvSpPr/>
                <p:nvPr/>
              </p:nvSpPr>
              <p:spPr>
                <a:xfrm>
                  <a:off x="348400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3" name="pg2563">
                  <a:extLst>
                    <a:ext uri="{FF2B5EF4-FFF2-40B4-BE49-F238E27FC236}">
                      <a16:creationId xmlns:a16="http://schemas.microsoft.com/office/drawing/2014/main" id="{35D6C40C-DEAF-0205-B63D-044F06D0BB3B}"/>
                    </a:ext>
                  </a:extLst>
                </p:cNvPr>
                <p:cNvSpPr/>
                <p:nvPr/>
              </p:nvSpPr>
              <p:spPr>
                <a:xfrm>
                  <a:off x="360037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4" name="pg2564">
                  <a:extLst>
                    <a:ext uri="{FF2B5EF4-FFF2-40B4-BE49-F238E27FC236}">
                      <a16:creationId xmlns:a16="http://schemas.microsoft.com/office/drawing/2014/main" id="{C6489CCA-5B0E-334C-6B77-15CA9DDAE656}"/>
                    </a:ext>
                  </a:extLst>
                </p:cNvPr>
                <p:cNvSpPr/>
                <p:nvPr/>
              </p:nvSpPr>
              <p:spPr>
                <a:xfrm>
                  <a:off x="361201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5" name="pg2565">
                  <a:extLst>
                    <a:ext uri="{FF2B5EF4-FFF2-40B4-BE49-F238E27FC236}">
                      <a16:creationId xmlns:a16="http://schemas.microsoft.com/office/drawing/2014/main" id="{542C2993-E366-519B-97ED-26255DBC7EDE}"/>
                    </a:ext>
                  </a:extLst>
                </p:cNvPr>
                <p:cNvSpPr/>
                <p:nvPr/>
              </p:nvSpPr>
              <p:spPr>
                <a:xfrm>
                  <a:off x="362365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6" name="pg2566">
                  <a:extLst>
                    <a:ext uri="{FF2B5EF4-FFF2-40B4-BE49-F238E27FC236}">
                      <a16:creationId xmlns:a16="http://schemas.microsoft.com/office/drawing/2014/main" id="{AF3FBA5E-4D2F-51BB-482D-20C51F21ACF6}"/>
                    </a:ext>
                  </a:extLst>
                </p:cNvPr>
                <p:cNvSpPr/>
                <p:nvPr/>
              </p:nvSpPr>
              <p:spPr>
                <a:xfrm>
                  <a:off x="363529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7" name="pg2567">
                  <a:extLst>
                    <a:ext uri="{FF2B5EF4-FFF2-40B4-BE49-F238E27FC236}">
                      <a16:creationId xmlns:a16="http://schemas.microsoft.com/office/drawing/2014/main" id="{E8F1EEAD-8862-D94D-45D8-E7C0B06157B3}"/>
                    </a:ext>
                  </a:extLst>
                </p:cNvPr>
                <p:cNvSpPr/>
                <p:nvPr/>
              </p:nvSpPr>
              <p:spPr>
                <a:xfrm>
                  <a:off x="364692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8" name="pg2568">
                  <a:extLst>
                    <a:ext uri="{FF2B5EF4-FFF2-40B4-BE49-F238E27FC236}">
                      <a16:creationId xmlns:a16="http://schemas.microsoft.com/office/drawing/2014/main" id="{143636B9-669C-5BF7-3C80-694B2E672128}"/>
                    </a:ext>
                  </a:extLst>
                </p:cNvPr>
                <p:cNvSpPr/>
                <p:nvPr/>
              </p:nvSpPr>
              <p:spPr>
                <a:xfrm>
                  <a:off x="365856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69" name="pg2569">
                  <a:extLst>
                    <a:ext uri="{FF2B5EF4-FFF2-40B4-BE49-F238E27FC236}">
                      <a16:creationId xmlns:a16="http://schemas.microsoft.com/office/drawing/2014/main" id="{6391B7DD-AB67-5AEA-889C-492C1324530A}"/>
                    </a:ext>
                  </a:extLst>
                </p:cNvPr>
                <p:cNvSpPr/>
                <p:nvPr/>
              </p:nvSpPr>
              <p:spPr>
                <a:xfrm>
                  <a:off x="3670203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0" name="pg2570">
                  <a:extLst>
                    <a:ext uri="{FF2B5EF4-FFF2-40B4-BE49-F238E27FC236}">
                      <a16:creationId xmlns:a16="http://schemas.microsoft.com/office/drawing/2014/main" id="{77627793-5E7E-A82D-0861-36E985572332}"/>
                    </a:ext>
                  </a:extLst>
                </p:cNvPr>
                <p:cNvSpPr/>
                <p:nvPr/>
              </p:nvSpPr>
              <p:spPr>
                <a:xfrm>
                  <a:off x="3681840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1" name="pg2571">
                  <a:extLst>
                    <a:ext uri="{FF2B5EF4-FFF2-40B4-BE49-F238E27FC236}">
                      <a16:creationId xmlns:a16="http://schemas.microsoft.com/office/drawing/2014/main" id="{65B0FD66-1764-0AA7-BA88-27D625BD3554}"/>
                    </a:ext>
                  </a:extLst>
                </p:cNvPr>
                <p:cNvSpPr/>
                <p:nvPr/>
              </p:nvSpPr>
              <p:spPr>
                <a:xfrm>
                  <a:off x="369347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2" name="pg2572">
                  <a:extLst>
                    <a:ext uri="{FF2B5EF4-FFF2-40B4-BE49-F238E27FC236}">
                      <a16:creationId xmlns:a16="http://schemas.microsoft.com/office/drawing/2014/main" id="{EDD77E94-923A-92D5-E3CE-816ED849A93B}"/>
                    </a:ext>
                  </a:extLst>
                </p:cNvPr>
                <p:cNvSpPr/>
                <p:nvPr/>
              </p:nvSpPr>
              <p:spPr>
                <a:xfrm>
                  <a:off x="3705115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3" name="pg2573">
                  <a:extLst>
                    <a:ext uri="{FF2B5EF4-FFF2-40B4-BE49-F238E27FC236}">
                      <a16:creationId xmlns:a16="http://schemas.microsoft.com/office/drawing/2014/main" id="{D2EA76B1-F99C-0F94-FB50-DD2886842723}"/>
                    </a:ext>
                  </a:extLst>
                </p:cNvPr>
                <p:cNvSpPr/>
                <p:nvPr/>
              </p:nvSpPr>
              <p:spPr>
                <a:xfrm>
                  <a:off x="371675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4" name="pg2574">
                  <a:extLst>
                    <a:ext uri="{FF2B5EF4-FFF2-40B4-BE49-F238E27FC236}">
                      <a16:creationId xmlns:a16="http://schemas.microsoft.com/office/drawing/2014/main" id="{5E371534-41E5-A1AE-A338-B1A10CE541E0}"/>
                    </a:ext>
                  </a:extLst>
                </p:cNvPr>
                <p:cNvSpPr/>
                <p:nvPr/>
              </p:nvSpPr>
              <p:spPr>
                <a:xfrm>
                  <a:off x="3728390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5" name="pg2575">
                  <a:extLst>
                    <a:ext uri="{FF2B5EF4-FFF2-40B4-BE49-F238E27FC236}">
                      <a16:creationId xmlns:a16="http://schemas.microsoft.com/office/drawing/2014/main" id="{5AB4A232-86C6-4A95-E2AB-304CC7D0A579}"/>
                    </a:ext>
                  </a:extLst>
                </p:cNvPr>
                <p:cNvSpPr/>
                <p:nvPr/>
              </p:nvSpPr>
              <p:spPr>
                <a:xfrm>
                  <a:off x="3740027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AAB">
                    <a:alpha val="100000"/>
                  </a:srgbClr>
                </a:solidFill>
                <a:ln w="5420" cap="flat">
                  <a:solidFill>
                    <a:srgbClr val="52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6" name="pg2576">
                  <a:extLst>
                    <a:ext uri="{FF2B5EF4-FFF2-40B4-BE49-F238E27FC236}">
                      <a16:creationId xmlns:a16="http://schemas.microsoft.com/office/drawing/2014/main" id="{BE775827-B196-E6F3-388E-558E48ABDF2B}"/>
                    </a:ext>
                  </a:extLst>
                </p:cNvPr>
                <p:cNvSpPr/>
                <p:nvPr/>
              </p:nvSpPr>
              <p:spPr>
                <a:xfrm>
                  <a:off x="375166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7" name="pg2577">
                  <a:extLst>
                    <a:ext uri="{FF2B5EF4-FFF2-40B4-BE49-F238E27FC236}">
                      <a16:creationId xmlns:a16="http://schemas.microsoft.com/office/drawing/2014/main" id="{08A7FB16-3D1D-39EF-448A-DEF48F4DDB00}"/>
                    </a:ext>
                  </a:extLst>
                </p:cNvPr>
                <p:cNvSpPr/>
                <p:nvPr/>
              </p:nvSpPr>
              <p:spPr>
                <a:xfrm>
                  <a:off x="410078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8" name="pg2578">
                  <a:extLst>
                    <a:ext uri="{FF2B5EF4-FFF2-40B4-BE49-F238E27FC236}">
                      <a16:creationId xmlns:a16="http://schemas.microsoft.com/office/drawing/2014/main" id="{171AA1DF-D873-2F6E-FB86-24DA9C3CD77B}"/>
                    </a:ext>
                  </a:extLst>
                </p:cNvPr>
                <p:cNvSpPr/>
                <p:nvPr/>
              </p:nvSpPr>
              <p:spPr>
                <a:xfrm>
                  <a:off x="411242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79" name="pg2579">
                  <a:extLst>
                    <a:ext uri="{FF2B5EF4-FFF2-40B4-BE49-F238E27FC236}">
                      <a16:creationId xmlns:a16="http://schemas.microsoft.com/office/drawing/2014/main" id="{E91F3915-9CE3-8961-28D7-1641DF13F9E3}"/>
                    </a:ext>
                  </a:extLst>
                </p:cNvPr>
                <p:cNvSpPr/>
                <p:nvPr/>
              </p:nvSpPr>
              <p:spPr>
                <a:xfrm>
                  <a:off x="412405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0" name="pg2580">
                  <a:extLst>
                    <a:ext uri="{FF2B5EF4-FFF2-40B4-BE49-F238E27FC236}">
                      <a16:creationId xmlns:a16="http://schemas.microsoft.com/office/drawing/2014/main" id="{D279C0FC-6926-0608-D9F5-78A06D747B5B}"/>
                    </a:ext>
                  </a:extLst>
                </p:cNvPr>
                <p:cNvSpPr/>
                <p:nvPr/>
              </p:nvSpPr>
              <p:spPr>
                <a:xfrm>
                  <a:off x="413569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1" name="pg2581">
                  <a:extLst>
                    <a:ext uri="{FF2B5EF4-FFF2-40B4-BE49-F238E27FC236}">
                      <a16:creationId xmlns:a16="http://schemas.microsoft.com/office/drawing/2014/main" id="{6CF5511E-D487-DE1E-B1B0-08B54F2E4D1B}"/>
                    </a:ext>
                  </a:extLst>
                </p:cNvPr>
                <p:cNvSpPr/>
                <p:nvPr/>
              </p:nvSpPr>
              <p:spPr>
                <a:xfrm>
                  <a:off x="414733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2" name="pg2582">
                  <a:extLst>
                    <a:ext uri="{FF2B5EF4-FFF2-40B4-BE49-F238E27FC236}">
                      <a16:creationId xmlns:a16="http://schemas.microsoft.com/office/drawing/2014/main" id="{29DBB4E5-48D1-3559-E867-E3DAEFB6F9F4}"/>
                    </a:ext>
                  </a:extLst>
                </p:cNvPr>
                <p:cNvSpPr/>
                <p:nvPr/>
              </p:nvSpPr>
              <p:spPr>
                <a:xfrm>
                  <a:off x="415897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9BB">
                    <a:alpha val="100000"/>
                  </a:srgbClr>
                </a:solidFill>
                <a:ln w="5420" cap="flat">
                  <a:solidFill>
                    <a:srgbClr val="85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3" name="pg2583">
                  <a:extLst>
                    <a:ext uri="{FF2B5EF4-FFF2-40B4-BE49-F238E27FC236}">
                      <a16:creationId xmlns:a16="http://schemas.microsoft.com/office/drawing/2014/main" id="{35ACE6D9-02FF-714E-72B2-90D4BEC818A1}"/>
                    </a:ext>
                  </a:extLst>
                </p:cNvPr>
                <p:cNvSpPr/>
                <p:nvPr/>
              </p:nvSpPr>
              <p:spPr>
                <a:xfrm>
                  <a:off x="417060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4" name="pg2584">
                  <a:extLst>
                    <a:ext uri="{FF2B5EF4-FFF2-40B4-BE49-F238E27FC236}">
                      <a16:creationId xmlns:a16="http://schemas.microsoft.com/office/drawing/2014/main" id="{8404868D-3F06-F3B5-9FE8-698E8C7C0E14}"/>
                    </a:ext>
                  </a:extLst>
                </p:cNvPr>
                <p:cNvSpPr/>
                <p:nvPr/>
              </p:nvSpPr>
              <p:spPr>
                <a:xfrm>
                  <a:off x="4193883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5" name="pg2585">
                  <a:extLst>
                    <a:ext uri="{FF2B5EF4-FFF2-40B4-BE49-F238E27FC236}">
                      <a16:creationId xmlns:a16="http://schemas.microsoft.com/office/drawing/2014/main" id="{10A49E13-7580-E6DB-ABEB-3CAF675124D4}"/>
                    </a:ext>
                  </a:extLst>
                </p:cNvPr>
                <p:cNvSpPr/>
                <p:nvPr/>
              </p:nvSpPr>
              <p:spPr>
                <a:xfrm>
                  <a:off x="4205520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6" name="pg2586">
                  <a:extLst>
                    <a:ext uri="{FF2B5EF4-FFF2-40B4-BE49-F238E27FC236}">
                      <a16:creationId xmlns:a16="http://schemas.microsoft.com/office/drawing/2014/main" id="{94425A8F-1F97-B947-92EA-7052CA1C687B}"/>
                    </a:ext>
                  </a:extLst>
                </p:cNvPr>
                <p:cNvSpPr/>
                <p:nvPr/>
              </p:nvSpPr>
              <p:spPr>
                <a:xfrm>
                  <a:off x="421715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7" name="pg2587">
                  <a:extLst>
                    <a:ext uri="{FF2B5EF4-FFF2-40B4-BE49-F238E27FC236}">
                      <a16:creationId xmlns:a16="http://schemas.microsoft.com/office/drawing/2014/main" id="{6F72DC19-448A-A806-F119-D46462A2BEB3}"/>
                    </a:ext>
                  </a:extLst>
                </p:cNvPr>
                <p:cNvSpPr/>
                <p:nvPr/>
              </p:nvSpPr>
              <p:spPr>
                <a:xfrm>
                  <a:off x="4228795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8" name="pg2588">
                  <a:extLst>
                    <a:ext uri="{FF2B5EF4-FFF2-40B4-BE49-F238E27FC236}">
                      <a16:creationId xmlns:a16="http://schemas.microsoft.com/office/drawing/2014/main" id="{8785697A-DFCA-9514-297C-AA378527C919}"/>
                    </a:ext>
                  </a:extLst>
                </p:cNvPr>
                <p:cNvSpPr/>
                <p:nvPr/>
              </p:nvSpPr>
              <p:spPr>
                <a:xfrm>
                  <a:off x="424043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89" name="pg2589">
                  <a:extLst>
                    <a:ext uri="{FF2B5EF4-FFF2-40B4-BE49-F238E27FC236}">
                      <a16:creationId xmlns:a16="http://schemas.microsoft.com/office/drawing/2014/main" id="{60C06C01-A382-2139-DC70-500ADC91E382}"/>
                    </a:ext>
                  </a:extLst>
                </p:cNvPr>
                <p:cNvSpPr/>
                <p:nvPr/>
              </p:nvSpPr>
              <p:spPr>
                <a:xfrm>
                  <a:off x="4252070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0" name="pg2590">
                  <a:extLst>
                    <a:ext uri="{FF2B5EF4-FFF2-40B4-BE49-F238E27FC236}">
                      <a16:creationId xmlns:a16="http://schemas.microsoft.com/office/drawing/2014/main" id="{14405625-9E3E-F2CC-345A-F1742075D74B}"/>
                    </a:ext>
                  </a:extLst>
                </p:cNvPr>
                <p:cNvSpPr/>
                <p:nvPr/>
              </p:nvSpPr>
              <p:spPr>
                <a:xfrm>
                  <a:off x="4263707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1" name="pg2591">
                  <a:extLst>
                    <a:ext uri="{FF2B5EF4-FFF2-40B4-BE49-F238E27FC236}">
                      <a16:creationId xmlns:a16="http://schemas.microsoft.com/office/drawing/2014/main" id="{32538122-1183-EC56-BD8F-124B07742F3F}"/>
                    </a:ext>
                  </a:extLst>
                </p:cNvPr>
                <p:cNvSpPr/>
                <p:nvPr/>
              </p:nvSpPr>
              <p:spPr>
                <a:xfrm>
                  <a:off x="427534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2" name="pg2592">
                  <a:extLst>
                    <a:ext uri="{FF2B5EF4-FFF2-40B4-BE49-F238E27FC236}">
                      <a16:creationId xmlns:a16="http://schemas.microsoft.com/office/drawing/2014/main" id="{A67CFBB8-A892-C5BF-844B-66F484DEDEC8}"/>
                    </a:ext>
                  </a:extLst>
                </p:cNvPr>
                <p:cNvSpPr/>
                <p:nvPr/>
              </p:nvSpPr>
              <p:spPr>
                <a:xfrm>
                  <a:off x="428698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3" name="pg2593">
                  <a:extLst>
                    <a:ext uri="{FF2B5EF4-FFF2-40B4-BE49-F238E27FC236}">
                      <a16:creationId xmlns:a16="http://schemas.microsoft.com/office/drawing/2014/main" id="{1E36E8A9-6754-9EFC-6E41-5A378D5F1A62}"/>
                    </a:ext>
                  </a:extLst>
                </p:cNvPr>
                <p:cNvSpPr/>
                <p:nvPr/>
              </p:nvSpPr>
              <p:spPr>
                <a:xfrm>
                  <a:off x="4298619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4" name="pg2594">
                  <a:extLst>
                    <a:ext uri="{FF2B5EF4-FFF2-40B4-BE49-F238E27FC236}">
                      <a16:creationId xmlns:a16="http://schemas.microsoft.com/office/drawing/2014/main" id="{D09D43CE-AAFE-3710-AF16-01FD91F2ECAF}"/>
                    </a:ext>
                  </a:extLst>
                </p:cNvPr>
                <p:cNvSpPr/>
                <p:nvPr/>
              </p:nvSpPr>
              <p:spPr>
                <a:xfrm>
                  <a:off x="431025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5" name="pg2595">
                  <a:extLst>
                    <a:ext uri="{FF2B5EF4-FFF2-40B4-BE49-F238E27FC236}">
                      <a16:creationId xmlns:a16="http://schemas.microsoft.com/office/drawing/2014/main" id="{FCF8A04A-27E4-D9A8-625A-723E6446E3EA}"/>
                    </a:ext>
                  </a:extLst>
                </p:cNvPr>
                <p:cNvSpPr/>
                <p:nvPr/>
              </p:nvSpPr>
              <p:spPr>
                <a:xfrm>
                  <a:off x="4321894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6" name="pg2596">
                  <a:extLst>
                    <a:ext uri="{FF2B5EF4-FFF2-40B4-BE49-F238E27FC236}">
                      <a16:creationId xmlns:a16="http://schemas.microsoft.com/office/drawing/2014/main" id="{1B43E083-8BC8-4D24-86D7-D0D48BFAFFBA}"/>
                    </a:ext>
                  </a:extLst>
                </p:cNvPr>
                <p:cNvSpPr/>
                <p:nvPr/>
              </p:nvSpPr>
              <p:spPr>
                <a:xfrm>
                  <a:off x="4333531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7" name="pg2597">
                  <a:extLst>
                    <a:ext uri="{FF2B5EF4-FFF2-40B4-BE49-F238E27FC236}">
                      <a16:creationId xmlns:a16="http://schemas.microsoft.com/office/drawing/2014/main" id="{DAE602EB-19DC-8208-B0BF-41D392053061}"/>
                    </a:ext>
                  </a:extLst>
                </p:cNvPr>
                <p:cNvSpPr/>
                <p:nvPr/>
              </p:nvSpPr>
              <p:spPr>
                <a:xfrm>
                  <a:off x="434516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8" name="pg2598">
                  <a:extLst>
                    <a:ext uri="{FF2B5EF4-FFF2-40B4-BE49-F238E27FC236}">
                      <a16:creationId xmlns:a16="http://schemas.microsoft.com/office/drawing/2014/main" id="{865CBF33-CE57-D114-90C7-DD18B352245D}"/>
                    </a:ext>
                  </a:extLst>
                </p:cNvPr>
                <p:cNvSpPr/>
                <p:nvPr/>
              </p:nvSpPr>
              <p:spPr>
                <a:xfrm>
                  <a:off x="4356806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599" name="pg2599">
                  <a:extLst>
                    <a:ext uri="{FF2B5EF4-FFF2-40B4-BE49-F238E27FC236}">
                      <a16:creationId xmlns:a16="http://schemas.microsoft.com/office/drawing/2014/main" id="{349EBE19-2064-0989-B880-6718242FD339}"/>
                    </a:ext>
                  </a:extLst>
                </p:cNvPr>
                <p:cNvSpPr/>
                <p:nvPr/>
              </p:nvSpPr>
              <p:spPr>
                <a:xfrm>
                  <a:off x="4566278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0" name="pg2600">
                  <a:extLst>
                    <a:ext uri="{FF2B5EF4-FFF2-40B4-BE49-F238E27FC236}">
                      <a16:creationId xmlns:a16="http://schemas.microsoft.com/office/drawing/2014/main" id="{57591C20-72FA-C6F7-FC9F-A8856A435974}"/>
                    </a:ext>
                  </a:extLst>
                </p:cNvPr>
                <p:cNvSpPr/>
                <p:nvPr/>
              </p:nvSpPr>
              <p:spPr>
                <a:xfrm>
                  <a:off x="4577915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1" name="pg2601">
                  <a:extLst>
                    <a:ext uri="{FF2B5EF4-FFF2-40B4-BE49-F238E27FC236}">
                      <a16:creationId xmlns:a16="http://schemas.microsoft.com/office/drawing/2014/main" id="{B3C69973-2597-5348-E994-87302A434EB6}"/>
                    </a:ext>
                  </a:extLst>
                </p:cNvPr>
                <p:cNvSpPr/>
                <p:nvPr/>
              </p:nvSpPr>
              <p:spPr>
                <a:xfrm>
                  <a:off x="4589552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2" name="pg2602">
                  <a:extLst>
                    <a:ext uri="{FF2B5EF4-FFF2-40B4-BE49-F238E27FC236}">
                      <a16:creationId xmlns:a16="http://schemas.microsoft.com/office/drawing/2014/main" id="{138A9AE4-E5CE-AD16-A252-A6B77242020D}"/>
                    </a:ext>
                  </a:extLst>
                </p:cNvPr>
                <p:cNvSpPr/>
                <p:nvPr/>
              </p:nvSpPr>
              <p:spPr>
                <a:xfrm>
                  <a:off x="4601190" y="47527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3" name="pg2603">
                  <a:extLst>
                    <a:ext uri="{FF2B5EF4-FFF2-40B4-BE49-F238E27FC236}">
                      <a16:creationId xmlns:a16="http://schemas.microsoft.com/office/drawing/2014/main" id="{95429416-1C00-FD65-4B47-719E0A651E14}"/>
                    </a:ext>
                  </a:extLst>
                </p:cNvPr>
                <p:cNvSpPr/>
                <p:nvPr/>
              </p:nvSpPr>
              <p:spPr>
                <a:xfrm>
                  <a:off x="312324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4" name="pg2604">
                  <a:extLst>
                    <a:ext uri="{FF2B5EF4-FFF2-40B4-BE49-F238E27FC236}">
                      <a16:creationId xmlns:a16="http://schemas.microsoft.com/office/drawing/2014/main" id="{9D1EC753-B74C-8C9E-7F0F-290065888E41}"/>
                    </a:ext>
                  </a:extLst>
                </p:cNvPr>
                <p:cNvSpPr/>
                <p:nvPr/>
              </p:nvSpPr>
              <p:spPr>
                <a:xfrm>
                  <a:off x="313488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5" name="pg2605">
                  <a:extLst>
                    <a:ext uri="{FF2B5EF4-FFF2-40B4-BE49-F238E27FC236}">
                      <a16:creationId xmlns:a16="http://schemas.microsoft.com/office/drawing/2014/main" id="{2D0A2D79-BFC0-0847-676B-A6F11171179A}"/>
                    </a:ext>
                  </a:extLst>
                </p:cNvPr>
                <p:cNvSpPr/>
                <p:nvPr/>
              </p:nvSpPr>
              <p:spPr>
                <a:xfrm>
                  <a:off x="314652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6" name="pg2606">
                  <a:extLst>
                    <a:ext uri="{FF2B5EF4-FFF2-40B4-BE49-F238E27FC236}">
                      <a16:creationId xmlns:a16="http://schemas.microsoft.com/office/drawing/2014/main" id="{7FB4267B-9A9C-3DC6-F5A2-F674D3CB57A5}"/>
                    </a:ext>
                  </a:extLst>
                </p:cNvPr>
                <p:cNvSpPr/>
                <p:nvPr/>
              </p:nvSpPr>
              <p:spPr>
                <a:xfrm>
                  <a:off x="315816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AF">
                    <a:alpha val="100000"/>
                  </a:srgbClr>
                </a:solidFill>
                <a:ln w="5420" cap="flat">
                  <a:solidFill>
                    <a:srgbClr val="6AD1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7" name="pg2607">
                  <a:extLst>
                    <a:ext uri="{FF2B5EF4-FFF2-40B4-BE49-F238E27FC236}">
                      <a16:creationId xmlns:a16="http://schemas.microsoft.com/office/drawing/2014/main" id="{61FEAD97-4BA7-FA42-1015-A34DC1B178EF}"/>
                    </a:ext>
                  </a:extLst>
                </p:cNvPr>
                <p:cNvSpPr/>
                <p:nvPr/>
              </p:nvSpPr>
              <p:spPr>
                <a:xfrm>
                  <a:off x="316979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8" name="pg2608">
                  <a:extLst>
                    <a:ext uri="{FF2B5EF4-FFF2-40B4-BE49-F238E27FC236}">
                      <a16:creationId xmlns:a16="http://schemas.microsoft.com/office/drawing/2014/main" id="{6B0780E7-AFFD-F31E-C9C4-90472802FBCA}"/>
                    </a:ext>
                  </a:extLst>
                </p:cNvPr>
                <p:cNvSpPr/>
                <p:nvPr/>
              </p:nvSpPr>
              <p:spPr>
                <a:xfrm>
                  <a:off x="318143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09" name="pg2609">
                  <a:extLst>
                    <a:ext uri="{FF2B5EF4-FFF2-40B4-BE49-F238E27FC236}">
                      <a16:creationId xmlns:a16="http://schemas.microsoft.com/office/drawing/2014/main" id="{411EB4B5-084C-98C3-8D42-8C3413B56091}"/>
                    </a:ext>
                  </a:extLst>
                </p:cNvPr>
                <p:cNvSpPr/>
                <p:nvPr/>
              </p:nvSpPr>
              <p:spPr>
                <a:xfrm>
                  <a:off x="321634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0" name="pg2610">
                  <a:extLst>
                    <a:ext uri="{FF2B5EF4-FFF2-40B4-BE49-F238E27FC236}">
                      <a16:creationId xmlns:a16="http://schemas.microsoft.com/office/drawing/2014/main" id="{C59D3113-CEE4-0D90-9FB3-BC1F20D6CA81}"/>
                    </a:ext>
                  </a:extLst>
                </p:cNvPr>
                <p:cNvSpPr/>
                <p:nvPr/>
              </p:nvSpPr>
              <p:spPr>
                <a:xfrm>
                  <a:off x="322798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1" name="pg2611">
                  <a:extLst>
                    <a:ext uri="{FF2B5EF4-FFF2-40B4-BE49-F238E27FC236}">
                      <a16:creationId xmlns:a16="http://schemas.microsoft.com/office/drawing/2014/main" id="{3E7F3E48-3832-F3B1-7CE3-E72C61176975}"/>
                    </a:ext>
                  </a:extLst>
                </p:cNvPr>
                <p:cNvSpPr/>
                <p:nvPr/>
              </p:nvSpPr>
              <p:spPr>
                <a:xfrm>
                  <a:off x="323962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2" name="pg2612">
                  <a:extLst>
                    <a:ext uri="{FF2B5EF4-FFF2-40B4-BE49-F238E27FC236}">
                      <a16:creationId xmlns:a16="http://schemas.microsoft.com/office/drawing/2014/main" id="{C7EBBFDB-3054-338C-9C3B-7EB3F3D6ADF5}"/>
                    </a:ext>
                  </a:extLst>
                </p:cNvPr>
                <p:cNvSpPr/>
                <p:nvPr/>
              </p:nvSpPr>
              <p:spPr>
                <a:xfrm>
                  <a:off x="325125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6B8">
                    <a:alpha val="100000"/>
                  </a:srgbClr>
                </a:solidFill>
                <a:ln w="5420" cap="flat">
                  <a:solidFill>
                    <a:srgbClr val="7F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3" name="pg2613">
                  <a:extLst>
                    <a:ext uri="{FF2B5EF4-FFF2-40B4-BE49-F238E27FC236}">
                      <a16:creationId xmlns:a16="http://schemas.microsoft.com/office/drawing/2014/main" id="{0C31294B-B925-733C-F65D-8BC82AE4FA94}"/>
                    </a:ext>
                  </a:extLst>
                </p:cNvPr>
                <p:cNvSpPr/>
                <p:nvPr/>
              </p:nvSpPr>
              <p:spPr>
                <a:xfrm>
                  <a:off x="326289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4" name="pg2614">
                  <a:extLst>
                    <a:ext uri="{FF2B5EF4-FFF2-40B4-BE49-F238E27FC236}">
                      <a16:creationId xmlns:a16="http://schemas.microsoft.com/office/drawing/2014/main" id="{1CB47C64-8B05-A81B-37BF-6E43A677EE9B}"/>
                    </a:ext>
                  </a:extLst>
                </p:cNvPr>
                <p:cNvSpPr/>
                <p:nvPr/>
              </p:nvSpPr>
              <p:spPr>
                <a:xfrm>
                  <a:off x="327453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5" name="pg2615">
                  <a:extLst>
                    <a:ext uri="{FF2B5EF4-FFF2-40B4-BE49-F238E27FC236}">
                      <a16:creationId xmlns:a16="http://schemas.microsoft.com/office/drawing/2014/main" id="{FAA71355-3D37-F2BE-D75D-603D0D972049}"/>
                    </a:ext>
                  </a:extLst>
                </p:cNvPr>
                <p:cNvSpPr/>
                <p:nvPr/>
              </p:nvSpPr>
              <p:spPr>
                <a:xfrm>
                  <a:off x="328617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6" name="pg2616">
                  <a:extLst>
                    <a:ext uri="{FF2B5EF4-FFF2-40B4-BE49-F238E27FC236}">
                      <a16:creationId xmlns:a16="http://schemas.microsoft.com/office/drawing/2014/main" id="{0CD526ED-5298-0DE0-6340-A3861C26F4FD}"/>
                    </a:ext>
                  </a:extLst>
                </p:cNvPr>
                <p:cNvSpPr/>
                <p:nvPr/>
              </p:nvSpPr>
              <p:spPr>
                <a:xfrm>
                  <a:off x="329780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7" name="pg2617">
                  <a:extLst>
                    <a:ext uri="{FF2B5EF4-FFF2-40B4-BE49-F238E27FC236}">
                      <a16:creationId xmlns:a16="http://schemas.microsoft.com/office/drawing/2014/main" id="{F207188C-EF3B-DA2C-77B0-E0F12E37122E}"/>
                    </a:ext>
                  </a:extLst>
                </p:cNvPr>
                <p:cNvSpPr/>
                <p:nvPr/>
              </p:nvSpPr>
              <p:spPr>
                <a:xfrm>
                  <a:off x="330944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1">
                    <a:alpha val="100000"/>
                  </a:srgbClr>
                </a:solidFill>
                <a:ln w="5420" cap="flat">
                  <a:solidFill>
                    <a:srgbClr val="6C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8" name="pg2618">
                  <a:extLst>
                    <a:ext uri="{FF2B5EF4-FFF2-40B4-BE49-F238E27FC236}">
                      <a16:creationId xmlns:a16="http://schemas.microsoft.com/office/drawing/2014/main" id="{EE88FDB4-C374-1F9C-677C-DC98A5A4CF9B}"/>
                    </a:ext>
                  </a:extLst>
                </p:cNvPr>
                <p:cNvSpPr/>
                <p:nvPr/>
              </p:nvSpPr>
              <p:spPr>
                <a:xfrm>
                  <a:off x="332108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19" name="pg2619">
                  <a:extLst>
                    <a:ext uri="{FF2B5EF4-FFF2-40B4-BE49-F238E27FC236}">
                      <a16:creationId xmlns:a16="http://schemas.microsoft.com/office/drawing/2014/main" id="{B36497AD-F319-12EE-B9F6-75E18F9743DD}"/>
                    </a:ext>
                  </a:extLst>
                </p:cNvPr>
                <p:cNvSpPr/>
                <p:nvPr/>
              </p:nvSpPr>
              <p:spPr>
                <a:xfrm>
                  <a:off x="333272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0" name="pg2620">
                  <a:extLst>
                    <a:ext uri="{FF2B5EF4-FFF2-40B4-BE49-F238E27FC236}">
                      <a16:creationId xmlns:a16="http://schemas.microsoft.com/office/drawing/2014/main" id="{A561EE41-454D-B18C-6621-BD105232B1A9}"/>
                    </a:ext>
                  </a:extLst>
                </p:cNvPr>
                <p:cNvSpPr/>
                <p:nvPr/>
              </p:nvSpPr>
              <p:spPr>
                <a:xfrm>
                  <a:off x="334435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1" name="pg2621">
                  <a:extLst>
                    <a:ext uri="{FF2B5EF4-FFF2-40B4-BE49-F238E27FC236}">
                      <a16:creationId xmlns:a16="http://schemas.microsoft.com/office/drawing/2014/main" id="{E1167A38-689B-675C-3FDA-176328E6EE5A}"/>
                    </a:ext>
                  </a:extLst>
                </p:cNvPr>
                <p:cNvSpPr/>
                <p:nvPr/>
              </p:nvSpPr>
              <p:spPr>
                <a:xfrm>
                  <a:off x="335599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2" name="pg2622">
                  <a:extLst>
                    <a:ext uri="{FF2B5EF4-FFF2-40B4-BE49-F238E27FC236}">
                      <a16:creationId xmlns:a16="http://schemas.microsoft.com/office/drawing/2014/main" id="{097D6A33-D2D8-AE96-1128-A98C1E2FD316}"/>
                    </a:ext>
                  </a:extLst>
                </p:cNvPr>
                <p:cNvSpPr/>
                <p:nvPr/>
              </p:nvSpPr>
              <p:spPr>
                <a:xfrm>
                  <a:off x="336763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3" name="pg2623">
                  <a:extLst>
                    <a:ext uri="{FF2B5EF4-FFF2-40B4-BE49-F238E27FC236}">
                      <a16:creationId xmlns:a16="http://schemas.microsoft.com/office/drawing/2014/main" id="{FFC4E36B-CF77-D83C-706A-4F37767F4C03}"/>
                    </a:ext>
                  </a:extLst>
                </p:cNvPr>
                <p:cNvSpPr/>
                <p:nvPr/>
              </p:nvSpPr>
              <p:spPr>
                <a:xfrm>
                  <a:off x="342581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4" name="pg2624">
                  <a:extLst>
                    <a:ext uri="{FF2B5EF4-FFF2-40B4-BE49-F238E27FC236}">
                      <a16:creationId xmlns:a16="http://schemas.microsoft.com/office/drawing/2014/main" id="{F0752D14-6F6E-AE83-8AC0-DA5D5E638950}"/>
                    </a:ext>
                  </a:extLst>
                </p:cNvPr>
                <p:cNvSpPr/>
                <p:nvPr/>
              </p:nvSpPr>
              <p:spPr>
                <a:xfrm>
                  <a:off x="343745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5" name="pg2625">
                  <a:extLst>
                    <a:ext uri="{FF2B5EF4-FFF2-40B4-BE49-F238E27FC236}">
                      <a16:creationId xmlns:a16="http://schemas.microsoft.com/office/drawing/2014/main" id="{210FF56F-7B9F-DEAA-06EB-CF93D87AC3A7}"/>
                    </a:ext>
                  </a:extLst>
                </p:cNvPr>
                <p:cNvSpPr/>
                <p:nvPr/>
              </p:nvSpPr>
              <p:spPr>
                <a:xfrm>
                  <a:off x="344909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6" name="pg2626">
                  <a:extLst>
                    <a:ext uri="{FF2B5EF4-FFF2-40B4-BE49-F238E27FC236}">
                      <a16:creationId xmlns:a16="http://schemas.microsoft.com/office/drawing/2014/main" id="{4105CED3-4BA9-1423-1265-1DD53DC595C9}"/>
                    </a:ext>
                  </a:extLst>
                </p:cNvPr>
                <p:cNvSpPr/>
                <p:nvPr/>
              </p:nvSpPr>
              <p:spPr>
                <a:xfrm>
                  <a:off x="346073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7" name="pg2627">
                  <a:extLst>
                    <a:ext uri="{FF2B5EF4-FFF2-40B4-BE49-F238E27FC236}">
                      <a16:creationId xmlns:a16="http://schemas.microsoft.com/office/drawing/2014/main" id="{D1045F6E-CB31-C934-B6B5-7F90EC45696B}"/>
                    </a:ext>
                  </a:extLst>
                </p:cNvPr>
                <p:cNvSpPr/>
                <p:nvPr/>
              </p:nvSpPr>
              <p:spPr>
                <a:xfrm>
                  <a:off x="347236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8" name="pg2628">
                  <a:extLst>
                    <a:ext uri="{FF2B5EF4-FFF2-40B4-BE49-F238E27FC236}">
                      <a16:creationId xmlns:a16="http://schemas.microsoft.com/office/drawing/2014/main" id="{EABD0A57-F734-2526-04AD-AE43B351BBD3}"/>
                    </a:ext>
                  </a:extLst>
                </p:cNvPr>
                <p:cNvSpPr/>
                <p:nvPr/>
              </p:nvSpPr>
              <p:spPr>
                <a:xfrm>
                  <a:off x="348400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29" name="pg2629">
                  <a:extLst>
                    <a:ext uri="{FF2B5EF4-FFF2-40B4-BE49-F238E27FC236}">
                      <a16:creationId xmlns:a16="http://schemas.microsoft.com/office/drawing/2014/main" id="{4DE7D8AA-B458-2BFA-5CA8-FBD8001622AA}"/>
                    </a:ext>
                  </a:extLst>
                </p:cNvPr>
                <p:cNvSpPr/>
                <p:nvPr/>
              </p:nvSpPr>
              <p:spPr>
                <a:xfrm>
                  <a:off x="349564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0" name="pg2630">
                  <a:extLst>
                    <a:ext uri="{FF2B5EF4-FFF2-40B4-BE49-F238E27FC236}">
                      <a16:creationId xmlns:a16="http://schemas.microsoft.com/office/drawing/2014/main" id="{F69A8B9B-E91F-B1F1-12AD-393620ED3D0C}"/>
                    </a:ext>
                  </a:extLst>
                </p:cNvPr>
                <p:cNvSpPr/>
                <p:nvPr/>
              </p:nvSpPr>
              <p:spPr>
                <a:xfrm>
                  <a:off x="350728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1" name="pg2631">
                  <a:extLst>
                    <a:ext uri="{FF2B5EF4-FFF2-40B4-BE49-F238E27FC236}">
                      <a16:creationId xmlns:a16="http://schemas.microsoft.com/office/drawing/2014/main" id="{D317638B-C278-3686-1A1A-1F64BB8E0B3E}"/>
                    </a:ext>
                  </a:extLst>
                </p:cNvPr>
                <p:cNvSpPr/>
                <p:nvPr/>
              </p:nvSpPr>
              <p:spPr>
                <a:xfrm>
                  <a:off x="362365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2" name="pg2632">
                  <a:extLst>
                    <a:ext uri="{FF2B5EF4-FFF2-40B4-BE49-F238E27FC236}">
                      <a16:creationId xmlns:a16="http://schemas.microsoft.com/office/drawing/2014/main" id="{CE964D3F-2A93-F5BF-B636-EC994A464E4E}"/>
                    </a:ext>
                  </a:extLst>
                </p:cNvPr>
                <p:cNvSpPr/>
                <p:nvPr/>
              </p:nvSpPr>
              <p:spPr>
                <a:xfrm>
                  <a:off x="363529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3" name="pg2633">
                  <a:extLst>
                    <a:ext uri="{FF2B5EF4-FFF2-40B4-BE49-F238E27FC236}">
                      <a16:creationId xmlns:a16="http://schemas.microsoft.com/office/drawing/2014/main" id="{83CF300B-0FAA-79B3-B9BE-1AA3541AB747}"/>
                    </a:ext>
                  </a:extLst>
                </p:cNvPr>
                <p:cNvSpPr/>
                <p:nvPr/>
              </p:nvSpPr>
              <p:spPr>
                <a:xfrm>
                  <a:off x="364692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4" name="pg2634">
                  <a:extLst>
                    <a:ext uri="{FF2B5EF4-FFF2-40B4-BE49-F238E27FC236}">
                      <a16:creationId xmlns:a16="http://schemas.microsoft.com/office/drawing/2014/main" id="{9BDA7465-1D9C-2D92-EA36-1F0947DA5C9F}"/>
                    </a:ext>
                  </a:extLst>
                </p:cNvPr>
                <p:cNvSpPr/>
                <p:nvPr/>
              </p:nvSpPr>
              <p:spPr>
                <a:xfrm>
                  <a:off x="365856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5" name="pg2635">
                  <a:extLst>
                    <a:ext uri="{FF2B5EF4-FFF2-40B4-BE49-F238E27FC236}">
                      <a16:creationId xmlns:a16="http://schemas.microsoft.com/office/drawing/2014/main" id="{709C397A-42CF-3646-B8AB-EEB4413C2431}"/>
                    </a:ext>
                  </a:extLst>
                </p:cNvPr>
                <p:cNvSpPr/>
                <p:nvPr/>
              </p:nvSpPr>
              <p:spPr>
                <a:xfrm>
                  <a:off x="367020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6" name="pg2636">
                  <a:extLst>
                    <a:ext uri="{FF2B5EF4-FFF2-40B4-BE49-F238E27FC236}">
                      <a16:creationId xmlns:a16="http://schemas.microsoft.com/office/drawing/2014/main" id="{529D529D-3286-4F10-04D3-A75EFB5D4E40}"/>
                    </a:ext>
                  </a:extLst>
                </p:cNvPr>
                <p:cNvSpPr/>
                <p:nvPr/>
              </p:nvSpPr>
              <p:spPr>
                <a:xfrm>
                  <a:off x="3681840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7" name="pg2637">
                  <a:extLst>
                    <a:ext uri="{FF2B5EF4-FFF2-40B4-BE49-F238E27FC236}">
                      <a16:creationId xmlns:a16="http://schemas.microsoft.com/office/drawing/2014/main" id="{835ED174-6F4F-F139-F12D-245053FC243C}"/>
                    </a:ext>
                  </a:extLst>
                </p:cNvPr>
                <p:cNvSpPr/>
                <p:nvPr/>
              </p:nvSpPr>
              <p:spPr>
                <a:xfrm>
                  <a:off x="369347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4AB">
                    <a:alpha val="100000"/>
                  </a:srgbClr>
                </a:solidFill>
                <a:ln w="5420" cap="flat">
                  <a:solidFill>
                    <a:srgbClr val="4F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8" name="pg2638">
                  <a:extLst>
                    <a:ext uri="{FF2B5EF4-FFF2-40B4-BE49-F238E27FC236}">
                      <a16:creationId xmlns:a16="http://schemas.microsoft.com/office/drawing/2014/main" id="{A749CAB6-EAD9-D990-9FFF-D3CBF3CEAD66}"/>
                    </a:ext>
                  </a:extLst>
                </p:cNvPr>
                <p:cNvSpPr/>
                <p:nvPr/>
              </p:nvSpPr>
              <p:spPr>
                <a:xfrm>
                  <a:off x="370511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6AB">
                    <a:alpha val="100000"/>
                  </a:srgbClr>
                </a:solidFill>
                <a:ln w="5420" cap="flat">
                  <a:solidFill>
                    <a:srgbClr val="4F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39" name="pg2639">
                  <a:extLst>
                    <a:ext uri="{FF2B5EF4-FFF2-40B4-BE49-F238E27FC236}">
                      <a16:creationId xmlns:a16="http://schemas.microsoft.com/office/drawing/2014/main" id="{90680940-42DA-F481-F23F-CC0FE32F5E73}"/>
                    </a:ext>
                  </a:extLst>
                </p:cNvPr>
                <p:cNvSpPr/>
                <p:nvPr/>
              </p:nvSpPr>
              <p:spPr>
                <a:xfrm>
                  <a:off x="371675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0" name="pg2640">
                  <a:extLst>
                    <a:ext uri="{FF2B5EF4-FFF2-40B4-BE49-F238E27FC236}">
                      <a16:creationId xmlns:a16="http://schemas.microsoft.com/office/drawing/2014/main" id="{0815BF9D-CC91-7737-A9C1-DAC5B2A6774A}"/>
                    </a:ext>
                  </a:extLst>
                </p:cNvPr>
                <p:cNvSpPr/>
                <p:nvPr/>
              </p:nvSpPr>
              <p:spPr>
                <a:xfrm>
                  <a:off x="3728390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1" name="pg2641">
                  <a:extLst>
                    <a:ext uri="{FF2B5EF4-FFF2-40B4-BE49-F238E27FC236}">
                      <a16:creationId xmlns:a16="http://schemas.microsoft.com/office/drawing/2014/main" id="{14DB629E-4B9F-BEED-861A-9EB6B74E0553}"/>
                    </a:ext>
                  </a:extLst>
                </p:cNvPr>
                <p:cNvSpPr/>
                <p:nvPr/>
              </p:nvSpPr>
              <p:spPr>
                <a:xfrm>
                  <a:off x="374002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2" name="pg2642">
                  <a:extLst>
                    <a:ext uri="{FF2B5EF4-FFF2-40B4-BE49-F238E27FC236}">
                      <a16:creationId xmlns:a16="http://schemas.microsoft.com/office/drawing/2014/main" id="{4431A4B4-1C7A-E245-E504-4D2CA6F8A096}"/>
                    </a:ext>
                  </a:extLst>
                </p:cNvPr>
                <p:cNvSpPr/>
                <p:nvPr/>
              </p:nvSpPr>
              <p:spPr>
                <a:xfrm>
                  <a:off x="375166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AAB">
                    <a:alpha val="100000"/>
                  </a:srgbClr>
                </a:solidFill>
                <a:ln w="5420" cap="flat">
                  <a:solidFill>
                    <a:srgbClr val="53BA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3" name="pg2643">
                  <a:extLst>
                    <a:ext uri="{FF2B5EF4-FFF2-40B4-BE49-F238E27FC236}">
                      <a16:creationId xmlns:a16="http://schemas.microsoft.com/office/drawing/2014/main" id="{96D3D548-52CC-0254-CA0E-9827C020AA27}"/>
                    </a:ext>
                  </a:extLst>
                </p:cNvPr>
                <p:cNvSpPr/>
                <p:nvPr/>
              </p:nvSpPr>
              <p:spPr>
                <a:xfrm>
                  <a:off x="411242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4" name="pg2644">
                  <a:extLst>
                    <a:ext uri="{FF2B5EF4-FFF2-40B4-BE49-F238E27FC236}">
                      <a16:creationId xmlns:a16="http://schemas.microsoft.com/office/drawing/2014/main" id="{FDB19389-B0F5-4654-43BB-5B90534AA4BF}"/>
                    </a:ext>
                  </a:extLst>
                </p:cNvPr>
                <p:cNvSpPr/>
                <p:nvPr/>
              </p:nvSpPr>
              <p:spPr>
                <a:xfrm>
                  <a:off x="412405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5" name="pg2645">
                  <a:extLst>
                    <a:ext uri="{FF2B5EF4-FFF2-40B4-BE49-F238E27FC236}">
                      <a16:creationId xmlns:a16="http://schemas.microsoft.com/office/drawing/2014/main" id="{77FCCF24-E8F3-D6AF-935B-932B68117443}"/>
                    </a:ext>
                  </a:extLst>
                </p:cNvPr>
                <p:cNvSpPr/>
                <p:nvPr/>
              </p:nvSpPr>
              <p:spPr>
                <a:xfrm>
                  <a:off x="413569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6" name="pg2646">
                  <a:extLst>
                    <a:ext uri="{FF2B5EF4-FFF2-40B4-BE49-F238E27FC236}">
                      <a16:creationId xmlns:a16="http://schemas.microsoft.com/office/drawing/2014/main" id="{F3921C3C-3297-B955-3CCE-4A81EC84344D}"/>
                    </a:ext>
                  </a:extLst>
                </p:cNvPr>
                <p:cNvSpPr/>
                <p:nvPr/>
              </p:nvSpPr>
              <p:spPr>
                <a:xfrm>
                  <a:off x="414733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B">
                    <a:alpha val="100000"/>
                  </a:srgbClr>
                </a:solidFill>
                <a:ln w="5420" cap="flat">
                  <a:solidFill>
                    <a:srgbClr val="85D8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7" name="pg2647">
                  <a:extLst>
                    <a:ext uri="{FF2B5EF4-FFF2-40B4-BE49-F238E27FC236}">
                      <a16:creationId xmlns:a16="http://schemas.microsoft.com/office/drawing/2014/main" id="{6EEE32C8-2499-7B44-D8C7-8FA4AD9750DB}"/>
                    </a:ext>
                  </a:extLst>
                </p:cNvPr>
                <p:cNvSpPr/>
                <p:nvPr/>
              </p:nvSpPr>
              <p:spPr>
                <a:xfrm>
                  <a:off x="415897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8" name="pg2648">
                  <a:extLst>
                    <a:ext uri="{FF2B5EF4-FFF2-40B4-BE49-F238E27FC236}">
                      <a16:creationId xmlns:a16="http://schemas.microsoft.com/office/drawing/2014/main" id="{8EFD8B91-E09B-CAC3-B8F0-F606891C3F60}"/>
                    </a:ext>
                  </a:extLst>
                </p:cNvPr>
                <p:cNvSpPr/>
                <p:nvPr/>
              </p:nvSpPr>
              <p:spPr>
                <a:xfrm>
                  <a:off x="417060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49" name="pg2649">
                  <a:extLst>
                    <a:ext uri="{FF2B5EF4-FFF2-40B4-BE49-F238E27FC236}">
                      <a16:creationId xmlns:a16="http://schemas.microsoft.com/office/drawing/2014/main" id="{9EEFB08F-091F-B62A-C406-DB09AD4AB13C}"/>
                    </a:ext>
                  </a:extLst>
                </p:cNvPr>
                <p:cNvSpPr/>
                <p:nvPr/>
              </p:nvSpPr>
              <p:spPr>
                <a:xfrm>
                  <a:off x="418224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0" name="pg2650">
                  <a:extLst>
                    <a:ext uri="{FF2B5EF4-FFF2-40B4-BE49-F238E27FC236}">
                      <a16:creationId xmlns:a16="http://schemas.microsoft.com/office/drawing/2014/main" id="{83C8A7FC-A89F-2D20-2A09-CDB317068886}"/>
                    </a:ext>
                  </a:extLst>
                </p:cNvPr>
                <p:cNvSpPr/>
                <p:nvPr/>
              </p:nvSpPr>
              <p:spPr>
                <a:xfrm>
                  <a:off x="419388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1" name="pg2651">
                  <a:extLst>
                    <a:ext uri="{FF2B5EF4-FFF2-40B4-BE49-F238E27FC236}">
                      <a16:creationId xmlns:a16="http://schemas.microsoft.com/office/drawing/2014/main" id="{74EC5A8D-6224-58DF-D7E5-1120F8162C65}"/>
                    </a:ext>
                  </a:extLst>
                </p:cNvPr>
                <p:cNvSpPr/>
                <p:nvPr/>
              </p:nvSpPr>
              <p:spPr>
                <a:xfrm>
                  <a:off x="4205520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2" name="pg2652">
                  <a:extLst>
                    <a:ext uri="{FF2B5EF4-FFF2-40B4-BE49-F238E27FC236}">
                      <a16:creationId xmlns:a16="http://schemas.microsoft.com/office/drawing/2014/main" id="{567C55D6-240E-4DAF-E71D-5E99A9008636}"/>
                    </a:ext>
                  </a:extLst>
                </p:cNvPr>
                <p:cNvSpPr/>
                <p:nvPr/>
              </p:nvSpPr>
              <p:spPr>
                <a:xfrm>
                  <a:off x="421715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3" name="pg2653">
                  <a:extLst>
                    <a:ext uri="{FF2B5EF4-FFF2-40B4-BE49-F238E27FC236}">
                      <a16:creationId xmlns:a16="http://schemas.microsoft.com/office/drawing/2014/main" id="{14F92C9A-FDEA-45E4-C0F6-10031C6FD32A}"/>
                    </a:ext>
                  </a:extLst>
                </p:cNvPr>
                <p:cNvSpPr/>
                <p:nvPr/>
              </p:nvSpPr>
              <p:spPr>
                <a:xfrm>
                  <a:off x="422879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4" name="pg2654">
                  <a:extLst>
                    <a:ext uri="{FF2B5EF4-FFF2-40B4-BE49-F238E27FC236}">
                      <a16:creationId xmlns:a16="http://schemas.microsoft.com/office/drawing/2014/main" id="{FA1A3785-F6D0-CD99-7A5D-21293E9CC978}"/>
                    </a:ext>
                  </a:extLst>
                </p:cNvPr>
                <p:cNvSpPr/>
                <p:nvPr/>
              </p:nvSpPr>
              <p:spPr>
                <a:xfrm>
                  <a:off x="424043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5" name="pg2655">
                  <a:extLst>
                    <a:ext uri="{FF2B5EF4-FFF2-40B4-BE49-F238E27FC236}">
                      <a16:creationId xmlns:a16="http://schemas.microsoft.com/office/drawing/2014/main" id="{9F5A029E-8EF7-265B-6866-D64BE184FBE4}"/>
                    </a:ext>
                  </a:extLst>
                </p:cNvPr>
                <p:cNvSpPr/>
                <p:nvPr/>
              </p:nvSpPr>
              <p:spPr>
                <a:xfrm>
                  <a:off x="4252070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6" name="pg2656">
                  <a:extLst>
                    <a:ext uri="{FF2B5EF4-FFF2-40B4-BE49-F238E27FC236}">
                      <a16:creationId xmlns:a16="http://schemas.microsoft.com/office/drawing/2014/main" id="{7F031C5E-1ECD-F169-B3D4-20DF4D1D354C}"/>
                    </a:ext>
                  </a:extLst>
                </p:cNvPr>
                <p:cNvSpPr/>
                <p:nvPr/>
              </p:nvSpPr>
              <p:spPr>
                <a:xfrm>
                  <a:off x="426370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7" name="pg2657">
                  <a:extLst>
                    <a:ext uri="{FF2B5EF4-FFF2-40B4-BE49-F238E27FC236}">
                      <a16:creationId xmlns:a16="http://schemas.microsoft.com/office/drawing/2014/main" id="{B6BA984A-3ABB-0A79-06BD-670E4B83F1D8}"/>
                    </a:ext>
                  </a:extLst>
                </p:cNvPr>
                <p:cNvSpPr/>
                <p:nvPr/>
              </p:nvSpPr>
              <p:spPr>
                <a:xfrm>
                  <a:off x="427534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8" name="pg2658">
                  <a:extLst>
                    <a:ext uri="{FF2B5EF4-FFF2-40B4-BE49-F238E27FC236}">
                      <a16:creationId xmlns:a16="http://schemas.microsoft.com/office/drawing/2014/main" id="{0075751C-57AF-672B-1AC1-13DD6A25A854}"/>
                    </a:ext>
                  </a:extLst>
                </p:cNvPr>
                <p:cNvSpPr/>
                <p:nvPr/>
              </p:nvSpPr>
              <p:spPr>
                <a:xfrm>
                  <a:off x="428698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CFAE">
                    <a:alpha val="100000"/>
                  </a:srgbClr>
                </a:solidFill>
                <a:ln w="5420" cap="flat">
                  <a:solidFill>
                    <a:srgbClr val="66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59" name="pg2659">
                  <a:extLst>
                    <a:ext uri="{FF2B5EF4-FFF2-40B4-BE49-F238E27FC236}">
                      <a16:creationId xmlns:a16="http://schemas.microsoft.com/office/drawing/2014/main" id="{AA571EF8-C15E-D431-A7D4-EC24547C6E9C}"/>
                    </a:ext>
                  </a:extLst>
                </p:cNvPr>
                <p:cNvSpPr/>
                <p:nvPr/>
              </p:nvSpPr>
              <p:spPr>
                <a:xfrm>
                  <a:off x="4298619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0" name="pg2660">
                  <a:extLst>
                    <a:ext uri="{FF2B5EF4-FFF2-40B4-BE49-F238E27FC236}">
                      <a16:creationId xmlns:a16="http://schemas.microsoft.com/office/drawing/2014/main" id="{1A329BBC-BACF-198E-741A-1F778552DCEC}"/>
                    </a:ext>
                  </a:extLst>
                </p:cNvPr>
                <p:cNvSpPr/>
                <p:nvPr/>
              </p:nvSpPr>
              <p:spPr>
                <a:xfrm>
                  <a:off x="431025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1" name="pg2661">
                  <a:extLst>
                    <a:ext uri="{FF2B5EF4-FFF2-40B4-BE49-F238E27FC236}">
                      <a16:creationId xmlns:a16="http://schemas.microsoft.com/office/drawing/2014/main" id="{5C2DABC8-5F13-C880-A12C-AA0BED5E9505}"/>
                    </a:ext>
                  </a:extLst>
                </p:cNvPr>
                <p:cNvSpPr/>
                <p:nvPr/>
              </p:nvSpPr>
              <p:spPr>
                <a:xfrm>
                  <a:off x="4321894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2" name="pg2662">
                  <a:extLst>
                    <a:ext uri="{FF2B5EF4-FFF2-40B4-BE49-F238E27FC236}">
                      <a16:creationId xmlns:a16="http://schemas.microsoft.com/office/drawing/2014/main" id="{5489856D-5F3C-86A1-D638-337CD9F0A468}"/>
                    </a:ext>
                  </a:extLst>
                </p:cNvPr>
                <p:cNvSpPr/>
                <p:nvPr/>
              </p:nvSpPr>
              <p:spPr>
                <a:xfrm>
                  <a:off x="4333531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3" name="pg2663">
                  <a:extLst>
                    <a:ext uri="{FF2B5EF4-FFF2-40B4-BE49-F238E27FC236}">
                      <a16:creationId xmlns:a16="http://schemas.microsoft.com/office/drawing/2014/main" id="{A0271359-898E-EBB7-A53D-495494DF4B3B}"/>
                    </a:ext>
                  </a:extLst>
                </p:cNvPr>
                <p:cNvSpPr/>
                <p:nvPr/>
              </p:nvSpPr>
              <p:spPr>
                <a:xfrm>
                  <a:off x="434516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4" name="pg2664">
                  <a:extLst>
                    <a:ext uri="{FF2B5EF4-FFF2-40B4-BE49-F238E27FC236}">
                      <a16:creationId xmlns:a16="http://schemas.microsoft.com/office/drawing/2014/main" id="{80584AF3-BF5C-E365-7BB1-0CDBCC744D22}"/>
                    </a:ext>
                  </a:extLst>
                </p:cNvPr>
                <p:cNvSpPr/>
                <p:nvPr/>
              </p:nvSpPr>
              <p:spPr>
                <a:xfrm>
                  <a:off x="4356806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5" name="pg2665">
                  <a:extLst>
                    <a:ext uri="{FF2B5EF4-FFF2-40B4-BE49-F238E27FC236}">
                      <a16:creationId xmlns:a16="http://schemas.microsoft.com/office/drawing/2014/main" id="{89B1824B-BC2A-15FF-D09A-93E86C3655E0}"/>
                    </a:ext>
                  </a:extLst>
                </p:cNvPr>
                <p:cNvSpPr/>
                <p:nvPr/>
              </p:nvSpPr>
              <p:spPr>
                <a:xfrm>
                  <a:off x="4368443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6" name="pg2666">
                  <a:extLst>
                    <a:ext uri="{FF2B5EF4-FFF2-40B4-BE49-F238E27FC236}">
                      <a16:creationId xmlns:a16="http://schemas.microsoft.com/office/drawing/2014/main" id="{72C7B602-8B8A-8642-F168-4EE1B36E2421}"/>
                    </a:ext>
                  </a:extLst>
                </p:cNvPr>
                <p:cNvSpPr/>
                <p:nvPr/>
              </p:nvSpPr>
              <p:spPr>
                <a:xfrm>
                  <a:off x="4566278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7" name="pg2667">
                  <a:extLst>
                    <a:ext uri="{FF2B5EF4-FFF2-40B4-BE49-F238E27FC236}">
                      <a16:creationId xmlns:a16="http://schemas.microsoft.com/office/drawing/2014/main" id="{E3361C5D-6866-C94A-2D0D-0C4259D41130}"/>
                    </a:ext>
                  </a:extLst>
                </p:cNvPr>
                <p:cNvSpPr/>
                <p:nvPr/>
              </p:nvSpPr>
              <p:spPr>
                <a:xfrm>
                  <a:off x="4577915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8" name="pg2668">
                  <a:extLst>
                    <a:ext uri="{FF2B5EF4-FFF2-40B4-BE49-F238E27FC236}">
                      <a16:creationId xmlns:a16="http://schemas.microsoft.com/office/drawing/2014/main" id="{DC2639DF-DFAA-48E3-A170-0FF1C15A0B06}"/>
                    </a:ext>
                  </a:extLst>
                </p:cNvPr>
                <p:cNvSpPr/>
                <p:nvPr/>
              </p:nvSpPr>
              <p:spPr>
                <a:xfrm>
                  <a:off x="4589552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69" name="pg2669">
                  <a:extLst>
                    <a:ext uri="{FF2B5EF4-FFF2-40B4-BE49-F238E27FC236}">
                      <a16:creationId xmlns:a16="http://schemas.microsoft.com/office/drawing/2014/main" id="{994DF007-B739-B4EF-BB10-7D2611C5445C}"/>
                    </a:ext>
                  </a:extLst>
                </p:cNvPr>
                <p:cNvSpPr/>
                <p:nvPr/>
              </p:nvSpPr>
              <p:spPr>
                <a:xfrm>
                  <a:off x="4601190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0" name="pg2670">
                  <a:extLst>
                    <a:ext uri="{FF2B5EF4-FFF2-40B4-BE49-F238E27FC236}">
                      <a16:creationId xmlns:a16="http://schemas.microsoft.com/office/drawing/2014/main" id="{18F88282-89BB-78C6-C055-7AF0836FECF8}"/>
                    </a:ext>
                  </a:extLst>
                </p:cNvPr>
                <p:cNvSpPr/>
                <p:nvPr/>
              </p:nvSpPr>
              <p:spPr>
                <a:xfrm>
                  <a:off x="4612827" y="476709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1" name="pg2671">
                  <a:extLst>
                    <a:ext uri="{FF2B5EF4-FFF2-40B4-BE49-F238E27FC236}">
                      <a16:creationId xmlns:a16="http://schemas.microsoft.com/office/drawing/2014/main" id="{17874BED-D0A8-D542-C69A-0F806FCE72F8}"/>
                    </a:ext>
                  </a:extLst>
                </p:cNvPr>
                <p:cNvSpPr/>
                <p:nvPr/>
              </p:nvSpPr>
              <p:spPr>
                <a:xfrm>
                  <a:off x="311161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2" name="pg2672">
                  <a:extLst>
                    <a:ext uri="{FF2B5EF4-FFF2-40B4-BE49-F238E27FC236}">
                      <a16:creationId xmlns:a16="http://schemas.microsoft.com/office/drawing/2014/main" id="{D96EA8F8-7506-5B63-853D-4E31FEE8E742}"/>
                    </a:ext>
                  </a:extLst>
                </p:cNvPr>
                <p:cNvSpPr/>
                <p:nvPr/>
              </p:nvSpPr>
              <p:spPr>
                <a:xfrm>
                  <a:off x="312324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3" name="pg2673">
                  <a:extLst>
                    <a:ext uri="{FF2B5EF4-FFF2-40B4-BE49-F238E27FC236}">
                      <a16:creationId xmlns:a16="http://schemas.microsoft.com/office/drawing/2014/main" id="{473EDEF8-6659-BA85-47AC-2DBB19BAA016}"/>
                    </a:ext>
                  </a:extLst>
                </p:cNvPr>
                <p:cNvSpPr/>
                <p:nvPr/>
              </p:nvSpPr>
              <p:spPr>
                <a:xfrm>
                  <a:off x="313488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4" name="pg2674">
                  <a:extLst>
                    <a:ext uri="{FF2B5EF4-FFF2-40B4-BE49-F238E27FC236}">
                      <a16:creationId xmlns:a16="http://schemas.microsoft.com/office/drawing/2014/main" id="{A52D9691-5A99-5435-94CD-87C9F8EDC07D}"/>
                    </a:ext>
                  </a:extLst>
                </p:cNvPr>
                <p:cNvSpPr/>
                <p:nvPr/>
              </p:nvSpPr>
              <p:spPr>
                <a:xfrm>
                  <a:off x="314652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5" name="pg2675">
                  <a:extLst>
                    <a:ext uri="{FF2B5EF4-FFF2-40B4-BE49-F238E27FC236}">
                      <a16:creationId xmlns:a16="http://schemas.microsoft.com/office/drawing/2014/main" id="{05A1C20E-83D2-BF8D-73A3-DF9C29259C2F}"/>
                    </a:ext>
                  </a:extLst>
                </p:cNvPr>
                <p:cNvSpPr/>
                <p:nvPr/>
              </p:nvSpPr>
              <p:spPr>
                <a:xfrm>
                  <a:off x="315816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6" name="pg2676">
                  <a:extLst>
                    <a:ext uri="{FF2B5EF4-FFF2-40B4-BE49-F238E27FC236}">
                      <a16:creationId xmlns:a16="http://schemas.microsoft.com/office/drawing/2014/main" id="{D9C17BB6-45E9-8ABF-7A8F-65D2092DC30D}"/>
                    </a:ext>
                  </a:extLst>
                </p:cNvPr>
                <p:cNvSpPr/>
                <p:nvPr/>
              </p:nvSpPr>
              <p:spPr>
                <a:xfrm>
                  <a:off x="316979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7" name="pg2677">
                  <a:extLst>
                    <a:ext uri="{FF2B5EF4-FFF2-40B4-BE49-F238E27FC236}">
                      <a16:creationId xmlns:a16="http://schemas.microsoft.com/office/drawing/2014/main" id="{D00FE50D-32C2-3B30-0661-E0A66B5F0E63}"/>
                    </a:ext>
                  </a:extLst>
                </p:cNvPr>
                <p:cNvSpPr/>
                <p:nvPr/>
              </p:nvSpPr>
              <p:spPr>
                <a:xfrm>
                  <a:off x="318143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8" name="pg2678">
                  <a:extLst>
                    <a:ext uri="{FF2B5EF4-FFF2-40B4-BE49-F238E27FC236}">
                      <a16:creationId xmlns:a16="http://schemas.microsoft.com/office/drawing/2014/main" id="{C8053C58-D9CB-735E-229D-6BBB7D447BA8}"/>
                    </a:ext>
                  </a:extLst>
                </p:cNvPr>
                <p:cNvSpPr/>
                <p:nvPr/>
              </p:nvSpPr>
              <p:spPr>
                <a:xfrm>
                  <a:off x="319307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79" name="pg2679">
                  <a:extLst>
                    <a:ext uri="{FF2B5EF4-FFF2-40B4-BE49-F238E27FC236}">
                      <a16:creationId xmlns:a16="http://schemas.microsoft.com/office/drawing/2014/main" id="{CA3A8F70-4001-F581-2A6D-21B7BB832E7A}"/>
                    </a:ext>
                  </a:extLst>
                </p:cNvPr>
                <p:cNvSpPr/>
                <p:nvPr/>
              </p:nvSpPr>
              <p:spPr>
                <a:xfrm>
                  <a:off x="320471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0" name="pg2680">
                  <a:extLst>
                    <a:ext uri="{FF2B5EF4-FFF2-40B4-BE49-F238E27FC236}">
                      <a16:creationId xmlns:a16="http://schemas.microsoft.com/office/drawing/2014/main" id="{FF0F4EB5-E32D-01FA-E436-2479BC9D5359}"/>
                    </a:ext>
                  </a:extLst>
                </p:cNvPr>
                <p:cNvSpPr/>
                <p:nvPr/>
              </p:nvSpPr>
              <p:spPr>
                <a:xfrm>
                  <a:off x="321634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1" name="pg2681">
                  <a:extLst>
                    <a:ext uri="{FF2B5EF4-FFF2-40B4-BE49-F238E27FC236}">
                      <a16:creationId xmlns:a16="http://schemas.microsoft.com/office/drawing/2014/main" id="{5CC1E9F9-E1FF-1C49-978F-16BC4BE57C7A}"/>
                    </a:ext>
                  </a:extLst>
                </p:cNvPr>
                <p:cNvSpPr/>
                <p:nvPr/>
              </p:nvSpPr>
              <p:spPr>
                <a:xfrm>
                  <a:off x="322798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2" name="pg2682">
                  <a:extLst>
                    <a:ext uri="{FF2B5EF4-FFF2-40B4-BE49-F238E27FC236}">
                      <a16:creationId xmlns:a16="http://schemas.microsoft.com/office/drawing/2014/main" id="{6D90AC99-2F8A-0BFF-9EAF-A19114AE696E}"/>
                    </a:ext>
                  </a:extLst>
                </p:cNvPr>
                <p:cNvSpPr/>
                <p:nvPr/>
              </p:nvSpPr>
              <p:spPr>
                <a:xfrm>
                  <a:off x="3239622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3" name="pg2683">
                  <a:extLst>
                    <a:ext uri="{FF2B5EF4-FFF2-40B4-BE49-F238E27FC236}">
                      <a16:creationId xmlns:a16="http://schemas.microsoft.com/office/drawing/2014/main" id="{11382BE3-2608-1C7E-0320-0CDDF1408F22}"/>
                    </a:ext>
                  </a:extLst>
                </p:cNvPr>
                <p:cNvSpPr/>
                <p:nvPr/>
              </p:nvSpPr>
              <p:spPr>
                <a:xfrm>
                  <a:off x="325125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4" name="pg2684">
                  <a:extLst>
                    <a:ext uri="{FF2B5EF4-FFF2-40B4-BE49-F238E27FC236}">
                      <a16:creationId xmlns:a16="http://schemas.microsoft.com/office/drawing/2014/main" id="{75B08670-9732-63AD-2478-E93206EBB73B}"/>
                    </a:ext>
                  </a:extLst>
                </p:cNvPr>
                <p:cNvSpPr/>
                <p:nvPr/>
              </p:nvSpPr>
              <p:spPr>
                <a:xfrm>
                  <a:off x="326289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5" name="pg2685">
                  <a:extLst>
                    <a:ext uri="{FF2B5EF4-FFF2-40B4-BE49-F238E27FC236}">
                      <a16:creationId xmlns:a16="http://schemas.microsoft.com/office/drawing/2014/main" id="{6A2EFD14-888B-6C75-2DDE-F903C525AEB4}"/>
                    </a:ext>
                  </a:extLst>
                </p:cNvPr>
                <p:cNvSpPr/>
                <p:nvPr/>
              </p:nvSpPr>
              <p:spPr>
                <a:xfrm>
                  <a:off x="327453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6" name="pg2686">
                  <a:extLst>
                    <a:ext uri="{FF2B5EF4-FFF2-40B4-BE49-F238E27FC236}">
                      <a16:creationId xmlns:a16="http://schemas.microsoft.com/office/drawing/2014/main" id="{314DDEE2-95ED-9509-A5B1-F2D1387435F4}"/>
                    </a:ext>
                  </a:extLst>
                </p:cNvPr>
                <p:cNvSpPr/>
                <p:nvPr/>
              </p:nvSpPr>
              <p:spPr>
                <a:xfrm>
                  <a:off x="328617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7" name="pg2687">
                  <a:extLst>
                    <a:ext uri="{FF2B5EF4-FFF2-40B4-BE49-F238E27FC236}">
                      <a16:creationId xmlns:a16="http://schemas.microsoft.com/office/drawing/2014/main" id="{61BA9C70-F2F3-24BD-8E00-C3B87E822103}"/>
                    </a:ext>
                  </a:extLst>
                </p:cNvPr>
                <p:cNvSpPr/>
                <p:nvPr/>
              </p:nvSpPr>
              <p:spPr>
                <a:xfrm>
                  <a:off x="329780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8" name="pg2688">
                  <a:extLst>
                    <a:ext uri="{FF2B5EF4-FFF2-40B4-BE49-F238E27FC236}">
                      <a16:creationId xmlns:a16="http://schemas.microsoft.com/office/drawing/2014/main" id="{88CF8549-A697-377B-8F5D-2810DEDB1B25}"/>
                    </a:ext>
                  </a:extLst>
                </p:cNvPr>
                <p:cNvSpPr/>
                <p:nvPr/>
              </p:nvSpPr>
              <p:spPr>
                <a:xfrm>
                  <a:off x="330944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89" name="pg2689">
                  <a:extLst>
                    <a:ext uri="{FF2B5EF4-FFF2-40B4-BE49-F238E27FC236}">
                      <a16:creationId xmlns:a16="http://schemas.microsoft.com/office/drawing/2014/main" id="{079CAE40-0DB7-BBD8-9F70-9F4321E84BFB}"/>
                    </a:ext>
                  </a:extLst>
                </p:cNvPr>
                <p:cNvSpPr/>
                <p:nvPr/>
              </p:nvSpPr>
              <p:spPr>
                <a:xfrm>
                  <a:off x="332108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0" name="pg2690">
                  <a:extLst>
                    <a:ext uri="{FF2B5EF4-FFF2-40B4-BE49-F238E27FC236}">
                      <a16:creationId xmlns:a16="http://schemas.microsoft.com/office/drawing/2014/main" id="{777677B2-4D4D-CA64-114D-ACFC78F0CEBD}"/>
                    </a:ext>
                  </a:extLst>
                </p:cNvPr>
                <p:cNvSpPr/>
                <p:nvPr/>
              </p:nvSpPr>
              <p:spPr>
                <a:xfrm>
                  <a:off x="333272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1" name="pg2691">
                  <a:extLst>
                    <a:ext uri="{FF2B5EF4-FFF2-40B4-BE49-F238E27FC236}">
                      <a16:creationId xmlns:a16="http://schemas.microsoft.com/office/drawing/2014/main" id="{39FDB17A-2C51-1674-14E9-895722B72C74}"/>
                    </a:ext>
                  </a:extLst>
                </p:cNvPr>
                <p:cNvSpPr/>
                <p:nvPr/>
              </p:nvSpPr>
              <p:spPr>
                <a:xfrm>
                  <a:off x="334435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2" name="pg2692">
                  <a:extLst>
                    <a:ext uri="{FF2B5EF4-FFF2-40B4-BE49-F238E27FC236}">
                      <a16:creationId xmlns:a16="http://schemas.microsoft.com/office/drawing/2014/main" id="{91387933-D4B3-DD36-662B-EDAC5C491769}"/>
                    </a:ext>
                  </a:extLst>
                </p:cNvPr>
                <p:cNvSpPr/>
                <p:nvPr/>
              </p:nvSpPr>
              <p:spPr>
                <a:xfrm>
                  <a:off x="335599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3" name="pg2693">
                  <a:extLst>
                    <a:ext uri="{FF2B5EF4-FFF2-40B4-BE49-F238E27FC236}">
                      <a16:creationId xmlns:a16="http://schemas.microsoft.com/office/drawing/2014/main" id="{33A729E4-AF71-61DE-E040-CC48248EE173}"/>
                    </a:ext>
                  </a:extLst>
                </p:cNvPr>
                <p:cNvSpPr/>
                <p:nvPr/>
              </p:nvSpPr>
              <p:spPr>
                <a:xfrm>
                  <a:off x="336763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5AC">
                    <a:alpha val="100000"/>
                  </a:srgbClr>
                </a:solidFill>
                <a:ln w="5420" cap="flat">
                  <a:solidFill>
                    <a:srgbClr val="5B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4" name="pg2694">
                  <a:extLst>
                    <a:ext uri="{FF2B5EF4-FFF2-40B4-BE49-F238E27FC236}">
                      <a16:creationId xmlns:a16="http://schemas.microsoft.com/office/drawing/2014/main" id="{7605198C-913F-E0E6-23D1-965DCEEB5E2B}"/>
                    </a:ext>
                  </a:extLst>
                </p:cNvPr>
                <p:cNvSpPr/>
                <p:nvPr/>
              </p:nvSpPr>
              <p:spPr>
                <a:xfrm>
                  <a:off x="337927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5" name="pg2695">
                  <a:extLst>
                    <a:ext uri="{FF2B5EF4-FFF2-40B4-BE49-F238E27FC236}">
                      <a16:creationId xmlns:a16="http://schemas.microsoft.com/office/drawing/2014/main" id="{042D0896-EAB4-52BF-64DA-E42ED01D08C1}"/>
                    </a:ext>
                  </a:extLst>
                </p:cNvPr>
                <p:cNvSpPr/>
                <p:nvPr/>
              </p:nvSpPr>
              <p:spPr>
                <a:xfrm>
                  <a:off x="339090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6" name="pg2696">
                  <a:extLst>
                    <a:ext uri="{FF2B5EF4-FFF2-40B4-BE49-F238E27FC236}">
                      <a16:creationId xmlns:a16="http://schemas.microsoft.com/office/drawing/2014/main" id="{C6F72EEB-35E0-9049-7DFC-7EC4A78CAC64}"/>
                    </a:ext>
                  </a:extLst>
                </p:cNvPr>
                <p:cNvSpPr/>
                <p:nvPr/>
              </p:nvSpPr>
              <p:spPr>
                <a:xfrm>
                  <a:off x="340254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7" name="pg2697">
                  <a:extLst>
                    <a:ext uri="{FF2B5EF4-FFF2-40B4-BE49-F238E27FC236}">
                      <a16:creationId xmlns:a16="http://schemas.microsoft.com/office/drawing/2014/main" id="{04B534B8-563F-6205-79C6-2ADE70BE376C}"/>
                    </a:ext>
                  </a:extLst>
                </p:cNvPr>
                <p:cNvSpPr/>
                <p:nvPr/>
              </p:nvSpPr>
              <p:spPr>
                <a:xfrm>
                  <a:off x="3414182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8" name="pg2698">
                  <a:extLst>
                    <a:ext uri="{FF2B5EF4-FFF2-40B4-BE49-F238E27FC236}">
                      <a16:creationId xmlns:a16="http://schemas.microsoft.com/office/drawing/2014/main" id="{DD165F61-737B-FB44-AF03-1B5EA6F6891B}"/>
                    </a:ext>
                  </a:extLst>
                </p:cNvPr>
                <p:cNvSpPr/>
                <p:nvPr/>
              </p:nvSpPr>
              <p:spPr>
                <a:xfrm>
                  <a:off x="342581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699" name="pg2699">
                  <a:extLst>
                    <a:ext uri="{FF2B5EF4-FFF2-40B4-BE49-F238E27FC236}">
                      <a16:creationId xmlns:a16="http://schemas.microsoft.com/office/drawing/2014/main" id="{1B8B04B0-5131-A7E7-5A1B-9542843F8862}"/>
                    </a:ext>
                  </a:extLst>
                </p:cNvPr>
                <p:cNvSpPr/>
                <p:nvPr/>
              </p:nvSpPr>
              <p:spPr>
                <a:xfrm>
                  <a:off x="343745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0" name="pg2700">
                  <a:extLst>
                    <a:ext uri="{FF2B5EF4-FFF2-40B4-BE49-F238E27FC236}">
                      <a16:creationId xmlns:a16="http://schemas.microsoft.com/office/drawing/2014/main" id="{B68C1FC5-119F-0EC7-ECD7-FF67AAE7060E}"/>
                    </a:ext>
                  </a:extLst>
                </p:cNvPr>
                <p:cNvSpPr/>
                <p:nvPr/>
              </p:nvSpPr>
              <p:spPr>
                <a:xfrm>
                  <a:off x="344909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1" name="pg2701">
                  <a:extLst>
                    <a:ext uri="{FF2B5EF4-FFF2-40B4-BE49-F238E27FC236}">
                      <a16:creationId xmlns:a16="http://schemas.microsoft.com/office/drawing/2014/main" id="{D491BF7B-53AE-40D1-B521-C9D247EF55F4}"/>
                    </a:ext>
                  </a:extLst>
                </p:cNvPr>
                <p:cNvSpPr/>
                <p:nvPr/>
              </p:nvSpPr>
              <p:spPr>
                <a:xfrm>
                  <a:off x="346073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2" name="pg2702">
                  <a:extLst>
                    <a:ext uri="{FF2B5EF4-FFF2-40B4-BE49-F238E27FC236}">
                      <a16:creationId xmlns:a16="http://schemas.microsoft.com/office/drawing/2014/main" id="{DEB296A8-DD14-2505-CE79-8721120A54A6}"/>
                    </a:ext>
                  </a:extLst>
                </p:cNvPr>
                <p:cNvSpPr/>
                <p:nvPr/>
              </p:nvSpPr>
              <p:spPr>
                <a:xfrm>
                  <a:off x="347236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3" name="pg2703">
                  <a:extLst>
                    <a:ext uri="{FF2B5EF4-FFF2-40B4-BE49-F238E27FC236}">
                      <a16:creationId xmlns:a16="http://schemas.microsoft.com/office/drawing/2014/main" id="{170A3F99-3D86-7BEC-E3EB-699B8D92777C}"/>
                    </a:ext>
                  </a:extLst>
                </p:cNvPr>
                <p:cNvSpPr/>
                <p:nvPr/>
              </p:nvSpPr>
              <p:spPr>
                <a:xfrm>
                  <a:off x="348400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4" name="pg2704">
                  <a:extLst>
                    <a:ext uri="{FF2B5EF4-FFF2-40B4-BE49-F238E27FC236}">
                      <a16:creationId xmlns:a16="http://schemas.microsoft.com/office/drawing/2014/main" id="{BC5B729D-5DD5-16D0-36D9-FADF96944EA6}"/>
                    </a:ext>
                  </a:extLst>
                </p:cNvPr>
                <p:cNvSpPr/>
                <p:nvPr/>
              </p:nvSpPr>
              <p:spPr>
                <a:xfrm>
                  <a:off x="349564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9A9">
                    <a:alpha val="100000"/>
                  </a:srgbClr>
                </a:solidFill>
                <a:ln w="5420" cap="flat">
                  <a:solidFill>
                    <a:srgbClr val="36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5" name="pg2705">
                  <a:extLst>
                    <a:ext uri="{FF2B5EF4-FFF2-40B4-BE49-F238E27FC236}">
                      <a16:creationId xmlns:a16="http://schemas.microsoft.com/office/drawing/2014/main" id="{AAF51CC8-D3CF-FBCA-ED7E-A53A84E29587}"/>
                    </a:ext>
                  </a:extLst>
                </p:cNvPr>
                <p:cNvSpPr/>
                <p:nvPr/>
              </p:nvSpPr>
              <p:spPr>
                <a:xfrm>
                  <a:off x="350728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6" name="pg2706">
                  <a:extLst>
                    <a:ext uri="{FF2B5EF4-FFF2-40B4-BE49-F238E27FC236}">
                      <a16:creationId xmlns:a16="http://schemas.microsoft.com/office/drawing/2014/main" id="{02E20C84-3EBB-1BF1-AB53-7A475CB3118F}"/>
                    </a:ext>
                  </a:extLst>
                </p:cNvPr>
                <p:cNvSpPr/>
                <p:nvPr/>
              </p:nvSpPr>
              <p:spPr>
                <a:xfrm>
                  <a:off x="351891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7" name="pg2707">
                  <a:extLst>
                    <a:ext uri="{FF2B5EF4-FFF2-40B4-BE49-F238E27FC236}">
                      <a16:creationId xmlns:a16="http://schemas.microsoft.com/office/drawing/2014/main" id="{0B63EE8C-5221-2305-0108-75C70164584C}"/>
                    </a:ext>
                  </a:extLst>
                </p:cNvPr>
                <p:cNvSpPr/>
                <p:nvPr/>
              </p:nvSpPr>
              <p:spPr>
                <a:xfrm>
                  <a:off x="353055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8" name="pg2708">
                  <a:extLst>
                    <a:ext uri="{FF2B5EF4-FFF2-40B4-BE49-F238E27FC236}">
                      <a16:creationId xmlns:a16="http://schemas.microsoft.com/office/drawing/2014/main" id="{3E5E88E0-4BB7-F521-01BD-A3862E4B1510}"/>
                    </a:ext>
                  </a:extLst>
                </p:cNvPr>
                <p:cNvSpPr/>
                <p:nvPr/>
              </p:nvSpPr>
              <p:spPr>
                <a:xfrm>
                  <a:off x="354219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09" name="pg2709">
                  <a:extLst>
                    <a:ext uri="{FF2B5EF4-FFF2-40B4-BE49-F238E27FC236}">
                      <a16:creationId xmlns:a16="http://schemas.microsoft.com/office/drawing/2014/main" id="{8F3B8D41-E1CD-BD5A-7853-A6EEE2B424F8}"/>
                    </a:ext>
                  </a:extLst>
                </p:cNvPr>
                <p:cNvSpPr/>
                <p:nvPr/>
              </p:nvSpPr>
              <p:spPr>
                <a:xfrm>
                  <a:off x="363529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0" name="pg2710">
                  <a:extLst>
                    <a:ext uri="{FF2B5EF4-FFF2-40B4-BE49-F238E27FC236}">
                      <a16:creationId xmlns:a16="http://schemas.microsoft.com/office/drawing/2014/main" id="{2BE8136A-80DC-B10D-8A7E-D32267BDBA1F}"/>
                    </a:ext>
                  </a:extLst>
                </p:cNvPr>
                <p:cNvSpPr/>
                <p:nvPr/>
              </p:nvSpPr>
              <p:spPr>
                <a:xfrm>
                  <a:off x="364692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1" name="pg2711">
                  <a:extLst>
                    <a:ext uri="{FF2B5EF4-FFF2-40B4-BE49-F238E27FC236}">
                      <a16:creationId xmlns:a16="http://schemas.microsoft.com/office/drawing/2014/main" id="{54AD1CEA-5055-6059-67BB-1233BE8E92FF}"/>
                    </a:ext>
                  </a:extLst>
                </p:cNvPr>
                <p:cNvSpPr/>
                <p:nvPr/>
              </p:nvSpPr>
              <p:spPr>
                <a:xfrm>
                  <a:off x="365856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2" name="pg2712">
                  <a:extLst>
                    <a:ext uri="{FF2B5EF4-FFF2-40B4-BE49-F238E27FC236}">
                      <a16:creationId xmlns:a16="http://schemas.microsoft.com/office/drawing/2014/main" id="{47F0EA37-399C-B5BC-C8B0-3F33D3859BFF}"/>
                    </a:ext>
                  </a:extLst>
                </p:cNvPr>
                <p:cNvSpPr/>
                <p:nvPr/>
              </p:nvSpPr>
              <p:spPr>
                <a:xfrm>
                  <a:off x="368184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3" name="pg2713">
                  <a:extLst>
                    <a:ext uri="{FF2B5EF4-FFF2-40B4-BE49-F238E27FC236}">
                      <a16:creationId xmlns:a16="http://schemas.microsoft.com/office/drawing/2014/main" id="{8C37FA6F-A65D-4AEB-8432-04EB9ED36DA7}"/>
                    </a:ext>
                  </a:extLst>
                </p:cNvPr>
                <p:cNvSpPr/>
                <p:nvPr/>
              </p:nvSpPr>
              <p:spPr>
                <a:xfrm>
                  <a:off x="369347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4" name="pg2714">
                  <a:extLst>
                    <a:ext uri="{FF2B5EF4-FFF2-40B4-BE49-F238E27FC236}">
                      <a16:creationId xmlns:a16="http://schemas.microsoft.com/office/drawing/2014/main" id="{F4FB5876-C3EF-D492-212D-3064441D62E4}"/>
                    </a:ext>
                  </a:extLst>
                </p:cNvPr>
                <p:cNvSpPr/>
                <p:nvPr/>
              </p:nvSpPr>
              <p:spPr>
                <a:xfrm>
                  <a:off x="370511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5" name="pg2715">
                  <a:extLst>
                    <a:ext uri="{FF2B5EF4-FFF2-40B4-BE49-F238E27FC236}">
                      <a16:creationId xmlns:a16="http://schemas.microsoft.com/office/drawing/2014/main" id="{3AF9DC00-18D9-2E43-1596-FABD504C2711}"/>
                    </a:ext>
                  </a:extLst>
                </p:cNvPr>
                <p:cNvSpPr/>
                <p:nvPr/>
              </p:nvSpPr>
              <p:spPr>
                <a:xfrm>
                  <a:off x="3716752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6" name="pg2716">
                  <a:extLst>
                    <a:ext uri="{FF2B5EF4-FFF2-40B4-BE49-F238E27FC236}">
                      <a16:creationId xmlns:a16="http://schemas.microsoft.com/office/drawing/2014/main" id="{989508C0-3611-5C94-84F7-771F9902956A}"/>
                    </a:ext>
                  </a:extLst>
                </p:cNvPr>
                <p:cNvSpPr/>
                <p:nvPr/>
              </p:nvSpPr>
              <p:spPr>
                <a:xfrm>
                  <a:off x="372839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7" name="pg2717">
                  <a:extLst>
                    <a:ext uri="{FF2B5EF4-FFF2-40B4-BE49-F238E27FC236}">
                      <a16:creationId xmlns:a16="http://schemas.microsoft.com/office/drawing/2014/main" id="{18F4F069-A02A-D2CC-7B68-88EEEBBDD217}"/>
                    </a:ext>
                  </a:extLst>
                </p:cNvPr>
                <p:cNvSpPr/>
                <p:nvPr/>
              </p:nvSpPr>
              <p:spPr>
                <a:xfrm>
                  <a:off x="374002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8" name="pg2718">
                  <a:extLst>
                    <a:ext uri="{FF2B5EF4-FFF2-40B4-BE49-F238E27FC236}">
                      <a16:creationId xmlns:a16="http://schemas.microsoft.com/office/drawing/2014/main" id="{91AE414D-1438-6B05-78BF-D161909BCD07}"/>
                    </a:ext>
                  </a:extLst>
                </p:cNvPr>
                <p:cNvSpPr/>
                <p:nvPr/>
              </p:nvSpPr>
              <p:spPr>
                <a:xfrm>
                  <a:off x="375166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19" name="pg2719">
                  <a:extLst>
                    <a:ext uri="{FF2B5EF4-FFF2-40B4-BE49-F238E27FC236}">
                      <a16:creationId xmlns:a16="http://schemas.microsoft.com/office/drawing/2014/main" id="{08841055-278B-88D1-8C99-8143026BA08B}"/>
                    </a:ext>
                  </a:extLst>
                </p:cNvPr>
                <p:cNvSpPr/>
                <p:nvPr/>
              </p:nvSpPr>
              <p:spPr>
                <a:xfrm>
                  <a:off x="4124059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0" name="pg2720">
                  <a:extLst>
                    <a:ext uri="{FF2B5EF4-FFF2-40B4-BE49-F238E27FC236}">
                      <a16:creationId xmlns:a16="http://schemas.microsoft.com/office/drawing/2014/main" id="{76889BAC-4EEF-0D13-80AF-259C6F8362C1}"/>
                    </a:ext>
                  </a:extLst>
                </p:cNvPr>
                <p:cNvSpPr/>
                <p:nvPr/>
              </p:nvSpPr>
              <p:spPr>
                <a:xfrm>
                  <a:off x="413569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1" name="pg2721">
                  <a:extLst>
                    <a:ext uri="{FF2B5EF4-FFF2-40B4-BE49-F238E27FC236}">
                      <a16:creationId xmlns:a16="http://schemas.microsoft.com/office/drawing/2014/main" id="{7DA7BCF3-2017-E51F-F65F-9F79F2E8B54E}"/>
                    </a:ext>
                  </a:extLst>
                </p:cNvPr>
                <p:cNvSpPr/>
                <p:nvPr/>
              </p:nvSpPr>
              <p:spPr>
                <a:xfrm>
                  <a:off x="414733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2" name="pg2722">
                  <a:extLst>
                    <a:ext uri="{FF2B5EF4-FFF2-40B4-BE49-F238E27FC236}">
                      <a16:creationId xmlns:a16="http://schemas.microsoft.com/office/drawing/2014/main" id="{0A141FD9-DCF2-95B9-AC04-6080066A3F5F}"/>
                    </a:ext>
                  </a:extLst>
                </p:cNvPr>
                <p:cNvSpPr/>
                <p:nvPr/>
              </p:nvSpPr>
              <p:spPr>
                <a:xfrm>
                  <a:off x="415897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3" name="pg2723">
                  <a:extLst>
                    <a:ext uri="{FF2B5EF4-FFF2-40B4-BE49-F238E27FC236}">
                      <a16:creationId xmlns:a16="http://schemas.microsoft.com/office/drawing/2014/main" id="{3C481555-5662-9EE7-3EB5-60B507308491}"/>
                    </a:ext>
                  </a:extLst>
                </p:cNvPr>
                <p:cNvSpPr/>
                <p:nvPr/>
              </p:nvSpPr>
              <p:spPr>
                <a:xfrm>
                  <a:off x="417060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4" name="pg2724">
                  <a:extLst>
                    <a:ext uri="{FF2B5EF4-FFF2-40B4-BE49-F238E27FC236}">
                      <a16:creationId xmlns:a16="http://schemas.microsoft.com/office/drawing/2014/main" id="{53A70435-AFFB-7319-A832-BFAA415FF6E5}"/>
                    </a:ext>
                  </a:extLst>
                </p:cNvPr>
                <p:cNvSpPr/>
                <p:nvPr/>
              </p:nvSpPr>
              <p:spPr>
                <a:xfrm>
                  <a:off x="418224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BDABD">
                    <a:alpha val="100000"/>
                  </a:srgbClr>
                </a:solidFill>
                <a:ln w="5420" cap="flat">
                  <a:solidFill>
                    <a:srgbClr val="8B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5" name="pg2725">
                  <a:extLst>
                    <a:ext uri="{FF2B5EF4-FFF2-40B4-BE49-F238E27FC236}">
                      <a16:creationId xmlns:a16="http://schemas.microsoft.com/office/drawing/2014/main" id="{B6BE27B0-683D-5BD0-4BE1-FE1D5C14EC96}"/>
                    </a:ext>
                  </a:extLst>
                </p:cNvPr>
                <p:cNvSpPr/>
                <p:nvPr/>
              </p:nvSpPr>
              <p:spPr>
                <a:xfrm>
                  <a:off x="419388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ABD">
                    <a:alpha val="100000"/>
                  </a:srgbClr>
                </a:solidFill>
                <a:ln w="5420" cap="flat">
                  <a:solidFill>
                    <a:srgbClr val="8C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6" name="pg2726">
                  <a:extLst>
                    <a:ext uri="{FF2B5EF4-FFF2-40B4-BE49-F238E27FC236}">
                      <a16:creationId xmlns:a16="http://schemas.microsoft.com/office/drawing/2014/main" id="{82F9ED20-9DB8-83B1-ACD1-C8238AB98A72}"/>
                    </a:ext>
                  </a:extLst>
                </p:cNvPr>
                <p:cNvSpPr/>
                <p:nvPr/>
              </p:nvSpPr>
              <p:spPr>
                <a:xfrm>
                  <a:off x="420552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DDBBE">
                    <a:alpha val="100000"/>
                  </a:srgbClr>
                </a:solidFill>
                <a:ln w="5420" cap="flat">
                  <a:solidFill>
                    <a:srgbClr val="8D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7" name="pg2727">
                  <a:extLst>
                    <a:ext uri="{FF2B5EF4-FFF2-40B4-BE49-F238E27FC236}">
                      <a16:creationId xmlns:a16="http://schemas.microsoft.com/office/drawing/2014/main" id="{B33DF840-8ACF-12CE-1047-E9003F27A2AC}"/>
                    </a:ext>
                  </a:extLst>
                </p:cNvPr>
                <p:cNvSpPr/>
                <p:nvPr/>
              </p:nvSpPr>
              <p:spPr>
                <a:xfrm>
                  <a:off x="421715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E">
                    <a:alpha val="100000"/>
                  </a:srgbClr>
                </a:solidFill>
                <a:ln w="5420" cap="flat">
                  <a:solidFill>
                    <a:srgbClr val="8E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8" name="pg2728">
                  <a:extLst>
                    <a:ext uri="{FF2B5EF4-FFF2-40B4-BE49-F238E27FC236}">
                      <a16:creationId xmlns:a16="http://schemas.microsoft.com/office/drawing/2014/main" id="{C8B35D37-27FF-EAF9-D9CA-34DBEE4966F4}"/>
                    </a:ext>
                  </a:extLst>
                </p:cNvPr>
                <p:cNvSpPr/>
                <p:nvPr/>
              </p:nvSpPr>
              <p:spPr>
                <a:xfrm>
                  <a:off x="422879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BBE">
                    <a:alpha val="100000"/>
                  </a:srgbClr>
                </a:solidFill>
                <a:ln w="5420" cap="flat">
                  <a:solidFill>
                    <a:srgbClr val="8C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29" name="pg2729">
                  <a:extLst>
                    <a:ext uri="{FF2B5EF4-FFF2-40B4-BE49-F238E27FC236}">
                      <a16:creationId xmlns:a16="http://schemas.microsoft.com/office/drawing/2014/main" id="{3D90578D-8B05-7463-D415-D08AF7F761E1}"/>
                    </a:ext>
                  </a:extLst>
                </p:cNvPr>
                <p:cNvSpPr/>
                <p:nvPr/>
              </p:nvSpPr>
              <p:spPr>
                <a:xfrm>
                  <a:off x="4240432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9DABC">
                    <a:alpha val="100000"/>
                  </a:srgbClr>
                </a:solidFill>
                <a:ln w="5420" cap="flat">
                  <a:solidFill>
                    <a:srgbClr val="89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0" name="pg2730">
                  <a:extLst>
                    <a:ext uri="{FF2B5EF4-FFF2-40B4-BE49-F238E27FC236}">
                      <a16:creationId xmlns:a16="http://schemas.microsoft.com/office/drawing/2014/main" id="{C6075359-3E23-0216-1547-8BB7335787C7}"/>
                    </a:ext>
                  </a:extLst>
                </p:cNvPr>
                <p:cNvSpPr/>
                <p:nvPr/>
              </p:nvSpPr>
              <p:spPr>
                <a:xfrm>
                  <a:off x="425207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1" name="pg2731">
                  <a:extLst>
                    <a:ext uri="{FF2B5EF4-FFF2-40B4-BE49-F238E27FC236}">
                      <a16:creationId xmlns:a16="http://schemas.microsoft.com/office/drawing/2014/main" id="{838225D2-D511-19C7-BBBC-F37CEB2CAA1C}"/>
                    </a:ext>
                  </a:extLst>
                </p:cNvPr>
                <p:cNvSpPr/>
                <p:nvPr/>
              </p:nvSpPr>
              <p:spPr>
                <a:xfrm>
                  <a:off x="426370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2" name="pg2732">
                  <a:extLst>
                    <a:ext uri="{FF2B5EF4-FFF2-40B4-BE49-F238E27FC236}">
                      <a16:creationId xmlns:a16="http://schemas.microsoft.com/office/drawing/2014/main" id="{F4CF5ACE-07C5-7E86-1A04-871E8465DA1A}"/>
                    </a:ext>
                  </a:extLst>
                </p:cNvPr>
                <p:cNvSpPr/>
                <p:nvPr/>
              </p:nvSpPr>
              <p:spPr>
                <a:xfrm>
                  <a:off x="427534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3" name="pg2733">
                  <a:extLst>
                    <a:ext uri="{FF2B5EF4-FFF2-40B4-BE49-F238E27FC236}">
                      <a16:creationId xmlns:a16="http://schemas.microsoft.com/office/drawing/2014/main" id="{88AB8DB3-7741-EECF-E71C-4A1377B4F94B}"/>
                    </a:ext>
                  </a:extLst>
                </p:cNvPr>
                <p:cNvSpPr/>
                <p:nvPr/>
              </p:nvSpPr>
              <p:spPr>
                <a:xfrm>
                  <a:off x="431025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4" name="pg2734">
                  <a:extLst>
                    <a:ext uri="{FF2B5EF4-FFF2-40B4-BE49-F238E27FC236}">
                      <a16:creationId xmlns:a16="http://schemas.microsoft.com/office/drawing/2014/main" id="{01D2D0F5-572A-70DF-EF5F-6F6BDB94FB84}"/>
                    </a:ext>
                  </a:extLst>
                </p:cNvPr>
                <p:cNvSpPr/>
                <p:nvPr/>
              </p:nvSpPr>
              <p:spPr>
                <a:xfrm>
                  <a:off x="4321894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5" name="pg2735">
                  <a:extLst>
                    <a:ext uri="{FF2B5EF4-FFF2-40B4-BE49-F238E27FC236}">
                      <a16:creationId xmlns:a16="http://schemas.microsoft.com/office/drawing/2014/main" id="{04F0E980-745E-72A1-ADD1-DEF57CBD4120}"/>
                    </a:ext>
                  </a:extLst>
                </p:cNvPr>
                <p:cNvSpPr/>
                <p:nvPr/>
              </p:nvSpPr>
              <p:spPr>
                <a:xfrm>
                  <a:off x="4333531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6" name="pg2736">
                  <a:extLst>
                    <a:ext uri="{FF2B5EF4-FFF2-40B4-BE49-F238E27FC236}">
                      <a16:creationId xmlns:a16="http://schemas.microsoft.com/office/drawing/2014/main" id="{65C03A60-A9DC-DFEB-EA6A-3E95EE269E6F}"/>
                    </a:ext>
                  </a:extLst>
                </p:cNvPr>
                <p:cNvSpPr/>
                <p:nvPr/>
              </p:nvSpPr>
              <p:spPr>
                <a:xfrm>
                  <a:off x="434516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7" name="pg2737">
                  <a:extLst>
                    <a:ext uri="{FF2B5EF4-FFF2-40B4-BE49-F238E27FC236}">
                      <a16:creationId xmlns:a16="http://schemas.microsoft.com/office/drawing/2014/main" id="{199F8750-148A-C5DA-CD34-2B775BB242DD}"/>
                    </a:ext>
                  </a:extLst>
                </p:cNvPr>
                <p:cNvSpPr/>
                <p:nvPr/>
              </p:nvSpPr>
              <p:spPr>
                <a:xfrm>
                  <a:off x="4356806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4BCAB">
                    <a:alpha val="100000"/>
                  </a:srgbClr>
                </a:solidFill>
                <a:ln w="5420" cap="flat">
                  <a:solidFill>
                    <a:srgbClr val="54B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8" name="pg2738">
                  <a:extLst>
                    <a:ext uri="{FF2B5EF4-FFF2-40B4-BE49-F238E27FC236}">
                      <a16:creationId xmlns:a16="http://schemas.microsoft.com/office/drawing/2014/main" id="{D013959D-25F8-0043-54B0-FFBEA3BC0F9C}"/>
                    </a:ext>
                  </a:extLst>
                </p:cNvPr>
                <p:cNvSpPr/>
                <p:nvPr/>
              </p:nvSpPr>
              <p:spPr>
                <a:xfrm>
                  <a:off x="4368443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39" name="pg2739">
                  <a:extLst>
                    <a:ext uri="{FF2B5EF4-FFF2-40B4-BE49-F238E27FC236}">
                      <a16:creationId xmlns:a16="http://schemas.microsoft.com/office/drawing/2014/main" id="{258C916A-5F53-AB79-5212-6C262A71EA95}"/>
                    </a:ext>
                  </a:extLst>
                </p:cNvPr>
                <p:cNvSpPr/>
                <p:nvPr/>
              </p:nvSpPr>
              <p:spPr>
                <a:xfrm>
                  <a:off x="438008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0" name="pg2740">
                  <a:extLst>
                    <a:ext uri="{FF2B5EF4-FFF2-40B4-BE49-F238E27FC236}">
                      <a16:creationId xmlns:a16="http://schemas.microsoft.com/office/drawing/2014/main" id="{423F6707-7A17-D756-0D35-4F5E1430B31D}"/>
                    </a:ext>
                  </a:extLst>
                </p:cNvPr>
                <p:cNvSpPr/>
                <p:nvPr/>
              </p:nvSpPr>
              <p:spPr>
                <a:xfrm>
                  <a:off x="4566278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1" name="pg2741">
                  <a:extLst>
                    <a:ext uri="{FF2B5EF4-FFF2-40B4-BE49-F238E27FC236}">
                      <a16:creationId xmlns:a16="http://schemas.microsoft.com/office/drawing/2014/main" id="{72516AC4-DEAA-CF65-7BC6-DB0C879F9884}"/>
                    </a:ext>
                  </a:extLst>
                </p:cNvPr>
                <p:cNvSpPr/>
                <p:nvPr/>
              </p:nvSpPr>
              <p:spPr>
                <a:xfrm>
                  <a:off x="4577915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2" name="pg2742">
                  <a:extLst>
                    <a:ext uri="{FF2B5EF4-FFF2-40B4-BE49-F238E27FC236}">
                      <a16:creationId xmlns:a16="http://schemas.microsoft.com/office/drawing/2014/main" id="{2C2F5A14-6E00-38F3-D4DD-51B1C7FA92E6}"/>
                    </a:ext>
                  </a:extLst>
                </p:cNvPr>
                <p:cNvSpPr/>
                <p:nvPr/>
              </p:nvSpPr>
              <p:spPr>
                <a:xfrm>
                  <a:off x="4589552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3" name="pg2743">
                  <a:extLst>
                    <a:ext uri="{FF2B5EF4-FFF2-40B4-BE49-F238E27FC236}">
                      <a16:creationId xmlns:a16="http://schemas.microsoft.com/office/drawing/2014/main" id="{073F0E76-360E-26F5-1279-363D24F6AF4F}"/>
                    </a:ext>
                  </a:extLst>
                </p:cNvPr>
                <p:cNvSpPr/>
                <p:nvPr/>
              </p:nvSpPr>
              <p:spPr>
                <a:xfrm>
                  <a:off x="4601190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4" name="pg2744">
                  <a:extLst>
                    <a:ext uri="{FF2B5EF4-FFF2-40B4-BE49-F238E27FC236}">
                      <a16:creationId xmlns:a16="http://schemas.microsoft.com/office/drawing/2014/main" id="{F2D7A71C-DB6D-3836-253E-14C3673720F4}"/>
                    </a:ext>
                  </a:extLst>
                </p:cNvPr>
                <p:cNvSpPr/>
                <p:nvPr/>
              </p:nvSpPr>
              <p:spPr>
                <a:xfrm>
                  <a:off x="4612827" y="478139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5" name="pg2745">
                  <a:extLst>
                    <a:ext uri="{FF2B5EF4-FFF2-40B4-BE49-F238E27FC236}">
                      <a16:creationId xmlns:a16="http://schemas.microsoft.com/office/drawing/2014/main" id="{47835502-3393-0351-7B0E-B448E6F245FE}"/>
                    </a:ext>
                  </a:extLst>
                </p:cNvPr>
                <p:cNvSpPr/>
                <p:nvPr/>
              </p:nvSpPr>
              <p:spPr>
                <a:xfrm>
                  <a:off x="311161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6" name="pg2746">
                  <a:extLst>
                    <a:ext uri="{FF2B5EF4-FFF2-40B4-BE49-F238E27FC236}">
                      <a16:creationId xmlns:a16="http://schemas.microsoft.com/office/drawing/2014/main" id="{909823B6-BA40-CBD3-B662-972E8547178B}"/>
                    </a:ext>
                  </a:extLst>
                </p:cNvPr>
                <p:cNvSpPr/>
                <p:nvPr/>
              </p:nvSpPr>
              <p:spPr>
                <a:xfrm>
                  <a:off x="3123249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7" name="pg2747">
                  <a:extLst>
                    <a:ext uri="{FF2B5EF4-FFF2-40B4-BE49-F238E27FC236}">
                      <a16:creationId xmlns:a16="http://schemas.microsoft.com/office/drawing/2014/main" id="{DA524F7E-7C09-A91D-6D90-16C43963A870}"/>
                    </a:ext>
                  </a:extLst>
                </p:cNvPr>
                <p:cNvSpPr/>
                <p:nvPr/>
              </p:nvSpPr>
              <p:spPr>
                <a:xfrm>
                  <a:off x="313488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8" name="pg2748">
                  <a:extLst>
                    <a:ext uri="{FF2B5EF4-FFF2-40B4-BE49-F238E27FC236}">
                      <a16:creationId xmlns:a16="http://schemas.microsoft.com/office/drawing/2014/main" id="{3935FE01-2481-AC77-DF15-48D5DDAD58D9}"/>
                    </a:ext>
                  </a:extLst>
                </p:cNvPr>
                <p:cNvSpPr/>
                <p:nvPr/>
              </p:nvSpPr>
              <p:spPr>
                <a:xfrm>
                  <a:off x="314652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49" name="pg2749">
                  <a:extLst>
                    <a:ext uri="{FF2B5EF4-FFF2-40B4-BE49-F238E27FC236}">
                      <a16:creationId xmlns:a16="http://schemas.microsoft.com/office/drawing/2014/main" id="{02F99835-5C8F-69DD-35A9-74A6B543CDE3}"/>
                    </a:ext>
                  </a:extLst>
                </p:cNvPr>
                <p:cNvSpPr/>
                <p:nvPr/>
              </p:nvSpPr>
              <p:spPr>
                <a:xfrm>
                  <a:off x="315816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0" name="pg2750">
                  <a:extLst>
                    <a:ext uri="{FF2B5EF4-FFF2-40B4-BE49-F238E27FC236}">
                      <a16:creationId xmlns:a16="http://schemas.microsoft.com/office/drawing/2014/main" id="{59A4816C-5C1F-D0A6-F621-D97B1EBE1756}"/>
                    </a:ext>
                  </a:extLst>
                </p:cNvPr>
                <p:cNvSpPr/>
                <p:nvPr/>
              </p:nvSpPr>
              <p:spPr>
                <a:xfrm>
                  <a:off x="316979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1" name="pg2751">
                  <a:extLst>
                    <a:ext uri="{FF2B5EF4-FFF2-40B4-BE49-F238E27FC236}">
                      <a16:creationId xmlns:a16="http://schemas.microsoft.com/office/drawing/2014/main" id="{F433B232-C61F-46FC-79B8-50043FA75C8B}"/>
                    </a:ext>
                  </a:extLst>
                </p:cNvPr>
                <p:cNvSpPr/>
                <p:nvPr/>
              </p:nvSpPr>
              <p:spPr>
                <a:xfrm>
                  <a:off x="318143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2" name="pg2752">
                  <a:extLst>
                    <a:ext uri="{FF2B5EF4-FFF2-40B4-BE49-F238E27FC236}">
                      <a16:creationId xmlns:a16="http://schemas.microsoft.com/office/drawing/2014/main" id="{F890E3F1-B3DD-1CD1-A117-5FADF1671583}"/>
                    </a:ext>
                  </a:extLst>
                </p:cNvPr>
                <p:cNvSpPr/>
                <p:nvPr/>
              </p:nvSpPr>
              <p:spPr>
                <a:xfrm>
                  <a:off x="319307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3" name="pg2753">
                  <a:extLst>
                    <a:ext uri="{FF2B5EF4-FFF2-40B4-BE49-F238E27FC236}">
                      <a16:creationId xmlns:a16="http://schemas.microsoft.com/office/drawing/2014/main" id="{E5B2F87E-DEE7-3A0D-301C-01C33DF4CFD7}"/>
                    </a:ext>
                  </a:extLst>
                </p:cNvPr>
                <p:cNvSpPr/>
                <p:nvPr/>
              </p:nvSpPr>
              <p:spPr>
                <a:xfrm>
                  <a:off x="320471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4" name="pg2754">
                  <a:extLst>
                    <a:ext uri="{FF2B5EF4-FFF2-40B4-BE49-F238E27FC236}">
                      <a16:creationId xmlns:a16="http://schemas.microsoft.com/office/drawing/2014/main" id="{C1A03120-824B-987A-ED32-F6CE4BA8889F}"/>
                    </a:ext>
                  </a:extLst>
                </p:cNvPr>
                <p:cNvSpPr/>
                <p:nvPr/>
              </p:nvSpPr>
              <p:spPr>
                <a:xfrm>
                  <a:off x="321634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5" name="pg2755">
                  <a:extLst>
                    <a:ext uri="{FF2B5EF4-FFF2-40B4-BE49-F238E27FC236}">
                      <a16:creationId xmlns:a16="http://schemas.microsoft.com/office/drawing/2014/main" id="{00F42AB1-F446-4547-3DC2-39C6147AF538}"/>
                    </a:ext>
                  </a:extLst>
                </p:cNvPr>
                <p:cNvSpPr/>
                <p:nvPr/>
              </p:nvSpPr>
              <p:spPr>
                <a:xfrm>
                  <a:off x="322798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6" name="pg2756">
                  <a:extLst>
                    <a:ext uri="{FF2B5EF4-FFF2-40B4-BE49-F238E27FC236}">
                      <a16:creationId xmlns:a16="http://schemas.microsoft.com/office/drawing/2014/main" id="{CDB0172D-170D-D539-90D7-DD1E718024E1}"/>
                    </a:ext>
                  </a:extLst>
                </p:cNvPr>
                <p:cNvSpPr/>
                <p:nvPr/>
              </p:nvSpPr>
              <p:spPr>
                <a:xfrm>
                  <a:off x="3239622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7" name="pg2757">
                  <a:extLst>
                    <a:ext uri="{FF2B5EF4-FFF2-40B4-BE49-F238E27FC236}">
                      <a16:creationId xmlns:a16="http://schemas.microsoft.com/office/drawing/2014/main" id="{45A0E6AE-A750-A457-7B71-ABD3C643881C}"/>
                    </a:ext>
                  </a:extLst>
                </p:cNvPr>
                <p:cNvSpPr/>
                <p:nvPr/>
              </p:nvSpPr>
              <p:spPr>
                <a:xfrm>
                  <a:off x="3251259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8" name="pg2758">
                  <a:extLst>
                    <a:ext uri="{FF2B5EF4-FFF2-40B4-BE49-F238E27FC236}">
                      <a16:creationId xmlns:a16="http://schemas.microsoft.com/office/drawing/2014/main" id="{292B0831-DDBD-52E8-1A01-D885D5AEBF98}"/>
                    </a:ext>
                  </a:extLst>
                </p:cNvPr>
                <p:cNvSpPr/>
                <p:nvPr/>
              </p:nvSpPr>
              <p:spPr>
                <a:xfrm>
                  <a:off x="326289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59" name="pg2759">
                  <a:extLst>
                    <a:ext uri="{FF2B5EF4-FFF2-40B4-BE49-F238E27FC236}">
                      <a16:creationId xmlns:a16="http://schemas.microsoft.com/office/drawing/2014/main" id="{D3768A7B-704E-D1C5-F441-DF468A3B6609}"/>
                    </a:ext>
                  </a:extLst>
                </p:cNvPr>
                <p:cNvSpPr/>
                <p:nvPr/>
              </p:nvSpPr>
              <p:spPr>
                <a:xfrm>
                  <a:off x="327453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0" name="pg2760">
                  <a:extLst>
                    <a:ext uri="{FF2B5EF4-FFF2-40B4-BE49-F238E27FC236}">
                      <a16:creationId xmlns:a16="http://schemas.microsoft.com/office/drawing/2014/main" id="{991E1B1B-A48E-4FEA-C859-36E409C03E7D}"/>
                    </a:ext>
                  </a:extLst>
                </p:cNvPr>
                <p:cNvSpPr/>
                <p:nvPr/>
              </p:nvSpPr>
              <p:spPr>
                <a:xfrm>
                  <a:off x="328617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2B2">
                    <a:alpha val="100000"/>
                  </a:srgbClr>
                </a:solidFill>
                <a:ln w="5420" cap="flat">
                  <a:solidFill>
                    <a:srgbClr val="71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1" name="pg2761">
                  <a:extLst>
                    <a:ext uri="{FF2B5EF4-FFF2-40B4-BE49-F238E27FC236}">
                      <a16:creationId xmlns:a16="http://schemas.microsoft.com/office/drawing/2014/main" id="{36F99825-FEC9-048F-6AE3-45AA2F47E67D}"/>
                    </a:ext>
                  </a:extLst>
                </p:cNvPr>
                <p:cNvSpPr/>
                <p:nvPr/>
              </p:nvSpPr>
              <p:spPr>
                <a:xfrm>
                  <a:off x="3297809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2" name="pg2762">
                  <a:extLst>
                    <a:ext uri="{FF2B5EF4-FFF2-40B4-BE49-F238E27FC236}">
                      <a16:creationId xmlns:a16="http://schemas.microsoft.com/office/drawing/2014/main" id="{6CE438B9-C337-059E-6593-C76EC82E70E3}"/>
                    </a:ext>
                  </a:extLst>
                </p:cNvPr>
                <p:cNvSpPr/>
                <p:nvPr/>
              </p:nvSpPr>
              <p:spPr>
                <a:xfrm>
                  <a:off x="330944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3" name="pg2763">
                  <a:extLst>
                    <a:ext uri="{FF2B5EF4-FFF2-40B4-BE49-F238E27FC236}">
                      <a16:creationId xmlns:a16="http://schemas.microsoft.com/office/drawing/2014/main" id="{79CADB9D-08C9-6D9A-2BD9-97AD3E04C1DE}"/>
                    </a:ext>
                  </a:extLst>
                </p:cNvPr>
                <p:cNvSpPr/>
                <p:nvPr/>
              </p:nvSpPr>
              <p:spPr>
                <a:xfrm>
                  <a:off x="332108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4" name="pg2764">
                  <a:extLst>
                    <a:ext uri="{FF2B5EF4-FFF2-40B4-BE49-F238E27FC236}">
                      <a16:creationId xmlns:a16="http://schemas.microsoft.com/office/drawing/2014/main" id="{C3757AD5-5842-F793-6BA3-C76B163FD5F6}"/>
                    </a:ext>
                  </a:extLst>
                </p:cNvPr>
                <p:cNvSpPr/>
                <p:nvPr/>
              </p:nvSpPr>
              <p:spPr>
                <a:xfrm>
                  <a:off x="333272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5" name="pg2765">
                  <a:extLst>
                    <a:ext uri="{FF2B5EF4-FFF2-40B4-BE49-F238E27FC236}">
                      <a16:creationId xmlns:a16="http://schemas.microsoft.com/office/drawing/2014/main" id="{DB9472E4-C637-AFE5-7732-77B31ADCDD28}"/>
                    </a:ext>
                  </a:extLst>
                </p:cNvPr>
                <p:cNvSpPr/>
                <p:nvPr/>
              </p:nvSpPr>
              <p:spPr>
                <a:xfrm>
                  <a:off x="334435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6" name="pg2766">
                  <a:extLst>
                    <a:ext uri="{FF2B5EF4-FFF2-40B4-BE49-F238E27FC236}">
                      <a16:creationId xmlns:a16="http://schemas.microsoft.com/office/drawing/2014/main" id="{28CCB6CE-2A96-0737-4A33-205D1F79A13B}"/>
                    </a:ext>
                  </a:extLst>
                </p:cNvPr>
                <p:cNvSpPr/>
                <p:nvPr/>
              </p:nvSpPr>
              <p:spPr>
                <a:xfrm>
                  <a:off x="335599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7" name="pg2767">
                  <a:extLst>
                    <a:ext uri="{FF2B5EF4-FFF2-40B4-BE49-F238E27FC236}">
                      <a16:creationId xmlns:a16="http://schemas.microsoft.com/office/drawing/2014/main" id="{397A499E-D6D5-0C11-FCA3-F462DA3B6D2A}"/>
                    </a:ext>
                  </a:extLst>
                </p:cNvPr>
                <p:cNvSpPr/>
                <p:nvPr/>
              </p:nvSpPr>
              <p:spPr>
                <a:xfrm>
                  <a:off x="336763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8" name="pg2768">
                  <a:extLst>
                    <a:ext uri="{FF2B5EF4-FFF2-40B4-BE49-F238E27FC236}">
                      <a16:creationId xmlns:a16="http://schemas.microsoft.com/office/drawing/2014/main" id="{1F31355F-BD0A-34C7-7277-3727CA94C0BC}"/>
                    </a:ext>
                  </a:extLst>
                </p:cNvPr>
                <p:cNvSpPr/>
                <p:nvPr/>
              </p:nvSpPr>
              <p:spPr>
                <a:xfrm>
                  <a:off x="337927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FAB">
                    <a:alpha val="100000"/>
                  </a:srgbClr>
                </a:solidFill>
                <a:ln w="5420" cap="flat">
                  <a:solidFill>
                    <a:srgbClr val="56B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69" name="pg2769">
                  <a:extLst>
                    <a:ext uri="{FF2B5EF4-FFF2-40B4-BE49-F238E27FC236}">
                      <a16:creationId xmlns:a16="http://schemas.microsoft.com/office/drawing/2014/main" id="{42D59A5F-0770-7B3B-F5F7-ADC0306A13AD}"/>
                    </a:ext>
                  </a:extLst>
                </p:cNvPr>
                <p:cNvSpPr/>
                <p:nvPr/>
              </p:nvSpPr>
              <p:spPr>
                <a:xfrm>
                  <a:off x="339090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0" name="pg2770">
                  <a:extLst>
                    <a:ext uri="{FF2B5EF4-FFF2-40B4-BE49-F238E27FC236}">
                      <a16:creationId xmlns:a16="http://schemas.microsoft.com/office/drawing/2014/main" id="{86785E84-A312-FF23-950D-79B51A6A38A7}"/>
                    </a:ext>
                  </a:extLst>
                </p:cNvPr>
                <p:cNvSpPr/>
                <p:nvPr/>
              </p:nvSpPr>
              <p:spPr>
                <a:xfrm>
                  <a:off x="340254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1" name="pg2771">
                  <a:extLst>
                    <a:ext uri="{FF2B5EF4-FFF2-40B4-BE49-F238E27FC236}">
                      <a16:creationId xmlns:a16="http://schemas.microsoft.com/office/drawing/2014/main" id="{7BF50B55-A3D3-9B54-0DD2-D6CABA3C7341}"/>
                    </a:ext>
                  </a:extLst>
                </p:cNvPr>
                <p:cNvSpPr/>
                <p:nvPr/>
              </p:nvSpPr>
              <p:spPr>
                <a:xfrm>
                  <a:off x="3414182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2" name="pg2772">
                  <a:extLst>
                    <a:ext uri="{FF2B5EF4-FFF2-40B4-BE49-F238E27FC236}">
                      <a16:creationId xmlns:a16="http://schemas.microsoft.com/office/drawing/2014/main" id="{35EB4397-A5D4-7EA7-E3C2-88C29DD2E7D4}"/>
                    </a:ext>
                  </a:extLst>
                </p:cNvPr>
                <p:cNvSpPr/>
                <p:nvPr/>
              </p:nvSpPr>
              <p:spPr>
                <a:xfrm>
                  <a:off x="3425819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3" name="pg2773">
                  <a:extLst>
                    <a:ext uri="{FF2B5EF4-FFF2-40B4-BE49-F238E27FC236}">
                      <a16:creationId xmlns:a16="http://schemas.microsoft.com/office/drawing/2014/main" id="{191FBE2A-C12B-55AD-AE93-B416B074BBCF}"/>
                    </a:ext>
                  </a:extLst>
                </p:cNvPr>
                <p:cNvSpPr/>
                <p:nvPr/>
              </p:nvSpPr>
              <p:spPr>
                <a:xfrm>
                  <a:off x="343745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4" name="pg2774">
                  <a:extLst>
                    <a:ext uri="{FF2B5EF4-FFF2-40B4-BE49-F238E27FC236}">
                      <a16:creationId xmlns:a16="http://schemas.microsoft.com/office/drawing/2014/main" id="{9B67C8AB-BF4B-EFD9-CF6A-D69D3DEC36DE}"/>
                    </a:ext>
                  </a:extLst>
                </p:cNvPr>
                <p:cNvSpPr/>
                <p:nvPr/>
              </p:nvSpPr>
              <p:spPr>
                <a:xfrm>
                  <a:off x="344909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5" name="pg2775">
                  <a:extLst>
                    <a:ext uri="{FF2B5EF4-FFF2-40B4-BE49-F238E27FC236}">
                      <a16:creationId xmlns:a16="http://schemas.microsoft.com/office/drawing/2014/main" id="{90416D79-1167-CAAF-72A9-8713846A35BC}"/>
                    </a:ext>
                  </a:extLst>
                </p:cNvPr>
                <p:cNvSpPr/>
                <p:nvPr/>
              </p:nvSpPr>
              <p:spPr>
                <a:xfrm>
                  <a:off x="346073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6" name="pg2776">
                  <a:extLst>
                    <a:ext uri="{FF2B5EF4-FFF2-40B4-BE49-F238E27FC236}">
                      <a16:creationId xmlns:a16="http://schemas.microsoft.com/office/drawing/2014/main" id="{540C9284-A6B4-3664-F5D4-763096CFE0C6}"/>
                    </a:ext>
                  </a:extLst>
                </p:cNvPr>
                <p:cNvSpPr/>
                <p:nvPr/>
              </p:nvSpPr>
              <p:spPr>
                <a:xfrm>
                  <a:off x="3472369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7" name="pg2777">
                  <a:extLst>
                    <a:ext uri="{FF2B5EF4-FFF2-40B4-BE49-F238E27FC236}">
                      <a16:creationId xmlns:a16="http://schemas.microsoft.com/office/drawing/2014/main" id="{99916D00-F51C-DFAC-A170-D2A44D3545E3}"/>
                    </a:ext>
                  </a:extLst>
                </p:cNvPr>
                <p:cNvSpPr/>
                <p:nvPr/>
              </p:nvSpPr>
              <p:spPr>
                <a:xfrm>
                  <a:off x="348400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3A8">
                    <a:alpha val="100000"/>
                  </a:srgbClr>
                </a:solidFill>
                <a:ln w="5420" cap="flat">
                  <a:solidFill>
                    <a:srgbClr val="36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8" name="pg2778">
                  <a:extLst>
                    <a:ext uri="{FF2B5EF4-FFF2-40B4-BE49-F238E27FC236}">
                      <a16:creationId xmlns:a16="http://schemas.microsoft.com/office/drawing/2014/main" id="{99D3503B-7C2C-434B-043A-88D8E9C3A313}"/>
                    </a:ext>
                  </a:extLst>
                </p:cNvPr>
                <p:cNvSpPr/>
                <p:nvPr/>
              </p:nvSpPr>
              <p:spPr>
                <a:xfrm>
                  <a:off x="349564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4A8">
                    <a:alpha val="100000"/>
                  </a:srgbClr>
                </a:solidFill>
                <a:ln w="5420" cap="flat">
                  <a:solidFill>
                    <a:srgbClr val="3594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79" name="pg2779">
                  <a:extLst>
                    <a:ext uri="{FF2B5EF4-FFF2-40B4-BE49-F238E27FC236}">
                      <a16:creationId xmlns:a16="http://schemas.microsoft.com/office/drawing/2014/main" id="{5D00E789-5C78-C56D-5FDF-47EB755E7F52}"/>
                    </a:ext>
                  </a:extLst>
                </p:cNvPr>
                <p:cNvSpPr/>
                <p:nvPr/>
              </p:nvSpPr>
              <p:spPr>
                <a:xfrm>
                  <a:off x="350728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0" name="pg2780">
                  <a:extLst>
                    <a:ext uri="{FF2B5EF4-FFF2-40B4-BE49-F238E27FC236}">
                      <a16:creationId xmlns:a16="http://schemas.microsoft.com/office/drawing/2014/main" id="{E641D220-2BDB-86F9-920D-7C008070BF6E}"/>
                    </a:ext>
                  </a:extLst>
                </p:cNvPr>
                <p:cNvSpPr/>
                <p:nvPr/>
              </p:nvSpPr>
              <p:spPr>
                <a:xfrm>
                  <a:off x="351891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1" name="pg2781">
                  <a:extLst>
                    <a:ext uri="{FF2B5EF4-FFF2-40B4-BE49-F238E27FC236}">
                      <a16:creationId xmlns:a16="http://schemas.microsoft.com/office/drawing/2014/main" id="{F29A9618-6FF7-47AA-7B16-C7BED2DA8462}"/>
                    </a:ext>
                  </a:extLst>
                </p:cNvPr>
                <p:cNvSpPr/>
                <p:nvPr/>
              </p:nvSpPr>
              <p:spPr>
                <a:xfrm>
                  <a:off x="353055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2" name="pg2782">
                  <a:extLst>
                    <a:ext uri="{FF2B5EF4-FFF2-40B4-BE49-F238E27FC236}">
                      <a16:creationId xmlns:a16="http://schemas.microsoft.com/office/drawing/2014/main" id="{05D3338B-8291-4FD4-28D6-DB9649ED87DE}"/>
                    </a:ext>
                  </a:extLst>
                </p:cNvPr>
                <p:cNvSpPr/>
                <p:nvPr/>
              </p:nvSpPr>
              <p:spPr>
                <a:xfrm>
                  <a:off x="354219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3" name="pg2783">
                  <a:extLst>
                    <a:ext uri="{FF2B5EF4-FFF2-40B4-BE49-F238E27FC236}">
                      <a16:creationId xmlns:a16="http://schemas.microsoft.com/office/drawing/2014/main" id="{8D60CC4C-6F4C-B4DB-315F-5CF89E94068A}"/>
                    </a:ext>
                  </a:extLst>
                </p:cNvPr>
                <p:cNvSpPr/>
                <p:nvPr/>
              </p:nvSpPr>
              <p:spPr>
                <a:xfrm>
                  <a:off x="355383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4" name="pg2784">
                  <a:extLst>
                    <a:ext uri="{FF2B5EF4-FFF2-40B4-BE49-F238E27FC236}">
                      <a16:creationId xmlns:a16="http://schemas.microsoft.com/office/drawing/2014/main" id="{33D12555-8D41-26F9-6C60-CA35B4764924}"/>
                    </a:ext>
                  </a:extLst>
                </p:cNvPr>
                <p:cNvSpPr/>
                <p:nvPr/>
              </p:nvSpPr>
              <p:spPr>
                <a:xfrm>
                  <a:off x="362365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5" name="pg2785">
                  <a:extLst>
                    <a:ext uri="{FF2B5EF4-FFF2-40B4-BE49-F238E27FC236}">
                      <a16:creationId xmlns:a16="http://schemas.microsoft.com/office/drawing/2014/main" id="{BD91EDB6-7474-F317-5D2E-72E29E0FC187}"/>
                    </a:ext>
                  </a:extLst>
                </p:cNvPr>
                <p:cNvSpPr/>
                <p:nvPr/>
              </p:nvSpPr>
              <p:spPr>
                <a:xfrm>
                  <a:off x="363529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6" name="pg2786">
                  <a:extLst>
                    <a:ext uri="{FF2B5EF4-FFF2-40B4-BE49-F238E27FC236}">
                      <a16:creationId xmlns:a16="http://schemas.microsoft.com/office/drawing/2014/main" id="{2F39C14B-0794-7EE8-7177-9C50CE789184}"/>
                    </a:ext>
                  </a:extLst>
                </p:cNvPr>
                <p:cNvSpPr/>
                <p:nvPr/>
              </p:nvSpPr>
              <p:spPr>
                <a:xfrm>
                  <a:off x="364692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7" name="pg2787">
                  <a:extLst>
                    <a:ext uri="{FF2B5EF4-FFF2-40B4-BE49-F238E27FC236}">
                      <a16:creationId xmlns:a16="http://schemas.microsoft.com/office/drawing/2014/main" id="{9025F7AC-D766-4FFD-802E-08376380B5E9}"/>
                    </a:ext>
                  </a:extLst>
                </p:cNvPr>
                <p:cNvSpPr/>
                <p:nvPr/>
              </p:nvSpPr>
              <p:spPr>
                <a:xfrm>
                  <a:off x="365856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8" name="pg2788">
                  <a:extLst>
                    <a:ext uri="{FF2B5EF4-FFF2-40B4-BE49-F238E27FC236}">
                      <a16:creationId xmlns:a16="http://schemas.microsoft.com/office/drawing/2014/main" id="{5AF2E21A-3967-9F30-EF7D-92A369D7D706}"/>
                    </a:ext>
                  </a:extLst>
                </p:cNvPr>
                <p:cNvSpPr/>
                <p:nvPr/>
              </p:nvSpPr>
              <p:spPr>
                <a:xfrm>
                  <a:off x="367020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89" name="pg2789">
                  <a:extLst>
                    <a:ext uri="{FF2B5EF4-FFF2-40B4-BE49-F238E27FC236}">
                      <a16:creationId xmlns:a16="http://schemas.microsoft.com/office/drawing/2014/main" id="{DDB84660-58F6-A232-ECBD-D13027F24004}"/>
                    </a:ext>
                  </a:extLst>
                </p:cNvPr>
                <p:cNvSpPr/>
                <p:nvPr/>
              </p:nvSpPr>
              <p:spPr>
                <a:xfrm>
                  <a:off x="368184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0" name="pg2790">
                  <a:extLst>
                    <a:ext uri="{FF2B5EF4-FFF2-40B4-BE49-F238E27FC236}">
                      <a16:creationId xmlns:a16="http://schemas.microsoft.com/office/drawing/2014/main" id="{E50DBDF4-856D-71B5-B9A9-00A1CAF2D348}"/>
                    </a:ext>
                  </a:extLst>
                </p:cNvPr>
                <p:cNvSpPr/>
                <p:nvPr/>
              </p:nvSpPr>
              <p:spPr>
                <a:xfrm>
                  <a:off x="369347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1" name="pg2791">
                  <a:extLst>
                    <a:ext uri="{FF2B5EF4-FFF2-40B4-BE49-F238E27FC236}">
                      <a16:creationId xmlns:a16="http://schemas.microsoft.com/office/drawing/2014/main" id="{51BDF70A-6A8A-6F2D-0B5C-5EB8D012A65A}"/>
                    </a:ext>
                  </a:extLst>
                </p:cNvPr>
                <p:cNvSpPr/>
                <p:nvPr/>
              </p:nvSpPr>
              <p:spPr>
                <a:xfrm>
                  <a:off x="370511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2" name="pg2792">
                  <a:extLst>
                    <a:ext uri="{FF2B5EF4-FFF2-40B4-BE49-F238E27FC236}">
                      <a16:creationId xmlns:a16="http://schemas.microsoft.com/office/drawing/2014/main" id="{C1EE8DD8-5C41-757B-F314-A8D79B76C9B7}"/>
                    </a:ext>
                  </a:extLst>
                </p:cNvPr>
                <p:cNvSpPr/>
                <p:nvPr/>
              </p:nvSpPr>
              <p:spPr>
                <a:xfrm>
                  <a:off x="3716752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3" name="pg2793">
                  <a:extLst>
                    <a:ext uri="{FF2B5EF4-FFF2-40B4-BE49-F238E27FC236}">
                      <a16:creationId xmlns:a16="http://schemas.microsoft.com/office/drawing/2014/main" id="{DBB77F2D-5DCA-291C-0169-B332D5FF23D7}"/>
                    </a:ext>
                  </a:extLst>
                </p:cNvPr>
                <p:cNvSpPr/>
                <p:nvPr/>
              </p:nvSpPr>
              <p:spPr>
                <a:xfrm>
                  <a:off x="372839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4" name="pg2794">
                  <a:extLst>
                    <a:ext uri="{FF2B5EF4-FFF2-40B4-BE49-F238E27FC236}">
                      <a16:creationId xmlns:a16="http://schemas.microsoft.com/office/drawing/2014/main" id="{D3F95DA2-9602-3644-28BE-974B93E3C944}"/>
                    </a:ext>
                  </a:extLst>
                </p:cNvPr>
                <p:cNvSpPr/>
                <p:nvPr/>
              </p:nvSpPr>
              <p:spPr>
                <a:xfrm>
                  <a:off x="374002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5" name="pg2795">
                  <a:extLst>
                    <a:ext uri="{FF2B5EF4-FFF2-40B4-BE49-F238E27FC236}">
                      <a16:creationId xmlns:a16="http://schemas.microsoft.com/office/drawing/2014/main" id="{7BBF9628-FBB9-632D-9C19-8A06B57857E9}"/>
                    </a:ext>
                  </a:extLst>
                </p:cNvPr>
                <p:cNvSpPr/>
                <p:nvPr/>
              </p:nvSpPr>
              <p:spPr>
                <a:xfrm>
                  <a:off x="413569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B">
                    <a:alpha val="100000"/>
                  </a:srgbClr>
                </a:solidFill>
                <a:ln w="5420" cap="flat">
                  <a:solidFill>
                    <a:srgbClr val="85D8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6" name="pg2796">
                  <a:extLst>
                    <a:ext uri="{FF2B5EF4-FFF2-40B4-BE49-F238E27FC236}">
                      <a16:creationId xmlns:a16="http://schemas.microsoft.com/office/drawing/2014/main" id="{17FDCD72-3DBC-7A2E-4B13-303BCE1DF00D}"/>
                    </a:ext>
                  </a:extLst>
                </p:cNvPr>
                <p:cNvSpPr/>
                <p:nvPr/>
              </p:nvSpPr>
              <p:spPr>
                <a:xfrm>
                  <a:off x="414733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7" name="pg2797">
                  <a:extLst>
                    <a:ext uri="{FF2B5EF4-FFF2-40B4-BE49-F238E27FC236}">
                      <a16:creationId xmlns:a16="http://schemas.microsoft.com/office/drawing/2014/main" id="{0D59BC11-E580-21AF-7F0C-5B2BC9CA0A84}"/>
                    </a:ext>
                  </a:extLst>
                </p:cNvPr>
                <p:cNvSpPr/>
                <p:nvPr/>
              </p:nvSpPr>
              <p:spPr>
                <a:xfrm>
                  <a:off x="415897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BBE">
                    <a:alpha val="100000"/>
                  </a:srgbClr>
                </a:solidFill>
                <a:ln w="5420" cap="flat">
                  <a:solidFill>
                    <a:srgbClr val="8C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8" name="pg2798">
                  <a:extLst>
                    <a:ext uri="{FF2B5EF4-FFF2-40B4-BE49-F238E27FC236}">
                      <a16:creationId xmlns:a16="http://schemas.microsoft.com/office/drawing/2014/main" id="{278758CD-BFD6-C609-E0B7-29482D808371}"/>
                    </a:ext>
                  </a:extLst>
                </p:cNvPr>
                <p:cNvSpPr/>
                <p:nvPr/>
              </p:nvSpPr>
              <p:spPr>
                <a:xfrm>
                  <a:off x="417060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BBE">
                    <a:alpha val="100000"/>
                  </a:srgbClr>
                </a:solidFill>
                <a:ln w="5420" cap="flat">
                  <a:solidFill>
                    <a:srgbClr val="8C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799" name="pg2799">
                  <a:extLst>
                    <a:ext uri="{FF2B5EF4-FFF2-40B4-BE49-F238E27FC236}">
                      <a16:creationId xmlns:a16="http://schemas.microsoft.com/office/drawing/2014/main" id="{CA81916B-77F5-6F0E-77EB-D670671405A8}"/>
                    </a:ext>
                  </a:extLst>
                </p:cNvPr>
                <p:cNvSpPr/>
                <p:nvPr/>
              </p:nvSpPr>
              <p:spPr>
                <a:xfrm>
                  <a:off x="418224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ABD">
                    <a:alpha val="100000"/>
                  </a:srgbClr>
                </a:solidFill>
                <a:ln w="5420" cap="flat">
                  <a:solidFill>
                    <a:srgbClr val="8C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0" name="pg2800">
                  <a:extLst>
                    <a:ext uri="{FF2B5EF4-FFF2-40B4-BE49-F238E27FC236}">
                      <a16:creationId xmlns:a16="http://schemas.microsoft.com/office/drawing/2014/main" id="{04F9E729-776B-B788-315E-CC715EB8E33D}"/>
                    </a:ext>
                  </a:extLst>
                </p:cNvPr>
                <p:cNvSpPr/>
                <p:nvPr/>
              </p:nvSpPr>
              <p:spPr>
                <a:xfrm>
                  <a:off x="419388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BBE">
                    <a:alpha val="100000"/>
                  </a:srgbClr>
                </a:solidFill>
                <a:ln w="5420" cap="flat">
                  <a:solidFill>
                    <a:srgbClr val="8C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1" name="pg2801">
                  <a:extLst>
                    <a:ext uri="{FF2B5EF4-FFF2-40B4-BE49-F238E27FC236}">
                      <a16:creationId xmlns:a16="http://schemas.microsoft.com/office/drawing/2014/main" id="{7E97B985-F362-29D6-4A06-9862162A2721}"/>
                    </a:ext>
                  </a:extLst>
                </p:cNvPr>
                <p:cNvSpPr/>
                <p:nvPr/>
              </p:nvSpPr>
              <p:spPr>
                <a:xfrm>
                  <a:off x="420552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E">
                    <a:alpha val="100000"/>
                  </a:srgbClr>
                </a:solidFill>
                <a:ln w="5420" cap="flat">
                  <a:solidFill>
                    <a:srgbClr val="8E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2" name="pg2802">
                  <a:extLst>
                    <a:ext uri="{FF2B5EF4-FFF2-40B4-BE49-F238E27FC236}">
                      <a16:creationId xmlns:a16="http://schemas.microsoft.com/office/drawing/2014/main" id="{5161CD77-1D93-A4AF-9315-9C13BBC1B21C}"/>
                    </a:ext>
                  </a:extLst>
                </p:cNvPr>
                <p:cNvSpPr/>
                <p:nvPr/>
              </p:nvSpPr>
              <p:spPr>
                <a:xfrm>
                  <a:off x="421715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FDBBF">
                    <a:alpha val="100000"/>
                  </a:srgbClr>
                </a:solidFill>
                <a:ln w="5420" cap="flat">
                  <a:solidFill>
                    <a:srgbClr val="8FDBB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3" name="pg2803">
                  <a:extLst>
                    <a:ext uri="{FF2B5EF4-FFF2-40B4-BE49-F238E27FC236}">
                      <a16:creationId xmlns:a16="http://schemas.microsoft.com/office/drawing/2014/main" id="{B2D7F1D3-097C-838E-9E61-6C8DE2209ADC}"/>
                    </a:ext>
                  </a:extLst>
                </p:cNvPr>
                <p:cNvSpPr/>
                <p:nvPr/>
              </p:nvSpPr>
              <p:spPr>
                <a:xfrm>
                  <a:off x="422879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EDBBE">
                    <a:alpha val="100000"/>
                  </a:srgbClr>
                </a:solidFill>
                <a:ln w="5420" cap="flat">
                  <a:solidFill>
                    <a:srgbClr val="8E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4" name="pg2804">
                  <a:extLst>
                    <a:ext uri="{FF2B5EF4-FFF2-40B4-BE49-F238E27FC236}">
                      <a16:creationId xmlns:a16="http://schemas.microsoft.com/office/drawing/2014/main" id="{6012AA27-FED2-0404-3906-67E9442B00AC}"/>
                    </a:ext>
                  </a:extLst>
                </p:cNvPr>
                <p:cNvSpPr/>
                <p:nvPr/>
              </p:nvSpPr>
              <p:spPr>
                <a:xfrm>
                  <a:off x="4240432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5" name="pg2805">
                  <a:extLst>
                    <a:ext uri="{FF2B5EF4-FFF2-40B4-BE49-F238E27FC236}">
                      <a16:creationId xmlns:a16="http://schemas.microsoft.com/office/drawing/2014/main" id="{F3F48E51-7C8B-1188-B6CD-41F20B65EC12}"/>
                    </a:ext>
                  </a:extLst>
                </p:cNvPr>
                <p:cNvSpPr/>
                <p:nvPr/>
              </p:nvSpPr>
              <p:spPr>
                <a:xfrm>
                  <a:off x="432189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6" name="pg2806">
                  <a:extLst>
                    <a:ext uri="{FF2B5EF4-FFF2-40B4-BE49-F238E27FC236}">
                      <a16:creationId xmlns:a16="http://schemas.microsoft.com/office/drawing/2014/main" id="{00404BC7-85CB-B69A-6C67-B88D6E417FDD}"/>
                    </a:ext>
                  </a:extLst>
                </p:cNvPr>
                <p:cNvSpPr/>
                <p:nvPr/>
              </p:nvSpPr>
              <p:spPr>
                <a:xfrm>
                  <a:off x="4333531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7" name="pg2807">
                  <a:extLst>
                    <a:ext uri="{FF2B5EF4-FFF2-40B4-BE49-F238E27FC236}">
                      <a16:creationId xmlns:a16="http://schemas.microsoft.com/office/drawing/2014/main" id="{95C1EBA2-1180-3693-6A7D-234D7726D49E}"/>
                    </a:ext>
                  </a:extLst>
                </p:cNvPr>
                <p:cNvSpPr/>
                <p:nvPr/>
              </p:nvSpPr>
              <p:spPr>
                <a:xfrm>
                  <a:off x="4345168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8" name="pg2808">
                  <a:extLst>
                    <a:ext uri="{FF2B5EF4-FFF2-40B4-BE49-F238E27FC236}">
                      <a16:creationId xmlns:a16="http://schemas.microsoft.com/office/drawing/2014/main" id="{AA752C1E-FAC5-EBE8-683E-B2F99FE6F858}"/>
                    </a:ext>
                  </a:extLst>
                </p:cNvPr>
                <p:cNvSpPr/>
                <p:nvPr/>
              </p:nvSpPr>
              <p:spPr>
                <a:xfrm>
                  <a:off x="4356806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DAB">
                    <a:alpha val="100000"/>
                  </a:srgbClr>
                </a:solidFill>
                <a:ln w="5420" cap="flat">
                  <a:solidFill>
                    <a:srgbClr val="55B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09" name="pg2809">
                  <a:extLst>
                    <a:ext uri="{FF2B5EF4-FFF2-40B4-BE49-F238E27FC236}">
                      <a16:creationId xmlns:a16="http://schemas.microsoft.com/office/drawing/2014/main" id="{8657F33D-2FE7-BA4E-3698-C1959CDBB141}"/>
                    </a:ext>
                  </a:extLst>
                </p:cNvPr>
                <p:cNvSpPr/>
                <p:nvPr/>
              </p:nvSpPr>
              <p:spPr>
                <a:xfrm>
                  <a:off x="4368443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0" name="pg2810">
                  <a:extLst>
                    <a:ext uri="{FF2B5EF4-FFF2-40B4-BE49-F238E27FC236}">
                      <a16:creationId xmlns:a16="http://schemas.microsoft.com/office/drawing/2014/main" id="{9D2C4322-9BAC-5A57-C8B2-A881CF3867AD}"/>
                    </a:ext>
                  </a:extLst>
                </p:cNvPr>
                <p:cNvSpPr/>
                <p:nvPr/>
              </p:nvSpPr>
              <p:spPr>
                <a:xfrm>
                  <a:off x="438008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1" name="pg2811">
                  <a:extLst>
                    <a:ext uri="{FF2B5EF4-FFF2-40B4-BE49-F238E27FC236}">
                      <a16:creationId xmlns:a16="http://schemas.microsoft.com/office/drawing/2014/main" id="{03BB5674-3003-69EF-11D4-7E8405BBEEB6}"/>
                    </a:ext>
                  </a:extLst>
                </p:cNvPr>
                <p:cNvSpPr/>
                <p:nvPr/>
              </p:nvSpPr>
              <p:spPr>
                <a:xfrm>
                  <a:off x="4577915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2" name="pg2812">
                  <a:extLst>
                    <a:ext uri="{FF2B5EF4-FFF2-40B4-BE49-F238E27FC236}">
                      <a16:creationId xmlns:a16="http://schemas.microsoft.com/office/drawing/2014/main" id="{F9B86405-FB0D-41B2-0D5A-BF11B25BB362}"/>
                    </a:ext>
                  </a:extLst>
                </p:cNvPr>
                <p:cNvSpPr/>
                <p:nvPr/>
              </p:nvSpPr>
              <p:spPr>
                <a:xfrm>
                  <a:off x="4589552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7A9">
                    <a:alpha val="100000"/>
                  </a:srgbClr>
                </a:solidFill>
                <a:ln w="5420" cap="flat">
                  <a:solidFill>
                    <a:srgbClr val="35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3" name="pg2813">
                  <a:extLst>
                    <a:ext uri="{FF2B5EF4-FFF2-40B4-BE49-F238E27FC236}">
                      <a16:creationId xmlns:a16="http://schemas.microsoft.com/office/drawing/2014/main" id="{736F04D6-B851-16C9-79E7-E5613222C862}"/>
                    </a:ext>
                  </a:extLst>
                </p:cNvPr>
                <p:cNvSpPr/>
                <p:nvPr/>
              </p:nvSpPr>
              <p:spPr>
                <a:xfrm>
                  <a:off x="4601190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4" name="pg2814">
                  <a:extLst>
                    <a:ext uri="{FF2B5EF4-FFF2-40B4-BE49-F238E27FC236}">
                      <a16:creationId xmlns:a16="http://schemas.microsoft.com/office/drawing/2014/main" id="{34B60707-5F8E-9AED-0527-E47E8D1CFF24}"/>
                    </a:ext>
                  </a:extLst>
                </p:cNvPr>
                <p:cNvSpPr/>
                <p:nvPr/>
              </p:nvSpPr>
              <p:spPr>
                <a:xfrm>
                  <a:off x="4612827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5" name="pg2815">
                  <a:extLst>
                    <a:ext uri="{FF2B5EF4-FFF2-40B4-BE49-F238E27FC236}">
                      <a16:creationId xmlns:a16="http://schemas.microsoft.com/office/drawing/2014/main" id="{B3551BEA-8683-8F3B-A994-B49D0AEB42AD}"/>
                    </a:ext>
                  </a:extLst>
                </p:cNvPr>
                <p:cNvSpPr/>
                <p:nvPr/>
              </p:nvSpPr>
              <p:spPr>
                <a:xfrm>
                  <a:off x="4624464" y="47956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6" name="pg2816">
                  <a:extLst>
                    <a:ext uri="{FF2B5EF4-FFF2-40B4-BE49-F238E27FC236}">
                      <a16:creationId xmlns:a16="http://schemas.microsoft.com/office/drawing/2014/main" id="{770E8EC7-4260-102F-4D9D-1AB8E26B3EC8}"/>
                    </a:ext>
                  </a:extLst>
                </p:cNvPr>
                <p:cNvSpPr/>
                <p:nvPr/>
              </p:nvSpPr>
              <p:spPr>
                <a:xfrm>
                  <a:off x="311161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7" name="pg2817">
                  <a:extLst>
                    <a:ext uri="{FF2B5EF4-FFF2-40B4-BE49-F238E27FC236}">
                      <a16:creationId xmlns:a16="http://schemas.microsoft.com/office/drawing/2014/main" id="{50C6B009-C896-6E02-A6CF-74DAA73E94ED}"/>
                    </a:ext>
                  </a:extLst>
                </p:cNvPr>
                <p:cNvSpPr/>
                <p:nvPr/>
              </p:nvSpPr>
              <p:spPr>
                <a:xfrm>
                  <a:off x="3123249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8" name="pg2818">
                  <a:extLst>
                    <a:ext uri="{FF2B5EF4-FFF2-40B4-BE49-F238E27FC236}">
                      <a16:creationId xmlns:a16="http://schemas.microsoft.com/office/drawing/2014/main" id="{268CCBA5-A7CE-3E67-11D6-0948BB4B5728}"/>
                    </a:ext>
                  </a:extLst>
                </p:cNvPr>
                <p:cNvSpPr/>
                <p:nvPr/>
              </p:nvSpPr>
              <p:spPr>
                <a:xfrm>
                  <a:off x="313488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19" name="pg2819">
                  <a:extLst>
                    <a:ext uri="{FF2B5EF4-FFF2-40B4-BE49-F238E27FC236}">
                      <a16:creationId xmlns:a16="http://schemas.microsoft.com/office/drawing/2014/main" id="{0F28B7A5-DBC6-EFF2-77F9-DA297AA67CCF}"/>
                    </a:ext>
                  </a:extLst>
                </p:cNvPr>
                <p:cNvSpPr/>
                <p:nvPr/>
              </p:nvSpPr>
              <p:spPr>
                <a:xfrm>
                  <a:off x="314652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0" name="pg2820">
                  <a:extLst>
                    <a:ext uri="{FF2B5EF4-FFF2-40B4-BE49-F238E27FC236}">
                      <a16:creationId xmlns:a16="http://schemas.microsoft.com/office/drawing/2014/main" id="{BAA2C033-81CC-0803-DED7-8B8A9B7802A7}"/>
                    </a:ext>
                  </a:extLst>
                </p:cNvPr>
                <p:cNvSpPr/>
                <p:nvPr/>
              </p:nvSpPr>
              <p:spPr>
                <a:xfrm>
                  <a:off x="315816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1" name="pg2821">
                  <a:extLst>
                    <a:ext uri="{FF2B5EF4-FFF2-40B4-BE49-F238E27FC236}">
                      <a16:creationId xmlns:a16="http://schemas.microsoft.com/office/drawing/2014/main" id="{606AC8F5-A5DD-9A19-63D4-9C53751CE104}"/>
                    </a:ext>
                  </a:extLst>
                </p:cNvPr>
                <p:cNvSpPr/>
                <p:nvPr/>
              </p:nvSpPr>
              <p:spPr>
                <a:xfrm>
                  <a:off x="316979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2" name="pg2822">
                  <a:extLst>
                    <a:ext uri="{FF2B5EF4-FFF2-40B4-BE49-F238E27FC236}">
                      <a16:creationId xmlns:a16="http://schemas.microsoft.com/office/drawing/2014/main" id="{D21C4854-B235-9DD8-4203-69B2ED281F58}"/>
                    </a:ext>
                  </a:extLst>
                </p:cNvPr>
                <p:cNvSpPr/>
                <p:nvPr/>
              </p:nvSpPr>
              <p:spPr>
                <a:xfrm>
                  <a:off x="318143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1">
                    <a:alpha val="100000"/>
                  </a:srgbClr>
                </a:solidFill>
                <a:ln w="5420" cap="flat">
                  <a:solidFill>
                    <a:srgbClr val="6C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3" name="pg2823">
                  <a:extLst>
                    <a:ext uri="{FF2B5EF4-FFF2-40B4-BE49-F238E27FC236}">
                      <a16:creationId xmlns:a16="http://schemas.microsoft.com/office/drawing/2014/main" id="{8FA37095-0C7C-35BA-0971-A7664E7AC86A}"/>
                    </a:ext>
                  </a:extLst>
                </p:cNvPr>
                <p:cNvSpPr/>
                <p:nvPr/>
              </p:nvSpPr>
              <p:spPr>
                <a:xfrm>
                  <a:off x="319307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4" name="pg2824">
                  <a:extLst>
                    <a:ext uri="{FF2B5EF4-FFF2-40B4-BE49-F238E27FC236}">
                      <a16:creationId xmlns:a16="http://schemas.microsoft.com/office/drawing/2014/main" id="{50845127-B528-78E3-C61B-B99969B92120}"/>
                    </a:ext>
                  </a:extLst>
                </p:cNvPr>
                <p:cNvSpPr/>
                <p:nvPr/>
              </p:nvSpPr>
              <p:spPr>
                <a:xfrm>
                  <a:off x="320471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5" name="pg2825">
                  <a:extLst>
                    <a:ext uri="{FF2B5EF4-FFF2-40B4-BE49-F238E27FC236}">
                      <a16:creationId xmlns:a16="http://schemas.microsoft.com/office/drawing/2014/main" id="{0FCDDB37-6F76-89EC-DBCC-7C485F06E7BB}"/>
                    </a:ext>
                  </a:extLst>
                </p:cNvPr>
                <p:cNvSpPr/>
                <p:nvPr/>
              </p:nvSpPr>
              <p:spPr>
                <a:xfrm>
                  <a:off x="321634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6" name="pg2826">
                  <a:extLst>
                    <a:ext uri="{FF2B5EF4-FFF2-40B4-BE49-F238E27FC236}">
                      <a16:creationId xmlns:a16="http://schemas.microsoft.com/office/drawing/2014/main" id="{7D59965D-FE8A-C052-0581-2CCEA8BF076A}"/>
                    </a:ext>
                  </a:extLst>
                </p:cNvPr>
                <p:cNvSpPr/>
                <p:nvPr/>
              </p:nvSpPr>
              <p:spPr>
                <a:xfrm>
                  <a:off x="322798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7" name="pg2827">
                  <a:extLst>
                    <a:ext uri="{FF2B5EF4-FFF2-40B4-BE49-F238E27FC236}">
                      <a16:creationId xmlns:a16="http://schemas.microsoft.com/office/drawing/2014/main" id="{B3DEF46B-B5EE-6035-A7CC-F19929E2CC73}"/>
                    </a:ext>
                  </a:extLst>
                </p:cNvPr>
                <p:cNvSpPr/>
                <p:nvPr/>
              </p:nvSpPr>
              <p:spPr>
                <a:xfrm>
                  <a:off x="3239622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8" name="pg2828">
                  <a:extLst>
                    <a:ext uri="{FF2B5EF4-FFF2-40B4-BE49-F238E27FC236}">
                      <a16:creationId xmlns:a16="http://schemas.microsoft.com/office/drawing/2014/main" id="{F10A72A5-4A4E-1608-52F7-B561208EF4F7}"/>
                    </a:ext>
                  </a:extLst>
                </p:cNvPr>
                <p:cNvSpPr/>
                <p:nvPr/>
              </p:nvSpPr>
              <p:spPr>
                <a:xfrm>
                  <a:off x="3251259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29" name="pg2829">
                  <a:extLst>
                    <a:ext uri="{FF2B5EF4-FFF2-40B4-BE49-F238E27FC236}">
                      <a16:creationId xmlns:a16="http://schemas.microsoft.com/office/drawing/2014/main" id="{CCD9B7C9-642B-C2B3-6B81-4C77C6B47B35}"/>
                    </a:ext>
                  </a:extLst>
                </p:cNvPr>
                <p:cNvSpPr/>
                <p:nvPr/>
              </p:nvSpPr>
              <p:spPr>
                <a:xfrm>
                  <a:off x="326289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0" name="pg2830">
                  <a:extLst>
                    <a:ext uri="{FF2B5EF4-FFF2-40B4-BE49-F238E27FC236}">
                      <a16:creationId xmlns:a16="http://schemas.microsoft.com/office/drawing/2014/main" id="{D5E0EF0A-4C9A-9E19-74F0-4A5D0ED318B9}"/>
                    </a:ext>
                  </a:extLst>
                </p:cNvPr>
                <p:cNvSpPr/>
                <p:nvPr/>
              </p:nvSpPr>
              <p:spPr>
                <a:xfrm>
                  <a:off x="327453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1" name="pg2831">
                  <a:extLst>
                    <a:ext uri="{FF2B5EF4-FFF2-40B4-BE49-F238E27FC236}">
                      <a16:creationId xmlns:a16="http://schemas.microsoft.com/office/drawing/2014/main" id="{D5B421A6-EEFF-9EEE-0F53-A822BD063AF3}"/>
                    </a:ext>
                  </a:extLst>
                </p:cNvPr>
                <p:cNvSpPr/>
                <p:nvPr/>
              </p:nvSpPr>
              <p:spPr>
                <a:xfrm>
                  <a:off x="328617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2" name="pg2832">
                  <a:extLst>
                    <a:ext uri="{FF2B5EF4-FFF2-40B4-BE49-F238E27FC236}">
                      <a16:creationId xmlns:a16="http://schemas.microsoft.com/office/drawing/2014/main" id="{55CF98B3-B3D6-8660-2161-6D0D3BC19CE2}"/>
                    </a:ext>
                  </a:extLst>
                </p:cNvPr>
                <p:cNvSpPr/>
                <p:nvPr/>
              </p:nvSpPr>
              <p:spPr>
                <a:xfrm>
                  <a:off x="3297809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3" name="pg2833">
                  <a:extLst>
                    <a:ext uri="{FF2B5EF4-FFF2-40B4-BE49-F238E27FC236}">
                      <a16:creationId xmlns:a16="http://schemas.microsoft.com/office/drawing/2014/main" id="{99886290-21CA-E360-B2B4-4EF449230DF0}"/>
                    </a:ext>
                  </a:extLst>
                </p:cNvPr>
                <p:cNvSpPr/>
                <p:nvPr/>
              </p:nvSpPr>
              <p:spPr>
                <a:xfrm>
                  <a:off x="330944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4" name="pg2834">
                  <a:extLst>
                    <a:ext uri="{FF2B5EF4-FFF2-40B4-BE49-F238E27FC236}">
                      <a16:creationId xmlns:a16="http://schemas.microsoft.com/office/drawing/2014/main" id="{FB9EA136-0BE1-14FB-0C3B-FB7395C3EDA2}"/>
                    </a:ext>
                  </a:extLst>
                </p:cNvPr>
                <p:cNvSpPr/>
                <p:nvPr/>
              </p:nvSpPr>
              <p:spPr>
                <a:xfrm>
                  <a:off x="332108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5" name="pg2835">
                  <a:extLst>
                    <a:ext uri="{FF2B5EF4-FFF2-40B4-BE49-F238E27FC236}">
                      <a16:creationId xmlns:a16="http://schemas.microsoft.com/office/drawing/2014/main" id="{44948162-E276-9065-2F6A-812B8F3F5518}"/>
                    </a:ext>
                  </a:extLst>
                </p:cNvPr>
                <p:cNvSpPr/>
                <p:nvPr/>
              </p:nvSpPr>
              <p:spPr>
                <a:xfrm>
                  <a:off x="333272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1CEAC">
                    <a:alpha val="100000"/>
                  </a:srgbClr>
                </a:solidFill>
                <a:ln w="5420" cap="flat">
                  <a:solidFill>
                    <a:srgbClr val="61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6" name="pg2836">
                  <a:extLst>
                    <a:ext uri="{FF2B5EF4-FFF2-40B4-BE49-F238E27FC236}">
                      <a16:creationId xmlns:a16="http://schemas.microsoft.com/office/drawing/2014/main" id="{80550794-9343-039E-A4EC-B785B808733B}"/>
                    </a:ext>
                  </a:extLst>
                </p:cNvPr>
                <p:cNvSpPr/>
                <p:nvPr/>
              </p:nvSpPr>
              <p:spPr>
                <a:xfrm>
                  <a:off x="334435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7" name="pg2837">
                  <a:extLst>
                    <a:ext uri="{FF2B5EF4-FFF2-40B4-BE49-F238E27FC236}">
                      <a16:creationId xmlns:a16="http://schemas.microsoft.com/office/drawing/2014/main" id="{B0B105FF-EECB-64D2-9098-442A4152DD25}"/>
                    </a:ext>
                  </a:extLst>
                </p:cNvPr>
                <p:cNvSpPr/>
                <p:nvPr/>
              </p:nvSpPr>
              <p:spPr>
                <a:xfrm>
                  <a:off x="335599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8" name="pg2838">
                  <a:extLst>
                    <a:ext uri="{FF2B5EF4-FFF2-40B4-BE49-F238E27FC236}">
                      <a16:creationId xmlns:a16="http://schemas.microsoft.com/office/drawing/2014/main" id="{FDA90AC2-7A11-B593-1C1D-5333E98592AE}"/>
                    </a:ext>
                  </a:extLst>
                </p:cNvPr>
                <p:cNvSpPr/>
                <p:nvPr/>
              </p:nvSpPr>
              <p:spPr>
                <a:xfrm>
                  <a:off x="336763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39" name="pg2839">
                  <a:extLst>
                    <a:ext uri="{FF2B5EF4-FFF2-40B4-BE49-F238E27FC236}">
                      <a16:creationId xmlns:a16="http://schemas.microsoft.com/office/drawing/2014/main" id="{601773C8-F889-DAAA-1FD1-536E20425922}"/>
                    </a:ext>
                  </a:extLst>
                </p:cNvPr>
                <p:cNvSpPr/>
                <p:nvPr/>
              </p:nvSpPr>
              <p:spPr>
                <a:xfrm>
                  <a:off x="337927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0" name="pg2840">
                  <a:extLst>
                    <a:ext uri="{FF2B5EF4-FFF2-40B4-BE49-F238E27FC236}">
                      <a16:creationId xmlns:a16="http://schemas.microsoft.com/office/drawing/2014/main" id="{C316052A-653C-0F34-BD93-0F0B88D88499}"/>
                    </a:ext>
                  </a:extLst>
                </p:cNvPr>
                <p:cNvSpPr/>
                <p:nvPr/>
              </p:nvSpPr>
              <p:spPr>
                <a:xfrm>
                  <a:off x="339090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1" name="pg2841">
                  <a:extLst>
                    <a:ext uri="{FF2B5EF4-FFF2-40B4-BE49-F238E27FC236}">
                      <a16:creationId xmlns:a16="http://schemas.microsoft.com/office/drawing/2014/main" id="{7EFAB267-457F-1F1D-AAB8-DE77AD00C400}"/>
                    </a:ext>
                  </a:extLst>
                </p:cNvPr>
                <p:cNvSpPr/>
                <p:nvPr/>
              </p:nvSpPr>
              <p:spPr>
                <a:xfrm>
                  <a:off x="340254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2" name="pg2842">
                  <a:extLst>
                    <a:ext uri="{FF2B5EF4-FFF2-40B4-BE49-F238E27FC236}">
                      <a16:creationId xmlns:a16="http://schemas.microsoft.com/office/drawing/2014/main" id="{692C80D4-582B-ED94-504A-0D41D9F729FE}"/>
                    </a:ext>
                  </a:extLst>
                </p:cNvPr>
                <p:cNvSpPr/>
                <p:nvPr/>
              </p:nvSpPr>
              <p:spPr>
                <a:xfrm>
                  <a:off x="3414182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3" name="pg2843">
                  <a:extLst>
                    <a:ext uri="{FF2B5EF4-FFF2-40B4-BE49-F238E27FC236}">
                      <a16:creationId xmlns:a16="http://schemas.microsoft.com/office/drawing/2014/main" id="{D02B2B30-C406-808D-C5B6-668BC5C9E2B4}"/>
                    </a:ext>
                  </a:extLst>
                </p:cNvPr>
                <p:cNvSpPr/>
                <p:nvPr/>
              </p:nvSpPr>
              <p:spPr>
                <a:xfrm>
                  <a:off x="3425819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4" name="pg2844">
                  <a:extLst>
                    <a:ext uri="{FF2B5EF4-FFF2-40B4-BE49-F238E27FC236}">
                      <a16:creationId xmlns:a16="http://schemas.microsoft.com/office/drawing/2014/main" id="{2B40413B-6D96-D3D8-B748-4E2AE623555C}"/>
                    </a:ext>
                  </a:extLst>
                </p:cNvPr>
                <p:cNvSpPr/>
                <p:nvPr/>
              </p:nvSpPr>
              <p:spPr>
                <a:xfrm>
                  <a:off x="343745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5" name="pg2845">
                  <a:extLst>
                    <a:ext uri="{FF2B5EF4-FFF2-40B4-BE49-F238E27FC236}">
                      <a16:creationId xmlns:a16="http://schemas.microsoft.com/office/drawing/2014/main" id="{24EBE75D-CF54-D67E-5618-F2915FAF80AD}"/>
                    </a:ext>
                  </a:extLst>
                </p:cNvPr>
                <p:cNvSpPr/>
                <p:nvPr/>
              </p:nvSpPr>
              <p:spPr>
                <a:xfrm>
                  <a:off x="344909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6A9">
                    <a:alpha val="100000"/>
                  </a:srgbClr>
                </a:solidFill>
                <a:ln w="5420" cap="flat">
                  <a:solidFill>
                    <a:srgbClr val="3496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6" name="pg2846">
                  <a:extLst>
                    <a:ext uri="{FF2B5EF4-FFF2-40B4-BE49-F238E27FC236}">
                      <a16:creationId xmlns:a16="http://schemas.microsoft.com/office/drawing/2014/main" id="{D887629C-9213-FCF5-A63E-DFCD2EB594A8}"/>
                    </a:ext>
                  </a:extLst>
                </p:cNvPr>
                <p:cNvSpPr/>
                <p:nvPr/>
              </p:nvSpPr>
              <p:spPr>
                <a:xfrm>
                  <a:off x="346073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7" name="pg2847">
                  <a:extLst>
                    <a:ext uri="{FF2B5EF4-FFF2-40B4-BE49-F238E27FC236}">
                      <a16:creationId xmlns:a16="http://schemas.microsoft.com/office/drawing/2014/main" id="{B46449B7-1ED5-0ED4-DFA4-894B3F839201}"/>
                    </a:ext>
                  </a:extLst>
                </p:cNvPr>
                <p:cNvSpPr/>
                <p:nvPr/>
              </p:nvSpPr>
              <p:spPr>
                <a:xfrm>
                  <a:off x="3472369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8" name="pg2848">
                  <a:extLst>
                    <a:ext uri="{FF2B5EF4-FFF2-40B4-BE49-F238E27FC236}">
                      <a16:creationId xmlns:a16="http://schemas.microsoft.com/office/drawing/2014/main" id="{92825626-87E0-D61F-70AC-78D94A1F1312}"/>
                    </a:ext>
                  </a:extLst>
                </p:cNvPr>
                <p:cNvSpPr/>
                <p:nvPr/>
              </p:nvSpPr>
              <p:spPr>
                <a:xfrm>
                  <a:off x="348400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AA6">
                    <a:alpha val="100000"/>
                  </a:srgbClr>
                </a:solidFill>
                <a:ln w="5420" cap="flat">
                  <a:solidFill>
                    <a:srgbClr val="388A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49" name="pg2849">
                  <a:extLst>
                    <a:ext uri="{FF2B5EF4-FFF2-40B4-BE49-F238E27FC236}">
                      <a16:creationId xmlns:a16="http://schemas.microsoft.com/office/drawing/2014/main" id="{4A348000-5915-971C-55E4-F01729315FB7}"/>
                    </a:ext>
                  </a:extLst>
                </p:cNvPr>
                <p:cNvSpPr/>
                <p:nvPr/>
              </p:nvSpPr>
              <p:spPr>
                <a:xfrm>
                  <a:off x="349564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CA7">
                    <a:alpha val="100000"/>
                  </a:srgbClr>
                </a:solidFill>
                <a:ln w="5420" cap="flat">
                  <a:solidFill>
                    <a:srgbClr val="378C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0" name="pg2850">
                  <a:extLst>
                    <a:ext uri="{FF2B5EF4-FFF2-40B4-BE49-F238E27FC236}">
                      <a16:creationId xmlns:a16="http://schemas.microsoft.com/office/drawing/2014/main" id="{C8738A72-419D-AA95-0757-2E8E866236E1}"/>
                    </a:ext>
                  </a:extLst>
                </p:cNvPr>
                <p:cNvSpPr/>
                <p:nvPr/>
              </p:nvSpPr>
              <p:spPr>
                <a:xfrm>
                  <a:off x="350728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1" name="pg2851">
                  <a:extLst>
                    <a:ext uri="{FF2B5EF4-FFF2-40B4-BE49-F238E27FC236}">
                      <a16:creationId xmlns:a16="http://schemas.microsoft.com/office/drawing/2014/main" id="{015F0CF1-1964-223C-175F-9F5BA9D864F3}"/>
                    </a:ext>
                  </a:extLst>
                </p:cNvPr>
                <p:cNvSpPr/>
                <p:nvPr/>
              </p:nvSpPr>
              <p:spPr>
                <a:xfrm>
                  <a:off x="351891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2" name="pg2852">
                  <a:extLst>
                    <a:ext uri="{FF2B5EF4-FFF2-40B4-BE49-F238E27FC236}">
                      <a16:creationId xmlns:a16="http://schemas.microsoft.com/office/drawing/2014/main" id="{2CA5FC25-2065-63B7-E972-B511C45EC5F7}"/>
                    </a:ext>
                  </a:extLst>
                </p:cNvPr>
                <p:cNvSpPr/>
                <p:nvPr/>
              </p:nvSpPr>
              <p:spPr>
                <a:xfrm>
                  <a:off x="353055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3" name="pg2853">
                  <a:extLst>
                    <a:ext uri="{FF2B5EF4-FFF2-40B4-BE49-F238E27FC236}">
                      <a16:creationId xmlns:a16="http://schemas.microsoft.com/office/drawing/2014/main" id="{1189F9F7-E2F8-4148-B3F6-C1809653BBA8}"/>
                    </a:ext>
                  </a:extLst>
                </p:cNvPr>
                <p:cNvSpPr/>
                <p:nvPr/>
              </p:nvSpPr>
              <p:spPr>
                <a:xfrm>
                  <a:off x="354219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4" name="pg2854">
                  <a:extLst>
                    <a:ext uri="{FF2B5EF4-FFF2-40B4-BE49-F238E27FC236}">
                      <a16:creationId xmlns:a16="http://schemas.microsoft.com/office/drawing/2014/main" id="{6F28515C-1268-470E-D7E8-25052C6163FF}"/>
                    </a:ext>
                  </a:extLst>
                </p:cNvPr>
                <p:cNvSpPr/>
                <p:nvPr/>
              </p:nvSpPr>
              <p:spPr>
                <a:xfrm>
                  <a:off x="355383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5" name="pg2855">
                  <a:extLst>
                    <a:ext uri="{FF2B5EF4-FFF2-40B4-BE49-F238E27FC236}">
                      <a16:creationId xmlns:a16="http://schemas.microsoft.com/office/drawing/2014/main" id="{0167D48D-38A1-1F38-8596-C299013A20DE}"/>
                    </a:ext>
                  </a:extLst>
                </p:cNvPr>
                <p:cNvSpPr/>
                <p:nvPr/>
              </p:nvSpPr>
              <p:spPr>
                <a:xfrm>
                  <a:off x="361201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6" name="pg2856">
                  <a:extLst>
                    <a:ext uri="{FF2B5EF4-FFF2-40B4-BE49-F238E27FC236}">
                      <a16:creationId xmlns:a16="http://schemas.microsoft.com/office/drawing/2014/main" id="{935D45D2-1D5C-A1DC-1867-0B069663A724}"/>
                    </a:ext>
                  </a:extLst>
                </p:cNvPr>
                <p:cNvSpPr/>
                <p:nvPr/>
              </p:nvSpPr>
              <p:spPr>
                <a:xfrm>
                  <a:off x="362365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7" name="pg2857">
                  <a:extLst>
                    <a:ext uri="{FF2B5EF4-FFF2-40B4-BE49-F238E27FC236}">
                      <a16:creationId xmlns:a16="http://schemas.microsoft.com/office/drawing/2014/main" id="{EE7E12A3-4ECB-54D7-6EAA-5CBC3B53BDD3}"/>
                    </a:ext>
                  </a:extLst>
                </p:cNvPr>
                <p:cNvSpPr/>
                <p:nvPr/>
              </p:nvSpPr>
              <p:spPr>
                <a:xfrm>
                  <a:off x="363529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8" name="pg2858">
                  <a:extLst>
                    <a:ext uri="{FF2B5EF4-FFF2-40B4-BE49-F238E27FC236}">
                      <a16:creationId xmlns:a16="http://schemas.microsoft.com/office/drawing/2014/main" id="{5E8C1C0C-7C05-0DBF-5B18-823CAC07D426}"/>
                    </a:ext>
                  </a:extLst>
                </p:cNvPr>
                <p:cNvSpPr/>
                <p:nvPr/>
              </p:nvSpPr>
              <p:spPr>
                <a:xfrm>
                  <a:off x="364692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59" name="pg2859">
                  <a:extLst>
                    <a:ext uri="{FF2B5EF4-FFF2-40B4-BE49-F238E27FC236}">
                      <a16:creationId xmlns:a16="http://schemas.microsoft.com/office/drawing/2014/main" id="{F4BE1B02-F2EF-9192-EB3E-4CF04B0DFD26}"/>
                    </a:ext>
                  </a:extLst>
                </p:cNvPr>
                <p:cNvSpPr/>
                <p:nvPr/>
              </p:nvSpPr>
              <p:spPr>
                <a:xfrm>
                  <a:off x="365856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0" name="pg2860">
                  <a:extLst>
                    <a:ext uri="{FF2B5EF4-FFF2-40B4-BE49-F238E27FC236}">
                      <a16:creationId xmlns:a16="http://schemas.microsoft.com/office/drawing/2014/main" id="{F67D1559-03B1-2B0D-8C11-EB4616B845F7}"/>
                    </a:ext>
                  </a:extLst>
                </p:cNvPr>
                <p:cNvSpPr/>
                <p:nvPr/>
              </p:nvSpPr>
              <p:spPr>
                <a:xfrm>
                  <a:off x="367020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1" name="pg2861">
                  <a:extLst>
                    <a:ext uri="{FF2B5EF4-FFF2-40B4-BE49-F238E27FC236}">
                      <a16:creationId xmlns:a16="http://schemas.microsoft.com/office/drawing/2014/main" id="{D9CCF5FA-DB49-66BB-62BD-9749B2B2A744}"/>
                    </a:ext>
                  </a:extLst>
                </p:cNvPr>
                <p:cNvSpPr/>
                <p:nvPr/>
              </p:nvSpPr>
              <p:spPr>
                <a:xfrm>
                  <a:off x="368184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2" name="pg2862">
                  <a:extLst>
                    <a:ext uri="{FF2B5EF4-FFF2-40B4-BE49-F238E27FC236}">
                      <a16:creationId xmlns:a16="http://schemas.microsoft.com/office/drawing/2014/main" id="{C044F356-BF2B-9037-037B-99FBB5084300}"/>
                    </a:ext>
                  </a:extLst>
                </p:cNvPr>
                <p:cNvSpPr/>
                <p:nvPr/>
              </p:nvSpPr>
              <p:spPr>
                <a:xfrm>
                  <a:off x="369347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3" name="pg2863">
                  <a:extLst>
                    <a:ext uri="{FF2B5EF4-FFF2-40B4-BE49-F238E27FC236}">
                      <a16:creationId xmlns:a16="http://schemas.microsoft.com/office/drawing/2014/main" id="{DC5D193E-7AFE-8620-1D6B-A12A5021E245}"/>
                    </a:ext>
                  </a:extLst>
                </p:cNvPr>
                <p:cNvSpPr/>
                <p:nvPr/>
              </p:nvSpPr>
              <p:spPr>
                <a:xfrm>
                  <a:off x="370511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4" name="pg2864">
                  <a:extLst>
                    <a:ext uri="{FF2B5EF4-FFF2-40B4-BE49-F238E27FC236}">
                      <a16:creationId xmlns:a16="http://schemas.microsoft.com/office/drawing/2014/main" id="{C58106A0-183A-CFDF-D283-3681C265D599}"/>
                    </a:ext>
                  </a:extLst>
                </p:cNvPr>
                <p:cNvSpPr/>
                <p:nvPr/>
              </p:nvSpPr>
              <p:spPr>
                <a:xfrm>
                  <a:off x="3716752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5" name="pg2865">
                  <a:extLst>
                    <a:ext uri="{FF2B5EF4-FFF2-40B4-BE49-F238E27FC236}">
                      <a16:creationId xmlns:a16="http://schemas.microsoft.com/office/drawing/2014/main" id="{6D46E1C0-3835-996F-8E97-47DB5CCA3667}"/>
                    </a:ext>
                  </a:extLst>
                </p:cNvPr>
                <p:cNvSpPr/>
                <p:nvPr/>
              </p:nvSpPr>
              <p:spPr>
                <a:xfrm>
                  <a:off x="372839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6" name="pg2866">
                  <a:extLst>
                    <a:ext uri="{FF2B5EF4-FFF2-40B4-BE49-F238E27FC236}">
                      <a16:creationId xmlns:a16="http://schemas.microsoft.com/office/drawing/2014/main" id="{9E812253-0A99-9ED8-8690-3524247413BF}"/>
                    </a:ext>
                  </a:extLst>
                </p:cNvPr>
                <p:cNvSpPr/>
                <p:nvPr/>
              </p:nvSpPr>
              <p:spPr>
                <a:xfrm>
                  <a:off x="374002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7" name="pg2867">
                  <a:extLst>
                    <a:ext uri="{FF2B5EF4-FFF2-40B4-BE49-F238E27FC236}">
                      <a16:creationId xmlns:a16="http://schemas.microsoft.com/office/drawing/2014/main" id="{0E109558-BADD-1720-C247-E1C54EEDEACE}"/>
                    </a:ext>
                  </a:extLst>
                </p:cNvPr>
                <p:cNvSpPr/>
                <p:nvPr/>
              </p:nvSpPr>
              <p:spPr>
                <a:xfrm>
                  <a:off x="375166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8" name="pg2868">
                  <a:extLst>
                    <a:ext uri="{FF2B5EF4-FFF2-40B4-BE49-F238E27FC236}">
                      <a16:creationId xmlns:a16="http://schemas.microsoft.com/office/drawing/2014/main" id="{4E066391-CD0B-413F-70C3-3E30278C9F56}"/>
                    </a:ext>
                  </a:extLst>
                </p:cNvPr>
                <p:cNvSpPr/>
                <p:nvPr/>
              </p:nvSpPr>
              <p:spPr>
                <a:xfrm>
                  <a:off x="3763302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69" name="pg2869">
                  <a:extLst>
                    <a:ext uri="{FF2B5EF4-FFF2-40B4-BE49-F238E27FC236}">
                      <a16:creationId xmlns:a16="http://schemas.microsoft.com/office/drawing/2014/main" id="{EBC7E24B-7D23-D5A2-EBD6-3796D02B2687}"/>
                    </a:ext>
                  </a:extLst>
                </p:cNvPr>
                <p:cNvSpPr/>
                <p:nvPr/>
              </p:nvSpPr>
              <p:spPr>
                <a:xfrm>
                  <a:off x="413569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0" name="pg2870">
                  <a:extLst>
                    <a:ext uri="{FF2B5EF4-FFF2-40B4-BE49-F238E27FC236}">
                      <a16:creationId xmlns:a16="http://schemas.microsoft.com/office/drawing/2014/main" id="{1D0A561E-8494-79B2-3A25-9F04FAA7D58F}"/>
                    </a:ext>
                  </a:extLst>
                </p:cNvPr>
                <p:cNvSpPr/>
                <p:nvPr/>
              </p:nvSpPr>
              <p:spPr>
                <a:xfrm>
                  <a:off x="414733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1" name="pg2871">
                  <a:extLst>
                    <a:ext uri="{FF2B5EF4-FFF2-40B4-BE49-F238E27FC236}">
                      <a16:creationId xmlns:a16="http://schemas.microsoft.com/office/drawing/2014/main" id="{5EE1C85D-6C9E-1B67-821D-92902C09FB7C}"/>
                    </a:ext>
                  </a:extLst>
                </p:cNvPr>
                <p:cNvSpPr/>
                <p:nvPr/>
              </p:nvSpPr>
              <p:spPr>
                <a:xfrm>
                  <a:off x="415897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C">
                    <a:alpha val="100000"/>
                  </a:srgbClr>
                </a:solidFill>
                <a:ln w="5420" cap="flat">
                  <a:solidFill>
                    <a:srgbClr val="8ADA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2" name="pg2872">
                  <a:extLst>
                    <a:ext uri="{FF2B5EF4-FFF2-40B4-BE49-F238E27FC236}">
                      <a16:creationId xmlns:a16="http://schemas.microsoft.com/office/drawing/2014/main" id="{594095A3-499F-61D0-76FE-5C644237125C}"/>
                    </a:ext>
                  </a:extLst>
                </p:cNvPr>
                <p:cNvSpPr/>
                <p:nvPr/>
              </p:nvSpPr>
              <p:spPr>
                <a:xfrm>
                  <a:off x="417060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3" name="pg2873">
                  <a:extLst>
                    <a:ext uri="{FF2B5EF4-FFF2-40B4-BE49-F238E27FC236}">
                      <a16:creationId xmlns:a16="http://schemas.microsoft.com/office/drawing/2014/main" id="{4960B775-17A2-A61F-2929-6827223E31AB}"/>
                    </a:ext>
                  </a:extLst>
                </p:cNvPr>
                <p:cNvSpPr/>
                <p:nvPr/>
              </p:nvSpPr>
              <p:spPr>
                <a:xfrm>
                  <a:off x="418224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4" name="pg2874">
                  <a:extLst>
                    <a:ext uri="{FF2B5EF4-FFF2-40B4-BE49-F238E27FC236}">
                      <a16:creationId xmlns:a16="http://schemas.microsoft.com/office/drawing/2014/main" id="{35A51377-ED01-C85A-DD27-0F09F6755C17}"/>
                    </a:ext>
                  </a:extLst>
                </p:cNvPr>
                <p:cNvSpPr/>
                <p:nvPr/>
              </p:nvSpPr>
              <p:spPr>
                <a:xfrm>
                  <a:off x="419388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ADABD">
                    <a:alpha val="100000"/>
                  </a:srgbClr>
                </a:solidFill>
                <a:ln w="5420" cap="flat">
                  <a:solidFill>
                    <a:srgbClr val="8A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5" name="pg2875">
                  <a:extLst>
                    <a:ext uri="{FF2B5EF4-FFF2-40B4-BE49-F238E27FC236}">
                      <a16:creationId xmlns:a16="http://schemas.microsoft.com/office/drawing/2014/main" id="{CBF650C2-0675-EE59-D042-BAC2129E763B}"/>
                    </a:ext>
                  </a:extLst>
                </p:cNvPr>
                <p:cNvSpPr/>
                <p:nvPr/>
              </p:nvSpPr>
              <p:spPr>
                <a:xfrm>
                  <a:off x="420552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ABD">
                    <a:alpha val="100000"/>
                  </a:srgbClr>
                </a:solidFill>
                <a:ln w="5420" cap="flat">
                  <a:solidFill>
                    <a:srgbClr val="8CDAB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6" name="pg2876">
                  <a:extLst>
                    <a:ext uri="{FF2B5EF4-FFF2-40B4-BE49-F238E27FC236}">
                      <a16:creationId xmlns:a16="http://schemas.microsoft.com/office/drawing/2014/main" id="{C7678519-DFEE-0493-F290-B8623CD1426D}"/>
                    </a:ext>
                  </a:extLst>
                </p:cNvPr>
                <p:cNvSpPr/>
                <p:nvPr/>
              </p:nvSpPr>
              <p:spPr>
                <a:xfrm>
                  <a:off x="421715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CDBBE">
                    <a:alpha val="100000"/>
                  </a:srgbClr>
                </a:solidFill>
                <a:ln w="5420" cap="flat">
                  <a:solidFill>
                    <a:srgbClr val="8CDBB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7" name="pg2877">
                  <a:extLst>
                    <a:ext uri="{FF2B5EF4-FFF2-40B4-BE49-F238E27FC236}">
                      <a16:creationId xmlns:a16="http://schemas.microsoft.com/office/drawing/2014/main" id="{232EB02C-F8DA-7831-2BE0-96B2F4E6B264}"/>
                    </a:ext>
                  </a:extLst>
                </p:cNvPr>
                <p:cNvSpPr/>
                <p:nvPr/>
              </p:nvSpPr>
              <p:spPr>
                <a:xfrm>
                  <a:off x="4333531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8" name="pg2878">
                  <a:extLst>
                    <a:ext uri="{FF2B5EF4-FFF2-40B4-BE49-F238E27FC236}">
                      <a16:creationId xmlns:a16="http://schemas.microsoft.com/office/drawing/2014/main" id="{7F41CAE1-F092-D48D-1F3F-2980A5D99864}"/>
                    </a:ext>
                  </a:extLst>
                </p:cNvPr>
                <p:cNvSpPr/>
                <p:nvPr/>
              </p:nvSpPr>
              <p:spPr>
                <a:xfrm>
                  <a:off x="434516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79" name="pg2879">
                  <a:extLst>
                    <a:ext uri="{FF2B5EF4-FFF2-40B4-BE49-F238E27FC236}">
                      <a16:creationId xmlns:a16="http://schemas.microsoft.com/office/drawing/2014/main" id="{3BF689F6-893F-2BDA-CE87-A6BA22E4EE32}"/>
                    </a:ext>
                  </a:extLst>
                </p:cNvPr>
                <p:cNvSpPr/>
                <p:nvPr/>
              </p:nvSpPr>
              <p:spPr>
                <a:xfrm>
                  <a:off x="4356806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0" name="pg2880">
                  <a:extLst>
                    <a:ext uri="{FF2B5EF4-FFF2-40B4-BE49-F238E27FC236}">
                      <a16:creationId xmlns:a16="http://schemas.microsoft.com/office/drawing/2014/main" id="{02B20326-E423-F680-1D2D-A841C97C7788}"/>
                    </a:ext>
                  </a:extLst>
                </p:cNvPr>
                <p:cNvSpPr/>
                <p:nvPr/>
              </p:nvSpPr>
              <p:spPr>
                <a:xfrm>
                  <a:off x="4368443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1" name="pg2881">
                  <a:extLst>
                    <a:ext uri="{FF2B5EF4-FFF2-40B4-BE49-F238E27FC236}">
                      <a16:creationId xmlns:a16="http://schemas.microsoft.com/office/drawing/2014/main" id="{A85E1684-D7D7-56A4-60D1-87F8E2D5C3E7}"/>
                    </a:ext>
                  </a:extLst>
                </p:cNvPr>
                <p:cNvSpPr/>
                <p:nvPr/>
              </p:nvSpPr>
              <p:spPr>
                <a:xfrm>
                  <a:off x="438008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2" name="pg2882">
                  <a:extLst>
                    <a:ext uri="{FF2B5EF4-FFF2-40B4-BE49-F238E27FC236}">
                      <a16:creationId xmlns:a16="http://schemas.microsoft.com/office/drawing/2014/main" id="{E339EA72-7223-BAFE-E494-EB61969CEA9B}"/>
                    </a:ext>
                  </a:extLst>
                </p:cNvPr>
                <p:cNvSpPr/>
                <p:nvPr/>
              </p:nvSpPr>
              <p:spPr>
                <a:xfrm>
                  <a:off x="4391718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3" name="pg2883">
                  <a:extLst>
                    <a:ext uri="{FF2B5EF4-FFF2-40B4-BE49-F238E27FC236}">
                      <a16:creationId xmlns:a16="http://schemas.microsoft.com/office/drawing/2014/main" id="{BB5A5685-BE41-B0CC-01A3-11930F380F50}"/>
                    </a:ext>
                  </a:extLst>
                </p:cNvPr>
                <p:cNvSpPr/>
                <p:nvPr/>
              </p:nvSpPr>
              <p:spPr>
                <a:xfrm>
                  <a:off x="440335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4" name="pg2884">
                  <a:extLst>
                    <a:ext uri="{FF2B5EF4-FFF2-40B4-BE49-F238E27FC236}">
                      <a16:creationId xmlns:a16="http://schemas.microsoft.com/office/drawing/2014/main" id="{E0CB91F3-597A-F1BC-E4E6-DCBC71BA3086}"/>
                    </a:ext>
                  </a:extLst>
                </p:cNvPr>
                <p:cNvSpPr/>
                <p:nvPr/>
              </p:nvSpPr>
              <p:spPr>
                <a:xfrm>
                  <a:off x="4577915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5" name="pg2885">
                  <a:extLst>
                    <a:ext uri="{FF2B5EF4-FFF2-40B4-BE49-F238E27FC236}">
                      <a16:creationId xmlns:a16="http://schemas.microsoft.com/office/drawing/2014/main" id="{2B9D6252-97F2-E1E0-762D-F46DE88A6D3A}"/>
                    </a:ext>
                  </a:extLst>
                </p:cNvPr>
                <p:cNvSpPr/>
                <p:nvPr/>
              </p:nvSpPr>
              <p:spPr>
                <a:xfrm>
                  <a:off x="4589552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6" name="pg2886">
                  <a:extLst>
                    <a:ext uri="{FF2B5EF4-FFF2-40B4-BE49-F238E27FC236}">
                      <a16:creationId xmlns:a16="http://schemas.microsoft.com/office/drawing/2014/main" id="{E313F3C2-5AEC-371E-86A4-ACDEBFDC96E4}"/>
                    </a:ext>
                  </a:extLst>
                </p:cNvPr>
                <p:cNvSpPr/>
                <p:nvPr/>
              </p:nvSpPr>
              <p:spPr>
                <a:xfrm>
                  <a:off x="4601190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7" name="pg2887">
                  <a:extLst>
                    <a:ext uri="{FF2B5EF4-FFF2-40B4-BE49-F238E27FC236}">
                      <a16:creationId xmlns:a16="http://schemas.microsoft.com/office/drawing/2014/main" id="{3A075A95-D8AA-26D0-9ADE-309A7D2AB1D7}"/>
                    </a:ext>
                  </a:extLst>
                </p:cNvPr>
                <p:cNvSpPr/>
                <p:nvPr/>
              </p:nvSpPr>
              <p:spPr>
                <a:xfrm>
                  <a:off x="4612827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8" name="pg2888">
                  <a:extLst>
                    <a:ext uri="{FF2B5EF4-FFF2-40B4-BE49-F238E27FC236}">
                      <a16:creationId xmlns:a16="http://schemas.microsoft.com/office/drawing/2014/main" id="{91C25DEF-FE40-193E-3144-3C5F77B0E772}"/>
                    </a:ext>
                  </a:extLst>
                </p:cNvPr>
                <p:cNvSpPr/>
                <p:nvPr/>
              </p:nvSpPr>
              <p:spPr>
                <a:xfrm>
                  <a:off x="4624464" y="480999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89" name="pg2889">
                  <a:extLst>
                    <a:ext uri="{FF2B5EF4-FFF2-40B4-BE49-F238E27FC236}">
                      <a16:creationId xmlns:a16="http://schemas.microsoft.com/office/drawing/2014/main" id="{B06F7458-404C-E1B1-47E6-AF217A9924F5}"/>
                    </a:ext>
                  </a:extLst>
                </p:cNvPr>
                <p:cNvSpPr/>
                <p:nvPr/>
              </p:nvSpPr>
              <p:spPr>
                <a:xfrm>
                  <a:off x="311161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0" name="pg2890">
                  <a:extLst>
                    <a:ext uri="{FF2B5EF4-FFF2-40B4-BE49-F238E27FC236}">
                      <a16:creationId xmlns:a16="http://schemas.microsoft.com/office/drawing/2014/main" id="{58C026C7-B89B-20DB-3145-5505377D0812}"/>
                    </a:ext>
                  </a:extLst>
                </p:cNvPr>
                <p:cNvSpPr/>
                <p:nvPr/>
              </p:nvSpPr>
              <p:spPr>
                <a:xfrm>
                  <a:off x="3123249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1" name="pg2891">
                  <a:extLst>
                    <a:ext uri="{FF2B5EF4-FFF2-40B4-BE49-F238E27FC236}">
                      <a16:creationId xmlns:a16="http://schemas.microsoft.com/office/drawing/2014/main" id="{A1FD9917-CB23-C6EC-E22E-CB55F6015C23}"/>
                    </a:ext>
                  </a:extLst>
                </p:cNvPr>
                <p:cNvSpPr/>
                <p:nvPr/>
              </p:nvSpPr>
              <p:spPr>
                <a:xfrm>
                  <a:off x="3134886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2" name="pg2892">
                  <a:extLst>
                    <a:ext uri="{FF2B5EF4-FFF2-40B4-BE49-F238E27FC236}">
                      <a16:creationId xmlns:a16="http://schemas.microsoft.com/office/drawing/2014/main" id="{7AF30725-DD93-10B2-3682-FD1E2486E3FC}"/>
                    </a:ext>
                  </a:extLst>
                </p:cNvPr>
                <p:cNvSpPr/>
                <p:nvPr/>
              </p:nvSpPr>
              <p:spPr>
                <a:xfrm>
                  <a:off x="314652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3" name="pg2893">
                  <a:extLst>
                    <a:ext uri="{FF2B5EF4-FFF2-40B4-BE49-F238E27FC236}">
                      <a16:creationId xmlns:a16="http://schemas.microsoft.com/office/drawing/2014/main" id="{915B0415-E6A3-BBF8-0FFF-D3D89E1555BE}"/>
                    </a:ext>
                  </a:extLst>
                </p:cNvPr>
                <p:cNvSpPr/>
                <p:nvPr/>
              </p:nvSpPr>
              <p:spPr>
                <a:xfrm>
                  <a:off x="315816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4" name="pg2894">
                  <a:extLst>
                    <a:ext uri="{FF2B5EF4-FFF2-40B4-BE49-F238E27FC236}">
                      <a16:creationId xmlns:a16="http://schemas.microsoft.com/office/drawing/2014/main" id="{049AA148-D16E-B220-A145-FDD1C05EE02B}"/>
                    </a:ext>
                  </a:extLst>
                </p:cNvPr>
                <p:cNvSpPr/>
                <p:nvPr/>
              </p:nvSpPr>
              <p:spPr>
                <a:xfrm>
                  <a:off x="316979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5" name="pg2895">
                  <a:extLst>
                    <a:ext uri="{FF2B5EF4-FFF2-40B4-BE49-F238E27FC236}">
                      <a16:creationId xmlns:a16="http://schemas.microsoft.com/office/drawing/2014/main" id="{D47F1878-A488-74AC-459E-41500B7591CF}"/>
                    </a:ext>
                  </a:extLst>
                </p:cNvPr>
                <p:cNvSpPr/>
                <p:nvPr/>
              </p:nvSpPr>
              <p:spPr>
                <a:xfrm>
                  <a:off x="318143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6" name="pg2896">
                  <a:extLst>
                    <a:ext uri="{FF2B5EF4-FFF2-40B4-BE49-F238E27FC236}">
                      <a16:creationId xmlns:a16="http://schemas.microsoft.com/office/drawing/2014/main" id="{CBA9023E-6962-D4E1-5769-8E021F50F0A1}"/>
                    </a:ext>
                  </a:extLst>
                </p:cNvPr>
                <p:cNvSpPr/>
                <p:nvPr/>
              </p:nvSpPr>
              <p:spPr>
                <a:xfrm>
                  <a:off x="319307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7" name="pg2897">
                  <a:extLst>
                    <a:ext uri="{FF2B5EF4-FFF2-40B4-BE49-F238E27FC236}">
                      <a16:creationId xmlns:a16="http://schemas.microsoft.com/office/drawing/2014/main" id="{F3FD6813-93FD-4BA6-C043-0494FDC01977}"/>
                    </a:ext>
                  </a:extLst>
                </p:cNvPr>
                <p:cNvSpPr/>
                <p:nvPr/>
              </p:nvSpPr>
              <p:spPr>
                <a:xfrm>
                  <a:off x="320471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8" name="pg2898">
                  <a:extLst>
                    <a:ext uri="{FF2B5EF4-FFF2-40B4-BE49-F238E27FC236}">
                      <a16:creationId xmlns:a16="http://schemas.microsoft.com/office/drawing/2014/main" id="{BFA0ED7C-C4F5-44F6-A9C3-5C5357A65952}"/>
                    </a:ext>
                  </a:extLst>
                </p:cNvPr>
                <p:cNvSpPr/>
                <p:nvPr/>
              </p:nvSpPr>
              <p:spPr>
                <a:xfrm>
                  <a:off x="321634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899" name="pg2899">
                  <a:extLst>
                    <a:ext uri="{FF2B5EF4-FFF2-40B4-BE49-F238E27FC236}">
                      <a16:creationId xmlns:a16="http://schemas.microsoft.com/office/drawing/2014/main" id="{1BB47265-CB77-D2C0-EA74-C9A7820052CF}"/>
                    </a:ext>
                  </a:extLst>
                </p:cNvPr>
                <p:cNvSpPr/>
                <p:nvPr/>
              </p:nvSpPr>
              <p:spPr>
                <a:xfrm>
                  <a:off x="322798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0" name="pg2900">
                  <a:extLst>
                    <a:ext uri="{FF2B5EF4-FFF2-40B4-BE49-F238E27FC236}">
                      <a16:creationId xmlns:a16="http://schemas.microsoft.com/office/drawing/2014/main" id="{DE73860F-4D0C-65AD-B265-6945FD65807D}"/>
                    </a:ext>
                  </a:extLst>
                </p:cNvPr>
                <p:cNvSpPr/>
                <p:nvPr/>
              </p:nvSpPr>
              <p:spPr>
                <a:xfrm>
                  <a:off x="323962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1" name="pg2901">
                  <a:extLst>
                    <a:ext uri="{FF2B5EF4-FFF2-40B4-BE49-F238E27FC236}">
                      <a16:creationId xmlns:a16="http://schemas.microsoft.com/office/drawing/2014/main" id="{57E5DC43-C0CB-8AA8-DD57-B8505DA4F355}"/>
                    </a:ext>
                  </a:extLst>
                </p:cNvPr>
                <p:cNvSpPr/>
                <p:nvPr/>
              </p:nvSpPr>
              <p:spPr>
                <a:xfrm>
                  <a:off x="335599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2" name="pg2902">
                  <a:extLst>
                    <a:ext uri="{FF2B5EF4-FFF2-40B4-BE49-F238E27FC236}">
                      <a16:creationId xmlns:a16="http://schemas.microsoft.com/office/drawing/2014/main" id="{60B3FF57-A628-A2B1-01AD-C2BECB7412CE}"/>
                    </a:ext>
                  </a:extLst>
                </p:cNvPr>
                <p:cNvSpPr/>
                <p:nvPr/>
              </p:nvSpPr>
              <p:spPr>
                <a:xfrm>
                  <a:off x="336763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6BEAB">
                    <a:alpha val="100000"/>
                  </a:srgbClr>
                </a:solidFill>
                <a:ln w="5420" cap="flat">
                  <a:solidFill>
                    <a:srgbClr val="56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3" name="pg2903">
                  <a:extLst>
                    <a:ext uri="{FF2B5EF4-FFF2-40B4-BE49-F238E27FC236}">
                      <a16:creationId xmlns:a16="http://schemas.microsoft.com/office/drawing/2014/main" id="{AD8A192D-24E9-E6BA-CDD4-DF63F9092132}"/>
                    </a:ext>
                  </a:extLst>
                </p:cNvPr>
                <p:cNvSpPr/>
                <p:nvPr/>
              </p:nvSpPr>
              <p:spPr>
                <a:xfrm>
                  <a:off x="337927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4" name="pg2904">
                  <a:extLst>
                    <a:ext uri="{FF2B5EF4-FFF2-40B4-BE49-F238E27FC236}">
                      <a16:creationId xmlns:a16="http://schemas.microsoft.com/office/drawing/2014/main" id="{939F632C-863A-D36B-7CD4-767C95F63EAC}"/>
                    </a:ext>
                  </a:extLst>
                </p:cNvPr>
                <p:cNvSpPr/>
                <p:nvPr/>
              </p:nvSpPr>
              <p:spPr>
                <a:xfrm>
                  <a:off x="339090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5" name="pg2905">
                  <a:extLst>
                    <a:ext uri="{FF2B5EF4-FFF2-40B4-BE49-F238E27FC236}">
                      <a16:creationId xmlns:a16="http://schemas.microsoft.com/office/drawing/2014/main" id="{4262C236-5836-1B02-FEF9-75CB743E222C}"/>
                    </a:ext>
                  </a:extLst>
                </p:cNvPr>
                <p:cNvSpPr/>
                <p:nvPr/>
              </p:nvSpPr>
              <p:spPr>
                <a:xfrm>
                  <a:off x="340254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6" name="pg2906">
                  <a:extLst>
                    <a:ext uri="{FF2B5EF4-FFF2-40B4-BE49-F238E27FC236}">
                      <a16:creationId xmlns:a16="http://schemas.microsoft.com/office/drawing/2014/main" id="{A9C50C3F-684F-3FF5-42D2-6956853D7048}"/>
                    </a:ext>
                  </a:extLst>
                </p:cNvPr>
                <p:cNvSpPr/>
                <p:nvPr/>
              </p:nvSpPr>
              <p:spPr>
                <a:xfrm>
                  <a:off x="341418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7" name="pg2907">
                  <a:extLst>
                    <a:ext uri="{FF2B5EF4-FFF2-40B4-BE49-F238E27FC236}">
                      <a16:creationId xmlns:a16="http://schemas.microsoft.com/office/drawing/2014/main" id="{D5B52E7A-1BF8-F8F9-0FD5-2C0D566E6F24}"/>
                    </a:ext>
                  </a:extLst>
                </p:cNvPr>
                <p:cNvSpPr/>
                <p:nvPr/>
              </p:nvSpPr>
              <p:spPr>
                <a:xfrm>
                  <a:off x="3425819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8" name="pg2908">
                  <a:extLst>
                    <a:ext uri="{FF2B5EF4-FFF2-40B4-BE49-F238E27FC236}">
                      <a16:creationId xmlns:a16="http://schemas.microsoft.com/office/drawing/2014/main" id="{00669ED0-BEFF-8872-F384-E1E8D51BD654}"/>
                    </a:ext>
                  </a:extLst>
                </p:cNvPr>
                <p:cNvSpPr/>
                <p:nvPr/>
              </p:nvSpPr>
              <p:spPr>
                <a:xfrm>
                  <a:off x="343745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09" name="pg2909">
                  <a:extLst>
                    <a:ext uri="{FF2B5EF4-FFF2-40B4-BE49-F238E27FC236}">
                      <a16:creationId xmlns:a16="http://schemas.microsoft.com/office/drawing/2014/main" id="{BE41FBA2-5E55-067C-8097-CBB91FB51B33}"/>
                    </a:ext>
                  </a:extLst>
                </p:cNvPr>
                <p:cNvSpPr/>
                <p:nvPr/>
              </p:nvSpPr>
              <p:spPr>
                <a:xfrm>
                  <a:off x="3449094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5A9">
                    <a:alpha val="100000"/>
                  </a:srgbClr>
                </a:solidFill>
                <a:ln w="5420" cap="flat">
                  <a:solidFill>
                    <a:srgbClr val="3595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0" name="pg2910">
                  <a:extLst>
                    <a:ext uri="{FF2B5EF4-FFF2-40B4-BE49-F238E27FC236}">
                      <a16:creationId xmlns:a16="http://schemas.microsoft.com/office/drawing/2014/main" id="{2BCF4A6D-77E6-0081-87AA-301F96C41405}"/>
                    </a:ext>
                  </a:extLst>
                </p:cNvPr>
                <p:cNvSpPr/>
                <p:nvPr/>
              </p:nvSpPr>
              <p:spPr>
                <a:xfrm>
                  <a:off x="346073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DA7">
                    <a:alpha val="100000"/>
                  </a:srgbClr>
                </a:solidFill>
                <a:ln w="5420" cap="flat">
                  <a:solidFill>
                    <a:srgbClr val="378D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1" name="pg2911">
                  <a:extLst>
                    <a:ext uri="{FF2B5EF4-FFF2-40B4-BE49-F238E27FC236}">
                      <a16:creationId xmlns:a16="http://schemas.microsoft.com/office/drawing/2014/main" id="{941FE620-2259-0526-2D5D-42BAFB84EE38}"/>
                    </a:ext>
                  </a:extLst>
                </p:cNvPr>
                <p:cNvSpPr/>
                <p:nvPr/>
              </p:nvSpPr>
              <p:spPr>
                <a:xfrm>
                  <a:off x="3484006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9A6">
                    <a:alpha val="100000"/>
                  </a:srgbClr>
                </a:solidFill>
                <a:ln w="5420" cap="flat">
                  <a:solidFill>
                    <a:srgbClr val="3889A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2" name="pg2912">
                  <a:extLst>
                    <a:ext uri="{FF2B5EF4-FFF2-40B4-BE49-F238E27FC236}">
                      <a16:creationId xmlns:a16="http://schemas.microsoft.com/office/drawing/2014/main" id="{5E7C1063-9066-C4FF-C771-0510A348B4F2}"/>
                    </a:ext>
                  </a:extLst>
                </p:cNvPr>
                <p:cNvSpPr/>
                <p:nvPr/>
              </p:nvSpPr>
              <p:spPr>
                <a:xfrm>
                  <a:off x="349564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8BA7">
                    <a:alpha val="100000"/>
                  </a:srgbClr>
                </a:solidFill>
                <a:ln w="5420" cap="flat">
                  <a:solidFill>
                    <a:srgbClr val="388B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3" name="pg2913">
                  <a:extLst>
                    <a:ext uri="{FF2B5EF4-FFF2-40B4-BE49-F238E27FC236}">
                      <a16:creationId xmlns:a16="http://schemas.microsoft.com/office/drawing/2014/main" id="{24A35857-D13E-4747-603F-66CB9079409A}"/>
                    </a:ext>
                  </a:extLst>
                </p:cNvPr>
                <p:cNvSpPr/>
                <p:nvPr/>
              </p:nvSpPr>
              <p:spPr>
                <a:xfrm>
                  <a:off x="350728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691A8">
                    <a:alpha val="100000"/>
                  </a:srgbClr>
                </a:solidFill>
                <a:ln w="5420" cap="flat">
                  <a:solidFill>
                    <a:srgbClr val="3691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4" name="pg2914">
                  <a:extLst>
                    <a:ext uri="{FF2B5EF4-FFF2-40B4-BE49-F238E27FC236}">
                      <a16:creationId xmlns:a16="http://schemas.microsoft.com/office/drawing/2014/main" id="{6B9D61BB-5D3C-33E3-AB0A-989EA98605B1}"/>
                    </a:ext>
                  </a:extLst>
                </p:cNvPr>
                <p:cNvSpPr/>
                <p:nvPr/>
              </p:nvSpPr>
              <p:spPr>
                <a:xfrm>
                  <a:off x="351891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8A9">
                    <a:alpha val="100000"/>
                  </a:srgbClr>
                </a:solidFill>
                <a:ln w="5420" cap="flat">
                  <a:solidFill>
                    <a:srgbClr val="3598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5" name="pg2915">
                  <a:extLst>
                    <a:ext uri="{FF2B5EF4-FFF2-40B4-BE49-F238E27FC236}">
                      <a16:creationId xmlns:a16="http://schemas.microsoft.com/office/drawing/2014/main" id="{3289C4BE-F52E-9FED-ACBC-87E1F1630047}"/>
                    </a:ext>
                  </a:extLst>
                </p:cNvPr>
                <p:cNvSpPr/>
                <p:nvPr/>
              </p:nvSpPr>
              <p:spPr>
                <a:xfrm>
                  <a:off x="353055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6" name="pg2916">
                  <a:extLst>
                    <a:ext uri="{FF2B5EF4-FFF2-40B4-BE49-F238E27FC236}">
                      <a16:creationId xmlns:a16="http://schemas.microsoft.com/office/drawing/2014/main" id="{06BBF2EE-5398-F942-883F-3B924F66E7D3}"/>
                    </a:ext>
                  </a:extLst>
                </p:cNvPr>
                <p:cNvSpPr/>
                <p:nvPr/>
              </p:nvSpPr>
              <p:spPr>
                <a:xfrm>
                  <a:off x="354219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7" name="pg2917">
                  <a:extLst>
                    <a:ext uri="{FF2B5EF4-FFF2-40B4-BE49-F238E27FC236}">
                      <a16:creationId xmlns:a16="http://schemas.microsoft.com/office/drawing/2014/main" id="{A8B5DA59-8737-4F80-82CC-4F3D3C35849B}"/>
                    </a:ext>
                  </a:extLst>
                </p:cNvPr>
                <p:cNvSpPr/>
                <p:nvPr/>
              </p:nvSpPr>
              <p:spPr>
                <a:xfrm>
                  <a:off x="355383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8" name="pg2918">
                  <a:extLst>
                    <a:ext uri="{FF2B5EF4-FFF2-40B4-BE49-F238E27FC236}">
                      <a16:creationId xmlns:a16="http://schemas.microsoft.com/office/drawing/2014/main" id="{AC9F12EB-BB78-A3DD-627F-2787521BEDD5}"/>
                    </a:ext>
                  </a:extLst>
                </p:cNvPr>
                <p:cNvSpPr/>
                <p:nvPr/>
              </p:nvSpPr>
              <p:spPr>
                <a:xfrm>
                  <a:off x="356546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19" name="pg2919">
                  <a:extLst>
                    <a:ext uri="{FF2B5EF4-FFF2-40B4-BE49-F238E27FC236}">
                      <a16:creationId xmlns:a16="http://schemas.microsoft.com/office/drawing/2014/main" id="{68F36DB2-96C2-3F1A-AF27-78898F69198C}"/>
                    </a:ext>
                  </a:extLst>
                </p:cNvPr>
                <p:cNvSpPr/>
                <p:nvPr/>
              </p:nvSpPr>
              <p:spPr>
                <a:xfrm>
                  <a:off x="358874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0" name="pg2920">
                  <a:extLst>
                    <a:ext uri="{FF2B5EF4-FFF2-40B4-BE49-F238E27FC236}">
                      <a16:creationId xmlns:a16="http://schemas.microsoft.com/office/drawing/2014/main" id="{28149A95-4666-1FD1-1ED3-2A959E65881C}"/>
                    </a:ext>
                  </a:extLst>
                </p:cNvPr>
                <p:cNvSpPr/>
                <p:nvPr/>
              </p:nvSpPr>
              <p:spPr>
                <a:xfrm>
                  <a:off x="3600379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1" name="pg2921">
                  <a:extLst>
                    <a:ext uri="{FF2B5EF4-FFF2-40B4-BE49-F238E27FC236}">
                      <a16:creationId xmlns:a16="http://schemas.microsoft.com/office/drawing/2014/main" id="{292D8452-EA4A-04D0-EE21-BFFF56271106}"/>
                    </a:ext>
                  </a:extLst>
                </p:cNvPr>
                <p:cNvSpPr/>
                <p:nvPr/>
              </p:nvSpPr>
              <p:spPr>
                <a:xfrm>
                  <a:off x="3612016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2" name="pg2922">
                  <a:extLst>
                    <a:ext uri="{FF2B5EF4-FFF2-40B4-BE49-F238E27FC236}">
                      <a16:creationId xmlns:a16="http://schemas.microsoft.com/office/drawing/2014/main" id="{B6133314-13AB-A344-F507-C17E4FDA8704}"/>
                    </a:ext>
                  </a:extLst>
                </p:cNvPr>
                <p:cNvSpPr/>
                <p:nvPr/>
              </p:nvSpPr>
              <p:spPr>
                <a:xfrm>
                  <a:off x="3623654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3" name="pg2923">
                  <a:extLst>
                    <a:ext uri="{FF2B5EF4-FFF2-40B4-BE49-F238E27FC236}">
                      <a16:creationId xmlns:a16="http://schemas.microsoft.com/office/drawing/2014/main" id="{4D5F3876-3590-7FF5-BDD8-455700E844E4}"/>
                    </a:ext>
                  </a:extLst>
                </p:cNvPr>
                <p:cNvSpPr/>
                <p:nvPr/>
              </p:nvSpPr>
              <p:spPr>
                <a:xfrm>
                  <a:off x="363529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4" name="pg2924">
                  <a:extLst>
                    <a:ext uri="{FF2B5EF4-FFF2-40B4-BE49-F238E27FC236}">
                      <a16:creationId xmlns:a16="http://schemas.microsoft.com/office/drawing/2014/main" id="{F09D0591-099B-58EB-EBC8-4874B84E8CFE}"/>
                    </a:ext>
                  </a:extLst>
                </p:cNvPr>
                <p:cNvSpPr/>
                <p:nvPr/>
              </p:nvSpPr>
              <p:spPr>
                <a:xfrm>
                  <a:off x="364692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5" name="pg2925">
                  <a:extLst>
                    <a:ext uri="{FF2B5EF4-FFF2-40B4-BE49-F238E27FC236}">
                      <a16:creationId xmlns:a16="http://schemas.microsoft.com/office/drawing/2014/main" id="{51734763-A90E-5E09-D399-96FCBE8A6E57}"/>
                    </a:ext>
                  </a:extLst>
                </p:cNvPr>
                <p:cNvSpPr/>
                <p:nvPr/>
              </p:nvSpPr>
              <p:spPr>
                <a:xfrm>
                  <a:off x="3658566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6" name="pg2926">
                  <a:extLst>
                    <a:ext uri="{FF2B5EF4-FFF2-40B4-BE49-F238E27FC236}">
                      <a16:creationId xmlns:a16="http://schemas.microsoft.com/office/drawing/2014/main" id="{CCF5EA49-9848-F296-030C-9D3F5D8FCCF4}"/>
                    </a:ext>
                  </a:extLst>
                </p:cNvPr>
                <p:cNvSpPr/>
                <p:nvPr/>
              </p:nvSpPr>
              <p:spPr>
                <a:xfrm>
                  <a:off x="367020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7" name="pg2927">
                  <a:extLst>
                    <a:ext uri="{FF2B5EF4-FFF2-40B4-BE49-F238E27FC236}">
                      <a16:creationId xmlns:a16="http://schemas.microsoft.com/office/drawing/2014/main" id="{E335954A-8158-EFF2-EE55-A8D7CE3D41DE}"/>
                    </a:ext>
                  </a:extLst>
                </p:cNvPr>
                <p:cNvSpPr/>
                <p:nvPr/>
              </p:nvSpPr>
              <p:spPr>
                <a:xfrm>
                  <a:off x="368184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8" name="pg2928">
                  <a:extLst>
                    <a:ext uri="{FF2B5EF4-FFF2-40B4-BE49-F238E27FC236}">
                      <a16:creationId xmlns:a16="http://schemas.microsoft.com/office/drawing/2014/main" id="{21837309-9513-8E3B-AD7D-0CF302D8AA90}"/>
                    </a:ext>
                  </a:extLst>
                </p:cNvPr>
                <p:cNvSpPr/>
                <p:nvPr/>
              </p:nvSpPr>
              <p:spPr>
                <a:xfrm>
                  <a:off x="369347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29" name="pg2929">
                  <a:extLst>
                    <a:ext uri="{FF2B5EF4-FFF2-40B4-BE49-F238E27FC236}">
                      <a16:creationId xmlns:a16="http://schemas.microsoft.com/office/drawing/2014/main" id="{83A8B6DF-569F-B50F-7A5A-3A7B41B0C6FB}"/>
                    </a:ext>
                  </a:extLst>
                </p:cNvPr>
                <p:cNvSpPr/>
                <p:nvPr/>
              </p:nvSpPr>
              <p:spPr>
                <a:xfrm>
                  <a:off x="370511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0" name="pg2930">
                  <a:extLst>
                    <a:ext uri="{FF2B5EF4-FFF2-40B4-BE49-F238E27FC236}">
                      <a16:creationId xmlns:a16="http://schemas.microsoft.com/office/drawing/2014/main" id="{9658CB88-0C36-E1A0-3D06-4012E9A9FA82}"/>
                    </a:ext>
                  </a:extLst>
                </p:cNvPr>
                <p:cNvSpPr/>
                <p:nvPr/>
              </p:nvSpPr>
              <p:spPr>
                <a:xfrm>
                  <a:off x="371675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1" name="pg2931">
                  <a:extLst>
                    <a:ext uri="{FF2B5EF4-FFF2-40B4-BE49-F238E27FC236}">
                      <a16:creationId xmlns:a16="http://schemas.microsoft.com/office/drawing/2014/main" id="{D1C1D820-8D06-98E1-A8F2-7C0CCC0FE1BA}"/>
                    </a:ext>
                  </a:extLst>
                </p:cNvPr>
                <p:cNvSpPr/>
                <p:nvPr/>
              </p:nvSpPr>
              <p:spPr>
                <a:xfrm>
                  <a:off x="372839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2" name="pg2932">
                  <a:extLst>
                    <a:ext uri="{FF2B5EF4-FFF2-40B4-BE49-F238E27FC236}">
                      <a16:creationId xmlns:a16="http://schemas.microsoft.com/office/drawing/2014/main" id="{85B0673F-34D0-0C43-3890-A11637A33937}"/>
                    </a:ext>
                  </a:extLst>
                </p:cNvPr>
                <p:cNvSpPr/>
                <p:nvPr/>
              </p:nvSpPr>
              <p:spPr>
                <a:xfrm>
                  <a:off x="374002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3" name="pg2933">
                  <a:extLst>
                    <a:ext uri="{FF2B5EF4-FFF2-40B4-BE49-F238E27FC236}">
                      <a16:creationId xmlns:a16="http://schemas.microsoft.com/office/drawing/2014/main" id="{BB655936-955E-5809-8424-21C04A7A091C}"/>
                    </a:ext>
                  </a:extLst>
                </p:cNvPr>
                <p:cNvSpPr/>
                <p:nvPr/>
              </p:nvSpPr>
              <p:spPr>
                <a:xfrm>
                  <a:off x="3751664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4" name="pg2934">
                  <a:extLst>
                    <a:ext uri="{FF2B5EF4-FFF2-40B4-BE49-F238E27FC236}">
                      <a16:creationId xmlns:a16="http://schemas.microsoft.com/office/drawing/2014/main" id="{BDA97471-110F-37C2-A21B-7DA16048B673}"/>
                    </a:ext>
                  </a:extLst>
                </p:cNvPr>
                <p:cNvSpPr/>
                <p:nvPr/>
              </p:nvSpPr>
              <p:spPr>
                <a:xfrm>
                  <a:off x="376330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5" name="pg2935">
                  <a:extLst>
                    <a:ext uri="{FF2B5EF4-FFF2-40B4-BE49-F238E27FC236}">
                      <a16:creationId xmlns:a16="http://schemas.microsoft.com/office/drawing/2014/main" id="{D87838F0-FC1D-0519-CBA6-10DA2D8F628E}"/>
                    </a:ext>
                  </a:extLst>
                </p:cNvPr>
                <p:cNvSpPr/>
                <p:nvPr/>
              </p:nvSpPr>
              <p:spPr>
                <a:xfrm>
                  <a:off x="3774939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6" name="pg2936">
                  <a:extLst>
                    <a:ext uri="{FF2B5EF4-FFF2-40B4-BE49-F238E27FC236}">
                      <a16:creationId xmlns:a16="http://schemas.microsoft.com/office/drawing/2014/main" id="{9EDDFD8F-089C-E506-B298-B895E08841C0}"/>
                    </a:ext>
                  </a:extLst>
                </p:cNvPr>
                <p:cNvSpPr/>
                <p:nvPr/>
              </p:nvSpPr>
              <p:spPr>
                <a:xfrm>
                  <a:off x="4158971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7" name="pg2937">
                  <a:extLst>
                    <a:ext uri="{FF2B5EF4-FFF2-40B4-BE49-F238E27FC236}">
                      <a16:creationId xmlns:a16="http://schemas.microsoft.com/office/drawing/2014/main" id="{E395F2D6-9A1E-B35D-6F37-2FD4017585F6}"/>
                    </a:ext>
                  </a:extLst>
                </p:cNvPr>
                <p:cNvSpPr/>
                <p:nvPr/>
              </p:nvSpPr>
              <p:spPr>
                <a:xfrm>
                  <a:off x="434516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8" name="pg2938">
                  <a:extLst>
                    <a:ext uri="{FF2B5EF4-FFF2-40B4-BE49-F238E27FC236}">
                      <a16:creationId xmlns:a16="http://schemas.microsoft.com/office/drawing/2014/main" id="{4CFB2C6E-B30B-0BFB-9CC2-20EF89A82CDF}"/>
                    </a:ext>
                  </a:extLst>
                </p:cNvPr>
                <p:cNvSpPr/>
                <p:nvPr/>
              </p:nvSpPr>
              <p:spPr>
                <a:xfrm>
                  <a:off x="4356806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39" name="pg2939">
                  <a:extLst>
                    <a:ext uri="{FF2B5EF4-FFF2-40B4-BE49-F238E27FC236}">
                      <a16:creationId xmlns:a16="http://schemas.microsoft.com/office/drawing/2014/main" id="{CA283D05-41FA-06E9-1444-A1DFB14A1664}"/>
                    </a:ext>
                  </a:extLst>
                </p:cNvPr>
                <p:cNvSpPr/>
                <p:nvPr/>
              </p:nvSpPr>
              <p:spPr>
                <a:xfrm>
                  <a:off x="4368443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0" name="pg2940">
                  <a:extLst>
                    <a:ext uri="{FF2B5EF4-FFF2-40B4-BE49-F238E27FC236}">
                      <a16:creationId xmlns:a16="http://schemas.microsoft.com/office/drawing/2014/main" id="{6187D380-38FC-F3C1-FE58-AE9706D2CD4F}"/>
                    </a:ext>
                  </a:extLst>
                </p:cNvPr>
                <p:cNvSpPr/>
                <p:nvPr/>
              </p:nvSpPr>
              <p:spPr>
                <a:xfrm>
                  <a:off x="438008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1" name="pg2941">
                  <a:extLst>
                    <a:ext uri="{FF2B5EF4-FFF2-40B4-BE49-F238E27FC236}">
                      <a16:creationId xmlns:a16="http://schemas.microsoft.com/office/drawing/2014/main" id="{50A7FB23-F1DE-A702-BADC-DF8BE52BB7E5}"/>
                    </a:ext>
                  </a:extLst>
                </p:cNvPr>
                <p:cNvSpPr/>
                <p:nvPr/>
              </p:nvSpPr>
              <p:spPr>
                <a:xfrm>
                  <a:off x="4391718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2" name="pg2942">
                  <a:extLst>
                    <a:ext uri="{FF2B5EF4-FFF2-40B4-BE49-F238E27FC236}">
                      <a16:creationId xmlns:a16="http://schemas.microsoft.com/office/drawing/2014/main" id="{B9B1B911-3874-21ED-6B3A-A29ADA99CF91}"/>
                    </a:ext>
                  </a:extLst>
                </p:cNvPr>
                <p:cNvSpPr/>
                <p:nvPr/>
              </p:nvSpPr>
              <p:spPr>
                <a:xfrm>
                  <a:off x="440335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3" name="pg2943">
                  <a:extLst>
                    <a:ext uri="{FF2B5EF4-FFF2-40B4-BE49-F238E27FC236}">
                      <a16:creationId xmlns:a16="http://schemas.microsoft.com/office/drawing/2014/main" id="{18CECC0F-1FE8-02FB-BCC9-EC9CE69C5039}"/>
                    </a:ext>
                  </a:extLst>
                </p:cNvPr>
                <p:cNvSpPr/>
                <p:nvPr/>
              </p:nvSpPr>
              <p:spPr>
                <a:xfrm>
                  <a:off x="441499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4" name="pg2944">
                  <a:extLst>
                    <a:ext uri="{FF2B5EF4-FFF2-40B4-BE49-F238E27FC236}">
                      <a16:creationId xmlns:a16="http://schemas.microsoft.com/office/drawing/2014/main" id="{EF145A87-1F4D-830B-E78E-35AE9E503EA3}"/>
                    </a:ext>
                  </a:extLst>
                </p:cNvPr>
                <p:cNvSpPr/>
                <p:nvPr/>
              </p:nvSpPr>
              <p:spPr>
                <a:xfrm>
                  <a:off x="4577915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5" name="pg2945">
                  <a:extLst>
                    <a:ext uri="{FF2B5EF4-FFF2-40B4-BE49-F238E27FC236}">
                      <a16:creationId xmlns:a16="http://schemas.microsoft.com/office/drawing/2014/main" id="{7EAB9B9F-E3B5-1933-35CF-686806C61F53}"/>
                    </a:ext>
                  </a:extLst>
                </p:cNvPr>
                <p:cNvSpPr/>
                <p:nvPr/>
              </p:nvSpPr>
              <p:spPr>
                <a:xfrm>
                  <a:off x="4589552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6" name="pg2946">
                  <a:extLst>
                    <a:ext uri="{FF2B5EF4-FFF2-40B4-BE49-F238E27FC236}">
                      <a16:creationId xmlns:a16="http://schemas.microsoft.com/office/drawing/2014/main" id="{2501EA69-44AB-C7E8-EEC8-02A1FA1A1EE4}"/>
                    </a:ext>
                  </a:extLst>
                </p:cNvPr>
                <p:cNvSpPr/>
                <p:nvPr/>
              </p:nvSpPr>
              <p:spPr>
                <a:xfrm>
                  <a:off x="4601190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AA9">
                    <a:alpha val="100000"/>
                  </a:srgbClr>
                </a:solidFill>
                <a:ln w="5420" cap="flat">
                  <a:solidFill>
                    <a:srgbClr val="38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7" name="pg2947">
                  <a:extLst>
                    <a:ext uri="{FF2B5EF4-FFF2-40B4-BE49-F238E27FC236}">
                      <a16:creationId xmlns:a16="http://schemas.microsoft.com/office/drawing/2014/main" id="{80C7D56A-C4C7-1166-610C-0537FC65A93F}"/>
                    </a:ext>
                  </a:extLst>
                </p:cNvPr>
                <p:cNvSpPr/>
                <p:nvPr/>
              </p:nvSpPr>
              <p:spPr>
                <a:xfrm>
                  <a:off x="4612827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8" name="pg2948">
                  <a:extLst>
                    <a:ext uri="{FF2B5EF4-FFF2-40B4-BE49-F238E27FC236}">
                      <a16:creationId xmlns:a16="http://schemas.microsoft.com/office/drawing/2014/main" id="{F7A790BE-83A7-41C3-81E8-8EDDB59BF282}"/>
                    </a:ext>
                  </a:extLst>
                </p:cNvPr>
                <p:cNvSpPr/>
                <p:nvPr/>
              </p:nvSpPr>
              <p:spPr>
                <a:xfrm>
                  <a:off x="4624464" y="48243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AA9">
                    <a:alpha val="100000"/>
                  </a:srgbClr>
                </a:solidFill>
                <a:ln w="5420" cap="flat">
                  <a:solidFill>
                    <a:srgbClr val="379A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49" name="pg2949">
                  <a:extLst>
                    <a:ext uri="{FF2B5EF4-FFF2-40B4-BE49-F238E27FC236}">
                      <a16:creationId xmlns:a16="http://schemas.microsoft.com/office/drawing/2014/main" id="{07E1FBB2-A74B-68C2-0F9A-51498E4B06EE}"/>
                    </a:ext>
                  </a:extLst>
                </p:cNvPr>
                <p:cNvSpPr/>
                <p:nvPr/>
              </p:nvSpPr>
              <p:spPr>
                <a:xfrm>
                  <a:off x="3099974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0" name="pg2950">
                  <a:extLst>
                    <a:ext uri="{FF2B5EF4-FFF2-40B4-BE49-F238E27FC236}">
                      <a16:creationId xmlns:a16="http://schemas.microsoft.com/office/drawing/2014/main" id="{04CB0D64-E82C-FCB5-832F-0D255D8F46EF}"/>
                    </a:ext>
                  </a:extLst>
                </p:cNvPr>
                <p:cNvSpPr/>
                <p:nvPr/>
              </p:nvSpPr>
              <p:spPr>
                <a:xfrm>
                  <a:off x="3111611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1" name="pg2951">
                  <a:extLst>
                    <a:ext uri="{FF2B5EF4-FFF2-40B4-BE49-F238E27FC236}">
                      <a16:creationId xmlns:a16="http://schemas.microsoft.com/office/drawing/2014/main" id="{F2EF47A1-3B90-7ADF-0A85-D228B1AAC013}"/>
                    </a:ext>
                  </a:extLst>
                </p:cNvPr>
                <p:cNvSpPr/>
                <p:nvPr/>
              </p:nvSpPr>
              <p:spPr>
                <a:xfrm>
                  <a:off x="3123249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2" name="pg2952">
                  <a:extLst>
                    <a:ext uri="{FF2B5EF4-FFF2-40B4-BE49-F238E27FC236}">
                      <a16:creationId xmlns:a16="http://schemas.microsoft.com/office/drawing/2014/main" id="{A11100EB-D107-2EF4-CDA0-F1ECB6A8CFC1}"/>
                    </a:ext>
                  </a:extLst>
                </p:cNvPr>
                <p:cNvSpPr/>
                <p:nvPr/>
              </p:nvSpPr>
              <p:spPr>
                <a:xfrm>
                  <a:off x="3134886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3" name="pg2953">
                  <a:extLst>
                    <a:ext uri="{FF2B5EF4-FFF2-40B4-BE49-F238E27FC236}">
                      <a16:creationId xmlns:a16="http://schemas.microsoft.com/office/drawing/2014/main" id="{0CA312AE-EAB3-B813-2121-FAC35E699953}"/>
                    </a:ext>
                  </a:extLst>
                </p:cNvPr>
                <p:cNvSpPr/>
                <p:nvPr/>
              </p:nvSpPr>
              <p:spPr>
                <a:xfrm>
                  <a:off x="314652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4" name="pg2954">
                  <a:extLst>
                    <a:ext uri="{FF2B5EF4-FFF2-40B4-BE49-F238E27FC236}">
                      <a16:creationId xmlns:a16="http://schemas.microsoft.com/office/drawing/2014/main" id="{55F05EA7-EACF-7A32-019A-E6D775334F4F}"/>
                    </a:ext>
                  </a:extLst>
                </p:cNvPr>
                <p:cNvSpPr/>
                <p:nvPr/>
              </p:nvSpPr>
              <p:spPr>
                <a:xfrm>
                  <a:off x="3158161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5" name="pg2955">
                  <a:extLst>
                    <a:ext uri="{FF2B5EF4-FFF2-40B4-BE49-F238E27FC236}">
                      <a16:creationId xmlns:a16="http://schemas.microsoft.com/office/drawing/2014/main" id="{2DDCEC0D-E981-5A88-7981-6CBE276F587A}"/>
                    </a:ext>
                  </a:extLst>
                </p:cNvPr>
                <p:cNvSpPr/>
                <p:nvPr/>
              </p:nvSpPr>
              <p:spPr>
                <a:xfrm>
                  <a:off x="3169798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6" name="pg2956">
                  <a:extLst>
                    <a:ext uri="{FF2B5EF4-FFF2-40B4-BE49-F238E27FC236}">
                      <a16:creationId xmlns:a16="http://schemas.microsoft.com/office/drawing/2014/main" id="{7E9AF01F-A3ED-BE25-6121-45FB71F059D0}"/>
                    </a:ext>
                  </a:extLst>
                </p:cNvPr>
                <p:cNvSpPr/>
                <p:nvPr/>
              </p:nvSpPr>
              <p:spPr>
                <a:xfrm>
                  <a:off x="3181435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7" name="pg2957">
                  <a:extLst>
                    <a:ext uri="{FF2B5EF4-FFF2-40B4-BE49-F238E27FC236}">
                      <a16:creationId xmlns:a16="http://schemas.microsoft.com/office/drawing/2014/main" id="{7803F528-7237-1911-61E4-3A54E0143F74}"/>
                    </a:ext>
                  </a:extLst>
                </p:cNvPr>
                <p:cNvSpPr/>
                <p:nvPr/>
              </p:nvSpPr>
              <p:spPr>
                <a:xfrm>
                  <a:off x="319307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8" name="pg2958">
                  <a:extLst>
                    <a:ext uri="{FF2B5EF4-FFF2-40B4-BE49-F238E27FC236}">
                      <a16:creationId xmlns:a16="http://schemas.microsoft.com/office/drawing/2014/main" id="{3A6F45DE-0A15-8E74-902E-EA2A6AD3DB46}"/>
                    </a:ext>
                  </a:extLst>
                </p:cNvPr>
                <p:cNvSpPr/>
                <p:nvPr/>
              </p:nvSpPr>
              <p:spPr>
                <a:xfrm>
                  <a:off x="320471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59" name="pg2959">
                  <a:extLst>
                    <a:ext uri="{FF2B5EF4-FFF2-40B4-BE49-F238E27FC236}">
                      <a16:creationId xmlns:a16="http://schemas.microsoft.com/office/drawing/2014/main" id="{7FC4C6A1-BC0A-81E2-1BB7-2D06C1F45101}"/>
                    </a:ext>
                  </a:extLst>
                </p:cNvPr>
                <p:cNvSpPr/>
                <p:nvPr/>
              </p:nvSpPr>
              <p:spPr>
                <a:xfrm>
                  <a:off x="341418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0" name="pg2960">
                  <a:extLst>
                    <a:ext uri="{FF2B5EF4-FFF2-40B4-BE49-F238E27FC236}">
                      <a16:creationId xmlns:a16="http://schemas.microsoft.com/office/drawing/2014/main" id="{2B90F7D1-715A-62BC-B640-B0098429FCEC}"/>
                    </a:ext>
                  </a:extLst>
                </p:cNvPr>
                <p:cNvSpPr/>
                <p:nvPr/>
              </p:nvSpPr>
              <p:spPr>
                <a:xfrm>
                  <a:off x="3425819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1" name="pg2961">
                  <a:extLst>
                    <a:ext uri="{FF2B5EF4-FFF2-40B4-BE49-F238E27FC236}">
                      <a16:creationId xmlns:a16="http://schemas.microsoft.com/office/drawing/2014/main" id="{4E16E966-C8ED-C916-D795-F71C8619DEBE}"/>
                    </a:ext>
                  </a:extLst>
                </p:cNvPr>
                <p:cNvSpPr/>
                <p:nvPr/>
              </p:nvSpPr>
              <p:spPr>
                <a:xfrm>
                  <a:off x="349564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8EA7">
                    <a:alpha val="100000"/>
                  </a:srgbClr>
                </a:solidFill>
                <a:ln w="5420" cap="flat">
                  <a:solidFill>
                    <a:srgbClr val="378EA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2" name="pg2962">
                  <a:extLst>
                    <a:ext uri="{FF2B5EF4-FFF2-40B4-BE49-F238E27FC236}">
                      <a16:creationId xmlns:a16="http://schemas.microsoft.com/office/drawing/2014/main" id="{0649333C-371E-78C1-0F5E-10DE027DFB22}"/>
                    </a:ext>
                  </a:extLst>
                </p:cNvPr>
                <p:cNvSpPr/>
                <p:nvPr/>
              </p:nvSpPr>
              <p:spPr>
                <a:xfrm>
                  <a:off x="3507281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593A8">
                    <a:alpha val="100000"/>
                  </a:srgbClr>
                </a:solidFill>
                <a:ln w="5420" cap="flat">
                  <a:solidFill>
                    <a:srgbClr val="3593A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3" name="pg2963">
                  <a:extLst>
                    <a:ext uri="{FF2B5EF4-FFF2-40B4-BE49-F238E27FC236}">
                      <a16:creationId xmlns:a16="http://schemas.microsoft.com/office/drawing/2014/main" id="{3DE4F19E-D0B4-4A40-F1F7-5276780D344C}"/>
                    </a:ext>
                  </a:extLst>
                </p:cNvPr>
                <p:cNvSpPr/>
                <p:nvPr/>
              </p:nvSpPr>
              <p:spPr>
                <a:xfrm>
                  <a:off x="3518918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799A9">
                    <a:alpha val="100000"/>
                  </a:srgbClr>
                </a:solidFill>
                <a:ln w="5420" cap="flat">
                  <a:solidFill>
                    <a:srgbClr val="3799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4" name="pg2964">
                  <a:extLst>
                    <a:ext uri="{FF2B5EF4-FFF2-40B4-BE49-F238E27FC236}">
                      <a16:creationId xmlns:a16="http://schemas.microsoft.com/office/drawing/2014/main" id="{3F50030C-9C6F-F754-33B0-204FD461DEB3}"/>
                    </a:ext>
                  </a:extLst>
                </p:cNvPr>
                <p:cNvSpPr/>
                <p:nvPr/>
              </p:nvSpPr>
              <p:spPr>
                <a:xfrm>
                  <a:off x="3530555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5" name="pg2965">
                  <a:extLst>
                    <a:ext uri="{FF2B5EF4-FFF2-40B4-BE49-F238E27FC236}">
                      <a16:creationId xmlns:a16="http://schemas.microsoft.com/office/drawing/2014/main" id="{9CC72124-6DD5-A2A4-FBE9-77B1DCD5995E}"/>
                    </a:ext>
                  </a:extLst>
                </p:cNvPr>
                <p:cNvSpPr/>
                <p:nvPr/>
              </p:nvSpPr>
              <p:spPr>
                <a:xfrm>
                  <a:off x="354219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6" name="pg2966">
                  <a:extLst>
                    <a:ext uri="{FF2B5EF4-FFF2-40B4-BE49-F238E27FC236}">
                      <a16:creationId xmlns:a16="http://schemas.microsoft.com/office/drawing/2014/main" id="{02BC72D5-4945-361A-84C6-ED47C42F6406}"/>
                    </a:ext>
                  </a:extLst>
                </p:cNvPr>
                <p:cNvSpPr/>
                <p:nvPr/>
              </p:nvSpPr>
              <p:spPr>
                <a:xfrm>
                  <a:off x="355383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7" name="pg2967">
                  <a:extLst>
                    <a:ext uri="{FF2B5EF4-FFF2-40B4-BE49-F238E27FC236}">
                      <a16:creationId xmlns:a16="http://schemas.microsoft.com/office/drawing/2014/main" id="{1FD3966E-D632-2389-602C-924365FBAB89}"/>
                    </a:ext>
                  </a:extLst>
                </p:cNvPr>
                <p:cNvSpPr/>
                <p:nvPr/>
              </p:nvSpPr>
              <p:spPr>
                <a:xfrm>
                  <a:off x="3565467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8" name="pg2968">
                  <a:extLst>
                    <a:ext uri="{FF2B5EF4-FFF2-40B4-BE49-F238E27FC236}">
                      <a16:creationId xmlns:a16="http://schemas.microsoft.com/office/drawing/2014/main" id="{7C2ED507-65BF-9B8F-9FF5-F4ED0626B5EA}"/>
                    </a:ext>
                  </a:extLst>
                </p:cNvPr>
                <p:cNvSpPr/>
                <p:nvPr/>
              </p:nvSpPr>
              <p:spPr>
                <a:xfrm>
                  <a:off x="3577105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69" name="pg2969">
                  <a:extLst>
                    <a:ext uri="{FF2B5EF4-FFF2-40B4-BE49-F238E27FC236}">
                      <a16:creationId xmlns:a16="http://schemas.microsoft.com/office/drawing/2014/main" id="{802EFD09-ACD7-4DDA-EDF5-0CE1683FDEB7}"/>
                    </a:ext>
                  </a:extLst>
                </p:cNvPr>
                <p:cNvSpPr/>
                <p:nvPr/>
              </p:nvSpPr>
              <p:spPr>
                <a:xfrm>
                  <a:off x="358874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0" name="pg2970">
                  <a:extLst>
                    <a:ext uri="{FF2B5EF4-FFF2-40B4-BE49-F238E27FC236}">
                      <a16:creationId xmlns:a16="http://schemas.microsoft.com/office/drawing/2014/main" id="{E54A5CF2-6724-0817-B905-CD2A3FC93818}"/>
                    </a:ext>
                  </a:extLst>
                </p:cNvPr>
                <p:cNvSpPr/>
                <p:nvPr/>
              </p:nvSpPr>
              <p:spPr>
                <a:xfrm>
                  <a:off x="3600379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1" name="pg2971">
                  <a:extLst>
                    <a:ext uri="{FF2B5EF4-FFF2-40B4-BE49-F238E27FC236}">
                      <a16:creationId xmlns:a16="http://schemas.microsoft.com/office/drawing/2014/main" id="{5B6D7DD2-1E80-2C23-3177-2FA74300E741}"/>
                    </a:ext>
                  </a:extLst>
                </p:cNvPr>
                <p:cNvSpPr/>
                <p:nvPr/>
              </p:nvSpPr>
              <p:spPr>
                <a:xfrm>
                  <a:off x="3612016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2" name="pg2972">
                  <a:extLst>
                    <a:ext uri="{FF2B5EF4-FFF2-40B4-BE49-F238E27FC236}">
                      <a16:creationId xmlns:a16="http://schemas.microsoft.com/office/drawing/2014/main" id="{BF5AF4FB-BC4F-8B4D-B3B4-F198ACDEEC98}"/>
                    </a:ext>
                  </a:extLst>
                </p:cNvPr>
                <p:cNvSpPr/>
                <p:nvPr/>
              </p:nvSpPr>
              <p:spPr>
                <a:xfrm>
                  <a:off x="3623654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3" name="pg2973">
                  <a:extLst>
                    <a:ext uri="{FF2B5EF4-FFF2-40B4-BE49-F238E27FC236}">
                      <a16:creationId xmlns:a16="http://schemas.microsoft.com/office/drawing/2014/main" id="{25F4251F-6DFE-3249-7969-7A7589AF0818}"/>
                    </a:ext>
                  </a:extLst>
                </p:cNvPr>
                <p:cNvSpPr/>
                <p:nvPr/>
              </p:nvSpPr>
              <p:spPr>
                <a:xfrm>
                  <a:off x="3635291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4" name="pg2974">
                  <a:extLst>
                    <a:ext uri="{FF2B5EF4-FFF2-40B4-BE49-F238E27FC236}">
                      <a16:creationId xmlns:a16="http://schemas.microsoft.com/office/drawing/2014/main" id="{FA63ED71-3854-07FE-738B-010E43F0212B}"/>
                    </a:ext>
                  </a:extLst>
                </p:cNvPr>
                <p:cNvSpPr/>
                <p:nvPr/>
              </p:nvSpPr>
              <p:spPr>
                <a:xfrm>
                  <a:off x="3646928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5" name="pg2975">
                  <a:extLst>
                    <a:ext uri="{FF2B5EF4-FFF2-40B4-BE49-F238E27FC236}">
                      <a16:creationId xmlns:a16="http://schemas.microsoft.com/office/drawing/2014/main" id="{DC657FF9-DC3D-AC00-869A-E4CC4BD9D231}"/>
                    </a:ext>
                  </a:extLst>
                </p:cNvPr>
                <p:cNvSpPr/>
                <p:nvPr/>
              </p:nvSpPr>
              <p:spPr>
                <a:xfrm>
                  <a:off x="3658566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6" name="pg2976">
                  <a:extLst>
                    <a:ext uri="{FF2B5EF4-FFF2-40B4-BE49-F238E27FC236}">
                      <a16:creationId xmlns:a16="http://schemas.microsoft.com/office/drawing/2014/main" id="{9A77C3EA-7AF9-3456-BF5A-517A2F9DA1DA}"/>
                    </a:ext>
                  </a:extLst>
                </p:cNvPr>
                <p:cNvSpPr/>
                <p:nvPr/>
              </p:nvSpPr>
              <p:spPr>
                <a:xfrm>
                  <a:off x="367020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7" name="pg2977">
                  <a:extLst>
                    <a:ext uri="{FF2B5EF4-FFF2-40B4-BE49-F238E27FC236}">
                      <a16:creationId xmlns:a16="http://schemas.microsoft.com/office/drawing/2014/main" id="{78645EB8-E7F5-80F7-5377-EF56B73BC394}"/>
                    </a:ext>
                  </a:extLst>
                </p:cNvPr>
                <p:cNvSpPr/>
                <p:nvPr/>
              </p:nvSpPr>
              <p:spPr>
                <a:xfrm>
                  <a:off x="368184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8" name="pg2978">
                  <a:extLst>
                    <a:ext uri="{FF2B5EF4-FFF2-40B4-BE49-F238E27FC236}">
                      <a16:creationId xmlns:a16="http://schemas.microsoft.com/office/drawing/2014/main" id="{E8227989-9C48-4CB1-C5EC-2C53D7EAA243}"/>
                    </a:ext>
                  </a:extLst>
                </p:cNvPr>
                <p:cNvSpPr/>
                <p:nvPr/>
              </p:nvSpPr>
              <p:spPr>
                <a:xfrm>
                  <a:off x="3693478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79" name="pg2979">
                  <a:extLst>
                    <a:ext uri="{FF2B5EF4-FFF2-40B4-BE49-F238E27FC236}">
                      <a16:creationId xmlns:a16="http://schemas.microsoft.com/office/drawing/2014/main" id="{FA99C4EC-A30C-065D-2F85-B1C06ECE4492}"/>
                    </a:ext>
                  </a:extLst>
                </p:cNvPr>
                <p:cNvSpPr/>
                <p:nvPr/>
              </p:nvSpPr>
              <p:spPr>
                <a:xfrm>
                  <a:off x="3705115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0" name="pg2980">
                  <a:extLst>
                    <a:ext uri="{FF2B5EF4-FFF2-40B4-BE49-F238E27FC236}">
                      <a16:creationId xmlns:a16="http://schemas.microsoft.com/office/drawing/2014/main" id="{178C1BE6-C2EE-D85E-EE68-A83398101E7B}"/>
                    </a:ext>
                  </a:extLst>
                </p:cNvPr>
                <p:cNvSpPr/>
                <p:nvPr/>
              </p:nvSpPr>
              <p:spPr>
                <a:xfrm>
                  <a:off x="371675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1" name="pg2981">
                  <a:extLst>
                    <a:ext uri="{FF2B5EF4-FFF2-40B4-BE49-F238E27FC236}">
                      <a16:creationId xmlns:a16="http://schemas.microsoft.com/office/drawing/2014/main" id="{363FAFB3-5FC7-17AC-51AD-210C1175A20F}"/>
                    </a:ext>
                  </a:extLst>
                </p:cNvPr>
                <p:cNvSpPr/>
                <p:nvPr/>
              </p:nvSpPr>
              <p:spPr>
                <a:xfrm>
                  <a:off x="372839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2" name="pg2982">
                  <a:extLst>
                    <a:ext uri="{FF2B5EF4-FFF2-40B4-BE49-F238E27FC236}">
                      <a16:creationId xmlns:a16="http://schemas.microsoft.com/office/drawing/2014/main" id="{1996FBD1-0BE2-E8EE-7C87-39A8EA05F51E}"/>
                    </a:ext>
                  </a:extLst>
                </p:cNvPr>
                <p:cNvSpPr/>
                <p:nvPr/>
              </p:nvSpPr>
              <p:spPr>
                <a:xfrm>
                  <a:off x="3740027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3" name="pg2983">
                  <a:extLst>
                    <a:ext uri="{FF2B5EF4-FFF2-40B4-BE49-F238E27FC236}">
                      <a16:creationId xmlns:a16="http://schemas.microsoft.com/office/drawing/2014/main" id="{EEDED994-F1FD-7F70-D93D-AE329D6B4A72}"/>
                    </a:ext>
                  </a:extLst>
                </p:cNvPr>
                <p:cNvSpPr/>
                <p:nvPr/>
              </p:nvSpPr>
              <p:spPr>
                <a:xfrm>
                  <a:off x="3751664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4" name="pg2984">
                  <a:extLst>
                    <a:ext uri="{FF2B5EF4-FFF2-40B4-BE49-F238E27FC236}">
                      <a16:creationId xmlns:a16="http://schemas.microsoft.com/office/drawing/2014/main" id="{4847FE5D-C352-A3FF-1F5D-B25C28F6FEF8}"/>
                    </a:ext>
                  </a:extLst>
                </p:cNvPr>
                <p:cNvSpPr/>
                <p:nvPr/>
              </p:nvSpPr>
              <p:spPr>
                <a:xfrm>
                  <a:off x="376330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5" name="pg2985">
                  <a:extLst>
                    <a:ext uri="{FF2B5EF4-FFF2-40B4-BE49-F238E27FC236}">
                      <a16:creationId xmlns:a16="http://schemas.microsoft.com/office/drawing/2014/main" id="{11B5EE08-CA90-C245-9915-7D11720C51D9}"/>
                    </a:ext>
                  </a:extLst>
                </p:cNvPr>
                <p:cNvSpPr/>
                <p:nvPr/>
              </p:nvSpPr>
              <p:spPr>
                <a:xfrm>
                  <a:off x="3774939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6" name="pg2986">
                  <a:extLst>
                    <a:ext uri="{FF2B5EF4-FFF2-40B4-BE49-F238E27FC236}">
                      <a16:creationId xmlns:a16="http://schemas.microsoft.com/office/drawing/2014/main" id="{84F6C318-618C-1CFE-FB60-ACB8FF310BF8}"/>
                    </a:ext>
                  </a:extLst>
                </p:cNvPr>
                <p:cNvSpPr/>
                <p:nvPr/>
              </p:nvSpPr>
              <p:spPr>
                <a:xfrm>
                  <a:off x="3786576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9AB">
                    <a:alpha val="100000"/>
                  </a:srgbClr>
                </a:solidFill>
                <a:ln w="5420" cap="flat">
                  <a:solidFill>
                    <a:srgbClr val="52B9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7" name="pg2987">
                  <a:extLst>
                    <a:ext uri="{FF2B5EF4-FFF2-40B4-BE49-F238E27FC236}">
                      <a16:creationId xmlns:a16="http://schemas.microsoft.com/office/drawing/2014/main" id="{9A2368CE-B8F7-63C0-C1A9-4F95FEFDF407}"/>
                    </a:ext>
                  </a:extLst>
                </p:cNvPr>
                <p:cNvSpPr/>
                <p:nvPr/>
              </p:nvSpPr>
              <p:spPr>
                <a:xfrm>
                  <a:off x="4356806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5BEAB">
                    <a:alpha val="100000"/>
                  </a:srgbClr>
                </a:solidFill>
                <a:ln w="5420" cap="flat">
                  <a:solidFill>
                    <a:srgbClr val="55B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8" name="pg2988">
                  <a:extLst>
                    <a:ext uri="{FF2B5EF4-FFF2-40B4-BE49-F238E27FC236}">
                      <a16:creationId xmlns:a16="http://schemas.microsoft.com/office/drawing/2014/main" id="{6E5B0693-B846-B48A-9E66-56860BD59D58}"/>
                    </a:ext>
                  </a:extLst>
                </p:cNvPr>
                <p:cNvSpPr/>
                <p:nvPr/>
              </p:nvSpPr>
              <p:spPr>
                <a:xfrm>
                  <a:off x="4368443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89" name="pg2989">
                  <a:extLst>
                    <a:ext uri="{FF2B5EF4-FFF2-40B4-BE49-F238E27FC236}">
                      <a16:creationId xmlns:a16="http://schemas.microsoft.com/office/drawing/2014/main" id="{545318EA-4BE0-48D1-BD9C-1AD0DCD7931B}"/>
                    </a:ext>
                  </a:extLst>
                </p:cNvPr>
                <p:cNvSpPr/>
                <p:nvPr/>
              </p:nvSpPr>
              <p:spPr>
                <a:xfrm>
                  <a:off x="438008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0" name="pg2990">
                  <a:extLst>
                    <a:ext uri="{FF2B5EF4-FFF2-40B4-BE49-F238E27FC236}">
                      <a16:creationId xmlns:a16="http://schemas.microsoft.com/office/drawing/2014/main" id="{98EF3EA5-8A96-6970-612B-237A66CBAA88}"/>
                    </a:ext>
                  </a:extLst>
                </p:cNvPr>
                <p:cNvSpPr/>
                <p:nvPr/>
              </p:nvSpPr>
              <p:spPr>
                <a:xfrm>
                  <a:off x="4391718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1" name="pg2991">
                  <a:extLst>
                    <a:ext uri="{FF2B5EF4-FFF2-40B4-BE49-F238E27FC236}">
                      <a16:creationId xmlns:a16="http://schemas.microsoft.com/office/drawing/2014/main" id="{2079820E-E5EC-5CD1-1900-DF10892014DD}"/>
                    </a:ext>
                  </a:extLst>
                </p:cNvPr>
                <p:cNvSpPr/>
                <p:nvPr/>
              </p:nvSpPr>
              <p:spPr>
                <a:xfrm>
                  <a:off x="4403355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2" name="pg2992">
                  <a:extLst>
                    <a:ext uri="{FF2B5EF4-FFF2-40B4-BE49-F238E27FC236}">
                      <a16:creationId xmlns:a16="http://schemas.microsoft.com/office/drawing/2014/main" id="{C6FD48E8-3613-485F-BC9B-AC7C154537CD}"/>
                    </a:ext>
                  </a:extLst>
                </p:cNvPr>
                <p:cNvSpPr/>
                <p:nvPr/>
              </p:nvSpPr>
              <p:spPr>
                <a:xfrm>
                  <a:off x="441499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3" name="pg2993">
                  <a:extLst>
                    <a:ext uri="{FF2B5EF4-FFF2-40B4-BE49-F238E27FC236}">
                      <a16:creationId xmlns:a16="http://schemas.microsoft.com/office/drawing/2014/main" id="{249C302F-FA33-4F31-19C7-363BF9D07728}"/>
                    </a:ext>
                  </a:extLst>
                </p:cNvPr>
                <p:cNvSpPr/>
                <p:nvPr/>
              </p:nvSpPr>
              <p:spPr>
                <a:xfrm>
                  <a:off x="442663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4" name="pg2994">
                  <a:extLst>
                    <a:ext uri="{FF2B5EF4-FFF2-40B4-BE49-F238E27FC236}">
                      <a16:creationId xmlns:a16="http://schemas.microsoft.com/office/drawing/2014/main" id="{36188256-0D64-F92D-F469-A9EA6903297A}"/>
                    </a:ext>
                  </a:extLst>
                </p:cNvPr>
                <p:cNvSpPr/>
                <p:nvPr/>
              </p:nvSpPr>
              <p:spPr>
                <a:xfrm>
                  <a:off x="4589552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5" name="pg2995">
                  <a:extLst>
                    <a:ext uri="{FF2B5EF4-FFF2-40B4-BE49-F238E27FC236}">
                      <a16:creationId xmlns:a16="http://schemas.microsoft.com/office/drawing/2014/main" id="{07519030-1816-796F-FFE3-2632F628AD46}"/>
                    </a:ext>
                  </a:extLst>
                </p:cNvPr>
                <p:cNvSpPr/>
                <p:nvPr/>
              </p:nvSpPr>
              <p:spPr>
                <a:xfrm>
                  <a:off x="4601190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6" name="pg2996">
                  <a:extLst>
                    <a:ext uri="{FF2B5EF4-FFF2-40B4-BE49-F238E27FC236}">
                      <a16:creationId xmlns:a16="http://schemas.microsoft.com/office/drawing/2014/main" id="{1E221E85-6886-15DB-81CD-9155364300B7}"/>
                    </a:ext>
                  </a:extLst>
                </p:cNvPr>
                <p:cNvSpPr/>
                <p:nvPr/>
              </p:nvSpPr>
              <p:spPr>
                <a:xfrm>
                  <a:off x="4612827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7" name="pg2997">
                  <a:extLst>
                    <a:ext uri="{FF2B5EF4-FFF2-40B4-BE49-F238E27FC236}">
                      <a16:creationId xmlns:a16="http://schemas.microsoft.com/office/drawing/2014/main" id="{6DEE0DB9-45BC-19C6-2D34-695F6AD2E5C6}"/>
                    </a:ext>
                  </a:extLst>
                </p:cNvPr>
                <p:cNvSpPr/>
                <p:nvPr/>
              </p:nvSpPr>
              <p:spPr>
                <a:xfrm>
                  <a:off x="4624464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8" name="pg2998">
                  <a:extLst>
                    <a:ext uri="{FF2B5EF4-FFF2-40B4-BE49-F238E27FC236}">
                      <a16:creationId xmlns:a16="http://schemas.microsoft.com/office/drawing/2014/main" id="{F5219929-F56F-F380-736A-9CFD42E322DC}"/>
                    </a:ext>
                  </a:extLst>
                </p:cNvPr>
                <p:cNvSpPr/>
                <p:nvPr/>
              </p:nvSpPr>
              <p:spPr>
                <a:xfrm>
                  <a:off x="4636101" y="483860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89BA9">
                    <a:alpha val="100000"/>
                  </a:srgbClr>
                </a:solidFill>
                <a:ln w="5420" cap="flat">
                  <a:solidFill>
                    <a:srgbClr val="38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2999" name="pg2999">
                  <a:extLst>
                    <a:ext uri="{FF2B5EF4-FFF2-40B4-BE49-F238E27FC236}">
                      <a16:creationId xmlns:a16="http://schemas.microsoft.com/office/drawing/2014/main" id="{ED95C03E-3569-ECAF-5A9F-AB2A2DE468F3}"/>
                    </a:ext>
                  </a:extLst>
                </p:cNvPr>
                <p:cNvSpPr/>
                <p:nvPr/>
              </p:nvSpPr>
              <p:spPr>
                <a:xfrm>
                  <a:off x="3099974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0" name="pg3000">
                  <a:extLst>
                    <a:ext uri="{FF2B5EF4-FFF2-40B4-BE49-F238E27FC236}">
                      <a16:creationId xmlns:a16="http://schemas.microsoft.com/office/drawing/2014/main" id="{D178AC37-FD53-F36E-C482-11179521F0BF}"/>
                    </a:ext>
                  </a:extLst>
                </p:cNvPr>
                <p:cNvSpPr/>
                <p:nvPr/>
              </p:nvSpPr>
              <p:spPr>
                <a:xfrm>
                  <a:off x="3111611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1" name="pg3001">
                  <a:extLst>
                    <a:ext uri="{FF2B5EF4-FFF2-40B4-BE49-F238E27FC236}">
                      <a16:creationId xmlns:a16="http://schemas.microsoft.com/office/drawing/2014/main" id="{12AA277F-B561-60B1-76D0-D4B0EADA1E9A}"/>
                    </a:ext>
                  </a:extLst>
                </p:cNvPr>
                <p:cNvSpPr/>
                <p:nvPr/>
              </p:nvSpPr>
              <p:spPr>
                <a:xfrm>
                  <a:off x="3123249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2" name="pg3002">
                  <a:extLst>
                    <a:ext uri="{FF2B5EF4-FFF2-40B4-BE49-F238E27FC236}">
                      <a16:creationId xmlns:a16="http://schemas.microsoft.com/office/drawing/2014/main" id="{982B7A42-E879-CA45-B1AB-A1B925E984C0}"/>
                    </a:ext>
                  </a:extLst>
                </p:cNvPr>
                <p:cNvSpPr/>
                <p:nvPr/>
              </p:nvSpPr>
              <p:spPr>
                <a:xfrm>
                  <a:off x="3134886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3" name="pg3003">
                  <a:extLst>
                    <a:ext uri="{FF2B5EF4-FFF2-40B4-BE49-F238E27FC236}">
                      <a16:creationId xmlns:a16="http://schemas.microsoft.com/office/drawing/2014/main" id="{79161FE1-671C-8CA0-9692-AEA5BF130EE9}"/>
                    </a:ext>
                  </a:extLst>
                </p:cNvPr>
                <p:cNvSpPr/>
                <p:nvPr/>
              </p:nvSpPr>
              <p:spPr>
                <a:xfrm>
                  <a:off x="3146523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CFAE">
                    <a:alpha val="100000"/>
                  </a:srgbClr>
                </a:solidFill>
                <a:ln w="5420" cap="flat">
                  <a:solidFill>
                    <a:srgbClr val="66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4" name="pg3004">
                  <a:extLst>
                    <a:ext uri="{FF2B5EF4-FFF2-40B4-BE49-F238E27FC236}">
                      <a16:creationId xmlns:a16="http://schemas.microsoft.com/office/drawing/2014/main" id="{A18102EC-FE9F-CB7E-1AAD-43CA91E3994E}"/>
                    </a:ext>
                  </a:extLst>
                </p:cNvPr>
                <p:cNvSpPr/>
                <p:nvPr/>
              </p:nvSpPr>
              <p:spPr>
                <a:xfrm>
                  <a:off x="3158161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5" name="pg3005">
                  <a:extLst>
                    <a:ext uri="{FF2B5EF4-FFF2-40B4-BE49-F238E27FC236}">
                      <a16:creationId xmlns:a16="http://schemas.microsoft.com/office/drawing/2014/main" id="{B31DF410-6B05-F0DB-FD40-681A718791B1}"/>
                    </a:ext>
                  </a:extLst>
                </p:cNvPr>
                <p:cNvSpPr/>
                <p:nvPr/>
              </p:nvSpPr>
              <p:spPr>
                <a:xfrm>
                  <a:off x="3169798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6" name="pg3006">
                  <a:extLst>
                    <a:ext uri="{FF2B5EF4-FFF2-40B4-BE49-F238E27FC236}">
                      <a16:creationId xmlns:a16="http://schemas.microsoft.com/office/drawing/2014/main" id="{8C07027F-7BDA-B03B-21F5-74B6091ED773}"/>
                    </a:ext>
                  </a:extLst>
                </p:cNvPr>
                <p:cNvSpPr/>
                <p:nvPr/>
              </p:nvSpPr>
              <p:spPr>
                <a:xfrm>
                  <a:off x="3181435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E">
                    <a:alpha val="100000"/>
                  </a:srgbClr>
                </a:solidFill>
                <a:ln w="5420" cap="flat">
                  <a:solidFill>
                    <a:srgbClr val="67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7" name="pg3007">
                  <a:extLst>
                    <a:ext uri="{FF2B5EF4-FFF2-40B4-BE49-F238E27FC236}">
                      <a16:creationId xmlns:a16="http://schemas.microsoft.com/office/drawing/2014/main" id="{230929D0-6476-4138-661D-3DDA394D6515}"/>
                    </a:ext>
                  </a:extLst>
                </p:cNvPr>
                <p:cNvSpPr/>
                <p:nvPr/>
              </p:nvSpPr>
              <p:spPr>
                <a:xfrm>
                  <a:off x="3507281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497A9">
                    <a:alpha val="100000"/>
                  </a:srgbClr>
                </a:solidFill>
                <a:ln w="5420" cap="flat">
                  <a:solidFill>
                    <a:srgbClr val="3497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8" name="pg3008">
                  <a:extLst>
                    <a:ext uri="{FF2B5EF4-FFF2-40B4-BE49-F238E27FC236}">
                      <a16:creationId xmlns:a16="http://schemas.microsoft.com/office/drawing/2014/main" id="{8CB8A41A-FE37-7F14-298A-82E6FF0C5590}"/>
                    </a:ext>
                  </a:extLst>
                </p:cNvPr>
                <p:cNvSpPr/>
                <p:nvPr/>
              </p:nvSpPr>
              <p:spPr>
                <a:xfrm>
                  <a:off x="3518918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09" name="pg3009">
                  <a:extLst>
                    <a:ext uri="{FF2B5EF4-FFF2-40B4-BE49-F238E27FC236}">
                      <a16:creationId xmlns:a16="http://schemas.microsoft.com/office/drawing/2014/main" id="{E86EA2BB-95A2-1E96-5DC2-E50D8DA34467}"/>
                    </a:ext>
                  </a:extLst>
                </p:cNvPr>
                <p:cNvSpPr/>
                <p:nvPr/>
              </p:nvSpPr>
              <p:spPr>
                <a:xfrm>
                  <a:off x="3530555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0" name="pg3010">
                  <a:extLst>
                    <a:ext uri="{FF2B5EF4-FFF2-40B4-BE49-F238E27FC236}">
                      <a16:creationId xmlns:a16="http://schemas.microsoft.com/office/drawing/2014/main" id="{904248DE-93B4-21EF-BAA2-A61DEF2C0B72}"/>
                    </a:ext>
                  </a:extLst>
                </p:cNvPr>
                <p:cNvSpPr/>
                <p:nvPr/>
              </p:nvSpPr>
              <p:spPr>
                <a:xfrm>
                  <a:off x="3542193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1" name="pg3011">
                  <a:extLst>
                    <a:ext uri="{FF2B5EF4-FFF2-40B4-BE49-F238E27FC236}">
                      <a16:creationId xmlns:a16="http://schemas.microsoft.com/office/drawing/2014/main" id="{315C5561-A471-0B5C-A464-D02447871012}"/>
                    </a:ext>
                  </a:extLst>
                </p:cNvPr>
                <p:cNvSpPr/>
                <p:nvPr/>
              </p:nvSpPr>
              <p:spPr>
                <a:xfrm>
                  <a:off x="355383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2" name="pg3012">
                  <a:extLst>
                    <a:ext uri="{FF2B5EF4-FFF2-40B4-BE49-F238E27FC236}">
                      <a16:creationId xmlns:a16="http://schemas.microsoft.com/office/drawing/2014/main" id="{9A0C2398-60A4-44E5-7092-2EE068BF460B}"/>
                    </a:ext>
                  </a:extLst>
                </p:cNvPr>
                <p:cNvSpPr/>
                <p:nvPr/>
              </p:nvSpPr>
              <p:spPr>
                <a:xfrm>
                  <a:off x="3565467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3" name="pg3013">
                  <a:extLst>
                    <a:ext uri="{FF2B5EF4-FFF2-40B4-BE49-F238E27FC236}">
                      <a16:creationId xmlns:a16="http://schemas.microsoft.com/office/drawing/2014/main" id="{F00A7956-D281-2D03-1F77-F403C056C027}"/>
                    </a:ext>
                  </a:extLst>
                </p:cNvPr>
                <p:cNvSpPr/>
                <p:nvPr/>
              </p:nvSpPr>
              <p:spPr>
                <a:xfrm>
                  <a:off x="3577105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4" name="pg3014">
                  <a:extLst>
                    <a:ext uri="{FF2B5EF4-FFF2-40B4-BE49-F238E27FC236}">
                      <a16:creationId xmlns:a16="http://schemas.microsoft.com/office/drawing/2014/main" id="{6598920B-D642-7E78-08CF-070B60DD2EA1}"/>
                    </a:ext>
                  </a:extLst>
                </p:cNvPr>
                <p:cNvSpPr/>
                <p:nvPr/>
              </p:nvSpPr>
              <p:spPr>
                <a:xfrm>
                  <a:off x="3588742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5" name="pg3015">
                  <a:extLst>
                    <a:ext uri="{FF2B5EF4-FFF2-40B4-BE49-F238E27FC236}">
                      <a16:creationId xmlns:a16="http://schemas.microsoft.com/office/drawing/2014/main" id="{6554C9BF-5FF6-93C3-3090-FA829C91D77B}"/>
                    </a:ext>
                  </a:extLst>
                </p:cNvPr>
                <p:cNvSpPr/>
                <p:nvPr/>
              </p:nvSpPr>
              <p:spPr>
                <a:xfrm>
                  <a:off x="3600379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6" name="pg3016">
                  <a:extLst>
                    <a:ext uri="{FF2B5EF4-FFF2-40B4-BE49-F238E27FC236}">
                      <a16:creationId xmlns:a16="http://schemas.microsoft.com/office/drawing/2014/main" id="{3CF473BA-A2F7-01BF-99A7-627AE6DBDF03}"/>
                    </a:ext>
                  </a:extLst>
                </p:cNvPr>
                <p:cNvSpPr/>
                <p:nvPr/>
              </p:nvSpPr>
              <p:spPr>
                <a:xfrm>
                  <a:off x="3612016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7" name="pg3017">
                  <a:extLst>
                    <a:ext uri="{FF2B5EF4-FFF2-40B4-BE49-F238E27FC236}">
                      <a16:creationId xmlns:a16="http://schemas.microsoft.com/office/drawing/2014/main" id="{EF2FB0B4-40D4-15A9-2D01-94B05B8648AD}"/>
                    </a:ext>
                  </a:extLst>
                </p:cNvPr>
                <p:cNvSpPr/>
                <p:nvPr/>
              </p:nvSpPr>
              <p:spPr>
                <a:xfrm>
                  <a:off x="3623654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8" name="pg3018">
                  <a:extLst>
                    <a:ext uri="{FF2B5EF4-FFF2-40B4-BE49-F238E27FC236}">
                      <a16:creationId xmlns:a16="http://schemas.microsoft.com/office/drawing/2014/main" id="{9AFCB170-6880-2DC3-41DB-F77BB5E9118B}"/>
                    </a:ext>
                  </a:extLst>
                </p:cNvPr>
                <p:cNvSpPr/>
                <p:nvPr/>
              </p:nvSpPr>
              <p:spPr>
                <a:xfrm>
                  <a:off x="3635291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19" name="pg3019">
                  <a:extLst>
                    <a:ext uri="{FF2B5EF4-FFF2-40B4-BE49-F238E27FC236}">
                      <a16:creationId xmlns:a16="http://schemas.microsoft.com/office/drawing/2014/main" id="{2207E8A2-DD0E-9C0F-D784-ABBA7E1EC6EF}"/>
                    </a:ext>
                  </a:extLst>
                </p:cNvPr>
                <p:cNvSpPr/>
                <p:nvPr/>
              </p:nvSpPr>
              <p:spPr>
                <a:xfrm>
                  <a:off x="3646928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0" name="pg3020">
                  <a:extLst>
                    <a:ext uri="{FF2B5EF4-FFF2-40B4-BE49-F238E27FC236}">
                      <a16:creationId xmlns:a16="http://schemas.microsoft.com/office/drawing/2014/main" id="{90291C2A-2104-A953-C38B-CDADF79EE199}"/>
                    </a:ext>
                  </a:extLst>
                </p:cNvPr>
                <p:cNvSpPr/>
                <p:nvPr/>
              </p:nvSpPr>
              <p:spPr>
                <a:xfrm>
                  <a:off x="3658566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1" name="pg3021">
                  <a:extLst>
                    <a:ext uri="{FF2B5EF4-FFF2-40B4-BE49-F238E27FC236}">
                      <a16:creationId xmlns:a16="http://schemas.microsoft.com/office/drawing/2014/main" id="{16C595F1-B9DA-C9F4-8EAB-278F464F9B15}"/>
                    </a:ext>
                  </a:extLst>
                </p:cNvPr>
                <p:cNvSpPr/>
                <p:nvPr/>
              </p:nvSpPr>
              <p:spPr>
                <a:xfrm>
                  <a:off x="3670203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2" name="pg3022">
                  <a:extLst>
                    <a:ext uri="{FF2B5EF4-FFF2-40B4-BE49-F238E27FC236}">
                      <a16:creationId xmlns:a16="http://schemas.microsoft.com/office/drawing/2014/main" id="{670DC9DA-78A9-B355-8785-31E311F2DD60}"/>
                    </a:ext>
                  </a:extLst>
                </p:cNvPr>
                <p:cNvSpPr/>
                <p:nvPr/>
              </p:nvSpPr>
              <p:spPr>
                <a:xfrm>
                  <a:off x="368184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3" name="pg3023">
                  <a:extLst>
                    <a:ext uri="{FF2B5EF4-FFF2-40B4-BE49-F238E27FC236}">
                      <a16:creationId xmlns:a16="http://schemas.microsoft.com/office/drawing/2014/main" id="{23FD9592-6DD9-3594-8665-03022834DFC2}"/>
                    </a:ext>
                  </a:extLst>
                </p:cNvPr>
                <p:cNvSpPr/>
                <p:nvPr/>
              </p:nvSpPr>
              <p:spPr>
                <a:xfrm>
                  <a:off x="3693478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4" name="pg3024">
                  <a:extLst>
                    <a:ext uri="{FF2B5EF4-FFF2-40B4-BE49-F238E27FC236}">
                      <a16:creationId xmlns:a16="http://schemas.microsoft.com/office/drawing/2014/main" id="{D21D4A6F-05D7-36E7-E4C9-AA67F829FF8F}"/>
                    </a:ext>
                  </a:extLst>
                </p:cNvPr>
                <p:cNvSpPr/>
                <p:nvPr/>
              </p:nvSpPr>
              <p:spPr>
                <a:xfrm>
                  <a:off x="3705115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5" name="pg3025">
                  <a:extLst>
                    <a:ext uri="{FF2B5EF4-FFF2-40B4-BE49-F238E27FC236}">
                      <a16:creationId xmlns:a16="http://schemas.microsoft.com/office/drawing/2014/main" id="{73A943D5-C7BF-9B40-3201-A6BBEA35D8C7}"/>
                    </a:ext>
                  </a:extLst>
                </p:cNvPr>
                <p:cNvSpPr/>
                <p:nvPr/>
              </p:nvSpPr>
              <p:spPr>
                <a:xfrm>
                  <a:off x="3716752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6" name="pg3026">
                  <a:extLst>
                    <a:ext uri="{FF2B5EF4-FFF2-40B4-BE49-F238E27FC236}">
                      <a16:creationId xmlns:a16="http://schemas.microsoft.com/office/drawing/2014/main" id="{999244EF-823B-F02A-A178-EA22E8111434}"/>
                    </a:ext>
                  </a:extLst>
                </p:cNvPr>
                <p:cNvSpPr/>
                <p:nvPr/>
              </p:nvSpPr>
              <p:spPr>
                <a:xfrm>
                  <a:off x="372839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7" name="pg3027">
                  <a:extLst>
                    <a:ext uri="{FF2B5EF4-FFF2-40B4-BE49-F238E27FC236}">
                      <a16:creationId xmlns:a16="http://schemas.microsoft.com/office/drawing/2014/main" id="{0956DA5E-4A99-EBD5-6041-68FAA3EA742E}"/>
                    </a:ext>
                  </a:extLst>
                </p:cNvPr>
                <p:cNvSpPr/>
                <p:nvPr/>
              </p:nvSpPr>
              <p:spPr>
                <a:xfrm>
                  <a:off x="3740027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8" name="pg3028">
                  <a:extLst>
                    <a:ext uri="{FF2B5EF4-FFF2-40B4-BE49-F238E27FC236}">
                      <a16:creationId xmlns:a16="http://schemas.microsoft.com/office/drawing/2014/main" id="{A52B79E7-A311-DC82-DC89-0ACDDE8D8B2F}"/>
                    </a:ext>
                  </a:extLst>
                </p:cNvPr>
                <p:cNvSpPr/>
                <p:nvPr/>
              </p:nvSpPr>
              <p:spPr>
                <a:xfrm>
                  <a:off x="3751664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29" name="pg3029">
                  <a:extLst>
                    <a:ext uri="{FF2B5EF4-FFF2-40B4-BE49-F238E27FC236}">
                      <a16:creationId xmlns:a16="http://schemas.microsoft.com/office/drawing/2014/main" id="{FC9CFE29-5143-14C4-569B-22B4CD51CA4C}"/>
                    </a:ext>
                  </a:extLst>
                </p:cNvPr>
                <p:cNvSpPr/>
                <p:nvPr/>
              </p:nvSpPr>
              <p:spPr>
                <a:xfrm>
                  <a:off x="3763302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0" name="pg3030">
                  <a:extLst>
                    <a:ext uri="{FF2B5EF4-FFF2-40B4-BE49-F238E27FC236}">
                      <a16:creationId xmlns:a16="http://schemas.microsoft.com/office/drawing/2014/main" id="{857381EC-3AEF-D5D5-08D8-C233E56C76B2}"/>
                    </a:ext>
                  </a:extLst>
                </p:cNvPr>
                <p:cNvSpPr/>
                <p:nvPr/>
              </p:nvSpPr>
              <p:spPr>
                <a:xfrm>
                  <a:off x="3774939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7AB">
                    <a:alpha val="100000"/>
                  </a:srgbClr>
                </a:solidFill>
                <a:ln w="5420" cap="flat">
                  <a:solidFill>
                    <a:srgbClr val="50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1" name="pg3031">
                  <a:extLst>
                    <a:ext uri="{FF2B5EF4-FFF2-40B4-BE49-F238E27FC236}">
                      <a16:creationId xmlns:a16="http://schemas.microsoft.com/office/drawing/2014/main" id="{2E71A47A-BA64-643C-FD18-21626DDBCA11}"/>
                    </a:ext>
                  </a:extLst>
                </p:cNvPr>
                <p:cNvSpPr/>
                <p:nvPr/>
              </p:nvSpPr>
              <p:spPr>
                <a:xfrm>
                  <a:off x="3786576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2" name="pg3032">
                  <a:extLst>
                    <a:ext uri="{FF2B5EF4-FFF2-40B4-BE49-F238E27FC236}">
                      <a16:creationId xmlns:a16="http://schemas.microsoft.com/office/drawing/2014/main" id="{7BE9E744-7C2A-58F6-0C35-1773F673C8BA}"/>
                    </a:ext>
                  </a:extLst>
                </p:cNvPr>
                <p:cNvSpPr/>
                <p:nvPr/>
              </p:nvSpPr>
              <p:spPr>
                <a:xfrm>
                  <a:off x="4368443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3BBAB">
                    <a:alpha val="100000"/>
                  </a:srgbClr>
                </a:solidFill>
                <a:ln w="5420" cap="flat">
                  <a:solidFill>
                    <a:srgbClr val="53BB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3" name="pg3033">
                  <a:extLst>
                    <a:ext uri="{FF2B5EF4-FFF2-40B4-BE49-F238E27FC236}">
                      <a16:creationId xmlns:a16="http://schemas.microsoft.com/office/drawing/2014/main" id="{ADD16FD6-C196-64F6-297C-E3804E970F89}"/>
                    </a:ext>
                  </a:extLst>
                </p:cNvPr>
                <p:cNvSpPr/>
                <p:nvPr/>
              </p:nvSpPr>
              <p:spPr>
                <a:xfrm>
                  <a:off x="438008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2B8AB">
                    <a:alpha val="100000"/>
                  </a:srgbClr>
                </a:solidFill>
                <a:ln w="5420" cap="flat">
                  <a:solidFill>
                    <a:srgbClr val="52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4" name="pg3034">
                  <a:extLst>
                    <a:ext uri="{FF2B5EF4-FFF2-40B4-BE49-F238E27FC236}">
                      <a16:creationId xmlns:a16="http://schemas.microsoft.com/office/drawing/2014/main" id="{7C145A54-BD06-5AD1-0D54-91D27580050B}"/>
                    </a:ext>
                  </a:extLst>
                </p:cNvPr>
                <p:cNvSpPr/>
                <p:nvPr/>
              </p:nvSpPr>
              <p:spPr>
                <a:xfrm>
                  <a:off x="4391718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5" name="pg3035">
                  <a:extLst>
                    <a:ext uri="{FF2B5EF4-FFF2-40B4-BE49-F238E27FC236}">
                      <a16:creationId xmlns:a16="http://schemas.microsoft.com/office/drawing/2014/main" id="{BCD4A021-D1FF-8AC3-CE48-F862D352D859}"/>
                    </a:ext>
                  </a:extLst>
                </p:cNvPr>
                <p:cNvSpPr/>
                <p:nvPr/>
              </p:nvSpPr>
              <p:spPr>
                <a:xfrm>
                  <a:off x="4403355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6" name="pg3036">
                  <a:extLst>
                    <a:ext uri="{FF2B5EF4-FFF2-40B4-BE49-F238E27FC236}">
                      <a16:creationId xmlns:a16="http://schemas.microsoft.com/office/drawing/2014/main" id="{B459482C-B8CF-3947-C685-1820A6095C5F}"/>
                    </a:ext>
                  </a:extLst>
                </p:cNvPr>
                <p:cNvSpPr/>
                <p:nvPr/>
              </p:nvSpPr>
              <p:spPr>
                <a:xfrm>
                  <a:off x="4414992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7" name="pg3037">
                  <a:extLst>
                    <a:ext uri="{FF2B5EF4-FFF2-40B4-BE49-F238E27FC236}">
                      <a16:creationId xmlns:a16="http://schemas.microsoft.com/office/drawing/2014/main" id="{7A73E1BF-F544-881A-56DA-90FAC871C6AE}"/>
                    </a:ext>
                  </a:extLst>
                </p:cNvPr>
                <p:cNvSpPr/>
                <p:nvPr/>
              </p:nvSpPr>
              <p:spPr>
                <a:xfrm>
                  <a:off x="442663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8" name="pg3038">
                  <a:extLst>
                    <a:ext uri="{FF2B5EF4-FFF2-40B4-BE49-F238E27FC236}">
                      <a16:creationId xmlns:a16="http://schemas.microsoft.com/office/drawing/2014/main" id="{4A850EF1-E14D-EBC4-CD6E-FEE2BA5EF793}"/>
                    </a:ext>
                  </a:extLst>
                </p:cNvPr>
                <p:cNvSpPr/>
                <p:nvPr/>
              </p:nvSpPr>
              <p:spPr>
                <a:xfrm>
                  <a:off x="4438267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39" name="pg3039">
                  <a:extLst>
                    <a:ext uri="{FF2B5EF4-FFF2-40B4-BE49-F238E27FC236}">
                      <a16:creationId xmlns:a16="http://schemas.microsoft.com/office/drawing/2014/main" id="{2D2A10E7-5C0B-7218-3391-A86FA1092E55}"/>
                    </a:ext>
                  </a:extLst>
                </p:cNvPr>
                <p:cNvSpPr/>
                <p:nvPr/>
              </p:nvSpPr>
              <p:spPr>
                <a:xfrm>
                  <a:off x="4589552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0" name="pg3040">
                  <a:extLst>
                    <a:ext uri="{FF2B5EF4-FFF2-40B4-BE49-F238E27FC236}">
                      <a16:creationId xmlns:a16="http://schemas.microsoft.com/office/drawing/2014/main" id="{DCD96310-AFA2-AF8B-2FF9-182C45F0BB16}"/>
                    </a:ext>
                  </a:extLst>
                </p:cNvPr>
                <p:cNvSpPr/>
                <p:nvPr/>
              </p:nvSpPr>
              <p:spPr>
                <a:xfrm>
                  <a:off x="4601190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1" name="pg3041">
                  <a:extLst>
                    <a:ext uri="{FF2B5EF4-FFF2-40B4-BE49-F238E27FC236}">
                      <a16:creationId xmlns:a16="http://schemas.microsoft.com/office/drawing/2014/main" id="{F3FF788E-96C4-EC3A-DB5C-4D6798F33A0F}"/>
                    </a:ext>
                  </a:extLst>
                </p:cNvPr>
                <p:cNvSpPr/>
                <p:nvPr/>
              </p:nvSpPr>
              <p:spPr>
                <a:xfrm>
                  <a:off x="4612827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2" name="pg3042">
                  <a:extLst>
                    <a:ext uri="{FF2B5EF4-FFF2-40B4-BE49-F238E27FC236}">
                      <a16:creationId xmlns:a16="http://schemas.microsoft.com/office/drawing/2014/main" id="{34D4F968-C1B4-2EEB-83D5-85CA9678FF97}"/>
                    </a:ext>
                  </a:extLst>
                </p:cNvPr>
                <p:cNvSpPr/>
                <p:nvPr/>
              </p:nvSpPr>
              <p:spPr>
                <a:xfrm>
                  <a:off x="4624464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3" name="pg3043">
                  <a:extLst>
                    <a:ext uri="{FF2B5EF4-FFF2-40B4-BE49-F238E27FC236}">
                      <a16:creationId xmlns:a16="http://schemas.microsoft.com/office/drawing/2014/main" id="{704DDDF3-CF4D-76C2-7D7A-77927A9A9435}"/>
                    </a:ext>
                  </a:extLst>
                </p:cNvPr>
                <p:cNvSpPr/>
                <p:nvPr/>
              </p:nvSpPr>
              <p:spPr>
                <a:xfrm>
                  <a:off x="4636101" y="485290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BA9">
                    <a:alpha val="100000"/>
                  </a:srgbClr>
                </a:solidFill>
                <a:ln w="5420" cap="flat">
                  <a:solidFill>
                    <a:srgbClr val="399B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4" name="pg3044">
                  <a:extLst>
                    <a:ext uri="{FF2B5EF4-FFF2-40B4-BE49-F238E27FC236}">
                      <a16:creationId xmlns:a16="http://schemas.microsoft.com/office/drawing/2014/main" id="{5856A080-C0E4-CBCE-0B3B-0F025A845F43}"/>
                    </a:ext>
                  </a:extLst>
                </p:cNvPr>
                <p:cNvSpPr/>
                <p:nvPr/>
              </p:nvSpPr>
              <p:spPr>
                <a:xfrm>
                  <a:off x="3088337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5" name="pg3045">
                  <a:extLst>
                    <a:ext uri="{FF2B5EF4-FFF2-40B4-BE49-F238E27FC236}">
                      <a16:creationId xmlns:a16="http://schemas.microsoft.com/office/drawing/2014/main" id="{7E8F02C4-871A-F512-70EC-676D0358E442}"/>
                    </a:ext>
                  </a:extLst>
                </p:cNvPr>
                <p:cNvSpPr/>
                <p:nvPr/>
              </p:nvSpPr>
              <p:spPr>
                <a:xfrm>
                  <a:off x="3099974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6" name="pg3046">
                  <a:extLst>
                    <a:ext uri="{FF2B5EF4-FFF2-40B4-BE49-F238E27FC236}">
                      <a16:creationId xmlns:a16="http://schemas.microsoft.com/office/drawing/2014/main" id="{F85492FC-69AA-A70F-3CF4-FD088A6E9F5A}"/>
                    </a:ext>
                  </a:extLst>
                </p:cNvPr>
                <p:cNvSpPr/>
                <p:nvPr/>
              </p:nvSpPr>
              <p:spPr>
                <a:xfrm>
                  <a:off x="3111611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7" name="pg3047">
                  <a:extLst>
                    <a:ext uri="{FF2B5EF4-FFF2-40B4-BE49-F238E27FC236}">
                      <a16:creationId xmlns:a16="http://schemas.microsoft.com/office/drawing/2014/main" id="{01333AAC-8975-6315-6C86-C251B804111B}"/>
                    </a:ext>
                  </a:extLst>
                </p:cNvPr>
                <p:cNvSpPr/>
                <p:nvPr/>
              </p:nvSpPr>
              <p:spPr>
                <a:xfrm>
                  <a:off x="3123249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8" name="pg3048">
                  <a:extLst>
                    <a:ext uri="{FF2B5EF4-FFF2-40B4-BE49-F238E27FC236}">
                      <a16:creationId xmlns:a16="http://schemas.microsoft.com/office/drawing/2014/main" id="{54A7025B-F514-C4D3-91E3-7EF1D1F79EDE}"/>
                    </a:ext>
                  </a:extLst>
                </p:cNvPr>
                <p:cNvSpPr/>
                <p:nvPr/>
              </p:nvSpPr>
              <p:spPr>
                <a:xfrm>
                  <a:off x="3134886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49" name="pg3049">
                  <a:extLst>
                    <a:ext uri="{FF2B5EF4-FFF2-40B4-BE49-F238E27FC236}">
                      <a16:creationId xmlns:a16="http://schemas.microsoft.com/office/drawing/2014/main" id="{7BA2C05D-86F6-1E79-32C2-982E21B5AEF0}"/>
                    </a:ext>
                  </a:extLst>
                </p:cNvPr>
                <p:cNvSpPr/>
                <p:nvPr/>
              </p:nvSpPr>
              <p:spPr>
                <a:xfrm>
                  <a:off x="3146523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0" name="pg3050">
                  <a:extLst>
                    <a:ext uri="{FF2B5EF4-FFF2-40B4-BE49-F238E27FC236}">
                      <a16:creationId xmlns:a16="http://schemas.microsoft.com/office/drawing/2014/main" id="{AD7CF631-599B-E388-E611-235C9F851A4E}"/>
                    </a:ext>
                  </a:extLst>
                </p:cNvPr>
                <p:cNvSpPr/>
                <p:nvPr/>
              </p:nvSpPr>
              <p:spPr>
                <a:xfrm>
                  <a:off x="3518918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1" name="pg3051">
                  <a:extLst>
                    <a:ext uri="{FF2B5EF4-FFF2-40B4-BE49-F238E27FC236}">
                      <a16:creationId xmlns:a16="http://schemas.microsoft.com/office/drawing/2014/main" id="{F0EC2317-4192-2FED-05D8-27031D78D9E3}"/>
                    </a:ext>
                  </a:extLst>
                </p:cNvPr>
                <p:cNvSpPr/>
                <p:nvPr/>
              </p:nvSpPr>
              <p:spPr>
                <a:xfrm>
                  <a:off x="3530555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2" name="pg3052">
                  <a:extLst>
                    <a:ext uri="{FF2B5EF4-FFF2-40B4-BE49-F238E27FC236}">
                      <a16:creationId xmlns:a16="http://schemas.microsoft.com/office/drawing/2014/main" id="{50D15FBE-D46F-A78C-D0B8-FE665B5C1F94}"/>
                    </a:ext>
                  </a:extLst>
                </p:cNvPr>
                <p:cNvSpPr/>
                <p:nvPr/>
              </p:nvSpPr>
              <p:spPr>
                <a:xfrm>
                  <a:off x="3542193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3" name="pg3053">
                  <a:extLst>
                    <a:ext uri="{FF2B5EF4-FFF2-40B4-BE49-F238E27FC236}">
                      <a16:creationId xmlns:a16="http://schemas.microsoft.com/office/drawing/2014/main" id="{EBD6595E-C0AB-55C6-8697-85C01C4BEBBE}"/>
                    </a:ext>
                  </a:extLst>
                </p:cNvPr>
                <p:cNvSpPr/>
                <p:nvPr/>
              </p:nvSpPr>
              <p:spPr>
                <a:xfrm>
                  <a:off x="355383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4" name="pg3054">
                  <a:extLst>
                    <a:ext uri="{FF2B5EF4-FFF2-40B4-BE49-F238E27FC236}">
                      <a16:creationId xmlns:a16="http://schemas.microsoft.com/office/drawing/2014/main" id="{0070A8FD-B01D-DDEB-B9C2-B43D75700A00}"/>
                    </a:ext>
                  </a:extLst>
                </p:cNvPr>
                <p:cNvSpPr/>
                <p:nvPr/>
              </p:nvSpPr>
              <p:spPr>
                <a:xfrm>
                  <a:off x="3565467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5" name="pg3055">
                  <a:extLst>
                    <a:ext uri="{FF2B5EF4-FFF2-40B4-BE49-F238E27FC236}">
                      <a16:creationId xmlns:a16="http://schemas.microsoft.com/office/drawing/2014/main" id="{412A25BC-FDEF-54D7-4727-BDD8E96A6E20}"/>
                    </a:ext>
                  </a:extLst>
                </p:cNvPr>
                <p:cNvSpPr/>
                <p:nvPr/>
              </p:nvSpPr>
              <p:spPr>
                <a:xfrm>
                  <a:off x="3577105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6" name="pg3056">
                  <a:extLst>
                    <a:ext uri="{FF2B5EF4-FFF2-40B4-BE49-F238E27FC236}">
                      <a16:creationId xmlns:a16="http://schemas.microsoft.com/office/drawing/2014/main" id="{DAE04B45-4EEA-B972-5A47-3615F30AF4AA}"/>
                    </a:ext>
                  </a:extLst>
                </p:cNvPr>
                <p:cNvSpPr/>
                <p:nvPr/>
              </p:nvSpPr>
              <p:spPr>
                <a:xfrm>
                  <a:off x="3588742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7" name="pg3057">
                  <a:extLst>
                    <a:ext uri="{FF2B5EF4-FFF2-40B4-BE49-F238E27FC236}">
                      <a16:creationId xmlns:a16="http://schemas.microsoft.com/office/drawing/2014/main" id="{7FEDC68F-B5C0-0411-0C38-D53DEF95D85F}"/>
                    </a:ext>
                  </a:extLst>
                </p:cNvPr>
                <p:cNvSpPr/>
                <p:nvPr/>
              </p:nvSpPr>
              <p:spPr>
                <a:xfrm>
                  <a:off x="3600379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8" name="pg3058">
                  <a:extLst>
                    <a:ext uri="{FF2B5EF4-FFF2-40B4-BE49-F238E27FC236}">
                      <a16:creationId xmlns:a16="http://schemas.microsoft.com/office/drawing/2014/main" id="{CE305AFA-7492-2431-8902-ABCCA553CADC}"/>
                    </a:ext>
                  </a:extLst>
                </p:cNvPr>
                <p:cNvSpPr/>
                <p:nvPr/>
              </p:nvSpPr>
              <p:spPr>
                <a:xfrm>
                  <a:off x="3612016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59" name="pg3059">
                  <a:extLst>
                    <a:ext uri="{FF2B5EF4-FFF2-40B4-BE49-F238E27FC236}">
                      <a16:creationId xmlns:a16="http://schemas.microsoft.com/office/drawing/2014/main" id="{D45AFE5B-30E6-9348-1300-1F34C1B1F212}"/>
                    </a:ext>
                  </a:extLst>
                </p:cNvPr>
                <p:cNvSpPr/>
                <p:nvPr/>
              </p:nvSpPr>
              <p:spPr>
                <a:xfrm>
                  <a:off x="3623654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0" name="pg3060">
                  <a:extLst>
                    <a:ext uri="{FF2B5EF4-FFF2-40B4-BE49-F238E27FC236}">
                      <a16:creationId xmlns:a16="http://schemas.microsoft.com/office/drawing/2014/main" id="{DF4A1F67-D291-829E-BBB0-6E217B0B91E8}"/>
                    </a:ext>
                  </a:extLst>
                </p:cNvPr>
                <p:cNvSpPr/>
                <p:nvPr/>
              </p:nvSpPr>
              <p:spPr>
                <a:xfrm>
                  <a:off x="3635291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1" name="pg3061">
                  <a:extLst>
                    <a:ext uri="{FF2B5EF4-FFF2-40B4-BE49-F238E27FC236}">
                      <a16:creationId xmlns:a16="http://schemas.microsoft.com/office/drawing/2014/main" id="{B1513F34-36D7-1D3B-DA03-7EC2FE962DB9}"/>
                    </a:ext>
                  </a:extLst>
                </p:cNvPr>
                <p:cNvSpPr/>
                <p:nvPr/>
              </p:nvSpPr>
              <p:spPr>
                <a:xfrm>
                  <a:off x="3646928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2" name="pg3062">
                  <a:extLst>
                    <a:ext uri="{FF2B5EF4-FFF2-40B4-BE49-F238E27FC236}">
                      <a16:creationId xmlns:a16="http://schemas.microsoft.com/office/drawing/2014/main" id="{3D0326F5-AC99-248C-7979-1A4EF678CEA0}"/>
                    </a:ext>
                  </a:extLst>
                </p:cNvPr>
                <p:cNvSpPr/>
                <p:nvPr/>
              </p:nvSpPr>
              <p:spPr>
                <a:xfrm>
                  <a:off x="3658566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3" name="pg3063">
                  <a:extLst>
                    <a:ext uri="{FF2B5EF4-FFF2-40B4-BE49-F238E27FC236}">
                      <a16:creationId xmlns:a16="http://schemas.microsoft.com/office/drawing/2014/main" id="{68FFEA90-002D-4292-EFB9-5E5F44EF7C8E}"/>
                    </a:ext>
                  </a:extLst>
                </p:cNvPr>
                <p:cNvSpPr/>
                <p:nvPr/>
              </p:nvSpPr>
              <p:spPr>
                <a:xfrm>
                  <a:off x="3670203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4" name="pg3064">
                  <a:extLst>
                    <a:ext uri="{FF2B5EF4-FFF2-40B4-BE49-F238E27FC236}">
                      <a16:creationId xmlns:a16="http://schemas.microsoft.com/office/drawing/2014/main" id="{652CCED1-A3F2-5856-31B3-D074663DCED5}"/>
                    </a:ext>
                  </a:extLst>
                </p:cNvPr>
                <p:cNvSpPr/>
                <p:nvPr/>
              </p:nvSpPr>
              <p:spPr>
                <a:xfrm>
                  <a:off x="368184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5" name="pg3065">
                  <a:extLst>
                    <a:ext uri="{FF2B5EF4-FFF2-40B4-BE49-F238E27FC236}">
                      <a16:creationId xmlns:a16="http://schemas.microsoft.com/office/drawing/2014/main" id="{35F3631B-7F2B-A90F-05DA-4B178B9C132A}"/>
                    </a:ext>
                  </a:extLst>
                </p:cNvPr>
                <p:cNvSpPr/>
                <p:nvPr/>
              </p:nvSpPr>
              <p:spPr>
                <a:xfrm>
                  <a:off x="3693478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6" name="pg3066">
                  <a:extLst>
                    <a:ext uri="{FF2B5EF4-FFF2-40B4-BE49-F238E27FC236}">
                      <a16:creationId xmlns:a16="http://schemas.microsoft.com/office/drawing/2014/main" id="{7EDE58F8-8129-4D27-9648-BCE01006D9F9}"/>
                    </a:ext>
                  </a:extLst>
                </p:cNvPr>
                <p:cNvSpPr/>
                <p:nvPr/>
              </p:nvSpPr>
              <p:spPr>
                <a:xfrm>
                  <a:off x="3705115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7" name="pg3067">
                  <a:extLst>
                    <a:ext uri="{FF2B5EF4-FFF2-40B4-BE49-F238E27FC236}">
                      <a16:creationId xmlns:a16="http://schemas.microsoft.com/office/drawing/2014/main" id="{E93A74A3-0979-335A-6EC3-6C6A7E9F64BA}"/>
                    </a:ext>
                  </a:extLst>
                </p:cNvPr>
                <p:cNvSpPr/>
                <p:nvPr/>
              </p:nvSpPr>
              <p:spPr>
                <a:xfrm>
                  <a:off x="3716752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8" name="pg3068">
                  <a:extLst>
                    <a:ext uri="{FF2B5EF4-FFF2-40B4-BE49-F238E27FC236}">
                      <a16:creationId xmlns:a16="http://schemas.microsoft.com/office/drawing/2014/main" id="{FDF86668-8B87-8C3C-3DB6-4D1CDD7318FD}"/>
                    </a:ext>
                  </a:extLst>
                </p:cNvPr>
                <p:cNvSpPr/>
                <p:nvPr/>
              </p:nvSpPr>
              <p:spPr>
                <a:xfrm>
                  <a:off x="372839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69" name="pg3069">
                  <a:extLst>
                    <a:ext uri="{FF2B5EF4-FFF2-40B4-BE49-F238E27FC236}">
                      <a16:creationId xmlns:a16="http://schemas.microsoft.com/office/drawing/2014/main" id="{E67299F3-A6D3-3022-939E-DBC0B27C57C3}"/>
                    </a:ext>
                  </a:extLst>
                </p:cNvPr>
                <p:cNvSpPr/>
                <p:nvPr/>
              </p:nvSpPr>
              <p:spPr>
                <a:xfrm>
                  <a:off x="3740027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3AB">
                    <a:alpha val="100000"/>
                  </a:srgbClr>
                </a:solidFill>
                <a:ln w="5420" cap="flat">
                  <a:solidFill>
                    <a:srgbClr val="4E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0" name="pg3070">
                  <a:extLst>
                    <a:ext uri="{FF2B5EF4-FFF2-40B4-BE49-F238E27FC236}">
                      <a16:creationId xmlns:a16="http://schemas.microsoft.com/office/drawing/2014/main" id="{6F5193F6-E95F-3F39-5852-9D51A67C35EF}"/>
                    </a:ext>
                  </a:extLst>
                </p:cNvPr>
                <p:cNvSpPr/>
                <p:nvPr/>
              </p:nvSpPr>
              <p:spPr>
                <a:xfrm>
                  <a:off x="3751664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4AB">
                    <a:alpha val="100000"/>
                  </a:srgbClr>
                </a:solidFill>
                <a:ln w="5420" cap="flat">
                  <a:solidFill>
                    <a:srgbClr val="4F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1" name="pg3071">
                  <a:extLst>
                    <a:ext uri="{FF2B5EF4-FFF2-40B4-BE49-F238E27FC236}">
                      <a16:creationId xmlns:a16="http://schemas.microsoft.com/office/drawing/2014/main" id="{53E94A11-4161-78DA-8A24-1E7DF830B229}"/>
                    </a:ext>
                  </a:extLst>
                </p:cNvPr>
                <p:cNvSpPr/>
                <p:nvPr/>
              </p:nvSpPr>
              <p:spPr>
                <a:xfrm>
                  <a:off x="3763302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2" name="pg3072">
                  <a:extLst>
                    <a:ext uri="{FF2B5EF4-FFF2-40B4-BE49-F238E27FC236}">
                      <a16:creationId xmlns:a16="http://schemas.microsoft.com/office/drawing/2014/main" id="{793FEF55-2AA0-7688-0B87-B4AA8C55E318}"/>
                    </a:ext>
                  </a:extLst>
                </p:cNvPr>
                <p:cNvSpPr/>
                <p:nvPr/>
              </p:nvSpPr>
              <p:spPr>
                <a:xfrm>
                  <a:off x="3774939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3" name="pg3073">
                  <a:extLst>
                    <a:ext uri="{FF2B5EF4-FFF2-40B4-BE49-F238E27FC236}">
                      <a16:creationId xmlns:a16="http://schemas.microsoft.com/office/drawing/2014/main" id="{0C39968A-0357-041B-20C3-5C591FF6FB01}"/>
                    </a:ext>
                  </a:extLst>
                </p:cNvPr>
                <p:cNvSpPr/>
                <p:nvPr/>
              </p:nvSpPr>
              <p:spPr>
                <a:xfrm>
                  <a:off x="3786576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4" name="pg3074">
                  <a:extLst>
                    <a:ext uri="{FF2B5EF4-FFF2-40B4-BE49-F238E27FC236}">
                      <a16:creationId xmlns:a16="http://schemas.microsoft.com/office/drawing/2014/main" id="{771FAD84-3A97-81E3-4695-7F461E570C1B}"/>
                    </a:ext>
                  </a:extLst>
                </p:cNvPr>
                <p:cNvSpPr/>
                <p:nvPr/>
              </p:nvSpPr>
              <p:spPr>
                <a:xfrm>
                  <a:off x="438008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8AB">
                    <a:alpha val="100000"/>
                  </a:srgbClr>
                </a:solidFill>
                <a:ln w="5420" cap="flat">
                  <a:solidFill>
                    <a:srgbClr val="51B8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5" name="pg3075">
                  <a:extLst>
                    <a:ext uri="{FF2B5EF4-FFF2-40B4-BE49-F238E27FC236}">
                      <a16:creationId xmlns:a16="http://schemas.microsoft.com/office/drawing/2014/main" id="{C432E469-86B3-9BB2-B2E3-C61DFBCC9DB6}"/>
                    </a:ext>
                  </a:extLst>
                </p:cNvPr>
                <p:cNvSpPr/>
                <p:nvPr/>
              </p:nvSpPr>
              <p:spPr>
                <a:xfrm>
                  <a:off x="4391718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6" name="pg3076">
                  <a:extLst>
                    <a:ext uri="{FF2B5EF4-FFF2-40B4-BE49-F238E27FC236}">
                      <a16:creationId xmlns:a16="http://schemas.microsoft.com/office/drawing/2014/main" id="{48810C06-9D9A-C2F1-D302-31F7BBCB62A0}"/>
                    </a:ext>
                  </a:extLst>
                </p:cNvPr>
                <p:cNvSpPr/>
                <p:nvPr/>
              </p:nvSpPr>
              <p:spPr>
                <a:xfrm>
                  <a:off x="4403355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7" name="pg3077">
                  <a:extLst>
                    <a:ext uri="{FF2B5EF4-FFF2-40B4-BE49-F238E27FC236}">
                      <a16:creationId xmlns:a16="http://schemas.microsoft.com/office/drawing/2014/main" id="{DA9BEF7C-5975-26C9-631E-2F4661FA7BD0}"/>
                    </a:ext>
                  </a:extLst>
                </p:cNvPr>
                <p:cNvSpPr/>
                <p:nvPr/>
              </p:nvSpPr>
              <p:spPr>
                <a:xfrm>
                  <a:off x="4414992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8" name="pg3078">
                  <a:extLst>
                    <a:ext uri="{FF2B5EF4-FFF2-40B4-BE49-F238E27FC236}">
                      <a16:creationId xmlns:a16="http://schemas.microsoft.com/office/drawing/2014/main" id="{056A5728-033A-8066-91AB-CED483B8008A}"/>
                    </a:ext>
                  </a:extLst>
                </p:cNvPr>
                <p:cNvSpPr/>
                <p:nvPr/>
              </p:nvSpPr>
              <p:spPr>
                <a:xfrm>
                  <a:off x="442663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79" name="pg3079">
                  <a:extLst>
                    <a:ext uri="{FF2B5EF4-FFF2-40B4-BE49-F238E27FC236}">
                      <a16:creationId xmlns:a16="http://schemas.microsoft.com/office/drawing/2014/main" id="{469E49CA-5C30-234D-7DB3-40C849A73445}"/>
                    </a:ext>
                  </a:extLst>
                </p:cNvPr>
                <p:cNvSpPr/>
                <p:nvPr/>
              </p:nvSpPr>
              <p:spPr>
                <a:xfrm>
                  <a:off x="4438267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0" name="pg3080">
                  <a:extLst>
                    <a:ext uri="{FF2B5EF4-FFF2-40B4-BE49-F238E27FC236}">
                      <a16:creationId xmlns:a16="http://schemas.microsoft.com/office/drawing/2014/main" id="{021BF269-7E18-8975-D29E-38879F57A5F9}"/>
                    </a:ext>
                  </a:extLst>
                </p:cNvPr>
                <p:cNvSpPr/>
                <p:nvPr/>
              </p:nvSpPr>
              <p:spPr>
                <a:xfrm>
                  <a:off x="4449904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1" name="pg3081">
                  <a:extLst>
                    <a:ext uri="{FF2B5EF4-FFF2-40B4-BE49-F238E27FC236}">
                      <a16:creationId xmlns:a16="http://schemas.microsoft.com/office/drawing/2014/main" id="{A5D620D9-5BCD-5B9E-4B81-B6A8D091881B}"/>
                    </a:ext>
                  </a:extLst>
                </p:cNvPr>
                <p:cNvSpPr/>
                <p:nvPr/>
              </p:nvSpPr>
              <p:spPr>
                <a:xfrm>
                  <a:off x="4601190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2" name="pg3082">
                  <a:extLst>
                    <a:ext uri="{FF2B5EF4-FFF2-40B4-BE49-F238E27FC236}">
                      <a16:creationId xmlns:a16="http://schemas.microsoft.com/office/drawing/2014/main" id="{703C8196-7215-FFA0-D2D3-457F796C8043}"/>
                    </a:ext>
                  </a:extLst>
                </p:cNvPr>
                <p:cNvSpPr/>
                <p:nvPr/>
              </p:nvSpPr>
              <p:spPr>
                <a:xfrm>
                  <a:off x="4612827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3" name="pg3083">
                  <a:extLst>
                    <a:ext uri="{FF2B5EF4-FFF2-40B4-BE49-F238E27FC236}">
                      <a16:creationId xmlns:a16="http://schemas.microsoft.com/office/drawing/2014/main" id="{1C31B331-234A-5A77-1E7E-A1470CB891F1}"/>
                    </a:ext>
                  </a:extLst>
                </p:cNvPr>
                <p:cNvSpPr/>
                <p:nvPr/>
              </p:nvSpPr>
              <p:spPr>
                <a:xfrm>
                  <a:off x="4624464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4" name="pg3084">
                  <a:extLst>
                    <a:ext uri="{FF2B5EF4-FFF2-40B4-BE49-F238E27FC236}">
                      <a16:creationId xmlns:a16="http://schemas.microsoft.com/office/drawing/2014/main" id="{4302A5C0-A925-C105-4FC0-F28C87AF28B0}"/>
                    </a:ext>
                  </a:extLst>
                </p:cNvPr>
                <p:cNvSpPr/>
                <p:nvPr/>
              </p:nvSpPr>
              <p:spPr>
                <a:xfrm>
                  <a:off x="4636101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5" name="pg3085">
                  <a:extLst>
                    <a:ext uri="{FF2B5EF4-FFF2-40B4-BE49-F238E27FC236}">
                      <a16:creationId xmlns:a16="http://schemas.microsoft.com/office/drawing/2014/main" id="{2CE57F96-81F0-E4F2-21E7-633C023F43D6}"/>
                    </a:ext>
                  </a:extLst>
                </p:cNvPr>
                <p:cNvSpPr/>
                <p:nvPr/>
              </p:nvSpPr>
              <p:spPr>
                <a:xfrm>
                  <a:off x="4647739" y="48672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99CA9">
                    <a:alpha val="100000"/>
                  </a:srgbClr>
                </a:solidFill>
                <a:ln w="5420" cap="flat">
                  <a:solidFill>
                    <a:srgbClr val="39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6" name="pg3086">
                  <a:extLst>
                    <a:ext uri="{FF2B5EF4-FFF2-40B4-BE49-F238E27FC236}">
                      <a16:creationId xmlns:a16="http://schemas.microsoft.com/office/drawing/2014/main" id="{DBFE9E02-E49E-DE36-08CA-300C77210A09}"/>
                    </a:ext>
                  </a:extLst>
                </p:cNvPr>
                <p:cNvSpPr/>
                <p:nvPr/>
              </p:nvSpPr>
              <p:spPr>
                <a:xfrm>
                  <a:off x="306506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7" name="pg3087">
                  <a:extLst>
                    <a:ext uri="{FF2B5EF4-FFF2-40B4-BE49-F238E27FC236}">
                      <a16:creationId xmlns:a16="http://schemas.microsoft.com/office/drawing/2014/main" id="{F5D55751-517A-83C6-BC87-CEC159DE41BD}"/>
                    </a:ext>
                  </a:extLst>
                </p:cNvPr>
                <p:cNvSpPr/>
                <p:nvPr/>
              </p:nvSpPr>
              <p:spPr>
                <a:xfrm>
                  <a:off x="3076699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8" name="pg3088">
                  <a:extLst>
                    <a:ext uri="{FF2B5EF4-FFF2-40B4-BE49-F238E27FC236}">
                      <a16:creationId xmlns:a16="http://schemas.microsoft.com/office/drawing/2014/main" id="{B81F6924-0143-5959-EF82-8DE033542728}"/>
                    </a:ext>
                  </a:extLst>
                </p:cNvPr>
                <p:cNvSpPr/>
                <p:nvPr/>
              </p:nvSpPr>
              <p:spPr>
                <a:xfrm>
                  <a:off x="3088337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89" name="pg3089">
                  <a:extLst>
                    <a:ext uri="{FF2B5EF4-FFF2-40B4-BE49-F238E27FC236}">
                      <a16:creationId xmlns:a16="http://schemas.microsoft.com/office/drawing/2014/main" id="{46ACCCE9-8CA1-B76B-7213-BBD5EC4906DF}"/>
                    </a:ext>
                  </a:extLst>
                </p:cNvPr>
                <p:cNvSpPr/>
                <p:nvPr/>
              </p:nvSpPr>
              <p:spPr>
                <a:xfrm>
                  <a:off x="3099974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0" name="pg3090">
                  <a:extLst>
                    <a:ext uri="{FF2B5EF4-FFF2-40B4-BE49-F238E27FC236}">
                      <a16:creationId xmlns:a16="http://schemas.microsoft.com/office/drawing/2014/main" id="{7B5D992F-A759-0306-B6BF-002B49217661}"/>
                    </a:ext>
                  </a:extLst>
                </p:cNvPr>
                <p:cNvSpPr/>
                <p:nvPr/>
              </p:nvSpPr>
              <p:spPr>
                <a:xfrm>
                  <a:off x="3111611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1" name="pg3091">
                  <a:extLst>
                    <a:ext uri="{FF2B5EF4-FFF2-40B4-BE49-F238E27FC236}">
                      <a16:creationId xmlns:a16="http://schemas.microsoft.com/office/drawing/2014/main" id="{20F638BB-A77B-E7F1-B8DD-40A839515B41}"/>
                    </a:ext>
                  </a:extLst>
                </p:cNvPr>
                <p:cNvSpPr/>
                <p:nvPr/>
              </p:nvSpPr>
              <p:spPr>
                <a:xfrm>
                  <a:off x="3123249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2" name="pg3092">
                  <a:extLst>
                    <a:ext uri="{FF2B5EF4-FFF2-40B4-BE49-F238E27FC236}">
                      <a16:creationId xmlns:a16="http://schemas.microsoft.com/office/drawing/2014/main" id="{48ECAAB0-1115-6854-046F-2387DCDC31AF}"/>
                    </a:ext>
                  </a:extLst>
                </p:cNvPr>
                <p:cNvSpPr/>
                <p:nvPr/>
              </p:nvSpPr>
              <p:spPr>
                <a:xfrm>
                  <a:off x="3134886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5CFAE">
                    <a:alpha val="100000"/>
                  </a:srgbClr>
                </a:solidFill>
                <a:ln w="5420" cap="flat">
                  <a:solidFill>
                    <a:srgbClr val="65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3" name="pg3093">
                  <a:extLst>
                    <a:ext uri="{FF2B5EF4-FFF2-40B4-BE49-F238E27FC236}">
                      <a16:creationId xmlns:a16="http://schemas.microsoft.com/office/drawing/2014/main" id="{18992B04-87A9-B709-3AF0-C3B5E8648BF7}"/>
                    </a:ext>
                  </a:extLst>
                </p:cNvPr>
                <p:cNvSpPr/>
                <p:nvPr/>
              </p:nvSpPr>
              <p:spPr>
                <a:xfrm>
                  <a:off x="3542193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4" name="pg3094">
                  <a:extLst>
                    <a:ext uri="{FF2B5EF4-FFF2-40B4-BE49-F238E27FC236}">
                      <a16:creationId xmlns:a16="http://schemas.microsoft.com/office/drawing/2014/main" id="{75175AEA-9C42-F233-6097-7C6C2C5DE850}"/>
                    </a:ext>
                  </a:extLst>
                </p:cNvPr>
                <p:cNvSpPr/>
                <p:nvPr/>
              </p:nvSpPr>
              <p:spPr>
                <a:xfrm>
                  <a:off x="3553830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5" name="pg3095">
                  <a:extLst>
                    <a:ext uri="{FF2B5EF4-FFF2-40B4-BE49-F238E27FC236}">
                      <a16:creationId xmlns:a16="http://schemas.microsoft.com/office/drawing/2014/main" id="{FFFC18A4-9FC0-0EF5-DB74-0658D7DBF2E3}"/>
                    </a:ext>
                  </a:extLst>
                </p:cNvPr>
                <p:cNvSpPr/>
                <p:nvPr/>
              </p:nvSpPr>
              <p:spPr>
                <a:xfrm>
                  <a:off x="3565467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6" name="pg3096">
                  <a:extLst>
                    <a:ext uri="{FF2B5EF4-FFF2-40B4-BE49-F238E27FC236}">
                      <a16:creationId xmlns:a16="http://schemas.microsoft.com/office/drawing/2014/main" id="{E3CC52A4-C5FC-5B73-1848-991AB5A062E4}"/>
                    </a:ext>
                  </a:extLst>
                </p:cNvPr>
                <p:cNvSpPr/>
                <p:nvPr/>
              </p:nvSpPr>
              <p:spPr>
                <a:xfrm>
                  <a:off x="3577105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7" name="pg3097">
                  <a:extLst>
                    <a:ext uri="{FF2B5EF4-FFF2-40B4-BE49-F238E27FC236}">
                      <a16:creationId xmlns:a16="http://schemas.microsoft.com/office/drawing/2014/main" id="{FD9163BA-58B5-87E5-A22C-2090AEEC9EB3}"/>
                    </a:ext>
                  </a:extLst>
                </p:cNvPr>
                <p:cNvSpPr/>
                <p:nvPr/>
              </p:nvSpPr>
              <p:spPr>
                <a:xfrm>
                  <a:off x="358874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8" name="pg3098">
                  <a:extLst>
                    <a:ext uri="{FF2B5EF4-FFF2-40B4-BE49-F238E27FC236}">
                      <a16:creationId xmlns:a16="http://schemas.microsoft.com/office/drawing/2014/main" id="{D3908094-AFD0-AF3D-7AA4-69066508D438}"/>
                    </a:ext>
                  </a:extLst>
                </p:cNvPr>
                <p:cNvSpPr/>
                <p:nvPr/>
              </p:nvSpPr>
              <p:spPr>
                <a:xfrm>
                  <a:off x="3600379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099" name="pg3099">
                  <a:extLst>
                    <a:ext uri="{FF2B5EF4-FFF2-40B4-BE49-F238E27FC236}">
                      <a16:creationId xmlns:a16="http://schemas.microsoft.com/office/drawing/2014/main" id="{088E8ACE-CE8E-2034-718E-2158F2870A41}"/>
                    </a:ext>
                  </a:extLst>
                </p:cNvPr>
                <p:cNvSpPr/>
                <p:nvPr/>
              </p:nvSpPr>
              <p:spPr>
                <a:xfrm>
                  <a:off x="3612016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0" name="pg3100">
                  <a:extLst>
                    <a:ext uri="{FF2B5EF4-FFF2-40B4-BE49-F238E27FC236}">
                      <a16:creationId xmlns:a16="http://schemas.microsoft.com/office/drawing/2014/main" id="{CE187A79-4B0A-EDD2-AE34-9AE124FBA669}"/>
                    </a:ext>
                  </a:extLst>
                </p:cNvPr>
                <p:cNvSpPr/>
                <p:nvPr/>
              </p:nvSpPr>
              <p:spPr>
                <a:xfrm>
                  <a:off x="3623654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1" name="pg3101">
                  <a:extLst>
                    <a:ext uri="{FF2B5EF4-FFF2-40B4-BE49-F238E27FC236}">
                      <a16:creationId xmlns:a16="http://schemas.microsoft.com/office/drawing/2014/main" id="{8BFA2E53-1A0D-B421-C54C-D5C45607D16B}"/>
                    </a:ext>
                  </a:extLst>
                </p:cNvPr>
                <p:cNvSpPr/>
                <p:nvPr/>
              </p:nvSpPr>
              <p:spPr>
                <a:xfrm>
                  <a:off x="3635291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2" name="pg3102">
                  <a:extLst>
                    <a:ext uri="{FF2B5EF4-FFF2-40B4-BE49-F238E27FC236}">
                      <a16:creationId xmlns:a16="http://schemas.microsoft.com/office/drawing/2014/main" id="{3AAE7FFB-3CA4-85B0-A265-C05D9A8A7DD4}"/>
                    </a:ext>
                  </a:extLst>
                </p:cNvPr>
                <p:cNvSpPr/>
                <p:nvPr/>
              </p:nvSpPr>
              <p:spPr>
                <a:xfrm>
                  <a:off x="3646928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3" name="pg3103">
                  <a:extLst>
                    <a:ext uri="{FF2B5EF4-FFF2-40B4-BE49-F238E27FC236}">
                      <a16:creationId xmlns:a16="http://schemas.microsoft.com/office/drawing/2014/main" id="{BCC37DFD-20BA-446C-5F24-E3D04E19D1A3}"/>
                    </a:ext>
                  </a:extLst>
                </p:cNvPr>
                <p:cNvSpPr/>
                <p:nvPr/>
              </p:nvSpPr>
              <p:spPr>
                <a:xfrm>
                  <a:off x="3658566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4" name="pg3104">
                  <a:extLst>
                    <a:ext uri="{FF2B5EF4-FFF2-40B4-BE49-F238E27FC236}">
                      <a16:creationId xmlns:a16="http://schemas.microsoft.com/office/drawing/2014/main" id="{657A2997-9F6A-52C9-A68A-3C53E171C538}"/>
                    </a:ext>
                  </a:extLst>
                </p:cNvPr>
                <p:cNvSpPr/>
                <p:nvPr/>
              </p:nvSpPr>
              <p:spPr>
                <a:xfrm>
                  <a:off x="3670203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5" name="pg3105">
                  <a:extLst>
                    <a:ext uri="{FF2B5EF4-FFF2-40B4-BE49-F238E27FC236}">
                      <a16:creationId xmlns:a16="http://schemas.microsoft.com/office/drawing/2014/main" id="{F41DD205-2AAD-5C6E-ED59-384985F2CC2A}"/>
                    </a:ext>
                  </a:extLst>
                </p:cNvPr>
                <p:cNvSpPr/>
                <p:nvPr/>
              </p:nvSpPr>
              <p:spPr>
                <a:xfrm>
                  <a:off x="3705115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6" name="pg3106">
                  <a:extLst>
                    <a:ext uri="{FF2B5EF4-FFF2-40B4-BE49-F238E27FC236}">
                      <a16:creationId xmlns:a16="http://schemas.microsoft.com/office/drawing/2014/main" id="{A61D32FD-08F8-C1DB-5066-6708FE72AF62}"/>
                    </a:ext>
                  </a:extLst>
                </p:cNvPr>
                <p:cNvSpPr/>
                <p:nvPr/>
              </p:nvSpPr>
              <p:spPr>
                <a:xfrm>
                  <a:off x="371675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7" name="pg3107">
                  <a:extLst>
                    <a:ext uri="{FF2B5EF4-FFF2-40B4-BE49-F238E27FC236}">
                      <a16:creationId xmlns:a16="http://schemas.microsoft.com/office/drawing/2014/main" id="{9DAF157D-02D5-CE43-75E2-CDEDEA064B7A}"/>
                    </a:ext>
                  </a:extLst>
                </p:cNvPr>
                <p:cNvSpPr/>
                <p:nvPr/>
              </p:nvSpPr>
              <p:spPr>
                <a:xfrm>
                  <a:off x="3728390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8" name="pg3108">
                  <a:extLst>
                    <a:ext uri="{FF2B5EF4-FFF2-40B4-BE49-F238E27FC236}">
                      <a16:creationId xmlns:a16="http://schemas.microsoft.com/office/drawing/2014/main" id="{3E01A8CD-97F8-5B6F-5B1F-F57E9E77A848}"/>
                    </a:ext>
                  </a:extLst>
                </p:cNvPr>
                <p:cNvSpPr/>
                <p:nvPr/>
              </p:nvSpPr>
              <p:spPr>
                <a:xfrm>
                  <a:off x="3740027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09" name="pg3109">
                  <a:extLst>
                    <a:ext uri="{FF2B5EF4-FFF2-40B4-BE49-F238E27FC236}">
                      <a16:creationId xmlns:a16="http://schemas.microsoft.com/office/drawing/2014/main" id="{4878E710-25A0-5104-B5BD-3F40F2F86BBF}"/>
                    </a:ext>
                  </a:extLst>
                </p:cNvPr>
                <p:cNvSpPr/>
                <p:nvPr/>
              </p:nvSpPr>
              <p:spPr>
                <a:xfrm>
                  <a:off x="3751664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0" name="pg3110">
                  <a:extLst>
                    <a:ext uri="{FF2B5EF4-FFF2-40B4-BE49-F238E27FC236}">
                      <a16:creationId xmlns:a16="http://schemas.microsoft.com/office/drawing/2014/main" id="{92626970-2508-9920-BA49-AFA1430B030E}"/>
                    </a:ext>
                  </a:extLst>
                </p:cNvPr>
                <p:cNvSpPr/>
                <p:nvPr/>
              </p:nvSpPr>
              <p:spPr>
                <a:xfrm>
                  <a:off x="376330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1" name="pg3111">
                  <a:extLst>
                    <a:ext uri="{FF2B5EF4-FFF2-40B4-BE49-F238E27FC236}">
                      <a16:creationId xmlns:a16="http://schemas.microsoft.com/office/drawing/2014/main" id="{7AB02911-4178-FDBC-0087-7D49CA0621FC}"/>
                    </a:ext>
                  </a:extLst>
                </p:cNvPr>
                <p:cNvSpPr/>
                <p:nvPr/>
              </p:nvSpPr>
              <p:spPr>
                <a:xfrm>
                  <a:off x="3774939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2" name="pg3112">
                  <a:extLst>
                    <a:ext uri="{FF2B5EF4-FFF2-40B4-BE49-F238E27FC236}">
                      <a16:creationId xmlns:a16="http://schemas.microsoft.com/office/drawing/2014/main" id="{3CA7C50C-B412-ED30-4A9C-82814189B0E7}"/>
                    </a:ext>
                  </a:extLst>
                </p:cNvPr>
                <p:cNvSpPr/>
                <p:nvPr/>
              </p:nvSpPr>
              <p:spPr>
                <a:xfrm>
                  <a:off x="3786576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1B7AB">
                    <a:alpha val="100000"/>
                  </a:srgbClr>
                </a:solidFill>
                <a:ln w="5420" cap="flat">
                  <a:solidFill>
                    <a:srgbClr val="51B7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3" name="pg3113">
                  <a:extLst>
                    <a:ext uri="{FF2B5EF4-FFF2-40B4-BE49-F238E27FC236}">
                      <a16:creationId xmlns:a16="http://schemas.microsoft.com/office/drawing/2014/main" id="{69B1F2D7-0F98-6D5E-9F4E-D92E81A6CBDB}"/>
                    </a:ext>
                  </a:extLst>
                </p:cNvPr>
                <p:cNvSpPr/>
                <p:nvPr/>
              </p:nvSpPr>
              <p:spPr>
                <a:xfrm>
                  <a:off x="4403355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4" name="pg3114">
                  <a:extLst>
                    <a:ext uri="{FF2B5EF4-FFF2-40B4-BE49-F238E27FC236}">
                      <a16:creationId xmlns:a16="http://schemas.microsoft.com/office/drawing/2014/main" id="{D702607F-E715-3D00-22BB-7C9BE9A86B51}"/>
                    </a:ext>
                  </a:extLst>
                </p:cNvPr>
                <p:cNvSpPr/>
                <p:nvPr/>
              </p:nvSpPr>
              <p:spPr>
                <a:xfrm>
                  <a:off x="441499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5" name="pg3115">
                  <a:extLst>
                    <a:ext uri="{FF2B5EF4-FFF2-40B4-BE49-F238E27FC236}">
                      <a16:creationId xmlns:a16="http://schemas.microsoft.com/office/drawing/2014/main" id="{D81AA390-FC6E-D20E-5403-4E4ACE41BEF9}"/>
                    </a:ext>
                  </a:extLst>
                </p:cNvPr>
                <p:cNvSpPr/>
                <p:nvPr/>
              </p:nvSpPr>
              <p:spPr>
                <a:xfrm>
                  <a:off x="4426630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6" name="pg3116">
                  <a:extLst>
                    <a:ext uri="{FF2B5EF4-FFF2-40B4-BE49-F238E27FC236}">
                      <a16:creationId xmlns:a16="http://schemas.microsoft.com/office/drawing/2014/main" id="{24925EA9-DDAF-E00F-1028-CC029A21FB66}"/>
                    </a:ext>
                  </a:extLst>
                </p:cNvPr>
                <p:cNvSpPr/>
                <p:nvPr/>
              </p:nvSpPr>
              <p:spPr>
                <a:xfrm>
                  <a:off x="4438267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7" name="pg3117">
                  <a:extLst>
                    <a:ext uri="{FF2B5EF4-FFF2-40B4-BE49-F238E27FC236}">
                      <a16:creationId xmlns:a16="http://schemas.microsoft.com/office/drawing/2014/main" id="{E2E496D4-9774-E4ED-E081-9AE8ECF96500}"/>
                    </a:ext>
                  </a:extLst>
                </p:cNvPr>
                <p:cNvSpPr/>
                <p:nvPr/>
              </p:nvSpPr>
              <p:spPr>
                <a:xfrm>
                  <a:off x="4449904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8" name="pg3118">
                  <a:extLst>
                    <a:ext uri="{FF2B5EF4-FFF2-40B4-BE49-F238E27FC236}">
                      <a16:creationId xmlns:a16="http://schemas.microsoft.com/office/drawing/2014/main" id="{E5237130-1775-1956-4E8E-6E57A94A3801}"/>
                    </a:ext>
                  </a:extLst>
                </p:cNvPr>
                <p:cNvSpPr/>
                <p:nvPr/>
              </p:nvSpPr>
              <p:spPr>
                <a:xfrm>
                  <a:off x="4461542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19" name="pg3119">
                  <a:extLst>
                    <a:ext uri="{FF2B5EF4-FFF2-40B4-BE49-F238E27FC236}">
                      <a16:creationId xmlns:a16="http://schemas.microsoft.com/office/drawing/2014/main" id="{F3492E73-D504-9F14-8FAF-AC0BA0F8AAF2}"/>
                    </a:ext>
                  </a:extLst>
                </p:cNvPr>
                <p:cNvSpPr/>
                <p:nvPr/>
              </p:nvSpPr>
              <p:spPr>
                <a:xfrm>
                  <a:off x="4601190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A">
                    <a:alpha val="100000"/>
                  </a:srgbClr>
                </a:solidFill>
                <a:ln w="5420" cap="flat">
                  <a:solidFill>
                    <a:srgbClr val="3B9D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0" name="pg3120">
                  <a:extLst>
                    <a:ext uri="{FF2B5EF4-FFF2-40B4-BE49-F238E27FC236}">
                      <a16:creationId xmlns:a16="http://schemas.microsoft.com/office/drawing/2014/main" id="{EB81A20D-1F85-BC42-6527-0D00D2DC875C}"/>
                    </a:ext>
                  </a:extLst>
                </p:cNvPr>
                <p:cNvSpPr/>
                <p:nvPr/>
              </p:nvSpPr>
              <p:spPr>
                <a:xfrm>
                  <a:off x="4612827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1" name="pg3121">
                  <a:extLst>
                    <a:ext uri="{FF2B5EF4-FFF2-40B4-BE49-F238E27FC236}">
                      <a16:creationId xmlns:a16="http://schemas.microsoft.com/office/drawing/2014/main" id="{A1757BA1-1EA2-9B11-341F-A34F68D9D54B}"/>
                    </a:ext>
                  </a:extLst>
                </p:cNvPr>
                <p:cNvSpPr/>
                <p:nvPr/>
              </p:nvSpPr>
              <p:spPr>
                <a:xfrm>
                  <a:off x="4624464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2" name="pg3122">
                  <a:extLst>
                    <a:ext uri="{FF2B5EF4-FFF2-40B4-BE49-F238E27FC236}">
                      <a16:creationId xmlns:a16="http://schemas.microsoft.com/office/drawing/2014/main" id="{2CFB6496-C8D4-44A1-7005-0C68D3EB08F6}"/>
                    </a:ext>
                  </a:extLst>
                </p:cNvPr>
                <p:cNvSpPr/>
                <p:nvPr/>
              </p:nvSpPr>
              <p:spPr>
                <a:xfrm>
                  <a:off x="4636101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3" name="pg3123">
                  <a:extLst>
                    <a:ext uri="{FF2B5EF4-FFF2-40B4-BE49-F238E27FC236}">
                      <a16:creationId xmlns:a16="http://schemas.microsoft.com/office/drawing/2014/main" id="{E02451BC-F3EB-99DA-C7D2-7C1D3A337B47}"/>
                    </a:ext>
                  </a:extLst>
                </p:cNvPr>
                <p:cNvSpPr/>
                <p:nvPr/>
              </p:nvSpPr>
              <p:spPr>
                <a:xfrm>
                  <a:off x="4647739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4" name="pg3124">
                  <a:extLst>
                    <a:ext uri="{FF2B5EF4-FFF2-40B4-BE49-F238E27FC236}">
                      <a16:creationId xmlns:a16="http://schemas.microsoft.com/office/drawing/2014/main" id="{5F07ABBA-F65F-7D8C-BD40-86AAE6E37F39}"/>
                    </a:ext>
                  </a:extLst>
                </p:cNvPr>
                <p:cNvSpPr/>
                <p:nvPr/>
              </p:nvSpPr>
              <p:spPr>
                <a:xfrm>
                  <a:off x="4659376" y="488150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CA9">
                    <a:alpha val="100000"/>
                  </a:srgbClr>
                </a:solidFill>
                <a:ln w="5420" cap="flat">
                  <a:solidFill>
                    <a:srgbClr val="3A9C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5" name="pg3125">
                  <a:extLst>
                    <a:ext uri="{FF2B5EF4-FFF2-40B4-BE49-F238E27FC236}">
                      <a16:creationId xmlns:a16="http://schemas.microsoft.com/office/drawing/2014/main" id="{1F189BBF-30CA-3739-2FF2-B8AC733BF725}"/>
                    </a:ext>
                  </a:extLst>
                </p:cNvPr>
                <p:cNvSpPr/>
                <p:nvPr/>
              </p:nvSpPr>
              <p:spPr>
                <a:xfrm>
                  <a:off x="2948689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6" name="pg3126">
                  <a:extLst>
                    <a:ext uri="{FF2B5EF4-FFF2-40B4-BE49-F238E27FC236}">
                      <a16:creationId xmlns:a16="http://schemas.microsoft.com/office/drawing/2014/main" id="{9D19C884-AEBE-6F58-5975-D180C9C6F5C6}"/>
                    </a:ext>
                  </a:extLst>
                </p:cNvPr>
                <p:cNvSpPr/>
                <p:nvPr/>
              </p:nvSpPr>
              <p:spPr>
                <a:xfrm>
                  <a:off x="2960326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7" name="pg3127">
                  <a:extLst>
                    <a:ext uri="{FF2B5EF4-FFF2-40B4-BE49-F238E27FC236}">
                      <a16:creationId xmlns:a16="http://schemas.microsoft.com/office/drawing/2014/main" id="{CCB2CF49-A09C-8CE7-8176-DA48469B2631}"/>
                    </a:ext>
                  </a:extLst>
                </p:cNvPr>
                <p:cNvSpPr/>
                <p:nvPr/>
              </p:nvSpPr>
              <p:spPr>
                <a:xfrm>
                  <a:off x="2971963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8" name="pg3128">
                  <a:extLst>
                    <a:ext uri="{FF2B5EF4-FFF2-40B4-BE49-F238E27FC236}">
                      <a16:creationId xmlns:a16="http://schemas.microsoft.com/office/drawing/2014/main" id="{921E5E0D-F8BD-5388-FB7D-04452BB1A3D9}"/>
                    </a:ext>
                  </a:extLst>
                </p:cNvPr>
                <p:cNvSpPr/>
                <p:nvPr/>
              </p:nvSpPr>
              <p:spPr>
                <a:xfrm>
                  <a:off x="2983601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29" name="pg3129">
                  <a:extLst>
                    <a:ext uri="{FF2B5EF4-FFF2-40B4-BE49-F238E27FC236}">
                      <a16:creationId xmlns:a16="http://schemas.microsoft.com/office/drawing/2014/main" id="{82955FD1-D014-1136-BE78-471B109CE867}"/>
                    </a:ext>
                  </a:extLst>
                </p:cNvPr>
                <p:cNvSpPr/>
                <p:nvPr/>
              </p:nvSpPr>
              <p:spPr>
                <a:xfrm>
                  <a:off x="2995238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0" name="pg3130">
                  <a:extLst>
                    <a:ext uri="{FF2B5EF4-FFF2-40B4-BE49-F238E27FC236}">
                      <a16:creationId xmlns:a16="http://schemas.microsoft.com/office/drawing/2014/main" id="{A3648AC5-92AA-47C4-614B-B7BD39EBD8CB}"/>
                    </a:ext>
                  </a:extLst>
                </p:cNvPr>
                <p:cNvSpPr/>
                <p:nvPr/>
              </p:nvSpPr>
              <p:spPr>
                <a:xfrm>
                  <a:off x="3006875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1" name="pg3131">
                  <a:extLst>
                    <a:ext uri="{FF2B5EF4-FFF2-40B4-BE49-F238E27FC236}">
                      <a16:creationId xmlns:a16="http://schemas.microsoft.com/office/drawing/2014/main" id="{73CA3EC8-3426-5996-E0CD-4C3775624825}"/>
                    </a:ext>
                  </a:extLst>
                </p:cNvPr>
                <p:cNvSpPr/>
                <p:nvPr/>
              </p:nvSpPr>
              <p:spPr>
                <a:xfrm>
                  <a:off x="3041787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2" name="pg3132">
                  <a:extLst>
                    <a:ext uri="{FF2B5EF4-FFF2-40B4-BE49-F238E27FC236}">
                      <a16:creationId xmlns:a16="http://schemas.microsoft.com/office/drawing/2014/main" id="{0A1B76E0-C477-9C6E-4F25-ADB5D9FD8F4B}"/>
                    </a:ext>
                  </a:extLst>
                </p:cNvPr>
                <p:cNvSpPr/>
                <p:nvPr/>
              </p:nvSpPr>
              <p:spPr>
                <a:xfrm>
                  <a:off x="3053425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3" name="pg3133">
                  <a:extLst>
                    <a:ext uri="{FF2B5EF4-FFF2-40B4-BE49-F238E27FC236}">
                      <a16:creationId xmlns:a16="http://schemas.microsoft.com/office/drawing/2014/main" id="{1599569D-6C93-26F3-E269-3697C2F861DB}"/>
                    </a:ext>
                  </a:extLst>
                </p:cNvPr>
                <p:cNvSpPr/>
                <p:nvPr/>
              </p:nvSpPr>
              <p:spPr>
                <a:xfrm>
                  <a:off x="3065062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4" name="pg3134">
                  <a:extLst>
                    <a:ext uri="{FF2B5EF4-FFF2-40B4-BE49-F238E27FC236}">
                      <a16:creationId xmlns:a16="http://schemas.microsoft.com/office/drawing/2014/main" id="{69FC0314-0AFE-9CD4-697A-A37CDC343B6A}"/>
                    </a:ext>
                  </a:extLst>
                </p:cNvPr>
                <p:cNvSpPr/>
                <p:nvPr/>
              </p:nvSpPr>
              <p:spPr>
                <a:xfrm>
                  <a:off x="3076699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5" name="pg3135">
                  <a:extLst>
                    <a:ext uri="{FF2B5EF4-FFF2-40B4-BE49-F238E27FC236}">
                      <a16:creationId xmlns:a16="http://schemas.microsoft.com/office/drawing/2014/main" id="{5D2A3620-C0DC-763E-248A-BA20632BBBD7}"/>
                    </a:ext>
                  </a:extLst>
                </p:cNvPr>
                <p:cNvSpPr/>
                <p:nvPr/>
              </p:nvSpPr>
              <p:spPr>
                <a:xfrm>
                  <a:off x="3088337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6" name="pg3136">
                  <a:extLst>
                    <a:ext uri="{FF2B5EF4-FFF2-40B4-BE49-F238E27FC236}">
                      <a16:creationId xmlns:a16="http://schemas.microsoft.com/office/drawing/2014/main" id="{72D53E9B-6E35-7F95-F295-069B435E710C}"/>
                    </a:ext>
                  </a:extLst>
                </p:cNvPr>
                <p:cNvSpPr/>
                <p:nvPr/>
              </p:nvSpPr>
              <p:spPr>
                <a:xfrm>
                  <a:off x="3099974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7" name="pg3137">
                  <a:extLst>
                    <a:ext uri="{FF2B5EF4-FFF2-40B4-BE49-F238E27FC236}">
                      <a16:creationId xmlns:a16="http://schemas.microsoft.com/office/drawing/2014/main" id="{E081663C-A9DD-F645-2BF7-B2045FB6255B}"/>
                    </a:ext>
                  </a:extLst>
                </p:cNvPr>
                <p:cNvSpPr/>
                <p:nvPr/>
              </p:nvSpPr>
              <p:spPr>
                <a:xfrm>
                  <a:off x="3111611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9D0AF">
                    <a:alpha val="100000"/>
                  </a:srgbClr>
                </a:solidFill>
                <a:ln w="5420" cap="flat">
                  <a:solidFill>
                    <a:srgbClr val="69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8" name="pg3138">
                  <a:extLst>
                    <a:ext uri="{FF2B5EF4-FFF2-40B4-BE49-F238E27FC236}">
                      <a16:creationId xmlns:a16="http://schemas.microsoft.com/office/drawing/2014/main" id="{1C4AFADC-C3CA-7FDB-C2B4-BEA58CC48A0A}"/>
                    </a:ext>
                  </a:extLst>
                </p:cNvPr>
                <p:cNvSpPr/>
                <p:nvPr/>
              </p:nvSpPr>
              <p:spPr>
                <a:xfrm>
                  <a:off x="3123249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7D0AF">
                    <a:alpha val="100000"/>
                  </a:srgbClr>
                </a:solidFill>
                <a:ln w="5420" cap="flat">
                  <a:solidFill>
                    <a:srgbClr val="67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39" name="pg3139">
                  <a:extLst>
                    <a:ext uri="{FF2B5EF4-FFF2-40B4-BE49-F238E27FC236}">
                      <a16:creationId xmlns:a16="http://schemas.microsoft.com/office/drawing/2014/main" id="{E1F2D750-2B21-FD61-52E1-ECED8B563B89}"/>
                    </a:ext>
                  </a:extLst>
                </p:cNvPr>
                <p:cNvSpPr/>
                <p:nvPr/>
              </p:nvSpPr>
              <p:spPr>
                <a:xfrm>
                  <a:off x="3635291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0" name="pg3140">
                  <a:extLst>
                    <a:ext uri="{FF2B5EF4-FFF2-40B4-BE49-F238E27FC236}">
                      <a16:creationId xmlns:a16="http://schemas.microsoft.com/office/drawing/2014/main" id="{37B27E03-9F64-565E-2CE8-06D5D0A88650}"/>
                    </a:ext>
                  </a:extLst>
                </p:cNvPr>
                <p:cNvSpPr/>
                <p:nvPr/>
              </p:nvSpPr>
              <p:spPr>
                <a:xfrm>
                  <a:off x="3646928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1" name="pg3141">
                  <a:extLst>
                    <a:ext uri="{FF2B5EF4-FFF2-40B4-BE49-F238E27FC236}">
                      <a16:creationId xmlns:a16="http://schemas.microsoft.com/office/drawing/2014/main" id="{BF3BF7C0-3EAE-1B9D-EF3F-73EF27E94DEA}"/>
                    </a:ext>
                  </a:extLst>
                </p:cNvPr>
                <p:cNvSpPr/>
                <p:nvPr/>
              </p:nvSpPr>
              <p:spPr>
                <a:xfrm>
                  <a:off x="3716752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2" name="pg3142">
                  <a:extLst>
                    <a:ext uri="{FF2B5EF4-FFF2-40B4-BE49-F238E27FC236}">
                      <a16:creationId xmlns:a16="http://schemas.microsoft.com/office/drawing/2014/main" id="{45A01EB4-DD12-CE0D-0C9B-651BAB6F4D86}"/>
                    </a:ext>
                  </a:extLst>
                </p:cNvPr>
                <p:cNvSpPr/>
                <p:nvPr/>
              </p:nvSpPr>
              <p:spPr>
                <a:xfrm>
                  <a:off x="3728390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3" name="pg3143">
                  <a:extLst>
                    <a:ext uri="{FF2B5EF4-FFF2-40B4-BE49-F238E27FC236}">
                      <a16:creationId xmlns:a16="http://schemas.microsoft.com/office/drawing/2014/main" id="{ED001C99-A281-FDC1-0552-9962288A424A}"/>
                    </a:ext>
                  </a:extLst>
                </p:cNvPr>
                <p:cNvSpPr/>
                <p:nvPr/>
              </p:nvSpPr>
              <p:spPr>
                <a:xfrm>
                  <a:off x="3740027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4" name="pg3144">
                  <a:extLst>
                    <a:ext uri="{FF2B5EF4-FFF2-40B4-BE49-F238E27FC236}">
                      <a16:creationId xmlns:a16="http://schemas.microsoft.com/office/drawing/2014/main" id="{2DDFDB09-81DD-AD0A-DFDF-9A5FF0346341}"/>
                    </a:ext>
                  </a:extLst>
                </p:cNvPr>
                <p:cNvSpPr/>
                <p:nvPr/>
              </p:nvSpPr>
              <p:spPr>
                <a:xfrm>
                  <a:off x="3751664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5" name="pg3145">
                  <a:extLst>
                    <a:ext uri="{FF2B5EF4-FFF2-40B4-BE49-F238E27FC236}">
                      <a16:creationId xmlns:a16="http://schemas.microsoft.com/office/drawing/2014/main" id="{8FA53660-3B1F-7D3A-B2BA-BA755B13E40D}"/>
                    </a:ext>
                  </a:extLst>
                </p:cNvPr>
                <p:cNvSpPr/>
                <p:nvPr/>
              </p:nvSpPr>
              <p:spPr>
                <a:xfrm>
                  <a:off x="3763302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FB5AB">
                    <a:alpha val="100000"/>
                  </a:srgbClr>
                </a:solidFill>
                <a:ln w="5420" cap="flat">
                  <a:solidFill>
                    <a:srgbClr val="4FB5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6" name="pg3146">
                  <a:extLst>
                    <a:ext uri="{FF2B5EF4-FFF2-40B4-BE49-F238E27FC236}">
                      <a16:creationId xmlns:a16="http://schemas.microsoft.com/office/drawing/2014/main" id="{058B167B-7509-2A65-60A8-EAD8AAFC7A81}"/>
                    </a:ext>
                  </a:extLst>
                </p:cNvPr>
                <p:cNvSpPr/>
                <p:nvPr/>
              </p:nvSpPr>
              <p:spPr>
                <a:xfrm>
                  <a:off x="3774939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0B6AB">
                    <a:alpha val="100000"/>
                  </a:srgbClr>
                </a:solidFill>
                <a:ln w="5420" cap="flat">
                  <a:solidFill>
                    <a:srgbClr val="50B6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7" name="pg3147">
                  <a:extLst>
                    <a:ext uri="{FF2B5EF4-FFF2-40B4-BE49-F238E27FC236}">
                      <a16:creationId xmlns:a16="http://schemas.microsoft.com/office/drawing/2014/main" id="{CCC90706-158A-46EB-8DA7-868531957318}"/>
                    </a:ext>
                  </a:extLst>
                </p:cNvPr>
                <p:cNvSpPr/>
                <p:nvPr/>
              </p:nvSpPr>
              <p:spPr>
                <a:xfrm>
                  <a:off x="4414992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8" name="pg3148">
                  <a:extLst>
                    <a:ext uri="{FF2B5EF4-FFF2-40B4-BE49-F238E27FC236}">
                      <a16:creationId xmlns:a16="http://schemas.microsoft.com/office/drawing/2014/main" id="{903EC3B6-83A4-8141-7D11-7FEFB93C29AD}"/>
                    </a:ext>
                  </a:extLst>
                </p:cNvPr>
                <p:cNvSpPr/>
                <p:nvPr/>
              </p:nvSpPr>
              <p:spPr>
                <a:xfrm>
                  <a:off x="4426630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49" name="pg3149">
                  <a:extLst>
                    <a:ext uri="{FF2B5EF4-FFF2-40B4-BE49-F238E27FC236}">
                      <a16:creationId xmlns:a16="http://schemas.microsoft.com/office/drawing/2014/main" id="{B382DC83-3014-90D9-5FA5-677D98DCAB25}"/>
                    </a:ext>
                  </a:extLst>
                </p:cNvPr>
                <p:cNvSpPr/>
                <p:nvPr/>
              </p:nvSpPr>
              <p:spPr>
                <a:xfrm>
                  <a:off x="4438267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0" name="pg3150">
                  <a:extLst>
                    <a:ext uri="{FF2B5EF4-FFF2-40B4-BE49-F238E27FC236}">
                      <a16:creationId xmlns:a16="http://schemas.microsoft.com/office/drawing/2014/main" id="{EE9AE54E-D39D-846C-CA4B-16A79A794323}"/>
                    </a:ext>
                  </a:extLst>
                </p:cNvPr>
                <p:cNvSpPr/>
                <p:nvPr/>
              </p:nvSpPr>
              <p:spPr>
                <a:xfrm>
                  <a:off x="4449904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1" name="pg3151">
                  <a:extLst>
                    <a:ext uri="{FF2B5EF4-FFF2-40B4-BE49-F238E27FC236}">
                      <a16:creationId xmlns:a16="http://schemas.microsoft.com/office/drawing/2014/main" id="{3A0A56B1-2787-DA63-D3FF-560D74269FFD}"/>
                    </a:ext>
                  </a:extLst>
                </p:cNvPr>
                <p:cNvSpPr/>
                <p:nvPr/>
              </p:nvSpPr>
              <p:spPr>
                <a:xfrm>
                  <a:off x="4461542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2" name="pg3152">
                  <a:extLst>
                    <a:ext uri="{FF2B5EF4-FFF2-40B4-BE49-F238E27FC236}">
                      <a16:creationId xmlns:a16="http://schemas.microsoft.com/office/drawing/2014/main" id="{08D3D6D3-2D48-215A-ACF3-84D4A122690A}"/>
                    </a:ext>
                  </a:extLst>
                </p:cNvPr>
                <p:cNvSpPr/>
                <p:nvPr/>
              </p:nvSpPr>
              <p:spPr>
                <a:xfrm>
                  <a:off x="4612827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3" name="pg3153">
                  <a:extLst>
                    <a:ext uri="{FF2B5EF4-FFF2-40B4-BE49-F238E27FC236}">
                      <a16:creationId xmlns:a16="http://schemas.microsoft.com/office/drawing/2014/main" id="{674BD0C7-C99A-EEEC-C649-557E6D24C466}"/>
                    </a:ext>
                  </a:extLst>
                </p:cNvPr>
                <p:cNvSpPr/>
                <p:nvPr/>
              </p:nvSpPr>
              <p:spPr>
                <a:xfrm>
                  <a:off x="4624464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4" name="pg3154">
                  <a:extLst>
                    <a:ext uri="{FF2B5EF4-FFF2-40B4-BE49-F238E27FC236}">
                      <a16:creationId xmlns:a16="http://schemas.microsoft.com/office/drawing/2014/main" id="{8E814D3C-F97A-D8FB-2E1F-32BEE7AE6C36}"/>
                    </a:ext>
                  </a:extLst>
                </p:cNvPr>
                <p:cNvSpPr/>
                <p:nvPr/>
              </p:nvSpPr>
              <p:spPr>
                <a:xfrm>
                  <a:off x="4636101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5" name="pg3155">
                  <a:extLst>
                    <a:ext uri="{FF2B5EF4-FFF2-40B4-BE49-F238E27FC236}">
                      <a16:creationId xmlns:a16="http://schemas.microsoft.com/office/drawing/2014/main" id="{B5C7E583-64B6-E03E-24FC-C5A4EE90A1F6}"/>
                    </a:ext>
                  </a:extLst>
                </p:cNvPr>
                <p:cNvSpPr/>
                <p:nvPr/>
              </p:nvSpPr>
              <p:spPr>
                <a:xfrm>
                  <a:off x="4647739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6" name="pg3156">
                  <a:extLst>
                    <a:ext uri="{FF2B5EF4-FFF2-40B4-BE49-F238E27FC236}">
                      <a16:creationId xmlns:a16="http://schemas.microsoft.com/office/drawing/2014/main" id="{01EC4D87-D1D5-2B07-932E-D1F444184704}"/>
                    </a:ext>
                  </a:extLst>
                </p:cNvPr>
                <p:cNvSpPr/>
                <p:nvPr/>
              </p:nvSpPr>
              <p:spPr>
                <a:xfrm>
                  <a:off x="4659376" y="48958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A9DA9">
                    <a:alpha val="100000"/>
                  </a:srgbClr>
                </a:solidFill>
                <a:ln w="5420" cap="flat">
                  <a:solidFill>
                    <a:srgbClr val="3A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7" name="pg3157">
                  <a:extLst>
                    <a:ext uri="{FF2B5EF4-FFF2-40B4-BE49-F238E27FC236}">
                      <a16:creationId xmlns:a16="http://schemas.microsoft.com/office/drawing/2014/main" id="{ED66B15C-C324-3EDE-6239-1324E8EAF73C}"/>
                    </a:ext>
                  </a:extLst>
                </p:cNvPr>
                <p:cNvSpPr/>
                <p:nvPr/>
              </p:nvSpPr>
              <p:spPr>
                <a:xfrm>
                  <a:off x="2937051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8" name="pg3158">
                  <a:extLst>
                    <a:ext uri="{FF2B5EF4-FFF2-40B4-BE49-F238E27FC236}">
                      <a16:creationId xmlns:a16="http://schemas.microsoft.com/office/drawing/2014/main" id="{598AD227-398C-BD41-59EC-C23752D53C19}"/>
                    </a:ext>
                  </a:extLst>
                </p:cNvPr>
                <p:cNvSpPr/>
                <p:nvPr/>
              </p:nvSpPr>
              <p:spPr>
                <a:xfrm>
                  <a:off x="2948689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59" name="pg3159">
                  <a:extLst>
                    <a:ext uri="{FF2B5EF4-FFF2-40B4-BE49-F238E27FC236}">
                      <a16:creationId xmlns:a16="http://schemas.microsoft.com/office/drawing/2014/main" id="{E9271B18-B079-7762-D543-27D291AA05E4}"/>
                    </a:ext>
                  </a:extLst>
                </p:cNvPr>
                <p:cNvSpPr/>
                <p:nvPr/>
              </p:nvSpPr>
              <p:spPr>
                <a:xfrm>
                  <a:off x="2960326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0" name="pg3160">
                  <a:extLst>
                    <a:ext uri="{FF2B5EF4-FFF2-40B4-BE49-F238E27FC236}">
                      <a16:creationId xmlns:a16="http://schemas.microsoft.com/office/drawing/2014/main" id="{46195482-38D9-36C0-744B-59E44AEAA07D}"/>
                    </a:ext>
                  </a:extLst>
                </p:cNvPr>
                <p:cNvSpPr/>
                <p:nvPr/>
              </p:nvSpPr>
              <p:spPr>
                <a:xfrm>
                  <a:off x="2971963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1" name="pg3161">
                  <a:extLst>
                    <a:ext uri="{FF2B5EF4-FFF2-40B4-BE49-F238E27FC236}">
                      <a16:creationId xmlns:a16="http://schemas.microsoft.com/office/drawing/2014/main" id="{FA3E3DDA-B18D-4016-2468-C4C4E8B2EB84}"/>
                    </a:ext>
                  </a:extLst>
                </p:cNvPr>
                <p:cNvSpPr/>
                <p:nvPr/>
              </p:nvSpPr>
              <p:spPr>
                <a:xfrm>
                  <a:off x="2983601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2" name="pg3162">
                  <a:extLst>
                    <a:ext uri="{FF2B5EF4-FFF2-40B4-BE49-F238E27FC236}">
                      <a16:creationId xmlns:a16="http://schemas.microsoft.com/office/drawing/2014/main" id="{FA484145-EB01-E426-613C-7C2F4CBE6F01}"/>
                    </a:ext>
                  </a:extLst>
                </p:cNvPr>
                <p:cNvSpPr/>
                <p:nvPr/>
              </p:nvSpPr>
              <p:spPr>
                <a:xfrm>
                  <a:off x="2995238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3" name="pg3163">
                  <a:extLst>
                    <a:ext uri="{FF2B5EF4-FFF2-40B4-BE49-F238E27FC236}">
                      <a16:creationId xmlns:a16="http://schemas.microsoft.com/office/drawing/2014/main" id="{34E4EA2E-DA16-686D-F8AB-493C1F511FE3}"/>
                    </a:ext>
                  </a:extLst>
                </p:cNvPr>
                <p:cNvSpPr/>
                <p:nvPr/>
              </p:nvSpPr>
              <p:spPr>
                <a:xfrm>
                  <a:off x="3006875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4" name="pg3164">
                  <a:extLst>
                    <a:ext uri="{FF2B5EF4-FFF2-40B4-BE49-F238E27FC236}">
                      <a16:creationId xmlns:a16="http://schemas.microsoft.com/office/drawing/2014/main" id="{23D314C3-BB88-5765-25DC-EDE93685D280}"/>
                    </a:ext>
                  </a:extLst>
                </p:cNvPr>
                <p:cNvSpPr/>
                <p:nvPr/>
              </p:nvSpPr>
              <p:spPr>
                <a:xfrm>
                  <a:off x="3018513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5" name="pg3165">
                  <a:extLst>
                    <a:ext uri="{FF2B5EF4-FFF2-40B4-BE49-F238E27FC236}">
                      <a16:creationId xmlns:a16="http://schemas.microsoft.com/office/drawing/2014/main" id="{75A2BDE9-1A99-7492-989F-347BB0D87684}"/>
                    </a:ext>
                  </a:extLst>
                </p:cNvPr>
                <p:cNvSpPr/>
                <p:nvPr/>
              </p:nvSpPr>
              <p:spPr>
                <a:xfrm>
                  <a:off x="3030150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6" name="pg3166">
                  <a:extLst>
                    <a:ext uri="{FF2B5EF4-FFF2-40B4-BE49-F238E27FC236}">
                      <a16:creationId xmlns:a16="http://schemas.microsoft.com/office/drawing/2014/main" id="{0991174A-20B8-A40B-D590-D834D5C3E754}"/>
                    </a:ext>
                  </a:extLst>
                </p:cNvPr>
                <p:cNvSpPr/>
                <p:nvPr/>
              </p:nvSpPr>
              <p:spPr>
                <a:xfrm>
                  <a:off x="3041787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7" name="pg3167">
                  <a:extLst>
                    <a:ext uri="{FF2B5EF4-FFF2-40B4-BE49-F238E27FC236}">
                      <a16:creationId xmlns:a16="http://schemas.microsoft.com/office/drawing/2014/main" id="{06D711DE-4FD6-007B-0919-6230ABEB733B}"/>
                    </a:ext>
                  </a:extLst>
                </p:cNvPr>
                <p:cNvSpPr/>
                <p:nvPr/>
              </p:nvSpPr>
              <p:spPr>
                <a:xfrm>
                  <a:off x="3053425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8" name="pg3168">
                  <a:extLst>
                    <a:ext uri="{FF2B5EF4-FFF2-40B4-BE49-F238E27FC236}">
                      <a16:creationId xmlns:a16="http://schemas.microsoft.com/office/drawing/2014/main" id="{69B163A9-2E61-98CD-1929-6DF7A3158D40}"/>
                    </a:ext>
                  </a:extLst>
                </p:cNvPr>
                <p:cNvSpPr/>
                <p:nvPr/>
              </p:nvSpPr>
              <p:spPr>
                <a:xfrm>
                  <a:off x="3065062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69" name="pg3169">
                  <a:extLst>
                    <a:ext uri="{FF2B5EF4-FFF2-40B4-BE49-F238E27FC236}">
                      <a16:creationId xmlns:a16="http://schemas.microsoft.com/office/drawing/2014/main" id="{50E89AE4-D3B4-985F-22E8-2F8D38A9B339}"/>
                    </a:ext>
                  </a:extLst>
                </p:cNvPr>
                <p:cNvSpPr/>
                <p:nvPr/>
              </p:nvSpPr>
              <p:spPr>
                <a:xfrm>
                  <a:off x="3076699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0" name="pg3170">
                  <a:extLst>
                    <a:ext uri="{FF2B5EF4-FFF2-40B4-BE49-F238E27FC236}">
                      <a16:creationId xmlns:a16="http://schemas.microsoft.com/office/drawing/2014/main" id="{C72F773F-38E3-2115-6B97-CE4AE80797BE}"/>
                    </a:ext>
                  </a:extLst>
                </p:cNvPr>
                <p:cNvSpPr/>
                <p:nvPr/>
              </p:nvSpPr>
              <p:spPr>
                <a:xfrm>
                  <a:off x="3088337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1" name="pg3171">
                  <a:extLst>
                    <a:ext uri="{FF2B5EF4-FFF2-40B4-BE49-F238E27FC236}">
                      <a16:creationId xmlns:a16="http://schemas.microsoft.com/office/drawing/2014/main" id="{9CD38BF8-803B-B2ED-D76C-5081D1BED0C4}"/>
                    </a:ext>
                  </a:extLst>
                </p:cNvPr>
                <p:cNvSpPr/>
                <p:nvPr/>
              </p:nvSpPr>
              <p:spPr>
                <a:xfrm>
                  <a:off x="3099974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2" name="pg3172">
                  <a:extLst>
                    <a:ext uri="{FF2B5EF4-FFF2-40B4-BE49-F238E27FC236}">
                      <a16:creationId xmlns:a16="http://schemas.microsoft.com/office/drawing/2014/main" id="{75E34BFD-E9EA-30A6-F76D-9E72878B181C}"/>
                    </a:ext>
                  </a:extLst>
                </p:cNvPr>
                <p:cNvSpPr/>
                <p:nvPr/>
              </p:nvSpPr>
              <p:spPr>
                <a:xfrm>
                  <a:off x="3111611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AF">
                    <a:alpha val="100000"/>
                  </a:srgbClr>
                </a:solidFill>
                <a:ln w="5420" cap="flat">
                  <a:solidFill>
                    <a:srgbClr val="6AD1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3" name="pg3173">
                  <a:extLst>
                    <a:ext uri="{FF2B5EF4-FFF2-40B4-BE49-F238E27FC236}">
                      <a16:creationId xmlns:a16="http://schemas.microsoft.com/office/drawing/2014/main" id="{3FC72B12-D84D-A429-2008-4A3AAEC0D43D}"/>
                    </a:ext>
                  </a:extLst>
                </p:cNvPr>
                <p:cNvSpPr/>
                <p:nvPr/>
              </p:nvSpPr>
              <p:spPr>
                <a:xfrm>
                  <a:off x="3716752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4" name="pg3174">
                  <a:extLst>
                    <a:ext uri="{FF2B5EF4-FFF2-40B4-BE49-F238E27FC236}">
                      <a16:creationId xmlns:a16="http://schemas.microsoft.com/office/drawing/2014/main" id="{582E8DBC-FAE3-36BC-72BB-1B8C4B0B5CC5}"/>
                    </a:ext>
                  </a:extLst>
                </p:cNvPr>
                <p:cNvSpPr/>
                <p:nvPr/>
              </p:nvSpPr>
              <p:spPr>
                <a:xfrm>
                  <a:off x="3728390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5" name="pg3175">
                  <a:extLst>
                    <a:ext uri="{FF2B5EF4-FFF2-40B4-BE49-F238E27FC236}">
                      <a16:creationId xmlns:a16="http://schemas.microsoft.com/office/drawing/2014/main" id="{71A038F9-CB70-EDD8-B6C7-5AE0013F34E5}"/>
                    </a:ext>
                  </a:extLst>
                </p:cNvPr>
                <p:cNvSpPr/>
                <p:nvPr/>
              </p:nvSpPr>
              <p:spPr>
                <a:xfrm>
                  <a:off x="3740027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3AB">
                    <a:alpha val="100000"/>
                  </a:srgbClr>
                </a:solidFill>
                <a:ln w="5420" cap="flat">
                  <a:solidFill>
                    <a:srgbClr val="4DB3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6" name="pg3176">
                  <a:extLst>
                    <a:ext uri="{FF2B5EF4-FFF2-40B4-BE49-F238E27FC236}">
                      <a16:creationId xmlns:a16="http://schemas.microsoft.com/office/drawing/2014/main" id="{178576A2-7804-C651-ED65-45436E922415}"/>
                    </a:ext>
                  </a:extLst>
                </p:cNvPr>
                <p:cNvSpPr/>
                <p:nvPr/>
              </p:nvSpPr>
              <p:spPr>
                <a:xfrm>
                  <a:off x="3751664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EB4AB">
                    <a:alpha val="100000"/>
                  </a:srgbClr>
                </a:solidFill>
                <a:ln w="5420" cap="flat">
                  <a:solidFill>
                    <a:srgbClr val="4EB4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7" name="pg3177">
                  <a:extLst>
                    <a:ext uri="{FF2B5EF4-FFF2-40B4-BE49-F238E27FC236}">
                      <a16:creationId xmlns:a16="http://schemas.microsoft.com/office/drawing/2014/main" id="{0F570512-54F3-DF43-F335-8379D493715A}"/>
                    </a:ext>
                  </a:extLst>
                </p:cNvPr>
                <p:cNvSpPr/>
                <p:nvPr/>
              </p:nvSpPr>
              <p:spPr>
                <a:xfrm>
                  <a:off x="4414992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8" name="pg3178">
                  <a:extLst>
                    <a:ext uri="{FF2B5EF4-FFF2-40B4-BE49-F238E27FC236}">
                      <a16:creationId xmlns:a16="http://schemas.microsoft.com/office/drawing/2014/main" id="{8A5356E5-71D7-82BD-BFC4-059F669DE04F}"/>
                    </a:ext>
                  </a:extLst>
                </p:cNvPr>
                <p:cNvSpPr/>
                <p:nvPr/>
              </p:nvSpPr>
              <p:spPr>
                <a:xfrm>
                  <a:off x="4426630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79" name="pg3179">
                  <a:extLst>
                    <a:ext uri="{FF2B5EF4-FFF2-40B4-BE49-F238E27FC236}">
                      <a16:creationId xmlns:a16="http://schemas.microsoft.com/office/drawing/2014/main" id="{92C335D1-569B-17C4-E4D4-F20767289746}"/>
                    </a:ext>
                  </a:extLst>
                </p:cNvPr>
                <p:cNvSpPr/>
                <p:nvPr/>
              </p:nvSpPr>
              <p:spPr>
                <a:xfrm>
                  <a:off x="4438267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0" name="pg3180">
                  <a:extLst>
                    <a:ext uri="{FF2B5EF4-FFF2-40B4-BE49-F238E27FC236}">
                      <a16:creationId xmlns:a16="http://schemas.microsoft.com/office/drawing/2014/main" id="{E0664541-5929-F1F5-FE84-179176EFBED4}"/>
                    </a:ext>
                  </a:extLst>
                </p:cNvPr>
                <p:cNvSpPr/>
                <p:nvPr/>
              </p:nvSpPr>
              <p:spPr>
                <a:xfrm>
                  <a:off x="4449904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1" name="pg3181">
                  <a:extLst>
                    <a:ext uri="{FF2B5EF4-FFF2-40B4-BE49-F238E27FC236}">
                      <a16:creationId xmlns:a16="http://schemas.microsoft.com/office/drawing/2014/main" id="{55E80AFB-9930-62F2-7342-797199DE49DD}"/>
                    </a:ext>
                  </a:extLst>
                </p:cNvPr>
                <p:cNvSpPr/>
                <p:nvPr/>
              </p:nvSpPr>
              <p:spPr>
                <a:xfrm>
                  <a:off x="4461542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2" name="pg3182">
                  <a:extLst>
                    <a:ext uri="{FF2B5EF4-FFF2-40B4-BE49-F238E27FC236}">
                      <a16:creationId xmlns:a16="http://schemas.microsoft.com/office/drawing/2014/main" id="{9539FEC6-B97B-D623-40B2-B430775CA130}"/>
                    </a:ext>
                  </a:extLst>
                </p:cNvPr>
                <p:cNvSpPr/>
                <p:nvPr/>
              </p:nvSpPr>
              <p:spPr>
                <a:xfrm>
                  <a:off x="4612827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3" name="pg3183">
                  <a:extLst>
                    <a:ext uri="{FF2B5EF4-FFF2-40B4-BE49-F238E27FC236}">
                      <a16:creationId xmlns:a16="http://schemas.microsoft.com/office/drawing/2014/main" id="{5AEF310D-9636-7FE2-2F57-4BB9D0527919}"/>
                    </a:ext>
                  </a:extLst>
                </p:cNvPr>
                <p:cNvSpPr/>
                <p:nvPr/>
              </p:nvSpPr>
              <p:spPr>
                <a:xfrm>
                  <a:off x="4624464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4" name="pg3184">
                  <a:extLst>
                    <a:ext uri="{FF2B5EF4-FFF2-40B4-BE49-F238E27FC236}">
                      <a16:creationId xmlns:a16="http://schemas.microsoft.com/office/drawing/2014/main" id="{B00B8836-60D3-A534-F1C5-D813E3679CC7}"/>
                    </a:ext>
                  </a:extLst>
                </p:cNvPr>
                <p:cNvSpPr/>
                <p:nvPr/>
              </p:nvSpPr>
              <p:spPr>
                <a:xfrm>
                  <a:off x="4636101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5" name="pg3185">
                  <a:extLst>
                    <a:ext uri="{FF2B5EF4-FFF2-40B4-BE49-F238E27FC236}">
                      <a16:creationId xmlns:a16="http://schemas.microsoft.com/office/drawing/2014/main" id="{3D4591DA-FEC7-6E08-B1A2-56C83B98EE88}"/>
                    </a:ext>
                  </a:extLst>
                </p:cNvPr>
                <p:cNvSpPr/>
                <p:nvPr/>
              </p:nvSpPr>
              <p:spPr>
                <a:xfrm>
                  <a:off x="4647739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6" name="pg3186">
                  <a:extLst>
                    <a:ext uri="{FF2B5EF4-FFF2-40B4-BE49-F238E27FC236}">
                      <a16:creationId xmlns:a16="http://schemas.microsoft.com/office/drawing/2014/main" id="{5CD3E277-D063-F503-69FC-1C0848209952}"/>
                    </a:ext>
                  </a:extLst>
                </p:cNvPr>
                <p:cNvSpPr/>
                <p:nvPr/>
              </p:nvSpPr>
              <p:spPr>
                <a:xfrm>
                  <a:off x="4659376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7" name="pg3187">
                  <a:extLst>
                    <a:ext uri="{FF2B5EF4-FFF2-40B4-BE49-F238E27FC236}">
                      <a16:creationId xmlns:a16="http://schemas.microsoft.com/office/drawing/2014/main" id="{A33C0BD2-20EC-19BF-AD94-8EECA842BE14}"/>
                    </a:ext>
                  </a:extLst>
                </p:cNvPr>
                <p:cNvSpPr/>
                <p:nvPr/>
              </p:nvSpPr>
              <p:spPr>
                <a:xfrm>
                  <a:off x="4671013" y="491010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DA9">
                    <a:alpha val="100000"/>
                  </a:srgbClr>
                </a:solidFill>
                <a:ln w="5420" cap="flat">
                  <a:solidFill>
                    <a:srgbClr val="3B9DA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8" name="pg3188">
                  <a:extLst>
                    <a:ext uri="{FF2B5EF4-FFF2-40B4-BE49-F238E27FC236}">
                      <a16:creationId xmlns:a16="http://schemas.microsoft.com/office/drawing/2014/main" id="{EBFA31DA-6AAA-6B9E-656F-377ACC7117CA}"/>
                    </a:ext>
                  </a:extLst>
                </p:cNvPr>
                <p:cNvSpPr/>
                <p:nvPr/>
              </p:nvSpPr>
              <p:spPr>
                <a:xfrm>
                  <a:off x="2937051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89" name="pg3189">
                  <a:extLst>
                    <a:ext uri="{FF2B5EF4-FFF2-40B4-BE49-F238E27FC236}">
                      <a16:creationId xmlns:a16="http://schemas.microsoft.com/office/drawing/2014/main" id="{9886E9B0-B536-E821-AAF2-065F139F9F84}"/>
                    </a:ext>
                  </a:extLst>
                </p:cNvPr>
                <p:cNvSpPr/>
                <p:nvPr/>
              </p:nvSpPr>
              <p:spPr>
                <a:xfrm>
                  <a:off x="2948689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0" name="pg3190">
                  <a:extLst>
                    <a:ext uri="{FF2B5EF4-FFF2-40B4-BE49-F238E27FC236}">
                      <a16:creationId xmlns:a16="http://schemas.microsoft.com/office/drawing/2014/main" id="{330927FA-613C-6789-98BC-B09B7CE15859}"/>
                    </a:ext>
                  </a:extLst>
                </p:cNvPr>
                <p:cNvSpPr/>
                <p:nvPr/>
              </p:nvSpPr>
              <p:spPr>
                <a:xfrm>
                  <a:off x="2960326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1" name="pg3191">
                  <a:extLst>
                    <a:ext uri="{FF2B5EF4-FFF2-40B4-BE49-F238E27FC236}">
                      <a16:creationId xmlns:a16="http://schemas.microsoft.com/office/drawing/2014/main" id="{633CA7BE-478B-4EC3-E927-02103C8D888D}"/>
                    </a:ext>
                  </a:extLst>
                </p:cNvPr>
                <p:cNvSpPr/>
                <p:nvPr/>
              </p:nvSpPr>
              <p:spPr>
                <a:xfrm>
                  <a:off x="2971963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2" name="pg3192">
                  <a:extLst>
                    <a:ext uri="{FF2B5EF4-FFF2-40B4-BE49-F238E27FC236}">
                      <a16:creationId xmlns:a16="http://schemas.microsoft.com/office/drawing/2014/main" id="{34505FAD-82A6-A420-07F2-EA1D4625800B}"/>
                    </a:ext>
                  </a:extLst>
                </p:cNvPr>
                <p:cNvSpPr/>
                <p:nvPr/>
              </p:nvSpPr>
              <p:spPr>
                <a:xfrm>
                  <a:off x="2983601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3" name="pg3193">
                  <a:extLst>
                    <a:ext uri="{FF2B5EF4-FFF2-40B4-BE49-F238E27FC236}">
                      <a16:creationId xmlns:a16="http://schemas.microsoft.com/office/drawing/2014/main" id="{CEC790EA-FACC-6D05-C4AD-4F578CCC061C}"/>
                    </a:ext>
                  </a:extLst>
                </p:cNvPr>
                <p:cNvSpPr/>
                <p:nvPr/>
              </p:nvSpPr>
              <p:spPr>
                <a:xfrm>
                  <a:off x="2995238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4" name="pg3194">
                  <a:extLst>
                    <a:ext uri="{FF2B5EF4-FFF2-40B4-BE49-F238E27FC236}">
                      <a16:creationId xmlns:a16="http://schemas.microsoft.com/office/drawing/2014/main" id="{787545E7-DEC1-0AB2-F296-5AB873E8C46C}"/>
                    </a:ext>
                  </a:extLst>
                </p:cNvPr>
                <p:cNvSpPr/>
                <p:nvPr/>
              </p:nvSpPr>
              <p:spPr>
                <a:xfrm>
                  <a:off x="3006875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5" name="pg3195">
                  <a:extLst>
                    <a:ext uri="{FF2B5EF4-FFF2-40B4-BE49-F238E27FC236}">
                      <a16:creationId xmlns:a16="http://schemas.microsoft.com/office/drawing/2014/main" id="{D3E0D5C3-54C6-1609-C199-123B4051513E}"/>
                    </a:ext>
                  </a:extLst>
                </p:cNvPr>
                <p:cNvSpPr/>
                <p:nvPr/>
              </p:nvSpPr>
              <p:spPr>
                <a:xfrm>
                  <a:off x="3018513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6" name="pg3196">
                  <a:extLst>
                    <a:ext uri="{FF2B5EF4-FFF2-40B4-BE49-F238E27FC236}">
                      <a16:creationId xmlns:a16="http://schemas.microsoft.com/office/drawing/2014/main" id="{D89998A7-F5C7-A924-E91C-545EFDECA9C7}"/>
                    </a:ext>
                  </a:extLst>
                </p:cNvPr>
                <p:cNvSpPr/>
                <p:nvPr/>
              </p:nvSpPr>
              <p:spPr>
                <a:xfrm>
                  <a:off x="3030150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7" name="pg3197">
                  <a:extLst>
                    <a:ext uri="{FF2B5EF4-FFF2-40B4-BE49-F238E27FC236}">
                      <a16:creationId xmlns:a16="http://schemas.microsoft.com/office/drawing/2014/main" id="{B585F20F-ECF2-2D48-E1D1-DC61867FF73A}"/>
                    </a:ext>
                  </a:extLst>
                </p:cNvPr>
                <p:cNvSpPr/>
                <p:nvPr/>
              </p:nvSpPr>
              <p:spPr>
                <a:xfrm>
                  <a:off x="3041787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8" name="pg3198">
                  <a:extLst>
                    <a:ext uri="{FF2B5EF4-FFF2-40B4-BE49-F238E27FC236}">
                      <a16:creationId xmlns:a16="http://schemas.microsoft.com/office/drawing/2014/main" id="{3EECC0A0-F67E-3918-81A9-5553FE1776F1}"/>
                    </a:ext>
                  </a:extLst>
                </p:cNvPr>
                <p:cNvSpPr/>
                <p:nvPr/>
              </p:nvSpPr>
              <p:spPr>
                <a:xfrm>
                  <a:off x="3053425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199" name="pg3199">
                  <a:extLst>
                    <a:ext uri="{FF2B5EF4-FFF2-40B4-BE49-F238E27FC236}">
                      <a16:creationId xmlns:a16="http://schemas.microsoft.com/office/drawing/2014/main" id="{D2E4A0A5-FCAA-2ECE-11FF-C9551F737C08}"/>
                    </a:ext>
                  </a:extLst>
                </p:cNvPr>
                <p:cNvSpPr/>
                <p:nvPr/>
              </p:nvSpPr>
              <p:spPr>
                <a:xfrm>
                  <a:off x="3065062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0" name="pg3200">
                  <a:extLst>
                    <a:ext uri="{FF2B5EF4-FFF2-40B4-BE49-F238E27FC236}">
                      <a16:creationId xmlns:a16="http://schemas.microsoft.com/office/drawing/2014/main" id="{D56E20F6-56EF-FC08-5EB2-FF05889BB5ED}"/>
                    </a:ext>
                  </a:extLst>
                </p:cNvPr>
                <p:cNvSpPr/>
                <p:nvPr/>
              </p:nvSpPr>
              <p:spPr>
                <a:xfrm>
                  <a:off x="3076699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1" name="pg3201">
                  <a:extLst>
                    <a:ext uri="{FF2B5EF4-FFF2-40B4-BE49-F238E27FC236}">
                      <a16:creationId xmlns:a16="http://schemas.microsoft.com/office/drawing/2014/main" id="{0052E63C-5410-877B-0AF4-49371D57B746}"/>
                    </a:ext>
                  </a:extLst>
                </p:cNvPr>
                <p:cNvSpPr/>
                <p:nvPr/>
              </p:nvSpPr>
              <p:spPr>
                <a:xfrm>
                  <a:off x="3088337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2" name="pg3202">
                  <a:extLst>
                    <a:ext uri="{FF2B5EF4-FFF2-40B4-BE49-F238E27FC236}">
                      <a16:creationId xmlns:a16="http://schemas.microsoft.com/office/drawing/2014/main" id="{E3B6A02B-B3E0-E585-4F42-A51C34E68010}"/>
                    </a:ext>
                  </a:extLst>
                </p:cNvPr>
                <p:cNvSpPr/>
                <p:nvPr/>
              </p:nvSpPr>
              <p:spPr>
                <a:xfrm>
                  <a:off x="3099974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3" name="pg3203">
                  <a:extLst>
                    <a:ext uri="{FF2B5EF4-FFF2-40B4-BE49-F238E27FC236}">
                      <a16:creationId xmlns:a16="http://schemas.microsoft.com/office/drawing/2014/main" id="{E98FE7CD-4ABA-6339-D04C-37CC5502400C}"/>
                    </a:ext>
                  </a:extLst>
                </p:cNvPr>
                <p:cNvSpPr/>
                <p:nvPr/>
              </p:nvSpPr>
              <p:spPr>
                <a:xfrm>
                  <a:off x="4414992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4" name="pg3204">
                  <a:extLst>
                    <a:ext uri="{FF2B5EF4-FFF2-40B4-BE49-F238E27FC236}">
                      <a16:creationId xmlns:a16="http://schemas.microsoft.com/office/drawing/2014/main" id="{957559FE-D02D-B464-67E7-2D7BDD3B3C0C}"/>
                    </a:ext>
                  </a:extLst>
                </p:cNvPr>
                <p:cNvSpPr/>
                <p:nvPr/>
              </p:nvSpPr>
              <p:spPr>
                <a:xfrm>
                  <a:off x="4426630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5" name="pg3205">
                  <a:extLst>
                    <a:ext uri="{FF2B5EF4-FFF2-40B4-BE49-F238E27FC236}">
                      <a16:creationId xmlns:a16="http://schemas.microsoft.com/office/drawing/2014/main" id="{6B391C78-399B-D709-C5E8-01CECAEE862A}"/>
                    </a:ext>
                  </a:extLst>
                </p:cNvPr>
                <p:cNvSpPr/>
                <p:nvPr/>
              </p:nvSpPr>
              <p:spPr>
                <a:xfrm>
                  <a:off x="4438267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6" name="pg3206">
                  <a:extLst>
                    <a:ext uri="{FF2B5EF4-FFF2-40B4-BE49-F238E27FC236}">
                      <a16:creationId xmlns:a16="http://schemas.microsoft.com/office/drawing/2014/main" id="{18873F63-0848-B755-1959-DEA7B5A4488F}"/>
                    </a:ext>
                  </a:extLst>
                </p:cNvPr>
                <p:cNvSpPr/>
                <p:nvPr/>
              </p:nvSpPr>
              <p:spPr>
                <a:xfrm>
                  <a:off x="4449904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7" name="pg3207">
                  <a:extLst>
                    <a:ext uri="{FF2B5EF4-FFF2-40B4-BE49-F238E27FC236}">
                      <a16:creationId xmlns:a16="http://schemas.microsoft.com/office/drawing/2014/main" id="{D7EC58EC-B15C-E231-CB6B-E521F4239AF4}"/>
                    </a:ext>
                  </a:extLst>
                </p:cNvPr>
                <p:cNvSpPr/>
                <p:nvPr/>
              </p:nvSpPr>
              <p:spPr>
                <a:xfrm>
                  <a:off x="4461542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8" name="pg3208">
                  <a:extLst>
                    <a:ext uri="{FF2B5EF4-FFF2-40B4-BE49-F238E27FC236}">
                      <a16:creationId xmlns:a16="http://schemas.microsoft.com/office/drawing/2014/main" id="{65805D02-DBA4-F13E-6722-8C5EAC9473C3}"/>
                    </a:ext>
                  </a:extLst>
                </p:cNvPr>
                <p:cNvSpPr/>
                <p:nvPr/>
              </p:nvSpPr>
              <p:spPr>
                <a:xfrm>
                  <a:off x="4612827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09" name="pg3209">
                  <a:extLst>
                    <a:ext uri="{FF2B5EF4-FFF2-40B4-BE49-F238E27FC236}">
                      <a16:creationId xmlns:a16="http://schemas.microsoft.com/office/drawing/2014/main" id="{E2F93D9E-8B86-3B38-8A63-DCB8AAE892F9}"/>
                    </a:ext>
                  </a:extLst>
                </p:cNvPr>
                <p:cNvSpPr/>
                <p:nvPr/>
              </p:nvSpPr>
              <p:spPr>
                <a:xfrm>
                  <a:off x="4624464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0" name="pg3210">
                  <a:extLst>
                    <a:ext uri="{FF2B5EF4-FFF2-40B4-BE49-F238E27FC236}">
                      <a16:creationId xmlns:a16="http://schemas.microsoft.com/office/drawing/2014/main" id="{1144C52D-E793-C01F-0463-7DAEFBB6177E}"/>
                    </a:ext>
                  </a:extLst>
                </p:cNvPr>
                <p:cNvSpPr/>
                <p:nvPr/>
              </p:nvSpPr>
              <p:spPr>
                <a:xfrm>
                  <a:off x="4636101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1" name="pg3211">
                  <a:extLst>
                    <a:ext uri="{FF2B5EF4-FFF2-40B4-BE49-F238E27FC236}">
                      <a16:creationId xmlns:a16="http://schemas.microsoft.com/office/drawing/2014/main" id="{BD81772D-E265-4AE0-935F-5F59A4063612}"/>
                    </a:ext>
                  </a:extLst>
                </p:cNvPr>
                <p:cNvSpPr/>
                <p:nvPr/>
              </p:nvSpPr>
              <p:spPr>
                <a:xfrm>
                  <a:off x="4647739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2" name="pg3212">
                  <a:extLst>
                    <a:ext uri="{FF2B5EF4-FFF2-40B4-BE49-F238E27FC236}">
                      <a16:creationId xmlns:a16="http://schemas.microsoft.com/office/drawing/2014/main" id="{542176C3-3DD4-7009-FF9A-52266F1EC269}"/>
                    </a:ext>
                  </a:extLst>
                </p:cNvPr>
                <p:cNvSpPr/>
                <p:nvPr/>
              </p:nvSpPr>
              <p:spPr>
                <a:xfrm>
                  <a:off x="4659376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3" name="pg3213">
                  <a:extLst>
                    <a:ext uri="{FF2B5EF4-FFF2-40B4-BE49-F238E27FC236}">
                      <a16:creationId xmlns:a16="http://schemas.microsoft.com/office/drawing/2014/main" id="{C966B5EE-B026-E980-8CBC-75E074C4DF57}"/>
                    </a:ext>
                  </a:extLst>
                </p:cNvPr>
                <p:cNvSpPr/>
                <p:nvPr/>
              </p:nvSpPr>
              <p:spPr>
                <a:xfrm>
                  <a:off x="4671013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4" name="pg3214">
                  <a:extLst>
                    <a:ext uri="{FF2B5EF4-FFF2-40B4-BE49-F238E27FC236}">
                      <a16:creationId xmlns:a16="http://schemas.microsoft.com/office/drawing/2014/main" id="{25F3039D-F02C-4D07-4768-160821DA4EC3}"/>
                    </a:ext>
                  </a:extLst>
                </p:cNvPr>
                <p:cNvSpPr/>
                <p:nvPr/>
              </p:nvSpPr>
              <p:spPr>
                <a:xfrm>
                  <a:off x="4682651" y="492440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5" name="pg3215">
                  <a:extLst>
                    <a:ext uri="{FF2B5EF4-FFF2-40B4-BE49-F238E27FC236}">
                      <a16:creationId xmlns:a16="http://schemas.microsoft.com/office/drawing/2014/main" id="{F190BC25-279E-4F98-07CE-BDA096752840}"/>
                    </a:ext>
                  </a:extLst>
                </p:cNvPr>
                <p:cNvSpPr/>
                <p:nvPr/>
              </p:nvSpPr>
              <p:spPr>
                <a:xfrm>
                  <a:off x="2925414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6" name="pg3216">
                  <a:extLst>
                    <a:ext uri="{FF2B5EF4-FFF2-40B4-BE49-F238E27FC236}">
                      <a16:creationId xmlns:a16="http://schemas.microsoft.com/office/drawing/2014/main" id="{2BF807EC-0603-4403-D76F-CFA9576FE622}"/>
                    </a:ext>
                  </a:extLst>
                </p:cNvPr>
                <p:cNvSpPr/>
                <p:nvPr/>
              </p:nvSpPr>
              <p:spPr>
                <a:xfrm>
                  <a:off x="2937051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7" name="pg3217">
                  <a:extLst>
                    <a:ext uri="{FF2B5EF4-FFF2-40B4-BE49-F238E27FC236}">
                      <a16:creationId xmlns:a16="http://schemas.microsoft.com/office/drawing/2014/main" id="{DCE06E94-D3C9-A48F-575B-62D2E9EAF18B}"/>
                    </a:ext>
                  </a:extLst>
                </p:cNvPr>
                <p:cNvSpPr/>
                <p:nvPr/>
              </p:nvSpPr>
              <p:spPr>
                <a:xfrm>
                  <a:off x="2948689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8" name="pg3218">
                  <a:extLst>
                    <a:ext uri="{FF2B5EF4-FFF2-40B4-BE49-F238E27FC236}">
                      <a16:creationId xmlns:a16="http://schemas.microsoft.com/office/drawing/2014/main" id="{7306F480-DA26-7D02-AE9B-C2ABC800FFA1}"/>
                    </a:ext>
                  </a:extLst>
                </p:cNvPr>
                <p:cNvSpPr/>
                <p:nvPr/>
              </p:nvSpPr>
              <p:spPr>
                <a:xfrm>
                  <a:off x="2960326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19" name="pg3219">
                  <a:extLst>
                    <a:ext uri="{FF2B5EF4-FFF2-40B4-BE49-F238E27FC236}">
                      <a16:creationId xmlns:a16="http://schemas.microsoft.com/office/drawing/2014/main" id="{76E69955-A555-BA82-F281-7366682D9C8F}"/>
                    </a:ext>
                  </a:extLst>
                </p:cNvPr>
                <p:cNvSpPr/>
                <p:nvPr/>
              </p:nvSpPr>
              <p:spPr>
                <a:xfrm>
                  <a:off x="2971963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0" name="pg3220">
                  <a:extLst>
                    <a:ext uri="{FF2B5EF4-FFF2-40B4-BE49-F238E27FC236}">
                      <a16:creationId xmlns:a16="http://schemas.microsoft.com/office/drawing/2014/main" id="{B840AEAC-6680-C84F-1EC3-B22303BEB0C8}"/>
                    </a:ext>
                  </a:extLst>
                </p:cNvPr>
                <p:cNvSpPr/>
                <p:nvPr/>
              </p:nvSpPr>
              <p:spPr>
                <a:xfrm>
                  <a:off x="2983601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1" name="pg3221">
                  <a:extLst>
                    <a:ext uri="{FF2B5EF4-FFF2-40B4-BE49-F238E27FC236}">
                      <a16:creationId xmlns:a16="http://schemas.microsoft.com/office/drawing/2014/main" id="{D1FF9B43-9908-4FD5-1F85-1C5871484E15}"/>
                    </a:ext>
                  </a:extLst>
                </p:cNvPr>
                <p:cNvSpPr/>
                <p:nvPr/>
              </p:nvSpPr>
              <p:spPr>
                <a:xfrm>
                  <a:off x="2995238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2" name="pg3222">
                  <a:extLst>
                    <a:ext uri="{FF2B5EF4-FFF2-40B4-BE49-F238E27FC236}">
                      <a16:creationId xmlns:a16="http://schemas.microsoft.com/office/drawing/2014/main" id="{007CD5CC-83B3-3328-07A7-FC9874B12835}"/>
                    </a:ext>
                  </a:extLst>
                </p:cNvPr>
                <p:cNvSpPr/>
                <p:nvPr/>
              </p:nvSpPr>
              <p:spPr>
                <a:xfrm>
                  <a:off x="3006875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3" name="pg3223">
                  <a:extLst>
                    <a:ext uri="{FF2B5EF4-FFF2-40B4-BE49-F238E27FC236}">
                      <a16:creationId xmlns:a16="http://schemas.microsoft.com/office/drawing/2014/main" id="{82A42BCE-AB89-BD00-8341-EA97ADA33B1A}"/>
                    </a:ext>
                  </a:extLst>
                </p:cNvPr>
                <p:cNvSpPr/>
                <p:nvPr/>
              </p:nvSpPr>
              <p:spPr>
                <a:xfrm>
                  <a:off x="3018513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4" name="pg3224">
                  <a:extLst>
                    <a:ext uri="{FF2B5EF4-FFF2-40B4-BE49-F238E27FC236}">
                      <a16:creationId xmlns:a16="http://schemas.microsoft.com/office/drawing/2014/main" id="{EE53A8E3-00D3-55AD-A947-E29D78713E9F}"/>
                    </a:ext>
                  </a:extLst>
                </p:cNvPr>
                <p:cNvSpPr/>
                <p:nvPr/>
              </p:nvSpPr>
              <p:spPr>
                <a:xfrm>
                  <a:off x="3030150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5" name="pg3225">
                  <a:extLst>
                    <a:ext uri="{FF2B5EF4-FFF2-40B4-BE49-F238E27FC236}">
                      <a16:creationId xmlns:a16="http://schemas.microsoft.com/office/drawing/2014/main" id="{9F7498DC-F6D8-846A-A5C8-17BA4B5671B3}"/>
                    </a:ext>
                  </a:extLst>
                </p:cNvPr>
                <p:cNvSpPr/>
                <p:nvPr/>
              </p:nvSpPr>
              <p:spPr>
                <a:xfrm>
                  <a:off x="3041787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6" name="pg3226">
                  <a:extLst>
                    <a:ext uri="{FF2B5EF4-FFF2-40B4-BE49-F238E27FC236}">
                      <a16:creationId xmlns:a16="http://schemas.microsoft.com/office/drawing/2014/main" id="{91888954-0822-6F2E-3EDF-2E1CF146314E}"/>
                    </a:ext>
                  </a:extLst>
                </p:cNvPr>
                <p:cNvSpPr/>
                <p:nvPr/>
              </p:nvSpPr>
              <p:spPr>
                <a:xfrm>
                  <a:off x="3053425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7" name="pg3227">
                  <a:extLst>
                    <a:ext uri="{FF2B5EF4-FFF2-40B4-BE49-F238E27FC236}">
                      <a16:creationId xmlns:a16="http://schemas.microsoft.com/office/drawing/2014/main" id="{D846D1BE-8B44-6805-18DC-D0C21A92E0A2}"/>
                    </a:ext>
                  </a:extLst>
                </p:cNvPr>
                <p:cNvSpPr/>
                <p:nvPr/>
              </p:nvSpPr>
              <p:spPr>
                <a:xfrm>
                  <a:off x="3065062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8" name="pg3228">
                  <a:extLst>
                    <a:ext uri="{FF2B5EF4-FFF2-40B4-BE49-F238E27FC236}">
                      <a16:creationId xmlns:a16="http://schemas.microsoft.com/office/drawing/2014/main" id="{A9B0EF48-EEEC-0A68-4F31-AA8732E87D1A}"/>
                    </a:ext>
                  </a:extLst>
                </p:cNvPr>
                <p:cNvSpPr/>
                <p:nvPr/>
              </p:nvSpPr>
              <p:spPr>
                <a:xfrm>
                  <a:off x="3076699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29" name="pg3229">
                  <a:extLst>
                    <a:ext uri="{FF2B5EF4-FFF2-40B4-BE49-F238E27FC236}">
                      <a16:creationId xmlns:a16="http://schemas.microsoft.com/office/drawing/2014/main" id="{BB13D105-126B-D8BE-510C-DDF023012C01}"/>
                    </a:ext>
                  </a:extLst>
                </p:cNvPr>
                <p:cNvSpPr/>
                <p:nvPr/>
              </p:nvSpPr>
              <p:spPr>
                <a:xfrm>
                  <a:off x="4414992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0" name="pg3230">
                  <a:extLst>
                    <a:ext uri="{FF2B5EF4-FFF2-40B4-BE49-F238E27FC236}">
                      <a16:creationId xmlns:a16="http://schemas.microsoft.com/office/drawing/2014/main" id="{154C750E-C93E-372C-AF98-2D947E37EA1C}"/>
                    </a:ext>
                  </a:extLst>
                </p:cNvPr>
                <p:cNvSpPr/>
                <p:nvPr/>
              </p:nvSpPr>
              <p:spPr>
                <a:xfrm>
                  <a:off x="4426630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1" name="pg3231">
                  <a:extLst>
                    <a:ext uri="{FF2B5EF4-FFF2-40B4-BE49-F238E27FC236}">
                      <a16:creationId xmlns:a16="http://schemas.microsoft.com/office/drawing/2014/main" id="{A834738F-F298-85F9-E75A-6B56A49CA0C0}"/>
                    </a:ext>
                  </a:extLst>
                </p:cNvPr>
                <p:cNvSpPr/>
                <p:nvPr/>
              </p:nvSpPr>
              <p:spPr>
                <a:xfrm>
                  <a:off x="4438267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2" name="pg3232">
                  <a:extLst>
                    <a:ext uri="{FF2B5EF4-FFF2-40B4-BE49-F238E27FC236}">
                      <a16:creationId xmlns:a16="http://schemas.microsoft.com/office/drawing/2014/main" id="{FBACC988-C828-CE4E-EFEC-603D3D8761CB}"/>
                    </a:ext>
                  </a:extLst>
                </p:cNvPr>
                <p:cNvSpPr/>
                <p:nvPr/>
              </p:nvSpPr>
              <p:spPr>
                <a:xfrm>
                  <a:off x="4449904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3" name="pg3233">
                  <a:extLst>
                    <a:ext uri="{FF2B5EF4-FFF2-40B4-BE49-F238E27FC236}">
                      <a16:creationId xmlns:a16="http://schemas.microsoft.com/office/drawing/2014/main" id="{332B1C9B-863F-8AB6-5100-75D4C0139027}"/>
                    </a:ext>
                  </a:extLst>
                </p:cNvPr>
                <p:cNvSpPr/>
                <p:nvPr/>
              </p:nvSpPr>
              <p:spPr>
                <a:xfrm>
                  <a:off x="4461542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4" name="pg3234">
                  <a:extLst>
                    <a:ext uri="{FF2B5EF4-FFF2-40B4-BE49-F238E27FC236}">
                      <a16:creationId xmlns:a16="http://schemas.microsoft.com/office/drawing/2014/main" id="{ECDB8F9A-42FB-622A-1898-274490FEB48A}"/>
                    </a:ext>
                  </a:extLst>
                </p:cNvPr>
                <p:cNvSpPr/>
                <p:nvPr/>
              </p:nvSpPr>
              <p:spPr>
                <a:xfrm>
                  <a:off x="4612827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5" name="pg3235">
                  <a:extLst>
                    <a:ext uri="{FF2B5EF4-FFF2-40B4-BE49-F238E27FC236}">
                      <a16:creationId xmlns:a16="http://schemas.microsoft.com/office/drawing/2014/main" id="{7186A93D-5E61-BB8A-10AE-D35F8F18B20B}"/>
                    </a:ext>
                  </a:extLst>
                </p:cNvPr>
                <p:cNvSpPr/>
                <p:nvPr/>
              </p:nvSpPr>
              <p:spPr>
                <a:xfrm>
                  <a:off x="4624464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6" name="pg3236">
                  <a:extLst>
                    <a:ext uri="{FF2B5EF4-FFF2-40B4-BE49-F238E27FC236}">
                      <a16:creationId xmlns:a16="http://schemas.microsoft.com/office/drawing/2014/main" id="{8411F94D-F334-A167-E674-1CB1BE169696}"/>
                    </a:ext>
                  </a:extLst>
                </p:cNvPr>
                <p:cNvSpPr/>
                <p:nvPr/>
              </p:nvSpPr>
              <p:spPr>
                <a:xfrm>
                  <a:off x="4636101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7" name="pg3237">
                  <a:extLst>
                    <a:ext uri="{FF2B5EF4-FFF2-40B4-BE49-F238E27FC236}">
                      <a16:creationId xmlns:a16="http://schemas.microsoft.com/office/drawing/2014/main" id="{3B5E53B1-B98B-8D36-37D8-A083FEC98405}"/>
                    </a:ext>
                  </a:extLst>
                </p:cNvPr>
                <p:cNvSpPr/>
                <p:nvPr/>
              </p:nvSpPr>
              <p:spPr>
                <a:xfrm>
                  <a:off x="4647739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8" name="pg3238">
                  <a:extLst>
                    <a:ext uri="{FF2B5EF4-FFF2-40B4-BE49-F238E27FC236}">
                      <a16:creationId xmlns:a16="http://schemas.microsoft.com/office/drawing/2014/main" id="{9F1B7FDE-DD1E-9D6A-04B9-C493B185E6ED}"/>
                    </a:ext>
                  </a:extLst>
                </p:cNvPr>
                <p:cNvSpPr/>
                <p:nvPr/>
              </p:nvSpPr>
              <p:spPr>
                <a:xfrm>
                  <a:off x="4659376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39" name="pg3239">
                  <a:extLst>
                    <a:ext uri="{FF2B5EF4-FFF2-40B4-BE49-F238E27FC236}">
                      <a16:creationId xmlns:a16="http://schemas.microsoft.com/office/drawing/2014/main" id="{C390ED79-2A39-F8E8-BDAE-6D57E0D0720F}"/>
                    </a:ext>
                  </a:extLst>
                </p:cNvPr>
                <p:cNvSpPr/>
                <p:nvPr/>
              </p:nvSpPr>
              <p:spPr>
                <a:xfrm>
                  <a:off x="4671013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EAA">
                    <a:alpha val="100000"/>
                  </a:srgbClr>
                </a:solidFill>
                <a:ln w="5420" cap="flat">
                  <a:solidFill>
                    <a:srgbClr val="3C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0" name="pg3240">
                  <a:extLst>
                    <a:ext uri="{FF2B5EF4-FFF2-40B4-BE49-F238E27FC236}">
                      <a16:creationId xmlns:a16="http://schemas.microsoft.com/office/drawing/2014/main" id="{C27C7E4C-6B2C-45FB-CE17-DC3D048A570F}"/>
                    </a:ext>
                  </a:extLst>
                </p:cNvPr>
                <p:cNvSpPr/>
                <p:nvPr/>
              </p:nvSpPr>
              <p:spPr>
                <a:xfrm>
                  <a:off x="4682651" y="49387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B9EAA">
                    <a:alpha val="100000"/>
                  </a:srgbClr>
                </a:solidFill>
                <a:ln w="5420" cap="flat">
                  <a:solidFill>
                    <a:srgbClr val="3B9E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1" name="pg3241">
                  <a:extLst>
                    <a:ext uri="{FF2B5EF4-FFF2-40B4-BE49-F238E27FC236}">
                      <a16:creationId xmlns:a16="http://schemas.microsoft.com/office/drawing/2014/main" id="{8B7F14EC-42EE-B84B-E3CC-74CB6D55439C}"/>
                    </a:ext>
                  </a:extLst>
                </p:cNvPr>
                <p:cNvSpPr/>
                <p:nvPr/>
              </p:nvSpPr>
              <p:spPr>
                <a:xfrm>
                  <a:off x="2925414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2" name="pg3242">
                  <a:extLst>
                    <a:ext uri="{FF2B5EF4-FFF2-40B4-BE49-F238E27FC236}">
                      <a16:creationId xmlns:a16="http://schemas.microsoft.com/office/drawing/2014/main" id="{EC1C850A-C0C3-FA9D-A797-1735209AA042}"/>
                    </a:ext>
                  </a:extLst>
                </p:cNvPr>
                <p:cNvSpPr/>
                <p:nvPr/>
              </p:nvSpPr>
              <p:spPr>
                <a:xfrm>
                  <a:off x="2937051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3" name="pg3243">
                  <a:extLst>
                    <a:ext uri="{FF2B5EF4-FFF2-40B4-BE49-F238E27FC236}">
                      <a16:creationId xmlns:a16="http://schemas.microsoft.com/office/drawing/2014/main" id="{EDE6777D-CD69-5A52-6749-66BD0268F405}"/>
                    </a:ext>
                  </a:extLst>
                </p:cNvPr>
                <p:cNvSpPr/>
                <p:nvPr/>
              </p:nvSpPr>
              <p:spPr>
                <a:xfrm>
                  <a:off x="2948689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4" name="pg3244">
                  <a:extLst>
                    <a:ext uri="{FF2B5EF4-FFF2-40B4-BE49-F238E27FC236}">
                      <a16:creationId xmlns:a16="http://schemas.microsoft.com/office/drawing/2014/main" id="{E1FC80BF-01A3-3012-496C-57ADC82B383B}"/>
                    </a:ext>
                  </a:extLst>
                </p:cNvPr>
                <p:cNvSpPr/>
                <p:nvPr/>
              </p:nvSpPr>
              <p:spPr>
                <a:xfrm>
                  <a:off x="2960326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5" name="pg3245">
                  <a:extLst>
                    <a:ext uri="{FF2B5EF4-FFF2-40B4-BE49-F238E27FC236}">
                      <a16:creationId xmlns:a16="http://schemas.microsoft.com/office/drawing/2014/main" id="{2E543331-274B-0DCB-146C-7F3DC9D5DB6B}"/>
                    </a:ext>
                  </a:extLst>
                </p:cNvPr>
                <p:cNvSpPr/>
                <p:nvPr/>
              </p:nvSpPr>
              <p:spPr>
                <a:xfrm>
                  <a:off x="2971963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6B8">
                    <a:alpha val="100000"/>
                  </a:srgbClr>
                </a:solidFill>
                <a:ln w="5420" cap="flat">
                  <a:solidFill>
                    <a:srgbClr val="7F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6" name="pg3246">
                  <a:extLst>
                    <a:ext uri="{FF2B5EF4-FFF2-40B4-BE49-F238E27FC236}">
                      <a16:creationId xmlns:a16="http://schemas.microsoft.com/office/drawing/2014/main" id="{D4DB78EC-855F-4745-427D-6FC74D4671D2}"/>
                    </a:ext>
                  </a:extLst>
                </p:cNvPr>
                <p:cNvSpPr/>
                <p:nvPr/>
              </p:nvSpPr>
              <p:spPr>
                <a:xfrm>
                  <a:off x="2983601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7" name="pg3247">
                  <a:extLst>
                    <a:ext uri="{FF2B5EF4-FFF2-40B4-BE49-F238E27FC236}">
                      <a16:creationId xmlns:a16="http://schemas.microsoft.com/office/drawing/2014/main" id="{D0EC6A78-6BDD-B10A-CF40-33254114915D}"/>
                    </a:ext>
                  </a:extLst>
                </p:cNvPr>
                <p:cNvSpPr/>
                <p:nvPr/>
              </p:nvSpPr>
              <p:spPr>
                <a:xfrm>
                  <a:off x="2995238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8" name="pg3248">
                  <a:extLst>
                    <a:ext uri="{FF2B5EF4-FFF2-40B4-BE49-F238E27FC236}">
                      <a16:creationId xmlns:a16="http://schemas.microsoft.com/office/drawing/2014/main" id="{72EF69F8-3C15-CFD7-5F7B-E42DABDF3A72}"/>
                    </a:ext>
                  </a:extLst>
                </p:cNvPr>
                <p:cNvSpPr/>
                <p:nvPr/>
              </p:nvSpPr>
              <p:spPr>
                <a:xfrm>
                  <a:off x="3006875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49" name="pg3249">
                  <a:extLst>
                    <a:ext uri="{FF2B5EF4-FFF2-40B4-BE49-F238E27FC236}">
                      <a16:creationId xmlns:a16="http://schemas.microsoft.com/office/drawing/2014/main" id="{DE45D49C-FA2C-5CBF-E415-ECE8055DE69A}"/>
                    </a:ext>
                  </a:extLst>
                </p:cNvPr>
                <p:cNvSpPr/>
                <p:nvPr/>
              </p:nvSpPr>
              <p:spPr>
                <a:xfrm>
                  <a:off x="3018513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0" name="pg3250">
                  <a:extLst>
                    <a:ext uri="{FF2B5EF4-FFF2-40B4-BE49-F238E27FC236}">
                      <a16:creationId xmlns:a16="http://schemas.microsoft.com/office/drawing/2014/main" id="{7178056E-CFD4-7520-E08E-0B190C059288}"/>
                    </a:ext>
                  </a:extLst>
                </p:cNvPr>
                <p:cNvSpPr/>
                <p:nvPr/>
              </p:nvSpPr>
              <p:spPr>
                <a:xfrm>
                  <a:off x="3030150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1" name="pg3251">
                  <a:extLst>
                    <a:ext uri="{FF2B5EF4-FFF2-40B4-BE49-F238E27FC236}">
                      <a16:creationId xmlns:a16="http://schemas.microsoft.com/office/drawing/2014/main" id="{15CBBB94-36B6-B5AD-7839-7D1EBA37C37E}"/>
                    </a:ext>
                  </a:extLst>
                </p:cNvPr>
                <p:cNvSpPr/>
                <p:nvPr/>
              </p:nvSpPr>
              <p:spPr>
                <a:xfrm>
                  <a:off x="3041787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2" name="pg3252">
                  <a:extLst>
                    <a:ext uri="{FF2B5EF4-FFF2-40B4-BE49-F238E27FC236}">
                      <a16:creationId xmlns:a16="http://schemas.microsoft.com/office/drawing/2014/main" id="{6482499E-B341-9256-7480-672D24B45303}"/>
                    </a:ext>
                  </a:extLst>
                </p:cNvPr>
                <p:cNvSpPr/>
                <p:nvPr/>
              </p:nvSpPr>
              <p:spPr>
                <a:xfrm>
                  <a:off x="3053425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3" name="pg3253">
                  <a:extLst>
                    <a:ext uri="{FF2B5EF4-FFF2-40B4-BE49-F238E27FC236}">
                      <a16:creationId xmlns:a16="http://schemas.microsoft.com/office/drawing/2014/main" id="{02A489C1-58A5-42E6-DF88-66B6F55870F1}"/>
                    </a:ext>
                  </a:extLst>
                </p:cNvPr>
                <p:cNvSpPr/>
                <p:nvPr/>
              </p:nvSpPr>
              <p:spPr>
                <a:xfrm>
                  <a:off x="4414992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4" name="pg3254">
                  <a:extLst>
                    <a:ext uri="{FF2B5EF4-FFF2-40B4-BE49-F238E27FC236}">
                      <a16:creationId xmlns:a16="http://schemas.microsoft.com/office/drawing/2014/main" id="{F170331C-7A74-80C6-E382-5F13F819E3E9}"/>
                    </a:ext>
                  </a:extLst>
                </p:cNvPr>
                <p:cNvSpPr/>
                <p:nvPr/>
              </p:nvSpPr>
              <p:spPr>
                <a:xfrm>
                  <a:off x="4426630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5" name="pg3255">
                  <a:extLst>
                    <a:ext uri="{FF2B5EF4-FFF2-40B4-BE49-F238E27FC236}">
                      <a16:creationId xmlns:a16="http://schemas.microsoft.com/office/drawing/2014/main" id="{44477329-F6B4-C559-F565-5D8115847F1C}"/>
                    </a:ext>
                  </a:extLst>
                </p:cNvPr>
                <p:cNvSpPr/>
                <p:nvPr/>
              </p:nvSpPr>
              <p:spPr>
                <a:xfrm>
                  <a:off x="4438267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6" name="pg3256">
                  <a:extLst>
                    <a:ext uri="{FF2B5EF4-FFF2-40B4-BE49-F238E27FC236}">
                      <a16:creationId xmlns:a16="http://schemas.microsoft.com/office/drawing/2014/main" id="{FA17E117-08CD-2571-B8A3-E247C9175DB7}"/>
                    </a:ext>
                  </a:extLst>
                </p:cNvPr>
                <p:cNvSpPr/>
                <p:nvPr/>
              </p:nvSpPr>
              <p:spPr>
                <a:xfrm>
                  <a:off x="4449904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7" name="pg3257">
                  <a:extLst>
                    <a:ext uri="{FF2B5EF4-FFF2-40B4-BE49-F238E27FC236}">
                      <a16:creationId xmlns:a16="http://schemas.microsoft.com/office/drawing/2014/main" id="{344A9C75-AC28-F6AE-07B8-E51A7253919C}"/>
                    </a:ext>
                  </a:extLst>
                </p:cNvPr>
                <p:cNvSpPr/>
                <p:nvPr/>
              </p:nvSpPr>
              <p:spPr>
                <a:xfrm>
                  <a:off x="4461542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8" name="pg3258">
                  <a:extLst>
                    <a:ext uri="{FF2B5EF4-FFF2-40B4-BE49-F238E27FC236}">
                      <a16:creationId xmlns:a16="http://schemas.microsoft.com/office/drawing/2014/main" id="{824CE4D5-1B43-3863-7BEE-9741A3F3844D}"/>
                    </a:ext>
                  </a:extLst>
                </p:cNvPr>
                <p:cNvSpPr/>
                <p:nvPr/>
              </p:nvSpPr>
              <p:spPr>
                <a:xfrm>
                  <a:off x="4624464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59" name="pg3259">
                  <a:extLst>
                    <a:ext uri="{FF2B5EF4-FFF2-40B4-BE49-F238E27FC236}">
                      <a16:creationId xmlns:a16="http://schemas.microsoft.com/office/drawing/2014/main" id="{87183590-D537-8917-14C7-A27322FBFE2E}"/>
                    </a:ext>
                  </a:extLst>
                </p:cNvPr>
                <p:cNvSpPr/>
                <p:nvPr/>
              </p:nvSpPr>
              <p:spPr>
                <a:xfrm>
                  <a:off x="4636101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0" name="pg3260">
                  <a:extLst>
                    <a:ext uri="{FF2B5EF4-FFF2-40B4-BE49-F238E27FC236}">
                      <a16:creationId xmlns:a16="http://schemas.microsoft.com/office/drawing/2014/main" id="{D3C858BB-8B62-458E-2ED1-5CF57F46DE23}"/>
                    </a:ext>
                  </a:extLst>
                </p:cNvPr>
                <p:cNvSpPr/>
                <p:nvPr/>
              </p:nvSpPr>
              <p:spPr>
                <a:xfrm>
                  <a:off x="4647739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1" name="pg3261">
                  <a:extLst>
                    <a:ext uri="{FF2B5EF4-FFF2-40B4-BE49-F238E27FC236}">
                      <a16:creationId xmlns:a16="http://schemas.microsoft.com/office/drawing/2014/main" id="{8F7034A3-832F-268F-9E0F-405461E1C1F9}"/>
                    </a:ext>
                  </a:extLst>
                </p:cNvPr>
                <p:cNvSpPr/>
                <p:nvPr/>
              </p:nvSpPr>
              <p:spPr>
                <a:xfrm>
                  <a:off x="4659376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2" name="pg3262">
                  <a:extLst>
                    <a:ext uri="{FF2B5EF4-FFF2-40B4-BE49-F238E27FC236}">
                      <a16:creationId xmlns:a16="http://schemas.microsoft.com/office/drawing/2014/main" id="{28EE68B5-DC04-905B-72F4-B51B8ED5E056}"/>
                    </a:ext>
                  </a:extLst>
                </p:cNvPr>
                <p:cNvSpPr/>
                <p:nvPr/>
              </p:nvSpPr>
              <p:spPr>
                <a:xfrm>
                  <a:off x="4671013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3" name="pg3263">
                  <a:extLst>
                    <a:ext uri="{FF2B5EF4-FFF2-40B4-BE49-F238E27FC236}">
                      <a16:creationId xmlns:a16="http://schemas.microsoft.com/office/drawing/2014/main" id="{E0A32802-5A4B-F477-05CE-F366915A8CF1}"/>
                    </a:ext>
                  </a:extLst>
                </p:cNvPr>
                <p:cNvSpPr/>
                <p:nvPr/>
              </p:nvSpPr>
              <p:spPr>
                <a:xfrm>
                  <a:off x="4682651" y="495300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C9FAA">
                    <a:alpha val="100000"/>
                  </a:srgbClr>
                </a:solidFill>
                <a:ln w="5420" cap="flat">
                  <a:solidFill>
                    <a:srgbClr val="3C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4" name="pg3264">
                  <a:extLst>
                    <a:ext uri="{FF2B5EF4-FFF2-40B4-BE49-F238E27FC236}">
                      <a16:creationId xmlns:a16="http://schemas.microsoft.com/office/drawing/2014/main" id="{4625972D-A76E-98F4-B3A9-EEB69737D856}"/>
                    </a:ext>
                  </a:extLst>
                </p:cNvPr>
                <p:cNvSpPr/>
                <p:nvPr/>
              </p:nvSpPr>
              <p:spPr>
                <a:xfrm>
                  <a:off x="2890502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5" name="pg3265">
                  <a:extLst>
                    <a:ext uri="{FF2B5EF4-FFF2-40B4-BE49-F238E27FC236}">
                      <a16:creationId xmlns:a16="http://schemas.microsoft.com/office/drawing/2014/main" id="{2401DC21-7DB6-35B3-2EC1-1F6665A585E0}"/>
                    </a:ext>
                  </a:extLst>
                </p:cNvPr>
                <p:cNvSpPr/>
                <p:nvPr/>
              </p:nvSpPr>
              <p:spPr>
                <a:xfrm>
                  <a:off x="2902139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6" name="pg3266">
                  <a:extLst>
                    <a:ext uri="{FF2B5EF4-FFF2-40B4-BE49-F238E27FC236}">
                      <a16:creationId xmlns:a16="http://schemas.microsoft.com/office/drawing/2014/main" id="{A5F795DF-B7F2-9CAE-3BA9-F7BBCA920EF6}"/>
                    </a:ext>
                  </a:extLst>
                </p:cNvPr>
                <p:cNvSpPr/>
                <p:nvPr/>
              </p:nvSpPr>
              <p:spPr>
                <a:xfrm>
                  <a:off x="2913777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7" name="pg3267">
                  <a:extLst>
                    <a:ext uri="{FF2B5EF4-FFF2-40B4-BE49-F238E27FC236}">
                      <a16:creationId xmlns:a16="http://schemas.microsoft.com/office/drawing/2014/main" id="{579115BC-6B46-1614-A540-4F0D81FCE05E}"/>
                    </a:ext>
                  </a:extLst>
                </p:cNvPr>
                <p:cNvSpPr/>
                <p:nvPr/>
              </p:nvSpPr>
              <p:spPr>
                <a:xfrm>
                  <a:off x="2925414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B">
                    <a:alpha val="100000"/>
                  </a:srgbClr>
                </a:solidFill>
                <a:ln w="5420" cap="flat">
                  <a:solidFill>
                    <a:srgbClr val="85D8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8" name="pg3268">
                  <a:extLst>
                    <a:ext uri="{FF2B5EF4-FFF2-40B4-BE49-F238E27FC236}">
                      <a16:creationId xmlns:a16="http://schemas.microsoft.com/office/drawing/2014/main" id="{C650D0CA-ACB0-FEE3-AE11-A6EDCA7E137F}"/>
                    </a:ext>
                  </a:extLst>
                </p:cNvPr>
                <p:cNvSpPr/>
                <p:nvPr/>
              </p:nvSpPr>
              <p:spPr>
                <a:xfrm>
                  <a:off x="2937051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69" name="pg3269">
                  <a:extLst>
                    <a:ext uri="{FF2B5EF4-FFF2-40B4-BE49-F238E27FC236}">
                      <a16:creationId xmlns:a16="http://schemas.microsoft.com/office/drawing/2014/main" id="{27F967C9-AC2D-9123-4E33-11DBA13D5BDE}"/>
                    </a:ext>
                  </a:extLst>
                </p:cNvPr>
                <p:cNvSpPr/>
                <p:nvPr/>
              </p:nvSpPr>
              <p:spPr>
                <a:xfrm>
                  <a:off x="2948689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7B9">
                    <a:alpha val="100000"/>
                  </a:srgbClr>
                </a:solidFill>
                <a:ln w="5420" cap="flat">
                  <a:solidFill>
                    <a:srgbClr val="82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0" name="pg3270">
                  <a:extLst>
                    <a:ext uri="{FF2B5EF4-FFF2-40B4-BE49-F238E27FC236}">
                      <a16:creationId xmlns:a16="http://schemas.microsoft.com/office/drawing/2014/main" id="{1C16DA8B-EC5F-B2C2-DCE8-3C5FBA882572}"/>
                    </a:ext>
                  </a:extLst>
                </p:cNvPr>
                <p:cNvSpPr/>
                <p:nvPr/>
              </p:nvSpPr>
              <p:spPr>
                <a:xfrm>
                  <a:off x="2960326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0D7B8">
                    <a:alpha val="100000"/>
                  </a:srgbClr>
                </a:solidFill>
                <a:ln w="5420" cap="flat">
                  <a:solidFill>
                    <a:srgbClr val="80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1" name="pg3271">
                  <a:extLst>
                    <a:ext uri="{FF2B5EF4-FFF2-40B4-BE49-F238E27FC236}">
                      <a16:creationId xmlns:a16="http://schemas.microsoft.com/office/drawing/2014/main" id="{93B42EB9-356A-E740-129F-27878B618FEF}"/>
                    </a:ext>
                  </a:extLst>
                </p:cNvPr>
                <p:cNvSpPr/>
                <p:nvPr/>
              </p:nvSpPr>
              <p:spPr>
                <a:xfrm>
                  <a:off x="2971963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2" name="pg3272">
                  <a:extLst>
                    <a:ext uri="{FF2B5EF4-FFF2-40B4-BE49-F238E27FC236}">
                      <a16:creationId xmlns:a16="http://schemas.microsoft.com/office/drawing/2014/main" id="{430C1CFF-C974-B198-6DC9-72C5DCA0AC2C}"/>
                    </a:ext>
                  </a:extLst>
                </p:cNvPr>
                <p:cNvSpPr/>
                <p:nvPr/>
              </p:nvSpPr>
              <p:spPr>
                <a:xfrm>
                  <a:off x="2983601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3" name="pg3273">
                  <a:extLst>
                    <a:ext uri="{FF2B5EF4-FFF2-40B4-BE49-F238E27FC236}">
                      <a16:creationId xmlns:a16="http://schemas.microsoft.com/office/drawing/2014/main" id="{657B39F7-E759-A5E1-AA2C-6D2F5D47FEA1}"/>
                    </a:ext>
                  </a:extLst>
                </p:cNvPr>
                <p:cNvSpPr/>
                <p:nvPr/>
              </p:nvSpPr>
              <p:spPr>
                <a:xfrm>
                  <a:off x="2995238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4" name="pg3274">
                  <a:extLst>
                    <a:ext uri="{FF2B5EF4-FFF2-40B4-BE49-F238E27FC236}">
                      <a16:creationId xmlns:a16="http://schemas.microsoft.com/office/drawing/2014/main" id="{2B009DE7-8D89-758F-69B2-BA019F1B239C}"/>
                    </a:ext>
                  </a:extLst>
                </p:cNvPr>
                <p:cNvSpPr/>
                <p:nvPr/>
              </p:nvSpPr>
              <p:spPr>
                <a:xfrm>
                  <a:off x="3006875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5" name="pg3275">
                  <a:extLst>
                    <a:ext uri="{FF2B5EF4-FFF2-40B4-BE49-F238E27FC236}">
                      <a16:creationId xmlns:a16="http://schemas.microsoft.com/office/drawing/2014/main" id="{982DB59D-C69D-C768-D41E-2EB79FA135D4}"/>
                    </a:ext>
                  </a:extLst>
                </p:cNvPr>
                <p:cNvSpPr/>
                <p:nvPr/>
              </p:nvSpPr>
              <p:spPr>
                <a:xfrm>
                  <a:off x="3018513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6" name="pg3276">
                  <a:extLst>
                    <a:ext uri="{FF2B5EF4-FFF2-40B4-BE49-F238E27FC236}">
                      <a16:creationId xmlns:a16="http://schemas.microsoft.com/office/drawing/2014/main" id="{3218B287-FF39-F834-CC90-0E1E5EDB71E6}"/>
                    </a:ext>
                  </a:extLst>
                </p:cNvPr>
                <p:cNvSpPr/>
                <p:nvPr/>
              </p:nvSpPr>
              <p:spPr>
                <a:xfrm>
                  <a:off x="3030150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6B6">
                    <a:alpha val="100000"/>
                  </a:srgbClr>
                </a:solidFill>
                <a:ln w="5420" cap="flat">
                  <a:solidFill>
                    <a:srgbClr val="7BD6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7" name="pg3277">
                  <a:extLst>
                    <a:ext uri="{FF2B5EF4-FFF2-40B4-BE49-F238E27FC236}">
                      <a16:creationId xmlns:a16="http://schemas.microsoft.com/office/drawing/2014/main" id="{69A644A0-D1EC-6383-E6F5-15F9FE288161}"/>
                    </a:ext>
                  </a:extLst>
                </p:cNvPr>
                <p:cNvSpPr/>
                <p:nvPr/>
              </p:nvSpPr>
              <p:spPr>
                <a:xfrm>
                  <a:off x="4414992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8" name="pg3278">
                  <a:extLst>
                    <a:ext uri="{FF2B5EF4-FFF2-40B4-BE49-F238E27FC236}">
                      <a16:creationId xmlns:a16="http://schemas.microsoft.com/office/drawing/2014/main" id="{4DB36D39-FE49-CF51-35FB-CCC6CD44C144}"/>
                    </a:ext>
                  </a:extLst>
                </p:cNvPr>
                <p:cNvSpPr/>
                <p:nvPr/>
              </p:nvSpPr>
              <p:spPr>
                <a:xfrm>
                  <a:off x="4426630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79" name="pg3279">
                  <a:extLst>
                    <a:ext uri="{FF2B5EF4-FFF2-40B4-BE49-F238E27FC236}">
                      <a16:creationId xmlns:a16="http://schemas.microsoft.com/office/drawing/2014/main" id="{EA860751-C2F9-4E36-D884-B9DC07E8D186}"/>
                    </a:ext>
                  </a:extLst>
                </p:cNvPr>
                <p:cNvSpPr/>
                <p:nvPr/>
              </p:nvSpPr>
              <p:spPr>
                <a:xfrm>
                  <a:off x="4438267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0" name="pg3280">
                  <a:extLst>
                    <a:ext uri="{FF2B5EF4-FFF2-40B4-BE49-F238E27FC236}">
                      <a16:creationId xmlns:a16="http://schemas.microsoft.com/office/drawing/2014/main" id="{21F2ACB2-531D-1DDD-BE49-05735E0ABF95}"/>
                    </a:ext>
                  </a:extLst>
                </p:cNvPr>
                <p:cNvSpPr/>
                <p:nvPr/>
              </p:nvSpPr>
              <p:spPr>
                <a:xfrm>
                  <a:off x="4449904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1" name="pg3281">
                  <a:extLst>
                    <a:ext uri="{FF2B5EF4-FFF2-40B4-BE49-F238E27FC236}">
                      <a16:creationId xmlns:a16="http://schemas.microsoft.com/office/drawing/2014/main" id="{7C5BEEEA-4166-29C3-85FB-0DDA29B0FB11}"/>
                    </a:ext>
                  </a:extLst>
                </p:cNvPr>
                <p:cNvSpPr/>
                <p:nvPr/>
              </p:nvSpPr>
              <p:spPr>
                <a:xfrm>
                  <a:off x="4461542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2" name="pg3282">
                  <a:extLst>
                    <a:ext uri="{FF2B5EF4-FFF2-40B4-BE49-F238E27FC236}">
                      <a16:creationId xmlns:a16="http://schemas.microsoft.com/office/drawing/2014/main" id="{D001A805-C397-FE23-9537-26AB8BFB3D64}"/>
                    </a:ext>
                  </a:extLst>
                </p:cNvPr>
                <p:cNvSpPr/>
                <p:nvPr/>
              </p:nvSpPr>
              <p:spPr>
                <a:xfrm>
                  <a:off x="4624464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3" name="pg3283">
                  <a:extLst>
                    <a:ext uri="{FF2B5EF4-FFF2-40B4-BE49-F238E27FC236}">
                      <a16:creationId xmlns:a16="http://schemas.microsoft.com/office/drawing/2014/main" id="{75C55340-853A-701B-4DF7-D5DFB50633CE}"/>
                    </a:ext>
                  </a:extLst>
                </p:cNvPr>
                <p:cNvSpPr/>
                <p:nvPr/>
              </p:nvSpPr>
              <p:spPr>
                <a:xfrm>
                  <a:off x="4636101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4" name="pg3284">
                  <a:extLst>
                    <a:ext uri="{FF2B5EF4-FFF2-40B4-BE49-F238E27FC236}">
                      <a16:creationId xmlns:a16="http://schemas.microsoft.com/office/drawing/2014/main" id="{C728832D-8569-949E-0A8A-3D44D585DC35}"/>
                    </a:ext>
                  </a:extLst>
                </p:cNvPr>
                <p:cNvSpPr/>
                <p:nvPr/>
              </p:nvSpPr>
              <p:spPr>
                <a:xfrm>
                  <a:off x="4647739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5" name="pg3285">
                  <a:extLst>
                    <a:ext uri="{FF2B5EF4-FFF2-40B4-BE49-F238E27FC236}">
                      <a16:creationId xmlns:a16="http://schemas.microsoft.com/office/drawing/2014/main" id="{35F10D01-5DC1-D3C5-BEB0-ADBC769AA54D}"/>
                    </a:ext>
                  </a:extLst>
                </p:cNvPr>
                <p:cNvSpPr/>
                <p:nvPr/>
              </p:nvSpPr>
              <p:spPr>
                <a:xfrm>
                  <a:off x="4659376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6" name="pg3286">
                  <a:extLst>
                    <a:ext uri="{FF2B5EF4-FFF2-40B4-BE49-F238E27FC236}">
                      <a16:creationId xmlns:a16="http://schemas.microsoft.com/office/drawing/2014/main" id="{40541EBB-3CF6-8FCB-2D16-E76A267064E3}"/>
                    </a:ext>
                  </a:extLst>
                </p:cNvPr>
                <p:cNvSpPr/>
                <p:nvPr/>
              </p:nvSpPr>
              <p:spPr>
                <a:xfrm>
                  <a:off x="4671013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7" name="pg3287">
                  <a:extLst>
                    <a:ext uri="{FF2B5EF4-FFF2-40B4-BE49-F238E27FC236}">
                      <a16:creationId xmlns:a16="http://schemas.microsoft.com/office/drawing/2014/main" id="{AB658FFF-C033-4417-17DE-462A319A718C}"/>
                    </a:ext>
                  </a:extLst>
                </p:cNvPr>
                <p:cNvSpPr/>
                <p:nvPr/>
              </p:nvSpPr>
              <p:spPr>
                <a:xfrm>
                  <a:off x="4682651" y="49673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9FAA">
                    <a:alpha val="100000"/>
                  </a:srgbClr>
                </a:solidFill>
                <a:ln w="5420" cap="flat">
                  <a:solidFill>
                    <a:srgbClr val="3D9F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8" name="pg3288">
                  <a:extLst>
                    <a:ext uri="{FF2B5EF4-FFF2-40B4-BE49-F238E27FC236}">
                      <a16:creationId xmlns:a16="http://schemas.microsoft.com/office/drawing/2014/main" id="{31520F0B-562A-A6CF-E806-C3FA68B8C54F}"/>
                    </a:ext>
                  </a:extLst>
                </p:cNvPr>
                <p:cNvSpPr/>
                <p:nvPr/>
              </p:nvSpPr>
              <p:spPr>
                <a:xfrm>
                  <a:off x="2890502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89" name="pg3289">
                  <a:extLst>
                    <a:ext uri="{FF2B5EF4-FFF2-40B4-BE49-F238E27FC236}">
                      <a16:creationId xmlns:a16="http://schemas.microsoft.com/office/drawing/2014/main" id="{9822956E-B242-E587-E90D-41A7B29A5105}"/>
                    </a:ext>
                  </a:extLst>
                </p:cNvPr>
                <p:cNvSpPr/>
                <p:nvPr/>
              </p:nvSpPr>
              <p:spPr>
                <a:xfrm>
                  <a:off x="2902139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0" name="pg3290">
                  <a:extLst>
                    <a:ext uri="{FF2B5EF4-FFF2-40B4-BE49-F238E27FC236}">
                      <a16:creationId xmlns:a16="http://schemas.microsoft.com/office/drawing/2014/main" id="{D031EC21-AD48-972D-8F68-D6202FB3C012}"/>
                    </a:ext>
                  </a:extLst>
                </p:cNvPr>
                <p:cNvSpPr/>
                <p:nvPr/>
              </p:nvSpPr>
              <p:spPr>
                <a:xfrm>
                  <a:off x="2913777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1" name="pg3291">
                  <a:extLst>
                    <a:ext uri="{FF2B5EF4-FFF2-40B4-BE49-F238E27FC236}">
                      <a16:creationId xmlns:a16="http://schemas.microsoft.com/office/drawing/2014/main" id="{51FA6F6A-B761-EBAE-9A60-66F1A42AFD1F}"/>
                    </a:ext>
                  </a:extLst>
                </p:cNvPr>
                <p:cNvSpPr/>
                <p:nvPr/>
              </p:nvSpPr>
              <p:spPr>
                <a:xfrm>
                  <a:off x="2925414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2" name="pg3292">
                  <a:extLst>
                    <a:ext uri="{FF2B5EF4-FFF2-40B4-BE49-F238E27FC236}">
                      <a16:creationId xmlns:a16="http://schemas.microsoft.com/office/drawing/2014/main" id="{768E3C81-2C1C-5CF2-76DB-E516E458682C}"/>
                    </a:ext>
                  </a:extLst>
                </p:cNvPr>
                <p:cNvSpPr/>
                <p:nvPr/>
              </p:nvSpPr>
              <p:spPr>
                <a:xfrm>
                  <a:off x="2937051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3" name="pg3293">
                  <a:extLst>
                    <a:ext uri="{FF2B5EF4-FFF2-40B4-BE49-F238E27FC236}">
                      <a16:creationId xmlns:a16="http://schemas.microsoft.com/office/drawing/2014/main" id="{2078E2AF-B98D-25CD-CDB7-C1A37F02D807}"/>
                    </a:ext>
                  </a:extLst>
                </p:cNvPr>
                <p:cNvSpPr/>
                <p:nvPr/>
              </p:nvSpPr>
              <p:spPr>
                <a:xfrm>
                  <a:off x="2948689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4" name="pg3294">
                  <a:extLst>
                    <a:ext uri="{FF2B5EF4-FFF2-40B4-BE49-F238E27FC236}">
                      <a16:creationId xmlns:a16="http://schemas.microsoft.com/office/drawing/2014/main" id="{8235C704-E531-56C7-AF4E-A1D39F3C070F}"/>
                    </a:ext>
                  </a:extLst>
                </p:cNvPr>
                <p:cNvSpPr/>
                <p:nvPr/>
              </p:nvSpPr>
              <p:spPr>
                <a:xfrm>
                  <a:off x="2960326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5" name="pg3295">
                  <a:extLst>
                    <a:ext uri="{FF2B5EF4-FFF2-40B4-BE49-F238E27FC236}">
                      <a16:creationId xmlns:a16="http://schemas.microsoft.com/office/drawing/2014/main" id="{7E778842-AD57-8A28-25AE-8ADCE5386C2A}"/>
                    </a:ext>
                  </a:extLst>
                </p:cNvPr>
                <p:cNvSpPr/>
                <p:nvPr/>
              </p:nvSpPr>
              <p:spPr>
                <a:xfrm>
                  <a:off x="2971963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6" name="pg3296">
                  <a:extLst>
                    <a:ext uri="{FF2B5EF4-FFF2-40B4-BE49-F238E27FC236}">
                      <a16:creationId xmlns:a16="http://schemas.microsoft.com/office/drawing/2014/main" id="{2B259FF4-3BDA-D881-DD3D-856E6E8E934C}"/>
                    </a:ext>
                  </a:extLst>
                </p:cNvPr>
                <p:cNvSpPr/>
                <p:nvPr/>
              </p:nvSpPr>
              <p:spPr>
                <a:xfrm>
                  <a:off x="2983601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7" name="pg3297">
                  <a:extLst>
                    <a:ext uri="{FF2B5EF4-FFF2-40B4-BE49-F238E27FC236}">
                      <a16:creationId xmlns:a16="http://schemas.microsoft.com/office/drawing/2014/main" id="{4D7A217E-C247-3CA2-E106-268CA8C6C594}"/>
                    </a:ext>
                  </a:extLst>
                </p:cNvPr>
                <p:cNvSpPr/>
                <p:nvPr/>
              </p:nvSpPr>
              <p:spPr>
                <a:xfrm>
                  <a:off x="4403355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8" name="pg3298">
                  <a:extLst>
                    <a:ext uri="{FF2B5EF4-FFF2-40B4-BE49-F238E27FC236}">
                      <a16:creationId xmlns:a16="http://schemas.microsoft.com/office/drawing/2014/main" id="{8AC37D45-480B-812F-340D-8B82E2FB0C3F}"/>
                    </a:ext>
                  </a:extLst>
                </p:cNvPr>
                <p:cNvSpPr/>
                <p:nvPr/>
              </p:nvSpPr>
              <p:spPr>
                <a:xfrm>
                  <a:off x="4414992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299" name="pg3299">
                  <a:extLst>
                    <a:ext uri="{FF2B5EF4-FFF2-40B4-BE49-F238E27FC236}">
                      <a16:creationId xmlns:a16="http://schemas.microsoft.com/office/drawing/2014/main" id="{83B552AF-76E8-E5EE-7B51-A2E08EA1BCA3}"/>
                    </a:ext>
                  </a:extLst>
                </p:cNvPr>
                <p:cNvSpPr/>
                <p:nvPr/>
              </p:nvSpPr>
              <p:spPr>
                <a:xfrm>
                  <a:off x="4426630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0" name="pg3300">
                  <a:extLst>
                    <a:ext uri="{FF2B5EF4-FFF2-40B4-BE49-F238E27FC236}">
                      <a16:creationId xmlns:a16="http://schemas.microsoft.com/office/drawing/2014/main" id="{F77EB388-F2BB-E708-6A77-EF835BA6D170}"/>
                    </a:ext>
                  </a:extLst>
                </p:cNvPr>
                <p:cNvSpPr/>
                <p:nvPr/>
              </p:nvSpPr>
              <p:spPr>
                <a:xfrm>
                  <a:off x="4438267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1" name="pg3301">
                  <a:extLst>
                    <a:ext uri="{FF2B5EF4-FFF2-40B4-BE49-F238E27FC236}">
                      <a16:creationId xmlns:a16="http://schemas.microsoft.com/office/drawing/2014/main" id="{5369E53A-1C31-EF7F-41D2-5917F086C861}"/>
                    </a:ext>
                  </a:extLst>
                </p:cNvPr>
                <p:cNvSpPr/>
                <p:nvPr/>
              </p:nvSpPr>
              <p:spPr>
                <a:xfrm>
                  <a:off x="4449904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2" name="pg3302">
                  <a:extLst>
                    <a:ext uri="{FF2B5EF4-FFF2-40B4-BE49-F238E27FC236}">
                      <a16:creationId xmlns:a16="http://schemas.microsoft.com/office/drawing/2014/main" id="{8040DEFA-E506-8828-D4A3-A34E8AF96BC5}"/>
                    </a:ext>
                  </a:extLst>
                </p:cNvPr>
                <p:cNvSpPr/>
                <p:nvPr/>
              </p:nvSpPr>
              <p:spPr>
                <a:xfrm>
                  <a:off x="4624464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3" name="pg3303">
                  <a:extLst>
                    <a:ext uri="{FF2B5EF4-FFF2-40B4-BE49-F238E27FC236}">
                      <a16:creationId xmlns:a16="http://schemas.microsoft.com/office/drawing/2014/main" id="{2F4F912E-855F-C05C-B18E-C334B1936D02}"/>
                    </a:ext>
                  </a:extLst>
                </p:cNvPr>
                <p:cNvSpPr/>
                <p:nvPr/>
              </p:nvSpPr>
              <p:spPr>
                <a:xfrm>
                  <a:off x="4636101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4" name="pg3304">
                  <a:extLst>
                    <a:ext uri="{FF2B5EF4-FFF2-40B4-BE49-F238E27FC236}">
                      <a16:creationId xmlns:a16="http://schemas.microsoft.com/office/drawing/2014/main" id="{ADBC8555-A9BE-3163-4DCA-D84F4F0D26BF}"/>
                    </a:ext>
                  </a:extLst>
                </p:cNvPr>
                <p:cNvSpPr/>
                <p:nvPr/>
              </p:nvSpPr>
              <p:spPr>
                <a:xfrm>
                  <a:off x="4647739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5" name="pg3305">
                  <a:extLst>
                    <a:ext uri="{FF2B5EF4-FFF2-40B4-BE49-F238E27FC236}">
                      <a16:creationId xmlns:a16="http://schemas.microsoft.com/office/drawing/2014/main" id="{80F48AC1-1BE0-543E-59BE-BE57631CC50A}"/>
                    </a:ext>
                  </a:extLst>
                </p:cNvPr>
                <p:cNvSpPr/>
                <p:nvPr/>
              </p:nvSpPr>
              <p:spPr>
                <a:xfrm>
                  <a:off x="4659376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6" name="pg3306">
                  <a:extLst>
                    <a:ext uri="{FF2B5EF4-FFF2-40B4-BE49-F238E27FC236}">
                      <a16:creationId xmlns:a16="http://schemas.microsoft.com/office/drawing/2014/main" id="{FF4D6AE1-E31C-6BE0-85B6-C07DEE1C4554}"/>
                    </a:ext>
                  </a:extLst>
                </p:cNvPr>
                <p:cNvSpPr/>
                <p:nvPr/>
              </p:nvSpPr>
              <p:spPr>
                <a:xfrm>
                  <a:off x="4671013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7" name="pg3307">
                  <a:extLst>
                    <a:ext uri="{FF2B5EF4-FFF2-40B4-BE49-F238E27FC236}">
                      <a16:creationId xmlns:a16="http://schemas.microsoft.com/office/drawing/2014/main" id="{69C97E35-9071-A394-25B5-6D54129C63D3}"/>
                    </a:ext>
                  </a:extLst>
                </p:cNvPr>
                <p:cNvSpPr/>
                <p:nvPr/>
              </p:nvSpPr>
              <p:spPr>
                <a:xfrm>
                  <a:off x="4682651" y="498160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8" name="pg3308">
                  <a:extLst>
                    <a:ext uri="{FF2B5EF4-FFF2-40B4-BE49-F238E27FC236}">
                      <a16:creationId xmlns:a16="http://schemas.microsoft.com/office/drawing/2014/main" id="{9B53FFDC-5950-BB13-4C75-4282815C60A3}"/>
                    </a:ext>
                  </a:extLst>
                </p:cNvPr>
                <p:cNvSpPr/>
                <p:nvPr/>
              </p:nvSpPr>
              <p:spPr>
                <a:xfrm>
                  <a:off x="2878865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09" name="pg3309">
                  <a:extLst>
                    <a:ext uri="{FF2B5EF4-FFF2-40B4-BE49-F238E27FC236}">
                      <a16:creationId xmlns:a16="http://schemas.microsoft.com/office/drawing/2014/main" id="{EBDE963A-1708-E97B-8C46-2958FF4D7491}"/>
                    </a:ext>
                  </a:extLst>
                </p:cNvPr>
                <p:cNvSpPr/>
                <p:nvPr/>
              </p:nvSpPr>
              <p:spPr>
                <a:xfrm>
                  <a:off x="2890502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0" name="pg3310">
                  <a:extLst>
                    <a:ext uri="{FF2B5EF4-FFF2-40B4-BE49-F238E27FC236}">
                      <a16:creationId xmlns:a16="http://schemas.microsoft.com/office/drawing/2014/main" id="{AA97FF00-A080-5B7D-E3E5-E504131D2406}"/>
                    </a:ext>
                  </a:extLst>
                </p:cNvPr>
                <p:cNvSpPr/>
                <p:nvPr/>
              </p:nvSpPr>
              <p:spPr>
                <a:xfrm>
                  <a:off x="2902139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1" name="pg3311">
                  <a:extLst>
                    <a:ext uri="{FF2B5EF4-FFF2-40B4-BE49-F238E27FC236}">
                      <a16:creationId xmlns:a16="http://schemas.microsoft.com/office/drawing/2014/main" id="{A99FC2A0-E623-1965-00C0-8C1837B2DC15}"/>
                    </a:ext>
                  </a:extLst>
                </p:cNvPr>
                <p:cNvSpPr/>
                <p:nvPr/>
              </p:nvSpPr>
              <p:spPr>
                <a:xfrm>
                  <a:off x="2913777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2" name="pg3312">
                  <a:extLst>
                    <a:ext uri="{FF2B5EF4-FFF2-40B4-BE49-F238E27FC236}">
                      <a16:creationId xmlns:a16="http://schemas.microsoft.com/office/drawing/2014/main" id="{B093FEA6-04A0-0D79-B9EA-684C7FD7D15A}"/>
                    </a:ext>
                  </a:extLst>
                </p:cNvPr>
                <p:cNvSpPr/>
                <p:nvPr/>
              </p:nvSpPr>
              <p:spPr>
                <a:xfrm>
                  <a:off x="2925414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3" name="pg3313">
                  <a:extLst>
                    <a:ext uri="{FF2B5EF4-FFF2-40B4-BE49-F238E27FC236}">
                      <a16:creationId xmlns:a16="http://schemas.microsoft.com/office/drawing/2014/main" id="{673BFE24-EA2A-4C7F-0BB8-3F6780EDC57A}"/>
                    </a:ext>
                  </a:extLst>
                </p:cNvPr>
                <p:cNvSpPr/>
                <p:nvPr/>
              </p:nvSpPr>
              <p:spPr>
                <a:xfrm>
                  <a:off x="2937051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9BB">
                    <a:alpha val="100000"/>
                  </a:srgbClr>
                </a:solidFill>
                <a:ln w="5420" cap="flat">
                  <a:solidFill>
                    <a:srgbClr val="85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4" name="pg3314">
                  <a:extLst>
                    <a:ext uri="{FF2B5EF4-FFF2-40B4-BE49-F238E27FC236}">
                      <a16:creationId xmlns:a16="http://schemas.microsoft.com/office/drawing/2014/main" id="{7E8DFAEF-59C4-0C1F-5A1A-CA47E21104F6}"/>
                    </a:ext>
                  </a:extLst>
                </p:cNvPr>
                <p:cNvSpPr/>
                <p:nvPr/>
              </p:nvSpPr>
              <p:spPr>
                <a:xfrm>
                  <a:off x="2948689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5" name="pg3315">
                  <a:extLst>
                    <a:ext uri="{FF2B5EF4-FFF2-40B4-BE49-F238E27FC236}">
                      <a16:creationId xmlns:a16="http://schemas.microsoft.com/office/drawing/2014/main" id="{B65B0C6E-FD5D-61C6-139D-827AF08B773E}"/>
                    </a:ext>
                  </a:extLst>
                </p:cNvPr>
                <p:cNvSpPr/>
                <p:nvPr/>
              </p:nvSpPr>
              <p:spPr>
                <a:xfrm>
                  <a:off x="2960326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6" name="pg3316">
                  <a:extLst>
                    <a:ext uri="{FF2B5EF4-FFF2-40B4-BE49-F238E27FC236}">
                      <a16:creationId xmlns:a16="http://schemas.microsoft.com/office/drawing/2014/main" id="{E3E2B144-3482-AC96-BF8D-E545286FC1BF}"/>
                    </a:ext>
                  </a:extLst>
                </p:cNvPr>
                <p:cNvSpPr/>
                <p:nvPr/>
              </p:nvSpPr>
              <p:spPr>
                <a:xfrm>
                  <a:off x="4403355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7" name="pg3317">
                  <a:extLst>
                    <a:ext uri="{FF2B5EF4-FFF2-40B4-BE49-F238E27FC236}">
                      <a16:creationId xmlns:a16="http://schemas.microsoft.com/office/drawing/2014/main" id="{A15CD18C-01EA-0DDA-30EF-7055A4BB0640}"/>
                    </a:ext>
                  </a:extLst>
                </p:cNvPr>
                <p:cNvSpPr/>
                <p:nvPr/>
              </p:nvSpPr>
              <p:spPr>
                <a:xfrm>
                  <a:off x="4414992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8" name="pg3318">
                  <a:extLst>
                    <a:ext uri="{FF2B5EF4-FFF2-40B4-BE49-F238E27FC236}">
                      <a16:creationId xmlns:a16="http://schemas.microsoft.com/office/drawing/2014/main" id="{3A546CD8-3983-0D60-5AFD-F243759E195A}"/>
                    </a:ext>
                  </a:extLst>
                </p:cNvPr>
                <p:cNvSpPr/>
                <p:nvPr/>
              </p:nvSpPr>
              <p:spPr>
                <a:xfrm>
                  <a:off x="4426630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19" name="pg3319">
                  <a:extLst>
                    <a:ext uri="{FF2B5EF4-FFF2-40B4-BE49-F238E27FC236}">
                      <a16:creationId xmlns:a16="http://schemas.microsoft.com/office/drawing/2014/main" id="{6378600D-29E9-37E5-46A8-566BD0B0E667}"/>
                    </a:ext>
                  </a:extLst>
                </p:cNvPr>
                <p:cNvSpPr/>
                <p:nvPr/>
              </p:nvSpPr>
              <p:spPr>
                <a:xfrm>
                  <a:off x="4438267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0" name="pg3320">
                  <a:extLst>
                    <a:ext uri="{FF2B5EF4-FFF2-40B4-BE49-F238E27FC236}">
                      <a16:creationId xmlns:a16="http://schemas.microsoft.com/office/drawing/2014/main" id="{BBA1255D-928D-4791-FFA8-338C1A593EAC}"/>
                    </a:ext>
                  </a:extLst>
                </p:cNvPr>
                <p:cNvSpPr/>
                <p:nvPr/>
              </p:nvSpPr>
              <p:spPr>
                <a:xfrm>
                  <a:off x="4449904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1" name="pg3321">
                  <a:extLst>
                    <a:ext uri="{FF2B5EF4-FFF2-40B4-BE49-F238E27FC236}">
                      <a16:creationId xmlns:a16="http://schemas.microsoft.com/office/drawing/2014/main" id="{2F0A199E-B313-A3D5-A4B0-D855FBC470EB}"/>
                    </a:ext>
                  </a:extLst>
                </p:cNvPr>
                <p:cNvSpPr/>
                <p:nvPr/>
              </p:nvSpPr>
              <p:spPr>
                <a:xfrm>
                  <a:off x="4461542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2" name="pg3322">
                  <a:extLst>
                    <a:ext uri="{FF2B5EF4-FFF2-40B4-BE49-F238E27FC236}">
                      <a16:creationId xmlns:a16="http://schemas.microsoft.com/office/drawing/2014/main" id="{2C327140-8845-F9A1-1493-5A6B724424C1}"/>
                    </a:ext>
                  </a:extLst>
                </p:cNvPr>
                <p:cNvSpPr/>
                <p:nvPr/>
              </p:nvSpPr>
              <p:spPr>
                <a:xfrm>
                  <a:off x="4473179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3" name="pg3323">
                  <a:extLst>
                    <a:ext uri="{FF2B5EF4-FFF2-40B4-BE49-F238E27FC236}">
                      <a16:creationId xmlns:a16="http://schemas.microsoft.com/office/drawing/2014/main" id="{EDEC384D-7601-08AC-2010-F55FAD2CF2D1}"/>
                    </a:ext>
                  </a:extLst>
                </p:cNvPr>
                <p:cNvSpPr/>
                <p:nvPr/>
              </p:nvSpPr>
              <p:spPr>
                <a:xfrm>
                  <a:off x="4636101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4" name="pg3324">
                  <a:extLst>
                    <a:ext uri="{FF2B5EF4-FFF2-40B4-BE49-F238E27FC236}">
                      <a16:creationId xmlns:a16="http://schemas.microsoft.com/office/drawing/2014/main" id="{39A33897-EA64-51DB-0669-433682E9D51C}"/>
                    </a:ext>
                  </a:extLst>
                </p:cNvPr>
                <p:cNvSpPr/>
                <p:nvPr/>
              </p:nvSpPr>
              <p:spPr>
                <a:xfrm>
                  <a:off x="4647739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5" name="pg3325">
                  <a:extLst>
                    <a:ext uri="{FF2B5EF4-FFF2-40B4-BE49-F238E27FC236}">
                      <a16:creationId xmlns:a16="http://schemas.microsoft.com/office/drawing/2014/main" id="{330C9951-4738-4983-91CF-CA49D6F5B0C8}"/>
                    </a:ext>
                  </a:extLst>
                </p:cNvPr>
                <p:cNvSpPr/>
                <p:nvPr/>
              </p:nvSpPr>
              <p:spPr>
                <a:xfrm>
                  <a:off x="4659376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6" name="pg3326">
                  <a:extLst>
                    <a:ext uri="{FF2B5EF4-FFF2-40B4-BE49-F238E27FC236}">
                      <a16:creationId xmlns:a16="http://schemas.microsoft.com/office/drawing/2014/main" id="{120E2AF8-A1BF-36A8-9E1F-8C0070CD0AEA}"/>
                    </a:ext>
                  </a:extLst>
                </p:cNvPr>
                <p:cNvSpPr/>
                <p:nvPr/>
              </p:nvSpPr>
              <p:spPr>
                <a:xfrm>
                  <a:off x="4671013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7" name="pg3327">
                  <a:extLst>
                    <a:ext uri="{FF2B5EF4-FFF2-40B4-BE49-F238E27FC236}">
                      <a16:creationId xmlns:a16="http://schemas.microsoft.com/office/drawing/2014/main" id="{E0FF3886-351C-F974-020F-D79B2F912044}"/>
                    </a:ext>
                  </a:extLst>
                </p:cNvPr>
                <p:cNvSpPr/>
                <p:nvPr/>
              </p:nvSpPr>
              <p:spPr>
                <a:xfrm>
                  <a:off x="4682651" y="499590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8" name="pg3328">
                  <a:extLst>
                    <a:ext uri="{FF2B5EF4-FFF2-40B4-BE49-F238E27FC236}">
                      <a16:creationId xmlns:a16="http://schemas.microsoft.com/office/drawing/2014/main" id="{30EDC7AB-10AD-D555-F747-C41B7A070F84}"/>
                    </a:ext>
                  </a:extLst>
                </p:cNvPr>
                <p:cNvSpPr/>
                <p:nvPr/>
              </p:nvSpPr>
              <p:spPr>
                <a:xfrm>
                  <a:off x="2867227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29" name="pg3329">
                  <a:extLst>
                    <a:ext uri="{FF2B5EF4-FFF2-40B4-BE49-F238E27FC236}">
                      <a16:creationId xmlns:a16="http://schemas.microsoft.com/office/drawing/2014/main" id="{28E3CA9B-3C18-4890-3E1E-3B6C41086A0C}"/>
                    </a:ext>
                  </a:extLst>
                </p:cNvPr>
                <p:cNvSpPr/>
                <p:nvPr/>
              </p:nvSpPr>
              <p:spPr>
                <a:xfrm>
                  <a:off x="2878865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0" name="pg3330">
                  <a:extLst>
                    <a:ext uri="{FF2B5EF4-FFF2-40B4-BE49-F238E27FC236}">
                      <a16:creationId xmlns:a16="http://schemas.microsoft.com/office/drawing/2014/main" id="{A6CE5994-D990-495C-EE1D-F75A7F571754}"/>
                    </a:ext>
                  </a:extLst>
                </p:cNvPr>
                <p:cNvSpPr/>
                <p:nvPr/>
              </p:nvSpPr>
              <p:spPr>
                <a:xfrm>
                  <a:off x="2890502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1" name="pg3331">
                  <a:extLst>
                    <a:ext uri="{FF2B5EF4-FFF2-40B4-BE49-F238E27FC236}">
                      <a16:creationId xmlns:a16="http://schemas.microsoft.com/office/drawing/2014/main" id="{4504968D-E435-C02C-4053-15F5B7BA750C}"/>
                    </a:ext>
                  </a:extLst>
                </p:cNvPr>
                <p:cNvSpPr/>
                <p:nvPr/>
              </p:nvSpPr>
              <p:spPr>
                <a:xfrm>
                  <a:off x="2902139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8D9BC">
                    <a:alpha val="100000"/>
                  </a:srgbClr>
                </a:solidFill>
                <a:ln w="5420" cap="flat">
                  <a:solidFill>
                    <a:srgbClr val="88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2" name="pg3332">
                  <a:extLst>
                    <a:ext uri="{FF2B5EF4-FFF2-40B4-BE49-F238E27FC236}">
                      <a16:creationId xmlns:a16="http://schemas.microsoft.com/office/drawing/2014/main" id="{DD59305D-0770-94D6-0E9B-B4D83644777F}"/>
                    </a:ext>
                  </a:extLst>
                </p:cNvPr>
                <p:cNvSpPr/>
                <p:nvPr/>
              </p:nvSpPr>
              <p:spPr>
                <a:xfrm>
                  <a:off x="2913777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C">
                    <a:alpha val="100000"/>
                  </a:srgbClr>
                </a:solidFill>
                <a:ln w="5420" cap="flat">
                  <a:solidFill>
                    <a:srgbClr val="87D9B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3" name="pg3333">
                  <a:extLst>
                    <a:ext uri="{FF2B5EF4-FFF2-40B4-BE49-F238E27FC236}">
                      <a16:creationId xmlns:a16="http://schemas.microsoft.com/office/drawing/2014/main" id="{94790929-1B6E-F871-36F2-DF25102F7B04}"/>
                    </a:ext>
                  </a:extLst>
                </p:cNvPr>
                <p:cNvSpPr/>
                <p:nvPr/>
              </p:nvSpPr>
              <p:spPr>
                <a:xfrm>
                  <a:off x="2925414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4" name="pg3334">
                  <a:extLst>
                    <a:ext uri="{FF2B5EF4-FFF2-40B4-BE49-F238E27FC236}">
                      <a16:creationId xmlns:a16="http://schemas.microsoft.com/office/drawing/2014/main" id="{03C78496-1D42-5961-41C7-13BF408904DF}"/>
                    </a:ext>
                  </a:extLst>
                </p:cNvPr>
                <p:cNvSpPr/>
                <p:nvPr/>
              </p:nvSpPr>
              <p:spPr>
                <a:xfrm>
                  <a:off x="2937051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5" name="pg3335">
                  <a:extLst>
                    <a:ext uri="{FF2B5EF4-FFF2-40B4-BE49-F238E27FC236}">
                      <a16:creationId xmlns:a16="http://schemas.microsoft.com/office/drawing/2014/main" id="{20A1C7BE-331E-9A9D-7ABC-3F8EE6BBF0B1}"/>
                    </a:ext>
                  </a:extLst>
                </p:cNvPr>
                <p:cNvSpPr/>
                <p:nvPr/>
              </p:nvSpPr>
              <p:spPr>
                <a:xfrm>
                  <a:off x="2948689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6" name="pg3336">
                  <a:extLst>
                    <a:ext uri="{FF2B5EF4-FFF2-40B4-BE49-F238E27FC236}">
                      <a16:creationId xmlns:a16="http://schemas.microsoft.com/office/drawing/2014/main" id="{13BE61D6-6DC0-19ED-D516-E32023331D56}"/>
                    </a:ext>
                  </a:extLst>
                </p:cNvPr>
                <p:cNvSpPr/>
                <p:nvPr/>
              </p:nvSpPr>
              <p:spPr>
                <a:xfrm>
                  <a:off x="4403355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DB2AB">
                    <a:alpha val="100000"/>
                  </a:srgbClr>
                </a:solidFill>
                <a:ln w="5420" cap="flat">
                  <a:solidFill>
                    <a:srgbClr val="4D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7" name="pg3337">
                  <a:extLst>
                    <a:ext uri="{FF2B5EF4-FFF2-40B4-BE49-F238E27FC236}">
                      <a16:creationId xmlns:a16="http://schemas.microsoft.com/office/drawing/2014/main" id="{237B3EB5-97E0-7178-D524-06309E2B72A9}"/>
                    </a:ext>
                  </a:extLst>
                </p:cNvPr>
                <p:cNvSpPr/>
                <p:nvPr/>
              </p:nvSpPr>
              <p:spPr>
                <a:xfrm>
                  <a:off x="4414992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8" name="pg3338">
                  <a:extLst>
                    <a:ext uri="{FF2B5EF4-FFF2-40B4-BE49-F238E27FC236}">
                      <a16:creationId xmlns:a16="http://schemas.microsoft.com/office/drawing/2014/main" id="{0A67CAF7-B386-E0B9-77B1-34D9F78DBFC9}"/>
                    </a:ext>
                  </a:extLst>
                </p:cNvPr>
                <p:cNvSpPr/>
                <p:nvPr/>
              </p:nvSpPr>
              <p:spPr>
                <a:xfrm>
                  <a:off x="4426630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39" name="pg3339">
                  <a:extLst>
                    <a:ext uri="{FF2B5EF4-FFF2-40B4-BE49-F238E27FC236}">
                      <a16:creationId xmlns:a16="http://schemas.microsoft.com/office/drawing/2014/main" id="{B692262E-3B6D-8A3F-B266-E216B8C9806E}"/>
                    </a:ext>
                  </a:extLst>
                </p:cNvPr>
                <p:cNvSpPr/>
                <p:nvPr/>
              </p:nvSpPr>
              <p:spPr>
                <a:xfrm>
                  <a:off x="4438267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0" name="pg3340">
                  <a:extLst>
                    <a:ext uri="{FF2B5EF4-FFF2-40B4-BE49-F238E27FC236}">
                      <a16:creationId xmlns:a16="http://schemas.microsoft.com/office/drawing/2014/main" id="{0CE73DD6-CECE-941B-390C-7BC56DC05AE7}"/>
                    </a:ext>
                  </a:extLst>
                </p:cNvPr>
                <p:cNvSpPr/>
                <p:nvPr/>
              </p:nvSpPr>
              <p:spPr>
                <a:xfrm>
                  <a:off x="4449904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1" name="pg3341">
                  <a:extLst>
                    <a:ext uri="{FF2B5EF4-FFF2-40B4-BE49-F238E27FC236}">
                      <a16:creationId xmlns:a16="http://schemas.microsoft.com/office/drawing/2014/main" id="{646DC3C1-1156-3034-D467-8CCFC689BA53}"/>
                    </a:ext>
                  </a:extLst>
                </p:cNvPr>
                <p:cNvSpPr/>
                <p:nvPr/>
              </p:nvSpPr>
              <p:spPr>
                <a:xfrm>
                  <a:off x="4461542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B">
                    <a:alpha val="100000"/>
                  </a:srgbClr>
                </a:solidFill>
                <a:ln w="5420" cap="flat">
                  <a:solidFill>
                    <a:srgbClr val="48AC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2" name="pg3342">
                  <a:extLst>
                    <a:ext uri="{FF2B5EF4-FFF2-40B4-BE49-F238E27FC236}">
                      <a16:creationId xmlns:a16="http://schemas.microsoft.com/office/drawing/2014/main" id="{ED9126D5-E03E-60FD-46C0-AD7FC5F606B1}"/>
                    </a:ext>
                  </a:extLst>
                </p:cNvPr>
                <p:cNvSpPr/>
                <p:nvPr/>
              </p:nvSpPr>
              <p:spPr>
                <a:xfrm>
                  <a:off x="4473179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3" name="pg3343">
                  <a:extLst>
                    <a:ext uri="{FF2B5EF4-FFF2-40B4-BE49-F238E27FC236}">
                      <a16:creationId xmlns:a16="http://schemas.microsoft.com/office/drawing/2014/main" id="{0BB0AB90-A08B-EFAE-9A8B-3B2F2CB4FE73}"/>
                    </a:ext>
                  </a:extLst>
                </p:cNvPr>
                <p:cNvSpPr/>
                <p:nvPr/>
              </p:nvSpPr>
              <p:spPr>
                <a:xfrm>
                  <a:off x="4484816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4" name="pg3344">
                  <a:extLst>
                    <a:ext uri="{FF2B5EF4-FFF2-40B4-BE49-F238E27FC236}">
                      <a16:creationId xmlns:a16="http://schemas.microsoft.com/office/drawing/2014/main" id="{C4B235A1-F1AC-A238-B3E9-DFA6A3F1BC27}"/>
                    </a:ext>
                  </a:extLst>
                </p:cNvPr>
                <p:cNvSpPr/>
                <p:nvPr/>
              </p:nvSpPr>
              <p:spPr>
                <a:xfrm>
                  <a:off x="4636101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5" name="pg3345">
                  <a:extLst>
                    <a:ext uri="{FF2B5EF4-FFF2-40B4-BE49-F238E27FC236}">
                      <a16:creationId xmlns:a16="http://schemas.microsoft.com/office/drawing/2014/main" id="{4CA12657-506E-D222-7388-9A5E6A54AF1B}"/>
                    </a:ext>
                  </a:extLst>
                </p:cNvPr>
                <p:cNvSpPr/>
                <p:nvPr/>
              </p:nvSpPr>
              <p:spPr>
                <a:xfrm>
                  <a:off x="4647739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6" name="pg3346">
                  <a:extLst>
                    <a:ext uri="{FF2B5EF4-FFF2-40B4-BE49-F238E27FC236}">
                      <a16:creationId xmlns:a16="http://schemas.microsoft.com/office/drawing/2014/main" id="{D5094330-113A-9C5B-5E12-232159302560}"/>
                    </a:ext>
                  </a:extLst>
                </p:cNvPr>
                <p:cNvSpPr/>
                <p:nvPr/>
              </p:nvSpPr>
              <p:spPr>
                <a:xfrm>
                  <a:off x="4659376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7" name="pg3347">
                  <a:extLst>
                    <a:ext uri="{FF2B5EF4-FFF2-40B4-BE49-F238E27FC236}">
                      <a16:creationId xmlns:a16="http://schemas.microsoft.com/office/drawing/2014/main" id="{5367122D-08F5-3A41-4175-5157CA81F4A4}"/>
                    </a:ext>
                  </a:extLst>
                </p:cNvPr>
                <p:cNvSpPr/>
                <p:nvPr/>
              </p:nvSpPr>
              <p:spPr>
                <a:xfrm>
                  <a:off x="4671013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8" name="pg3348">
                  <a:extLst>
                    <a:ext uri="{FF2B5EF4-FFF2-40B4-BE49-F238E27FC236}">
                      <a16:creationId xmlns:a16="http://schemas.microsoft.com/office/drawing/2014/main" id="{E2F61037-6F98-052F-6D3A-6EA01AC76C78}"/>
                    </a:ext>
                  </a:extLst>
                </p:cNvPr>
                <p:cNvSpPr/>
                <p:nvPr/>
              </p:nvSpPr>
              <p:spPr>
                <a:xfrm>
                  <a:off x="4682651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49" name="pg3349">
                  <a:extLst>
                    <a:ext uri="{FF2B5EF4-FFF2-40B4-BE49-F238E27FC236}">
                      <a16:creationId xmlns:a16="http://schemas.microsoft.com/office/drawing/2014/main" id="{8AEB297D-39F5-F538-D113-F1E387ED1C40}"/>
                    </a:ext>
                  </a:extLst>
                </p:cNvPr>
                <p:cNvSpPr/>
                <p:nvPr/>
              </p:nvSpPr>
              <p:spPr>
                <a:xfrm>
                  <a:off x="4694288" y="50102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DA0AA">
                    <a:alpha val="100000"/>
                  </a:srgbClr>
                </a:solidFill>
                <a:ln w="5420" cap="flat">
                  <a:solidFill>
                    <a:srgbClr val="3D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0" name="pg3350">
                  <a:extLst>
                    <a:ext uri="{FF2B5EF4-FFF2-40B4-BE49-F238E27FC236}">
                      <a16:creationId xmlns:a16="http://schemas.microsoft.com/office/drawing/2014/main" id="{F7B87397-5E63-3DE6-22A3-660737742889}"/>
                    </a:ext>
                  </a:extLst>
                </p:cNvPr>
                <p:cNvSpPr/>
                <p:nvPr/>
              </p:nvSpPr>
              <p:spPr>
                <a:xfrm>
                  <a:off x="2855590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1" name="pg3351">
                  <a:extLst>
                    <a:ext uri="{FF2B5EF4-FFF2-40B4-BE49-F238E27FC236}">
                      <a16:creationId xmlns:a16="http://schemas.microsoft.com/office/drawing/2014/main" id="{73319D95-DBB2-1AFD-E874-2154CD6BE0FE}"/>
                    </a:ext>
                  </a:extLst>
                </p:cNvPr>
                <p:cNvSpPr/>
                <p:nvPr/>
              </p:nvSpPr>
              <p:spPr>
                <a:xfrm>
                  <a:off x="2867227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2" name="pg3352">
                  <a:extLst>
                    <a:ext uri="{FF2B5EF4-FFF2-40B4-BE49-F238E27FC236}">
                      <a16:creationId xmlns:a16="http://schemas.microsoft.com/office/drawing/2014/main" id="{D289ABBE-87AE-B06D-A58B-F535D28711D0}"/>
                    </a:ext>
                  </a:extLst>
                </p:cNvPr>
                <p:cNvSpPr/>
                <p:nvPr/>
              </p:nvSpPr>
              <p:spPr>
                <a:xfrm>
                  <a:off x="2878865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3" name="pg3353">
                  <a:extLst>
                    <a:ext uri="{FF2B5EF4-FFF2-40B4-BE49-F238E27FC236}">
                      <a16:creationId xmlns:a16="http://schemas.microsoft.com/office/drawing/2014/main" id="{F9EEC5C7-42D7-42F5-6A98-DD83B8230EFE}"/>
                    </a:ext>
                  </a:extLst>
                </p:cNvPr>
                <p:cNvSpPr/>
                <p:nvPr/>
              </p:nvSpPr>
              <p:spPr>
                <a:xfrm>
                  <a:off x="2890502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4" name="pg3354">
                  <a:extLst>
                    <a:ext uri="{FF2B5EF4-FFF2-40B4-BE49-F238E27FC236}">
                      <a16:creationId xmlns:a16="http://schemas.microsoft.com/office/drawing/2014/main" id="{2263F9B6-4BAE-9480-21A7-3DCFDFBC2E5D}"/>
                    </a:ext>
                  </a:extLst>
                </p:cNvPr>
                <p:cNvSpPr/>
                <p:nvPr/>
              </p:nvSpPr>
              <p:spPr>
                <a:xfrm>
                  <a:off x="2902139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7D9BB">
                    <a:alpha val="100000"/>
                  </a:srgbClr>
                </a:solidFill>
                <a:ln w="5420" cap="flat">
                  <a:solidFill>
                    <a:srgbClr val="87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5" name="pg3355">
                  <a:extLst>
                    <a:ext uri="{FF2B5EF4-FFF2-40B4-BE49-F238E27FC236}">
                      <a16:creationId xmlns:a16="http://schemas.microsoft.com/office/drawing/2014/main" id="{68E0FBB7-462C-E951-BBB4-61D6568274D6}"/>
                    </a:ext>
                  </a:extLst>
                </p:cNvPr>
                <p:cNvSpPr/>
                <p:nvPr/>
              </p:nvSpPr>
              <p:spPr>
                <a:xfrm>
                  <a:off x="2913777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6" name="pg3356">
                  <a:extLst>
                    <a:ext uri="{FF2B5EF4-FFF2-40B4-BE49-F238E27FC236}">
                      <a16:creationId xmlns:a16="http://schemas.microsoft.com/office/drawing/2014/main" id="{35B8D68E-F7CF-F18E-BE63-139E2CD76A73}"/>
                    </a:ext>
                  </a:extLst>
                </p:cNvPr>
                <p:cNvSpPr/>
                <p:nvPr/>
              </p:nvSpPr>
              <p:spPr>
                <a:xfrm>
                  <a:off x="2925414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6D9BB">
                    <a:alpha val="100000"/>
                  </a:srgbClr>
                </a:solidFill>
                <a:ln w="5420" cap="flat">
                  <a:solidFill>
                    <a:srgbClr val="86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7" name="pg3357">
                  <a:extLst>
                    <a:ext uri="{FF2B5EF4-FFF2-40B4-BE49-F238E27FC236}">
                      <a16:creationId xmlns:a16="http://schemas.microsoft.com/office/drawing/2014/main" id="{6355CF0E-7239-153A-DF6C-AD709DC1079F}"/>
                    </a:ext>
                  </a:extLst>
                </p:cNvPr>
                <p:cNvSpPr/>
                <p:nvPr/>
              </p:nvSpPr>
              <p:spPr>
                <a:xfrm>
                  <a:off x="2937051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8" name="pg3358">
                  <a:extLst>
                    <a:ext uri="{FF2B5EF4-FFF2-40B4-BE49-F238E27FC236}">
                      <a16:creationId xmlns:a16="http://schemas.microsoft.com/office/drawing/2014/main" id="{6C37DFF8-3054-5435-12FB-D32F391A02F1}"/>
                    </a:ext>
                  </a:extLst>
                </p:cNvPr>
                <p:cNvSpPr/>
                <p:nvPr/>
              </p:nvSpPr>
              <p:spPr>
                <a:xfrm>
                  <a:off x="4403355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2AB">
                    <a:alpha val="100000"/>
                  </a:srgbClr>
                </a:solidFill>
                <a:ln w="5420" cap="flat">
                  <a:solidFill>
                    <a:srgbClr val="4CB2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59" name="pg3359">
                  <a:extLst>
                    <a:ext uri="{FF2B5EF4-FFF2-40B4-BE49-F238E27FC236}">
                      <a16:creationId xmlns:a16="http://schemas.microsoft.com/office/drawing/2014/main" id="{EBA0AC04-040E-1CC3-8C56-D7AF9FA4BF90}"/>
                    </a:ext>
                  </a:extLst>
                </p:cNvPr>
                <p:cNvSpPr/>
                <p:nvPr/>
              </p:nvSpPr>
              <p:spPr>
                <a:xfrm>
                  <a:off x="4414992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0" name="pg3360">
                  <a:extLst>
                    <a:ext uri="{FF2B5EF4-FFF2-40B4-BE49-F238E27FC236}">
                      <a16:creationId xmlns:a16="http://schemas.microsoft.com/office/drawing/2014/main" id="{8C0B8BD3-D14F-C545-C4DE-712322D9365E}"/>
                    </a:ext>
                  </a:extLst>
                </p:cNvPr>
                <p:cNvSpPr/>
                <p:nvPr/>
              </p:nvSpPr>
              <p:spPr>
                <a:xfrm>
                  <a:off x="4426630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1" name="pg3361">
                  <a:extLst>
                    <a:ext uri="{FF2B5EF4-FFF2-40B4-BE49-F238E27FC236}">
                      <a16:creationId xmlns:a16="http://schemas.microsoft.com/office/drawing/2014/main" id="{9DAE498F-1570-F3AC-0815-CBEE5CAB58D4}"/>
                    </a:ext>
                  </a:extLst>
                </p:cNvPr>
                <p:cNvSpPr/>
                <p:nvPr/>
              </p:nvSpPr>
              <p:spPr>
                <a:xfrm>
                  <a:off x="4438267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2" name="pg3362">
                  <a:extLst>
                    <a:ext uri="{FF2B5EF4-FFF2-40B4-BE49-F238E27FC236}">
                      <a16:creationId xmlns:a16="http://schemas.microsoft.com/office/drawing/2014/main" id="{93C535C9-493C-8388-FB02-A12D904DEE22}"/>
                    </a:ext>
                  </a:extLst>
                </p:cNvPr>
                <p:cNvSpPr/>
                <p:nvPr/>
              </p:nvSpPr>
              <p:spPr>
                <a:xfrm>
                  <a:off x="4449904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3" name="pg3363">
                  <a:extLst>
                    <a:ext uri="{FF2B5EF4-FFF2-40B4-BE49-F238E27FC236}">
                      <a16:creationId xmlns:a16="http://schemas.microsoft.com/office/drawing/2014/main" id="{E753E891-0986-C6A4-C5CD-E3DF55F90142}"/>
                    </a:ext>
                  </a:extLst>
                </p:cNvPr>
                <p:cNvSpPr/>
                <p:nvPr/>
              </p:nvSpPr>
              <p:spPr>
                <a:xfrm>
                  <a:off x="4461542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4" name="pg3364">
                  <a:extLst>
                    <a:ext uri="{FF2B5EF4-FFF2-40B4-BE49-F238E27FC236}">
                      <a16:creationId xmlns:a16="http://schemas.microsoft.com/office/drawing/2014/main" id="{2F9C93BB-E0A5-7659-7561-B2390EB9AC49}"/>
                    </a:ext>
                  </a:extLst>
                </p:cNvPr>
                <p:cNvSpPr/>
                <p:nvPr/>
              </p:nvSpPr>
              <p:spPr>
                <a:xfrm>
                  <a:off x="4473179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5" name="pg3365">
                  <a:extLst>
                    <a:ext uri="{FF2B5EF4-FFF2-40B4-BE49-F238E27FC236}">
                      <a16:creationId xmlns:a16="http://schemas.microsoft.com/office/drawing/2014/main" id="{3C5BCF03-A59F-6808-B372-F42C3D5F682F}"/>
                    </a:ext>
                  </a:extLst>
                </p:cNvPr>
                <p:cNvSpPr/>
                <p:nvPr/>
              </p:nvSpPr>
              <p:spPr>
                <a:xfrm>
                  <a:off x="4484816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6" name="pg3366">
                  <a:extLst>
                    <a:ext uri="{FF2B5EF4-FFF2-40B4-BE49-F238E27FC236}">
                      <a16:creationId xmlns:a16="http://schemas.microsoft.com/office/drawing/2014/main" id="{A7A874F4-B2C3-F2DD-029E-6B99415AB64A}"/>
                    </a:ext>
                  </a:extLst>
                </p:cNvPr>
                <p:cNvSpPr/>
                <p:nvPr/>
              </p:nvSpPr>
              <p:spPr>
                <a:xfrm>
                  <a:off x="4647739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7" name="pg3367">
                  <a:extLst>
                    <a:ext uri="{FF2B5EF4-FFF2-40B4-BE49-F238E27FC236}">
                      <a16:creationId xmlns:a16="http://schemas.microsoft.com/office/drawing/2014/main" id="{78442A5B-EDEC-B353-A5FE-65895D360D30}"/>
                    </a:ext>
                  </a:extLst>
                </p:cNvPr>
                <p:cNvSpPr/>
                <p:nvPr/>
              </p:nvSpPr>
              <p:spPr>
                <a:xfrm>
                  <a:off x="4659376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8" name="pg3368">
                  <a:extLst>
                    <a:ext uri="{FF2B5EF4-FFF2-40B4-BE49-F238E27FC236}">
                      <a16:creationId xmlns:a16="http://schemas.microsoft.com/office/drawing/2014/main" id="{E6C73F91-186C-55B4-D6BD-4957871F24A3}"/>
                    </a:ext>
                  </a:extLst>
                </p:cNvPr>
                <p:cNvSpPr/>
                <p:nvPr/>
              </p:nvSpPr>
              <p:spPr>
                <a:xfrm>
                  <a:off x="4671013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69" name="pg3369">
                  <a:extLst>
                    <a:ext uri="{FF2B5EF4-FFF2-40B4-BE49-F238E27FC236}">
                      <a16:creationId xmlns:a16="http://schemas.microsoft.com/office/drawing/2014/main" id="{5CE55A58-CCCB-B7CC-80CF-E8AEC6AA5F1B}"/>
                    </a:ext>
                  </a:extLst>
                </p:cNvPr>
                <p:cNvSpPr/>
                <p:nvPr/>
              </p:nvSpPr>
              <p:spPr>
                <a:xfrm>
                  <a:off x="4682651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0" name="pg3370">
                  <a:extLst>
                    <a:ext uri="{FF2B5EF4-FFF2-40B4-BE49-F238E27FC236}">
                      <a16:creationId xmlns:a16="http://schemas.microsoft.com/office/drawing/2014/main" id="{286B34EF-D24F-C2CA-A5B6-37BF7A70F119}"/>
                    </a:ext>
                  </a:extLst>
                </p:cNvPr>
                <p:cNvSpPr/>
                <p:nvPr/>
              </p:nvSpPr>
              <p:spPr>
                <a:xfrm>
                  <a:off x="4694288" y="502450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0AA">
                    <a:alpha val="100000"/>
                  </a:srgbClr>
                </a:solidFill>
                <a:ln w="5420" cap="flat">
                  <a:solidFill>
                    <a:srgbClr val="3EA0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1" name="pg3371">
                  <a:extLst>
                    <a:ext uri="{FF2B5EF4-FFF2-40B4-BE49-F238E27FC236}">
                      <a16:creationId xmlns:a16="http://schemas.microsoft.com/office/drawing/2014/main" id="{E8CC1410-B03B-8376-FAD2-9A9EB72AF83E}"/>
                    </a:ext>
                  </a:extLst>
                </p:cNvPr>
                <p:cNvSpPr/>
                <p:nvPr/>
              </p:nvSpPr>
              <p:spPr>
                <a:xfrm>
                  <a:off x="2855590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2" name="pg3372">
                  <a:extLst>
                    <a:ext uri="{FF2B5EF4-FFF2-40B4-BE49-F238E27FC236}">
                      <a16:creationId xmlns:a16="http://schemas.microsoft.com/office/drawing/2014/main" id="{F911C6A9-DBA4-653D-873D-6512D3F5C269}"/>
                    </a:ext>
                  </a:extLst>
                </p:cNvPr>
                <p:cNvSpPr/>
                <p:nvPr/>
              </p:nvSpPr>
              <p:spPr>
                <a:xfrm>
                  <a:off x="2867227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2D8B9">
                    <a:alpha val="100000"/>
                  </a:srgbClr>
                </a:solidFill>
                <a:ln w="5420" cap="flat">
                  <a:solidFill>
                    <a:srgbClr val="82D8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3" name="pg3373">
                  <a:extLst>
                    <a:ext uri="{FF2B5EF4-FFF2-40B4-BE49-F238E27FC236}">
                      <a16:creationId xmlns:a16="http://schemas.microsoft.com/office/drawing/2014/main" id="{B0E85A05-1114-3DC4-3FED-69001369BAFF}"/>
                    </a:ext>
                  </a:extLst>
                </p:cNvPr>
                <p:cNvSpPr/>
                <p:nvPr/>
              </p:nvSpPr>
              <p:spPr>
                <a:xfrm>
                  <a:off x="2878865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4" name="pg3374">
                  <a:extLst>
                    <a:ext uri="{FF2B5EF4-FFF2-40B4-BE49-F238E27FC236}">
                      <a16:creationId xmlns:a16="http://schemas.microsoft.com/office/drawing/2014/main" id="{A990BE90-AFDF-EA40-08DA-D1B76054BA56}"/>
                    </a:ext>
                  </a:extLst>
                </p:cNvPr>
                <p:cNvSpPr/>
                <p:nvPr/>
              </p:nvSpPr>
              <p:spPr>
                <a:xfrm>
                  <a:off x="2890502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B">
                    <a:alpha val="100000"/>
                  </a:srgbClr>
                </a:solidFill>
                <a:ln w="5420" cap="flat">
                  <a:solidFill>
                    <a:srgbClr val="85D8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5" name="pg3375">
                  <a:extLst>
                    <a:ext uri="{FF2B5EF4-FFF2-40B4-BE49-F238E27FC236}">
                      <a16:creationId xmlns:a16="http://schemas.microsoft.com/office/drawing/2014/main" id="{66D798C2-1EFA-4BC7-B0B7-98E423A5BEA9}"/>
                    </a:ext>
                  </a:extLst>
                </p:cNvPr>
                <p:cNvSpPr/>
                <p:nvPr/>
              </p:nvSpPr>
              <p:spPr>
                <a:xfrm>
                  <a:off x="2902139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9BB">
                    <a:alpha val="100000"/>
                  </a:srgbClr>
                </a:solidFill>
                <a:ln w="5420" cap="flat">
                  <a:solidFill>
                    <a:srgbClr val="85D9B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6" name="pg3376">
                  <a:extLst>
                    <a:ext uri="{FF2B5EF4-FFF2-40B4-BE49-F238E27FC236}">
                      <a16:creationId xmlns:a16="http://schemas.microsoft.com/office/drawing/2014/main" id="{48073DD0-9B98-ED2E-DA05-F3685B6FE405}"/>
                    </a:ext>
                  </a:extLst>
                </p:cNvPr>
                <p:cNvSpPr/>
                <p:nvPr/>
              </p:nvSpPr>
              <p:spPr>
                <a:xfrm>
                  <a:off x="2913777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5D8BA">
                    <a:alpha val="100000"/>
                  </a:srgbClr>
                </a:solidFill>
                <a:ln w="5420" cap="flat">
                  <a:solidFill>
                    <a:srgbClr val="85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7" name="pg3377">
                  <a:extLst>
                    <a:ext uri="{FF2B5EF4-FFF2-40B4-BE49-F238E27FC236}">
                      <a16:creationId xmlns:a16="http://schemas.microsoft.com/office/drawing/2014/main" id="{0458BDB0-DE4B-97FA-904C-638C16BCB02A}"/>
                    </a:ext>
                  </a:extLst>
                </p:cNvPr>
                <p:cNvSpPr/>
                <p:nvPr/>
              </p:nvSpPr>
              <p:spPr>
                <a:xfrm>
                  <a:off x="2925414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4D8BA">
                    <a:alpha val="100000"/>
                  </a:srgbClr>
                </a:solidFill>
                <a:ln w="5420" cap="flat">
                  <a:solidFill>
                    <a:srgbClr val="84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8" name="pg3378">
                  <a:extLst>
                    <a:ext uri="{FF2B5EF4-FFF2-40B4-BE49-F238E27FC236}">
                      <a16:creationId xmlns:a16="http://schemas.microsoft.com/office/drawing/2014/main" id="{EA45D7B3-CE92-ADDB-EFBA-3E60CA698090}"/>
                    </a:ext>
                  </a:extLst>
                </p:cNvPr>
                <p:cNvSpPr/>
                <p:nvPr/>
              </p:nvSpPr>
              <p:spPr>
                <a:xfrm>
                  <a:off x="4403355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79" name="pg3379">
                  <a:extLst>
                    <a:ext uri="{FF2B5EF4-FFF2-40B4-BE49-F238E27FC236}">
                      <a16:creationId xmlns:a16="http://schemas.microsoft.com/office/drawing/2014/main" id="{416074FB-E916-CED0-5771-C32D6265F249}"/>
                    </a:ext>
                  </a:extLst>
                </p:cNvPr>
                <p:cNvSpPr/>
                <p:nvPr/>
              </p:nvSpPr>
              <p:spPr>
                <a:xfrm>
                  <a:off x="4414992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0AB">
                    <a:alpha val="100000"/>
                  </a:srgbClr>
                </a:solidFill>
                <a:ln w="5420" cap="flat">
                  <a:solidFill>
                    <a:srgbClr val="4C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0" name="pg3380">
                  <a:extLst>
                    <a:ext uri="{FF2B5EF4-FFF2-40B4-BE49-F238E27FC236}">
                      <a16:creationId xmlns:a16="http://schemas.microsoft.com/office/drawing/2014/main" id="{8556A80B-1FA8-B2EC-853D-C45394EF520D}"/>
                    </a:ext>
                  </a:extLst>
                </p:cNvPr>
                <p:cNvSpPr/>
                <p:nvPr/>
              </p:nvSpPr>
              <p:spPr>
                <a:xfrm>
                  <a:off x="4426630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1" name="pg3381">
                  <a:extLst>
                    <a:ext uri="{FF2B5EF4-FFF2-40B4-BE49-F238E27FC236}">
                      <a16:creationId xmlns:a16="http://schemas.microsoft.com/office/drawing/2014/main" id="{97DC580E-E655-DD9A-419B-304D5CDFCEDF}"/>
                    </a:ext>
                  </a:extLst>
                </p:cNvPr>
                <p:cNvSpPr/>
                <p:nvPr/>
              </p:nvSpPr>
              <p:spPr>
                <a:xfrm>
                  <a:off x="4438267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2" name="pg3382">
                  <a:extLst>
                    <a:ext uri="{FF2B5EF4-FFF2-40B4-BE49-F238E27FC236}">
                      <a16:creationId xmlns:a16="http://schemas.microsoft.com/office/drawing/2014/main" id="{8EF6E886-BBD2-8DD4-B164-FCCBA26DA402}"/>
                    </a:ext>
                  </a:extLst>
                </p:cNvPr>
                <p:cNvSpPr/>
                <p:nvPr/>
              </p:nvSpPr>
              <p:spPr>
                <a:xfrm>
                  <a:off x="4449904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3" name="pg3383">
                  <a:extLst>
                    <a:ext uri="{FF2B5EF4-FFF2-40B4-BE49-F238E27FC236}">
                      <a16:creationId xmlns:a16="http://schemas.microsoft.com/office/drawing/2014/main" id="{B0E098F0-697E-D9A4-90CE-BA08C87265CA}"/>
                    </a:ext>
                  </a:extLst>
                </p:cNvPr>
                <p:cNvSpPr/>
                <p:nvPr/>
              </p:nvSpPr>
              <p:spPr>
                <a:xfrm>
                  <a:off x="4461542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4" name="pg3384">
                  <a:extLst>
                    <a:ext uri="{FF2B5EF4-FFF2-40B4-BE49-F238E27FC236}">
                      <a16:creationId xmlns:a16="http://schemas.microsoft.com/office/drawing/2014/main" id="{62219F7D-AB26-76D6-57CF-2A1625DE58C4}"/>
                    </a:ext>
                  </a:extLst>
                </p:cNvPr>
                <p:cNvSpPr/>
                <p:nvPr/>
              </p:nvSpPr>
              <p:spPr>
                <a:xfrm>
                  <a:off x="4473179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5" name="pg3385">
                  <a:extLst>
                    <a:ext uri="{FF2B5EF4-FFF2-40B4-BE49-F238E27FC236}">
                      <a16:creationId xmlns:a16="http://schemas.microsoft.com/office/drawing/2014/main" id="{15C2FD3F-E24D-5F25-9E8F-0262AE4CECCD}"/>
                    </a:ext>
                  </a:extLst>
                </p:cNvPr>
                <p:cNvSpPr/>
                <p:nvPr/>
              </p:nvSpPr>
              <p:spPr>
                <a:xfrm>
                  <a:off x="4484816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6" name="pg3386">
                  <a:extLst>
                    <a:ext uri="{FF2B5EF4-FFF2-40B4-BE49-F238E27FC236}">
                      <a16:creationId xmlns:a16="http://schemas.microsoft.com/office/drawing/2014/main" id="{B64D2426-6AA8-21F6-3513-0FF6BFD99EE5}"/>
                    </a:ext>
                  </a:extLst>
                </p:cNvPr>
                <p:cNvSpPr/>
                <p:nvPr/>
              </p:nvSpPr>
              <p:spPr>
                <a:xfrm>
                  <a:off x="4647739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7" name="pg3387">
                  <a:extLst>
                    <a:ext uri="{FF2B5EF4-FFF2-40B4-BE49-F238E27FC236}">
                      <a16:creationId xmlns:a16="http://schemas.microsoft.com/office/drawing/2014/main" id="{714E7D08-4CAF-4D83-FD85-51BF0A12F08D}"/>
                    </a:ext>
                  </a:extLst>
                </p:cNvPr>
                <p:cNvSpPr/>
                <p:nvPr/>
              </p:nvSpPr>
              <p:spPr>
                <a:xfrm>
                  <a:off x="4659376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8" name="pg3388">
                  <a:extLst>
                    <a:ext uri="{FF2B5EF4-FFF2-40B4-BE49-F238E27FC236}">
                      <a16:creationId xmlns:a16="http://schemas.microsoft.com/office/drawing/2014/main" id="{0C847455-8BE8-ECF8-E253-1F26FE3FFE21}"/>
                    </a:ext>
                  </a:extLst>
                </p:cNvPr>
                <p:cNvSpPr/>
                <p:nvPr/>
              </p:nvSpPr>
              <p:spPr>
                <a:xfrm>
                  <a:off x="4671013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89" name="pg3389">
                  <a:extLst>
                    <a:ext uri="{FF2B5EF4-FFF2-40B4-BE49-F238E27FC236}">
                      <a16:creationId xmlns:a16="http://schemas.microsoft.com/office/drawing/2014/main" id="{7775796A-2A24-D290-8670-1D7B66753452}"/>
                    </a:ext>
                  </a:extLst>
                </p:cNvPr>
                <p:cNvSpPr/>
                <p:nvPr/>
              </p:nvSpPr>
              <p:spPr>
                <a:xfrm>
                  <a:off x="4682651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0" name="pg3390">
                  <a:extLst>
                    <a:ext uri="{FF2B5EF4-FFF2-40B4-BE49-F238E27FC236}">
                      <a16:creationId xmlns:a16="http://schemas.microsoft.com/office/drawing/2014/main" id="{ED51EED7-8634-CD57-3AF1-38D861B2095C}"/>
                    </a:ext>
                  </a:extLst>
                </p:cNvPr>
                <p:cNvSpPr/>
                <p:nvPr/>
              </p:nvSpPr>
              <p:spPr>
                <a:xfrm>
                  <a:off x="4694288" y="50388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1" name="pg3391">
                  <a:extLst>
                    <a:ext uri="{FF2B5EF4-FFF2-40B4-BE49-F238E27FC236}">
                      <a16:creationId xmlns:a16="http://schemas.microsoft.com/office/drawing/2014/main" id="{A1B2A670-C3EA-08C5-D08B-418AF5749C50}"/>
                    </a:ext>
                  </a:extLst>
                </p:cNvPr>
                <p:cNvSpPr/>
                <p:nvPr/>
              </p:nvSpPr>
              <p:spPr>
                <a:xfrm>
                  <a:off x="2832315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2" name="pg3392">
                  <a:extLst>
                    <a:ext uri="{FF2B5EF4-FFF2-40B4-BE49-F238E27FC236}">
                      <a16:creationId xmlns:a16="http://schemas.microsoft.com/office/drawing/2014/main" id="{262E46FD-3113-B7ED-5715-46CA5893242B}"/>
                    </a:ext>
                  </a:extLst>
                </p:cNvPr>
                <p:cNvSpPr/>
                <p:nvPr/>
              </p:nvSpPr>
              <p:spPr>
                <a:xfrm>
                  <a:off x="2843953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7">
                    <a:alpha val="100000"/>
                  </a:srgbClr>
                </a:solidFill>
                <a:ln w="5420" cap="flat">
                  <a:solidFill>
                    <a:srgbClr val="7E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3" name="pg3393">
                  <a:extLst>
                    <a:ext uri="{FF2B5EF4-FFF2-40B4-BE49-F238E27FC236}">
                      <a16:creationId xmlns:a16="http://schemas.microsoft.com/office/drawing/2014/main" id="{1ADE08C0-6CA2-E2F0-9AA5-18DA84DB91A0}"/>
                    </a:ext>
                  </a:extLst>
                </p:cNvPr>
                <p:cNvSpPr/>
                <p:nvPr/>
              </p:nvSpPr>
              <p:spPr>
                <a:xfrm>
                  <a:off x="2867227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4" name="pg3394">
                  <a:extLst>
                    <a:ext uri="{FF2B5EF4-FFF2-40B4-BE49-F238E27FC236}">
                      <a16:creationId xmlns:a16="http://schemas.microsoft.com/office/drawing/2014/main" id="{E903984F-6891-E6AE-D43F-004739D88298}"/>
                    </a:ext>
                  </a:extLst>
                </p:cNvPr>
                <p:cNvSpPr/>
                <p:nvPr/>
              </p:nvSpPr>
              <p:spPr>
                <a:xfrm>
                  <a:off x="2878865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5" name="pg3395">
                  <a:extLst>
                    <a:ext uri="{FF2B5EF4-FFF2-40B4-BE49-F238E27FC236}">
                      <a16:creationId xmlns:a16="http://schemas.microsoft.com/office/drawing/2014/main" id="{D6781932-6424-CD7F-6F36-3F8C27D7D97F}"/>
                    </a:ext>
                  </a:extLst>
                </p:cNvPr>
                <p:cNvSpPr/>
                <p:nvPr/>
              </p:nvSpPr>
              <p:spPr>
                <a:xfrm>
                  <a:off x="2890502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6" name="pg3396">
                  <a:extLst>
                    <a:ext uri="{FF2B5EF4-FFF2-40B4-BE49-F238E27FC236}">
                      <a16:creationId xmlns:a16="http://schemas.microsoft.com/office/drawing/2014/main" id="{DA874C68-B81A-9E71-F8BC-B1748E59CD4A}"/>
                    </a:ext>
                  </a:extLst>
                </p:cNvPr>
                <p:cNvSpPr/>
                <p:nvPr/>
              </p:nvSpPr>
              <p:spPr>
                <a:xfrm>
                  <a:off x="2902139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7" name="pg3397">
                  <a:extLst>
                    <a:ext uri="{FF2B5EF4-FFF2-40B4-BE49-F238E27FC236}">
                      <a16:creationId xmlns:a16="http://schemas.microsoft.com/office/drawing/2014/main" id="{F502EDBE-6401-D1D5-B9E1-3DE05F327026}"/>
                    </a:ext>
                  </a:extLst>
                </p:cNvPr>
                <p:cNvSpPr/>
                <p:nvPr/>
              </p:nvSpPr>
              <p:spPr>
                <a:xfrm>
                  <a:off x="2913777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3D8BA">
                    <a:alpha val="100000"/>
                  </a:srgbClr>
                </a:solidFill>
                <a:ln w="5420" cap="flat">
                  <a:solidFill>
                    <a:srgbClr val="83D8B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8" name="pg3398">
                  <a:extLst>
                    <a:ext uri="{FF2B5EF4-FFF2-40B4-BE49-F238E27FC236}">
                      <a16:creationId xmlns:a16="http://schemas.microsoft.com/office/drawing/2014/main" id="{284ECECA-CE00-534D-D6CD-36CFC862E3F0}"/>
                    </a:ext>
                  </a:extLst>
                </p:cNvPr>
                <p:cNvSpPr/>
                <p:nvPr/>
              </p:nvSpPr>
              <p:spPr>
                <a:xfrm>
                  <a:off x="4403355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CB1AB">
                    <a:alpha val="100000"/>
                  </a:srgbClr>
                </a:solidFill>
                <a:ln w="5420" cap="flat">
                  <a:solidFill>
                    <a:srgbClr val="4CB1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399" name="pg3399">
                  <a:extLst>
                    <a:ext uri="{FF2B5EF4-FFF2-40B4-BE49-F238E27FC236}">
                      <a16:creationId xmlns:a16="http://schemas.microsoft.com/office/drawing/2014/main" id="{E63572EE-B4A6-B433-EBDB-B4794D879860}"/>
                    </a:ext>
                  </a:extLst>
                </p:cNvPr>
                <p:cNvSpPr/>
                <p:nvPr/>
              </p:nvSpPr>
              <p:spPr>
                <a:xfrm>
                  <a:off x="4414992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0" name="pg3400">
                  <a:extLst>
                    <a:ext uri="{FF2B5EF4-FFF2-40B4-BE49-F238E27FC236}">
                      <a16:creationId xmlns:a16="http://schemas.microsoft.com/office/drawing/2014/main" id="{FF14F597-35B8-D7C9-7922-1E9E60D8D0BD}"/>
                    </a:ext>
                  </a:extLst>
                </p:cNvPr>
                <p:cNvSpPr/>
                <p:nvPr/>
              </p:nvSpPr>
              <p:spPr>
                <a:xfrm>
                  <a:off x="4426630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1" name="pg3401">
                  <a:extLst>
                    <a:ext uri="{FF2B5EF4-FFF2-40B4-BE49-F238E27FC236}">
                      <a16:creationId xmlns:a16="http://schemas.microsoft.com/office/drawing/2014/main" id="{55DD26E1-DD41-3981-E9A8-EA250B699119}"/>
                    </a:ext>
                  </a:extLst>
                </p:cNvPr>
                <p:cNvSpPr/>
                <p:nvPr/>
              </p:nvSpPr>
              <p:spPr>
                <a:xfrm>
                  <a:off x="4438267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2" name="pg3402">
                  <a:extLst>
                    <a:ext uri="{FF2B5EF4-FFF2-40B4-BE49-F238E27FC236}">
                      <a16:creationId xmlns:a16="http://schemas.microsoft.com/office/drawing/2014/main" id="{36DEE3C2-6400-797A-B989-B765D7915A64}"/>
                    </a:ext>
                  </a:extLst>
                </p:cNvPr>
                <p:cNvSpPr/>
                <p:nvPr/>
              </p:nvSpPr>
              <p:spPr>
                <a:xfrm>
                  <a:off x="4449904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3" name="pg3403">
                  <a:extLst>
                    <a:ext uri="{FF2B5EF4-FFF2-40B4-BE49-F238E27FC236}">
                      <a16:creationId xmlns:a16="http://schemas.microsoft.com/office/drawing/2014/main" id="{17F2BF5F-2E31-862C-F04C-32CF61D60513}"/>
                    </a:ext>
                  </a:extLst>
                </p:cNvPr>
                <p:cNvSpPr/>
                <p:nvPr/>
              </p:nvSpPr>
              <p:spPr>
                <a:xfrm>
                  <a:off x="4461542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4" name="pg3404">
                  <a:extLst>
                    <a:ext uri="{FF2B5EF4-FFF2-40B4-BE49-F238E27FC236}">
                      <a16:creationId xmlns:a16="http://schemas.microsoft.com/office/drawing/2014/main" id="{FB536750-030C-8DDC-BCA2-90A85085BCF5}"/>
                    </a:ext>
                  </a:extLst>
                </p:cNvPr>
                <p:cNvSpPr/>
                <p:nvPr/>
              </p:nvSpPr>
              <p:spPr>
                <a:xfrm>
                  <a:off x="4473179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5" name="pg3405">
                  <a:extLst>
                    <a:ext uri="{FF2B5EF4-FFF2-40B4-BE49-F238E27FC236}">
                      <a16:creationId xmlns:a16="http://schemas.microsoft.com/office/drawing/2014/main" id="{C0DAC875-F3E0-8749-077A-96C8C5A5D391}"/>
                    </a:ext>
                  </a:extLst>
                </p:cNvPr>
                <p:cNvSpPr/>
                <p:nvPr/>
              </p:nvSpPr>
              <p:spPr>
                <a:xfrm>
                  <a:off x="4484816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6" name="pg3406">
                  <a:extLst>
                    <a:ext uri="{FF2B5EF4-FFF2-40B4-BE49-F238E27FC236}">
                      <a16:creationId xmlns:a16="http://schemas.microsoft.com/office/drawing/2014/main" id="{FE04EB13-4A10-BD23-DE08-4D4E2A8E3478}"/>
                    </a:ext>
                  </a:extLst>
                </p:cNvPr>
                <p:cNvSpPr/>
                <p:nvPr/>
              </p:nvSpPr>
              <p:spPr>
                <a:xfrm>
                  <a:off x="4647739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7" name="pg3407">
                  <a:extLst>
                    <a:ext uri="{FF2B5EF4-FFF2-40B4-BE49-F238E27FC236}">
                      <a16:creationId xmlns:a16="http://schemas.microsoft.com/office/drawing/2014/main" id="{60B11399-DAF5-61F4-FC0A-7378B320CAB2}"/>
                    </a:ext>
                  </a:extLst>
                </p:cNvPr>
                <p:cNvSpPr/>
                <p:nvPr/>
              </p:nvSpPr>
              <p:spPr>
                <a:xfrm>
                  <a:off x="4659376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8" name="pg3408">
                  <a:extLst>
                    <a:ext uri="{FF2B5EF4-FFF2-40B4-BE49-F238E27FC236}">
                      <a16:creationId xmlns:a16="http://schemas.microsoft.com/office/drawing/2014/main" id="{BA9DEAD6-F2A1-4765-95B0-8ABCE3BA046F}"/>
                    </a:ext>
                  </a:extLst>
                </p:cNvPr>
                <p:cNvSpPr/>
                <p:nvPr/>
              </p:nvSpPr>
              <p:spPr>
                <a:xfrm>
                  <a:off x="4671013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09" name="pg3409">
                  <a:extLst>
                    <a:ext uri="{FF2B5EF4-FFF2-40B4-BE49-F238E27FC236}">
                      <a16:creationId xmlns:a16="http://schemas.microsoft.com/office/drawing/2014/main" id="{6764EFA5-84BC-D63B-164D-8A01B799555E}"/>
                    </a:ext>
                  </a:extLst>
                </p:cNvPr>
                <p:cNvSpPr/>
                <p:nvPr/>
              </p:nvSpPr>
              <p:spPr>
                <a:xfrm>
                  <a:off x="4682651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0" name="pg3410">
                  <a:extLst>
                    <a:ext uri="{FF2B5EF4-FFF2-40B4-BE49-F238E27FC236}">
                      <a16:creationId xmlns:a16="http://schemas.microsoft.com/office/drawing/2014/main" id="{9FC80521-9A70-99FA-4DC4-D1A93AA5E8A3}"/>
                    </a:ext>
                  </a:extLst>
                </p:cNvPr>
                <p:cNvSpPr/>
                <p:nvPr/>
              </p:nvSpPr>
              <p:spPr>
                <a:xfrm>
                  <a:off x="4694288" y="505310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1" name="pg3411">
                  <a:extLst>
                    <a:ext uri="{FF2B5EF4-FFF2-40B4-BE49-F238E27FC236}">
                      <a16:creationId xmlns:a16="http://schemas.microsoft.com/office/drawing/2014/main" id="{68BB27E9-5DCE-9344-E7D5-7A373240F0CB}"/>
                    </a:ext>
                  </a:extLst>
                </p:cNvPr>
                <p:cNvSpPr/>
                <p:nvPr/>
              </p:nvSpPr>
              <p:spPr>
                <a:xfrm>
                  <a:off x="2820678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2" name="pg3412">
                  <a:extLst>
                    <a:ext uri="{FF2B5EF4-FFF2-40B4-BE49-F238E27FC236}">
                      <a16:creationId xmlns:a16="http://schemas.microsoft.com/office/drawing/2014/main" id="{12B62518-A6D6-C5F3-40C2-B6BFFC4406FF}"/>
                    </a:ext>
                  </a:extLst>
                </p:cNvPr>
                <p:cNvSpPr/>
                <p:nvPr/>
              </p:nvSpPr>
              <p:spPr>
                <a:xfrm>
                  <a:off x="2832315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3" name="pg3413">
                  <a:extLst>
                    <a:ext uri="{FF2B5EF4-FFF2-40B4-BE49-F238E27FC236}">
                      <a16:creationId xmlns:a16="http://schemas.microsoft.com/office/drawing/2014/main" id="{3AF7A1BF-0333-F578-431E-857FD70A48DA}"/>
                    </a:ext>
                  </a:extLst>
                </p:cNvPr>
                <p:cNvSpPr/>
                <p:nvPr/>
              </p:nvSpPr>
              <p:spPr>
                <a:xfrm>
                  <a:off x="2843953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4" name="pg3414">
                  <a:extLst>
                    <a:ext uri="{FF2B5EF4-FFF2-40B4-BE49-F238E27FC236}">
                      <a16:creationId xmlns:a16="http://schemas.microsoft.com/office/drawing/2014/main" id="{97A03614-F0E2-F93D-B25A-762839E4E5BD}"/>
                    </a:ext>
                  </a:extLst>
                </p:cNvPr>
                <p:cNvSpPr/>
                <p:nvPr/>
              </p:nvSpPr>
              <p:spPr>
                <a:xfrm>
                  <a:off x="2855590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ED6B8">
                    <a:alpha val="100000"/>
                  </a:srgbClr>
                </a:solidFill>
                <a:ln w="5420" cap="flat">
                  <a:solidFill>
                    <a:srgbClr val="7ED6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5" name="pg3415">
                  <a:extLst>
                    <a:ext uri="{FF2B5EF4-FFF2-40B4-BE49-F238E27FC236}">
                      <a16:creationId xmlns:a16="http://schemas.microsoft.com/office/drawing/2014/main" id="{8ADD5FAE-E2C7-1DAF-04A4-7C3D64DBE6AE}"/>
                    </a:ext>
                  </a:extLst>
                </p:cNvPr>
                <p:cNvSpPr/>
                <p:nvPr/>
              </p:nvSpPr>
              <p:spPr>
                <a:xfrm>
                  <a:off x="2867227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6" name="pg3416">
                  <a:extLst>
                    <a:ext uri="{FF2B5EF4-FFF2-40B4-BE49-F238E27FC236}">
                      <a16:creationId xmlns:a16="http://schemas.microsoft.com/office/drawing/2014/main" id="{24C1E480-FB66-2E08-5AC5-57C152F8322A}"/>
                    </a:ext>
                  </a:extLst>
                </p:cNvPr>
                <p:cNvSpPr/>
                <p:nvPr/>
              </p:nvSpPr>
              <p:spPr>
                <a:xfrm>
                  <a:off x="2878865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7" name="pg3417">
                  <a:extLst>
                    <a:ext uri="{FF2B5EF4-FFF2-40B4-BE49-F238E27FC236}">
                      <a16:creationId xmlns:a16="http://schemas.microsoft.com/office/drawing/2014/main" id="{E0D869D0-F744-0D36-20CE-F5BDF25880E5}"/>
                    </a:ext>
                  </a:extLst>
                </p:cNvPr>
                <p:cNvSpPr/>
                <p:nvPr/>
              </p:nvSpPr>
              <p:spPr>
                <a:xfrm>
                  <a:off x="2890502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8" name="pg3418">
                  <a:extLst>
                    <a:ext uri="{FF2B5EF4-FFF2-40B4-BE49-F238E27FC236}">
                      <a16:creationId xmlns:a16="http://schemas.microsoft.com/office/drawing/2014/main" id="{EF3B7B2E-560D-5D99-9B0D-9B1DEFAB30F7}"/>
                    </a:ext>
                  </a:extLst>
                </p:cNvPr>
                <p:cNvSpPr/>
                <p:nvPr/>
              </p:nvSpPr>
              <p:spPr>
                <a:xfrm>
                  <a:off x="2902139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19" name="pg3419">
                  <a:extLst>
                    <a:ext uri="{FF2B5EF4-FFF2-40B4-BE49-F238E27FC236}">
                      <a16:creationId xmlns:a16="http://schemas.microsoft.com/office/drawing/2014/main" id="{EF46A913-6961-AE77-50AA-6713520BB2D0}"/>
                    </a:ext>
                  </a:extLst>
                </p:cNvPr>
                <p:cNvSpPr/>
                <p:nvPr/>
              </p:nvSpPr>
              <p:spPr>
                <a:xfrm>
                  <a:off x="2913777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81D7B9">
                    <a:alpha val="100000"/>
                  </a:srgbClr>
                </a:solidFill>
                <a:ln w="5420" cap="flat">
                  <a:solidFill>
                    <a:srgbClr val="81D7B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0" name="pg3420">
                  <a:extLst>
                    <a:ext uri="{FF2B5EF4-FFF2-40B4-BE49-F238E27FC236}">
                      <a16:creationId xmlns:a16="http://schemas.microsoft.com/office/drawing/2014/main" id="{E2502BCB-E29A-8456-6D84-E01AEA1A42F4}"/>
                    </a:ext>
                  </a:extLst>
                </p:cNvPr>
                <p:cNvSpPr/>
                <p:nvPr/>
              </p:nvSpPr>
              <p:spPr>
                <a:xfrm>
                  <a:off x="4414992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1" name="pg3421">
                  <a:extLst>
                    <a:ext uri="{FF2B5EF4-FFF2-40B4-BE49-F238E27FC236}">
                      <a16:creationId xmlns:a16="http://schemas.microsoft.com/office/drawing/2014/main" id="{7E641844-FF4C-CDD6-FE5D-34120FA996FF}"/>
                    </a:ext>
                  </a:extLst>
                </p:cNvPr>
                <p:cNvSpPr/>
                <p:nvPr/>
              </p:nvSpPr>
              <p:spPr>
                <a:xfrm>
                  <a:off x="4426630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2" name="pg3422">
                  <a:extLst>
                    <a:ext uri="{FF2B5EF4-FFF2-40B4-BE49-F238E27FC236}">
                      <a16:creationId xmlns:a16="http://schemas.microsoft.com/office/drawing/2014/main" id="{55E83DAB-BA99-A384-8CB9-455E78327FC8}"/>
                    </a:ext>
                  </a:extLst>
                </p:cNvPr>
                <p:cNvSpPr/>
                <p:nvPr/>
              </p:nvSpPr>
              <p:spPr>
                <a:xfrm>
                  <a:off x="4438267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3" name="pg3423">
                  <a:extLst>
                    <a:ext uri="{FF2B5EF4-FFF2-40B4-BE49-F238E27FC236}">
                      <a16:creationId xmlns:a16="http://schemas.microsoft.com/office/drawing/2014/main" id="{EA3370C4-93A6-2BBA-484E-D19EE6F86D1B}"/>
                    </a:ext>
                  </a:extLst>
                </p:cNvPr>
                <p:cNvSpPr/>
                <p:nvPr/>
              </p:nvSpPr>
              <p:spPr>
                <a:xfrm>
                  <a:off x="4449904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4" name="pg3424">
                  <a:extLst>
                    <a:ext uri="{FF2B5EF4-FFF2-40B4-BE49-F238E27FC236}">
                      <a16:creationId xmlns:a16="http://schemas.microsoft.com/office/drawing/2014/main" id="{B4462911-D3FB-CCE3-E7E2-D9DE7B0CB525}"/>
                    </a:ext>
                  </a:extLst>
                </p:cNvPr>
                <p:cNvSpPr/>
                <p:nvPr/>
              </p:nvSpPr>
              <p:spPr>
                <a:xfrm>
                  <a:off x="4461542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5" name="pg3425">
                  <a:extLst>
                    <a:ext uri="{FF2B5EF4-FFF2-40B4-BE49-F238E27FC236}">
                      <a16:creationId xmlns:a16="http://schemas.microsoft.com/office/drawing/2014/main" id="{2B8C5C14-AA6F-E201-411A-F39E73738CF9}"/>
                    </a:ext>
                  </a:extLst>
                </p:cNvPr>
                <p:cNvSpPr/>
                <p:nvPr/>
              </p:nvSpPr>
              <p:spPr>
                <a:xfrm>
                  <a:off x="4473179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6" name="pg3426">
                  <a:extLst>
                    <a:ext uri="{FF2B5EF4-FFF2-40B4-BE49-F238E27FC236}">
                      <a16:creationId xmlns:a16="http://schemas.microsoft.com/office/drawing/2014/main" id="{C472228A-0693-559C-5645-5E1C1FC72E15}"/>
                    </a:ext>
                  </a:extLst>
                </p:cNvPr>
                <p:cNvSpPr/>
                <p:nvPr/>
              </p:nvSpPr>
              <p:spPr>
                <a:xfrm>
                  <a:off x="4659376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7" name="pg3427">
                  <a:extLst>
                    <a:ext uri="{FF2B5EF4-FFF2-40B4-BE49-F238E27FC236}">
                      <a16:creationId xmlns:a16="http://schemas.microsoft.com/office/drawing/2014/main" id="{3F7B0CE3-E2D7-B09D-0103-8945349D1659}"/>
                    </a:ext>
                  </a:extLst>
                </p:cNvPr>
                <p:cNvSpPr/>
                <p:nvPr/>
              </p:nvSpPr>
              <p:spPr>
                <a:xfrm>
                  <a:off x="4671013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8" name="pg3428">
                  <a:extLst>
                    <a:ext uri="{FF2B5EF4-FFF2-40B4-BE49-F238E27FC236}">
                      <a16:creationId xmlns:a16="http://schemas.microsoft.com/office/drawing/2014/main" id="{96A7CB7F-BC42-058D-5058-021AE82D9C9D}"/>
                    </a:ext>
                  </a:extLst>
                </p:cNvPr>
                <p:cNvSpPr/>
                <p:nvPr/>
              </p:nvSpPr>
              <p:spPr>
                <a:xfrm>
                  <a:off x="4682651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29" name="pg3429">
                  <a:extLst>
                    <a:ext uri="{FF2B5EF4-FFF2-40B4-BE49-F238E27FC236}">
                      <a16:creationId xmlns:a16="http://schemas.microsoft.com/office/drawing/2014/main" id="{B55A547A-305A-D3B8-64DE-A444A8FF5875}"/>
                    </a:ext>
                  </a:extLst>
                </p:cNvPr>
                <p:cNvSpPr/>
                <p:nvPr/>
              </p:nvSpPr>
              <p:spPr>
                <a:xfrm>
                  <a:off x="4694288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0" name="pg3430">
                  <a:extLst>
                    <a:ext uri="{FF2B5EF4-FFF2-40B4-BE49-F238E27FC236}">
                      <a16:creationId xmlns:a16="http://schemas.microsoft.com/office/drawing/2014/main" id="{A3FCA98B-468C-9C7A-9784-1250AF979B14}"/>
                    </a:ext>
                  </a:extLst>
                </p:cNvPr>
                <p:cNvSpPr/>
                <p:nvPr/>
              </p:nvSpPr>
              <p:spPr>
                <a:xfrm>
                  <a:off x="4705925" y="506741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EA1AA">
                    <a:alpha val="100000"/>
                  </a:srgbClr>
                </a:solidFill>
                <a:ln w="5420" cap="flat">
                  <a:solidFill>
                    <a:srgbClr val="3E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1" name="pg3431">
                  <a:extLst>
                    <a:ext uri="{FF2B5EF4-FFF2-40B4-BE49-F238E27FC236}">
                      <a16:creationId xmlns:a16="http://schemas.microsoft.com/office/drawing/2014/main" id="{3A6AA3D7-581B-768B-EB85-0EC6DB1D6F7C}"/>
                    </a:ext>
                  </a:extLst>
                </p:cNvPr>
                <p:cNvSpPr/>
                <p:nvPr/>
              </p:nvSpPr>
              <p:spPr>
                <a:xfrm>
                  <a:off x="2820678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2" name="pg3432">
                  <a:extLst>
                    <a:ext uri="{FF2B5EF4-FFF2-40B4-BE49-F238E27FC236}">
                      <a16:creationId xmlns:a16="http://schemas.microsoft.com/office/drawing/2014/main" id="{87EB9D33-84FF-7E44-8AF7-392B1E522A7C}"/>
                    </a:ext>
                  </a:extLst>
                </p:cNvPr>
                <p:cNvSpPr/>
                <p:nvPr/>
              </p:nvSpPr>
              <p:spPr>
                <a:xfrm>
                  <a:off x="2832315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6">
                    <a:alpha val="100000"/>
                  </a:srgbClr>
                </a:solidFill>
                <a:ln w="5420" cap="flat">
                  <a:solidFill>
                    <a:srgbClr val="79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3" name="pg3433">
                  <a:extLst>
                    <a:ext uri="{FF2B5EF4-FFF2-40B4-BE49-F238E27FC236}">
                      <a16:creationId xmlns:a16="http://schemas.microsoft.com/office/drawing/2014/main" id="{FADF3EDC-DF4B-1C09-F97B-8EFDBB87C33B}"/>
                    </a:ext>
                  </a:extLst>
                </p:cNvPr>
                <p:cNvSpPr/>
                <p:nvPr/>
              </p:nvSpPr>
              <p:spPr>
                <a:xfrm>
                  <a:off x="2843953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BD5B6">
                    <a:alpha val="100000"/>
                  </a:srgbClr>
                </a:solidFill>
                <a:ln w="5420" cap="flat">
                  <a:solidFill>
                    <a:srgbClr val="7B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4" name="pg3434">
                  <a:extLst>
                    <a:ext uri="{FF2B5EF4-FFF2-40B4-BE49-F238E27FC236}">
                      <a16:creationId xmlns:a16="http://schemas.microsoft.com/office/drawing/2014/main" id="{9FB72D22-3FCD-5FF5-CF46-0EA8B7298018}"/>
                    </a:ext>
                  </a:extLst>
                </p:cNvPr>
                <p:cNvSpPr/>
                <p:nvPr/>
              </p:nvSpPr>
              <p:spPr>
                <a:xfrm>
                  <a:off x="2855590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CD6B7">
                    <a:alpha val="100000"/>
                  </a:srgbClr>
                </a:solidFill>
                <a:ln w="5420" cap="flat">
                  <a:solidFill>
                    <a:srgbClr val="7C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5" name="pg3435">
                  <a:extLst>
                    <a:ext uri="{FF2B5EF4-FFF2-40B4-BE49-F238E27FC236}">
                      <a16:creationId xmlns:a16="http://schemas.microsoft.com/office/drawing/2014/main" id="{8BE954CE-F13A-5E74-FFD0-CCB37F74C2CB}"/>
                    </a:ext>
                  </a:extLst>
                </p:cNvPr>
                <p:cNvSpPr/>
                <p:nvPr/>
              </p:nvSpPr>
              <p:spPr>
                <a:xfrm>
                  <a:off x="2867227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DD6B7">
                    <a:alpha val="100000"/>
                  </a:srgbClr>
                </a:solidFill>
                <a:ln w="5420" cap="flat">
                  <a:solidFill>
                    <a:srgbClr val="7DD6B7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6" name="pg3436">
                  <a:extLst>
                    <a:ext uri="{FF2B5EF4-FFF2-40B4-BE49-F238E27FC236}">
                      <a16:creationId xmlns:a16="http://schemas.microsoft.com/office/drawing/2014/main" id="{CB0D9531-8192-A3FF-F04E-077919521B03}"/>
                    </a:ext>
                  </a:extLst>
                </p:cNvPr>
                <p:cNvSpPr/>
                <p:nvPr/>
              </p:nvSpPr>
              <p:spPr>
                <a:xfrm>
                  <a:off x="2878865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7" name="pg3437">
                  <a:extLst>
                    <a:ext uri="{FF2B5EF4-FFF2-40B4-BE49-F238E27FC236}">
                      <a16:creationId xmlns:a16="http://schemas.microsoft.com/office/drawing/2014/main" id="{95631831-00FE-72DF-C2E3-291370715B2B}"/>
                    </a:ext>
                  </a:extLst>
                </p:cNvPr>
                <p:cNvSpPr/>
                <p:nvPr/>
              </p:nvSpPr>
              <p:spPr>
                <a:xfrm>
                  <a:off x="2890502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8" name="pg3438">
                  <a:extLst>
                    <a:ext uri="{FF2B5EF4-FFF2-40B4-BE49-F238E27FC236}">
                      <a16:creationId xmlns:a16="http://schemas.microsoft.com/office/drawing/2014/main" id="{A58B0A58-B8E4-2801-64D1-89C30E30BB01}"/>
                    </a:ext>
                  </a:extLst>
                </p:cNvPr>
                <p:cNvSpPr/>
                <p:nvPr/>
              </p:nvSpPr>
              <p:spPr>
                <a:xfrm>
                  <a:off x="2902139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FD7B8">
                    <a:alpha val="100000"/>
                  </a:srgbClr>
                </a:solidFill>
                <a:ln w="5420" cap="flat">
                  <a:solidFill>
                    <a:srgbClr val="7FD7B8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39" name="pg3439">
                  <a:extLst>
                    <a:ext uri="{FF2B5EF4-FFF2-40B4-BE49-F238E27FC236}">
                      <a16:creationId xmlns:a16="http://schemas.microsoft.com/office/drawing/2014/main" id="{D1A9B5FA-E9FB-63BA-A2C3-777FFA36A848}"/>
                    </a:ext>
                  </a:extLst>
                </p:cNvPr>
                <p:cNvSpPr/>
                <p:nvPr/>
              </p:nvSpPr>
              <p:spPr>
                <a:xfrm>
                  <a:off x="4414992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0" name="pg3440">
                  <a:extLst>
                    <a:ext uri="{FF2B5EF4-FFF2-40B4-BE49-F238E27FC236}">
                      <a16:creationId xmlns:a16="http://schemas.microsoft.com/office/drawing/2014/main" id="{109E67AC-8523-7B7A-8EC1-FF25142DE8EC}"/>
                    </a:ext>
                  </a:extLst>
                </p:cNvPr>
                <p:cNvSpPr/>
                <p:nvPr/>
              </p:nvSpPr>
              <p:spPr>
                <a:xfrm>
                  <a:off x="4426630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AFAB">
                    <a:alpha val="100000"/>
                  </a:srgbClr>
                </a:solidFill>
                <a:ln w="5420" cap="flat">
                  <a:solidFill>
                    <a:srgbClr val="4B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1" name="pg3441">
                  <a:extLst>
                    <a:ext uri="{FF2B5EF4-FFF2-40B4-BE49-F238E27FC236}">
                      <a16:creationId xmlns:a16="http://schemas.microsoft.com/office/drawing/2014/main" id="{5EE0F377-12DB-8A9D-F7DA-0B543DEAC55C}"/>
                    </a:ext>
                  </a:extLst>
                </p:cNvPr>
                <p:cNvSpPr/>
                <p:nvPr/>
              </p:nvSpPr>
              <p:spPr>
                <a:xfrm>
                  <a:off x="4438267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2" name="pg3442">
                  <a:extLst>
                    <a:ext uri="{FF2B5EF4-FFF2-40B4-BE49-F238E27FC236}">
                      <a16:creationId xmlns:a16="http://schemas.microsoft.com/office/drawing/2014/main" id="{9D3883FC-2B10-9740-8139-8DCCEC05F11C}"/>
                    </a:ext>
                  </a:extLst>
                </p:cNvPr>
                <p:cNvSpPr/>
                <p:nvPr/>
              </p:nvSpPr>
              <p:spPr>
                <a:xfrm>
                  <a:off x="4449904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3" name="pg3443">
                  <a:extLst>
                    <a:ext uri="{FF2B5EF4-FFF2-40B4-BE49-F238E27FC236}">
                      <a16:creationId xmlns:a16="http://schemas.microsoft.com/office/drawing/2014/main" id="{9E41BD6F-DD19-579B-19B5-D423C7799BD8}"/>
                    </a:ext>
                  </a:extLst>
                </p:cNvPr>
                <p:cNvSpPr/>
                <p:nvPr/>
              </p:nvSpPr>
              <p:spPr>
                <a:xfrm>
                  <a:off x="4461542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4" name="pg3444">
                  <a:extLst>
                    <a:ext uri="{FF2B5EF4-FFF2-40B4-BE49-F238E27FC236}">
                      <a16:creationId xmlns:a16="http://schemas.microsoft.com/office/drawing/2014/main" id="{47222926-A373-B6F6-7953-78E113772F58}"/>
                    </a:ext>
                  </a:extLst>
                </p:cNvPr>
                <p:cNvSpPr/>
                <p:nvPr/>
              </p:nvSpPr>
              <p:spPr>
                <a:xfrm>
                  <a:off x="4659376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5" name="pg3445">
                  <a:extLst>
                    <a:ext uri="{FF2B5EF4-FFF2-40B4-BE49-F238E27FC236}">
                      <a16:creationId xmlns:a16="http://schemas.microsoft.com/office/drawing/2014/main" id="{5082F103-9171-5728-9E78-74CEAA437212}"/>
                    </a:ext>
                  </a:extLst>
                </p:cNvPr>
                <p:cNvSpPr/>
                <p:nvPr/>
              </p:nvSpPr>
              <p:spPr>
                <a:xfrm>
                  <a:off x="4671013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6" name="pg3446">
                  <a:extLst>
                    <a:ext uri="{FF2B5EF4-FFF2-40B4-BE49-F238E27FC236}">
                      <a16:creationId xmlns:a16="http://schemas.microsoft.com/office/drawing/2014/main" id="{05BFDF46-5E48-1984-7688-6FEA4CA17FB5}"/>
                    </a:ext>
                  </a:extLst>
                </p:cNvPr>
                <p:cNvSpPr/>
                <p:nvPr/>
              </p:nvSpPr>
              <p:spPr>
                <a:xfrm>
                  <a:off x="4682651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7" name="pg3447">
                  <a:extLst>
                    <a:ext uri="{FF2B5EF4-FFF2-40B4-BE49-F238E27FC236}">
                      <a16:creationId xmlns:a16="http://schemas.microsoft.com/office/drawing/2014/main" id="{3037BC34-4C13-AB4D-450C-C2A91F802E40}"/>
                    </a:ext>
                  </a:extLst>
                </p:cNvPr>
                <p:cNvSpPr/>
                <p:nvPr/>
              </p:nvSpPr>
              <p:spPr>
                <a:xfrm>
                  <a:off x="4694288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8" name="pg3448">
                  <a:extLst>
                    <a:ext uri="{FF2B5EF4-FFF2-40B4-BE49-F238E27FC236}">
                      <a16:creationId xmlns:a16="http://schemas.microsoft.com/office/drawing/2014/main" id="{91EC044F-091A-25A6-400F-EBFAF8129BB8}"/>
                    </a:ext>
                  </a:extLst>
                </p:cNvPr>
                <p:cNvSpPr/>
                <p:nvPr/>
              </p:nvSpPr>
              <p:spPr>
                <a:xfrm>
                  <a:off x="4705925" y="50817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49" name="pg3449">
                  <a:extLst>
                    <a:ext uri="{FF2B5EF4-FFF2-40B4-BE49-F238E27FC236}">
                      <a16:creationId xmlns:a16="http://schemas.microsoft.com/office/drawing/2014/main" id="{7F0F8738-9135-CAAF-F932-046C3281827E}"/>
                    </a:ext>
                  </a:extLst>
                </p:cNvPr>
                <p:cNvSpPr/>
                <p:nvPr/>
              </p:nvSpPr>
              <p:spPr>
                <a:xfrm>
                  <a:off x="2820678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0" name="pg3450">
                  <a:extLst>
                    <a:ext uri="{FF2B5EF4-FFF2-40B4-BE49-F238E27FC236}">
                      <a16:creationId xmlns:a16="http://schemas.microsoft.com/office/drawing/2014/main" id="{BDF5E607-1AFD-FF5F-71B1-91983C14CDD4}"/>
                    </a:ext>
                  </a:extLst>
                </p:cNvPr>
                <p:cNvSpPr/>
                <p:nvPr/>
              </p:nvSpPr>
              <p:spPr>
                <a:xfrm>
                  <a:off x="2832315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1" name="pg3451">
                  <a:extLst>
                    <a:ext uri="{FF2B5EF4-FFF2-40B4-BE49-F238E27FC236}">
                      <a16:creationId xmlns:a16="http://schemas.microsoft.com/office/drawing/2014/main" id="{0A3CEE40-4075-E9F2-F046-21ECBAFC7ADE}"/>
                    </a:ext>
                  </a:extLst>
                </p:cNvPr>
                <p:cNvSpPr/>
                <p:nvPr/>
              </p:nvSpPr>
              <p:spPr>
                <a:xfrm>
                  <a:off x="2843953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2" name="pg3452">
                  <a:extLst>
                    <a:ext uri="{FF2B5EF4-FFF2-40B4-BE49-F238E27FC236}">
                      <a16:creationId xmlns:a16="http://schemas.microsoft.com/office/drawing/2014/main" id="{42840DD5-85D0-FE99-6AD3-584FEEAC38FF}"/>
                    </a:ext>
                  </a:extLst>
                </p:cNvPr>
                <p:cNvSpPr/>
                <p:nvPr/>
              </p:nvSpPr>
              <p:spPr>
                <a:xfrm>
                  <a:off x="2855590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5B5">
                    <a:alpha val="100000"/>
                  </a:srgbClr>
                </a:solidFill>
                <a:ln w="5420" cap="flat">
                  <a:solidFill>
                    <a:srgbClr val="78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3" name="pg3453">
                  <a:extLst>
                    <a:ext uri="{FF2B5EF4-FFF2-40B4-BE49-F238E27FC236}">
                      <a16:creationId xmlns:a16="http://schemas.microsoft.com/office/drawing/2014/main" id="{6FA32639-D6E8-42AE-C60A-69ED5976674A}"/>
                    </a:ext>
                  </a:extLst>
                </p:cNvPr>
                <p:cNvSpPr/>
                <p:nvPr/>
              </p:nvSpPr>
              <p:spPr>
                <a:xfrm>
                  <a:off x="2867227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9D5B5">
                    <a:alpha val="100000"/>
                  </a:srgbClr>
                </a:solidFill>
                <a:ln w="5420" cap="flat">
                  <a:solidFill>
                    <a:srgbClr val="79D5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4" name="pg3454">
                  <a:extLst>
                    <a:ext uri="{FF2B5EF4-FFF2-40B4-BE49-F238E27FC236}">
                      <a16:creationId xmlns:a16="http://schemas.microsoft.com/office/drawing/2014/main" id="{156C5641-18C3-E4A4-6557-6D2B2CC53FA9}"/>
                    </a:ext>
                  </a:extLst>
                </p:cNvPr>
                <p:cNvSpPr/>
                <p:nvPr/>
              </p:nvSpPr>
              <p:spPr>
                <a:xfrm>
                  <a:off x="2878865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5" name="pg3455">
                  <a:extLst>
                    <a:ext uri="{FF2B5EF4-FFF2-40B4-BE49-F238E27FC236}">
                      <a16:creationId xmlns:a16="http://schemas.microsoft.com/office/drawing/2014/main" id="{FE26D663-BA4F-150F-5F7C-A9C6B1AD4C40}"/>
                    </a:ext>
                  </a:extLst>
                </p:cNvPr>
                <p:cNvSpPr/>
                <p:nvPr/>
              </p:nvSpPr>
              <p:spPr>
                <a:xfrm>
                  <a:off x="2890502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6" name="pg3456">
                  <a:extLst>
                    <a:ext uri="{FF2B5EF4-FFF2-40B4-BE49-F238E27FC236}">
                      <a16:creationId xmlns:a16="http://schemas.microsoft.com/office/drawing/2014/main" id="{C184360C-50B5-862E-D8CC-1131F121066D}"/>
                    </a:ext>
                  </a:extLst>
                </p:cNvPr>
                <p:cNvSpPr/>
                <p:nvPr/>
              </p:nvSpPr>
              <p:spPr>
                <a:xfrm>
                  <a:off x="2902139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AD5B6">
                    <a:alpha val="100000"/>
                  </a:srgbClr>
                </a:solidFill>
                <a:ln w="5420" cap="flat">
                  <a:solidFill>
                    <a:srgbClr val="7AD5B6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7" name="pg3457">
                  <a:extLst>
                    <a:ext uri="{FF2B5EF4-FFF2-40B4-BE49-F238E27FC236}">
                      <a16:creationId xmlns:a16="http://schemas.microsoft.com/office/drawing/2014/main" id="{642385E8-3661-6D2F-F859-F938BD69E9F6}"/>
                    </a:ext>
                  </a:extLst>
                </p:cNvPr>
                <p:cNvSpPr/>
                <p:nvPr/>
              </p:nvSpPr>
              <p:spPr>
                <a:xfrm>
                  <a:off x="4414992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BB0AB">
                    <a:alpha val="100000"/>
                  </a:srgbClr>
                </a:solidFill>
                <a:ln w="5420" cap="flat">
                  <a:solidFill>
                    <a:srgbClr val="4BB0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8" name="pg3458">
                  <a:extLst>
                    <a:ext uri="{FF2B5EF4-FFF2-40B4-BE49-F238E27FC236}">
                      <a16:creationId xmlns:a16="http://schemas.microsoft.com/office/drawing/2014/main" id="{6FCEB0EF-FF02-496D-C89E-574F56186787}"/>
                    </a:ext>
                  </a:extLst>
                </p:cNvPr>
                <p:cNvSpPr/>
                <p:nvPr/>
              </p:nvSpPr>
              <p:spPr>
                <a:xfrm>
                  <a:off x="4426630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59" name="pg3459">
                  <a:extLst>
                    <a:ext uri="{FF2B5EF4-FFF2-40B4-BE49-F238E27FC236}">
                      <a16:creationId xmlns:a16="http://schemas.microsoft.com/office/drawing/2014/main" id="{AD9C4842-C2B2-1D8E-DD32-F92691D00BD3}"/>
                    </a:ext>
                  </a:extLst>
                </p:cNvPr>
                <p:cNvSpPr/>
                <p:nvPr/>
              </p:nvSpPr>
              <p:spPr>
                <a:xfrm>
                  <a:off x="4438267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0" name="pg3460">
                  <a:extLst>
                    <a:ext uri="{FF2B5EF4-FFF2-40B4-BE49-F238E27FC236}">
                      <a16:creationId xmlns:a16="http://schemas.microsoft.com/office/drawing/2014/main" id="{41BFC40C-2BC5-5ED3-8AD7-39F912B39507}"/>
                    </a:ext>
                  </a:extLst>
                </p:cNvPr>
                <p:cNvSpPr/>
                <p:nvPr/>
              </p:nvSpPr>
              <p:spPr>
                <a:xfrm>
                  <a:off x="4449904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1" name="pg3461">
                  <a:extLst>
                    <a:ext uri="{FF2B5EF4-FFF2-40B4-BE49-F238E27FC236}">
                      <a16:creationId xmlns:a16="http://schemas.microsoft.com/office/drawing/2014/main" id="{BDC160A8-B58E-147C-A87C-378730259503}"/>
                    </a:ext>
                  </a:extLst>
                </p:cNvPr>
                <p:cNvSpPr/>
                <p:nvPr/>
              </p:nvSpPr>
              <p:spPr>
                <a:xfrm>
                  <a:off x="4461542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2" name="pg3462">
                  <a:extLst>
                    <a:ext uri="{FF2B5EF4-FFF2-40B4-BE49-F238E27FC236}">
                      <a16:creationId xmlns:a16="http://schemas.microsoft.com/office/drawing/2014/main" id="{BEBE9F1E-56C5-ECC8-DEB7-25C97B5D710D}"/>
                    </a:ext>
                  </a:extLst>
                </p:cNvPr>
                <p:cNvSpPr/>
                <p:nvPr/>
              </p:nvSpPr>
              <p:spPr>
                <a:xfrm>
                  <a:off x="4473179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3" name="pg3463">
                  <a:extLst>
                    <a:ext uri="{FF2B5EF4-FFF2-40B4-BE49-F238E27FC236}">
                      <a16:creationId xmlns:a16="http://schemas.microsoft.com/office/drawing/2014/main" id="{F9F63E10-C1D1-3D7F-F37E-2C49FFDE968E}"/>
                    </a:ext>
                  </a:extLst>
                </p:cNvPr>
                <p:cNvSpPr/>
                <p:nvPr/>
              </p:nvSpPr>
              <p:spPr>
                <a:xfrm>
                  <a:off x="4671013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4" name="pg3464">
                  <a:extLst>
                    <a:ext uri="{FF2B5EF4-FFF2-40B4-BE49-F238E27FC236}">
                      <a16:creationId xmlns:a16="http://schemas.microsoft.com/office/drawing/2014/main" id="{D0068A4B-6D23-BC9E-D2AF-EA6E002C0661}"/>
                    </a:ext>
                  </a:extLst>
                </p:cNvPr>
                <p:cNvSpPr/>
                <p:nvPr/>
              </p:nvSpPr>
              <p:spPr>
                <a:xfrm>
                  <a:off x="4682651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5" name="pg3465">
                  <a:extLst>
                    <a:ext uri="{FF2B5EF4-FFF2-40B4-BE49-F238E27FC236}">
                      <a16:creationId xmlns:a16="http://schemas.microsoft.com/office/drawing/2014/main" id="{4E6915AD-7F39-A57F-3255-B334BFF366E9}"/>
                    </a:ext>
                  </a:extLst>
                </p:cNvPr>
                <p:cNvSpPr/>
                <p:nvPr/>
              </p:nvSpPr>
              <p:spPr>
                <a:xfrm>
                  <a:off x="4694288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6" name="pg3466">
                  <a:extLst>
                    <a:ext uri="{FF2B5EF4-FFF2-40B4-BE49-F238E27FC236}">
                      <a16:creationId xmlns:a16="http://schemas.microsoft.com/office/drawing/2014/main" id="{39112570-7764-5572-0712-D229B1E096B4}"/>
                    </a:ext>
                  </a:extLst>
                </p:cNvPr>
                <p:cNvSpPr/>
                <p:nvPr/>
              </p:nvSpPr>
              <p:spPr>
                <a:xfrm>
                  <a:off x="4705925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7" name="pg3467">
                  <a:extLst>
                    <a:ext uri="{FF2B5EF4-FFF2-40B4-BE49-F238E27FC236}">
                      <a16:creationId xmlns:a16="http://schemas.microsoft.com/office/drawing/2014/main" id="{6F77E9AC-9BE4-0395-1965-F26129C6A480}"/>
                    </a:ext>
                  </a:extLst>
                </p:cNvPr>
                <p:cNvSpPr/>
                <p:nvPr/>
              </p:nvSpPr>
              <p:spPr>
                <a:xfrm>
                  <a:off x="4717563" y="509601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8" name="pg3468">
                  <a:extLst>
                    <a:ext uri="{FF2B5EF4-FFF2-40B4-BE49-F238E27FC236}">
                      <a16:creationId xmlns:a16="http://schemas.microsoft.com/office/drawing/2014/main" id="{192BA556-82D1-40FC-874E-FE06C10B14C1}"/>
                    </a:ext>
                  </a:extLst>
                </p:cNvPr>
                <p:cNvSpPr/>
                <p:nvPr/>
              </p:nvSpPr>
              <p:spPr>
                <a:xfrm>
                  <a:off x="2832315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69" name="pg3469">
                  <a:extLst>
                    <a:ext uri="{FF2B5EF4-FFF2-40B4-BE49-F238E27FC236}">
                      <a16:creationId xmlns:a16="http://schemas.microsoft.com/office/drawing/2014/main" id="{43A8978C-53C9-1F08-0DCF-89ED6F667BD7}"/>
                    </a:ext>
                  </a:extLst>
                </p:cNvPr>
                <p:cNvSpPr/>
                <p:nvPr/>
              </p:nvSpPr>
              <p:spPr>
                <a:xfrm>
                  <a:off x="2843953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0" name="pg3470">
                  <a:extLst>
                    <a:ext uri="{FF2B5EF4-FFF2-40B4-BE49-F238E27FC236}">
                      <a16:creationId xmlns:a16="http://schemas.microsoft.com/office/drawing/2014/main" id="{9B0016ED-1929-37EA-7D6F-82774BAD0EE2}"/>
                    </a:ext>
                  </a:extLst>
                </p:cNvPr>
                <p:cNvSpPr/>
                <p:nvPr/>
              </p:nvSpPr>
              <p:spPr>
                <a:xfrm>
                  <a:off x="2855590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1" name="pg3471">
                  <a:extLst>
                    <a:ext uri="{FF2B5EF4-FFF2-40B4-BE49-F238E27FC236}">
                      <a16:creationId xmlns:a16="http://schemas.microsoft.com/office/drawing/2014/main" id="{44C3A1DF-12F8-06D2-8059-689C7107F6C3}"/>
                    </a:ext>
                  </a:extLst>
                </p:cNvPr>
                <p:cNvSpPr/>
                <p:nvPr/>
              </p:nvSpPr>
              <p:spPr>
                <a:xfrm>
                  <a:off x="2867227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6D4B4">
                    <a:alpha val="100000"/>
                  </a:srgbClr>
                </a:solidFill>
                <a:ln w="5420" cap="flat">
                  <a:solidFill>
                    <a:srgbClr val="76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2" name="pg3472">
                  <a:extLst>
                    <a:ext uri="{FF2B5EF4-FFF2-40B4-BE49-F238E27FC236}">
                      <a16:creationId xmlns:a16="http://schemas.microsoft.com/office/drawing/2014/main" id="{F0CC1732-084D-634A-07F3-4A8188D56B89}"/>
                    </a:ext>
                  </a:extLst>
                </p:cNvPr>
                <p:cNvSpPr/>
                <p:nvPr/>
              </p:nvSpPr>
              <p:spPr>
                <a:xfrm>
                  <a:off x="2878865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7D4B5">
                    <a:alpha val="100000"/>
                  </a:srgbClr>
                </a:solidFill>
                <a:ln w="5420" cap="flat">
                  <a:solidFill>
                    <a:srgbClr val="77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3" name="pg3473">
                  <a:extLst>
                    <a:ext uri="{FF2B5EF4-FFF2-40B4-BE49-F238E27FC236}">
                      <a16:creationId xmlns:a16="http://schemas.microsoft.com/office/drawing/2014/main" id="{008AF37F-8DDE-B7A2-9A2D-0D0C0E86D144}"/>
                    </a:ext>
                  </a:extLst>
                </p:cNvPr>
                <p:cNvSpPr/>
                <p:nvPr/>
              </p:nvSpPr>
              <p:spPr>
                <a:xfrm>
                  <a:off x="2890502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8D4B5">
                    <a:alpha val="100000"/>
                  </a:srgbClr>
                </a:solidFill>
                <a:ln w="5420" cap="flat">
                  <a:solidFill>
                    <a:srgbClr val="78D4B5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4" name="pg3474">
                  <a:extLst>
                    <a:ext uri="{FF2B5EF4-FFF2-40B4-BE49-F238E27FC236}">
                      <a16:creationId xmlns:a16="http://schemas.microsoft.com/office/drawing/2014/main" id="{92F0F3FF-3985-5FC9-ADD2-72144CD7D27D}"/>
                    </a:ext>
                  </a:extLst>
                </p:cNvPr>
                <p:cNvSpPr/>
                <p:nvPr/>
              </p:nvSpPr>
              <p:spPr>
                <a:xfrm>
                  <a:off x="4426630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FAB">
                    <a:alpha val="100000"/>
                  </a:srgbClr>
                </a:solidFill>
                <a:ln w="5420" cap="flat">
                  <a:solidFill>
                    <a:srgbClr val="4AAF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5" name="pg3475">
                  <a:extLst>
                    <a:ext uri="{FF2B5EF4-FFF2-40B4-BE49-F238E27FC236}">
                      <a16:creationId xmlns:a16="http://schemas.microsoft.com/office/drawing/2014/main" id="{F01E5496-0832-583F-47B4-9AEADD3E3A1C}"/>
                    </a:ext>
                  </a:extLst>
                </p:cNvPr>
                <p:cNvSpPr/>
                <p:nvPr/>
              </p:nvSpPr>
              <p:spPr>
                <a:xfrm>
                  <a:off x="4438267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6" name="pg3476">
                  <a:extLst>
                    <a:ext uri="{FF2B5EF4-FFF2-40B4-BE49-F238E27FC236}">
                      <a16:creationId xmlns:a16="http://schemas.microsoft.com/office/drawing/2014/main" id="{1D0AAE18-E8A7-015F-CC4D-CF6AC19DB6AA}"/>
                    </a:ext>
                  </a:extLst>
                </p:cNvPr>
                <p:cNvSpPr/>
                <p:nvPr/>
              </p:nvSpPr>
              <p:spPr>
                <a:xfrm>
                  <a:off x="4449904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7" name="pg3477">
                  <a:extLst>
                    <a:ext uri="{FF2B5EF4-FFF2-40B4-BE49-F238E27FC236}">
                      <a16:creationId xmlns:a16="http://schemas.microsoft.com/office/drawing/2014/main" id="{2798E38E-DED0-2511-C888-313FD272EA0E}"/>
                    </a:ext>
                  </a:extLst>
                </p:cNvPr>
                <p:cNvSpPr/>
                <p:nvPr/>
              </p:nvSpPr>
              <p:spPr>
                <a:xfrm>
                  <a:off x="4461542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8" name="pg3478">
                  <a:extLst>
                    <a:ext uri="{FF2B5EF4-FFF2-40B4-BE49-F238E27FC236}">
                      <a16:creationId xmlns:a16="http://schemas.microsoft.com/office/drawing/2014/main" id="{55CEF67E-1C13-82D0-6DF2-BAC1C0065890}"/>
                    </a:ext>
                  </a:extLst>
                </p:cNvPr>
                <p:cNvSpPr/>
                <p:nvPr/>
              </p:nvSpPr>
              <p:spPr>
                <a:xfrm>
                  <a:off x="4473179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79" name="pg3479">
                  <a:extLst>
                    <a:ext uri="{FF2B5EF4-FFF2-40B4-BE49-F238E27FC236}">
                      <a16:creationId xmlns:a16="http://schemas.microsoft.com/office/drawing/2014/main" id="{36B394B2-116C-D45D-F5A0-942D1C8D0231}"/>
                    </a:ext>
                  </a:extLst>
                </p:cNvPr>
                <p:cNvSpPr/>
                <p:nvPr/>
              </p:nvSpPr>
              <p:spPr>
                <a:xfrm>
                  <a:off x="4671013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0" name="pg3480">
                  <a:extLst>
                    <a:ext uri="{FF2B5EF4-FFF2-40B4-BE49-F238E27FC236}">
                      <a16:creationId xmlns:a16="http://schemas.microsoft.com/office/drawing/2014/main" id="{2D25E7C1-2D96-3F0A-3A96-C75C8BB7E40D}"/>
                    </a:ext>
                  </a:extLst>
                </p:cNvPr>
                <p:cNvSpPr/>
                <p:nvPr/>
              </p:nvSpPr>
              <p:spPr>
                <a:xfrm>
                  <a:off x="4682651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1" name="pg3481">
                  <a:extLst>
                    <a:ext uri="{FF2B5EF4-FFF2-40B4-BE49-F238E27FC236}">
                      <a16:creationId xmlns:a16="http://schemas.microsoft.com/office/drawing/2014/main" id="{EB757B45-E222-1D8F-008A-B8502C1A2FA1}"/>
                    </a:ext>
                  </a:extLst>
                </p:cNvPr>
                <p:cNvSpPr/>
                <p:nvPr/>
              </p:nvSpPr>
              <p:spPr>
                <a:xfrm>
                  <a:off x="4694288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2" name="pg3482">
                  <a:extLst>
                    <a:ext uri="{FF2B5EF4-FFF2-40B4-BE49-F238E27FC236}">
                      <a16:creationId xmlns:a16="http://schemas.microsoft.com/office/drawing/2014/main" id="{F3D1DC49-ECFB-D97A-3AE0-18CFA7B3ED44}"/>
                    </a:ext>
                  </a:extLst>
                </p:cNvPr>
                <p:cNvSpPr/>
                <p:nvPr/>
              </p:nvSpPr>
              <p:spPr>
                <a:xfrm>
                  <a:off x="4705925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3" name="pg3483">
                  <a:extLst>
                    <a:ext uri="{FF2B5EF4-FFF2-40B4-BE49-F238E27FC236}">
                      <a16:creationId xmlns:a16="http://schemas.microsoft.com/office/drawing/2014/main" id="{36B9B93E-1802-5C32-687C-4EE46965D7D5}"/>
                    </a:ext>
                  </a:extLst>
                </p:cNvPr>
                <p:cNvSpPr/>
                <p:nvPr/>
              </p:nvSpPr>
              <p:spPr>
                <a:xfrm>
                  <a:off x="4717563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4" name="pg3484">
                  <a:extLst>
                    <a:ext uri="{FF2B5EF4-FFF2-40B4-BE49-F238E27FC236}">
                      <a16:creationId xmlns:a16="http://schemas.microsoft.com/office/drawing/2014/main" id="{70F74BE0-67AA-49B4-FEE8-2E0F3BD576E8}"/>
                    </a:ext>
                  </a:extLst>
                </p:cNvPr>
                <p:cNvSpPr/>
                <p:nvPr/>
              </p:nvSpPr>
              <p:spPr>
                <a:xfrm>
                  <a:off x="4729200" y="511031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1AA">
                    <a:alpha val="100000"/>
                  </a:srgbClr>
                </a:solidFill>
                <a:ln w="5420" cap="flat">
                  <a:solidFill>
                    <a:srgbClr val="3FA1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5" name="pg3485">
                  <a:extLst>
                    <a:ext uri="{FF2B5EF4-FFF2-40B4-BE49-F238E27FC236}">
                      <a16:creationId xmlns:a16="http://schemas.microsoft.com/office/drawing/2014/main" id="{6FD36531-82AA-17DE-90D4-6FC2AA2836D8}"/>
                    </a:ext>
                  </a:extLst>
                </p:cNvPr>
                <p:cNvSpPr/>
                <p:nvPr/>
              </p:nvSpPr>
              <p:spPr>
                <a:xfrm>
                  <a:off x="2832315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6" name="pg3486">
                  <a:extLst>
                    <a:ext uri="{FF2B5EF4-FFF2-40B4-BE49-F238E27FC236}">
                      <a16:creationId xmlns:a16="http://schemas.microsoft.com/office/drawing/2014/main" id="{6756AF1C-1B32-A96D-D215-877119C2DDA8}"/>
                    </a:ext>
                  </a:extLst>
                </p:cNvPr>
                <p:cNvSpPr/>
                <p:nvPr/>
              </p:nvSpPr>
              <p:spPr>
                <a:xfrm>
                  <a:off x="2843953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7" name="pg3487">
                  <a:extLst>
                    <a:ext uri="{FF2B5EF4-FFF2-40B4-BE49-F238E27FC236}">
                      <a16:creationId xmlns:a16="http://schemas.microsoft.com/office/drawing/2014/main" id="{D1935E73-5798-0396-B889-6F97C9477744}"/>
                    </a:ext>
                  </a:extLst>
                </p:cNvPr>
                <p:cNvSpPr/>
                <p:nvPr/>
              </p:nvSpPr>
              <p:spPr>
                <a:xfrm>
                  <a:off x="2855590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8" name="pg3488">
                  <a:extLst>
                    <a:ext uri="{FF2B5EF4-FFF2-40B4-BE49-F238E27FC236}">
                      <a16:creationId xmlns:a16="http://schemas.microsoft.com/office/drawing/2014/main" id="{D154C911-1E20-F8AD-FB8B-C6FEC4C105E2}"/>
                    </a:ext>
                  </a:extLst>
                </p:cNvPr>
                <p:cNvSpPr/>
                <p:nvPr/>
              </p:nvSpPr>
              <p:spPr>
                <a:xfrm>
                  <a:off x="2867227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4D3B3">
                    <a:alpha val="100000"/>
                  </a:srgbClr>
                </a:solidFill>
                <a:ln w="5420" cap="flat">
                  <a:solidFill>
                    <a:srgbClr val="74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89" name="pg3489">
                  <a:extLst>
                    <a:ext uri="{FF2B5EF4-FFF2-40B4-BE49-F238E27FC236}">
                      <a16:creationId xmlns:a16="http://schemas.microsoft.com/office/drawing/2014/main" id="{DECD7311-B3C6-E4E7-71FE-68E33B7668C9}"/>
                    </a:ext>
                  </a:extLst>
                </p:cNvPr>
                <p:cNvSpPr/>
                <p:nvPr/>
              </p:nvSpPr>
              <p:spPr>
                <a:xfrm>
                  <a:off x="2878865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0" name="pg3490">
                  <a:extLst>
                    <a:ext uri="{FF2B5EF4-FFF2-40B4-BE49-F238E27FC236}">
                      <a16:creationId xmlns:a16="http://schemas.microsoft.com/office/drawing/2014/main" id="{C9FDD7F3-BA9A-85C8-01D3-43947978B791}"/>
                    </a:ext>
                  </a:extLst>
                </p:cNvPr>
                <p:cNvSpPr/>
                <p:nvPr/>
              </p:nvSpPr>
              <p:spPr>
                <a:xfrm>
                  <a:off x="2890502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5D4B4">
                    <a:alpha val="100000"/>
                  </a:srgbClr>
                </a:solidFill>
                <a:ln w="5420" cap="flat">
                  <a:solidFill>
                    <a:srgbClr val="75D4B4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1" name="pg3491">
                  <a:extLst>
                    <a:ext uri="{FF2B5EF4-FFF2-40B4-BE49-F238E27FC236}">
                      <a16:creationId xmlns:a16="http://schemas.microsoft.com/office/drawing/2014/main" id="{7FB32D85-E916-9D2A-BC4F-74A00A7BA1A3}"/>
                    </a:ext>
                  </a:extLst>
                </p:cNvPr>
                <p:cNvSpPr/>
                <p:nvPr/>
              </p:nvSpPr>
              <p:spPr>
                <a:xfrm>
                  <a:off x="4438267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AAEAB">
                    <a:alpha val="100000"/>
                  </a:srgbClr>
                </a:solidFill>
                <a:ln w="5420" cap="flat">
                  <a:solidFill>
                    <a:srgbClr val="4A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2" name="pg3492">
                  <a:extLst>
                    <a:ext uri="{FF2B5EF4-FFF2-40B4-BE49-F238E27FC236}">
                      <a16:creationId xmlns:a16="http://schemas.microsoft.com/office/drawing/2014/main" id="{7F4E58A4-2C7D-5A8F-46AA-734F7BC6362B}"/>
                    </a:ext>
                  </a:extLst>
                </p:cNvPr>
                <p:cNvSpPr/>
                <p:nvPr/>
              </p:nvSpPr>
              <p:spPr>
                <a:xfrm>
                  <a:off x="4449904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3" name="pg3493">
                  <a:extLst>
                    <a:ext uri="{FF2B5EF4-FFF2-40B4-BE49-F238E27FC236}">
                      <a16:creationId xmlns:a16="http://schemas.microsoft.com/office/drawing/2014/main" id="{487C767D-9D71-E9D9-48F7-E74864525F51}"/>
                    </a:ext>
                  </a:extLst>
                </p:cNvPr>
                <p:cNvSpPr/>
                <p:nvPr/>
              </p:nvSpPr>
              <p:spPr>
                <a:xfrm>
                  <a:off x="4461542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4" name="pg3494">
                  <a:extLst>
                    <a:ext uri="{FF2B5EF4-FFF2-40B4-BE49-F238E27FC236}">
                      <a16:creationId xmlns:a16="http://schemas.microsoft.com/office/drawing/2014/main" id="{6BA7C88B-D21C-361C-3636-99BC6B6606AB}"/>
                    </a:ext>
                  </a:extLst>
                </p:cNvPr>
                <p:cNvSpPr/>
                <p:nvPr/>
              </p:nvSpPr>
              <p:spPr>
                <a:xfrm>
                  <a:off x="4473179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5" name="pg3495">
                  <a:extLst>
                    <a:ext uri="{FF2B5EF4-FFF2-40B4-BE49-F238E27FC236}">
                      <a16:creationId xmlns:a16="http://schemas.microsoft.com/office/drawing/2014/main" id="{023BB790-CF43-B9B0-80F2-198E4B69A112}"/>
                    </a:ext>
                  </a:extLst>
                </p:cNvPr>
                <p:cNvSpPr/>
                <p:nvPr/>
              </p:nvSpPr>
              <p:spPr>
                <a:xfrm>
                  <a:off x="4484816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6" name="pg3496">
                  <a:extLst>
                    <a:ext uri="{FF2B5EF4-FFF2-40B4-BE49-F238E27FC236}">
                      <a16:creationId xmlns:a16="http://schemas.microsoft.com/office/drawing/2014/main" id="{1EC09452-F525-D5C7-2018-73547BAC3571}"/>
                    </a:ext>
                  </a:extLst>
                </p:cNvPr>
                <p:cNvSpPr/>
                <p:nvPr/>
              </p:nvSpPr>
              <p:spPr>
                <a:xfrm>
                  <a:off x="4496454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7" name="pg3497">
                  <a:extLst>
                    <a:ext uri="{FF2B5EF4-FFF2-40B4-BE49-F238E27FC236}">
                      <a16:creationId xmlns:a16="http://schemas.microsoft.com/office/drawing/2014/main" id="{663E0530-33E2-9BC6-0314-6D5B1C56A398}"/>
                    </a:ext>
                  </a:extLst>
                </p:cNvPr>
                <p:cNvSpPr/>
                <p:nvPr/>
              </p:nvSpPr>
              <p:spPr>
                <a:xfrm>
                  <a:off x="4508091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8" name="pg3498">
                  <a:extLst>
                    <a:ext uri="{FF2B5EF4-FFF2-40B4-BE49-F238E27FC236}">
                      <a16:creationId xmlns:a16="http://schemas.microsoft.com/office/drawing/2014/main" id="{AC166F3D-22D1-6D24-19BE-11413CCFD0B7}"/>
                    </a:ext>
                  </a:extLst>
                </p:cNvPr>
                <p:cNvSpPr/>
                <p:nvPr/>
              </p:nvSpPr>
              <p:spPr>
                <a:xfrm>
                  <a:off x="4519728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499" name="pg3499">
                  <a:extLst>
                    <a:ext uri="{FF2B5EF4-FFF2-40B4-BE49-F238E27FC236}">
                      <a16:creationId xmlns:a16="http://schemas.microsoft.com/office/drawing/2014/main" id="{3D42904C-DA28-7166-E58A-88D9FDD6E49D}"/>
                    </a:ext>
                  </a:extLst>
                </p:cNvPr>
                <p:cNvSpPr/>
                <p:nvPr/>
              </p:nvSpPr>
              <p:spPr>
                <a:xfrm>
                  <a:off x="4682651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0" name="pg3500">
                  <a:extLst>
                    <a:ext uri="{FF2B5EF4-FFF2-40B4-BE49-F238E27FC236}">
                      <a16:creationId xmlns:a16="http://schemas.microsoft.com/office/drawing/2014/main" id="{C40DED76-32DB-6E94-6C3B-C45A87010C5E}"/>
                    </a:ext>
                  </a:extLst>
                </p:cNvPr>
                <p:cNvSpPr/>
                <p:nvPr/>
              </p:nvSpPr>
              <p:spPr>
                <a:xfrm>
                  <a:off x="4694288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1" name="pg3501">
                  <a:extLst>
                    <a:ext uri="{FF2B5EF4-FFF2-40B4-BE49-F238E27FC236}">
                      <a16:creationId xmlns:a16="http://schemas.microsoft.com/office/drawing/2014/main" id="{1A9516A7-6B1E-2184-D527-E805F69D0B07}"/>
                    </a:ext>
                  </a:extLst>
                </p:cNvPr>
                <p:cNvSpPr/>
                <p:nvPr/>
              </p:nvSpPr>
              <p:spPr>
                <a:xfrm>
                  <a:off x="4705925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2" name="pg3502">
                  <a:extLst>
                    <a:ext uri="{FF2B5EF4-FFF2-40B4-BE49-F238E27FC236}">
                      <a16:creationId xmlns:a16="http://schemas.microsoft.com/office/drawing/2014/main" id="{92A7D7E9-F07A-78C3-A1AB-57C1998ADDFA}"/>
                    </a:ext>
                  </a:extLst>
                </p:cNvPr>
                <p:cNvSpPr/>
                <p:nvPr/>
              </p:nvSpPr>
              <p:spPr>
                <a:xfrm>
                  <a:off x="4717563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3" name="pg3503">
                  <a:extLst>
                    <a:ext uri="{FF2B5EF4-FFF2-40B4-BE49-F238E27FC236}">
                      <a16:creationId xmlns:a16="http://schemas.microsoft.com/office/drawing/2014/main" id="{1A372BC6-9FC4-0473-7FF7-AD83D57E0B51}"/>
                    </a:ext>
                  </a:extLst>
                </p:cNvPr>
                <p:cNvSpPr/>
                <p:nvPr/>
              </p:nvSpPr>
              <p:spPr>
                <a:xfrm>
                  <a:off x="4729200" y="51246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4" name="pg3504">
                  <a:extLst>
                    <a:ext uri="{FF2B5EF4-FFF2-40B4-BE49-F238E27FC236}">
                      <a16:creationId xmlns:a16="http://schemas.microsoft.com/office/drawing/2014/main" id="{23684D75-217F-B40F-949B-20D660C317E7}"/>
                    </a:ext>
                  </a:extLst>
                </p:cNvPr>
                <p:cNvSpPr/>
                <p:nvPr/>
              </p:nvSpPr>
              <p:spPr>
                <a:xfrm>
                  <a:off x="2843953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5" name="pg3505">
                  <a:extLst>
                    <a:ext uri="{FF2B5EF4-FFF2-40B4-BE49-F238E27FC236}">
                      <a16:creationId xmlns:a16="http://schemas.microsoft.com/office/drawing/2014/main" id="{D0D026D8-1F2F-29EC-7275-9D6EC1AADAE7}"/>
                    </a:ext>
                  </a:extLst>
                </p:cNvPr>
                <p:cNvSpPr/>
                <p:nvPr/>
              </p:nvSpPr>
              <p:spPr>
                <a:xfrm>
                  <a:off x="2855590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1D3B2">
                    <a:alpha val="100000"/>
                  </a:srgbClr>
                </a:solidFill>
                <a:ln w="5420" cap="flat">
                  <a:solidFill>
                    <a:srgbClr val="71D3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6" name="pg3506">
                  <a:extLst>
                    <a:ext uri="{FF2B5EF4-FFF2-40B4-BE49-F238E27FC236}">
                      <a16:creationId xmlns:a16="http://schemas.microsoft.com/office/drawing/2014/main" id="{45A6CB01-C356-E53C-2E40-4738DCC843A3}"/>
                    </a:ext>
                  </a:extLst>
                </p:cNvPr>
                <p:cNvSpPr/>
                <p:nvPr/>
              </p:nvSpPr>
              <p:spPr>
                <a:xfrm>
                  <a:off x="2867227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7" name="pg3507">
                  <a:extLst>
                    <a:ext uri="{FF2B5EF4-FFF2-40B4-BE49-F238E27FC236}">
                      <a16:creationId xmlns:a16="http://schemas.microsoft.com/office/drawing/2014/main" id="{FF091ABE-85EE-E16F-6C1E-7C172BD92136}"/>
                    </a:ext>
                  </a:extLst>
                </p:cNvPr>
                <p:cNvSpPr/>
                <p:nvPr/>
              </p:nvSpPr>
              <p:spPr>
                <a:xfrm>
                  <a:off x="2878865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2D3B3">
                    <a:alpha val="100000"/>
                  </a:srgbClr>
                </a:solidFill>
                <a:ln w="5420" cap="flat">
                  <a:solidFill>
                    <a:srgbClr val="72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8" name="pg3508">
                  <a:extLst>
                    <a:ext uri="{FF2B5EF4-FFF2-40B4-BE49-F238E27FC236}">
                      <a16:creationId xmlns:a16="http://schemas.microsoft.com/office/drawing/2014/main" id="{581FB26A-3149-8EA5-7C59-0F603C223E13}"/>
                    </a:ext>
                  </a:extLst>
                </p:cNvPr>
                <p:cNvSpPr/>
                <p:nvPr/>
              </p:nvSpPr>
              <p:spPr>
                <a:xfrm>
                  <a:off x="2890502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3D3B3">
                    <a:alpha val="100000"/>
                  </a:srgbClr>
                </a:solidFill>
                <a:ln w="5420" cap="flat">
                  <a:solidFill>
                    <a:srgbClr val="73D3B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09" name="pg3509">
                  <a:extLst>
                    <a:ext uri="{FF2B5EF4-FFF2-40B4-BE49-F238E27FC236}">
                      <a16:creationId xmlns:a16="http://schemas.microsoft.com/office/drawing/2014/main" id="{A978136C-2EAA-E3CD-AFC9-240D9D828DF4}"/>
                    </a:ext>
                  </a:extLst>
                </p:cNvPr>
                <p:cNvSpPr/>
                <p:nvPr/>
              </p:nvSpPr>
              <p:spPr>
                <a:xfrm>
                  <a:off x="4438267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EAB">
                    <a:alpha val="100000"/>
                  </a:srgbClr>
                </a:solidFill>
                <a:ln w="5420" cap="flat">
                  <a:solidFill>
                    <a:srgbClr val="49AE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0" name="pg3510">
                  <a:extLst>
                    <a:ext uri="{FF2B5EF4-FFF2-40B4-BE49-F238E27FC236}">
                      <a16:creationId xmlns:a16="http://schemas.microsoft.com/office/drawing/2014/main" id="{2F4E1F69-9258-366C-B22B-5F00288C86CF}"/>
                    </a:ext>
                  </a:extLst>
                </p:cNvPr>
                <p:cNvSpPr/>
                <p:nvPr/>
              </p:nvSpPr>
              <p:spPr>
                <a:xfrm>
                  <a:off x="4449904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1" name="pg3511">
                  <a:extLst>
                    <a:ext uri="{FF2B5EF4-FFF2-40B4-BE49-F238E27FC236}">
                      <a16:creationId xmlns:a16="http://schemas.microsoft.com/office/drawing/2014/main" id="{31EBA24D-9F42-B44A-9054-A2C0FEEEA1B5}"/>
                    </a:ext>
                  </a:extLst>
                </p:cNvPr>
                <p:cNvSpPr/>
                <p:nvPr/>
              </p:nvSpPr>
              <p:spPr>
                <a:xfrm>
                  <a:off x="4461542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2" name="pg3512">
                  <a:extLst>
                    <a:ext uri="{FF2B5EF4-FFF2-40B4-BE49-F238E27FC236}">
                      <a16:creationId xmlns:a16="http://schemas.microsoft.com/office/drawing/2014/main" id="{C3C48B25-E03E-F291-516C-CB9EFA751A24}"/>
                    </a:ext>
                  </a:extLst>
                </p:cNvPr>
                <p:cNvSpPr/>
                <p:nvPr/>
              </p:nvSpPr>
              <p:spPr>
                <a:xfrm>
                  <a:off x="4473179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3" name="pg3513">
                  <a:extLst>
                    <a:ext uri="{FF2B5EF4-FFF2-40B4-BE49-F238E27FC236}">
                      <a16:creationId xmlns:a16="http://schemas.microsoft.com/office/drawing/2014/main" id="{D128B700-7BED-B540-E5CE-52049DCCFE66}"/>
                    </a:ext>
                  </a:extLst>
                </p:cNvPr>
                <p:cNvSpPr/>
                <p:nvPr/>
              </p:nvSpPr>
              <p:spPr>
                <a:xfrm>
                  <a:off x="4484816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4" name="pg3514">
                  <a:extLst>
                    <a:ext uri="{FF2B5EF4-FFF2-40B4-BE49-F238E27FC236}">
                      <a16:creationId xmlns:a16="http://schemas.microsoft.com/office/drawing/2014/main" id="{E9624591-3FF2-1C55-47E9-3B924E2368AB}"/>
                    </a:ext>
                  </a:extLst>
                </p:cNvPr>
                <p:cNvSpPr/>
                <p:nvPr/>
              </p:nvSpPr>
              <p:spPr>
                <a:xfrm>
                  <a:off x="4496454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5" name="pg3515">
                  <a:extLst>
                    <a:ext uri="{FF2B5EF4-FFF2-40B4-BE49-F238E27FC236}">
                      <a16:creationId xmlns:a16="http://schemas.microsoft.com/office/drawing/2014/main" id="{A952DF58-7DC5-5AA4-EB00-81DB857BA6EC}"/>
                    </a:ext>
                  </a:extLst>
                </p:cNvPr>
                <p:cNvSpPr/>
                <p:nvPr/>
              </p:nvSpPr>
              <p:spPr>
                <a:xfrm>
                  <a:off x="4508091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6" name="pg3516">
                  <a:extLst>
                    <a:ext uri="{FF2B5EF4-FFF2-40B4-BE49-F238E27FC236}">
                      <a16:creationId xmlns:a16="http://schemas.microsoft.com/office/drawing/2014/main" id="{340E5092-856D-3EA9-2866-4E05A5B7A53F}"/>
                    </a:ext>
                  </a:extLst>
                </p:cNvPr>
                <p:cNvSpPr/>
                <p:nvPr/>
              </p:nvSpPr>
              <p:spPr>
                <a:xfrm>
                  <a:off x="4519728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7" name="pg3517">
                  <a:extLst>
                    <a:ext uri="{FF2B5EF4-FFF2-40B4-BE49-F238E27FC236}">
                      <a16:creationId xmlns:a16="http://schemas.microsoft.com/office/drawing/2014/main" id="{9F8F8B8B-6055-9B28-038A-096266947456}"/>
                    </a:ext>
                  </a:extLst>
                </p:cNvPr>
                <p:cNvSpPr/>
                <p:nvPr/>
              </p:nvSpPr>
              <p:spPr>
                <a:xfrm>
                  <a:off x="4531366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8" name="pg3518">
                  <a:extLst>
                    <a:ext uri="{FF2B5EF4-FFF2-40B4-BE49-F238E27FC236}">
                      <a16:creationId xmlns:a16="http://schemas.microsoft.com/office/drawing/2014/main" id="{91999F97-576A-F601-76C9-B77C6B999806}"/>
                    </a:ext>
                  </a:extLst>
                </p:cNvPr>
                <p:cNvSpPr/>
                <p:nvPr/>
              </p:nvSpPr>
              <p:spPr>
                <a:xfrm>
                  <a:off x="4682651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19" name="pg3519">
                  <a:extLst>
                    <a:ext uri="{FF2B5EF4-FFF2-40B4-BE49-F238E27FC236}">
                      <a16:creationId xmlns:a16="http://schemas.microsoft.com/office/drawing/2014/main" id="{BF9BEFB5-DD92-3011-BBB0-0FC6423998B7}"/>
                    </a:ext>
                  </a:extLst>
                </p:cNvPr>
                <p:cNvSpPr/>
                <p:nvPr/>
              </p:nvSpPr>
              <p:spPr>
                <a:xfrm>
                  <a:off x="4694288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0" name="pg3520">
                  <a:extLst>
                    <a:ext uri="{FF2B5EF4-FFF2-40B4-BE49-F238E27FC236}">
                      <a16:creationId xmlns:a16="http://schemas.microsoft.com/office/drawing/2014/main" id="{05235C9E-92AC-230D-C9E0-8BE07E056012}"/>
                    </a:ext>
                  </a:extLst>
                </p:cNvPr>
                <p:cNvSpPr/>
                <p:nvPr/>
              </p:nvSpPr>
              <p:spPr>
                <a:xfrm>
                  <a:off x="4705925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1" name="pg3521">
                  <a:extLst>
                    <a:ext uri="{FF2B5EF4-FFF2-40B4-BE49-F238E27FC236}">
                      <a16:creationId xmlns:a16="http://schemas.microsoft.com/office/drawing/2014/main" id="{ED1F3A56-9F46-22E0-AFD4-75AE6E4E17CB}"/>
                    </a:ext>
                  </a:extLst>
                </p:cNvPr>
                <p:cNvSpPr/>
                <p:nvPr/>
              </p:nvSpPr>
              <p:spPr>
                <a:xfrm>
                  <a:off x="4717563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2" name="pg3522">
                  <a:extLst>
                    <a:ext uri="{FF2B5EF4-FFF2-40B4-BE49-F238E27FC236}">
                      <a16:creationId xmlns:a16="http://schemas.microsoft.com/office/drawing/2014/main" id="{3BB3ADE6-3D88-6DE6-5799-46625D6609D2}"/>
                    </a:ext>
                  </a:extLst>
                </p:cNvPr>
                <p:cNvSpPr/>
                <p:nvPr/>
              </p:nvSpPr>
              <p:spPr>
                <a:xfrm>
                  <a:off x="4729200" y="513891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3" name="pg3523">
                  <a:extLst>
                    <a:ext uri="{FF2B5EF4-FFF2-40B4-BE49-F238E27FC236}">
                      <a16:creationId xmlns:a16="http://schemas.microsoft.com/office/drawing/2014/main" id="{C7BACC04-2D60-2835-1966-4D340D85FCD7}"/>
                    </a:ext>
                  </a:extLst>
                </p:cNvPr>
                <p:cNvSpPr/>
                <p:nvPr/>
              </p:nvSpPr>
              <p:spPr>
                <a:xfrm>
                  <a:off x="2843953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ED2B1">
                    <a:alpha val="100000"/>
                  </a:srgbClr>
                </a:solidFill>
                <a:ln w="5420" cap="flat">
                  <a:solidFill>
                    <a:srgbClr val="6E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4" name="pg3524">
                  <a:extLst>
                    <a:ext uri="{FF2B5EF4-FFF2-40B4-BE49-F238E27FC236}">
                      <a16:creationId xmlns:a16="http://schemas.microsoft.com/office/drawing/2014/main" id="{4E6E8561-8F5B-D284-9026-F4B0B7944C80}"/>
                    </a:ext>
                  </a:extLst>
                </p:cNvPr>
                <p:cNvSpPr/>
                <p:nvPr/>
              </p:nvSpPr>
              <p:spPr>
                <a:xfrm>
                  <a:off x="2855590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1">
                    <a:alpha val="100000"/>
                  </a:srgbClr>
                </a:solidFill>
                <a:ln w="5420" cap="flat">
                  <a:solidFill>
                    <a:srgbClr val="6F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5" name="pg3525">
                  <a:extLst>
                    <a:ext uri="{FF2B5EF4-FFF2-40B4-BE49-F238E27FC236}">
                      <a16:creationId xmlns:a16="http://schemas.microsoft.com/office/drawing/2014/main" id="{4157ECE5-F771-2093-6BA8-81C933A0C97C}"/>
                    </a:ext>
                  </a:extLst>
                </p:cNvPr>
                <p:cNvSpPr/>
                <p:nvPr/>
              </p:nvSpPr>
              <p:spPr>
                <a:xfrm>
                  <a:off x="2867227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FD2B2">
                    <a:alpha val="100000"/>
                  </a:srgbClr>
                </a:solidFill>
                <a:ln w="5420" cap="flat">
                  <a:solidFill>
                    <a:srgbClr val="6F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6" name="pg3526">
                  <a:extLst>
                    <a:ext uri="{FF2B5EF4-FFF2-40B4-BE49-F238E27FC236}">
                      <a16:creationId xmlns:a16="http://schemas.microsoft.com/office/drawing/2014/main" id="{559CD372-A89E-3350-5EFA-7F09F2AC5BFE}"/>
                    </a:ext>
                  </a:extLst>
                </p:cNvPr>
                <p:cNvSpPr/>
                <p:nvPr/>
              </p:nvSpPr>
              <p:spPr>
                <a:xfrm>
                  <a:off x="2878865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7" name="pg3527">
                  <a:extLst>
                    <a:ext uri="{FF2B5EF4-FFF2-40B4-BE49-F238E27FC236}">
                      <a16:creationId xmlns:a16="http://schemas.microsoft.com/office/drawing/2014/main" id="{329BA0B4-74DC-8619-A820-5B3C5B1AFA46}"/>
                    </a:ext>
                  </a:extLst>
                </p:cNvPr>
                <p:cNvSpPr/>
                <p:nvPr/>
              </p:nvSpPr>
              <p:spPr>
                <a:xfrm>
                  <a:off x="2890502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70D2B2">
                    <a:alpha val="100000"/>
                  </a:srgbClr>
                </a:solidFill>
                <a:ln w="5420" cap="flat">
                  <a:solidFill>
                    <a:srgbClr val="70D2B2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8" name="pg3528">
                  <a:extLst>
                    <a:ext uri="{FF2B5EF4-FFF2-40B4-BE49-F238E27FC236}">
                      <a16:creationId xmlns:a16="http://schemas.microsoft.com/office/drawing/2014/main" id="{CDF0D1BF-6857-9AE2-F524-9647E1F38940}"/>
                    </a:ext>
                  </a:extLst>
                </p:cNvPr>
                <p:cNvSpPr/>
                <p:nvPr/>
              </p:nvSpPr>
              <p:spPr>
                <a:xfrm>
                  <a:off x="4449904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9ADAB">
                    <a:alpha val="100000"/>
                  </a:srgbClr>
                </a:solidFill>
                <a:ln w="5420" cap="flat">
                  <a:solidFill>
                    <a:srgbClr val="49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29" name="pg3529">
                  <a:extLst>
                    <a:ext uri="{FF2B5EF4-FFF2-40B4-BE49-F238E27FC236}">
                      <a16:creationId xmlns:a16="http://schemas.microsoft.com/office/drawing/2014/main" id="{EB4DC9F6-F93A-5BAC-9A4D-EDF0B9918008}"/>
                    </a:ext>
                  </a:extLst>
                </p:cNvPr>
                <p:cNvSpPr/>
                <p:nvPr/>
              </p:nvSpPr>
              <p:spPr>
                <a:xfrm>
                  <a:off x="4461542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0" name="pg3530">
                  <a:extLst>
                    <a:ext uri="{FF2B5EF4-FFF2-40B4-BE49-F238E27FC236}">
                      <a16:creationId xmlns:a16="http://schemas.microsoft.com/office/drawing/2014/main" id="{92E2B734-0294-869F-6AD0-69F784E6BC3A}"/>
                    </a:ext>
                  </a:extLst>
                </p:cNvPr>
                <p:cNvSpPr/>
                <p:nvPr/>
              </p:nvSpPr>
              <p:spPr>
                <a:xfrm>
                  <a:off x="4473179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1" name="pg3531">
                  <a:extLst>
                    <a:ext uri="{FF2B5EF4-FFF2-40B4-BE49-F238E27FC236}">
                      <a16:creationId xmlns:a16="http://schemas.microsoft.com/office/drawing/2014/main" id="{5F3925B0-3A37-508D-3891-2D5DC9139A2F}"/>
                    </a:ext>
                  </a:extLst>
                </p:cNvPr>
                <p:cNvSpPr/>
                <p:nvPr/>
              </p:nvSpPr>
              <p:spPr>
                <a:xfrm>
                  <a:off x="4484816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2" name="pg3532">
                  <a:extLst>
                    <a:ext uri="{FF2B5EF4-FFF2-40B4-BE49-F238E27FC236}">
                      <a16:creationId xmlns:a16="http://schemas.microsoft.com/office/drawing/2014/main" id="{0418E129-DC77-826E-8F42-0093192A2BA0}"/>
                    </a:ext>
                  </a:extLst>
                </p:cNvPr>
                <p:cNvSpPr/>
                <p:nvPr/>
              </p:nvSpPr>
              <p:spPr>
                <a:xfrm>
                  <a:off x="4496454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3" name="pg3533">
                  <a:extLst>
                    <a:ext uri="{FF2B5EF4-FFF2-40B4-BE49-F238E27FC236}">
                      <a16:creationId xmlns:a16="http://schemas.microsoft.com/office/drawing/2014/main" id="{C291AB44-F5E1-6355-C0BC-260D36BEFBFD}"/>
                    </a:ext>
                  </a:extLst>
                </p:cNvPr>
                <p:cNvSpPr/>
                <p:nvPr/>
              </p:nvSpPr>
              <p:spPr>
                <a:xfrm>
                  <a:off x="4508091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4" name="pg3534">
                  <a:extLst>
                    <a:ext uri="{FF2B5EF4-FFF2-40B4-BE49-F238E27FC236}">
                      <a16:creationId xmlns:a16="http://schemas.microsoft.com/office/drawing/2014/main" id="{D11EA97C-5512-1227-457D-F037E63B4FAA}"/>
                    </a:ext>
                  </a:extLst>
                </p:cNvPr>
                <p:cNvSpPr/>
                <p:nvPr/>
              </p:nvSpPr>
              <p:spPr>
                <a:xfrm>
                  <a:off x="4519728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5" name="pg3535">
                  <a:extLst>
                    <a:ext uri="{FF2B5EF4-FFF2-40B4-BE49-F238E27FC236}">
                      <a16:creationId xmlns:a16="http://schemas.microsoft.com/office/drawing/2014/main" id="{D0D32679-9681-13AE-9A80-F483E78BBDE2}"/>
                    </a:ext>
                  </a:extLst>
                </p:cNvPr>
                <p:cNvSpPr/>
                <p:nvPr/>
              </p:nvSpPr>
              <p:spPr>
                <a:xfrm>
                  <a:off x="4531366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6" name="pg3536">
                  <a:extLst>
                    <a:ext uri="{FF2B5EF4-FFF2-40B4-BE49-F238E27FC236}">
                      <a16:creationId xmlns:a16="http://schemas.microsoft.com/office/drawing/2014/main" id="{982A1044-23CB-EEC0-BC62-9433B9FFEF95}"/>
                    </a:ext>
                  </a:extLst>
                </p:cNvPr>
                <p:cNvSpPr/>
                <p:nvPr/>
              </p:nvSpPr>
              <p:spPr>
                <a:xfrm>
                  <a:off x="4694288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7" name="pg3537">
                  <a:extLst>
                    <a:ext uri="{FF2B5EF4-FFF2-40B4-BE49-F238E27FC236}">
                      <a16:creationId xmlns:a16="http://schemas.microsoft.com/office/drawing/2014/main" id="{E5338A68-05B3-A088-935C-0ECBCB46DEB7}"/>
                    </a:ext>
                  </a:extLst>
                </p:cNvPr>
                <p:cNvSpPr/>
                <p:nvPr/>
              </p:nvSpPr>
              <p:spPr>
                <a:xfrm>
                  <a:off x="4705925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8" name="pg3538">
                  <a:extLst>
                    <a:ext uri="{FF2B5EF4-FFF2-40B4-BE49-F238E27FC236}">
                      <a16:creationId xmlns:a16="http://schemas.microsoft.com/office/drawing/2014/main" id="{48F3A035-9395-F109-AC7B-5E6B59513811}"/>
                    </a:ext>
                  </a:extLst>
                </p:cNvPr>
                <p:cNvSpPr/>
                <p:nvPr/>
              </p:nvSpPr>
              <p:spPr>
                <a:xfrm>
                  <a:off x="4717563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39" name="pg3539">
                  <a:extLst>
                    <a:ext uri="{FF2B5EF4-FFF2-40B4-BE49-F238E27FC236}">
                      <a16:creationId xmlns:a16="http://schemas.microsoft.com/office/drawing/2014/main" id="{07D0823F-0153-B83B-BF37-77F5017FE59F}"/>
                    </a:ext>
                  </a:extLst>
                </p:cNvPr>
                <p:cNvSpPr/>
                <p:nvPr/>
              </p:nvSpPr>
              <p:spPr>
                <a:xfrm>
                  <a:off x="4729200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0" name="pg3540">
                  <a:extLst>
                    <a:ext uri="{FF2B5EF4-FFF2-40B4-BE49-F238E27FC236}">
                      <a16:creationId xmlns:a16="http://schemas.microsoft.com/office/drawing/2014/main" id="{524951B4-E816-531C-2FFD-0CCF00D0D89D}"/>
                    </a:ext>
                  </a:extLst>
                </p:cNvPr>
                <p:cNvSpPr/>
                <p:nvPr/>
              </p:nvSpPr>
              <p:spPr>
                <a:xfrm>
                  <a:off x="4740837" y="51532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1" name="pg3541">
                  <a:extLst>
                    <a:ext uri="{FF2B5EF4-FFF2-40B4-BE49-F238E27FC236}">
                      <a16:creationId xmlns:a16="http://schemas.microsoft.com/office/drawing/2014/main" id="{E7E7EFE2-8748-D597-95A1-4FB757EAAF52}"/>
                    </a:ext>
                  </a:extLst>
                </p:cNvPr>
                <p:cNvSpPr/>
                <p:nvPr/>
              </p:nvSpPr>
              <p:spPr>
                <a:xfrm>
                  <a:off x="2843953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0">
                    <a:alpha val="100000"/>
                  </a:srgbClr>
                </a:solidFill>
                <a:ln w="5420" cap="flat">
                  <a:solidFill>
                    <a:srgbClr val="6C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2" name="pg3542">
                  <a:extLst>
                    <a:ext uri="{FF2B5EF4-FFF2-40B4-BE49-F238E27FC236}">
                      <a16:creationId xmlns:a16="http://schemas.microsoft.com/office/drawing/2014/main" id="{872AE1DD-B3D6-3613-A9E8-59E6A0872826}"/>
                    </a:ext>
                  </a:extLst>
                </p:cNvPr>
                <p:cNvSpPr/>
                <p:nvPr/>
              </p:nvSpPr>
              <p:spPr>
                <a:xfrm>
                  <a:off x="2855590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CD1B1">
                    <a:alpha val="100000"/>
                  </a:srgbClr>
                </a:solidFill>
                <a:ln w="5420" cap="flat">
                  <a:solidFill>
                    <a:srgbClr val="6C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3" name="pg3543">
                  <a:extLst>
                    <a:ext uri="{FF2B5EF4-FFF2-40B4-BE49-F238E27FC236}">
                      <a16:creationId xmlns:a16="http://schemas.microsoft.com/office/drawing/2014/main" id="{D8E6E164-3115-C346-52C2-983F40AB9404}"/>
                    </a:ext>
                  </a:extLst>
                </p:cNvPr>
                <p:cNvSpPr/>
                <p:nvPr/>
              </p:nvSpPr>
              <p:spPr>
                <a:xfrm>
                  <a:off x="2867227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1B1">
                    <a:alpha val="100000"/>
                  </a:srgbClr>
                </a:solidFill>
                <a:ln w="5420" cap="flat">
                  <a:solidFill>
                    <a:srgbClr val="6DD1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4" name="pg3544">
                  <a:extLst>
                    <a:ext uri="{FF2B5EF4-FFF2-40B4-BE49-F238E27FC236}">
                      <a16:creationId xmlns:a16="http://schemas.microsoft.com/office/drawing/2014/main" id="{16D7E836-09FE-9B32-6D6D-3B457783D139}"/>
                    </a:ext>
                  </a:extLst>
                </p:cNvPr>
                <p:cNvSpPr/>
                <p:nvPr/>
              </p:nvSpPr>
              <p:spPr>
                <a:xfrm>
                  <a:off x="2878865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5" name="pg3545">
                  <a:extLst>
                    <a:ext uri="{FF2B5EF4-FFF2-40B4-BE49-F238E27FC236}">
                      <a16:creationId xmlns:a16="http://schemas.microsoft.com/office/drawing/2014/main" id="{B4C22AB9-6018-2F4A-B93E-73DFF4BE8A37}"/>
                    </a:ext>
                  </a:extLst>
                </p:cNvPr>
                <p:cNvSpPr/>
                <p:nvPr/>
              </p:nvSpPr>
              <p:spPr>
                <a:xfrm>
                  <a:off x="2890502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DD2B1">
                    <a:alpha val="100000"/>
                  </a:srgbClr>
                </a:solidFill>
                <a:ln w="5420" cap="flat">
                  <a:solidFill>
                    <a:srgbClr val="6DD2B1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6" name="pg3546">
                  <a:extLst>
                    <a:ext uri="{FF2B5EF4-FFF2-40B4-BE49-F238E27FC236}">
                      <a16:creationId xmlns:a16="http://schemas.microsoft.com/office/drawing/2014/main" id="{40AC8521-3A7C-2C51-F0A1-6CED9718BBF1}"/>
                    </a:ext>
                  </a:extLst>
                </p:cNvPr>
                <p:cNvSpPr/>
                <p:nvPr/>
              </p:nvSpPr>
              <p:spPr>
                <a:xfrm>
                  <a:off x="4461542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DAB">
                    <a:alpha val="100000"/>
                  </a:srgbClr>
                </a:solidFill>
                <a:ln w="5420" cap="flat">
                  <a:solidFill>
                    <a:srgbClr val="48ADAB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7" name="pg3547">
                  <a:extLst>
                    <a:ext uri="{FF2B5EF4-FFF2-40B4-BE49-F238E27FC236}">
                      <a16:creationId xmlns:a16="http://schemas.microsoft.com/office/drawing/2014/main" id="{9DFA9074-D60B-80DD-BA15-B12196EFFD36}"/>
                    </a:ext>
                  </a:extLst>
                </p:cNvPr>
                <p:cNvSpPr/>
                <p:nvPr/>
              </p:nvSpPr>
              <p:spPr>
                <a:xfrm>
                  <a:off x="4473179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8" name="pg3548">
                  <a:extLst>
                    <a:ext uri="{FF2B5EF4-FFF2-40B4-BE49-F238E27FC236}">
                      <a16:creationId xmlns:a16="http://schemas.microsoft.com/office/drawing/2014/main" id="{4ABAC851-BEFC-7889-0421-6189B0D83DD1}"/>
                    </a:ext>
                  </a:extLst>
                </p:cNvPr>
                <p:cNvSpPr/>
                <p:nvPr/>
              </p:nvSpPr>
              <p:spPr>
                <a:xfrm>
                  <a:off x="4484816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49" name="pg3549">
                  <a:extLst>
                    <a:ext uri="{FF2B5EF4-FFF2-40B4-BE49-F238E27FC236}">
                      <a16:creationId xmlns:a16="http://schemas.microsoft.com/office/drawing/2014/main" id="{0C8A110A-F0CB-B109-3AF4-C6F8BFE05200}"/>
                    </a:ext>
                  </a:extLst>
                </p:cNvPr>
                <p:cNvSpPr/>
                <p:nvPr/>
              </p:nvSpPr>
              <p:spPr>
                <a:xfrm>
                  <a:off x="4496454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0" name="pg3550">
                  <a:extLst>
                    <a:ext uri="{FF2B5EF4-FFF2-40B4-BE49-F238E27FC236}">
                      <a16:creationId xmlns:a16="http://schemas.microsoft.com/office/drawing/2014/main" id="{65AFFDE3-5F80-4F98-0CDE-0805C24AC3C6}"/>
                    </a:ext>
                  </a:extLst>
                </p:cNvPr>
                <p:cNvSpPr/>
                <p:nvPr/>
              </p:nvSpPr>
              <p:spPr>
                <a:xfrm>
                  <a:off x="4508091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1" name="pg3551">
                  <a:extLst>
                    <a:ext uri="{FF2B5EF4-FFF2-40B4-BE49-F238E27FC236}">
                      <a16:creationId xmlns:a16="http://schemas.microsoft.com/office/drawing/2014/main" id="{C4C1624E-1BE0-5CE9-75ED-D10A12E40712}"/>
                    </a:ext>
                  </a:extLst>
                </p:cNvPr>
                <p:cNvSpPr/>
                <p:nvPr/>
              </p:nvSpPr>
              <p:spPr>
                <a:xfrm>
                  <a:off x="4519728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2" name="pg3552">
                  <a:extLst>
                    <a:ext uri="{FF2B5EF4-FFF2-40B4-BE49-F238E27FC236}">
                      <a16:creationId xmlns:a16="http://schemas.microsoft.com/office/drawing/2014/main" id="{E82CF846-066A-3A2F-4687-75A8C2F2D081}"/>
                    </a:ext>
                  </a:extLst>
                </p:cNvPr>
                <p:cNvSpPr/>
                <p:nvPr/>
              </p:nvSpPr>
              <p:spPr>
                <a:xfrm>
                  <a:off x="4531366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3" name="pg3553">
                  <a:extLst>
                    <a:ext uri="{FF2B5EF4-FFF2-40B4-BE49-F238E27FC236}">
                      <a16:creationId xmlns:a16="http://schemas.microsoft.com/office/drawing/2014/main" id="{C0AFEE6C-816E-7F50-6890-7AE6E2CF28C4}"/>
                    </a:ext>
                  </a:extLst>
                </p:cNvPr>
                <p:cNvSpPr/>
                <p:nvPr/>
              </p:nvSpPr>
              <p:spPr>
                <a:xfrm>
                  <a:off x="4543003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4" name="pg3554">
                  <a:extLst>
                    <a:ext uri="{FF2B5EF4-FFF2-40B4-BE49-F238E27FC236}">
                      <a16:creationId xmlns:a16="http://schemas.microsoft.com/office/drawing/2014/main" id="{4E31A1AB-BEB3-1E78-4A4C-9981A85A1025}"/>
                    </a:ext>
                  </a:extLst>
                </p:cNvPr>
                <p:cNvSpPr/>
                <p:nvPr/>
              </p:nvSpPr>
              <p:spPr>
                <a:xfrm>
                  <a:off x="4694288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5" name="pg3555">
                  <a:extLst>
                    <a:ext uri="{FF2B5EF4-FFF2-40B4-BE49-F238E27FC236}">
                      <a16:creationId xmlns:a16="http://schemas.microsoft.com/office/drawing/2014/main" id="{206304E9-E1B4-A82C-C22D-8D2718F55387}"/>
                    </a:ext>
                  </a:extLst>
                </p:cNvPr>
                <p:cNvSpPr/>
                <p:nvPr/>
              </p:nvSpPr>
              <p:spPr>
                <a:xfrm>
                  <a:off x="4705925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6" name="pg3556">
                  <a:extLst>
                    <a:ext uri="{FF2B5EF4-FFF2-40B4-BE49-F238E27FC236}">
                      <a16:creationId xmlns:a16="http://schemas.microsoft.com/office/drawing/2014/main" id="{064D171F-602E-538D-6062-C58603E3B398}"/>
                    </a:ext>
                  </a:extLst>
                </p:cNvPr>
                <p:cNvSpPr/>
                <p:nvPr/>
              </p:nvSpPr>
              <p:spPr>
                <a:xfrm>
                  <a:off x="4717563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7" name="pg3557">
                  <a:extLst>
                    <a:ext uri="{FF2B5EF4-FFF2-40B4-BE49-F238E27FC236}">
                      <a16:creationId xmlns:a16="http://schemas.microsoft.com/office/drawing/2014/main" id="{58C2A966-9FE3-1F45-E7DE-3A17BDEF6864}"/>
                    </a:ext>
                  </a:extLst>
                </p:cNvPr>
                <p:cNvSpPr/>
                <p:nvPr/>
              </p:nvSpPr>
              <p:spPr>
                <a:xfrm>
                  <a:off x="4729200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8" name="pg3558">
                  <a:extLst>
                    <a:ext uri="{FF2B5EF4-FFF2-40B4-BE49-F238E27FC236}">
                      <a16:creationId xmlns:a16="http://schemas.microsoft.com/office/drawing/2014/main" id="{E5EAA9CB-5C96-689A-B02F-373332419420}"/>
                    </a:ext>
                  </a:extLst>
                </p:cNvPr>
                <p:cNvSpPr/>
                <p:nvPr/>
              </p:nvSpPr>
              <p:spPr>
                <a:xfrm>
                  <a:off x="4740837" y="516751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59" name="pg3559">
                  <a:extLst>
                    <a:ext uri="{FF2B5EF4-FFF2-40B4-BE49-F238E27FC236}">
                      <a16:creationId xmlns:a16="http://schemas.microsoft.com/office/drawing/2014/main" id="{77705DD0-76D8-2B3F-F7D7-AC49EA9E7096}"/>
                    </a:ext>
                  </a:extLst>
                </p:cNvPr>
                <p:cNvSpPr/>
                <p:nvPr/>
              </p:nvSpPr>
              <p:spPr>
                <a:xfrm>
                  <a:off x="2855590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0" name="pg3560">
                  <a:extLst>
                    <a:ext uri="{FF2B5EF4-FFF2-40B4-BE49-F238E27FC236}">
                      <a16:creationId xmlns:a16="http://schemas.microsoft.com/office/drawing/2014/main" id="{63B6B3BC-E211-51EB-F9AA-BC63B1C9B0AB}"/>
                    </a:ext>
                  </a:extLst>
                </p:cNvPr>
                <p:cNvSpPr/>
                <p:nvPr/>
              </p:nvSpPr>
              <p:spPr>
                <a:xfrm>
                  <a:off x="2867227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AD1B0">
                    <a:alpha val="100000"/>
                  </a:srgbClr>
                </a:solidFill>
                <a:ln w="5420" cap="flat">
                  <a:solidFill>
                    <a:srgbClr val="6A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1" name="pg3561">
                  <a:extLst>
                    <a:ext uri="{FF2B5EF4-FFF2-40B4-BE49-F238E27FC236}">
                      <a16:creationId xmlns:a16="http://schemas.microsoft.com/office/drawing/2014/main" id="{68A031A7-32BE-ECA0-22FA-1997B221EE45}"/>
                    </a:ext>
                  </a:extLst>
                </p:cNvPr>
                <p:cNvSpPr/>
                <p:nvPr/>
              </p:nvSpPr>
              <p:spPr>
                <a:xfrm>
                  <a:off x="2878865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2" name="pg3562">
                  <a:extLst>
                    <a:ext uri="{FF2B5EF4-FFF2-40B4-BE49-F238E27FC236}">
                      <a16:creationId xmlns:a16="http://schemas.microsoft.com/office/drawing/2014/main" id="{7B8DBF88-F690-A49E-364F-C0CA9E36C0E5}"/>
                    </a:ext>
                  </a:extLst>
                </p:cNvPr>
                <p:cNvSpPr/>
                <p:nvPr/>
              </p:nvSpPr>
              <p:spPr>
                <a:xfrm>
                  <a:off x="2890502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BD1B0">
                    <a:alpha val="100000"/>
                  </a:srgbClr>
                </a:solidFill>
                <a:ln w="5420" cap="flat">
                  <a:solidFill>
                    <a:srgbClr val="6BD1B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3" name="pg3563">
                  <a:extLst>
                    <a:ext uri="{FF2B5EF4-FFF2-40B4-BE49-F238E27FC236}">
                      <a16:creationId xmlns:a16="http://schemas.microsoft.com/office/drawing/2014/main" id="{D6383489-595F-D13F-82CE-F328381FDAB0}"/>
                    </a:ext>
                  </a:extLst>
                </p:cNvPr>
                <p:cNvSpPr/>
                <p:nvPr/>
              </p:nvSpPr>
              <p:spPr>
                <a:xfrm>
                  <a:off x="4473179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8ACAA">
                    <a:alpha val="100000"/>
                  </a:srgbClr>
                </a:solidFill>
                <a:ln w="5420" cap="flat">
                  <a:solidFill>
                    <a:srgbClr val="48AC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4" name="pg3564">
                  <a:extLst>
                    <a:ext uri="{FF2B5EF4-FFF2-40B4-BE49-F238E27FC236}">
                      <a16:creationId xmlns:a16="http://schemas.microsoft.com/office/drawing/2014/main" id="{5720FE5B-FEB6-C245-885E-546FCA1C3A2F}"/>
                    </a:ext>
                  </a:extLst>
                </p:cNvPr>
                <p:cNvSpPr/>
                <p:nvPr/>
              </p:nvSpPr>
              <p:spPr>
                <a:xfrm>
                  <a:off x="4484816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5" name="pg3565">
                  <a:extLst>
                    <a:ext uri="{FF2B5EF4-FFF2-40B4-BE49-F238E27FC236}">
                      <a16:creationId xmlns:a16="http://schemas.microsoft.com/office/drawing/2014/main" id="{A696E725-9098-294F-9BF5-D2B7CA1DAA18}"/>
                    </a:ext>
                  </a:extLst>
                </p:cNvPr>
                <p:cNvSpPr/>
                <p:nvPr/>
              </p:nvSpPr>
              <p:spPr>
                <a:xfrm>
                  <a:off x="4496454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6" name="pg3566">
                  <a:extLst>
                    <a:ext uri="{FF2B5EF4-FFF2-40B4-BE49-F238E27FC236}">
                      <a16:creationId xmlns:a16="http://schemas.microsoft.com/office/drawing/2014/main" id="{9534D107-D43C-5268-DDD3-B050B86A01B7}"/>
                    </a:ext>
                  </a:extLst>
                </p:cNvPr>
                <p:cNvSpPr/>
                <p:nvPr/>
              </p:nvSpPr>
              <p:spPr>
                <a:xfrm>
                  <a:off x="4508091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7" name="pg3567">
                  <a:extLst>
                    <a:ext uri="{FF2B5EF4-FFF2-40B4-BE49-F238E27FC236}">
                      <a16:creationId xmlns:a16="http://schemas.microsoft.com/office/drawing/2014/main" id="{DDE4AED9-D0F9-55DC-88A6-5A9C0BF6912D}"/>
                    </a:ext>
                  </a:extLst>
                </p:cNvPr>
                <p:cNvSpPr/>
                <p:nvPr/>
              </p:nvSpPr>
              <p:spPr>
                <a:xfrm>
                  <a:off x="4519728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8" name="pg3568">
                  <a:extLst>
                    <a:ext uri="{FF2B5EF4-FFF2-40B4-BE49-F238E27FC236}">
                      <a16:creationId xmlns:a16="http://schemas.microsoft.com/office/drawing/2014/main" id="{2FF30EC1-C41C-DE25-BB60-09C676174570}"/>
                    </a:ext>
                  </a:extLst>
                </p:cNvPr>
                <p:cNvSpPr/>
                <p:nvPr/>
              </p:nvSpPr>
              <p:spPr>
                <a:xfrm>
                  <a:off x="4531366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69" name="pg3569">
                  <a:extLst>
                    <a:ext uri="{FF2B5EF4-FFF2-40B4-BE49-F238E27FC236}">
                      <a16:creationId xmlns:a16="http://schemas.microsoft.com/office/drawing/2014/main" id="{B28A5E38-2E0D-986E-A423-039A22A3153F}"/>
                    </a:ext>
                  </a:extLst>
                </p:cNvPr>
                <p:cNvSpPr/>
                <p:nvPr/>
              </p:nvSpPr>
              <p:spPr>
                <a:xfrm>
                  <a:off x="4543003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0" name="pg3570">
                  <a:extLst>
                    <a:ext uri="{FF2B5EF4-FFF2-40B4-BE49-F238E27FC236}">
                      <a16:creationId xmlns:a16="http://schemas.microsoft.com/office/drawing/2014/main" id="{997872CF-1FF3-E140-6F7D-360A7FF3151F}"/>
                    </a:ext>
                  </a:extLst>
                </p:cNvPr>
                <p:cNvSpPr/>
                <p:nvPr/>
              </p:nvSpPr>
              <p:spPr>
                <a:xfrm>
                  <a:off x="4554640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1" name="pg3571">
                  <a:extLst>
                    <a:ext uri="{FF2B5EF4-FFF2-40B4-BE49-F238E27FC236}">
                      <a16:creationId xmlns:a16="http://schemas.microsoft.com/office/drawing/2014/main" id="{15BB47F8-4CF4-615D-A882-89D99C1D4990}"/>
                    </a:ext>
                  </a:extLst>
                </p:cNvPr>
                <p:cNvSpPr/>
                <p:nvPr/>
              </p:nvSpPr>
              <p:spPr>
                <a:xfrm>
                  <a:off x="4694288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2" name="pg3572">
                  <a:extLst>
                    <a:ext uri="{FF2B5EF4-FFF2-40B4-BE49-F238E27FC236}">
                      <a16:creationId xmlns:a16="http://schemas.microsoft.com/office/drawing/2014/main" id="{E0FCBBBD-1635-FEE9-F2BC-FC962C53434E}"/>
                    </a:ext>
                  </a:extLst>
                </p:cNvPr>
                <p:cNvSpPr/>
                <p:nvPr/>
              </p:nvSpPr>
              <p:spPr>
                <a:xfrm>
                  <a:off x="4705925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3" name="pg3573">
                  <a:extLst>
                    <a:ext uri="{FF2B5EF4-FFF2-40B4-BE49-F238E27FC236}">
                      <a16:creationId xmlns:a16="http://schemas.microsoft.com/office/drawing/2014/main" id="{2606752E-A0BC-CFB5-88D8-C1BDDEBBF6B6}"/>
                    </a:ext>
                  </a:extLst>
                </p:cNvPr>
                <p:cNvSpPr/>
                <p:nvPr/>
              </p:nvSpPr>
              <p:spPr>
                <a:xfrm>
                  <a:off x="4717563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4" name="pg3574">
                  <a:extLst>
                    <a:ext uri="{FF2B5EF4-FFF2-40B4-BE49-F238E27FC236}">
                      <a16:creationId xmlns:a16="http://schemas.microsoft.com/office/drawing/2014/main" id="{AE071876-114E-3AD4-611D-7C3FA2051F16}"/>
                    </a:ext>
                  </a:extLst>
                </p:cNvPr>
                <p:cNvSpPr/>
                <p:nvPr/>
              </p:nvSpPr>
              <p:spPr>
                <a:xfrm>
                  <a:off x="4729200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5" name="pg3575">
                  <a:extLst>
                    <a:ext uri="{FF2B5EF4-FFF2-40B4-BE49-F238E27FC236}">
                      <a16:creationId xmlns:a16="http://schemas.microsoft.com/office/drawing/2014/main" id="{E03201AE-49CA-60E5-70C9-401085C1C98E}"/>
                    </a:ext>
                  </a:extLst>
                </p:cNvPr>
                <p:cNvSpPr/>
                <p:nvPr/>
              </p:nvSpPr>
              <p:spPr>
                <a:xfrm>
                  <a:off x="4740837" y="518181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3FA2AA">
                    <a:alpha val="100000"/>
                  </a:srgbClr>
                </a:solidFill>
                <a:ln w="5420" cap="flat">
                  <a:solidFill>
                    <a:srgbClr val="3F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6" name="pg3576">
                  <a:extLst>
                    <a:ext uri="{FF2B5EF4-FFF2-40B4-BE49-F238E27FC236}">
                      <a16:creationId xmlns:a16="http://schemas.microsoft.com/office/drawing/2014/main" id="{7BE1DF5D-76CF-7019-2ABA-8F1C2F16009E}"/>
                    </a:ext>
                  </a:extLst>
                </p:cNvPr>
                <p:cNvSpPr/>
                <p:nvPr/>
              </p:nvSpPr>
              <p:spPr>
                <a:xfrm>
                  <a:off x="2855590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7" name="pg3577">
                  <a:extLst>
                    <a:ext uri="{FF2B5EF4-FFF2-40B4-BE49-F238E27FC236}">
                      <a16:creationId xmlns:a16="http://schemas.microsoft.com/office/drawing/2014/main" id="{E1C7B2A2-370D-EE4E-8545-5C4B5B0587E6}"/>
                    </a:ext>
                  </a:extLst>
                </p:cNvPr>
                <p:cNvSpPr/>
                <p:nvPr/>
              </p:nvSpPr>
              <p:spPr>
                <a:xfrm>
                  <a:off x="2867227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8" name="pg3578">
                  <a:extLst>
                    <a:ext uri="{FF2B5EF4-FFF2-40B4-BE49-F238E27FC236}">
                      <a16:creationId xmlns:a16="http://schemas.microsoft.com/office/drawing/2014/main" id="{E2468E2A-915C-0C2B-C9DC-AB6E471EB27A}"/>
                    </a:ext>
                  </a:extLst>
                </p:cNvPr>
                <p:cNvSpPr/>
                <p:nvPr/>
              </p:nvSpPr>
              <p:spPr>
                <a:xfrm>
                  <a:off x="2878865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79" name="pg3579">
                  <a:extLst>
                    <a:ext uri="{FF2B5EF4-FFF2-40B4-BE49-F238E27FC236}">
                      <a16:creationId xmlns:a16="http://schemas.microsoft.com/office/drawing/2014/main" id="{88349735-8EA0-2506-83CF-1B07E61739CB}"/>
                    </a:ext>
                  </a:extLst>
                </p:cNvPr>
                <p:cNvSpPr/>
                <p:nvPr/>
              </p:nvSpPr>
              <p:spPr>
                <a:xfrm>
                  <a:off x="2890502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8D0AF">
                    <a:alpha val="100000"/>
                  </a:srgbClr>
                </a:solidFill>
                <a:ln w="5420" cap="flat">
                  <a:solidFill>
                    <a:srgbClr val="68D0A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0" name="pg3580">
                  <a:extLst>
                    <a:ext uri="{FF2B5EF4-FFF2-40B4-BE49-F238E27FC236}">
                      <a16:creationId xmlns:a16="http://schemas.microsoft.com/office/drawing/2014/main" id="{B53EB1C2-EA92-2F91-FEA1-AC9306F22D05}"/>
                    </a:ext>
                  </a:extLst>
                </p:cNvPr>
                <p:cNvSpPr/>
                <p:nvPr/>
              </p:nvSpPr>
              <p:spPr>
                <a:xfrm>
                  <a:off x="4484816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1" name="pg3581">
                  <a:extLst>
                    <a:ext uri="{FF2B5EF4-FFF2-40B4-BE49-F238E27FC236}">
                      <a16:creationId xmlns:a16="http://schemas.microsoft.com/office/drawing/2014/main" id="{5F5F1340-0689-E54B-B231-D331D0B40EF5}"/>
                    </a:ext>
                  </a:extLst>
                </p:cNvPr>
                <p:cNvSpPr/>
                <p:nvPr/>
              </p:nvSpPr>
              <p:spPr>
                <a:xfrm>
                  <a:off x="4496454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2" name="pg3582">
                  <a:extLst>
                    <a:ext uri="{FF2B5EF4-FFF2-40B4-BE49-F238E27FC236}">
                      <a16:creationId xmlns:a16="http://schemas.microsoft.com/office/drawing/2014/main" id="{EE897E73-AF99-A051-F98F-B0E9FBD70573}"/>
                    </a:ext>
                  </a:extLst>
                </p:cNvPr>
                <p:cNvSpPr/>
                <p:nvPr/>
              </p:nvSpPr>
              <p:spPr>
                <a:xfrm>
                  <a:off x="4508091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3" name="pg3583">
                  <a:extLst>
                    <a:ext uri="{FF2B5EF4-FFF2-40B4-BE49-F238E27FC236}">
                      <a16:creationId xmlns:a16="http://schemas.microsoft.com/office/drawing/2014/main" id="{B24BC0BC-3CE8-D928-2DEA-3B3B8261097C}"/>
                    </a:ext>
                  </a:extLst>
                </p:cNvPr>
                <p:cNvSpPr/>
                <p:nvPr/>
              </p:nvSpPr>
              <p:spPr>
                <a:xfrm>
                  <a:off x="4519728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4" name="pg3584">
                  <a:extLst>
                    <a:ext uri="{FF2B5EF4-FFF2-40B4-BE49-F238E27FC236}">
                      <a16:creationId xmlns:a16="http://schemas.microsoft.com/office/drawing/2014/main" id="{CDE2AEE3-CCC5-357D-7DF1-ADE04CFF4680}"/>
                    </a:ext>
                  </a:extLst>
                </p:cNvPr>
                <p:cNvSpPr/>
                <p:nvPr/>
              </p:nvSpPr>
              <p:spPr>
                <a:xfrm>
                  <a:off x="4531366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5" name="pg3585">
                  <a:extLst>
                    <a:ext uri="{FF2B5EF4-FFF2-40B4-BE49-F238E27FC236}">
                      <a16:creationId xmlns:a16="http://schemas.microsoft.com/office/drawing/2014/main" id="{B56A474B-8B06-02FD-5D6F-7EF4FB589B18}"/>
                    </a:ext>
                  </a:extLst>
                </p:cNvPr>
                <p:cNvSpPr/>
                <p:nvPr/>
              </p:nvSpPr>
              <p:spPr>
                <a:xfrm>
                  <a:off x="4543003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6" name="pg3586">
                  <a:extLst>
                    <a:ext uri="{FF2B5EF4-FFF2-40B4-BE49-F238E27FC236}">
                      <a16:creationId xmlns:a16="http://schemas.microsoft.com/office/drawing/2014/main" id="{5A155B6C-32D5-C1E3-6AA9-4485EE86E53D}"/>
                    </a:ext>
                  </a:extLst>
                </p:cNvPr>
                <p:cNvSpPr/>
                <p:nvPr/>
              </p:nvSpPr>
              <p:spPr>
                <a:xfrm>
                  <a:off x="4694288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7" name="pg3587">
                  <a:extLst>
                    <a:ext uri="{FF2B5EF4-FFF2-40B4-BE49-F238E27FC236}">
                      <a16:creationId xmlns:a16="http://schemas.microsoft.com/office/drawing/2014/main" id="{29759725-3C58-A2FB-D3F2-84A44BA21404}"/>
                    </a:ext>
                  </a:extLst>
                </p:cNvPr>
                <p:cNvSpPr/>
                <p:nvPr/>
              </p:nvSpPr>
              <p:spPr>
                <a:xfrm>
                  <a:off x="4705925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8" name="pg3588">
                  <a:extLst>
                    <a:ext uri="{FF2B5EF4-FFF2-40B4-BE49-F238E27FC236}">
                      <a16:creationId xmlns:a16="http://schemas.microsoft.com/office/drawing/2014/main" id="{C2A16528-CEB1-6DF0-5EF8-9A01C02349FF}"/>
                    </a:ext>
                  </a:extLst>
                </p:cNvPr>
                <p:cNvSpPr/>
                <p:nvPr/>
              </p:nvSpPr>
              <p:spPr>
                <a:xfrm>
                  <a:off x="4717563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89" name="pg3589">
                  <a:extLst>
                    <a:ext uri="{FF2B5EF4-FFF2-40B4-BE49-F238E27FC236}">
                      <a16:creationId xmlns:a16="http://schemas.microsoft.com/office/drawing/2014/main" id="{C285B965-AFE5-7F7E-B923-EDA851F00611}"/>
                    </a:ext>
                  </a:extLst>
                </p:cNvPr>
                <p:cNvSpPr/>
                <p:nvPr/>
              </p:nvSpPr>
              <p:spPr>
                <a:xfrm>
                  <a:off x="4729200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0" name="pg3590">
                  <a:extLst>
                    <a:ext uri="{FF2B5EF4-FFF2-40B4-BE49-F238E27FC236}">
                      <a16:creationId xmlns:a16="http://schemas.microsoft.com/office/drawing/2014/main" id="{54B2C52C-240E-7F25-6959-9FADB3D5EDB2}"/>
                    </a:ext>
                  </a:extLst>
                </p:cNvPr>
                <p:cNvSpPr/>
                <p:nvPr/>
              </p:nvSpPr>
              <p:spPr>
                <a:xfrm>
                  <a:off x="4740837" y="51961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1" name="pg3591">
                  <a:extLst>
                    <a:ext uri="{FF2B5EF4-FFF2-40B4-BE49-F238E27FC236}">
                      <a16:creationId xmlns:a16="http://schemas.microsoft.com/office/drawing/2014/main" id="{94D3E2B8-8756-6C18-B430-DA550C977620}"/>
                    </a:ext>
                  </a:extLst>
                </p:cNvPr>
                <p:cNvSpPr/>
                <p:nvPr/>
              </p:nvSpPr>
              <p:spPr>
                <a:xfrm>
                  <a:off x="2855590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CFAE">
                    <a:alpha val="100000"/>
                  </a:srgbClr>
                </a:solidFill>
                <a:ln w="5420" cap="flat">
                  <a:solidFill>
                    <a:srgbClr val="66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2" name="pg3592">
                  <a:extLst>
                    <a:ext uri="{FF2B5EF4-FFF2-40B4-BE49-F238E27FC236}">
                      <a16:creationId xmlns:a16="http://schemas.microsoft.com/office/drawing/2014/main" id="{4B43F4C5-0146-B10A-6442-CF9C67C039CD}"/>
                    </a:ext>
                  </a:extLst>
                </p:cNvPr>
                <p:cNvSpPr/>
                <p:nvPr/>
              </p:nvSpPr>
              <p:spPr>
                <a:xfrm>
                  <a:off x="2867227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CFAE">
                    <a:alpha val="100000"/>
                  </a:srgbClr>
                </a:solidFill>
                <a:ln w="5420" cap="flat">
                  <a:solidFill>
                    <a:srgbClr val="66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3" name="pg3593">
                  <a:extLst>
                    <a:ext uri="{FF2B5EF4-FFF2-40B4-BE49-F238E27FC236}">
                      <a16:creationId xmlns:a16="http://schemas.microsoft.com/office/drawing/2014/main" id="{AEDAC35B-5E3D-359C-7815-CE092A678B51}"/>
                    </a:ext>
                  </a:extLst>
                </p:cNvPr>
                <p:cNvSpPr/>
                <p:nvPr/>
              </p:nvSpPr>
              <p:spPr>
                <a:xfrm>
                  <a:off x="2878865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4" name="pg3594">
                  <a:extLst>
                    <a:ext uri="{FF2B5EF4-FFF2-40B4-BE49-F238E27FC236}">
                      <a16:creationId xmlns:a16="http://schemas.microsoft.com/office/drawing/2014/main" id="{0A3C9CFE-7CC2-B044-E566-ED35ADC20C9A}"/>
                    </a:ext>
                  </a:extLst>
                </p:cNvPr>
                <p:cNvSpPr/>
                <p:nvPr/>
              </p:nvSpPr>
              <p:spPr>
                <a:xfrm>
                  <a:off x="2890502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D0AE">
                    <a:alpha val="100000"/>
                  </a:srgbClr>
                </a:solidFill>
                <a:ln w="5420" cap="flat">
                  <a:solidFill>
                    <a:srgbClr val="66D0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5" name="pg3595">
                  <a:extLst>
                    <a:ext uri="{FF2B5EF4-FFF2-40B4-BE49-F238E27FC236}">
                      <a16:creationId xmlns:a16="http://schemas.microsoft.com/office/drawing/2014/main" id="{66658D74-782E-4EF9-9B1C-45CE20AFE9F7}"/>
                    </a:ext>
                  </a:extLst>
                </p:cNvPr>
                <p:cNvSpPr/>
                <p:nvPr/>
              </p:nvSpPr>
              <p:spPr>
                <a:xfrm>
                  <a:off x="2902139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6CFAE">
                    <a:alpha val="100000"/>
                  </a:srgbClr>
                </a:solidFill>
                <a:ln w="5420" cap="flat">
                  <a:solidFill>
                    <a:srgbClr val="66CFAE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6" name="pg3596">
                  <a:extLst>
                    <a:ext uri="{FF2B5EF4-FFF2-40B4-BE49-F238E27FC236}">
                      <a16:creationId xmlns:a16="http://schemas.microsoft.com/office/drawing/2014/main" id="{A1BBD58D-2D8F-A69A-890A-4ED8E7559EFA}"/>
                    </a:ext>
                  </a:extLst>
                </p:cNvPr>
                <p:cNvSpPr/>
                <p:nvPr/>
              </p:nvSpPr>
              <p:spPr>
                <a:xfrm>
                  <a:off x="4484816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7" name="pg3597">
                  <a:extLst>
                    <a:ext uri="{FF2B5EF4-FFF2-40B4-BE49-F238E27FC236}">
                      <a16:creationId xmlns:a16="http://schemas.microsoft.com/office/drawing/2014/main" id="{B923DA25-13F8-B6FD-71E2-87F8CF459615}"/>
                    </a:ext>
                  </a:extLst>
                </p:cNvPr>
                <p:cNvSpPr/>
                <p:nvPr/>
              </p:nvSpPr>
              <p:spPr>
                <a:xfrm>
                  <a:off x="4496454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8" name="pg3598">
                  <a:extLst>
                    <a:ext uri="{FF2B5EF4-FFF2-40B4-BE49-F238E27FC236}">
                      <a16:creationId xmlns:a16="http://schemas.microsoft.com/office/drawing/2014/main" id="{985BDB6D-2A0C-3EF0-567A-0B6DCAA3EFC0}"/>
                    </a:ext>
                  </a:extLst>
                </p:cNvPr>
                <p:cNvSpPr/>
                <p:nvPr/>
              </p:nvSpPr>
              <p:spPr>
                <a:xfrm>
                  <a:off x="4508091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599" name="pg3599">
                  <a:extLst>
                    <a:ext uri="{FF2B5EF4-FFF2-40B4-BE49-F238E27FC236}">
                      <a16:creationId xmlns:a16="http://schemas.microsoft.com/office/drawing/2014/main" id="{2EE15EC1-A3B7-5AAF-DB5D-3891B0F8D102}"/>
                    </a:ext>
                  </a:extLst>
                </p:cNvPr>
                <p:cNvSpPr/>
                <p:nvPr/>
              </p:nvSpPr>
              <p:spPr>
                <a:xfrm>
                  <a:off x="4519728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0" name="pg3600">
                  <a:extLst>
                    <a:ext uri="{FF2B5EF4-FFF2-40B4-BE49-F238E27FC236}">
                      <a16:creationId xmlns:a16="http://schemas.microsoft.com/office/drawing/2014/main" id="{D58BF4D7-B34D-6CBC-A715-509DC34EB76B}"/>
                    </a:ext>
                  </a:extLst>
                </p:cNvPr>
                <p:cNvSpPr/>
                <p:nvPr/>
              </p:nvSpPr>
              <p:spPr>
                <a:xfrm>
                  <a:off x="4531366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1" name="pg3601">
                  <a:extLst>
                    <a:ext uri="{FF2B5EF4-FFF2-40B4-BE49-F238E27FC236}">
                      <a16:creationId xmlns:a16="http://schemas.microsoft.com/office/drawing/2014/main" id="{505178EF-962F-D1DE-3BCE-6D324BB5F576}"/>
                    </a:ext>
                  </a:extLst>
                </p:cNvPr>
                <p:cNvSpPr/>
                <p:nvPr/>
              </p:nvSpPr>
              <p:spPr>
                <a:xfrm>
                  <a:off x="4543003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2" name="pg3602">
                  <a:extLst>
                    <a:ext uri="{FF2B5EF4-FFF2-40B4-BE49-F238E27FC236}">
                      <a16:creationId xmlns:a16="http://schemas.microsoft.com/office/drawing/2014/main" id="{623CBBEF-02CE-1FEF-0DF4-751B86FDF0C5}"/>
                    </a:ext>
                  </a:extLst>
                </p:cNvPr>
                <p:cNvSpPr/>
                <p:nvPr/>
              </p:nvSpPr>
              <p:spPr>
                <a:xfrm>
                  <a:off x="4694288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3" name="pg3603">
                  <a:extLst>
                    <a:ext uri="{FF2B5EF4-FFF2-40B4-BE49-F238E27FC236}">
                      <a16:creationId xmlns:a16="http://schemas.microsoft.com/office/drawing/2014/main" id="{79214224-DED6-4834-C077-4A5DA4D32B33}"/>
                    </a:ext>
                  </a:extLst>
                </p:cNvPr>
                <p:cNvSpPr/>
                <p:nvPr/>
              </p:nvSpPr>
              <p:spPr>
                <a:xfrm>
                  <a:off x="4705925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4" name="pg3604">
                  <a:extLst>
                    <a:ext uri="{FF2B5EF4-FFF2-40B4-BE49-F238E27FC236}">
                      <a16:creationId xmlns:a16="http://schemas.microsoft.com/office/drawing/2014/main" id="{4853114E-7B8B-7F20-AEA3-DC5CFF484FE2}"/>
                    </a:ext>
                  </a:extLst>
                </p:cNvPr>
                <p:cNvSpPr/>
                <p:nvPr/>
              </p:nvSpPr>
              <p:spPr>
                <a:xfrm>
                  <a:off x="4717563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5" name="pg3605">
                  <a:extLst>
                    <a:ext uri="{FF2B5EF4-FFF2-40B4-BE49-F238E27FC236}">
                      <a16:creationId xmlns:a16="http://schemas.microsoft.com/office/drawing/2014/main" id="{C2F1BB7B-FD8F-079E-984F-75375939A6E6}"/>
                    </a:ext>
                  </a:extLst>
                </p:cNvPr>
                <p:cNvSpPr/>
                <p:nvPr/>
              </p:nvSpPr>
              <p:spPr>
                <a:xfrm>
                  <a:off x="4729200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6" name="pg3606">
                  <a:extLst>
                    <a:ext uri="{FF2B5EF4-FFF2-40B4-BE49-F238E27FC236}">
                      <a16:creationId xmlns:a16="http://schemas.microsoft.com/office/drawing/2014/main" id="{6D5EF93F-F4E7-20AD-28FF-F1A10B284349}"/>
                    </a:ext>
                  </a:extLst>
                </p:cNvPr>
                <p:cNvSpPr/>
                <p:nvPr/>
              </p:nvSpPr>
              <p:spPr>
                <a:xfrm>
                  <a:off x="4740837" y="521041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2AA">
                    <a:alpha val="100000"/>
                  </a:srgbClr>
                </a:solidFill>
                <a:ln w="5420" cap="flat">
                  <a:solidFill>
                    <a:srgbClr val="40A2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7" name="pg3607">
                  <a:extLst>
                    <a:ext uri="{FF2B5EF4-FFF2-40B4-BE49-F238E27FC236}">
                      <a16:creationId xmlns:a16="http://schemas.microsoft.com/office/drawing/2014/main" id="{4FF11440-FEE1-BE01-77D4-83577E542E74}"/>
                    </a:ext>
                  </a:extLst>
                </p:cNvPr>
                <p:cNvSpPr/>
                <p:nvPr/>
              </p:nvSpPr>
              <p:spPr>
                <a:xfrm>
                  <a:off x="2855590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8" name="pg3608">
                  <a:extLst>
                    <a:ext uri="{FF2B5EF4-FFF2-40B4-BE49-F238E27FC236}">
                      <a16:creationId xmlns:a16="http://schemas.microsoft.com/office/drawing/2014/main" id="{1CA9562E-1C9E-2804-5F16-64447686995F}"/>
                    </a:ext>
                  </a:extLst>
                </p:cNvPr>
                <p:cNvSpPr/>
                <p:nvPr/>
              </p:nvSpPr>
              <p:spPr>
                <a:xfrm>
                  <a:off x="2867227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09" name="pg3609">
                  <a:extLst>
                    <a:ext uri="{FF2B5EF4-FFF2-40B4-BE49-F238E27FC236}">
                      <a16:creationId xmlns:a16="http://schemas.microsoft.com/office/drawing/2014/main" id="{FB005995-18AD-C404-81EF-C3E91BFD9FF5}"/>
                    </a:ext>
                  </a:extLst>
                </p:cNvPr>
                <p:cNvSpPr/>
                <p:nvPr/>
              </p:nvSpPr>
              <p:spPr>
                <a:xfrm>
                  <a:off x="2878865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D">
                    <a:alpha val="100000"/>
                  </a:srgbClr>
                </a:solidFill>
                <a:ln w="5420" cap="flat">
                  <a:solidFill>
                    <a:srgbClr val="64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0" name="pg3610">
                  <a:extLst>
                    <a:ext uri="{FF2B5EF4-FFF2-40B4-BE49-F238E27FC236}">
                      <a16:creationId xmlns:a16="http://schemas.microsoft.com/office/drawing/2014/main" id="{9D851963-369F-DB71-1486-DE459A214DA3}"/>
                    </a:ext>
                  </a:extLst>
                </p:cNvPr>
                <p:cNvSpPr/>
                <p:nvPr/>
              </p:nvSpPr>
              <p:spPr>
                <a:xfrm>
                  <a:off x="2890502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4CFAD">
                    <a:alpha val="100000"/>
                  </a:srgbClr>
                </a:solidFill>
                <a:ln w="5420" cap="flat">
                  <a:solidFill>
                    <a:srgbClr val="64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1" name="pg3611">
                  <a:extLst>
                    <a:ext uri="{FF2B5EF4-FFF2-40B4-BE49-F238E27FC236}">
                      <a16:creationId xmlns:a16="http://schemas.microsoft.com/office/drawing/2014/main" id="{F55DF11F-044F-2924-F2E1-558769ABA483}"/>
                    </a:ext>
                  </a:extLst>
                </p:cNvPr>
                <p:cNvSpPr/>
                <p:nvPr/>
              </p:nvSpPr>
              <p:spPr>
                <a:xfrm>
                  <a:off x="2902139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3CFAD">
                    <a:alpha val="100000"/>
                  </a:srgbClr>
                </a:solidFill>
                <a:ln w="5420" cap="flat">
                  <a:solidFill>
                    <a:srgbClr val="63CFAD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2" name="pg3612">
                  <a:extLst>
                    <a:ext uri="{FF2B5EF4-FFF2-40B4-BE49-F238E27FC236}">
                      <a16:creationId xmlns:a16="http://schemas.microsoft.com/office/drawing/2014/main" id="{5BCC5654-3AC3-84D1-77AF-DE3FF24B63D7}"/>
                    </a:ext>
                  </a:extLst>
                </p:cNvPr>
                <p:cNvSpPr/>
                <p:nvPr/>
              </p:nvSpPr>
              <p:spPr>
                <a:xfrm>
                  <a:off x="4496454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BAA">
                    <a:alpha val="100000"/>
                  </a:srgbClr>
                </a:solidFill>
                <a:ln w="5420" cap="flat">
                  <a:solidFill>
                    <a:srgbClr val="47AB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3" name="pg3613">
                  <a:extLst>
                    <a:ext uri="{FF2B5EF4-FFF2-40B4-BE49-F238E27FC236}">
                      <a16:creationId xmlns:a16="http://schemas.microsoft.com/office/drawing/2014/main" id="{5382AF28-EA9D-9C60-A43F-C1CB990C77E2}"/>
                    </a:ext>
                  </a:extLst>
                </p:cNvPr>
                <p:cNvSpPr/>
                <p:nvPr/>
              </p:nvSpPr>
              <p:spPr>
                <a:xfrm>
                  <a:off x="4508091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4" name="pg3614">
                  <a:extLst>
                    <a:ext uri="{FF2B5EF4-FFF2-40B4-BE49-F238E27FC236}">
                      <a16:creationId xmlns:a16="http://schemas.microsoft.com/office/drawing/2014/main" id="{6837D42E-DFAB-2453-146A-80FDAD4CAEE1}"/>
                    </a:ext>
                  </a:extLst>
                </p:cNvPr>
                <p:cNvSpPr/>
                <p:nvPr/>
              </p:nvSpPr>
              <p:spPr>
                <a:xfrm>
                  <a:off x="4519728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5" name="pg3615">
                  <a:extLst>
                    <a:ext uri="{FF2B5EF4-FFF2-40B4-BE49-F238E27FC236}">
                      <a16:creationId xmlns:a16="http://schemas.microsoft.com/office/drawing/2014/main" id="{72786142-6BDD-1766-44BC-9BC965C110A4}"/>
                    </a:ext>
                  </a:extLst>
                </p:cNvPr>
                <p:cNvSpPr/>
                <p:nvPr/>
              </p:nvSpPr>
              <p:spPr>
                <a:xfrm>
                  <a:off x="4531366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6" name="pg3616">
                  <a:extLst>
                    <a:ext uri="{FF2B5EF4-FFF2-40B4-BE49-F238E27FC236}">
                      <a16:creationId xmlns:a16="http://schemas.microsoft.com/office/drawing/2014/main" id="{59CD6B37-8E4D-496E-F6FE-87285340DFAC}"/>
                    </a:ext>
                  </a:extLst>
                </p:cNvPr>
                <p:cNvSpPr/>
                <p:nvPr/>
              </p:nvSpPr>
              <p:spPr>
                <a:xfrm>
                  <a:off x="4543003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7" name="pg3617">
                  <a:extLst>
                    <a:ext uri="{FF2B5EF4-FFF2-40B4-BE49-F238E27FC236}">
                      <a16:creationId xmlns:a16="http://schemas.microsoft.com/office/drawing/2014/main" id="{563FE0CE-8D84-C9D5-BBE4-AFF48C9D8FDE}"/>
                    </a:ext>
                  </a:extLst>
                </p:cNvPr>
                <p:cNvSpPr/>
                <p:nvPr/>
              </p:nvSpPr>
              <p:spPr>
                <a:xfrm>
                  <a:off x="4694288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8" name="pg3618">
                  <a:extLst>
                    <a:ext uri="{FF2B5EF4-FFF2-40B4-BE49-F238E27FC236}">
                      <a16:creationId xmlns:a16="http://schemas.microsoft.com/office/drawing/2014/main" id="{E0EB3D37-1FFC-CE00-2E84-25915C8027A2}"/>
                    </a:ext>
                  </a:extLst>
                </p:cNvPr>
                <p:cNvSpPr/>
                <p:nvPr/>
              </p:nvSpPr>
              <p:spPr>
                <a:xfrm>
                  <a:off x="4705925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3AA">
                    <a:alpha val="100000"/>
                  </a:srgbClr>
                </a:solidFill>
                <a:ln w="5420" cap="flat">
                  <a:solidFill>
                    <a:srgbClr val="41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19" name="pg3619">
                  <a:extLst>
                    <a:ext uri="{FF2B5EF4-FFF2-40B4-BE49-F238E27FC236}">
                      <a16:creationId xmlns:a16="http://schemas.microsoft.com/office/drawing/2014/main" id="{8DB51B20-A9AD-E843-909B-DD5F990CCC5D}"/>
                    </a:ext>
                  </a:extLst>
                </p:cNvPr>
                <p:cNvSpPr/>
                <p:nvPr/>
              </p:nvSpPr>
              <p:spPr>
                <a:xfrm>
                  <a:off x="4717563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0" name="pg3620">
                  <a:extLst>
                    <a:ext uri="{FF2B5EF4-FFF2-40B4-BE49-F238E27FC236}">
                      <a16:creationId xmlns:a16="http://schemas.microsoft.com/office/drawing/2014/main" id="{771DD6E7-7E57-B30A-5840-6C5F95D907B1}"/>
                    </a:ext>
                  </a:extLst>
                </p:cNvPr>
                <p:cNvSpPr/>
                <p:nvPr/>
              </p:nvSpPr>
              <p:spPr>
                <a:xfrm>
                  <a:off x="4729200" y="52247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1" name="pg3621">
                  <a:extLst>
                    <a:ext uri="{FF2B5EF4-FFF2-40B4-BE49-F238E27FC236}">
                      <a16:creationId xmlns:a16="http://schemas.microsoft.com/office/drawing/2014/main" id="{9998EE15-0863-D8CD-9DF6-A8C85A179C17}"/>
                    </a:ext>
                  </a:extLst>
                </p:cNvPr>
                <p:cNvSpPr/>
                <p:nvPr/>
              </p:nvSpPr>
              <p:spPr>
                <a:xfrm>
                  <a:off x="2867227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2" name="pg3622">
                  <a:extLst>
                    <a:ext uri="{FF2B5EF4-FFF2-40B4-BE49-F238E27FC236}">
                      <a16:creationId xmlns:a16="http://schemas.microsoft.com/office/drawing/2014/main" id="{BFCBEB3D-DA03-E842-AB5C-BF636FB33059}"/>
                    </a:ext>
                  </a:extLst>
                </p:cNvPr>
                <p:cNvSpPr/>
                <p:nvPr/>
              </p:nvSpPr>
              <p:spPr>
                <a:xfrm>
                  <a:off x="2878865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3" name="pg3623">
                  <a:extLst>
                    <a:ext uri="{FF2B5EF4-FFF2-40B4-BE49-F238E27FC236}">
                      <a16:creationId xmlns:a16="http://schemas.microsoft.com/office/drawing/2014/main" id="{DB810D6D-A667-DFA9-07D8-4EFD781561BB}"/>
                    </a:ext>
                  </a:extLst>
                </p:cNvPr>
                <p:cNvSpPr/>
                <p:nvPr/>
              </p:nvSpPr>
              <p:spPr>
                <a:xfrm>
                  <a:off x="2890502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4" name="pg3624">
                  <a:extLst>
                    <a:ext uri="{FF2B5EF4-FFF2-40B4-BE49-F238E27FC236}">
                      <a16:creationId xmlns:a16="http://schemas.microsoft.com/office/drawing/2014/main" id="{D1E74B84-9928-F4AE-3ADB-BB8F921A5E78}"/>
                    </a:ext>
                  </a:extLst>
                </p:cNvPr>
                <p:cNvSpPr/>
                <p:nvPr/>
              </p:nvSpPr>
              <p:spPr>
                <a:xfrm>
                  <a:off x="2902139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EAC">
                    <a:alpha val="100000"/>
                  </a:srgbClr>
                </a:solidFill>
                <a:ln w="5420" cap="flat">
                  <a:solidFill>
                    <a:srgbClr val="60CE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5" name="pg3625">
                  <a:extLst>
                    <a:ext uri="{FF2B5EF4-FFF2-40B4-BE49-F238E27FC236}">
                      <a16:creationId xmlns:a16="http://schemas.microsoft.com/office/drawing/2014/main" id="{C13DCEF1-4F42-55E5-8580-123E3322C368}"/>
                    </a:ext>
                  </a:extLst>
                </p:cNvPr>
                <p:cNvSpPr/>
                <p:nvPr/>
              </p:nvSpPr>
              <p:spPr>
                <a:xfrm>
                  <a:off x="2913777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60CDAC">
                    <a:alpha val="100000"/>
                  </a:srgbClr>
                </a:solidFill>
                <a:ln w="5420" cap="flat">
                  <a:solidFill>
                    <a:srgbClr val="60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6" name="pg3626">
                  <a:extLst>
                    <a:ext uri="{FF2B5EF4-FFF2-40B4-BE49-F238E27FC236}">
                      <a16:creationId xmlns:a16="http://schemas.microsoft.com/office/drawing/2014/main" id="{A031BD87-E19F-FC0E-EEDB-A3BC273332A6}"/>
                    </a:ext>
                  </a:extLst>
                </p:cNvPr>
                <p:cNvSpPr/>
                <p:nvPr/>
              </p:nvSpPr>
              <p:spPr>
                <a:xfrm>
                  <a:off x="4508091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7AAAA">
                    <a:alpha val="100000"/>
                  </a:srgbClr>
                </a:solidFill>
                <a:ln w="5420" cap="flat">
                  <a:solidFill>
                    <a:srgbClr val="47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7" name="pg3627">
                  <a:extLst>
                    <a:ext uri="{FF2B5EF4-FFF2-40B4-BE49-F238E27FC236}">
                      <a16:creationId xmlns:a16="http://schemas.microsoft.com/office/drawing/2014/main" id="{209D4126-964B-508D-CC90-A86605C74035}"/>
                    </a:ext>
                  </a:extLst>
                </p:cNvPr>
                <p:cNvSpPr/>
                <p:nvPr/>
              </p:nvSpPr>
              <p:spPr>
                <a:xfrm>
                  <a:off x="4519728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8" name="pg3628">
                  <a:extLst>
                    <a:ext uri="{FF2B5EF4-FFF2-40B4-BE49-F238E27FC236}">
                      <a16:creationId xmlns:a16="http://schemas.microsoft.com/office/drawing/2014/main" id="{9C6EB6E7-7067-6EC1-B011-452E2D80781F}"/>
                    </a:ext>
                  </a:extLst>
                </p:cNvPr>
                <p:cNvSpPr/>
                <p:nvPr/>
              </p:nvSpPr>
              <p:spPr>
                <a:xfrm>
                  <a:off x="4531366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29" name="pg3629">
                  <a:extLst>
                    <a:ext uri="{FF2B5EF4-FFF2-40B4-BE49-F238E27FC236}">
                      <a16:creationId xmlns:a16="http://schemas.microsoft.com/office/drawing/2014/main" id="{F9C452C1-9676-296D-1EFD-8021FB8488ED}"/>
                    </a:ext>
                  </a:extLst>
                </p:cNvPr>
                <p:cNvSpPr/>
                <p:nvPr/>
              </p:nvSpPr>
              <p:spPr>
                <a:xfrm>
                  <a:off x="4543003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0" name="pg3630">
                  <a:extLst>
                    <a:ext uri="{FF2B5EF4-FFF2-40B4-BE49-F238E27FC236}">
                      <a16:creationId xmlns:a16="http://schemas.microsoft.com/office/drawing/2014/main" id="{15098048-EF8A-0B57-F131-970F0E4793D7}"/>
                    </a:ext>
                  </a:extLst>
                </p:cNvPr>
                <p:cNvSpPr/>
                <p:nvPr/>
              </p:nvSpPr>
              <p:spPr>
                <a:xfrm>
                  <a:off x="4554640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1" name="pg3631">
                  <a:extLst>
                    <a:ext uri="{FF2B5EF4-FFF2-40B4-BE49-F238E27FC236}">
                      <a16:creationId xmlns:a16="http://schemas.microsoft.com/office/drawing/2014/main" id="{A9FD954F-EF3A-DD88-79C5-12B5EB9BF67B}"/>
                    </a:ext>
                  </a:extLst>
                </p:cNvPr>
                <p:cNvSpPr/>
                <p:nvPr/>
              </p:nvSpPr>
              <p:spPr>
                <a:xfrm>
                  <a:off x="4694288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2" name="pg3632">
                  <a:extLst>
                    <a:ext uri="{FF2B5EF4-FFF2-40B4-BE49-F238E27FC236}">
                      <a16:creationId xmlns:a16="http://schemas.microsoft.com/office/drawing/2014/main" id="{F0E00B96-56DA-2187-55FD-3F2554575A52}"/>
                    </a:ext>
                  </a:extLst>
                </p:cNvPr>
                <p:cNvSpPr/>
                <p:nvPr/>
              </p:nvSpPr>
              <p:spPr>
                <a:xfrm>
                  <a:off x="4705925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3" name="pg3633">
                  <a:extLst>
                    <a:ext uri="{FF2B5EF4-FFF2-40B4-BE49-F238E27FC236}">
                      <a16:creationId xmlns:a16="http://schemas.microsoft.com/office/drawing/2014/main" id="{C4C8E57B-3874-97E9-C6B2-A6D0D0EFB81D}"/>
                    </a:ext>
                  </a:extLst>
                </p:cNvPr>
                <p:cNvSpPr/>
                <p:nvPr/>
              </p:nvSpPr>
              <p:spPr>
                <a:xfrm>
                  <a:off x="4717563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3AA">
                    <a:alpha val="100000"/>
                  </a:srgbClr>
                </a:solidFill>
                <a:ln w="5420" cap="flat">
                  <a:solidFill>
                    <a:srgbClr val="41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4" name="pg3634">
                  <a:extLst>
                    <a:ext uri="{FF2B5EF4-FFF2-40B4-BE49-F238E27FC236}">
                      <a16:creationId xmlns:a16="http://schemas.microsoft.com/office/drawing/2014/main" id="{3FB7C787-2BA7-9F71-B26C-3E17AECE3ECF}"/>
                    </a:ext>
                  </a:extLst>
                </p:cNvPr>
                <p:cNvSpPr/>
                <p:nvPr/>
              </p:nvSpPr>
              <p:spPr>
                <a:xfrm>
                  <a:off x="4729200" y="523901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5" name="pg3635">
                  <a:extLst>
                    <a:ext uri="{FF2B5EF4-FFF2-40B4-BE49-F238E27FC236}">
                      <a16:creationId xmlns:a16="http://schemas.microsoft.com/office/drawing/2014/main" id="{60AF59DF-D890-318D-BC77-1D450AA79440}"/>
                    </a:ext>
                  </a:extLst>
                </p:cNvPr>
                <p:cNvSpPr/>
                <p:nvPr/>
              </p:nvSpPr>
              <p:spPr>
                <a:xfrm>
                  <a:off x="2867227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6" name="pg3636">
                  <a:extLst>
                    <a:ext uri="{FF2B5EF4-FFF2-40B4-BE49-F238E27FC236}">
                      <a16:creationId xmlns:a16="http://schemas.microsoft.com/office/drawing/2014/main" id="{282AA6B9-665E-CD07-AF2F-903DD19D9BA9}"/>
                    </a:ext>
                  </a:extLst>
                </p:cNvPr>
                <p:cNvSpPr/>
                <p:nvPr/>
              </p:nvSpPr>
              <p:spPr>
                <a:xfrm>
                  <a:off x="2878865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7" name="pg3637">
                  <a:extLst>
                    <a:ext uri="{FF2B5EF4-FFF2-40B4-BE49-F238E27FC236}">
                      <a16:creationId xmlns:a16="http://schemas.microsoft.com/office/drawing/2014/main" id="{371199DF-C55F-9D59-E3E1-7FF6563B4AB2}"/>
                    </a:ext>
                  </a:extLst>
                </p:cNvPr>
                <p:cNvSpPr/>
                <p:nvPr/>
              </p:nvSpPr>
              <p:spPr>
                <a:xfrm>
                  <a:off x="2890502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8" name="pg3638">
                  <a:extLst>
                    <a:ext uri="{FF2B5EF4-FFF2-40B4-BE49-F238E27FC236}">
                      <a16:creationId xmlns:a16="http://schemas.microsoft.com/office/drawing/2014/main" id="{66A3AA0C-BB00-55E6-729C-1FEE9F70EE5E}"/>
                    </a:ext>
                  </a:extLst>
                </p:cNvPr>
                <p:cNvSpPr/>
                <p:nvPr/>
              </p:nvSpPr>
              <p:spPr>
                <a:xfrm>
                  <a:off x="2902139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39" name="pg3639">
                  <a:extLst>
                    <a:ext uri="{FF2B5EF4-FFF2-40B4-BE49-F238E27FC236}">
                      <a16:creationId xmlns:a16="http://schemas.microsoft.com/office/drawing/2014/main" id="{334A7EDC-F8F7-00F6-B7C5-397B1F8800AF}"/>
                    </a:ext>
                  </a:extLst>
                </p:cNvPr>
                <p:cNvSpPr/>
                <p:nvPr/>
              </p:nvSpPr>
              <p:spPr>
                <a:xfrm>
                  <a:off x="2913777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DAC">
                    <a:alpha val="100000"/>
                  </a:srgbClr>
                </a:solidFill>
                <a:ln w="5420" cap="flat">
                  <a:solidFill>
                    <a:srgbClr val="5FCD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0" name="pg3640">
                  <a:extLst>
                    <a:ext uri="{FF2B5EF4-FFF2-40B4-BE49-F238E27FC236}">
                      <a16:creationId xmlns:a16="http://schemas.microsoft.com/office/drawing/2014/main" id="{8E202452-4EB0-1BFF-703F-B6992FCD7249}"/>
                    </a:ext>
                  </a:extLst>
                </p:cNvPr>
                <p:cNvSpPr/>
                <p:nvPr/>
              </p:nvSpPr>
              <p:spPr>
                <a:xfrm>
                  <a:off x="2925414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1" name="pg3641">
                  <a:extLst>
                    <a:ext uri="{FF2B5EF4-FFF2-40B4-BE49-F238E27FC236}">
                      <a16:creationId xmlns:a16="http://schemas.microsoft.com/office/drawing/2014/main" id="{5B6FB18A-D342-E213-DC26-1773765762FA}"/>
                    </a:ext>
                  </a:extLst>
                </p:cNvPr>
                <p:cNvSpPr/>
                <p:nvPr/>
              </p:nvSpPr>
              <p:spPr>
                <a:xfrm>
                  <a:off x="4508091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2" name="pg3642">
                  <a:extLst>
                    <a:ext uri="{FF2B5EF4-FFF2-40B4-BE49-F238E27FC236}">
                      <a16:creationId xmlns:a16="http://schemas.microsoft.com/office/drawing/2014/main" id="{1698A18C-2AA9-F0E8-3BBA-A910AA5E3AED}"/>
                    </a:ext>
                  </a:extLst>
                </p:cNvPr>
                <p:cNvSpPr/>
                <p:nvPr/>
              </p:nvSpPr>
              <p:spPr>
                <a:xfrm>
                  <a:off x="4519728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3" name="pg3643">
                  <a:extLst>
                    <a:ext uri="{FF2B5EF4-FFF2-40B4-BE49-F238E27FC236}">
                      <a16:creationId xmlns:a16="http://schemas.microsoft.com/office/drawing/2014/main" id="{73308BC8-5236-BD68-47B1-F115EDD45081}"/>
                    </a:ext>
                  </a:extLst>
                </p:cNvPr>
                <p:cNvSpPr/>
                <p:nvPr/>
              </p:nvSpPr>
              <p:spPr>
                <a:xfrm>
                  <a:off x="4531366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4" name="pg3644">
                  <a:extLst>
                    <a:ext uri="{FF2B5EF4-FFF2-40B4-BE49-F238E27FC236}">
                      <a16:creationId xmlns:a16="http://schemas.microsoft.com/office/drawing/2014/main" id="{9840F99D-22C7-383E-EC4E-4BB108B2F005}"/>
                    </a:ext>
                  </a:extLst>
                </p:cNvPr>
                <p:cNvSpPr/>
                <p:nvPr/>
              </p:nvSpPr>
              <p:spPr>
                <a:xfrm>
                  <a:off x="4543003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5" name="pg3645">
                  <a:extLst>
                    <a:ext uri="{FF2B5EF4-FFF2-40B4-BE49-F238E27FC236}">
                      <a16:creationId xmlns:a16="http://schemas.microsoft.com/office/drawing/2014/main" id="{C0990638-3C9F-C709-504C-B9A5172BB089}"/>
                    </a:ext>
                  </a:extLst>
                </p:cNvPr>
                <p:cNvSpPr/>
                <p:nvPr/>
              </p:nvSpPr>
              <p:spPr>
                <a:xfrm>
                  <a:off x="4554640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6" name="pg3646">
                  <a:extLst>
                    <a:ext uri="{FF2B5EF4-FFF2-40B4-BE49-F238E27FC236}">
                      <a16:creationId xmlns:a16="http://schemas.microsoft.com/office/drawing/2014/main" id="{662D9066-29CC-E41C-639B-CD45FFF1503A}"/>
                    </a:ext>
                  </a:extLst>
                </p:cNvPr>
                <p:cNvSpPr/>
                <p:nvPr/>
              </p:nvSpPr>
              <p:spPr>
                <a:xfrm>
                  <a:off x="4694288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7" name="pg3647">
                  <a:extLst>
                    <a:ext uri="{FF2B5EF4-FFF2-40B4-BE49-F238E27FC236}">
                      <a16:creationId xmlns:a16="http://schemas.microsoft.com/office/drawing/2014/main" id="{B5A325F5-5B3B-10F5-71DB-7CF746C42EEC}"/>
                    </a:ext>
                  </a:extLst>
                </p:cNvPr>
                <p:cNvSpPr/>
                <p:nvPr/>
              </p:nvSpPr>
              <p:spPr>
                <a:xfrm>
                  <a:off x="4705925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8" name="pg3648">
                  <a:extLst>
                    <a:ext uri="{FF2B5EF4-FFF2-40B4-BE49-F238E27FC236}">
                      <a16:creationId xmlns:a16="http://schemas.microsoft.com/office/drawing/2014/main" id="{65A9CA72-EE0B-4C0B-1D73-05581CC4FD57}"/>
                    </a:ext>
                  </a:extLst>
                </p:cNvPr>
                <p:cNvSpPr/>
                <p:nvPr/>
              </p:nvSpPr>
              <p:spPr>
                <a:xfrm>
                  <a:off x="4717563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49" name="pg3649">
                  <a:extLst>
                    <a:ext uri="{FF2B5EF4-FFF2-40B4-BE49-F238E27FC236}">
                      <a16:creationId xmlns:a16="http://schemas.microsoft.com/office/drawing/2014/main" id="{E02CB6F3-E2E8-964B-6AB5-FB510C3F7B43}"/>
                    </a:ext>
                  </a:extLst>
                </p:cNvPr>
                <p:cNvSpPr/>
                <p:nvPr/>
              </p:nvSpPr>
              <p:spPr>
                <a:xfrm>
                  <a:off x="4729200" y="525331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0A3AA">
                    <a:alpha val="100000"/>
                  </a:srgbClr>
                </a:solidFill>
                <a:ln w="5420" cap="flat">
                  <a:solidFill>
                    <a:srgbClr val="40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0" name="pg3650">
                  <a:extLst>
                    <a:ext uri="{FF2B5EF4-FFF2-40B4-BE49-F238E27FC236}">
                      <a16:creationId xmlns:a16="http://schemas.microsoft.com/office/drawing/2014/main" id="{1BD6D329-DB84-3CFA-2951-4F01727A4A63}"/>
                    </a:ext>
                  </a:extLst>
                </p:cNvPr>
                <p:cNvSpPr/>
                <p:nvPr/>
              </p:nvSpPr>
              <p:spPr>
                <a:xfrm>
                  <a:off x="2878865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1" name="pg3651">
                  <a:extLst>
                    <a:ext uri="{FF2B5EF4-FFF2-40B4-BE49-F238E27FC236}">
                      <a16:creationId xmlns:a16="http://schemas.microsoft.com/office/drawing/2014/main" id="{4AFEE482-0D56-6DA7-7C42-DF16F23449DF}"/>
                    </a:ext>
                  </a:extLst>
                </p:cNvPr>
                <p:cNvSpPr/>
                <p:nvPr/>
              </p:nvSpPr>
              <p:spPr>
                <a:xfrm>
                  <a:off x="2890502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2" name="pg3652">
                  <a:extLst>
                    <a:ext uri="{FF2B5EF4-FFF2-40B4-BE49-F238E27FC236}">
                      <a16:creationId xmlns:a16="http://schemas.microsoft.com/office/drawing/2014/main" id="{ED3AC31F-9C54-C4EE-1DC2-9C1D294A24AA}"/>
                    </a:ext>
                  </a:extLst>
                </p:cNvPr>
                <p:cNvSpPr/>
                <p:nvPr/>
              </p:nvSpPr>
              <p:spPr>
                <a:xfrm>
                  <a:off x="2902139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3" name="pg3653">
                  <a:extLst>
                    <a:ext uri="{FF2B5EF4-FFF2-40B4-BE49-F238E27FC236}">
                      <a16:creationId xmlns:a16="http://schemas.microsoft.com/office/drawing/2014/main" id="{2CBE38D3-35A3-D02F-2278-FE443922804B}"/>
                    </a:ext>
                  </a:extLst>
                </p:cNvPr>
                <p:cNvSpPr/>
                <p:nvPr/>
              </p:nvSpPr>
              <p:spPr>
                <a:xfrm>
                  <a:off x="2913777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4" name="pg3654">
                  <a:extLst>
                    <a:ext uri="{FF2B5EF4-FFF2-40B4-BE49-F238E27FC236}">
                      <a16:creationId xmlns:a16="http://schemas.microsoft.com/office/drawing/2014/main" id="{72AB018D-184A-681C-740E-D50DDC0DCD0F}"/>
                    </a:ext>
                  </a:extLst>
                </p:cNvPr>
                <p:cNvSpPr/>
                <p:nvPr/>
              </p:nvSpPr>
              <p:spPr>
                <a:xfrm>
                  <a:off x="2925414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FCCAC">
                    <a:alpha val="100000"/>
                  </a:srgbClr>
                </a:solidFill>
                <a:ln w="5420" cap="flat">
                  <a:solidFill>
                    <a:srgbClr val="5FCC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5" name="pg3655">
                  <a:extLst>
                    <a:ext uri="{FF2B5EF4-FFF2-40B4-BE49-F238E27FC236}">
                      <a16:creationId xmlns:a16="http://schemas.microsoft.com/office/drawing/2014/main" id="{384482C3-088B-3E5A-57C2-8CDED9DE9421}"/>
                    </a:ext>
                  </a:extLst>
                </p:cNvPr>
                <p:cNvSpPr/>
                <p:nvPr/>
              </p:nvSpPr>
              <p:spPr>
                <a:xfrm>
                  <a:off x="4508091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6" name="pg3656">
                  <a:extLst>
                    <a:ext uri="{FF2B5EF4-FFF2-40B4-BE49-F238E27FC236}">
                      <a16:creationId xmlns:a16="http://schemas.microsoft.com/office/drawing/2014/main" id="{03DBFCCB-9238-D583-4E3B-8F6293CE08C8}"/>
                    </a:ext>
                  </a:extLst>
                </p:cNvPr>
                <p:cNvSpPr/>
                <p:nvPr/>
              </p:nvSpPr>
              <p:spPr>
                <a:xfrm>
                  <a:off x="4519728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7" name="pg3657">
                  <a:extLst>
                    <a:ext uri="{FF2B5EF4-FFF2-40B4-BE49-F238E27FC236}">
                      <a16:creationId xmlns:a16="http://schemas.microsoft.com/office/drawing/2014/main" id="{1D977BC8-D5A9-AB8C-0D71-2C2CCD194D18}"/>
                    </a:ext>
                  </a:extLst>
                </p:cNvPr>
                <p:cNvSpPr/>
                <p:nvPr/>
              </p:nvSpPr>
              <p:spPr>
                <a:xfrm>
                  <a:off x="4531366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8" name="pg3658">
                  <a:extLst>
                    <a:ext uri="{FF2B5EF4-FFF2-40B4-BE49-F238E27FC236}">
                      <a16:creationId xmlns:a16="http://schemas.microsoft.com/office/drawing/2014/main" id="{67BBA916-D475-0758-0F93-8476AAD619D5}"/>
                    </a:ext>
                  </a:extLst>
                </p:cNvPr>
                <p:cNvSpPr/>
                <p:nvPr/>
              </p:nvSpPr>
              <p:spPr>
                <a:xfrm>
                  <a:off x="4543003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59" name="pg3659">
                  <a:extLst>
                    <a:ext uri="{FF2B5EF4-FFF2-40B4-BE49-F238E27FC236}">
                      <a16:creationId xmlns:a16="http://schemas.microsoft.com/office/drawing/2014/main" id="{46D9EFFF-7549-587A-0C63-2C28586130F0}"/>
                    </a:ext>
                  </a:extLst>
                </p:cNvPr>
                <p:cNvSpPr/>
                <p:nvPr/>
              </p:nvSpPr>
              <p:spPr>
                <a:xfrm>
                  <a:off x="4554640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0" name="pg3660">
                  <a:extLst>
                    <a:ext uri="{FF2B5EF4-FFF2-40B4-BE49-F238E27FC236}">
                      <a16:creationId xmlns:a16="http://schemas.microsoft.com/office/drawing/2014/main" id="{FBC27906-953E-7641-A9F2-09DCC7D84E70}"/>
                    </a:ext>
                  </a:extLst>
                </p:cNvPr>
                <p:cNvSpPr/>
                <p:nvPr/>
              </p:nvSpPr>
              <p:spPr>
                <a:xfrm>
                  <a:off x="4566278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1" name="pg3661">
                  <a:extLst>
                    <a:ext uri="{FF2B5EF4-FFF2-40B4-BE49-F238E27FC236}">
                      <a16:creationId xmlns:a16="http://schemas.microsoft.com/office/drawing/2014/main" id="{04387F59-CF93-AFFA-E73F-8346A02F94DE}"/>
                    </a:ext>
                  </a:extLst>
                </p:cNvPr>
                <p:cNvSpPr/>
                <p:nvPr/>
              </p:nvSpPr>
              <p:spPr>
                <a:xfrm>
                  <a:off x="4577915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2" name="pg3662">
                  <a:extLst>
                    <a:ext uri="{FF2B5EF4-FFF2-40B4-BE49-F238E27FC236}">
                      <a16:creationId xmlns:a16="http://schemas.microsoft.com/office/drawing/2014/main" id="{580BE560-704D-0D2E-F70A-E97EE3A6CC8E}"/>
                    </a:ext>
                  </a:extLst>
                </p:cNvPr>
                <p:cNvSpPr/>
                <p:nvPr/>
              </p:nvSpPr>
              <p:spPr>
                <a:xfrm>
                  <a:off x="4589552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3" name="pg3663">
                  <a:extLst>
                    <a:ext uri="{FF2B5EF4-FFF2-40B4-BE49-F238E27FC236}">
                      <a16:creationId xmlns:a16="http://schemas.microsoft.com/office/drawing/2014/main" id="{38FF5CA1-605C-E582-01A8-2D4510EE752F}"/>
                    </a:ext>
                  </a:extLst>
                </p:cNvPr>
                <p:cNvSpPr/>
                <p:nvPr/>
              </p:nvSpPr>
              <p:spPr>
                <a:xfrm>
                  <a:off x="4694288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4" name="pg3664">
                  <a:extLst>
                    <a:ext uri="{FF2B5EF4-FFF2-40B4-BE49-F238E27FC236}">
                      <a16:creationId xmlns:a16="http://schemas.microsoft.com/office/drawing/2014/main" id="{4B149941-BB1F-E04F-345F-1C4A25557E55}"/>
                    </a:ext>
                  </a:extLst>
                </p:cNvPr>
                <p:cNvSpPr/>
                <p:nvPr/>
              </p:nvSpPr>
              <p:spPr>
                <a:xfrm>
                  <a:off x="4705925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5" name="pg3665">
                  <a:extLst>
                    <a:ext uri="{FF2B5EF4-FFF2-40B4-BE49-F238E27FC236}">
                      <a16:creationId xmlns:a16="http://schemas.microsoft.com/office/drawing/2014/main" id="{907128A7-9096-9F5B-6253-8FD27B9B1316}"/>
                    </a:ext>
                  </a:extLst>
                </p:cNvPr>
                <p:cNvSpPr/>
                <p:nvPr/>
              </p:nvSpPr>
              <p:spPr>
                <a:xfrm>
                  <a:off x="4717563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6" name="pg3666">
                  <a:extLst>
                    <a:ext uri="{FF2B5EF4-FFF2-40B4-BE49-F238E27FC236}">
                      <a16:creationId xmlns:a16="http://schemas.microsoft.com/office/drawing/2014/main" id="{138A516D-F66A-0649-8BA5-60F555631DC0}"/>
                    </a:ext>
                  </a:extLst>
                </p:cNvPr>
                <p:cNvSpPr/>
                <p:nvPr/>
              </p:nvSpPr>
              <p:spPr>
                <a:xfrm>
                  <a:off x="4729200" y="52676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3AA">
                    <a:alpha val="100000"/>
                  </a:srgbClr>
                </a:solidFill>
                <a:ln w="5420" cap="flat">
                  <a:solidFill>
                    <a:srgbClr val="41A3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7" name="pg3667">
                  <a:extLst>
                    <a:ext uri="{FF2B5EF4-FFF2-40B4-BE49-F238E27FC236}">
                      <a16:creationId xmlns:a16="http://schemas.microsoft.com/office/drawing/2014/main" id="{5E35BCF9-65FD-9620-FA98-F0F0E7587312}"/>
                    </a:ext>
                  </a:extLst>
                </p:cNvPr>
                <p:cNvSpPr/>
                <p:nvPr/>
              </p:nvSpPr>
              <p:spPr>
                <a:xfrm>
                  <a:off x="2890502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8" name="pg3668">
                  <a:extLst>
                    <a:ext uri="{FF2B5EF4-FFF2-40B4-BE49-F238E27FC236}">
                      <a16:creationId xmlns:a16="http://schemas.microsoft.com/office/drawing/2014/main" id="{FB027DFF-FEEF-FA19-613C-E91AFEDB46A4}"/>
                    </a:ext>
                  </a:extLst>
                </p:cNvPr>
                <p:cNvSpPr/>
                <p:nvPr/>
              </p:nvSpPr>
              <p:spPr>
                <a:xfrm>
                  <a:off x="2902139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69" name="pg3669">
                  <a:extLst>
                    <a:ext uri="{FF2B5EF4-FFF2-40B4-BE49-F238E27FC236}">
                      <a16:creationId xmlns:a16="http://schemas.microsoft.com/office/drawing/2014/main" id="{7B41B3E2-0DCA-DA0B-2E36-0021FEFB2CF9}"/>
                    </a:ext>
                  </a:extLst>
                </p:cNvPr>
                <p:cNvSpPr/>
                <p:nvPr/>
              </p:nvSpPr>
              <p:spPr>
                <a:xfrm>
                  <a:off x="2913777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0" name="pg3670">
                  <a:extLst>
                    <a:ext uri="{FF2B5EF4-FFF2-40B4-BE49-F238E27FC236}">
                      <a16:creationId xmlns:a16="http://schemas.microsoft.com/office/drawing/2014/main" id="{59D50A89-D491-5A16-0641-ED9C023DEC2D}"/>
                    </a:ext>
                  </a:extLst>
                </p:cNvPr>
                <p:cNvSpPr/>
                <p:nvPr/>
              </p:nvSpPr>
              <p:spPr>
                <a:xfrm>
                  <a:off x="2925414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1" name="pg3671">
                  <a:extLst>
                    <a:ext uri="{FF2B5EF4-FFF2-40B4-BE49-F238E27FC236}">
                      <a16:creationId xmlns:a16="http://schemas.microsoft.com/office/drawing/2014/main" id="{F2E88E3F-DB6D-1A9F-D301-973A83CCDD96}"/>
                    </a:ext>
                  </a:extLst>
                </p:cNvPr>
                <p:cNvSpPr/>
                <p:nvPr/>
              </p:nvSpPr>
              <p:spPr>
                <a:xfrm>
                  <a:off x="4519728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AAA">
                    <a:alpha val="100000"/>
                  </a:srgbClr>
                </a:solidFill>
                <a:ln w="5420" cap="flat">
                  <a:solidFill>
                    <a:srgbClr val="46AA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2" name="pg3672">
                  <a:extLst>
                    <a:ext uri="{FF2B5EF4-FFF2-40B4-BE49-F238E27FC236}">
                      <a16:creationId xmlns:a16="http://schemas.microsoft.com/office/drawing/2014/main" id="{39394517-B5F8-761C-1350-F0884F2E2EB5}"/>
                    </a:ext>
                  </a:extLst>
                </p:cNvPr>
                <p:cNvSpPr/>
                <p:nvPr/>
              </p:nvSpPr>
              <p:spPr>
                <a:xfrm>
                  <a:off x="4531366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3" name="pg3673">
                  <a:extLst>
                    <a:ext uri="{FF2B5EF4-FFF2-40B4-BE49-F238E27FC236}">
                      <a16:creationId xmlns:a16="http://schemas.microsoft.com/office/drawing/2014/main" id="{9B718628-B829-920D-526D-D0E5CA76DD09}"/>
                    </a:ext>
                  </a:extLst>
                </p:cNvPr>
                <p:cNvSpPr/>
                <p:nvPr/>
              </p:nvSpPr>
              <p:spPr>
                <a:xfrm>
                  <a:off x="4543003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4" name="pg3674">
                  <a:extLst>
                    <a:ext uri="{FF2B5EF4-FFF2-40B4-BE49-F238E27FC236}">
                      <a16:creationId xmlns:a16="http://schemas.microsoft.com/office/drawing/2014/main" id="{FC0D9485-6BAB-1664-D1BB-9C9CAB57A52D}"/>
                    </a:ext>
                  </a:extLst>
                </p:cNvPr>
                <p:cNvSpPr/>
                <p:nvPr/>
              </p:nvSpPr>
              <p:spPr>
                <a:xfrm>
                  <a:off x="4554640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5" name="pg3675">
                  <a:extLst>
                    <a:ext uri="{FF2B5EF4-FFF2-40B4-BE49-F238E27FC236}">
                      <a16:creationId xmlns:a16="http://schemas.microsoft.com/office/drawing/2014/main" id="{47D31750-E077-4C70-7770-84C26A034E5A}"/>
                    </a:ext>
                  </a:extLst>
                </p:cNvPr>
                <p:cNvSpPr/>
                <p:nvPr/>
              </p:nvSpPr>
              <p:spPr>
                <a:xfrm>
                  <a:off x="4566278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6" name="pg3676">
                  <a:extLst>
                    <a:ext uri="{FF2B5EF4-FFF2-40B4-BE49-F238E27FC236}">
                      <a16:creationId xmlns:a16="http://schemas.microsoft.com/office/drawing/2014/main" id="{5B641948-848F-27EA-66EF-6E81F08482D2}"/>
                    </a:ext>
                  </a:extLst>
                </p:cNvPr>
                <p:cNvSpPr/>
                <p:nvPr/>
              </p:nvSpPr>
              <p:spPr>
                <a:xfrm>
                  <a:off x="4577915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7" name="pg3677">
                  <a:extLst>
                    <a:ext uri="{FF2B5EF4-FFF2-40B4-BE49-F238E27FC236}">
                      <a16:creationId xmlns:a16="http://schemas.microsoft.com/office/drawing/2014/main" id="{F5850280-D77A-986E-1AB0-F7BF480808D7}"/>
                    </a:ext>
                  </a:extLst>
                </p:cNvPr>
                <p:cNvSpPr/>
                <p:nvPr/>
              </p:nvSpPr>
              <p:spPr>
                <a:xfrm>
                  <a:off x="4589552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8" name="pg3678">
                  <a:extLst>
                    <a:ext uri="{FF2B5EF4-FFF2-40B4-BE49-F238E27FC236}">
                      <a16:creationId xmlns:a16="http://schemas.microsoft.com/office/drawing/2014/main" id="{848DA70C-5C34-30C6-E319-419049E40EC2}"/>
                    </a:ext>
                  </a:extLst>
                </p:cNvPr>
                <p:cNvSpPr/>
                <p:nvPr/>
              </p:nvSpPr>
              <p:spPr>
                <a:xfrm>
                  <a:off x="4601190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79" name="pg3679">
                  <a:extLst>
                    <a:ext uri="{FF2B5EF4-FFF2-40B4-BE49-F238E27FC236}">
                      <a16:creationId xmlns:a16="http://schemas.microsoft.com/office/drawing/2014/main" id="{1FEC2A92-5006-3E19-E0A7-0D49BE10F5C2}"/>
                    </a:ext>
                  </a:extLst>
                </p:cNvPr>
                <p:cNvSpPr/>
                <p:nvPr/>
              </p:nvSpPr>
              <p:spPr>
                <a:xfrm>
                  <a:off x="4682651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0" name="pg3680">
                  <a:extLst>
                    <a:ext uri="{FF2B5EF4-FFF2-40B4-BE49-F238E27FC236}">
                      <a16:creationId xmlns:a16="http://schemas.microsoft.com/office/drawing/2014/main" id="{8BF977B7-BDB6-13BE-0AA0-23781033BFF6}"/>
                    </a:ext>
                  </a:extLst>
                </p:cNvPr>
                <p:cNvSpPr/>
                <p:nvPr/>
              </p:nvSpPr>
              <p:spPr>
                <a:xfrm>
                  <a:off x="4694288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1" name="pg3681">
                  <a:extLst>
                    <a:ext uri="{FF2B5EF4-FFF2-40B4-BE49-F238E27FC236}">
                      <a16:creationId xmlns:a16="http://schemas.microsoft.com/office/drawing/2014/main" id="{49124E31-F7D1-7DC1-98EF-58A4CE689DD6}"/>
                    </a:ext>
                  </a:extLst>
                </p:cNvPr>
                <p:cNvSpPr/>
                <p:nvPr/>
              </p:nvSpPr>
              <p:spPr>
                <a:xfrm>
                  <a:off x="4705925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2" name="pg3682">
                  <a:extLst>
                    <a:ext uri="{FF2B5EF4-FFF2-40B4-BE49-F238E27FC236}">
                      <a16:creationId xmlns:a16="http://schemas.microsoft.com/office/drawing/2014/main" id="{408D9394-F63A-861B-41C2-6A4E194093EF}"/>
                    </a:ext>
                  </a:extLst>
                </p:cNvPr>
                <p:cNvSpPr/>
                <p:nvPr/>
              </p:nvSpPr>
              <p:spPr>
                <a:xfrm>
                  <a:off x="4717563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3" name="pg3683">
                  <a:extLst>
                    <a:ext uri="{FF2B5EF4-FFF2-40B4-BE49-F238E27FC236}">
                      <a16:creationId xmlns:a16="http://schemas.microsoft.com/office/drawing/2014/main" id="{B93D054C-978C-1241-9AE0-8BED950D7851}"/>
                    </a:ext>
                  </a:extLst>
                </p:cNvPr>
                <p:cNvSpPr/>
                <p:nvPr/>
              </p:nvSpPr>
              <p:spPr>
                <a:xfrm>
                  <a:off x="4729200" y="528191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4" name="pg3684">
                  <a:extLst>
                    <a:ext uri="{FF2B5EF4-FFF2-40B4-BE49-F238E27FC236}">
                      <a16:creationId xmlns:a16="http://schemas.microsoft.com/office/drawing/2014/main" id="{DE349047-07D6-A683-EE08-121F067D8F3E}"/>
                    </a:ext>
                  </a:extLst>
                </p:cNvPr>
                <p:cNvSpPr/>
                <p:nvPr/>
              </p:nvSpPr>
              <p:spPr>
                <a:xfrm>
                  <a:off x="2890502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BAC">
                    <a:alpha val="100000"/>
                  </a:srgbClr>
                </a:solidFill>
                <a:ln w="5420" cap="flat">
                  <a:solidFill>
                    <a:srgbClr val="5ECB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5" name="pg3685">
                  <a:extLst>
                    <a:ext uri="{FF2B5EF4-FFF2-40B4-BE49-F238E27FC236}">
                      <a16:creationId xmlns:a16="http://schemas.microsoft.com/office/drawing/2014/main" id="{1265D2B0-9A5A-6A65-10AA-1C6238F6E8CC}"/>
                    </a:ext>
                  </a:extLst>
                </p:cNvPr>
                <p:cNvSpPr/>
                <p:nvPr/>
              </p:nvSpPr>
              <p:spPr>
                <a:xfrm>
                  <a:off x="2902139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6" name="pg3686">
                  <a:extLst>
                    <a:ext uri="{FF2B5EF4-FFF2-40B4-BE49-F238E27FC236}">
                      <a16:creationId xmlns:a16="http://schemas.microsoft.com/office/drawing/2014/main" id="{FC0520B9-A1FE-2FC8-CB8D-3E19EBA32C56}"/>
                    </a:ext>
                  </a:extLst>
                </p:cNvPr>
                <p:cNvSpPr/>
                <p:nvPr/>
              </p:nvSpPr>
              <p:spPr>
                <a:xfrm>
                  <a:off x="2913777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7" name="pg3687">
                  <a:extLst>
                    <a:ext uri="{FF2B5EF4-FFF2-40B4-BE49-F238E27FC236}">
                      <a16:creationId xmlns:a16="http://schemas.microsoft.com/office/drawing/2014/main" id="{9C537262-201D-3AB2-E4BB-2DCB3581A379}"/>
                    </a:ext>
                  </a:extLst>
                </p:cNvPr>
                <p:cNvSpPr/>
                <p:nvPr/>
              </p:nvSpPr>
              <p:spPr>
                <a:xfrm>
                  <a:off x="2925414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ECAAC">
                    <a:alpha val="100000"/>
                  </a:srgbClr>
                </a:solidFill>
                <a:ln w="5420" cap="flat">
                  <a:solidFill>
                    <a:srgbClr val="5E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8" name="pg3688">
                  <a:extLst>
                    <a:ext uri="{FF2B5EF4-FFF2-40B4-BE49-F238E27FC236}">
                      <a16:creationId xmlns:a16="http://schemas.microsoft.com/office/drawing/2014/main" id="{C3B7B3C9-F168-0B38-15C5-C06A855257C6}"/>
                    </a:ext>
                  </a:extLst>
                </p:cNvPr>
                <p:cNvSpPr/>
                <p:nvPr/>
              </p:nvSpPr>
              <p:spPr>
                <a:xfrm>
                  <a:off x="4531366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6A9AA">
                    <a:alpha val="100000"/>
                  </a:srgbClr>
                </a:solidFill>
                <a:ln w="5420" cap="flat">
                  <a:solidFill>
                    <a:srgbClr val="46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89" name="pg3689">
                  <a:extLst>
                    <a:ext uri="{FF2B5EF4-FFF2-40B4-BE49-F238E27FC236}">
                      <a16:creationId xmlns:a16="http://schemas.microsoft.com/office/drawing/2014/main" id="{0DB78089-7305-52E5-31FA-A1D9B8A8E4A0}"/>
                    </a:ext>
                  </a:extLst>
                </p:cNvPr>
                <p:cNvSpPr/>
                <p:nvPr/>
              </p:nvSpPr>
              <p:spPr>
                <a:xfrm>
                  <a:off x="4543003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0" name="pg3690">
                  <a:extLst>
                    <a:ext uri="{FF2B5EF4-FFF2-40B4-BE49-F238E27FC236}">
                      <a16:creationId xmlns:a16="http://schemas.microsoft.com/office/drawing/2014/main" id="{D6629B8E-162B-BF05-C71F-1FBFF25D6280}"/>
                    </a:ext>
                  </a:extLst>
                </p:cNvPr>
                <p:cNvSpPr/>
                <p:nvPr/>
              </p:nvSpPr>
              <p:spPr>
                <a:xfrm>
                  <a:off x="4554640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1" name="pg3691">
                  <a:extLst>
                    <a:ext uri="{FF2B5EF4-FFF2-40B4-BE49-F238E27FC236}">
                      <a16:creationId xmlns:a16="http://schemas.microsoft.com/office/drawing/2014/main" id="{0AEEE7EB-F254-6B32-CEFD-358BD6BE8781}"/>
                    </a:ext>
                  </a:extLst>
                </p:cNvPr>
                <p:cNvSpPr/>
                <p:nvPr/>
              </p:nvSpPr>
              <p:spPr>
                <a:xfrm>
                  <a:off x="4566278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2" name="pg3692">
                  <a:extLst>
                    <a:ext uri="{FF2B5EF4-FFF2-40B4-BE49-F238E27FC236}">
                      <a16:creationId xmlns:a16="http://schemas.microsoft.com/office/drawing/2014/main" id="{001B344B-C241-4B44-A4EE-AACEFDD3DC02}"/>
                    </a:ext>
                  </a:extLst>
                </p:cNvPr>
                <p:cNvSpPr/>
                <p:nvPr/>
              </p:nvSpPr>
              <p:spPr>
                <a:xfrm>
                  <a:off x="4577915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3" name="pg3693">
                  <a:extLst>
                    <a:ext uri="{FF2B5EF4-FFF2-40B4-BE49-F238E27FC236}">
                      <a16:creationId xmlns:a16="http://schemas.microsoft.com/office/drawing/2014/main" id="{A9CB748F-B50C-AEEC-12C8-1BEB413C43A8}"/>
                    </a:ext>
                  </a:extLst>
                </p:cNvPr>
                <p:cNvSpPr/>
                <p:nvPr/>
              </p:nvSpPr>
              <p:spPr>
                <a:xfrm>
                  <a:off x="4589552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4" name="pg3694">
                  <a:extLst>
                    <a:ext uri="{FF2B5EF4-FFF2-40B4-BE49-F238E27FC236}">
                      <a16:creationId xmlns:a16="http://schemas.microsoft.com/office/drawing/2014/main" id="{77AF8182-23CD-8E51-8069-F4BF9C8A3A7B}"/>
                    </a:ext>
                  </a:extLst>
                </p:cNvPr>
                <p:cNvSpPr/>
                <p:nvPr/>
              </p:nvSpPr>
              <p:spPr>
                <a:xfrm>
                  <a:off x="4601190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5" name="pg3695">
                  <a:extLst>
                    <a:ext uri="{FF2B5EF4-FFF2-40B4-BE49-F238E27FC236}">
                      <a16:creationId xmlns:a16="http://schemas.microsoft.com/office/drawing/2014/main" id="{50BF8AEF-64A6-E86C-955C-0CD222D8F592}"/>
                    </a:ext>
                  </a:extLst>
                </p:cNvPr>
                <p:cNvSpPr/>
                <p:nvPr/>
              </p:nvSpPr>
              <p:spPr>
                <a:xfrm>
                  <a:off x="4682651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6" name="pg3696">
                  <a:extLst>
                    <a:ext uri="{FF2B5EF4-FFF2-40B4-BE49-F238E27FC236}">
                      <a16:creationId xmlns:a16="http://schemas.microsoft.com/office/drawing/2014/main" id="{7668F0D9-8607-5731-2C9B-B41C2D505323}"/>
                    </a:ext>
                  </a:extLst>
                </p:cNvPr>
                <p:cNvSpPr/>
                <p:nvPr/>
              </p:nvSpPr>
              <p:spPr>
                <a:xfrm>
                  <a:off x="4694288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7" name="pg3697">
                  <a:extLst>
                    <a:ext uri="{FF2B5EF4-FFF2-40B4-BE49-F238E27FC236}">
                      <a16:creationId xmlns:a16="http://schemas.microsoft.com/office/drawing/2014/main" id="{559849E5-1100-2CEB-D770-C2B446AD7B32}"/>
                    </a:ext>
                  </a:extLst>
                </p:cNvPr>
                <p:cNvSpPr/>
                <p:nvPr/>
              </p:nvSpPr>
              <p:spPr>
                <a:xfrm>
                  <a:off x="4705925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8" name="pg3698">
                  <a:extLst>
                    <a:ext uri="{FF2B5EF4-FFF2-40B4-BE49-F238E27FC236}">
                      <a16:creationId xmlns:a16="http://schemas.microsoft.com/office/drawing/2014/main" id="{97CDD095-5480-8B8E-B557-1916A67626F8}"/>
                    </a:ext>
                  </a:extLst>
                </p:cNvPr>
                <p:cNvSpPr/>
                <p:nvPr/>
              </p:nvSpPr>
              <p:spPr>
                <a:xfrm>
                  <a:off x="4717563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699" name="pg3699">
                  <a:extLst>
                    <a:ext uri="{FF2B5EF4-FFF2-40B4-BE49-F238E27FC236}">
                      <a16:creationId xmlns:a16="http://schemas.microsoft.com/office/drawing/2014/main" id="{898C82BE-3B25-5F83-8FCB-1A2171D2105F}"/>
                    </a:ext>
                  </a:extLst>
                </p:cNvPr>
                <p:cNvSpPr/>
                <p:nvPr/>
              </p:nvSpPr>
              <p:spPr>
                <a:xfrm>
                  <a:off x="4729200" y="52962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0" name="pg3700">
                  <a:extLst>
                    <a:ext uri="{FF2B5EF4-FFF2-40B4-BE49-F238E27FC236}">
                      <a16:creationId xmlns:a16="http://schemas.microsoft.com/office/drawing/2014/main" id="{A9FFFBCA-A7F7-B715-870E-EDF7BD889CC0}"/>
                    </a:ext>
                  </a:extLst>
                </p:cNvPr>
                <p:cNvSpPr/>
                <p:nvPr/>
              </p:nvSpPr>
              <p:spPr>
                <a:xfrm>
                  <a:off x="2878865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1" name="pg3701">
                  <a:extLst>
                    <a:ext uri="{FF2B5EF4-FFF2-40B4-BE49-F238E27FC236}">
                      <a16:creationId xmlns:a16="http://schemas.microsoft.com/office/drawing/2014/main" id="{577DD33C-EBD2-C2FB-C5E9-CA18353D3781}"/>
                    </a:ext>
                  </a:extLst>
                </p:cNvPr>
                <p:cNvSpPr/>
                <p:nvPr/>
              </p:nvSpPr>
              <p:spPr>
                <a:xfrm>
                  <a:off x="2890502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2" name="pg3702">
                  <a:extLst>
                    <a:ext uri="{FF2B5EF4-FFF2-40B4-BE49-F238E27FC236}">
                      <a16:creationId xmlns:a16="http://schemas.microsoft.com/office/drawing/2014/main" id="{7B171F12-CF21-0A9A-19FF-C4A4CE91706C}"/>
                    </a:ext>
                  </a:extLst>
                </p:cNvPr>
                <p:cNvSpPr/>
                <p:nvPr/>
              </p:nvSpPr>
              <p:spPr>
                <a:xfrm>
                  <a:off x="2902139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3" name="pg3703">
                  <a:extLst>
                    <a:ext uri="{FF2B5EF4-FFF2-40B4-BE49-F238E27FC236}">
                      <a16:creationId xmlns:a16="http://schemas.microsoft.com/office/drawing/2014/main" id="{F6DE211F-343D-41C6-57D6-BD3E5F1FA946}"/>
                    </a:ext>
                  </a:extLst>
                </p:cNvPr>
                <p:cNvSpPr/>
                <p:nvPr/>
              </p:nvSpPr>
              <p:spPr>
                <a:xfrm>
                  <a:off x="2913777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4" name="pg3704">
                  <a:extLst>
                    <a:ext uri="{FF2B5EF4-FFF2-40B4-BE49-F238E27FC236}">
                      <a16:creationId xmlns:a16="http://schemas.microsoft.com/office/drawing/2014/main" id="{F924BDAE-1629-B652-2ABA-16F3D32A42C0}"/>
                    </a:ext>
                  </a:extLst>
                </p:cNvPr>
                <p:cNvSpPr/>
                <p:nvPr/>
              </p:nvSpPr>
              <p:spPr>
                <a:xfrm>
                  <a:off x="2925414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AAC">
                    <a:alpha val="100000"/>
                  </a:srgbClr>
                </a:solidFill>
                <a:ln w="5420" cap="flat">
                  <a:solidFill>
                    <a:srgbClr val="5DCA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5" name="pg3705">
                  <a:extLst>
                    <a:ext uri="{FF2B5EF4-FFF2-40B4-BE49-F238E27FC236}">
                      <a16:creationId xmlns:a16="http://schemas.microsoft.com/office/drawing/2014/main" id="{9B306F84-A913-37CA-CB25-4CF22417D15E}"/>
                    </a:ext>
                  </a:extLst>
                </p:cNvPr>
                <p:cNvSpPr/>
                <p:nvPr/>
              </p:nvSpPr>
              <p:spPr>
                <a:xfrm>
                  <a:off x="4543003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9AA">
                    <a:alpha val="100000"/>
                  </a:srgbClr>
                </a:solidFill>
                <a:ln w="5420" cap="flat">
                  <a:solidFill>
                    <a:srgbClr val="45A9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6" name="pg3706">
                  <a:extLst>
                    <a:ext uri="{FF2B5EF4-FFF2-40B4-BE49-F238E27FC236}">
                      <a16:creationId xmlns:a16="http://schemas.microsoft.com/office/drawing/2014/main" id="{0A205E88-836A-57C6-4623-3759890AC018}"/>
                    </a:ext>
                  </a:extLst>
                </p:cNvPr>
                <p:cNvSpPr/>
                <p:nvPr/>
              </p:nvSpPr>
              <p:spPr>
                <a:xfrm>
                  <a:off x="4554640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7" name="pg3707">
                  <a:extLst>
                    <a:ext uri="{FF2B5EF4-FFF2-40B4-BE49-F238E27FC236}">
                      <a16:creationId xmlns:a16="http://schemas.microsoft.com/office/drawing/2014/main" id="{E55235CA-966C-64D8-84F3-5EB04F2DDD77}"/>
                    </a:ext>
                  </a:extLst>
                </p:cNvPr>
                <p:cNvSpPr/>
                <p:nvPr/>
              </p:nvSpPr>
              <p:spPr>
                <a:xfrm>
                  <a:off x="4566278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8" name="pg3708">
                  <a:extLst>
                    <a:ext uri="{FF2B5EF4-FFF2-40B4-BE49-F238E27FC236}">
                      <a16:creationId xmlns:a16="http://schemas.microsoft.com/office/drawing/2014/main" id="{96117740-E1D0-27DF-009F-02246BF72B8A}"/>
                    </a:ext>
                  </a:extLst>
                </p:cNvPr>
                <p:cNvSpPr/>
                <p:nvPr/>
              </p:nvSpPr>
              <p:spPr>
                <a:xfrm>
                  <a:off x="4577915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09" name="pg3709">
                  <a:extLst>
                    <a:ext uri="{FF2B5EF4-FFF2-40B4-BE49-F238E27FC236}">
                      <a16:creationId xmlns:a16="http://schemas.microsoft.com/office/drawing/2014/main" id="{9CAEDF80-554B-0422-AA6A-BBBE9D2E1AE5}"/>
                    </a:ext>
                  </a:extLst>
                </p:cNvPr>
                <p:cNvSpPr/>
                <p:nvPr/>
              </p:nvSpPr>
              <p:spPr>
                <a:xfrm>
                  <a:off x="4589552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0" name="pg3710">
                  <a:extLst>
                    <a:ext uri="{FF2B5EF4-FFF2-40B4-BE49-F238E27FC236}">
                      <a16:creationId xmlns:a16="http://schemas.microsoft.com/office/drawing/2014/main" id="{90529379-778F-7B75-E3ED-229039F3ED4B}"/>
                    </a:ext>
                  </a:extLst>
                </p:cNvPr>
                <p:cNvSpPr/>
                <p:nvPr/>
              </p:nvSpPr>
              <p:spPr>
                <a:xfrm>
                  <a:off x="4601190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1" name="pg3711">
                  <a:extLst>
                    <a:ext uri="{FF2B5EF4-FFF2-40B4-BE49-F238E27FC236}">
                      <a16:creationId xmlns:a16="http://schemas.microsoft.com/office/drawing/2014/main" id="{9B4680E4-D4E5-6A3B-E7A5-5AD8C73F1916}"/>
                    </a:ext>
                  </a:extLst>
                </p:cNvPr>
                <p:cNvSpPr/>
                <p:nvPr/>
              </p:nvSpPr>
              <p:spPr>
                <a:xfrm>
                  <a:off x="4612827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2" name="pg3712">
                  <a:extLst>
                    <a:ext uri="{FF2B5EF4-FFF2-40B4-BE49-F238E27FC236}">
                      <a16:creationId xmlns:a16="http://schemas.microsoft.com/office/drawing/2014/main" id="{488A69F6-A713-4ECE-A42F-C194E8512D03}"/>
                    </a:ext>
                  </a:extLst>
                </p:cNvPr>
                <p:cNvSpPr/>
                <p:nvPr/>
              </p:nvSpPr>
              <p:spPr>
                <a:xfrm>
                  <a:off x="4671013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3" name="pg3713">
                  <a:extLst>
                    <a:ext uri="{FF2B5EF4-FFF2-40B4-BE49-F238E27FC236}">
                      <a16:creationId xmlns:a16="http://schemas.microsoft.com/office/drawing/2014/main" id="{2C6E4FB6-8BD6-157F-E220-5958A7B26BA4}"/>
                    </a:ext>
                  </a:extLst>
                </p:cNvPr>
                <p:cNvSpPr/>
                <p:nvPr/>
              </p:nvSpPr>
              <p:spPr>
                <a:xfrm>
                  <a:off x="4682651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4" name="pg3714">
                  <a:extLst>
                    <a:ext uri="{FF2B5EF4-FFF2-40B4-BE49-F238E27FC236}">
                      <a16:creationId xmlns:a16="http://schemas.microsoft.com/office/drawing/2014/main" id="{8F214513-0EAD-38C6-ABCC-441A026B962B}"/>
                    </a:ext>
                  </a:extLst>
                </p:cNvPr>
                <p:cNvSpPr/>
                <p:nvPr/>
              </p:nvSpPr>
              <p:spPr>
                <a:xfrm>
                  <a:off x="4694288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4AA">
                    <a:alpha val="100000"/>
                  </a:srgbClr>
                </a:solidFill>
                <a:ln w="5420" cap="flat">
                  <a:solidFill>
                    <a:srgbClr val="42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5" name="pg3715">
                  <a:extLst>
                    <a:ext uri="{FF2B5EF4-FFF2-40B4-BE49-F238E27FC236}">
                      <a16:creationId xmlns:a16="http://schemas.microsoft.com/office/drawing/2014/main" id="{5B0A05CB-E1FD-2FB2-A486-339A69812E84}"/>
                    </a:ext>
                  </a:extLst>
                </p:cNvPr>
                <p:cNvSpPr/>
                <p:nvPr/>
              </p:nvSpPr>
              <p:spPr>
                <a:xfrm>
                  <a:off x="4705925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6" name="pg3716">
                  <a:extLst>
                    <a:ext uri="{FF2B5EF4-FFF2-40B4-BE49-F238E27FC236}">
                      <a16:creationId xmlns:a16="http://schemas.microsoft.com/office/drawing/2014/main" id="{A8CF474C-AE14-97AD-6781-5C01EA366904}"/>
                    </a:ext>
                  </a:extLst>
                </p:cNvPr>
                <p:cNvSpPr/>
                <p:nvPr/>
              </p:nvSpPr>
              <p:spPr>
                <a:xfrm>
                  <a:off x="4717563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7" name="pg3717">
                  <a:extLst>
                    <a:ext uri="{FF2B5EF4-FFF2-40B4-BE49-F238E27FC236}">
                      <a16:creationId xmlns:a16="http://schemas.microsoft.com/office/drawing/2014/main" id="{0C6693A2-5436-FF7A-46FF-E5E14A47FDA6}"/>
                    </a:ext>
                  </a:extLst>
                </p:cNvPr>
                <p:cNvSpPr/>
                <p:nvPr/>
              </p:nvSpPr>
              <p:spPr>
                <a:xfrm>
                  <a:off x="4729200" y="531052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8" name="pg3718">
                  <a:extLst>
                    <a:ext uri="{FF2B5EF4-FFF2-40B4-BE49-F238E27FC236}">
                      <a16:creationId xmlns:a16="http://schemas.microsoft.com/office/drawing/2014/main" id="{5683AA50-4F73-3B29-CA85-67BF09E4E18A}"/>
                    </a:ext>
                  </a:extLst>
                </p:cNvPr>
                <p:cNvSpPr/>
                <p:nvPr/>
              </p:nvSpPr>
              <p:spPr>
                <a:xfrm>
                  <a:off x="2878865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19" name="pg3719">
                  <a:extLst>
                    <a:ext uri="{FF2B5EF4-FFF2-40B4-BE49-F238E27FC236}">
                      <a16:creationId xmlns:a16="http://schemas.microsoft.com/office/drawing/2014/main" id="{8F6B8569-AF7E-64D2-4C43-797A9B06A6DB}"/>
                    </a:ext>
                  </a:extLst>
                </p:cNvPr>
                <p:cNvSpPr/>
                <p:nvPr/>
              </p:nvSpPr>
              <p:spPr>
                <a:xfrm>
                  <a:off x="2890502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0" name="pg3720">
                  <a:extLst>
                    <a:ext uri="{FF2B5EF4-FFF2-40B4-BE49-F238E27FC236}">
                      <a16:creationId xmlns:a16="http://schemas.microsoft.com/office/drawing/2014/main" id="{44784C22-C5AB-30C9-A6F0-B2C678C4285D}"/>
                    </a:ext>
                  </a:extLst>
                </p:cNvPr>
                <p:cNvSpPr/>
                <p:nvPr/>
              </p:nvSpPr>
              <p:spPr>
                <a:xfrm>
                  <a:off x="2902139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1" name="pg3721">
                  <a:extLst>
                    <a:ext uri="{FF2B5EF4-FFF2-40B4-BE49-F238E27FC236}">
                      <a16:creationId xmlns:a16="http://schemas.microsoft.com/office/drawing/2014/main" id="{7361F27C-942B-6B48-8FBA-1FC1EE1D07D6}"/>
                    </a:ext>
                  </a:extLst>
                </p:cNvPr>
                <p:cNvSpPr/>
                <p:nvPr/>
              </p:nvSpPr>
              <p:spPr>
                <a:xfrm>
                  <a:off x="2913777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2" name="pg3722">
                  <a:extLst>
                    <a:ext uri="{FF2B5EF4-FFF2-40B4-BE49-F238E27FC236}">
                      <a16:creationId xmlns:a16="http://schemas.microsoft.com/office/drawing/2014/main" id="{E8C6D3D3-5E77-F1D3-FE4A-57384C6BA981}"/>
                    </a:ext>
                  </a:extLst>
                </p:cNvPr>
                <p:cNvSpPr/>
                <p:nvPr/>
              </p:nvSpPr>
              <p:spPr>
                <a:xfrm>
                  <a:off x="2925414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3" name="pg3723">
                  <a:extLst>
                    <a:ext uri="{FF2B5EF4-FFF2-40B4-BE49-F238E27FC236}">
                      <a16:creationId xmlns:a16="http://schemas.microsoft.com/office/drawing/2014/main" id="{246A81BA-D93E-7E67-4D6A-5E5D8587649B}"/>
                    </a:ext>
                  </a:extLst>
                </p:cNvPr>
                <p:cNvSpPr/>
                <p:nvPr/>
              </p:nvSpPr>
              <p:spPr>
                <a:xfrm>
                  <a:off x="4566278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5A8AA">
                    <a:alpha val="100000"/>
                  </a:srgbClr>
                </a:solidFill>
                <a:ln w="5420" cap="flat">
                  <a:solidFill>
                    <a:srgbClr val="45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4" name="pg3724">
                  <a:extLst>
                    <a:ext uri="{FF2B5EF4-FFF2-40B4-BE49-F238E27FC236}">
                      <a16:creationId xmlns:a16="http://schemas.microsoft.com/office/drawing/2014/main" id="{795191A3-C1A5-F56F-5CF9-6FDEA6E1F250}"/>
                    </a:ext>
                  </a:extLst>
                </p:cNvPr>
                <p:cNvSpPr/>
                <p:nvPr/>
              </p:nvSpPr>
              <p:spPr>
                <a:xfrm>
                  <a:off x="4577915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5" name="pg3725">
                  <a:extLst>
                    <a:ext uri="{FF2B5EF4-FFF2-40B4-BE49-F238E27FC236}">
                      <a16:creationId xmlns:a16="http://schemas.microsoft.com/office/drawing/2014/main" id="{3F0178F2-5ADE-B9B7-A671-EE49F2693A0D}"/>
                    </a:ext>
                  </a:extLst>
                </p:cNvPr>
                <p:cNvSpPr/>
                <p:nvPr/>
              </p:nvSpPr>
              <p:spPr>
                <a:xfrm>
                  <a:off x="4589552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6" name="pg3726">
                  <a:extLst>
                    <a:ext uri="{FF2B5EF4-FFF2-40B4-BE49-F238E27FC236}">
                      <a16:creationId xmlns:a16="http://schemas.microsoft.com/office/drawing/2014/main" id="{83DBAD5F-7FE3-D481-E7C9-4EF93D192B83}"/>
                    </a:ext>
                  </a:extLst>
                </p:cNvPr>
                <p:cNvSpPr/>
                <p:nvPr/>
              </p:nvSpPr>
              <p:spPr>
                <a:xfrm>
                  <a:off x="4601190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7" name="pg3727">
                  <a:extLst>
                    <a:ext uri="{FF2B5EF4-FFF2-40B4-BE49-F238E27FC236}">
                      <a16:creationId xmlns:a16="http://schemas.microsoft.com/office/drawing/2014/main" id="{8331D9B4-830C-FC98-49E3-0BD5643547CC}"/>
                    </a:ext>
                  </a:extLst>
                </p:cNvPr>
                <p:cNvSpPr/>
                <p:nvPr/>
              </p:nvSpPr>
              <p:spPr>
                <a:xfrm>
                  <a:off x="4612827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8" name="pg3728">
                  <a:extLst>
                    <a:ext uri="{FF2B5EF4-FFF2-40B4-BE49-F238E27FC236}">
                      <a16:creationId xmlns:a16="http://schemas.microsoft.com/office/drawing/2014/main" id="{BD289F06-651C-0E4A-44AA-DCBDCC0F012E}"/>
                    </a:ext>
                  </a:extLst>
                </p:cNvPr>
                <p:cNvSpPr/>
                <p:nvPr/>
              </p:nvSpPr>
              <p:spPr>
                <a:xfrm>
                  <a:off x="4671013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29" name="pg3729">
                  <a:extLst>
                    <a:ext uri="{FF2B5EF4-FFF2-40B4-BE49-F238E27FC236}">
                      <a16:creationId xmlns:a16="http://schemas.microsoft.com/office/drawing/2014/main" id="{B11942F9-CA75-5CFA-D164-F08BA30180BD}"/>
                    </a:ext>
                  </a:extLst>
                </p:cNvPr>
                <p:cNvSpPr/>
                <p:nvPr/>
              </p:nvSpPr>
              <p:spPr>
                <a:xfrm>
                  <a:off x="4682651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0" name="pg3730">
                  <a:extLst>
                    <a:ext uri="{FF2B5EF4-FFF2-40B4-BE49-F238E27FC236}">
                      <a16:creationId xmlns:a16="http://schemas.microsoft.com/office/drawing/2014/main" id="{071A92FC-01B3-E1C9-568C-20B086A4E65F}"/>
                    </a:ext>
                  </a:extLst>
                </p:cNvPr>
                <p:cNvSpPr/>
                <p:nvPr/>
              </p:nvSpPr>
              <p:spPr>
                <a:xfrm>
                  <a:off x="4694288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1" name="pg3731">
                  <a:extLst>
                    <a:ext uri="{FF2B5EF4-FFF2-40B4-BE49-F238E27FC236}">
                      <a16:creationId xmlns:a16="http://schemas.microsoft.com/office/drawing/2014/main" id="{D819223C-5739-EC60-A92D-1C1945ED7EFB}"/>
                    </a:ext>
                  </a:extLst>
                </p:cNvPr>
                <p:cNvSpPr/>
                <p:nvPr/>
              </p:nvSpPr>
              <p:spPr>
                <a:xfrm>
                  <a:off x="4705925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2" name="pg3732">
                  <a:extLst>
                    <a:ext uri="{FF2B5EF4-FFF2-40B4-BE49-F238E27FC236}">
                      <a16:creationId xmlns:a16="http://schemas.microsoft.com/office/drawing/2014/main" id="{57D47516-7B20-FE95-F510-F15E72277288}"/>
                    </a:ext>
                  </a:extLst>
                </p:cNvPr>
                <p:cNvSpPr/>
                <p:nvPr/>
              </p:nvSpPr>
              <p:spPr>
                <a:xfrm>
                  <a:off x="4717563" y="532482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3" name="pg3733">
                  <a:extLst>
                    <a:ext uri="{FF2B5EF4-FFF2-40B4-BE49-F238E27FC236}">
                      <a16:creationId xmlns:a16="http://schemas.microsoft.com/office/drawing/2014/main" id="{A541F422-9551-2E21-3686-53CF7C32435A}"/>
                    </a:ext>
                  </a:extLst>
                </p:cNvPr>
                <p:cNvSpPr/>
                <p:nvPr/>
              </p:nvSpPr>
              <p:spPr>
                <a:xfrm>
                  <a:off x="2867227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4" name="pg3734">
                  <a:extLst>
                    <a:ext uri="{FF2B5EF4-FFF2-40B4-BE49-F238E27FC236}">
                      <a16:creationId xmlns:a16="http://schemas.microsoft.com/office/drawing/2014/main" id="{C033E9A3-61D5-E377-5691-BC7302803B8B}"/>
                    </a:ext>
                  </a:extLst>
                </p:cNvPr>
                <p:cNvSpPr/>
                <p:nvPr/>
              </p:nvSpPr>
              <p:spPr>
                <a:xfrm>
                  <a:off x="2878865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9AC">
                    <a:alpha val="100000"/>
                  </a:srgbClr>
                </a:solidFill>
                <a:ln w="5420" cap="flat">
                  <a:solidFill>
                    <a:srgbClr val="5DC9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5" name="pg3735">
                  <a:extLst>
                    <a:ext uri="{FF2B5EF4-FFF2-40B4-BE49-F238E27FC236}">
                      <a16:creationId xmlns:a16="http://schemas.microsoft.com/office/drawing/2014/main" id="{440238E2-E8DE-0002-A06E-6721BF756BCA}"/>
                    </a:ext>
                  </a:extLst>
                </p:cNvPr>
                <p:cNvSpPr/>
                <p:nvPr/>
              </p:nvSpPr>
              <p:spPr>
                <a:xfrm>
                  <a:off x="2890502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DC8AC">
                    <a:alpha val="100000"/>
                  </a:srgbClr>
                </a:solidFill>
                <a:ln w="5420" cap="flat">
                  <a:solidFill>
                    <a:srgbClr val="5D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6" name="pg3736">
                  <a:extLst>
                    <a:ext uri="{FF2B5EF4-FFF2-40B4-BE49-F238E27FC236}">
                      <a16:creationId xmlns:a16="http://schemas.microsoft.com/office/drawing/2014/main" id="{17D4E79B-1FDE-24DA-0668-314837799893}"/>
                    </a:ext>
                  </a:extLst>
                </p:cNvPr>
                <p:cNvSpPr/>
                <p:nvPr/>
              </p:nvSpPr>
              <p:spPr>
                <a:xfrm>
                  <a:off x="2902139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7" name="pg3737">
                  <a:extLst>
                    <a:ext uri="{FF2B5EF4-FFF2-40B4-BE49-F238E27FC236}">
                      <a16:creationId xmlns:a16="http://schemas.microsoft.com/office/drawing/2014/main" id="{E89B22AF-CCD4-7BD3-61B8-BE2FF82658D8}"/>
                    </a:ext>
                  </a:extLst>
                </p:cNvPr>
                <p:cNvSpPr/>
                <p:nvPr/>
              </p:nvSpPr>
              <p:spPr>
                <a:xfrm>
                  <a:off x="2913777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8" name="pg3738">
                  <a:extLst>
                    <a:ext uri="{FF2B5EF4-FFF2-40B4-BE49-F238E27FC236}">
                      <a16:creationId xmlns:a16="http://schemas.microsoft.com/office/drawing/2014/main" id="{29207AEC-DEB5-A2BD-0FED-23EB6B930262}"/>
                    </a:ext>
                  </a:extLst>
                </p:cNvPr>
                <p:cNvSpPr/>
                <p:nvPr/>
              </p:nvSpPr>
              <p:spPr>
                <a:xfrm>
                  <a:off x="4577915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39" name="pg3739">
                  <a:extLst>
                    <a:ext uri="{FF2B5EF4-FFF2-40B4-BE49-F238E27FC236}">
                      <a16:creationId xmlns:a16="http://schemas.microsoft.com/office/drawing/2014/main" id="{DE059338-50D8-688C-6E94-72372DCF8039}"/>
                    </a:ext>
                  </a:extLst>
                </p:cNvPr>
                <p:cNvSpPr/>
                <p:nvPr/>
              </p:nvSpPr>
              <p:spPr>
                <a:xfrm>
                  <a:off x="4589552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0" name="pg3740">
                  <a:extLst>
                    <a:ext uri="{FF2B5EF4-FFF2-40B4-BE49-F238E27FC236}">
                      <a16:creationId xmlns:a16="http://schemas.microsoft.com/office/drawing/2014/main" id="{49B663EF-32BA-347E-53E4-3A0EE8235E8F}"/>
                    </a:ext>
                  </a:extLst>
                </p:cNvPr>
                <p:cNvSpPr/>
                <p:nvPr/>
              </p:nvSpPr>
              <p:spPr>
                <a:xfrm>
                  <a:off x="4601190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1" name="pg3741">
                  <a:extLst>
                    <a:ext uri="{FF2B5EF4-FFF2-40B4-BE49-F238E27FC236}">
                      <a16:creationId xmlns:a16="http://schemas.microsoft.com/office/drawing/2014/main" id="{EB8FF6A6-E3C2-0D5F-FB30-9825DE95CD68}"/>
                    </a:ext>
                  </a:extLst>
                </p:cNvPr>
                <p:cNvSpPr/>
                <p:nvPr/>
              </p:nvSpPr>
              <p:spPr>
                <a:xfrm>
                  <a:off x="4612827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2" name="pg3742">
                  <a:extLst>
                    <a:ext uri="{FF2B5EF4-FFF2-40B4-BE49-F238E27FC236}">
                      <a16:creationId xmlns:a16="http://schemas.microsoft.com/office/drawing/2014/main" id="{0BC8FD71-76BB-8E3A-31F8-E20B5C4CA84B}"/>
                    </a:ext>
                  </a:extLst>
                </p:cNvPr>
                <p:cNvSpPr/>
                <p:nvPr/>
              </p:nvSpPr>
              <p:spPr>
                <a:xfrm>
                  <a:off x="4624464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3" name="pg3743">
                  <a:extLst>
                    <a:ext uri="{FF2B5EF4-FFF2-40B4-BE49-F238E27FC236}">
                      <a16:creationId xmlns:a16="http://schemas.microsoft.com/office/drawing/2014/main" id="{3C3582A5-83B0-DBF7-ABE4-FE972B0C5EFA}"/>
                    </a:ext>
                  </a:extLst>
                </p:cNvPr>
                <p:cNvSpPr/>
                <p:nvPr/>
              </p:nvSpPr>
              <p:spPr>
                <a:xfrm>
                  <a:off x="4636101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4" name="pg3744">
                  <a:extLst>
                    <a:ext uri="{FF2B5EF4-FFF2-40B4-BE49-F238E27FC236}">
                      <a16:creationId xmlns:a16="http://schemas.microsoft.com/office/drawing/2014/main" id="{C0D5A536-DAA3-A3EF-22A7-63A8FBEE37A9}"/>
                    </a:ext>
                  </a:extLst>
                </p:cNvPr>
                <p:cNvSpPr/>
                <p:nvPr/>
              </p:nvSpPr>
              <p:spPr>
                <a:xfrm>
                  <a:off x="4659376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5" name="pg3745">
                  <a:extLst>
                    <a:ext uri="{FF2B5EF4-FFF2-40B4-BE49-F238E27FC236}">
                      <a16:creationId xmlns:a16="http://schemas.microsoft.com/office/drawing/2014/main" id="{AF81CB0C-2E57-9D77-7F9D-4F6F0015448E}"/>
                    </a:ext>
                  </a:extLst>
                </p:cNvPr>
                <p:cNvSpPr/>
                <p:nvPr/>
              </p:nvSpPr>
              <p:spPr>
                <a:xfrm>
                  <a:off x="4671013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6" name="pg3746">
                  <a:extLst>
                    <a:ext uri="{FF2B5EF4-FFF2-40B4-BE49-F238E27FC236}">
                      <a16:creationId xmlns:a16="http://schemas.microsoft.com/office/drawing/2014/main" id="{02F55686-3EB2-6386-B53C-41D21AE6027A}"/>
                    </a:ext>
                  </a:extLst>
                </p:cNvPr>
                <p:cNvSpPr/>
                <p:nvPr/>
              </p:nvSpPr>
              <p:spPr>
                <a:xfrm>
                  <a:off x="4682651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7" name="pg3747">
                  <a:extLst>
                    <a:ext uri="{FF2B5EF4-FFF2-40B4-BE49-F238E27FC236}">
                      <a16:creationId xmlns:a16="http://schemas.microsoft.com/office/drawing/2014/main" id="{9954FBAA-3D34-3F5C-494C-3230E102D923}"/>
                    </a:ext>
                  </a:extLst>
                </p:cNvPr>
                <p:cNvSpPr/>
                <p:nvPr/>
              </p:nvSpPr>
              <p:spPr>
                <a:xfrm>
                  <a:off x="4694288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8" name="pg3748">
                  <a:extLst>
                    <a:ext uri="{FF2B5EF4-FFF2-40B4-BE49-F238E27FC236}">
                      <a16:creationId xmlns:a16="http://schemas.microsoft.com/office/drawing/2014/main" id="{EA685D8D-DAE4-1259-6743-2194465E5E56}"/>
                    </a:ext>
                  </a:extLst>
                </p:cNvPr>
                <p:cNvSpPr/>
                <p:nvPr/>
              </p:nvSpPr>
              <p:spPr>
                <a:xfrm>
                  <a:off x="4705925" y="53391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1A4AA">
                    <a:alpha val="100000"/>
                  </a:srgbClr>
                </a:solidFill>
                <a:ln w="5420" cap="flat">
                  <a:solidFill>
                    <a:srgbClr val="41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49" name="pg3749">
                  <a:extLst>
                    <a:ext uri="{FF2B5EF4-FFF2-40B4-BE49-F238E27FC236}">
                      <a16:creationId xmlns:a16="http://schemas.microsoft.com/office/drawing/2014/main" id="{83B85FF7-B62C-F7D6-4859-686371E6233C}"/>
                    </a:ext>
                  </a:extLst>
                </p:cNvPr>
                <p:cNvSpPr/>
                <p:nvPr/>
              </p:nvSpPr>
              <p:spPr>
                <a:xfrm>
                  <a:off x="2855590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0" name="pg3750">
                  <a:extLst>
                    <a:ext uri="{FF2B5EF4-FFF2-40B4-BE49-F238E27FC236}">
                      <a16:creationId xmlns:a16="http://schemas.microsoft.com/office/drawing/2014/main" id="{2068E5BF-2360-6D34-F84D-0857047FB02F}"/>
                    </a:ext>
                  </a:extLst>
                </p:cNvPr>
                <p:cNvSpPr/>
                <p:nvPr/>
              </p:nvSpPr>
              <p:spPr>
                <a:xfrm>
                  <a:off x="2867227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1" name="pg3751">
                  <a:extLst>
                    <a:ext uri="{FF2B5EF4-FFF2-40B4-BE49-F238E27FC236}">
                      <a16:creationId xmlns:a16="http://schemas.microsoft.com/office/drawing/2014/main" id="{1CF509C9-9F95-2C6C-EF22-E49FB83605B5}"/>
                    </a:ext>
                  </a:extLst>
                </p:cNvPr>
                <p:cNvSpPr/>
                <p:nvPr/>
              </p:nvSpPr>
              <p:spPr>
                <a:xfrm>
                  <a:off x="2878865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2" name="pg3752">
                  <a:extLst>
                    <a:ext uri="{FF2B5EF4-FFF2-40B4-BE49-F238E27FC236}">
                      <a16:creationId xmlns:a16="http://schemas.microsoft.com/office/drawing/2014/main" id="{8A63CC84-80EA-6BB5-CA67-76A896978CED}"/>
                    </a:ext>
                  </a:extLst>
                </p:cNvPr>
                <p:cNvSpPr/>
                <p:nvPr/>
              </p:nvSpPr>
              <p:spPr>
                <a:xfrm>
                  <a:off x="2890502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3" name="pg3753">
                  <a:extLst>
                    <a:ext uri="{FF2B5EF4-FFF2-40B4-BE49-F238E27FC236}">
                      <a16:creationId xmlns:a16="http://schemas.microsoft.com/office/drawing/2014/main" id="{45B2D963-CA23-FF6D-5DD4-6EBE94D9DCA2}"/>
                    </a:ext>
                  </a:extLst>
                </p:cNvPr>
                <p:cNvSpPr/>
                <p:nvPr/>
              </p:nvSpPr>
              <p:spPr>
                <a:xfrm>
                  <a:off x="2902139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4" name="pg3754">
                  <a:extLst>
                    <a:ext uri="{FF2B5EF4-FFF2-40B4-BE49-F238E27FC236}">
                      <a16:creationId xmlns:a16="http://schemas.microsoft.com/office/drawing/2014/main" id="{FCB0AE61-FB03-88BF-852A-DF46890B5FF6}"/>
                    </a:ext>
                  </a:extLst>
                </p:cNvPr>
                <p:cNvSpPr/>
                <p:nvPr/>
              </p:nvSpPr>
              <p:spPr>
                <a:xfrm>
                  <a:off x="2913777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8AC">
                    <a:alpha val="100000"/>
                  </a:srgbClr>
                </a:solidFill>
                <a:ln w="5420" cap="flat">
                  <a:solidFill>
                    <a:srgbClr val="5CC8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5" name="pg3755">
                  <a:extLst>
                    <a:ext uri="{FF2B5EF4-FFF2-40B4-BE49-F238E27FC236}">
                      <a16:creationId xmlns:a16="http://schemas.microsoft.com/office/drawing/2014/main" id="{ADAA05FF-A405-BE0A-ADD6-C4BACF2348B1}"/>
                    </a:ext>
                  </a:extLst>
                </p:cNvPr>
                <p:cNvSpPr/>
                <p:nvPr/>
              </p:nvSpPr>
              <p:spPr>
                <a:xfrm>
                  <a:off x="4577915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6" name="pg3756">
                  <a:extLst>
                    <a:ext uri="{FF2B5EF4-FFF2-40B4-BE49-F238E27FC236}">
                      <a16:creationId xmlns:a16="http://schemas.microsoft.com/office/drawing/2014/main" id="{77AD9BC8-A7B4-3C36-FAAF-B5DE0AA1721D}"/>
                    </a:ext>
                  </a:extLst>
                </p:cNvPr>
                <p:cNvSpPr/>
                <p:nvPr/>
              </p:nvSpPr>
              <p:spPr>
                <a:xfrm>
                  <a:off x="4589552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7" name="pg3757">
                  <a:extLst>
                    <a:ext uri="{FF2B5EF4-FFF2-40B4-BE49-F238E27FC236}">
                      <a16:creationId xmlns:a16="http://schemas.microsoft.com/office/drawing/2014/main" id="{D6FEA4FB-8BC7-9ED7-B3BC-744542BEE21D}"/>
                    </a:ext>
                  </a:extLst>
                </p:cNvPr>
                <p:cNvSpPr/>
                <p:nvPr/>
              </p:nvSpPr>
              <p:spPr>
                <a:xfrm>
                  <a:off x="4601190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8" name="pg3758">
                  <a:extLst>
                    <a:ext uri="{FF2B5EF4-FFF2-40B4-BE49-F238E27FC236}">
                      <a16:creationId xmlns:a16="http://schemas.microsoft.com/office/drawing/2014/main" id="{D588C023-800B-E36B-1965-495AEFB7ED38}"/>
                    </a:ext>
                  </a:extLst>
                </p:cNvPr>
                <p:cNvSpPr/>
                <p:nvPr/>
              </p:nvSpPr>
              <p:spPr>
                <a:xfrm>
                  <a:off x="4612827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59" name="pg3759">
                  <a:extLst>
                    <a:ext uri="{FF2B5EF4-FFF2-40B4-BE49-F238E27FC236}">
                      <a16:creationId xmlns:a16="http://schemas.microsoft.com/office/drawing/2014/main" id="{6AC98FEA-B5FE-9106-02BD-BB1C49C0E68A}"/>
                    </a:ext>
                  </a:extLst>
                </p:cNvPr>
                <p:cNvSpPr/>
                <p:nvPr/>
              </p:nvSpPr>
              <p:spPr>
                <a:xfrm>
                  <a:off x="4624464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0" name="pg3760">
                  <a:extLst>
                    <a:ext uri="{FF2B5EF4-FFF2-40B4-BE49-F238E27FC236}">
                      <a16:creationId xmlns:a16="http://schemas.microsoft.com/office/drawing/2014/main" id="{03D3D8B3-3696-CB6C-21CA-C309122460B1}"/>
                    </a:ext>
                  </a:extLst>
                </p:cNvPr>
                <p:cNvSpPr/>
                <p:nvPr/>
              </p:nvSpPr>
              <p:spPr>
                <a:xfrm>
                  <a:off x="4636101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1" name="pg3761">
                  <a:extLst>
                    <a:ext uri="{FF2B5EF4-FFF2-40B4-BE49-F238E27FC236}">
                      <a16:creationId xmlns:a16="http://schemas.microsoft.com/office/drawing/2014/main" id="{44A30872-7B62-1B90-51F6-E7DFA2F2E9FF}"/>
                    </a:ext>
                  </a:extLst>
                </p:cNvPr>
                <p:cNvSpPr/>
                <p:nvPr/>
              </p:nvSpPr>
              <p:spPr>
                <a:xfrm>
                  <a:off x="4647739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2" name="pg3762">
                  <a:extLst>
                    <a:ext uri="{FF2B5EF4-FFF2-40B4-BE49-F238E27FC236}">
                      <a16:creationId xmlns:a16="http://schemas.microsoft.com/office/drawing/2014/main" id="{D89B6764-1E30-F6D2-45D8-2AE89D580B84}"/>
                    </a:ext>
                  </a:extLst>
                </p:cNvPr>
                <p:cNvSpPr/>
                <p:nvPr/>
              </p:nvSpPr>
              <p:spPr>
                <a:xfrm>
                  <a:off x="4659376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6AA">
                    <a:alpha val="100000"/>
                  </a:srgbClr>
                </a:solidFill>
                <a:ln w="5420" cap="flat">
                  <a:solidFill>
                    <a:srgbClr val="42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3" name="pg3763">
                  <a:extLst>
                    <a:ext uri="{FF2B5EF4-FFF2-40B4-BE49-F238E27FC236}">
                      <a16:creationId xmlns:a16="http://schemas.microsoft.com/office/drawing/2014/main" id="{FBF803D4-805C-3C3E-5E86-DF9F830D7CDF}"/>
                    </a:ext>
                  </a:extLst>
                </p:cNvPr>
                <p:cNvSpPr/>
                <p:nvPr/>
              </p:nvSpPr>
              <p:spPr>
                <a:xfrm>
                  <a:off x="4671013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4" name="pg3764">
                  <a:extLst>
                    <a:ext uri="{FF2B5EF4-FFF2-40B4-BE49-F238E27FC236}">
                      <a16:creationId xmlns:a16="http://schemas.microsoft.com/office/drawing/2014/main" id="{2C1694EC-6FE0-19D3-C305-50CD868F877B}"/>
                    </a:ext>
                  </a:extLst>
                </p:cNvPr>
                <p:cNvSpPr/>
                <p:nvPr/>
              </p:nvSpPr>
              <p:spPr>
                <a:xfrm>
                  <a:off x="4682651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5" name="pg3765">
                  <a:extLst>
                    <a:ext uri="{FF2B5EF4-FFF2-40B4-BE49-F238E27FC236}">
                      <a16:creationId xmlns:a16="http://schemas.microsoft.com/office/drawing/2014/main" id="{8DD942F9-920B-8E75-7BDD-F20F785F092D}"/>
                    </a:ext>
                  </a:extLst>
                </p:cNvPr>
                <p:cNvSpPr/>
                <p:nvPr/>
              </p:nvSpPr>
              <p:spPr>
                <a:xfrm>
                  <a:off x="4694288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6" name="pg3766">
                  <a:extLst>
                    <a:ext uri="{FF2B5EF4-FFF2-40B4-BE49-F238E27FC236}">
                      <a16:creationId xmlns:a16="http://schemas.microsoft.com/office/drawing/2014/main" id="{A12E110A-7EA0-C62B-5F6F-DCED5AFA972F}"/>
                    </a:ext>
                  </a:extLst>
                </p:cNvPr>
                <p:cNvSpPr/>
                <p:nvPr/>
              </p:nvSpPr>
              <p:spPr>
                <a:xfrm>
                  <a:off x="4705925" y="5353422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4AA">
                    <a:alpha val="100000"/>
                  </a:srgbClr>
                </a:solidFill>
                <a:ln w="5420" cap="flat">
                  <a:solidFill>
                    <a:srgbClr val="42A4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7" name="pg3767">
                  <a:extLst>
                    <a:ext uri="{FF2B5EF4-FFF2-40B4-BE49-F238E27FC236}">
                      <a16:creationId xmlns:a16="http://schemas.microsoft.com/office/drawing/2014/main" id="{75FB3570-9B8D-A713-3D69-536E14C5C2B3}"/>
                    </a:ext>
                  </a:extLst>
                </p:cNvPr>
                <p:cNvSpPr/>
                <p:nvPr/>
              </p:nvSpPr>
              <p:spPr>
                <a:xfrm>
                  <a:off x="2855590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8" name="pg3768">
                  <a:extLst>
                    <a:ext uri="{FF2B5EF4-FFF2-40B4-BE49-F238E27FC236}">
                      <a16:creationId xmlns:a16="http://schemas.microsoft.com/office/drawing/2014/main" id="{0F273839-C668-8D4C-BC59-99BABCAF47DA}"/>
                    </a:ext>
                  </a:extLst>
                </p:cNvPr>
                <p:cNvSpPr/>
                <p:nvPr/>
              </p:nvSpPr>
              <p:spPr>
                <a:xfrm>
                  <a:off x="2867227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69" name="pg3769">
                  <a:extLst>
                    <a:ext uri="{FF2B5EF4-FFF2-40B4-BE49-F238E27FC236}">
                      <a16:creationId xmlns:a16="http://schemas.microsoft.com/office/drawing/2014/main" id="{4229FE4B-BF12-C67A-F015-621F7C4FB403}"/>
                    </a:ext>
                  </a:extLst>
                </p:cNvPr>
                <p:cNvSpPr/>
                <p:nvPr/>
              </p:nvSpPr>
              <p:spPr>
                <a:xfrm>
                  <a:off x="2878865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0" name="pg3770">
                  <a:extLst>
                    <a:ext uri="{FF2B5EF4-FFF2-40B4-BE49-F238E27FC236}">
                      <a16:creationId xmlns:a16="http://schemas.microsoft.com/office/drawing/2014/main" id="{53A27528-8B2D-72FE-E3B1-853AEDEF3D9C}"/>
                    </a:ext>
                  </a:extLst>
                </p:cNvPr>
                <p:cNvSpPr/>
                <p:nvPr/>
              </p:nvSpPr>
              <p:spPr>
                <a:xfrm>
                  <a:off x="2890502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1" name="pg3771">
                  <a:extLst>
                    <a:ext uri="{FF2B5EF4-FFF2-40B4-BE49-F238E27FC236}">
                      <a16:creationId xmlns:a16="http://schemas.microsoft.com/office/drawing/2014/main" id="{4AE7C400-65E4-DCED-624E-F256EBE336A6}"/>
                    </a:ext>
                  </a:extLst>
                </p:cNvPr>
                <p:cNvSpPr/>
                <p:nvPr/>
              </p:nvSpPr>
              <p:spPr>
                <a:xfrm>
                  <a:off x="2902139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CC7AC">
                    <a:alpha val="100000"/>
                  </a:srgbClr>
                </a:solidFill>
                <a:ln w="5420" cap="flat">
                  <a:solidFill>
                    <a:srgbClr val="5CC7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2" name="pg3772">
                  <a:extLst>
                    <a:ext uri="{FF2B5EF4-FFF2-40B4-BE49-F238E27FC236}">
                      <a16:creationId xmlns:a16="http://schemas.microsoft.com/office/drawing/2014/main" id="{6A080F2C-FFC3-529C-6002-49E95ADD2858}"/>
                    </a:ext>
                  </a:extLst>
                </p:cNvPr>
                <p:cNvSpPr/>
                <p:nvPr/>
              </p:nvSpPr>
              <p:spPr>
                <a:xfrm>
                  <a:off x="4577915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3" name="pg3773">
                  <a:extLst>
                    <a:ext uri="{FF2B5EF4-FFF2-40B4-BE49-F238E27FC236}">
                      <a16:creationId xmlns:a16="http://schemas.microsoft.com/office/drawing/2014/main" id="{AC3CC41B-744C-0E89-FB88-BF8F959A3BE6}"/>
                    </a:ext>
                  </a:extLst>
                </p:cNvPr>
                <p:cNvSpPr/>
                <p:nvPr/>
              </p:nvSpPr>
              <p:spPr>
                <a:xfrm>
                  <a:off x="4589552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4" name="pg3774">
                  <a:extLst>
                    <a:ext uri="{FF2B5EF4-FFF2-40B4-BE49-F238E27FC236}">
                      <a16:creationId xmlns:a16="http://schemas.microsoft.com/office/drawing/2014/main" id="{1353E5DE-B66B-0FD4-5EDE-FAC20323348B}"/>
                    </a:ext>
                  </a:extLst>
                </p:cNvPr>
                <p:cNvSpPr/>
                <p:nvPr/>
              </p:nvSpPr>
              <p:spPr>
                <a:xfrm>
                  <a:off x="4601190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5" name="pg3775">
                  <a:extLst>
                    <a:ext uri="{FF2B5EF4-FFF2-40B4-BE49-F238E27FC236}">
                      <a16:creationId xmlns:a16="http://schemas.microsoft.com/office/drawing/2014/main" id="{11245185-FE70-4AE0-A865-99B8F2D074A8}"/>
                    </a:ext>
                  </a:extLst>
                </p:cNvPr>
                <p:cNvSpPr/>
                <p:nvPr/>
              </p:nvSpPr>
              <p:spPr>
                <a:xfrm>
                  <a:off x="4612827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6" name="pg3776">
                  <a:extLst>
                    <a:ext uri="{FF2B5EF4-FFF2-40B4-BE49-F238E27FC236}">
                      <a16:creationId xmlns:a16="http://schemas.microsoft.com/office/drawing/2014/main" id="{8117AA42-F371-C156-B4B8-3280B8E84D5F}"/>
                    </a:ext>
                  </a:extLst>
                </p:cNvPr>
                <p:cNvSpPr/>
                <p:nvPr/>
              </p:nvSpPr>
              <p:spPr>
                <a:xfrm>
                  <a:off x="4624464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7AA">
                    <a:alpha val="100000"/>
                  </a:srgbClr>
                </a:solidFill>
                <a:ln w="5420" cap="flat">
                  <a:solidFill>
                    <a:srgbClr val="43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7" name="pg3777">
                  <a:extLst>
                    <a:ext uri="{FF2B5EF4-FFF2-40B4-BE49-F238E27FC236}">
                      <a16:creationId xmlns:a16="http://schemas.microsoft.com/office/drawing/2014/main" id="{4BED1EFC-3AB8-75AB-B214-F7C03E00EF63}"/>
                    </a:ext>
                  </a:extLst>
                </p:cNvPr>
                <p:cNvSpPr/>
                <p:nvPr/>
              </p:nvSpPr>
              <p:spPr>
                <a:xfrm>
                  <a:off x="4636101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8" name="pg3778">
                  <a:extLst>
                    <a:ext uri="{FF2B5EF4-FFF2-40B4-BE49-F238E27FC236}">
                      <a16:creationId xmlns:a16="http://schemas.microsoft.com/office/drawing/2014/main" id="{34BAC066-73BB-8C28-0356-29EC531FA680}"/>
                    </a:ext>
                  </a:extLst>
                </p:cNvPr>
                <p:cNvSpPr/>
                <p:nvPr/>
              </p:nvSpPr>
              <p:spPr>
                <a:xfrm>
                  <a:off x="4647739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79" name="pg3779">
                  <a:extLst>
                    <a:ext uri="{FF2B5EF4-FFF2-40B4-BE49-F238E27FC236}">
                      <a16:creationId xmlns:a16="http://schemas.microsoft.com/office/drawing/2014/main" id="{5E98FB00-985C-990E-1C41-F8841AD6A126}"/>
                    </a:ext>
                  </a:extLst>
                </p:cNvPr>
                <p:cNvSpPr/>
                <p:nvPr/>
              </p:nvSpPr>
              <p:spPr>
                <a:xfrm>
                  <a:off x="4659376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6AA">
                    <a:alpha val="100000"/>
                  </a:srgbClr>
                </a:solidFill>
                <a:ln w="5420" cap="flat">
                  <a:solidFill>
                    <a:srgbClr val="42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0" name="pg3780">
                  <a:extLst>
                    <a:ext uri="{FF2B5EF4-FFF2-40B4-BE49-F238E27FC236}">
                      <a16:creationId xmlns:a16="http://schemas.microsoft.com/office/drawing/2014/main" id="{69678420-82C7-596F-CC44-09101AE2177C}"/>
                    </a:ext>
                  </a:extLst>
                </p:cNvPr>
                <p:cNvSpPr/>
                <p:nvPr/>
              </p:nvSpPr>
              <p:spPr>
                <a:xfrm>
                  <a:off x="4671013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1" name="pg3781">
                  <a:extLst>
                    <a:ext uri="{FF2B5EF4-FFF2-40B4-BE49-F238E27FC236}">
                      <a16:creationId xmlns:a16="http://schemas.microsoft.com/office/drawing/2014/main" id="{1358DBBA-B34B-ADAA-BCC3-9FD2222C2172}"/>
                    </a:ext>
                  </a:extLst>
                </p:cNvPr>
                <p:cNvSpPr/>
                <p:nvPr/>
              </p:nvSpPr>
              <p:spPr>
                <a:xfrm>
                  <a:off x="4682651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2" name="pg3782">
                  <a:extLst>
                    <a:ext uri="{FF2B5EF4-FFF2-40B4-BE49-F238E27FC236}">
                      <a16:creationId xmlns:a16="http://schemas.microsoft.com/office/drawing/2014/main" id="{199117AC-8EBA-6EAD-3CFC-257032B3409F}"/>
                    </a:ext>
                  </a:extLst>
                </p:cNvPr>
                <p:cNvSpPr/>
                <p:nvPr/>
              </p:nvSpPr>
              <p:spPr>
                <a:xfrm>
                  <a:off x="4694288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3" name="pg3783">
                  <a:extLst>
                    <a:ext uri="{FF2B5EF4-FFF2-40B4-BE49-F238E27FC236}">
                      <a16:creationId xmlns:a16="http://schemas.microsoft.com/office/drawing/2014/main" id="{692E7123-B6BD-40CB-8374-F1C5DE63F984}"/>
                    </a:ext>
                  </a:extLst>
                </p:cNvPr>
                <p:cNvSpPr/>
                <p:nvPr/>
              </p:nvSpPr>
              <p:spPr>
                <a:xfrm>
                  <a:off x="4705925" y="53677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4" name="pg3784">
                  <a:extLst>
                    <a:ext uri="{FF2B5EF4-FFF2-40B4-BE49-F238E27FC236}">
                      <a16:creationId xmlns:a16="http://schemas.microsoft.com/office/drawing/2014/main" id="{DCDAB50C-161A-565F-AD5D-038CA2686F62}"/>
                    </a:ext>
                  </a:extLst>
                </p:cNvPr>
                <p:cNvSpPr/>
                <p:nvPr/>
              </p:nvSpPr>
              <p:spPr>
                <a:xfrm>
                  <a:off x="2855590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5" name="pg3785">
                  <a:extLst>
                    <a:ext uri="{FF2B5EF4-FFF2-40B4-BE49-F238E27FC236}">
                      <a16:creationId xmlns:a16="http://schemas.microsoft.com/office/drawing/2014/main" id="{A83C5679-702C-493C-BC1F-92F3DBD8BF79}"/>
                    </a:ext>
                  </a:extLst>
                </p:cNvPr>
                <p:cNvSpPr/>
                <p:nvPr/>
              </p:nvSpPr>
              <p:spPr>
                <a:xfrm>
                  <a:off x="2867227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6" name="pg3786">
                  <a:extLst>
                    <a:ext uri="{FF2B5EF4-FFF2-40B4-BE49-F238E27FC236}">
                      <a16:creationId xmlns:a16="http://schemas.microsoft.com/office/drawing/2014/main" id="{046E13A4-8CA9-F172-C5AD-46B26F8BDFB1}"/>
                    </a:ext>
                  </a:extLst>
                </p:cNvPr>
                <p:cNvSpPr/>
                <p:nvPr/>
              </p:nvSpPr>
              <p:spPr>
                <a:xfrm>
                  <a:off x="2878865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7" name="pg3787">
                  <a:extLst>
                    <a:ext uri="{FF2B5EF4-FFF2-40B4-BE49-F238E27FC236}">
                      <a16:creationId xmlns:a16="http://schemas.microsoft.com/office/drawing/2014/main" id="{05C1A6CB-2884-85F3-1428-85D02BAB8B0A}"/>
                    </a:ext>
                  </a:extLst>
                </p:cNvPr>
                <p:cNvSpPr/>
                <p:nvPr/>
              </p:nvSpPr>
              <p:spPr>
                <a:xfrm>
                  <a:off x="2890502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8" name="pg3788">
                  <a:extLst>
                    <a:ext uri="{FF2B5EF4-FFF2-40B4-BE49-F238E27FC236}">
                      <a16:creationId xmlns:a16="http://schemas.microsoft.com/office/drawing/2014/main" id="{762C1114-2CED-E2F9-25EB-01B5D7556C21}"/>
                    </a:ext>
                  </a:extLst>
                </p:cNvPr>
                <p:cNvSpPr/>
                <p:nvPr/>
              </p:nvSpPr>
              <p:spPr>
                <a:xfrm>
                  <a:off x="2902139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89" name="pg3789">
                  <a:extLst>
                    <a:ext uri="{FF2B5EF4-FFF2-40B4-BE49-F238E27FC236}">
                      <a16:creationId xmlns:a16="http://schemas.microsoft.com/office/drawing/2014/main" id="{80DCC868-CB73-CE3E-82B6-922E78264312}"/>
                    </a:ext>
                  </a:extLst>
                </p:cNvPr>
                <p:cNvSpPr/>
                <p:nvPr/>
              </p:nvSpPr>
              <p:spPr>
                <a:xfrm>
                  <a:off x="4577915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0" name="pg3790">
                  <a:extLst>
                    <a:ext uri="{FF2B5EF4-FFF2-40B4-BE49-F238E27FC236}">
                      <a16:creationId xmlns:a16="http://schemas.microsoft.com/office/drawing/2014/main" id="{5DE5AFC9-8584-88F2-110C-046B6B36BA58}"/>
                    </a:ext>
                  </a:extLst>
                </p:cNvPr>
                <p:cNvSpPr/>
                <p:nvPr/>
              </p:nvSpPr>
              <p:spPr>
                <a:xfrm>
                  <a:off x="4589552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1" name="pg3791">
                  <a:extLst>
                    <a:ext uri="{FF2B5EF4-FFF2-40B4-BE49-F238E27FC236}">
                      <a16:creationId xmlns:a16="http://schemas.microsoft.com/office/drawing/2014/main" id="{AD707783-A04E-6FCC-1899-8526D987AEE2}"/>
                    </a:ext>
                  </a:extLst>
                </p:cNvPr>
                <p:cNvSpPr/>
                <p:nvPr/>
              </p:nvSpPr>
              <p:spPr>
                <a:xfrm>
                  <a:off x="4601190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2" name="pg3792">
                  <a:extLst>
                    <a:ext uri="{FF2B5EF4-FFF2-40B4-BE49-F238E27FC236}">
                      <a16:creationId xmlns:a16="http://schemas.microsoft.com/office/drawing/2014/main" id="{07694629-E7DC-D198-51D4-9CB54CAB5FB9}"/>
                    </a:ext>
                  </a:extLst>
                </p:cNvPr>
                <p:cNvSpPr/>
                <p:nvPr/>
              </p:nvSpPr>
              <p:spPr>
                <a:xfrm>
                  <a:off x="4612827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3" name="pg3793">
                  <a:extLst>
                    <a:ext uri="{FF2B5EF4-FFF2-40B4-BE49-F238E27FC236}">
                      <a16:creationId xmlns:a16="http://schemas.microsoft.com/office/drawing/2014/main" id="{7044478E-8EB5-44F7-4FC5-1271F4CB58A7}"/>
                    </a:ext>
                  </a:extLst>
                </p:cNvPr>
                <p:cNvSpPr/>
                <p:nvPr/>
              </p:nvSpPr>
              <p:spPr>
                <a:xfrm>
                  <a:off x="4624464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4" name="pg3794">
                  <a:extLst>
                    <a:ext uri="{FF2B5EF4-FFF2-40B4-BE49-F238E27FC236}">
                      <a16:creationId xmlns:a16="http://schemas.microsoft.com/office/drawing/2014/main" id="{171D1D55-7F8A-F61F-9A88-BB252CC51604}"/>
                    </a:ext>
                  </a:extLst>
                </p:cNvPr>
                <p:cNvSpPr/>
                <p:nvPr/>
              </p:nvSpPr>
              <p:spPr>
                <a:xfrm>
                  <a:off x="4636101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5" name="pg3795">
                  <a:extLst>
                    <a:ext uri="{FF2B5EF4-FFF2-40B4-BE49-F238E27FC236}">
                      <a16:creationId xmlns:a16="http://schemas.microsoft.com/office/drawing/2014/main" id="{8A21851C-54AF-C64B-554B-035E6E398151}"/>
                    </a:ext>
                  </a:extLst>
                </p:cNvPr>
                <p:cNvSpPr/>
                <p:nvPr/>
              </p:nvSpPr>
              <p:spPr>
                <a:xfrm>
                  <a:off x="4647739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6" name="pg3796">
                  <a:extLst>
                    <a:ext uri="{FF2B5EF4-FFF2-40B4-BE49-F238E27FC236}">
                      <a16:creationId xmlns:a16="http://schemas.microsoft.com/office/drawing/2014/main" id="{49B8D369-1CCA-9970-B030-190A4F2F88FB}"/>
                    </a:ext>
                  </a:extLst>
                </p:cNvPr>
                <p:cNvSpPr/>
                <p:nvPr/>
              </p:nvSpPr>
              <p:spPr>
                <a:xfrm>
                  <a:off x="4659376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7" name="pg3797">
                  <a:extLst>
                    <a:ext uri="{FF2B5EF4-FFF2-40B4-BE49-F238E27FC236}">
                      <a16:creationId xmlns:a16="http://schemas.microsoft.com/office/drawing/2014/main" id="{2224D328-DEFC-4971-2E91-8EF96E9B01E9}"/>
                    </a:ext>
                  </a:extLst>
                </p:cNvPr>
                <p:cNvSpPr/>
                <p:nvPr/>
              </p:nvSpPr>
              <p:spPr>
                <a:xfrm>
                  <a:off x="4671013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8" name="pg3798">
                  <a:extLst>
                    <a:ext uri="{FF2B5EF4-FFF2-40B4-BE49-F238E27FC236}">
                      <a16:creationId xmlns:a16="http://schemas.microsoft.com/office/drawing/2014/main" id="{57B868EB-1DE2-D6DE-2C65-EF79D8C241C0}"/>
                    </a:ext>
                  </a:extLst>
                </p:cNvPr>
                <p:cNvSpPr/>
                <p:nvPr/>
              </p:nvSpPr>
              <p:spPr>
                <a:xfrm>
                  <a:off x="4682651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799" name="pg3799">
                  <a:extLst>
                    <a:ext uri="{FF2B5EF4-FFF2-40B4-BE49-F238E27FC236}">
                      <a16:creationId xmlns:a16="http://schemas.microsoft.com/office/drawing/2014/main" id="{C296332C-F0EA-EB29-E6BE-C7046C9B3FDB}"/>
                    </a:ext>
                  </a:extLst>
                </p:cNvPr>
                <p:cNvSpPr/>
                <p:nvPr/>
              </p:nvSpPr>
              <p:spPr>
                <a:xfrm>
                  <a:off x="4694288" y="5382023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0" name="pg3800">
                  <a:extLst>
                    <a:ext uri="{FF2B5EF4-FFF2-40B4-BE49-F238E27FC236}">
                      <a16:creationId xmlns:a16="http://schemas.microsoft.com/office/drawing/2014/main" id="{97F36799-6FB2-7020-C9BC-B28C6A2D55D8}"/>
                    </a:ext>
                  </a:extLst>
                </p:cNvPr>
                <p:cNvSpPr/>
                <p:nvPr/>
              </p:nvSpPr>
              <p:spPr>
                <a:xfrm>
                  <a:off x="2843953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1" name="pg3801">
                  <a:extLst>
                    <a:ext uri="{FF2B5EF4-FFF2-40B4-BE49-F238E27FC236}">
                      <a16:creationId xmlns:a16="http://schemas.microsoft.com/office/drawing/2014/main" id="{3F7C1FC6-7B8E-132E-BC70-F4895A8D0760}"/>
                    </a:ext>
                  </a:extLst>
                </p:cNvPr>
                <p:cNvSpPr/>
                <p:nvPr/>
              </p:nvSpPr>
              <p:spPr>
                <a:xfrm>
                  <a:off x="2855590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2" name="pg3802">
                  <a:extLst>
                    <a:ext uri="{FF2B5EF4-FFF2-40B4-BE49-F238E27FC236}">
                      <a16:creationId xmlns:a16="http://schemas.microsoft.com/office/drawing/2014/main" id="{4A619881-ECC9-F375-F2C8-0CD3DAA92916}"/>
                    </a:ext>
                  </a:extLst>
                </p:cNvPr>
                <p:cNvSpPr/>
                <p:nvPr/>
              </p:nvSpPr>
              <p:spPr>
                <a:xfrm>
                  <a:off x="2867227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3" name="pg3803">
                  <a:extLst>
                    <a:ext uri="{FF2B5EF4-FFF2-40B4-BE49-F238E27FC236}">
                      <a16:creationId xmlns:a16="http://schemas.microsoft.com/office/drawing/2014/main" id="{639EA24D-CF25-1076-380E-73551472529B}"/>
                    </a:ext>
                  </a:extLst>
                </p:cNvPr>
                <p:cNvSpPr/>
                <p:nvPr/>
              </p:nvSpPr>
              <p:spPr>
                <a:xfrm>
                  <a:off x="2878865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4" name="pg3804">
                  <a:extLst>
                    <a:ext uri="{FF2B5EF4-FFF2-40B4-BE49-F238E27FC236}">
                      <a16:creationId xmlns:a16="http://schemas.microsoft.com/office/drawing/2014/main" id="{C53E26C7-468F-C3F2-6C52-F3FBC8B84995}"/>
                    </a:ext>
                  </a:extLst>
                </p:cNvPr>
                <p:cNvSpPr/>
                <p:nvPr/>
              </p:nvSpPr>
              <p:spPr>
                <a:xfrm>
                  <a:off x="2890502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BC6AC">
                    <a:alpha val="100000"/>
                  </a:srgbClr>
                </a:solidFill>
                <a:ln w="5420" cap="flat">
                  <a:solidFill>
                    <a:srgbClr val="5BC6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5" name="pg3805">
                  <a:extLst>
                    <a:ext uri="{FF2B5EF4-FFF2-40B4-BE49-F238E27FC236}">
                      <a16:creationId xmlns:a16="http://schemas.microsoft.com/office/drawing/2014/main" id="{0CE50328-4DDF-6013-3C21-A8416F59E106}"/>
                    </a:ext>
                  </a:extLst>
                </p:cNvPr>
                <p:cNvSpPr/>
                <p:nvPr/>
              </p:nvSpPr>
              <p:spPr>
                <a:xfrm>
                  <a:off x="4589552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8AA">
                    <a:alpha val="100000"/>
                  </a:srgbClr>
                </a:solidFill>
                <a:ln w="5420" cap="flat">
                  <a:solidFill>
                    <a:srgbClr val="44A8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6" name="pg3806">
                  <a:extLst>
                    <a:ext uri="{FF2B5EF4-FFF2-40B4-BE49-F238E27FC236}">
                      <a16:creationId xmlns:a16="http://schemas.microsoft.com/office/drawing/2014/main" id="{AE46F4A7-93B7-4EDD-9375-0A42D68BABDE}"/>
                    </a:ext>
                  </a:extLst>
                </p:cNvPr>
                <p:cNvSpPr/>
                <p:nvPr/>
              </p:nvSpPr>
              <p:spPr>
                <a:xfrm>
                  <a:off x="4601190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7" name="pg3807">
                  <a:extLst>
                    <a:ext uri="{FF2B5EF4-FFF2-40B4-BE49-F238E27FC236}">
                      <a16:creationId xmlns:a16="http://schemas.microsoft.com/office/drawing/2014/main" id="{7EBD81FE-C57B-2353-F44D-EF12E235D385}"/>
                    </a:ext>
                  </a:extLst>
                </p:cNvPr>
                <p:cNvSpPr/>
                <p:nvPr/>
              </p:nvSpPr>
              <p:spPr>
                <a:xfrm>
                  <a:off x="4612827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8" name="pg3808">
                  <a:extLst>
                    <a:ext uri="{FF2B5EF4-FFF2-40B4-BE49-F238E27FC236}">
                      <a16:creationId xmlns:a16="http://schemas.microsoft.com/office/drawing/2014/main" id="{11A29E4D-9F24-C013-B0E6-5AC4D674ADA9}"/>
                    </a:ext>
                  </a:extLst>
                </p:cNvPr>
                <p:cNvSpPr/>
                <p:nvPr/>
              </p:nvSpPr>
              <p:spPr>
                <a:xfrm>
                  <a:off x="4624464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09" name="pg3809">
                  <a:extLst>
                    <a:ext uri="{FF2B5EF4-FFF2-40B4-BE49-F238E27FC236}">
                      <a16:creationId xmlns:a16="http://schemas.microsoft.com/office/drawing/2014/main" id="{4146E0E8-725A-1698-5DE6-7BE75AB64D91}"/>
                    </a:ext>
                  </a:extLst>
                </p:cNvPr>
                <p:cNvSpPr/>
                <p:nvPr/>
              </p:nvSpPr>
              <p:spPr>
                <a:xfrm>
                  <a:off x="4636101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0" name="pg3810">
                  <a:extLst>
                    <a:ext uri="{FF2B5EF4-FFF2-40B4-BE49-F238E27FC236}">
                      <a16:creationId xmlns:a16="http://schemas.microsoft.com/office/drawing/2014/main" id="{D47DF533-EB10-4991-8043-0869D0C943A2}"/>
                    </a:ext>
                  </a:extLst>
                </p:cNvPr>
                <p:cNvSpPr/>
                <p:nvPr/>
              </p:nvSpPr>
              <p:spPr>
                <a:xfrm>
                  <a:off x="4647739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1" name="pg3811">
                  <a:extLst>
                    <a:ext uri="{FF2B5EF4-FFF2-40B4-BE49-F238E27FC236}">
                      <a16:creationId xmlns:a16="http://schemas.microsoft.com/office/drawing/2014/main" id="{F767DF7C-EA10-2F98-35C3-3C0BB6D8D768}"/>
                    </a:ext>
                  </a:extLst>
                </p:cNvPr>
                <p:cNvSpPr/>
                <p:nvPr/>
              </p:nvSpPr>
              <p:spPr>
                <a:xfrm>
                  <a:off x="4659376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2" name="pg3812">
                  <a:extLst>
                    <a:ext uri="{FF2B5EF4-FFF2-40B4-BE49-F238E27FC236}">
                      <a16:creationId xmlns:a16="http://schemas.microsoft.com/office/drawing/2014/main" id="{71F8C792-DEF5-AE26-A680-74D413A50A7C}"/>
                    </a:ext>
                  </a:extLst>
                </p:cNvPr>
                <p:cNvSpPr/>
                <p:nvPr/>
              </p:nvSpPr>
              <p:spPr>
                <a:xfrm>
                  <a:off x="4671013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3" name="pg3813">
                  <a:extLst>
                    <a:ext uri="{FF2B5EF4-FFF2-40B4-BE49-F238E27FC236}">
                      <a16:creationId xmlns:a16="http://schemas.microsoft.com/office/drawing/2014/main" id="{D9036771-6CEC-8244-BD0C-41C6766C73ED}"/>
                    </a:ext>
                  </a:extLst>
                </p:cNvPr>
                <p:cNvSpPr/>
                <p:nvPr/>
              </p:nvSpPr>
              <p:spPr>
                <a:xfrm>
                  <a:off x="4682651" y="5396324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2A5AA">
                    <a:alpha val="100000"/>
                  </a:srgbClr>
                </a:solidFill>
                <a:ln w="5420" cap="flat">
                  <a:solidFill>
                    <a:srgbClr val="42A5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4" name="pg3814">
                  <a:extLst>
                    <a:ext uri="{FF2B5EF4-FFF2-40B4-BE49-F238E27FC236}">
                      <a16:creationId xmlns:a16="http://schemas.microsoft.com/office/drawing/2014/main" id="{50846BD0-1778-4BA9-7F0B-57477564FAA1}"/>
                    </a:ext>
                  </a:extLst>
                </p:cNvPr>
                <p:cNvSpPr/>
                <p:nvPr/>
              </p:nvSpPr>
              <p:spPr>
                <a:xfrm>
                  <a:off x="2843953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5" name="pg3815">
                  <a:extLst>
                    <a:ext uri="{FF2B5EF4-FFF2-40B4-BE49-F238E27FC236}">
                      <a16:creationId xmlns:a16="http://schemas.microsoft.com/office/drawing/2014/main" id="{53657806-A95B-7A4B-ACCC-E552BB81CFF1}"/>
                    </a:ext>
                  </a:extLst>
                </p:cNvPr>
                <p:cNvSpPr/>
                <p:nvPr/>
              </p:nvSpPr>
              <p:spPr>
                <a:xfrm>
                  <a:off x="2855590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6" name="pg3816">
                  <a:extLst>
                    <a:ext uri="{FF2B5EF4-FFF2-40B4-BE49-F238E27FC236}">
                      <a16:creationId xmlns:a16="http://schemas.microsoft.com/office/drawing/2014/main" id="{4EA531D5-7857-6868-E0D8-B7FEFA0C63A5}"/>
                    </a:ext>
                  </a:extLst>
                </p:cNvPr>
                <p:cNvSpPr/>
                <p:nvPr/>
              </p:nvSpPr>
              <p:spPr>
                <a:xfrm>
                  <a:off x="2867227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7" name="pg3817">
                  <a:extLst>
                    <a:ext uri="{FF2B5EF4-FFF2-40B4-BE49-F238E27FC236}">
                      <a16:creationId xmlns:a16="http://schemas.microsoft.com/office/drawing/2014/main" id="{E748596F-1837-997B-CD9E-51C75B294BC0}"/>
                    </a:ext>
                  </a:extLst>
                </p:cNvPr>
                <p:cNvSpPr/>
                <p:nvPr/>
              </p:nvSpPr>
              <p:spPr>
                <a:xfrm>
                  <a:off x="2878865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8" name="pg3818">
                  <a:extLst>
                    <a:ext uri="{FF2B5EF4-FFF2-40B4-BE49-F238E27FC236}">
                      <a16:creationId xmlns:a16="http://schemas.microsoft.com/office/drawing/2014/main" id="{4F643EE1-479C-187B-CC8F-CE587C3AE128}"/>
                    </a:ext>
                  </a:extLst>
                </p:cNvPr>
                <p:cNvSpPr/>
                <p:nvPr/>
              </p:nvSpPr>
              <p:spPr>
                <a:xfrm>
                  <a:off x="2890502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19" name="pg3819">
                  <a:extLst>
                    <a:ext uri="{FF2B5EF4-FFF2-40B4-BE49-F238E27FC236}">
                      <a16:creationId xmlns:a16="http://schemas.microsoft.com/office/drawing/2014/main" id="{9B67B3DC-E303-F735-AFF4-185DA89B0B38}"/>
                    </a:ext>
                  </a:extLst>
                </p:cNvPr>
                <p:cNvSpPr/>
                <p:nvPr/>
              </p:nvSpPr>
              <p:spPr>
                <a:xfrm>
                  <a:off x="4601190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0" name="pg3820">
                  <a:extLst>
                    <a:ext uri="{FF2B5EF4-FFF2-40B4-BE49-F238E27FC236}">
                      <a16:creationId xmlns:a16="http://schemas.microsoft.com/office/drawing/2014/main" id="{4FA7DACB-B3DC-89BC-8706-74C19A2C78CA}"/>
                    </a:ext>
                  </a:extLst>
                </p:cNvPr>
                <p:cNvSpPr/>
                <p:nvPr/>
              </p:nvSpPr>
              <p:spPr>
                <a:xfrm>
                  <a:off x="4612827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1" name="pg3821">
                  <a:extLst>
                    <a:ext uri="{FF2B5EF4-FFF2-40B4-BE49-F238E27FC236}">
                      <a16:creationId xmlns:a16="http://schemas.microsoft.com/office/drawing/2014/main" id="{823434DC-4079-0C33-DDE9-80CA2D19748A}"/>
                    </a:ext>
                  </a:extLst>
                </p:cNvPr>
                <p:cNvSpPr/>
                <p:nvPr/>
              </p:nvSpPr>
              <p:spPr>
                <a:xfrm>
                  <a:off x="4624464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4A7AA">
                    <a:alpha val="100000"/>
                  </a:srgbClr>
                </a:solidFill>
                <a:ln w="5420" cap="flat">
                  <a:solidFill>
                    <a:srgbClr val="44A7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2" name="pg3822">
                  <a:extLst>
                    <a:ext uri="{FF2B5EF4-FFF2-40B4-BE49-F238E27FC236}">
                      <a16:creationId xmlns:a16="http://schemas.microsoft.com/office/drawing/2014/main" id="{F1AD6B4F-72E3-42BE-0FA1-32B7B24D2812}"/>
                    </a:ext>
                  </a:extLst>
                </p:cNvPr>
                <p:cNvSpPr/>
                <p:nvPr/>
              </p:nvSpPr>
              <p:spPr>
                <a:xfrm>
                  <a:off x="4636101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3" name="pg3823">
                  <a:extLst>
                    <a:ext uri="{FF2B5EF4-FFF2-40B4-BE49-F238E27FC236}">
                      <a16:creationId xmlns:a16="http://schemas.microsoft.com/office/drawing/2014/main" id="{85482B1A-07D6-190D-107B-630B7F6759F7}"/>
                    </a:ext>
                  </a:extLst>
                </p:cNvPr>
                <p:cNvSpPr/>
                <p:nvPr/>
              </p:nvSpPr>
              <p:spPr>
                <a:xfrm>
                  <a:off x="4647739" y="54106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43A6AA">
                    <a:alpha val="100000"/>
                  </a:srgbClr>
                </a:solidFill>
                <a:ln w="5420" cap="flat">
                  <a:solidFill>
                    <a:srgbClr val="43A6AA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4" name="pg3824">
                  <a:extLst>
                    <a:ext uri="{FF2B5EF4-FFF2-40B4-BE49-F238E27FC236}">
                      <a16:creationId xmlns:a16="http://schemas.microsoft.com/office/drawing/2014/main" id="{E6A04C81-8879-03FB-7193-CC51142DD6D3}"/>
                    </a:ext>
                  </a:extLst>
                </p:cNvPr>
                <p:cNvSpPr/>
                <p:nvPr/>
              </p:nvSpPr>
              <p:spPr>
                <a:xfrm>
                  <a:off x="2843953" y="54249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5" name="pg3825">
                  <a:extLst>
                    <a:ext uri="{FF2B5EF4-FFF2-40B4-BE49-F238E27FC236}">
                      <a16:creationId xmlns:a16="http://schemas.microsoft.com/office/drawing/2014/main" id="{BA5264FA-D729-B99B-C75D-76533078A0F8}"/>
                    </a:ext>
                  </a:extLst>
                </p:cNvPr>
                <p:cNvSpPr/>
                <p:nvPr/>
              </p:nvSpPr>
              <p:spPr>
                <a:xfrm>
                  <a:off x="2855590" y="54249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6" name="pg3826">
                  <a:extLst>
                    <a:ext uri="{FF2B5EF4-FFF2-40B4-BE49-F238E27FC236}">
                      <a16:creationId xmlns:a16="http://schemas.microsoft.com/office/drawing/2014/main" id="{86DEC635-1ED8-A745-5EB4-BF7E83AE716E}"/>
                    </a:ext>
                  </a:extLst>
                </p:cNvPr>
                <p:cNvSpPr/>
                <p:nvPr/>
              </p:nvSpPr>
              <p:spPr>
                <a:xfrm>
                  <a:off x="2867227" y="54249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7" name="pg3827">
                  <a:extLst>
                    <a:ext uri="{FF2B5EF4-FFF2-40B4-BE49-F238E27FC236}">
                      <a16:creationId xmlns:a16="http://schemas.microsoft.com/office/drawing/2014/main" id="{C94E7BC3-2EDF-34D2-6190-8C63945A82CA}"/>
                    </a:ext>
                  </a:extLst>
                </p:cNvPr>
                <p:cNvSpPr/>
                <p:nvPr/>
              </p:nvSpPr>
              <p:spPr>
                <a:xfrm>
                  <a:off x="2878865" y="54249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8" name="pg3828">
                  <a:extLst>
                    <a:ext uri="{FF2B5EF4-FFF2-40B4-BE49-F238E27FC236}">
                      <a16:creationId xmlns:a16="http://schemas.microsoft.com/office/drawing/2014/main" id="{28A17B3D-DB4D-2AE0-2AFB-2FB68671667D}"/>
                    </a:ext>
                  </a:extLst>
                </p:cNvPr>
                <p:cNvSpPr/>
                <p:nvPr/>
              </p:nvSpPr>
              <p:spPr>
                <a:xfrm>
                  <a:off x="2890502" y="5424925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5AC">
                    <a:alpha val="100000"/>
                  </a:srgbClr>
                </a:solidFill>
                <a:ln w="5420" cap="flat">
                  <a:solidFill>
                    <a:srgbClr val="5AC5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29" name="pg3829">
                  <a:extLst>
                    <a:ext uri="{FF2B5EF4-FFF2-40B4-BE49-F238E27FC236}">
                      <a16:creationId xmlns:a16="http://schemas.microsoft.com/office/drawing/2014/main" id="{E73DE7B1-10C9-4170-A2E1-563F18733A3D}"/>
                    </a:ext>
                  </a:extLst>
                </p:cNvPr>
                <p:cNvSpPr/>
                <p:nvPr/>
              </p:nvSpPr>
              <p:spPr>
                <a:xfrm>
                  <a:off x="2843953" y="54392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0" name="pg3830">
                  <a:extLst>
                    <a:ext uri="{FF2B5EF4-FFF2-40B4-BE49-F238E27FC236}">
                      <a16:creationId xmlns:a16="http://schemas.microsoft.com/office/drawing/2014/main" id="{87B03ED1-DEAE-61C8-4AC5-3EED006876DC}"/>
                    </a:ext>
                  </a:extLst>
                </p:cNvPr>
                <p:cNvSpPr/>
                <p:nvPr/>
              </p:nvSpPr>
              <p:spPr>
                <a:xfrm>
                  <a:off x="2855590" y="54392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1" name="pg3831">
                  <a:extLst>
                    <a:ext uri="{FF2B5EF4-FFF2-40B4-BE49-F238E27FC236}">
                      <a16:creationId xmlns:a16="http://schemas.microsoft.com/office/drawing/2014/main" id="{865EA4FE-C11C-69D6-4EC1-3742ACD0B116}"/>
                    </a:ext>
                  </a:extLst>
                </p:cNvPr>
                <p:cNvSpPr/>
                <p:nvPr/>
              </p:nvSpPr>
              <p:spPr>
                <a:xfrm>
                  <a:off x="2867227" y="54392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2" name="pg3832">
                  <a:extLst>
                    <a:ext uri="{FF2B5EF4-FFF2-40B4-BE49-F238E27FC236}">
                      <a16:creationId xmlns:a16="http://schemas.microsoft.com/office/drawing/2014/main" id="{11481C6B-207C-AC02-2437-1B92E56D0C4A}"/>
                    </a:ext>
                  </a:extLst>
                </p:cNvPr>
                <p:cNvSpPr/>
                <p:nvPr/>
              </p:nvSpPr>
              <p:spPr>
                <a:xfrm>
                  <a:off x="2878865" y="54392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AC4AC">
                    <a:alpha val="100000"/>
                  </a:srgbClr>
                </a:solidFill>
                <a:ln w="5420" cap="flat">
                  <a:solidFill>
                    <a:srgbClr val="5A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3" name="pg3833">
                  <a:extLst>
                    <a:ext uri="{FF2B5EF4-FFF2-40B4-BE49-F238E27FC236}">
                      <a16:creationId xmlns:a16="http://schemas.microsoft.com/office/drawing/2014/main" id="{6D44CEC8-16AC-E7CF-0DE8-2CCCBAC254E0}"/>
                    </a:ext>
                  </a:extLst>
                </p:cNvPr>
                <p:cNvSpPr/>
                <p:nvPr/>
              </p:nvSpPr>
              <p:spPr>
                <a:xfrm>
                  <a:off x="2832315" y="54535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4" name="pg3834">
                  <a:extLst>
                    <a:ext uri="{FF2B5EF4-FFF2-40B4-BE49-F238E27FC236}">
                      <a16:creationId xmlns:a16="http://schemas.microsoft.com/office/drawing/2014/main" id="{AE9C46FD-C520-27BA-17B4-0BBF7284BE30}"/>
                    </a:ext>
                  </a:extLst>
                </p:cNvPr>
                <p:cNvSpPr/>
                <p:nvPr/>
              </p:nvSpPr>
              <p:spPr>
                <a:xfrm>
                  <a:off x="2843953" y="54535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5" name="pg3835">
                  <a:extLst>
                    <a:ext uri="{FF2B5EF4-FFF2-40B4-BE49-F238E27FC236}">
                      <a16:creationId xmlns:a16="http://schemas.microsoft.com/office/drawing/2014/main" id="{754A6A14-885C-BB16-2798-5BF5447217E5}"/>
                    </a:ext>
                  </a:extLst>
                </p:cNvPr>
                <p:cNvSpPr/>
                <p:nvPr/>
              </p:nvSpPr>
              <p:spPr>
                <a:xfrm>
                  <a:off x="2855590" y="54535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6" name="pg3836">
                  <a:extLst>
                    <a:ext uri="{FF2B5EF4-FFF2-40B4-BE49-F238E27FC236}">
                      <a16:creationId xmlns:a16="http://schemas.microsoft.com/office/drawing/2014/main" id="{203F39BC-D490-687B-F87E-2E6424E280B0}"/>
                    </a:ext>
                  </a:extLst>
                </p:cNvPr>
                <p:cNvSpPr/>
                <p:nvPr/>
              </p:nvSpPr>
              <p:spPr>
                <a:xfrm>
                  <a:off x="2867227" y="54535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7" name="pg3837">
                  <a:extLst>
                    <a:ext uri="{FF2B5EF4-FFF2-40B4-BE49-F238E27FC236}">
                      <a16:creationId xmlns:a16="http://schemas.microsoft.com/office/drawing/2014/main" id="{D1F345DA-2F6F-5D7A-2A8A-59C48C27FAD3}"/>
                    </a:ext>
                  </a:extLst>
                </p:cNvPr>
                <p:cNvSpPr/>
                <p:nvPr/>
              </p:nvSpPr>
              <p:spPr>
                <a:xfrm>
                  <a:off x="2878865" y="5453526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4AC">
                    <a:alpha val="100000"/>
                  </a:srgbClr>
                </a:solidFill>
                <a:ln w="5420" cap="flat">
                  <a:solidFill>
                    <a:srgbClr val="59C4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8" name="pg3838">
                  <a:extLst>
                    <a:ext uri="{FF2B5EF4-FFF2-40B4-BE49-F238E27FC236}">
                      <a16:creationId xmlns:a16="http://schemas.microsoft.com/office/drawing/2014/main" id="{0E57D282-1359-AA47-2360-69EB72F0B4EA}"/>
                    </a:ext>
                  </a:extLst>
                </p:cNvPr>
                <p:cNvSpPr/>
                <p:nvPr/>
              </p:nvSpPr>
              <p:spPr>
                <a:xfrm>
                  <a:off x="2832315" y="54678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39" name="pg3839">
                  <a:extLst>
                    <a:ext uri="{FF2B5EF4-FFF2-40B4-BE49-F238E27FC236}">
                      <a16:creationId xmlns:a16="http://schemas.microsoft.com/office/drawing/2014/main" id="{AB0D0CA7-E4CF-E95E-7B2B-E2682342E546}"/>
                    </a:ext>
                  </a:extLst>
                </p:cNvPr>
                <p:cNvSpPr/>
                <p:nvPr/>
              </p:nvSpPr>
              <p:spPr>
                <a:xfrm>
                  <a:off x="2843953" y="54678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0" name="pg3840">
                  <a:extLst>
                    <a:ext uri="{FF2B5EF4-FFF2-40B4-BE49-F238E27FC236}">
                      <a16:creationId xmlns:a16="http://schemas.microsoft.com/office/drawing/2014/main" id="{574B241C-F5C4-5A9E-ADAE-8F946001D3DF}"/>
                    </a:ext>
                  </a:extLst>
                </p:cNvPr>
                <p:cNvSpPr/>
                <p:nvPr/>
              </p:nvSpPr>
              <p:spPr>
                <a:xfrm>
                  <a:off x="2855590" y="54678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1" name="pg3841">
                  <a:extLst>
                    <a:ext uri="{FF2B5EF4-FFF2-40B4-BE49-F238E27FC236}">
                      <a16:creationId xmlns:a16="http://schemas.microsoft.com/office/drawing/2014/main" id="{03B38C70-177C-8714-B2E1-3A0155711C8F}"/>
                    </a:ext>
                  </a:extLst>
                </p:cNvPr>
                <p:cNvSpPr/>
                <p:nvPr/>
              </p:nvSpPr>
              <p:spPr>
                <a:xfrm>
                  <a:off x="2867227" y="54678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2" name="pg3842">
                  <a:extLst>
                    <a:ext uri="{FF2B5EF4-FFF2-40B4-BE49-F238E27FC236}">
                      <a16:creationId xmlns:a16="http://schemas.microsoft.com/office/drawing/2014/main" id="{3096963B-A3D6-FC08-7B3B-726E4E6B0CC6}"/>
                    </a:ext>
                  </a:extLst>
                </p:cNvPr>
                <p:cNvSpPr/>
                <p:nvPr/>
              </p:nvSpPr>
              <p:spPr>
                <a:xfrm>
                  <a:off x="2878865" y="5467827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3" name="pg3843">
                  <a:extLst>
                    <a:ext uri="{FF2B5EF4-FFF2-40B4-BE49-F238E27FC236}">
                      <a16:creationId xmlns:a16="http://schemas.microsoft.com/office/drawing/2014/main" id="{B3637956-0658-FF65-0389-5DF0DC4EB97C}"/>
                    </a:ext>
                  </a:extLst>
                </p:cNvPr>
                <p:cNvSpPr/>
                <p:nvPr/>
              </p:nvSpPr>
              <p:spPr>
                <a:xfrm>
                  <a:off x="2832315" y="54821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4" name="pg3844">
                  <a:extLst>
                    <a:ext uri="{FF2B5EF4-FFF2-40B4-BE49-F238E27FC236}">
                      <a16:creationId xmlns:a16="http://schemas.microsoft.com/office/drawing/2014/main" id="{CEE34DD4-5F83-68D5-E37F-48CD107F43BC}"/>
                    </a:ext>
                  </a:extLst>
                </p:cNvPr>
                <p:cNvSpPr/>
                <p:nvPr/>
              </p:nvSpPr>
              <p:spPr>
                <a:xfrm>
                  <a:off x="2843953" y="54821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5" name="pg3845">
                  <a:extLst>
                    <a:ext uri="{FF2B5EF4-FFF2-40B4-BE49-F238E27FC236}">
                      <a16:creationId xmlns:a16="http://schemas.microsoft.com/office/drawing/2014/main" id="{85BBD2BE-C246-1549-A1BA-BA37F5275C53}"/>
                    </a:ext>
                  </a:extLst>
                </p:cNvPr>
                <p:cNvSpPr/>
                <p:nvPr/>
              </p:nvSpPr>
              <p:spPr>
                <a:xfrm>
                  <a:off x="2855590" y="54821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6" name="pg3846">
                  <a:extLst>
                    <a:ext uri="{FF2B5EF4-FFF2-40B4-BE49-F238E27FC236}">
                      <a16:creationId xmlns:a16="http://schemas.microsoft.com/office/drawing/2014/main" id="{7B10324E-704A-A1BF-DF8C-DEEBAA7ACFF3}"/>
                    </a:ext>
                  </a:extLst>
                </p:cNvPr>
                <p:cNvSpPr/>
                <p:nvPr/>
              </p:nvSpPr>
              <p:spPr>
                <a:xfrm>
                  <a:off x="2867227" y="54821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7" name="pg3847">
                  <a:extLst>
                    <a:ext uri="{FF2B5EF4-FFF2-40B4-BE49-F238E27FC236}">
                      <a16:creationId xmlns:a16="http://schemas.microsoft.com/office/drawing/2014/main" id="{20FBE9CF-0AF3-52BC-7248-6F9C644D7C66}"/>
                    </a:ext>
                  </a:extLst>
                </p:cNvPr>
                <p:cNvSpPr/>
                <p:nvPr/>
              </p:nvSpPr>
              <p:spPr>
                <a:xfrm>
                  <a:off x="2878865" y="54821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9C3AC">
                    <a:alpha val="100000"/>
                  </a:srgbClr>
                </a:solidFill>
                <a:ln w="5420" cap="flat">
                  <a:solidFill>
                    <a:srgbClr val="59C3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8" name="pg3848">
                  <a:extLst>
                    <a:ext uri="{FF2B5EF4-FFF2-40B4-BE49-F238E27FC236}">
                      <a16:creationId xmlns:a16="http://schemas.microsoft.com/office/drawing/2014/main" id="{A0633EA0-0B35-DC01-7AA1-F339A2FE2DE3}"/>
                    </a:ext>
                  </a:extLst>
                </p:cNvPr>
                <p:cNvSpPr/>
                <p:nvPr/>
              </p:nvSpPr>
              <p:spPr>
                <a:xfrm>
                  <a:off x="2832315" y="54964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49" name="pg3849">
                  <a:extLst>
                    <a:ext uri="{FF2B5EF4-FFF2-40B4-BE49-F238E27FC236}">
                      <a16:creationId xmlns:a16="http://schemas.microsoft.com/office/drawing/2014/main" id="{643567F4-C6A2-11A3-39BA-F6574336D550}"/>
                    </a:ext>
                  </a:extLst>
                </p:cNvPr>
                <p:cNvSpPr/>
                <p:nvPr/>
              </p:nvSpPr>
              <p:spPr>
                <a:xfrm>
                  <a:off x="2843953" y="54964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0" name="pg3850">
                  <a:extLst>
                    <a:ext uri="{FF2B5EF4-FFF2-40B4-BE49-F238E27FC236}">
                      <a16:creationId xmlns:a16="http://schemas.microsoft.com/office/drawing/2014/main" id="{5EA3CFBB-9FE8-12DF-5D97-9D30CAC7D65B}"/>
                    </a:ext>
                  </a:extLst>
                </p:cNvPr>
                <p:cNvSpPr/>
                <p:nvPr/>
              </p:nvSpPr>
              <p:spPr>
                <a:xfrm>
                  <a:off x="2855590" y="54964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1" name="pg3851">
                  <a:extLst>
                    <a:ext uri="{FF2B5EF4-FFF2-40B4-BE49-F238E27FC236}">
                      <a16:creationId xmlns:a16="http://schemas.microsoft.com/office/drawing/2014/main" id="{EF39D3E4-3D24-5D2E-042F-CF78C982AD33}"/>
                    </a:ext>
                  </a:extLst>
                </p:cNvPr>
                <p:cNvSpPr/>
                <p:nvPr/>
              </p:nvSpPr>
              <p:spPr>
                <a:xfrm>
                  <a:off x="2867227" y="5496428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2" name="pg3852">
                  <a:extLst>
                    <a:ext uri="{FF2B5EF4-FFF2-40B4-BE49-F238E27FC236}">
                      <a16:creationId xmlns:a16="http://schemas.microsoft.com/office/drawing/2014/main" id="{91F1CB98-3563-8B7D-0BE3-98C69F27F872}"/>
                    </a:ext>
                  </a:extLst>
                </p:cNvPr>
                <p:cNvSpPr/>
                <p:nvPr/>
              </p:nvSpPr>
              <p:spPr>
                <a:xfrm>
                  <a:off x="2832315" y="55107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3" name="pg3853">
                  <a:extLst>
                    <a:ext uri="{FF2B5EF4-FFF2-40B4-BE49-F238E27FC236}">
                      <a16:creationId xmlns:a16="http://schemas.microsoft.com/office/drawing/2014/main" id="{D85077F9-A2F6-650B-A4FE-72F9A5145620}"/>
                    </a:ext>
                  </a:extLst>
                </p:cNvPr>
                <p:cNvSpPr/>
                <p:nvPr/>
              </p:nvSpPr>
              <p:spPr>
                <a:xfrm>
                  <a:off x="2843953" y="55107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4" name="pg3854">
                  <a:extLst>
                    <a:ext uri="{FF2B5EF4-FFF2-40B4-BE49-F238E27FC236}">
                      <a16:creationId xmlns:a16="http://schemas.microsoft.com/office/drawing/2014/main" id="{49FF17E3-0F16-9955-34B7-C133F7A89473}"/>
                    </a:ext>
                  </a:extLst>
                </p:cNvPr>
                <p:cNvSpPr/>
                <p:nvPr/>
              </p:nvSpPr>
              <p:spPr>
                <a:xfrm>
                  <a:off x="2855590" y="55107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5" name="pg3855">
                  <a:extLst>
                    <a:ext uri="{FF2B5EF4-FFF2-40B4-BE49-F238E27FC236}">
                      <a16:creationId xmlns:a16="http://schemas.microsoft.com/office/drawing/2014/main" id="{9C77B897-EDB3-7F61-E33E-2F5F06A79AC0}"/>
                    </a:ext>
                  </a:extLst>
                </p:cNvPr>
                <p:cNvSpPr/>
                <p:nvPr/>
              </p:nvSpPr>
              <p:spPr>
                <a:xfrm>
                  <a:off x="2867227" y="55107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2AC">
                    <a:alpha val="100000"/>
                  </a:srgbClr>
                </a:solidFill>
                <a:ln w="5420" cap="flat">
                  <a:solidFill>
                    <a:srgbClr val="58C2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6" name="pg3856">
                  <a:extLst>
                    <a:ext uri="{FF2B5EF4-FFF2-40B4-BE49-F238E27FC236}">
                      <a16:creationId xmlns:a16="http://schemas.microsoft.com/office/drawing/2014/main" id="{E427FDE6-C6D8-C649-75C7-675E56951D20}"/>
                    </a:ext>
                  </a:extLst>
                </p:cNvPr>
                <p:cNvSpPr/>
                <p:nvPr/>
              </p:nvSpPr>
              <p:spPr>
                <a:xfrm>
                  <a:off x="2832315" y="55250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7" name="pg3857">
                  <a:extLst>
                    <a:ext uri="{FF2B5EF4-FFF2-40B4-BE49-F238E27FC236}">
                      <a16:creationId xmlns:a16="http://schemas.microsoft.com/office/drawing/2014/main" id="{E81C21B1-A4A5-4A89-025C-72B7BE84E169}"/>
                    </a:ext>
                  </a:extLst>
                </p:cNvPr>
                <p:cNvSpPr/>
                <p:nvPr/>
              </p:nvSpPr>
              <p:spPr>
                <a:xfrm>
                  <a:off x="2843953" y="55250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8" name="pg3858">
                  <a:extLst>
                    <a:ext uri="{FF2B5EF4-FFF2-40B4-BE49-F238E27FC236}">
                      <a16:creationId xmlns:a16="http://schemas.microsoft.com/office/drawing/2014/main" id="{42D33218-2BDE-1140-9E4F-AEB7913C14B5}"/>
                    </a:ext>
                  </a:extLst>
                </p:cNvPr>
                <p:cNvSpPr/>
                <p:nvPr/>
              </p:nvSpPr>
              <p:spPr>
                <a:xfrm>
                  <a:off x="2855590" y="55250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59" name="pg3859">
                  <a:extLst>
                    <a:ext uri="{FF2B5EF4-FFF2-40B4-BE49-F238E27FC236}">
                      <a16:creationId xmlns:a16="http://schemas.microsoft.com/office/drawing/2014/main" id="{90A0C104-B0FA-661C-E639-EBB469E66B49}"/>
                    </a:ext>
                  </a:extLst>
                </p:cNvPr>
                <p:cNvSpPr/>
                <p:nvPr/>
              </p:nvSpPr>
              <p:spPr>
                <a:xfrm>
                  <a:off x="2867227" y="5525029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8C1AC">
                    <a:alpha val="100000"/>
                  </a:srgbClr>
                </a:solidFill>
                <a:ln w="5420" cap="flat">
                  <a:solidFill>
                    <a:srgbClr val="58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0" name="pg3860">
                  <a:extLst>
                    <a:ext uri="{FF2B5EF4-FFF2-40B4-BE49-F238E27FC236}">
                      <a16:creationId xmlns:a16="http://schemas.microsoft.com/office/drawing/2014/main" id="{7821E938-9F35-D906-2974-65EA6509269B}"/>
                    </a:ext>
                  </a:extLst>
                </p:cNvPr>
                <p:cNvSpPr/>
                <p:nvPr/>
              </p:nvSpPr>
              <p:spPr>
                <a:xfrm>
                  <a:off x="2832315" y="55393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1" name="pg3861">
                  <a:extLst>
                    <a:ext uri="{FF2B5EF4-FFF2-40B4-BE49-F238E27FC236}">
                      <a16:creationId xmlns:a16="http://schemas.microsoft.com/office/drawing/2014/main" id="{89500CE9-91DA-C16C-9D24-7E361B8D7BFF}"/>
                    </a:ext>
                  </a:extLst>
                </p:cNvPr>
                <p:cNvSpPr/>
                <p:nvPr/>
              </p:nvSpPr>
              <p:spPr>
                <a:xfrm>
                  <a:off x="2843953" y="55393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2" name="pg3862">
                  <a:extLst>
                    <a:ext uri="{FF2B5EF4-FFF2-40B4-BE49-F238E27FC236}">
                      <a16:creationId xmlns:a16="http://schemas.microsoft.com/office/drawing/2014/main" id="{C6B416B2-92DB-FC65-8101-961287B54C71}"/>
                    </a:ext>
                  </a:extLst>
                </p:cNvPr>
                <p:cNvSpPr/>
                <p:nvPr/>
              </p:nvSpPr>
              <p:spPr>
                <a:xfrm>
                  <a:off x="2855590" y="55393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3" name="pg3863">
                  <a:extLst>
                    <a:ext uri="{FF2B5EF4-FFF2-40B4-BE49-F238E27FC236}">
                      <a16:creationId xmlns:a16="http://schemas.microsoft.com/office/drawing/2014/main" id="{8C381994-4326-BA7C-63FF-49B47E20C7C8}"/>
                    </a:ext>
                  </a:extLst>
                </p:cNvPr>
                <p:cNvSpPr/>
                <p:nvPr/>
              </p:nvSpPr>
              <p:spPr>
                <a:xfrm>
                  <a:off x="2867227" y="5539330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1AC">
                    <a:alpha val="100000"/>
                  </a:srgbClr>
                </a:solidFill>
                <a:ln w="5420" cap="flat">
                  <a:solidFill>
                    <a:srgbClr val="57C1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4" name="pg3864">
                  <a:extLst>
                    <a:ext uri="{FF2B5EF4-FFF2-40B4-BE49-F238E27FC236}">
                      <a16:creationId xmlns:a16="http://schemas.microsoft.com/office/drawing/2014/main" id="{75D4F5F9-EDD5-98D9-5E9A-42DABFE0C536}"/>
                    </a:ext>
                  </a:extLst>
                </p:cNvPr>
                <p:cNvSpPr/>
                <p:nvPr/>
              </p:nvSpPr>
              <p:spPr>
                <a:xfrm>
                  <a:off x="2832315" y="55536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5" name="pg3865">
                  <a:extLst>
                    <a:ext uri="{FF2B5EF4-FFF2-40B4-BE49-F238E27FC236}">
                      <a16:creationId xmlns:a16="http://schemas.microsoft.com/office/drawing/2014/main" id="{F0C9E0E9-C542-9803-6C6C-E8AB3C84FE25}"/>
                    </a:ext>
                  </a:extLst>
                </p:cNvPr>
                <p:cNvSpPr/>
                <p:nvPr/>
              </p:nvSpPr>
              <p:spPr>
                <a:xfrm>
                  <a:off x="2843953" y="55536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6" name="pg3866">
                  <a:extLst>
                    <a:ext uri="{FF2B5EF4-FFF2-40B4-BE49-F238E27FC236}">
                      <a16:creationId xmlns:a16="http://schemas.microsoft.com/office/drawing/2014/main" id="{33D2EEB6-8B23-7BF1-E5AC-403C391E6726}"/>
                    </a:ext>
                  </a:extLst>
                </p:cNvPr>
                <p:cNvSpPr/>
                <p:nvPr/>
              </p:nvSpPr>
              <p:spPr>
                <a:xfrm>
                  <a:off x="2855590" y="5553631"/>
                  <a:ext cx="11637" cy="1430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37" h="14300">
                      <a:moveTo>
                        <a:pt x="0" y="0"/>
                      </a:moveTo>
                      <a:lnTo>
                        <a:pt x="11637" y="0"/>
                      </a:lnTo>
                      <a:lnTo>
                        <a:pt x="11637" y="14300"/>
                      </a:lnTo>
                      <a:lnTo>
                        <a:pt x="0" y="14300"/>
                      </a:lnTo>
                      <a:close/>
                    </a:path>
                  </a:pathLst>
                </a:custGeom>
                <a:solidFill>
                  <a:srgbClr val="57C0AC">
                    <a:alpha val="100000"/>
                  </a:srgbClr>
                </a:solidFill>
                <a:ln w="5420" cap="flat">
                  <a:solidFill>
                    <a:srgbClr val="57C0AC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7" name="pg3867">
                  <a:extLst>
                    <a:ext uri="{FF2B5EF4-FFF2-40B4-BE49-F238E27FC236}">
                      <a16:creationId xmlns:a16="http://schemas.microsoft.com/office/drawing/2014/main" id="{BC0028A9-E9A1-8B6C-332C-96E09F9C41E6}"/>
                    </a:ext>
                  </a:extLst>
                </p:cNvPr>
                <p:cNvSpPr/>
                <p:nvPr/>
              </p:nvSpPr>
              <p:spPr>
                <a:xfrm>
                  <a:off x="2399291" y="2540116"/>
                  <a:ext cx="3705599" cy="285040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705599" h="2850404">
                      <a:moveTo>
                        <a:pt x="2893187" y="266106"/>
                      </a:moveTo>
                      <a:lnTo>
                        <a:pt x="2917831" y="266068"/>
                      </a:lnTo>
                      <a:lnTo>
                        <a:pt x="2961871" y="266005"/>
                      </a:lnTo>
                      <a:lnTo>
                        <a:pt x="3005910" y="265941"/>
                      </a:lnTo>
                      <a:lnTo>
                        <a:pt x="3049950" y="265884"/>
                      </a:lnTo>
                      <a:lnTo>
                        <a:pt x="3093989" y="265820"/>
                      </a:lnTo>
                      <a:lnTo>
                        <a:pt x="3138033" y="265757"/>
                      </a:lnTo>
                      <a:lnTo>
                        <a:pt x="3182073" y="265693"/>
                      </a:lnTo>
                      <a:lnTo>
                        <a:pt x="3226112" y="265630"/>
                      </a:lnTo>
                      <a:lnTo>
                        <a:pt x="3236535" y="240559"/>
                      </a:lnTo>
                      <a:lnTo>
                        <a:pt x="3246246" y="228887"/>
                      </a:lnTo>
                      <a:lnTo>
                        <a:pt x="3259547" y="232754"/>
                      </a:lnTo>
                      <a:lnTo>
                        <a:pt x="3266632" y="232430"/>
                      </a:lnTo>
                      <a:lnTo>
                        <a:pt x="3274508" y="226410"/>
                      </a:lnTo>
                      <a:lnTo>
                        <a:pt x="3280895" y="222752"/>
                      </a:lnTo>
                      <a:lnTo>
                        <a:pt x="3285102" y="223292"/>
                      </a:lnTo>
                      <a:lnTo>
                        <a:pt x="3288693" y="228804"/>
                      </a:lnTo>
                      <a:lnTo>
                        <a:pt x="3291680" y="232481"/>
                      </a:lnTo>
                      <a:lnTo>
                        <a:pt x="3295168" y="231408"/>
                      </a:lnTo>
                      <a:lnTo>
                        <a:pt x="3298155" y="226207"/>
                      </a:lnTo>
                      <a:lnTo>
                        <a:pt x="3298052" y="218993"/>
                      </a:lnTo>
                      <a:lnTo>
                        <a:pt x="3302140" y="213970"/>
                      </a:lnTo>
                      <a:lnTo>
                        <a:pt x="3306992" y="213201"/>
                      </a:lnTo>
                      <a:lnTo>
                        <a:pt x="3311478" y="213360"/>
                      </a:lnTo>
                      <a:lnTo>
                        <a:pt x="3313715" y="210909"/>
                      </a:lnTo>
                      <a:lnTo>
                        <a:pt x="3313467" y="207391"/>
                      </a:lnTo>
                      <a:lnTo>
                        <a:pt x="3311850" y="201726"/>
                      </a:lnTo>
                      <a:lnTo>
                        <a:pt x="3312398" y="194906"/>
                      </a:lnTo>
                      <a:lnTo>
                        <a:pt x="3323601" y="182859"/>
                      </a:lnTo>
                      <a:lnTo>
                        <a:pt x="3337337" y="174686"/>
                      </a:lnTo>
                      <a:lnTo>
                        <a:pt x="3342153" y="170603"/>
                      </a:lnTo>
                      <a:lnTo>
                        <a:pt x="3343554" y="162322"/>
                      </a:lnTo>
                      <a:lnTo>
                        <a:pt x="3351429" y="153717"/>
                      </a:lnTo>
                      <a:lnTo>
                        <a:pt x="3355367" y="148770"/>
                      </a:lnTo>
                      <a:lnTo>
                        <a:pt x="3356328" y="144471"/>
                      </a:lnTo>
                      <a:lnTo>
                        <a:pt x="3354287" y="139181"/>
                      </a:lnTo>
                      <a:lnTo>
                        <a:pt x="3354494" y="129097"/>
                      </a:lnTo>
                      <a:lnTo>
                        <a:pt x="3357202" y="117050"/>
                      </a:lnTo>
                      <a:lnTo>
                        <a:pt x="3360442" y="103930"/>
                      </a:lnTo>
                      <a:lnTo>
                        <a:pt x="3367703" y="92099"/>
                      </a:lnTo>
                      <a:lnTo>
                        <a:pt x="3379609" y="79195"/>
                      </a:lnTo>
                      <a:lnTo>
                        <a:pt x="3382673" y="62240"/>
                      </a:lnTo>
                      <a:lnTo>
                        <a:pt x="3385903" y="44357"/>
                      </a:lnTo>
                      <a:lnTo>
                        <a:pt x="3400295" y="26932"/>
                      </a:lnTo>
                      <a:lnTo>
                        <a:pt x="3416615" y="7169"/>
                      </a:lnTo>
                      <a:lnTo>
                        <a:pt x="3422535" y="0"/>
                      </a:lnTo>
                      <a:lnTo>
                        <a:pt x="3618932" y="0"/>
                      </a:lnTo>
                      <a:lnTo>
                        <a:pt x="3619257" y="14859"/>
                      </a:lnTo>
                      <a:lnTo>
                        <a:pt x="3619521" y="35130"/>
                      </a:lnTo>
                      <a:lnTo>
                        <a:pt x="3619800" y="56493"/>
                      </a:lnTo>
                      <a:lnTo>
                        <a:pt x="3620001" y="71740"/>
                      </a:lnTo>
                      <a:lnTo>
                        <a:pt x="3620347" y="92677"/>
                      </a:lnTo>
                      <a:lnTo>
                        <a:pt x="3620621" y="109334"/>
                      </a:lnTo>
                      <a:lnTo>
                        <a:pt x="3620988" y="131078"/>
                      </a:lnTo>
                      <a:lnTo>
                        <a:pt x="3621179" y="142699"/>
                      </a:lnTo>
                      <a:lnTo>
                        <a:pt x="3623045" y="146052"/>
                      </a:lnTo>
                      <a:lnTo>
                        <a:pt x="3621924" y="150631"/>
                      </a:lnTo>
                      <a:lnTo>
                        <a:pt x="3621433" y="152923"/>
                      </a:lnTo>
                      <a:lnTo>
                        <a:pt x="3621552" y="154746"/>
                      </a:lnTo>
                      <a:lnTo>
                        <a:pt x="3622296" y="157038"/>
                      </a:lnTo>
                      <a:lnTo>
                        <a:pt x="3622172" y="160245"/>
                      </a:lnTo>
                      <a:lnTo>
                        <a:pt x="3620435" y="163147"/>
                      </a:lnTo>
                      <a:lnTo>
                        <a:pt x="3619567" y="166500"/>
                      </a:lnTo>
                      <a:lnTo>
                        <a:pt x="3619319" y="171993"/>
                      </a:lnTo>
                      <a:lnTo>
                        <a:pt x="3621179" y="175353"/>
                      </a:lnTo>
                      <a:lnTo>
                        <a:pt x="3624285" y="177334"/>
                      </a:lnTo>
                      <a:lnTo>
                        <a:pt x="3626895" y="177334"/>
                      </a:lnTo>
                      <a:lnTo>
                        <a:pt x="3630249" y="179322"/>
                      </a:lnTo>
                      <a:lnTo>
                        <a:pt x="3634595" y="182834"/>
                      </a:lnTo>
                      <a:lnTo>
                        <a:pt x="3641173" y="185882"/>
                      </a:lnTo>
                      <a:lnTo>
                        <a:pt x="3648005" y="186949"/>
                      </a:lnTo>
                      <a:lnTo>
                        <a:pt x="3652723" y="186187"/>
                      </a:lnTo>
                      <a:lnTo>
                        <a:pt x="3658434" y="188174"/>
                      </a:lnTo>
                      <a:lnTo>
                        <a:pt x="3660423" y="193058"/>
                      </a:lnTo>
                      <a:lnTo>
                        <a:pt x="3659307" y="197630"/>
                      </a:lnTo>
                      <a:lnTo>
                        <a:pt x="3656077" y="199770"/>
                      </a:lnTo>
                      <a:lnTo>
                        <a:pt x="3652599" y="201453"/>
                      </a:lnTo>
                      <a:lnTo>
                        <a:pt x="3651979" y="204958"/>
                      </a:lnTo>
                      <a:lnTo>
                        <a:pt x="3653715" y="208623"/>
                      </a:lnTo>
                      <a:lnTo>
                        <a:pt x="3656201" y="211829"/>
                      </a:lnTo>
                      <a:lnTo>
                        <a:pt x="3658935" y="217462"/>
                      </a:lnTo>
                      <a:lnTo>
                        <a:pt x="3657813" y="222346"/>
                      </a:lnTo>
                      <a:lnTo>
                        <a:pt x="3655333" y="226467"/>
                      </a:lnTo>
                      <a:lnTo>
                        <a:pt x="3654212" y="230735"/>
                      </a:lnTo>
                      <a:lnTo>
                        <a:pt x="3656325" y="234405"/>
                      </a:lnTo>
                      <a:lnTo>
                        <a:pt x="3661912" y="239282"/>
                      </a:lnTo>
                      <a:lnTo>
                        <a:pt x="3665389" y="244013"/>
                      </a:lnTo>
                      <a:lnTo>
                        <a:pt x="3670857" y="246611"/>
                      </a:lnTo>
                      <a:lnTo>
                        <a:pt x="3673461" y="244775"/>
                      </a:lnTo>
                      <a:lnTo>
                        <a:pt x="3675575" y="242330"/>
                      </a:lnTo>
                      <a:lnTo>
                        <a:pt x="3677807" y="240501"/>
                      </a:lnTo>
                      <a:lnTo>
                        <a:pt x="3681657" y="241575"/>
                      </a:lnTo>
                      <a:lnTo>
                        <a:pt x="3686127" y="242946"/>
                      </a:lnTo>
                      <a:lnTo>
                        <a:pt x="3691011" y="244578"/>
                      </a:lnTo>
                      <a:lnTo>
                        <a:pt x="3690427" y="248535"/>
                      </a:lnTo>
                      <a:lnTo>
                        <a:pt x="3693404" y="255203"/>
                      </a:lnTo>
                      <a:lnTo>
                        <a:pt x="3695708" y="268024"/>
                      </a:lnTo>
                      <a:lnTo>
                        <a:pt x="3692169" y="273847"/>
                      </a:lnTo>
                      <a:lnTo>
                        <a:pt x="3692928" y="281563"/>
                      </a:lnTo>
                      <a:lnTo>
                        <a:pt x="3702742" y="283811"/>
                      </a:lnTo>
                      <a:lnTo>
                        <a:pt x="3705129" y="286173"/>
                      </a:lnTo>
                      <a:lnTo>
                        <a:pt x="3705599" y="289025"/>
                      </a:lnTo>
                      <a:lnTo>
                        <a:pt x="3683983" y="308806"/>
                      </a:lnTo>
                      <a:lnTo>
                        <a:pt x="3665694" y="306037"/>
                      </a:lnTo>
                      <a:lnTo>
                        <a:pt x="3655772" y="311283"/>
                      </a:lnTo>
                      <a:lnTo>
                        <a:pt x="3645380" y="312813"/>
                      </a:lnTo>
                      <a:lnTo>
                        <a:pt x="3640822" y="321653"/>
                      </a:lnTo>
                      <a:lnTo>
                        <a:pt x="3635117" y="323526"/>
                      </a:lnTo>
                      <a:lnTo>
                        <a:pt x="3627303" y="322993"/>
                      </a:lnTo>
                      <a:lnTo>
                        <a:pt x="3620565" y="320497"/>
                      </a:lnTo>
                      <a:lnTo>
                        <a:pt x="3615423" y="321723"/>
                      </a:lnTo>
                      <a:lnTo>
                        <a:pt x="3608229" y="337675"/>
                      </a:lnTo>
                      <a:lnTo>
                        <a:pt x="3602338" y="336284"/>
                      </a:lnTo>
                      <a:lnTo>
                        <a:pt x="3599992" y="342025"/>
                      </a:lnTo>
                      <a:lnTo>
                        <a:pt x="3596912" y="344534"/>
                      </a:lnTo>
                      <a:lnTo>
                        <a:pt x="3592395" y="346686"/>
                      </a:lnTo>
                      <a:lnTo>
                        <a:pt x="3588473" y="339599"/>
                      </a:lnTo>
                      <a:lnTo>
                        <a:pt x="3585977" y="332862"/>
                      </a:lnTo>
                      <a:lnTo>
                        <a:pt x="3582298" y="331382"/>
                      </a:lnTo>
                      <a:lnTo>
                        <a:pt x="3577409" y="329661"/>
                      </a:lnTo>
                      <a:lnTo>
                        <a:pt x="3572381" y="329718"/>
                      </a:lnTo>
                      <a:lnTo>
                        <a:pt x="3569027" y="330683"/>
                      </a:lnTo>
                      <a:lnTo>
                        <a:pt x="3564867" y="335040"/>
                      </a:lnTo>
                      <a:lnTo>
                        <a:pt x="3558836" y="338780"/>
                      </a:lnTo>
                      <a:lnTo>
                        <a:pt x="3554273" y="335662"/>
                      </a:lnTo>
                      <a:lnTo>
                        <a:pt x="3550702" y="330652"/>
                      </a:lnTo>
                      <a:lnTo>
                        <a:pt x="3547648" y="338710"/>
                      </a:lnTo>
                      <a:lnTo>
                        <a:pt x="3543204" y="347220"/>
                      </a:lnTo>
                      <a:lnTo>
                        <a:pt x="3543943" y="357145"/>
                      </a:lnTo>
                      <a:lnTo>
                        <a:pt x="3542031" y="363032"/>
                      </a:lnTo>
                      <a:lnTo>
                        <a:pt x="3537814" y="361445"/>
                      </a:lnTo>
                      <a:lnTo>
                        <a:pt x="3533618" y="356282"/>
                      </a:lnTo>
                      <a:lnTo>
                        <a:pt x="3521840" y="352154"/>
                      </a:lnTo>
                      <a:lnTo>
                        <a:pt x="3512461" y="352535"/>
                      </a:lnTo>
                      <a:lnTo>
                        <a:pt x="3514368" y="347023"/>
                      </a:lnTo>
                      <a:lnTo>
                        <a:pt x="3523236" y="339110"/>
                      </a:lnTo>
                      <a:lnTo>
                        <a:pt x="3520507" y="337561"/>
                      </a:lnTo>
                      <a:lnTo>
                        <a:pt x="3516156" y="338659"/>
                      </a:lnTo>
                      <a:lnTo>
                        <a:pt x="3514259" y="337561"/>
                      </a:lnTo>
                      <a:lnTo>
                        <a:pt x="3517370" y="330372"/>
                      </a:lnTo>
                      <a:lnTo>
                        <a:pt x="3517670" y="322441"/>
                      </a:lnTo>
                      <a:lnTo>
                        <a:pt x="3513701" y="325216"/>
                      </a:lnTo>
                      <a:lnTo>
                        <a:pt x="3508709" y="333585"/>
                      </a:lnTo>
                      <a:lnTo>
                        <a:pt x="3496632" y="340247"/>
                      </a:lnTo>
                      <a:lnTo>
                        <a:pt x="3497195" y="351398"/>
                      </a:lnTo>
                      <a:lnTo>
                        <a:pt x="3485826" y="374253"/>
                      </a:lnTo>
                      <a:lnTo>
                        <a:pt x="3485320" y="383982"/>
                      </a:lnTo>
                      <a:lnTo>
                        <a:pt x="3478028" y="391749"/>
                      </a:lnTo>
                      <a:lnTo>
                        <a:pt x="3468628" y="398429"/>
                      </a:lnTo>
                      <a:lnTo>
                        <a:pt x="3456091" y="396550"/>
                      </a:lnTo>
                      <a:lnTo>
                        <a:pt x="3446521" y="402354"/>
                      </a:lnTo>
                      <a:lnTo>
                        <a:pt x="3441663" y="409015"/>
                      </a:lnTo>
                      <a:lnTo>
                        <a:pt x="3437441" y="410019"/>
                      </a:lnTo>
                      <a:lnTo>
                        <a:pt x="3435240" y="401535"/>
                      </a:lnTo>
                      <a:lnTo>
                        <a:pt x="3433638" y="398912"/>
                      </a:lnTo>
                      <a:lnTo>
                        <a:pt x="3430113" y="411422"/>
                      </a:lnTo>
                      <a:lnTo>
                        <a:pt x="3426522" y="412197"/>
                      </a:lnTo>
                      <a:lnTo>
                        <a:pt x="3425163" y="403325"/>
                      </a:lnTo>
                      <a:lnTo>
                        <a:pt x="3423457" y="397464"/>
                      </a:lnTo>
                      <a:lnTo>
                        <a:pt x="3418563" y="402519"/>
                      </a:lnTo>
                      <a:lnTo>
                        <a:pt x="3415313" y="415918"/>
                      </a:lnTo>
                      <a:lnTo>
                        <a:pt x="3411907" y="414788"/>
                      </a:lnTo>
                      <a:lnTo>
                        <a:pt x="3410822" y="409803"/>
                      </a:lnTo>
                      <a:lnTo>
                        <a:pt x="3408383" y="408291"/>
                      </a:lnTo>
                      <a:lnTo>
                        <a:pt x="3407546" y="413988"/>
                      </a:lnTo>
                      <a:lnTo>
                        <a:pt x="3408776" y="422002"/>
                      </a:lnTo>
                      <a:lnTo>
                        <a:pt x="3407003" y="426282"/>
                      </a:lnTo>
                      <a:lnTo>
                        <a:pt x="3403618" y="423996"/>
                      </a:lnTo>
                      <a:lnTo>
                        <a:pt x="3400213" y="420141"/>
                      </a:lnTo>
                      <a:lnTo>
                        <a:pt x="3394595" y="423069"/>
                      </a:lnTo>
                      <a:lnTo>
                        <a:pt x="3389438" y="424256"/>
                      </a:lnTo>
                      <a:lnTo>
                        <a:pt x="3389417" y="420332"/>
                      </a:lnTo>
                      <a:lnTo>
                        <a:pt x="3390399" y="415518"/>
                      </a:lnTo>
                      <a:lnTo>
                        <a:pt x="3380121" y="418179"/>
                      </a:lnTo>
                      <a:lnTo>
                        <a:pt x="3367796" y="427057"/>
                      </a:lnTo>
                      <a:lnTo>
                        <a:pt x="3358225" y="439339"/>
                      </a:lnTo>
                      <a:lnTo>
                        <a:pt x="3361543" y="441383"/>
                      </a:lnTo>
                      <a:lnTo>
                        <a:pt x="3365279" y="445295"/>
                      </a:lnTo>
                      <a:lnTo>
                        <a:pt x="3348654" y="464270"/>
                      </a:lnTo>
                      <a:lnTo>
                        <a:pt x="3331611" y="481359"/>
                      </a:lnTo>
                      <a:lnTo>
                        <a:pt x="3318738" y="509244"/>
                      </a:lnTo>
                      <a:lnTo>
                        <a:pt x="3313571" y="512508"/>
                      </a:lnTo>
                      <a:lnTo>
                        <a:pt x="3309132" y="517620"/>
                      </a:lnTo>
                      <a:lnTo>
                        <a:pt x="3304419" y="534455"/>
                      </a:lnTo>
                      <a:lnTo>
                        <a:pt x="3298977" y="549442"/>
                      </a:lnTo>
                      <a:lnTo>
                        <a:pt x="3302021" y="556116"/>
                      </a:lnTo>
                      <a:lnTo>
                        <a:pt x="3304026" y="562981"/>
                      </a:lnTo>
                      <a:lnTo>
                        <a:pt x="3308858" y="569737"/>
                      </a:lnTo>
                      <a:lnTo>
                        <a:pt x="3312966" y="570347"/>
                      </a:lnTo>
                      <a:lnTo>
                        <a:pt x="3317415" y="569128"/>
                      </a:lnTo>
                      <a:lnTo>
                        <a:pt x="3320681" y="569414"/>
                      </a:lnTo>
                      <a:lnTo>
                        <a:pt x="3322780" y="572284"/>
                      </a:lnTo>
                      <a:lnTo>
                        <a:pt x="3321849" y="575726"/>
                      </a:lnTo>
                      <a:lnTo>
                        <a:pt x="3316718" y="576583"/>
                      </a:lnTo>
                      <a:lnTo>
                        <a:pt x="3307147" y="582603"/>
                      </a:lnTo>
                      <a:lnTo>
                        <a:pt x="3298755" y="584915"/>
                      </a:lnTo>
                      <a:lnTo>
                        <a:pt x="3294548" y="592192"/>
                      </a:lnTo>
                      <a:lnTo>
                        <a:pt x="3288244" y="600600"/>
                      </a:lnTo>
                      <a:lnTo>
                        <a:pt x="3275996" y="613720"/>
                      </a:lnTo>
                      <a:lnTo>
                        <a:pt x="3281231" y="617765"/>
                      </a:lnTo>
                      <a:lnTo>
                        <a:pt x="3300150" y="622325"/>
                      </a:lnTo>
                      <a:lnTo>
                        <a:pt x="3308584" y="627018"/>
                      </a:lnTo>
                      <a:lnTo>
                        <a:pt x="3321348" y="651524"/>
                      </a:lnTo>
                      <a:lnTo>
                        <a:pt x="3318433" y="653975"/>
                      </a:lnTo>
                      <a:lnTo>
                        <a:pt x="3317276" y="658465"/>
                      </a:lnTo>
                      <a:lnTo>
                        <a:pt x="3328624" y="664765"/>
                      </a:lnTo>
                      <a:lnTo>
                        <a:pt x="3332247" y="682362"/>
                      </a:lnTo>
                      <a:lnTo>
                        <a:pt x="3341564" y="688350"/>
                      </a:lnTo>
                      <a:lnTo>
                        <a:pt x="3355450" y="692033"/>
                      </a:lnTo>
                      <a:lnTo>
                        <a:pt x="3372431" y="686712"/>
                      </a:lnTo>
                      <a:lnTo>
                        <a:pt x="3386570" y="679390"/>
                      </a:lnTo>
                      <a:lnTo>
                        <a:pt x="3386074" y="673388"/>
                      </a:lnTo>
                      <a:lnTo>
                        <a:pt x="3377191" y="659424"/>
                      </a:lnTo>
                      <a:lnTo>
                        <a:pt x="3375051" y="652864"/>
                      </a:lnTo>
                      <a:lnTo>
                        <a:pt x="3368457" y="648616"/>
                      </a:lnTo>
                      <a:lnTo>
                        <a:pt x="3365951" y="652216"/>
                      </a:lnTo>
                      <a:lnTo>
                        <a:pt x="3361687" y="647542"/>
                      </a:lnTo>
                      <a:lnTo>
                        <a:pt x="3361207" y="644920"/>
                      </a:lnTo>
                      <a:lnTo>
                        <a:pt x="3365181" y="643643"/>
                      </a:lnTo>
                      <a:lnTo>
                        <a:pt x="3369801" y="644151"/>
                      </a:lnTo>
                      <a:lnTo>
                        <a:pt x="3375191" y="646596"/>
                      </a:lnTo>
                      <a:lnTo>
                        <a:pt x="3389061" y="661818"/>
                      </a:lnTo>
                      <a:lnTo>
                        <a:pt x="3392900" y="681771"/>
                      </a:lnTo>
                      <a:lnTo>
                        <a:pt x="3393722" y="694440"/>
                      </a:lnTo>
                      <a:lnTo>
                        <a:pt x="3392156" y="698771"/>
                      </a:lnTo>
                      <a:lnTo>
                        <a:pt x="3388120" y="697882"/>
                      </a:lnTo>
                      <a:lnTo>
                        <a:pt x="3380420" y="698746"/>
                      </a:lnTo>
                      <a:lnTo>
                        <a:pt x="3343890" y="705306"/>
                      </a:lnTo>
                      <a:lnTo>
                        <a:pt x="3335776" y="711084"/>
                      </a:lnTo>
                      <a:lnTo>
                        <a:pt x="3317173" y="717359"/>
                      </a:lnTo>
                      <a:lnTo>
                        <a:pt x="3316015" y="714228"/>
                      </a:lnTo>
                      <a:lnTo>
                        <a:pt x="3317359" y="707750"/>
                      </a:lnTo>
                      <a:lnTo>
                        <a:pt x="3316186" y="694484"/>
                      </a:lnTo>
                      <a:lnTo>
                        <a:pt x="3312516" y="693868"/>
                      </a:lnTo>
                      <a:lnTo>
                        <a:pt x="3283613" y="715498"/>
                      </a:lnTo>
                      <a:lnTo>
                        <a:pt x="3272441" y="716857"/>
                      </a:lnTo>
                      <a:lnTo>
                        <a:pt x="3263046" y="723188"/>
                      </a:lnTo>
                      <a:lnTo>
                        <a:pt x="3260943" y="719676"/>
                      </a:lnTo>
                      <a:lnTo>
                        <a:pt x="3259263" y="703458"/>
                      </a:lnTo>
                      <a:lnTo>
                        <a:pt x="3265144" y="689855"/>
                      </a:lnTo>
                      <a:lnTo>
                        <a:pt x="3262012" y="690071"/>
                      </a:lnTo>
                      <a:lnTo>
                        <a:pt x="3252194" y="698238"/>
                      </a:lnTo>
                      <a:lnTo>
                        <a:pt x="3247997" y="693214"/>
                      </a:lnTo>
                      <a:lnTo>
                        <a:pt x="3245894" y="687702"/>
                      </a:lnTo>
                      <a:lnTo>
                        <a:pt x="3242871" y="684584"/>
                      </a:lnTo>
                      <a:lnTo>
                        <a:pt x="3239595" y="683403"/>
                      </a:lnTo>
                      <a:lnTo>
                        <a:pt x="3242396" y="695443"/>
                      </a:lnTo>
                      <a:lnTo>
                        <a:pt x="3235740" y="704474"/>
                      </a:lnTo>
                      <a:lnTo>
                        <a:pt x="3233915" y="727830"/>
                      </a:lnTo>
                      <a:lnTo>
                        <a:pt x="3225549" y="737553"/>
                      </a:lnTo>
                      <a:lnTo>
                        <a:pt x="3199467" y="743802"/>
                      </a:lnTo>
                      <a:lnTo>
                        <a:pt x="3182465" y="742481"/>
                      </a:lnTo>
                      <a:lnTo>
                        <a:pt x="3167231" y="744424"/>
                      </a:lnTo>
                      <a:lnTo>
                        <a:pt x="3146974" y="748907"/>
                      </a:lnTo>
                      <a:lnTo>
                        <a:pt x="3135780" y="746240"/>
                      </a:lnTo>
                      <a:lnTo>
                        <a:pt x="3124313" y="750971"/>
                      </a:lnTo>
                      <a:lnTo>
                        <a:pt x="3085390" y="752260"/>
                      </a:lnTo>
                      <a:lnTo>
                        <a:pt x="3077183" y="749752"/>
                      </a:lnTo>
                      <a:lnTo>
                        <a:pt x="3066703" y="758687"/>
                      </a:lnTo>
                      <a:lnTo>
                        <a:pt x="3049924" y="763970"/>
                      </a:lnTo>
                      <a:lnTo>
                        <a:pt x="3007512" y="783993"/>
                      </a:lnTo>
                      <a:lnTo>
                        <a:pt x="2998159" y="791277"/>
                      </a:lnTo>
                      <a:lnTo>
                        <a:pt x="2986769" y="802651"/>
                      </a:lnTo>
                      <a:lnTo>
                        <a:pt x="2979121" y="808766"/>
                      </a:lnTo>
                      <a:lnTo>
                        <a:pt x="2972832" y="810754"/>
                      </a:lnTo>
                      <a:lnTo>
                        <a:pt x="2968966" y="815847"/>
                      </a:lnTo>
                      <a:lnTo>
                        <a:pt x="2964744" y="819174"/>
                      </a:lnTo>
                      <a:lnTo>
                        <a:pt x="2968821" y="807807"/>
                      </a:lnTo>
                      <a:lnTo>
                        <a:pt x="2973250" y="798224"/>
                      </a:lnTo>
                      <a:lnTo>
                        <a:pt x="2976930" y="779662"/>
                      </a:lnTo>
                      <a:lnTo>
                        <a:pt x="2975844" y="764650"/>
                      </a:lnTo>
                      <a:lnTo>
                        <a:pt x="2971281" y="758477"/>
                      </a:lnTo>
                      <a:lnTo>
                        <a:pt x="2966563" y="754362"/>
                      </a:lnTo>
                      <a:lnTo>
                        <a:pt x="2972093" y="769178"/>
                      </a:lnTo>
                      <a:lnTo>
                        <a:pt x="2972987" y="787346"/>
                      </a:lnTo>
                      <a:lnTo>
                        <a:pt x="2971085" y="797989"/>
                      </a:lnTo>
                      <a:lnTo>
                        <a:pt x="2960682" y="818520"/>
                      </a:lnTo>
                      <a:lnTo>
                        <a:pt x="2956253" y="823302"/>
                      </a:lnTo>
                      <a:lnTo>
                        <a:pt x="2951075" y="827506"/>
                      </a:lnTo>
                      <a:lnTo>
                        <a:pt x="2947174" y="829335"/>
                      </a:lnTo>
                      <a:lnTo>
                        <a:pt x="2943572" y="832618"/>
                      </a:lnTo>
                      <a:lnTo>
                        <a:pt x="2939386" y="837819"/>
                      </a:lnTo>
                      <a:lnTo>
                        <a:pt x="2935417" y="848145"/>
                      </a:lnTo>
                      <a:lnTo>
                        <a:pt x="2937820" y="857556"/>
                      </a:lnTo>
                      <a:lnTo>
                        <a:pt x="2958104" y="860992"/>
                      </a:lnTo>
                      <a:lnTo>
                        <a:pt x="2963545" y="858090"/>
                      </a:lnTo>
                      <a:lnTo>
                        <a:pt x="2966315" y="864827"/>
                      </a:lnTo>
                      <a:lnTo>
                        <a:pt x="2967865" y="874188"/>
                      </a:lnTo>
                      <a:lnTo>
                        <a:pt x="2966346" y="884310"/>
                      </a:lnTo>
                      <a:lnTo>
                        <a:pt x="2962956" y="894611"/>
                      </a:lnTo>
                      <a:lnTo>
                        <a:pt x="2960382" y="907400"/>
                      </a:lnTo>
                      <a:lnTo>
                        <a:pt x="2958202" y="926902"/>
                      </a:lnTo>
                      <a:lnTo>
                        <a:pt x="2954920" y="944449"/>
                      </a:lnTo>
                      <a:lnTo>
                        <a:pt x="2954491" y="939121"/>
                      </a:lnTo>
                      <a:lnTo>
                        <a:pt x="2956543" y="917790"/>
                      </a:lnTo>
                      <a:lnTo>
                        <a:pt x="2953220" y="920019"/>
                      </a:lnTo>
                      <a:lnTo>
                        <a:pt x="2950931" y="924940"/>
                      </a:lnTo>
                      <a:lnTo>
                        <a:pt x="2944740" y="952450"/>
                      </a:lnTo>
                      <a:lnTo>
                        <a:pt x="2936229" y="967113"/>
                      </a:lnTo>
                      <a:lnTo>
                        <a:pt x="2928389" y="977255"/>
                      </a:lnTo>
                      <a:lnTo>
                        <a:pt x="2920302" y="975578"/>
                      </a:lnTo>
                      <a:lnTo>
                        <a:pt x="2922121" y="983637"/>
                      </a:lnTo>
                      <a:lnTo>
                        <a:pt x="2919899" y="987834"/>
                      </a:lnTo>
                      <a:lnTo>
                        <a:pt x="2917997" y="996592"/>
                      </a:lnTo>
                      <a:lnTo>
                        <a:pt x="2913175" y="1002396"/>
                      </a:lnTo>
                      <a:lnTo>
                        <a:pt x="2908643" y="1001837"/>
                      </a:lnTo>
                      <a:lnTo>
                        <a:pt x="2902132" y="1005838"/>
                      </a:lnTo>
                      <a:lnTo>
                        <a:pt x="2899564" y="1008899"/>
                      </a:lnTo>
                      <a:lnTo>
                        <a:pt x="2899372" y="1014760"/>
                      </a:lnTo>
                      <a:lnTo>
                        <a:pt x="2895016" y="1019917"/>
                      </a:lnTo>
                      <a:lnTo>
                        <a:pt x="2879296" y="1046703"/>
                      </a:lnTo>
                      <a:lnTo>
                        <a:pt x="2865648" y="1054609"/>
                      </a:lnTo>
                      <a:lnTo>
                        <a:pt x="2862382" y="1053459"/>
                      </a:lnTo>
                      <a:lnTo>
                        <a:pt x="2865978" y="1040816"/>
                      </a:lnTo>
                      <a:lnTo>
                        <a:pt x="2868443" y="1028032"/>
                      </a:lnTo>
                      <a:lnTo>
                        <a:pt x="2860160" y="1022469"/>
                      </a:lnTo>
                      <a:lnTo>
                        <a:pt x="2852232" y="1019529"/>
                      </a:lnTo>
                      <a:lnTo>
                        <a:pt x="2843137" y="1019917"/>
                      </a:lnTo>
                      <a:lnTo>
                        <a:pt x="2833091" y="1009978"/>
                      </a:lnTo>
                      <a:lnTo>
                        <a:pt x="2820141" y="1002751"/>
                      </a:lnTo>
                      <a:lnTo>
                        <a:pt x="2802064" y="983199"/>
                      </a:lnTo>
                      <a:lnTo>
                        <a:pt x="2802591" y="977775"/>
                      </a:lnTo>
                      <a:lnTo>
                        <a:pt x="2802136" y="968675"/>
                      </a:lnTo>
                      <a:lnTo>
                        <a:pt x="2807630" y="954298"/>
                      </a:lnTo>
                      <a:lnTo>
                        <a:pt x="2812896" y="944245"/>
                      </a:lnTo>
                      <a:lnTo>
                        <a:pt x="2820167" y="939038"/>
                      </a:lnTo>
                      <a:lnTo>
                        <a:pt x="2841266" y="933735"/>
                      </a:lnTo>
                      <a:lnTo>
                        <a:pt x="2846558" y="925759"/>
                      </a:lnTo>
                      <a:lnTo>
                        <a:pt x="2849695" y="919041"/>
                      </a:lnTo>
                      <a:lnTo>
                        <a:pt x="2839241" y="930579"/>
                      </a:lnTo>
                      <a:lnTo>
                        <a:pt x="2823582" y="934491"/>
                      </a:lnTo>
                      <a:lnTo>
                        <a:pt x="2815144" y="938797"/>
                      </a:lnTo>
                      <a:lnTo>
                        <a:pt x="2808395" y="945382"/>
                      </a:lnTo>
                      <a:lnTo>
                        <a:pt x="2804400" y="953650"/>
                      </a:lnTo>
                      <a:lnTo>
                        <a:pt x="2795356" y="963614"/>
                      </a:lnTo>
                      <a:lnTo>
                        <a:pt x="2795992" y="970288"/>
                      </a:lnTo>
                      <a:lnTo>
                        <a:pt x="2797506" y="975032"/>
                      </a:lnTo>
                      <a:lnTo>
                        <a:pt x="2796808" y="984920"/>
                      </a:lnTo>
                      <a:lnTo>
                        <a:pt x="2802529" y="994559"/>
                      </a:lnTo>
                      <a:lnTo>
                        <a:pt x="2813872" y="1010353"/>
                      </a:lnTo>
                      <a:lnTo>
                        <a:pt x="2816038" y="1034884"/>
                      </a:lnTo>
                      <a:lnTo>
                        <a:pt x="2824694" y="1051300"/>
                      </a:lnTo>
                      <a:lnTo>
                        <a:pt x="2837959" y="1070440"/>
                      </a:lnTo>
                      <a:lnTo>
                        <a:pt x="2848160" y="1075883"/>
                      </a:lnTo>
                      <a:lnTo>
                        <a:pt x="2848656" y="1083001"/>
                      </a:lnTo>
                      <a:lnTo>
                        <a:pt x="2843948" y="1094756"/>
                      </a:lnTo>
                      <a:lnTo>
                        <a:pt x="2837742" y="1100128"/>
                      </a:lnTo>
                      <a:lnTo>
                        <a:pt x="2845814" y="1099055"/>
                      </a:lnTo>
                      <a:lnTo>
                        <a:pt x="2849835" y="1101741"/>
                      </a:lnTo>
                      <a:lnTo>
                        <a:pt x="2853746" y="1111546"/>
                      </a:lnTo>
                      <a:lnTo>
                        <a:pt x="2853442" y="1121555"/>
                      </a:lnTo>
                      <a:lnTo>
                        <a:pt x="2852119" y="1127194"/>
                      </a:lnTo>
                      <a:lnTo>
                        <a:pt x="2849674" y="1129442"/>
                      </a:lnTo>
                      <a:lnTo>
                        <a:pt x="2849778" y="1123682"/>
                      </a:lnTo>
                      <a:lnTo>
                        <a:pt x="2848046" y="1121682"/>
                      </a:lnTo>
                      <a:lnTo>
                        <a:pt x="2845189" y="1124177"/>
                      </a:lnTo>
                      <a:lnTo>
                        <a:pt x="2843339" y="1127022"/>
                      </a:lnTo>
                      <a:lnTo>
                        <a:pt x="2842569" y="1138231"/>
                      </a:lnTo>
                      <a:lnTo>
                        <a:pt x="2840610" y="1143832"/>
                      </a:lnTo>
                      <a:lnTo>
                        <a:pt x="2833685" y="1145496"/>
                      </a:lnTo>
                      <a:lnTo>
                        <a:pt x="2826662" y="1160203"/>
                      </a:lnTo>
                      <a:lnTo>
                        <a:pt x="2820130" y="1168547"/>
                      </a:lnTo>
                      <a:lnTo>
                        <a:pt x="2794426" y="1224971"/>
                      </a:lnTo>
                      <a:lnTo>
                        <a:pt x="2795408" y="1234401"/>
                      </a:lnTo>
                      <a:lnTo>
                        <a:pt x="2790705" y="1237436"/>
                      </a:lnTo>
                      <a:lnTo>
                        <a:pt x="2783584" y="1239907"/>
                      </a:lnTo>
                      <a:lnTo>
                        <a:pt x="2776380" y="1245546"/>
                      </a:lnTo>
                      <a:lnTo>
                        <a:pt x="2771600" y="1251763"/>
                      </a:lnTo>
                      <a:lnTo>
                        <a:pt x="2767161" y="1268484"/>
                      </a:lnTo>
                      <a:lnTo>
                        <a:pt x="2758655" y="1287306"/>
                      </a:lnTo>
                      <a:lnTo>
                        <a:pt x="2753348" y="1279463"/>
                      </a:lnTo>
                      <a:lnTo>
                        <a:pt x="2751989" y="1272751"/>
                      </a:lnTo>
                      <a:lnTo>
                        <a:pt x="2754350" y="1255243"/>
                      </a:lnTo>
                      <a:lnTo>
                        <a:pt x="2763549" y="1226539"/>
                      </a:lnTo>
                      <a:lnTo>
                        <a:pt x="2773683" y="1208695"/>
                      </a:lnTo>
                      <a:lnTo>
                        <a:pt x="2781414" y="1200236"/>
                      </a:lnTo>
                      <a:lnTo>
                        <a:pt x="2787770" y="1182995"/>
                      </a:lnTo>
                      <a:lnTo>
                        <a:pt x="2779739" y="1180423"/>
                      </a:lnTo>
                      <a:lnTo>
                        <a:pt x="2767497" y="1180702"/>
                      </a:lnTo>
                      <a:lnTo>
                        <a:pt x="2769802" y="1172745"/>
                      </a:lnTo>
                      <a:lnTo>
                        <a:pt x="2773373" y="1165734"/>
                      </a:lnTo>
                      <a:lnTo>
                        <a:pt x="2766991" y="1158749"/>
                      </a:lnTo>
                      <a:lnTo>
                        <a:pt x="2763213" y="1157860"/>
                      </a:lnTo>
                      <a:lnTo>
                        <a:pt x="2759322" y="1154996"/>
                      </a:lnTo>
                      <a:lnTo>
                        <a:pt x="2763885" y="1149179"/>
                      </a:lnTo>
                      <a:lnTo>
                        <a:pt x="2766112" y="1143032"/>
                      </a:lnTo>
                      <a:lnTo>
                        <a:pt x="2764753" y="1135551"/>
                      </a:lnTo>
                      <a:lnTo>
                        <a:pt x="2766665" y="1129918"/>
                      </a:lnTo>
                      <a:lnTo>
                        <a:pt x="2763477" y="1130769"/>
                      </a:lnTo>
                      <a:lnTo>
                        <a:pt x="2758350" y="1136732"/>
                      </a:lnTo>
                      <a:lnTo>
                        <a:pt x="2755162" y="1139113"/>
                      </a:lnTo>
                      <a:lnTo>
                        <a:pt x="2753219" y="1133836"/>
                      </a:lnTo>
                      <a:lnTo>
                        <a:pt x="2751002" y="1135030"/>
                      </a:lnTo>
                      <a:lnTo>
                        <a:pt x="2749560" y="1138656"/>
                      </a:lnTo>
                      <a:lnTo>
                        <a:pt x="2746289" y="1140650"/>
                      </a:lnTo>
                      <a:lnTo>
                        <a:pt x="2739380" y="1135691"/>
                      </a:lnTo>
                      <a:lnTo>
                        <a:pt x="2729308" y="1130013"/>
                      </a:lnTo>
                      <a:lnTo>
                        <a:pt x="2723701" y="1120246"/>
                      </a:lnTo>
                      <a:lnTo>
                        <a:pt x="2720502" y="1112677"/>
                      </a:lnTo>
                      <a:lnTo>
                        <a:pt x="2723752" y="1098979"/>
                      </a:lnTo>
                      <a:lnTo>
                        <a:pt x="2730713" y="1096547"/>
                      </a:lnTo>
                      <a:lnTo>
                        <a:pt x="2739757" y="1098769"/>
                      </a:lnTo>
                      <a:lnTo>
                        <a:pt x="2751612" y="1098750"/>
                      </a:lnTo>
                      <a:lnTo>
                        <a:pt x="2749917" y="1095708"/>
                      </a:lnTo>
                      <a:lnTo>
                        <a:pt x="2745684" y="1096210"/>
                      </a:lnTo>
                      <a:lnTo>
                        <a:pt x="2733189" y="1085097"/>
                      </a:lnTo>
                      <a:lnTo>
                        <a:pt x="2729168" y="1078385"/>
                      </a:lnTo>
                      <a:lnTo>
                        <a:pt x="2722254" y="1076543"/>
                      </a:lnTo>
                      <a:lnTo>
                        <a:pt x="2719101" y="1082995"/>
                      </a:lnTo>
                      <a:lnTo>
                        <a:pt x="2715603" y="1084710"/>
                      </a:lnTo>
                      <a:lnTo>
                        <a:pt x="2719923" y="1070593"/>
                      </a:lnTo>
                      <a:lnTo>
                        <a:pt x="2725571" y="1070015"/>
                      </a:lnTo>
                      <a:lnTo>
                        <a:pt x="2733912" y="1066103"/>
                      </a:lnTo>
                      <a:lnTo>
                        <a:pt x="2731488" y="1057930"/>
                      </a:lnTo>
                      <a:lnTo>
                        <a:pt x="2726223" y="1054355"/>
                      </a:lnTo>
                      <a:lnTo>
                        <a:pt x="2716714" y="1058838"/>
                      </a:lnTo>
                      <a:lnTo>
                        <a:pt x="2716828" y="1053091"/>
                      </a:lnTo>
                      <a:lnTo>
                        <a:pt x="2718610" y="1045731"/>
                      </a:lnTo>
                      <a:lnTo>
                        <a:pt x="2725778" y="1045756"/>
                      </a:lnTo>
                      <a:lnTo>
                        <a:pt x="2732057" y="1048157"/>
                      </a:lnTo>
                      <a:lnTo>
                        <a:pt x="2737400" y="1036269"/>
                      </a:lnTo>
                      <a:lnTo>
                        <a:pt x="2737638" y="1030960"/>
                      </a:lnTo>
                      <a:lnTo>
                        <a:pt x="2728760" y="1038676"/>
                      </a:lnTo>
                      <a:lnTo>
                        <a:pt x="2726765" y="1022031"/>
                      </a:lnTo>
                      <a:lnTo>
                        <a:pt x="2735504" y="1005977"/>
                      </a:lnTo>
                      <a:lnTo>
                        <a:pt x="2743839" y="998979"/>
                      </a:lnTo>
                      <a:lnTo>
                        <a:pt x="2754252" y="999183"/>
                      </a:lnTo>
                      <a:lnTo>
                        <a:pt x="2764836" y="998052"/>
                      </a:lnTo>
                      <a:lnTo>
                        <a:pt x="2758195" y="995112"/>
                      </a:lnTo>
                      <a:lnTo>
                        <a:pt x="2751379" y="993518"/>
                      </a:lnTo>
                      <a:lnTo>
                        <a:pt x="2756500" y="987174"/>
                      </a:lnTo>
                      <a:lnTo>
                        <a:pt x="2760867" y="986037"/>
                      </a:lnTo>
                      <a:lnTo>
                        <a:pt x="2765156" y="980506"/>
                      </a:lnTo>
                      <a:lnTo>
                        <a:pt x="2754841" y="981325"/>
                      </a:lnTo>
                      <a:lnTo>
                        <a:pt x="2756056" y="970860"/>
                      </a:lnTo>
                      <a:lnTo>
                        <a:pt x="2751043" y="972987"/>
                      </a:lnTo>
                      <a:lnTo>
                        <a:pt x="2745043" y="973971"/>
                      </a:lnTo>
                      <a:lnTo>
                        <a:pt x="2742708" y="978410"/>
                      </a:lnTo>
                      <a:lnTo>
                        <a:pt x="2743168" y="985783"/>
                      </a:lnTo>
                      <a:lnTo>
                        <a:pt x="2741416" y="990622"/>
                      </a:lnTo>
                      <a:lnTo>
                        <a:pt x="2736749" y="994509"/>
                      </a:lnTo>
                      <a:lnTo>
                        <a:pt x="2728868" y="997538"/>
                      </a:lnTo>
                      <a:lnTo>
                        <a:pt x="2728104" y="992286"/>
                      </a:lnTo>
                      <a:lnTo>
                        <a:pt x="2725499" y="989905"/>
                      </a:lnTo>
                      <a:lnTo>
                        <a:pt x="2724528" y="1001151"/>
                      </a:lnTo>
                      <a:lnTo>
                        <a:pt x="2722460" y="1004974"/>
                      </a:lnTo>
                      <a:lnTo>
                        <a:pt x="2716698" y="994420"/>
                      </a:lnTo>
                      <a:lnTo>
                        <a:pt x="2714967" y="996547"/>
                      </a:lnTo>
                      <a:lnTo>
                        <a:pt x="2715189" y="999545"/>
                      </a:lnTo>
                      <a:lnTo>
                        <a:pt x="2713717" y="1004726"/>
                      </a:lnTo>
                      <a:lnTo>
                        <a:pt x="2708776" y="1007425"/>
                      </a:lnTo>
                      <a:lnTo>
                        <a:pt x="2709081" y="1014068"/>
                      </a:lnTo>
                      <a:lnTo>
                        <a:pt x="2707164" y="1017688"/>
                      </a:lnTo>
                      <a:lnTo>
                        <a:pt x="2691340" y="1011921"/>
                      </a:lnTo>
                      <a:lnTo>
                        <a:pt x="2690968" y="1013877"/>
                      </a:lnTo>
                      <a:lnTo>
                        <a:pt x="2699919" y="1026311"/>
                      </a:lnTo>
                      <a:lnTo>
                        <a:pt x="2706456" y="1030560"/>
                      </a:lnTo>
                      <a:lnTo>
                        <a:pt x="2707252" y="1037342"/>
                      </a:lnTo>
                      <a:lnTo>
                        <a:pt x="2701640" y="1042968"/>
                      </a:lnTo>
                      <a:lnTo>
                        <a:pt x="2693898" y="1038110"/>
                      </a:lnTo>
                      <a:lnTo>
                        <a:pt x="2692596" y="1038466"/>
                      </a:lnTo>
                      <a:lnTo>
                        <a:pt x="2696803" y="1046798"/>
                      </a:lnTo>
                      <a:lnTo>
                        <a:pt x="2699454" y="1054075"/>
                      </a:lnTo>
                      <a:lnTo>
                        <a:pt x="2696725" y="1060172"/>
                      </a:lnTo>
                      <a:lnTo>
                        <a:pt x="2697149" y="1067678"/>
                      </a:lnTo>
                      <a:lnTo>
                        <a:pt x="2696560" y="1074485"/>
                      </a:lnTo>
                      <a:lnTo>
                        <a:pt x="2694891" y="1080423"/>
                      </a:lnTo>
                      <a:lnTo>
                        <a:pt x="2698653" y="1107793"/>
                      </a:lnTo>
                      <a:lnTo>
                        <a:pt x="2703185" y="1115236"/>
                      </a:lnTo>
                      <a:lnTo>
                        <a:pt x="2707639" y="1122355"/>
                      </a:lnTo>
                      <a:lnTo>
                        <a:pt x="2710001" y="1129016"/>
                      </a:lnTo>
                      <a:lnTo>
                        <a:pt x="2705273" y="1129988"/>
                      </a:lnTo>
                      <a:lnTo>
                        <a:pt x="2697743" y="1124507"/>
                      </a:lnTo>
                      <a:lnTo>
                        <a:pt x="2691129" y="1120329"/>
                      </a:lnTo>
                      <a:lnTo>
                        <a:pt x="2683248" y="1106968"/>
                      </a:lnTo>
                      <a:lnTo>
                        <a:pt x="2681945" y="1101633"/>
                      </a:lnTo>
                      <a:lnTo>
                        <a:pt x="2680023" y="1097417"/>
                      </a:lnTo>
                      <a:lnTo>
                        <a:pt x="2680953" y="1107101"/>
                      </a:lnTo>
                      <a:lnTo>
                        <a:pt x="2683765" y="1117916"/>
                      </a:lnTo>
                      <a:lnTo>
                        <a:pt x="2708446" y="1142117"/>
                      </a:lnTo>
                      <a:lnTo>
                        <a:pt x="2713003" y="1151401"/>
                      </a:lnTo>
                      <a:lnTo>
                        <a:pt x="2716476" y="1158698"/>
                      </a:lnTo>
                      <a:lnTo>
                        <a:pt x="2715603" y="1165690"/>
                      </a:lnTo>
                      <a:lnTo>
                        <a:pt x="2709169" y="1160743"/>
                      </a:lnTo>
                      <a:lnTo>
                        <a:pt x="2703619" y="1154437"/>
                      </a:lnTo>
                      <a:lnTo>
                        <a:pt x="2688886" y="1147312"/>
                      </a:lnTo>
                      <a:lnTo>
                        <a:pt x="2670308" y="1142809"/>
                      </a:lnTo>
                      <a:lnTo>
                        <a:pt x="2659833" y="1126247"/>
                      </a:lnTo>
                      <a:lnTo>
                        <a:pt x="2659869" y="1133157"/>
                      </a:lnTo>
                      <a:lnTo>
                        <a:pt x="2657543" y="1139018"/>
                      </a:lnTo>
                      <a:lnTo>
                        <a:pt x="2651141" y="1131874"/>
                      </a:lnTo>
                      <a:lnTo>
                        <a:pt x="2647105" y="1125778"/>
                      </a:lnTo>
                      <a:lnTo>
                        <a:pt x="2645751" y="1119097"/>
                      </a:lnTo>
                      <a:lnTo>
                        <a:pt x="2637756" y="1119554"/>
                      </a:lnTo>
                      <a:lnTo>
                        <a:pt x="2629374" y="1125358"/>
                      </a:lnTo>
                      <a:lnTo>
                        <a:pt x="2621266" y="1123980"/>
                      </a:lnTo>
                      <a:lnTo>
                        <a:pt x="2620305" y="1112651"/>
                      </a:lnTo>
                      <a:lnTo>
                        <a:pt x="2622496" y="1106650"/>
                      </a:lnTo>
                      <a:lnTo>
                        <a:pt x="2631596" y="1092457"/>
                      </a:lnTo>
                      <a:lnTo>
                        <a:pt x="2640170" y="1085211"/>
                      </a:lnTo>
                      <a:lnTo>
                        <a:pt x="2643952" y="1075857"/>
                      </a:lnTo>
                      <a:lnTo>
                        <a:pt x="2642660" y="1061353"/>
                      </a:lnTo>
                      <a:lnTo>
                        <a:pt x="2641048" y="1076111"/>
                      </a:lnTo>
                      <a:lnTo>
                        <a:pt x="2636149" y="1083427"/>
                      </a:lnTo>
                      <a:lnTo>
                        <a:pt x="2628449" y="1089015"/>
                      </a:lnTo>
                      <a:lnTo>
                        <a:pt x="2618315" y="1098973"/>
                      </a:lnTo>
                      <a:lnTo>
                        <a:pt x="2615840" y="1108181"/>
                      </a:lnTo>
                      <a:lnTo>
                        <a:pt x="2612677" y="1125422"/>
                      </a:lnTo>
                      <a:lnTo>
                        <a:pt x="2616956" y="1131258"/>
                      </a:lnTo>
                      <a:lnTo>
                        <a:pt x="2621328" y="1132782"/>
                      </a:lnTo>
                      <a:lnTo>
                        <a:pt x="2634242" y="1128870"/>
                      </a:lnTo>
                      <a:lnTo>
                        <a:pt x="2640924" y="1130617"/>
                      </a:lnTo>
                      <a:lnTo>
                        <a:pt x="2655786" y="1151376"/>
                      </a:lnTo>
                      <a:lnTo>
                        <a:pt x="2683460" y="1159587"/>
                      </a:lnTo>
                      <a:lnTo>
                        <a:pt x="2693552" y="1164718"/>
                      </a:lnTo>
                      <a:lnTo>
                        <a:pt x="2701779" y="1175552"/>
                      </a:lnTo>
                      <a:lnTo>
                        <a:pt x="2714146" y="1181788"/>
                      </a:lnTo>
                      <a:lnTo>
                        <a:pt x="2723742" y="1190850"/>
                      </a:lnTo>
                      <a:lnTo>
                        <a:pt x="2724000" y="1196762"/>
                      </a:lnTo>
                      <a:lnTo>
                        <a:pt x="2720678" y="1203754"/>
                      </a:lnTo>
                      <a:lnTo>
                        <a:pt x="2719365" y="1213216"/>
                      </a:lnTo>
                      <a:lnTo>
                        <a:pt x="2715288" y="1219185"/>
                      </a:lnTo>
                      <a:lnTo>
                        <a:pt x="2705500" y="1219871"/>
                      </a:lnTo>
                      <a:lnTo>
                        <a:pt x="2699588" y="1218334"/>
                      </a:lnTo>
                      <a:lnTo>
                        <a:pt x="2667807" y="1185071"/>
                      </a:lnTo>
                      <a:lnTo>
                        <a:pt x="2664013" y="1182010"/>
                      </a:lnTo>
                      <a:lnTo>
                        <a:pt x="2652226" y="1164591"/>
                      </a:lnTo>
                      <a:lnTo>
                        <a:pt x="2638397" y="1155262"/>
                      </a:lnTo>
                      <a:lnTo>
                        <a:pt x="2634118" y="1155459"/>
                      </a:lnTo>
                      <a:lnTo>
                        <a:pt x="2653802" y="1172713"/>
                      </a:lnTo>
                      <a:lnTo>
                        <a:pt x="2661838" y="1184779"/>
                      </a:lnTo>
                      <a:lnTo>
                        <a:pt x="2675992" y="1201696"/>
                      </a:lnTo>
                      <a:lnTo>
                        <a:pt x="2686111" y="1208860"/>
                      </a:lnTo>
                      <a:lnTo>
                        <a:pt x="2693557" y="1220036"/>
                      </a:lnTo>
                      <a:lnTo>
                        <a:pt x="2700477" y="1225275"/>
                      </a:lnTo>
                      <a:lnTo>
                        <a:pt x="2719370" y="1232737"/>
                      </a:lnTo>
                      <a:lnTo>
                        <a:pt x="2712802" y="1238097"/>
                      </a:lnTo>
                      <a:lnTo>
                        <a:pt x="2723287" y="1242663"/>
                      </a:lnTo>
                      <a:lnTo>
                        <a:pt x="2724786" y="1251058"/>
                      </a:lnTo>
                      <a:lnTo>
                        <a:pt x="2723825" y="1260628"/>
                      </a:lnTo>
                      <a:lnTo>
                        <a:pt x="2709272" y="1256843"/>
                      </a:lnTo>
                      <a:lnTo>
                        <a:pt x="2708797" y="1263892"/>
                      </a:lnTo>
                      <a:lnTo>
                        <a:pt x="2710099" y="1268052"/>
                      </a:lnTo>
                      <a:lnTo>
                        <a:pt x="2703671" y="1271487"/>
                      </a:lnTo>
                      <a:lnTo>
                        <a:pt x="2694730" y="1266826"/>
                      </a:lnTo>
                      <a:lnTo>
                        <a:pt x="2671517" y="1241329"/>
                      </a:lnTo>
                      <a:lnTo>
                        <a:pt x="2671713" y="1244739"/>
                      </a:lnTo>
                      <a:lnTo>
                        <a:pt x="2673594" y="1248696"/>
                      </a:lnTo>
                      <a:lnTo>
                        <a:pt x="2687056" y="1265111"/>
                      </a:lnTo>
                      <a:lnTo>
                        <a:pt x="2699071" y="1274955"/>
                      </a:lnTo>
                      <a:lnTo>
                        <a:pt x="2709257" y="1279400"/>
                      </a:lnTo>
                      <a:lnTo>
                        <a:pt x="2717107" y="1287649"/>
                      </a:lnTo>
                      <a:lnTo>
                        <a:pt x="2719877" y="1292640"/>
                      </a:lnTo>
                      <a:lnTo>
                        <a:pt x="2721727" y="1300210"/>
                      </a:lnTo>
                      <a:lnTo>
                        <a:pt x="2715908" y="1305354"/>
                      </a:lnTo>
                      <a:lnTo>
                        <a:pt x="2709283" y="1308193"/>
                      </a:lnTo>
                      <a:lnTo>
                        <a:pt x="2702813" y="1303061"/>
                      </a:lnTo>
                      <a:lnTo>
                        <a:pt x="2698069" y="1297657"/>
                      </a:lnTo>
                      <a:lnTo>
                        <a:pt x="2687966" y="1288481"/>
                      </a:lnTo>
                      <a:lnTo>
                        <a:pt x="2684938" y="1278225"/>
                      </a:lnTo>
                      <a:lnTo>
                        <a:pt x="2677253" y="1278752"/>
                      </a:lnTo>
                      <a:lnTo>
                        <a:pt x="2645136" y="1265747"/>
                      </a:lnTo>
                      <a:lnTo>
                        <a:pt x="2619323" y="1264248"/>
                      </a:lnTo>
                      <a:lnTo>
                        <a:pt x="2621845" y="1266864"/>
                      </a:lnTo>
                      <a:lnTo>
                        <a:pt x="2625111" y="1268604"/>
                      </a:lnTo>
                      <a:lnTo>
                        <a:pt x="2645668" y="1271811"/>
                      </a:lnTo>
                      <a:lnTo>
                        <a:pt x="2653792" y="1277800"/>
                      </a:lnTo>
                      <a:lnTo>
                        <a:pt x="2670700" y="1283115"/>
                      </a:lnTo>
                      <a:lnTo>
                        <a:pt x="2680602" y="1284569"/>
                      </a:lnTo>
                      <a:lnTo>
                        <a:pt x="2684617" y="1300896"/>
                      </a:lnTo>
                      <a:lnTo>
                        <a:pt x="2698301" y="1312130"/>
                      </a:lnTo>
                      <a:lnTo>
                        <a:pt x="2700079" y="1320455"/>
                      </a:lnTo>
                      <a:lnTo>
                        <a:pt x="2709422" y="1321389"/>
                      </a:lnTo>
                      <a:lnTo>
                        <a:pt x="2725861" y="1313222"/>
                      </a:lnTo>
                      <a:lnTo>
                        <a:pt x="2736470" y="1316086"/>
                      </a:lnTo>
                      <a:lnTo>
                        <a:pt x="2751772" y="1318423"/>
                      </a:lnTo>
                      <a:lnTo>
                        <a:pt x="2755270" y="1325015"/>
                      </a:lnTo>
                      <a:lnTo>
                        <a:pt x="2757896" y="1337557"/>
                      </a:lnTo>
                      <a:lnTo>
                        <a:pt x="2763306" y="1351667"/>
                      </a:lnTo>
                      <a:lnTo>
                        <a:pt x="2777337" y="1407303"/>
                      </a:lnTo>
                      <a:lnTo>
                        <a:pt x="2798416" y="1452810"/>
                      </a:lnTo>
                      <a:lnTo>
                        <a:pt x="2801010" y="1460646"/>
                      </a:lnTo>
                      <a:lnTo>
                        <a:pt x="2796111" y="1453769"/>
                      </a:lnTo>
                      <a:lnTo>
                        <a:pt x="2780473" y="1423630"/>
                      </a:lnTo>
                      <a:lnTo>
                        <a:pt x="2771843" y="1401867"/>
                      </a:lnTo>
                      <a:lnTo>
                        <a:pt x="2762975" y="1363441"/>
                      </a:lnTo>
                      <a:lnTo>
                        <a:pt x="2760402" y="1354836"/>
                      </a:lnTo>
                      <a:lnTo>
                        <a:pt x="2757374" y="1351401"/>
                      </a:lnTo>
                      <a:lnTo>
                        <a:pt x="2755379" y="1354195"/>
                      </a:lnTo>
                      <a:lnTo>
                        <a:pt x="2754521" y="1359091"/>
                      </a:lnTo>
                      <a:lnTo>
                        <a:pt x="2755968" y="1362850"/>
                      </a:lnTo>
                      <a:lnTo>
                        <a:pt x="2752475" y="1375500"/>
                      </a:lnTo>
                      <a:lnTo>
                        <a:pt x="2753989" y="1381305"/>
                      </a:lnTo>
                      <a:lnTo>
                        <a:pt x="2759663" y="1387306"/>
                      </a:lnTo>
                      <a:lnTo>
                        <a:pt x="2765828" y="1402280"/>
                      </a:lnTo>
                      <a:lnTo>
                        <a:pt x="2770753" y="1422442"/>
                      </a:lnTo>
                      <a:lnTo>
                        <a:pt x="2764092" y="1414269"/>
                      </a:lnTo>
                      <a:lnTo>
                        <a:pt x="2756981" y="1409938"/>
                      </a:lnTo>
                      <a:lnTo>
                        <a:pt x="2745917" y="1406617"/>
                      </a:lnTo>
                      <a:lnTo>
                        <a:pt x="2736062" y="1400794"/>
                      </a:lnTo>
                      <a:lnTo>
                        <a:pt x="2736780" y="1409145"/>
                      </a:lnTo>
                      <a:lnTo>
                        <a:pt x="2735835" y="1418162"/>
                      </a:lnTo>
                      <a:lnTo>
                        <a:pt x="2728238" y="1415412"/>
                      </a:lnTo>
                      <a:lnTo>
                        <a:pt x="2723070" y="1412421"/>
                      </a:lnTo>
                      <a:lnTo>
                        <a:pt x="2727644" y="1422030"/>
                      </a:lnTo>
                      <a:lnTo>
                        <a:pt x="2717716" y="1419147"/>
                      </a:lnTo>
                      <a:lnTo>
                        <a:pt x="2711102" y="1419750"/>
                      </a:lnTo>
                      <a:lnTo>
                        <a:pt x="2706802" y="1428278"/>
                      </a:lnTo>
                      <a:lnTo>
                        <a:pt x="2701035" y="1433454"/>
                      </a:lnTo>
                      <a:lnTo>
                        <a:pt x="2692508" y="1435124"/>
                      </a:lnTo>
                      <a:lnTo>
                        <a:pt x="2679858" y="1427326"/>
                      </a:lnTo>
                      <a:lnTo>
                        <a:pt x="2675760" y="1417857"/>
                      </a:lnTo>
                      <a:lnTo>
                        <a:pt x="2674065" y="1407316"/>
                      </a:lnTo>
                      <a:lnTo>
                        <a:pt x="2673388" y="1419782"/>
                      </a:lnTo>
                      <a:lnTo>
                        <a:pt x="2675641" y="1432762"/>
                      </a:lnTo>
                      <a:lnTo>
                        <a:pt x="2674850" y="1442630"/>
                      </a:lnTo>
                      <a:lnTo>
                        <a:pt x="2687031" y="1444446"/>
                      </a:lnTo>
                      <a:lnTo>
                        <a:pt x="2698420" y="1442833"/>
                      </a:lnTo>
                      <a:lnTo>
                        <a:pt x="2713789" y="1443246"/>
                      </a:lnTo>
                      <a:lnTo>
                        <a:pt x="2723814" y="1441398"/>
                      </a:lnTo>
                      <a:lnTo>
                        <a:pt x="2729850" y="1438261"/>
                      </a:lnTo>
                      <a:lnTo>
                        <a:pt x="2744325" y="1440979"/>
                      </a:lnTo>
                      <a:lnTo>
                        <a:pt x="2745353" y="1452899"/>
                      </a:lnTo>
                      <a:lnTo>
                        <a:pt x="2743700" y="1464749"/>
                      </a:lnTo>
                      <a:lnTo>
                        <a:pt x="2742863" y="1477367"/>
                      </a:lnTo>
                      <a:lnTo>
                        <a:pt x="2746873" y="1477284"/>
                      </a:lnTo>
                      <a:lnTo>
                        <a:pt x="2751586" y="1473252"/>
                      </a:lnTo>
                      <a:lnTo>
                        <a:pt x="2753942" y="1450651"/>
                      </a:lnTo>
                      <a:lnTo>
                        <a:pt x="2767172" y="1442300"/>
                      </a:lnTo>
                      <a:lnTo>
                        <a:pt x="2771605" y="1442872"/>
                      </a:lnTo>
                      <a:lnTo>
                        <a:pt x="2775817" y="1450136"/>
                      </a:lnTo>
                      <a:lnTo>
                        <a:pt x="2777233" y="1457503"/>
                      </a:lnTo>
                      <a:lnTo>
                        <a:pt x="2778727" y="1467619"/>
                      </a:lnTo>
                      <a:lnTo>
                        <a:pt x="2775636" y="1483031"/>
                      </a:lnTo>
                      <a:lnTo>
                        <a:pt x="2755312" y="1501054"/>
                      </a:lnTo>
                      <a:lnTo>
                        <a:pt x="2740754" y="1517717"/>
                      </a:lnTo>
                      <a:lnTo>
                        <a:pt x="2733313" y="1521115"/>
                      </a:lnTo>
                      <a:lnTo>
                        <a:pt x="2722579" y="1519178"/>
                      </a:lnTo>
                      <a:lnTo>
                        <a:pt x="2710409" y="1514987"/>
                      </a:lnTo>
                      <a:lnTo>
                        <a:pt x="2704441" y="1514142"/>
                      </a:lnTo>
                      <a:lnTo>
                        <a:pt x="2699903" y="1515539"/>
                      </a:lnTo>
                      <a:lnTo>
                        <a:pt x="2697139" y="1510408"/>
                      </a:lnTo>
                      <a:lnTo>
                        <a:pt x="2695356" y="1501047"/>
                      </a:lnTo>
                      <a:lnTo>
                        <a:pt x="2690622" y="1497942"/>
                      </a:lnTo>
                      <a:lnTo>
                        <a:pt x="2687041" y="1498285"/>
                      </a:lnTo>
                      <a:lnTo>
                        <a:pt x="2684597" y="1508230"/>
                      </a:lnTo>
                      <a:lnTo>
                        <a:pt x="2673243" y="1511056"/>
                      </a:lnTo>
                      <a:lnTo>
                        <a:pt x="2657807" y="1506947"/>
                      </a:lnTo>
                      <a:lnTo>
                        <a:pt x="2641642" y="1498584"/>
                      </a:lnTo>
                      <a:lnTo>
                        <a:pt x="2648577" y="1507557"/>
                      </a:lnTo>
                      <a:lnTo>
                        <a:pt x="2688689" y="1524296"/>
                      </a:lnTo>
                      <a:lnTo>
                        <a:pt x="2693206" y="1527427"/>
                      </a:lnTo>
                      <a:lnTo>
                        <a:pt x="2697423" y="1532006"/>
                      </a:lnTo>
                      <a:lnTo>
                        <a:pt x="2691811" y="1539188"/>
                      </a:lnTo>
                      <a:lnTo>
                        <a:pt x="2687413" y="1547278"/>
                      </a:lnTo>
                      <a:lnTo>
                        <a:pt x="2686793" y="1553629"/>
                      </a:lnTo>
                      <a:lnTo>
                        <a:pt x="2685242" y="1557636"/>
                      </a:lnTo>
                      <a:lnTo>
                        <a:pt x="2669248" y="1568431"/>
                      </a:lnTo>
                      <a:lnTo>
                        <a:pt x="2660582" y="1566526"/>
                      </a:lnTo>
                      <a:lnTo>
                        <a:pt x="2638438" y="1547062"/>
                      </a:lnTo>
                      <a:lnTo>
                        <a:pt x="2648526" y="1563897"/>
                      </a:lnTo>
                      <a:lnTo>
                        <a:pt x="2656603" y="1571041"/>
                      </a:lnTo>
                      <a:lnTo>
                        <a:pt x="2672866" y="1574852"/>
                      </a:lnTo>
                      <a:lnTo>
                        <a:pt x="2703371" y="1568558"/>
                      </a:lnTo>
                      <a:lnTo>
                        <a:pt x="2713376" y="1575430"/>
                      </a:lnTo>
                      <a:lnTo>
                        <a:pt x="2705164" y="1587603"/>
                      </a:lnTo>
                      <a:lnTo>
                        <a:pt x="2697004" y="1596145"/>
                      </a:lnTo>
                      <a:lnTo>
                        <a:pt x="2686302" y="1597097"/>
                      </a:lnTo>
                      <a:lnTo>
                        <a:pt x="2676876" y="1599409"/>
                      </a:lnTo>
                      <a:lnTo>
                        <a:pt x="2674111" y="1605283"/>
                      </a:lnTo>
                      <a:lnTo>
                        <a:pt x="2667393" y="1605651"/>
                      </a:lnTo>
                      <a:lnTo>
                        <a:pt x="2656892" y="1606000"/>
                      </a:lnTo>
                      <a:lnTo>
                        <a:pt x="2640635" y="1606534"/>
                      </a:lnTo>
                      <a:lnTo>
                        <a:pt x="2631705" y="1605162"/>
                      </a:lnTo>
                      <a:lnTo>
                        <a:pt x="2619230" y="1617164"/>
                      </a:lnTo>
                      <a:lnTo>
                        <a:pt x="2614522" y="1618815"/>
                      </a:lnTo>
                      <a:lnTo>
                        <a:pt x="2607944" y="1616561"/>
                      </a:lnTo>
                      <a:lnTo>
                        <a:pt x="2605184" y="1606921"/>
                      </a:lnTo>
                      <a:lnTo>
                        <a:pt x="2602244" y="1602184"/>
                      </a:lnTo>
                      <a:lnTo>
                        <a:pt x="2602171" y="1620219"/>
                      </a:lnTo>
                      <a:lnTo>
                        <a:pt x="2603324" y="1625077"/>
                      </a:lnTo>
                      <a:lnTo>
                        <a:pt x="2605680" y="1628741"/>
                      </a:lnTo>
                      <a:lnTo>
                        <a:pt x="2591087" y="1638527"/>
                      </a:lnTo>
                      <a:lnTo>
                        <a:pt x="2577118" y="1650733"/>
                      </a:lnTo>
                      <a:lnTo>
                        <a:pt x="2572111" y="1654054"/>
                      </a:lnTo>
                      <a:lnTo>
                        <a:pt x="2566421" y="1660169"/>
                      </a:lnTo>
                      <a:lnTo>
                        <a:pt x="2554768" y="1677830"/>
                      </a:lnTo>
                      <a:lnTo>
                        <a:pt x="2551889" y="1690708"/>
                      </a:lnTo>
                      <a:lnTo>
                        <a:pt x="2547678" y="1705066"/>
                      </a:lnTo>
                      <a:lnTo>
                        <a:pt x="2547145" y="1698602"/>
                      </a:lnTo>
                      <a:lnTo>
                        <a:pt x="2547869" y="1687717"/>
                      </a:lnTo>
                      <a:lnTo>
                        <a:pt x="2544985" y="1675251"/>
                      </a:lnTo>
                      <a:lnTo>
                        <a:pt x="2543156" y="1698087"/>
                      </a:lnTo>
                      <a:lnTo>
                        <a:pt x="2538629" y="1708699"/>
                      </a:lnTo>
                      <a:lnTo>
                        <a:pt x="2497086" y="1707950"/>
                      </a:lnTo>
                      <a:lnTo>
                        <a:pt x="2478900" y="1713716"/>
                      </a:lnTo>
                      <a:lnTo>
                        <a:pt x="2450984" y="1733116"/>
                      </a:lnTo>
                      <a:lnTo>
                        <a:pt x="2442638" y="1741619"/>
                      </a:lnTo>
                      <a:lnTo>
                        <a:pt x="2419580" y="1774495"/>
                      </a:lnTo>
                      <a:lnTo>
                        <a:pt x="2413694" y="1795534"/>
                      </a:lnTo>
                      <a:lnTo>
                        <a:pt x="2408976" y="1786688"/>
                      </a:lnTo>
                      <a:lnTo>
                        <a:pt x="2410144" y="1780052"/>
                      </a:lnTo>
                      <a:lnTo>
                        <a:pt x="2410237" y="1774629"/>
                      </a:lnTo>
                      <a:lnTo>
                        <a:pt x="2404428" y="1786263"/>
                      </a:lnTo>
                      <a:lnTo>
                        <a:pt x="2409942" y="1803205"/>
                      </a:lnTo>
                      <a:lnTo>
                        <a:pt x="2404992" y="1809676"/>
                      </a:lnTo>
                      <a:lnTo>
                        <a:pt x="2389762" y="1821755"/>
                      </a:lnTo>
                      <a:lnTo>
                        <a:pt x="2381427" y="1823736"/>
                      </a:lnTo>
                      <a:lnTo>
                        <a:pt x="2372068" y="1827172"/>
                      </a:lnTo>
                      <a:lnTo>
                        <a:pt x="2369122" y="1839085"/>
                      </a:lnTo>
                      <a:lnTo>
                        <a:pt x="2356415" y="1850071"/>
                      </a:lnTo>
                      <a:lnTo>
                        <a:pt x="2349010" y="1854936"/>
                      </a:lnTo>
                      <a:lnTo>
                        <a:pt x="2335449" y="1851989"/>
                      </a:lnTo>
                      <a:lnTo>
                        <a:pt x="2339625" y="1862569"/>
                      </a:lnTo>
                      <a:lnTo>
                        <a:pt x="2334643" y="1870577"/>
                      </a:lnTo>
                      <a:lnTo>
                        <a:pt x="2326065" y="1876718"/>
                      </a:lnTo>
                      <a:lnTo>
                        <a:pt x="2315399" y="1880725"/>
                      </a:lnTo>
                      <a:lnTo>
                        <a:pt x="2309285" y="1880236"/>
                      </a:lnTo>
                      <a:lnTo>
                        <a:pt x="2304061" y="1882363"/>
                      </a:lnTo>
                      <a:lnTo>
                        <a:pt x="2299968" y="1887456"/>
                      </a:lnTo>
                      <a:lnTo>
                        <a:pt x="2289968" y="1892219"/>
                      </a:lnTo>
                      <a:lnTo>
                        <a:pt x="2279581" y="1889539"/>
                      </a:lnTo>
                      <a:lnTo>
                        <a:pt x="2267809" y="1887932"/>
                      </a:lnTo>
                      <a:lnTo>
                        <a:pt x="2261251" y="1890790"/>
                      </a:lnTo>
                      <a:lnTo>
                        <a:pt x="2272274" y="1895515"/>
                      </a:lnTo>
                      <a:lnTo>
                        <a:pt x="2278176" y="1902360"/>
                      </a:lnTo>
                      <a:lnTo>
                        <a:pt x="2276961" y="1911588"/>
                      </a:lnTo>
                      <a:lnTo>
                        <a:pt x="2274010" y="1915150"/>
                      </a:lnTo>
                      <a:lnTo>
                        <a:pt x="2267055" y="1919976"/>
                      </a:lnTo>
                      <a:lnTo>
                        <a:pt x="2264001" y="1919259"/>
                      </a:lnTo>
                      <a:lnTo>
                        <a:pt x="2262135" y="1914909"/>
                      </a:lnTo>
                      <a:lnTo>
                        <a:pt x="2259872" y="1905847"/>
                      </a:lnTo>
                      <a:lnTo>
                        <a:pt x="2256637" y="1907777"/>
                      </a:lnTo>
                      <a:lnTo>
                        <a:pt x="2256078" y="1912000"/>
                      </a:lnTo>
                      <a:lnTo>
                        <a:pt x="2253298" y="1913505"/>
                      </a:lnTo>
                      <a:lnTo>
                        <a:pt x="2243433" y="1899071"/>
                      </a:lnTo>
                      <a:lnTo>
                        <a:pt x="2243924" y="1910082"/>
                      </a:lnTo>
                      <a:lnTo>
                        <a:pt x="2247371" y="1918541"/>
                      </a:lnTo>
                      <a:lnTo>
                        <a:pt x="2250704" y="1922834"/>
                      </a:lnTo>
                      <a:lnTo>
                        <a:pt x="2254068" y="1925361"/>
                      </a:lnTo>
                      <a:lnTo>
                        <a:pt x="2254895" y="1929286"/>
                      </a:lnTo>
                      <a:lnTo>
                        <a:pt x="2248146" y="1938850"/>
                      </a:lnTo>
                      <a:lnTo>
                        <a:pt x="2244673" y="1940977"/>
                      </a:lnTo>
                      <a:lnTo>
                        <a:pt x="2238493" y="1942527"/>
                      </a:lnTo>
                      <a:lnTo>
                        <a:pt x="2235015" y="1948420"/>
                      </a:lnTo>
                      <a:lnTo>
                        <a:pt x="2236043" y="1953494"/>
                      </a:lnTo>
                      <a:lnTo>
                        <a:pt x="2230638" y="1964505"/>
                      </a:lnTo>
                      <a:lnTo>
                        <a:pt x="2217713" y="1971383"/>
                      </a:lnTo>
                      <a:lnTo>
                        <a:pt x="2213765" y="1971116"/>
                      </a:lnTo>
                      <a:lnTo>
                        <a:pt x="2210546" y="1973129"/>
                      </a:lnTo>
                      <a:lnTo>
                        <a:pt x="2212427" y="1978032"/>
                      </a:lnTo>
                      <a:lnTo>
                        <a:pt x="2215651" y="1981601"/>
                      </a:lnTo>
                      <a:lnTo>
                        <a:pt x="2215538" y="1984915"/>
                      </a:lnTo>
                      <a:lnTo>
                        <a:pt x="2212122" y="1989418"/>
                      </a:lnTo>
                      <a:lnTo>
                        <a:pt x="2205378" y="1990675"/>
                      </a:lnTo>
                      <a:lnTo>
                        <a:pt x="2201590" y="1995813"/>
                      </a:lnTo>
                      <a:lnTo>
                        <a:pt x="2202789" y="2000658"/>
                      </a:lnTo>
                      <a:lnTo>
                        <a:pt x="2205016" y="2003363"/>
                      </a:lnTo>
                      <a:lnTo>
                        <a:pt x="2204551" y="2008025"/>
                      </a:lnTo>
                      <a:lnTo>
                        <a:pt x="2196882" y="2012705"/>
                      </a:lnTo>
                      <a:lnTo>
                        <a:pt x="2195084" y="2017309"/>
                      </a:lnTo>
                      <a:lnTo>
                        <a:pt x="2198892" y="2018668"/>
                      </a:lnTo>
                      <a:lnTo>
                        <a:pt x="2201822" y="2017309"/>
                      </a:lnTo>
                      <a:lnTo>
                        <a:pt x="2203967" y="2018299"/>
                      </a:lnTo>
                      <a:lnTo>
                        <a:pt x="2199368" y="2025996"/>
                      </a:lnTo>
                      <a:lnTo>
                        <a:pt x="2195239" y="2030689"/>
                      </a:lnTo>
                      <a:lnTo>
                        <a:pt x="2191316" y="2039122"/>
                      </a:lnTo>
                      <a:lnTo>
                        <a:pt x="2182216" y="2041453"/>
                      </a:lnTo>
                      <a:lnTo>
                        <a:pt x="2182557" y="2044177"/>
                      </a:lnTo>
                      <a:lnTo>
                        <a:pt x="2187699" y="2046590"/>
                      </a:lnTo>
                      <a:lnTo>
                        <a:pt x="2192004" y="2053074"/>
                      </a:lnTo>
                      <a:lnTo>
                        <a:pt x="2183916" y="2065045"/>
                      </a:lnTo>
                      <a:lnTo>
                        <a:pt x="2178867" y="2064060"/>
                      </a:lnTo>
                      <a:lnTo>
                        <a:pt x="2175782" y="2061425"/>
                      </a:lnTo>
                      <a:lnTo>
                        <a:pt x="2173813" y="2070874"/>
                      </a:lnTo>
                      <a:lnTo>
                        <a:pt x="2174568" y="2075917"/>
                      </a:lnTo>
                      <a:lnTo>
                        <a:pt x="2172645" y="2086223"/>
                      </a:lnTo>
                      <a:lnTo>
                        <a:pt x="2169555" y="2098613"/>
                      </a:lnTo>
                      <a:lnTo>
                        <a:pt x="2167457" y="2103699"/>
                      </a:lnTo>
                      <a:lnTo>
                        <a:pt x="2167902" y="2113174"/>
                      </a:lnTo>
                      <a:lnTo>
                        <a:pt x="2169199" y="2122325"/>
                      </a:lnTo>
                      <a:lnTo>
                        <a:pt x="2174149" y="2134118"/>
                      </a:lnTo>
                      <a:lnTo>
                        <a:pt x="2181710" y="2182343"/>
                      </a:lnTo>
                      <a:lnTo>
                        <a:pt x="2186857" y="2199089"/>
                      </a:lnTo>
                      <a:lnTo>
                        <a:pt x="2196128" y="2244272"/>
                      </a:lnTo>
                      <a:lnTo>
                        <a:pt x="2211471" y="2288077"/>
                      </a:lnTo>
                      <a:lnTo>
                        <a:pt x="2233118" y="2341026"/>
                      </a:lnTo>
                      <a:lnTo>
                        <a:pt x="2268646" y="2405203"/>
                      </a:lnTo>
                      <a:lnTo>
                        <a:pt x="2272899" y="2414348"/>
                      </a:lnTo>
                      <a:lnTo>
                        <a:pt x="2268274" y="2422102"/>
                      </a:lnTo>
                      <a:lnTo>
                        <a:pt x="2266863" y="2430135"/>
                      </a:lnTo>
                      <a:lnTo>
                        <a:pt x="2266460" y="2442245"/>
                      </a:lnTo>
                      <a:lnTo>
                        <a:pt x="2267742" y="2454044"/>
                      </a:lnTo>
                      <a:lnTo>
                        <a:pt x="2271943" y="2468453"/>
                      </a:lnTo>
                      <a:lnTo>
                        <a:pt x="2280015" y="2490483"/>
                      </a:lnTo>
                      <a:lnTo>
                        <a:pt x="2275499" y="2486088"/>
                      </a:lnTo>
                      <a:lnTo>
                        <a:pt x="2263809" y="2454470"/>
                      </a:lnTo>
                      <a:lnTo>
                        <a:pt x="2262450" y="2435901"/>
                      </a:lnTo>
                      <a:lnTo>
                        <a:pt x="2264135" y="2409560"/>
                      </a:lnTo>
                      <a:lnTo>
                        <a:pt x="2261391" y="2410195"/>
                      </a:lnTo>
                      <a:lnTo>
                        <a:pt x="2259164" y="2418755"/>
                      </a:lnTo>
                      <a:lnTo>
                        <a:pt x="2257939" y="2428808"/>
                      </a:lnTo>
                      <a:lnTo>
                        <a:pt x="2254973" y="2432700"/>
                      </a:lnTo>
                      <a:lnTo>
                        <a:pt x="2250926" y="2417364"/>
                      </a:lnTo>
                      <a:lnTo>
                        <a:pt x="2251210" y="2410430"/>
                      </a:lnTo>
                      <a:lnTo>
                        <a:pt x="2255505" y="2402327"/>
                      </a:lnTo>
                      <a:lnTo>
                        <a:pt x="2254259" y="2399412"/>
                      </a:lnTo>
                      <a:lnTo>
                        <a:pt x="2247309" y="2395265"/>
                      </a:lnTo>
                      <a:lnTo>
                        <a:pt x="2245831" y="2388743"/>
                      </a:lnTo>
                      <a:lnTo>
                        <a:pt x="2246771" y="2382304"/>
                      </a:lnTo>
                      <a:lnTo>
                        <a:pt x="2242782" y="2378862"/>
                      </a:lnTo>
                      <a:lnTo>
                        <a:pt x="2239661" y="2379027"/>
                      </a:lnTo>
                      <a:lnTo>
                        <a:pt x="2241753" y="2394903"/>
                      </a:lnTo>
                      <a:lnTo>
                        <a:pt x="2245056" y="2404651"/>
                      </a:lnTo>
                      <a:lnTo>
                        <a:pt x="2249138" y="2428014"/>
                      </a:lnTo>
                      <a:lnTo>
                        <a:pt x="2255727" y="2442169"/>
                      </a:lnTo>
                      <a:lnTo>
                        <a:pt x="2259567" y="2454038"/>
                      </a:lnTo>
                      <a:lnTo>
                        <a:pt x="2304438" y="2580696"/>
                      </a:lnTo>
                      <a:lnTo>
                        <a:pt x="2315058" y="2596826"/>
                      </a:lnTo>
                      <a:lnTo>
                        <a:pt x="2318985" y="2608409"/>
                      </a:lnTo>
                      <a:lnTo>
                        <a:pt x="2323073" y="2632630"/>
                      </a:lnTo>
                      <a:lnTo>
                        <a:pt x="2323998" y="2663728"/>
                      </a:lnTo>
                      <a:lnTo>
                        <a:pt x="2316665" y="2720564"/>
                      </a:lnTo>
                      <a:lnTo>
                        <a:pt x="2314996" y="2759333"/>
                      </a:lnTo>
                      <a:lnTo>
                        <a:pt x="2313947" y="2758145"/>
                      </a:lnTo>
                      <a:lnTo>
                        <a:pt x="2313244" y="2754062"/>
                      </a:lnTo>
                      <a:lnTo>
                        <a:pt x="2311549" y="2753503"/>
                      </a:lnTo>
                      <a:lnTo>
                        <a:pt x="2305182" y="2771265"/>
                      </a:lnTo>
                      <a:lnTo>
                        <a:pt x="2296531" y="2787287"/>
                      </a:lnTo>
                      <a:lnTo>
                        <a:pt x="2293684" y="2812187"/>
                      </a:lnTo>
                      <a:lnTo>
                        <a:pt x="2289534" y="2824653"/>
                      </a:lnTo>
                      <a:lnTo>
                        <a:pt x="2277075" y="2837843"/>
                      </a:lnTo>
                      <a:lnTo>
                        <a:pt x="2269354" y="2837506"/>
                      </a:lnTo>
                      <a:lnTo>
                        <a:pt x="2250420" y="2847400"/>
                      </a:lnTo>
                      <a:lnTo>
                        <a:pt x="2237118" y="2844822"/>
                      </a:lnTo>
                      <a:lnTo>
                        <a:pt x="2221269" y="2850404"/>
                      </a:lnTo>
                      <a:lnTo>
                        <a:pt x="2210840" y="2849781"/>
                      </a:lnTo>
                      <a:lnTo>
                        <a:pt x="2204820" y="2838014"/>
                      </a:lnTo>
                      <a:lnTo>
                        <a:pt x="2205740" y="2832750"/>
                      </a:lnTo>
                      <a:lnTo>
                        <a:pt x="2208137" y="2827460"/>
                      </a:lnTo>
                      <a:lnTo>
                        <a:pt x="2212199" y="2826228"/>
                      </a:lnTo>
                      <a:lnTo>
                        <a:pt x="2226199" y="2838560"/>
                      </a:lnTo>
                      <a:lnTo>
                        <a:pt x="2228839" y="2833372"/>
                      </a:lnTo>
                      <a:lnTo>
                        <a:pt x="2224612" y="2827199"/>
                      </a:lnTo>
                      <a:lnTo>
                        <a:pt x="2216519" y="2823757"/>
                      </a:lnTo>
                      <a:lnTo>
                        <a:pt x="2210540" y="2819973"/>
                      </a:lnTo>
                      <a:lnTo>
                        <a:pt x="2198494" y="2791859"/>
                      </a:lnTo>
                      <a:lnTo>
                        <a:pt x="2186014" y="2772554"/>
                      </a:lnTo>
                      <a:lnTo>
                        <a:pt x="2183911" y="2759650"/>
                      </a:lnTo>
                      <a:lnTo>
                        <a:pt x="2162393" y="2751782"/>
                      </a:lnTo>
                      <a:lnTo>
                        <a:pt x="2146812" y="2739869"/>
                      </a:lnTo>
                      <a:lnTo>
                        <a:pt x="2136652" y="2718678"/>
                      </a:lnTo>
                      <a:lnTo>
                        <a:pt x="2130823" y="2681102"/>
                      </a:lnTo>
                      <a:lnTo>
                        <a:pt x="2123950" y="2676879"/>
                      </a:lnTo>
                      <a:lnTo>
                        <a:pt x="2121046" y="2673958"/>
                      </a:lnTo>
                      <a:lnTo>
                        <a:pt x="2127759" y="2660013"/>
                      </a:lnTo>
                      <a:lnTo>
                        <a:pt x="2134833" y="2648322"/>
                      </a:lnTo>
                      <a:lnTo>
                        <a:pt x="2129237" y="2651230"/>
                      </a:lnTo>
                      <a:lnTo>
                        <a:pt x="2125108" y="2655555"/>
                      </a:lnTo>
                      <a:lnTo>
                        <a:pt x="2119857" y="2665880"/>
                      </a:lnTo>
                      <a:lnTo>
                        <a:pt x="2116023" y="2667468"/>
                      </a:lnTo>
                      <a:lnTo>
                        <a:pt x="2112509" y="2665880"/>
                      </a:lnTo>
                      <a:lnTo>
                        <a:pt x="2108457" y="2646074"/>
                      </a:lnTo>
                      <a:lnTo>
                        <a:pt x="2109615" y="2621726"/>
                      </a:lnTo>
                      <a:lnTo>
                        <a:pt x="2115294" y="2612620"/>
                      </a:lnTo>
                      <a:lnTo>
                        <a:pt x="2106571" y="2612378"/>
                      </a:lnTo>
                      <a:lnTo>
                        <a:pt x="2097533" y="2615846"/>
                      </a:lnTo>
                      <a:lnTo>
                        <a:pt x="2098856" y="2623962"/>
                      </a:lnTo>
                      <a:lnTo>
                        <a:pt x="2097579" y="2628420"/>
                      </a:lnTo>
                      <a:lnTo>
                        <a:pt x="2090995" y="2627276"/>
                      </a:lnTo>
                      <a:lnTo>
                        <a:pt x="2086003" y="2624425"/>
                      </a:lnTo>
                      <a:lnTo>
                        <a:pt x="2079229" y="2615979"/>
                      </a:lnTo>
                      <a:lnTo>
                        <a:pt x="2069989" y="2599862"/>
                      </a:lnTo>
                      <a:lnTo>
                        <a:pt x="2051033" y="2555460"/>
                      </a:lnTo>
                      <a:lnTo>
                        <a:pt x="2047338" y="2549198"/>
                      </a:lnTo>
                      <a:lnTo>
                        <a:pt x="2041070" y="2542645"/>
                      </a:lnTo>
                      <a:lnTo>
                        <a:pt x="2044021" y="2540606"/>
                      </a:lnTo>
                      <a:lnTo>
                        <a:pt x="2049406" y="2539400"/>
                      </a:lnTo>
                      <a:lnTo>
                        <a:pt x="2061576" y="2519409"/>
                      </a:lnTo>
                      <a:lnTo>
                        <a:pt x="2071136" y="2507330"/>
                      </a:lnTo>
                      <a:lnTo>
                        <a:pt x="2074309" y="2498973"/>
                      </a:lnTo>
                      <a:lnTo>
                        <a:pt x="2073756" y="2495398"/>
                      </a:lnTo>
                      <a:lnTo>
                        <a:pt x="2069529" y="2490203"/>
                      </a:lnTo>
                      <a:lnTo>
                        <a:pt x="2063979" y="2494744"/>
                      </a:lnTo>
                      <a:lnTo>
                        <a:pt x="2061601" y="2493448"/>
                      </a:lnTo>
                      <a:lnTo>
                        <a:pt x="2055359" y="2482970"/>
                      </a:lnTo>
                      <a:lnTo>
                        <a:pt x="2049395" y="2480011"/>
                      </a:lnTo>
                      <a:lnTo>
                        <a:pt x="2045240" y="2482278"/>
                      </a:lnTo>
                      <a:lnTo>
                        <a:pt x="2049623" y="2490864"/>
                      </a:lnTo>
                      <a:lnTo>
                        <a:pt x="2053560" y="2494052"/>
                      </a:lnTo>
                      <a:lnTo>
                        <a:pt x="2052036" y="2506536"/>
                      </a:lnTo>
                      <a:lnTo>
                        <a:pt x="2050444" y="2510601"/>
                      </a:lnTo>
                      <a:lnTo>
                        <a:pt x="2046755" y="2514189"/>
                      </a:lnTo>
                      <a:lnTo>
                        <a:pt x="2040993" y="2512277"/>
                      </a:lnTo>
                      <a:lnTo>
                        <a:pt x="2038078" y="2515364"/>
                      </a:lnTo>
                      <a:lnTo>
                        <a:pt x="2034647" y="2512112"/>
                      </a:lnTo>
                      <a:lnTo>
                        <a:pt x="2031231" y="2506625"/>
                      </a:lnTo>
                      <a:lnTo>
                        <a:pt x="2027427" y="2497595"/>
                      </a:lnTo>
                      <a:lnTo>
                        <a:pt x="2037478" y="2446767"/>
                      </a:lnTo>
                      <a:lnTo>
                        <a:pt x="2046780" y="2414380"/>
                      </a:lnTo>
                      <a:lnTo>
                        <a:pt x="2047845" y="2377433"/>
                      </a:lnTo>
                      <a:lnTo>
                        <a:pt x="2048537" y="2371959"/>
                      </a:lnTo>
                      <a:lnTo>
                        <a:pt x="2047752" y="2362141"/>
                      </a:lnTo>
                      <a:lnTo>
                        <a:pt x="2035277" y="2340804"/>
                      </a:lnTo>
                      <a:lnTo>
                        <a:pt x="1980122" y="2288737"/>
                      </a:lnTo>
                      <a:lnTo>
                        <a:pt x="1937374" y="2227081"/>
                      </a:lnTo>
                      <a:lnTo>
                        <a:pt x="1900348" y="2203953"/>
                      </a:lnTo>
                      <a:lnTo>
                        <a:pt x="1872256" y="2209033"/>
                      </a:lnTo>
                      <a:lnTo>
                        <a:pt x="1867393" y="2213682"/>
                      </a:lnTo>
                      <a:lnTo>
                        <a:pt x="1865305" y="2219759"/>
                      </a:lnTo>
                      <a:lnTo>
                        <a:pt x="1867068" y="2226637"/>
                      </a:lnTo>
                      <a:lnTo>
                        <a:pt x="1864515" y="2229501"/>
                      </a:lnTo>
                      <a:lnTo>
                        <a:pt x="1856975" y="2229139"/>
                      </a:lnTo>
                      <a:lnTo>
                        <a:pt x="1846820" y="2230739"/>
                      </a:lnTo>
                      <a:lnTo>
                        <a:pt x="1820305" y="2246971"/>
                      </a:lnTo>
                      <a:lnTo>
                        <a:pt x="1810951" y="2246374"/>
                      </a:lnTo>
                      <a:lnTo>
                        <a:pt x="1802455" y="2250578"/>
                      </a:lnTo>
                      <a:lnTo>
                        <a:pt x="1796094" y="2253727"/>
                      </a:lnTo>
                      <a:lnTo>
                        <a:pt x="1779506" y="2255442"/>
                      </a:lnTo>
                      <a:lnTo>
                        <a:pt x="1765439" y="2259043"/>
                      </a:lnTo>
                      <a:lnTo>
                        <a:pt x="1759362" y="2257093"/>
                      </a:lnTo>
                      <a:lnTo>
                        <a:pt x="1755398" y="2247682"/>
                      </a:lnTo>
                      <a:lnTo>
                        <a:pt x="1755398" y="2237940"/>
                      </a:lnTo>
                      <a:lnTo>
                        <a:pt x="1758613" y="2245408"/>
                      </a:lnTo>
                      <a:lnTo>
                        <a:pt x="1763589" y="2251251"/>
                      </a:lnTo>
                      <a:lnTo>
                        <a:pt x="1765868" y="2248914"/>
                      </a:lnTo>
                      <a:lnTo>
                        <a:pt x="1766721" y="2243745"/>
                      </a:lnTo>
                      <a:lnTo>
                        <a:pt x="1761770" y="2233616"/>
                      </a:lnTo>
                      <a:lnTo>
                        <a:pt x="1745822" y="2220604"/>
                      </a:lnTo>
                      <a:lnTo>
                        <a:pt x="1727673" y="2201597"/>
                      </a:lnTo>
                      <a:lnTo>
                        <a:pt x="1733208" y="2202226"/>
                      </a:lnTo>
                      <a:lnTo>
                        <a:pt x="1734608" y="2198155"/>
                      </a:lnTo>
                      <a:lnTo>
                        <a:pt x="1728981" y="2192815"/>
                      </a:lnTo>
                      <a:lnTo>
                        <a:pt x="1731358" y="2186642"/>
                      </a:lnTo>
                      <a:lnTo>
                        <a:pt x="1735322" y="2180158"/>
                      </a:lnTo>
                      <a:lnTo>
                        <a:pt x="1727663" y="2181130"/>
                      </a:lnTo>
                      <a:lnTo>
                        <a:pt x="1720790" y="2185670"/>
                      </a:lnTo>
                      <a:lnTo>
                        <a:pt x="1720563" y="2191278"/>
                      </a:lnTo>
                      <a:lnTo>
                        <a:pt x="1719203" y="2195736"/>
                      </a:lnTo>
                      <a:lnTo>
                        <a:pt x="1715503" y="2195088"/>
                      </a:lnTo>
                      <a:lnTo>
                        <a:pt x="1708635" y="2189569"/>
                      </a:lnTo>
                      <a:lnTo>
                        <a:pt x="1674823" y="2174208"/>
                      </a:lnTo>
                      <a:lnTo>
                        <a:pt x="1645264" y="2165546"/>
                      </a:lnTo>
                      <a:lnTo>
                        <a:pt x="1667950" y="2161647"/>
                      </a:lnTo>
                      <a:lnTo>
                        <a:pt x="1680254" y="2164676"/>
                      </a:lnTo>
                      <a:lnTo>
                        <a:pt x="1678787" y="2160027"/>
                      </a:lnTo>
                      <a:lnTo>
                        <a:pt x="1675826" y="2157075"/>
                      </a:lnTo>
                      <a:lnTo>
                        <a:pt x="1666121" y="2153334"/>
                      </a:lnTo>
                      <a:lnTo>
                        <a:pt x="1653759" y="2154757"/>
                      </a:lnTo>
                      <a:lnTo>
                        <a:pt x="1645951" y="2152998"/>
                      </a:lnTo>
                      <a:lnTo>
                        <a:pt x="1637967" y="2156706"/>
                      </a:lnTo>
                      <a:lnTo>
                        <a:pt x="1629218" y="2162218"/>
                      </a:lnTo>
                      <a:lnTo>
                        <a:pt x="1621430" y="2165057"/>
                      </a:lnTo>
                      <a:lnTo>
                        <a:pt x="1590951" y="2169026"/>
                      </a:lnTo>
                      <a:lnTo>
                        <a:pt x="1566234" y="2173332"/>
                      </a:lnTo>
                      <a:lnTo>
                        <a:pt x="1570197" y="2168785"/>
                      </a:lnTo>
                      <a:lnTo>
                        <a:pt x="1574424" y="2165863"/>
                      </a:lnTo>
                      <a:lnTo>
                        <a:pt x="1589028" y="2161418"/>
                      </a:lnTo>
                      <a:lnTo>
                        <a:pt x="1591214" y="2152178"/>
                      </a:lnTo>
                      <a:lnTo>
                        <a:pt x="1587783" y="2143281"/>
                      </a:lnTo>
                      <a:lnTo>
                        <a:pt x="1583938" y="2145415"/>
                      </a:lnTo>
                      <a:lnTo>
                        <a:pt x="1579902" y="2152369"/>
                      </a:lnTo>
                      <a:lnTo>
                        <a:pt x="1574952" y="2147358"/>
                      </a:lnTo>
                      <a:lnTo>
                        <a:pt x="1569469" y="2147384"/>
                      </a:lnTo>
                      <a:lnTo>
                        <a:pt x="1567980" y="2158446"/>
                      </a:lnTo>
                      <a:lnTo>
                        <a:pt x="1560952" y="2165863"/>
                      </a:lnTo>
                      <a:lnTo>
                        <a:pt x="1557779" y="2173332"/>
                      </a:lnTo>
                      <a:lnTo>
                        <a:pt x="1537170" y="2179180"/>
                      </a:lnTo>
                      <a:lnTo>
                        <a:pt x="1534530" y="2177231"/>
                      </a:lnTo>
                      <a:lnTo>
                        <a:pt x="1540560" y="2170137"/>
                      </a:lnTo>
                      <a:lnTo>
                        <a:pt x="1540080" y="2166194"/>
                      </a:lnTo>
                      <a:lnTo>
                        <a:pt x="1533202" y="2169578"/>
                      </a:lnTo>
                      <a:lnTo>
                        <a:pt x="1521667" y="2183022"/>
                      </a:lnTo>
                      <a:lnTo>
                        <a:pt x="1481059" y="2187423"/>
                      </a:lnTo>
                      <a:lnTo>
                        <a:pt x="1483276" y="2184368"/>
                      </a:lnTo>
                      <a:lnTo>
                        <a:pt x="1491849" y="2183759"/>
                      </a:lnTo>
                      <a:lnTo>
                        <a:pt x="1503885" y="2179504"/>
                      </a:lnTo>
                      <a:lnTo>
                        <a:pt x="1501451" y="2172341"/>
                      </a:lnTo>
                      <a:lnTo>
                        <a:pt x="1496810" y="2164466"/>
                      </a:lnTo>
                      <a:lnTo>
                        <a:pt x="1492526" y="2163590"/>
                      </a:lnTo>
                      <a:lnTo>
                        <a:pt x="1489700" y="2158973"/>
                      </a:lnTo>
                      <a:lnTo>
                        <a:pt x="1489839" y="2144425"/>
                      </a:lnTo>
                      <a:lnTo>
                        <a:pt x="1487100" y="2135921"/>
                      </a:lnTo>
                      <a:lnTo>
                        <a:pt x="1480491" y="2127171"/>
                      </a:lnTo>
                      <a:lnTo>
                        <a:pt x="1478258" y="2128853"/>
                      </a:lnTo>
                      <a:lnTo>
                        <a:pt x="1473395" y="2143815"/>
                      </a:lnTo>
                      <a:lnTo>
                        <a:pt x="1469354" y="2163438"/>
                      </a:lnTo>
                      <a:lnTo>
                        <a:pt x="1467354" y="2169775"/>
                      </a:lnTo>
                      <a:lnTo>
                        <a:pt x="1455314" y="2170220"/>
                      </a:lnTo>
                      <a:lnTo>
                        <a:pt x="1444658" y="2168880"/>
                      </a:lnTo>
                      <a:lnTo>
                        <a:pt x="1408442" y="2171236"/>
                      </a:lnTo>
                      <a:lnTo>
                        <a:pt x="1394913" y="2164587"/>
                      </a:lnTo>
                      <a:lnTo>
                        <a:pt x="1389301" y="2163311"/>
                      </a:lnTo>
                      <a:lnTo>
                        <a:pt x="1385885" y="2163463"/>
                      </a:lnTo>
                      <a:lnTo>
                        <a:pt x="1370134" y="2169559"/>
                      </a:lnTo>
                      <a:lnTo>
                        <a:pt x="1352186" y="2174227"/>
                      </a:lnTo>
                      <a:lnTo>
                        <a:pt x="1347959" y="2172760"/>
                      </a:lnTo>
                      <a:lnTo>
                        <a:pt x="1341929" y="2172544"/>
                      </a:lnTo>
                      <a:lnTo>
                        <a:pt x="1328916" y="2188433"/>
                      </a:lnTo>
                      <a:lnTo>
                        <a:pt x="1313573" y="2195869"/>
                      </a:lnTo>
                      <a:lnTo>
                        <a:pt x="1274862" y="2182501"/>
                      </a:lnTo>
                      <a:lnTo>
                        <a:pt x="1265234" y="2171750"/>
                      </a:lnTo>
                      <a:lnTo>
                        <a:pt x="1256687" y="2169451"/>
                      </a:lnTo>
                      <a:lnTo>
                        <a:pt x="1246176" y="2168124"/>
                      </a:lnTo>
                      <a:lnTo>
                        <a:pt x="1234884" y="2181352"/>
                      </a:lnTo>
                      <a:lnTo>
                        <a:pt x="1226306" y="2199203"/>
                      </a:lnTo>
                      <a:lnTo>
                        <a:pt x="1239861" y="2208989"/>
                      </a:lnTo>
                      <a:lnTo>
                        <a:pt x="1251462" y="2213669"/>
                      </a:lnTo>
                      <a:lnTo>
                        <a:pt x="1270635" y="2209745"/>
                      </a:lnTo>
                      <a:lnTo>
                        <a:pt x="1281234" y="2201083"/>
                      </a:lnTo>
                      <a:lnTo>
                        <a:pt x="1289890" y="2201368"/>
                      </a:lnTo>
                      <a:lnTo>
                        <a:pt x="1294029" y="2199609"/>
                      </a:lnTo>
                      <a:lnTo>
                        <a:pt x="1297806" y="2195088"/>
                      </a:lnTo>
                      <a:lnTo>
                        <a:pt x="1305207" y="2198657"/>
                      </a:lnTo>
                      <a:lnTo>
                        <a:pt x="1305470" y="2202232"/>
                      </a:lnTo>
                      <a:lnTo>
                        <a:pt x="1300215" y="2207268"/>
                      </a:lnTo>
                      <a:lnTo>
                        <a:pt x="1293595" y="2211510"/>
                      </a:lnTo>
                      <a:lnTo>
                        <a:pt x="1289579" y="2216508"/>
                      </a:lnTo>
                      <a:lnTo>
                        <a:pt x="1297135" y="2226580"/>
                      </a:lnTo>
                      <a:lnTo>
                        <a:pt x="1309000" y="2229964"/>
                      </a:lnTo>
                      <a:lnTo>
                        <a:pt x="1313465" y="2228504"/>
                      </a:lnTo>
                      <a:lnTo>
                        <a:pt x="1316229" y="2217181"/>
                      </a:lnTo>
                      <a:lnTo>
                        <a:pt x="1323526" y="2209891"/>
                      </a:lnTo>
                      <a:lnTo>
                        <a:pt x="1333443" y="2211466"/>
                      </a:lnTo>
                      <a:lnTo>
                        <a:pt x="1332032" y="2216038"/>
                      </a:lnTo>
                      <a:lnTo>
                        <a:pt x="1333422" y="2220356"/>
                      </a:lnTo>
                      <a:lnTo>
                        <a:pt x="1337980" y="2227729"/>
                      </a:lnTo>
                      <a:lnTo>
                        <a:pt x="1337458" y="2238290"/>
                      </a:lnTo>
                      <a:lnTo>
                        <a:pt x="1338342" y="2240836"/>
                      </a:lnTo>
                      <a:lnTo>
                        <a:pt x="1327655" y="2245497"/>
                      </a:lnTo>
                      <a:lnTo>
                        <a:pt x="1319692" y="2247079"/>
                      </a:lnTo>
                      <a:lnTo>
                        <a:pt x="1313320" y="2253181"/>
                      </a:lnTo>
                      <a:lnTo>
                        <a:pt x="1316658" y="2256725"/>
                      </a:lnTo>
                      <a:lnTo>
                        <a:pt x="1310168" y="2259837"/>
                      </a:lnTo>
                      <a:lnTo>
                        <a:pt x="1305780" y="2258592"/>
                      </a:lnTo>
                      <a:lnTo>
                        <a:pt x="1303574" y="2259741"/>
                      </a:lnTo>
                      <a:lnTo>
                        <a:pt x="1302912" y="2263488"/>
                      </a:lnTo>
                      <a:lnTo>
                        <a:pt x="1299558" y="2266968"/>
                      </a:lnTo>
                      <a:lnTo>
                        <a:pt x="1304437" y="2277453"/>
                      </a:lnTo>
                      <a:lnTo>
                        <a:pt x="1314436" y="2284298"/>
                      </a:lnTo>
                      <a:lnTo>
                        <a:pt x="1321490" y="2292878"/>
                      </a:lnTo>
                      <a:lnTo>
                        <a:pt x="1349851" y="2304175"/>
                      </a:lnTo>
                      <a:lnTo>
                        <a:pt x="1356724" y="2303851"/>
                      </a:lnTo>
                      <a:lnTo>
                        <a:pt x="1363488" y="2315225"/>
                      </a:lnTo>
                      <a:lnTo>
                        <a:pt x="1368940" y="2319136"/>
                      </a:lnTo>
                      <a:lnTo>
                        <a:pt x="1374191" y="2321124"/>
                      </a:lnTo>
                      <a:lnTo>
                        <a:pt x="1373591" y="2328948"/>
                      </a:lnTo>
                      <a:lnTo>
                        <a:pt x="1364263" y="2334676"/>
                      </a:lnTo>
                      <a:lnTo>
                        <a:pt x="1361742" y="2341509"/>
                      </a:lnTo>
                      <a:lnTo>
                        <a:pt x="1359395" y="2345351"/>
                      </a:lnTo>
                      <a:lnTo>
                        <a:pt x="1355189" y="2340486"/>
                      </a:lnTo>
                      <a:lnTo>
                        <a:pt x="1350869" y="2336962"/>
                      </a:lnTo>
                      <a:lnTo>
                        <a:pt x="1340869" y="2347681"/>
                      </a:lnTo>
                      <a:lnTo>
                        <a:pt x="1336048" y="2349936"/>
                      </a:lnTo>
                      <a:lnTo>
                        <a:pt x="1338440" y="2338378"/>
                      </a:lnTo>
                      <a:lnTo>
                        <a:pt x="1334663" y="2333850"/>
                      </a:lnTo>
                      <a:lnTo>
                        <a:pt x="1328952" y="2322261"/>
                      </a:lnTo>
                      <a:lnTo>
                        <a:pt x="1320632" y="2315091"/>
                      </a:lnTo>
                      <a:lnTo>
                        <a:pt x="1314772" y="2312716"/>
                      </a:lnTo>
                      <a:lnTo>
                        <a:pt x="1310209" y="2308182"/>
                      </a:lnTo>
                      <a:lnTo>
                        <a:pt x="1304685" y="2306347"/>
                      </a:lnTo>
                      <a:lnTo>
                        <a:pt x="1299972" y="2306817"/>
                      </a:lnTo>
                      <a:lnTo>
                        <a:pt x="1291993" y="2304175"/>
                      </a:lnTo>
                      <a:lnTo>
                        <a:pt x="1291466" y="2298009"/>
                      </a:lnTo>
                      <a:lnTo>
                        <a:pt x="1289254" y="2293392"/>
                      </a:lnTo>
                      <a:lnTo>
                        <a:pt x="1283011" y="2287943"/>
                      </a:lnTo>
                      <a:lnTo>
                        <a:pt x="1253183" y="2277649"/>
                      </a:lnTo>
                      <a:lnTo>
                        <a:pt x="1253002" y="2281910"/>
                      </a:lnTo>
                      <a:lnTo>
                        <a:pt x="1255069" y="2285117"/>
                      </a:lnTo>
                      <a:lnTo>
                        <a:pt x="1259353" y="2287251"/>
                      </a:lnTo>
                      <a:lnTo>
                        <a:pt x="1264480" y="2291404"/>
                      </a:lnTo>
                      <a:lnTo>
                        <a:pt x="1264433" y="2303705"/>
                      </a:lnTo>
                      <a:lnTo>
                        <a:pt x="1262216" y="2308912"/>
                      </a:lnTo>
                      <a:lnTo>
                        <a:pt x="1261265" y="2316330"/>
                      </a:lnTo>
                      <a:lnTo>
                        <a:pt x="1259291" y="2323868"/>
                      </a:lnTo>
                      <a:lnTo>
                        <a:pt x="1255643" y="2329811"/>
                      </a:lnTo>
                      <a:lnTo>
                        <a:pt x="1247499" y="2333863"/>
                      </a:lnTo>
                      <a:lnTo>
                        <a:pt x="1243907" y="2330472"/>
                      </a:lnTo>
                      <a:lnTo>
                        <a:pt x="1238099" y="2314240"/>
                      </a:lnTo>
                      <a:lnTo>
                        <a:pt x="1229887" y="2309128"/>
                      </a:lnTo>
                      <a:lnTo>
                        <a:pt x="1216839" y="2308525"/>
                      </a:lnTo>
                      <a:lnTo>
                        <a:pt x="1207976" y="2312195"/>
                      </a:lnTo>
                      <a:lnTo>
                        <a:pt x="1198317" y="2327919"/>
                      </a:lnTo>
                      <a:lnTo>
                        <a:pt x="1190535" y="2330491"/>
                      </a:lnTo>
                      <a:lnTo>
                        <a:pt x="1163895" y="2322343"/>
                      </a:lnTo>
                      <a:lnTo>
                        <a:pt x="1133478" y="2309928"/>
                      </a:lnTo>
                      <a:lnTo>
                        <a:pt x="1134263" y="2305794"/>
                      </a:lnTo>
                      <a:lnTo>
                        <a:pt x="1139049" y="2304467"/>
                      </a:lnTo>
                      <a:lnTo>
                        <a:pt x="1148227" y="2306163"/>
                      </a:lnTo>
                      <a:lnTo>
                        <a:pt x="1147741" y="2301902"/>
                      </a:lnTo>
                      <a:lnTo>
                        <a:pt x="1138361" y="2288032"/>
                      </a:lnTo>
                      <a:lnTo>
                        <a:pt x="1136641" y="2281771"/>
                      </a:lnTo>
                      <a:lnTo>
                        <a:pt x="1137850" y="2274131"/>
                      </a:lnTo>
                      <a:lnTo>
                        <a:pt x="1134791" y="2274303"/>
                      </a:lnTo>
                      <a:lnTo>
                        <a:pt x="1129158" y="2280717"/>
                      </a:lnTo>
                      <a:lnTo>
                        <a:pt x="1109763" y="2275281"/>
                      </a:lnTo>
                      <a:lnTo>
                        <a:pt x="1104410" y="2268784"/>
                      </a:lnTo>
                      <a:lnTo>
                        <a:pt x="1093015" y="2250476"/>
                      </a:lnTo>
                      <a:lnTo>
                        <a:pt x="1076933" y="2249879"/>
                      </a:lnTo>
                      <a:lnTo>
                        <a:pt x="1069657" y="2238779"/>
                      </a:lnTo>
                      <a:lnTo>
                        <a:pt x="1056515" y="2243427"/>
                      </a:lnTo>
                      <a:lnTo>
                        <a:pt x="1049859" y="2248571"/>
                      </a:lnTo>
                      <a:lnTo>
                        <a:pt x="1044009" y="2256541"/>
                      </a:lnTo>
                      <a:lnTo>
                        <a:pt x="1046288" y="2260675"/>
                      </a:lnTo>
                      <a:lnTo>
                        <a:pt x="1052117" y="2267241"/>
                      </a:lnTo>
                      <a:lnTo>
                        <a:pt x="1049456" y="2270410"/>
                      </a:lnTo>
                      <a:lnTo>
                        <a:pt x="1030744" y="2275090"/>
                      </a:lnTo>
                      <a:lnTo>
                        <a:pt x="987304" y="2269857"/>
                      </a:lnTo>
                      <a:lnTo>
                        <a:pt x="974601" y="2264968"/>
                      </a:lnTo>
                      <a:lnTo>
                        <a:pt x="957553" y="2254629"/>
                      </a:lnTo>
                      <a:lnTo>
                        <a:pt x="933921" y="2246202"/>
                      </a:lnTo>
                      <a:lnTo>
                        <a:pt x="922542" y="2244843"/>
                      </a:lnTo>
                      <a:lnTo>
                        <a:pt x="911400" y="2246513"/>
                      </a:lnTo>
                      <a:lnTo>
                        <a:pt x="878978" y="2247377"/>
                      </a:lnTo>
                      <a:lnTo>
                        <a:pt x="871454" y="2249619"/>
                      </a:lnTo>
                      <a:lnTo>
                        <a:pt x="865046" y="2253200"/>
                      </a:lnTo>
                      <a:lnTo>
                        <a:pt x="860891" y="2249238"/>
                      </a:lnTo>
                      <a:lnTo>
                        <a:pt x="858968" y="2242163"/>
                      </a:lnTo>
                      <a:lnTo>
                        <a:pt x="862731" y="2241014"/>
                      </a:lnTo>
                      <a:lnTo>
                        <a:pt x="866916" y="2236854"/>
                      </a:lnTo>
                      <a:lnTo>
                        <a:pt x="870694" y="2228631"/>
                      </a:lnTo>
                      <a:lnTo>
                        <a:pt x="871123" y="2223658"/>
                      </a:lnTo>
                      <a:lnTo>
                        <a:pt x="868482" y="2220413"/>
                      </a:lnTo>
                      <a:lnTo>
                        <a:pt x="863459" y="2220089"/>
                      </a:lnTo>
                      <a:lnTo>
                        <a:pt x="852364" y="2241516"/>
                      </a:lnTo>
                      <a:lnTo>
                        <a:pt x="858705" y="2253524"/>
                      </a:lnTo>
                      <a:lnTo>
                        <a:pt x="858271" y="2257855"/>
                      </a:lnTo>
                      <a:lnTo>
                        <a:pt x="836132" y="2260319"/>
                      </a:lnTo>
                      <a:lnTo>
                        <a:pt x="785881" y="2284495"/>
                      </a:lnTo>
                      <a:lnTo>
                        <a:pt x="766285" y="2297532"/>
                      </a:lnTo>
                      <a:lnTo>
                        <a:pt x="767288" y="2293144"/>
                      </a:lnTo>
                      <a:lnTo>
                        <a:pt x="790982" y="2276246"/>
                      </a:lnTo>
                      <a:lnTo>
                        <a:pt x="782615" y="2273661"/>
                      </a:lnTo>
                      <a:lnTo>
                        <a:pt x="769143" y="2277884"/>
                      </a:lnTo>
                      <a:lnTo>
                        <a:pt x="764311" y="2276259"/>
                      </a:lnTo>
                      <a:lnTo>
                        <a:pt x="770016" y="2262288"/>
                      </a:lnTo>
                      <a:lnTo>
                        <a:pt x="768156" y="2249968"/>
                      </a:lnTo>
                      <a:lnTo>
                        <a:pt x="758591" y="2249631"/>
                      </a:lnTo>
                      <a:lnTo>
                        <a:pt x="752498" y="2259468"/>
                      </a:lnTo>
                      <a:lnTo>
                        <a:pt x="748265" y="2259049"/>
                      </a:lnTo>
                      <a:lnTo>
                        <a:pt x="742720" y="2254832"/>
                      </a:lnTo>
                      <a:lnTo>
                        <a:pt x="738426" y="2256166"/>
                      </a:lnTo>
                      <a:lnTo>
                        <a:pt x="741604" y="2278456"/>
                      </a:lnTo>
                      <a:lnTo>
                        <a:pt x="747630" y="2287626"/>
                      </a:lnTo>
                      <a:lnTo>
                        <a:pt x="752668" y="2299317"/>
                      </a:lnTo>
                      <a:lnTo>
                        <a:pt x="738907" y="2313764"/>
                      </a:lnTo>
                      <a:lnTo>
                        <a:pt x="726127" y="2325684"/>
                      </a:lnTo>
                      <a:lnTo>
                        <a:pt x="724742" y="2337203"/>
                      </a:lnTo>
                      <a:lnTo>
                        <a:pt x="711900" y="2352209"/>
                      </a:lnTo>
                      <a:lnTo>
                        <a:pt x="699818" y="2360719"/>
                      </a:lnTo>
                      <a:lnTo>
                        <a:pt x="671432" y="2380723"/>
                      </a:lnTo>
                      <a:lnTo>
                        <a:pt x="663334" y="2385003"/>
                      </a:lnTo>
                      <a:lnTo>
                        <a:pt x="650523" y="2394287"/>
                      </a:lnTo>
                      <a:lnTo>
                        <a:pt x="632849" y="2401247"/>
                      </a:lnTo>
                      <a:lnTo>
                        <a:pt x="615904" y="2412297"/>
                      </a:lnTo>
                      <a:lnTo>
                        <a:pt x="610189" y="2413973"/>
                      </a:lnTo>
                      <a:lnTo>
                        <a:pt x="621010" y="2404619"/>
                      </a:lnTo>
                      <a:lnTo>
                        <a:pt x="633842" y="2395379"/>
                      </a:lnTo>
                      <a:lnTo>
                        <a:pt x="622834" y="2396643"/>
                      </a:lnTo>
                      <a:lnTo>
                        <a:pt x="605869" y="2392363"/>
                      </a:lnTo>
                      <a:lnTo>
                        <a:pt x="595487" y="2392115"/>
                      </a:lnTo>
                      <a:lnTo>
                        <a:pt x="595414" y="2395487"/>
                      </a:lnTo>
                      <a:lnTo>
                        <a:pt x="587518" y="2400250"/>
                      </a:lnTo>
                      <a:lnTo>
                        <a:pt x="579338" y="2393252"/>
                      </a:lnTo>
                      <a:lnTo>
                        <a:pt x="575772" y="2388546"/>
                      </a:lnTo>
                      <a:lnTo>
                        <a:pt x="574082" y="2384482"/>
                      </a:lnTo>
                      <a:lnTo>
                        <a:pt x="570609" y="2383498"/>
                      </a:lnTo>
                      <a:lnTo>
                        <a:pt x="567271" y="2385384"/>
                      </a:lnTo>
                      <a:lnTo>
                        <a:pt x="579482" y="2414005"/>
                      </a:lnTo>
                      <a:lnTo>
                        <a:pt x="584686" y="2415243"/>
                      </a:lnTo>
                      <a:lnTo>
                        <a:pt x="590443" y="2418088"/>
                      </a:lnTo>
                      <a:lnTo>
                        <a:pt x="583275" y="2424756"/>
                      </a:lnTo>
                      <a:lnTo>
                        <a:pt x="575560" y="2429817"/>
                      </a:lnTo>
                      <a:lnTo>
                        <a:pt x="563426" y="2433177"/>
                      </a:lnTo>
                      <a:lnTo>
                        <a:pt x="553142" y="2422730"/>
                      </a:lnTo>
                      <a:lnTo>
                        <a:pt x="550915" y="2435838"/>
                      </a:lnTo>
                      <a:lnTo>
                        <a:pt x="549613" y="2448926"/>
                      </a:lnTo>
                      <a:lnTo>
                        <a:pt x="546161" y="2452285"/>
                      </a:lnTo>
                      <a:lnTo>
                        <a:pt x="540647" y="2457073"/>
                      </a:lnTo>
                      <a:lnTo>
                        <a:pt x="537655" y="2453460"/>
                      </a:lnTo>
                      <a:lnTo>
                        <a:pt x="536234" y="2448399"/>
                      </a:lnTo>
                      <a:lnTo>
                        <a:pt x="532704" y="2452914"/>
                      </a:lnTo>
                      <a:lnTo>
                        <a:pt x="527536" y="2456305"/>
                      </a:lnTo>
                      <a:lnTo>
                        <a:pt x="519010" y="2456984"/>
                      </a:lnTo>
                      <a:lnTo>
                        <a:pt x="512612" y="2458794"/>
                      </a:lnTo>
                      <a:lnTo>
                        <a:pt x="512762" y="2464217"/>
                      </a:lnTo>
                      <a:lnTo>
                        <a:pt x="514224" y="2469666"/>
                      </a:lnTo>
                      <a:lnTo>
                        <a:pt x="525542" y="2465361"/>
                      </a:lnTo>
                      <a:lnTo>
                        <a:pt x="521438" y="2479376"/>
                      </a:lnTo>
                      <a:lnTo>
                        <a:pt x="511031" y="2493226"/>
                      </a:lnTo>
                      <a:lnTo>
                        <a:pt x="502550" y="2496497"/>
                      </a:lnTo>
                      <a:lnTo>
                        <a:pt x="489579" y="2494471"/>
                      </a:lnTo>
                      <a:lnTo>
                        <a:pt x="486375" y="2495861"/>
                      </a:lnTo>
                      <a:lnTo>
                        <a:pt x="483507" y="2498738"/>
                      </a:lnTo>
                      <a:lnTo>
                        <a:pt x="498618" y="2520406"/>
                      </a:lnTo>
                      <a:lnTo>
                        <a:pt x="488908" y="2553085"/>
                      </a:lnTo>
                      <a:lnTo>
                        <a:pt x="482701" y="2564928"/>
                      </a:lnTo>
                      <a:lnTo>
                        <a:pt x="478396" y="2566446"/>
                      </a:lnTo>
                      <a:lnTo>
                        <a:pt x="473730" y="2566789"/>
                      </a:lnTo>
                      <a:lnTo>
                        <a:pt x="456981" y="2556260"/>
                      </a:lnTo>
                      <a:lnTo>
                        <a:pt x="447845" y="2548119"/>
                      </a:lnTo>
                      <a:lnTo>
                        <a:pt x="455896" y="2570275"/>
                      </a:lnTo>
                      <a:lnTo>
                        <a:pt x="477833" y="2576746"/>
                      </a:lnTo>
                      <a:lnTo>
                        <a:pt x="478955" y="2585129"/>
                      </a:lnTo>
                      <a:lnTo>
                        <a:pt x="478831" y="2592292"/>
                      </a:lnTo>
                      <a:lnTo>
                        <a:pt x="474510" y="2600700"/>
                      </a:lnTo>
                      <a:lnTo>
                        <a:pt x="470469" y="2611870"/>
                      </a:lnTo>
                      <a:lnTo>
                        <a:pt x="473451" y="2619650"/>
                      </a:lnTo>
                      <a:lnTo>
                        <a:pt x="476913" y="2638885"/>
                      </a:lnTo>
                      <a:lnTo>
                        <a:pt x="479874" y="2647712"/>
                      </a:lnTo>
                      <a:lnTo>
                        <a:pt x="483130" y="2674492"/>
                      </a:lnTo>
                      <a:lnTo>
                        <a:pt x="486592" y="2686106"/>
                      </a:lnTo>
                      <a:lnTo>
                        <a:pt x="506535" y="2728851"/>
                      </a:lnTo>
                      <a:lnTo>
                        <a:pt x="513258" y="2729181"/>
                      </a:lnTo>
                      <a:lnTo>
                        <a:pt x="514338" y="2733811"/>
                      </a:lnTo>
                      <a:lnTo>
                        <a:pt x="513697" y="2742688"/>
                      </a:lnTo>
                      <a:lnTo>
                        <a:pt x="499352" y="2745273"/>
                      </a:lnTo>
                      <a:lnTo>
                        <a:pt x="493331" y="2749229"/>
                      </a:lnTo>
                      <a:lnTo>
                        <a:pt x="492158" y="2752665"/>
                      </a:lnTo>
                      <a:lnTo>
                        <a:pt x="491269" y="2754519"/>
                      </a:lnTo>
                      <a:lnTo>
                        <a:pt x="489419" y="2754348"/>
                      </a:lnTo>
                      <a:lnTo>
                        <a:pt x="482577" y="2751877"/>
                      </a:lnTo>
                      <a:lnTo>
                        <a:pt x="467022" y="2739735"/>
                      </a:lnTo>
                      <a:lnTo>
                        <a:pt x="444357" y="2732210"/>
                      </a:lnTo>
                      <a:lnTo>
                        <a:pt x="414575" y="2729295"/>
                      </a:lnTo>
                      <a:lnTo>
                        <a:pt x="394230" y="2723218"/>
                      </a:lnTo>
                      <a:lnTo>
                        <a:pt x="383321" y="2713959"/>
                      </a:lnTo>
                      <a:lnTo>
                        <a:pt x="371916" y="2708473"/>
                      </a:lnTo>
                      <a:lnTo>
                        <a:pt x="360019" y="2706745"/>
                      </a:lnTo>
                      <a:lnTo>
                        <a:pt x="350165" y="2701722"/>
                      </a:lnTo>
                      <a:lnTo>
                        <a:pt x="342351" y="2693403"/>
                      </a:lnTo>
                      <a:lnTo>
                        <a:pt x="330925" y="2688094"/>
                      </a:lnTo>
                      <a:lnTo>
                        <a:pt x="315887" y="2685789"/>
                      </a:lnTo>
                      <a:lnTo>
                        <a:pt x="306099" y="2679553"/>
                      </a:lnTo>
                      <a:lnTo>
                        <a:pt x="299293" y="2664306"/>
                      </a:lnTo>
                      <a:lnTo>
                        <a:pt x="299262" y="2664077"/>
                      </a:lnTo>
                      <a:lnTo>
                        <a:pt x="293170" y="2638586"/>
                      </a:lnTo>
                      <a:lnTo>
                        <a:pt x="285496" y="2622615"/>
                      </a:lnTo>
                      <a:lnTo>
                        <a:pt x="270561" y="2602853"/>
                      </a:lnTo>
                      <a:lnTo>
                        <a:pt x="269186" y="2600249"/>
                      </a:lnTo>
                      <a:lnTo>
                        <a:pt x="269062" y="2596998"/>
                      </a:lnTo>
                      <a:lnTo>
                        <a:pt x="270912" y="2585497"/>
                      </a:lnTo>
                      <a:lnTo>
                        <a:pt x="269336" y="2577229"/>
                      </a:lnTo>
                      <a:lnTo>
                        <a:pt x="264608" y="2570491"/>
                      </a:lnTo>
                      <a:lnTo>
                        <a:pt x="263522" y="2563360"/>
                      </a:lnTo>
                      <a:lnTo>
                        <a:pt x="266086" y="2555854"/>
                      </a:lnTo>
                      <a:lnTo>
                        <a:pt x="266251" y="2546836"/>
                      </a:lnTo>
                      <a:lnTo>
                        <a:pt x="264024" y="2536307"/>
                      </a:lnTo>
                      <a:lnTo>
                        <a:pt x="254500" y="2524921"/>
                      </a:lnTo>
                      <a:lnTo>
                        <a:pt x="237679" y="2512690"/>
                      </a:lnTo>
                      <a:lnTo>
                        <a:pt x="223349" y="2494826"/>
                      </a:lnTo>
                      <a:lnTo>
                        <a:pt x="211520" y="2471343"/>
                      </a:lnTo>
                      <a:lnTo>
                        <a:pt x="199820" y="2455073"/>
                      </a:lnTo>
                      <a:lnTo>
                        <a:pt x="188249" y="2446011"/>
                      </a:lnTo>
                      <a:lnTo>
                        <a:pt x="180338" y="2434949"/>
                      </a:lnTo>
                      <a:lnTo>
                        <a:pt x="176079" y="2421886"/>
                      </a:lnTo>
                      <a:lnTo>
                        <a:pt x="174824" y="2414303"/>
                      </a:lnTo>
                      <a:lnTo>
                        <a:pt x="176560" y="2412208"/>
                      </a:lnTo>
                      <a:lnTo>
                        <a:pt x="169449" y="2397684"/>
                      </a:lnTo>
                      <a:lnTo>
                        <a:pt x="153491" y="2370746"/>
                      </a:lnTo>
                      <a:lnTo>
                        <a:pt x="144324" y="2351047"/>
                      </a:lnTo>
                      <a:lnTo>
                        <a:pt x="141962" y="2338594"/>
                      </a:lnTo>
                      <a:lnTo>
                        <a:pt x="131807" y="2323772"/>
                      </a:lnTo>
                      <a:lnTo>
                        <a:pt x="113865" y="2306582"/>
                      </a:lnTo>
                      <a:lnTo>
                        <a:pt x="104108" y="2295399"/>
                      </a:lnTo>
                      <a:lnTo>
                        <a:pt x="101711" y="2287632"/>
                      </a:lnTo>
                      <a:lnTo>
                        <a:pt x="73712" y="2265044"/>
                      </a:lnTo>
                      <a:lnTo>
                        <a:pt x="65578" y="2250933"/>
                      </a:lnTo>
                      <a:lnTo>
                        <a:pt x="59227" y="2246475"/>
                      </a:lnTo>
                      <a:lnTo>
                        <a:pt x="51935" y="2246958"/>
                      </a:lnTo>
                      <a:lnTo>
                        <a:pt x="48194" y="2245605"/>
                      </a:lnTo>
                      <a:lnTo>
                        <a:pt x="48008" y="2242417"/>
                      </a:lnTo>
                      <a:lnTo>
                        <a:pt x="45646" y="2242265"/>
                      </a:lnTo>
                      <a:lnTo>
                        <a:pt x="41104" y="2245161"/>
                      </a:lnTo>
                      <a:lnTo>
                        <a:pt x="26210" y="2245745"/>
                      </a:lnTo>
                      <a:lnTo>
                        <a:pt x="961" y="2244024"/>
                      </a:lnTo>
                      <a:lnTo>
                        <a:pt x="0" y="2243821"/>
                      </a:lnTo>
                      <a:lnTo>
                        <a:pt x="0" y="0"/>
                      </a:lnTo>
                      <a:lnTo>
                        <a:pt x="1773799" y="0"/>
                      </a:lnTo>
                      <a:lnTo>
                        <a:pt x="1791779" y="9112"/>
                      </a:lnTo>
                      <a:lnTo>
                        <a:pt x="1812321" y="19521"/>
                      </a:lnTo>
                      <a:lnTo>
                        <a:pt x="1817499" y="36825"/>
                      </a:lnTo>
                      <a:lnTo>
                        <a:pt x="1822542" y="53673"/>
                      </a:lnTo>
                      <a:lnTo>
                        <a:pt x="1834568" y="65904"/>
                      </a:lnTo>
                      <a:lnTo>
                        <a:pt x="1845575" y="77074"/>
                      </a:lnTo>
                      <a:lnTo>
                        <a:pt x="1851947" y="76490"/>
                      </a:lnTo>
                      <a:lnTo>
                        <a:pt x="1858412" y="71772"/>
                      </a:lnTo>
                      <a:lnTo>
                        <a:pt x="1862515" y="69498"/>
                      </a:lnTo>
                      <a:lnTo>
                        <a:pt x="1869393" y="69123"/>
                      </a:lnTo>
                      <a:lnTo>
                        <a:pt x="1884690" y="65085"/>
                      </a:lnTo>
                      <a:lnTo>
                        <a:pt x="1889211" y="65967"/>
                      </a:lnTo>
                      <a:lnTo>
                        <a:pt x="1891780" y="67987"/>
                      </a:lnTo>
                      <a:lnTo>
                        <a:pt x="1891992" y="71149"/>
                      </a:lnTo>
                      <a:lnTo>
                        <a:pt x="1891470" y="73664"/>
                      </a:lnTo>
                      <a:lnTo>
                        <a:pt x="1889103" y="78713"/>
                      </a:lnTo>
                      <a:lnTo>
                        <a:pt x="1892839" y="88333"/>
                      </a:lnTo>
                      <a:lnTo>
                        <a:pt x="1893625" y="99021"/>
                      </a:lnTo>
                      <a:lnTo>
                        <a:pt x="1895676" y="107099"/>
                      </a:lnTo>
                      <a:lnTo>
                        <a:pt x="1901939" y="117437"/>
                      </a:lnTo>
                      <a:lnTo>
                        <a:pt x="1907381" y="125515"/>
                      </a:lnTo>
                      <a:lnTo>
                        <a:pt x="1914233" y="127077"/>
                      </a:lnTo>
                      <a:lnTo>
                        <a:pt x="1930093" y="122372"/>
                      </a:lnTo>
                      <a:lnTo>
                        <a:pt x="1940031" y="120593"/>
                      </a:lnTo>
                      <a:lnTo>
                        <a:pt x="1945674" y="121362"/>
                      </a:lnTo>
                      <a:lnTo>
                        <a:pt x="1955327" y="128925"/>
                      </a:lnTo>
                      <a:lnTo>
                        <a:pt x="1960050" y="133472"/>
                      </a:lnTo>
                      <a:lnTo>
                        <a:pt x="1961177" y="137250"/>
                      </a:lnTo>
                      <a:lnTo>
                        <a:pt x="1948139" y="160340"/>
                      </a:lnTo>
                      <a:lnTo>
                        <a:pt x="1968815" y="171797"/>
                      </a:lnTo>
                      <a:lnTo>
                        <a:pt x="1991889" y="184320"/>
                      </a:lnTo>
                      <a:lnTo>
                        <a:pt x="2019402" y="199249"/>
                      </a:lnTo>
                      <a:lnTo>
                        <a:pt x="2036223" y="208388"/>
                      </a:lnTo>
                      <a:lnTo>
                        <a:pt x="2058377" y="221438"/>
                      </a:lnTo>
                      <a:lnTo>
                        <a:pt x="2062170" y="240032"/>
                      </a:lnTo>
                      <a:lnTo>
                        <a:pt x="2065364" y="255723"/>
                      </a:lnTo>
                      <a:lnTo>
                        <a:pt x="2069436" y="277600"/>
                      </a:lnTo>
                      <a:lnTo>
                        <a:pt x="2073585" y="299916"/>
                      </a:lnTo>
                      <a:lnTo>
                        <a:pt x="2077725" y="322148"/>
                      </a:lnTo>
                      <a:lnTo>
                        <a:pt x="2082112" y="345746"/>
                      </a:lnTo>
                      <a:lnTo>
                        <a:pt x="2086934" y="371669"/>
                      </a:lnTo>
                      <a:lnTo>
                        <a:pt x="2091218" y="394676"/>
                      </a:lnTo>
                      <a:lnTo>
                        <a:pt x="2095894" y="419792"/>
                      </a:lnTo>
                      <a:lnTo>
                        <a:pt x="2102111" y="452477"/>
                      </a:lnTo>
                      <a:lnTo>
                        <a:pt x="2096551" y="465070"/>
                      </a:lnTo>
                      <a:lnTo>
                        <a:pt x="2084443" y="492491"/>
                      </a:lnTo>
                      <a:lnTo>
                        <a:pt x="2073498" y="517277"/>
                      </a:lnTo>
                      <a:lnTo>
                        <a:pt x="2072541" y="524465"/>
                      </a:lnTo>
                      <a:lnTo>
                        <a:pt x="2065017" y="560606"/>
                      </a:lnTo>
                      <a:lnTo>
                        <a:pt x="2058987" y="575535"/>
                      </a:lnTo>
                      <a:lnTo>
                        <a:pt x="2048424" y="584204"/>
                      </a:lnTo>
                      <a:lnTo>
                        <a:pt x="2037938" y="592605"/>
                      </a:lnTo>
                      <a:lnTo>
                        <a:pt x="2024859" y="606684"/>
                      </a:lnTo>
                      <a:lnTo>
                        <a:pt x="2010472" y="613638"/>
                      </a:lnTo>
                      <a:lnTo>
                        <a:pt x="2003123" y="617727"/>
                      </a:lnTo>
                      <a:lnTo>
                        <a:pt x="1999273" y="624179"/>
                      </a:lnTo>
                      <a:lnTo>
                        <a:pt x="1995026" y="638322"/>
                      </a:lnTo>
                      <a:lnTo>
                        <a:pt x="1995842" y="659919"/>
                      </a:lnTo>
                      <a:lnTo>
                        <a:pt x="2007692" y="678507"/>
                      </a:lnTo>
                      <a:lnTo>
                        <a:pt x="2025024" y="688902"/>
                      </a:lnTo>
                      <a:lnTo>
                        <a:pt x="2043669" y="699025"/>
                      </a:lnTo>
                      <a:lnTo>
                        <a:pt x="2070232" y="699069"/>
                      </a:lnTo>
                      <a:lnTo>
                        <a:pt x="2094122" y="685562"/>
                      </a:lnTo>
                      <a:lnTo>
                        <a:pt x="2119433" y="671255"/>
                      </a:lnTo>
                      <a:lnTo>
                        <a:pt x="2142001" y="658497"/>
                      </a:lnTo>
                      <a:lnTo>
                        <a:pt x="2168842" y="643326"/>
                      </a:lnTo>
                      <a:lnTo>
                        <a:pt x="2193151" y="629577"/>
                      </a:lnTo>
                      <a:lnTo>
                        <a:pt x="2219548" y="624637"/>
                      </a:lnTo>
                      <a:lnTo>
                        <a:pt x="2256125" y="617797"/>
                      </a:lnTo>
                      <a:lnTo>
                        <a:pt x="2302169" y="609180"/>
                      </a:lnTo>
                      <a:lnTo>
                        <a:pt x="2324587" y="599368"/>
                      </a:lnTo>
                      <a:lnTo>
                        <a:pt x="2353557" y="586687"/>
                      </a:lnTo>
                      <a:lnTo>
                        <a:pt x="2386977" y="572055"/>
                      </a:lnTo>
                      <a:lnTo>
                        <a:pt x="2415818" y="559431"/>
                      </a:lnTo>
                      <a:lnTo>
                        <a:pt x="2430319" y="552433"/>
                      </a:lnTo>
                      <a:lnTo>
                        <a:pt x="2440633" y="544450"/>
                      </a:lnTo>
                      <a:lnTo>
                        <a:pt x="2443191" y="538544"/>
                      </a:lnTo>
                      <a:lnTo>
                        <a:pt x="2442582" y="535153"/>
                      </a:lnTo>
                      <a:lnTo>
                        <a:pt x="2439920" y="531756"/>
                      </a:lnTo>
                      <a:lnTo>
                        <a:pt x="2436241" y="529247"/>
                      </a:lnTo>
                      <a:lnTo>
                        <a:pt x="2432970" y="527114"/>
                      </a:lnTo>
                      <a:lnTo>
                        <a:pt x="2431435" y="524472"/>
                      </a:lnTo>
                      <a:lnTo>
                        <a:pt x="2431130" y="518693"/>
                      </a:lnTo>
                      <a:lnTo>
                        <a:pt x="2429125" y="515372"/>
                      </a:lnTo>
                      <a:lnTo>
                        <a:pt x="2427213" y="512927"/>
                      </a:lnTo>
                      <a:lnTo>
                        <a:pt x="2427936" y="490561"/>
                      </a:lnTo>
                      <a:lnTo>
                        <a:pt x="2425414" y="483626"/>
                      </a:lnTo>
                      <a:lnTo>
                        <a:pt x="2416014" y="466048"/>
                      </a:lnTo>
                      <a:lnTo>
                        <a:pt x="2433941" y="458167"/>
                      </a:lnTo>
                      <a:lnTo>
                        <a:pt x="2450550" y="450858"/>
                      </a:lnTo>
                      <a:lnTo>
                        <a:pt x="2463795" y="445448"/>
                      </a:lnTo>
                      <a:lnTo>
                        <a:pt x="2491541" y="444597"/>
                      </a:lnTo>
                      <a:lnTo>
                        <a:pt x="2517307" y="444705"/>
                      </a:lnTo>
                      <a:lnTo>
                        <a:pt x="2552820" y="444851"/>
                      </a:lnTo>
                      <a:lnTo>
                        <a:pt x="2582741" y="444971"/>
                      </a:lnTo>
                      <a:lnTo>
                        <a:pt x="2617649" y="445117"/>
                      </a:lnTo>
                      <a:lnTo>
                        <a:pt x="2638113" y="445200"/>
                      </a:lnTo>
                      <a:lnTo>
                        <a:pt x="2664928" y="444946"/>
                      </a:lnTo>
                      <a:lnTo>
                        <a:pt x="2677997" y="424656"/>
                      </a:lnTo>
                      <a:lnTo>
                        <a:pt x="2689676" y="406513"/>
                      </a:lnTo>
                      <a:lnTo>
                        <a:pt x="2702539" y="389177"/>
                      </a:lnTo>
                      <a:lnTo>
                        <a:pt x="2725406" y="368824"/>
                      </a:lnTo>
                      <a:lnTo>
                        <a:pt x="2732047" y="365166"/>
                      </a:lnTo>
                      <a:lnTo>
                        <a:pt x="2735710" y="357139"/>
                      </a:lnTo>
                      <a:lnTo>
                        <a:pt x="2749570" y="349512"/>
                      </a:lnTo>
                      <a:lnTo>
                        <a:pt x="2764841" y="342438"/>
                      </a:lnTo>
                      <a:lnTo>
                        <a:pt x="2770830" y="335802"/>
                      </a:lnTo>
                      <a:lnTo>
                        <a:pt x="2773729" y="332023"/>
                      </a:lnTo>
                      <a:lnTo>
                        <a:pt x="2815076" y="296232"/>
                      </a:lnTo>
                      <a:lnTo>
                        <a:pt x="2838559" y="279702"/>
                      </a:lnTo>
                      <a:lnTo>
                        <a:pt x="2857953" y="270501"/>
                      </a:lnTo>
                      <a:lnTo>
                        <a:pt x="2872717" y="266106"/>
                      </a:lnTo>
                      <a:lnTo>
                        <a:pt x="2882686" y="266735"/>
                      </a:lnTo>
                      <a:lnTo>
                        <a:pt x="2888355" y="26611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8" name="pg3868">
                  <a:extLst>
                    <a:ext uri="{FF2B5EF4-FFF2-40B4-BE49-F238E27FC236}">
                      <a16:creationId xmlns:a16="http://schemas.microsoft.com/office/drawing/2014/main" id="{DC8D27E2-CDDB-66AE-2E93-F9ADC62A6CEE}"/>
                    </a:ext>
                  </a:extLst>
                </p:cNvPr>
                <p:cNvSpPr/>
                <p:nvPr/>
              </p:nvSpPr>
              <p:spPr>
                <a:xfrm>
                  <a:off x="5359282" y="3307053"/>
                  <a:ext cx="225302" cy="7576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25302" h="75760">
                      <a:moveTo>
                        <a:pt x="153584" y="30132"/>
                      </a:moveTo>
                      <a:lnTo>
                        <a:pt x="160385" y="30983"/>
                      </a:lnTo>
                      <a:lnTo>
                        <a:pt x="166235" y="28513"/>
                      </a:lnTo>
                      <a:lnTo>
                        <a:pt x="171775" y="23521"/>
                      </a:lnTo>
                      <a:lnTo>
                        <a:pt x="184637" y="16771"/>
                      </a:lnTo>
                      <a:lnTo>
                        <a:pt x="195598" y="13818"/>
                      </a:lnTo>
                      <a:lnTo>
                        <a:pt x="199050" y="13208"/>
                      </a:lnTo>
                      <a:lnTo>
                        <a:pt x="204275" y="17946"/>
                      </a:lnTo>
                      <a:lnTo>
                        <a:pt x="214641" y="14142"/>
                      </a:lnTo>
                      <a:lnTo>
                        <a:pt x="225302" y="12008"/>
                      </a:lnTo>
                      <a:lnTo>
                        <a:pt x="179185" y="33669"/>
                      </a:lnTo>
                      <a:lnTo>
                        <a:pt x="169754" y="36108"/>
                      </a:lnTo>
                      <a:lnTo>
                        <a:pt x="156261" y="42560"/>
                      </a:lnTo>
                      <a:lnTo>
                        <a:pt x="143507" y="47132"/>
                      </a:lnTo>
                      <a:lnTo>
                        <a:pt x="134324" y="48796"/>
                      </a:lnTo>
                      <a:lnTo>
                        <a:pt x="88662" y="64875"/>
                      </a:lnTo>
                      <a:lnTo>
                        <a:pt x="85040" y="65224"/>
                      </a:lnTo>
                      <a:lnTo>
                        <a:pt x="81122" y="63656"/>
                      </a:lnTo>
                      <a:lnTo>
                        <a:pt x="43512" y="71937"/>
                      </a:lnTo>
                      <a:lnTo>
                        <a:pt x="28076" y="72870"/>
                      </a:lnTo>
                      <a:lnTo>
                        <a:pt x="14020" y="75760"/>
                      </a:lnTo>
                      <a:lnTo>
                        <a:pt x="24417" y="69092"/>
                      </a:lnTo>
                      <a:lnTo>
                        <a:pt x="24644" y="66596"/>
                      </a:lnTo>
                      <a:lnTo>
                        <a:pt x="22159" y="64646"/>
                      </a:lnTo>
                      <a:lnTo>
                        <a:pt x="16598" y="65212"/>
                      </a:lnTo>
                      <a:lnTo>
                        <a:pt x="10903" y="72076"/>
                      </a:lnTo>
                      <a:lnTo>
                        <a:pt x="1813" y="74369"/>
                      </a:lnTo>
                      <a:lnTo>
                        <a:pt x="0" y="66895"/>
                      </a:lnTo>
                      <a:lnTo>
                        <a:pt x="3033" y="61109"/>
                      </a:lnTo>
                      <a:lnTo>
                        <a:pt x="7141" y="55623"/>
                      </a:lnTo>
                      <a:lnTo>
                        <a:pt x="16169" y="46999"/>
                      </a:lnTo>
                      <a:lnTo>
                        <a:pt x="29083" y="41531"/>
                      </a:lnTo>
                      <a:lnTo>
                        <a:pt x="35646" y="36806"/>
                      </a:lnTo>
                      <a:lnTo>
                        <a:pt x="40194" y="40966"/>
                      </a:lnTo>
                      <a:lnTo>
                        <a:pt x="41191" y="35346"/>
                      </a:lnTo>
                      <a:lnTo>
                        <a:pt x="44690" y="32101"/>
                      </a:lnTo>
                      <a:lnTo>
                        <a:pt x="48493" y="30354"/>
                      </a:lnTo>
                      <a:lnTo>
                        <a:pt x="57640" y="30310"/>
                      </a:lnTo>
                      <a:lnTo>
                        <a:pt x="62565" y="29427"/>
                      </a:lnTo>
                      <a:lnTo>
                        <a:pt x="66126" y="27560"/>
                      </a:lnTo>
                      <a:lnTo>
                        <a:pt x="69779" y="27211"/>
                      </a:lnTo>
                      <a:lnTo>
                        <a:pt x="79784" y="29757"/>
                      </a:lnTo>
                      <a:lnTo>
                        <a:pt x="89556" y="29027"/>
                      </a:lnTo>
                      <a:lnTo>
                        <a:pt x="97447" y="25509"/>
                      </a:lnTo>
                      <a:lnTo>
                        <a:pt x="105648" y="24328"/>
                      </a:lnTo>
                      <a:lnTo>
                        <a:pt x="127343" y="23534"/>
                      </a:lnTo>
                      <a:lnTo>
                        <a:pt x="148902" y="20962"/>
                      </a:lnTo>
                      <a:lnTo>
                        <a:pt x="157522" y="16390"/>
                      </a:lnTo>
                      <a:lnTo>
                        <a:pt x="175630" y="3575"/>
                      </a:lnTo>
                      <a:lnTo>
                        <a:pt x="186048" y="0"/>
                      </a:lnTo>
                      <a:lnTo>
                        <a:pt x="169826" y="14891"/>
                      </a:lnTo>
                      <a:lnTo>
                        <a:pt x="161108" y="2171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69" name="pg3869">
                  <a:extLst>
                    <a:ext uri="{FF2B5EF4-FFF2-40B4-BE49-F238E27FC236}">
                      <a16:creationId xmlns:a16="http://schemas.microsoft.com/office/drawing/2014/main" id="{D6626F59-AF8D-0A37-0C7A-B7521450EE3C}"/>
                    </a:ext>
                  </a:extLst>
                </p:cNvPr>
                <p:cNvSpPr/>
                <p:nvPr/>
              </p:nvSpPr>
              <p:spPr>
                <a:xfrm>
                  <a:off x="5954108" y="2877417"/>
                  <a:ext cx="23756" cy="2689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3756" h="26893">
                      <a:moveTo>
                        <a:pt x="17596" y="18663"/>
                      </a:moveTo>
                      <a:lnTo>
                        <a:pt x="10841" y="17558"/>
                      </a:lnTo>
                      <a:lnTo>
                        <a:pt x="10981" y="24423"/>
                      </a:lnTo>
                      <a:lnTo>
                        <a:pt x="10226" y="26893"/>
                      </a:lnTo>
                      <a:lnTo>
                        <a:pt x="2744" y="23363"/>
                      </a:lnTo>
                      <a:lnTo>
                        <a:pt x="0" y="21089"/>
                      </a:lnTo>
                      <a:lnTo>
                        <a:pt x="237" y="11995"/>
                      </a:lnTo>
                      <a:lnTo>
                        <a:pt x="6847" y="3397"/>
                      </a:lnTo>
                      <a:lnTo>
                        <a:pt x="11885" y="0"/>
                      </a:lnTo>
                      <a:lnTo>
                        <a:pt x="18381" y="2355"/>
                      </a:lnTo>
                      <a:lnTo>
                        <a:pt x="23368" y="11983"/>
                      </a:lnTo>
                      <a:lnTo>
                        <a:pt x="23756" y="16129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0" name="pg3870">
                  <a:extLst>
                    <a:ext uri="{FF2B5EF4-FFF2-40B4-BE49-F238E27FC236}">
                      <a16:creationId xmlns:a16="http://schemas.microsoft.com/office/drawing/2014/main" id="{B8DE347C-AD74-0121-D90E-DBE81F12E808}"/>
                    </a:ext>
                  </a:extLst>
                </p:cNvPr>
                <p:cNvSpPr/>
                <p:nvPr/>
              </p:nvSpPr>
              <p:spPr>
                <a:xfrm>
                  <a:off x="5337706" y="3371376"/>
                  <a:ext cx="17833" cy="1817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7833" h="18174">
                      <a:moveTo>
                        <a:pt x="0" y="18174"/>
                      </a:moveTo>
                      <a:lnTo>
                        <a:pt x="5048" y="5702"/>
                      </a:lnTo>
                      <a:lnTo>
                        <a:pt x="14330" y="0"/>
                      </a:lnTo>
                      <a:lnTo>
                        <a:pt x="17689" y="1187"/>
                      </a:lnTo>
                      <a:lnTo>
                        <a:pt x="17833" y="5594"/>
                      </a:lnTo>
                      <a:lnTo>
                        <a:pt x="16531" y="9360"/>
                      </a:lnTo>
                      <a:lnTo>
                        <a:pt x="10304" y="15164"/>
                      </a:lnTo>
                      <a:lnTo>
                        <a:pt x="5054" y="1763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1" name="pg3871">
                  <a:extLst>
                    <a:ext uri="{FF2B5EF4-FFF2-40B4-BE49-F238E27FC236}">
                      <a16:creationId xmlns:a16="http://schemas.microsoft.com/office/drawing/2014/main" id="{6032D805-ECD2-43AE-7E1C-14DC0A45944F}"/>
                    </a:ext>
                  </a:extLst>
                </p:cNvPr>
                <p:cNvSpPr/>
                <p:nvPr/>
              </p:nvSpPr>
              <p:spPr>
                <a:xfrm>
                  <a:off x="5698253" y="3267490"/>
                  <a:ext cx="33791" cy="1687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3791" h="16879">
                      <a:moveTo>
                        <a:pt x="4645" y="16879"/>
                      </a:moveTo>
                      <a:lnTo>
                        <a:pt x="0" y="12776"/>
                      </a:lnTo>
                      <a:lnTo>
                        <a:pt x="7270" y="10878"/>
                      </a:lnTo>
                      <a:lnTo>
                        <a:pt x="16454" y="1130"/>
                      </a:lnTo>
                      <a:lnTo>
                        <a:pt x="22562" y="0"/>
                      </a:lnTo>
                      <a:lnTo>
                        <a:pt x="32158" y="5518"/>
                      </a:lnTo>
                      <a:lnTo>
                        <a:pt x="33791" y="1052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2" name="pg3872">
                  <a:extLst>
                    <a:ext uri="{FF2B5EF4-FFF2-40B4-BE49-F238E27FC236}">
                      <a16:creationId xmlns:a16="http://schemas.microsoft.com/office/drawing/2014/main" id="{FE0738A1-342C-8E5A-BC2B-33586C764B21}"/>
                    </a:ext>
                  </a:extLst>
                </p:cNvPr>
                <p:cNvSpPr/>
                <p:nvPr/>
              </p:nvSpPr>
              <p:spPr>
                <a:xfrm>
                  <a:off x="5643532" y="3241859"/>
                  <a:ext cx="12087" cy="2467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2087" h="24671">
                      <a:moveTo>
                        <a:pt x="5855" y="24671"/>
                      </a:moveTo>
                      <a:lnTo>
                        <a:pt x="0" y="24048"/>
                      </a:lnTo>
                      <a:lnTo>
                        <a:pt x="2971" y="19248"/>
                      </a:lnTo>
                      <a:lnTo>
                        <a:pt x="4103" y="12199"/>
                      </a:lnTo>
                      <a:lnTo>
                        <a:pt x="6991" y="4457"/>
                      </a:lnTo>
                      <a:lnTo>
                        <a:pt x="8655" y="2089"/>
                      </a:lnTo>
                      <a:lnTo>
                        <a:pt x="12087" y="0"/>
                      </a:lnTo>
                      <a:lnTo>
                        <a:pt x="11095" y="2111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3" name="pg3873">
                  <a:extLst>
                    <a:ext uri="{FF2B5EF4-FFF2-40B4-BE49-F238E27FC236}">
                      <a16:creationId xmlns:a16="http://schemas.microsoft.com/office/drawing/2014/main" id="{1BBEA7FD-8AB3-D2BD-075F-BF1E44259D39}"/>
                    </a:ext>
                  </a:extLst>
                </p:cNvPr>
                <p:cNvSpPr/>
                <p:nvPr/>
              </p:nvSpPr>
              <p:spPr>
                <a:xfrm>
                  <a:off x="5761346" y="3275262"/>
                  <a:ext cx="27001" cy="1924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7001" h="19248">
                      <a:moveTo>
                        <a:pt x="18836" y="19248"/>
                      </a:moveTo>
                      <a:lnTo>
                        <a:pt x="0" y="14453"/>
                      </a:lnTo>
                      <a:lnTo>
                        <a:pt x="15498" y="10389"/>
                      </a:lnTo>
                      <a:lnTo>
                        <a:pt x="18030" y="8973"/>
                      </a:lnTo>
                      <a:lnTo>
                        <a:pt x="20050" y="2997"/>
                      </a:lnTo>
                      <a:lnTo>
                        <a:pt x="20303" y="0"/>
                      </a:lnTo>
                      <a:lnTo>
                        <a:pt x="26190" y="12853"/>
                      </a:lnTo>
                      <a:lnTo>
                        <a:pt x="27001" y="1715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4" name="pg3874">
                  <a:extLst>
                    <a:ext uri="{FF2B5EF4-FFF2-40B4-BE49-F238E27FC236}">
                      <a16:creationId xmlns:a16="http://schemas.microsoft.com/office/drawing/2014/main" id="{7F3CED0B-59E2-DBD6-FA5B-4816EF8DEFAB}"/>
                    </a:ext>
                  </a:extLst>
                </p:cNvPr>
                <p:cNvSpPr/>
                <p:nvPr/>
              </p:nvSpPr>
              <p:spPr>
                <a:xfrm>
                  <a:off x="5180933" y="3984239"/>
                  <a:ext cx="8624" cy="1437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624" h="14377">
                      <a:moveTo>
                        <a:pt x="7028" y="14377"/>
                      </a:moveTo>
                      <a:lnTo>
                        <a:pt x="0" y="0"/>
                      </a:lnTo>
                      <a:lnTo>
                        <a:pt x="7229" y="4648"/>
                      </a:lnTo>
                      <a:lnTo>
                        <a:pt x="8521" y="8515"/>
                      </a:lnTo>
                      <a:lnTo>
                        <a:pt x="8624" y="1173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5" name="pg3875">
                  <a:extLst>
                    <a:ext uri="{FF2B5EF4-FFF2-40B4-BE49-F238E27FC236}">
                      <a16:creationId xmlns:a16="http://schemas.microsoft.com/office/drawing/2014/main" id="{1F861225-F1FD-266C-3653-A4699312E8E1}"/>
                    </a:ext>
                  </a:extLst>
                </p:cNvPr>
                <p:cNvSpPr/>
                <p:nvPr/>
              </p:nvSpPr>
              <p:spPr>
                <a:xfrm>
                  <a:off x="5183801" y="4007259"/>
                  <a:ext cx="24727" cy="7234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4727" h="72349">
                      <a:moveTo>
                        <a:pt x="1250" y="72349"/>
                      </a:moveTo>
                      <a:lnTo>
                        <a:pt x="0" y="71213"/>
                      </a:lnTo>
                      <a:lnTo>
                        <a:pt x="16267" y="63796"/>
                      </a:lnTo>
                      <a:lnTo>
                        <a:pt x="21399" y="37670"/>
                      </a:lnTo>
                      <a:lnTo>
                        <a:pt x="22102" y="25623"/>
                      </a:lnTo>
                      <a:lnTo>
                        <a:pt x="19663" y="4388"/>
                      </a:lnTo>
                      <a:lnTo>
                        <a:pt x="19745" y="0"/>
                      </a:lnTo>
                      <a:lnTo>
                        <a:pt x="22391" y="6845"/>
                      </a:lnTo>
                      <a:lnTo>
                        <a:pt x="24727" y="26658"/>
                      </a:lnTo>
                      <a:lnTo>
                        <a:pt x="23849" y="41683"/>
                      </a:lnTo>
                      <a:lnTo>
                        <a:pt x="19130" y="63573"/>
                      </a:lnTo>
                      <a:lnTo>
                        <a:pt x="15446" y="6880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6" name="pg3876">
                  <a:extLst>
                    <a:ext uri="{FF2B5EF4-FFF2-40B4-BE49-F238E27FC236}">
                      <a16:creationId xmlns:a16="http://schemas.microsoft.com/office/drawing/2014/main" id="{AD022C84-CB0F-017A-4D4F-296E166CBCFB}"/>
                    </a:ext>
                  </a:extLst>
                </p:cNvPr>
                <p:cNvSpPr/>
                <p:nvPr/>
              </p:nvSpPr>
              <p:spPr>
                <a:xfrm>
                  <a:off x="5152676" y="4082556"/>
                  <a:ext cx="21404" cy="927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1404" h="9277">
                      <a:moveTo>
                        <a:pt x="2170" y="9277"/>
                      </a:moveTo>
                      <a:lnTo>
                        <a:pt x="0" y="8725"/>
                      </a:lnTo>
                      <a:lnTo>
                        <a:pt x="12619" y="2089"/>
                      </a:lnTo>
                      <a:lnTo>
                        <a:pt x="21404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7" name="pg3877">
                  <a:extLst>
                    <a:ext uri="{FF2B5EF4-FFF2-40B4-BE49-F238E27FC236}">
                      <a16:creationId xmlns:a16="http://schemas.microsoft.com/office/drawing/2014/main" id="{5DF4B9A3-BD7B-D4AA-8DC4-4367B14F5C48}"/>
                    </a:ext>
                  </a:extLst>
                </p:cNvPr>
                <p:cNvSpPr/>
                <p:nvPr/>
              </p:nvSpPr>
              <p:spPr>
                <a:xfrm>
                  <a:off x="5095061" y="4115235"/>
                  <a:ext cx="33993" cy="3998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3993" h="39982">
                      <a:moveTo>
                        <a:pt x="0" y="39982"/>
                      </a:moveTo>
                      <a:lnTo>
                        <a:pt x="9689" y="23744"/>
                      </a:lnTo>
                      <a:lnTo>
                        <a:pt x="28825" y="3149"/>
                      </a:lnTo>
                      <a:lnTo>
                        <a:pt x="33993" y="0"/>
                      </a:lnTo>
                      <a:lnTo>
                        <a:pt x="18081" y="17590"/>
                      </a:lnTo>
                      <a:lnTo>
                        <a:pt x="2635" y="38489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8" name="pg3878">
                  <a:extLst>
                    <a:ext uri="{FF2B5EF4-FFF2-40B4-BE49-F238E27FC236}">
                      <a16:creationId xmlns:a16="http://schemas.microsoft.com/office/drawing/2014/main" id="{64BA701B-4597-B258-1346-7CDA9E5CC0D2}"/>
                    </a:ext>
                  </a:extLst>
                </p:cNvPr>
                <p:cNvSpPr/>
                <p:nvPr/>
              </p:nvSpPr>
              <p:spPr>
                <a:xfrm>
                  <a:off x="4494680" y="5206518"/>
                  <a:ext cx="17373" cy="1567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7373" h="15672">
                      <a:moveTo>
                        <a:pt x="13601" y="15672"/>
                      </a:moveTo>
                      <a:lnTo>
                        <a:pt x="5968" y="13183"/>
                      </a:lnTo>
                      <a:lnTo>
                        <a:pt x="1798" y="8725"/>
                      </a:lnTo>
                      <a:lnTo>
                        <a:pt x="0" y="0"/>
                      </a:lnTo>
                      <a:lnTo>
                        <a:pt x="6645" y="9239"/>
                      </a:lnTo>
                      <a:lnTo>
                        <a:pt x="9028" y="11329"/>
                      </a:lnTo>
                      <a:lnTo>
                        <a:pt x="17373" y="12281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79" name="pg3879">
                  <a:extLst>
                    <a:ext uri="{FF2B5EF4-FFF2-40B4-BE49-F238E27FC236}">
                      <a16:creationId xmlns:a16="http://schemas.microsoft.com/office/drawing/2014/main" id="{FBD703B3-55DD-8A40-E8C4-DB055C970D4D}"/>
                    </a:ext>
                  </a:extLst>
                </p:cNvPr>
                <p:cNvSpPr/>
                <p:nvPr/>
              </p:nvSpPr>
              <p:spPr>
                <a:xfrm>
                  <a:off x="4498091" y="5186660"/>
                  <a:ext cx="9033" cy="2693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9033" h="26938">
                      <a:moveTo>
                        <a:pt x="8883" y="26938"/>
                      </a:moveTo>
                      <a:lnTo>
                        <a:pt x="3550" y="14142"/>
                      </a:lnTo>
                      <a:lnTo>
                        <a:pt x="0" y="0"/>
                      </a:lnTo>
                      <a:lnTo>
                        <a:pt x="5079" y="4578"/>
                      </a:lnTo>
                      <a:lnTo>
                        <a:pt x="9033" y="1929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0" name="pg3880">
                  <a:extLst>
                    <a:ext uri="{FF2B5EF4-FFF2-40B4-BE49-F238E27FC236}">
                      <a16:creationId xmlns:a16="http://schemas.microsoft.com/office/drawing/2014/main" id="{68F27ED1-61F2-4FB9-BE04-E3BC879AD7B0}"/>
                    </a:ext>
                  </a:extLst>
                </p:cNvPr>
                <p:cNvSpPr/>
                <p:nvPr/>
              </p:nvSpPr>
              <p:spPr>
                <a:xfrm>
                  <a:off x="4666217" y="5362642"/>
                  <a:ext cx="34236" cy="5115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236" h="51158">
                      <a:moveTo>
                        <a:pt x="0" y="51158"/>
                      </a:moveTo>
                      <a:lnTo>
                        <a:pt x="2330" y="45036"/>
                      </a:lnTo>
                      <a:lnTo>
                        <a:pt x="10531" y="31948"/>
                      </a:lnTo>
                      <a:lnTo>
                        <a:pt x="13182" y="25788"/>
                      </a:lnTo>
                      <a:lnTo>
                        <a:pt x="18722" y="21883"/>
                      </a:lnTo>
                      <a:lnTo>
                        <a:pt x="23880" y="14821"/>
                      </a:lnTo>
                      <a:lnTo>
                        <a:pt x="24267" y="6585"/>
                      </a:lnTo>
                      <a:lnTo>
                        <a:pt x="31760" y="825"/>
                      </a:lnTo>
                      <a:lnTo>
                        <a:pt x="34236" y="0"/>
                      </a:lnTo>
                      <a:lnTo>
                        <a:pt x="21032" y="2670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1" name="pg3881">
                  <a:extLst>
                    <a:ext uri="{FF2B5EF4-FFF2-40B4-BE49-F238E27FC236}">
                      <a16:creationId xmlns:a16="http://schemas.microsoft.com/office/drawing/2014/main" id="{6F8E7FDB-855D-F466-59B8-58D5B9339654}"/>
                    </a:ext>
                  </a:extLst>
                </p:cNvPr>
                <p:cNvSpPr/>
                <p:nvPr/>
              </p:nvSpPr>
              <p:spPr>
                <a:xfrm>
                  <a:off x="3456939" y="4803878"/>
                  <a:ext cx="26706" cy="2048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6706" h="20480">
                      <a:moveTo>
                        <a:pt x="18603" y="20480"/>
                      </a:moveTo>
                      <a:lnTo>
                        <a:pt x="1100" y="9214"/>
                      </a:lnTo>
                      <a:lnTo>
                        <a:pt x="0" y="4375"/>
                      </a:lnTo>
                      <a:lnTo>
                        <a:pt x="8635" y="0"/>
                      </a:lnTo>
                      <a:lnTo>
                        <a:pt x="13906" y="387"/>
                      </a:lnTo>
                      <a:lnTo>
                        <a:pt x="22241" y="6109"/>
                      </a:lnTo>
                      <a:lnTo>
                        <a:pt x="25290" y="7703"/>
                      </a:lnTo>
                      <a:lnTo>
                        <a:pt x="26706" y="10020"/>
                      </a:lnTo>
                      <a:lnTo>
                        <a:pt x="25900" y="13646"/>
                      </a:lnTo>
                      <a:lnTo>
                        <a:pt x="22536" y="1862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2" name="pg3882">
                  <a:extLst>
                    <a:ext uri="{FF2B5EF4-FFF2-40B4-BE49-F238E27FC236}">
                      <a16:creationId xmlns:a16="http://schemas.microsoft.com/office/drawing/2014/main" id="{BA560468-B655-3C95-CA0B-4CC8259D00E3}"/>
                    </a:ext>
                  </a:extLst>
                </p:cNvPr>
                <p:cNvSpPr/>
                <p:nvPr/>
              </p:nvSpPr>
              <p:spPr>
                <a:xfrm>
                  <a:off x="2924653" y="5000397"/>
                  <a:ext cx="20774" cy="3039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0774" h="30399">
                      <a:moveTo>
                        <a:pt x="0" y="30399"/>
                      </a:moveTo>
                      <a:lnTo>
                        <a:pt x="5121" y="19749"/>
                      </a:lnTo>
                      <a:lnTo>
                        <a:pt x="6072" y="15482"/>
                      </a:lnTo>
                      <a:lnTo>
                        <a:pt x="14469" y="2006"/>
                      </a:lnTo>
                      <a:lnTo>
                        <a:pt x="18903" y="0"/>
                      </a:lnTo>
                      <a:lnTo>
                        <a:pt x="20774" y="5734"/>
                      </a:lnTo>
                      <a:lnTo>
                        <a:pt x="12138" y="15202"/>
                      </a:lnTo>
                      <a:lnTo>
                        <a:pt x="2294" y="30081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3" name="pg3883">
                  <a:extLst>
                    <a:ext uri="{FF2B5EF4-FFF2-40B4-BE49-F238E27FC236}">
                      <a16:creationId xmlns:a16="http://schemas.microsoft.com/office/drawing/2014/main" id="{ED40977A-85D7-6ACC-EB86-474C731FD02C}"/>
                    </a:ext>
                  </a:extLst>
                </p:cNvPr>
                <p:cNvSpPr/>
                <p:nvPr/>
              </p:nvSpPr>
              <p:spPr>
                <a:xfrm>
                  <a:off x="2949515" y="4968054"/>
                  <a:ext cx="42075" cy="3032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2075" h="30323">
                      <a:moveTo>
                        <a:pt x="0" y="30323"/>
                      </a:moveTo>
                      <a:lnTo>
                        <a:pt x="4816" y="23299"/>
                      </a:lnTo>
                      <a:lnTo>
                        <a:pt x="12645" y="19756"/>
                      </a:lnTo>
                      <a:lnTo>
                        <a:pt x="29822" y="6261"/>
                      </a:lnTo>
                      <a:lnTo>
                        <a:pt x="36830" y="5334"/>
                      </a:lnTo>
                      <a:lnTo>
                        <a:pt x="40478" y="685"/>
                      </a:lnTo>
                      <a:lnTo>
                        <a:pt x="42075" y="0"/>
                      </a:lnTo>
                      <a:lnTo>
                        <a:pt x="41042" y="5696"/>
                      </a:lnTo>
                      <a:lnTo>
                        <a:pt x="27223" y="13786"/>
                      </a:lnTo>
                      <a:lnTo>
                        <a:pt x="3886" y="2978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4" name="pg3884">
                  <a:extLst>
                    <a:ext uri="{FF2B5EF4-FFF2-40B4-BE49-F238E27FC236}">
                      <a16:creationId xmlns:a16="http://schemas.microsoft.com/office/drawing/2014/main" id="{34CE4160-4FE4-980E-4939-281DD0F3D997}"/>
                    </a:ext>
                  </a:extLst>
                </p:cNvPr>
                <p:cNvSpPr/>
                <p:nvPr/>
              </p:nvSpPr>
              <p:spPr>
                <a:xfrm>
                  <a:off x="2887740" y="5040830"/>
                  <a:ext cx="34318" cy="7536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318" h="75366">
                      <a:moveTo>
                        <a:pt x="0" y="75366"/>
                      </a:moveTo>
                      <a:lnTo>
                        <a:pt x="909" y="64215"/>
                      </a:lnTo>
                      <a:lnTo>
                        <a:pt x="9503" y="38877"/>
                      </a:lnTo>
                      <a:lnTo>
                        <a:pt x="26965" y="5575"/>
                      </a:lnTo>
                      <a:lnTo>
                        <a:pt x="34318" y="0"/>
                      </a:lnTo>
                      <a:lnTo>
                        <a:pt x="14175" y="36521"/>
                      </a:lnTo>
                      <a:lnTo>
                        <a:pt x="3302" y="6788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5" name="pg3885">
                  <a:extLst>
                    <a:ext uri="{FF2B5EF4-FFF2-40B4-BE49-F238E27FC236}">
                      <a16:creationId xmlns:a16="http://schemas.microsoft.com/office/drawing/2014/main" id="{3DCF57F5-6311-F36E-2FF8-26C093D6BBBE}"/>
                    </a:ext>
                  </a:extLst>
                </p:cNvPr>
                <p:cNvSpPr/>
                <p:nvPr/>
              </p:nvSpPr>
              <p:spPr>
                <a:xfrm>
                  <a:off x="3130649" y="4843237"/>
                  <a:ext cx="34081" cy="2665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081" h="26658">
                      <a:moveTo>
                        <a:pt x="0" y="26658"/>
                      </a:moveTo>
                      <a:lnTo>
                        <a:pt x="23068" y="6655"/>
                      </a:lnTo>
                      <a:lnTo>
                        <a:pt x="27905" y="0"/>
                      </a:lnTo>
                      <a:lnTo>
                        <a:pt x="34081" y="292"/>
                      </a:lnTo>
                      <a:lnTo>
                        <a:pt x="23781" y="11500"/>
                      </a:lnTo>
                      <a:lnTo>
                        <a:pt x="5286" y="25414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6" name="pg3886">
                  <a:extLst>
                    <a:ext uri="{FF2B5EF4-FFF2-40B4-BE49-F238E27FC236}">
                      <a16:creationId xmlns:a16="http://schemas.microsoft.com/office/drawing/2014/main" id="{F2B86261-EED4-7DE1-21F8-5318BF26C391}"/>
                    </a:ext>
                  </a:extLst>
                </p:cNvPr>
                <p:cNvSpPr/>
                <p:nvPr/>
              </p:nvSpPr>
              <p:spPr>
                <a:xfrm>
                  <a:off x="2885373" y="5122184"/>
                  <a:ext cx="25027" cy="14092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5027" h="140921">
                      <a:moveTo>
                        <a:pt x="23564" y="140921"/>
                      </a:moveTo>
                      <a:lnTo>
                        <a:pt x="14800" y="112719"/>
                      </a:lnTo>
                      <a:lnTo>
                        <a:pt x="537" y="48898"/>
                      </a:lnTo>
                      <a:lnTo>
                        <a:pt x="0" y="12522"/>
                      </a:lnTo>
                      <a:lnTo>
                        <a:pt x="2242" y="0"/>
                      </a:lnTo>
                      <a:lnTo>
                        <a:pt x="5922" y="51374"/>
                      </a:lnTo>
                      <a:lnTo>
                        <a:pt x="21688" y="116618"/>
                      </a:lnTo>
                      <a:lnTo>
                        <a:pt x="25027" y="13488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7" name="pg3887">
                  <a:extLst>
                    <a:ext uri="{FF2B5EF4-FFF2-40B4-BE49-F238E27FC236}">
                      <a16:creationId xmlns:a16="http://schemas.microsoft.com/office/drawing/2014/main" id="{F3785E0F-00D9-435B-860A-0F5175B88F0C}"/>
                    </a:ext>
                  </a:extLst>
                </p:cNvPr>
                <p:cNvSpPr/>
                <p:nvPr/>
              </p:nvSpPr>
              <p:spPr>
                <a:xfrm>
                  <a:off x="5637481" y="3252585"/>
                  <a:ext cx="5178" cy="13666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178" h="13666">
                      <a:moveTo>
                        <a:pt x="1095" y="13666"/>
                      </a:moveTo>
                      <a:lnTo>
                        <a:pt x="0" y="7385"/>
                      </a:lnTo>
                      <a:lnTo>
                        <a:pt x="2056" y="165"/>
                      </a:lnTo>
                      <a:lnTo>
                        <a:pt x="4139" y="0"/>
                      </a:lnTo>
                      <a:lnTo>
                        <a:pt x="5178" y="3841"/>
                      </a:lnTo>
                      <a:lnTo>
                        <a:pt x="4030" y="11259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8" name="pg3888">
                  <a:extLst>
                    <a:ext uri="{FF2B5EF4-FFF2-40B4-BE49-F238E27FC236}">
                      <a16:creationId xmlns:a16="http://schemas.microsoft.com/office/drawing/2014/main" id="{0BE21E04-1D25-E2B6-8EF2-D3221782FA5A}"/>
                    </a:ext>
                  </a:extLst>
                </p:cNvPr>
                <p:cNvSpPr/>
                <p:nvPr/>
              </p:nvSpPr>
              <p:spPr>
                <a:xfrm>
                  <a:off x="5335877" y="3489988"/>
                  <a:ext cx="15498" cy="2822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5498" h="28227">
                      <a:moveTo>
                        <a:pt x="284" y="28227"/>
                      </a:moveTo>
                      <a:lnTo>
                        <a:pt x="0" y="24442"/>
                      </a:lnTo>
                      <a:lnTo>
                        <a:pt x="15498" y="0"/>
                      </a:lnTo>
                      <a:lnTo>
                        <a:pt x="12697" y="8541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89" name="pg3889">
                  <a:extLst>
                    <a:ext uri="{FF2B5EF4-FFF2-40B4-BE49-F238E27FC236}">
                      <a16:creationId xmlns:a16="http://schemas.microsoft.com/office/drawing/2014/main" id="{80D0BD45-40E9-C2C6-4824-C2B68FC18F27}"/>
                    </a:ext>
                  </a:extLst>
                </p:cNvPr>
                <p:cNvSpPr/>
                <p:nvPr/>
              </p:nvSpPr>
              <p:spPr>
                <a:xfrm>
                  <a:off x="5216776" y="3678353"/>
                  <a:ext cx="29698" cy="5540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9698" h="55407">
                      <a:moveTo>
                        <a:pt x="0" y="55407"/>
                      </a:moveTo>
                      <a:lnTo>
                        <a:pt x="16143" y="29364"/>
                      </a:lnTo>
                      <a:lnTo>
                        <a:pt x="25518" y="7544"/>
                      </a:lnTo>
                      <a:lnTo>
                        <a:pt x="29698" y="0"/>
                      </a:lnTo>
                      <a:lnTo>
                        <a:pt x="25642" y="15291"/>
                      </a:lnTo>
                      <a:lnTo>
                        <a:pt x="18552" y="29351"/>
                      </a:lnTo>
                      <a:lnTo>
                        <a:pt x="4811" y="5329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0" name="pg3890">
                  <a:extLst>
                    <a:ext uri="{FF2B5EF4-FFF2-40B4-BE49-F238E27FC236}">
                      <a16:creationId xmlns:a16="http://schemas.microsoft.com/office/drawing/2014/main" id="{9D582A3E-5559-F031-08D5-6D6FB9EF37AF}"/>
                    </a:ext>
                  </a:extLst>
                </p:cNvPr>
                <p:cNvSpPr/>
                <p:nvPr/>
              </p:nvSpPr>
              <p:spPr>
                <a:xfrm>
                  <a:off x="5079677" y="4146288"/>
                  <a:ext cx="13513" cy="619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3513" h="6191">
                      <a:moveTo>
                        <a:pt x="11157" y="6191"/>
                      </a:moveTo>
                      <a:lnTo>
                        <a:pt x="6997" y="4756"/>
                      </a:lnTo>
                      <a:lnTo>
                        <a:pt x="1266" y="2013"/>
                      </a:lnTo>
                      <a:lnTo>
                        <a:pt x="0" y="0"/>
                      </a:lnTo>
                      <a:lnTo>
                        <a:pt x="5467" y="730"/>
                      </a:lnTo>
                      <a:lnTo>
                        <a:pt x="13513" y="588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1" name="pg3891">
                  <a:extLst>
                    <a:ext uri="{FF2B5EF4-FFF2-40B4-BE49-F238E27FC236}">
                      <a16:creationId xmlns:a16="http://schemas.microsoft.com/office/drawing/2014/main" id="{351FF6AD-22F3-1F51-64FE-718BAB910252}"/>
                    </a:ext>
                  </a:extLst>
                </p:cNvPr>
                <p:cNvSpPr/>
                <p:nvPr/>
              </p:nvSpPr>
              <p:spPr>
                <a:xfrm>
                  <a:off x="4577198" y="5440364"/>
                  <a:ext cx="10779" cy="15615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779" h="15615">
                      <a:moveTo>
                        <a:pt x="6020" y="15615"/>
                      </a:moveTo>
                      <a:lnTo>
                        <a:pt x="4511" y="14790"/>
                      </a:lnTo>
                      <a:lnTo>
                        <a:pt x="4511" y="10890"/>
                      </a:lnTo>
                      <a:lnTo>
                        <a:pt x="0" y="2260"/>
                      </a:lnTo>
                      <a:lnTo>
                        <a:pt x="170" y="0"/>
                      </a:lnTo>
                      <a:lnTo>
                        <a:pt x="10516" y="8446"/>
                      </a:lnTo>
                      <a:lnTo>
                        <a:pt x="10779" y="10713"/>
                      </a:lnTo>
                      <a:lnTo>
                        <a:pt x="9193" y="1294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2" name="pg3892">
                  <a:extLst>
                    <a:ext uri="{FF2B5EF4-FFF2-40B4-BE49-F238E27FC236}">
                      <a16:creationId xmlns:a16="http://schemas.microsoft.com/office/drawing/2014/main" id="{FBED541E-1FDB-2100-AA1A-6FD4C44A89B8}"/>
                    </a:ext>
                  </a:extLst>
                </p:cNvPr>
                <p:cNvSpPr/>
                <p:nvPr/>
              </p:nvSpPr>
              <p:spPr>
                <a:xfrm>
                  <a:off x="4637878" y="5427841"/>
                  <a:ext cx="6681" cy="554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6681" h="5543">
                      <a:moveTo>
                        <a:pt x="0" y="5543"/>
                      </a:moveTo>
                      <a:lnTo>
                        <a:pt x="1002" y="3695"/>
                      </a:lnTo>
                      <a:lnTo>
                        <a:pt x="5178" y="0"/>
                      </a:lnTo>
                      <a:lnTo>
                        <a:pt x="6681" y="1435"/>
                      </a:lnTo>
                      <a:lnTo>
                        <a:pt x="6516" y="3283"/>
                      </a:lnTo>
                      <a:lnTo>
                        <a:pt x="2005" y="554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3" name="pg3893">
                  <a:extLst>
                    <a:ext uri="{FF2B5EF4-FFF2-40B4-BE49-F238E27FC236}">
                      <a16:creationId xmlns:a16="http://schemas.microsoft.com/office/drawing/2014/main" id="{E0209C0D-B928-CA02-271F-57851CFE3E26}"/>
                    </a:ext>
                  </a:extLst>
                </p:cNvPr>
                <p:cNvSpPr/>
                <p:nvPr/>
              </p:nvSpPr>
              <p:spPr>
                <a:xfrm>
                  <a:off x="4657267" y="5415509"/>
                  <a:ext cx="5348" cy="555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348" h="5550">
                      <a:moveTo>
                        <a:pt x="0" y="5550"/>
                      </a:moveTo>
                      <a:lnTo>
                        <a:pt x="4175" y="0"/>
                      </a:lnTo>
                      <a:lnTo>
                        <a:pt x="5348" y="412"/>
                      </a:lnTo>
                      <a:lnTo>
                        <a:pt x="2842" y="4934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4" name="pg3894">
                  <a:extLst>
                    <a:ext uri="{FF2B5EF4-FFF2-40B4-BE49-F238E27FC236}">
                      <a16:creationId xmlns:a16="http://schemas.microsoft.com/office/drawing/2014/main" id="{9FAC48C9-366A-E157-08BD-15B5D5F5CFE2}"/>
                    </a:ext>
                  </a:extLst>
                </p:cNvPr>
                <p:cNvSpPr/>
                <p:nvPr/>
              </p:nvSpPr>
              <p:spPr>
                <a:xfrm>
                  <a:off x="4607290" y="5439132"/>
                  <a:ext cx="21895" cy="863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1895" h="8630">
                      <a:moveTo>
                        <a:pt x="5012" y="8630"/>
                      </a:moveTo>
                      <a:lnTo>
                        <a:pt x="0" y="6369"/>
                      </a:lnTo>
                      <a:lnTo>
                        <a:pt x="5513" y="3289"/>
                      </a:lnTo>
                      <a:lnTo>
                        <a:pt x="21895" y="0"/>
                      </a:lnTo>
                      <a:lnTo>
                        <a:pt x="15709" y="4108"/>
                      </a:lnTo>
                      <a:lnTo>
                        <a:pt x="9860" y="555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5" name="pg3895">
                  <a:extLst>
                    <a:ext uri="{FF2B5EF4-FFF2-40B4-BE49-F238E27FC236}">
                      <a16:creationId xmlns:a16="http://schemas.microsoft.com/office/drawing/2014/main" id="{0D70F619-4C52-3E59-23ED-3608C9C1E164}"/>
                    </a:ext>
                  </a:extLst>
                </p:cNvPr>
                <p:cNvSpPr/>
                <p:nvPr/>
              </p:nvSpPr>
              <p:spPr>
                <a:xfrm>
                  <a:off x="4570537" y="4631229"/>
                  <a:ext cx="6945" cy="3168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6945" h="31688">
                      <a:moveTo>
                        <a:pt x="2237" y="31688"/>
                      </a:moveTo>
                      <a:lnTo>
                        <a:pt x="201" y="20467"/>
                      </a:lnTo>
                      <a:lnTo>
                        <a:pt x="0" y="9570"/>
                      </a:lnTo>
                      <a:lnTo>
                        <a:pt x="3565" y="3124"/>
                      </a:lnTo>
                      <a:lnTo>
                        <a:pt x="6945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6" name="pg3896">
                  <a:extLst>
                    <a:ext uri="{FF2B5EF4-FFF2-40B4-BE49-F238E27FC236}">
                      <a16:creationId xmlns:a16="http://schemas.microsoft.com/office/drawing/2014/main" id="{56FDFA72-C81D-05F6-BB7F-655D9B6993F9}"/>
                    </a:ext>
                  </a:extLst>
                </p:cNvPr>
                <p:cNvSpPr/>
                <p:nvPr/>
              </p:nvSpPr>
              <p:spPr>
                <a:xfrm>
                  <a:off x="4554992" y="5448277"/>
                  <a:ext cx="10567" cy="1289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0567" h="12891">
                      <a:moveTo>
                        <a:pt x="0" y="12891"/>
                      </a:moveTo>
                      <a:lnTo>
                        <a:pt x="5529" y="7772"/>
                      </a:lnTo>
                      <a:lnTo>
                        <a:pt x="7322" y="0"/>
                      </a:lnTo>
                      <a:lnTo>
                        <a:pt x="10567" y="6070"/>
                      </a:lnTo>
                      <a:lnTo>
                        <a:pt x="10505" y="9754"/>
                      </a:lnTo>
                      <a:lnTo>
                        <a:pt x="6857" y="1160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7" name="pg3897">
                  <a:extLst>
                    <a:ext uri="{FF2B5EF4-FFF2-40B4-BE49-F238E27FC236}">
                      <a16:creationId xmlns:a16="http://schemas.microsoft.com/office/drawing/2014/main" id="{BB22FECA-A5E3-16F1-6F0A-194C54E933D7}"/>
                    </a:ext>
                  </a:extLst>
                </p:cNvPr>
                <p:cNvSpPr/>
                <p:nvPr/>
              </p:nvSpPr>
              <p:spPr>
                <a:xfrm>
                  <a:off x="4681421" y="5037121"/>
                  <a:ext cx="28195" cy="8398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8195" h="83983">
                      <a:moveTo>
                        <a:pt x="28195" y="83983"/>
                      </a:moveTo>
                      <a:lnTo>
                        <a:pt x="18464" y="61770"/>
                      </a:lnTo>
                      <a:lnTo>
                        <a:pt x="6438" y="26938"/>
                      </a:lnTo>
                      <a:lnTo>
                        <a:pt x="0" y="0"/>
                      </a:lnTo>
                      <a:lnTo>
                        <a:pt x="4356" y="7283"/>
                      </a:lnTo>
                      <a:lnTo>
                        <a:pt x="8614" y="22359"/>
                      </a:lnTo>
                      <a:lnTo>
                        <a:pt x="26474" y="74407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8" name="pg3898">
                  <a:extLst>
                    <a:ext uri="{FF2B5EF4-FFF2-40B4-BE49-F238E27FC236}">
                      <a16:creationId xmlns:a16="http://schemas.microsoft.com/office/drawing/2014/main" id="{F0D789AC-330F-E068-1AD2-8A66F2E66F08}"/>
                    </a:ext>
                  </a:extLst>
                </p:cNvPr>
                <p:cNvSpPr/>
                <p:nvPr/>
              </p:nvSpPr>
              <p:spPr>
                <a:xfrm>
                  <a:off x="4535949" y="5462902"/>
                  <a:ext cx="7699" cy="447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7699" h="4470">
                      <a:moveTo>
                        <a:pt x="232" y="4470"/>
                      </a:moveTo>
                      <a:lnTo>
                        <a:pt x="0" y="2457"/>
                      </a:lnTo>
                      <a:lnTo>
                        <a:pt x="4630" y="0"/>
                      </a:lnTo>
                      <a:lnTo>
                        <a:pt x="7699" y="165"/>
                      </a:lnTo>
                      <a:lnTo>
                        <a:pt x="7586" y="2889"/>
                      </a:lnTo>
                      <a:lnTo>
                        <a:pt x="2919" y="417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899" name="pg3899">
                  <a:extLst>
                    <a:ext uri="{FF2B5EF4-FFF2-40B4-BE49-F238E27FC236}">
                      <a16:creationId xmlns:a16="http://schemas.microsoft.com/office/drawing/2014/main" id="{5894CA5C-0F0D-85D8-E80F-38F8F2191D5E}"/>
                    </a:ext>
                  </a:extLst>
                </p:cNvPr>
                <p:cNvSpPr/>
                <p:nvPr/>
              </p:nvSpPr>
              <p:spPr>
                <a:xfrm>
                  <a:off x="3781115" y="4789697"/>
                  <a:ext cx="7508" cy="1205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7508" h="12059">
                      <a:moveTo>
                        <a:pt x="0" y="12059"/>
                      </a:moveTo>
                      <a:lnTo>
                        <a:pt x="263" y="9462"/>
                      </a:lnTo>
                      <a:lnTo>
                        <a:pt x="4490" y="2648"/>
                      </a:lnTo>
                      <a:lnTo>
                        <a:pt x="7508" y="0"/>
                      </a:lnTo>
                      <a:lnTo>
                        <a:pt x="5746" y="5251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0" name="pg3900">
                  <a:extLst>
                    <a:ext uri="{FF2B5EF4-FFF2-40B4-BE49-F238E27FC236}">
                      <a16:creationId xmlns:a16="http://schemas.microsoft.com/office/drawing/2014/main" id="{8C40514D-A939-6655-6D39-4C59BD6EF9EF}"/>
                    </a:ext>
                  </a:extLst>
                </p:cNvPr>
                <p:cNvSpPr/>
                <p:nvPr/>
              </p:nvSpPr>
              <p:spPr>
                <a:xfrm>
                  <a:off x="3804479" y="4723202"/>
                  <a:ext cx="17435" cy="773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7435" h="7734">
                      <a:moveTo>
                        <a:pt x="16107" y="7734"/>
                      </a:moveTo>
                      <a:lnTo>
                        <a:pt x="6733" y="5029"/>
                      </a:lnTo>
                      <a:lnTo>
                        <a:pt x="1033" y="2514"/>
                      </a:lnTo>
                      <a:lnTo>
                        <a:pt x="0" y="0"/>
                      </a:lnTo>
                      <a:lnTo>
                        <a:pt x="15756" y="4565"/>
                      </a:lnTo>
                      <a:lnTo>
                        <a:pt x="17435" y="628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1" name="pg3901">
                  <a:extLst>
                    <a:ext uri="{FF2B5EF4-FFF2-40B4-BE49-F238E27FC236}">
                      <a16:creationId xmlns:a16="http://schemas.microsoft.com/office/drawing/2014/main" id="{DD0EABF9-58F7-788E-8F95-FB18E0127C6E}"/>
                    </a:ext>
                  </a:extLst>
                </p:cNvPr>
                <p:cNvSpPr/>
                <p:nvPr/>
              </p:nvSpPr>
              <p:spPr>
                <a:xfrm>
                  <a:off x="3847510" y="4721970"/>
                  <a:ext cx="25921" cy="556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5921" h="5569">
                      <a:moveTo>
                        <a:pt x="16609" y="5569"/>
                      </a:moveTo>
                      <a:lnTo>
                        <a:pt x="2806" y="5308"/>
                      </a:lnTo>
                      <a:lnTo>
                        <a:pt x="0" y="4330"/>
                      </a:lnTo>
                      <a:lnTo>
                        <a:pt x="5539" y="2470"/>
                      </a:lnTo>
                      <a:lnTo>
                        <a:pt x="21895" y="0"/>
                      </a:lnTo>
                      <a:lnTo>
                        <a:pt x="25921" y="2781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2" name="pg3902">
                  <a:extLst>
                    <a:ext uri="{FF2B5EF4-FFF2-40B4-BE49-F238E27FC236}">
                      <a16:creationId xmlns:a16="http://schemas.microsoft.com/office/drawing/2014/main" id="{0D7CD95B-56EA-2C35-20F0-0C9CBFF3359C}"/>
                    </a:ext>
                  </a:extLst>
                </p:cNvPr>
                <p:cNvSpPr/>
                <p:nvPr/>
              </p:nvSpPr>
              <p:spPr>
                <a:xfrm>
                  <a:off x="3738952" y="4735636"/>
                  <a:ext cx="16650" cy="1704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6650" h="17044">
                      <a:moveTo>
                        <a:pt x="12862" y="17044"/>
                      </a:moveTo>
                      <a:lnTo>
                        <a:pt x="7679" y="14034"/>
                      </a:lnTo>
                      <a:lnTo>
                        <a:pt x="0" y="13761"/>
                      </a:lnTo>
                      <a:lnTo>
                        <a:pt x="3379" y="11697"/>
                      </a:lnTo>
                      <a:lnTo>
                        <a:pt x="5751" y="9684"/>
                      </a:lnTo>
                      <a:lnTo>
                        <a:pt x="6935" y="7518"/>
                      </a:lnTo>
                      <a:lnTo>
                        <a:pt x="16650" y="0"/>
                      </a:lnTo>
                      <a:lnTo>
                        <a:pt x="13896" y="5518"/>
                      </a:lnTo>
                      <a:lnTo>
                        <a:pt x="12490" y="1099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3" name="pg3903">
                  <a:extLst>
                    <a:ext uri="{FF2B5EF4-FFF2-40B4-BE49-F238E27FC236}">
                      <a16:creationId xmlns:a16="http://schemas.microsoft.com/office/drawing/2014/main" id="{E12E4F08-46DA-5960-D38C-6F867CCE0A39}"/>
                    </a:ext>
                  </a:extLst>
                </p:cNvPr>
                <p:cNvSpPr/>
                <p:nvPr/>
              </p:nvSpPr>
              <p:spPr>
                <a:xfrm>
                  <a:off x="3789234" y="4750191"/>
                  <a:ext cx="5746" cy="3652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746" h="36527">
                      <a:moveTo>
                        <a:pt x="1188" y="36527"/>
                      </a:moveTo>
                      <a:lnTo>
                        <a:pt x="4118" y="16695"/>
                      </a:lnTo>
                      <a:lnTo>
                        <a:pt x="0" y="0"/>
                      </a:lnTo>
                      <a:lnTo>
                        <a:pt x="4340" y="7328"/>
                      </a:lnTo>
                      <a:lnTo>
                        <a:pt x="5746" y="16047"/>
                      </a:lnTo>
                      <a:lnTo>
                        <a:pt x="4175" y="3238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4" name="pg3904">
                  <a:extLst>
                    <a:ext uri="{FF2B5EF4-FFF2-40B4-BE49-F238E27FC236}">
                      <a16:creationId xmlns:a16="http://schemas.microsoft.com/office/drawing/2014/main" id="{0D148D5D-7CE7-CFD4-9EFD-A2261372D540}"/>
                    </a:ext>
                  </a:extLst>
                </p:cNvPr>
                <p:cNvSpPr/>
                <p:nvPr/>
              </p:nvSpPr>
              <p:spPr>
                <a:xfrm>
                  <a:off x="4186131" y="4792371"/>
                  <a:ext cx="40173" cy="1635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0173" h="16358">
                      <a:moveTo>
                        <a:pt x="11482" y="16358"/>
                      </a:moveTo>
                      <a:lnTo>
                        <a:pt x="0" y="12954"/>
                      </a:lnTo>
                      <a:lnTo>
                        <a:pt x="7136" y="12307"/>
                      </a:lnTo>
                      <a:lnTo>
                        <a:pt x="12299" y="13685"/>
                      </a:lnTo>
                      <a:lnTo>
                        <a:pt x="25373" y="6991"/>
                      </a:lnTo>
                      <a:lnTo>
                        <a:pt x="32231" y="1924"/>
                      </a:lnTo>
                      <a:lnTo>
                        <a:pt x="40173" y="0"/>
                      </a:lnTo>
                      <a:lnTo>
                        <a:pt x="22102" y="1167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5" name="pg3905">
                  <a:extLst>
                    <a:ext uri="{FF2B5EF4-FFF2-40B4-BE49-F238E27FC236}">
                      <a16:creationId xmlns:a16="http://schemas.microsoft.com/office/drawing/2014/main" id="{499FA2A7-687F-91FD-952A-FEDC3A6DC368}"/>
                    </a:ext>
                  </a:extLst>
                </p:cNvPr>
                <p:cNvSpPr/>
                <p:nvPr/>
              </p:nvSpPr>
              <p:spPr>
                <a:xfrm>
                  <a:off x="5923277" y="2903466"/>
                  <a:ext cx="8449" cy="10395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8449" h="10395">
                      <a:moveTo>
                        <a:pt x="4428" y="10395"/>
                      </a:moveTo>
                      <a:lnTo>
                        <a:pt x="139" y="9563"/>
                      </a:lnTo>
                      <a:lnTo>
                        <a:pt x="0" y="3149"/>
                      </a:lnTo>
                      <a:lnTo>
                        <a:pt x="1297" y="971"/>
                      </a:lnTo>
                      <a:lnTo>
                        <a:pt x="2780" y="0"/>
                      </a:lnTo>
                      <a:lnTo>
                        <a:pt x="4981" y="1803"/>
                      </a:lnTo>
                      <a:lnTo>
                        <a:pt x="8449" y="782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6" name="pg3906">
                  <a:extLst>
                    <a:ext uri="{FF2B5EF4-FFF2-40B4-BE49-F238E27FC236}">
                      <a16:creationId xmlns:a16="http://schemas.microsoft.com/office/drawing/2014/main" id="{0CB6CC00-2B6B-353D-0117-D8C965DA85FA}"/>
                    </a:ext>
                  </a:extLst>
                </p:cNvPr>
                <p:cNvSpPr/>
                <p:nvPr/>
              </p:nvSpPr>
              <p:spPr>
                <a:xfrm>
                  <a:off x="2399291" y="4782381"/>
                  <a:ext cx="513697" cy="75552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13697" h="755524">
                      <a:moveTo>
                        <a:pt x="961" y="1759"/>
                      </a:moveTo>
                      <a:lnTo>
                        <a:pt x="26210" y="3480"/>
                      </a:lnTo>
                      <a:lnTo>
                        <a:pt x="41104" y="2895"/>
                      </a:lnTo>
                      <a:lnTo>
                        <a:pt x="45646" y="0"/>
                      </a:lnTo>
                      <a:lnTo>
                        <a:pt x="48008" y="152"/>
                      </a:lnTo>
                      <a:lnTo>
                        <a:pt x="48194" y="3340"/>
                      </a:lnTo>
                      <a:lnTo>
                        <a:pt x="51935" y="4692"/>
                      </a:lnTo>
                      <a:lnTo>
                        <a:pt x="59227" y="4210"/>
                      </a:lnTo>
                      <a:lnTo>
                        <a:pt x="65578" y="8668"/>
                      </a:lnTo>
                      <a:lnTo>
                        <a:pt x="73712" y="22778"/>
                      </a:lnTo>
                      <a:lnTo>
                        <a:pt x="101747" y="45379"/>
                      </a:lnTo>
                      <a:lnTo>
                        <a:pt x="104108" y="53133"/>
                      </a:lnTo>
                      <a:lnTo>
                        <a:pt x="113865" y="64316"/>
                      </a:lnTo>
                      <a:lnTo>
                        <a:pt x="131807" y="81507"/>
                      </a:lnTo>
                      <a:lnTo>
                        <a:pt x="141962" y="96329"/>
                      </a:lnTo>
                      <a:lnTo>
                        <a:pt x="144324" y="108782"/>
                      </a:lnTo>
                      <a:lnTo>
                        <a:pt x="153491" y="128481"/>
                      </a:lnTo>
                      <a:lnTo>
                        <a:pt x="169449" y="155419"/>
                      </a:lnTo>
                      <a:lnTo>
                        <a:pt x="176560" y="169942"/>
                      </a:lnTo>
                      <a:lnTo>
                        <a:pt x="174824" y="172038"/>
                      </a:lnTo>
                      <a:lnTo>
                        <a:pt x="176079" y="179620"/>
                      </a:lnTo>
                      <a:lnTo>
                        <a:pt x="180338" y="192683"/>
                      </a:lnTo>
                      <a:lnTo>
                        <a:pt x="188249" y="203745"/>
                      </a:lnTo>
                      <a:lnTo>
                        <a:pt x="199820" y="212807"/>
                      </a:lnTo>
                      <a:lnTo>
                        <a:pt x="211520" y="229077"/>
                      </a:lnTo>
                      <a:lnTo>
                        <a:pt x="223349" y="252561"/>
                      </a:lnTo>
                      <a:lnTo>
                        <a:pt x="237679" y="270425"/>
                      </a:lnTo>
                      <a:lnTo>
                        <a:pt x="254500" y="282655"/>
                      </a:lnTo>
                      <a:lnTo>
                        <a:pt x="264024" y="294042"/>
                      </a:lnTo>
                      <a:lnTo>
                        <a:pt x="266251" y="304571"/>
                      </a:lnTo>
                      <a:lnTo>
                        <a:pt x="266086" y="313588"/>
                      </a:lnTo>
                      <a:lnTo>
                        <a:pt x="263522" y="321094"/>
                      </a:lnTo>
                      <a:lnTo>
                        <a:pt x="264608" y="328226"/>
                      </a:lnTo>
                      <a:lnTo>
                        <a:pt x="269336" y="334964"/>
                      </a:lnTo>
                      <a:lnTo>
                        <a:pt x="270912" y="343232"/>
                      </a:lnTo>
                      <a:lnTo>
                        <a:pt x="269062" y="354732"/>
                      </a:lnTo>
                      <a:lnTo>
                        <a:pt x="269191" y="357990"/>
                      </a:lnTo>
                      <a:lnTo>
                        <a:pt x="270561" y="360587"/>
                      </a:lnTo>
                      <a:lnTo>
                        <a:pt x="285496" y="380350"/>
                      </a:lnTo>
                      <a:lnTo>
                        <a:pt x="293170" y="396321"/>
                      </a:lnTo>
                      <a:lnTo>
                        <a:pt x="299262" y="421811"/>
                      </a:lnTo>
                      <a:lnTo>
                        <a:pt x="299293" y="422040"/>
                      </a:lnTo>
                      <a:lnTo>
                        <a:pt x="306099" y="437287"/>
                      </a:lnTo>
                      <a:lnTo>
                        <a:pt x="315887" y="443523"/>
                      </a:lnTo>
                      <a:lnTo>
                        <a:pt x="330925" y="445829"/>
                      </a:lnTo>
                      <a:lnTo>
                        <a:pt x="342351" y="451138"/>
                      </a:lnTo>
                      <a:lnTo>
                        <a:pt x="350165" y="459457"/>
                      </a:lnTo>
                      <a:lnTo>
                        <a:pt x="360019" y="464480"/>
                      </a:lnTo>
                      <a:lnTo>
                        <a:pt x="371916" y="466207"/>
                      </a:lnTo>
                      <a:lnTo>
                        <a:pt x="383321" y="471694"/>
                      </a:lnTo>
                      <a:lnTo>
                        <a:pt x="394230" y="480953"/>
                      </a:lnTo>
                      <a:lnTo>
                        <a:pt x="414575" y="487030"/>
                      </a:lnTo>
                      <a:lnTo>
                        <a:pt x="444357" y="489945"/>
                      </a:lnTo>
                      <a:lnTo>
                        <a:pt x="467022" y="497470"/>
                      </a:lnTo>
                      <a:lnTo>
                        <a:pt x="482577" y="509612"/>
                      </a:lnTo>
                      <a:lnTo>
                        <a:pt x="489419" y="512082"/>
                      </a:lnTo>
                      <a:lnTo>
                        <a:pt x="491269" y="512254"/>
                      </a:lnTo>
                      <a:lnTo>
                        <a:pt x="492158" y="510399"/>
                      </a:lnTo>
                      <a:lnTo>
                        <a:pt x="493331" y="506964"/>
                      </a:lnTo>
                      <a:lnTo>
                        <a:pt x="499352" y="503008"/>
                      </a:lnTo>
                      <a:lnTo>
                        <a:pt x="513697" y="500423"/>
                      </a:lnTo>
                      <a:lnTo>
                        <a:pt x="511770" y="527285"/>
                      </a:lnTo>
                      <a:lnTo>
                        <a:pt x="505372" y="549327"/>
                      </a:lnTo>
                      <a:lnTo>
                        <a:pt x="484293" y="595152"/>
                      </a:lnTo>
                      <a:lnTo>
                        <a:pt x="475508" y="623576"/>
                      </a:lnTo>
                      <a:lnTo>
                        <a:pt x="458511" y="704804"/>
                      </a:lnTo>
                      <a:lnTo>
                        <a:pt x="453534" y="755524"/>
                      </a:lnTo>
                      <a:lnTo>
                        <a:pt x="0" y="755524"/>
                      </a:lnTo>
                      <a:lnTo>
                        <a:pt x="0" y="155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7" name="pg3907">
                  <a:extLst>
                    <a:ext uri="{FF2B5EF4-FFF2-40B4-BE49-F238E27FC236}">
                      <a16:creationId xmlns:a16="http://schemas.microsoft.com/office/drawing/2014/main" id="{B6124FCA-D5EA-FCF0-1402-7B7A4FE07474}"/>
                    </a:ext>
                  </a:extLst>
                </p:cNvPr>
                <p:cNvSpPr/>
                <p:nvPr/>
              </p:nvSpPr>
              <p:spPr>
                <a:xfrm>
                  <a:off x="4173090" y="2540116"/>
                  <a:ext cx="1519164" cy="69906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519164" h="699069">
                      <a:moveTo>
                        <a:pt x="1509975" y="5632"/>
                      </a:moveTo>
                      <a:lnTo>
                        <a:pt x="1494849" y="16263"/>
                      </a:lnTo>
                      <a:lnTo>
                        <a:pt x="1478746" y="33041"/>
                      </a:lnTo>
                      <a:lnTo>
                        <a:pt x="1440965" y="45729"/>
                      </a:lnTo>
                      <a:lnTo>
                        <a:pt x="1426940" y="48955"/>
                      </a:lnTo>
                      <a:lnTo>
                        <a:pt x="1413994" y="47234"/>
                      </a:lnTo>
                      <a:lnTo>
                        <a:pt x="1398238" y="57559"/>
                      </a:lnTo>
                      <a:lnTo>
                        <a:pt x="1379593" y="63872"/>
                      </a:lnTo>
                      <a:lnTo>
                        <a:pt x="1374089" y="73474"/>
                      </a:lnTo>
                      <a:lnTo>
                        <a:pt x="1329270" y="99193"/>
                      </a:lnTo>
                      <a:lnTo>
                        <a:pt x="1312066" y="102431"/>
                      </a:lnTo>
                      <a:lnTo>
                        <a:pt x="1297426" y="109283"/>
                      </a:lnTo>
                      <a:lnTo>
                        <a:pt x="1293095" y="120917"/>
                      </a:lnTo>
                      <a:lnTo>
                        <a:pt x="1280026" y="127934"/>
                      </a:lnTo>
                      <a:lnTo>
                        <a:pt x="1276399" y="133307"/>
                      </a:lnTo>
                      <a:lnTo>
                        <a:pt x="1265407" y="149583"/>
                      </a:lnTo>
                      <a:lnTo>
                        <a:pt x="1244974" y="170603"/>
                      </a:lnTo>
                      <a:lnTo>
                        <a:pt x="1220075" y="174121"/>
                      </a:lnTo>
                      <a:lnTo>
                        <a:pt x="1210975" y="181436"/>
                      </a:lnTo>
                      <a:lnTo>
                        <a:pt x="1200438" y="193242"/>
                      </a:lnTo>
                      <a:lnTo>
                        <a:pt x="1185576" y="201345"/>
                      </a:lnTo>
                      <a:lnTo>
                        <a:pt x="1156233" y="197547"/>
                      </a:lnTo>
                      <a:lnTo>
                        <a:pt x="1163370" y="202513"/>
                      </a:lnTo>
                      <a:lnTo>
                        <a:pt x="1189622" y="210255"/>
                      </a:lnTo>
                      <a:lnTo>
                        <a:pt x="1192351" y="221730"/>
                      </a:lnTo>
                      <a:lnTo>
                        <a:pt x="1179199" y="224473"/>
                      </a:lnTo>
                      <a:lnTo>
                        <a:pt x="1151660" y="239771"/>
                      </a:lnTo>
                      <a:lnTo>
                        <a:pt x="1114556" y="266113"/>
                      </a:lnTo>
                      <a:lnTo>
                        <a:pt x="1108887" y="266735"/>
                      </a:lnTo>
                      <a:lnTo>
                        <a:pt x="1098918" y="266106"/>
                      </a:lnTo>
                      <a:lnTo>
                        <a:pt x="1084154" y="270501"/>
                      </a:lnTo>
                      <a:lnTo>
                        <a:pt x="1064759" y="279702"/>
                      </a:lnTo>
                      <a:lnTo>
                        <a:pt x="1041277" y="296232"/>
                      </a:lnTo>
                      <a:lnTo>
                        <a:pt x="999930" y="332023"/>
                      </a:lnTo>
                      <a:lnTo>
                        <a:pt x="997031" y="335802"/>
                      </a:lnTo>
                      <a:lnTo>
                        <a:pt x="991042" y="342438"/>
                      </a:lnTo>
                      <a:lnTo>
                        <a:pt x="975771" y="349512"/>
                      </a:lnTo>
                      <a:lnTo>
                        <a:pt x="961911" y="357139"/>
                      </a:lnTo>
                      <a:lnTo>
                        <a:pt x="958248" y="365166"/>
                      </a:lnTo>
                      <a:lnTo>
                        <a:pt x="951607" y="368824"/>
                      </a:lnTo>
                      <a:lnTo>
                        <a:pt x="928740" y="389177"/>
                      </a:lnTo>
                      <a:lnTo>
                        <a:pt x="915877" y="406513"/>
                      </a:lnTo>
                      <a:lnTo>
                        <a:pt x="904198" y="424656"/>
                      </a:lnTo>
                      <a:lnTo>
                        <a:pt x="891129" y="444946"/>
                      </a:lnTo>
                      <a:lnTo>
                        <a:pt x="864314" y="445200"/>
                      </a:lnTo>
                      <a:lnTo>
                        <a:pt x="843850" y="445117"/>
                      </a:lnTo>
                      <a:lnTo>
                        <a:pt x="808942" y="444971"/>
                      </a:lnTo>
                      <a:lnTo>
                        <a:pt x="779020" y="444851"/>
                      </a:lnTo>
                      <a:lnTo>
                        <a:pt x="743508" y="444705"/>
                      </a:lnTo>
                      <a:lnTo>
                        <a:pt x="717742" y="444597"/>
                      </a:lnTo>
                      <a:lnTo>
                        <a:pt x="689996" y="445448"/>
                      </a:lnTo>
                      <a:lnTo>
                        <a:pt x="676751" y="450858"/>
                      </a:lnTo>
                      <a:lnTo>
                        <a:pt x="660142" y="458167"/>
                      </a:lnTo>
                      <a:lnTo>
                        <a:pt x="642215" y="466048"/>
                      </a:lnTo>
                      <a:lnTo>
                        <a:pt x="651615" y="483626"/>
                      </a:lnTo>
                      <a:lnTo>
                        <a:pt x="654137" y="490561"/>
                      </a:lnTo>
                      <a:lnTo>
                        <a:pt x="653414" y="512927"/>
                      </a:lnTo>
                      <a:lnTo>
                        <a:pt x="655326" y="515372"/>
                      </a:lnTo>
                      <a:lnTo>
                        <a:pt x="657331" y="518693"/>
                      </a:lnTo>
                      <a:lnTo>
                        <a:pt x="657636" y="524472"/>
                      </a:lnTo>
                      <a:lnTo>
                        <a:pt x="659171" y="527114"/>
                      </a:lnTo>
                      <a:lnTo>
                        <a:pt x="662442" y="529247"/>
                      </a:lnTo>
                      <a:lnTo>
                        <a:pt x="666121" y="531756"/>
                      </a:lnTo>
                      <a:lnTo>
                        <a:pt x="668783" y="535153"/>
                      </a:lnTo>
                      <a:lnTo>
                        <a:pt x="669392" y="538544"/>
                      </a:lnTo>
                      <a:lnTo>
                        <a:pt x="666834" y="544450"/>
                      </a:lnTo>
                      <a:lnTo>
                        <a:pt x="656520" y="552433"/>
                      </a:lnTo>
                      <a:lnTo>
                        <a:pt x="642019" y="559431"/>
                      </a:lnTo>
                      <a:lnTo>
                        <a:pt x="613178" y="572055"/>
                      </a:lnTo>
                      <a:lnTo>
                        <a:pt x="579758" y="586687"/>
                      </a:lnTo>
                      <a:lnTo>
                        <a:pt x="550788" y="599368"/>
                      </a:lnTo>
                      <a:lnTo>
                        <a:pt x="528370" y="609180"/>
                      </a:lnTo>
                      <a:lnTo>
                        <a:pt x="482326" y="617797"/>
                      </a:lnTo>
                      <a:lnTo>
                        <a:pt x="445749" y="624637"/>
                      </a:lnTo>
                      <a:lnTo>
                        <a:pt x="419352" y="629577"/>
                      </a:lnTo>
                      <a:lnTo>
                        <a:pt x="395043" y="643326"/>
                      </a:lnTo>
                      <a:lnTo>
                        <a:pt x="368202" y="658497"/>
                      </a:lnTo>
                      <a:lnTo>
                        <a:pt x="345634" y="671255"/>
                      </a:lnTo>
                      <a:lnTo>
                        <a:pt x="320323" y="685562"/>
                      </a:lnTo>
                      <a:lnTo>
                        <a:pt x="296432" y="699069"/>
                      </a:lnTo>
                      <a:lnTo>
                        <a:pt x="269870" y="699025"/>
                      </a:lnTo>
                      <a:lnTo>
                        <a:pt x="251225" y="688902"/>
                      </a:lnTo>
                      <a:lnTo>
                        <a:pt x="233893" y="678507"/>
                      </a:lnTo>
                      <a:lnTo>
                        <a:pt x="222043" y="659919"/>
                      </a:lnTo>
                      <a:lnTo>
                        <a:pt x="221227" y="638322"/>
                      </a:lnTo>
                      <a:lnTo>
                        <a:pt x="225474" y="624179"/>
                      </a:lnTo>
                      <a:lnTo>
                        <a:pt x="229324" y="617727"/>
                      </a:lnTo>
                      <a:lnTo>
                        <a:pt x="236673" y="613638"/>
                      </a:lnTo>
                      <a:lnTo>
                        <a:pt x="251060" y="606684"/>
                      </a:lnTo>
                      <a:lnTo>
                        <a:pt x="264139" y="592605"/>
                      </a:lnTo>
                      <a:lnTo>
                        <a:pt x="274625" y="584204"/>
                      </a:lnTo>
                      <a:lnTo>
                        <a:pt x="285187" y="575535"/>
                      </a:lnTo>
                      <a:lnTo>
                        <a:pt x="291218" y="560606"/>
                      </a:lnTo>
                      <a:lnTo>
                        <a:pt x="298742" y="524465"/>
                      </a:lnTo>
                      <a:lnTo>
                        <a:pt x="299698" y="517277"/>
                      </a:lnTo>
                      <a:lnTo>
                        <a:pt x="310644" y="492491"/>
                      </a:lnTo>
                      <a:lnTo>
                        <a:pt x="322752" y="465070"/>
                      </a:lnTo>
                      <a:lnTo>
                        <a:pt x="328312" y="452477"/>
                      </a:lnTo>
                      <a:lnTo>
                        <a:pt x="322095" y="419792"/>
                      </a:lnTo>
                      <a:lnTo>
                        <a:pt x="317419" y="394676"/>
                      </a:lnTo>
                      <a:lnTo>
                        <a:pt x="313135" y="371669"/>
                      </a:lnTo>
                      <a:lnTo>
                        <a:pt x="308313" y="345746"/>
                      </a:lnTo>
                      <a:lnTo>
                        <a:pt x="303926" y="322148"/>
                      </a:lnTo>
                      <a:lnTo>
                        <a:pt x="299786" y="299916"/>
                      </a:lnTo>
                      <a:lnTo>
                        <a:pt x="295637" y="277600"/>
                      </a:lnTo>
                      <a:lnTo>
                        <a:pt x="291564" y="255723"/>
                      </a:lnTo>
                      <a:lnTo>
                        <a:pt x="288371" y="240032"/>
                      </a:lnTo>
                      <a:lnTo>
                        <a:pt x="284578" y="221438"/>
                      </a:lnTo>
                      <a:lnTo>
                        <a:pt x="262424" y="208388"/>
                      </a:lnTo>
                      <a:lnTo>
                        <a:pt x="245603" y="199249"/>
                      </a:lnTo>
                      <a:lnTo>
                        <a:pt x="218090" y="184320"/>
                      </a:lnTo>
                      <a:lnTo>
                        <a:pt x="195016" y="171797"/>
                      </a:lnTo>
                      <a:lnTo>
                        <a:pt x="174340" y="160340"/>
                      </a:lnTo>
                      <a:lnTo>
                        <a:pt x="187378" y="137250"/>
                      </a:lnTo>
                      <a:lnTo>
                        <a:pt x="186251" y="133472"/>
                      </a:lnTo>
                      <a:lnTo>
                        <a:pt x="181528" y="128925"/>
                      </a:lnTo>
                      <a:lnTo>
                        <a:pt x="171875" y="121362"/>
                      </a:lnTo>
                      <a:lnTo>
                        <a:pt x="166232" y="120593"/>
                      </a:lnTo>
                      <a:lnTo>
                        <a:pt x="156294" y="122372"/>
                      </a:lnTo>
                      <a:lnTo>
                        <a:pt x="140434" y="127077"/>
                      </a:lnTo>
                      <a:lnTo>
                        <a:pt x="133582" y="125515"/>
                      </a:lnTo>
                      <a:lnTo>
                        <a:pt x="128140" y="117437"/>
                      </a:lnTo>
                      <a:lnTo>
                        <a:pt x="121877" y="107099"/>
                      </a:lnTo>
                      <a:lnTo>
                        <a:pt x="119825" y="99021"/>
                      </a:lnTo>
                      <a:lnTo>
                        <a:pt x="119040" y="88333"/>
                      </a:lnTo>
                      <a:lnTo>
                        <a:pt x="115304" y="78713"/>
                      </a:lnTo>
                      <a:lnTo>
                        <a:pt x="117671" y="73664"/>
                      </a:lnTo>
                      <a:lnTo>
                        <a:pt x="118192" y="71149"/>
                      </a:lnTo>
                      <a:lnTo>
                        <a:pt x="117981" y="67987"/>
                      </a:lnTo>
                      <a:lnTo>
                        <a:pt x="115412" y="65967"/>
                      </a:lnTo>
                      <a:lnTo>
                        <a:pt x="110890" y="65085"/>
                      </a:lnTo>
                      <a:lnTo>
                        <a:pt x="95594" y="69123"/>
                      </a:lnTo>
                      <a:lnTo>
                        <a:pt x="88716" y="69498"/>
                      </a:lnTo>
                      <a:lnTo>
                        <a:pt x="84613" y="71772"/>
                      </a:lnTo>
                      <a:lnTo>
                        <a:pt x="78148" y="76490"/>
                      </a:lnTo>
                      <a:lnTo>
                        <a:pt x="71776" y="77074"/>
                      </a:lnTo>
                      <a:lnTo>
                        <a:pt x="60769" y="65904"/>
                      </a:lnTo>
                      <a:lnTo>
                        <a:pt x="48743" y="53673"/>
                      </a:lnTo>
                      <a:lnTo>
                        <a:pt x="43700" y="36825"/>
                      </a:lnTo>
                      <a:lnTo>
                        <a:pt x="38522" y="19521"/>
                      </a:lnTo>
                      <a:lnTo>
                        <a:pt x="17980" y="9112"/>
                      </a:lnTo>
                      <a:lnTo>
                        <a:pt x="0" y="0"/>
                      </a:lnTo>
                      <a:lnTo>
                        <a:pt x="1519164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8" name="pg3908">
                  <a:extLst>
                    <a:ext uri="{FF2B5EF4-FFF2-40B4-BE49-F238E27FC236}">
                      <a16:creationId xmlns:a16="http://schemas.microsoft.com/office/drawing/2014/main" id="{7DCED0FE-E056-D10A-01F9-25B3121EC8DD}"/>
                    </a:ext>
                  </a:extLst>
                </p:cNvPr>
                <p:cNvSpPr/>
                <p:nvPr/>
              </p:nvSpPr>
              <p:spPr>
                <a:xfrm>
                  <a:off x="6018224" y="2540116"/>
                  <a:ext cx="296962" cy="25786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296962" h="257863">
                      <a:moveTo>
                        <a:pt x="67195" y="242946"/>
                      </a:moveTo>
                      <a:lnTo>
                        <a:pt x="62725" y="241575"/>
                      </a:lnTo>
                      <a:lnTo>
                        <a:pt x="58875" y="240501"/>
                      </a:lnTo>
                      <a:lnTo>
                        <a:pt x="56643" y="242330"/>
                      </a:lnTo>
                      <a:lnTo>
                        <a:pt x="54529" y="244775"/>
                      </a:lnTo>
                      <a:lnTo>
                        <a:pt x="51924" y="246611"/>
                      </a:lnTo>
                      <a:lnTo>
                        <a:pt x="46457" y="244013"/>
                      </a:lnTo>
                      <a:lnTo>
                        <a:pt x="42979" y="239282"/>
                      </a:lnTo>
                      <a:lnTo>
                        <a:pt x="37393" y="234405"/>
                      </a:lnTo>
                      <a:lnTo>
                        <a:pt x="35279" y="230735"/>
                      </a:lnTo>
                      <a:lnTo>
                        <a:pt x="36401" y="226467"/>
                      </a:lnTo>
                      <a:lnTo>
                        <a:pt x="38881" y="222346"/>
                      </a:lnTo>
                      <a:lnTo>
                        <a:pt x="40002" y="217462"/>
                      </a:lnTo>
                      <a:lnTo>
                        <a:pt x="37269" y="211829"/>
                      </a:lnTo>
                      <a:lnTo>
                        <a:pt x="34783" y="208623"/>
                      </a:lnTo>
                      <a:lnTo>
                        <a:pt x="33047" y="204958"/>
                      </a:lnTo>
                      <a:lnTo>
                        <a:pt x="33667" y="201453"/>
                      </a:lnTo>
                      <a:lnTo>
                        <a:pt x="37145" y="199770"/>
                      </a:lnTo>
                      <a:lnTo>
                        <a:pt x="40375" y="197630"/>
                      </a:lnTo>
                      <a:lnTo>
                        <a:pt x="41491" y="193058"/>
                      </a:lnTo>
                      <a:lnTo>
                        <a:pt x="39501" y="188174"/>
                      </a:lnTo>
                      <a:lnTo>
                        <a:pt x="33791" y="186187"/>
                      </a:lnTo>
                      <a:lnTo>
                        <a:pt x="29073" y="186949"/>
                      </a:lnTo>
                      <a:lnTo>
                        <a:pt x="22241" y="185882"/>
                      </a:lnTo>
                      <a:lnTo>
                        <a:pt x="15663" y="182834"/>
                      </a:lnTo>
                      <a:lnTo>
                        <a:pt x="11316" y="179322"/>
                      </a:lnTo>
                      <a:lnTo>
                        <a:pt x="7963" y="177334"/>
                      </a:lnTo>
                      <a:lnTo>
                        <a:pt x="5353" y="177334"/>
                      </a:lnTo>
                      <a:lnTo>
                        <a:pt x="2247" y="175353"/>
                      </a:lnTo>
                      <a:lnTo>
                        <a:pt x="387" y="171993"/>
                      </a:lnTo>
                      <a:lnTo>
                        <a:pt x="635" y="166500"/>
                      </a:lnTo>
                      <a:lnTo>
                        <a:pt x="1503" y="163147"/>
                      </a:lnTo>
                      <a:lnTo>
                        <a:pt x="3239" y="160245"/>
                      </a:lnTo>
                      <a:lnTo>
                        <a:pt x="3363" y="157038"/>
                      </a:lnTo>
                      <a:lnTo>
                        <a:pt x="2619" y="154746"/>
                      </a:lnTo>
                      <a:lnTo>
                        <a:pt x="2500" y="152923"/>
                      </a:lnTo>
                      <a:lnTo>
                        <a:pt x="2991" y="150631"/>
                      </a:lnTo>
                      <a:lnTo>
                        <a:pt x="4113" y="146052"/>
                      </a:lnTo>
                      <a:lnTo>
                        <a:pt x="2247" y="142699"/>
                      </a:lnTo>
                      <a:lnTo>
                        <a:pt x="2056" y="131078"/>
                      </a:lnTo>
                      <a:lnTo>
                        <a:pt x="1689" y="109334"/>
                      </a:lnTo>
                      <a:lnTo>
                        <a:pt x="1415" y="92677"/>
                      </a:lnTo>
                      <a:lnTo>
                        <a:pt x="1069" y="71740"/>
                      </a:lnTo>
                      <a:lnTo>
                        <a:pt x="867" y="56493"/>
                      </a:lnTo>
                      <a:lnTo>
                        <a:pt x="588" y="35130"/>
                      </a:lnTo>
                      <a:lnTo>
                        <a:pt x="325" y="14859"/>
                      </a:lnTo>
                      <a:lnTo>
                        <a:pt x="0" y="0"/>
                      </a:lnTo>
                      <a:lnTo>
                        <a:pt x="276472" y="0"/>
                      </a:lnTo>
                      <a:lnTo>
                        <a:pt x="276633" y="57"/>
                      </a:lnTo>
                      <a:lnTo>
                        <a:pt x="276810" y="0"/>
                      </a:lnTo>
                      <a:lnTo>
                        <a:pt x="296962" y="0"/>
                      </a:lnTo>
                      <a:lnTo>
                        <a:pt x="296962" y="192012"/>
                      </a:lnTo>
                      <a:lnTo>
                        <a:pt x="290901" y="195833"/>
                      </a:lnTo>
                      <a:lnTo>
                        <a:pt x="267083" y="205085"/>
                      </a:lnTo>
                      <a:lnTo>
                        <a:pt x="239280" y="222746"/>
                      </a:lnTo>
                      <a:lnTo>
                        <a:pt x="203354" y="237625"/>
                      </a:lnTo>
                      <a:lnTo>
                        <a:pt x="195825" y="237682"/>
                      </a:lnTo>
                      <a:lnTo>
                        <a:pt x="179510" y="225438"/>
                      </a:lnTo>
                      <a:lnTo>
                        <a:pt x="184073" y="219863"/>
                      </a:lnTo>
                      <a:lnTo>
                        <a:pt x="188316" y="212306"/>
                      </a:lnTo>
                      <a:lnTo>
                        <a:pt x="184260" y="214484"/>
                      </a:lnTo>
                      <a:lnTo>
                        <a:pt x="181629" y="217761"/>
                      </a:lnTo>
                      <a:lnTo>
                        <a:pt x="171790" y="223019"/>
                      </a:lnTo>
                      <a:lnTo>
                        <a:pt x="179769" y="233199"/>
                      </a:lnTo>
                      <a:lnTo>
                        <a:pt x="175914" y="237015"/>
                      </a:lnTo>
                      <a:lnTo>
                        <a:pt x="164503" y="242032"/>
                      </a:lnTo>
                      <a:lnTo>
                        <a:pt x="153878" y="249290"/>
                      </a:lnTo>
                      <a:lnTo>
                        <a:pt x="144577" y="254142"/>
                      </a:lnTo>
                      <a:lnTo>
                        <a:pt x="137052" y="247970"/>
                      </a:lnTo>
                      <a:lnTo>
                        <a:pt x="116283" y="255768"/>
                      </a:lnTo>
                      <a:lnTo>
                        <a:pt x="98791" y="257863"/>
                      </a:lnTo>
                      <a:lnTo>
                        <a:pt x="95008" y="253913"/>
                      </a:lnTo>
                      <a:lnTo>
                        <a:pt x="93897" y="247677"/>
                      </a:lnTo>
                      <a:lnTo>
                        <a:pt x="87773" y="246172"/>
                      </a:lnTo>
                      <a:lnTo>
                        <a:pt x="76394" y="247893"/>
                      </a:lnTo>
                      <a:lnTo>
                        <a:pt x="72079" y="24457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09" name="pg3909">
                  <a:extLst>
                    <a:ext uri="{FF2B5EF4-FFF2-40B4-BE49-F238E27FC236}">
                      <a16:creationId xmlns:a16="http://schemas.microsoft.com/office/drawing/2014/main" id="{4AB88DBE-1575-A9A9-D662-62C4F1B6B4E5}"/>
                    </a:ext>
                  </a:extLst>
                </p:cNvPr>
                <p:cNvSpPr/>
                <p:nvPr/>
              </p:nvSpPr>
              <p:spPr>
                <a:xfrm>
                  <a:off x="5287647" y="2540116"/>
                  <a:ext cx="534180" cy="26611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34180" h="266113">
                      <a:moveTo>
                        <a:pt x="528260" y="7169"/>
                      </a:moveTo>
                      <a:lnTo>
                        <a:pt x="511940" y="26932"/>
                      </a:lnTo>
                      <a:lnTo>
                        <a:pt x="497548" y="44357"/>
                      </a:lnTo>
                      <a:lnTo>
                        <a:pt x="494318" y="62240"/>
                      </a:lnTo>
                      <a:lnTo>
                        <a:pt x="491254" y="79195"/>
                      </a:lnTo>
                      <a:lnTo>
                        <a:pt x="479347" y="92099"/>
                      </a:lnTo>
                      <a:lnTo>
                        <a:pt x="472087" y="103930"/>
                      </a:lnTo>
                      <a:lnTo>
                        <a:pt x="468847" y="117050"/>
                      </a:lnTo>
                      <a:lnTo>
                        <a:pt x="466139" y="129097"/>
                      </a:lnTo>
                      <a:lnTo>
                        <a:pt x="465932" y="139181"/>
                      </a:lnTo>
                      <a:lnTo>
                        <a:pt x="467973" y="144471"/>
                      </a:lnTo>
                      <a:lnTo>
                        <a:pt x="467012" y="148770"/>
                      </a:lnTo>
                      <a:lnTo>
                        <a:pt x="463074" y="153717"/>
                      </a:lnTo>
                      <a:lnTo>
                        <a:pt x="455199" y="162322"/>
                      </a:lnTo>
                      <a:lnTo>
                        <a:pt x="453798" y="170603"/>
                      </a:lnTo>
                      <a:lnTo>
                        <a:pt x="448982" y="174686"/>
                      </a:lnTo>
                      <a:lnTo>
                        <a:pt x="435246" y="182859"/>
                      </a:lnTo>
                      <a:lnTo>
                        <a:pt x="424042" y="194906"/>
                      </a:lnTo>
                      <a:lnTo>
                        <a:pt x="423495" y="201726"/>
                      </a:lnTo>
                      <a:lnTo>
                        <a:pt x="425112" y="207391"/>
                      </a:lnTo>
                      <a:lnTo>
                        <a:pt x="425360" y="210909"/>
                      </a:lnTo>
                      <a:lnTo>
                        <a:pt x="423122" y="213360"/>
                      </a:lnTo>
                      <a:lnTo>
                        <a:pt x="418637" y="213201"/>
                      </a:lnTo>
                      <a:lnTo>
                        <a:pt x="413784" y="213970"/>
                      </a:lnTo>
                      <a:lnTo>
                        <a:pt x="409697" y="218993"/>
                      </a:lnTo>
                      <a:lnTo>
                        <a:pt x="409800" y="226207"/>
                      </a:lnTo>
                      <a:lnTo>
                        <a:pt x="406813" y="231408"/>
                      </a:lnTo>
                      <a:lnTo>
                        <a:pt x="403325" y="232481"/>
                      </a:lnTo>
                      <a:lnTo>
                        <a:pt x="400338" y="228804"/>
                      </a:lnTo>
                      <a:lnTo>
                        <a:pt x="396746" y="223292"/>
                      </a:lnTo>
                      <a:lnTo>
                        <a:pt x="392540" y="222752"/>
                      </a:lnTo>
                      <a:lnTo>
                        <a:pt x="386153" y="226410"/>
                      </a:lnTo>
                      <a:lnTo>
                        <a:pt x="378277" y="232430"/>
                      </a:lnTo>
                      <a:lnTo>
                        <a:pt x="371192" y="232754"/>
                      </a:lnTo>
                      <a:lnTo>
                        <a:pt x="357890" y="228887"/>
                      </a:lnTo>
                      <a:lnTo>
                        <a:pt x="348180" y="240559"/>
                      </a:lnTo>
                      <a:lnTo>
                        <a:pt x="337757" y="265630"/>
                      </a:lnTo>
                      <a:lnTo>
                        <a:pt x="293717" y="265693"/>
                      </a:lnTo>
                      <a:lnTo>
                        <a:pt x="249678" y="265757"/>
                      </a:lnTo>
                      <a:lnTo>
                        <a:pt x="205634" y="265820"/>
                      </a:lnTo>
                      <a:lnTo>
                        <a:pt x="161594" y="265884"/>
                      </a:lnTo>
                      <a:lnTo>
                        <a:pt x="117555" y="265941"/>
                      </a:lnTo>
                      <a:lnTo>
                        <a:pt x="73516" y="266005"/>
                      </a:lnTo>
                      <a:lnTo>
                        <a:pt x="29476" y="266068"/>
                      </a:lnTo>
                      <a:lnTo>
                        <a:pt x="4831" y="266106"/>
                      </a:lnTo>
                      <a:lnTo>
                        <a:pt x="0" y="266113"/>
                      </a:lnTo>
                      <a:lnTo>
                        <a:pt x="15089" y="261204"/>
                      </a:lnTo>
                      <a:lnTo>
                        <a:pt x="46550" y="242127"/>
                      </a:lnTo>
                      <a:lnTo>
                        <a:pt x="69753" y="235218"/>
                      </a:lnTo>
                      <a:lnTo>
                        <a:pt x="99933" y="215182"/>
                      </a:lnTo>
                      <a:lnTo>
                        <a:pt x="121792" y="211328"/>
                      </a:lnTo>
                      <a:lnTo>
                        <a:pt x="125952" y="206921"/>
                      </a:lnTo>
                      <a:lnTo>
                        <a:pt x="129616" y="190302"/>
                      </a:lnTo>
                      <a:lnTo>
                        <a:pt x="131616" y="184377"/>
                      </a:lnTo>
                      <a:lnTo>
                        <a:pt x="141823" y="168056"/>
                      </a:lnTo>
                      <a:lnTo>
                        <a:pt x="154080" y="154289"/>
                      </a:lnTo>
                      <a:lnTo>
                        <a:pt x="163971" y="135250"/>
                      </a:lnTo>
                      <a:lnTo>
                        <a:pt x="181924" y="123083"/>
                      </a:lnTo>
                      <a:lnTo>
                        <a:pt x="209070" y="112909"/>
                      </a:lnTo>
                      <a:lnTo>
                        <a:pt x="234180" y="90689"/>
                      </a:lnTo>
                      <a:lnTo>
                        <a:pt x="247942" y="83914"/>
                      </a:lnTo>
                      <a:lnTo>
                        <a:pt x="261280" y="79062"/>
                      </a:lnTo>
                      <a:lnTo>
                        <a:pt x="266881" y="70032"/>
                      </a:lnTo>
                      <a:lnTo>
                        <a:pt x="275129" y="64869"/>
                      </a:lnTo>
                      <a:lnTo>
                        <a:pt x="297180" y="54372"/>
                      </a:lnTo>
                      <a:lnTo>
                        <a:pt x="321484" y="51533"/>
                      </a:lnTo>
                      <a:lnTo>
                        <a:pt x="346046" y="42820"/>
                      </a:lnTo>
                      <a:lnTo>
                        <a:pt x="364887" y="38203"/>
                      </a:lnTo>
                      <a:lnTo>
                        <a:pt x="376442" y="30030"/>
                      </a:lnTo>
                      <a:lnTo>
                        <a:pt x="393243" y="25725"/>
                      </a:lnTo>
                      <a:lnTo>
                        <a:pt x="443385" y="2273"/>
                      </a:lnTo>
                      <a:lnTo>
                        <a:pt x="446265" y="0"/>
                      </a:lnTo>
                      <a:lnTo>
                        <a:pt x="534180" y="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0" name="pg3910">
                  <a:extLst>
                    <a:ext uri="{FF2B5EF4-FFF2-40B4-BE49-F238E27FC236}">
                      <a16:creationId xmlns:a16="http://schemas.microsoft.com/office/drawing/2014/main" id="{5ECADCDE-5637-BB7C-8565-44CB96A94026}"/>
                    </a:ext>
                  </a:extLst>
                </p:cNvPr>
                <p:cNvSpPr/>
                <p:nvPr/>
              </p:nvSpPr>
              <p:spPr>
                <a:xfrm>
                  <a:off x="6188919" y="2797057"/>
                  <a:ext cx="126268" cy="20240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26268" h="202407">
                      <a:moveTo>
                        <a:pt x="117079" y="175208"/>
                      </a:moveTo>
                      <a:lnTo>
                        <a:pt x="108057" y="174662"/>
                      </a:lnTo>
                      <a:lnTo>
                        <a:pt x="101406" y="175266"/>
                      </a:lnTo>
                      <a:lnTo>
                        <a:pt x="91386" y="182892"/>
                      </a:lnTo>
                      <a:lnTo>
                        <a:pt x="89830" y="198305"/>
                      </a:lnTo>
                      <a:lnTo>
                        <a:pt x="85406" y="196266"/>
                      </a:lnTo>
                      <a:lnTo>
                        <a:pt x="80916" y="196768"/>
                      </a:lnTo>
                      <a:lnTo>
                        <a:pt x="78595" y="201607"/>
                      </a:lnTo>
                      <a:lnTo>
                        <a:pt x="75288" y="202407"/>
                      </a:lnTo>
                      <a:lnTo>
                        <a:pt x="66529" y="197829"/>
                      </a:lnTo>
                      <a:lnTo>
                        <a:pt x="56214" y="200331"/>
                      </a:lnTo>
                      <a:lnTo>
                        <a:pt x="48147" y="196857"/>
                      </a:lnTo>
                      <a:lnTo>
                        <a:pt x="37863" y="174275"/>
                      </a:lnTo>
                      <a:lnTo>
                        <a:pt x="32401" y="166362"/>
                      </a:lnTo>
                      <a:lnTo>
                        <a:pt x="22717" y="163810"/>
                      </a:lnTo>
                      <a:lnTo>
                        <a:pt x="20205" y="168585"/>
                      </a:lnTo>
                      <a:lnTo>
                        <a:pt x="16448" y="173259"/>
                      </a:lnTo>
                      <a:lnTo>
                        <a:pt x="7126" y="163943"/>
                      </a:lnTo>
                      <a:lnTo>
                        <a:pt x="56" y="129365"/>
                      </a:lnTo>
                      <a:lnTo>
                        <a:pt x="0" y="121021"/>
                      </a:lnTo>
                      <a:lnTo>
                        <a:pt x="9896" y="91936"/>
                      </a:lnTo>
                      <a:lnTo>
                        <a:pt x="34401" y="65753"/>
                      </a:lnTo>
                      <a:lnTo>
                        <a:pt x="26577" y="64877"/>
                      </a:lnTo>
                      <a:lnTo>
                        <a:pt x="4940" y="83033"/>
                      </a:lnTo>
                      <a:lnTo>
                        <a:pt x="7172" y="78638"/>
                      </a:lnTo>
                      <a:lnTo>
                        <a:pt x="10841" y="74059"/>
                      </a:lnTo>
                      <a:lnTo>
                        <a:pt x="18138" y="66674"/>
                      </a:lnTo>
                      <a:lnTo>
                        <a:pt x="29213" y="59733"/>
                      </a:lnTo>
                      <a:lnTo>
                        <a:pt x="43961" y="55688"/>
                      </a:lnTo>
                      <a:lnTo>
                        <a:pt x="54106" y="55072"/>
                      </a:lnTo>
                      <a:lnTo>
                        <a:pt x="61098" y="51236"/>
                      </a:lnTo>
                      <a:lnTo>
                        <a:pt x="71231" y="44441"/>
                      </a:lnTo>
                      <a:lnTo>
                        <a:pt x="73112" y="40834"/>
                      </a:lnTo>
                      <a:lnTo>
                        <a:pt x="64126" y="44981"/>
                      </a:lnTo>
                      <a:lnTo>
                        <a:pt x="49196" y="49064"/>
                      </a:lnTo>
                      <a:lnTo>
                        <a:pt x="53026" y="43711"/>
                      </a:lnTo>
                      <a:lnTo>
                        <a:pt x="56762" y="40847"/>
                      </a:lnTo>
                      <a:lnTo>
                        <a:pt x="126268" y="0"/>
                      </a:lnTo>
                      <a:lnTo>
                        <a:pt x="126268" y="16813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1" name="pg3911">
                  <a:extLst>
                    <a:ext uri="{FF2B5EF4-FFF2-40B4-BE49-F238E27FC236}">
                      <a16:creationId xmlns:a16="http://schemas.microsoft.com/office/drawing/2014/main" id="{459834DE-E88F-2253-138C-FBA826720200}"/>
                    </a:ext>
                  </a:extLst>
                </p:cNvPr>
                <p:cNvSpPr/>
                <p:nvPr/>
              </p:nvSpPr>
              <p:spPr>
                <a:xfrm>
                  <a:off x="6175048" y="2885799"/>
                  <a:ext cx="12040" cy="1752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2040" h="17520">
                      <a:moveTo>
                        <a:pt x="0" y="17520"/>
                      </a:moveTo>
                      <a:lnTo>
                        <a:pt x="1291" y="13062"/>
                      </a:lnTo>
                      <a:lnTo>
                        <a:pt x="7792" y="1695"/>
                      </a:lnTo>
                      <a:lnTo>
                        <a:pt x="12040" y="0"/>
                      </a:lnTo>
                      <a:lnTo>
                        <a:pt x="5327" y="1297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2" name="pg3912">
                  <a:extLst>
                    <a:ext uri="{FF2B5EF4-FFF2-40B4-BE49-F238E27FC236}">
                      <a16:creationId xmlns:a16="http://schemas.microsoft.com/office/drawing/2014/main" id="{1BA66DAD-EC1B-9C1A-F345-AD653B28FDB7}"/>
                    </a:ext>
                  </a:extLst>
                </p:cNvPr>
                <p:cNvSpPr/>
                <p:nvPr/>
              </p:nvSpPr>
              <p:spPr>
                <a:xfrm>
                  <a:off x="6114410" y="2832043"/>
                  <a:ext cx="16050" cy="2295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6050" h="22950">
                      <a:moveTo>
                        <a:pt x="0" y="22950"/>
                      </a:moveTo>
                      <a:lnTo>
                        <a:pt x="5539" y="5391"/>
                      </a:lnTo>
                      <a:lnTo>
                        <a:pt x="10046" y="0"/>
                      </a:lnTo>
                      <a:lnTo>
                        <a:pt x="16050" y="1816"/>
                      </a:lnTo>
                      <a:lnTo>
                        <a:pt x="15208" y="12427"/>
                      </a:lnTo>
                      <a:lnTo>
                        <a:pt x="14242" y="1607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3" name="pg3913">
                  <a:extLst>
                    <a:ext uri="{FF2B5EF4-FFF2-40B4-BE49-F238E27FC236}">
                      <a16:creationId xmlns:a16="http://schemas.microsoft.com/office/drawing/2014/main" id="{87AEF9EF-D444-3F2A-AAD6-C8D08086DCE7}"/>
                    </a:ext>
                  </a:extLst>
                </p:cNvPr>
                <p:cNvSpPr/>
                <p:nvPr/>
              </p:nvSpPr>
              <p:spPr>
                <a:xfrm>
                  <a:off x="5366847" y="2715076"/>
                  <a:ext cx="51274" cy="3424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1274" h="34247">
                      <a:moveTo>
                        <a:pt x="33548" y="33244"/>
                      </a:moveTo>
                      <a:lnTo>
                        <a:pt x="19601" y="30837"/>
                      </a:lnTo>
                      <a:lnTo>
                        <a:pt x="4268" y="34177"/>
                      </a:lnTo>
                      <a:lnTo>
                        <a:pt x="0" y="34247"/>
                      </a:lnTo>
                      <a:lnTo>
                        <a:pt x="11389" y="24582"/>
                      </a:lnTo>
                      <a:lnTo>
                        <a:pt x="28903" y="18638"/>
                      </a:lnTo>
                      <a:lnTo>
                        <a:pt x="46364" y="463"/>
                      </a:lnTo>
                      <a:lnTo>
                        <a:pt x="51274" y="0"/>
                      </a:lnTo>
                      <a:lnTo>
                        <a:pt x="44628" y="20587"/>
                      </a:lnTo>
                      <a:lnTo>
                        <a:pt x="43274" y="27948"/>
                      </a:lnTo>
                      <a:lnTo>
                        <a:pt x="41703" y="30646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4" name="pg3914">
                  <a:extLst>
                    <a:ext uri="{FF2B5EF4-FFF2-40B4-BE49-F238E27FC236}">
                      <a16:creationId xmlns:a16="http://schemas.microsoft.com/office/drawing/2014/main" id="{013F9814-F9DE-3CE7-B245-B0FCBBF52BC8}"/>
                    </a:ext>
                  </a:extLst>
                </p:cNvPr>
                <p:cNvSpPr/>
                <p:nvPr/>
              </p:nvSpPr>
              <p:spPr>
                <a:xfrm>
                  <a:off x="5377730" y="2716409"/>
                  <a:ext cx="30200" cy="1685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0200" h="16853">
                      <a:moveTo>
                        <a:pt x="4423" y="16853"/>
                      </a:moveTo>
                      <a:lnTo>
                        <a:pt x="0" y="15723"/>
                      </a:lnTo>
                      <a:lnTo>
                        <a:pt x="14082" y="2946"/>
                      </a:lnTo>
                      <a:lnTo>
                        <a:pt x="30200" y="0"/>
                      </a:lnTo>
                      <a:lnTo>
                        <a:pt x="17187" y="14174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5" name="pg3915">
                  <a:extLst>
                    <a:ext uri="{FF2B5EF4-FFF2-40B4-BE49-F238E27FC236}">
                      <a16:creationId xmlns:a16="http://schemas.microsoft.com/office/drawing/2014/main" id="{3A30FD08-84DC-556D-7B4E-67BE55845041}"/>
                    </a:ext>
                  </a:extLst>
                </p:cNvPr>
                <p:cNvSpPr/>
                <p:nvPr/>
              </p:nvSpPr>
              <p:spPr>
                <a:xfrm>
                  <a:off x="5667831" y="2547127"/>
                  <a:ext cx="30784" cy="1706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0784" h="17069">
                      <a:moveTo>
                        <a:pt x="0" y="17069"/>
                      </a:moveTo>
                      <a:lnTo>
                        <a:pt x="2294" y="12554"/>
                      </a:lnTo>
                      <a:lnTo>
                        <a:pt x="15430" y="4508"/>
                      </a:lnTo>
                      <a:lnTo>
                        <a:pt x="25084" y="0"/>
                      </a:lnTo>
                      <a:lnTo>
                        <a:pt x="30784" y="95"/>
                      </a:lnTo>
                      <a:lnTo>
                        <a:pt x="21502" y="9957"/>
                      </a:lnTo>
                      <a:lnTo>
                        <a:pt x="9622" y="16015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6" name="pg3916">
                  <a:extLst>
                    <a:ext uri="{FF2B5EF4-FFF2-40B4-BE49-F238E27FC236}">
                      <a16:creationId xmlns:a16="http://schemas.microsoft.com/office/drawing/2014/main" id="{27B0BF8F-99EB-86A6-747A-175F701D4B31}"/>
                    </a:ext>
                  </a:extLst>
                </p:cNvPr>
                <p:cNvSpPr/>
                <p:nvPr/>
              </p:nvSpPr>
              <p:spPr>
                <a:xfrm>
                  <a:off x="4939342" y="5500509"/>
                  <a:ext cx="49258" cy="3739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9258" h="37397">
                      <a:moveTo>
                        <a:pt x="36380" y="7931"/>
                      </a:moveTo>
                      <a:lnTo>
                        <a:pt x="25890" y="16136"/>
                      </a:lnTo>
                      <a:lnTo>
                        <a:pt x="33512" y="21991"/>
                      </a:lnTo>
                      <a:lnTo>
                        <a:pt x="40695" y="9258"/>
                      </a:lnTo>
                      <a:lnTo>
                        <a:pt x="46395" y="19603"/>
                      </a:lnTo>
                      <a:lnTo>
                        <a:pt x="49258" y="37397"/>
                      </a:lnTo>
                      <a:lnTo>
                        <a:pt x="16879" y="37397"/>
                      </a:lnTo>
                      <a:lnTo>
                        <a:pt x="15627" y="32145"/>
                      </a:lnTo>
                      <a:lnTo>
                        <a:pt x="9084" y="25573"/>
                      </a:lnTo>
                      <a:lnTo>
                        <a:pt x="0" y="8807"/>
                      </a:lnTo>
                      <a:lnTo>
                        <a:pt x="5276" y="4483"/>
                      </a:lnTo>
                      <a:lnTo>
                        <a:pt x="12309" y="5924"/>
                      </a:lnTo>
                      <a:lnTo>
                        <a:pt x="15911" y="3905"/>
                      </a:lnTo>
                      <a:lnTo>
                        <a:pt x="25662" y="2292"/>
                      </a:lnTo>
                      <a:lnTo>
                        <a:pt x="31585" y="0"/>
                      </a:lnTo>
                      <a:lnTo>
                        <a:pt x="36215" y="495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7" name="pg3917">
                  <a:extLst>
                    <a:ext uri="{FF2B5EF4-FFF2-40B4-BE49-F238E27FC236}">
                      <a16:creationId xmlns:a16="http://schemas.microsoft.com/office/drawing/2014/main" id="{8D36D34F-D400-F759-4182-13423F68C629}"/>
                    </a:ext>
                  </a:extLst>
                </p:cNvPr>
                <p:cNvSpPr/>
                <p:nvPr/>
              </p:nvSpPr>
              <p:spPr>
                <a:xfrm>
                  <a:off x="4945285" y="5155530"/>
                  <a:ext cx="95830" cy="13586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95830" h="135860">
                      <a:moveTo>
                        <a:pt x="73800" y="135860"/>
                      </a:moveTo>
                      <a:lnTo>
                        <a:pt x="64612" y="122835"/>
                      </a:lnTo>
                      <a:lnTo>
                        <a:pt x="57211" y="119050"/>
                      </a:lnTo>
                      <a:lnTo>
                        <a:pt x="68772" y="109842"/>
                      </a:lnTo>
                      <a:lnTo>
                        <a:pt x="73764" y="101930"/>
                      </a:lnTo>
                      <a:lnTo>
                        <a:pt x="73660" y="84669"/>
                      </a:lnTo>
                      <a:lnTo>
                        <a:pt x="76482" y="75214"/>
                      </a:lnTo>
                      <a:lnTo>
                        <a:pt x="75526" y="67028"/>
                      </a:lnTo>
                      <a:lnTo>
                        <a:pt x="78073" y="58671"/>
                      </a:lnTo>
                      <a:lnTo>
                        <a:pt x="74627" y="49285"/>
                      </a:lnTo>
                      <a:lnTo>
                        <a:pt x="64963" y="41842"/>
                      </a:lnTo>
                      <a:lnTo>
                        <a:pt x="45842" y="12237"/>
                      </a:lnTo>
                      <a:lnTo>
                        <a:pt x="15637" y="5048"/>
                      </a:lnTo>
                      <a:lnTo>
                        <a:pt x="0" y="4750"/>
                      </a:lnTo>
                      <a:lnTo>
                        <a:pt x="8593" y="0"/>
                      </a:lnTo>
                      <a:lnTo>
                        <a:pt x="16531" y="577"/>
                      </a:lnTo>
                      <a:lnTo>
                        <a:pt x="28748" y="3403"/>
                      </a:lnTo>
                      <a:lnTo>
                        <a:pt x="43377" y="4769"/>
                      </a:lnTo>
                      <a:lnTo>
                        <a:pt x="52318" y="13481"/>
                      </a:lnTo>
                      <a:lnTo>
                        <a:pt x="60855" y="25033"/>
                      </a:lnTo>
                      <a:lnTo>
                        <a:pt x="68565" y="29707"/>
                      </a:lnTo>
                      <a:lnTo>
                        <a:pt x="71738" y="32679"/>
                      </a:lnTo>
                      <a:lnTo>
                        <a:pt x="71381" y="36032"/>
                      </a:lnTo>
                      <a:lnTo>
                        <a:pt x="72663" y="39181"/>
                      </a:lnTo>
                      <a:lnTo>
                        <a:pt x="82724" y="44586"/>
                      </a:lnTo>
                      <a:lnTo>
                        <a:pt x="92858" y="53311"/>
                      </a:lnTo>
                      <a:lnTo>
                        <a:pt x="95830" y="78897"/>
                      </a:lnTo>
                      <a:lnTo>
                        <a:pt x="82177" y="91007"/>
                      </a:lnTo>
                      <a:lnTo>
                        <a:pt x="79665" y="128055"/>
                      </a:lnTo>
                      <a:lnTo>
                        <a:pt x="76001" y="134723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8" name="pg3918">
                  <a:extLst>
                    <a:ext uri="{FF2B5EF4-FFF2-40B4-BE49-F238E27FC236}">
                      <a16:creationId xmlns:a16="http://schemas.microsoft.com/office/drawing/2014/main" id="{782E29AE-DE6D-146E-C9F6-E38D05255FAB}"/>
                    </a:ext>
                  </a:extLst>
                </p:cNvPr>
                <p:cNvSpPr/>
                <p:nvPr/>
              </p:nvSpPr>
              <p:spPr>
                <a:xfrm>
                  <a:off x="4893261" y="5381534"/>
                  <a:ext cx="74105" cy="118987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74105" h="118987">
                      <a:moveTo>
                        <a:pt x="72947" y="80116"/>
                      </a:moveTo>
                      <a:lnTo>
                        <a:pt x="74105" y="91896"/>
                      </a:lnTo>
                      <a:lnTo>
                        <a:pt x="73035" y="96094"/>
                      </a:lnTo>
                      <a:lnTo>
                        <a:pt x="61583" y="103968"/>
                      </a:lnTo>
                      <a:lnTo>
                        <a:pt x="58643" y="108369"/>
                      </a:lnTo>
                      <a:lnTo>
                        <a:pt x="47847" y="112808"/>
                      </a:lnTo>
                      <a:lnTo>
                        <a:pt x="41315" y="118987"/>
                      </a:lnTo>
                      <a:lnTo>
                        <a:pt x="38044" y="108947"/>
                      </a:lnTo>
                      <a:lnTo>
                        <a:pt x="31703" y="102742"/>
                      </a:lnTo>
                      <a:lnTo>
                        <a:pt x="30639" y="92194"/>
                      </a:lnTo>
                      <a:lnTo>
                        <a:pt x="25792" y="95757"/>
                      </a:lnTo>
                      <a:lnTo>
                        <a:pt x="18805" y="93585"/>
                      </a:lnTo>
                      <a:lnTo>
                        <a:pt x="7281" y="85596"/>
                      </a:lnTo>
                      <a:lnTo>
                        <a:pt x="0" y="74750"/>
                      </a:lnTo>
                      <a:lnTo>
                        <a:pt x="10201" y="72870"/>
                      </a:lnTo>
                      <a:lnTo>
                        <a:pt x="12309" y="79608"/>
                      </a:lnTo>
                      <a:lnTo>
                        <a:pt x="20381" y="71340"/>
                      </a:lnTo>
                      <a:lnTo>
                        <a:pt x="18546" y="66983"/>
                      </a:lnTo>
                      <a:lnTo>
                        <a:pt x="17089" y="66425"/>
                      </a:lnTo>
                      <a:lnTo>
                        <a:pt x="14443" y="58321"/>
                      </a:lnTo>
                      <a:lnTo>
                        <a:pt x="26587" y="37098"/>
                      </a:lnTo>
                      <a:lnTo>
                        <a:pt x="29207" y="23407"/>
                      </a:lnTo>
                      <a:lnTo>
                        <a:pt x="23699" y="1441"/>
                      </a:lnTo>
                      <a:lnTo>
                        <a:pt x="28841" y="0"/>
                      </a:lnTo>
                      <a:lnTo>
                        <a:pt x="42545" y="7703"/>
                      </a:lnTo>
                      <a:lnTo>
                        <a:pt x="48685" y="15285"/>
                      </a:lnTo>
                      <a:lnTo>
                        <a:pt x="48886" y="25693"/>
                      </a:lnTo>
                      <a:lnTo>
                        <a:pt x="54648" y="33752"/>
                      </a:lnTo>
                      <a:lnTo>
                        <a:pt x="62989" y="53057"/>
                      </a:lnTo>
                      <a:lnTo>
                        <a:pt x="73180" y="64367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19" name="pg3919">
                  <a:extLst>
                    <a:ext uri="{FF2B5EF4-FFF2-40B4-BE49-F238E27FC236}">
                      <a16:creationId xmlns:a16="http://schemas.microsoft.com/office/drawing/2014/main" id="{9B010D80-801E-E2DE-8CC4-E535D2E55F5D}"/>
                    </a:ext>
                  </a:extLst>
                </p:cNvPr>
                <p:cNvSpPr/>
                <p:nvPr/>
              </p:nvSpPr>
              <p:spPr>
                <a:xfrm>
                  <a:off x="4835016" y="5174016"/>
                  <a:ext cx="112522" cy="3866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2522" h="38661">
                      <a:moveTo>
                        <a:pt x="64973" y="13005"/>
                      </a:moveTo>
                      <a:lnTo>
                        <a:pt x="71841" y="12453"/>
                      </a:lnTo>
                      <a:lnTo>
                        <a:pt x="75960" y="9792"/>
                      </a:lnTo>
                      <a:lnTo>
                        <a:pt x="94931" y="10878"/>
                      </a:lnTo>
                      <a:lnTo>
                        <a:pt x="110248" y="6985"/>
                      </a:lnTo>
                      <a:lnTo>
                        <a:pt x="112522" y="13894"/>
                      </a:lnTo>
                      <a:lnTo>
                        <a:pt x="112134" y="17501"/>
                      </a:lnTo>
                      <a:lnTo>
                        <a:pt x="79562" y="20886"/>
                      </a:lnTo>
                      <a:lnTo>
                        <a:pt x="49682" y="31028"/>
                      </a:lnTo>
                      <a:lnTo>
                        <a:pt x="33305" y="37899"/>
                      </a:lnTo>
                      <a:lnTo>
                        <a:pt x="25611" y="38661"/>
                      </a:lnTo>
                      <a:lnTo>
                        <a:pt x="19730" y="35047"/>
                      </a:lnTo>
                      <a:lnTo>
                        <a:pt x="0" y="14104"/>
                      </a:lnTo>
                      <a:lnTo>
                        <a:pt x="5276" y="16193"/>
                      </a:lnTo>
                      <a:lnTo>
                        <a:pt x="19854" y="28030"/>
                      </a:lnTo>
                      <a:lnTo>
                        <a:pt x="28908" y="25871"/>
                      </a:lnTo>
                      <a:lnTo>
                        <a:pt x="37295" y="18047"/>
                      </a:lnTo>
                      <a:lnTo>
                        <a:pt x="38577" y="12135"/>
                      </a:lnTo>
                      <a:lnTo>
                        <a:pt x="37326" y="9335"/>
                      </a:lnTo>
                      <a:lnTo>
                        <a:pt x="41119" y="0"/>
                      </a:lnTo>
                      <a:lnTo>
                        <a:pt x="52152" y="896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0" name="pg3920">
                  <a:extLst>
                    <a:ext uri="{FF2B5EF4-FFF2-40B4-BE49-F238E27FC236}">
                      <a16:creationId xmlns:a16="http://schemas.microsoft.com/office/drawing/2014/main" id="{67BCC095-2100-1146-8566-788C69320697}"/>
                    </a:ext>
                  </a:extLst>
                </p:cNvPr>
                <p:cNvSpPr/>
                <p:nvPr/>
              </p:nvSpPr>
              <p:spPr>
                <a:xfrm>
                  <a:off x="4985696" y="5397055"/>
                  <a:ext cx="30985" cy="11691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0985" h="11691">
                      <a:moveTo>
                        <a:pt x="10733" y="11691"/>
                      </a:moveTo>
                      <a:lnTo>
                        <a:pt x="2191" y="9030"/>
                      </a:lnTo>
                      <a:lnTo>
                        <a:pt x="0" y="6890"/>
                      </a:lnTo>
                      <a:lnTo>
                        <a:pt x="3658" y="3295"/>
                      </a:lnTo>
                      <a:lnTo>
                        <a:pt x="11710" y="298"/>
                      </a:lnTo>
                      <a:lnTo>
                        <a:pt x="24639" y="0"/>
                      </a:lnTo>
                      <a:lnTo>
                        <a:pt x="30303" y="3543"/>
                      </a:lnTo>
                      <a:lnTo>
                        <a:pt x="30985" y="5093"/>
                      </a:lnTo>
                      <a:lnTo>
                        <a:pt x="22686" y="8992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1" name="pg3921">
                  <a:extLst>
                    <a:ext uri="{FF2B5EF4-FFF2-40B4-BE49-F238E27FC236}">
                      <a16:creationId xmlns:a16="http://schemas.microsoft.com/office/drawing/2014/main" id="{E021BD4B-3EC3-F311-8DDC-EFB72FC3C34E}"/>
                    </a:ext>
                  </a:extLst>
                </p:cNvPr>
                <p:cNvSpPr/>
                <p:nvPr/>
              </p:nvSpPr>
              <p:spPr>
                <a:xfrm>
                  <a:off x="5304944" y="5521433"/>
                  <a:ext cx="12277" cy="1647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2277" h="16472">
                      <a:moveTo>
                        <a:pt x="7008" y="16472"/>
                      </a:moveTo>
                      <a:lnTo>
                        <a:pt x="0" y="16472"/>
                      </a:lnTo>
                      <a:lnTo>
                        <a:pt x="1962" y="2806"/>
                      </a:lnTo>
                      <a:lnTo>
                        <a:pt x="7771" y="0"/>
                      </a:lnTo>
                      <a:lnTo>
                        <a:pt x="10050" y="152"/>
                      </a:lnTo>
                      <a:lnTo>
                        <a:pt x="12277" y="7620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2" name="pg3922">
                  <a:extLst>
                    <a:ext uri="{FF2B5EF4-FFF2-40B4-BE49-F238E27FC236}">
                      <a16:creationId xmlns:a16="http://schemas.microsoft.com/office/drawing/2014/main" id="{C004D090-1B0F-DBFC-2E42-3B81639044C7}"/>
                    </a:ext>
                  </a:extLst>
                </p:cNvPr>
                <p:cNvSpPr/>
                <p:nvPr/>
              </p:nvSpPr>
              <p:spPr>
                <a:xfrm>
                  <a:off x="5068380" y="5334383"/>
                  <a:ext cx="70456" cy="11906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70456" h="119063">
                      <a:moveTo>
                        <a:pt x="31373" y="24747"/>
                      </a:moveTo>
                      <a:lnTo>
                        <a:pt x="46235" y="30285"/>
                      </a:lnTo>
                      <a:lnTo>
                        <a:pt x="62302" y="48650"/>
                      </a:lnTo>
                      <a:lnTo>
                        <a:pt x="69221" y="55191"/>
                      </a:lnTo>
                      <a:lnTo>
                        <a:pt x="70456" y="61147"/>
                      </a:lnTo>
                      <a:lnTo>
                        <a:pt x="67748" y="88340"/>
                      </a:lnTo>
                      <a:lnTo>
                        <a:pt x="64136" y="104711"/>
                      </a:lnTo>
                      <a:lnTo>
                        <a:pt x="64679" y="119063"/>
                      </a:lnTo>
                      <a:lnTo>
                        <a:pt x="60906" y="114815"/>
                      </a:lnTo>
                      <a:lnTo>
                        <a:pt x="57093" y="105416"/>
                      </a:lnTo>
                      <a:lnTo>
                        <a:pt x="50840" y="100012"/>
                      </a:lnTo>
                      <a:lnTo>
                        <a:pt x="48757" y="97180"/>
                      </a:lnTo>
                      <a:lnTo>
                        <a:pt x="59997" y="96557"/>
                      </a:lnTo>
                      <a:lnTo>
                        <a:pt x="60994" y="81761"/>
                      </a:lnTo>
                      <a:lnTo>
                        <a:pt x="66477" y="70089"/>
                      </a:lnTo>
                      <a:lnTo>
                        <a:pt x="65645" y="57947"/>
                      </a:lnTo>
                      <a:lnTo>
                        <a:pt x="52529" y="44579"/>
                      </a:lnTo>
                      <a:lnTo>
                        <a:pt x="43538" y="32812"/>
                      </a:lnTo>
                      <a:lnTo>
                        <a:pt x="29714" y="29046"/>
                      </a:lnTo>
                      <a:lnTo>
                        <a:pt x="16929" y="17330"/>
                      </a:lnTo>
                      <a:lnTo>
                        <a:pt x="9301" y="15888"/>
                      </a:lnTo>
                      <a:lnTo>
                        <a:pt x="0" y="17952"/>
                      </a:lnTo>
                      <a:lnTo>
                        <a:pt x="3359" y="10967"/>
                      </a:lnTo>
                      <a:lnTo>
                        <a:pt x="5684" y="1727"/>
                      </a:lnTo>
                      <a:lnTo>
                        <a:pt x="7389" y="0"/>
                      </a:lnTo>
                      <a:lnTo>
                        <a:pt x="13952" y="10078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3" name="pg3923">
                  <a:extLst>
                    <a:ext uri="{FF2B5EF4-FFF2-40B4-BE49-F238E27FC236}">
                      <a16:creationId xmlns:a16="http://schemas.microsoft.com/office/drawing/2014/main" id="{56723D32-5FFE-BD2B-33AD-AE929AE4B148}"/>
                    </a:ext>
                  </a:extLst>
                </p:cNvPr>
                <p:cNvSpPr/>
                <p:nvPr/>
              </p:nvSpPr>
              <p:spPr>
                <a:xfrm>
                  <a:off x="5178096" y="5447191"/>
                  <a:ext cx="46804" cy="72629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6804" h="72629">
                      <a:moveTo>
                        <a:pt x="46804" y="71314"/>
                      </a:moveTo>
                      <a:lnTo>
                        <a:pt x="39713" y="69974"/>
                      </a:lnTo>
                      <a:lnTo>
                        <a:pt x="29249" y="72559"/>
                      </a:lnTo>
                      <a:lnTo>
                        <a:pt x="25482" y="72629"/>
                      </a:lnTo>
                      <a:lnTo>
                        <a:pt x="27828" y="68101"/>
                      </a:lnTo>
                      <a:lnTo>
                        <a:pt x="35094" y="61979"/>
                      </a:lnTo>
                      <a:lnTo>
                        <a:pt x="35460" y="56150"/>
                      </a:lnTo>
                      <a:lnTo>
                        <a:pt x="26469" y="47742"/>
                      </a:lnTo>
                      <a:lnTo>
                        <a:pt x="16004" y="26824"/>
                      </a:lnTo>
                      <a:lnTo>
                        <a:pt x="11105" y="21864"/>
                      </a:lnTo>
                      <a:lnTo>
                        <a:pt x="8779" y="14002"/>
                      </a:lnTo>
                      <a:lnTo>
                        <a:pt x="0" y="5569"/>
                      </a:lnTo>
                      <a:lnTo>
                        <a:pt x="1834" y="1060"/>
                      </a:lnTo>
                      <a:lnTo>
                        <a:pt x="3638" y="0"/>
                      </a:lnTo>
                      <a:lnTo>
                        <a:pt x="9575" y="2165"/>
                      </a:lnTo>
                      <a:lnTo>
                        <a:pt x="23022" y="32253"/>
                      </a:lnTo>
                      <a:lnTo>
                        <a:pt x="23900" y="35136"/>
                      </a:lnTo>
                      <a:lnTo>
                        <a:pt x="46101" y="64704"/>
                      </a:lnTo>
                      <a:close/>
                    </a:path>
                  </a:pathLst>
                </a:custGeom>
                <a:solidFill>
                  <a:srgbClr val="FFEFDB">
                    <a:alpha val="100000"/>
                  </a:srgbClr>
                </a:solidFill>
                <a:ln w="5420" cap="flat">
                  <a:solidFill>
                    <a:srgbClr val="595959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4" name="pt3924">
                  <a:extLst>
                    <a:ext uri="{FF2B5EF4-FFF2-40B4-BE49-F238E27FC236}">
                      <a16:creationId xmlns:a16="http://schemas.microsoft.com/office/drawing/2014/main" id="{B17DF035-6A49-C88D-73D2-42B595970EE3}"/>
                    </a:ext>
                  </a:extLst>
                </p:cNvPr>
                <p:cNvSpPr/>
                <p:nvPr/>
              </p:nvSpPr>
              <p:spPr>
                <a:xfrm>
                  <a:off x="5411954" y="3276309"/>
                  <a:ext cx="63202" cy="63202"/>
                </a:xfrm>
                <a:prstGeom prst="ellipse">
                  <a:avLst/>
                </a:prstGeom>
                <a:solidFill>
                  <a:srgbClr val="3A73A1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5" name="pt3925">
                  <a:extLst>
                    <a:ext uri="{FF2B5EF4-FFF2-40B4-BE49-F238E27FC236}">
                      <a16:creationId xmlns:a16="http://schemas.microsoft.com/office/drawing/2014/main" id="{FD79984D-6788-15DF-076A-66B900A8FF9C}"/>
                    </a:ext>
                  </a:extLst>
                </p:cNvPr>
                <p:cNvSpPr/>
                <p:nvPr/>
              </p:nvSpPr>
              <p:spPr>
                <a:xfrm>
                  <a:off x="3286560" y="4746129"/>
                  <a:ext cx="63202" cy="63202"/>
                </a:xfrm>
                <a:prstGeom prst="ellipse">
                  <a:avLst/>
                </a:prstGeom>
                <a:solidFill>
                  <a:srgbClr val="6DD1B1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6" name="pt3926">
                  <a:extLst>
                    <a:ext uri="{FF2B5EF4-FFF2-40B4-BE49-F238E27FC236}">
                      <a16:creationId xmlns:a16="http://schemas.microsoft.com/office/drawing/2014/main" id="{459E1A71-10DC-76CB-6DCF-6C54391978E0}"/>
                    </a:ext>
                  </a:extLst>
                </p:cNvPr>
                <p:cNvSpPr/>
                <p:nvPr/>
              </p:nvSpPr>
              <p:spPr>
                <a:xfrm>
                  <a:off x="2878450" y="4973596"/>
                  <a:ext cx="63202" cy="63202"/>
                </a:xfrm>
                <a:prstGeom prst="ellipse">
                  <a:avLst/>
                </a:prstGeom>
                <a:solidFill>
                  <a:srgbClr val="88D9B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7" name="pt3927">
                  <a:extLst>
                    <a:ext uri="{FF2B5EF4-FFF2-40B4-BE49-F238E27FC236}">
                      <a16:creationId xmlns:a16="http://schemas.microsoft.com/office/drawing/2014/main" id="{77DD6954-96D7-6F7F-6B94-954BADF6C340}"/>
                    </a:ext>
                  </a:extLst>
                </p:cNvPr>
                <p:cNvSpPr/>
                <p:nvPr/>
              </p:nvSpPr>
              <p:spPr>
                <a:xfrm>
                  <a:off x="5154968" y="3735383"/>
                  <a:ext cx="63202" cy="63202"/>
                </a:xfrm>
                <a:prstGeom prst="ellipse">
                  <a:avLst/>
                </a:prstGeom>
                <a:solidFill>
                  <a:srgbClr val="3A649E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8" name="pt3928">
                  <a:extLst>
                    <a:ext uri="{FF2B5EF4-FFF2-40B4-BE49-F238E27FC236}">
                      <a16:creationId xmlns:a16="http://schemas.microsoft.com/office/drawing/2014/main" id="{BCB11F3E-44C2-E8BA-3EEF-88969064370A}"/>
                    </a:ext>
                  </a:extLst>
                </p:cNvPr>
                <p:cNvSpPr/>
                <p:nvPr/>
              </p:nvSpPr>
              <p:spPr>
                <a:xfrm>
                  <a:off x="3815690" y="4677487"/>
                  <a:ext cx="63202" cy="63202"/>
                </a:xfrm>
                <a:prstGeom prst="ellipse">
                  <a:avLst/>
                </a:prstGeom>
                <a:solidFill>
                  <a:srgbClr val="9BDFC4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29" name="pt3929">
                  <a:extLst>
                    <a:ext uri="{FF2B5EF4-FFF2-40B4-BE49-F238E27FC236}">
                      <a16:creationId xmlns:a16="http://schemas.microsoft.com/office/drawing/2014/main" id="{14555103-1F23-72B3-B292-87FA8450E249}"/>
                    </a:ext>
                  </a:extLst>
                </p:cNvPr>
                <p:cNvSpPr/>
                <p:nvPr/>
              </p:nvSpPr>
              <p:spPr>
                <a:xfrm>
                  <a:off x="5234441" y="3545894"/>
                  <a:ext cx="63202" cy="63202"/>
                </a:xfrm>
                <a:prstGeom prst="ellipse">
                  <a:avLst/>
                </a:prstGeom>
                <a:solidFill>
                  <a:srgbClr val="3598A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0" name="pt3930">
                  <a:extLst>
                    <a:ext uri="{FF2B5EF4-FFF2-40B4-BE49-F238E27FC236}">
                      <a16:creationId xmlns:a16="http://schemas.microsoft.com/office/drawing/2014/main" id="{CED980A7-FEBF-6A66-EA70-288B2AF5C744}"/>
                    </a:ext>
                  </a:extLst>
                </p:cNvPr>
                <p:cNvSpPr/>
                <p:nvPr/>
              </p:nvSpPr>
              <p:spPr>
                <a:xfrm>
                  <a:off x="3635685" y="4800931"/>
                  <a:ext cx="63202" cy="63202"/>
                </a:xfrm>
                <a:prstGeom prst="ellipse">
                  <a:avLst/>
                </a:prstGeom>
                <a:solidFill>
                  <a:srgbClr val="43A6AA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1" name="pt3931">
                  <a:extLst>
                    <a:ext uri="{FF2B5EF4-FFF2-40B4-BE49-F238E27FC236}">
                      <a16:creationId xmlns:a16="http://schemas.microsoft.com/office/drawing/2014/main" id="{5B5A7983-7626-4643-1F0E-7123AF5F64A9}"/>
                    </a:ext>
                  </a:extLst>
                </p:cNvPr>
                <p:cNvSpPr/>
                <p:nvPr/>
              </p:nvSpPr>
              <p:spPr>
                <a:xfrm>
                  <a:off x="5803938" y="2901996"/>
                  <a:ext cx="63202" cy="63202"/>
                </a:xfrm>
                <a:prstGeom prst="ellipse">
                  <a:avLst/>
                </a:prstGeom>
                <a:solidFill>
                  <a:srgbClr val="2B203D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2" name="pt3932">
                  <a:extLst>
                    <a:ext uri="{FF2B5EF4-FFF2-40B4-BE49-F238E27FC236}">
                      <a16:creationId xmlns:a16="http://schemas.microsoft.com/office/drawing/2014/main" id="{DF9170E4-28BE-8F6D-CACF-F371267CCFC9}"/>
                    </a:ext>
                  </a:extLst>
                </p:cNvPr>
                <p:cNvSpPr/>
                <p:nvPr/>
              </p:nvSpPr>
              <p:spPr>
                <a:xfrm>
                  <a:off x="5602232" y="3222656"/>
                  <a:ext cx="63202" cy="63202"/>
                </a:xfrm>
                <a:prstGeom prst="ellipse">
                  <a:avLst/>
                </a:prstGeom>
                <a:solidFill>
                  <a:srgbClr val="1B1420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3" name="pt3933">
                  <a:extLst>
                    <a:ext uri="{FF2B5EF4-FFF2-40B4-BE49-F238E27FC236}">
                      <a16:creationId xmlns:a16="http://schemas.microsoft.com/office/drawing/2014/main" id="{D6F1967D-E5CD-6F01-1A52-1FE4D646D26C}"/>
                    </a:ext>
                  </a:extLst>
                </p:cNvPr>
                <p:cNvSpPr/>
                <p:nvPr/>
              </p:nvSpPr>
              <p:spPr>
                <a:xfrm>
                  <a:off x="4189184" y="4765547"/>
                  <a:ext cx="63202" cy="63202"/>
                </a:xfrm>
                <a:prstGeom prst="ellipse">
                  <a:avLst/>
                </a:prstGeom>
                <a:solidFill>
                  <a:srgbClr val="8FDCBF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4" name="pt3934">
                  <a:extLst>
                    <a:ext uri="{FF2B5EF4-FFF2-40B4-BE49-F238E27FC236}">
                      <a16:creationId xmlns:a16="http://schemas.microsoft.com/office/drawing/2014/main" id="{0A336D98-B257-5B37-FD07-AD6C6799A368}"/>
                    </a:ext>
                  </a:extLst>
                </p:cNvPr>
                <p:cNvSpPr/>
                <p:nvPr/>
              </p:nvSpPr>
              <p:spPr>
                <a:xfrm>
                  <a:off x="4913887" y="4211118"/>
                  <a:ext cx="63202" cy="63202"/>
                </a:xfrm>
                <a:prstGeom prst="ellipse">
                  <a:avLst/>
                </a:prstGeom>
                <a:solidFill>
                  <a:srgbClr val="378CA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5" name="pt3935">
                  <a:extLst>
                    <a:ext uri="{FF2B5EF4-FFF2-40B4-BE49-F238E27FC236}">
                      <a16:creationId xmlns:a16="http://schemas.microsoft.com/office/drawing/2014/main" id="{2FFFD193-1449-F65C-9F4E-D46E7F53C49E}"/>
                    </a:ext>
                  </a:extLst>
                </p:cNvPr>
                <p:cNvSpPr/>
                <p:nvPr/>
              </p:nvSpPr>
              <p:spPr>
                <a:xfrm>
                  <a:off x="4598477" y="4463619"/>
                  <a:ext cx="63202" cy="63202"/>
                </a:xfrm>
                <a:prstGeom prst="ellipse">
                  <a:avLst/>
                </a:prstGeom>
                <a:solidFill>
                  <a:srgbClr val="3594A8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6" name="pt3936">
                  <a:extLst>
                    <a:ext uri="{FF2B5EF4-FFF2-40B4-BE49-F238E27FC236}">
                      <a16:creationId xmlns:a16="http://schemas.microsoft.com/office/drawing/2014/main" id="{8AE441BE-0419-C85A-9C3C-0B0254B9766D}"/>
                    </a:ext>
                  </a:extLst>
                </p:cNvPr>
                <p:cNvSpPr/>
                <p:nvPr/>
              </p:nvSpPr>
              <p:spPr>
                <a:xfrm>
                  <a:off x="4706891" y="4368015"/>
                  <a:ext cx="63202" cy="63202"/>
                </a:xfrm>
                <a:prstGeom prst="ellipse">
                  <a:avLst/>
                </a:prstGeom>
                <a:solidFill>
                  <a:srgbClr val="5DC9A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7" name="pt3937">
                  <a:extLst>
                    <a:ext uri="{FF2B5EF4-FFF2-40B4-BE49-F238E27FC236}">
                      <a16:creationId xmlns:a16="http://schemas.microsoft.com/office/drawing/2014/main" id="{5B8EE861-D964-9C69-C3F7-23E5371EBF9F}"/>
                    </a:ext>
                  </a:extLst>
                </p:cNvPr>
                <p:cNvSpPr/>
                <p:nvPr/>
              </p:nvSpPr>
              <p:spPr>
                <a:xfrm>
                  <a:off x="5170525" y="3498927"/>
                  <a:ext cx="63202" cy="63202"/>
                </a:xfrm>
                <a:prstGeom prst="ellipse">
                  <a:avLst/>
                </a:prstGeom>
                <a:solidFill>
                  <a:srgbClr val="A2E2C8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8" name="pt3938">
                  <a:extLst>
                    <a:ext uri="{FF2B5EF4-FFF2-40B4-BE49-F238E27FC236}">
                      <a16:creationId xmlns:a16="http://schemas.microsoft.com/office/drawing/2014/main" id="{D1D26E56-CB70-529E-DCDC-CEDA8D3E2C58}"/>
                    </a:ext>
                  </a:extLst>
                </p:cNvPr>
                <p:cNvSpPr/>
                <p:nvPr/>
              </p:nvSpPr>
              <p:spPr>
                <a:xfrm>
                  <a:off x="4143523" y="4766403"/>
                  <a:ext cx="63202" cy="63202"/>
                </a:xfrm>
                <a:prstGeom prst="ellipse">
                  <a:avLst/>
                </a:prstGeom>
                <a:solidFill>
                  <a:srgbClr val="8DDBBE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39" name="pt3939">
                  <a:extLst>
                    <a:ext uri="{FF2B5EF4-FFF2-40B4-BE49-F238E27FC236}">
                      <a16:creationId xmlns:a16="http://schemas.microsoft.com/office/drawing/2014/main" id="{3FE54409-DF98-CCD7-A71D-1CC76CEFBA7D}"/>
                    </a:ext>
                  </a:extLst>
                </p:cNvPr>
                <p:cNvSpPr/>
                <p:nvPr/>
              </p:nvSpPr>
              <p:spPr>
                <a:xfrm>
                  <a:off x="4544041" y="4668741"/>
                  <a:ext cx="63202" cy="63202"/>
                </a:xfrm>
                <a:prstGeom prst="ellipse">
                  <a:avLst/>
                </a:prstGeom>
                <a:solidFill>
                  <a:srgbClr val="378FA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0" name="pt3940">
                  <a:extLst>
                    <a:ext uri="{FF2B5EF4-FFF2-40B4-BE49-F238E27FC236}">
                      <a16:creationId xmlns:a16="http://schemas.microsoft.com/office/drawing/2014/main" id="{959648BF-3B45-F452-7094-35FE89E171FE}"/>
                    </a:ext>
                  </a:extLst>
                </p:cNvPr>
                <p:cNvSpPr/>
                <p:nvPr/>
              </p:nvSpPr>
              <p:spPr>
                <a:xfrm>
                  <a:off x="3690881" y="4772296"/>
                  <a:ext cx="63202" cy="63202"/>
                </a:xfrm>
                <a:prstGeom prst="ellipse">
                  <a:avLst/>
                </a:prstGeom>
                <a:solidFill>
                  <a:srgbClr val="51B7AB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1" name="pt3941">
                  <a:extLst>
                    <a:ext uri="{FF2B5EF4-FFF2-40B4-BE49-F238E27FC236}">
                      <a16:creationId xmlns:a16="http://schemas.microsoft.com/office/drawing/2014/main" id="{5F791445-EA96-AA4C-11F6-00A3AE13CF93}"/>
                    </a:ext>
                  </a:extLst>
                </p:cNvPr>
                <p:cNvSpPr/>
                <p:nvPr/>
              </p:nvSpPr>
              <p:spPr>
                <a:xfrm>
                  <a:off x="5016032" y="3641698"/>
                  <a:ext cx="63202" cy="63202"/>
                </a:xfrm>
                <a:prstGeom prst="ellipse">
                  <a:avLst/>
                </a:prstGeom>
                <a:solidFill>
                  <a:srgbClr val="BFEBD5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2" name="pt3942">
                  <a:extLst>
                    <a:ext uri="{FF2B5EF4-FFF2-40B4-BE49-F238E27FC236}">
                      <a16:creationId xmlns:a16="http://schemas.microsoft.com/office/drawing/2014/main" id="{89E9E5B5-386C-732A-4752-EC7E10F9B16D}"/>
                    </a:ext>
                  </a:extLst>
                </p:cNvPr>
                <p:cNvSpPr/>
                <p:nvPr/>
              </p:nvSpPr>
              <p:spPr>
                <a:xfrm>
                  <a:off x="4551789" y="4536931"/>
                  <a:ext cx="63202" cy="63202"/>
                </a:xfrm>
                <a:prstGeom prst="ellipse">
                  <a:avLst/>
                </a:prstGeom>
                <a:solidFill>
                  <a:srgbClr val="389BA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3" name="pt3943">
                  <a:extLst>
                    <a:ext uri="{FF2B5EF4-FFF2-40B4-BE49-F238E27FC236}">
                      <a16:creationId xmlns:a16="http://schemas.microsoft.com/office/drawing/2014/main" id="{F539817B-CB12-8158-9269-82116125B9C2}"/>
                    </a:ext>
                  </a:extLst>
                </p:cNvPr>
                <p:cNvSpPr/>
                <p:nvPr/>
              </p:nvSpPr>
              <p:spPr>
                <a:xfrm>
                  <a:off x="3457033" y="4801454"/>
                  <a:ext cx="63202" cy="63202"/>
                </a:xfrm>
                <a:prstGeom prst="ellipse">
                  <a:avLst/>
                </a:prstGeom>
                <a:solidFill>
                  <a:srgbClr val="3888A6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4" name="pt3944">
                  <a:extLst>
                    <a:ext uri="{FF2B5EF4-FFF2-40B4-BE49-F238E27FC236}">
                      <a16:creationId xmlns:a16="http://schemas.microsoft.com/office/drawing/2014/main" id="{462C8BB5-E73A-75F8-17FF-C9321DBA684C}"/>
                    </a:ext>
                  </a:extLst>
                </p:cNvPr>
                <p:cNvSpPr/>
                <p:nvPr/>
              </p:nvSpPr>
              <p:spPr>
                <a:xfrm>
                  <a:off x="4795350" y="4267713"/>
                  <a:ext cx="63202" cy="63202"/>
                </a:xfrm>
                <a:prstGeom prst="ellipse">
                  <a:avLst/>
                </a:prstGeom>
                <a:solidFill>
                  <a:srgbClr val="3B72A1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5" name="pt3945">
                  <a:extLst>
                    <a:ext uri="{FF2B5EF4-FFF2-40B4-BE49-F238E27FC236}">
                      <a16:creationId xmlns:a16="http://schemas.microsoft.com/office/drawing/2014/main" id="{BD9FFA81-3582-C7AC-A833-F597223BD3CE}"/>
                    </a:ext>
                  </a:extLst>
                </p:cNvPr>
                <p:cNvSpPr/>
                <p:nvPr/>
              </p:nvSpPr>
              <p:spPr>
                <a:xfrm>
                  <a:off x="5763373" y="2927118"/>
                  <a:ext cx="63202" cy="63202"/>
                </a:xfrm>
                <a:prstGeom prst="ellipse">
                  <a:avLst/>
                </a:prstGeom>
                <a:solidFill>
                  <a:srgbClr val="3A325F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6" name="pt3946">
                  <a:extLst>
                    <a:ext uri="{FF2B5EF4-FFF2-40B4-BE49-F238E27FC236}">
                      <a16:creationId xmlns:a16="http://schemas.microsoft.com/office/drawing/2014/main" id="{BB4AA974-C8B9-2AB4-B751-6314A33E9A13}"/>
                    </a:ext>
                  </a:extLst>
                </p:cNvPr>
                <p:cNvSpPr/>
                <p:nvPr/>
              </p:nvSpPr>
              <p:spPr>
                <a:xfrm>
                  <a:off x="3223042" y="4753931"/>
                  <a:ext cx="63202" cy="63202"/>
                </a:xfrm>
                <a:prstGeom prst="ellipse">
                  <a:avLst/>
                </a:prstGeom>
                <a:solidFill>
                  <a:srgbClr val="81D7B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7" name="pt3947">
                  <a:extLst>
                    <a:ext uri="{FF2B5EF4-FFF2-40B4-BE49-F238E27FC236}">
                      <a16:creationId xmlns:a16="http://schemas.microsoft.com/office/drawing/2014/main" id="{1E41F5C2-3ABA-177A-8940-803647AE9F48}"/>
                    </a:ext>
                  </a:extLst>
                </p:cNvPr>
                <p:cNvSpPr/>
                <p:nvPr/>
              </p:nvSpPr>
              <p:spPr>
                <a:xfrm>
                  <a:off x="6187218" y="2929573"/>
                  <a:ext cx="63202" cy="63202"/>
                </a:xfrm>
                <a:prstGeom prst="ellipse">
                  <a:avLst/>
                </a:prstGeom>
                <a:solidFill>
                  <a:srgbClr val="382A55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8" name="pt3948">
                  <a:extLst>
                    <a:ext uri="{FF2B5EF4-FFF2-40B4-BE49-F238E27FC236}">
                      <a16:creationId xmlns:a16="http://schemas.microsoft.com/office/drawing/2014/main" id="{BAED7558-CE7A-90AE-D9AD-68F2F181EFBB}"/>
                    </a:ext>
                  </a:extLst>
                </p:cNvPr>
                <p:cNvSpPr/>
                <p:nvPr/>
              </p:nvSpPr>
              <p:spPr>
                <a:xfrm>
                  <a:off x="4558922" y="4541579"/>
                  <a:ext cx="63202" cy="63202"/>
                </a:xfrm>
                <a:prstGeom prst="ellipse">
                  <a:avLst/>
                </a:prstGeom>
                <a:solidFill>
                  <a:srgbClr val="379AA9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49" name="pt3949">
                  <a:extLst>
                    <a:ext uri="{FF2B5EF4-FFF2-40B4-BE49-F238E27FC236}">
                      <a16:creationId xmlns:a16="http://schemas.microsoft.com/office/drawing/2014/main" id="{6F547790-B376-5219-A0A5-ED39F051150F}"/>
                    </a:ext>
                  </a:extLst>
                </p:cNvPr>
                <p:cNvSpPr/>
                <p:nvPr/>
              </p:nvSpPr>
              <p:spPr>
                <a:xfrm>
                  <a:off x="5665872" y="3067530"/>
                  <a:ext cx="63202" cy="63202"/>
                </a:xfrm>
                <a:prstGeom prst="ellipse">
                  <a:avLst/>
                </a:prstGeom>
                <a:solidFill>
                  <a:srgbClr val="3DA0AA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0" name="pt3950">
                  <a:extLst>
                    <a:ext uri="{FF2B5EF4-FFF2-40B4-BE49-F238E27FC236}">
                      <a16:creationId xmlns:a16="http://schemas.microsoft.com/office/drawing/2014/main" id="{FB9230B2-C19E-F75D-0970-D7151D3F4458}"/>
                    </a:ext>
                  </a:extLst>
                </p:cNvPr>
                <p:cNvSpPr/>
                <p:nvPr/>
              </p:nvSpPr>
              <p:spPr>
                <a:xfrm>
                  <a:off x="3541256" y="4824822"/>
                  <a:ext cx="63202" cy="63202"/>
                </a:xfrm>
                <a:prstGeom prst="ellipse">
                  <a:avLst/>
                </a:prstGeom>
                <a:solidFill>
                  <a:srgbClr val="45A8AA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1" name="pt3951">
                  <a:extLst>
                    <a:ext uri="{FF2B5EF4-FFF2-40B4-BE49-F238E27FC236}">
                      <a16:creationId xmlns:a16="http://schemas.microsoft.com/office/drawing/2014/main" id="{5D86682A-FCB6-8D9E-E4E7-93A7F7700781}"/>
                    </a:ext>
                  </a:extLst>
                </p:cNvPr>
                <p:cNvSpPr/>
                <p:nvPr/>
              </p:nvSpPr>
              <p:spPr>
                <a:xfrm>
                  <a:off x="4587926" y="4467164"/>
                  <a:ext cx="63202" cy="63202"/>
                </a:xfrm>
                <a:prstGeom prst="ellipse">
                  <a:avLst/>
                </a:prstGeom>
                <a:solidFill>
                  <a:srgbClr val="3A79A3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2" name="pt3952">
                  <a:extLst>
                    <a:ext uri="{FF2B5EF4-FFF2-40B4-BE49-F238E27FC236}">
                      <a16:creationId xmlns:a16="http://schemas.microsoft.com/office/drawing/2014/main" id="{992AA2A5-D6D3-9C25-3BE3-378E536BB1F2}"/>
                    </a:ext>
                  </a:extLst>
                </p:cNvPr>
                <p:cNvSpPr/>
                <p:nvPr/>
              </p:nvSpPr>
              <p:spPr>
                <a:xfrm>
                  <a:off x="5657937" y="3028251"/>
                  <a:ext cx="63202" cy="63202"/>
                </a:xfrm>
                <a:prstGeom prst="ellipse">
                  <a:avLst/>
                </a:prstGeom>
                <a:solidFill>
                  <a:srgbClr val="3A79A2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3" name="pt3953">
                  <a:extLst>
                    <a:ext uri="{FF2B5EF4-FFF2-40B4-BE49-F238E27FC236}">
                      <a16:creationId xmlns:a16="http://schemas.microsoft.com/office/drawing/2014/main" id="{43365711-83B8-6C18-3023-F3F4B4C7B9E9}"/>
                    </a:ext>
                  </a:extLst>
                </p:cNvPr>
                <p:cNvSpPr/>
                <p:nvPr/>
              </p:nvSpPr>
              <p:spPr>
                <a:xfrm>
                  <a:off x="2979067" y="4895874"/>
                  <a:ext cx="63202" cy="63202"/>
                </a:xfrm>
                <a:prstGeom prst="ellipse">
                  <a:avLst/>
                </a:prstGeom>
                <a:solidFill>
                  <a:srgbClr val="80D7B8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4" name="pt3954">
                  <a:extLst>
                    <a:ext uri="{FF2B5EF4-FFF2-40B4-BE49-F238E27FC236}">
                      <a16:creationId xmlns:a16="http://schemas.microsoft.com/office/drawing/2014/main" id="{7B6625CD-E9C6-20EA-AD31-101F5F485A91}"/>
                    </a:ext>
                  </a:extLst>
                </p:cNvPr>
                <p:cNvSpPr/>
                <p:nvPr/>
              </p:nvSpPr>
              <p:spPr>
                <a:xfrm>
                  <a:off x="4922163" y="4187507"/>
                  <a:ext cx="63202" cy="63202"/>
                </a:xfrm>
                <a:prstGeom prst="ellipse">
                  <a:avLst/>
                </a:prstGeom>
                <a:solidFill>
                  <a:srgbClr val="3A649E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5" name="pt3955">
                  <a:extLst>
                    <a:ext uri="{FF2B5EF4-FFF2-40B4-BE49-F238E27FC236}">
                      <a16:creationId xmlns:a16="http://schemas.microsoft.com/office/drawing/2014/main" id="{5490E79F-7D31-ABA3-E9CE-DB2E4F992402}"/>
                    </a:ext>
                  </a:extLst>
                </p:cNvPr>
                <p:cNvSpPr/>
                <p:nvPr/>
              </p:nvSpPr>
              <p:spPr>
                <a:xfrm>
                  <a:off x="5059838" y="3807278"/>
                  <a:ext cx="63202" cy="63202"/>
                </a:xfrm>
                <a:prstGeom prst="ellipse">
                  <a:avLst/>
                </a:prstGeom>
                <a:solidFill>
                  <a:srgbClr val="3EA0AA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6" name="pt3956">
                  <a:extLst>
                    <a:ext uri="{FF2B5EF4-FFF2-40B4-BE49-F238E27FC236}">
                      <a16:creationId xmlns:a16="http://schemas.microsoft.com/office/drawing/2014/main" id="{050EDDBC-F8C6-21B4-33CF-06B1F0FEEC43}"/>
                    </a:ext>
                  </a:extLst>
                </p:cNvPr>
                <p:cNvSpPr/>
                <p:nvPr/>
              </p:nvSpPr>
              <p:spPr>
                <a:xfrm>
                  <a:off x="2851349" y="4946495"/>
                  <a:ext cx="117405" cy="117405"/>
                </a:xfrm>
                <a:prstGeom prst="ellipse">
                  <a:avLst/>
                </a:prstGeom>
                <a:solidFill>
                  <a:srgbClr val="88D9BC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7" name="pt3957">
                  <a:extLst>
                    <a:ext uri="{FF2B5EF4-FFF2-40B4-BE49-F238E27FC236}">
                      <a16:creationId xmlns:a16="http://schemas.microsoft.com/office/drawing/2014/main" id="{7D678DE0-D35B-8BCD-2588-6451743C8FDE}"/>
                    </a:ext>
                  </a:extLst>
                </p:cNvPr>
                <p:cNvSpPr/>
                <p:nvPr/>
              </p:nvSpPr>
              <p:spPr>
                <a:xfrm>
                  <a:off x="5776837" y="2874895"/>
                  <a:ext cx="117405" cy="117405"/>
                </a:xfrm>
                <a:prstGeom prst="ellipse">
                  <a:avLst/>
                </a:prstGeom>
                <a:solidFill>
                  <a:srgbClr val="2B203D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8" name="pt3958">
                  <a:extLst>
                    <a:ext uri="{FF2B5EF4-FFF2-40B4-BE49-F238E27FC236}">
                      <a16:creationId xmlns:a16="http://schemas.microsoft.com/office/drawing/2014/main" id="{B5F35E8D-DF0F-396E-5D01-A0A7B61FB44E}"/>
                    </a:ext>
                  </a:extLst>
                </p:cNvPr>
                <p:cNvSpPr/>
                <p:nvPr/>
              </p:nvSpPr>
              <p:spPr>
                <a:xfrm>
                  <a:off x="4516940" y="4641639"/>
                  <a:ext cx="117405" cy="117405"/>
                </a:xfrm>
                <a:prstGeom prst="ellipse">
                  <a:avLst/>
                </a:prstGeom>
                <a:solidFill>
                  <a:srgbClr val="378FA7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59" name="pt3959">
                  <a:extLst>
                    <a:ext uri="{FF2B5EF4-FFF2-40B4-BE49-F238E27FC236}">
                      <a16:creationId xmlns:a16="http://schemas.microsoft.com/office/drawing/2014/main" id="{9E2BB525-7264-D3B5-1385-8182C6EBB7AD}"/>
                    </a:ext>
                  </a:extLst>
                </p:cNvPr>
                <p:cNvSpPr/>
                <p:nvPr/>
              </p:nvSpPr>
              <p:spPr>
                <a:xfrm>
                  <a:off x="3514155" y="4797720"/>
                  <a:ext cx="117405" cy="117405"/>
                </a:xfrm>
                <a:prstGeom prst="ellipse">
                  <a:avLst/>
                </a:prstGeom>
                <a:solidFill>
                  <a:srgbClr val="45A8AA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0" name="pt3960">
                  <a:extLst>
                    <a:ext uri="{FF2B5EF4-FFF2-40B4-BE49-F238E27FC236}">
                      <a16:creationId xmlns:a16="http://schemas.microsoft.com/office/drawing/2014/main" id="{25415309-BDA9-481A-542D-8BFFE1B76350}"/>
                    </a:ext>
                  </a:extLst>
                </p:cNvPr>
                <p:cNvSpPr/>
                <p:nvPr/>
              </p:nvSpPr>
              <p:spPr>
                <a:xfrm>
                  <a:off x="5630836" y="3001150"/>
                  <a:ext cx="117405" cy="117405"/>
                </a:xfrm>
                <a:prstGeom prst="ellipse">
                  <a:avLst/>
                </a:prstGeom>
                <a:solidFill>
                  <a:srgbClr val="3A79A2">
                    <a:alpha val="100000"/>
                  </a:srgbClr>
                </a:solidFill>
                <a:ln w="900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1" name="pl3961">
                  <a:extLst>
                    <a:ext uri="{FF2B5EF4-FFF2-40B4-BE49-F238E27FC236}">
                      <a16:creationId xmlns:a16="http://schemas.microsoft.com/office/drawing/2014/main" id="{D36AB54E-60A7-CFC2-87FE-F5B7BB4158F5}"/>
                    </a:ext>
                  </a:extLst>
                </p:cNvPr>
                <p:cNvSpPr/>
                <p:nvPr/>
              </p:nvSpPr>
              <p:spPr>
                <a:xfrm>
                  <a:off x="2850450" y="4909125"/>
                  <a:ext cx="52361" cy="84403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2361" h="84403">
                      <a:moveTo>
                        <a:pt x="0" y="0"/>
                      </a:moveTo>
                      <a:lnTo>
                        <a:pt x="52361" y="84403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2" name="pl3962">
                  <a:extLst>
                    <a:ext uri="{FF2B5EF4-FFF2-40B4-BE49-F238E27FC236}">
                      <a16:creationId xmlns:a16="http://schemas.microsoft.com/office/drawing/2014/main" id="{9D64CC03-BF4B-3613-02E8-C2315C7A86D6}"/>
                    </a:ext>
                  </a:extLst>
                </p:cNvPr>
                <p:cNvSpPr/>
                <p:nvPr/>
              </p:nvSpPr>
              <p:spPr>
                <a:xfrm>
                  <a:off x="5709614" y="2782754"/>
                  <a:ext cx="116850" cy="13997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116850" h="139972">
                      <a:moveTo>
                        <a:pt x="0" y="0"/>
                      </a:moveTo>
                      <a:lnTo>
                        <a:pt x="116850" y="139972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3" name="pl3963">
                  <a:extLst>
                    <a:ext uri="{FF2B5EF4-FFF2-40B4-BE49-F238E27FC236}">
                      <a16:creationId xmlns:a16="http://schemas.microsoft.com/office/drawing/2014/main" id="{4A9C7549-451E-424F-321C-363870FE4918}"/>
                    </a:ext>
                  </a:extLst>
                </p:cNvPr>
                <p:cNvSpPr/>
                <p:nvPr/>
              </p:nvSpPr>
              <p:spPr>
                <a:xfrm>
                  <a:off x="4513403" y="4609217"/>
                  <a:ext cx="54423" cy="7968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4423" h="79682">
                      <a:moveTo>
                        <a:pt x="0" y="0"/>
                      </a:moveTo>
                      <a:lnTo>
                        <a:pt x="54423" y="79682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4" name="pl3964">
                  <a:extLst>
                    <a:ext uri="{FF2B5EF4-FFF2-40B4-BE49-F238E27FC236}">
                      <a16:creationId xmlns:a16="http://schemas.microsoft.com/office/drawing/2014/main" id="{DB527D21-DD7C-7768-DC2B-FEBEA807C821}"/>
                    </a:ext>
                  </a:extLst>
                </p:cNvPr>
                <p:cNvSpPr/>
                <p:nvPr/>
              </p:nvSpPr>
              <p:spPr>
                <a:xfrm>
                  <a:off x="3511647" y="4762436"/>
                  <a:ext cx="53683" cy="82428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3683" h="82428">
                      <a:moveTo>
                        <a:pt x="0" y="0"/>
                      </a:moveTo>
                      <a:lnTo>
                        <a:pt x="53683" y="82428"/>
                      </a:lnTo>
                    </a:path>
                  </a:pathLst>
                </a:custGeom>
                <a:ln w="13550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5" name="pg3965">
                  <a:extLst>
                    <a:ext uri="{FF2B5EF4-FFF2-40B4-BE49-F238E27FC236}">
                      <a16:creationId xmlns:a16="http://schemas.microsoft.com/office/drawing/2014/main" id="{9D683B19-059E-5327-A061-5B7AC043A396}"/>
                    </a:ext>
                  </a:extLst>
                </p:cNvPr>
                <p:cNvSpPr/>
                <p:nvPr/>
              </p:nvSpPr>
              <p:spPr>
                <a:xfrm>
                  <a:off x="2291935" y="4760424"/>
                  <a:ext cx="558515" cy="191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58515" h="191932">
                      <a:moveTo>
                        <a:pt x="27431" y="191932"/>
                      </a:moveTo>
                      <a:lnTo>
                        <a:pt x="531083" y="191932"/>
                      </a:lnTo>
                      <a:lnTo>
                        <a:pt x="529978" y="191910"/>
                      </a:lnTo>
                      <a:lnTo>
                        <a:pt x="534390" y="191732"/>
                      </a:lnTo>
                      <a:lnTo>
                        <a:pt x="538715" y="190849"/>
                      </a:lnTo>
                      <a:lnTo>
                        <a:pt x="542843" y="189284"/>
                      </a:lnTo>
                      <a:lnTo>
                        <a:pt x="546666" y="187076"/>
                      </a:lnTo>
                      <a:lnTo>
                        <a:pt x="550086" y="184284"/>
                      </a:lnTo>
                      <a:lnTo>
                        <a:pt x="553013" y="180980"/>
                      </a:lnTo>
                      <a:lnTo>
                        <a:pt x="555373" y="177248"/>
                      </a:lnTo>
                      <a:lnTo>
                        <a:pt x="557103" y="173187"/>
                      </a:lnTo>
                      <a:lnTo>
                        <a:pt x="558160" y="168900"/>
                      </a:lnTo>
                      <a:lnTo>
                        <a:pt x="558515" y="164500"/>
                      </a:lnTo>
                      <a:lnTo>
                        <a:pt x="558515" y="27432"/>
                      </a:lnTo>
                      <a:lnTo>
                        <a:pt x="558160" y="23031"/>
                      </a:lnTo>
                      <a:lnTo>
                        <a:pt x="557103" y="18745"/>
                      </a:lnTo>
                      <a:lnTo>
                        <a:pt x="555373" y="14683"/>
                      </a:lnTo>
                      <a:lnTo>
                        <a:pt x="553013" y="10952"/>
                      </a:lnTo>
                      <a:lnTo>
                        <a:pt x="550086" y="7647"/>
                      </a:lnTo>
                      <a:lnTo>
                        <a:pt x="546666" y="4855"/>
                      </a:lnTo>
                      <a:lnTo>
                        <a:pt x="542843" y="2648"/>
                      </a:lnTo>
                      <a:lnTo>
                        <a:pt x="538715" y="1083"/>
                      </a:lnTo>
                      <a:lnTo>
                        <a:pt x="534390" y="200"/>
                      </a:lnTo>
                      <a:lnTo>
                        <a:pt x="531083" y="0"/>
                      </a:lnTo>
                      <a:lnTo>
                        <a:pt x="27431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6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2"/>
                      </a:lnTo>
                      <a:lnTo>
                        <a:pt x="0" y="164500"/>
                      </a:lnTo>
                      <a:lnTo>
                        <a:pt x="88" y="162293"/>
                      </a:lnTo>
                      <a:lnTo>
                        <a:pt x="88" y="166707"/>
                      </a:lnTo>
                      <a:lnTo>
                        <a:pt x="797" y="171065"/>
                      </a:lnTo>
                      <a:lnTo>
                        <a:pt x="2195" y="175252"/>
                      </a:lnTo>
                      <a:lnTo>
                        <a:pt x="4246" y="179162"/>
                      </a:lnTo>
                      <a:lnTo>
                        <a:pt x="6898" y="182691"/>
                      </a:lnTo>
                      <a:lnTo>
                        <a:pt x="10082" y="185749"/>
                      </a:lnTo>
                      <a:lnTo>
                        <a:pt x="13716" y="188257"/>
                      </a:lnTo>
                      <a:lnTo>
                        <a:pt x="17704" y="190149"/>
                      </a:lnTo>
                      <a:lnTo>
                        <a:pt x="21944" y="191378"/>
                      </a:lnTo>
                      <a:lnTo>
                        <a:pt x="26327" y="191910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6" name="tx3966">
                  <a:extLst>
                    <a:ext uri="{FF2B5EF4-FFF2-40B4-BE49-F238E27FC236}">
                      <a16:creationId xmlns:a16="http://schemas.microsoft.com/office/drawing/2014/main" id="{E94E8FF6-F901-7255-624B-CBF623663D0E}"/>
                    </a:ext>
                  </a:extLst>
                </p:cNvPr>
                <p:cNvSpPr/>
                <p:nvPr/>
              </p:nvSpPr>
              <p:spPr>
                <a:xfrm>
                  <a:off x="2337655" y="4806144"/>
                  <a:ext cx="467075" cy="1004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3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W1</a:t>
                  </a:r>
                  <a:r>
                    <a:rPr lang="en-US"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TX</a:t>
                  </a:r>
                </a:p>
              </p:txBody>
            </p:sp>
            <p:sp>
              <p:nvSpPr>
                <p:cNvPr id="3967" name="pg3967">
                  <a:extLst>
                    <a:ext uri="{FF2B5EF4-FFF2-40B4-BE49-F238E27FC236}">
                      <a16:creationId xmlns:a16="http://schemas.microsoft.com/office/drawing/2014/main" id="{262C7A96-CCAC-A052-CA80-0D11C448828E}"/>
                    </a:ext>
                  </a:extLst>
                </p:cNvPr>
                <p:cNvSpPr/>
                <p:nvPr/>
              </p:nvSpPr>
              <p:spPr>
                <a:xfrm>
                  <a:off x="5375552" y="2590822"/>
                  <a:ext cx="589605" cy="191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89605" h="191932">
                      <a:moveTo>
                        <a:pt x="27432" y="191932"/>
                      </a:moveTo>
                      <a:lnTo>
                        <a:pt x="562173" y="191932"/>
                      </a:lnTo>
                      <a:lnTo>
                        <a:pt x="561068" y="191910"/>
                      </a:lnTo>
                      <a:lnTo>
                        <a:pt x="565479" y="191732"/>
                      </a:lnTo>
                      <a:lnTo>
                        <a:pt x="569805" y="190849"/>
                      </a:lnTo>
                      <a:lnTo>
                        <a:pt x="573933" y="189284"/>
                      </a:lnTo>
                      <a:lnTo>
                        <a:pt x="577756" y="187076"/>
                      </a:lnTo>
                      <a:lnTo>
                        <a:pt x="581175" y="184284"/>
                      </a:lnTo>
                      <a:lnTo>
                        <a:pt x="584103" y="180980"/>
                      </a:lnTo>
                      <a:lnTo>
                        <a:pt x="586462" y="177248"/>
                      </a:lnTo>
                      <a:lnTo>
                        <a:pt x="588193" y="173187"/>
                      </a:lnTo>
                      <a:lnTo>
                        <a:pt x="589249" y="168900"/>
                      </a:lnTo>
                      <a:lnTo>
                        <a:pt x="589605" y="164500"/>
                      </a:lnTo>
                      <a:lnTo>
                        <a:pt x="589605" y="27432"/>
                      </a:lnTo>
                      <a:lnTo>
                        <a:pt x="589249" y="23031"/>
                      </a:lnTo>
                      <a:lnTo>
                        <a:pt x="588193" y="18745"/>
                      </a:lnTo>
                      <a:lnTo>
                        <a:pt x="586462" y="14683"/>
                      </a:lnTo>
                      <a:lnTo>
                        <a:pt x="584103" y="10952"/>
                      </a:lnTo>
                      <a:lnTo>
                        <a:pt x="581175" y="7647"/>
                      </a:lnTo>
                      <a:lnTo>
                        <a:pt x="577756" y="4855"/>
                      </a:lnTo>
                      <a:lnTo>
                        <a:pt x="573933" y="2648"/>
                      </a:lnTo>
                      <a:lnTo>
                        <a:pt x="569805" y="1083"/>
                      </a:lnTo>
                      <a:lnTo>
                        <a:pt x="565479" y="200"/>
                      </a:lnTo>
                      <a:lnTo>
                        <a:pt x="562173" y="0"/>
                      </a:lnTo>
                      <a:lnTo>
                        <a:pt x="27432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5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2"/>
                      </a:lnTo>
                      <a:lnTo>
                        <a:pt x="0" y="164500"/>
                      </a:lnTo>
                      <a:lnTo>
                        <a:pt x="88" y="162293"/>
                      </a:lnTo>
                      <a:lnTo>
                        <a:pt x="88" y="166707"/>
                      </a:lnTo>
                      <a:lnTo>
                        <a:pt x="797" y="171065"/>
                      </a:lnTo>
                      <a:lnTo>
                        <a:pt x="2195" y="175252"/>
                      </a:lnTo>
                      <a:lnTo>
                        <a:pt x="4246" y="179162"/>
                      </a:lnTo>
                      <a:lnTo>
                        <a:pt x="6898" y="182691"/>
                      </a:lnTo>
                      <a:lnTo>
                        <a:pt x="10082" y="185749"/>
                      </a:lnTo>
                      <a:lnTo>
                        <a:pt x="13715" y="188257"/>
                      </a:lnTo>
                      <a:lnTo>
                        <a:pt x="17704" y="190149"/>
                      </a:lnTo>
                      <a:lnTo>
                        <a:pt x="21944" y="191378"/>
                      </a:lnTo>
                      <a:lnTo>
                        <a:pt x="26327" y="191910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68" name="tx3968">
                  <a:extLst>
                    <a:ext uri="{FF2B5EF4-FFF2-40B4-BE49-F238E27FC236}">
                      <a16:creationId xmlns:a16="http://schemas.microsoft.com/office/drawing/2014/main" id="{BE86842A-004C-67E9-6516-21A9E316E0C6}"/>
                    </a:ext>
                  </a:extLst>
                </p:cNvPr>
                <p:cNvSpPr/>
                <p:nvPr/>
              </p:nvSpPr>
              <p:spPr>
                <a:xfrm>
                  <a:off x="5421272" y="2636542"/>
                  <a:ext cx="498165" cy="1004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3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W6</a:t>
                  </a:r>
                  <a:r>
                    <a:rPr lang="en-US"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ME</a:t>
                  </a:r>
                </a:p>
              </p:txBody>
            </p:sp>
            <p:sp>
              <p:nvSpPr>
                <p:cNvPr id="3969" name="pg3969">
                  <a:extLst>
                    <a:ext uri="{FF2B5EF4-FFF2-40B4-BE49-F238E27FC236}">
                      <a16:creationId xmlns:a16="http://schemas.microsoft.com/office/drawing/2014/main" id="{5AF685C3-7001-6B91-E66C-5E8A8C49701B}"/>
                    </a:ext>
                  </a:extLst>
                </p:cNvPr>
                <p:cNvSpPr/>
                <p:nvPr/>
              </p:nvSpPr>
              <p:spPr>
                <a:xfrm>
                  <a:off x="3970432" y="4460317"/>
                  <a:ext cx="542970" cy="191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42970" h="191932">
                      <a:moveTo>
                        <a:pt x="27431" y="191932"/>
                      </a:moveTo>
                      <a:lnTo>
                        <a:pt x="515538" y="191932"/>
                      </a:lnTo>
                      <a:lnTo>
                        <a:pt x="514434" y="191910"/>
                      </a:lnTo>
                      <a:lnTo>
                        <a:pt x="518845" y="191732"/>
                      </a:lnTo>
                      <a:lnTo>
                        <a:pt x="523170" y="190849"/>
                      </a:lnTo>
                      <a:lnTo>
                        <a:pt x="527298" y="189284"/>
                      </a:lnTo>
                      <a:lnTo>
                        <a:pt x="531121" y="187076"/>
                      </a:lnTo>
                      <a:lnTo>
                        <a:pt x="534541" y="184284"/>
                      </a:lnTo>
                      <a:lnTo>
                        <a:pt x="537469" y="180980"/>
                      </a:lnTo>
                      <a:lnTo>
                        <a:pt x="539828" y="177248"/>
                      </a:lnTo>
                      <a:lnTo>
                        <a:pt x="541558" y="173187"/>
                      </a:lnTo>
                      <a:lnTo>
                        <a:pt x="542615" y="168900"/>
                      </a:lnTo>
                      <a:lnTo>
                        <a:pt x="542970" y="164500"/>
                      </a:lnTo>
                      <a:lnTo>
                        <a:pt x="542970" y="27431"/>
                      </a:lnTo>
                      <a:lnTo>
                        <a:pt x="542615" y="23031"/>
                      </a:lnTo>
                      <a:lnTo>
                        <a:pt x="541558" y="18745"/>
                      </a:lnTo>
                      <a:lnTo>
                        <a:pt x="539828" y="14683"/>
                      </a:lnTo>
                      <a:lnTo>
                        <a:pt x="537469" y="10952"/>
                      </a:lnTo>
                      <a:lnTo>
                        <a:pt x="534541" y="7647"/>
                      </a:lnTo>
                      <a:lnTo>
                        <a:pt x="531121" y="4855"/>
                      </a:lnTo>
                      <a:lnTo>
                        <a:pt x="527298" y="2648"/>
                      </a:lnTo>
                      <a:lnTo>
                        <a:pt x="523170" y="1083"/>
                      </a:lnTo>
                      <a:lnTo>
                        <a:pt x="518845" y="200"/>
                      </a:lnTo>
                      <a:lnTo>
                        <a:pt x="515538" y="0"/>
                      </a:lnTo>
                      <a:lnTo>
                        <a:pt x="27431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5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1"/>
                      </a:lnTo>
                      <a:lnTo>
                        <a:pt x="0" y="164500"/>
                      </a:lnTo>
                      <a:lnTo>
                        <a:pt x="88" y="162293"/>
                      </a:lnTo>
                      <a:lnTo>
                        <a:pt x="88" y="166707"/>
                      </a:lnTo>
                      <a:lnTo>
                        <a:pt x="797" y="171065"/>
                      </a:lnTo>
                      <a:lnTo>
                        <a:pt x="2195" y="175252"/>
                      </a:lnTo>
                      <a:lnTo>
                        <a:pt x="4246" y="179162"/>
                      </a:lnTo>
                      <a:lnTo>
                        <a:pt x="6898" y="182691"/>
                      </a:lnTo>
                      <a:lnTo>
                        <a:pt x="10082" y="185749"/>
                      </a:lnTo>
                      <a:lnTo>
                        <a:pt x="13715" y="188257"/>
                      </a:lnTo>
                      <a:lnTo>
                        <a:pt x="17704" y="190149"/>
                      </a:lnTo>
                      <a:lnTo>
                        <a:pt x="21944" y="191378"/>
                      </a:lnTo>
                      <a:lnTo>
                        <a:pt x="26327" y="191910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0" name="tx3970">
                  <a:extLst>
                    <a:ext uri="{FF2B5EF4-FFF2-40B4-BE49-F238E27FC236}">
                      <a16:creationId xmlns:a16="http://schemas.microsoft.com/office/drawing/2014/main" id="{1F39D050-A83D-339D-83E3-8CFCE384356D}"/>
                    </a:ext>
                  </a:extLst>
                </p:cNvPr>
                <p:cNvSpPr/>
                <p:nvPr/>
              </p:nvSpPr>
              <p:spPr>
                <a:xfrm>
                  <a:off x="4016152" y="4506037"/>
                  <a:ext cx="451530" cy="1004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3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W3</a:t>
                  </a:r>
                  <a:r>
                    <a:rPr lang="en-US"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FL</a:t>
                  </a:r>
                </a:p>
              </p:txBody>
            </p:sp>
            <p:sp>
              <p:nvSpPr>
                <p:cNvPr id="3971" name="pg3971">
                  <a:extLst>
                    <a:ext uri="{FF2B5EF4-FFF2-40B4-BE49-F238E27FC236}">
                      <a16:creationId xmlns:a16="http://schemas.microsoft.com/office/drawing/2014/main" id="{2C693661-A39E-18ED-F933-47C223A2548E}"/>
                    </a:ext>
                  </a:extLst>
                </p:cNvPr>
                <p:cNvSpPr/>
                <p:nvPr/>
              </p:nvSpPr>
              <p:spPr>
                <a:xfrm>
                  <a:off x="2960812" y="4613743"/>
                  <a:ext cx="550834" cy="191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50834" h="191932">
                      <a:moveTo>
                        <a:pt x="27432" y="191932"/>
                      </a:moveTo>
                      <a:lnTo>
                        <a:pt x="523402" y="191932"/>
                      </a:lnTo>
                      <a:lnTo>
                        <a:pt x="522297" y="191910"/>
                      </a:lnTo>
                      <a:lnTo>
                        <a:pt x="526709" y="191732"/>
                      </a:lnTo>
                      <a:lnTo>
                        <a:pt x="531034" y="190849"/>
                      </a:lnTo>
                      <a:lnTo>
                        <a:pt x="535162" y="189284"/>
                      </a:lnTo>
                      <a:lnTo>
                        <a:pt x="538985" y="187076"/>
                      </a:lnTo>
                      <a:lnTo>
                        <a:pt x="542405" y="184284"/>
                      </a:lnTo>
                      <a:lnTo>
                        <a:pt x="545332" y="180980"/>
                      </a:lnTo>
                      <a:lnTo>
                        <a:pt x="547692" y="177248"/>
                      </a:lnTo>
                      <a:lnTo>
                        <a:pt x="549422" y="173187"/>
                      </a:lnTo>
                      <a:lnTo>
                        <a:pt x="550479" y="168900"/>
                      </a:lnTo>
                      <a:lnTo>
                        <a:pt x="550834" y="164500"/>
                      </a:lnTo>
                      <a:lnTo>
                        <a:pt x="550834" y="27432"/>
                      </a:lnTo>
                      <a:lnTo>
                        <a:pt x="550479" y="23031"/>
                      </a:lnTo>
                      <a:lnTo>
                        <a:pt x="549422" y="18745"/>
                      </a:lnTo>
                      <a:lnTo>
                        <a:pt x="547692" y="14683"/>
                      </a:lnTo>
                      <a:lnTo>
                        <a:pt x="545332" y="10952"/>
                      </a:lnTo>
                      <a:lnTo>
                        <a:pt x="542405" y="7647"/>
                      </a:lnTo>
                      <a:lnTo>
                        <a:pt x="538985" y="4855"/>
                      </a:lnTo>
                      <a:lnTo>
                        <a:pt x="535162" y="2648"/>
                      </a:lnTo>
                      <a:lnTo>
                        <a:pt x="531034" y="1083"/>
                      </a:lnTo>
                      <a:lnTo>
                        <a:pt x="526709" y="200"/>
                      </a:lnTo>
                      <a:lnTo>
                        <a:pt x="523402" y="0"/>
                      </a:lnTo>
                      <a:lnTo>
                        <a:pt x="27432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6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2"/>
                      </a:lnTo>
                      <a:lnTo>
                        <a:pt x="0" y="164500"/>
                      </a:lnTo>
                      <a:lnTo>
                        <a:pt x="88" y="162293"/>
                      </a:lnTo>
                      <a:lnTo>
                        <a:pt x="88" y="166707"/>
                      </a:lnTo>
                      <a:lnTo>
                        <a:pt x="797" y="171065"/>
                      </a:lnTo>
                      <a:lnTo>
                        <a:pt x="2195" y="175252"/>
                      </a:lnTo>
                      <a:lnTo>
                        <a:pt x="4246" y="179162"/>
                      </a:lnTo>
                      <a:lnTo>
                        <a:pt x="6898" y="182691"/>
                      </a:lnTo>
                      <a:lnTo>
                        <a:pt x="10082" y="185749"/>
                      </a:lnTo>
                      <a:lnTo>
                        <a:pt x="13716" y="188257"/>
                      </a:lnTo>
                      <a:lnTo>
                        <a:pt x="17704" y="190149"/>
                      </a:lnTo>
                      <a:lnTo>
                        <a:pt x="21944" y="191378"/>
                      </a:lnTo>
                      <a:lnTo>
                        <a:pt x="26327" y="191910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2" name="tx3972">
                  <a:extLst>
                    <a:ext uri="{FF2B5EF4-FFF2-40B4-BE49-F238E27FC236}">
                      <a16:creationId xmlns:a16="http://schemas.microsoft.com/office/drawing/2014/main" id="{3E1833E6-03E7-BC37-FFAD-B591C8168D21}"/>
                    </a:ext>
                  </a:extLst>
                </p:cNvPr>
                <p:cNvSpPr/>
                <p:nvPr/>
              </p:nvSpPr>
              <p:spPr>
                <a:xfrm>
                  <a:off x="3006532" y="4659463"/>
                  <a:ext cx="459394" cy="1004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3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W2</a:t>
                  </a:r>
                  <a:r>
                    <a:rPr lang="en-US"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LA</a:t>
                  </a:r>
                </a:p>
              </p:txBody>
            </p:sp>
            <p:sp>
              <p:nvSpPr>
                <p:cNvPr id="3973" name="pg3973">
                  <a:extLst>
                    <a:ext uri="{FF2B5EF4-FFF2-40B4-BE49-F238E27FC236}">
                      <a16:creationId xmlns:a16="http://schemas.microsoft.com/office/drawing/2014/main" id="{1897E2D5-8D52-E7CA-7525-3D1ADC378F7A}"/>
                    </a:ext>
                  </a:extLst>
                </p:cNvPr>
                <p:cNvSpPr/>
                <p:nvPr/>
              </p:nvSpPr>
              <p:spPr>
                <a:xfrm>
                  <a:off x="5014188" y="2874023"/>
                  <a:ext cx="581741" cy="191932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581741" h="191932">
                      <a:moveTo>
                        <a:pt x="27432" y="191932"/>
                      </a:moveTo>
                      <a:lnTo>
                        <a:pt x="554309" y="191932"/>
                      </a:lnTo>
                      <a:lnTo>
                        <a:pt x="553204" y="191910"/>
                      </a:lnTo>
                      <a:lnTo>
                        <a:pt x="557615" y="191732"/>
                      </a:lnTo>
                      <a:lnTo>
                        <a:pt x="561941" y="190849"/>
                      </a:lnTo>
                      <a:lnTo>
                        <a:pt x="566069" y="189284"/>
                      </a:lnTo>
                      <a:lnTo>
                        <a:pt x="569892" y="187076"/>
                      </a:lnTo>
                      <a:lnTo>
                        <a:pt x="573312" y="184284"/>
                      </a:lnTo>
                      <a:lnTo>
                        <a:pt x="576239" y="180980"/>
                      </a:lnTo>
                      <a:lnTo>
                        <a:pt x="578599" y="177248"/>
                      </a:lnTo>
                      <a:lnTo>
                        <a:pt x="580329" y="173187"/>
                      </a:lnTo>
                      <a:lnTo>
                        <a:pt x="581386" y="168900"/>
                      </a:lnTo>
                      <a:lnTo>
                        <a:pt x="581741" y="164500"/>
                      </a:lnTo>
                      <a:lnTo>
                        <a:pt x="581741" y="27432"/>
                      </a:lnTo>
                      <a:lnTo>
                        <a:pt x="581386" y="23031"/>
                      </a:lnTo>
                      <a:lnTo>
                        <a:pt x="580329" y="18745"/>
                      </a:lnTo>
                      <a:lnTo>
                        <a:pt x="578599" y="14683"/>
                      </a:lnTo>
                      <a:lnTo>
                        <a:pt x="576239" y="10952"/>
                      </a:lnTo>
                      <a:lnTo>
                        <a:pt x="573312" y="7647"/>
                      </a:lnTo>
                      <a:lnTo>
                        <a:pt x="569892" y="4855"/>
                      </a:lnTo>
                      <a:lnTo>
                        <a:pt x="566069" y="2648"/>
                      </a:lnTo>
                      <a:lnTo>
                        <a:pt x="561941" y="1083"/>
                      </a:lnTo>
                      <a:lnTo>
                        <a:pt x="557615" y="200"/>
                      </a:lnTo>
                      <a:lnTo>
                        <a:pt x="554309" y="0"/>
                      </a:lnTo>
                      <a:lnTo>
                        <a:pt x="27432" y="0"/>
                      </a:lnTo>
                      <a:lnTo>
                        <a:pt x="30738" y="200"/>
                      </a:lnTo>
                      <a:lnTo>
                        <a:pt x="26327" y="22"/>
                      </a:lnTo>
                      <a:lnTo>
                        <a:pt x="21944" y="554"/>
                      </a:lnTo>
                      <a:lnTo>
                        <a:pt x="17704" y="1782"/>
                      </a:lnTo>
                      <a:lnTo>
                        <a:pt x="13715" y="3675"/>
                      </a:lnTo>
                      <a:lnTo>
                        <a:pt x="10082" y="6183"/>
                      </a:lnTo>
                      <a:lnTo>
                        <a:pt x="6898" y="9241"/>
                      </a:lnTo>
                      <a:lnTo>
                        <a:pt x="4246" y="12770"/>
                      </a:lnTo>
                      <a:lnTo>
                        <a:pt x="2195" y="16679"/>
                      </a:lnTo>
                      <a:lnTo>
                        <a:pt x="797" y="20867"/>
                      </a:lnTo>
                      <a:lnTo>
                        <a:pt x="88" y="25224"/>
                      </a:lnTo>
                      <a:lnTo>
                        <a:pt x="0" y="27432"/>
                      </a:lnTo>
                      <a:lnTo>
                        <a:pt x="0" y="164500"/>
                      </a:lnTo>
                      <a:lnTo>
                        <a:pt x="88" y="162293"/>
                      </a:lnTo>
                      <a:lnTo>
                        <a:pt x="88" y="166707"/>
                      </a:lnTo>
                      <a:lnTo>
                        <a:pt x="797" y="171065"/>
                      </a:lnTo>
                      <a:lnTo>
                        <a:pt x="2195" y="175252"/>
                      </a:lnTo>
                      <a:lnTo>
                        <a:pt x="4246" y="179162"/>
                      </a:lnTo>
                      <a:lnTo>
                        <a:pt x="6898" y="182691"/>
                      </a:lnTo>
                      <a:lnTo>
                        <a:pt x="10082" y="185749"/>
                      </a:lnTo>
                      <a:lnTo>
                        <a:pt x="13715" y="188257"/>
                      </a:lnTo>
                      <a:lnTo>
                        <a:pt x="17704" y="190149"/>
                      </a:lnTo>
                      <a:lnTo>
                        <a:pt x="21944" y="191378"/>
                      </a:lnTo>
                      <a:lnTo>
                        <a:pt x="26327" y="191910"/>
                      </a:lnTo>
                      <a:close/>
                    </a:path>
                  </a:pathLst>
                </a:custGeom>
                <a:solidFill>
                  <a:srgbClr val="FFFFFF">
                    <a:alpha val="100000"/>
                  </a:srgbClr>
                </a:solidFill>
                <a:ln w="6775" cap="rnd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4" name="tx3974">
                  <a:extLst>
                    <a:ext uri="{FF2B5EF4-FFF2-40B4-BE49-F238E27FC236}">
                      <a16:creationId xmlns:a16="http://schemas.microsoft.com/office/drawing/2014/main" id="{A622463F-C401-0D39-CDEF-EF949A31BBF5}"/>
                    </a:ext>
                  </a:extLst>
                </p:cNvPr>
                <p:cNvSpPr/>
                <p:nvPr/>
              </p:nvSpPr>
              <p:spPr>
                <a:xfrm>
                  <a:off x="5059908" y="2919743"/>
                  <a:ext cx="490301" cy="1004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3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W5</a:t>
                  </a:r>
                  <a:r>
                    <a:rPr lang="en-US"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-</a:t>
                  </a:r>
                  <a:r>
                    <a:rPr sz="1103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NH</a:t>
                  </a:r>
                </a:p>
              </p:txBody>
            </p:sp>
            <p:sp>
              <p:nvSpPr>
                <p:cNvPr id="3975" name="rc3975">
                  <a:extLst>
                    <a:ext uri="{FF2B5EF4-FFF2-40B4-BE49-F238E27FC236}">
                      <a16:creationId xmlns:a16="http://schemas.microsoft.com/office/drawing/2014/main" id="{83F6ABC7-02AC-9C95-963F-70CF967D61CD}"/>
                    </a:ext>
                  </a:extLst>
                </p:cNvPr>
                <p:cNvSpPr/>
                <p:nvPr/>
              </p:nvSpPr>
              <p:spPr>
                <a:xfrm>
                  <a:off x="2201917" y="2354586"/>
                  <a:ext cx="4342247" cy="3366361"/>
                </a:xfrm>
                <a:prstGeom prst="rect">
                  <a:avLst/>
                </a:prstGeom>
                <a:ln w="13550" cap="rnd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76" name="tx3976">
                  <a:extLst>
                    <a:ext uri="{FF2B5EF4-FFF2-40B4-BE49-F238E27FC236}">
                      <a16:creationId xmlns:a16="http://schemas.microsoft.com/office/drawing/2014/main" id="{56D6E54E-0309-3461-A441-065785232B54}"/>
                    </a:ext>
                  </a:extLst>
                </p:cNvPr>
                <p:cNvSpPr/>
                <p:nvPr/>
              </p:nvSpPr>
              <p:spPr>
                <a:xfrm>
                  <a:off x="1889564" y="5366840"/>
                  <a:ext cx="124358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25</a:t>
                  </a:r>
                </a:p>
              </p:txBody>
            </p:sp>
            <p:sp>
              <p:nvSpPr>
                <p:cNvPr id="3977" name="tx3977">
                  <a:extLst>
                    <a:ext uri="{FF2B5EF4-FFF2-40B4-BE49-F238E27FC236}">
                      <a16:creationId xmlns:a16="http://schemas.microsoft.com/office/drawing/2014/main" id="{05AA07AC-FFA5-74D9-E23C-AB7746C1065E}"/>
                    </a:ext>
                  </a:extLst>
                </p:cNvPr>
                <p:cNvSpPr/>
                <p:nvPr/>
              </p:nvSpPr>
              <p:spPr>
                <a:xfrm>
                  <a:off x="2013922" y="5348460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3978" name="tx3978">
                  <a:extLst>
                    <a:ext uri="{FF2B5EF4-FFF2-40B4-BE49-F238E27FC236}">
                      <a16:creationId xmlns:a16="http://schemas.microsoft.com/office/drawing/2014/main" id="{8429376E-5035-CD9E-AEFA-5A9720AEA91F}"/>
                    </a:ext>
                  </a:extLst>
                </p:cNvPr>
                <p:cNvSpPr/>
                <p:nvPr/>
              </p:nvSpPr>
              <p:spPr>
                <a:xfrm>
                  <a:off x="2058636" y="5366840"/>
                  <a:ext cx="8065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</a:t>
                  </a:r>
                </a:p>
              </p:txBody>
            </p:sp>
            <p:sp>
              <p:nvSpPr>
                <p:cNvPr id="3979" name="tx3979">
                  <a:extLst>
                    <a:ext uri="{FF2B5EF4-FFF2-40B4-BE49-F238E27FC236}">
                      <a16:creationId xmlns:a16="http://schemas.microsoft.com/office/drawing/2014/main" id="{91699847-11C3-BC5B-4FD4-5999A0A2D350}"/>
                    </a:ext>
                  </a:extLst>
                </p:cNvPr>
                <p:cNvSpPr/>
                <p:nvPr/>
              </p:nvSpPr>
              <p:spPr>
                <a:xfrm>
                  <a:off x="1889564" y="4716468"/>
                  <a:ext cx="124358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30</a:t>
                  </a:r>
                </a:p>
              </p:txBody>
            </p:sp>
            <p:sp>
              <p:nvSpPr>
                <p:cNvPr id="3980" name="tx3980">
                  <a:extLst>
                    <a:ext uri="{FF2B5EF4-FFF2-40B4-BE49-F238E27FC236}">
                      <a16:creationId xmlns:a16="http://schemas.microsoft.com/office/drawing/2014/main" id="{33CD1D6A-AF8B-C0A2-BD45-6D37D3C4150D}"/>
                    </a:ext>
                  </a:extLst>
                </p:cNvPr>
                <p:cNvSpPr/>
                <p:nvPr/>
              </p:nvSpPr>
              <p:spPr>
                <a:xfrm>
                  <a:off x="2013922" y="4698089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3981" name="tx3981">
                  <a:extLst>
                    <a:ext uri="{FF2B5EF4-FFF2-40B4-BE49-F238E27FC236}">
                      <a16:creationId xmlns:a16="http://schemas.microsoft.com/office/drawing/2014/main" id="{60FAE7E8-02E0-CC23-D68F-043ACE3756A8}"/>
                    </a:ext>
                  </a:extLst>
                </p:cNvPr>
                <p:cNvSpPr/>
                <p:nvPr/>
              </p:nvSpPr>
              <p:spPr>
                <a:xfrm>
                  <a:off x="2058636" y="4716468"/>
                  <a:ext cx="8065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</a:t>
                  </a:r>
                </a:p>
              </p:txBody>
            </p:sp>
            <p:sp>
              <p:nvSpPr>
                <p:cNvPr id="3982" name="tx3982">
                  <a:extLst>
                    <a:ext uri="{FF2B5EF4-FFF2-40B4-BE49-F238E27FC236}">
                      <a16:creationId xmlns:a16="http://schemas.microsoft.com/office/drawing/2014/main" id="{315CCC00-1153-A9EB-5164-E5B424471708}"/>
                    </a:ext>
                  </a:extLst>
                </p:cNvPr>
                <p:cNvSpPr/>
                <p:nvPr/>
              </p:nvSpPr>
              <p:spPr>
                <a:xfrm>
                  <a:off x="1889564" y="4066188"/>
                  <a:ext cx="124358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35</a:t>
                  </a:r>
                </a:p>
              </p:txBody>
            </p:sp>
            <p:sp>
              <p:nvSpPr>
                <p:cNvPr id="3983" name="tx3983">
                  <a:extLst>
                    <a:ext uri="{FF2B5EF4-FFF2-40B4-BE49-F238E27FC236}">
                      <a16:creationId xmlns:a16="http://schemas.microsoft.com/office/drawing/2014/main" id="{52CF9F9C-8652-D3B2-84B5-B56E734A208E}"/>
                    </a:ext>
                  </a:extLst>
                </p:cNvPr>
                <p:cNvSpPr/>
                <p:nvPr/>
              </p:nvSpPr>
              <p:spPr>
                <a:xfrm>
                  <a:off x="2013922" y="4047809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3984" name="tx3984">
                  <a:extLst>
                    <a:ext uri="{FF2B5EF4-FFF2-40B4-BE49-F238E27FC236}">
                      <a16:creationId xmlns:a16="http://schemas.microsoft.com/office/drawing/2014/main" id="{6379480E-BA43-AA5A-E88E-61D65969F79D}"/>
                    </a:ext>
                  </a:extLst>
                </p:cNvPr>
                <p:cNvSpPr/>
                <p:nvPr/>
              </p:nvSpPr>
              <p:spPr>
                <a:xfrm>
                  <a:off x="2058636" y="4066188"/>
                  <a:ext cx="8065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</a:t>
                  </a:r>
                </a:p>
              </p:txBody>
            </p:sp>
            <p:sp>
              <p:nvSpPr>
                <p:cNvPr id="3985" name="tx3985">
                  <a:extLst>
                    <a:ext uri="{FF2B5EF4-FFF2-40B4-BE49-F238E27FC236}">
                      <a16:creationId xmlns:a16="http://schemas.microsoft.com/office/drawing/2014/main" id="{DA7B08FF-C64B-85F2-42A1-3E0E4CF0DC85}"/>
                    </a:ext>
                  </a:extLst>
                </p:cNvPr>
                <p:cNvSpPr/>
                <p:nvPr/>
              </p:nvSpPr>
              <p:spPr>
                <a:xfrm>
                  <a:off x="1889564" y="3415908"/>
                  <a:ext cx="124358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40</a:t>
                  </a:r>
                </a:p>
              </p:txBody>
            </p:sp>
            <p:sp>
              <p:nvSpPr>
                <p:cNvPr id="3986" name="tx3986">
                  <a:extLst>
                    <a:ext uri="{FF2B5EF4-FFF2-40B4-BE49-F238E27FC236}">
                      <a16:creationId xmlns:a16="http://schemas.microsoft.com/office/drawing/2014/main" id="{A4E48C24-7DEC-F6A7-97F3-3340F8F1209F}"/>
                    </a:ext>
                  </a:extLst>
                </p:cNvPr>
                <p:cNvSpPr/>
                <p:nvPr/>
              </p:nvSpPr>
              <p:spPr>
                <a:xfrm>
                  <a:off x="2013922" y="3397529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3987" name="tx3987">
                  <a:extLst>
                    <a:ext uri="{FF2B5EF4-FFF2-40B4-BE49-F238E27FC236}">
                      <a16:creationId xmlns:a16="http://schemas.microsoft.com/office/drawing/2014/main" id="{6BC1D70B-7321-981B-FC30-C511ED433ECD}"/>
                    </a:ext>
                  </a:extLst>
                </p:cNvPr>
                <p:cNvSpPr/>
                <p:nvPr/>
              </p:nvSpPr>
              <p:spPr>
                <a:xfrm>
                  <a:off x="2058636" y="3415908"/>
                  <a:ext cx="8065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</a:t>
                  </a:r>
                </a:p>
              </p:txBody>
            </p:sp>
            <p:sp>
              <p:nvSpPr>
                <p:cNvPr id="3988" name="tx3988">
                  <a:extLst>
                    <a:ext uri="{FF2B5EF4-FFF2-40B4-BE49-F238E27FC236}">
                      <a16:creationId xmlns:a16="http://schemas.microsoft.com/office/drawing/2014/main" id="{36B64AE1-9660-C0E0-C243-7295C38CADA4}"/>
                    </a:ext>
                  </a:extLst>
                </p:cNvPr>
                <p:cNvSpPr/>
                <p:nvPr/>
              </p:nvSpPr>
              <p:spPr>
                <a:xfrm>
                  <a:off x="1889564" y="2765720"/>
                  <a:ext cx="124358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45</a:t>
                  </a:r>
                </a:p>
              </p:txBody>
            </p:sp>
            <p:sp>
              <p:nvSpPr>
                <p:cNvPr id="3989" name="tx3989">
                  <a:extLst>
                    <a:ext uri="{FF2B5EF4-FFF2-40B4-BE49-F238E27FC236}">
                      <a16:creationId xmlns:a16="http://schemas.microsoft.com/office/drawing/2014/main" id="{775B0A1B-D040-3FE5-6EB4-73639999DC7B}"/>
                    </a:ext>
                  </a:extLst>
                </p:cNvPr>
                <p:cNvSpPr/>
                <p:nvPr/>
              </p:nvSpPr>
              <p:spPr>
                <a:xfrm>
                  <a:off x="2013922" y="2747340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3990" name="tx3990">
                  <a:extLst>
                    <a:ext uri="{FF2B5EF4-FFF2-40B4-BE49-F238E27FC236}">
                      <a16:creationId xmlns:a16="http://schemas.microsoft.com/office/drawing/2014/main" id="{F4885332-BFFF-1CD2-C812-AF85D2A33453}"/>
                    </a:ext>
                  </a:extLst>
                </p:cNvPr>
                <p:cNvSpPr/>
                <p:nvPr/>
              </p:nvSpPr>
              <p:spPr>
                <a:xfrm>
                  <a:off x="2058636" y="2765720"/>
                  <a:ext cx="8065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N</a:t>
                  </a:r>
                </a:p>
              </p:txBody>
            </p:sp>
            <p:sp>
              <p:nvSpPr>
                <p:cNvPr id="3991" name="pl3991">
                  <a:extLst>
                    <a:ext uri="{FF2B5EF4-FFF2-40B4-BE49-F238E27FC236}">
                      <a16:creationId xmlns:a16="http://schemas.microsoft.com/office/drawing/2014/main" id="{D0186C65-F593-52F4-E973-7DA80EE1AA60}"/>
                    </a:ext>
                  </a:extLst>
                </p:cNvPr>
                <p:cNvSpPr/>
                <p:nvPr/>
              </p:nvSpPr>
              <p:spPr>
                <a:xfrm>
                  <a:off x="2167122" y="5407850"/>
                  <a:ext cx="34794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794">
                      <a:moveTo>
                        <a:pt x="0" y="0"/>
                      </a:moveTo>
                      <a:lnTo>
                        <a:pt x="34794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2" name="pl3992">
                  <a:extLst>
                    <a:ext uri="{FF2B5EF4-FFF2-40B4-BE49-F238E27FC236}">
                      <a16:creationId xmlns:a16="http://schemas.microsoft.com/office/drawing/2014/main" id="{DB9C2717-B5FE-CBD8-82F8-465B030EE65D}"/>
                    </a:ext>
                  </a:extLst>
                </p:cNvPr>
                <p:cNvSpPr/>
                <p:nvPr/>
              </p:nvSpPr>
              <p:spPr>
                <a:xfrm>
                  <a:off x="2167122" y="4757570"/>
                  <a:ext cx="34794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794">
                      <a:moveTo>
                        <a:pt x="0" y="0"/>
                      </a:moveTo>
                      <a:lnTo>
                        <a:pt x="34794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3" name="pl3993">
                  <a:extLst>
                    <a:ext uri="{FF2B5EF4-FFF2-40B4-BE49-F238E27FC236}">
                      <a16:creationId xmlns:a16="http://schemas.microsoft.com/office/drawing/2014/main" id="{E767911B-EC42-38F6-38EA-3B9190698D88}"/>
                    </a:ext>
                  </a:extLst>
                </p:cNvPr>
                <p:cNvSpPr/>
                <p:nvPr/>
              </p:nvSpPr>
              <p:spPr>
                <a:xfrm>
                  <a:off x="2167122" y="4107291"/>
                  <a:ext cx="34794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794">
                      <a:moveTo>
                        <a:pt x="0" y="0"/>
                      </a:moveTo>
                      <a:lnTo>
                        <a:pt x="34794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4" name="pl3994">
                  <a:extLst>
                    <a:ext uri="{FF2B5EF4-FFF2-40B4-BE49-F238E27FC236}">
                      <a16:creationId xmlns:a16="http://schemas.microsoft.com/office/drawing/2014/main" id="{60DE1FE6-E7D7-F9A9-039B-C865B6F0DF19}"/>
                    </a:ext>
                  </a:extLst>
                </p:cNvPr>
                <p:cNvSpPr/>
                <p:nvPr/>
              </p:nvSpPr>
              <p:spPr>
                <a:xfrm>
                  <a:off x="2167122" y="3457011"/>
                  <a:ext cx="34794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794">
                      <a:moveTo>
                        <a:pt x="0" y="0"/>
                      </a:moveTo>
                      <a:lnTo>
                        <a:pt x="34794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5" name="pl3995">
                  <a:extLst>
                    <a:ext uri="{FF2B5EF4-FFF2-40B4-BE49-F238E27FC236}">
                      <a16:creationId xmlns:a16="http://schemas.microsoft.com/office/drawing/2014/main" id="{8F31C259-A341-171C-2BC0-B60B26D5F687}"/>
                    </a:ext>
                  </a:extLst>
                </p:cNvPr>
                <p:cNvSpPr/>
                <p:nvPr/>
              </p:nvSpPr>
              <p:spPr>
                <a:xfrm>
                  <a:off x="2167122" y="2806731"/>
                  <a:ext cx="34794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34794">
                      <a:moveTo>
                        <a:pt x="0" y="0"/>
                      </a:moveTo>
                      <a:lnTo>
                        <a:pt x="34794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6" name="pl3996">
                  <a:extLst>
                    <a:ext uri="{FF2B5EF4-FFF2-40B4-BE49-F238E27FC236}">
                      <a16:creationId xmlns:a16="http://schemas.microsoft.com/office/drawing/2014/main" id="{93BFE050-7C19-1C13-2CF2-EF1057865C34}"/>
                    </a:ext>
                  </a:extLst>
                </p:cNvPr>
                <p:cNvSpPr/>
                <p:nvPr/>
              </p:nvSpPr>
              <p:spPr>
                <a:xfrm>
                  <a:off x="2610961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7" name="pl3997">
                  <a:extLst>
                    <a:ext uri="{FF2B5EF4-FFF2-40B4-BE49-F238E27FC236}">
                      <a16:creationId xmlns:a16="http://schemas.microsoft.com/office/drawing/2014/main" id="{81376335-3B64-7049-4757-AB51EAA739C4}"/>
                    </a:ext>
                  </a:extLst>
                </p:cNvPr>
                <p:cNvSpPr/>
                <p:nvPr/>
              </p:nvSpPr>
              <p:spPr>
                <a:xfrm>
                  <a:off x="3140137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8" name="pl3998">
                  <a:extLst>
                    <a:ext uri="{FF2B5EF4-FFF2-40B4-BE49-F238E27FC236}">
                      <a16:creationId xmlns:a16="http://schemas.microsoft.com/office/drawing/2014/main" id="{8115C570-D0F5-4A92-60A4-1A541E9C79BC}"/>
                    </a:ext>
                  </a:extLst>
                </p:cNvPr>
                <p:cNvSpPr/>
                <p:nvPr/>
              </p:nvSpPr>
              <p:spPr>
                <a:xfrm>
                  <a:off x="3669312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3999" name="pl3999">
                  <a:extLst>
                    <a:ext uri="{FF2B5EF4-FFF2-40B4-BE49-F238E27FC236}">
                      <a16:creationId xmlns:a16="http://schemas.microsoft.com/office/drawing/2014/main" id="{9BD06FAA-0210-926F-0485-6F27F9A65A83}"/>
                    </a:ext>
                  </a:extLst>
                </p:cNvPr>
                <p:cNvSpPr/>
                <p:nvPr/>
              </p:nvSpPr>
              <p:spPr>
                <a:xfrm>
                  <a:off x="4198487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0" name="pl4000">
                  <a:extLst>
                    <a:ext uri="{FF2B5EF4-FFF2-40B4-BE49-F238E27FC236}">
                      <a16:creationId xmlns:a16="http://schemas.microsoft.com/office/drawing/2014/main" id="{55684D7D-FEC9-FAF8-6886-DF78E92FB7C9}"/>
                    </a:ext>
                  </a:extLst>
                </p:cNvPr>
                <p:cNvSpPr/>
                <p:nvPr/>
              </p:nvSpPr>
              <p:spPr>
                <a:xfrm>
                  <a:off x="4727662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1" name="pl4001">
                  <a:extLst>
                    <a:ext uri="{FF2B5EF4-FFF2-40B4-BE49-F238E27FC236}">
                      <a16:creationId xmlns:a16="http://schemas.microsoft.com/office/drawing/2014/main" id="{3ED319CB-9C6C-8781-5D75-CF1E7E3AEE46}"/>
                    </a:ext>
                  </a:extLst>
                </p:cNvPr>
                <p:cNvSpPr/>
                <p:nvPr/>
              </p:nvSpPr>
              <p:spPr>
                <a:xfrm>
                  <a:off x="5256837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2" name="pl4002">
                  <a:extLst>
                    <a:ext uri="{FF2B5EF4-FFF2-40B4-BE49-F238E27FC236}">
                      <a16:creationId xmlns:a16="http://schemas.microsoft.com/office/drawing/2014/main" id="{524F5091-1E30-7AC2-470F-D1DEDDAE4224}"/>
                    </a:ext>
                  </a:extLst>
                </p:cNvPr>
                <p:cNvSpPr/>
                <p:nvPr/>
              </p:nvSpPr>
              <p:spPr>
                <a:xfrm>
                  <a:off x="5786012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3" name="pl4003">
                  <a:extLst>
                    <a:ext uri="{FF2B5EF4-FFF2-40B4-BE49-F238E27FC236}">
                      <a16:creationId xmlns:a16="http://schemas.microsoft.com/office/drawing/2014/main" id="{7F655289-31D5-C57F-9102-9B6D0F920BAA}"/>
                    </a:ext>
                  </a:extLst>
                </p:cNvPr>
                <p:cNvSpPr/>
                <p:nvPr/>
              </p:nvSpPr>
              <p:spPr>
                <a:xfrm>
                  <a:off x="6315187" y="5720948"/>
                  <a:ext cx="0" cy="34794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h="34794">
                      <a:moveTo>
                        <a:pt x="0" y="34794"/>
                      </a:moveTo>
                      <a:lnTo>
                        <a:pt x="0" y="0"/>
                      </a:lnTo>
                    </a:path>
                  </a:pathLst>
                </a:custGeom>
                <a:ln w="13550" cap="flat">
                  <a:solidFill>
                    <a:srgbClr val="333333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04" name="tx4004">
                  <a:extLst>
                    <a:ext uri="{FF2B5EF4-FFF2-40B4-BE49-F238E27FC236}">
                      <a16:creationId xmlns:a16="http://schemas.microsoft.com/office/drawing/2014/main" id="{1204E9C7-0C12-A8B0-EDE9-D2B5C6F6A0A8}"/>
                    </a:ext>
                  </a:extLst>
                </p:cNvPr>
                <p:cNvSpPr/>
                <p:nvPr/>
              </p:nvSpPr>
              <p:spPr>
                <a:xfrm>
                  <a:off x="2442620" y="5783578"/>
                  <a:ext cx="186537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100</a:t>
                  </a:r>
                </a:p>
              </p:txBody>
            </p:sp>
            <p:sp>
              <p:nvSpPr>
                <p:cNvPr id="4005" name="tx4005">
                  <a:extLst>
                    <a:ext uri="{FF2B5EF4-FFF2-40B4-BE49-F238E27FC236}">
                      <a16:creationId xmlns:a16="http://schemas.microsoft.com/office/drawing/2014/main" id="{464C91B5-AED4-72FF-C555-115235D056CB}"/>
                    </a:ext>
                  </a:extLst>
                </p:cNvPr>
                <p:cNvSpPr/>
                <p:nvPr/>
              </p:nvSpPr>
              <p:spPr>
                <a:xfrm>
                  <a:off x="2629158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06" name="tx4006">
                  <a:extLst>
                    <a:ext uri="{FF2B5EF4-FFF2-40B4-BE49-F238E27FC236}">
                      <a16:creationId xmlns:a16="http://schemas.microsoft.com/office/drawing/2014/main" id="{2AD870C2-8772-6795-FCC0-AFF77BD9FD3F}"/>
                    </a:ext>
                  </a:extLst>
                </p:cNvPr>
                <p:cNvSpPr/>
                <p:nvPr/>
              </p:nvSpPr>
              <p:spPr>
                <a:xfrm>
                  <a:off x="2673872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07" name="tx4007">
                  <a:extLst>
                    <a:ext uri="{FF2B5EF4-FFF2-40B4-BE49-F238E27FC236}">
                      <a16:creationId xmlns:a16="http://schemas.microsoft.com/office/drawing/2014/main" id="{AF5BD71F-80C3-A2B8-D65C-AB51A6A2815F}"/>
                    </a:ext>
                  </a:extLst>
                </p:cNvPr>
                <p:cNvSpPr/>
                <p:nvPr/>
              </p:nvSpPr>
              <p:spPr>
                <a:xfrm>
                  <a:off x="2987386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95</a:t>
                  </a:r>
                </a:p>
              </p:txBody>
            </p:sp>
            <p:sp>
              <p:nvSpPr>
                <p:cNvPr id="4008" name="tx4008">
                  <a:extLst>
                    <a:ext uri="{FF2B5EF4-FFF2-40B4-BE49-F238E27FC236}">
                      <a16:creationId xmlns:a16="http://schemas.microsoft.com/office/drawing/2014/main" id="{43D1F858-450B-18C7-AC98-118E1144D09E}"/>
                    </a:ext>
                  </a:extLst>
                </p:cNvPr>
                <p:cNvSpPr/>
                <p:nvPr/>
              </p:nvSpPr>
              <p:spPr>
                <a:xfrm>
                  <a:off x="3142743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09" name="tx4009">
                  <a:extLst>
                    <a:ext uri="{FF2B5EF4-FFF2-40B4-BE49-F238E27FC236}">
                      <a16:creationId xmlns:a16="http://schemas.microsoft.com/office/drawing/2014/main" id="{F9CDF87C-AFE8-C78F-113E-D55CEDCFAF13}"/>
                    </a:ext>
                  </a:extLst>
                </p:cNvPr>
                <p:cNvSpPr/>
                <p:nvPr/>
              </p:nvSpPr>
              <p:spPr>
                <a:xfrm>
                  <a:off x="3187457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10" name="tx4010">
                  <a:extLst>
                    <a:ext uri="{FF2B5EF4-FFF2-40B4-BE49-F238E27FC236}">
                      <a16:creationId xmlns:a16="http://schemas.microsoft.com/office/drawing/2014/main" id="{998E8412-A18A-1E24-8968-5259B7942838}"/>
                    </a:ext>
                  </a:extLst>
                </p:cNvPr>
                <p:cNvSpPr/>
                <p:nvPr/>
              </p:nvSpPr>
              <p:spPr>
                <a:xfrm>
                  <a:off x="3516561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90</a:t>
                  </a:r>
                </a:p>
              </p:txBody>
            </p:sp>
            <p:sp>
              <p:nvSpPr>
                <p:cNvPr id="4011" name="tx4011">
                  <a:extLst>
                    <a:ext uri="{FF2B5EF4-FFF2-40B4-BE49-F238E27FC236}">
                      <a16:creationId xmlns:a16="http://schemas.microsoft.com/office/drawing/2014/main" id="{5CC9C1C9-4CB6-65E6-C050-D94189598B9C}"/>
                    </a:ext>
                  </a:extLst>
                </p:cNvPr>
                <p:cNvSpPr/>
                <p:nvPr/>
              </p:nvSpPr>
              <p:spPr>
                <a:xfrm>
                  <a:off x="3671918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12" name="tx4012">
                  <a:extLst>
                    <a:ext uri="{FF2B5EF4-FFF2-40B4-BE49-F238E27FC236}">
                      <a16:creationId xmlns:a16="http://schemas.microsoft.com/office/drawing/2014/main" id="{02B51126-224F-1EE8-B10A-7A5D71E46C97}"/>
                    </a:ext>
                  </a:extLst>
                </p:cNvPr>
                <p:cNvSpPr/>
                <p:nvPr/>
              </p:nvSpPr>
              <p:spPr>
                <a:xfrm>
                  <a:off x="3716632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13" name="tx4013">
                  <a:extLst>
                    <a:ext uri="{FF2B5EF4-FFF2-40B4-BE49-F238E27FC236}">
                      <a16:creationId xmlns:a16="http://schemas.microsoft.com/office/drawing/2014/main" id="{EAA57200-800C-3818-1D02-9196AD0775DC}"/>
                    </a:ext>
                  </a:extLst>
                </p:cNvPr>
                <p:cNvSpPr/>
                <p:nvPr/>
              </p:nvSpPr>
              <p:spPr>
                <a:xfrm>
                  <a:off x="4045736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85</a:t>
                  </a:r>
                </a:p>
              </p:txBody>
            </p:sp>
            <p:sp>
              <p:nvSpPr>
                <p:cNvPr id="4014" name="tx4014">
                  <a:extLst>
                    <a:ext uri="{FF2B5EF4-FFF2-40B4-BE49-F238E27FC236}">
                      <a16:creationId xmlns:a16="http://schemas.microsoft.com/office/drawing/2014/main" id="{18E63F3D-DDA5-96F8-A9CC-E397041D2ED1}"/>
                    </a:ext>
                  </a:extLst>
                </p:cNvPr>
                <p:cNvSpPr/>
                <p:nvPr/>
              </p:nvSpPr>
              <p:spPr>
                <a:xfrm>
                  <a:off x="4201093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15" name="tx4015">
                  <a:extLst>
                    <a:ext uri="{FF2B5EF4-FFF2-40B4-BE49-F238E27FC236}">
                      <a16:creationId xmlns:a16="http://schemas.microsoft.com/office/drawing/2014/main" id="{F56D376B-42B7-859B-9854-9C84B92CF5C4}"/>
                    </a:ext>
                  </a:extLst>
                </p:cNvPr>
                <p:cNvSpPr/>
                <p:nvPr/>
              </p:nvSpPr>
              <p:spPr>
                <a:xfrm>
                  <a:off x="4245807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16" name="tx4016">
                  <a:extLst>
                    <a:ext uri="{FF2B5EF4-FFF2-40B4-BE49-F238E27FC236}">
                      <a16:creationId xmlns:a16="http://schemas.microsoft.com/office/drawing/2014/main" id="{9A626A0A-928A-9DF1-7750-967E2A47C7B3}"/>
                    </a:ext>
                  </a:extLst>
                </p:cNvPr>
                <p:cNvSpPr/>
                <p:nvPr/>
              </p:nvSpPr>
              <p:spPr>
                <a:xfrm>
                  <a:off x="4574911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80</a:t>
                  </a:r>
                </a:p>
              </p:txBody>
            </p:sp>
            <p:sp>
              <p:nvSpPr>
                <p:cNvPr id="4017" name="tx4017">
                  <a:extLst>
                    <a:ext uri="{FF2B5EF4-FFF2-40B4-BE49-F238E27FC236}">
                      <a16:creationId xmlns:a16="http://schemas.microsoft.com/office/drawing/2014/main" id="{8F590372-2C81-A2BE-5B8F-70D46E2EF450}"/>
                    </a:ext>
                  </a:extLst>
                </p:cNvPr>
                <p:cNvSpPr/>
                <p:nvPr/>
              </p:nvSpPr>
              <p:spPr>
                <a:xfrm>
                  <a:off x="4730268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18" name="tx4018">
                  <a:extLst>
                    <a:ext uri="{FF2B5EF4-FFF2-40B4-BE49-F238E27FC236}">
                      <a16:creationId xmlns:a16="http://schemas.microsoft.com/office/drawing/2014/main" id="{0A652485-D6E1-F177-BC6A-F265BF9D8758}"/>
                    </a:ext>
                  </a:extLst>
                </p:cNvPr>
                <p:cNvSpPr/>
                <p:nvPr/>
              </p:nvSpPr>
              <p:spPr>
                <a:xfrm>
                  <a:off x="4774982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19" name="tx4019">
                  <a:extLst>
                    <a:ext uri="{FF2B5EF4-FFF2-40B4-BE49-F238E27FC236}">
                      <a16:creationId xmlns:a16="http://schemas.microsoft.com/office/drawing/2014/main" id="{24174B49-5FB8-E030-A471-94168FCFA774}"/>
                    </a:ext>
                  </a:extLst>
                </p:cNvPr>
                <p:cNvSpPr/>
                <p:nvPr/>
              </p:nvSpPr>
              <p:spPr>
                <a:xfrm>
                  <a:off x="5104086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75</a:t>
                  </a:r>
                </a:p>
              </p:txBody>
            </p:sp>
            <p:sp>
              <p:nvSpPr>
                <p:cNvPr id="4020" name="tx4020">
                  <a:extLst>
                    <a:ext uri="{FF2B5EF4-FFF2-40B4-BE49-F238E27FC236}">
                      <a16:creationId xmlns:a16="http://schemas.microsoft.com/office/drawing/2014/main" id="{CD0F0A27-41FE-2CB2-4F5D-9A5EE72A1869}"/>
                    </a:ext>
                  </a:extLst>
                </p:cNvPr>
                <p:cNvSpPr/>
                <p:nvPr/>
              </p:nvSpPr>
              <p:spPr>
                <a:xfrm>
                  <a:off x="5259443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21" name="tx4021">
                  <a:extLst>
                    <a:ext uri="{FF2B5EF4-FFF2-40B4-BE49-F238E27FC236}">
                      <a16:creationId xmlns:a16="http://schemas.microsoft.com/office/drawing/2014/main" id="{BA5EE08D-2BF2-89ED-3930-7030CE2CB82D}"/>
                    </a:ext>
                  </a:extLst>
                </p:cNvPr>
                <p:cNvSpPr/>
                <p:nvPr/>
              </p:nvSpPr>
              <p:spPr>
                <a:xfrm>
                  <a:off x="5304157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22" name="tx4022">
                  <a:extLst>
                    <a:ext uri="{FF2B5EF4-FFF2-40B4-BE49-F238E27FC236}">
                      <a16:creationId xmlns:a16="http://schemas.microsoft.com/office/drawing/2014/main" id="{F3AB33F5-6AD7-836E-BA24-6E31AB0F863B}"/>
                    </a:ext>
                  </a:extLst>
                </p:cNvPr>
                <p:cNvSpPr/>
                <p:nvPr/>
              </p:nvSpPr>
              <p:spPr>
                <a:xfrm>
                  <a:off x="5633261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70</a:t>
                  </a:r>
                </a:p>
              </p:txBody>
            </p:sp>
            <p:sp>
              <p:nvSpPr>
                <p:cNvPr id="4023" name="tx4023">
                  <a:extLst>
                    <a:ext uri="{FF2B5EF4-FFF2-40B4-BE49-F238E27FC236}">
                      <a16:creationId xmlns:a16="http://schemas.microsoft.com/office/drawing/2014/main" id="{81DB2513-071A-C695-CB69-164B23FE201F}"/>
                    </a:ext>
                  </a:extLst>
                </p:cNvPr>
                <p:cNvSpPr/>
                <p:nvPr/>
              </p:nvSpPr>
              <p:spPr>
                <a:xfrm>
                  <a:off x="5788618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24" name="tx4024">
                  <a:extLst>
                    <a:ext uri="{FF2B5EF4-FFF2-40B4-BE49-F238E27FC236}">
                      <a16:creationId xmlns:a16="http://schemas.microsoft.com/office/drawing/2014/main" id="{5D7F08DB-9982-D8F1-8970-0B0CE8F13B1F}"/>
                    </a:ext>
                  </a:extLst>
                </p:cNvPr>
                <p:cNvSpPr/>
                <p:nvPr/>
              </p:nvSpPr>
              <p:spPr>
                <a:xfrm>
                  <a:off x="5833332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25" name="tx4025">
                  <a:extLst>
                    <a:ext uri="{FF2B5EF4-FFF2-40B4-BE49-F238E27FC236}">
                      <a16:creationId xmlns:a16="http://schemas.microsoft.com/office/drawing/2014/main" id="{D4E44412-C04C-F188-8E55-91B7EBF612C1}"/>
                    </a:ext>
                  </a:extLst>
                </p:cNvPr>
                <p:cNvSpPr/>
                <p:nvPr/>
              </p:nvSpPr>
              <p:spPr>
                <a:xfrm>
                  <a:off x="6162436" y="5783578"/>
                  <a:ext cx="155356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 65</a:t>
                  </a:r>
                </a:p>
              </p:txBody>
            </p:sp>
            <p:sp>
              <p:nvSpPr>
                <p:cNvPr id="4026" name="tx4026">
                  <a:extLst>
                    <a:ext uri="{FF2B5EF4-FFF2-40B4-BE49-F238E27FC236}">
                      <a16:creationId xmlns:a16="http://schemas.microsoft.com/office/drawing/2014/main" id="{C40FA120-4716-87D0-BFA4-B10DCF3F6365}"/>
                    </a:ext>
                  </a:extLst>
                </p:cNvPr>
                <p:cNvSpPr/>
                <p:nvPr/>
              </p:nvSpPr>
              <p:spPr>
                <a:xfrm>
                  <a:off x="6317793" y="5765198"/>
                  <a:ext cx="44714" cy="984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Symbol"/>
                      <a:cs typeface="Symbol"/>
                    </a:rPr>
                    <a:t>°</a:t>
                  </a:r>
                </a:p>
              </p:txBody>
            </p:sp>
            <p:sp>
              <p:nvSpPr>
                <p:cNvPr id="4027" name="tx4027">
                  <a:extLst>
                    <a:ext uri="{FF2B5EF4-FFF2-40B4-BE49-F238E27FC236}">
                      <a16:creationId xmlns:a16="http://schemas.microsoft.com/office/drawing/2014/main" id="{243AB757-C3DF-1C84-3736-D7784B4B73E5}"/>
                    </a:ext>
                  </a:extLst>
                </p:cNvPr>
                <p:cNvSpPr/>
                <p:nvPr/>
              </p:nvSpPr>
              <p:spPr>
                <a:xfrm>
                  <a:off x="6362507" y="5783578"/>
                  <a:ext cx="105430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4D4D4D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W</a:t>
                  </a:r>
                </a:p>
              </p:txBody>
            </p:sp>
            <p:sp>
              <p:nvSpPr>
                <p:cNvPr id="4028" name="tx4028">
                  <a:extLst>
                    <a:ext uri="{FF2B5EF4-FFF2-40B4-BE49-F238E27FC236}">
                      <a16:creationId xmlns:a16="http://schemas.microsoft.com/office/drawing/2014/main" id="{53CC11DC-5DFE-C37B-23A0-A38B3156F5DC}"/>
                    </a:ext>
                  </a:extLst>
                </p:cNvPr>
                <p:cNvSpPr/>
                <p:nvPr/>
              </p:nvSpPr>
              <p:spPr>
                <a:xfrm>
                  <a:off x="4066122" y="5925448"/>
                  <a:ext cx="613836" cy="100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Longitude</a:t>
                  </a:r>
                </a:p>
              </p:txBody>
            </p:sp>
            <p:sp>
              <p:nvSpPr>
                <p:cNvPr id="4029" name="tx4029">
                  <a:extLst>
                    <a:ext uri="{FF2B5EF4-FFF2-40B4-BE49-F238E27FC236}">
                      <a16:creationId xmlns:a16="http://schemas.microsoft.com/office/drawing/2014/main" id="{745F3D30-7D9A-84A1-8C71-62B73F3E90AA}"/>
                    </a:ext>
                  </a:extLst>
                </p:cNvPr>
                <p:cNvSpPr/>
                <p:nvPr/>
              </p:nvSpPr>
              <p:spPr>
                <a:xfrm rot="-5400000">
                  <a:off x="1525174" y="3987658"/>
                  <a:ext cx="497159" cy="100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Latitude</a:t>
                  </a:r>
                </a:p>
              </p:txBody>
            </p:sp>
            <p:sp>
              <p:nvSpPr>
                <p:cNvPr id="4030" name="rc4030">
                  <a:extLst>
                    <a:ext uri="{FF2B5EF4-FFF2-40B4-BE49-F238E27FC236}">
                      <a16:creationId xmlns:a16="http://schemas.microsoft.com/office/drawing/2014/main" id="{BE57318A-5048-DD68-1CA8-0772131D9608}"/>
                    </a:ext>
                  </a:extLst>
                </p:cNvPr>
                <p:cNvSpPr/>
                <p:nvPr/>
              </p:nvSpPr>
              <p:spPr>
                <a:xfrm>
                  <a:off x="6683342" y="3243743"/>
                  <a:ext cx="737012" cy="1588048"/>
                </a:xfrm>
                <a:prstGeom prst="rect">
                  <a:avLst/>
                </a:prstGeom>
                <a:solidFill>
                  <a:srgbClr val="FFFFFF">
                    <a:alpha val="100000"/>
                  </a:srgbClr>
                </a:solidFill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31" name="tx4031">
                  <a:extLst>
                    <a:ext uri="{FF2B5EF4-FFF2-40B4-BE49-F238E27FC236}">
                      <a16:creationId xmlns:a16="http://schemas.microsoft.com/office/drawing/2014/main" id="{4E02D067-5127-58AA-1200-0EB5B2959863}"/>
                    </a:ext>
                  </a:extLst>
                </p:cNvPr>
                <p:cNvSpPr/>
                <p:nvPr/>
              </p:nvSpPr>
              <p:spPr>
                <a:xfrm>
                  <a:off x="6752931" y="3328785"/>
                  <a:ext cx="597834" cy="100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Genomic </a:t>
                  </a:r>
                </a:p>
              </p:txBody>
            </p:sp>
            <p:sp>
              <p:nvSpPr>
                <p:cNvPr id="4032" name="tx4032">
                  <a:extLst>
                    <a:ext uri="{FF2B5EF4-FFF2-40B4-BE49-F238E27FC236}">
                      <a16:creationId xmlns:a16="http://schemas.microsoft.com/office/drawing/2014/main" id="{0C3C7F8C-49AE-D601-9A8B-5831ECC11461}"/>
                    </a:ext>
                  </a:extLst>
                </p:cNvPr>
                <p:cNvSpPr/>
                <p:nvPr/>
              </p:nvSpPr>
              <p:spPr>
                <a:xfrm>
                  <a:off x="6752931" y="3479661"/>
                  <a:ext cx="372526" cy="100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11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11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Offset</a:t>
                  </a:r>
                </a:p>
              </p:txBody>
            </p:sp>
            <p:pic>
              <p:nvPicPr>
                <p:cNvPr id="4033" name="pic4033">
                  <a:extLst>
                    <a:ext uri="{FF2B5EF4-FFF2-40B4-BE49-F238E27FC236}">
                      <a16:creationId xmlns:a16="http://schemas.microsoft.com/office/drawing/2014/main" id="{F9E5C983-BEEE-1B55-21D9-AA83AD73C265}"/>
                    </a:ext>
                  </a:extLst>
                </p:cNvPr>
                <p:cNvPicPr/>
                <p:nvPr/>
              </p:nvPicPr>
              <p:blipFill>
                <a:blip r:embed="rId2" cstate="print"/>
                <a:stretch>
                  <a:fillRect/>
                </a:stretch>
              </p:blipFill>
              <p:spPr>
                <a:xfrm>
                  <a:off x="6752931" y="3664922"/>
                  <a:ext cx="219455" cy="1097280"/>
                </a:xfrm>
                <a:prstGeom prst="rect">
                  <a:avLst/>
                </a:prstGeom>
              </p:spPr>
            </p:pic>
            <p:sp>
              <p:nvSpPr>
                <p:cNvPr id="4034" name="pl4034">
                  <a:extLst>
                    <a:ext uri="{FF2B5EF4-FFF2-40B4-BE49-F238E27FC236}">
                      <a16:creationId xmlns:a16="http://schemas.microsoft.com/office/drawing/2014/main" id="{C74E56B3-4397-5E97-D1A5-F1866E0E2670}"/>
                    </a:ext>
                  </a:extLst>
                </p:cNvPr>
                <p:cNvSpPr/>
                <p:nvPr/>
              </p:nvSpPr>
              <p:spPr>
                <a:xfrm>
                  <a:off x="6928496" y="4760373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35" name="pl4035">
                  <a:extLst>
                    <a:ext uri="{FF2B5EF4-FFF2-40B4-BE49-F238E27FC236}">
                      <a16:creationId xmlns:a16="http://schemas.microsoft.com/office/drawing/2014/main" id="{7976CC06-5DB0-CF8A-1944-C50A25D0CEDD}"/>
                    </a:ext>
                  </a:extLst>
                </p:cNvPr>
                <p:cNvSpPr/>
                <p:nvPr/>
              </p:nvSpPr>
              <p:spPr>
                <a:xfrm>
                  <a:off x="6928496" y="4486967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36" name="pl4036">
                  <a:extLst>
                    <a:ext uri="{FF2B5EF4-FFF2-40B4-BE49-F238E27FC236}">
                      <a16:creationId xmlns:a16="http://schemas.microsoft.com/office/drawing/2014/main" id="{B4089356-A17A-6416-20B3-EFBB5BF8CDDC}"/>
                    </a:ext>
                  </a:extLst>
                </p:cNvPr>
                <p:cNvSpPr/>
                <p:nvPr/>
              </p:nvSpPr>
              <p:spPr>
                <a:xfrm>
                  <a:off x="6928496" y="4213562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37" name="pl4037">
                  <a:extLst>
                    <a:ext uri="{FF2B5EF4-FFF2-40B4-BE49-F238E27FC236}">
                      <a16:creationId xmlns:a16="http://schemas.microsoft.com/office/drawing/2014/main" id="{2EB4E630-4284-BE94-F48F-CF1A1F0874AB}"/>
                    </a:ext>
                  </a:extLst>
                </p:cNvPr>
                <p:cNvSpPr/>
                <p:nvPr/>
              </p:nvSpPr>
              <p:spPr>
                <a:xfrm>
                  <a:off x="6928496" y="3940156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38" name="pl4038">
                  <a:extLst>
                    <a:ext uri="{FF2B5EF4-FFF2-40B4-BE49-F238E27FC236}">
                      <a16:creationId xmlns:a16="http://schemas.microsoft.com/office/drawing/2014/main" id="{75770014-6340-6061-AB73-53836F385482}"/>
                    </a:ext>
                  </a:extLst>
                </p:cNvPr>
                <p:cNvSpPr/>
                <p:nvPr/>
              </p:nvSpPr>
              <p:spPr>
                <a:xfrm>
                  <a:off x="6928496" y="3666751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0" y="0"/>
                      </a:moveTo>
                      <a:lnTo>
                        <a:pt x="43891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39" name="pl4039">
                  <a:extLst>
                    <a:ext uri="{FF2B5EF4-FFF2-40B4-BE49-F238E27FC236}">
                      <a16:creationId xmlns:a16="http://schemas.microsoft.com/office/drawing/2014/main" id="{2F2A44FE-13EC-63C3-3D18-F087EECD4EB3}"/>
                    </a:ext>
                  </a:extLst>
                </p:cNvPr>
                <p:cNvSpPr/>
                <p:nvPr/>
              </p:nvSpPr>
              <p:spPr>
                <a:xfrm>
                  <a:off x="6752931" y="4760373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0" name="pl4040">
                  <a:extLst>
                    <a:ext uri="{FF2B5EF4-FFF2-40B4-BE49-F238E27FC236}">
                      <a16:creationId xmlns:a16="http://schemas.microsoft.com/office/drawing/2014/main" id="{8B28BFCB-939D-C334-0383-4C0963B0DE6C}"/>
                    </a:ext>
                  </a:extLst>
                </p:cNvPr>
                <p:cNvSpPr/>
                <p:nvPr/>
              </p:nvSpPr>
              <p:spPr>
                <a:xfrm>
                  <a:off x="6752931" y="4486967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1" name="pl4041">
                  <a:extLst>
                    <a:ext uri="{FF2B5EF4-FFF2-40B4-BE49-F238E27FC236}">
                      <a16:creationId xmlns:a16="http://schemas.microsoft.com/office/drawing/2014/main" id="{9DEE4770-A1C4-1C67-7827-F33A7FB51CFE}"/>
                    </a:ext>
                  </a:extLst>
                </p:cNvPr>
                <p:cNvSpPr/>
                <p:nvPr/>
              </p:nvSpPr>
              <p:spPr>
                <a:xfrm>
                  <a:off x="6752931" y="4213562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2" name="pl4042">
                  <a:extLst>
                    <a:ext uri="{FF2B5EF4-FFF2-40B4-BE49-F238E27FC236}">
                      <a16:creationId xmlns:a16="http://schemas.microsoft.com/office/drawing/2014/main" id="{FCD95709-477D-3A50-9ED7-FED1FE525606}"/>
                    </a:ext>
                  </a:extLst>
                </p:cNvPr>
                <p:cNvSpPr/>
                <p:nvPr/>
              </p:nvSpPr>
              <p:spPr>
                <a:xfrm>
                  <a:off x="6752931" y="3940156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3" name="pl4043">
                  <a:extLst>
                    <a:ext uri="{FF2B5EF4-FFF2-40B4-BE49-F238E27FC236}">
                      <a16:creationId xmlns:a16="http://schemas.microsoft.com/office/drawing/2014/main" id="{D6513DDA-DE0F-B633-5365-7C90E5C2BC6C}"/>
                    </a:ext>
                  </a:extLst>
                </p:cNvPr>
                <p:cNvSpPr/>
                <p:nvPr/>
              </p:nvSpPr>
              <p:spPr>
                <a:xfrm>
                  <a:off x="6752931" y="3666751"/>
                  <a:ext cx="43891" cy="0"/>
                </a:xfrm>
                <a:custGeom>
                  <a:avLst/>
                  <a:gdLst/>
                  <a:ahLst/>
                  <a:cxnLst/>
                  <a:rect l="0" t="0" r="0" b="0"/>
                  <a:pathLst>
                    <a:path w="43891">
                      <a:moveTo>
                        <a:pt x="43891" y="0"/>
                      </a:moveTo>
                      <a:lnTo>
                        <a:pt x="0" y="0"/>
                      </a:lnTo>
                    </a:path>
                  </a:pathLst>
                </a:custGeom>
                <a:ln w="4762" cap="flat">
                  <a:solidFill>
                    <a:srgbClr val="FFFFFF">
                      <a:alpha val="100000"/>
                    </a:srgbClr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/>
                </a:p>
              </p:txBody>
            </p:sp>
            <p:sp>
              <p:nvSpPr>
                <p:cNvPr id="4044" name="tx4044">
                  <a:extLst>
                    <a:ext uri="{FF2B5EF4-FFF2-40B4-BE49-F238E27FC236}">
                      <a16:creationId xmlns:a16="http://schemas.microsoft.com/office/drawing/2014/main" id="{DC17F245-8501-5179-7419-17B6B13B140C}"/>
                    </a:ext>
                  </a:extLst>
                </p:cNvPr>
                <p:cNvSpPr/>
                <p:nvPr/>
              </p:nvSpPr>
              <p:spPr>
                <a:xfrm>
                  <a:off x="7041976" y="4720322"/>
                  <a:ext cx="62179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0</a:t>
                  </a:r>
                </a:p>
              </p:txBody>
            </p:sp>
            <p:sp>
              <p:nvSpPr>
                <p:cNvPr id="4045" name="tx4045">
                  <a:extLst>
                    <a:ext uri="{FF2B5EF4-FFF2-40B4-BE49-F238E27FC236}">
                      <a16:creationId xmlns:a16="http://schemas.microsoft.com/office/drawing/2014/main" id="{44E0715F-A945-0B13-FC66-BE4C9AED5903}"/>
                    </a:ext>
                  </a:extLst>
                </p:cNvPr>
                <p:cNvSpPr/>
                <p:nvPr/>
              </p:nvSpPr>
              <p:spPr>
                <a:xfrm>
                  <a:off x="7041976" y="4446917"/>
                  <a:ext cx="62179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1</a:t>
                  </a:r>
                </a:p>
              </p:txBody>
            </p:sp>
            <p:sp>
              <p:nvSpPr>
                <p:cNvPr id="4046" name="tx4046">
                  <a:extLst>
                    <a:ext uri="{FF2B5EF4-FFF2-40B4-BE49-F238E27FC236}">
                      <a16:creationId xmlns:a16="http://schemas.microsoft.com/office/drawing/2014/main" id="{806408CF-AFA8-A43C-A631-A2A8EF418B42}"/>
                    </a:ext>
                  </a:extLst>
                </p:cNvPr>
                <p:cNvSpPr/>
                <p:nvPr/>
              </p:nvSpPr>
              <p:spPr>
                <a:xfrm>
                  <a:off x="7041976" y="4173511"/>
                  <a:ext cx="62179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2</a:t>
                  </a:r>
                </a:p>
              </p:txBody>
            </p:sp>
            <p:sp>
              <p:nvSpPr>
                <p:cNvPr id="4047" name="tx4047">
                  <a:extLst>
                    <a:ext uri="{FF2B5EF4-FFF2-40B4-BE49-F238E27FC236}">
                      <a16:creationId xmlns:a16="http://schemas.microsoft.com/office/drawing/2014/main" id="{835B7C04-23E6-5743-C977-284D90B934A3}"/>
                    </a:ext>
                  </a:extLst>
                </p:cNvPr>
                <p:cNvSpPr/>
                <p:nvPr/>
              </p:nvSpPr>
              <p:spPr>
                <a:xfrm>
                  <a:off x="7041976" y="3900105"/>
                  <a:ext cx="62179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3</a:t>
                  </a:r>
                </a:p>
              </p:txBody>
            </p:sp>
            <p:sp>
              <p:nvSpPr>
                <p:cNvPr id="4048" name="tx4048">
                  <a:extLst>
                    <a:ext uri="{FF2B5EF4-FFF2-40B4-BE49-F238E27FC236}">
                      <a16:creationId xmlns:a16="http://schemas.microsoft.com/office/drawing/2014/main" id="{2E756621-A228-8078-8795-4A6476057DAB}"/>
                    </a:ext>
                  </a:extLst>
                </p:cNvPr>
                <p:cNvSpPr/>
                <p:nvPr/>
              </p:nvSpPr>
              <p:spPr>
                <a:xfrm>
                  <a:off x="7041976" y="3626700"/>
                  <a:ext cx="62179" cy="8010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88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88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4</a:t>
                  </a:r>
                </a:p>
              </p:txBody>
            </p:sp>
            <p:sp>
              <p:nvSpPr>
                <p:cNvPr id="4049" name="tx4049">
                  <a:extLst>
                    <a:ext uri="{FF2B5EF4-FFF2-40B4-BE49-F238E27FC236}">
                      <a16:creationId xmlns:a16="http://schemas.microsoft.com/office/drawing/2014/main" id="{0FE1D357-007C-0556-E54B-8F025853DED7}"/>
                    </a:ext>
                  </a:extLst>
                </p:cNvPr>
                <p:cNvSpPr/>
                <p:nvPr/>
              </p:nvSpPr>
              <p:spPr>
                <a:xfrm>
                  <a:off x="2201917" y="1669789"/>
                  <a:ext cx="2541117" cy="2186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24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240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Genomic Offset to </a:t>
                  </a:r>
                </a:p>
              </p:txBody>
            </p:sp>
            <p:sp>
              <p:nvSpPr>
                <p:cNvPr id="4050" name="tx4050">
                  <a:extLst>
                    <a:ext uri="{FF2B5EF4-FFF2-40B4-BE49-F238E27FC236}">
                      <a16:creationId xmlns:a16="http://schemas.microsoft.com/office/drawing/2014/main" id="{3D86B66C-2621-7567-8398-07F836771C71}"/>
                    </a:ext>
                  </a:extLst>
                </p:cNvPr>
                <p:cNvSpPr/>
                <p:nvPr/>
              </p:nvSpPr>
              <p:spPr>
                <a:xfrm>
                  <a:off x="2201917" y="1998973"/>
                  <a:ext cx="2218883" cy="2186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anchor="ctr" anchorCtr="1"/>
                <a:lstStyle/>
                <a:p>
                  <a:pPr marL="0" marR="0" indent="0" algn="l">
                    <a:lnSpc>
                      <a:spcPts val="2400"/>
                    </a:lnSpc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sz="2400" dirty="0">
                      <a:solidFill>
                        <a:srgbClr val="000000">
                          <a:alpha val="100000"/>
                        </a:srgbClr>
                      </a:solidFill>
                      <a:latin typeface="Helvetica"/>
                      <a:cs typeface="Helvetica"/>
                    </a:rPr>
                    <a:t>Lewisetta (RDA)</a:t>
                  </a:r>
                </a:p>
              </p:txBody>
            </p:sp>
          </p:grpSp>
          <p:grpSp>
            <p:nvGrpSpPr>
              <p:cNvPr id="5472" name="Group 5471">
                <a:extLst>
                  <a:ext uri="{FF2B5EF4-FFF2-40B4-BE49-F238E27FC236}">
                    <a16:creationId xmlns:a16="http://schemas.microsoft.com/office/drawing/2014/main" id="{11265821-E00B-BD2C-EC22-7E0B2E40F097}"/>
                  </a:ext>
                </a:extLst>
              </p:cNvPr>
              <p:cNvGrpSpPr/>
              <p:nvPr/>
            </p:nvGrpSpPr>
            <p:grpSpPr>
              <a:xfrm>
                <a:off x="1867646" y="908720"/>
                <a:ext cx="3111250" cy="1755576"/>
                <a:chOff x="1867646" y="908720"/>
                <a:chExt cx="3111250" cy="1755576"/>
              </a:xfrm>
            </p:grpSpPr>
            <p:grpSp>
              <p:nvGrpSpPr>
                <p:cNvPr id="4051" name="Content Placeholder 2">
                  <a:extLst>
                    <a:ext uri="{FF2B5EF4-FFF2-40B4-BE49-F238E27FC236}">
                      <a16:creationId xmlns:a16="http://schemas.microsoft.com/office/drawing/2014/main" id="{7B0507B4-01C1-26C5-DCEA-D7FD999C52CD}"/>
                    </a:ext>
                  </a:extLst>
                </p:cNvPr>
                <p:cNvGrpSpPr/>
                <p:nvPr/>
              </p:nvGrpSpPr>
              <p:grpSpPr>
                <a:xfrm>
                  <a:off x="1867646" y="908720"/>
                  <a:ext cx="2128290" cy="1737361"/>
                  <a:chOff x="2267112" y="1853931"/>
                  <a:chExt cx="4612783" cy="3647963"/>
                </a:xfrm>
              </p:grpSpPr>
              <p:sp>
                <p:nvSpPr>
                  <p:cNvPr id="4054" name="rc5">
                    <a:extLst>
                      <a:ext uri="{FF2B5EF4-FFF2-40B4-BE49-F238E27FC236}">
                        <a16:creationId xmlns:a16="http://schemas.microsoft.com/office/drawing/2014/main" id="{041FB983-9803-BDF3-D5BB-33364FFED937}"/>
                      </a:ext>
                    </a:extLst>
                  </p:cNvPr>
                  <p:cNvSpPr/>
                  <p:nvPr/>
                </p:nvSpPr>
                <p:spPr>
                  <a:xfrm>
                    <a:off x="2486081" y="1853933"/>
                    <a:ext cx="3965592" cy="3647961"/>
                  </a:xfrm>
                  <a:prstGeom prst="rect">
                    <a:avLst/>
                  </a:prstGeom>
                  <a:solidFill>
                    <a:srgbClr val="F0F8FF">
                      <a:alpha val="100000"/>
                    </a:srgbClr>
                  </a:solidFill>
                </p:spPr>
                <p:txBody>
                  <a:bodyPr/>
                  <a:lstStyle/>
                  <a:p>
                    <a:endParaRPr dirty="0"/>
                  </a:p>
                </p:txBody>
              </p:sp>
              <p:sp>
                <p:nvSpPr>
                  <p:cNvPr id="4078" name="pg29">
                    <a:extLst>
                      <a:ext uri="{FF2B5EF4-FFF2-40B4-BE49-F238E27FC236}">
                        <a16:creationId xmlns:a16="http://schemas.microsoft.com/office/drawing/2014/main" id="{97780754-1094-9E96-7EC1-FE51A58EEE39}"/>
                      </a:ext>
                    </a:extLst>
                  </p:cNvPr>
                  <p:cNvSpPr/>
                  <p:nvPr/>
                </p:nvSpPr>
                <p:spPr>
                  <a:xfrm>
                    <a:off x="4089798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AC5AC">
                      <a:alpha val="100000"/>
                    </a:srgbClr>
                  </a:solidFill>
                  <a:ln w="5420" cap="flat">
                    <a:solidFill>
                      <a:srgbClr val="5FCD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79" name="pg30">
                    <a:extLst>
                      <a:ext uri="{FF2B5EF4-FFF2-40B4-BE49-F238E27FC236}">
                        <a16:creationId xmlns:a16="http://schemas.microsoft.com/office/drawing/2014/main" id="{ED2FFFEB-B9B2-5FEC-EAE1-0D72ACEEBEFC}"/>
                      </a:ext>
                    </a:extLst>
                  </p:cNvPr>
                  <p:cNvSpPr/>
                  <p:nvPr/>
                </p:nvSpPr>
                <p:spPr>
                  <a:xfrm>
                    <a:off x="4171236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AC4AC">
                      <a:alpha val="100000"/>
                    </a:srgbClr>
                  </a:solidFill>
                  <a:ln w="5420" cap="flat">
                    <a:solidFill>
                      <a:srgbClr val="5FCC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80" name="pg31">
                    <a:extLst>
                      <a:ext uri="{FF2B5EF4-FFF2-40B4-BE49-F238E27FC236}">
                        <a16:creationId xmlns:a16="http://schemas.microsoft.com/office/drawing/2014/main" id="{3582AEE6-BF5E-8012-F221-5D37C123470D}"/>
                      </a:ext>
                    </a:extLst>
                  </p:cNvPr>
                  <p:cNvSpPr/>
                  <p:nvPr/>
                </p:nvSpPr>
                <p:spPr>
                  <a:xfrm>
                    <a:off x="4252673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9C3AC">
                      <a:alpha val="100000"/>
                    </a:srgbClr>
                  </a:solidFill>
                  <a:ln w="5420" cap="flat">
                    <a:solidFill>
                      <a:srgbClr val="5ECB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81" name="pg32">
                    <a:extLst>
                      <a:ext uri="{FF2B5EF4-FFF2-40B4-BE49-F238E27FC236}">
                        <a16:creationId xmlns:a16="http://schemas.microsoft.com/office/drawing/2014/main" id="{E3D44081-F674-0AB6-8B69-AED59453D859}"/>
                      </a:ext>
                    </a:extLst>
                  </p:cNvPr>
                  <p:cNvSpPr/>
                  <p:nvPr/>
                </p:nvSpPr>
                <p:spPr>
                  <a:xfrm>
                    <a:off x="4334110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5BDAB">
                      <a:alpha val="100000"/>
                    </a:srgbClr>
                  </a:solidFill>
                  <a:ln w="5420" cap="flat">
                    <a:solidFill>
                      <a:srgbClr val="5BC6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82" name="pg33">
                    <a:extLst>
                      <a:ext uri="{FF2B5EF4-FFF2-40B4-BE49-F238E27FC236}">
                        <a16:creationId xmlns:a16="http://schemas.microsoft.com/office/drawing/2014/main" id="{14B8EA56-FDEC-CE12-7C86-594B49F6799C}"/>
                      </a:ext>
                    </a:extLst>
                  </p:cNvPr>
                  <p:cNvSpPr/>
                  <p:nvPr/>
                </p:nvSpPr>
                <p:spPr>
                  <a:xfrm>
                    <a:off x="4415547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2B9AB">
                      <a:alpha val="100000"/>
                    </a:srgbClr>
                  </a:solidFill>
                  <a:ln w="5420" cap="flat">
                    <a:solidFill>
                      <a:srgbClr val="59C3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83" name="pg34">
                    <a:extLst>
                      <a:ext uri="{FF2B5EF4-FFF2-40B4-BE49-F238E27FC236}">
                        <a16:creationId xmlns:a16="http://schemas.microsoft.com/office/drawing/2014/main" id="{52EAE1ED-1D43-C2F7-5A3D-A1D6F855DB26}"/>
                      </a:ext>
                    </a:extLst>
                  </p:cNvPr>
                  <p:cNvSpPr/>
                  <p:nvPr/>
                </p:nvSpPr>
                <p:spPr>
                  <a:xfrm>
                    <a:off x="4496984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EB4AB">
                      <a:alpha val="100000"/>
                    </a:srgbClr>
                  </a:solidFill>
                  <a:ln w="5420" cap="flat">
                    <a:solidFill>
                      <a:srgbClr val="56BE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84" name="pg35">
                    <a:extLst>
                      <a:ext uri="{FF2B5EF4-FFF2-40B4-BE49-F238E27FC236}">
                        <a16:creationId xmlns:a16="http://schemas.microsoft.com/office/drawing/2014/main" id="{5F01A7A5-09BA-3791-3EF0-8BFF402C51A7}"/>
                      </a:ext>
                    </a:extLst>
                  </p:cNvPr>
                  <p:cNvSpPr/>
                  <p:nvPr/>
                </p:nvSpPr>
                <p:spPr>
                  <a:xfrm>
                    <a:off x="4578421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BAFAB">
                      <a:alpha val="100000"/>
                    </a:srgbClr>
                  </a:solidFill>
                  <a:ln w="5420" cap="flat">
                    <a:solidFill>
                      <a:srgbClr val="53BA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85" name="pg36">
                    <a:extLst>
                      <a:ext uri="{FF2B5EF4-FFF2-40B4-BE49-F238E27FC236}">
                        <a16:creationId xmlns:a16="http://schemas.microsoft.com/office/drawing/2014/main" id="{1592D194-6CBD-F4B1-62F7-46598A9B05C7}"/>
                      </a:ext>
                    </a:extLst>
                  </p:cNvPr>
                  <p:cNvSpPr/>
                  <p:nvPr/>
                </p:nvSpPr>
                <p:spPr>
                  <a:xfrm>
                    <a:off x="4659858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7ABAA">
                      <a:alpha val="100000"/>
                    </a:srgbClr>
                  </a:solidFill>
                  <a:ln w="5420" cap="flat">
                    <a:solidFill>
                      <a:srgbClr val="50B6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86" name="pg37">
                    <a:extLst>
                      <a:ext uri="{FF2B5EF4-FFF2-40B4-BE49-F238E27FC236}">
                        <a16:creationId xmlns:a16="http://schemas.microsoft.com/office/drawing/2014/main" id="{1E636072-FE7E-217B-C01F-601C72FE1A07}"/>
                      </a:ext>
                    </a:extLst>
                  </p:cNvPr>
                  <p:cNvSpPr/>
                  <p:nvPr/>
                </p:nvSpPr>
                <p:spPr>
                  <a:xfrm>
                    <a:off x="5067044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6A9">
                      <a:alpha val="100000"/>
                    </a:srgbClr>
                  </a:solidFill>
                  <a:ln w="5420" cap="flat">
                    <a:solidFill>
                      <a:srgbClr val="40A3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87" name="pg38">
                    <a:extLst>
                      <a:ext uri="{FF2B5EF4-FFF2-40B4-BE49-F238E27FC236}">
                        <a16:creationId xmlns:a16="http://schemas.microsoft.com/office/drawing/2014/main" id="{3F2B7AAE-EA30-598F-B0BF-50BC0EBCFBD3}"/>
                      </a:ext>
                    </a:extLst>
                  </p:cNvPr>
                  <p:cNvSpPr/>
                  <p:nvPr/>
                </p:nvSpPr>
                <p:spPr>
                  <a:xfrm>
                    <a:off x="5148481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88" name="pg39">
                    <a:extLst>
                      <a:ext uri="{FF2B5EF4-FFF2-40B4-BE49-F238E27FC236}">
                        <a16:creationId xmlns:a16="http://schemas.microsoft.com/office/drawing/2014/main" id="{244D73CB-36B7-ED6F-F563-2CD69875D49E}"/>
                      </a:ext>
                    </a:extLst>
                  </p:cNvPr>
                  <p:cNvSpPr/>
                  <p:nvPr/>
                </p:nvSpPr>
                <p:spPr>
                  <a:xfrm>
                    <a:off x="5229918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BA7">
                      <a:alpha val="100000"/>
                    </a:srgbClr>
                  </a:solidFill>
                  <a:ln w="5420" cap="flat">
                    <a:solidFill>
                      <a:srgbClr val="389B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89" name="pg40">
                    <a:extLst>
                      <a:ext uri="{FF2B5EF4-FFF2-40B4-BE49-F238E27FC236}">
                        <a16:creationId xmlns:a16="http://schemas.microsoft.com/office/drawing/2014/main" id="{21B580A1-9B2D-7A3E-98DF-3A0846E9269D}"/>
                      </a:ext>
                    </a:extLst>
                  </p:cNvPr>
                  <p:cNvSpPr/>
                  <p:nvPr/>
                </p:nvSpPr>
                <p:spPr>
                  <a:xfrm>
                    <a:off x="5311355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8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90" name="pg41">
                    <a:extLst>
                      <a:ext uri="{FF2B5EF4-FFF2-40B4-BE49-F238E27FC236}">
                        <a16:creationId xmlns:a16="http://schemas.microsoft.com/office/drawing/2014/main" id="{76F9C8D5-61A0-D9E6-93BB-383D504C32ED}"/>
                      </a:ext>
                    </a:extLst>
                  </p:cNvPr>
                  <p:cNvSpPr/>
                  <p:nvPr/>
                </p:nvSpPr>
                <p:spPr>
                  <a:xfrm>
                    <a:off x="5392793" y="18598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91" name="pg42">
                    <a:extLst>
                      <a:ext uri="{FF2B5EF4-FFF2-40B4-BE49-F238E27FC236}">
                        <a16:creationId xmlns:a16="http://schemas.microsoft.com/office/drawing/2014/main" id="{5052B8AF-39FD-8125-45BC-213B80513E51}"/>
                      </a:ext>
                    </a:extLst>
                  </p:cNvPr>
                  <p:cNvSpPr/>
                  <p:nvPr/>
                </p:nvSpPr>
                <p:spPr>
                  <a:xfrm>
                    <a:off x="3682613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7C0AB">
                      <a:alpha val="100000"/>
                    </a:srgbClr>
                  </a:solidFill>
                  <a:ln w="5420" cap="flat">
                    <a:solidFill>
                      <a:srgbClr val="5CC8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92" name="pg43">
                    <a:extLst>
                      <a:ext uri="{FF2B5EF4-FFF2-40B4-BE49-F238E27FC236}">
                        <a16:creationId xmlns:a16="http://schemas.microsoft.com/office/drawing/2014/main" id="{B22265C9-CA74-279D-A85E-014CE56E3FC0}"/>
                      </a:ext>
                    </a:extLst>
                  </p:cNvPr>
                  <p:cNvSpPr/>
                  <p:nvPr/>
                </p:nvSpPr>
                <p:spPr>
                  <a:xfrm>
                    <a:off x="3764050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8C2AC">
                      <a:alpha val="100000"/>
                    </a:srgbClr>
                  </a:solidFill>
                  <a:ln w="5420" cap="flat">
                    <a:solidFill>
                      <a:srgbClr val="5ECB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93" name="pg44">
                    <a:extLst>
                      <a:ext uri="{FF2B5EF4-FFF2-40B4-BE49-F238E27FC236}">
                        <a16:creationId xmlns:a16="http://schemas.microsoft.com/office/drawing/2014/main" id="{5849256B-2E6E-C52F-8C81-738688CB7D3C}"/>
                      </a:ext>
                    </a:extLst>
                  </p:cNvPr>
                  <p:cNvSpPr/>
                  <p:nvPr/>
                </p:nvSpPr>
                <p:spPr>
                  <a:xfrm>
                    <a:off x="3845487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AC5AC">
                      <a:alpha val="100000"/>
                    </a:srgbClr>
                  </a:solidFill>
                  <a:ln w="5420" cap="flat">
                    <a:solidFill>
                      <a:srgbClr val="5FCD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94" name="pg45">
                    <a:extLst>
                      <a:ext uri="{FF2B5EF4-FFF2-40B4-BE49-F238E27FC236}">
                        <a16:creationId xmlns:a16="http://schemas.microsoft.com/office/drawing/2014/main" id="{C1AD86BC-FCF8-6286-F414-9BFFF03A888C}"/>
                      </a:ext>
                    </a:extLst>
                  </p:cNvPr>
                  <p:cNvSpPr/>
                  <p:nvPr/>
                </p:nvSpPr>
                <p:spPr>
                  <a:xfrm>
                    <a:off x="3926924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CC8AC">
                      <a:alpha val="100000"/>
                    </a:srgbClr>
                  </a:solidFill>
                  <a:ln w="5420" cap="flat">
                    <a:solidFill>
                      <a:srgbClr val="66D0A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95" name="pg46">
                    <a:extLst>
                      <a:ext uri="{FF2B5EF4-FFF2-40B4-BE49-F238E27FC236}">
                        <a16:creationId xmlns:a16="http://schemas.microsoft.com/office/drawing/2014/main" id="{3D3A304B-C259-86D6-ED41-C135E62CA099}"/>
                      </a:ext>
                    </a:extLst>
                  </p:cNvPr>
                  <p:cNvSpPr/>
                  <p:nvPr/>
                </p:nvSpPr>
                <p:spPr>
                  <a:xfrm>
                    <a:off x="4008361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ECBAC">
                      <a:alpha val="100000"/>
                    </a:srgbClr>
                  </a:solidFill>
                  <a:ln w="5420" cap="flat">
                    <a:solidFill>
                      <a:srgbClr val="6DD1B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96" name="pg47">
                    <a:extLst>
                      <a:ext uri="{FF2B5EF4-FFF2-40B4-BE49-F238E27FC236}">
                        <a16:creationId xmlns:a16="http://schemas.microsoft.com/office/drawing/2014/main" id="{A9D33D03-6815-A1DF-0B05-931687C172A7}"/>
                      </a:ext>
                    </a:extLst>
                  </p:cNvPr>
                  <p:cNvSpPr/>
                  <p:nvPr/>
                </p:nvSpPr>
                <p:spPr>
                  <a:xfrm>
                    <a:off x="4089798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FCCAC">
                      <a:alpha val="100000"/>
                    </a:srgbClr>
                  </a:solidFill>
                  <a:ln w="5420" cap="flat">
                    <a:solidFill>
                      <a:srgbClr val="6ED2B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97" name="pg48">
                    <a:extLst>
                      <a:ext uri="{FF2B5EF4-FFF2-40B4-BE49-F238E27FC236}">
                        <a16:creationId xmlns:a16="http://schemas.microsoft.com/office/drawing/2014/main" id="{D3A2CFF9-05CB-DA9A-6045-E991B61B7F9B}"/>
                      </a:ext>
                    </a:extLst>
                  </p:cNvPr>
                  <p:cNvSpPr/>
                  <p:nvPr/>
                </p:nvSpPr>
                <p:spPr>
                  <a:xfrm>
                    <a:off x="4171236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FCCAC">
                      <a:alpha val="100000"/>
                    </a:srgbClr>
                  </a:solidFill>
                  <a:ln w="5420" cap="flat">
                    <a:solidFill>
                      <a:srgbClr val="6FD2B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98" name="pg49">
                    <a:extLst>
                      <a:ext uri="{FF2B5EF4-FFF2-40B4-BE49-F238E27FC236}">
                        <a16:creationId xmlns:a16="http://schemas.microsoft.com/office/drawing/2014/main" id="{09A5417F-3BB3-1464-9A4C-C46D404ECF97}"/>
                      </a:ext>
                    </a:extLst>
                  </p:cNvPr>
                  <p:cNvSpPr/>
                  <p:nvPr/>
                </p:nvSpPr>
                <p:spPr>
                  <a:xfrm>
                    <a:off x="4252673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ECBAC">
                      <a:alpha val="100000"/>
                    </a:srgbClr>
                  </a:solidFill>
                  <a:ln w="5420" cap="flat">
                    <a:solidFill>
                      <a:srgbClr val="6DD1B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099" name="pg50">
                    <a:extLst>
                      <a:ext uri="{FF2B5EF4-FFF2-40B4-BE49-F238E27FC236}">
                        <a16:creationId xmlns:a16="http://schemas.microsoft.com/office/drawing/2014/main" id="{DDA1BCDC-91AD-8C76-BF57-805BEBFADBDB}"/>
                      </a:ext>
                    </a:extLst>
                  </p:cNvPr>
                  <p:cNvSpPr/>
                  <p:nvPr/>
                </p:nvSpPr>
                <p:spPr>
                  <a:xfrm>
                    <a:off x="4334110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AC4AC">
                      <a:alpha val="100000"/>
                    </a:srgbClr>
                  </a:solidFill>
                  <a:ln w="5420" cap="flat">
                    <a:solidFill>
                      <a:srgbClr val="5FCC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00" name="pg51">
                    <a:extLst>
                      <a:ext uri="{FF2B5EF4-FFF2-40B4-BE49-F238E27FC236}">
                        <a16:creationId xmlns:a16="http://schemas.microsoft.com/office/drawing/2014/main" id="{5F1A5CD1-3511-C9A6-DBD3-8CE3606DCCA6}"/>
                      </a:ext>
                    </a:extLst>
                  </p:cNvPr>
                  <p:cNvSpPr/>
                  <p:nvPr/>
                </p:nvSpPr>
                <p:spPr>
                  <a:xfrm>
                    <a:off x="4415547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6BFAB">
                      <a:alpha val="100000"/>
                    </a:srgbClr>
                  </a:solidFill>
                  <a:ln w="5420" cap="flat">
                    <a:solidFill>
                      <a:srgbClr val="5CC7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01" name="pg52">
                    <a:extLst>
                      <a:ext uri="{FF2B5EF4-FFF2-40B4-BE49-F238E27FC236}">
                        <a16:creationId xmlns:a16="http://schemas.microsoft.com/office/drawing/2014/main" id="{3A05CD5B-DD8C-D98D-5B4A-EF52271F70F8}"/>
                      </a:ext>
                    </a:extLst>
                  </p:cNvPr>
                  <p:cNvSpPr/>
                  <p:nvPr/>
                </p:nvSpPr>
                <p:spPr>
                  <a:xfrm>
                    <a:off x="4496984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2B8AB">
                      <a:alpha val="100000"/>
                    </a:srgbClr>
                  </a:solidFill>
                  <a:ln w="5420" cap="flat">
                    <a:solidFill>
                      <a:srgbClr val="58C2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02" name="pg53">
                    <a:extLst>
                      <a:ext uri="{FF2B5EF4-FFF2-40B4-BE49-F238E27FC236}">
                        <a16:creationId xmlns:a16="http://schemas.microsoft.com/office/drawing/2014/main" id="{13B63F57-96AF-8685-240E-B49B6A198971}"/>
                      </a:ext>
                    </a:extLst>
                  </p:cNvPr>
                  <p:cNvSpPr/>
                  <p:nvPr/>
                </p:nvSpPr>
                <p:spPr>
                  <a:xfrm>
                    <a:off x="4578421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DB2AB">
                      <a:alpha val="100000"/>
                    </a:srgbClr>
                  </a:solidFill>
                  <a:ln w="5420" cap="flat">
                    <a:solidFill>
                      <a:srgbClr val="55BD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03" name="pg54">
                    <a:extLst>
                      <a:ext uri="{FF2B5EF4-FFF2-40B4-BE49-F238E27FC236}">
                        <a16:creationId xmlns:a16="http://schemas.microsoft.com/office/drawing/2014/main" id="{34950A2B-64AB-5DA2-C63A-BCEFA7558420}"/>
                      </a:ext>
                    </a:extLst>
                  </p:cNvPr>
                  <p:cNvSpPr/>
                  <p:nvPr/>
                </p:nvSpPr>
                <p:spPr>
                  <a:xfrm>
                    <a:off x="4985607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9BA9">
                      <a:alpha val="100000"/>
                    </a:srgbClr>
                  </a:solidFill>
                  <a:ln w="5420" cap="flat">
                    <a:solidFill>
                      <a:srgbClr val="45A8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04" name="pg55">
                    <a:extLst>
                      <a:ext uri="{FF2B5EF4-FFF2-40B4-BE49-F238E27FC236}">
                        <a16:creationId xmlns:a16="http://schemas.microsoft.com/office/drawing/2014/main" id="{2E323187-1685-5794-E9A4-7E29AD4CDEA0}"/>
                      </a:ext>
                    </a:extLst>
                  </p:cNvPr>
                  <p:cNvSpPr/>
                  <p:nvPr/>
                </p:nvSpPr>
                <p:spPr>
                  <a:xfrm>
                    <a:off x="5067044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8A9">
                      <a:alpha val="100000"/>
                    </a:srgbClr>
                  </a:solidFill>
                  <a:ln w="5420" cap="flat">
                    <a:solidFill>
                      <a:srgbClr val="42A5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05" name="pg56">
                    <a:extLst>
                      <a:ext uri="{FF2B5EF4-FFF2-40B4-BE49-F238E27FC236}">
                        <a16:creationId xmlns:a16="http://schemas.microsoft.com/office/drawing/2014/main" id="{0F99AF7C-5041-E622-10F6-5C2F9FA175B0}"/>
                      </a:ext>
                    </a:extLst>
                  </p:cNvPr>
                  <p:cNvSpPr/>
                  <p:nvPr/>
                </p:nvSpPr>
                <p:spPr>
                  <a:xfrm>
                    <a:off x="5148481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06" name="pg57">
                    <a:extLst>
                      <a:ext uri="{FF2B5EF4-FFF2-40B4-BE49-F238E27FC236}">
                        <a16:creationId xmlns:a16="http://schemas.microsoft.com/office/drawing/2014/main" id="{59206D78-E66F-28D1-4E1B-21ECE9CC52ED}"/>
                      </a:ext>
                    </a:extLst>
                  </p:cNvPr>
                  <p:cNvSpPr/>
                  <p:nvPr/>
                </p:nvSpPr>
                <p:spPr>
                  <a:xfrm>
                    <a:off x="5229918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EA7">
                      <a:alpha val="100000"/>
                    </a:srgbClr>
                  </a:solidFill>
                  <a:ln w="5420" cap="flat">
                    <a:solidFill>
                      <a:srgbClr val="3A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07" name="pg58">
                    <a:extLst>
                      <a:ext uri="{FF2B5EF4-FFF2-40B4-BE49-F238E27FC236}">
                        <a16:creationId xmlns:a16="http://schemas.microsoft.com/office/drawing/2014/main" id="{7D1AF1E6-947B-AC76-6CDC-50FA26358063}"/>
                      </a:ext>
                    </a:extLst>
                  </p:cNvPr>
                  <p:cNvSpPr/>
                  <p:nvPr/>
                </p:nvSpPr>
                <p:spPr>
                  <a:xfrm>
                    <a:off x="5311355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AA6">
                      <a:alpha val="100000"/>
                    </a:srgbClr>
                  </a:solidFill>
                  <a:ln w="5420" cap="flat">
                    <a:solidFill>
                      <a:srgbClr val="38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08" name="pg59">
                    <a:extLst>
                      <a:ext uri="{FF2B5EF4-FFF2-40B4-BE49-F238E27FC236}">
                        <a16:creationId xmlns:a16="http://schemas.microsoft.com/office/drawing/2014/main" id="{6D0603C5-4B73-D080-4D5F-A6C3365C39E8}"/>
                      </a:ext>
                    </a:extLst>
                  </p:cNvPr>
                  <p:cNvSpPr/>
                  <p:nvPr/>
                </p:nvSpPr>
                <p:spPr>
                  <a:xfrm>
                    <a:off x="5392793" y="19631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09" name="pg60">
                    <a:extLst>
                      <a:ext uri="{FF2B5EF4-FFF2-40B4-BE49-F238E27FC236}">
                        <a16:creationId xmlns:a16="http://schemas.microsoft.com/office/drawing/2014/main" id="{F7FAB65A-8CEF-7073-3D0F-7BF939E65E31}"/>
                      </a:ext>
                    </a:extLst>
                  </p:cNvPr>
                  <p:cNvSpPr/>
                  <p:nvPr/>
                </p:nvSpPr>
                <p:spPr>
                  <a:xfrm>
                    <a:off x="3601176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6BFAB">
                      <a:alpha val="100000"/>
                    </a:srgbClr>
                  </a:solidFill>
                  <a:ln w="5420" cap="flat">
                    <a:solidFill>
                      <a:srgbClr val="5CC8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10" name="pg61">
                    <a:extLst>
                      <a:ext uri="{FF2B5EF4-FFF2-40B4-BE49-F238E27FC236}">
                        <a16:creationId xmlns:a16="http://schemas.microsoft.com/office/drawing/2014/main" id="{ECF44146-84F6-FC1B-6FE4-8DEBC5182F92}"/>
                      </a:ext>
                    </a:extLst>
                  </p:cNvPr>
                  <p:cNvSpPr/>
                  <p:nvPr/>
                </p:nvSpPr>
                <p:spPr>
                  <a:xfrm>
                    <a:off x="3682613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8C1AC">
                      <a:alpha val="100000"/>
                    </a:srgbClr>
                  </a:solidFill>
                  <a:ln w="5420" cap="flat">
                    <a:solidFill>
                      <a:srgbClr val="5DCA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11" name="pg62">
                    <a:extLst>
                      <a:ext uri="{FF2B5EF4-FFF2-40B4-BE49-F238E27FC236}">
                        <a16:creationId xmlns:a16="http://schemas.microsoft.com/office/drawing/2014/main" id="{9DDC54E8-6723-F625-8D63-1035BB4AF901}"/>
                      </a:ext>
                    </a:extLst>
                  </p:cNvPr>
                  <p:cNvSpPr/>
                  <p:nvPr/>
                </p:nvSpPr>
                <p:spPr>
                  <a:xfrm>
                    <a:off x="3764050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AC5AC">
                      <a:alpha val="100000"/>
                    </a:srgbClr>
                  </a:solidFill>
                  <a:ln w="5420" cap="flat">
                    <a:solidFill>
                      <a:srgbClr val="60CD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12" name="pg63">
                    <a:extLst>
                      <a:ext uri="{FF2B5EF4-FFF2-40B4-BE49-F238E27FC236}">
                        <a16:creationId xmlns:a16="http://schemas.microsoft.com/office/drawing/2014/main" id="{E44A23B9-EB50-0F0D-AFAC-E9C49AEF3EEC}"/>
                      </a:ext>
                    </a:extLst>
                  </p:cNvPr>
                  <p:cNvSpPr/>
                  <p:nvPr/>
                </p:nvSpPr>
                <p:spPr>
                  <a:xfrm>
                    <a:off x="3845487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DC9AC">
                      <a:alpha val="100000"/>
                    </a:srgbClr>
                  </a:solidFill>
                  <a:ln w="5420" cap="flat">
                    <a:solidFill>
                      <a:srgbClr val="68D0A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13" name="pg64">
                    <a:extLst>
                      <a:ext uri="{FF2B5EF4-FFF2-40B4-BE49-F238E27FC236}">
                        <a16:creationId xmlns:a16="http://schemas.microsoft.com/office/drawing/2014/main" id="{3EE70157-6602-548E-0764-E684CB863983}"/>
                      </a:ext>
                    </a:extLst>
                  </p:cNvPr>
                  <p:cNvSpPr/>
                  <p:nvPr/>
                </p:nvSpPr>
                <p:spPr>
                  <a:xfrm>
                    <a:off x="3926924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0CDAC">
                      <a:alpha val="100000"/>
                    </a:srgbClr>
                  </a:solidFill>
                  <a:ln w="5420" cap="flat">
                    <a:solidFill>
                      <a:srgbClr val="71D3B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14" name="pg65">
                    <a:extLst>
                      <a:ext uri="{FF2B5EF4-FFF2-40B4-BE49-F238E27FC236}">
                        <a16:creationId xmlns:a16="http://schemas.microsoft.com/office/drawing/2014/main" id="{4071801B-5FF7-0D7D-26A4-9A48F5909C6D}"/>
                      </a:ext>
                    </a:extLst>
                  </p:cNvPr>
                  <p:cNvSpPr/>
                  <p:nvPr/>
                </p:nvSpPr>
                <p:spPr>
                  <a:xfrm>
                    <a:off x="4008361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8D0AF">
                      <a:alpha val="100000"/>
                    </a:srgbClr>
                  </a:solidFill>
                  <a:ln w="5420" cap="flat">
                    <a:solidFill>
                      <a:srgbClr val="79D5B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15" name="pg66">
                    <a:extLst>
                      <a:ext uri="{FF2B5EF4-FFF2-40B4-BE49-F238E27FC236}">
                        <a16:creationId xmlns:a16="http://schemas.microsoft.com/office/drawing/2014/main" id="{2D3BAC25-B8FB-10D4-5759-7BBB86B01E5A}"/>
                      </a:ext>
                    </a:extLst>
                  </p:cNvPr>
                  <p:cNvSpPr/>
                  <p:nvPr/>
                </p:nvSpPr>
                <p:spPr>
                  <a:xfrm>
                    <a:off x="4089798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0D2B2">
                      <a:alpha val="100000"/>
                    </a:srgbClr>
                  </a:solidFill>
                  <a:ln w="5420" cap="flat">
                    <a:solidFill>
                      <a:srgbClr val="7FD7B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16" name="pg67">
                    <a:extLst>
                      <a:ext uri="{FF2B5EF4-FFF2-40B4-BE49-F238E27FC236}">
                        <a16:creationId xmlns:a16="http://schemas.microsoft.com/office/drawing/2014/main" id="{0B5A8171-6516-5465-CE5A-90C1E705E94C}"/>
                      </a:ext>
                    </a:extLst>
                  </p:cNvPr>
                  <p:cNvSpPr/>
                  <p:nvPr/>
                </p:nvSpPr>
                <p:spPr>
                  <a:xfrm>
                    <a:off x="4171236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3D3B3">
                      <a:alpha val="100000"/>
                    </a:srgbClr>
                  </a:solidFill>
                  <a:ln w="5420" cap="flat">
                    <a:solidFill>
                      <a:srgbClr val="82D7B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17" name="pg68">
                    <a:extLst>
                      <a:ext uri="{FF2B5EF4-FFF2-40B4-BE49-F238E27FC236}">
                        <a16:creationId xmlns:a16="http://schemas.microsoft.com/office/drawing/2014/main" id="{623723C2-197F-0A06-2A58-21FF1055DB5E}"/>
                      </a:ext>
                    </a:extLst>
                  </p:cNvPr>
                  <p:cNvSpPr/>
                  <p:nvPr/>
                </p:nvSpPr>
                <p:spPr>
                  <a:xfrm>
                    <a:off x="4252673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0D2B2">
                      <a:alpha val="100000"/>
                    </a:srgbClr>
                  </a:solidFill>
                  <a:ln w="5420" cap="flat">
                    <a:solidFill>
                      <a:srgbClr val="80D7B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18" name="pg69">
                    <a:extLst>
                      <a:ext uri="{FF2B5EF4-FFF2-40B4-BE49-F238E27FC236}">
                        <a16:creationId xmlns:a16="http://schemas.microsoft.com/office/drawing/2014/main" id="{6EC0DA2E-7EBB-68EA-720C-AB36BFC8BF44}"/>
                      </a:ext>
                    </a:extLst>
                  </p:cNvPr>
                  <p:cNvSpPr/>
                  <p:nvPr/>
                </p:nvSpPr>
                <p:spPr>
                  <a:xfrm>
                    <a:off x="4334110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ECBAC">
                      <a:alpha val="100000"/>
                    </a:srgbClr>
                  </a:solidFill>
                  <a:ln w="5420" cap="flat">
                    <a:solidFill>
                      <a:srgbClr val="6CD1B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19" name="pg70">
                    <a:extLst>
                      <a:ext uri="{FF2B5EF4-FFF2-40B4-BE49-F238E27FC236}">
                        <a16:creationId xmlns:a16="http://schemas.microsoft.com/office/drawing/2014/main" id="{E3C59ED2-292B-2E83-D042-D19A9D4423B6}"/>
                      </a:ext>
                    </a:extLst>
                  </p:cNvPr>
                  <p:cNvSpPr/>
                  <p:nvPr/>
                </p:nvSpPr>
                <p:spPr>
                  <a:xfrm>
                    <a:off x="4415547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9C3AC">
                      <a:alpha val="100000"/>
                    </a:srgbClr>
                  </a:solidFill>
                  <a:ln w="5420" cap="flat">
                    <a:solidFill>
                      <a:srgbClr val="5FCC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20" name="pg71">
                    <a:extLst>
                      <a:ext uri="{FF2B5EF4-FFF2-40B4-BE49-F238E27FC236}">
                        <a16:creationId xmlns:a16="http://schemas.microsoft.com/office/drawing/2014/main" id="{308BED90-D263-66E5-2E87-720605237B90}"/>
                      </a:ext>
                    </a:extLst>
                  </p:cNvPr>
                  <p:cNvSpPr/>
                  <p:nvPr/>
                </p:nvSpPr>
                <p:spPr>
                  <a:xfrm>
                    <a:off x="4496984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4BCAB">
                      <a:alpha val="100000"/>
                    </a:srgbClr>
                  </a:solidFill>
                  <a:ln w="5420" cap="flat">
                    <a:solidFill>
                      <a:srgbClr val="5AC5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21" name="pg72">
                    <a:extLst>
                      <a:ext uri="{FF2B5EF4-FFF2-40B4-BE49-F238E27FC236}">
                        <a16:creationId xmlns:a16="http://schemas.microsoft.com/office/drawing/2014/main" id="{D2572797-E0AB-53CF-2BC9-73F576A6A475}"/>
                      </a:ext>
                    </a:extLst>
                  </p:cNvPr>
                  <p:cNvSpPr/>
                  <p:nvPr/>
                </p:nvSpPr>
                <p:spPr>
                  <a:xfrm>
                    <a:off x="4904170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C9FAA">
                      <a:alpha val="100000"/>
                    </a:srgbClr>
                  </a:solidFill>
                  <a:ln w="5420" cap="flat">
                    <a:solidFill>
                      <a:srgbClr val="48AC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22" name="pg73">
                    <a:extLst>
                      <a:ext uri="{FF2B5EF4-FFF2-40B4-BE49-F238E27FC236}">
                        <a16:creationId xmlns:a16="http://schemas.microsoft.com/office/drawing/2014/main" id="{A5DD6DBD-2B11-1F98-E8D2-A7BF156438C4}"/>
                      </a:ext>
                    </a:extLst>
                  </p:cNvPr>
                  <p:cNvSpPr/>
                  <p:nvPr/>
                </p:nvSpPr>
                <p:spPr>
                  <a:xfrm>
                    <a:off x="4985607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9CA9">
                      <a:alpha val="100000"/>
                    </a:srgbClr>
                  </a:solidFill>
                  <a:ln w="5420" cap="flat">
                    <a:solidFill>
                      <a:srgbClr val="45A9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23" name="pg74">
                    <a:extLst>
                      <a:ext uri="{FF2B5EF4-FFF2-40B4-BE49-F238E27FC236}">
                        <a16:creationId xmlns:a16="http://schemas.microsoft.com/office/drawing/2014/main" id="{54BCCA3C-E9EE-5885-DE7D-C4F2C56B8842}"/>
                      </a:ext>
                    </a:extLst>
                  </p:cNvPr>
                  <p:cNvSpPr/>
                  <p:nvPr/>
                </p:nvSpPr>
                <p:spPr>
                  <a:xfrm>
                    <a:off x="5067044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9A9">
                      <a:alpha val="100000"/>
                    </a:srgbClr>
                  </a:solidFill>
                  <a:ln w="5420" cap="flat">
                    <a:solidFill>
                      <a:srgbClr val="43A6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24" name="pg75">
                    <a:extLst>
                      <a:ext uri="{FF2B5EF4-FFF2-40B4-BE49-F238E27FC236}">
                        <a16:creationId xmlns:a16="http://schemas.microsoft.com/office/drawing/2014/main" id="{3FD5C766-C484-BD99-76E2-9BC78BBAB806}"/>
                      </a:ext>
                    </a:extLst>
                  </p:cNvPr>
                  <p:cNvSpPr/>
                  <p:nvPr/>
                </p:nvSpPr>
                <p:spPr>
                  <a:xfrm>
                    <a:off x="5148481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3A8">
                      <a:alpha val="100000"/>
                    </a:srgbClr>
                  </a:solidFill>
                  <a:ln w="5420" cap="flat">
                    <a:solidFill>
                      <a:srgbClr val="3E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25" name="pg76">
                    <a:extLst>
                      <a:ext uri="{FF2B5EF4-FFF2-40B4-BE49-F238E27FC236}">
                        <a16:creationId xmlns:a16="http://schemas.microsoft.com/office/drawing/2014/main" id="{4E1DA75D-DF75-425B-3F34-AEB0E637FA06}"/>
                      </a:ext>
                    </a:extLst>
                  </p:cNvPr>
                  <p:cNvSpPr/>
                  <p:nvPr/>
                </p:nvSpPr>
                <p:spPr>
                  <a:xfrm>
                    <a:off x="5229918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C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26" name="pg77">
                    <a:extLst>
                      <a:ext uri="{FF2B5EF4-FFF2-40B4-BE49-F238E27FC236}">
                        <a16:creationId xmlns:a16="http://schemas.microsoft.com/office/drawing/2014/main" id="{4CFEDFE9-18C9-D93B-5B49-F9D1378DCF79}"/>
                      </a:ext>
                    </a:extLst>
                  </p:cNvPr>
                  <p:cNvSpPr/>
                  <p:nvPr/>
                </p:nvSpPr>
                <p:spPr>
                  <a:xfrm>
                    <a:off x="5311355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CA7">
                      <a:alpha val="100000"/>
                    </a:srgbClr>
                  </a:solidFill>
                  <a:ln w="5420" cap="flat">
                    <a:solidFill>
                      <a:srgbClr val="39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27" name="pg78">
                    <a:extLst>
                      <a:ext uri="{FF2B5EF4-FFF2-40B4-BE49-F238E27FC236}">
                        <a16:creationId xmlns:a16="http://schemas.microsoft.com/office/drawing/2014/main" id="{BD2B8D04-BFF4-5D46-A55F-83B613D9ED94}"/>
                      </a:ext>
                    </a:extLst>
                  </p:cNvPr>
                  <p:cNvSpPr/>
                  <p:nvPr/>
                </p:nvSpPr>
                <p:spPr>
                  <a:xfrm>
                    <a:off x="5392793" y="206648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A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28" name="pg79">
                    <a:extLst>
                      <a:ext uri="{FF2B5EF4-FFF2-40B4-BE49-F238E27FC236}">
                        <a16:creationId xmlns:a16="http://schemas.microsoft.com/office/drawing/2014/main" id="{0707E130-9A9A-A787-0389-D119D4844391}"/>
                      </a:ext>
                    </a:extLst>
                  </p:cNvPr>
                  <p:cNvSpPr/>
                  <p:nvPr/>
                </p:nvSpPr>
                <p:spPr>
                  <a:xfrm>
                    <a:off x="3438301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2B9AB">
                      <a:alpha val="100000"/>
                    </a:srgbClr>
                  </a:solidFill>
                  <a:ln w="5420" cap="flat">
                    <a:solidFill>
                      <a:srgbClr val="59C3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29" name="pg80">
                    <a:extLst>
                      <a:ext uri="{FF2B5EF4-FFF2-40B4-BE49-F238E27FC236}">
                        <a16:creationId xmlns:a16="http://schemas.microsoft.com/office/drawing/2014/main" id="{159B8B24-5FE3-A0D9-7912-DC268B9E9618}"/>
                      </a:ext>
                    </a:extLst>
                  </p:cNvPr>
                  <p:cNvSpPr/>
                  <p:nvPr/>
                </p:nvSpPr>
                <p:spPr>
                  <a:xfrm>
                    <a:off x="3519738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5BEAB">
                      <a:alpha val="100000"/>
                    </a:srgbClr>
                  </a:solidFill>
                  <a:ln w="5420" cap="flat">
                    <a:solidFill>
                      <a:srgbClr val="5BC7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30" name="pg81">
                    <a:extLst>
                      <a:ext uri="{FF2B5EF4-FFF2-40B4-BE49-F238E27FC236}">
                        <a16:creationId xmlns:a16="http://schemas.microsoft.com/office/drawing/2014/main" id="{3C569A94-24AA-1898-3B2E-A7AEC3027150}"/>
                      </a:ext>
                    </a:extLst>
                  </p:cNvPr>
                  <p:cNvSpPr/>
                  <p:nvPr/>
                </p:nvSpPr>
                <p:spPr>
                  <a:xfrm>
                    <a:off x="3601176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7C1AC">
                      <a:alpha val="100000"/>
                    </a:srgbClr>
                  </a:solidFill>
                  <a:ln w="5420" cap="flat">
                    <a:solidFill>
                      <a:srgbClr val="5DCA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31" name="pg82">
                    <a:extLst>
                      <a:ext uri="{FF2B5EF4-FFF2-40B4-BE49-F238E27FC236}">
                        <a16:creationId xmlns:a16="http://schemas.microsoft.com/office/drawing/2014/main" id="{27FA684C-25C3-D401-6EF8-1D069E7A98B0}"/>
                      </a:ext>
                    </a:extLst>
                  </p:cNvPr>
                  <p:cNvSpPr/>
                  <p:nvPr/>
                </p:nvSpPr>
                <p:spPr>
                  <a:xfrm>
                    <a:off x="3682613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AC5AC">
                      <a:alpha val="100000"/>
                    </a:srgbClr>
                  </a:solidFill>
                  <a:ln w="5420" cap="flat">
                    <a:solidFill>
                      <a:srgbClr val="5FCD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32" name="pg83">
                    <a:extLst>
                      <a:ext uri="{FF2B5EF4-FFF2-40B4-BE49-F238E27FC236}">
                        <a16:creationId xmlns:a16="http://schemas.microsoft.com/office/drawing/2014/main" id="{2E5C6FD2-64CC-C63A-833A-95BEBE65F622}"/>
                      </a:ext>
                    </a:extLst>
                  </p:cNvPr>
                  <p:cNvSpPr/>
                  <p:nvPr/>
                </p:nvSpPr>
                <p:spPr>
                  <a:xfrm>
                    <a:off x="3764050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DCAAC">
                      <a:alpha val="100000"/>
                    </a:srgbClr>
                  </a:solidFill>
                  <a:ln w="5420" cap="flat">
                    <a:solidFill>
                      <a:srgbClr val="69D0A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33" name="pg84">
                    <a:extLst>
                      <a:ext uri="{FF2B5EF4-FFF2-40B4-BE49-F238E27FC236}">
                        <a16:creationId xmlns:a16="http://schemas.microsoft.com/office/drawing/2014/main" id="{B2C02B37-A5EC-BFCB-9392-E89D147082E2}"/>
                      </a:ext>
                    </a:extLst>
                  </p:cNvPr>
                  <p:cNvSpPr/>
                  <p:nvPr/>
                </p:nvSpPr>
                <p:spPr>
                  <a:xfrm>
                    <a:off x="3845487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3CFAD">
                      <a:alpha val="100000"/>
                    </a:srgbClr>
                  </a:solidFill>
                  <a:ln w="5420" cap="flat">
                    <a:solidFill>
                      <a:srgbClr val="75D4B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34" name="pg85">
                    <a:extLst>
                      <a:ext uri="{FF2B5EF4-FFF2-40B4-BE49-F238E27FC236}">
                        <a16:creationId xmlns:a16="http://schemas.microsoft.com/office/drawing/2014/main" id="{85D206A1-1F33-6003-2BB4-C5B4AD27B0F4}"/>
                      </a:ext>
                    </a:extLst>
                  </p:cNvPr>
                  <p:cNvSpPr/>
                  <p:nvPr/>
                </p:nvSpPr>
                <p:spPr>
                  <a:xfrm>
                    <a:off x="3926924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2D3B3">
                      <a:alpha val="100000"/>
                    </a:srgbClr>
                  </a:solidFill>
                  <a:ln w="5420" cap="flat">
                    <a:solidFill>
                      <a:srgbClr val="81D7B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35" name="pg86">
                    <a:extLst>
                      <a:ext uri="{FF2B5EF4-FFF2-40B4-BE49-F238E27FC236}">
                        <a16:creationId xmlns:a16="http://schemas.microsoft.com/office/drawing/2014/main" id="{F0AB169D-4C40-F7CF-43BE-7934DBEE42D4}"/>
                      </a:ext>
                    </a:extLst>
                  </p:cNvPr>
                  <p:cNvSpPr/>
                  <p:nvPr/>
                </p:nvSpPr>
                <p:spPr>
                  <a:xfrm>
                    <a:off x="4008361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1D7B9">
                      <a:alpha val="100000"/>
                    </a:srgbClr>
                  </a:solidFill>
                  <a:ln w="5420" cap="flat">
                    <a:solidFill>
                      <a:srgbClr val="8DDBB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36" name="pg87">
                    <a:extLst>
                      <a:ext uri="{FF2B5EF4-FFF2-40B4-BE49-F238E27FC236}">
                        <a16:creationId xmlns:a16="http://schemas.microsoft.com/office/drawing/2014/main" id="{68DACA15-1D65-A39D-F2A0-13D57E778882}"/>
                      </a:ext>
                    </a:extLst>
                  </p:cNvPr>
                  <p:cNvSpPr/>
                  <p:nvPr/>
                </p:nvSpPr>
                <p:spPr>
                  <a:xfrm>
                    <a:off x="4089798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DDBBE">
                      <a:alpha val="100000"/>
                    </a:srgbClr>
                  </a:solidFill>
                  <a:ln w="5420" cap="flat">
                    <a:solidFill>
                      <a:srgbClr val="98DEC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37" name="pg88">
                    <a:extLst>
                      <a:ext uri="{FF2B5EF4-FFF2-40B4-BE49-F238E27FC236}">
                        <a16:creationId xmlns:a16="http://schemas.microsoft.com/office/drawing/2014/main" id="{A193EDB6-D468-E171-7DEF-203074E7ABBE}"/>
                      </a:ext>
                    </a:extLst>
                  </p:cNvPr>
                  <p:cNvSpPr/>
                  <p:nvPr/>
                </p:nvSpPr>
                <p:spPr>
                  <a:xfrm>
                    <a:off x="4171236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4DDC1">
                      <a:alpha val="100000"/>
                    </a:srgbClr>
                  </a:solidFill>
                  <a:ln w="5420" cap="flat">
                    <a:solidFill>
                      <a:srgbClr val="9EE0C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38" name="pg89">
                    <a:extLst>
                      <a:ext uri="{FF2B5EF4-FFF2-40B4-BE49-F238E27FC236}">
                        <a16:creationId xmlns:a16="http://schemas.microsoft.com/office/drawing/2014/main" id="{6FF0B045-CEB6-0852-3F74-F7B082D58318}"/>
                      </a:ext>
                    </a:extLst>
                  </p:cNvPr>
                  <p:cNvSpPr/>
                  <p:nvPr/>
                </p:nvSpPr>
                <p:spPr>
                  <a:xfrm>
                    <a:off x="4252673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4DDC1">
                      <a:alpha val="100000"/>
                    </a:srgbClr>
                  </a:solidFill>
                  <a:ln w="5420" cap="flat">
                    <a:solidFill>
                      <a:srgbClr val="9DE0C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39" name="pg90">
                    <a:extLst>
                      <a:ext uri="{FF2B5EF4-FFF2-40B4-BE49-F238E27FC236}">
                        <a16:creationId xmlns:a16="http://schemas.microsoft.com/office/drawing/2014/main" id="{AD03D3A5-99D0-3EF9-88A4-35E72F540FEB}"/>
                      </a:ext>
                    </a:extLst>
                  </p:cNvPr>
                  <p:cNvSpPr/>
                  <p:nvPr/>
                </p:nvSpPr>
                <p:spPr>
                  <a:xfrm>
                    <a:off x="4334110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0D2B2">
                      <a:alpha val="100000"/>
                    </a:srgbClr>
                  </a:solidFill>
                  <a:ln w="5420" cap="flat">
                    <a:solidFill>
                      <a:srgbClr val="80D7B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40" name="pg91">
                    <a:extLst>
                      <a:ext uri="{FF2B5EF4-FFF2-40B4-BE49-F238E27FC236}">
                        <a16:creationId xmlns:a16="http://schemas.microsoft.com/office/drawing/2014/main" id="{5F3635CF-2361-D1E6-1257-E3F0D4FC2984}"/>
                      </a:ext>
                    </a:extLst>
                  </p:cNvPr>
                  <p:cNvSpPr/>
                  <p:nvPr/>
                </p:nvSpPr>
                <p:spPr>
                  <a:xfrm>
                    <a:off x="4822733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C9EAA">
                      <a:alpha val="100000"/>
                    </a:srgbClr>
                  </a:solidFill>
                  <a:ln w="5420" cap="flat">
                    <a:solidFill>
                      <a:srgbClr val="47AB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41" name="pg92">
                    <a:extLst>
                      <a:ext uri="{FF2B5EF4-FFF2-40B4-BE49-F238E27FC236}">
                        <a16:creationId xmlns:a16="http://schemas.microsoft.com/office/drawing/2014/main" id="{796D88A0-DA95-5EC2-F6ED-3996DB145D4D}"/>
                      </a:ext>
                    </a:extLst>
                  </p:cNvPr>
                  <p:cNvSpPr/>
                  <p:nvPr/>
                </p:nvSpPr>
                <p:spPr>
                  <a:xfrm>
                    <a:off x="4904170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9CA9">
                      <a:alpha val="100000"/>
                    </a:srgbClr>
                  </a:solidFill>
                  <a:ln w="5420" cap="flat">
                    <a:solidFill>
                      <a:srgbClr val="45A9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42" name="pg93">
                    <a:extLst>
                      <a:ext uri="{FF2B5EF4-FFF2-40B4-BE49-F238E27FC236}">
                        <a16:creationId xmlns:a16="http://schemas.microsoft.com/office/drawing/2014/main" id="{525A8B9C-809E-7ED8-8B21-297DDEDE207F}"/>
                      </a:ext>
                    </a:extLst>
                  </p:cNvPr>
                  <p:cNvSpPr/>
                  <p:nvPr/>
                </p:nvSpPr>
                <p:spPr>
                  <a:xfrm>
                    <a:off x="4985607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9AA9">
                      <a:alpha val="100000"/>
                    </a:srgbClr>
                  </a:solidFill>
                  <a:ln w="5420" cap="flat">
                    <a:solidFill>
                      <a:srgbClr val="44A7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43" name="pg94">
                    <a:extLst>
                      <a:ext uri="{FF2B5EF4-FFF2-40B4-BE49-F238E27FC236}">
                        <a16:creationId xmlns:a16="http://schemas.microsoft.com/office/drawing/2014/main" id="{79C3168E-88A4-C8EC-349F-9EB5C64B0317}"/>
                      </a:ext>
                    </a:extLst>
                  </p:cNvPr>
                  <p:cNvSpPr/>
                  <p:nvPr/>
                </p:nvSpPr>
                <p:spPr>
                  <a:xfrm>
                    <a:off x="5067044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8A9">
                      <a:alpha val="100000"/>
                    </a:srgbClr>
                  </a:solidFill>
                  <a:ln w="5420" cap="flat">
                    <a:solidFill>
                      <a:srgbClr val="42A5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44" name="pg95">
                    <a:extLst>
                      <a:ext uri="{FF2B5EF4-FFF2-40B4-BE49-F238E27FC236}">
                        <a16:creationId xmlns:a16="http://schemas.microsoft.com/office/drawing/2014/main" id="{F5828C9B-0F21-B31B-6654-8572E383E220}"/>
                      </a:ext>
                    </a:extLst>
                  </p:cNvPr>
                  <p:cNvSpPr/>
                  <p:nvPr/>
                </p:nvSpPr>
                <p:spPr>
                  <a:xfrm>
                    <a:off x="5148481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3A8">
                      <a:alpha val="100000"/>
                    </a:srgbClr>
                  </a:solidFill>
                  <a:ln w="5420" cap="flat">
                    <a:solidFill>
                      <a:srgbClr val="3F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45" name="pg96">
                    <a:extLst>
                      <a:ext uri="{FF2B5EF4-FFF2-40B4-BE49-F238E27FC236}">
                        <a16:creationId xmlns:a16="http://schemas.microsoft.com/office/drawing/2014/main" id="{A3F854A3-C131-FB76-11AE-76DF4E42BEF4}"/>
                      </a:ext>
                    </a:extLst>
                  </p:cNvPr>
                  <p:cNvSpPr/>
                  <p:nvPr/>
                </p:nvSpPr>
                <p:spPr>
                  <a:xfrm>
                    <a:off x="5229918" y="216980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46" name="pg97">
                    <a:extLst>
                      <a:ext uri="{FF2B5EF4-FFF2-40B4-BE49-F238E27FC236}">
                        <a16:creationId xmlns:a16="http://schemas.microsoft.com/office/drawing/2014/main" id="{74C55AB6-8925-B2BC-5E9D-E584CF093534}"/>
                      </a:ext>
                    </a:extLst>
                  </p:cNvPr>
                  <p:cNvSpPr/>
                  <p:nvPr/>
                </p:nvSpPr>
                <p:spPr>
                  <a:xfrm>
                    <a:off x="3275427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1B8AB">
                      <a:alpha val="100000"/>
                    </a:srgbClr>
                  </a:solidFill>
                  <a:ln w="5420" cap="flat">
                    <a:solidFill>
                      <a:srgbClr val="58C2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47" name="pg98">
                    <a:extLst>
                      <a:ext uri="{FF2B5EF4-FFF2-40B4-BE49-F238E27FC236}">
                        <a16:creationId xmlns:a16="http://schemas.microsoft.com/office/drawing/2014/main" id="{007D72F0-A484-01DB-2303-9252C6C0BB68}"/>
                      </a:ext>
                    </a:extLst>
                  </p:cNvPr>
                  <p:cNvSpPr/>
                  <p:nvPr/>
                </p:nvSpPr>
                <p:spPr>
                  <a:xfrm>
                    <a:off x="3356864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2B9AB">
                      <a:alpha val="100000"/>
                    </a:srgbClr>
                  </a:solidFill>
                  <a:ln w="5420" cap="flat">
                    <a:solidFill>
                      <a:srgbClr val="59C2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48" name="pg99">
                    <a:extLst>
                      <a:ext uri="{FF2B5EF4-FFF2-40B4-BE49-F238E27FC236}">
                        <a16:creationId xmlns:a16="http://schemas.microsoft.com/office/drawing/2014/main" id="{1226D915-8321-60B9-9B9D-EF0A13932BA6}"/>
                      </a:ext>
                    </a:extLst>
                  </p:cNvPr>
                  <p:cNvSpPr/>
                  <p:nvPr/>
                </p:nvSpPr>
                <p:spPr>
                  <a:xfrm>
                    <a:off x="3438301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AAB">
                      <a:alpha val="100000"/>
                    </a:srgbClr>
                  </a:solidFill>
                  <a:ln w="5420" cap="flat">
                    <a:solidFill>
                      <a:srgbClr val="59C4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49" name="pg100">
                    <a:extLst>
                      <a:ext uri="{FF2B5EF4-FFF2-40B4-BE49-F238E27FC236}">
                        <a16:creationId xmlns:a16="http://schemas.microsoft.com/office/drawing/2014/main" id="{95BE1C48-CF02-2C35-21C0-A2D9AB02BA4A}"/>
                      </a:ext>
                    </a:extLst>
                  </p:cNvPr>
                  <p:cNvSpPr/>
                  <p:nvPr/>
                </p:nvSpPr>
                <p:spPr>
                  <a:xfrm>
                    <a:off x="3519738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5BEAB">
                      <a:alpha val="100000"/>
                    </a:srgbClr>
                  </a:solidFill>
                  <a:ln w="5420" cap="flat">
                    <a:solidFill>
                      <a:srgbClr val="5BC7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50" name="pg101">
                    <a:extLst>
                      <a:ext uri="{FF2B5EF4-FFF2-40B4-BE49-F238E27FC236}">
                        <a16:creationId xmlns:a16="http://schemas.microsoft.com/office/drawing/2014/main" id="{78F05F7F-8E45-1FB8-E887-BE4E5A17FC24}"/>
                      </a:ext>
                    </a:extLst>
                  </p:cNvPr>
                  <p:cNvSpPr/>
                  <p:nvPr/>
                </p:nvSpPr>
                <p:spPr>
                  <a:xfrm>
                    <a:off x="3601176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7C1AC">
                      <a:alpha val="100000"/>
                    </a:srgbClr>
                  </a:solidFill>
                  <a:ln w="5420" cap="flat">
                    <a:solidFill>
                      <a:srgbClr val="5DC9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51" name="pg102">
                    <a:extLst>
                      <a:ext uri="{FF2B5EF4-FFF2-40B4-BE49-F238E27FC236}">
                        <a16:creationId xmlns:a16="http://schemas.microsoft.com/office/drawing/2014/main" id="{92DEE049-374B-4A8B-9300-D60293EC56F5}"/>
                      </a:ext>
                    </a:extLst>
                  </p:cNvPr>
                  <p:cNvSpPr/>
                  <p:nvPr/>
                </p:nvSpPr>
                <p:spPr>
                  <a:xfrm>
                    <a:off x="3682613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AC4AC">
                      <a:alpha val="100000"/>
                    </a:srgbClr>
                  </a:solidFill>
                  <a:ln w="5420" cap="flat">
                    <a:solidFill>
                      <a:srgbClr val="5FCD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52" name="pg103">
                    <a:extLst>
                      <a:ext uri="{FF2B5EF4-FFF2-40B4-BE49-F238E27FC236}">
                        <a16:creationId xmlns:a16="http://schemas.microsoft.com/office/drawing/2014/main" id="{A835A6F6-C364-EF5C-BCAE-B686DEB56CAC}"/>
                      </a:ext>
                    </a:extLst>
                  </p:cNvPr>
                  <p:cNvSpPr/>
                  <p:nvPr/>
                </p:nvSpPr>
                <p:spPr>
                  <a:xfrm>
                    <a:off x="3764050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DC9AC">
                      <a:alpha val="100000"/>
                    </a:srgbClr>
                  </a:solidFill>
                  <a:ln w="5420" cap="flat">
                    <a:solidFill>
                      <a:srgbClr val="67D0A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53" name="pg104">
                    <a:extLst>
                      <a:ext uri="{FF2B5EF4-FFF2-40B4-BE49-F238E27FC236}">
                        <a16:creationId xmlns:a16="http://schemas.microsoft.com/office/drawing/2014/main" id="{E95AFF20-940A-8F67-A8F8-70951C1875ED}"/>
                      </a:ext>
                    </a:extLst>
                  </p:cNvPr>
                  <p:cNvSpPr/>
                  <p:nvPr/>
                </p:nvSpPr>
                <p:spPr>
                  <a:xfrm>
                    <a:off x="3845487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1CEAC">
                      <a:alpha val="100000"/>
                    </a:srgbClr>
                  </a:solidFill>
                  <a:ln w="5420" cap="flat">
                    <a:solidFill>
                      <a:srgbClr val="74D3B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54" name="pg105">
                    <a:extLst>
                      <a:ext uri="{FF2B5EF4-FFF2-40B4-BE49-F238E27FC236}">
                        <a16:creationId xmlns:a16="http://schemas.microsoft.com/office/drawing/2014/main" id="{1D149D18-43BB-3DE3-F992-6775BFA5CDE9}"/>
                      </a:ext>
                    </a:extLst>
                  </p:cNvPr>
                  <p:cNvSpPr/>
                  <p:nvPr/>
                </p:nvSpPr>
                <p:spPr>
                  <a:xfrm>
                    <a:off x="3926924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1D3B2">
                      <a:alpha val="100000"/>
                    </a:srgbClr>
                  </a:solidFill>
                  <a:ln w="5420" cap="flat">
                    <a:solidFill>
                      <a:srgbClr val="80D7B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55" name="pg106">
                    <a:extLst>
                      <a:ext uri="{FF2B5EF4-FFF2-40B4-BE49-F238E27FC236}">
                        <a16:creationId xmlns:a16="http://schemas.microsoft.com/office/drawing/2014/main" id="{3D8474F2-9D54-F33E-18AF-B5F713BED540}"/>
                      </a:ext>
                    </a:extLst>
                  </p:cNvPr>
                  <p:cNvSpPr/>
                  <p:nvPr/>
                </p:nvSpPr>
                <p:spPr>
                  <a:xfrm>
                    <a:off x="4008361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0D7B8">
                      <a:alpha val="100000"/>
                    </a:srgbClr>
                  </a:solidFill>
                  <a:ln w="5420" cap="flat">
                    <a:solidFill>
                      <a:srgbClr val="8DDBB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56" name="pg107">
                    <a:extLst>
                      <a:ext uri="{FF2B5EF4-FFF2-40B4-BE49-F238E27FC236}">
                        <a16:creationId xmlns:a16="http://schemas.microsoft.com/office/drawing/2014/main" id="{B1D2D071-3E4E-D3AD-67FB-B02D1173B04F}"/>
                      </a:ext>
                    </a:extLst>
                  </p:cNvPr>
                  <p:cNvSpPr/>
                  <p:nvPr/>
                </p:nvSpPr>
                <p:spPr>
                  <a:xfrm>
                    <a:off x="4089798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DDBBE">
                      <a:alpha val="100000"/>
                    </a:srgbClr>
                  </a:solidFill>
                  <a:ln w="5420" cap="flat">
                    <a:solidFill>
                      <a:srgbClr val="98DEC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57" name="pg108">
                    <a:extLst>
                      <a:ext uri="{FF2B5EF4-FFF2-40B4-BE49-F238E27FC236}">
                        <a16:creationId xmlns:a16="http://schemas.microsoft.com/office/drawing/2014/main" id="{103B0744-1B16-E624-813C-03A47A535CF9}"/>
                      </a:ext>
                    </a:extLst>
                  </p:cNvPr>
                  <p:cNvSpPr/>
                  <p:nvPr/>
                </p:nvSpPr>
                <p:spPr>
                  <a:xfrm>
                    <a:off x="4171236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6DEC2">
                      <a:alpha val="100000"/>
                    </a:srgbClr>
                  </a:solidFill>
                  <a:ln w="5420" cap="flat">
                    <a:solidFill>
                      <a:srgbClr val="9FE1C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58" name="pg109">
                    <a:extLst>
                      <a:ext uri="{FF2B5EF4-FFF2-40B4-BE49-F238E27FC236}">
                        <a16:creationId xmlns:a16="http://schemas.microsoft.com/office/drawing/2014/main" id="{E0522696-0BE6-676C-B17B-D185EAB5582C}"/>
                      </a:ext>
                    </a:extLst>
                  </p:cNvPr>
                  <p:cNvSpPr/>
                  <p:nvPr/>
                </p:nvSpPr>
                <p:spPr>
                  <a:xfrm>
                    <a:off x="4252673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5DDC2">
                      <a:alpha val="100000"/>
                    </a:srgbClr>
                  </a:solidFill>
                  <a:ln w="5420" cap="flat">
                    <a:solidFill>
                      <a:srgbClr val="9FE0C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59" name="pg110">
                    <a:extLst>
                      <a:ext uri="{FF2B5EF4-FFF2-40B4-BE49-F238E27FC236}">
                        <a16:creationId xmlns:a16="http://schemas.microsoft.com/office/drawing/2014/main" id="{CDA756A8-416F-2D0F-3077-3200FF7AAB05}"/>
                      </a:ext>
                    </a:extLst>
                  </p:cNvPr>
                  <p:cNvSpPr/>
                  <p:nvPr/>
                </p:nvSpPr>
                <p:spPr>
                  <a:xfrm>
                    <a:off x="4334110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8D0AF">
                      <a:alpha val="100000"/>
                    </a:srgbClr>
                  </a:solidFill>
                  <a:ln w="5420" cap="flat">
                    <a:solidFill>
                      <a:srgbClr val="79D5B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60" name="pg111">
                    <a:extLst>
                      <a:ext uri="{FF2B5EF4-FFF2-40B4-BE49-F238E27FC236}">
                        <a16:creationId xmlns:a16="http://schemas.microsoft.com/office/drawing/2014/main" id="{222A0CD3-0BA0-ED64-B9E5-46B71B298AD1}"/>
                      </a:ext>
                    </a:extLst>
                  </p:cNvPr>
                  <p:cNvSpPr/>
                  <p:nvPr/>
                </p:nvSpPr>
                <p:spPr>
                  <a:xfrm>
                    <a:off x="4415547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7C1AC">
                      <a:alpha val="100000"/>
                    </a:srgbClr>
                  </a:solidFill>
                  <a:ln w="5420" cap="flat">
                    <a:solidFill>
                      <a:srgbClr val="5DC9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61" name="pg112">
                    <a:extLst>
                      <a:ext uri="{FF2B5EF4-FFF2-40B4-BE49-F238E27FC236}">
                        <a16:creationId xmlns:a16="http://schemas.microsoft.com/office/drawing/2014/main" id="{7CEB73C6-02E7-6362-EA64-9E6DF12A74E9}"/>
                      </a:ext>
                    </a:extLst>
                  </p:cNvPr>
                  <p:cNvSpPr/>
                  <p:nvPr/>
                </p:nvSpPr>
                <p:spPr>
                  <a:xfrm>
                    <a:off x="4496984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CB1AB">
                      <a:alpha val="100000"/>
                    </a:srgbClr>
                  </a:solidFill>
                  <a:ln w="5420" cap="flat">
                    <a:solidFill>
                      <a:srgbClr val="54BC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62" name="pg113">
                    <a:extLst>
                      <a:ext uri="{FF2B5EF4-FFF2-40B4-BE49-F238E27FC236}">
                        <a16:creationId xmlns:a16="http://schemas.microsoft.com/office/drawing/2014/main" id="{E77B9B29-8F7B-13CD-4543-5D327F780A79}"/>
                      </a:ext>
                    </a:extLst>
                  </p:cNvPr>
                  <p:cNvSpPr/>
                  <p:nvPr/>
                </p:nvSpPr>
                <p:spPr>
                  <a:xfrm>
                    <a:off x="4578421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3A6AA">
                      <a:alpha val="100000"/>
                    </a:srgbClr>
                  </a:solidFill>
                  <a:ln w="5420" cap="flat">
                    <a:solidFill>
                      <a:srgbClr val="4DB2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63" name="pg114">
                    <a:extLst>
                      <a:ext uri="{FF2B5EF4-FFF2-40B4-BE49-F238E27FC236}">
                        <a16:creationId xmlns:a16="http://schemas.microsoft.com/office/drawing/2014/main" id="{D088C300-652E-B04B-E974-AE319B7BA4BD}"/>
                      </a:ext>
                    </a:extLst>
                  </p:cNvPr>
                  <p:cNvSpPr/>
                  <p:nvPr/>
                </p:nvSpPr>
                <p:spPr>
                  <a:xfrm>
                    <a:off x="4741296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9CA9">
                      <a:alpha val="100000"/>
                    </a:srgbClr>
                  </a:solidFill>
                  <a:ln w="5420" cap="flat">
                    <a:solidFill>
                      <a:srgbClr val="45A9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64" name="pg115">
                    <a:extLst>
                      <a:ext uri="{FF2B5EF4-FFF2-40B4-BE49-F238E27FC236}">
                        <a16:creationId xmlns:a16="http://schemas.microsoft.com/office/drawing/2014/main" id="{F72E5AE4-92DE-A063-6622-44B8B97E1C06}"/>
                      </a:ext>
                    </a:extLst>
                  </p:cNvPr>
                  <p:cNvSpPr/>
                  <p:nvPr/>
                </p:nvSpPr>
                <p:spPr>
                  <a:xfrm>
                    <a:off x="4822733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9AA9">
                      <a:alpha val="100000"/>
                    </a:srgbClr>
                  </a:solidFill>
                  <a:ln w="5420" cap="flat">
                    <a:solidFill>
                      <a:srgbClr val="44A7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65" name="pg116">
                    <a:extLst>
                      <a:ext uri="{FF2B5EF4-FFF2-40B4-BE49-F238E27FC236}">
                        <a16:creationId xmlns:a16="http://schemas.microsoft.com/office/drawing/2014/main" id="{B67F7EFD-8B25-EDED-D69B-0D0A3F3263B7}"/>
                      </a:ext>
                    </a:extLst>
                  </p:cNvPr>
                  <p:cNvSpPr/>
                  <p:nvPr/>
                </p:nvSpPr>
                <p:spPr>
                  <a:xfrm>
                    <a:off x="4904170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8A9">
                      <a:alpha val="100000"/>
                    </a:srgbClr>
                  </a:solidFill>
                  <a:ln w="5420" cap="flat">
                    <a:solidFill>
                      <a:srgbClr val="43A6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66" name="pg117">
                    <a:extLst>
                      <a:ext uri="{FF2B5EF4-FFF2-40B4-BE49-F238E27FC236}">
                        <a16:creationId xmlns:a16="http://schemas.microsoft.com/office/drawing/2014/main" id="{597B5BDB-88BA-1A50-382D-1EE26686400C}"/>
                      </a:ext>
                    </a:extLst>
                  </p:cNvPr>
                  <p:cNvSpPr/>
                  <p:nvPr/>
                </p:nvSpPr>
                <p:spPr>
                  <a:xfrm>
                    <a:off x="4985607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497A9">
                      <a:alpha val="100000"/>
                    </a:srgbClr>
                  </a:solidFill>
                  <a:ln w="5420" cap="flat">
                    <a:solidFill>
                      <a:srgbClr val="42A5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67" name="pg118">
                    <a:extLst>
                      <a:ext uri="{FF2B5EF4-FFF2-40B4-BE49-F238E27FC236}">
                        <a16:creationId xmlns:a16="http://schemas.microsoft.com/office/drawing/2014/main" id="{6218371F-6338-8A96-CB8C-9FD6013921E5}"/>
                      </a:ext>
                    </a:extLst>
                  </p:cNvPr>
                  <p:cNvSpPr/>
                  <p:nvPr/>
                </p:nvSpPr>
                <p:spPr>
                  <a:xfrm>
                    <a:off x="5067044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496A9">
                      <a:alpha val="100000"/>
                    </a:srgbClr>
                  </a:solidFill>
                  <a:ln w="5420" cap="flat">
                    <a:solidFill>
                      <a:srgbClr val="41A4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68" name="pg119">
                    <a:extLst>
                      <a:ext uri="{FF2B5EF4-FFF2-40B4-BE49-F238E27FC236}">
                        <a16:creationId xmlns:a16="http://schemas.microsoft.com/office/drawing/2014/main" id="{84A3552A-6901-1C5D-2B57-D93BE4DA7E44}"/>
                      </a:ext>
                    </a:extLst>
                  </p:cNvPr>
                  <p:cNvSpPr/>
                  <p:nvPr/>
                </p:nvSpPr>
                <p:spPr>
                  <a:xfrm>
                    <a:off x="5148481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3A8">
                      <a:alpha val="100000"/>
                    </a:srgbClr>
                  </a:solidFill>
                  <a:ln w="5420" cap="flat">
                    <a:solidFill>
                      <a:srgbClr val="3F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69" name="pg120">
                    <a:extLst>
                      <a:ext uri="{FF2B5EF4-FFF2-40B4-BE49-F238E27FC236}">
                        <a16:creationId xmlns:a16="http://schemas.microsoft.com/office/drawing/2014/main" id="{F6E20F5E-024F-BFBE-D831-EEEFA1AF44BA}"/>
                      </a:ext>
                    </a:extLst>
                  </p:cNvPr>
                  <p:cNvSpPr/>
                  <p:nvPr/>
                </p:nvSpPr>
                <p:spPr>
                  <a:xfrm>
                    <a:off x="5229918" y="227312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70" name="pg121">
                    <a:extLst>
                      <a:ext uri="{FF2B5EF4-FFF2-40B4-BE49-F238E27FC236}">
                        <a16:creationId xmlns:a16="http://schemas.microsoft.com/office/drawing/2014/main" id="{B42BB141-01EF-4769-8DC8-3BF5AC06AA9A}"/>
                      </a:ext>
                    </a:extLst>
                  </p:cNvPr>
                  <p:cNvSpPr/>
                  <p:nvPr/>
                </p:nvSpPr>
                <p:spPr>
                  <a:xfrm>
                    <a:off x="3275427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AAB">
                      <a:alpha val="100000"/>
                    </a:srgbClr>
                  </a:solidFill>
                  <a:ln w="5420" cap="flat">
                    <a:solidFill>
                      <a:srgbClr val="59C3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71" name="pg122">
                    <a:extLst>
                      <a:ext uri="{FF2B5EF4-FFF2-40B4-BE49-F238E27FC236}">
                        <a16:creationId xmlns:a16="http://schemas.microsoft.com/office/drawing/2014/main" id="{831DFC1B-5FF7-EC39-15A3-CC33B3FEAAC5}"/>
                      </a:ext>
                    </a:extLst>
                  </p:cNvPr>
                  <p:cNvSpPr/>
                  <p:nvPr/>
                </p:nvSpPr>
                <p:spPr>
                  <a:xfrm>
                    <a:off x="3356864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AAB">
                      <a:alpha val="100000"/>
                    </a:srgbClr>
                  </a:solidFill>
                  <a:ln w="5420" cap="flat">
                    <a:solidFill>
                      <a:srgbClr val="59C4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72" name="pg123">
                    <a:extLst>
                      <a:ext uri="{FF2B5EF4-FFF2-40B4-BE49-F238E27FC236}">
                        <a16:creationId xmlns:a16="http://schemas.microsoft.com/office/drawing/2014/main" id="{A3EB363A-7932-16E0-FA95-EA9857052079}"/>
                      </a:ext>
                    </a:extLst>
                  </p:cNvPr>
                  <p:cNvSpPr/>
                  <p:nvPr/>
                </p:nvSpPr>
                <p:spPr>
                  <a:xfrm>
                    <a:off x="3438301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BAB">
                      <a:alpha val="100000"/>
                    </a:srgbClr>
                  </a:solidFill>
                  <a:ln w="5420" cap="flat">
                    <a:solidFill>
                      <a:srgbClr val="5AC4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73" name="pg124">
                    <a:extLst>
                      <a:ext uri="{FF2B5EF4-FFF2-40B4-BE49-F238E27FC236}">
                        <a16:creationId xmlns:a16="http://schemas.microsoft.com/office/drawing/2014/main" id="{15B48E87-884D-860B-4C60-16148056A831}"/>
                      </a:ext>
                    </a:extLst>
                  </p:cNvPr>
                  <p:cNvSpPr/>
                  <p:nvPr/>
                </p:nvSpPr>
                <p:spPr>
                  <a:xfrm>
                    <a:off x="3519738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5BEAB">
                      <a:alpha val="100000"/>
                    </a:srgbClr>
                  </a:solidFill>
                  <a:ln w="5420" cap="flat">
                    <a:solidFill>
                      <a:srgbClr val="5BC7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74" name="pg125">
                    <a:extLst>
                      <a:ext uri="{FF2B5EF4-FFF2-40B4-BE49-F238E27FC236}">
                        <a16:creationId xmlns:a16="http://schemas.microsoft.com/office/drawing/2014/main" id="{481E87E3-7812-22F0-7447-CFC56BB0CDD4}"/>
                      </a:ext>
                    </a:extLst>
                  </p:cNvPr>
                  <p:cNvSpPr/>
                  <p:nvPr/>
                </p:nvSpPr>
                <p:spPr>
                  <a:xfrm>
                    <a:off x="3601176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7C0AB">
                      <a:alpha val="100000"/>
                    </a:srgbClr>
                  </a:solidFill>
                  <a:ln w="5420" cap="flat">
                    <a:solidFill>
                      <a:srgbClr val="5DC9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75" name="pg126">
                    <a:extLst>
                      <a:ext uri="{FF2B5EF4-FFF2-40B4-BE49-F238E27FC236}">
                        <a16:creationId xmlns:a16="http://schemas.microsoft.com/office/drawing/2014/main" id="{1E64CA3D-3A3C-5AC2-498F-07CDD68C1645}"/>
                      </a:ext>
                    </a:extLst>
                  </p:cNvPr>
                  <p:cNvSpPr/>
                  <p:nvPr/>
                </p:nvSpPr>
                <p:spPr>
                  <a:xfrm>
                    <a:off x="3682613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9C3AC">
                      <a:alpha val="100000"/>
                    </a:srgbClr>
                  </a:solidFill>
                  <a:ln w="5420" cap="flat">
                    <a:solidFill>
                      <a:srgbClr val="5ECB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76" name="pg127">
                    <a:extLst>
                      <a:ext uri="{FF2B5EF4-FFF2-40B4-BE49-F238E27FC236}">
                        <a16:creationId xmlns:a16="http://schemas.microsoft.com/office/drawing/2014/main" id="{A4F14C0F-32A0-A856-7CB8-964955556F5D}"/>
                      </a:ext>
                    </a:extLst>
                  </p:cNvPr>
                  <p:cNvSpPr/>
                  <p:nvPr/>
                </p:nvSpPr>
                <p:spPr>
                  <a:xfrm>
                    <a:off x="3764050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BC7AC">
                      <a:alpha val="100000"/>
                    </a:srgbClr>
                  </a:solidFill>
                  <a:ln w="5420" cap="flat">
                    <a:solidFill>
                      <a:srgbClr val="62CFAD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77" name="pg128">
                    <a:extLst>
                      <a:ext uri="{FF2B5EF4-FFF2-40B4-BE49-F238E27FC236}">
                        <a16:creationId xmlns:a16="http://schemas.microsoft.com/office/drawing/2014/main" id="{4FD483BB-A2C4-5CC5-F8AC-F569A84D544F}"/>
                      </a:ext>
                    </a:extLst>
                  </p:cNvPr>
                  <p:cNvSpPr/>
                  <p:nvPr/>
                </p:nvSpPr>
                <p:spPr>
                  <a:xfrm>
                    <a:off x="3845487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ECBAC">
                      <a:alpha val="100000"/>
                    </a:srgbClr>
                  </a:solidFill>
                  <a:ln w="5420" cap="flat">
                    <a:solidFill>
                      <a:srgbClr val="6DD1B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78" name="pg129">
                    <a:extLst>
                      <a:ext uri="{FF2B5EF4-FFF2-40B4-BE49-F238E27FC236}">
                        <a16:creationId xmlns:a16="http://schemas.microsoft.com/office/drawing/2014/main" id="{E798919F-D13D-22A4-10BD-4B26A5BE5A23}"/>
                      </a:ext>
                    </a:extLst>
                  </p:cNvPr>
                  <p:cNvSpPr/>
                  <p:nvPr/>
                </p:nvSpPr>
                <p:spPr>
                  <a:xfrm>
                    <a:off x="3926924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7D0AE">
                      <a:alpha val="100000"/>
                    </a:srgbClr>
                  </a:solidFill>
                  <a:ln w="5420" cap="flat">
                    <a:solidFill>
                      <a:srgbClr val="78D5B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79" name="pg130">
                    <a:extLst>
                      <a:ext uri="{FF2B5EF4-FFF2-40B4-BE49-F238E27FC236}">
                        <a16:creationId xmlns:a16="http://schemas.microsoft.com/office/drawing/2014/main" id="{30EFCBB1-E953-F7EB-4445-3C155C8E7B97}"/>
                      </a:ext>
                    </a:extLst>
                  </p:cNvPr>
                  <p:cNvSpPr/>
                  <p:nvPr/>
                </p:nvSpPr>
                <p:spPr>
                  <a:xfrm>
                    <a:off x="4008361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5D4B4">
                      <a:alpha val="100000"/>
                    </a:srgbClr>
                  </a:solidFill>
                  <a:ln w="5420" cap="flat">
                    <a:solidFill>
                      <a:srgbClr val="83D8B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80" name="pg131">
                    <a:extLst>
                      <a:ext uri="{FF2B5EF4-FFF2-40B4-BE49-F238E27FC236}">
                        <a16:creationId xmlns:a16="http://schemas.microsoft.com/office/drawing/2014/main" id="{283DBC6E-ECCC-862A-202D-36AA6AD3FFF5}"/>
                      </a:ext>
                    </a:extLst>
                  </p:cNvPr>
                  <p:cNvSpPr/>
                  <p:nvPr/>
                </p:nvSpPr>
                <p:spPr>
                  <a:xfrm>
                    <a:off x="4089798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0D7B8">
                      <a:alpha val="100000"/>
                    </a:srgbClr>
                  </a:solidFill>
                  <a:ln w="5420" cap="flat">
                    <a:solidFill>
                      <a:srgbClr val="8DDBB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81" name="pg132">
                    <a:extLst>
                      <a:ext uri="{FF2B5EF4-FFF2-40B4-BE49-F238E27FC236}">
                        <a16:creationId xmlns:a16="http://schemas.microsoft.com/office/drawing/2014/main" id="{234B03B3-AD98-99E2-6544-FC6E5061E6EF}"/>
                      </a:ext>
                    </a:extLst>
                  </p:cNvPr>
                  <p:cNvSpPr/>
                  <p:nvPr/>
                </p:nvSpPr>
                <p:spPr>
                  <a:xfrm>
                    <a:off x="4171236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6D9BB">
                      <a:alpha val="100000"/>
                    </a:srgbClr>
                  </a:solidFill>
                  <a:ln w="5420" cap="flat">
                    <a:solidFill>
                      <a:srgbClr val="92DCC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82" name="pg133">
                    <a:extLst>
                      <a:ext uri="{FF2B5EF4-FFF2-40B4-BE49-F238E27FC236}">
                        <a16:creationId xmlns:a16="http://schemas.microsoft.com/office/drawing/2014/main" id="{0A01A12E-4237-46A7-1BA9-210C65407D90}"/>
                      </a:ext>
                    </a:extLst>
                  </p:cNvPr>
                  <p:cNvSpPr/>
                  <p:nvPr/>
                </p:nvSpPr>
                <p:spPr>
                  <a:xfrm>
                    <a:off x="4252673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2D8B9">
                      <a:alpha val="100000"/>
                    </a:srgbClr>
                  </a:solidFill>
                  <a:ln w="5420" cap="flat">
                    <a:solidFill>
                      <a:srgbClr val="8EDBB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83" name="pg134">
                    <a:extLst>
                      <a:ext uri="{FF2B5EF4-FFF2-40B4-BE49-F238E27FC236}">
                        <a16:creationId xmlns:a16="http://schemas.microsoft.com/office/drawing/2014/main" id="{BBE45955-B25C-7C19-430F-6091690589FF}"/>
                      </a:ext>
                    </a:extLst>
                  </p:cNvPr>
                  <p:cNvSpPr/>
                  <p:nvPr/>
                </p:nvSpPr>
                <p:spPr>
                  <a:xfrm>
                    <a:off x="4334110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AC5AC">
                      <a:alpha val="100000"/>
                    </a:srgbClr>
                  </a:solidFill>
                  <a:ln w="5420" cap="flat">
                    <a:solidFill>
                      <a:srgbClr val="5FCD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84" name="pg135">
                    <a:extLst>
                      <a:ext uri="{FF2B5EF4-FFF2-40B4-BE49-F238E27FC236}">
                        <a16:creationId xmlns:a16="http://schemas.microsoft.com/office/drawing/2014/main" id="{99FC76BF-17D5-6718-E5DF-83909EFD6F57}"/>
                      </a:ext>
                    </a:extLst>
                  </p:cNvPr>
                  <p:cNvSpPr/>
                  <p:nvPr/>
                </p:nvSpPr>
                <p:spPr>
                  <a:xfrm>
                    <a:off x="4415547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DB3AB">
                      <a:alpha val="100000"/>
                    </a:srgbClr>
                  </a:solidFill>
                  <a:ln w="5420" cap="flat">
                    <a:solidFill>
                      <a:srgbClr val="55BD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85" name="pg136">
                    <a:extLst>
                      <a:ext uri="{FF2B5EF4-FFF2-40B4-BE49-F238E27FC236}">
                        <a16:creationId xmlns:a16="http://schemas.microsoft.com/office/drawing/2014/main" id="{76B8B48B-3A91-DB27-0C44-63A848707A04}"/>
                      </a:ext>
                    </a:extLst>
                  </p:cNvPr>
                  <p:cNvSpPr/>
                  <p:nvPr/>
                </p:nvSpPr>
                <p:spPr>
                  <a:xfrm>
                    <a:off x="4496984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1A3AA">
                      <a:alpha val="100000"/>
                    </a:srgbClr>
                  </a:solidFill>
                  <a:ln w="5420" cap="flat">
                    <a:solidFill>
                      <a:srgbClr val="4BAF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86" name="pg137">
                    <a:extLst>
                      <a:ext uri="{FF2B5EF4-FFF2-40B4-BE49-F238E27FC236}">
                        <a16:creationId xmlns:a16="http://schemas.microsoft.com/office/drawing/2014/main" id="{C8830424-999D-0CAC-DD25-D9E18860DBDE}"/>
                      </a:ext>
                    </a:extLst>
                  </p:cNvPr>
                  <p:cNvSpPr/>
                  <p:nvPr/>
                </p:nvSpPr>
                <p:spPr>
                  <a:xfrm>
                    <a:off x="4578421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9AA9">
                      <a:alpha val="100000"/>
                    </a:srgbClr>
                  </a:solidFill>
                  <a:ln w="5420" cap="flat">
                    <a:solidFill>
                      <a:srgbClr val="44A7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87" name="pg138">
                    <a:extLst>
                      <a:ext uri="{FF2B5EF4-FFF2-40B4-BE49-F238E27FC236}">
                        <a16:creationId xmlns:a16="http://schemas.microsoft.com/office/drawing/2014/main" id="{E5AC73F1-D3B9-C21C-C373-157911C199D6}"/>
                      </a:ext>
                    </a:extLst>
                  </p:cNvPr>
                  <p:cNvSpPr/>
                  <p:nvPr/>
                </p:nvSpPr>
                <p:spPr>
                  <a:xfrm>
                    <a:off x="4659858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5A9">
                      <a:alpha val="100000"/>
                    </a:srgbClr>
                  </a:solidFill>
                  <a:ln w="5420" cap="flat">
                    <a:solidFill>
                      <a:srgbClr val="40A3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88" name="pg139">
                    <a:extLst>
                      <a:ext uri="{FF2B5EF4-FFF2-40B4-BE49-F238E27FC236}">
                        <a16:creationId xmlns:a16="http://schemas.microsoft.com/office/drawing/2014/main" id="{4C18D40C-682D-0573-04AF-12857A3E3E8F}"/>
                      </a:ext>
                    </a:extLst>
                  </p:cNvPr>
                  <p:cNvSpPr/>
                  <p:nvPr/>
                </p:nvSpPr>
                <p:spPr>
                  <a:xfrm>
                    <a:off x="4741296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4A8">
                      <a:alpha val="100000"/>
                    </a:srgbClr>
                  </a:solidFill>
                  <a:ln w="5420" cap="flat">
                    <a:solidFill>
                      <a:srgbClr val="3F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89" name="pg140">
                    <a:extLst>
                      <a:ext uri="{FF2B5EF4-FFF2-40B4-BE49-F238E27FC236}">
                        <a16:creationId xmlns:a16="http://schemas.microsoft.com/office/drawing/2014/main" id="{9F2E0F06-4CFB-343F-BE49-062A25F1F4F2}"/>
                      </a:ext>
                    </a:extLst>
                  </p:cNvPr>
                  <p:cNvSpPr/>
                  <p:nvPr/>
                </p:nvSpPr>
                <p:spPr>
                  <a:xfrm>
                    <a:off x="4822733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4A8">
                      <a:alpha val="100000"/>
                    </a:srgbClr>
                  </a:solidFill>
                  <a:ln w="5420" cap="flat">
                    <a:solidFill>
                      <a:srgbClr val="3F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90" name="pg141">
                    <a:extLst>
                      <a:ext uri="{FF2B5EF4-FFF2-40B4-BE49-F238E27FC236}">
                        <a16:creationId xmlns:a16="http://schemas.microsoft.com/office/drawing/2014/main" id="{494EE940-BA6C-708F-7CBC-425C5073B6A4}"/>
                      </a:ext>
                    </a:extLst>
                  </p:cNvPr>
                  <p:cNvSpPr/>
                  <p:nvPr/>
                </p:nvSpPr>
                <p:spPr>
                  <a:xfrm>
                    <a:off x="4904170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4A8">
                      <a:alpha val="100000"/>
                    </a:srgbClr>
                  </a:solidFill>
                  <a:ln w="5420" cap="flat">
                    <a:solidFill>
                      <a:srgbClr val="40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91" name="pg142">
                    <a:extLst>
                      <a:ext uri="{FF2B5EF4-FFF2-40B4-BE49-F238E27FC236}">
                        <a16:creationId xmlns:a16="http://schemas.microsoft.com/office/drawing/2014/main" id="{32776788-580A-63A1-9F43-199CA680EF3A}"/>
                      </a:ext>
                    </a:extLst>
                  </p:cNvPr>
                  <p:cNvSpPr/>
                  <p:nvPr/>
                </p:nvSpPr>
                <p:spPr>
                  <a:xfrm>
                    <a:off x="4985607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5A8">
                      <a:alpha val="100000"/>
                    </a:srgbClr>
                  </a:solidFill>
                  <a:ln w="5420" cap="flat">
                    <a:solidFill>
                      <a:srgbClr val="40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92" name="pg143">
                    <a:extLst>
                      <a:ext uri="{FF2B5EF4-FFF2-40B4-BE49-F238E27FC236}">
                        <a16:creationId xmlns:a16="http://schemas.microsoft.com/office/drawing/2014/main" id="{AC3F1ED8-2CFE-E397-3337-F9D6552AFD32}"/>
                      </a:ext>
                    </a:extLst>
                  </p:cNvPr>
                  <p:cNvSpPr/>
                  <p:nvPr/>
                </p:nvSpPr>
                <p:spPr>
                  <a:xfrm>
                    <a:off x="5067044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4A8">
                      <a:alpha val="100000"/>
                    </a:srgbClr>
                  </a:solidFill>
                  <a:ln w="5420" cap="flat">
                    <a:solidFill>
                      <a:srgbClr val="3F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93" name="pg144">
                    <a:extLst>
                      <a:ext uri="{FF2B5EF4-FFF2-40B4-BE49-F238E27FC236}">
                        <a16:creationId xmlns:a16="http://schemas.microsoft.com/office/drawing/2014/main" id="{9E0A33B8-0573-F215-A253-C245986AB4FA}"/>
                      </a:ext>
                    </a:extLst>
                  </p:cNvPr>
                  <p:cNvSpPr/>
                  <p:nvPr/>
                </p:nvSpPr>
                <p:spPr>
                  <a:xfrm>
                    <a:off x="5148481" y="237643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3A8">
                      <a:alpha val="100000"/>
                    </a:srgbClr>
                  </a:solidFill>
                  <a:ln w="5420" cap="flat">
                    <a:solidFill>
                      <a:srgbClr val="3F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94" name="pg145">
                    <a:extLst>
                      <a:ext uri="{FF2B5EF4-FFF2-40B4-BE49-F238E27FC236}">
                        <a16:creationId xmlns:a16="http://schemas.microsoft.com/office/drawing/2014/main" id="{A4DF9CE9-B583-3458-5E84-A06C1464753D}"/>
                      </a:ext>
                    </a:extLst>
                  </p:cNvPr>
                  <p:cNvSpPr/>
                  <p:nvPr/>
                </p:nvSpPr>
                <p:spPr>
                  <a:xfrm>
                    <a:off x="3275427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4BCAB">
                      <a:alpha val="100000"/>
                    </a:srgbClr>
                  </a:solidFill>
                  <a:ln w="5420" cap="flat">
                    <a:solidFill>
                      <a:srgbClr val="5BC6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95" name="pg146">
                    <a:extLst>
                      <a:ext uri="{FF2B5EF4-FFF2-40B4-BE49-F238E27FC236}">
                        <a16:creationId xmlns:a16="http://schemas.microsoft.com/office/drawing/2014/main" id="{902E85B0-1A3F-C240-9D8F-A8287D5BE5C5}"/>
                      </a:ext>
                    </a:extLst>
                  </p:cNvPr>
                  <p:cNvSpPr/>
                  <p:nvPr/>
                </p:nvSpPr>
                <p:spPr>
                  <a:xfrm>
                    <a:off x="3356864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4BCAB">
                      <a:alpha val="100000"/>
                    </a:srgbClr>
                  </a:solidFill>
                  <a:ln w="5420" cap="flat">
                    <a:solidFill>
                      <a:srgbClr val="5AC5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96" name="pg147">
                    <a:extLst>
                      <a:ext uri="{FF2B5EF4-FFF2-40B4-BE49-F238E27FC236}">
                        <a16:creationId xmlns:a16="http://schemas.microsoft.com/office/drawing/2014/main" id="{1D2616EA-BB61-6DDD-9200-79644725C544}"/>
                      </a:ext>
                    </a:extLst>
                  </p:cNvPr>
                  <p:cNvSpPr/>
                  <p:nvPr/>
                </p:nvSpPr>
                <p:spPr>
                  <a:xfrm>
                    <a:off x="3438301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4BCAB">
                      <a:alpha val="100000"/>
                    </a:srgbClr>
                  </a:solidFill>
                  <a:ln w="5420" cap="flat">
                    <a:solidFill>
                      <a:srgbClr val="5AC5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97" name="pg148">
                    <a:extLst>
                      <a:ext uri="{FF2B5EF4-FFF2-40B4-BE49-F238E27FC236}">
                        <a16:creationId xmlns:a16="http://schemas.microsoft.com/office/drawing/2014/main" id="{E9EDC425-E6AC-F4C2-E0CE-E317B299147E}"/>
                      </a:ext>
                    </a:extLst>
                  </p:cNvPr>
                  <p:cNvSpPr/>
                  <p:nvPr/>
                </p:nvSpPr>
                <p:spPr>
                  <a:xfrm>
                    <a:off x="3519738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5BDAB">
                      <a:alpha val="100000"/>
                    </a:srgbClr>
                  </a:solidFill>
                  <a:ln w="5420" cap="flat">
                    <a:solidFill>
                      <a:srgbClr val="5BC6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98" name="pg149">
                    <a:extLst>
                      <a:ext uri="{FF2B5EF4-FFF2-40B4-BE49-F238E27FC236}">
                        <a16:creationId xmlns:a16="http://schemas.microsoft.com/office/drawing/2014/main" id="{D8B11BAD-8F84-02A1-B3F5-2CB692DFC63F}"/>
                      </a:ext>
                    </a:extLst>
                  </p:cNvPr>
                  <p:cNvSpPr/>
                  <p:nvPr/>
                </p:nvSpPr>
                <p:spPr>
                  <a:xfrm>
                    <a:off x="3601176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6BEAB">
                      <a:alpha val="100000"/>
                    </a:srgbClr>
                  </a:solidFill>
                  <a:ln w="5420" cap="flat">
                    <a:solidFill>
                      <a:srgbClr val="5CC7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199" name="pg150">
                    <a:extLst>
                      <a:ext uri="{FF2B5EF4-FFF2-40B4-BE49-F238E27FC236}">
                        <a16:creationId xmlns:a16="http://schemas.microsoft.com/office/drawing/2014/main" id="{7970C8CD-24E0-CBDB-E7B7-576A4EF9CAB3}"/>
                      </a:ext>
                    </a:extLst>
                  </p:cNvPr>
                  <p:cNvSpPr/>
                  <p:nvPr/>
                </p:nvSpPr>
                <p:spPr>
                  <a:xfrm>
                    <a:off x="3682613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7C0AC">
                      <a:alpha val="100000"/>
                    </a:srgbClr>
                  </a:solidFill>
                  <a:ln w="5420" cap="flat">
                    <a:solidFill>
                      <a:srgbClr val="5DC9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00" name="pg151">
                    <a:extLst>
                      <a:ext uri="{FF2B5EF4-FFF2-40B4-BE49-F238E27FC236}">
                        <a16:creationId xmlns:a16="http://schemas.microsoft.com/office/drawing/2014/main" id="{877D5ADA-7487-4848-C06C-7214046B070C}"/>
                      </a:ext>
                    </a:extLst>
                  </p:cNvPr>
                  <p:cNvSpPr/>
                  <p:nvPr/>
                </p:nvSpPr>
                <p:spPr>
                  <a:xfrm>
                    <a:off x="3764050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9C3AC">
                      <a:alpha val="100000"/>
                    </a:srgbClr>
                  </a:solidFill>
                  <a:ln w="5420" cap="flat">
                    <a:solidFill>
                      <a:srgbClr val="5ECB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01" name="pg152">
                    <a:extLst>
                      <a:ext uri="{FF2B5EF4-FFF2-40B4-BE49-F238E27FC236}">
                        <a16:creationId xmlns:a16="http://schemas.microsoft.com/office/drawing/2014/main" id="{704BC77F-6C24-5094-44E6-4F5EAE837DAD}"/>
                      </a:ext>
                    </a:extLst>
                  </p:cNvPr>
                  <p:cNvSpPr/>
                  <p:nvPr/>
                </p:nvSpPr>
                <p:spPr>
                  <a:xfrm>
                    <a:off x="3845487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BC6AC">
                      <a:alpha val="100000"/>
                    </a:srgbClr>
                  </a:solidFill>
                  <a:ln w="5420" cap="flat">
                    <a:solidFill>
                      <a:srgbClr val="61CE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02" name="pg153">
                    <a:extLst>
                      <a:ext uri="{FF2B5EF4-FFF2-40B4-BE49-F238E27FC236}">
                        <a16:creationId xmlns:a16="http://schemas.microsoft.com/office/drawing/2014/main" id="{99B1FDED-CF72-716A-C9B5-728D3D23E46C}"/>
                      </a:ext>
                    </a:extLst>
                  </p:cNvPr>
                  <p:cNvSpPr/>
                  <p:nvPr/>
                </p:nvSpPr>
                <p:spPr>
                  <a:xfrm>
                    <a:off x="3926924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DCAAC">
                      <a:alpha val="100000"/>
                    </a:srgbClr>
                  </a:solidFill>
                  <a:ln w="5420" cap="flat">
                    <a:solidFill>
                      <a:srgbClr val="69D0A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03" name="pg154">
                    <a:extLst>
                      <a:ext uri="{FF2B5EF4-FFF2-40B4-BE49-F238E27FC236}">
                        <a16:creationId xmlns:a16="http://schemas.microsoft.com/office/drawing/2014/main" id="{98E3494E-0B8B-2730-D467-BE5D4E53C41D}"/>
                      </a:ext>
                    </a:extLst>
                  </p:cNvPr>
                  <p:cNvSpPr/>
                  <p:nvPr/>
                </p:nvSpPr>
                <p:spPr>
                  <a:xfrm>
                    <a:off x="4008361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0CEAC">
                      <a:alpha val="100000"/>
                    </a:srgbClr>
                  </a:solidFill>
                  <a:ln w="5420" cap="flat">
                    <a:solidFill>
                      <a:srgbClr val="72D3B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04" name="pg155">
                    <a:extLst>
                      <a:ext uri="{FF2B5EF4-FFF2-40B4-BE49-F238E27FC236}">
                        <a16:creationId xmlns:a16="http://schemas.microsoft.com/office/drawing/2014/main" id="{64A08BDD-FFED-71F7-3583-6E3A7A64559E}"/>
                      </a:ext>
                    </a:extLst>
                  </p:cNvPr>
                  <p:cNvSpPr/>
                  <p:nvPr/>
                </p:nvSpPr>
                <p:spPr>
                  <a:xfrm>
                    <a:off x="4089798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9D0AF">
                      <a:alpha val="100000"/>
                    </a:srgbClr>
                  </a:solidFill>
                  <a:ln w="5420" cap="flat">
                    <a:solidFill>
                      <a:srgbClr val="7AD5B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05" name="pg156">
                    <a:extLst>
                      <a:ext uri="{FF2B5EF4-FFF2-40B4-BE49-F238E27FC236}">
                        <a16:creationId xmlns:a16="http://schemas.microsoft.com/office/drawing/2014/main" id="{7847B42F-1B1A-30BC-D6D0-9BD968782E2B}"/>
                      </a:ext>
                    </a:extLst>
                  </p:cNvPr>
                  <p:cNvSpPr/>
                  <p:nvPr/>
                </p:nvSpPr>
                <p:spPr>
                  <a:xfrm>
                    <a:off x="4171236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5CFAE">
                      <a:alpha val="100000"/>
                    </a:srgbClr>
                  </a:solidFill>
                  <a:ln w="5420" cap="flat">
                    <a:solidFill>
                      <a:srgbClr val="76D4B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06" name="pg157">
                    <a:extLst>
                      <a:ext uri="{FF2B5EF4-FFF2-40B4-BE49-F238E27FC236}">
                        <a16:creationId xmlns:a16="http://schemas.microsoft.com/office/drawing/2014/main" id="{B4CEC000-3EDC-0981-40B8-8D031962FA22}"/>
                      </a:ext>
                    </a:extLst>
                  </p:cNvPr>
                  <p:cNvSpPr/>
                  <p:nvPr/>
                </p:nvSpPr>
                <p:spPr>
                  <a:xfrm>
                    <a:off x="4252673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FCCAC">
                      <a:alpha val="100000"/>
                    </a:srgbClr>
                  </a:solidFill>
                  <a:ln w="5420" cap="flat">
                    <a:solidFill>
                      <a:srgbClr val="6ED2B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07" name="pg158">
                    <a:extLst>
                      <a:ext uri="{FF2B5EF4-FFF2-40B4-BE49-F238E27FC236}">
                        <a16:creationId xmlns:a16="http://schemas.microsoft.com/office/drawing/2014/main" id="{39621804-468E-0A0C-06F5-234541AB67DF}"/>
                      </a:ext>
                    </a:extLst>
                  </p:cNvPr>
                  <p:cNvSpPr/>
                  <p:nvPr/>
                </p:nvSpPr>
                <p:spPr>
                  <a:xfrm>
                    <a:off x="4334110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DB3AB">
                      <a:alpha val="100000"/>
                    </a:srgbClr>
                  </a:solidFill>
                  <a:ln w="5420" cap="flat">
                    <a:solidFill>
                      <a:srgbClr val="55BD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08" name="pg159">
                    <a:extLst>
                      <a:ext uri="{FF2B5EF4-FFF2-40B4-BE49-F238E27FC236}">
                        <a16:creationId xmlns:a16="http://schemas.microsoft.com/office/drawing/2014/main" id="{D4AE9938-2448-D7CB-1A19-BE24C999AF88}"/>
                      </a:ext>
                    </a:extLst>
                  </p:cNvPr>
                  <p:cNvSpPr/>
                  <p:nvPr/>
                </p:nvSpPr>
                <p:spPr>
                  <a:xfrm>
                    <a:off x="4415547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0A2AA">
                      <a:alpha val="100000"/>
                    </a:srgbClr>
                  </a:solidFill>
                  <a:ln w="5420" cap="flat">
                    <a:solidFill>
                      <a:srgbClr val="4AAF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09" name="pg160">
                    <a:extLst>
                      <a:ext uri="{FF2B5EF4-FFF2-40B4-BE49-F238E27FC236}">
                        <a16:creationId xmlns:a16="http://schemas.microsoft.com/office/drawing/2014/main" id="{BCE14589-32F2-969E-7CE9-CA509B2DC109}"/>
                      </a:ext>
                    </a:extLst>
                  </p:cNvPr>
                  <p:cNvSpPr/>
                  <p:nvPr/>
                </p:nvSpPr>
                <p:spPr>
                  <a:xfrm>
                    <a:off x="4496984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5A9">
                      <a:alpha val="100000"/>
                    </a:srgbClr>
                  </a:solidFill>
                  <a:ln w="5420" cap="flat">
                    <a:solidFill>
                      <a:srgbClr val="40A3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10" name="pg161">
                    <a:extLst>
                      <a:ext uri="{FF2B5EF4-FFF2-40B4-BE49-F238E27FC236}">
                        <a16:creationId xmlns:a16="http://schemas.microsoft.com/office/drawing/2014/main" id="{DCE9B402-0907-CD1D-AA54-E6F70C5296E9}"/>
                      </a:ext>
                    </a:extLst>
                  </p:cNvPr>
                  <p:cNvSpPr/>
                  <p:nvPr/>
                </p:nvSpPr>
                <p:spPr>
                  <a:xfrm>
                    <a:off x="4578421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EA7">
                      <a:alpha val="100000"/>
                    </a:srgbClr>
                  </a:solidFill>
                  <a:ln w="5420" cap="flat">
                    <a:solidFill>
                      <a:srgbClr val="3B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11" name="pg162">
                    <a:extLst>
                      <a:ext uri="{FF2B5EF4-FFF2-40B4-BE49-F238E27FC236}">
                        <a16:creationId xmlns:a16="http://schemas.microsoft.com/office/drawing/2014/main" id="{E02530A5-60BA-9706-D233-8F00E0EAC86F}"/>
                      </a:ext>
                    </a:extLst>
                  </p:cNvPr>
                  <p:cNvSpPr/>
                  <p:nvPr/>
                </p:nvSpPr>
                <p:spPr>
                  <a:xfrm>
                    <a:off x="4659858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CA7">
                      <a:alpha val="100000"/>
                    </a:srgbClr>
                  </a:solidFill>
                  <a:ln w="5420" cap="flat">
                    <a:solidFill>
                      <a:srgbClr val="39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12" name="pg163">
                    <a:extLst>
                      <a:ext uri="{FF2B5EF4-FFF2-40B4-BE49-F238E27FC236}">
                        <a16:creationId xmlns:a16="http://schemas.microsoft.com/office/drawing/2014/main" id="{4D05DF8D-B8A3-86AA-1712-28DBF2008A84}"/>
                      </a:ext>
                    </a:extLst>
                  </p:cNvPr>
                  <p:cNvSpPr/>
                  <p:nvPr/>
                </p:nvSpPr>
                <p:spPr>
                  <a:xfrm>
                    <a:off x="4741296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DA7">
                      <a:alpha val="100000"/>
                    </a:srgbClr>
                  </a:solidFill>
                  <a:ln w="5420" cap="flat">
                    <a:solidFill>
                      <a:srgbClr val="3A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13" name="pg164">
                    <a:extLst>
                      <a:ext uri="{FF2B5EF4-FFF2-40B4-BE49-F238E27FC236}">
                        <a16:creationId xmlns:a16="http://schemas.microsoft.com/office/drawing/2014/main" id="{D7677D47-1348-7D41-B8A2-1D5067B6D241}"/>
                      </a:ext>
                    </a:extLst>
                  </p:cNvPr>
                  <p:cNvSpPr/>
                  <p:nvPr/>
                </p:nvSpPr>
                <p:spPr>
                  <a:xfrm>
                    <a:off x="4822733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14" name="pg165">
                    <a:extLst>
                      <a:ext uri="{FF2B5EF4-FFF2-40B4-BE49-F238E27FC236}">
                        <a16:creationId xmlns:a16="http://schemas.microsoft.com/office/drawing/2014/main" id="{ED15C99A-B4E2-77AD-747B-8CECAC2D203C}"/>
                      </a:ext>
                    </a:extLst>
                  </p:cNvPr>
                  <p:cNvSpPr/>
                  <p:nvPr/>
                </p:nvSpPr>
                <p:spPr>
                  <a:xfrm>
                    <a:off x="4904170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15" name="pg166">
                    <a:extLst>
                      <a:ext uri="{FF2B5EF4-FFF2-40B4-BE49-F238E27FC236}">
                        <a16:creationId xmlns:a16="http://schemas.microsoft.com/office/drawing/2014/main" id="{5BA8C1D8-F316-6416-8C86-74A3A00D9279}"/>
                      </a:ext>
                    </a:extLst>
                  </p:cNvPr>
                  <p:cNvSpPr/>
                  <p:nvPr/>
                </p:nvSpPr>
                <p:spPr>
                  <a:xfrm>
                    <a:off x="4985607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16" name="pg167">
                    <a:extLst>
                      <a:ext uri="{FF2B5EF4-FFF2-40B4-BE49-F238E27FC236}">
                        <a16:creationId xmlns:a16="http://schemas.microsoft.com/office/drawing/2014/main" id="{DE826594-176A-C3E5-FA1D-20050F3C8114}"/>
                      </a:ext>
                    </a:extLst>
                  </p:cNvPr>
                  <p:cNvSpPr/>
                  <p:nvPr/>
                </p:nvSpPr>
                <p:spPr>
                  <a:xfrm>
                    <a:off x="5067044" y="247975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17" name="pg168">
                    <a:extLst>
                      <a:ext uri="{FF2B5EF4-FFF2-40B4-BE49-F238E27FC236}">
                        <a16:creationId xmlns:a16="http://schemas.microsoft.com/office/drawing/2014/main" id="{DEF05450-4CF7-13A5-DB16-15682B9C2510}"/>
                      </a:ext>
                    </a:extLst>
                  </p:cNvPr>
                  <p:cNvSpPr/>
                  <p:nvPr/>
                </p:nvSpPr>
                <p:spPr>
                  <a:xfrm>
                    <a:off x="3031116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8C2AC">
                      <a:alpha val="100000"/>
                    </a:srgbClr>
                  </a:solidFill>
                  <a:ln w="5420" cap="flat">
                    <a:solidFill>
                      <a:srgbClr val="5ECA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18" name="pg169">
                    <a:extLst>
                      <a:ext uri="{FF2B5EF4-FFF2-40B4-BE49-F238E27FC236}">
                        <a16:creationId xmlns:a16="http://schemas.microsoft.com/office/drawing/2014/main" id="{9DFC50B1-72E5-A5BE-DA3D-AB490AF98285}"/>
                      </a:ext>
                    </a:extLst>
                  </p:cNvPr>
                  <p:cNvSpPr/>
                  <p:nvPr/>
                </p:nvSpPr>
                <p:spPr>
                  <a:xfrm>
                    <a:off x="3112553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8C1AC">
                      <a:alpha val="100000"/>
                    </a:srgbClr>
                  </a:solidFill>
                  <a:ln w="5420" cap="flat">
                    <a:solidFill>
                      <a:srgbClr val="5DCA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19" name="pg170">
                    <a:extLst>
                      <a:ext uri="{FF2B5EF4-FFF2-40B4-BE49-F238E27FC236}">
                        <a16:creationId xmlns:a16="http://schemas.microsoft.com/office/drawing/2014/main" id="{2B8CA0D9-A5D2-3616-BE4B-733835CF1C93}"/>
                      </a:ext>
                    </a:extLst>
                  </p:cNvPr>
                  <p:cNvSpPr/>
                  <p:nvPr/>
                </p:nvSpPr>
                <p:spPr>
                  <a:xfrm>
                    <a:off x="3275427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7BFAB">
                      <a:alpha val="100000"/>
                    </a:srgbClr>
                  </a:solidFill>
                  <a:ln w="5420" cap="flat">
                    <a:solidFill>
                      <a:srgbClr val="5CC8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20" name="pg171">
                    <a:extLst>
                      <a:ext uri="{FF2B5EF4-FFF2-40B4-BE49-F238E27FC236}">
                        <a16:creationId xmlns:a16="http://schemas.microsoft.com/office/drawing/2014/main" id="{FD5B54CF-5B5A-FD0F-89D4-75A553383A07}"/>
                      </a:ext>
                    </a:extLst>
                  </p:cNvPr>
                  <p:cNvSpPr/>
                  <p:nvPr/>
                </p:nvSpPr>
                <p:spPr>
                  <a:xfrm>
                    <a:off x="3356864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6BFAB">
                      <a:alpha val="100000"/>
                    </a:srgbClr>
                  </a:solidFill>
                  <a:ln w="5420" cap="flat">
                    <a:solidFill>
                      <a:srgbClr val="5CC7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21" name="pg172">
                    <a:extLst>
                      <a:ext uri="{FF2B5EF4-FFF2-40B4-BE49-F238E27FC236}">
                        <a16:creationId xmlns:a16="http://schemas.microsoft.com/office/drawing/2014/main" id="{A38CCD10-9DDA-A0D8-23D4-851F42C4E4AD}"/>
                      </a:ext>
                    </a:extLst>
                  </p:cNvPr>
                  <p:cNvSpPr/>
                  <p:nvPr/>
                </p:nvSpPr>
                <p:spPr>
                  <a:xfrm>
                    <a:off x="3438301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5BEAB">
                      <a:alpha val="100000"/>
                    </a:srgbClr>
                  </a:solidFill>
                  <a:ln w="5420" cap="flat">
                    <a:solidFill>
                      <a:srgbClr val="5BC7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22" name="pg173">
                    <a:extLst>
                      <a:ext uri="{FF2B5EF4-FFF2-40B4-BE49-F238E27FC236}">
                        <a16:creationId xmlns:a16="http://schemas.microsoft.com/office/drawing/2014/main" id="{0ECD2222-B082-FBC6-5B04-13C3781E24A9}"/>
                      </a:ext>
                    </a:extLst>
                  </p:cNvPr>
                  <p:cNvSpPr/>
                  <p:nvPr/>
                </p:nvSpPr>
                <p:spPr>
                  <a:xfrm>
                    <a:off x="3519738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4BCAB">
                      <a:alpha val="100000"/>
                    </a:srgbClr>
                  </a:solidFill>
                  <a:ln w="5420" cap="flat">
                    <a:solidFill>
                      <a:srgbClr val="5BC6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23" name="pg174">
                    <a:extLst>
                      <a:ext uri="{FF2B5EF4-FFF2-40B4-BE49-F238E27FC236}">
                        <a16:creationId xmlns:a16="http://schemas.microsoft.com/office/drawing/2014/main" id="{8C740235-E32D-BAB5-D7D3-01D716BCB23B}"/>
                      </a:ext>
                    </a:extLst>
                  </p:cNvPr>
                  <p:cNvSpPr/>
                  <p:nvPr/>
                </p:nvSpPr>
                <p:spPr>
                  <a:xfrm>
                    <a:off x="3601176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5BDAB">
                      <a:alpha val="100000"/>
                    </a:srgbClr>
                  </a:solidFill>
                  <a:ln w="5420" cap="flat">
                    <a:solidFill>
                      <a:srgbClr val="5BC6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24" name="pg175">
                    <a:extLst>
                      <a:ext uri="{FF2B5EF4-FFF2-40B4-BE49-F238E27FC236}">
                        <a16:creationId xmlns:a16="http://schemas.microsoft.com/office/drawing/2014/main" id="{B3BFC175-8DCA-73D2-876A-ACAB0AEE0473}"/>
                      </a:ext>
                    </a:extLst>
                  </p:cNvPr>
                  <p:cNvSpPr/>
                  <p:nvPr/>
                </p:nvSpPr>
                <p:spPr>
                  <a:xfrm>
                    <a:off x="3682613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5BDAB">
                      <a:alpha val="100000"/>
                    </a:srgbClr>
                  </a:solidFill>
                  <a:ln w="5420" cap="flat">
                    <a:solidFill>
                      <a:srgbClr val="5BC6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25" name="pg176">
                    <a:extLst>
                      <a:ext uri="{FF2B5EF4-FFF2-40B4-BE49-F238E27FC236}">
                        <a16:creationId xmlns:a16="http://schemas.microsoft.com/office/drawing/2014/main" id="{068852FE-6856-0F48-BB44-DAA98B19642F}"/>
                      </a:ext>
                    </a:extLst>
                  </p:cNvPr>
                  <p:cNvSpPr/>
                  <p:nvPr/>
                </p:nvSpPr>
                <p:spPr>
                  <a:xfrm>
                    <a:off x="3764050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6BFAB">
                      <a:alpha val="100000"/>
                    </a:srgbClr>
                  </a:solidFill>
                  <a:ln w="5420" cap="flat">
                    <a:solidFill>
                      <a:srgbClr val="5CC8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26" name="pg177">
                    <a:extLst>
                      <a:ext uri="{FF2B5EF4-FFF2-40B4-BE49-F238E27FC236}">
                        <a16:creationId xmlns:a16="http://schemas.microsoft.com/office/drawing/2014/main" id="{3DA171D7-8251-A649-F25F-FE50237F21F6}"/>
                      </a:ext>
                    </a:extLst>
                  </p:cNvPr>
                  <p:cNvSpPr/>
                  <p:nvPr/>
                </p:nvSpPr>
                <p:spPr>
                  <a:xfrm>
                    <a:off x="3845487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7C0AC">
                      <a:alpha val="100000"/>
                    </a:srgbClr>
                  </a:solidFill>
                  <a:ln w="5420" cap="flat">
                    <a:solidFill>
                      <a:srgbClr val="5DC9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27" name="pg178">
                    <a:extLst>
                      <a:ext uri="{FF2B5EF4-FFF2-40B4-BE49-F238E27FC236}">
                        <a16:creationId xmlns:a16="http://schemas.microsoft.com/office/drawing/2014/main" id="{CDF70567-A85E-9B06-7BC7-7A9F404A042D}"/>
                      </a:ext>
                    </a:extLst>
                  </p:cNvPr>
                  <p:cNvSpPr/>
                  <p:nvPr/>
                </p:nvSpPr>
                <p:spPr>
                  <a:xfrm>
                    <a:off x="4089798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9C4AC">
                      <a:alpha val="100000"/>
                    </a:srgbClr>
                  </a:solidFill>
                  <a:ln w="5420" cap="flat">
                    <a:solidFill>
                      <a:srgbClr val="5FCC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28" name="pg179">
                    <a:extLst>
                      <a:ext uri="{FF2B5EF4-FFF2-40B4-BE49-F238E27FC236}">
                        <a16:creationId xmlns:a16="http://schemas.microsoft.com/office/drawing/2014/main" id="{456201D8-AAC1-1A3D-2810-181297788504}"/>
                      </a:ext>
                    </a:extLst>
                  </p:cNvPr>
                  <p:cNvSpPr/>
                  <p:nvPr/>
                </p:nvSpPr>
                <p:spPr>
                  <a:xfrm>
                    <a:off x="4171236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8C1AC">
                      <a:alpha val="100000"/>
                    </a:srgbClr>
                  </a:solidFill>
                  <a:ln w="5420" cap="flat">
                    <a:solidFill>
                      <a:srgbClr val="5DCA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29" name="pg180">
                    <a:extLst>
                      <a:ext uri="{FF2B5EF4-FFF2-40B4-BE49-F238E27FC236}">
                        <a16:creationId xmlns:a16="http://schemas.microsoft.com/office/drawing/2014/main" id="{DD4012A0-EDAE-1677-B7BA-C8346ECE82A0}"/>
                      </a:ext>
                    </a:extLst>
                  </p:cNvPr>
                  <p:cNvSpPr/>
                  <p:nvPr/>
                </p:nvSpPr>
                <p:spPr>
                  <a:xfrm>
                    <a:off x="4252673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4BCAB">
                      <a:alpha val="100000"/>
                    </a:srgbClr>
                  </a:solidFill>
                  <a:ln w="5420" cap="flat">
                    <a:solidFill>
                      <a:srgbClr val="5AC5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30" name="pg181">
                    <a:extLst>
                      <a:ext uri="{FF2B5EF4-FFF2-40B4-BE49-F238E27FC236}">
                        <a16:creationId xmlns:a16="http://schemas.microsoft.com/office/drawing/2014/main" id="{A76EF678-B8E8-E751-4B60-911449348C18}"/>
                      </a:ext>
                    </a:extLst>
                  </p:cNvPr>
                  <p:cNvSpPr/>
                  <p:nvPr/>
                </p:nvSpPr>
                <p:spPr>
                  <a:xfrm>
                    <a:off x="4334110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2A5AA">
                      <a:alpha val="100000"/>
                    </a:srgbClr>
                  </a:solidFill>
                  <a:ln w="5420" cap="flat">
                    <a:solidFill>
                      <a:srgbClr val="4CB1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31" name="pg182">
                    <a:extLst>
                      <a:ext uri="{FF2B5EF4-FFF2-40B4-BE49-F238E27FC236}">
                        <a16:creationId xmlns:a16="http://schemas.microsoft.com/office/drawing/2014/main" id="{FA90BB20-57BE-9337-F030-CC0E89A6104F}"/>
                      </a:ext>
                    </a:extLst>
                  </p:cNvPr>
                  <p:cNvSpPr/>
                  <p:nvPr/>
                </p:nvSpPr>
                <p:spPr>
                  <a:xfrm>
                    <a:off x="4415547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8A9">
                      <a:alpha val="100000"/>
                    </a:srgbClr>
                  </a:solidFill>
                  <a:ln w="5420" cap="flat">
                    <a:solidFill>
                      <a:srgbClr val="42A5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32" name="pg183">
                    <a:extLst>
                      <a:ext uri="{FF2B5EF4-FFF2-40B4-BE49-F238E27FC236}">
                        <a16:creationId xmlns:a16="http://schemas.microsoft.com/office/drawing/2014/main" id="{58E06CD9-0A73-ECC4-597F-26F0133E65B4}"/>
                      </a:ext>
                    </a:extLst>
                  </p:cNvPr>
                  <p:cNvSpPr/>
                  <p:nvPr/>
                </p:nvSpPr>
                <p:spPr>
                  <a:xfrm>
                    <a:off x="4496984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DA7">
                      <a:alpha val="100000"/>
                    </a:srgbClr>
                  </a:solidFill>
                  <a:ln w="5420" cap="flat">
                    <a:solidFill>
                      <a:srgbClr val="3A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33" name="pg184">
                    <a:extLst>
                      <a:ext uri="{FF2B5EF4-FFF2-40B4-BE49-F238E27FC236}">
                        <a16:creationId xmlns:a16="http://schemas.microsoft.com/office/drawing/2014/main" id="{7F795E8B-6DC7-ADC1-306D-9A5E4705EAC4}"/>
                      </a:ext>
                    </a:extLst>
                  </p:cNvPr>
                  <p:cNvSpPr/>
                  <p:nvPr/>
                </p:nvSpPr>
                <p:spPr>
                  <a:xfrm>
                    <a:off x="4578421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8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34" name="pg185">
                    <a:extLst>
                      <a:ext uri="{FF2B5EF4-FFF2-40B4-BE49-F238E27FC236}">
                        <a16:creationId xmlns:a16="http://schemas.microsoft.com/office/drawing/2014/main" id="{5838342B-4B58-40DE-A20B-5011FC829C46}"/>
                      </a:ext>
                    </a:extLst>
                  </p:cNvPr>
                  <p:cNvSpPr/>
                  <p:nvPr/>
                </p:nvSpPr>
                <p:spPr>
                  <a:xfrm>
                    <a:off x="4659858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8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35" name="pg186">
                    <a:extLst>
                      <a:ext uri="{FF2B5EF4-FFF2-40B4-BE49-F238E27FC236}">
                        <a16:creationId xmlns:a16="http://schemas.microsoft.com/office/drawing/2014/main" id="{2248B456-24D1-D826-7FBA-60788C4C348F}"/>
                      </a:ext>
                    </a:extLst>
                  </p:cNvPr>
                  <p:cNvSpPr/>
                  <p:nvPr/>
                </p:nvSpPr>
                <p:spPr>
                  <a:xfrm>
                    <a:off x="4741296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A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36" name="pg187">
                    <a:extLst>
                      <a:ext uri="{FF2B5EF4-FFF2-40B4-BE49-F238E27FC236}">
                        <a16:creationId xmlns:a16="http://schemas.microsoft.com/office/drawing/2014/main" id="{88CD1E4B-DEA8-B94B-0BB0-BD534439936A}"/>
                      </a:ext>
                    </a:extLst>
                  </p:cNvPr>
                  <p:cNvSpPr/>
                  <p:nvPr/>
                </p:nvSpPr>
                <p:spPr>
                  <a:xfrm>
                    <a:off x="4822733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CA7">
                      <a:alpha val="100000"/>
                    </a:srgbClr>
                  </a:solidFill>
                  <a:ln w="5420" cap="flat">
                    <a:solidFill>
                      <a:srgbClr val="39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37" name="pg188">
                    <a:extLst>
                      <a:ext uri="{FF2B5EF4-FFF2-40B4-BE49-F238E27FC236}">
                        <a16:creationId xmlns:a16="http://schemas.microsoft.com/office/drawing/2014/main" id="{EB572212-D647-7E1B-6321-A0C63E6504A4}"/>
                      </a:ext>
                    </a:extLst>
                  </p:cNvPr>
                  <p:cNvSpPr/>
                  <p:nvPr/>
                </p:nvSpPr>
                <p:spPr>
                  <a:xfrm>
                    <a:off x="4904170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38" name="pg189">
                    <a:extLst>
                      <a:ext uri="{FF2B5EF4-FFF2-40B4-BE49-F238E27FC236}">
                        <a16:creationId xmlns:a16="http://schemas.microsoft.com/office/drawing/2014/main" id="{DBECFA94-7259-1459-0562-67F0A7FFF48F}"/>
                      </a:ext>
                    </a:extLst>
                  </p:cNvPr>
                  <p:cNvSpPr/>
                  <p:nvPr/>
                </p:nvSpPr>
                <p:spPr>
                  <a:xfrm>
                    <a:off x="4985607" y="258306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8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39" name="pg190">
                    <a:extLst>
                      <a:ext uri="{FF2B5EF4-FFF2-40B4-BE49-F238E27FC236}">
                        <a16:creationId xmlns:a16="http://schemas.microsoft.com/office/drawing/2014/main" id="{D923BCE2-0B6E-BAE7-56D7-7A5E10DA675A}"/>
                      </a:ext>
                    </a:extLst>
                  </p:cNvPr>
                  <p:cNvSpPr/>
                  <p:nvPr/>
                </p:nvSpPr>
                <p:spPr>
                  <a:xfrm>
                    <a:off x="2949678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BC6AC">
                      <a:alpha val="100000"/>
                    </a:srgbClr>
                  </a:solidFill>
                  <a:ln w="5420" cap="flat">
                    <a:solidFill>
                      <a:srgbClr val="61CE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40" name="pg191">
                    <a:extLst>
                      <a:ext uri="{FF2B5EF4-FFF2-40B4-BE49-F238E27FC236}">
                        <a16:creationId xmlns:a16="http://schemas.microsoft.com/office/drawing/2014/main" id="{8691D48C-6861-6C86-39DD-00C05998B61D}"/>
                      </a:ext>
                    </a:extLst>
                  </p:cNvPr>
                  <p:cNvSpPr/>
                  <p:nvPr/>
                </p:nvSpPr>
                <p:spPr>
                  <a:xfrm>
                    <a:off x="3031116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BC7AC">
                      <a:alpha val="100000"/>
                    </a:srgbClr>
                  </a:solidFill>
                  <a:ln w="5420" cap="flat">
                    <a:solidFill>
                      <a:srgbClr val="62CEAD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41" name="pg192">
                    <a:extLst>
                      <a:ext uri="{FF2B5EF4-FFF2-40B4-BE49-F238E27FC236}">
                        <a16:creationId xmlns:a16="http://schemas.microsoft.com/office/drawing/2014/main" id="{8D173651-CA87-CB44-C3A4-C5AE81F19CE8}"/>
                      </a:ext>
                    </a:extLst>
                  </p:cNvPr>
                  <p:cNvSpPr/>
                  <p:nvPr/>
                </p:nvSpPr>
                <p:spPr>
                  <a:xfrm>
                    <a:off x="3112553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BC6AC">
                      <a:alpha val="100000"/>
                    </a:srgbClr>
                  </a:solidFill>
                  <a:ln w="5420" cap="flat">
                    <a:solidFill>
                      <a:srgbClr val="61CE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42" name="pg193">
                    <a:extLst>
                      <a:ext uri="{FF2B5EF4-FFF2-40B4-BE49-F238E27FC236}">
                        <a16:creationId xmlns:a16="http://schemas.microsoft.com/office/drawing/2014/main" id="{735798BE-26B6-47E4-5685-4C94C723C10D}"/>
                      </a:ext>
                    </a:extLst>
                  </p:cNvPr>
                  <p:cNvSpPr/>
                  <p:nvPr/>
                </p:nvSpPr>
                <p:spPr>
                  <a:xfrm>
                    <a:off x="3193990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AC5AC">
                      <a:alpha val="100000"/>
                    </a:srgbClr>
                  </a:solidFill>
                  <a:ln w="5420" cap="flat">
                    <a:solidFill>
                      <a:srgbClr val="60CD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43" name="pg194">
                    <a:extLst>
                      <a:ext uri="{FF2B5EF4-FFF2-40B4-BE49-F238E27FC236}">
                        <a16:creationId xmlns:a16="http://schemas.microsoft.com/office/drawing/2014/main" id="{1CDBF6E0-BBA7-2E89-7293-68B1CA597F87}"/>
                      </a:ext>
                    </a:extLst>
                  </p:cNvPr>
                  <p:cNvSpPr/>
                  <p:nvPr/>
                </p:nvSpPr>
                <p:spPr>
                  <a:xfrm>
                    <a:off x="3275427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9C4AC">
                      <a:alpha val="100000"/>
                    </a:srgbClr>
                  </a:solidFill>
                  <a:ln w="5420" cap="flat">
                    <a:solidFill>
                      <a:srgbClr val="5FCC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44" name="pg195">
                    <a:extLst>
                      <a:ext uri="{FF2B5EF4-FFF2-40B4-BE49-F238E27FC236}">
                        <a16:creationId xmlns:a16="http://schemas.microsoft.com/office/drawing/2014/main" id="{B574B7B7-E043-CE41-C2F9-547A4CFD584A}"/>
                      </a:ext>
                    </a:extLst>
                  </p:cNvPr>
                  <p:cNvSpPr/>
                  <p:nvPr/>
                </p:nvSpPr>
                <p:spPr>
                  <a:xfrm>
                    <a:off x="3356864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8C2AC">
                      <a:alpha val="100000"/>
                    </a:srgbClr>
                  </a:solidFill>
                  <a:ln w="5420" cap="flat">
                    <a:solidFill>
                      <a:srgbClr val="5ECA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45" name="pg196">
                    <a:extLst>
                      <a:ext uri="{FF2B5EF4-FFF2-40B4-BE49-F238E27FC236}">
                        <a16:creationId xmlns:a16="http://schemas.microsoft.com/office/drawing/2014/main" id="{4E738F4A-DBE6-8AE6-3FC3-F909B7545DCF}"/>
                      </a:ext>
                    </a:extLst>
                  </p:cNvPr>
                  <p:cNvSpPr/>
                  <p:nvPr/>
                </p:nvSpPr>
                <p:spPr>
                  <a:xfrm>
                    <a:off x="3438301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7C0AB">
                      <a:alpha val="100000"/>
                    </a:srgbClr>
                  </a:solidFill>
                  <a:ln w="5420" cap="flat">
                    <a:solidFill>
                      <a:srgbClr val="5DC9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46" name="pg197">
                    <a:extLst>
                      <a:ext uri="{FF2B5EF4-FFF2-40B4-BE49-F238E27FC236}">
                        <a16:creationId xmlns:a16="http://schemas.microsoft.com/office/drawing/2014/main" id="{CB91294C-D486-68DB-5FA4-56D44E07432F}"/>
                      </a:ext>
                    </a:extLst>
                  </p:cNvPr>
                  <p:cNvSpPr/>
                  <p:nvPr/>
                </p:nvSpPr>
                <p:spPr>
                  <a:xfrm>
                    <a:off x="3519738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4BCAB">
                      <a:alpha val="100000"/>
                    </a:srgbClr>
                  </a:solidFill>
                  <a:ln w="5420" cap="flat">
                    <a:solidFill>
                      <a:srgbClr val="5BC6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47" name="pg198">
                    <a:extLst>
                      <a:ext uri="{FF2B5EF4-FFF2-40B4-BE49-F238E27FC236}">
                        <a16:creationId xmlns:a16="http://schemas.microsoft.com/office/drawing/2014/main" id="{28B77908-D005-03D4-E72F-F27B1C3F0CC8}"/>
                      </a:ext>
                    </a:extLst>
                  </p:cNvPr>
                  <p:cNvSpPr/>
                  <p:nvPr/>
                </p:nvSpPr>
                <p:spPr>
                  <a:xfrm>
                    <a:off x="3601176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4BBAB">
                      <a:alpha val="100000"/>
                    </a:srgbClr>
                  </a:solidFill>
                  <a:ln w="5420" cap="flat">
                    <a:solidFill>
                      <a:srgbClr val="5AC5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48" name="pg199">
                    <a:extLst>
                      <a:ext uri="{FF2B5EF4-FFF2-40B4-BE49-F238E27FC236}">
                        <a16:creationId xmlns:a16="http://schemas.microsoft.com/office/drawing/2014/main" id="{10BE505B-898F-8A59-2F36-D41BF59CEB9F}"/>
                      </a:ext>
                    </a:extLst>
                  </p:cNvPr>
                  <p:cNvSpPr/>
                  <p:nvPr/>
                </p:nvSpPr>
                <p:spPr>
                  <a:xfrm>
                    <a:off x="3682613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BAB">
                      <a:alpha val="100000"/>
                    </a:srgbClr>
                  </a:solidFill>
                  <a:ln w="5420" cap="flat">
                    <a:solidFill>
                      <a:srgbClr val="5AC4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49" name="pg200">
                    <a:extLst>
                      <a:ext uri="{FF2B5EF4-FFF2-40B4-BE49-F238E27FC236}">
                        <a16:creationId xmlns:a16="http://schemas.microsoft.com/office/drawing/2014/main" id="{70FDDFDD-B76E-715E-6FC5-77C9DA8BD6FA}"/>
                      </a:ext>
                    </a:extLst>
                  </p:cNvPr>
                  <p:cNvSpPr/>
                  <p:nvPr/>
                </p:nvSpPr>
                <p:spPr>
                  <a:xfrm>
                    <a:off x="3764050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AAB">
                      <a:alpha val="100000"/>
                    </a:srgbClr>
                  </a:solidFill>
                  <a:ln w="5420" cap="flat">
                    <a:solidFill>
                      <a:srgbClr val="5AC4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50" name="pg201">
                    <a:extLst>
                      <a:ext uri="{FF2B5EF4-FFF2-40B4-BE49-F238E27FC236}">
                        <a16:creationId xmlns:a16="http://schemas.microsoft.com/office/drawing/2014/main" id="{D45D7280-9E23-95F1-98FD-772F6FB58E5D}"/>
                      </a:ext>
                    </a:extLst>
                  </p:cNvPr>
                  <p:cNvSpPr/>
                  <p:nvPr/>
                </p:nvSpPr>
                <p:spPr>
                  <a:xfrm>
                    <a:off x="3845487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BAB">
                      <a:alpha val="100000"/>
                    </a:srgbClr>
                  </a:solidFill>
                  <a:ln w="5420" cap="flat">
                    <a:solidFill>
                      <a:srgbClr val="5AC4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51" name="pg202">
                    <a:extLst>
                      <a:ext uri="{FF2B5EF4-FFF2-40B4-BE49-F238E27FC236}">
                        <a16:creationId xmlns:a16="http://schemas.microsoft.com/office/drawing/2014/main" id="{4BA3B877-2196-F4F3-61C5-5B54052D031B}"/>
                      </a:ext>
                    </a:extLst>
                  </p:cNvPr>
                  <p:cNvSpPr/>
                  <p:nvPr/>
                </p:nvSpPr>
                <p:spPr>
                  <a:xfrm>
                    <a:off x="4171236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0B6AB">
                      <a:alpha val="100000"/>
                    </a:srgbClr>
                  </a:solidFill>
                  <a:ln w="5420" cap="flat">
                    <a:solidFill>
                      <a:srgbClr val="57C0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52" name="pg203">
                    <a:extLst>
                      <a:ext uri="{FF2B5EF4-FFF2-40B4-BE49-F238E27FC236}">
                        <a16:creationId xmlns:a16="http://schemas.microsoft.com/office/drawing/2014/main" id="{6DA82297-C803-E6FE-1664-2F0793B72C1C}"/>
                      </a:ext>
                    </a:extLst>
                  </p:cNvPr>
                  <p:cNvSpPr/>
                  <p:nvPr/>
                </p:nvSpPr>
                <p:spPr>
                  <a:xfrm>
                    <a:off x="4252673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BB0AB">
                      <a:alpha val="100000"/>
                    </a:srgbClr>
                  </a:solidFill>
                  <a:ln w="5420" cap="flat">
                    <a:solidFill>
                      <a:srgbClr val="53BB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53" name="pg204">
                    <a:extLst>
                      <a:ext uri="{FF2B5EF4-FFF2-40B4-BE49-F238E27FC236}">
                        <a16:creationId xmlns:a16="http://schemas.microsoft.com/office/drawing/2014/main" id="{53042EBA-60A5-CD53-FB45-0DB28A8E3984}"/>
                      </a:ext>
                    </a:extLst>
                  </p:cNvPr>
                  <p:cNvSpPr/>
                  <p:nvPr/>
                </p:nvSpPr>
                <p:spPr>
                  <a:xfrm>
                    <a:off x="4334110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C9EAA">
                      <a:alpha val="100000"/>
                    </a:srgbClr>
                  </a:solidFill>
                  <a:ln w="5420" cap="flat">
                    <a:solidFill>
                      <a:srgbClr val="47AB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54" name="pg205">
                    <a:extLst>
                      <a:ext uri="{FF2B5EF4-FFF2-40B4-BE49-F238E27FC236}">
                        <a16:creationId xmlns:a16="http://schemas.microsoft.com/office/drawing/2014/main" id="{FA8FEEF4-80E2-527F-D7C2-42A57CC23F17}"/>
                      </a:ext>
                    </a:extLst>
                  </p:cNvPr>
                  <p:cNvSpPr/>
                  <p:nvPr/>
                </p:nvSpPr>
                <p:spPr>
                  <a:xfrm>
                    <a:off x="4415547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5A9">
                      <a:alpha val="100000"/>
                    </a:srgbClr>
                  </a:solidFill>
                  <a:ln w="5420" cap="flat">
                    <a:solidFill>
                      <a:srgbClr val="40A3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55" name="pg206">
                    <a:extLst>
                      <a:ext uri="{FF2B5EF4-FFF2-40B4-BE49-F238E27FC236}">
                        <a16:creationId xmlns:a16="http://schemas.microsoft.com/office/drawing/2014/main" id="{07D2D8CA-B02E-0F09-55C5-9ABC1520074E}"/>
                      </a:ext>
                    </a:extLst>
                  </p:cNvPr>
                  <p:cNvSpPr/>
                  <p:nvPr/>
                </p:nvSpPr>
                <p:spPr>
                  <a:xfrm>
                    <a:off x="4496984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DA7">
                      <a:alpha val="100000"/>
                    </a:srgbClr>
                  </a:solidFill>
                  <a:ln w="5420" cap="flat">
                    <a:solidFill>
                      <a:srgbClr val="3A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56" name="pg207">
                    <a:extLst>
                      <a:ext uri="{FF2B5EF4-FFF2-40B4-BE49-F238E27FC236}">
                        <a16:creationId xmlns:a16="http://schemas.microsoft.com/office/drawing/2014/main" id="{8E790576-38E5-8049-211B-ABDBC3DFEBD4}"/>
                      </a:ext>
                    </a:extLst>
                  </p:cNvPr>
                  <p:cNvSpPr/>
                  <p:nvPr/>
                </p:nvSpPr>
                <p:spPr>
                  <a:xfrm>
                    <a:off x="4578421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57" name="pg208">
                    <a:extLst>
                      <a:ext uri="{FF2B5EF4-FFF2-40B4-BE49-F238E27FC236}">
                        <a16:creationId xmlns:a16="http://schemas.microsoft.com/office/drawing/2014/main" id="{79A8E2DB-9D24-E981-ADA8-AE214AB19F24}"/>
                      </a:ext>
                    </a:extLst>
                  </p:cNvPr>
                  <p:cNvSpPr/>
                  <p:nvPr/>
                </p:nvSpPr>
                <p:spPr>
                  <a:xfrm>
                    <a:off x="4659858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58" name="pg209">
                    <a:extLst>
                      <a:ext uri="{FF2B5EF4-FFF2-40B4-BE49-F238E27FC236}">
                        <a16:creationId xmlns:a16="http://schemas.microsoft.com/office/drawing/2014/main" id="{91688CCE-9C8A-1144-8648-A5A903B53CB5}"/>
                      </a:ext>
                    </a:extLst>
                  </p:cNvPr>
                  <p:cNvSpPr/>
                  <p:nvPr/>
                </p:nvSpPr>
                <p:spPr>
                  <a:xfrm>
                    <a:off x="4741296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A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59" name="pg210">
                    <a:extLst>
                      <a:ext uri="{FF2B5EF4-FFF2-40B4-BE49-F238E27FC236}">
                        <a16:creationId xmlns:a16="http://schemas.microsoft.com/office/drawing/2014/main" id="{BD16F7C6-080F-2B20-82D4-520AD0DF77C0}"/>
                      </a:ext>
                    </a:extLst>
                  </p:cNvPr>
                  <p:cNvSpPr/>
                  <p:nvPr/>
                </p:nvSpPr>
                <p:spPr>
                  <a:xfrm>
                    <a:off x="4822733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CA7">
                      <a:alpha val="100000"/>
                    </a:srgbClr>
                  </a:solidFill>
                  <a:ln w="5420" cap="flat">
                    <a:solidFill>
                      <a:srgbClr val="39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60" name="pg211">
                    <a:extLst>
                      <a:ext uri="{FF2B5EF4-FFF2-40B4-BE49-F238E27FC236}">
                        <a16:creationId xmlns:a16="http://schemas.microsoft.com/office/drawing/2014/main" id="{89F6DFE4-9FFE-0989-D092-0A3D65C380FC}"/>
                      </a:ext>
                    </a:extLst>
                  </p:cNvPr>
                  <p:cNvSpPr/>
                  <p:nvPr/>
                </p:nvSpPr>
                <p:spPr>
                  <a:xfrm>
                    <a:off x="4904170" y="268638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EA7">
                      <a:alpha val="100000"/>
                    </a:srgbClr>
                  </a:solidFill>
                  <a:ln w="5420" cap="flat">
                    <a:solidFill>
                      <a:srgbClr val="3B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61" name="pg212">
                    <a:extLst>
                      <a:ext uri="{FF2B5EF4-FFF2-40B4-BE49-F238E27FC236}">
                        <a16:creationId xmlns:a16="http://schemas.microsoft.com/office/drawing/2014/main" id="{D6722325-3EDA-9407-85BB-16482BCD1A6D}"/>
                      </a:ext>
                    </a:extLst>
                  </p:cNvPr>
                  <p:cNvSpPr/>
                  <p:nvPr/>
                </p:nvSpPr>
                <p:spPr>
                  <a:xfrm>
                    <a:off x="2868241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FCCAC">
                      <a:alpha val="100000"/>
                    </a:srgbClr>
                  </a:solidFill>
                  <a:ln w="5420" cap="flat">
                    <a:solidFill>
                      <a:srgbClr val="6ED2B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62" name="pg213">
                    <a:extLst>
                      <a:ext uri="{FF2B5EF4-FFF2-40B4-BE49-F238E27FC236}">
                        <a16:creationId xmlns:a16="http://schemas.microsoft.com/office/drawing/2014/main" id="{93E4B8FE-5C3B-1793-AE56-C94D30991CF8}"/>
                      </a:ext>
                    </a:extLst>
                  </p:cNvPr>
                  <p:cNvSpPr/>
                  <p:nvPr/>
                </p:nvSpPr>
                <p:spPr>
                  <a:xfrm>
                    <a:off x="2949678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FCDAC">
                      <a:alpha val="100000"/>
                    </a:srgbClr>
                  </a:solidFill>
                  <a:ln w="5420" cap="flat">
                    <a:solidFill>
                      <a:srgbClr val="70D2B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63" name="pg214">
                    <a:extLst>
                      <a:ext uri="{FF2B5EF4-FFF2-40B4-BE49-F238E27FC236}">
                        <a16:creationId xmlns:a16="http://schemas.microsoft.com/office/drawing/2014/main" id="{68E0601F-58D6-2E8D-E269-8574814096D9}"/>
                      </a:ext>
                    </a:extLst>
                  </p:cNvPr>
                  <p:cNvSpPr/>
                  <p:nvPr/>
                </p:nvSpPr>
                <p:spPr>
                  <a:xfrm>
                    <a:off x="3031116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0CDAC">
                      <a:alpha val="100000"/>
                    </a:srgbClr>
                  </a:solidFill>
                  <a:ln w="5420" cap="flat">
                    <a:solidFill>
                      <a:srgbClr val="71D3B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64" name="pg215">
                    <a:extLst>
                      <a:ext uri="{FF2B5EF4-FFF2-40B4-BE49-F238E27FC236}">
                        <a16:creationId xmlns:a16="http://schemas.microsoft.com/office/drawing/2014/main" id="{61A83779-6A55-7515-48AC-AE4608ED4034}"/>
                      </a:ext>
                    </a:extLst>
                  </p:cNvPr>
                  <p:cNvSpPr/>
                  <p:nvPr/>
                </p:nvSpPr>
                <p:spPr>
                  <a:xfrm>
                    <a:off x="3112553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FCDAC">
                      <a:alpha val="100000"/>
                    </a:srgbClr>
                  </a:solidFill>
                  <a:ln w="5420" cap="flat">
                    <a:solidFill>
                      <a:srgbClr val="70D2B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65" name="pg216">
                    <a:extLst>
                      <a:ext uri="{FF2B5EF4-FFF2-40B4-BE49-F238E27FC236}">
                        <a16:creationId xmlns:a16="http://schemas.microsoft.com/office/drawing/2014/main" id="{981FDFDC-0331-A547-C44D-FB0CB8D3AF85}"/>
                      </a:ext>
                    </a:extLst>
                  </p:cNvPr>
                  <p:cNvSpPr/>
                  <p:nvPr/>
                </p:nvSpPr>
                <p:spPr>
                  <a:xfrm>
                    <a:off x="3193990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ECBAC">
                      <a:alpha val="100000"/>
                    </a:srgbClr>
                  </a:solidFill>
                  <a:ln w="5420" cap="flat">
                    <a:solidFill>
                      <a:srgbClr val="6DD1B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66" name="pg217">
                    <a:extLst>
                      <a:ext uri="{FF2B5EF4-FFF2-40B4-BE49-F238E27FC236}">
                        <a16:creationId xmlns:a16="http://schemas.microsoft.com/office/drawing/2014/main" id="{2CDD0214-1464-2D86-E69E-8B3F6CA79DFE}"/>
                      </a:ext>
                    </a:extLst>
                  </p:cNvPr>
                  <p:cNvSpPr/>
                  <p:nvPr/>
                </p:nvSpPr>
                <p:spPr>
                  <a:xfrm>
                    <a:off x="3275427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DC9AC">
                      <a:alpha val="100000"/>
                    </a:srgbClr>
                  </a:solidFill>
                  <a:ln w="5420" cap="flat">
                    <a:solidFill>
                      <a:srgbClr val="68D0A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67" name="pg218">
                    <a:extLst>
                      <a:ext uri="{FF2B5EF4-FFF2-40B4-BE49-F238E27FC236}">
                        <a16:creationId xmlns:a16="http://schemas.microsoft.com/office/drawing/2014/main" id="{F30CF92A-AC09-B133-136C-67AACE92D901}"/>
                      </a:ext>
                    </a:extLst>
                  </p:cNvPr>
                  <p:cNvSpPr/>
                  <p:nvPr/>
                </p:nvSpPr>
                <p:spPr>
                  <a:xfrm>
                    <a:off x="3356864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BC6AC">
                      <a:alpha val="100000"/>
                    </a:srgbClr>
                  </a:solidFill>
                  <a:ln w="5420" cap="flat">
                    <a:solidFill>
                      <a:srgbClr val="61CE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68" name="pg219">
                    <a:extLst>
                      <a:ext uri="{FF2B5EF4-FFF2-40B4-BE49-F238E27FC236}">
                        <a16:creationId xmlns:a16="http://schemas.microsoft.com/office/drawing/2014/main" id="{76607814-966C-96BA-433A-4218A029EF5F}"/>
                      </a:ext>
                    </a:extLst>
                  </p:cNvPr>
                  <p:cNvSpPr/>
                  <p:nvPr/>
                </p:nvSpPr>
                <p:spPr>
                  <a:xfrm>
                    <a:off x="3438301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9C3AC">
                      <a:alpha val="100000"/>
                    </a:srgbClr>
                  </a:solidFill>
                  <a:ln w="5420" cap="flat">
                    <a:solidFill>
                      <a:srgbClr val="5FCC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69" name="pg220">
                    <a:extLst>
                      <a:ext uri="{FF2B5EF4-FFF2-40B4-BE49-F238E27FC236}">
                        <a16:creationId xmlns:a16="http://schemas.microsoft.com/office/drawing/2014/main" id="{25F6B6E2-62D4-C606-F5C1-BAF1BD1F01E5}"/>
                      </a:ext>
                    </a:extLst>
                  </p:cNvPr>
                  <p:cNvSpPr/>
                  <p:nvPr/>
                </p:nvSpPr>
                <p:spPr>
                  <a:xfrm>
                    <a:off x="3519738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5BDAB">
                      <a:alpha val="100000"/>
                    </a:srgbClr>
                  </a:solidFill>
                  <a:ln w="5420" cap="flat">
                    <a:solidFill>
                      <a:srgbClr val="5BC6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70" name="pg221">
                    <a:extLst>
                      <a:ext uri="{FF2B5EF4-FFF2-40B4-BE49-F238E27FC236}">
                        <a16:creationId xmlns:a16="http://schemas.microsoft.com/office/drawing/2014/main" id="{8CD2C839-D7C4-E9F1-6B1F-205CF29040B3}"/>
                      </a:ext>
                    </a:extLst>
                  </p:cNvPr>
                  <p:cNvSpPr/>
                  <p:nvPr/>
                </p:nvSpPr>
                <p:spPr>
                  <a:xfrm>
                    <a:off x="3601176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AAB">
                      <a:alpha val="100000"/>
                    </a:srgbClr>
                  </a:solidFill>
                  <a:ln w="5420" cap="flat">
                    <a:solidFill>
                      <a:srgbClr val="59C4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71" name="pg222">
                    <a:extLst>
                      <a:ext uri="{FF2B5EF4-FFF2-40B4-BE49-F238E27FC236}">
                        <a16:creationId xmlns:a16="http://schemas.microsoft.com/office/drawing/2014/main" id="{CCABFDAB-8894-E5B5-1D61-A89426FD500A}"/>
                      </a:ext>
                    </a:extLst>
                  </p:cNvPr>
                  <p:cNvSpPr/>
                  <p:nvPr/>
                </p:nvSpPr>
                <p:spPr>
                  <a:xfrm>
                    <a:off x="3682613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2B8AB">
                      <a:alpha val="100000"/>
                    </a:srgbClr>
                  </a:solidFill>
                  <a:ln w="5420" cap="flat">
                    <a:solidFill>
                      <a:srgbClr val="58C2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72" name="pg223">
                    <a:extLst>
                      <a:ext uri="{FF2B5EF4-FFF2-40B4-BE49-F238E27FC236}">
                        <a16:creationId xmlns:a16="http://schemas.microsoft.com/office/drawing/2014/main" id="{26BCD8C0-7EE6-489E-9EC8-E85975E676F6}"/>
                      </a:ext>
                    </a:extLst>
                  </p:cNvPr>
                  <p:cNvSpPr/>
                  <p:nvPr/>
                </p:nvSpPr>
                <p:spPr>
                  <a:xfrm>
                    <a:off x="3764050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0B7AB">
                      <a:alpha val="100000"/>
                    </a:srgbClr>
                  </a:solidFill>
                  <a:ln w="5420" cap="flat">
                    <a:solidFill>
                      <a:srgbClr val="57C1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73" name="pg224">
                    <a:extLst>
                      <a:ext uri="{FF2B5EF4-FFF2-40B4-BE49-F238E27FC236}">
                        <a16:creationId xmlns:a16="http://schemas.microsoft.com/office/drawing/2014/main" id="{054C935C-4007-EEFB-CF4B-4A13185E0CC0}"/>
                      </a:ext>
                    </a:extLst>
                  </p:cNvPr>
                  <p:cNvSpPr/>
                  <p:nvPr/>
                </p:nvSpPr>
                <p:spPr>
                  <a:xfrm>
                    <a:off x="3845487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0B6AB">
                      <a:alpha val="100000"/>
                    </a:srgbClr>
                  </a:solidFill>
                  <a:ln w="5420" cap="flat">
                    <a:solidFill>
                      <a:srgbClr val="57C0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74" name="pg225">
                    <a:extLst>
                      <a:ext uri="{FF2B5EF4-FFF2-40B4-BE49-F238E27FC236}">
                        <a16:creationId xmlns:a16="http://schemas.microsoft.com/office/drawing/2014/main" id="{8FE7C981-226E-6BA5-403B-0D2E2AD129C0}"/>
                      </a:ext>
                    </a:extLst>
                  </p:cNvPr>
                  <p:cNvSpPr/>
                  <p:nvPr/>
                </p:nvSpPr>
                <p:spPr>
                  <a:xfrm>
                    <a:off x="4171236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9ADAB">
                      <a:alpha val="100000"/>
                    </a:srgbClr>
                  </a:solidFill>
                  <a:ln w="5420" cap="flat">
                    <a:solidFill>
                      <a:srgbClr val="51B8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75" name="pg226">
                    <a:extLst>
                      <a:ext uri="{FF2B5EF4-FFF2-40B4-BE49-F238E27FC236}">
                        <a16:creationId xmlns:a16="http://schemas.microsoft.com/office/drawing/2014/main" id="{74961B2D-FA97-B9CA-5E3A-3062B1EF4694}"/>
                      </a:ext>
                    </a:extLst>
                  </p:cNvPr>
                  <p:cNvSpPr/>
                  <p:nvPr/>
                </p:nvSpPr>
                <p:spPr>
                  <a:xfrm>
                    <a:off x="4252673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5A9AA">
                      <a:alpha val="100000"/>
                    </a:srgbClr>
                  </a:solidFill>
                  <a:ln w="5420" cap="flat">
                    <a:solidFill>
                      <a:srgbClr val="4EB4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76" name="pg227">
                    <a:extLst>
                      <a:ext uri="{FF2B5EF4-FFF2-40B4-BE49-F238E27FC236}">
                        <a16:creationId xmlns:a16="http://schemas.microsoft.com/office/drawing/2014/main" id="{15EA6E30-0BEB-DAD1-7686-5DE26377C444}"/>
                      </a:ext>
                    </a:extLst>
                  </p:cNvPr>
                  <p:cNvSpPr/>
                  <p:nvPr/>
                </p:nvSpPr>
                <p:spPr>
                  <a:xfrm>
                    <a:off x="4334110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9CA9">
                      <a:alpha val="100000"/>
                    </a:srgbClr>
                  </a:solidFill>
                  <a:ln w="5420" cap="flat">
                    <a:solidFill>
                      <a:srgbClr val="45A9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77" name="pg228">
                    <a:extLst>
                      <a:ext uri="{FF2B5EF4-FFF2-40B4-BE49-F238E27FC236}">
                        <a16:creationId xmlns:a16="http://schemas.microsoft.com/office/drawing/2014/main" id="{CE62F084-69FF-BEC2-B97D-30C1119D798B}"/>
                      </a:ext>
                    </a:extLst>
                  </p:cNvPr>
                  <p:cNvSpPr/>
                  <p:nvPr/>
                </p:nvSpPr>
                <p:spPr>
                  <a:xfrm>
                    <a:off x="4415547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5A9">
                      <a:alpha val="100000"/>
                    </a:srgbClr>
                  </a:solidFill>
                  <a:ln w="5420" cap="flat">
                    <a:solidFill>
                      <a:srgbClr val="40A3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78" name="pg229">
                    <a:extLst>
                      <a:ext uri="{FF2B5EF4-FFF2-40B4-BE49-F238E27FC236}">
                        <a16:creationId xmlns:a16="http://schemas.microsoft.com/office/drawing/2014/main" id="{02CFCEC8-FEAF-CCE3-A44F-0C36B46C6C3F}"/>
                      </a:ext>
                    </a:extLst>
                  </p:cNvPr>
                  <p:cNvSpPr/>
                  <p:nvPr/>
                </p:nvSpPr>
                <p:spPr>
                  <a:xfrm>
                    <a:off x="4496984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8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79" name="pg230">
                    <a:extLst>
                      <a:ext uri="{FF2B5EF4-FFF2-40B4-BE49-F238E27FC236}">
                        <a16:creationId xmlns:a16="http://schemas.microsoft.com/office/drawing/2014/main" id="{EEDFE9AB-1AC3-48BD-3BB0-FCE7B41F1B4F}"/>
                      </a:ext>
                    </a:extLst>
                  </p:cNvPr>
                  <p:cNvSpPr/>
                  <p:nvPr/>
                </p:nvSpPr>
                <p:spPr>
                  <a:xfrm>
                    <a:off x="4578421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DA7">
                      <a:alpha val="100000"/>
                    </a:srgbClr>
                  </a:solidFill>
                  <a:ln w="5420" cap="flat">
                    <a:solidFill>
                      <a:srgbClr val="3A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80" name="pg231">
                    <a:extLst>
                      <a:ext uri="{FF2B5EF4-FFF2-40B4-BE49-F238E27FC236}">
                        <a16:creationId xmlns:a16="http://schemas.microsoft.com/office/drawing/2014/main" id="{CC31A4AA-F0AA-2D26-9F99-CAAC8414D1D1}"/>
                      </a:ext>
                    </a:extLst>
                  </p:cNvPr>
                  <p:cNvSpPr/>
                  <p:nvPr/>
                </p:nvSpPr>
                <p:spPr>
                  <a:xfrm>
                    <a:off x="4659858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CA7">
                      <a:alpha val="100000"/>
                    </a:srgbClr>
                  </a:solidFill>
                  <a:ln w="5420" cap="flat">
                    <a:solidFill>
                      <a:srgbClr val="399B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81" name="pg232">
                    <a:extLst>
                      <a:ext uri="{FF2B5EF4-FFF2-40B4-BE49-F238E27FC236}">
                        <a16:creationId xmlns:a16="http://schemas.microsoft.com/office/drawing/2014/main" id="{E7D18366-A999-A25D-A246-9FBEF5D5350C}"/>
                      </a:ext>
                    </a:extLst>
                  </p:cNvPr>
                  <p:cNvSpPr/>
                  <p:nvPr/>
                </p:nvSpPr>
                <p:spPr>
                  <a:xfrm>
                    <a:off x="4741296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CA7">
                      <a:alpha val="100000"/>
                    </a:srgbClr>
                  </a:solidFill>
                  <a:ln w="5420" cap="flat">
                    <a:solidFill>
                      <a:srgbClr val="39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82" name="pg233">
                    <a:extLst>
                      <a:ext uri="{FF2B5EF4-FFF2-40B4-BE49-F238E27FC236}">
                        <a16:creationId xmlns:a16="http://schemas.microsoft.com/office/drawing/2014/main" id="{51923788-76CD-40EF-C5C6-6A727156F36F}"/>
                      </a:ext>
                    </a:extLst>
                  </p:cNvPr>
                  <p:cNvSpPr/>
                  <p:nvPr/>
                </p:nvSpPr>
                <p:spPr>
                  <a:xfrm>
                    <a:off x="4822733" y="278970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DA7">
                      <a:alpha val="100000"/>
                    </a:srgbClr>
                  </a:solidFill>
                  <a:ln w="5420" cap="flat">
                    <a:solidFill>
                      <a:srgbClr val="3A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83" name="pg234">
                    <a:extLst>
                      <a:ext uri="{FF2B5EF4-FFF2-40B4-BE49-F238E27FC236}">
                        <a16:creationId xmlns:a16="http://schemas.microsoft.com/office/drawing/2014/main" id="{476EB702-3B87-E0A3-6871-8B33D486E46A}"/>
                      </a:ext>
                    </a:extLst>
                  </p:cNvPr>
                  <p:cNvSpPr/>
                  <p:nvPr/>
                </p:nvSpPr>
                <p:spPr>
                  <a:xfrm>
                    <a:off x="2786804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7D0AE">
                      <a:alpha val="100000"/>
                    </a:srgbClr>
                  </a:solidFill>
                  <a:ln w="5420" cap="flat">
                    <a:solidFill>
                      <a:srgbClr val="78D5B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84" name="pg235">
                    <a:extLst>
                      <a:ext uri="{FF2B5EF4-FFF2-40B4-BE49-F238E27FC236}">
                        <a16:creationId xmlns:a16="http://schemas.microsoft.com/office/drawing/2014/main" id="{72378930-AE4C-335A-F95B-B5D48843CB21}"/>
                      </a:ext>
                    </a:extLst>
                  </p:cNvPr>
                  <p:cNvSpPr/>
                  <p:nvPr/>
                </p:nvSpPr>
                <p:spPr>
                  <a:xfrm>
                    <a:off x="2868241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CD1B0">
                      <a:alpha val="100000"/>
                    </a:srgbClr>
                  </a:solidFill>
                  <a:ln w="5420" cap="flat">
                    <a:solidFill>
                      <a:srgbClr val="7CD6B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85" name="pg236">
                    <a:extLst>
                      <a:ext uri="{FF2B5EF4-FFF2-40B4-BE49-F238E27FC236}">
                        <a16:creationId xmlns:a16="http://schemas.microsoft.com/office/drawing/2014/main" id="{ECB2E03F-D213-D067-445E-BB0854172200}"/>
                      </a:ext>
                    </a:extLst>
                  </p:cNvPr>
                  <p:cNvSpPr/>
                  <p:nvPr/>
                </p:nvSpPr>
                <p:spPr>
                  <a:xfrm>
                    <a:off x="2949678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0D2B2">
                      <a:alpha val="100000"/>
                    </a:srgbClr>
                  </a:solidFill>
                  <a:ln w="5420" cap="flat">
                    <a:solidFill>
                      <a:srgbClr val="80D7B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86" name="pg237">
                    <a:extLst>
                      <a:ext uri="{FF2B5EF4-FFF2-40B4-BE49-F238E27FC236}">
                        <a16:creationId xmlns:a16="http://schemas.microsoft.com/office/drawing/2014/main" id="{28AB0964-4637-8AD6-1600-D0CB6E9784DB}"/>
                      </a:ext>
                    </a:extLst>
                  </p:cNvPr>
                  <p:cNvSpPr/>
                  <p:nvPr/>
                </p:nvSpPr>
                <p:spPr>
                  <a:xfrm>
                    <a:off x="3031116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2D3B3">
                      <a:alpha val="100000"/>
                    </a:srgbClr>
                  </a:solidFill>
                  <a:ln w="5420" cap="flat">
                    <a:solidFill>
                      <a:srgbClr val="82D7B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87" name="pg238">
                    <a:extLst>
                      <a:ext uri="{FF2B5EF4-FFF2-40B4-BE49-F238E27FC236}">
                        <a16:creationId xmlns:a16="http://schemas.microsoft.com/office/drawing/2014/main" id="{FDFA8301-9D94-66AD-61E7-5C276BB41500}"/>
                      </a:ext>
                    </a:extLst>
                  </p:cNvPr>
                  <p:cNvSpPr/>
                  <p:nvPr/>
                </p:nvSpPr>
                <p:spPr>
                  <a:xfrm>
                    <a:off x="3112553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1D3B2">
                      <a:alpha val="100000"/>
                    </a:srgbClr>
                  </a:solidFill>
                  <a:ln w="5420" cap="flat">
                    <a:solidFill>
                      <a:srgbClr val="81D7B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88" name="pg239">
                    <a:extLst>
                      <a:ext uri="{FF2B5EF4-FFF2-40B4-BE49-F238E27FC236}">
                        <a16:creationId xmlns:a16="http://schemas.microsoft.com/office/drawing/2014/main" id="{5FB78706-0C95-F130-00B2-E8562584D498}"/>
                      </a:ext>
                    </a:extLst>
                  </p:cNvPr>
                  <p:cNvSpPr/>
                  <p:nvPr/>
                </p:nvSpPr>
                <p:spPr>
                  <a:xfrm>
                    <a:off x="3193990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DD2B1">
                      <a:alpha val="100000"/>
                    </a:srgbClr>
                  </a:solidFill>
                  <a:ln w="5420" cap="flat">
                    <a:solidFill>
                      <a:srgbClr val="7DD6B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89" name="pg240">
                    <a:extLst>
                      <a:ext uri="{FF2B5EF4-FFF2-40B4-BE49-F238E27FC236}">
                        <a16:creationId xmlns:a16="http://schemas.microsoft.com/office/drawing/2014/main" id="{EEB1240A-2807-055B-5DB0-116431FEF2BB}"/>
                      </a:ext>
                    </a:extLst>
                  </p:cNvPr>
                  <p:cNvSpPr/>
                  <p:nvPr/>
                </p:nvSpPr>
                <p:spPr>
                  <a:xfrm>
                    <a:off x="3275427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6CFAE">
                      <a:alpha val="100000"/>
                    </a:srgbClr>
                  </a:solidFill>
                  <a:ln w="5420" cap="flat">
                    <a:solidFill>
                      <a:srgbClr val="77D4B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90" name="pg241">
                    <a:extLst>
                      <a:ext uri="{FF2B5EF4-FFF2-40B4-BE49-F238E27FC236}">
                        <a16:creationId xmlns:a16="http://schemas.microsoft.com/office/drawing/2014/main" id="{83B346A2-FBE1-727C-B09A-B0913585B825}"/>
                      </a:ext>
                    </a:extLst>
                  </p:cNvPr>
                  <p:cNvSpPr/>
                  <p:nvPr/>
                </p:nvSpPr>
                <p:spPr>
                  <a:xfrm>
                    <a:off x="3356864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FCCAC">
                      <a:alpha val="100000"/>
                    </a:srgbClr>
                  </a:solidFill>
                  <a:ln w="5420" cap="flat">
                    <a:solidFill>
                      <a:srgbClr val="6FD2B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91" name="pg242">
                    <a:extLst>
                      <a:ext uri="{FF2B5EF4-FFF2-40B4-BE49-F238E27FC236}">
                        <a16:creationId xmlns:a16="http://schemas.microsoft.com/office/drawing/2014/main" id="{3E916412-579F-C1CC-AC9C-6E189858CD9A}"/>
                      </a:ext>
                    </a:extLst>
                  </p:cNvPr>
                  <p:cNvSpPr/>
                  <p:nvPr/>
                </p:nvSpPr>
                <p:spPr>
                  <a:xfrm>
                    <a:off x="3438301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CC8AC">
                      <a:alpha val="100000"/>
                    </a:srgbClr>
                  </a:solidFill>
                  <a:ln w="5420" cap="flat">
                    <a:solidFill>
                      <a:srgbClr val="64CFA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92" name="pg243">
                    <a:extLst>
                      <a:ext uri="{FF2B5EF4-FFF2-40B4-BE49-F238E27FC236}">
                        <a16:creationId xmlns:a16="http://schemas.microsoft.com/office/drawing/2014/main" id="{54F835C2-7278-5E3B-37CD-1B69613CC8FA}"/>
                      </a:ext>
                    </a:extLst>
                  </p:cNvPr>
                  <p:cNvSpPr/>
                  <p:nvPr/>
                </p:nvSpPr>
                <p:spPr>
                  <a:xfrm>
                    <a:off x="3519738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6BEAB">
                      <a:alpha val="100000"/>
                    </a:srgbClr>
                  </a:solidFill>
                  <a:ln w="5420" cap="flat">
                    <a:solidFill>
                      <a:srgbClr val="5CC7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93" name="pg244">
                    <a:extLst>
                      <a:ext uri="{FF2B5EF4-FFF2-40B4-BE49-F238E27FC236}">
                        <a16:creationId xmlns:a16="http://schemas.microsoft.com/office/drawing/2014/main" id="{FDC83CD9-BE5E-D072-03C7-BFE4DAA34C6F}"/>
                      </a:ext>
                    </a:extLst>
                  </p:cNvPr>
                  <p:cNvSpPr/>
                  <p:nvPr/>
                </p:nvSpPr>
                <p:spPr>
                  <a:xfrm>
                    <a:off x="3601176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AAB">
                      <a:alpha val="100000"/>
                    </a:srgbClr>
                  </a:solidFill>
                  <a:ln w="5420" cap="flat">
                    <a:solidFill>
                      <a:srgbClr val="59C4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94" name="pg245">
                    <a:extLst>
                      <a:ext uri="{FF2B5EF4-FFF2-40B4-BE49-F238E27FC236}">
                        <a16:creationId xmlns:a16="http://schemas.microsoft.com/office/drawing/2014/main" id="{5C6F653F-3D48-E671-87E5-C1DC4C44B27D}"/>
                      </a:ext>
                    </a:extLst>
                  </p:cNvPr>
                  <p:cNvSpPr/>
                  <p:nvPr/>
                </p:nvSpPr>
                <p:spPr>
                  <a:xfrm>
                    <a:off x="3682613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0B7AB">
                      <a:alpha val="100000"/>
                    </a:srgbClr>
                  </a:solidFill>
                  <a:ln w="5420" cap="flat">
                    <a:solidFill>
                      <a:srgbClr val="57C1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95" name="pg246">
                    <a:extLst>
                      <a:ext uri="{FF2B5EF4-FFF2-40B4-BE49-F238E27FC236}">
                        <a16:creationId xmlns:a16="http://schemas.microsoft.com/office/drawing/2014/main" id="{9766EFC4-3114-F74D-A1F2-01CF34BF9EA8}"/>
                      </a:ext>
                    </a:extLst>
                  </p:cNvPr>
                  <p:cNvSpPr/>
                  <p:nvPr/>
                </p:nvSpPr>
                <p:spPr>
                  <a:xfrm>
                    <a:off x="3764050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EB4AB">
                      <a:alpha val="100000"/>
                    </a:srgbClr>
                  </a:solidFill>
                  <a:ln w="5420" cap="flat">
                    <a:solidFill>
                      <a:srgbClr val="56BE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96" name="pg247">
                    <a:extLst>
                      <a:ext uri="{FF2B5EF4-FFF2-40B4-BE49-F238E27FC236}">
                        <a16:creationId xmlns:a16="http://schemas.microsoft.com/office/drawing/2014/main" id="{0D39A7B9-9599-4720-512A-CA08001FDBA3}"/>
                      </a:ext>
                    </a:extLst>
                  </p:cNvPr>
                  <p:cNvSpPr/>
                  <p:nvPr/>
                </p:nvSpPr>
                <p:spPr>
                  <a:xfrm>
                    <a:off x="3845487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CB2AB">
                      <a:alpha val="100000"/>
                    </a:srgbClr>
                  </a:solidFill>
                  <a:ln w="5420" cap="flat">
                    <a:solidFill>
                      <a:srgbClr val="54BC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97" name="pg248">
                    <a:extLst>
                      <a:ext uri="{FF2B5EF4-FFF2-40B4-BE49-F238E27FC236}">
                        <a16:creationId xmlns:a16="http://schemas.microsoft.com/office/drawing/2014/main" id="{07A7CB3E-4381-3343-29FA-0CB2AF130111}"/>
                      </a:ext>
                    </a:extLst>
                  </p:cNvPr>
                  <p:cNvSpPr/>
                  <p:nvPr/>
                </p:nvSpPr>
                <p:spPr>
                  <a:xfrm>
                    <a:off x="3926924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BAFAB">
                      <a:alpha val="100000"/>
                    </a:srgbClr>
                  </a:solidFill>
                  <a:ln w="5420" cap="flat">
                    <a:solidFill>
                      <a:srgbClr val="53BA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98" name="pg249">
                    <a:extLst>
                      <a:ext uri="{FF2B5EF4-FFF2-40B4-BE49-F238E27FC236}">
                        <a16:creationId xmlns:a16="http://schemas.microsoft.com/office/drawing/2014/main" id="{7A583CDD-B369-D213-720A-E568C1304F45}"/>
                      </a:ext>
                    </a:extLst>
                  </p:cNvPr>
                  <p:cNvSpPr/>
                  <p:nvPr/>
                </p:nvSpPr>
                <p:spPr>
                  <a:xfrm>
                    <a:off x="4252673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1A4AA">
                      <a:alpha val="100000"/>
                    </a:srgbClr>
                  </a:solidFill>
                  <a:ln w="5420" cap="flat">
                    <a:solidFill>
                      <a:srgbClr val="4BB0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299" name="pg250">
                    <a:extLst>
                      <a:ext uri="{FF2B5EF4-FFF2-40B4-BE49-F238E27FC236}">
                        <a16:creationId xmlns:a16="http://schemas.microsoft.com/office/drawing/2014/main" id="{7E0972D2-2766-00EA-0D11-C07214788ED1}"/>
                      </a:ext>
                    </a:extLst>
                  </p:cNvPr>
                  <p:cNvSpPr/>
                  <p:nvPr/>
                </p:nvSpPr>
                <p:spPr>
                  <a:xfrm>
                    <a:off x="4334110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9BA9">
                      <a:alpha val="100000"/>
                    </a:srgbClr>
                  </a:solidFill>
                  <a:ln w="5420" cap="flat">
                    <a:solidFill>
                      <a:srgbClr val="45A8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00" name="pg251">
                    <a:extLst>
                      <a:ext uri="{FF2B5EF4-FFF2-40B4-BE49-F238E27FC236}">
                        <a16:creationId xmlns:a16="http://schemas.microsoft.com/office/drawing/2014/main" id="{918108B9-D49F-73F4-7D16-8076E227119C}"/>
                      </a:ext>
                    </a:extLst>
                  </p:cNvPr>
                  <p:cNvSpPr/>
                  <p:nvPr/>
                </p:nvSpPr>
                <p:spPr>
                  <a:xfrm>
                    <a:off x="4415547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497A9">
                      <a:alpha val="100000"/>
                    </a:srgbClr>
                  </a:solidFill>
                  <a:ln w="5420" cap="flat">
                    <a:solidFill>
                      <a:srgbClr val="41A4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01" name="pg252">
                    <a:extLst>
                      <a:ext uri="{FF2B5EF4-FFF2-40B4-BE49-F238E27FC236}">
                        <a16:creationId xmlns:a16="http://schemas.microsoft.com/office/drawing/2014/main" id="{6D8835FD-0DD5-5DAA-8FA5-D9C9B4BF0AE7}"/>
                      </a:ext>
                    </a:extLst>
                  </p:cNvPr>
                  <p:cNvSpPr/>
                  <p:nvPr/>
                </p:nvSpPr>
                <p:spPr>
                  <a:xfrm>
                    <a:off x="4496984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3A8">
                      <a:alpha val="100000"/>
                    </a:srgbClr>
                  </a:solidFill>
                  <a:ln w="5420" cap="flat">
                    <a:solidFill>
                      <a:srgbClr val="3E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02" name="pg253">
                    <a:extLst>
                      <a:ext uri="{FF2B5EF4-FFF2-40B4-BE49-F238E27FC236}">
                        <a16:creationId xmlns:a16="http://schemas.microsoft.com/office/drawing/2014/main" id="{0DE1EE45-8633-516F-19E1-FA390B1C74DB}"/>
                      </a:ext>
                    </a:extLst>
                  </p:cNvPr>
                  <p:cNvSpPr/>
                  <p:nvPr/>
                </p:nvSpPr>
                <p:spPr>
                  <a:xfrm>
                    <a:off x="4578421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8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03" name="pg254">
                    <a:extLst>
                      <a:ext uri="{FF2B5EF4-FFF2-40B4-BE49-F238E27FC236}">
                        <a16:creationId xmlns:a16="http://schemas.microsoft.com/office/drawing/2014/main" id="{9F8E094B-2217-6408-DDFA-435071C27E55}"/>
                      </a:ext>
                    </a:extLst>
                  </p:cNvPr>
                  <p:cNvSpPr/>
                  <p:nvPr/>
                </p:nvSpPr>
                <p:spPr>
                  <a:xfrm>
                    <a:off x="4659858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04" name="pg255">
                    <a:extLst>
                      <a:ext uri="{FF2B5EF4-FFF2-40B4-BE49-F238E27FC236}">
                        <a16:creationId xmlns:a16="http://schemas.microsoft.com/office/drawing/2014/main" id="{120B2A57-C9A4-0FF2-7B81-D23D83E19AE0}"/>
                      </a:ext>
                    </a:extLst>
                  </p:cNvPr>
                  <p:cNvSpPr/>
                  <p:nvPr/>
                </p:nvSpPr>
                <p:spPr>
                  <a:xfrm>
                    <a:off x="4741296" y="289301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05" name="pg256">
                    <a:extLst>
                      <a:ext uri="{FF2B5EF4-FFF2-40B4-BE49-F238E27FC236}">
                        <a16:creationId xmlns:a16="http://schemas.microsoft.com/office/drawing/2014/main" id="{1B44362B-5A82-C1DE-03C2-1E3400A16F89}"/>
                      </a:ext>
                    </a:extLst>
                  </p:cNvPr>
                  <p:cNvSpPr/>
                  <p:nvPr/>
                </p:nvSpPr>
                <p:spPr>
                  <a:xfrm>
                    <a:off x="2786804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5D4B4">
                      <a:alpha val="100000"/>
                    </a:srgbClr>
                  </a:solidFill>
                  <a:ln w="5420" cap="flat">
                    <a:solidFill>
                      <a:srgbClr val="84D8B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06" name="pg257">
                    <a:extLst>
                      <a:ext uri="{FF2B5EF4-FFF2-40B4-BE49-F238E27FC236}">
                        <a16:creationId xmlns:a16="http://schemas.microsoft.com/office/drawing/2014/main" id="{9F0ECFA3-87C0-4B47-8220-C732A7C2AAAD}"/>
                      </a:ext>
                    </a:extLst>
                  </p:cNvPr>
                  <p:cNvSpPr/>
                  <p:nvPr/>
                </p:nvSpPr>
                <p:spPr>
                  <a:xfrm>
                    <a:off x="2868241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DD6B7">
                      <a:alpha val="100000"/>
                    </a:srgbClr>
                  </a:solidFill>
                  <a:ln w="5420" cap="flat">
                    <a:solidFill>
                      <a:srgbClr val="8BDABD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07" name="pg258">
                    <a:extLst>
                      <a:ext uri="{FF2B5EF4-FFF2-40B4-BE49-F238E27FC236}">
                        <a16:creationId xmlns:a16="http://schemas.microsoft.com/office/drawing/2014/main" id="{BBB79647-49B5-942B-1227-EA5DA0B503AB}"/>
                      </a:ext>
                    </a:extLst>
                  </p:cNvPr>
                  <p:cNvSpPr/>
                  <p:nvPr/>
                </p:nvSpPr>
                <p:spPr>
                  <a:xfrm>
                    <a:off x="2949678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4D8BA">
                      <a:alpha val="100000"/>
                    </a:srgbClr>
                  </a:solidFill>
                  <a:ln w="5420" cap="flat">
                    <a:solidFill>
                      <a:srgbClr val="90DCB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08" name="pg259">
                    <a:extLst>
                      <a:ext uri="{FF2B5EF4-FFF2-40B4-BE49-F238E27FC236}">
                        <a16:creationId xmlns:a16="http://schemas.microsoft.com/office/drawing/2014/main" id="{FAD169D9-8C2D-8048-2187-609513A9C71F}"/>
                      </a:ext>
                    </a:extLst>
                  </p:cNvPr>
                  <p:cNvSpPr/>
                  <p:nvPr/>
                </p:nvSpPr>
                <p:spPr>
                  <a:xfrm>
                    <a:off x="3031116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7D9BB">
                      <a:alpha val="100000"/>
                    </a:srgbClr>
                  </a:solidFill>
                  <a:ln w="5420" cap="flat">
                    <a:solidFill>
                      <a:srgbClr val="93DDC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09" name="pg260">
                    <a:extLst>
                      <a:ext uri="{FF2B5EF4-FFF2-40B4-BE49-F238E27FC236}">
                        <a16:creationId xmlns:a16="http://schemas.microsoft.com/office/drawing/2014/main" id="{20CBDDE4-A1E1-8DBB-79F4-70711BE67C6D}"/>
                      </a:ext>
                    </a:extLst>
                  </p:cNvPr>
                  <p:cNvSpPr/>
                  <p:nvPr/>
                </p:nvSpPr>
                <p:spPr>
                  <a:xfrm>
                    <a:off x="3112553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7D9BB">
                      <a:alpha val="100000"/>
                    </a:srgbClr>
                  </a:solidFill>
                  <a:ln w="5420" cap="flat">
                    <a:solidFill>
                      <a:srgbClr val="92DDC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10" name="pg261">
                    <a:extLst>
                      <a:ext uri="{FF2B5EF4-FFF2-40B4-BE49-F238E27FC236}">
                        <a16:creationId xmlns:a16="http://schemas.microsoft.com/office/drawing/2014/main" id="{667958DD-7122-B6E1-3A66-3060733807CD}"/>
                      </a:ext>
                    </a:extLst>
                  </p:cNvPr>
                  <p:cNvSpPr/>
                  <p:nvPr/>
                </p:nvSpPr>
                <p:spPr>
                  <a:xfrm>
                    <a:off x="3193990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2D8B9">
                      <a:alpha val="100000"/>
                    </a:srgbClr>
                  </a:solidFill>
                  <a:ln w="5420" cap="flat">
                    <a:solidFill>
                      <a:srgbClr val="8FDBB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11" name="pg262">
                    <a:extLst>
                      <a:ext uri="{FF2B5EF4-FFF2-40B4-BE49-F238E27FC236}">
                        <a16:creationId xmlns:a16="http://schemas.microsoft.com/office/drawing/2014/main" id="{3031FB2A-FA21-78F7-56B1-B55EBD678231}"/>
                      </a:ext>
                    </a:extLst>
                  </p:cNvPr>
                  <p:cNvSpPr/>
                  <p:nvPr/>
                </p:nvSpPr>
                <p:spPr>
                  <a:xfrm>
                    <a:off x="3275427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AD5B6">
                      <a:alpha val="100000"/>
                    </a:srgbClr>
                  </a:solidFill>
                  <a:ln w="5420" cap="flat">
                    <a:solidFill>
                      <a:srgbClr val="88D9B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12" name="pg263">
                    <a:extLst>
                      <a:ext uri="{FF2B5EF4-FFF2-40B4-BE49-F238E27FC236}">
                        <a16:creationId xmlns:a16="http://schemas.microsoft.com/office/drawing/2014/main" id="{5926D766-9547-251B-CF52-5F782D743C5C}"/>
                      </a:ext>
                    </a:extLst>
                  </p:cNvPr>
                  <p:cNvSpPr/>
                  <p:nvPr/>
                </p:nvSpPr>
                <p:spPr>
                  <a:xfrm>
                    <a:off x="3356864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DD2B1">
                      <a:alpha val="100000"/>
                    </a:srgbClr>
                  </a:solidFill>
                  <a:ln w="5420" cap="flat">
                    <a:solidFill>
                      <a:srgbClr val="7DD6B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13" name="pg264">
                    <a:extLst>
                      <a:ext uri="{FF2B5EF4-FFF2-40B4-BE49-F238E27FC236}">
                        <a16:creationId xmlns:a16="http://schemas.microsoft.com/office/drawing/2014/main" id="{B9B3FCDC-C35E-A42B-2E00-6237D8BEEDA0}"/>
                      </a:ext>
                    </a:extLst>
                  </p:cNvPr>
                  <p:cNvSpPr/>
                  <p:nvPr/>
                </p:nvSpPr>
                <p:spPr>
                  <a:xfrm>
                    <a:off x="3438301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FCDAC">
                      <a:alpha val="100000"/>
                    </a:srgbClr>
                  </a:solidFill>
                  <a:ln w="5420" cap="flat">
                    <a:solidFill>
                      <a:srgbClr val="70D2B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14" name="pg265">
                    <a:extLst>
                      <a:ext uri="{FF2B5EF4-FFF2-40B4-BE49-F238E27FC236}">
                        <a16:creationId xmlns:a16="http://schemas.microsoft.com/office/drawing/2014/main" id="{8C7FE0AB-45E9-8F48-996C-068B956962F0}"/>
                      </a:ext>
                    </a:extLst>
                  </p:cNvPr>
                  <p:cNvSpPr/>
                  <p:nvPr/>
                </p:nvSpPr>
                <p:spPr>
                  <a:xfrm>
                    <a:off x="3519738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7C0AC">
                      <a:alpha val="100000"/>
                    </a:srgbClr>
                  </a:solidFill>
                  <a:ln w="5420" cap="flat">
                    <a:solidFill>
                      <a:srgbClr val="5DC9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15" name="pg266">
                    <a:extLst>
                      <a:ext uri="{FF2B5EF4-FFF2-40B4-BE49-F238E27FC236}">
                        <a16:creationId xmlns:a16="http://schemas.microsoft.com/office/drawing/2014/main" id="{72C906D0-E2B9-EAC1-B04F-7EB900A6BDAE}"/>
                      </a:ext>
                    </a:extLst>
                  </p:cNvPr>
                  <p:cNvSpPr/>
                  <p:nvPr/>
                </p:nvSpPr>
                <p:spPr>
                  <a:xfrm>
                    <a:off x="3601176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BAB">
                      <a:alpha val="100000"/>
                    </a:srgbClr>
                  </a:solidFill>
                  <a:ln w="5420" cap="flat">
                    <a:solidFill>
                      <a:srgbClr val="5AC4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16" name="pg267">
                    <a:extLst>
                      <a:ext uri="{FF2B5EF4-FFF2-40B4-BE49-F238E27FC236}">
                        <a16:creationId xmlns:a16="http://schemas.microsoft.com/office/drawing/2014/main" id="{B9911453-B7CB-0ED5-7286-1171EAA7875D}"/>
                      </a:ext>
                    </a:extLst>
                  </p:cNvPr>
                  <p:cNvSpPr/>
                  <p:nvPr/>
                </p:nvSpPr>
                <p:spPr>
                  <a:xfrm>
                    <a:off x="3682613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0B6AB">
                      <a:alpha val="100000"/>
                    </a:srgbClr>
                  </a:solidFill>
                  <a:ln w="5420" cap="flat">
                    <a:solidFill>
                      <a:srgbClr val="57C0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17" name="pg268">
                    <a:extLst>
                      <a:ext uri="{FF2B5EF4-FFF2-40B4-BE49-F238E27FC236}">
                        <a16:creationId xmlns:a16="http://schemas.microsoft.com/office/drawing/2014/main" id="{7EC7671D-277F-52EE-F42F-AE963CAFEA4E}"/>
                      </a:ext>
                    </a:extLst>
                  </p:cNvPr>
                  <p:cNvSpPr/>
                  <p:nvPr/>
                </p:nvSpPr>
                <p:spPr>
                  <a:xfrm>
                    <a:off x="3764050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CB2AB">
                      <a:alpha val="100000"/>
                    </a:srgbClr>
                  </a:solidFill>
                  <a:ln w="5420" cap="flat">
                    <a:solidFill>
                      <a:srgbClr val="54BC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18" name="pg269">
                    <a:extLst>
                      <a:ext uri="{FF2B5EF4-FFF2-40B4-BE49-F238E27FC236}">
                        <a16:creationId xmlns:a16="http://schemas.microsoft.com/office/drawing/2014/main" id="{34D878C7-3308-F4D9-D2EA-A9C524555A86}"/>
                      </a:ext>
                    </a:extLst>
                  </p:cNvPr>
                  <p:cNvSpPr/>
                  <p:nvPr/>
                </p:nvSpPr>
                <p:spPr>
                  <a:xfrm>
                    <a:off x="3845487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AAEAB">
                      <a:alpha val="100000"/>
                    </a:srgbClr>
                  </a:solidFill>
                  <a:ln w="5420" cap="flat">
                    <a:solidFill>
                      <a:srgbClr val="52B9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19" name="pg270">
                    <a:extLst>
                      <a:ext uri="{FF2B5EF4-FFF2-40B4-BE49-F238E27FC236}">
                        <a16:creationId xmlns:a16="http://schemas.microsoft.com/office/drawing/2014/main" id="{175F70C0-A9DA-7EEF-C6F4-39EC8CC52D3E}"/>
                      </a:ext>
                    </a:extLst>
                  </p:cNvPr>
                  <p:cNvSpPr/>
                  <p:nvPr/>
                </p:nvSpPr>
                <p:spPr>
                  <a:xfrm>
                    <a:off x="3926924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7ABAA">
                      <a:alpha val="100000"/>
                    </a:srgbClr>
                  </a:solidFill>
                  <a:ln w="5420" cap="flat">
                    <a:solidFill>
                      <a:srgbClr val="50B6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20" name="pg271">
                    <a:extLst>
                      <a:ext uri="{FF2B5EF4-FFF2-40B4-BE49-F238E27FC236}">
                        <a16:creationId xmlns:a16="http://schemas.microsoft.com/office/drawing/2014/main" id="{1BEB5CD2-16A1-A8CF-B7C9-C6B8BDFD2072}"/>
                      </a:ext>
                    </a:extLst>
                  </p:cNvPr>
                  <p:cNvSpPr/>
                  <p:nvPr/>
                </p:nvSpPr>
                <p:spPr>
                  <a:xfrm>
                    <a:off x="4252673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D9FAA">
                      <a:alpha val="100000"/>
                    </a:srgbClr>
                  </a:solidFill>
                  <a:ln w="5420" cap="flat">
                    <a:solidFill>
                      <a:srgbClr val="48AC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21" name="pg272">
                    <a:extLst>
                      <a:ext uri="{FF2B5EF4-FFF2-40B4-BE49-F238E27FC236}">
                        <a16:creationId xmlns:a16="http://schemas.microsoft.com/office/drawing/2014/main" id="{18E6B4D7-674E-7454-3565-44B83D74D213}"/>
                      </a:ext>
                    </a:extLst>
                  </p:cNvPr>
                  <p:cNvSpPr/>
                  <p:nvPr/>
                </p:nvSpPr>
                <p:spPr>
                  <a:xfrm>
                    <a:off x="4334110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9AA9">
                      <a:alpha val="100000"/>
                    </a:srgbClr>
                  </a:solidFill>
                  <a:ln w="5420" cap="flat">
                    <a:solidFill>
                      <a:srgbClr val="44A7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22" name="pg273">
                    <a:extLst>
                      <a:ext uri="{FF2B5EF4-FFF2-40B4-BE49-F238E27FC236}">
                        <a16:creationId xmlns:a16="http://schemas.microsoft.com/office/drawing/2014/main" id="{67FCE090-EECD-DE2C-1A4D-F32600E3D9B8}"/>
                      </a:ext>
                    </a:extLst>
                  </p:cNvPr>
                  <p:cNvSpPr/>
                  <p:nvPr/>
                </p:nvSpPr>
                <p:spPr>
                  <a:xfrm>
                    <a:off x="4415547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497A9">
                      <a:alpha val="100000"/>
                    </a:srgbClr>
                  </a:solidFill>
                  <a:ln w="5420" cap="flat">
                    <a:solidFill>
                      <a:srgbClr val="41A4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23" name="pg274">
                    <a:extLst>
                      <a:ext uri="{FF2B5EF4-FFF2-40B4-BE49-F238E27FC236}">
                        <a16:creationId xmlns:a16="http://schemas.microsoft.com/office/drawing/2014/main" id="{35842D3E-B33B-8EAF-9D34-C42DF8DD99A3}"/>
                      </a:ext>
                    </a:extLst>
                  </p:cNvPr>
                  <p:cNvSpPr/>
                  <p:nvPr/>
                </p:nvSpPr>
                <p:spPr>
                  <a:xfrm>
                    <a:off x="4496984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4A8">
                      <a:alpha val="100000"/>
                    </a:srgbClr>
                  </a:solidFill>
                  <a:ln w="5420" cap="flat">
                    <a:solidFill>
                      <a:srgbClr val="3F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24" name="pg275">
                    <a:extLst>
                      <a:ext uri="{FF2B5EF4-FFF2-40B4-BE49-F238E27FC236}">
                        <a16:creationId xmlns:a16="http://schemas.microsoft.com/office/drawing/2014/main" id="{D57D0FF7-A62B-F0D9-4C96-FBB2E412434D}"/>
                      </a:ext>
                    </a:extLst>
                  </p:cNvPr>
                  <p:cNvSpPr/>
                  <p:nvPr/>
                </p:nvSpPr>
                <p:spPr>
                  <a:xfrm>
                    <a:off x="4578421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25" name="pg276">
                    <a:extLst>
                      <a:ext uri="{FF2B5EF4-FFF2-40B4-BE49-F238E27FC236}">
                        <a16:creationId xmlns:a16="http://schemas.microsoft.com/office/drawing/2014/main" id="{653C8833-A43B-4019-D34E-73CF270A4C0A}"/>
                      </a:ext>
                    </a:extLst>
                  </p:cNvPr>
                  <p:cNvSpPr/>
                  <p:nvPr/>
                </p:nvSpPr>
                <p:spPr>
                  <a:xfrm>
                    <a:off x="4659858" y="299633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26" name="pg277">
                    <a:extLst>
                      <a:ext uri="{FF2B5EF4-FFF2-40B4-BE49-F238E27FC236}">
                        <a16:creationId xmlns:a16="http://schemas.microsoft.com/office/drawing/2014/main" id="{94FE5B80-F9B0-BA9A-5A6F-09ABA49FE7A4}"/>
                      </a:ext>
                    </a:extLst>
                  </p:cNvPr>
                  <p:cNvSpPr/>
                  <p:nvPr/>
                </p:nvSpPr>
                <p:spPr>
                  <a:xfrm>
                    <a:off x="2705367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7D4B5">
                      <a:alpha val="100000"/>
                    </a:srgbClr>
                  </a:solidFill>
                  <a:ln w="5420" cap="flat">
                    <a:solidFill>
                      <a:srgbClr val="85D9B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27" name="pg278">
                    <a:extLst>
                      <a:ext uri="{FF2B5EF4-FFF2-40B4-BE49-F238E27FC236}">
                        <a16:creationId xmlns:a16="http://schemas.microsoft.com/office/drawing/2014/main" id="{E6BAF5CB-DD75-0344-4B94-CA533105D714}"/>
                      </a:ext>
                    </a:extLst>
                  </p:cNvPr>
                  <p:cNvSpPr/>
                  <p:nvPr/>
                </p:nvSpPr>
                <p:spPr>
                  <a:xfrm>
                    <a:off x="2786804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3D8BA">
                      <a:alpha val="100000"/>
                    </a:srgbClr>
                  </a:solidFill>
                  <a:ln w="5420" cap="flat">
                    <a:solidFill>
                      <a:srgbClr val="8FDCB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28" name="pg279">
                    <a:extLst>
                      <a:ext uri="{FF2B5EF4-FFF2-40B4-BE49-F238E27FC236}">
                        <a16:creationId xmlns:a16="http://schemas.microsoft.com/office/drawing/2014/main" id="{0466829A-1D0D-5D4B-CD7D-91DDA79FAB44}"/>
                      </a:ext>
                    </a:extLst>
                  </p:cNvPr>
                  <p:cNvSpPr/>
                  <p:nvPr/>
                </p:nvSpPr>
                <p:spPr>
                  <a:xfrm>
                    <a:off x="2868241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DDBBE">
                      <a:alpha val="100000"/>
                    </a:srgbClr>
                  </a:solidFill>
                  <a:ln w="5420" cap="flat">
                    <a:solidFill>
                      <a:srgbClr val="98DEC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29" name="pg280">
                    <a:extLst>
                      <a:ext uri="{FF2B5EF4-FFF2-40B4-BE49-F238E27FC236}">
                        <a16:creationId xmlns:a16="http://schemas.microsoft.com/office/drawing/2014/main" id="{E945EFCE-174C-FD25-0B93-CBE8F0785916}"/>
                      </a:ext>
                    </a:extLst>
                  </p:cNvPr>
                  <p:cNvSpPr/>
                  <p:nvPr/>
                </p:nvSpPr>
                <p:spPr>
                  <a:xfrm>
                    <a:off x="2949678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6DEC2">
                      <a:alpha val="100000"/>
                    </a:srgbClr>
                  </a:solidFill>
                  <a:ln w="5420" cap="flat">
                    <a:solidFill>
                      <a:srgbClr val="9FE1C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30" name="pg281">
                    <a:extLst>
                      <a:ext uri="{FF2B5EF4-FFF2-40B4-BE49-F238E27FC236}">
                        <a16:creationId xmlns:a16="http://schemas.microsoft.com/office/drawing/2014/main" id="{A3615A49-D35A-7D6B-6B44-E62728BF78D5}"/>
                      </a:ext>
                    </a:extLst>
                  </p:cNvPr>
                  <p:cNvSpPr/>
                  <p:nvPr/>
                </p:nvSpPr>
                <p:spPr>
                  <a:xfrm>
                    <a:off x="3031116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BDFC4">
                      <a:alpha val="100000"/>
                    </a:srgbClr>
                  </a:solidFill>
                  <a:ln w="5420" cap="flat">
                    <a:solidFill>
                      <a:srgbClr val="A3E2C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31" name="pg282">
                    <a:extLst>
                      <a:ext uri="{FF2B5EF4-FFF2-40B4-BE49-F238E27FC236}">
                        <a16:creationId xmlns:a16="http://schemas.microsoft.com/office/drawing/2014/main" id="{4A23552F-8523-570A-4D65-AEB965A2BC94}"/>
                      </a:ext>
                    </a:extLst>
                  </p:cNvPr>
                  <p:cNvSpPr/>
                  <p:nvPr/>
                </p:nvSpPr>
                <p:spPr>
                  <a:xfrm>
                    <a:off x="3112553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BDFC4">
                      <a:alpha val="100000"/>
                    </a:srgbClr>
                  </a:solidFill>
                  <a:ln w="5420" cap="flat">
                    <a:solidFill>
                      <a:srgbClr val="A4E2C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32" name="pg283">
                    <a:extLst>
                      <a:ext uri="{FF2B5EF4-FFF2-40B4-BE49-F238E27FC236}">
                        <a16:creationId xmlns:a16="http://schemas.microsoft.com/office/drawing/2014/main" id="{4B24396F-2158-D5C7-F711-D2A904680E9F}"/>
                      </a:ext>
                    </a:extLst>
                  </p:cNvPr>
                  <p:cNvSpPr/>
                  <p:nvPr/>
                </p:nvSpPr>
                <p:spPr>
                  <a:xfrm>
                    <a:off x="3193990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7DEC2">
                      <a:alpha val="100000"/>
                    </a:srgbClr>
                  </a:solidFill>
                  <a:ln w="5420" cap="flat">
                    <a:solidFill>
                      <a:srgbClr val="A0E1C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33" name="pg284">
                    <a:extLst>
                      <a:ext uri="{FF2B5EF4-FFF2-40B4-BE49-F238E27FC236}">
                        <a16:creationId xmlns:a16="http://schemas.microsoft.com/office/drawing/2014/main" id="{9DCA6382-5586-7548-9653-C9BA840BABF9}"/>
                      </a:ext>
                    </a:extLst>
                  </p:cNvPr>
                  <p:cNvSpPr/>
                  <p:nvPr/>
                </p:nvSpPr>
                <p:spPr>
                  <a:xfrm>
                    <a:off x="3275427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DDBBE">
                      <a:alpha val="100000"/>
                    </a:srgbClr>
                  </a:solidFill>
                  <a:ln w="5420" cap="flat">
                    <a:solidFill>
                      <a:srgbClr val="98DEC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34" name="pg285">
                    <a:extLst>
                      <a:ext uri="{FF2B5EF4-FFF2-40B4-BE49-F238E27FC236}">
                        <a16:creationId xmlns:a16="http://schemas.microsoft.com/office/drawing/2014/main" id="{FB9A9A86-AF69-132C-9D9D-42E86929C032}"/>
                      </a:ext>
                    </a:extLst>
                  </p:cNvPr>
                  <p:cNvSpPr/>
                  <p:nvPr/>
                </p:nvSpPr>
                <p:spPr>
                  <a:xfrm>
                    <a:off x="3356864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FD7B8">
                      <a:alpha val="100000"/>
                    </a:srgbClr>
                  </a:solidFill>
                  <a:ln w="5420" cap="flat">
                    <a:solidFill>
                      <a:srgbClr val="8CDBBD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35" name="pg286">
                    <a:extLst>
                      <a:ext uri="{FF2B5EF4-FFF2-40B4-BE49-F238E27FC236}">
                        <a16:creationId xmlns:a16="http://schemas.microsoft.com/office/drawing/2014/main" id="{A94DC572-2DA3-C839-C71E-738A838E241D}"/>
                      </a:ext>
                    </a:extLst>
                  </p:cNvPr>
                  <p:cNvSpPr/>
                  <p:nvPr/>
                </p:nvSpPr>
                <p:spPr>
                  <a:xfrm>
                    <a:off x="3438301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CD1B0">
                      <a:alpha val="100000"/>
                    </a:srgbClr>
                  </a:solidFill>
                  <a:ln w="5420" cap="flat">
                    <a:solidFill>
                      <a:srgbClr val="7CD6B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36" name="pg287">
                    <a:extLst>
                      <a:ext uri="{FF2B5EF4-FFF2-40B4-BE49-F238E27FC236}">
                        <a16:creationId xmlns:a16="http://schemas.microsoft.com/office/drawing/2014/main" id="{964732AC-7CF8-1457-409A-A005D9856DE3}"/>
                      </a:ext>
                    </a:extLst>
                  </p:cNvPr>
                  <p:cNvSpPr/>
                  <p:nvPr/>
                </p:nvSpPr>
                <p:spPr>
                  <a:xfrm>
                    <a:off x="3519738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8C2AC">
                      <a:alpha val="100000"/>
                    </a:srgbClr>
                  </a:solidFill>
                  <a:ln w="5420" cap="flat">
                    <a:solidFill>
                      <a:srgbClr val="5ECB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37" name="pg288">
                    <a:extLst>
                      <a:ext uri="{FF2B5EF4-FFF2-40B4-BE49-F238E27FC236}">
                        <a16:creationId xmlns:a16="http://schemas.microsoft.com/office/drawing/2014/main" id="{93752703-DCEC-D578-BAD4-948A10881521}"/>
                      </a:ext>
                    </a:extLst>
                  </p:cNvPr>
                  <p:cNvSpPr/>
                  <p:nvPr/>
                </p:nvSpPr>
                <p:spPr>
                  <a:xfrm>
                    <a:off x="3601176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3BBAB">
                      <a:alpha val="100000"/>
                    </a:srgbClr>
                  </a:solidFill>
                  <a:ln w="5420" cap="flat">
                    <a:solidFill>
                      <a:srgbClr val="5AC4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38" name="pg289">
                    <a:extLst>
                      <a:ext uri="{FF2B5EF4-FFF2-40B4-BE49-F238E27FC236}">
                        <a16:creationId xmlns:a16="http://schemas.microsoft.com/office/drawing/2014/main" id="{D91524D6-4AE6-3DF8-B5E9-4B08CA2F1C38}"/>
                      </a:ext>
                    </a:extLst>
                  </p:cNvPr>
                  <p:cNvSpPr/>
                  <p:nvPr/>
                </p:nvSpPr>
                <p:spPr>
                  <a:xfrm>
                    <a:off x="3682613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FB5AB">
                      <a:alpha val="100000"/>
                    </a:srgbClr>
                  </a:solidFill>
                  <a:ln w="5420" cap="flat">
                    <a:solidFill>
                      <a:srgbClr val="56BF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39" name="pg290">
                    <a:extLst>
                      <a:ext uri="{FF2B5EF4-FFF2-40B4-BE49-F238E27FC236}">
                        <a16:creationId xmlns:a16="http://schemas.microsoft.com/office/drawing/2014/main" id="{30BCC637-08A1-D978-FBD0-08DFD5B4AC88}"/>
                      </a:ext>
                    </a:extLst>
                  </p:cNvPr>
                  <p:cNvSpPr/>
                  <p:nvPr/>
                </p:nvSpPr>
                <p:spPr>
                  <a:xfrm>
                    <a:off x="3764050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BAFAB">
                      <a:alpha val="100000"/>
                    </a:srgbClr>
                  </a:solidFill>
                  <a:ln w="5420" cap="flat">
                    <a:solidFill>
                      <a:srgbClr val="53BA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40" name="pg291">
                    <a:extLst>
                      <a:ext uri="{FF2B5EF4-FFF2-40B4-BE49-F238E27FC236}">
                        <a16:creationId xmlns:a16="http://schemas.microsoft.com/office/drawing/2014/main" id="{85C561B3-0B1D-05BD-B8E3-B4DBBAD88784}"/>
                      </a:ext>
                    </a:extLst>
                  </p:cNvPr>
                  <p:cNvSpPr/>
                  <p:nvPr/>
                </p:nvSpPr>
                <p:spPr>
                  <a:xfrm>
                    <a:off x="3845487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7ABAA">
                      <a:alpha val="100000"/>
                    </a:srgbClr>
                  </a:solidFill>
                  <a:ln w="5420" cap="flat">
                    <a:solidFill>
                      <a:srgbClr val="50B6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41" name="pg292">
                    <a:extLst>
                      <a:ext uri="{FF2B5EF4-FFF2-40B4-BE49-F238E27FC236}">
                        <a16:creationId xmlns:a16="http://schemas.microsoft.com/office/drawing/2014/main" id="{54295F16-F0FA-8AF0-7737-20078A5BD661}"/>
                      </a:ext>
                    </a:extLst>
                  </p:cNvPr>
                  <p:cNvSpPr/>
                  <p:nvPr/>
                </p:nvSpPr>
                <p:spPr>
                  <a:xfrm>
                    <a:off x="3926924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4A7AA">
                      <a:alpha val="100000"/>
                    </a:srgbClr>
                  </a:solidFill>
                  <a:ln w="5420" cap="flat">
                    <a:solidFill>
                      <a:srgbClr val="4DB3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42" name="pg293">
                    <a:extLst>
                      <a:ext uri="{FF2B5EF4-FFF2-40B4-BE49-F238E27FC236}">
                        <a16:creationId xmlns:a16="http://schemas.microsoft.com/office/drawing/2014/main" id="{2EFE1098-4926-F7E3-0F24-56C49E1E8FFF}"/>
                      </a:ext>
                    </a:extLst>
                  </p:cNvPr>
                  <p:cNvSpPr/>
                  <p:nvPr/>
                </p:nvSpPr>
                <p:spPr>
                  <a:xfrm>
                    <a:off x="4008361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1A4AA">
                      <a:alpha val="100000"/>
                    </a:srgbClr>
                  </a:solidFill>
                  <a:ln w="5420" cap="flat">
                    <a:solidFill>
                      <a:srgbClr val="4BB0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43" name="pg294">
                    <a:extLst>
                      <a:ext uri="{FF2B5EF4-FFF2-40B4-BE49-F238E27FC236}">
                        <a16:creationId xmlns:a16="http://schemas.microsoft.com/office/drawing/2014/main" id="{0A2AB049-5D3E-0EAB-FD02-7C3B89BE2907}"/>
                      </a:ext>
                    </a:extLst>
                  </p:cNvPr>
                  <p:cNvSpPr/>
                  <p:nvPr/>
                </p:nvSpPr>
                <p:spPr>
                  <a:xfrm>
                    <a:off x="4252673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9BA9">
                      <a:alpha val="100000"/>
                    </a:srgbClr>
                  </a:solidFill>
                  <a:ln w="5420" cap="flat">
                    <a:solidFill>
                      <a:srgbClr val="45A8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44" name="pg295">
                    <a:extLst>
                      <a:ext uri="{FF2B5EF4-FFF2-40B4-BE49-F238E27FC236}">
                        <a16:creationId xmlns:a16="http://schemas.microsoft.com/office/drawing/2014/main" id="{126C2F26-A902-B514-0FCD-5A597984AB95}"/>
                      </a:ext>
                    </a:extLst>
                  </p:cNvPr>
                  <p:cNvSpPr/>
                  <p:nvPr/>
                </p:nvSpPr>
                <p:spPr>
                  <a:xfrm>
                    <a:off x="4334110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8A9">
                      <a:alpha val="100000"/>
                    </a:srgbClr>
                  </a:solidFill>
                  <a:ln w="5420" cap="flat">
                    <a:solidFill>
                      <a:srgbClr val="42A5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45" name="pg296">
                    <a:extLst>
                      <a:ext uri="{FF2B5EF4-FFF2-40B4-BE49-F238E27FC236}">
                        <a16:creationId xmlns:a16="http://schemas.microsoft.com/office/drawing/2014/main" id="{40FF0BFD-C3B2-DAE1-16ED-7C5F6B8566F8}"/>
                      </a:ext>
                    </a:extLst>
                  </p:cNvPr>
                  <p:cNvSpPr/>
                  <p:nvPr/>
                </p:nvSpPr>
                <p:spPr>
                  <a:xfrm>
                    <a:off x="4415547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496A9">
                      <a:alpha val="100000"/>
                    </a:srgbClr>
                  </a:solidFill>
                  <a:ln w="5420" cap="flat">
                    <a:solidFill>
                      <a:srgbClr val="41A4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46" name="pg297">
                    <a:extLst>
                      <a:ext uri="{FF2B5EF4-FFF2-40B4-BE49-F238E27FC236}">
                        <a16:creationId xmlns:a16="http://schemas.microsoft.com/office/drawing/2014/main" id="{60BEDE8B-1216-F2F8-BD76-1E4D9F8425FB}"/>
                      </a:ext>
                    </a:extLst>
                  </p:cNvPr>
                  <p:cNvSpPr/>
                  <p:nvPr/>
                </p:nvSpPr>
                <p:spPr>
                  <a:xfrm>
                    <a:off x="4496984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4A8">
                      <a:alpha val="100000"/>
                    </a:srgbClr>
                  </a:solidFill>
                  <a:ln w="5420" cap="flat">
                    <a:solidFill>
                      <a:srgbClr val="3F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47" name="pg298">
                    <a:extLst>
                      <a:ext uri="{FF2B5EF4-FFF2-40B4-BE49-F238E27FC236}">
                        <a16:creationId xmlns:a16="http://schemas.microsoft.com/office/drawing/2014/main" id="{7D18E355-5737-F862-B9D4-E5FF3988DFEE}"/>
                      </a:ext>
                    </a:extLst>
                  </p:cNvPr>
                  <p:cNvSpPr/>
                  <p:nvPr/>
                </p:nvSpPr>
                <p:spPr>
                  <a:xfrm>
                    <a:off x="4578421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3A8">
                      <a:alpha val="100000"/>
                    </a:srgbClr>
                  </a:solidFill>
                  <a:ln w="5420" cap="flat">
                    <a:solidFill>
                      <a:srgbClr val="3E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48" name="pg299">
                    <a:extLst>
                      <a:ext uri="{FF2B5EF4-FFF2-40B4-BE49-F238E27FC236}">
                        <a16:creationId xmlns:a16="http://schemas.microsoft.com/office/drawing/2014/main" id="{31C7E434-6EE9-D3B9-6D1B-93325B60AFA0}"/>
                      </a:ext>
                    </a:extLst>
                  </p:cNvPr>
                  <p:cNvSpPr/>
                  <p:nvPr/>
                </p:nvSpPr>
                <p:spPr>
                  <a:xfrm>
                    <a:off x="4659858" y="309964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49" name="pg300">
                    <a:extLst>
                      <a:ext uri="{FF2B5EF4-FFF2-40B4-BE49-F238E27FC236}">
                        <a16:creationId xmlns:a16="http://schemas.microsoft.com/office/drawing/2014/main" id="{92EABAAB-5F43-EEE4-4D84-05D594EDACE2}"/>
                      </a:ext>
                    </a:extLst>
                  </p:cNvPr>
                  <p:cNvSpPr/>
                  <p:nvPr/>
                </p:nvSpPr>
                <p:spPr>
                  <a:xfrm>
                    <a:off x="2705367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4D8BA">
                      <a:alpha val="100000"/>
                    </a:srgbClr>
                  </a:solidFill>
                  <a:ln w="5420" cap="flat">
                    <a:solidFill>
                      <a:srgbClr val="90DCB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50" name="pg301">
                    <a:extLst>
                      <a:ext uri="{FF2B5EF4-FFF2-40B4-BE49-F238E27FC236}">
                        <a16:creationId xmlns:a16="http://schemas.microsoft.com/office/drawing/2014/main" id="{97FE2287-9FAE-80A0-E711-61B465FF052A}"/>
                      </a:ext>
                    </a:extLst>
                  </p:cNvPr>
                  <p:cNvSpPr/>
                  <p:nvPr/>
                </p:nvSpPr>
                <p:spPr>
                  <a:xfrm>
                    <a:off x="2786804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3DDC1">
                      <a:alpha val="100000"/>
                    </a:srgbClr>
                  </a:solidFill>
                  <a:ln w="5420" cap="flat">
                    <a:solidFill>
                      <a:srgbClr val="9DE0C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51" name="pg302">
                    <a:extLst>
                      <a:ext uri="{FF2B5EF4-FFF2-40B4-BE49-F238E27FC236}">
                        <a16:creationId xmlns:a16="http://schemas.microsoft.com/office/drawing/2014/main" id="{BED361F0-66CA-102C-4C53-B540906E8F15}"/>
                      </a:ext>
                    </a:extLst>
                  </p:cNvPr>
                  <p:cNvSpPr/>
                  <p:nvPr/>
                </p:nvSpPr>
                <p:spPr>
                  <a:xfrm>
                    <a:off x="2868241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A1E1C7">
                      <a:alpha val="100000"/>
                    </a:srgbClr>
                  </a:solidFill>
                  <a:ln w="5420" cap="flat">
                    <a:solidFill>
                      <a:srgbClr val="A9E4C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52" name="pg303">
                    <a:extLst>
                      <a:ext uri="{FF2B5EF4-FFF2-40B4-BE49-F238E27FC236}">
                        <a16:creationId xmlns:a16="http://schemas.microsoft.com/office/drawing/2014/main" id="{BD12DDD1-9D10-9066-39A4-4FC9758AC764}"/>
                      </a:ext>
                    </a:extLst>
                  </p:cNvPr>
                  <p:cNvSpPr/>
                  <p:nvPr/>
                </p:nvSpPr>
                <p:spPr>
                  <a:xfrm>
                    <a:off x="2949678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ADE5CD">
                      <a:alpha val="100000"/>
                    </a:srgbClr>
                  </a:solidFill>
                  <a:ln w="5420" cap="flat">
                    <a:solidFill>
                      <a:srgbClr val="B3E7D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53" name="pg304">
                    <a:extLst>
                      <a:ext uri="{FF2B5EF4-FFF2-40B4-BE49-F238E27FC236}">
                        <a16:creationId xmlns:a16="http://schemas.microsoft.com/office/drawing/2014/main" id="{47C64D81-B921-E892-F9EB-16AD20FDDE82}"/>
                      </a:ext>
                    </a:extLst>
                  </p:cNvPr>
                  <p:cNvSpPr/>
                  <p:nvPr/>
                </p:nvSpPr>
                <p:spPr>
                  <a:xfrm>
                    <a:off x="3031116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B5E8D0">
                      <a:alpha val="100000"/>
                    </a:srgbClr>
                  </a:solidFill>
                  <a:ln w="5420" cap="flat">
                    <a:solidFill>
                      <a:srgbClr val="BAE9D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54" name="pg305">
                    <a:extLst>
                      <a:ext uri="{FF2B5EF4-FFF2-40B4-BE49-F238E27FC236}">
                        <a16:creationId xmlns:a16="http://schemas.microsoft.com/office/drawing/2014/main" id="{86A3A0B0-33E6-9809-27A2-A07103891667}"/>
                      </a:ext>
                    </a:extLst>
                  </p:cNvPr>
                  <p:cNvSpPr/>
                  <p:nvPr/>
                </p:nvSpPr>
                <p:spPr>
                  <a:xfrm>
                    <a:off x="3112553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B7E8D2">
                      <a:alpha val="100000"/>
                    </a:srgbClr>
                  </a:solidFill>
                  <a:ln w="5420" cap="flat">
                    <a:solidFill>
                      <a:srgbClr val="BCEAD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55" name="pg306">
                    <a:extLst>
                      <a:ext uri="{FF2B5EF4-FFF2-40B4-BE49-F238E27FC236}">
                        <a16:creationId xmlns:a16="http://schemas.microsoft.com/office/drawing/2014/main" id="{37029E4A-6644-EFAE-BEB6-E37AEFA1A9B8}"/>
                      </a:ext>
                    </a:extLst>
                  </p:cNvPr>
                  <p:cNvSpPr/>
                  <p:nvPr/>
                </p:nvSpPr>
                <p:spPr>
                  <a:xfrm>
                    <a:off x="3193990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B3E7D0">
                      <a:alpha val="100000"/>
                    </a:srgbClr>
                  </a:solidFill>
                  <a:ln w="5420" cap="flat">
                    <a:solidFill>
                      <a:srgbClr val="B9E9D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56" name="pg307">
                    <a:extLst>
                      <a:ext uri="{FF2B5EF4-FFF2-40B4-BE49-F238E27FC236}">
                        <a16:creationId xmlns:a16="http://schemas.microsoft.com/office/drawing/2014/main" id="{B6FF7017-ADF8-11D9-4E35-0DA000435F21}"/>
                      </a:ext>
                    </a:extLst>
                  </p:cNvPr>
                  <p:cNvSpPr/>
                  <p:nvPr/>
                </p:nvSpPr>
                <p:spPr>
                  <a:xfrm>
                    <a:off x="3275427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A8E3CA">
                      <a:alpha val="100000"/>
                    </a:srgbClr>
                  </a:solidFill>
                  <a:ln w="5420" cap="flat">
                    <a:solidFill>
                      <a:srgbClr val="AFE6CD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57" name="pg308">
                    <a:extLst>
                      <a:ext uri="{FF2B5EF4-FFF2-40B4-BE49-F238E27FC236}">
                        <a16:creationId xmlns:a16="http://schemas.microsoft.com/office/drawing/2014/main" id="{726017B4-3904-4583-B43B-2C74F38CCFCD}"/>
                      </a:ext>
                    </a:extLst>
                  </p:cNvPr>
                  <p:cNvSpPr/>
                  <p:nvPr/>
                </p:nvSpPr>
                <p:spPr>
                  <a:xfrm>
                    <a:off x="3356864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5DDC2">
                      <a:alpha val="100000"/>
                    </a:srgbClr>
                  </a:solidFill>
                  <a:ln w="5420" cap="flat">
                    <a:solidFill>
                      <a:srgbClr val="9FE0C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58" name="pg309">
                    <a:extLst>
                      <a:ext uri="{FF2B5EF4-FFF2-40B4-BE49-F238E27FC236}">
                        <a16:creationId xmlns:a16="http://schemas.microsoft.com/office/drawing/2014/main" id="{0FBF5506-E282-586B-0B51-2201FD69CF6D}"/>
                      </a:ext>
                    </a:extLst>
                  </p:cNvPr>
                  <p:cNvSpPr/>
                  <p:nvPr/>
                </p:nvSpPr>
                <p:spPr>
                  <a:xfrm>
                    <a:off x="3438301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DD6B7">
                      <a:alpha val="100000"/>
                    </a:srgbClr>
                  </a:solidFill>
                  <a:ln w="5420" cap="flat">
                    <a:solidFill>
                      <a:srgbClr val="8ADABD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59" name="pg310">
                    <a:extLst>
                      <a:ext uri="{FF2B5EF4-FFF2-40B4-BE49-F238E27FC236}">
                        <a16:creationId xmlns:a16="http://schemas.microsoft.com/office/drawing/2014/main" id="{51845AC1-2857-38D7-AD8A-125CED9C5D18}"/>
                      </a:ext>
                    </a:extLst>
                  </p:cNvPr>
                  <p:cNvSpPr/>
                  <p:nvPr/>
                </p:nvSpPr>
                <p:spPr>
                  <a:xfrm>
                    <a:off x="3519738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9C3AC">
                      <a:alpha val="100000"/>
                    </a:srgbClr>
                  </a:solidFill>
                  <a:ln w="5420" cap="flat">
                    <a:solidFill>
                      <a:srgbClr val="5ECB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60" name="pg311">
                    <a:extLst>
                      <a:ext uri="{FF2B5EF4-FFF2-40B4-BE49-F238E27FC236}">
                        <a16:creationId xmlns:a16="http://schemas.microsoft.com/office/drawing/2014/main" id="{617FD41B-F711-A3E2-4889-524908ABF432}"/>
                      </a:ext>
                    </a:extLst>
                  </p:cNvPr>
                  <p:cNvSpPr/>
                  <p:nvPr/>
                </p:nvSpPr>
                <p:spPr>
                  <a:xfrm>
                    <a:off x="3601176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2B8AB">
                      <a:alpha val="100000"/>
                    </a:srgbClr>
                  </a:solidFill>
                  <a:ln w="5420" cap="flat">
                    <a:solidFill>
                      <a:srgbClr val="58C2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61" name="pg312">
                    <a:extLst>
                      <a:ext uri="{FF2B5EF4-FFF2-40B4-BE49-F238E27FC236}">
                        <a16:creationId xmlns:a16="http://schemas.microsoft.com/office/drawing/2014/main" id="{F54ECBB7-D322-A371-2D44-B76E79D393C4}"/>
                      </a:ext>
                    </a:extLst>
                  </p:cNvPr>
                  <p:cNvSpPr/>
                  <p:nvPr/>
                </p:nvSpPr>
                <p:spPr>
                  <a:xfrm>
                    <a:off x="3682613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BAFAB">
                      <a:alpha val="100000"/>
                    </a:srgbClr>
                  </a:solidFill>
                  <a:ln w="5420" cap="flat">
                    <a:solidFill>
                      <a:srgbClr val="53BA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62" name="pg313">
                    <a:extLst>
                      <a:ext uri="{FF2B5EF4-FFF2-40B4-BE49-F238E27FC236}">
                        <a16:creationId xmlns:a16="http://schemas.microsoft.com/office/drawing/2014/main" id="{9CA88677-A790-A0BB-003C-86FDF2E069BC}"/>
                      </a:ext>
                    </a:extLst>
                  </p:cNvPr>
                  <p:cNvSpPr/>
                  <p:nvPr/>
                </p:nvSpPr>
                <p:spPr>
                  <a:xfrm>
                    <a:off x="3764050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5A8AA">
                      <a:alpha val="100000"/>
                    </a:srgbClr>
                  </a:solidFill>
                  <a:ln w="5420" cap="flat">
                    <a:solidFill>
                      <a:srgbClr val="4EB3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63" name="pg314">
                    <a:extLst>
                      <a:ext uri="{FF2B5EF4-FFF2-40B4-BE49-F238E27FC236}">
                        <a16:creationId xmlns:a16="http://schemas.microsoft.com/office/drawing/2014/main" id="{A323E343-98BE-9DEA-E51A-9CBC430A84B6}"/>
                      </a:ext>
                    </a:extLst>
                  </p:cNvPr>
                  <p:cNvSpPr/>
                  <p:nvPr/>
                </p:nvSpPr>
                <p:spPr>
                  <a:xfrm>
                    <a:off x="3845487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FA2AA">
                      <a:alpha val="100000"/>
                    </a:srgbClr>
                  </a:solidFill>
                  <a:ln w="5420" cap="flat">
                    <a:solidFill>
                      <a:srgbClr val="4AAE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64" name="pg315">
                    <a:extLst>
                      <a:ext uri="{FF2B5EF4-FFF2-40B4-BE49-F238E27FC236}">
                        <a16:creationId xmlns:a16="http://schemas.microsoft.com/office/drawing/2014/main" id="{69EFEA3A-B77C-9D0D-890D-17C0F34B0318}"/>
                      </a:ext>
                    </a:extLst>
                  </p:cNvPr>
                  <p:cNvSpPr/>
                  <p:nvPr/>
                </p:nvSpPr>
                <p:spPr>
                  <a:xfrm>
                    <a:off x="3926924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9DA9">
                      <a:alpha val="100000"/>
                    </a:srgbClr>
                  </a:solidFill>
                  <a:ln w="5420" cap="flat">
                    <a:solidFill>
                      <a:srgbClr val="46AA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65" name="pg316">
                    <a:extLst>
                      <a:ext uri="{FF2B5EF4-FFF2-40B4-BE49-F238E27FC236}">
                        <a16:creationId xmlns:a16="http://schemas.microsoft.com/office/drawing/2014/main" id="{796E1A16-ACF4-90C8-27F0-4C80D47A9E3D}"/>
                      </a:ext>
                    </a:extLst>
                  </p:cNvPr>
                  <p:cNvSpPr/>
                  <p:nvPr/>
                </p:nvSpPr>
                <p:spPr>
                  <a:xfrm>
                    <a:off x="4008361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9A9">
                      <a:alpha val="100000"/>
                    </a:srgbClr>
                  </a:solidFill>
                  <a:ln w="5420" cap="flat">
                    <a:solidFill>
                      <a:srgbClr val="43A6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66" name="pg317">
                    <a:extLst>
                      <a:ext uri="{FF2B5EF4-FFF2-40B4-BE49-F238E27FC236}">
                        <a16:creationId xmlns:a16="http://schemas.microsoft.com/office/drawing/2014/main" id="{E83A3597-18E8-479D-F412-8B0106C9A098}"/>
                      </a:ext>
                    </a:extLst>
                  </p:cNvPr>
                  <p:cNvSpPr/>
                  <p:nvPr/>
                </p:nvSpPr>
                <p:spPr>
                  <a:xfrm>
                    <a:off x="4089798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496A9">
                      <a:alpha val="100000"/>
                    </a:srgbClr>
                  </a:solidFill>
                  <a:ln w="5420" cap="flat">
                    <a:solidFill>
                      <a:srgbClr val="41A4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67" name="pg318">
                    <a:extLst>
                      <a:ext uri="{FF2B5EF4-FFF2-40B4-BE49-F238E27FC236}">
                        <a16:creationId xmlns:a16="http://schemas.microsoft.com/office/drawing/2014/main" id="{E6EACE70-9EA8-46CD-04A4-996DB4FC9A8C}"/>
                      </a:ext>
                    </a:extLst>
                  </p:cNvPr>
                  <p:cNvSpPr/>
                  <p:nvPr/>
                </p:nvSpPr>
                <p:spPr>
                  <a:xfrm>
                    <a:off x="4334110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7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68" name="pg319">
                    <a:extLst>
                      <a:ext uri="{FF2B5EF4-FFF2-40B4-BE49-F238E27FC236}">
                        <a16:creationId xmlns:a16="http://schemas.microsoft.com/office/drawing/2014/main" id="{47C972ED-3D4B-CB64-90BF-C5D00D913A19}"/>
                      </a:ext>
                    </a:extLst>
                  </p:cNvPr>
                  <p:cNvSpPr/>
                  <p:nvPr/>
                </p:nvSpPr>
                <p:spPr>
                  <a:xfrm>
                    <a:off x="4415547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69" name="pg320">
                    <a:extLst>
                      <a:ext uri="{FF2B5EF4-FFF2-40B4-BE49-F238E27FC236}">
                        <a16:creationId xmlns:a16="http://schemas.microsoft.com/office/drawing/2014/main" id="{F8FF2AEA-FFAE-652E-FA53-7A8C82C79786}"/>
                      </a:ext>
                    </a:extLst>
                  </p:cNvPr>
                  <p:cNvSpPr/>
                  <p:nvPr/>
                </p:nvSpPr>
                <p:spPr>
                  <a:xfrm>
                    <a:off x="4496984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70" name="pg321">
                    <a:extLst>
                      <a:ext uri="{FF2B5EF4-FFF2-40B4-BE49-F238E27FC236}">
                        <a16:creationId xmlns:a16="http://schemas.microsoft.com/office/drawing/2014/main" id="{044EA0EB-E80B-03AC-1EC7-8550E9EEA062}"/>
                      </a:ext>
                    </a:extLst>
                  </p:cNvPr>
                  <p:cNvSpPr/>
                  <p:nvPr/>
                </p:nvSpPr>
                <p:spPr>
                  <a:xfrm>
                    <a:off x="4578421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EA7">
                      <a:alpha val="100000"/>
                    </a:srgbClr>
                  </a:solidFill>
                  <a:ln w="5420" cap="flat">
                    <a:solidFill>
                      <a:srgbClr val="3B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71" name="pg322">
                    <a:extLst>
                      <a:ext uri="{FF2B5EF4-FFF2-40B4-BE49-F238E27FC236}">
                        <a16:creationId xmlns:a16="http://schemas.microsoft.com/office/drawing/2014/main" id="{2BB6EF6B-E146-CB01-3A3E-9F33B2C1DBE8}"/>
                      </a:ext>
                    </a:extLst>
                  </p:cNvPr>
                  <p:cNvSpPr/>
                  <p:nvPr/>
                </p:nvSpPr>
                <p:spPr>
                  <a:xfrm>
                    <a:off x="4659858" y="320296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EA7">
                      <a:alpha val="100000"/>
                    </a:srgbClr>
                  </a:solidFill>
                  <a:ln w="5420" cap="flat">
                    <a:solidFill>
                      <a:srgbClr val="3A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72" name="pg323">
                    <a:extLst>
                      <a:ext uri="{FF2B5EF4-FFF2-40B4-BE49-F238E27FC236}">
                        <a16:creationId xmlns:a16="http://schemas.microsoft.com/office/drawing/2014/main" id="{FB3C0AFB-B591-3362-7ABD-B28527E471EE}"/>
                      </a:ext>
                    </a:extLst>
                  </p:cNvPr>
                  <p:cNvSpPr/>
                  <p:nvPr/>
                </p:nvSpPr>
                <p:spPr>
                  <a:xfrm>
                    <a:off x="2705367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3D8B9">
                      <a:alpha val="100000"/>
                    </a:srgbClr>
                  </a:solidFill>
                  <a:ln w="5420" cap="flat">
                    <a:solidFill>
                      <a:srgbClr val="8FDBB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73" name="pg324">
                    <a:extLst>
                      <a:ext uri="{FF2B5EF4-FFF2-40B4-BE49-F238E27FC236}">
                        <a16:creationId xmlns:a16="http://schemas.microsoft.com/office/drawing/2014/main" id="{A104A34B-56D2-4484-4A18-A8FBDF8A0B49}"/>
                      </a:ext>
                    </a:extLst>
                  </p:cNvPr>
                  <p:cNvSpPr/>
                  <p:nvPr/>
                </p:nvSpPr>
                <p:spPr>
                  <a:xfrm>
                    <a:off x="2786804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2DDC0">
                      <a:alpha val="100000"/>
                    </a:srgbClr>
                  </a:solidFill>
                  <a:ln w="5420" cap="flat">
                    <a:solidFill>
                      <a:srgbClr val="9CE0C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74" name="pg325">
                    <a:extLst>
                      <a:ext uri="{FF2B5EF4-FFF2-40B4-BE49-F238E27FC236}">
                        <a16:creationId xmlns:a16="http://schemas.microsoft.com/office/drawing/2014/main" id="{2D17BD89-6F78-81A3-1EDC-C49DC30BDBAF}"/>
                      </a:ext>
                    </a:extLst>
                  </p:cNvPr>
                  <p:cNvSpPr/>
                  <p:nvPr/>
                </p:nvSpPr>
                <p:spPr>
                  <a:xfrm>
                    <a:off x="2868241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A1E1C7">
                      <a:alpha val="100000"/>
                    </a:srgbClr>
                  </a:solidFill>
                  <a:ln w="5420" cap="flat">
                    <a:solidFill>
                      <a:srgbClr val="A9E4C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75" name="pg326">
                    <a:extLst>
                      <a:ext uri="{FF2B5EF4-FFF2-40B4-BE49-F238E27FC236}">
                        <a16:creationId xmlns:a16="http://schemas.microsoft.com/office/drawing/2014/main" id="{BF035DF4-E39A-E85B-8FBC-839D6D43CB45}"/>
                      </a:ext>
                    </a:extLst>
                  </p:cNvPr>
                  <p:cNvSpPr/>
                  <p:nvPr/>
                </p:nvSpPr>
                <p:spPr>
                  <a:xfrm>
                    <a:off x="2949678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ADE5CD">
                      <a:alpha val="100000"/>
                    </a:srgbClr>
                  </a:solidFill>
                  <a:ln w="5420" cap="flat">
                    <a:solidFill>
                      <a:srgbClr val="B4E7D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76" name="pg327">
                    <a:extLst>
                      <a:ext uri="{FF2B5EF4-FFF2-40B4-BE49-F238E27FC236}">
                        <a16:creationId xmlns:a16="http://schemas.microsoft.com/office/drawing/2014/main" id="{124701E1-16B3-D66E-856A-6680AF17EECB}"/>
                      </a:ext>
                    </a:extLst>
                  </p:cNvPr>
                  <p:cNvSpPr/>
                  <p:nvPr/>
                </p:nvSpPr>
                <p:spPr>
                  <a:xfrm>
                    <a:off x="3031116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B6E8D1">
                      <a:alpha val="100000"/>
                    </a:srgbClr>
                  </a:solidFill>
                  <a:ln w="5420" cap="flat">
                    <a:solidFill>
                      <a:srgbClr val="BBEAD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77" name="pg328">
                    <a:extLst>
                      <a:ext uri="{FF2B5EF4-FFF2-40B4-BE49-F238E27FC236}">
                        <a16:creationId xmlns:a16="http://schemas.microsoft.com/office/drawing/2014/main" id="{91FF089D-6082-72D1-883C-1A2BA4D5D148}"/>
                      </a:ext>
                    </a:extLst>
                  </p:cNvPr>
                  <p:cNvSpPr/>
                  <p:nvPr/>
                </p:nvSpPr>
                <p:spPr>
                  <a:xfrm>
                    <a:off x="3112553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B9E9D2">
                      <a:alpha val="100000"/>
                    </a:srgbClr>
                  </a:solidFill>
                  <a:ln w="5420" cap="flat">
                    <a:solidFill>
                      <a:srgbClr val="BDEAD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78" name="pg329">
                    <a:extLst>
                      <a:ext uri="{FF2B5EF4-FFF2-40B4-BE49-F238E27FC236}">
                        <a16:creationId xmlns:a16="http://schemas.microsoft.com/office/drawing/2014/main" id="{EC493401-705E-ACB4-1361-705CF8C7F56A}"/>
                      </a:ext>
                    </a:extLst>
                  </p:cNvPr>
                  <p:cNvSpPr/>
                  <p:nvPr/>
                </p:nvSpPr>
                <p:spPr>
                  <a:xfrm>
                    <a:off x="3193990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B4E7D0">
                      <a:alpha val="100000"/>
                    </a:srgbClr>
                  </a:solidFill>
                  <a:ln w="5420" cap="flat">
                    <a:solidFill>
                      <a:srgbClr val="B9E9D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79" name="pg330">
                    <a:extLst>
                      <a:ext uri="{FF2B5EF4-FFF2-40B4-BE49-F238E27FC236}">
                        <a16:creationId xmlns:a16="http://schemas.microsoft.com/office/drawing/2014/main" id="{1FB0E2E0-C999-AE03-216E-056893509232}"/>
                      </a:ext>
                    </a:extLst>
                  </p:cNvPr>
                  <p:cNvSpPr/>
                  <p:nvPr/>
                </p:nvSpPr>
                <p:spPr>
                  <a:xfrm>
                    <a:off x="3275427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A8E3CA">
                      <a:alpha val="100000"/>
                    </a:srgbClr>
                  </a:solidFill>
                  <a:ln w="5420" cap="flat">
                    <a:solidFill>
                      <a:srgbClr val="AFE6CD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80" name="pg331">
                    <a:extLst>
                      <a:ext uri="{FF2B5EF4-FFF2-40B4-BE49-F238E27FC236}">
                        <a16:creationId xmlns:a16="http://schemas.microsoft.com/office/drawing/2014/main" id="{D313AF44-5717-2D08-27F3-825286E0772C}"/>
                      </a:ext>
                    </a:extLst>
                  </p:cNvPr>
                  <p:cNvSpPr/>
                  <p:nvPr/>
                </p:nvSpPr>
                <p:spPr>
                  <a:xfrm>
                    <a:off x="3356864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4DDC1">
                      <a:alpha val="100000"/>
                    </a:srgbClr>
                  </a:solidFill>
                  <a:ln w="5420" cap="flat">
                    <a:solidFill>
                      <a:srgbClr val="9EE0C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81" name="pg332">
                    <a:extLst>
                      <a:ext uri="{FF2B5EF4-FFF2-40B4-BE49-F238E27FC236}">
                        <a16:creationId xmlns:a16="http://schemas.microsoft.com/office/drawing/2014/main" id="{8B86925B-7D86-AAE2-07D7-E5081D1C2952}"/>
                      </a:ext>
                    </a:extLst>
                  </p:cNvPr>
                  <p:cNvSpPr/>
                  <p:nvPr/>
                </p:nvSpPr>
                <p:spPr>
                  <a:xfrm>
                    <a:off x="3438301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AD5B6">
                      <a:alpha val="100000"/>
                    </a:srgbClr>
                  </a:solidFill>
                  <a:ln w="5420" cap="flat">
                    <a:solidFill>
                      <a:srgbClr val="87D9B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82" name="pg333">
                    <a:extLst>
                      <a:ext uri="{FF2B5EF4-FFF2-40B4-BE49-F238E27FC236}">
                        <a16:creationId xmlns:a16="http://schemas.microsoft.com/office/drawing/2014/main" id="{E6A298F5-E9E8-BFBB-763B-165A0CE0F9C8}"/>
                      </a:ext>
                    </a:extLst>
                  </p:cNvPr>
                  <p:cNvSpPr/>
                  <p:nvPr/>
                </p:nvSpPr>
                <p:spPr>
                  <a:xfrm>
                    <a:off x="3519738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6BFAB">
                      <a:alpha val="100000"/>
                    </a:srgbClr>
                  </a:solidFill>
                  <a:ln w="5420" cap="flat">
                    <a:solidFill>
                      <a:srgbClr val="5CC8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83" name="pg334">
                    <a:extLst>
                      <a:ext uri="{FF2B5EF4-FFF2-40B4-BE49-F238E27FC236}">
                        <a16:creationId xmlns:a16="http://schemas.microsoft.com/office/drawing/2014/main" id="{46CCC630-7641-AF9F-3CFE-C8CBF8BA9044}"/>
                      </a:ext>
                    </a:extLst>
                  </p:cNvPr>
                  <p:cNvSpPr/>
                  <p:nvPr/>
                </p:nvSpPr>
                <p:spPr>
                  <a:xfrm>
                    <a:off x="3601176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EB4AB">
                      <a:alpha val="100000"/>
                    </a:srgbClr>
                  </a:solidFill>
                  <a:ln w="5420" cap="flat">
                    <a:solidFill>
                      <a:srgbClr val="56BE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84" name="pg335">
                    <a:extLst>
                      <a:ext uri="{FF2B5EF4-FFF2-40B4-BE49-F238E27FC236}">
                        <a16:creationId xmlns:a16="http://schemas.microsoft.com/office/drawing/2014/main" id="{1E59C3E0-B875-33CD-4A69-3989941CF383}"/>
                      </a:ext>
                    </a:extLst>
                  </p:cNvPr>
                  <p:cNvSpPr/>
                  <p:nvPr/>
                </p:nvSpPr>
                <p:spPr>
                  <a:xfrm>
                    <a:off x="3682613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7AAAA">
                      <a:alpha val="100000"/>
                    </a:srgbClr>
                  </a:solidFill>
                  <a:ln w="5420" cap="flat">
                    <a:solidFill>
                      <a:srgbClr val="4FB6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85" name="pg336">
                    <a:extLst>
                      <a:ext uri="{FF2B5EF4-FFF2-40B4-BE49-F238E27FC236}">
                        <a16:creationId xmlns:a16="http://schemas.microsoft.com/office/drawing/2014/main" id="{35263FD9-44D7-351C-D871-FA17EB4F7B9E}"/>
                      </a:ext>
                    </a:extLst>
                  </p:cNvPr>
                  <p:cNvSpPr/>
                  <p:nvPr/>
                </p:nvSpPr>
                <p:spPr>
                  <a:xfrm>
                    <a:off x="3764050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FA2AA">
                      <a:alpha val="100000"/>
                    </a:srgbClr>
                  </a:solidFill>
                  <a:ln w="5420" cap="flat">
                    <a:solidFill>
                      <a:srgbClr val="4AAE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86" name="pg337">
                    <a:extLst>
                      <a:ext uri="{FF2B5EF4-FFF2-40B4-BE49-F238E27FC236}">
                        <a16:creationId xmlns:a16="http://schemas.microsoft.com/office/drawing/2014/main" id="{39CA2674-F580-CC97-34F7-19EAD1C349A9}"/>
                      </a:ext>
                    </a:extLst>
                  </p:cNvPr>
                  <p:cNvSpPr/>
                  <p:nvPr/>
                </p:nvSpPr>
                <p:spPr>
                  <a:xfrm>
                    <a:off x="3845487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9BA9">
                      <a:alpha val="100000"/>
                    </a:srgbClr>
                  </a:solidFill>
                  <a:ln w="5420" cap="flat">
                    <a:solidFill>
                      <a:srgbClr val="45A8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87" name="pg338">
                    <a:extLst>
                      <a:ext uri="{FF2B5EF4-FFF2-40B4-BE49-F238E27FC236}">
                        <a16:creationId xmlns:a16="http://schemas.microsoft.com/office/drawing/2014/main" id="{55BA8E64-3341-7B4C-CB8E-72EA03120E72}"/>
                      </a:ext>
                    </a:extLst>
                  </p:cNvPr>
                  <p:cNvSpPr/>
                  <p:nvPr/>
                </p:nvSpPr>
                <p:spPr>
                  <a:xfrm>
                    <a:off x="3926924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6A9">
                      <a:alpha val="100000"/>
                    </a:srgbClr>
                  </a:solidFill>
                  <a:ln w="5420" cap="flat">
                    <a:solidFill>
                      <a:srgbClr val="40A3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88" name="pg339">
                    <a:extLst>
                      <a:ext uri="{FF2B5EF4-FFF2-40B4-BE49-F238E27FC236}">
                        <a16:creationId xmlns:a16="http://schemas.microsoft.com/office/drawing/2014/main" id="{F7C779E1-C3F7-9F6C-0719-634E11CC0859}"/>
                      </a:ext>
                    </a:extLst>
                  </p:cNvPr>
                  <p:cNvSpPr/>
                  <p:nvPr/>
                </p:nvSpPr>
                <p:spPr>
                  <a:xfrm>
                    <a:off x="4008361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89" name="pg340">
                    <a:extLst>
                      <a:ext uri="{FF2B5EF4-FFF2-40B4-BE49-F238E27FC236}">
                        <a16:creationId xmlns:a16="http://schemas.microsoft.com/office/drawing/2014/main" id="{7FF3C6E4-2058-8A9B-AF61-CD0C7C8BD6CC}"/>
                      </a:ext>
                    </a:extLst>
                  </p:cNvPr>
                  <p:cNvSpPr/>
                  <p:nvPr/>
                </p:nvSpPr>
                <p:spPr>
                  <a:xfrm>
                    <a:off x="4089798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EA7">
                      <a:alpha val="100000"/>
                    </a:srgbClr>
                  </a:solidFill>
                  <a:ln w="5420" cap="flat">
                    <a:solidFill>
                      <a:srgbClr val="3A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90" name="pg341">
                    <a:extLst>
                      <a:ext uri="{FF2B5EF4-FFF2-40B4-BE49-F238E27FC236}">
                        <a16:creationId xmlns:a16="http://schemas.microsoft.com/office/drawing/2014/main" id="{A808058B-E8A2-AEF9-32E5-AD54F0102181}"/>
                      </a:ext>
                    </a:extLst>
                  </p:cNvPr>
                  <p:cNvSpPr/>
                  <p:nvPr/>
                </p:nvSpPr>
                <p:spPr>
                  <a:xfrm>
                    <a:off x="4252673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91" name="pg342">
                    <a:extLst>
                      <a:ext uri="{FF2B5EF4-FFF2-40B4-BE49-F238E27FC236}">
                        <a16:creationId xmlns:a16="http://schemas.microsoft.com/office/drawing/2014/main" id="{735C49DF-4A56-5B69-B500-87EEEB8EDC56}"/>
                      </a:ext>
                    </a:extLst>
                  </p:cNvPr>
                  <p:cNvSpPr/>
                  <p:nvPr/>
                </p:nvSpPr>
                <p:spPr>
                  <a:xfrm>
                    <a:off x="4334110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92" name="pg343">
                    <a:extLst>
                      <a:ext uri="{FF2B5EF4-FFF2-40B4-BE49-F238E27FC236}">
                        <a16:creationId xmlns:a16="http://schemas.microsoft.com/office/drawing/2014/main" id="{F87B136D-5C7E-810C-8122-485590B8052B}"/>
                      </a:ext>
                    </a:extLst>
                  </p:cNvPr>
                  <p:cNvSpPr/>
                  <p:nvPr/>
                </p:nvSpPr>
                <p:spPr>
                  <a:xfrm>
                    <a:off x="4415547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A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93" name="pg344">
                    <a:extLst>
                      <a:ext uri="{FF2B5EF4-FFF2-40B4-BE49-F238E27FC236}">
                        <a16:creationId xmlns:a16="http://schemas.microsoft.com/office/drawing/2014/main" id="{34A6085E-6D5C-C9F0-6F8D-73E2786F2821}"/>
                      </a:ext>
                    </a:extLst>
                  </p:cNvPr>
                  <p:cNvSpPr/>
                  <p:nvPr/>
                </p:nvSpPr>
                <p:spPr>
                  <a:xfrm>
                    <a:off x="4496984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A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94" name="pg345">
                    <a:extLst>
                      <a:ext uri="{FF2B5EF4-FFF2-40B4-BE49-F238E27FC236}">
                        <a16:creationId xmlns:a16="http://schemas.microsoft.com/office/drawing/2014/main" id="{2B778228-3E1B-C5AE-EE0A-378F1158DD01}"/>
                      </a:ext>
                    </a:extLst>
                  </p:cNvPr>
                  <p:cNvSpPr/>
                  <p:nvPr/>
                </p:nvSpPr>
                <p:spPr>
                  <a:xfrm>
                    <a:off x="4578421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A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95" name="pg346">
                    <a:extLst>
                      <a:ext uri="{FF2B5EF4-FFF2-40B4-BE49-F238E27FC236}">
                        <a16:creationId xmlns:a16="http://schemas.microsoft.com/office/drawing/2014/main" id="{056330A0-EE43-D4BF-546F-E0EB3D98D4D0}"/>
                      </a:ext>
                    </a:extLst>
                  </p:cNvPr>
                  <p:cNvSpPr/>
                  <p:nvPr/>
                </p:nvSpPr>
                <p:spPr>
                  <a:xfrm>
                    <a:off x="4659858" y="330628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AA6">
                      <a:alpha val="100000"/>
                    </a:srgbClr>
                  </a:solidFill>
                  <a:ln w="5420" cap="flat">
                    <a:solidFill>
                      <a:srgbClr val="38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96" name="pg347">
                    <a:extLst>
                      <a:ext uri="{FF2B5EF4-FFF2-40B4-BE49-F238E27FC236}">
                        <a16:creationId xmlns:a16="http://schemas.microsoft.com/office/drawing/2014/main" id="{7D01E6CF-33B8-CAAC-EF9E-A97247026348}"/>
                      </a:ext>
                    </a:extLst>
                  </p:cNvPr>
                  <p:cNvSpPr/>
                  <p:nvPr/>
                </p:nvSpPr>
                <p:spPr>
                  <a:xfrm>
                    <a:off x="2786804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ADABD">
                      <a:alpha val="100000"/>
                    </a:srgbClr>
                  </a:solidFill>
                  <a:ln w="5420" cap="flat">
                    <a:solidFill>
                      <a:srgbClr val="95DDC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97" name="pg348">
                    <a:extLst>
                      <a:ext uri="{FF2B5EF4-FFF2-40B4-BE49-F238E27FC236}">
                        <a16:creationId xmlns:a16="http://schemas.microsoft.com/office/drawing/2014/main" id="{24D5753F-640D-E8D7-A847-58324D01F85C}"/>
                      </a:ext>
                    </a:extLst>
                  </p:cNvPr>
                  <p:cNvSpPr/>
                  <p:nvPr/>
                </p:nvSpPr>
                <p:spPr>
                  <a:xfrm>
                    <a:off x="2868241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8DEC3">
                      <a:alpha val="100000"/>
                    </a:srgbClr>
                  </a:solidFill>
                  <a:ln w="5420" cap="flat">
                    <a:solidFill>
                      <a:srgbClr val="A2E1C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98" name="pg349">
                    <a:extLst>
                      <a:ext uri="{FF2B5EF4-FFF2-40B4-BE49-F238E27FC236}">
                        <a16:creationId xmlns:a16="http://schemas.microsoft.com/office/drawing/2014/main" id="{542E7E9F-E817-2715-E6AD-843A4DD66425}"/>
                      </a:ext>
                    </a:extLst>
                  </p:cNvPr>
                  <p:cNvSpPr/>
                  <p:nvPr/>
                </p:nvSpPr>
                <p:spPr>
                  <a:xfrm>
                    <a:off x="2949678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A4E2C8">
                      <a:alpha val="100000"/>
                    </a:srgbClr>
                  </a:solidFill>
                  <a:ln w="5420" cap="flat">
                    <a:solidFill>
                      <a:srgbClr val="ACE5C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399" name="pg350">
                    <a:extLst>
                      <a:ext uri="{FF2B5EF4-FFF2-40B4-BE49-F238E27FC236}">
                        <a16:creationId xmlns:a16="http://schemas.microsoft.com/office/drawing/2014/main" id="{75BDEC33-8EE1-3223-1140-B54E6C660AD4}"/>
                      </a:ext>
                    </a:extLst>
                  </p:cNvPr>
                  <p:cNvSpPr/>
                  <p:nvPr/>
                </p:nvSpPr>
                <p:spPr>
                  <a:xfrm>
                    <a:off x="3031116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ACE5CC">
                      <a:alpha val="100000"/>
                    </a:srgbClr>
                  </a:solidFill>
                  <a:ln w="5420" cap="flat">
                    <a:solidFill>
                      <a:srgbClr val="B2E7C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00" name="pg351">
                    <a:extLst>
                      <a:ext uri="{FF2B5EF4-FFF2-40B4-BE49-F238E27FC236}">
                        <a16:creationId xmlns:a16="http://schemas.microsoft.com/office/drawing/2014/main" id="{EE26057E-DEF9-131B-2C5B-2C8E139EE3C7}"/>
                      </a:ext>
                    </a:extLst>
                  </p:cNvPr>
                  <p:cNvSpPr/>
                  <p:nvPr/>
                </p:nvSpPr>
                <p:spPr>
                  <a:xfrm>
                    <a:off x="3112553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AEE5CD">
                      <a:alpha val="100000"/>
                    </a:srgbClr>
                  </a:solidFill>
                  <a:ln w="5420" cap="flat">
                    <a:solidFill>
                      <a:srgbClr val="B4E7D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01" name="pg352">
                    <a:extLst>
                      <a:ext uri="{FF2B5EF4-FFF2-40B4-BE49-F238E27FC236}">
                        <a16:creationId xmlns:a16="http://schemas.microsoft.com/office/drawing/2014/main" id="{15CEEC80-1FEC-6961-FD59-BFC0E51C1E0A}"/>
                      </a:ext>
                    </a:extLst>
                  </p:cNvPr>
                  <p:cNvSpPr/>
                  <p:nvPr/>
                </p:nvSpPr>
                <p:spPr>
                  <a:xfrm>
                    <a:off x="3193990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A9E4CB">
                      <a:alpha val="100000"/>
                    </a:srgbClr>
                  </a:solidFill>
                  <a:ln w="5420" cap="flat">
                    <a:solidFill>
                      <a:srgbClr val="B0E6C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02" name="pg353">
                    <a:extLst>
                      <a:ext uri="{FF2B5EF4-FFF2-40B4-BE49-F238E27FC236}">
                        <a16:creationId xmlns:a16="http://schemas.microsoft.com/office/drawing/2014/main" id="{29600108-ADD8-5693-C104-88776F4B486E}"/>
                      </a:ext>
                    </a:extLst>
                  </p:cNvPr>
                  <p:cNvSpPr/>
                  <p:nvPr/>
                </p:nvSpPr>
                <p:spPr>
                  <a:xfrm>
                    <a:off x="3275427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CDFC5">
                      <a:alpha val="100000"/>
                    </a:srgbClr>
                  </a:solidFill>
                  <a:ln w="5420" cap="flat">
                    <a:solidFill>
                      <a:srgbClr val="A4E2C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03" name="pg354">
                    <a:extLst>
                      <a:ext uri="{FF2B5EF4-FFF2-40B4-BE49-F238E27FC236}">
                        <a16:creationId xmlns:a16="http://schemas.microsoft.com/office/drawing/2014/main" id="{7DC213BD-3635-4B08-2CAB-12F5FEFE7D95}"/>
                      </a:ext>
                    </a:extLst>
                  </p:cNvPr>
                  <p:cNvSpPr/>
                  <p:nvPr/>
                </p:nvSpPr>
                <p:spPr>
                  <a:xfrm>
                    <a:off x="3356864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7D9BB">
                      <a:alpha val="100000"/>
                    </a:srgbClr>
                  </a:solidFill>
                  <a:ln w="5420" cap="flat">
                    <a:solidFill>
                      <a:srgbClr val="93DDC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04" name="pg355">
                    <a:extLst>
                      <a:ext uri="{FF2B5EF4-FFF2-40B4-BE49-F238E27FC236}">
                        <a16:creationId xmlns:a16="http://schemas.microsoft.com/office/drawing/2014/main" id="{6E0C36F2-4382-500B-4378-D11301515270}"/>
                      </a:ext>
                    </a:extLst>
                  </p:cNvPr>
                  <p:cNvSpPr/>
                  <p:nvPr/>
                </p:nvSpPr>
                <p:spPr>
                  <a:xfrm>
                    <a:off x="3438301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BD1B0">
                      <a:alpha val="100000"/>
                    </a:srgbClr>
                  </a:solidFill>
                  <a:ln w="5420" cap="flat">
                    <a:solidFill>
                      <a:srgbClr val="7BD6B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05" name="pg356">
                    <a:extLst>
                      <a:ext uri="{FF2B5EF4-FFF2-40B4-BE49-F238E27FC236}">
                        <a16:creationId xmlns:a16="http://schemas.microsoft.com/office/drawing/2014/main" id="{A8AD7701-5234-9CC5-FE3A-15A1C4BBB659}"/>
                      </a:ext>
                    </a:extLst>
                  </p:cNvPr>
                  <p:cNvSpPr/>
                  <p:nvPr/>
                </p:nvSpPr>
                <p:spPr>
                  <a:xfrm>
                    <a:off x="3519738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2B9AB">
                      <a:alpha val="100000"/>
                    </a:srgbClr>
                  </a:solidFill>
                  <a:ln w="5420" cap="flat">
                    <a:solidFill>
                      <a:srgbClr val="59C3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06" name="pg357">
                    <a:extLst>
                      <a:ext uri="{FF2B5EF4-FFF2-40B4-BE49-F238E27FC236}">
                        <a16:creationId xmlns:a16="http://schemas.microsoft.com/office/drawing/2014/main" id="{28802A06-30A4-8A6D-027C-CCCA288A6AF4}"/>
                      </a:ext>
                    </a:extLst>
                  </p:cNvPr>
                  <p:cNvSpPr/>
                  <p:nvPr/>
                </p:nvSpPr>
                <p:spPr>
                  <a:xfrm>
                    <a:off x="3601176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9ADAB">
                      <a:alpha val="100000"/>
                    </a:srgbClr>
                  </a:solidFill>
                  <a:ln w="5420" cap="flat">
                    <a:solidFill>
                      <a:srgbClr val="51B8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07" name="pg358">
                    <a:extLst>
                      <a:ext uri="{FF2B5EF4-FFF2-40B4-BE49-F238E27FC236}">
                        <a16:creationId xmlns:a16="http://schemas.microsoft.com/office/drawing/2014/main" id="{DBE4511B-F83D-1230-1A2A-1E6CDFE953F0}"/>
                      </a:ext>
                    </a:extLst>
                  </p:cNvPr>
                  <p:cNvSpPr/>
                  <p:nvPr/>
                </p:nvSpPr>
                <p:spPr>
                  <a:xfrm>
                    <a:off x="3682613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0A3AA">
                      <a:alpha val="100000"/>
                    </a:srgbClr>
                  </a:solidFill>
                  <a:ln w="5420" cap="flat">
                    <a:solidFill>
                      <a:srgbClr val="4AAF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08" name="pg359">
                    <a:extLst>
                      <a:ext uri="{FF2B5EF4-FFF2-40B4-BE49-F238E27FC236}">
                        <a16:creationId xmlns:a16="http://schemas.microsoft.com/office/drawing/2014/main" id="{B18D74C1-052B-9E1A-87E3-64F7A9AA158C}"/>
                      </a:ext>
                    </a:extLst>
                  </p:cNvPr>
                  <p:cNvSpPr/>
                  <p:nvPr/>
                </p:nvSpPr>
                <p:spPr>
                  <a:xfrm>
                    <a:off x="3764050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9AA9">
                      <a:alpha val="100000"/>
                    </a:srgbClr>
                  </a:solidFill>
                  <a:ln w="5420" cap="flat">
                    <a:solidFill>
                      <a:srgbClr val="44A7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09" name="pg360">
                    <a:extLst>
                      <a:ext uri="{FF2B5EF4-FFF2-40B4-BE49-F238E27FC236}">
                        <a16:creationId xmlns:a16="http://schemas.microsoft.com/office/drawing/2014/main" id="{FE2816AC-E21C-8A8F-073A-5F46DDEE7C99}"/>
                      </a:ext>
                    </a:extLst>
                  </p:cNvPr>
                  <p:cNvSpPr/>
                  <p:nvPr/>
                </p:nvSpPr>
                <p:spPr>
                  <a:xfrm>
                    <a:off x="3845487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10" name="pg361">
                    <a:extLst>
                      <a:ext uri="{FF2B5EF4-FFF2-40B4-BE49-F238E27FC236}">
                        <a16:creationId xmlns:a16="http://schemas.microsoft.com/office/drawing/2014/main" id="{683A47E9-DA8E-AC00-04CF-B1D61D14F1A1}"/>
                      </a:ext>
                    </a:extLst>
                  </p:cNvPr>
                  <p:cNvSpPr/>
                  <p:nvPr/>
                </p:nvSpPr>
                <p:spPr>
                  <a:xfrm>
                    <a:off x="3926924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CA7">
                      <a:alpha val="100000"/>
                    </a:srgbClr>
                  </a:solidFill>
                  <a:ln w="5420" cap="flat">
                    <a:solidFill>
                      <a:srgbClr val="39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11" name="pg362">
                    <a:extLst>
                      <a:ext uri="{FF2B5EF4-FFF2-40B4-BE49-F238E27FC236}">
                        <a16:creationId xmlns:a16="http://schemas.microsoft.com/office/drawing/2014/main" id="{1EA929FA-7BA0-6C0B-EEB3-8ACA76645D82}"/>
                      </a:ext>
                    </a:extLst>
                  </p:cNvPr>
                  <p:cNvSpPr/>
                  <p:nvPr/>
                </p:nvSpPr>
                <p:spPr>
                  <a:xfrm>
                    <a:off x="4008361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12" name="pg363">
                    <a:extLst>
                      <a:ext uri="{FF2B5EF4-FFF2-40B4-BE49-F238E27FC236}">
                        <a16:creationId xmlns:a16="http://schemas.microsoft.com/office/drawing/2014/main" id="{D0A8DD97-E8A7-88B3-6CBB-371E97E669DE}"/>
                      </a:ext>
                    </a:extLst>
                  </p:cNvPr>
                  <p:cNvSpPr/>
                  <p:nvPr/>
                </p:nvSpPr>
                <p:spPr>
                  <a:xfrm>
                    <a:off x="4089798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13" name="pg364">
                    <a:extLst>
                      <a:ext uri="{FF2B5EF4-FFF2-40B4-BE49-F238E27FC236}">
                        <a16:creationId xmlns:a16="http://schemas.microsoft.com/office/drawing/2014/main" id="{95A68286-D4B8-41A8-FE26-E8D32D65FCA1}"/>
                      </a:ext>
                    </a:extLst>
                  </p:cNvPr>
                  <p:cNvSpPr/>
                  <p:nvPr/>
                </p:nvSpPr>
                <p:spPr>
                  <a:xfrm>
                    <a:off x="4171236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1A4">
                      <a:alpha val="100000"/>
                    </a:srgbClr>
                  </a:solidFill>
                  <a:ln w="5420" cap="flat">
                    <a:solidFill>
                      <a:srgbClr val="3693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14" name="pg365">
                    <a:extLst>
                      <a:ext uri="{FF2B5EF4-FFF2-40B4-BE49-F238E27FC236}">
                        <a16:creationId xmlns:a16="http://schemas.microsoft.com/office/drawing/2014/main" id="{C71669D2-74BD-1416-ADB1-3F6D066DB536}"/>
                      </a:ext>
                    </a:extLst>
                  </p:cNvPr>
                  <p:cNvSpPr/>
                  <p:nvPr/>
                </p:nvSpPr>
                <p:spPr>
                  <a:xfrm>
                    <a:off x="4252673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1A4">
                      <a:alpha val="100000"/>
                    </a:srgbClr>
                  </a:solidFill>
                  <a:ln w="5420" cap="flat">
                    <a:solidFill>
                      <a:srgbClr val="3693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15" name="pg366">
                    <a:extLst>
                      <a:ext uri="{FF2B5EF4-FFF2-40B4-BE49-F238E27FC236}">
                        <a16:creationId xmlns:a16="http://schemas.microsoft.com/office/drawing/2014/main" id="{E4931751-7228-5C92-7D6C-295924479CC5}"/>
                      </a:ext>
                    </a:extLst>
                  </p:cNvPr>
                  <p:cNvSpPr/>
                  <p:nvPr/>
                </p:nvSpPr>
                <p:spPr>
                  <a:xfrm>
                    <a:off x="4334110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2A5">
                      <a:alpha val="100000"/>
                    </a:srgbClr>
                  </a:solidFill>
                  <a:ln w="5420" cap="flat">
                    <a:solidFill>
                      <a:srgbClr val="3593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16" name="pg367">
                    <a:extLst>
                      <a:ext uri="{FF2B5EF4-FFF2-40B4-BE49-F238E27FC236}">
                        <a16:creationId xmlns:a16="http://schemas.microsoft.com/office/drawing/2014/main" id="{54C2ABDB-23B8-9A6C-A563-4E68594D7F11}"/>
                      </a:ext>
                    </a:extLst>
                  </p:cNvPr>
                  <p:cNvSpPr/>
                  <p:nvPr/>
                </p:nvSpPr>
                <p:spPr>
                  <a:xfrm>
                    <a:off x="4415547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3A5">
                      <a:alpha val="100000"/>
                    </a:srgbClr>
                  </a:solidFill>
                  <a:ln w="5420" cap="flat">
                    <a:solidFill>
                      <a:srgbClr val="3594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17" name="pg368">
                    <a:extLst>
                      <a:ext uri="{FF2B5EF4-FFF2-40B4-BE49-F238E27FC236}">
                        <a16:creationId xmlns:a16="http://schemas.microsoft.com/office/drawing/2014/main" id="{1D0ECAAC-4EDC-DED2-DF9B-79AB800961D0}"/>
                      </a:ext>
                    </a:extLst>
                  </p:cNvPr>
                  <p:cNvSpPr/>
                  <p:nvPr/>
                </p:nvSpPr>
                <p:spPr>
                  <a:xfrm>
                    <a:off x="4496984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18" name="pg369">
                    <a:extLst>
                      <a:ext uri="{FF2B5EF4-FFF2-40B4-BE49-F238E27FC236}">
                        <a16:creationId xmlns:a16="http://schemas.microsoft.com/office/drawing/2014/main" id="{349965E1-59BF-69FF-6E70-5B16B406505F}"/>
                      </a:ext>
                    </a:extLst>
                  </p:cNvPr>
                  <p:cNvSpPr/>
                  <p:nvPr/>
                </p:nvSpPr>
                <p:spPr>
                  <a:xfrm>
                    <a:off x="4578421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5A5">
                      <a:alpha val="100000"/>
                    </a:srgbClr>
                  </a:solidFill>
                  <a:ln w="5420" cap="flat">
                    <a:solidFill>
                      <a:srgbClr val="3496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19" name="pg370">
                    <a:extLst>
                      <a:ext uri="{FF2B5EF4-FFF2-40B4-BE49-F238E27FC236}">
                        <a16:creationId xmlns:a16="http://schemas.microsoft.com/office/drawing/2014/main" id="{44E1BB6B-7789-3175-2F33-B17C8FCAFF9B}"/>
                      </a:ext>
                    </a:extLst>
                  </p:cNvPr>
                  <p:cNvSpPr/>
                  <p:nvPr/>
                </p:nvSpPr>
                <p:spPr>
                  <a:xfrm>
                    <a:off x="4659858" y="340959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20" name="pg371">
                    <a:extLst>
                      <a:ext uri="{FF2B5EF4-FFF2-40B4-BE49-F238E27FC236}">
                        <a16:creationId xmlns:a16="http://schemas.microsoft.com/office/drawing/2014/main" id="{2F106478-0720-5AD5-2EB2-283AF4BE7777}"/>
                      </a:ext>
                    </a:extLst>
                  </p:cNvPr>
                  <p:cNvSpPr/>
                  <p:nvPr/>
                </p:nvSpPr>
                <p:spPr>
                  <a:xfrm>
                    <a:off x="2868241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7D9BB">
                      <a:alpha val="100000"/>
                    </a:srgbClr>
                  </a:solidFill>
                  <a:ln w="5420" cap="flat">
                    <a:solidFill>
                      <a:srgbClr val="93DDC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21" name="pg372">
                    <a:extLst>
                      <a:ext uri="{FF2B5EF4-FFF2-40B4-BE49-F238E27FC236}">
                        <a16:creationId xmlns:a16="http://schemas.microsoft.com/office/drawing/2014/main" id="{6F1C375C-EA98-7540-61F2-4F861B4DE930}"/>
                      </a:ext>
                    </a:extLst>
                  </p:cNvPr>
                  <p:cNvSpPr/>
                  <p:nvPr/>
                </p:nvSpPr>
                <p:spPr>
                  <a:xfrm>
                    <a:off x="2949678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1DCC0">
                      <a:alpha val="100000"/>
                    </a:srgbClr>
                  </a:solidFill>
                  <a:ln w="5420" cap="flat">
                    <a:solidFill>
                      <a:srgbClr val="9BDFC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22" name="pg373">
                    <a:extLst>
                      <a:ext uri="{FF2B5EF4-FFF2-40B4-BE49-F238E27FC236}">
                        <a16:creationId xmlns:a16="http://schemas.microsoft.com/office/drawing/2014/main" id="{A3ED3C8F-667E-CBD0-AEC5-EE403CCEA166}"/>
                      </a:ext>
                    </a:extLst>
                  </p:cNvPr>
                  <p:cNvSpPr/>
                  <p:nvPr/>
                </p:nvSpPr>
                <p:spPr>
                  <a:xfrm>
                    <a:off x="3031116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7DEC3">
                      <a:alpha val="100000"/>
                    </a:srgbClr>
                  </a:solidFill>
                  <a:ln w="5420" cap="flat">
                    <a:solidFill>
                      <a:srgbClr val="A1E1C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23" name="pg374">
                    <a:extLst>
                      <a:ext uri="{FF2B5EF4-FFF2-40B4-BE49-F238E27FC236}">
                        <a16:creationId xmlns:a16="http://schemas.microsoft.com/office/drawing/2014/main" id="{161ABB2F-EE18-8388-162F-CDBC4575BB1B}"/>
                      </a:ext>
                    </a:extLst>
                  </p:cNvPr>
                  <p:cNvSpPr/>
                  <p:nvPr/>
                </p:nvSpPr>
                <p:spPr>
                  <a:xfrm>
                    <a:off x="3112553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8DEC3">
                      <a:alpha val="100000"/>
                    </a:srgbClr>
                  </a:solidFill>
                  <a:ln w="5420" cap="flat">
                    <a:solidFill>
                      <a:srgbClr val="A1E1C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24" name="pg375">
                    <a:extLst>
                      <a:ext uri="{FF2B5EF4-FFF2-40B4-BE49-F238E27FC236}">
                        <a16:creationId xmlns:a16="http://schemas.microsoft.com/office/drawing/2014/main" id="{CFDA9AD1-93BF-CC98-7449-5D8FA1DD5CEC}"/>
                      </a:ext>
                    </a:extLst>
                  </p:cNvPr>
                  <p:cNvSpPr/>
                  <p:nvPr/>
                </p:nvSpPr>
                <p:spPr>
                  <a:xfrm>
                    <a:off x="3193990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91DCC0">
                      <a:alpha val="100000"/>
                    </a:srgbClr>
                  </a:solidFill>
                  <a:ln w="5420" cap="flat">
                    <a:solidFill>
                      <a:srgbClr val="9CDFC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25" name="pg376">
                    <a:extLst>
                      <a:ext uri="{FF2B5EF4-FFF2-40B4-BE49-F238E27FC236}">
                        <a16:creationId xmlns:a16="http://schemas.microsoft.com/office/drawing/2014/main" id="{3777BB7D-3138-B5B5-EFAD-78A239E87CCC}"/>
                      </a:ext>
                    </a:extLst>
                  </p:cNvPr>
                  <p:cNvSpPr/>
                  <p:nvPr/>
                </p:nvSpPr>
                <p:spPr>
                  <a:xfrm>
                    <a:off x="3275427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83D8BA">
                      <a:alpha val="100000"/>
                    </a:srgbClr>
                  </a:solidFill>
                  <a:ln w="5420" cap="flat">
                    <a:solidFill>
                      <a:srgbClr val="90DCB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26" name="pg377">
                    <a:extLst>
                      <a:ext uri="{FF2B5EF4-FFF2-40B4-BE49-F238E27FC236}">
                        <a16:creationId xmlns:a16="http://schemas.microsoft.com/office/drawing/2014/main" id="{B094ACBB-CFDE-70F9-FE17-A396CFB53E0E}"/>
                      </a:ext>
                    </a:extLst>
                  </p:cNvPr>
                  <p:cNvSpPr/>
                  <p:nvPr/>
                </p:nvSpPr>
                <p:spPr>
                  <a:xfrm>
                    <a:off x="3356864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DD2B1">
                      <a:alpha val="100000"/>
                    </a:srgbClr>
                  </a:solidFill>
                  <a:ln w="5420" cap="flat">
                    <a:solidFill>
                      <a:srgbClr val="7DD6B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27" name="pg378">
                    <a:extLst>
                      <a:ext uri="{FF2B5EF4-FFF2-40B4-BE49-F238E27FC236}">
                        <a16:creationId xmlns:a16="http://schemas.microsoft.com/office/drawing/2014/main" id="{BB733BFD-BE35-B73C-33BC-19233A80C6B4}"/>
                      </a:ext>
                    </a:extLst>
                  </p:cNvPr>
                  <p:cNvSpPr/>
                  <p:nvPr/>
                </p:nvSpPr>
                <p:spPr>
                  <a:xfrm>
                    <a:off x="3438301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CC8AC">
                      <a:alpha val="100000"/>
                    </a:srgbClr>
                  </a:solidFill>
                  <a:ln w="5420" cap="flat">
                    <a:solidFill>
                      <a:srgbClr val="65CFA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28" name="pg379">
                    <a:extLst>
                      <a:ext uri="{FF2B5EF4-FFF2-40B4-BE49-F238E27FC236}">
                        <a16:creationId xmlns:a16="http://schemas.microsoft.com/office/drawing/2014/main" id="{7B0BEA89-C5B8-B60A-F47A-F7C09CABC0A1}"/>
                      </a:ext>
                    </a:extLst>
                  </p:cNvPr>
                  <p:cNvSpPr/>
                  <p:nvPr/>
                </p:nvSpPr>
                <p:spPr>
                  <a:xfrm>
                    <a:off x="3519738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BB0AB">
                      <a:alpha val="100000"/>
                    </a:srgbClr>
                  </a:solidFill>
                  <a:ln w="5420" cap="flat">
                    <a:solidFill>
                      <a:srgbClr val="53BB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29" name="pg380">
                    <a:extLst>
                      <a:ext uri="{FF2B5EF4-FFF2-40B4-BE49-F238E27FC236}">
                        <a16:creationId xmlns:a16="http://schemas.microsoft.com/office/drawing/2014/main" id="{259A8E68-3EC9-6700-73DC-70AE3465DE29}"/>
                      </a:ext>
                    </a:extLst>
                  </p:cNvPr>
                  <p:cNvSpPr/>
                  <p:nvPr/>
                </p:nvSpPr>
                <p:spPr>
                  <a:xfrm>
                    <a:off x="3601176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1A4AA">
                      <a:alpha val="100000"/>
                    </a:srgbClr>
                  </a:solidFill>
                  <a:ln w="5420" cap="flat">
                    <a:solidFill>
                      <a:srgbClr val="4BB0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30" name="pg381">
                    <a:extLst>
                      <a:ext uri="{FF2B5EF4-FFF2-40B4-BE49-F238E27FC236}">
                        <a16:creationId xmlns:a16="http://schemas.microsoft.com/office/drawing/2014/main" id="{2A8404C6-0BCD-0488-B48B-4D8C43962204}"/>
                      </a:ext>
                    </a:extLst>
                  </p:cNvPr>
                  <p:cNvSpPr/>
                  <p:nvPr/>
                </p:nvSpPr>
                <p:spPr>
                  <a:xfrm>
                    <a:off x="3682613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9AA9">
                      <a:alpha val="100000"/>
                    </a:srgbClr>
                  </a:solidFill>
                  <a:ln w="5420" cap="flat">
                    <a:solidFill>
                      <a:srgbClr val="44A7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31" name="pg382">
                    <a:extLst>
                      <a:ext uri="{FF2B5EF4-FFF2-40B4-BE49-F238E27FC236}">
                        <a16:creationId xmlns:a16="http://schemas.microsoft.com/office/drawing/2014/main" id="{A2E6ACF6-D35E-2C37-002B-BCD10A7231D1}"/>
                      </a:ext>
                    </a:extLst>
                  </p:cNvPr>
                  <p:cNvSpPr/>
                  <p:nvPr/>
                </p:nvSpPr>
                <p:spPr>
                  <a:xfrm>
                    <a:off x="3764050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8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32" name="pg383">
                    <a:extLst>
                      <a:ext uri="{FF2B5EF4-FFF2-40B4-BE49-F238E27FC236}">
                        <a16:creationId xmlns:a16="http://schemas.microsoft.com/office/drawing/2014/main" id="{3D179909-E655-B6A8-A5C1-B1444CED1345}"/>
                      </a:ext>
                    </a:extLst>
                  </p:cNvPr>
                  <p:cNvSpPr/>
                  <p:nvPr/>
                </p:nvSpPr>
                <p:spPr>
                  <a:xfrm>
                    <a:off x="3845487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33" name="pg384">
                    <a:extLst>
                      <a:ext uri="{FF2B5EF4-FFF2-40B4-BE49-F238E27FC236}">
                        <a16:creationId xmlns:a16="http://schemas.microsoft.com/office/drawing/2014/main" id="{A7606E33-3215-6886-67E0-79968A03CBF5}"/>
                      </a:ext>
                    </a:extLst>
                  </p:cNvPr>
                  <p:cNvSpPr/>
                  <p:nvPr/>
                </p:nvSpPr>
                <p:spPr>
                  <a:xfrm>
                    <a:off x="3926924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81A4">
                      <a:alpha val="100000"/>
                    </a:srgbClr>
                  </a:solidFill>
                  <a:ln w="5420" cap="flat">
                    <a:solidFill>
                      <a:srgbClr val="3692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34" name="pg385">
                    <a:extLst>
                      <a:ext uri="{FF2B5EF4-FFF2-40B4-BE49-F238E27FC236}">
                        <a16:creationId xmlns:a16="http://schemas.microsoft.com/office/drawing/2014/main" id="{807F2268-DF0B-2C17-62BB-41063D3AAB99}"/>
                      </a:ext>
                    </a:extLst>
                  </p:cNvPr>
                  <p:cNvSpPr/>
                  <p:nvPr/>
                </p:nvSpPr>
                <p:spPr>
                  <a:xfrm>
                    <a:off x="4008361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CA3">
                      <a:alpha val="100000"/>
                    </a:srgbClr>
                  </a:solidFill>
                  <a:ln w="5420" cap="flat">
                    <a:solidFill>
                      <a:srgbClr val="378E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35" name="pg386">
                    <a:extLst>
                      <a:ext uri="{FF2B5EF4-FFF2-40B4-BE49-F238E27FC236}">
                        <a16:creationId xmlns:a16="http://schemas.microsoft.com/office/drawing/2014/main" id="{F199426B-E454-AB19-F45D-B9F5EE3E7AED}"/>
                      </a:ext>
                    </a:extLst>
                  </p:cNvPr>
                  <p:cNvSpPr/>
                  <p:nvPr/>
                </p:nvSpPr>
                <p:spPr>
                  <a:xfrm>
                    <a:off x="4089798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8A2">
                      <a:alpha val="100000"/>
                    </a:srgbClr>
                  </a:solidFill>
                  <a:ln w="5420" cap="flat">
                    <a:solidFill>
                      <a:srgbClr val="388B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36" name="pg387">
                    <a:extLst>
                      <a:ext uri="{FF2B5EF4-FFF2-40B4-BE49-F238E27FC236}">
                        <a16:creationId xmlns:a16="http://schemas.microsoft.com/office/drawing/2014/main" id="{EF5DCFD0-330C-D413-7175-7162243E6440}"/>
                      </a:ext>
                    </a:extLst>
                  </p:cNvPr>
                  <p:cNvSpPr/>
                  <p:nvPr/>
                </p:nvSpPr>
                <p:spPr>
                  <a:xfrm>
                    <a:off x="4171236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7A2">
                      <a:alpha val="100000"/>
                    </a:srgbClr>
                  </a:solidFill>
                  <a:ln w="5420" cap="flat">
                    <a:solidFill>
                      <a:srgbClr val="388A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37" name="pg388">
                    <a:extLst>
                      <a:ext uri="{FF2B5EF4-FFF2-40B4-BE49-F238E27FC236}">
                        <a16:creationId xmlns:a16="http://schemas.microsoft.com/office/drawing/2014/main" id="{AEC2A49B-0B6C-C1A3-7993-DDE71002BAF9}"/>
                      </a:ext>
                    </a:extLst>
                  </p:cNvPr>
                  <p:cNvSpPr/>
                  <p:nvPr/>
                </p:nvSpPr>
                <p:spPr>
                  <a:xfrm>
                    <a:off x="4252673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7A2">
                      <a:alpha val="100000"/>
                    </a:srgbClr>
                  </a:solidFill>
                  <a:ln w="5420" cap="flat">
                    <a:solidFill>
                      <a:srgbClr val="388A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38" name="pg389">
                    <a:extLst>
                      <a:ext uri="{FF2B5EF4-FFF2-40B4-BE49-F238E27FC236}">
                        <a16:creationId xmlns:a16="http://schemas.microsoft.com/office/drawing/2014/main" id="{438C2364-DBBD-FD75-AAEE-87C43DE35E3B}"/>
                      </a:ext>
                    </a:extLst>
                  </p:cNvPr>
                  <p:cNvSpPr/>
                  <p:nvPr/>
                </p:nvSpPr>
                <p:spPr>
                  <a:xfrm>
                    <a:off x="4334110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AA3">
                      <a:alpha val="100000"/>
                    </a:srgbClr>
                  </a:solidFill>
                  <a:ln w="5420" cap="flat">
                    <a:solidFill>
                      <a:srgbClr val="378C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39" name="pg390">
                    <a:extLst>
                      <a:ext uri="{FF2B5EF4-FFF2-40B4-BE49-F238E27FC236}">
                        <a16:creationId xmlns:a16="http://schemas.microsoft.com/office/drawing/2014/main" id="{CC329B61-58BE-7617-AA79-12D1C03310FC}"/>
                      </a:ext>
                    </a:extLst>
                  </p:cNvPr>
                  <p:cNvSpPr/>
                  <p:nvPr/>
                </p:nvSpPr>
                <p:spPr>
                  <a:xfrm>
                    <a:off x="4415547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CA3">
                      <a:alpha val="100000"/>
                    </a:srgbClr>
                  </a:solidFill>
                  <a:ln w="5420" cap="flat">
                    <a:solidFill>
                      <a:srgbClr val="378E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40" name="pg391">
                    <a:extLst>
                      <a:ext uri="{FF2B5EF4-FFF2-40B4-BE49-F238E27FC236}">
                        <a16:creationId xmlns:a16="http://schemas.microsoft.com/office/drawing/2014/main" id="{C008586A-0261-73F2-0A16-3E91CE638AED}"/>
                      </a:ext>
                    </a:extLst>
                  </p:cNvPr>
                  <p:cNvSpPr/>
                  <p:nvPr/>
                </p:nvSpPr>
                <p:spPr>
                  <a:xfrm>
                    <a:off x="4496984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EA4">
                      <a:alpha val="100000"/>
                    </a:srgbClr>
                  </a:solidFill>
                  <a:ln w="5420" cap="flat">
                    <a:solidFill>
                      <a:srgbClr val="368F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41" name="pg392">
                    <a:extLst>
                      <a:ext uri="{FF2B5EF4-FFF2-40B4-BE49-F238E27FC236}">
                        <a16:creationId xmlns:a16="http://schemas.microsoft.com/office/drawing/2014/main" id="{B313D089-82FB-B9D0-0E28-D5290F19B497}"/>
                      </a:ext>
                    </a:extLst>
                  </p:cNvPr>
                  <p:cNvSpPr/>
                  <p:nvPr/>
                </p:nvSpPr>
                <p:spPr>
                  <a:xfrm>
                    <a:off x="4578421" y="351291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80A4">
                      <a:alpha val="100000"/>
                    </a:srgbClr>
                  </a:solidFill>
                  <a:ln w="5420" cap="flat">
                    <a:solidFill>
                      <a:srgbClr val="3692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42" name="pg393">
                    <a:extLst>
                      <a:ext uri="{FF2B5EF4-FFF2-40B4-BE49-F238E27FC236}">
                        <a16:creationId xmlns:a16="http://schemas.microsoft.com/office/drawing/2014/main" id="{6BB7DE13-0B61-C297-BAAA-1EDE154262A0}"/>
                      </a:ext>
                    </a:extLst>
                  </p:cNvPr>
                  <p:cNvSpPr/>
                  <p:nvPr/>
                </p:nvSpPr>
                <p:spPr>
                  <a:xfrm>
                    <a:off x="2868241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2D3B3">
                      <a:alpha val="100000"/>
                    </a:srgbClr>
                  </a:solidFill>
                  <a:ln w="5420" cap="flat">
                    <a:solidFill>
                      <a:srgbClr val="81D7B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43" name="pg394">
                    <a:extLst>
                      <a:ext uri="{FF2B5EF4-FFF2-40B4-BE49-F238E27FC236}">
                        <a16:creationId xmlns:a16="http://schemas.microsoft.com/office/drawing/2014/main" id="{B54EA5F5-33AE-963B-F603-C4A097F7ADA8}"/>
                      </a:ext>
                    </a:extLst>
                  </p:cNvPr>
                  <p:cNvSpPr/>
                  <p:nvPr/>
                </p:nvSpPr>
                <p:spPr>
                  <a:xfrm>
                    <a:off x="2949678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6D4B4">
                      <a:alpha val="100000"/>
                    </a:srgbClr>
                  </a:solidFill>
                  <a:ln w="5420" cap="flat">
                    <a:solidFill>
                      <a:srgbClr val="84D8B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44" name="pg395">
                    <a:extLst>
                      <a:ext uri="{FF2B5EF4-FFF2-40B4-BE49-F238E27FC236}">
                        <a16:creationId xmlns:a16="http://schemas.microsoft.com/office/drawing/2014/main" id="{5DF9B3CE-51C3-FD9A-D62C-0DE52B629159}"/>
                      </a:ext>
                    </a:extLst>
                  </p:cNvPr>
                  <p:cNvSpPr/>
                  <p:nvPr/>
                </p:nvSpPr>
                <p:spPr>
                  <a:xfrm>
                    <a:off x="3031116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9D5B6">
                      <a:alpha val="100000"/>
                    </a:srgbClr>
                  </a:solidFill>
                  <a:ln w="5420" cap="flat">
                    <a:solidFill>
                      <a:srgbClr val="87D9B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45" name="pg396">
                    <a:extLst>
                      <a:ext uri="{FF2B5EF4-FFF2-40B4-BE49-F238E27FC236}">
                        <a16:creationId xmlns:a16="http://schemas.microsoft.com/office/drawing/2014/main" id="{F3D33682-0DF7-1DF2-5559-62BC43E4CBD4}"/>
                      </a:ext>
                    </a:extLst>
                  </p:cNvPr>
                  <p:cNvSpPr/>
                  <p:nvPr/>
                </p:nvSpPr>
                <p:spPr>
                  <a:xfrm>
                    <a:off x="3112553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78D4B5">
                      <a:alpha val="100000"/>
                    </a:srgbClr>
                  </a:solidFill>
                  <a:ln w="5420" cap="flat">
                    <a:solidFill>
                      <a:srgbClr val="86D9B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46" name="pg397">
                    <a:extLst>
                      <a:ext uri="{FF2B5EF4-FFF2-40B4-BE49-F238E27FC236}">
                        <a16:creationId xmlns:a16="http://schemas.microsoft.com/office/drawing/2014/main" id="{9F8CE419-B22C-4921-092A-DCA2B1B52BD7}"/>
                      </a:ext>
                    </a:extLst>
                  </p:cNvPr>
                  <p:cNvSpPr/>
                  <p:nvPr/>
                </p:nvSpPr>
                <p:spPr>
                  <a:xfrm>
                    <a:off x="3193990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FD2B2">
                      <a:alpha val="100000"/>
                    </a:srgbClr>
                  </a:solidFill>
                  <a:ln w="5420" cap="flat">
                    <a:solidFill>
                      <a:srgbClr val="7FD7B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47" name="pg398">
                    <a:extLst>
                      <a:ext uri="{FF2B5EF4-FFF2-40B4-BE49-F238E27FC236}">
                        <a16:creationId xmlns:a16="http://schemas.microsoft.com/office/drawing/2014/main" id="{119E3A86-ECFE-296A-48AE-1ED83365E909}"/>
                      </a:ext>
                    </a:extLst>
                  </p:cNvPr>
                  <p:cNvSpPr/>
                  <p:nvPr/>
                </p:nvSpPr>
                <p:spPr>
                  <a:xfrm>
                    <a:off x="3275427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60CEAC">
                      <a:alpha val="100000"/>
                    </a:srgbClr>
                  </a:solidFill>
                  <a:ln w="5420" cap="flat">
                    <a:solidFill>
                      <a:srgbClr val="72D3B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48" name="pg399">
                    <a:extLst>
                      <a:ext uri="{FF2B5EF4-FFF2-40B4-BE49-F238E27FC236}">
                        <a16:creationId xmlns:a16="http://schemas.microsoft.com/office/drawing/2014/main" id="{782A6C84-DB5D-D04E-D442-719B4D537DB0}"/>
                      </a:ext>
                    </a:extLst>
                  </p:cNvPr>
                  <p:cNvSpPr/>
                  <p:nvPr/>
                </p:nvSpPr>
                <p:spPr>
                  <a:xfrm>
                    <a:off x="3356864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BC6AC">
                      <a:alpha val="100000"/>
                    </a:srgbClr>
                  </a:solidFill>
                  <a:ln w="5420" cap="flat">
                    <a:solidFill>
                      <a:srgbClr val="60CE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49" name="pg400">
                    <a:extLst>
                      <a:ext uri="{FF2B5EF4-FFF2-40B4-BE49-F238E27FC236}">
                        <a16:creationId xmlns:a16="http://schemas.microsoft.com/office/drawing/2014/main" id="{D85B24D0-68AF-B1AD-3741-92FABC4A3A54}"/>
                      </a:ext>
                    </a:extLst>
                  </p:cNvPr>
                  <p:cNvSpPr/>
                  <p:nvPr/>
                </p:nvSpPr>
                <p:spPr>
                  <a:xfrm>
                    <a:off x="3438301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4BCAB">
                      <a:alpha val="100000"/>
                    </a:srgbClr>
                  </a:solidFill>
                  <a:ln w="5420" cap="flat">
                    <a:solidFill>
                      <a:srgbClr val="5AC5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50" name="pg401">
                    <a:extLst>
                      <a:ext uri="{FF2B5EF4-FFF2-40B4-BE49-F238E27FC236}">
                        <a16:creationId xmlns:a16="http://schemas.microsoft.com/office/drawing/2014/main" id="{600E0E02-0BDA-D521-1743-467719436EAE}"/>
                      </a:ext>
                    </a:extLst>
                  </p:cNvPr>
                  <p:cNvSpPr/>
                  <p:nvPr/>
                </p:nvSpPr>
                <p:spPr>
                  <a:xfrm>
                    <a:off x="3519738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2A5AA">
                      <a:alpha val="100000"/>
                    </a:srgbClr>
                  </a:solidFill>
                  <a:ln w="5420" cap="flat">
                    <a:solidFill>
                      <a:srgbClr val="4CB1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51" name="pg402">
                    <a:extLst>
                      <a:ext uri="{FF2B5EF4-FFF2-40B4-BE49-F238E27FC236}">
                        <a16:creationId xmlns:a16="http://schemas.microsoft.com/office/drawing/2014/main" id="{460FAFF1-7182-5461-8D95-DA51FDC8152E}"/>
                      </a:ext>
                    </a:extLst>
                  </p:cNvPr>
                  <p:cNvSpPr/>
                  <p:nvPr/>
                </p:nvSpPr>
                <p:spPr>
                  <a:xfrm>
                    <a:off x="3601176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9AA9">
                      <a:alpha val="100000"/>
                    </a:srgbClr>
                  </a:solidFill>
                  <a:ln w="5420" cap="flat">
                    <a:solidFill>
                      <a:srgbClr val="44A7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52" name="pg403">
                    <a:extLst>
                      <a:ext uri="{FF2B5EF4-FFF2-40B4-BE49-F238E27FC236}">
                        <a16:creationId xmlns:a16="http://schemas.microsoft.com/office/drawing/2014/main" id="{B9BE224B-2DE5-04E7-A7CF-62B9712D8385}"/>
                      </a:ext>
                    </a:extLst>
                  </p:cNvPr>
                  <p:cNvSpPr/>
                  <p:nvPr/>
                </p:nvSpPr>
                <p:spPr>
                  <a:xfrm>
                    <a:off x="3682613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53" name="pg404">
                    <a:extLst>
                      <a:ext uri="{FF2B5EF4-FFF2-40B4-BE49-F238E27FC236}">
                        <a16:creationId xmlns:a16="http://schemas.microsoft.com/office/drawing/2014/main" id="{B3F03E7A-A7C8-E5E6-6F89-3DA2D3B05523}"/>
                      </a:ext>
                    </a:extLst>
                  </p:cNvPr>
                  <p:cNvSpPr/>
                  <p:nvPr/>
                </p:nvSpPr>
                <p:spPr>
                  <a:xfrm>
                    <a:off x="3764050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5A5">
                      <a:alpha val="100000"/>
                    </a:srgbClr>
                  </a:solidFill>
                  <a:ln w="5420" cap="flat">
                    <a:solidFill>
                      <a:srgbClr val="3596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54" name="pg405">
                    <a:extLst>
                      <a:ext uri="{FF2B5EF4-FFF2-40B4-BE49-F238E27FC236}">
                        <a16:creationId xmlns:a16="http://schemas.microsoft.com/office/drawing/2014/main" id="{BA20B16E-C926-B06F-AFF4-4F91C59FF5FD}"/>
                      </a:ext>
                    </a:extLst>
                  </p:cNvPr>
                  <p:cNvSpPr/>
                  <p:nvPr/>
                </p:nvSpPr>
                <p:spPr>
                  <a:xfrm>
                    <a:off x="3845487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BA3">
                      <a:alpha val="100000"/>
                    </a:srgbClr>
                  </a:solidFill>
                  <a:ln w="5420" cap="flat">
                    <a:solidFill>
                      <a:srgbClr val="378D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55" name="pg406">
                    <a:extLst>
                      <a:ext uri="{FF2B5EF4-FFF2-40B4-BE49-F238E27FC236}">
                        <a16:creationId xmlns:a16="http://schemas.microsoft.com/office/drawing/2014/main" id="{1EB18BA0-6251-2236-C793-9D0A1E92123E}"/>
                      </a:ext>
                    </a:extLst>
                  </p:cNvPr>
                  <p:cNvSpPr/>
                  <p:nvPr/>
                </p:nvSpPr>
                <p:spPr>
                  <a:xfrm>
                    <a:off x="3926924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4A1">
                      <a:alpha val="100000"/>
                    </a:srgbClr>
                  </a:solidFill>
                  <a:ln w="5420" cap="flat">
                    <a:solidFill>
                      <a:srgbClr val="3987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56" name="pg407">
                    <a:extLst>
                      <a:ext uri="{FF2B5EF4-FFF2-40B4-BE49-F238E27FC236}">
                        <a16:creationId xmlns:a16="http://schemas.microsoft.com/office/drawing/2014/main" id="{9CDE5209-E2A0-AFAC-83C2-F2931129A84B}"/>
                      </a:ext>
                    </a:extLst>
                  </p:cNvPr>
                  <p:cNvSpPr/>
                  <p:nvPr/>
                </p:nvSpPr>
                <p:spPr>
                  <a:xfrm>
                    <a:off x="4008361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FA0">
                      <a:alpha val="100000"/>
                    </a:srgbClr>
                  </a:solidFill>
                  <a:ln w="5420" cap="flat">
                    <a:solidFill>
                      <a:srgbClr val="3982A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57" name="pg408">
                    <a:extLst>
                      <a:ext uri="{FF2B5EF4-FFF2-40B4-BE49-F238E27FC236}">
                        <a16:creationId xmlns:a16="http://schemas.microsoft.com/office/drawing/2014/main" id="{CF9EB8E8-45DB-625C-07BF-2BB21A531887}"/>
                      </a:ext>
                    </a:extLst>
                  </p:cNvPr>
                  <p:cNvSpPr/>
                  <p:nvPr/>
                </p:nvSpPr>
                <p:spPr>
                  <a:xfrm>
                    <a:off x="4089798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CA0">
                      <a:alpha val="100000"/>
                    </a:srgbClr>
                  </a:solidFill>
                  <a:ln w="5420" cap="flat">
                    <a:solidFill>
                      <a:srgbClr val="3A80A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58" name="pg409">
                    <a:extLst>
                      <a:ext uri="{FF2B5EF4-FFF2-40B4-BE49-F238E27FC236}">
                        <a16:creationId xmlns:a16="http://schemas.microsoft.com/office/drawing/2014/main" id="{E26D4329-6ED9-988B-F909-26BC56D1B618}"/>
                      </a:ext>
                    </a:extLst>
                  </p:cNvPr>
                  <p:cNvSpPr/>
                  <p:nvPr/>
                </p:nvSpPr>
                <p:spPr>
                  <a:xfrm>
                    <a:off x="4171236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B9F">
                      <a:alpha val="100000"/>
                    </a:srgbClr>
                  </a:solidFill>
                  <a:ln w="5420" cap="flat">
                    <a:solidFill>
                      <a:srgbClr val="3A7FA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59" name="pg410">
                    <a:extLst>
                      <a:ext uri="{FF2B5EF4-FFF2-40B4-BE49-F238E27FC236}">
                        <a16:creationId xmlns:a16="http://schemas.microsoft.com/office/drawing/2014/main" id="{B4A8A868-87CD-4FE8-75EC-209C5BAC08C8}"/>
                      </a:ext>
                    </a:extLst>
                  </p:cNvPr>
                  <p:cNvSpPr/>
                  <p:nvPr/>
                </p:nvSpPr>
                <p:spPr>
                  <a:xfrm>
                    <a:off x="4252673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CA0">
                      <a:alpha val="100000"/>
                    </a:srgbClr>
                  </a:solidFill>
                  <a:ln w="5420" cap="flat">
                    <a:solidFill>
                      <a:srgbClr val="3A80A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60" name="pg411">
                    <a:extLst>
                      <a:ext uri="{FF2B5EF4-FFF2-40B4-BE49-F238E27FC236}">
                        <a16:creationId xmlns:a16="http://schemas.microsoft.com/office/drawing/2014/main" id="{42FC5EA8-47F9-B0E7-C6D0-33D4459C2ABC}"/>
                      </a:ext>
                    </a:extLst>
                  </p:cNvPr>
                  <p:cNvSpPr/>
                  <p:nvPr/>
                </p:nvSpPr>
                <p:spPr>
                  <a:xfrm>
                    <a:off x="4334110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71A1">
                      <a:alpha val="100000"/>
                    </a:srgbClr>
                  </a:solidFill>
                  <a:ln w="5420" cap="flat">
                    <a:solidFill>
                      <a:srgbClr val="3984A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61" name="pg412">
                    <a:extLst>
                      <a:ext uri="{FF2B5EF4-FFF2-40B4-BE49-F238E27FC236}">
                        <a16:creationId xmlns:a16="http://schemas.microsoft.com/office/drawing/2014/main" id="{DF272ABF-4C0E-7EC3-7248-2B1E3E9E95A0}"/>
                      </a:ext>
                    </a:extLst>
                  </p:cNvPr>
                  <p:cNvSpPr/>
                  <p:nvPr/>
                </p:nvSpPr>
                <p:spPr>
                  <a:xfrm>
                    <a:off x="4415547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4A1">
                      <a:alpha val="100000"/>
                    </a:srgbClr>
                  </a:solidFill>
                  <a:ln w="5420" cap="flat">
                    <a:solidFill>
                      <a:srgbClr val="3887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62" name="pg413">
                    <a:extLst>
                      <a:ext uri="{FF2B5EF4-FFF2-40B4-BE49-F238E27FC236}">
                        <a16:creationId xmlns:a16="http://schemas.microsoft.com/office/drawing/2014/main" id="{6E6F6B52-F5DA-9DAE-0BF5-13623E2A002A}"/>
                      </a:ext>
                    </a:extLst>
                  </p:cNvPr>
                  <p:cNvSpPr/>
                  <p:nvPr/>
                </p:nvSpPr>
                <p:spPr>
                  <a:xfrm>
                    <a:off x="4496984" y="361622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8A2">
                      <a:alpha val="100000"/>
                    </a:srgbClr>
                  </a:solidFill>
                  <a:ln w="5420" cap="flat">
                    <a:solidFill>
                      <a:srgbClr val="388A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63" name="pg414">
                    <a:extLst>
                      <a:ext uri="{FF2B5EF4-FFF2-40B4-BE49-F238E27FC236}">
                        <a16:creationId xmlns:a16="http://schemas.microsoft.com/office/drawing/2014/main" id="{D934C8B4-9E66-AE1E-784B-FFBF197D519E}"/>
                      </a:ext>
                    </a:extLst>
                  </p:cNvPr>
                  <p:cNvSpPr/>
                  <p:nvPr/>
                </p:nvSpPr>
                <p:spPr>
                  <a:xfrm>
                    <a:off x="3031116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DCAAC">
                      <a:alpha val="100000"/>
                    </a:srgbClr>
                  </a:solidFill>
                  <a:ln w="5420" cap="flat">
                    <a:solidFill>
                      <a:srgbClr val="6AD1A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64" name="pg415">
                    <a:extLst>
                      <a:ext uri="{FF2B5EF4-FFF2-40B4-BE49-F238E27FC236}">
                        <a16:creationId xmlns:a16="http://schemas.microsoft.com/office/drawing/2014/main" id="{F2DFE283-53FA-BA2D-B1EF-EC38A4E521FF}"/>
                      </a:ext>
                    </a:extLst>
                  </p:cNvPr>
                  <p:cNvSpPr/>
                  <p:nvPr/>
                </p:nvSpPr>
                <p:spPr>
                  <a:xfrm>
                    <a:off x="3112553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CC8AC">
                      <a:alpha val="100000"/>
                    </a:srgbClr>
                  </a:solidFill>
                  <a:ln w="5420" cap="flat">
                    <a:solidFill>
                      <a:srgbClr val="65CFA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65" name="pg416">
                    <a:extLst>
                      <a:ext uri="{FF2B5EF4-FFF2-40B4-BE49-F238E27FC236}">
                        <a16:creationId xmlns:a16="http://schemas.microsoft.com/office/drawing/2014/main" id="{681442EE-2706-760F-CE8C-10FCA27E95D9}"/>
                      </a:ext>
                    </a:extLst>
                  </p:cNvPr>
                  <p:cNvSpPr/>
                  <p:nvPr/>
                </p:nvSpPr>
                <p:spPr>
                  <a:xfrm>
                    <a:off x="3193990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AC4AC">
                      <a:alpha val="100000"/>
                    </a:srgbClr>
                  </a:solidFill>
                  <a:ln w="5420" cap="flat">
                    <a:solidFill>
                      <a:srgbClr val="5FCD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66" name="pg417">
                    <a:extLst>
                      <a:ext uri="{FF2B5EF4-FFF2-40B4-BE49-F238E27FC236}">
                        <a16:creationId xmlns:a16="http://schemas.microsoft.com/office/drawing/2014/main" id="{E7FD2115-FC14-B00D-8B43-B8366FCD238D}"/>
                      </a:ext>
                    </a:extLst>
                  </p:cNvPr>
                  <p:cNvSpPr/>
                  <p:nvPr/>
                </p:nvSpPr>
                <p:spPr>
                  <a:xfrm>
                    <a:off x="3275427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6BFAB">
                      <a:alpha val="100000"/>
                    </a:srgbClr>
                  </a:solidFill>
                  <a:ln w="5420" cap="flat">
                    <a:solidFill>
                      <a:srgbClr val="5CC8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67" name="pg418">
                    <a:extLst>
                      <a:ext uri="{FF2B5EF4-FFF2-40B4-BE49-F238E27FC236}">
                        <a16:creationId xmlns:a16="http://schemas.microsoft.com/office/drawing/2014/main" id="{2BFC0E5C-2AAA-7CD6-EDC4-701AD1AD36EC}"/>
                      </a:ext>
                    </a:extLst>
                  </p:cNvPr>
                  <p:cNvSpPr/>
                  <p:nvPr/>
                </p:nvSpPr>
                <p:spPr>
                  <a:xfrm>
                    <a:off x="3356864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1B7AB">
                      <a:alpha val="100000"/>
                    </a:srgbClr>
                  </a:solidFill>
                  <a:ln w="5420" cap="flat">
                    <a:solidFill>
                      <a:srgbClr val="58C1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68" name="pg419">
                    <a:extLst>
                      <a:ext uri="{FF2B5EF4-FFF2-40B4-BE49-F238E27FC236}">
                        <a16:creationId xmlns:a16="http://schemas.microsoft.com/office/drawing/2014/main" id="{308B3BEF-2C9A-ADEB-E636-4ABDD7F02C88}"/>
                      </a:ext>
                    </a:extLst>
                  </p:cNvPr>
                  <p:cNvSpPr/>
                  <p:nvPr/>
                </p:nvSpPr>
                <p:spPr>
                  <a:xfrm>
                    <a:off x="3438301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AAFAB">
                      <a:alpha val="100000"/>
                    </a:srgbClr>
                  </a:solidFill>
                  <a:ln w="5420" cap="flat">
                    <a:solidFill>
                      <a:srgbClr val="52BA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69" name="pg420">
                    <a:extLst>
                      <a:ext uri="{FF2B5EF4-FFF2-40B4-BE49-F238E27FC236}">
                        <a16:creationId xmlns:a16="http://schemas.microsoft.com/office/drawing/2014/main" id="{90D75E54-C46E-C685-750F-607D40541AB6}"/>
                      </a:ext>
                    </a:extLst>
                  </p:cNvPr>
                  <p:cNvSpPr/>
                  <p:nvPr/>
                </p:nvSpPr>
                <p:spPr>
                  <a:xfrm>
                    <a:off x="3519738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9BA9">
                      <a:alpha val="100000"/>
                    </a:srgbClr>
                  </a:solidFill>
                  <a:ln w="5420" cap="flat">
                    <a:solidFill>
                      <a:srgbClr val="45A8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70" name="pg421">
                    <a:extLst>
                      <a:ext uri="{FF2B5EF4-FFF2-40B4-BE49-F238E27FC236}">
                        <a16:creationId xmlns:a16="http://schemas.microsoft.com/office/drawing/2014/main" id="{52112C55-7697-B95C-09D8-40B567575924}"/>
                      </a:ext>
                    </a:extLst>
                  </p:cNvPr>
                  <p:cNvSpPr/>
                  <p:nvPr/>
                </p:nvSpPr>
                <p:spPr>
                  <a:xfrm>
                    <a:off x="3601176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8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71" name="pg422">
                    <a:extLst>
                      <a:ext uri="{FF2B5EF4-FFF2-40B4-BE49-F238E27FC236}">
                        <a16:creationId xmlns:a16="http://schemas.microsoft.com/office/drawing/2014/main" id="{8368ADE7-E726-9A63-8A54-56725B665B27}"/>
                      </a:ext>
                    </a:extLst>
                  </p:cNvPr>
                  <p:cNvSpPr/>
                  <p:nvPr/>
                </p:nvSpPr>
                <p:spPr>
                  <a:xfrm>
                    <a:off x="3682613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72" name="pg423">
                    <a:extLst>
                      <a:ext uri="{FF2B5EF4-FFF2-40B4-BE49-F238E27FC236}">
                        <a16:creationId xmlns:a16="http://schemas.microsoft.com/office/drawing/2014/main" id="{1CB730DE-0635-5317-27F0-589C3B3B18A9}"/>
                      </a:ext>
                    </a:extLst>
                  </p:cNvPr>
                  <p:cNvSpPr/>
                  <p:nvPr/>
                </p:nvSpPr>
                <p:spPr>
                  <a:xfrm>
                    <a:off x="3764050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9A3">
                      <a:alpha val="100000"/>
                    </a:srgbClr>
                  </a:solidFill>
                  <a:ln w="5420" cap="flat">
                    <a:solidFill>
                      <a:srgbClr val="378C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73" name="pg424">
                    <a:extLst>
                      <a:ext uri="{FF2B5EF4-FFF2-40B4-BE49-F238E27FC236}">
                        <a16:creationId xmlns:a16="http://schemas.microsoft.com/office/drawing/2014/main" id="{D09AB05E-99A4-C553-AC0F-2A525FF6FB6F}"/>
                      </a:ext>
                    </a:extLst>
                  </p:cNvPr>
                  <p:cNvSpPr/>
                  <p:nvPr/>
                </p:nvSpPr>
                <p:spPr>
                  <a:xfrm>
                    <a:off x="3845487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70A0">
                      <a:alpha val="100000"/>
                    </a:srgbClr>
                  </a:solidFill>
                  <a:ln w="5420" cap="flat">
                    <a:solidFill>
                      <a:srgbClr val="3983A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74" name="pg425">
                    <a:extLst>
                      <a:ext uri="{FF2B5EF4-FFF2-40B4-BE49-F238E27FC236}">
                        <a16:creationId xmlns:a16="http://schemas.microsoft.com/office/drawing/2014/main" id="{EBFB4B0A-C0D2-8416-E274-AFF1ABAFBBD5}"/>
                      </a:ext>
                    </a:extLst>
                  </p:cNvPr>
                  <p:cNvSpPr/>
                  <p:nvPr/>
                </p:nvSpPr>
                <p:spPr>
                  <a:xfrm>
                    <a:off x="3926924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89F">
                      <a:alpha val="100000"/>
                    </a:srgbClr>
                  </a:solidFill>
                  <a:ln w="5420" cap="flat">
                    <a:solidFill>
                      <a:srgbClr val="3A7CA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75" name="pg426">
                    <a:extLst>
                      <a:ext uri="{FF2B5EF4-FFF2-40B4-BE49-F238E27FC236}">
                        <a16:creationId xmlns:a16="http://schemas.microsoft.com/office/drawing/2014/main" id="{0F9A9257-236E-C17A-FE18-EF13F0203738}"/>
                      </a:ext>
                    </a:extLst>
                  </p:cNvPr>
                  <p:cNvSpPr/>
                  <p:nvPr/>
                </p:nvSpPr>
                <p:spPr>
                  <a:xfrm>
                    <a:off x="4008361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29D">
                      <a:alpha val="100000"/>
                    </a:srgbClr>
                  </a:solidFill>
                  <a:ln w="5420" cap="flat">
                    <a:solidFill>
                      <a:srgbClr val="3A77A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76" name="pg427">
                    <a:extLst>
                      <a:ext uri="{FF2B5EF4-FFF2-40B4-BE49-F238E27FC236}">
                        <a16:creationId xmlns:a16="http://schemas.microsoft.com/office/drawing/2014/main" id="{5EBA63A7-2A39-2058-1FAD-0796AC86BE0D}"/>
                      </a:ext>
                    </a:extLst>
                  </p:cNvPr>
                  <p:cNvSpPr/>
                  <p:nvPr/>
                </p:nvSpPr>
                <p:spPr>
                  <a:xfrm>
                    <a:off x="4089798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609D">
                      <a:alpha val="100000"/>
                    </a:srgbClr>
                  </a:solidFill>
                  <a:ln w="5420" cap="flat">
                    <a:solidFill>
                      <a:srgbClr val="3A75A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77" name="pg428">
                    <a:extLst>
                      <a:ext uri="{FF2B5EF4-FFF2-40B4-BE49-F238E27FC236}">
                        <a16:creationId xmlns:a16="http://schemas.microsoft.com/office/drawing/2014/main" id="{EE2982A3-0CB5-EB20-869F-A4607405AA92}"/>
                      </a:ext>
                    </a:extLst>
                  </p:cNvPr>
                  <p:cNvSpPr/>
                  <p:nvPr/>
                </p:nvSpPr>
                <p:spPr>
                  <a:xfrm>
                    <a:off x="4171236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609D">
                      <a:alpha val="100000"/>
                    </a:srgbClr>
                  </a:solidFill>
                  <a:ln w="5420" cap="flat">
                    <a:solidFill>
                      <a:srgbClr val="3A75A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78" name="pg429">
                    <a:extLst>
                      <a:ext uri="{FF2B5EF4-FFF2-40B4-BE49-F238E27FC236}">
                        <a16:creationId xmlns:a16="http://schemas.microsoft.com/office/drawing/2014/main" id="{579238F4-44BA-312C-AAB3-C9B8F454705D}"/>
                      </a:ext>
                    </a:extLst>
                  </p:cNvPr>
                  <p:cNvSpPr/>
                  <p:nvPr/>
                </p:nvSpPr>
                <p:spPr>
                  <a:xfrm>
                    <a:off x="4252673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29D">
                      <a:alpha val="100000"/>
                    </a:srgbClr>
                  </a:solidFill>
                  <a:ln w="5420" cap="flat">
                    <a:solidFill>
                      <a:srgbClr val="3A77A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79" name="pg430">
                    <a:extLst>
                      <a:ext uri="{FF2B5EF4-FFF2-40B4-BE49-F238E27FC236}">
                        <a16:creationId xmlns:a16="http://schemas.microsoft.com/office/drawing/2014/main" id="{8DB803B9-8BA3-B511-CAF9-B98860864CEA}"/>
                      </a:ext>
                    </a:extLst>
                  </p:cNvPr>
                  <p:cNvSpPr/>
                  <p:nvPr/>
                </p:nvSpPr>
                <p:spPr>
                  <a:xfrm>
                    <a:off x="4334110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99F">
                      <a:alpha val="100000"/>
                    </a:srgbClr>
                  </a:solidFill>
                  <a:ln w="5420" cap="flat">
                    <a:solidFill>
                      <a:srgbClr val="3A7DA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80" name="pg431">
                    <a:extLst>
                      <a:ext uri="{FF2B5EF4-FFF2-40B4-BE49-F238E27FC236}">
                        <a16:creationId xmlns:a16="http://schemas.microsoft.com/office/drawing/2014/main" id="{32EA4DDF-3389-C659-EA47-95B66457160D}"/>
                      </a:ext>
                    </a:extLst>
                  </p:cNvPr>
                  <p:cNvSpPr/>
                  <p:nvPr/>
                </p:nvSpPr>
                <p:spPr>
                  <a:xfrm>
                    <a:off x="4415547" y="371954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DA0">
                      <a:alpha val="100000"/>
                    </a:srgbClr>
                  </a:solidFill>
                  <a:ln w="5420" cap="flat">
                    <a:solidFill>
                      <a:srgbClr val="3981A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81" name="pg432">
                    <a:extLst>
                      <a:ext uri="{FF2B5EF4-FFF2-40B4-BE49-F238E27FC236}">
                        <a16:creationId xmlns:a16="http://schemas.microsoft.com/office/drawing/2014/main" id="{A3547501-2DB9-CBB6-16D4-7230E02DBC39}"/>
                      </a:ext>
                    </a:extLst>
                  </p:cNvPr>
                  <p:cNvSpPr/>
                  <p:nvPr/>
                </p:nvSpPr>
                <p:spPr>
                  <a:xfrm>
                    <a:off x="3112553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2BAAB">
                      <a:alpha val="100000"/>
                    </a:srgbClr>
                  </a:solidFill>
                  <a:ln w="5420" cap="flat">
                    <a:solidFill>
                      <a:srgbClr val="59C3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82" name="pg433">
                    <a:extLst>
                      <a:ext uri="{FF2B5EF4-FFF2-40B4-BE49-F238E27FC236}">
                        <a16:creationId xmlns:a16="http://schemas.microsoft.com/office/drawing/2014/main" id="{A29F9A26-4FF2-24DE-0D0C-3FC16BD090D5}"/>
                      </a:ext>
                    </a:extLst>
                  </p:cNvPr>
                  <p:cNvSpPr/>
                  <p:nvPr/>
                </p:nvSpPr>
                <p:spPr>
                  <a:xfrm>
                    <a:off x="3193990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50B6AB">
                      <a:alpha val="100000"/>
                    </a:srgbClr>
                  </a:solidFill>
                  <a:ln w="5420" cap="flat">
                    <a:solidFill>
                      <a:srgbClr val="57C0AC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83" name="pg434">
                    <a:extLst>
                      <a:ext uri="{FF2B5EF4-FFF2-40B4-BE49-F238E27FC236}">
                        <a16:creationId xmlns:a16="http://schemas.microsoft.com/office/drawing/2014/main" id="{9763809D-6AB1-3083-7B5D-7ADE1169CBFF}"/>
                      </a:ext>
                    </a:extLst>
                  </p:cNvPr>
                  <p:cNvSpPr/>
                  <p:nvPr/>
                </p:nvSpPr>
                <p:spPr>
                  <a:xfrm>
                    <a:off x="3275427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CB1AB">
                      <a:alpha val="100000"/>
                    </a:srgbClr>
                  </a:solidFill>
                  <a:ln w="5420" cap="flat">
                    <a:solidFill>
                      <a:srgbClr val="54BC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84" name="pg435">
                    <a:extLst>
                      <a:ext uri="{FF2B5EF4-FFF2-40B4-BE49-F238E27FC236}">
                        <a16:creationId xmlns:a16="http://schemas.microsoft.com/office/drawing/2014/main" id="{E7F8A499-342F-55C6-D5D6-B9919A50CE2D}"/>
                      </a:ext>
                    </a:extLst>
                  </p:cNvPr>
                  <p:cNvSpPr/>
                  <p:nvPr/>
                </p:nvSpPr>
                <p:spPr>
                  <a:xfrm>
                    <a:off x="3356864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7ABAA">
                      <a:alpha val="100000"/>
                    </a:srgbClr>
                  </a:solidFill>
                  <a:ln w="5420" cap="flat">
                    <a:solidFill>
                      <a:srgbClr val="50B6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85" name="pg436">
                    <a:extLst>
                      <a:ext uri="{FF2B5EF4-FFF2-40B4-BE49-F238E27FC236}">
                        <a16:creationId xmlns:a16="http://schemas.microsoft.com/office/drawing/2014/main" id="{6225A559-3B3F-B535-75F5-08145FF69942}"/>
                      </a:ext>
                    </a:extLst>
                  </p:cNvPr>
                  <p:cNvSpPr/>
                  <p:nvPr/>
                </p:nvSpPr>
                <p:spPr>
                  <a:xfrm>
                    <a:off x="3438301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1A3AA">
                      <a:alpha val="100000"/>
                    </a:srgbClr>
                  </a:solidFill>
                  <a:ln w="5420" cap="flat">
                    <a:solidFill>
                      <a:srgbClr val="4BB0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86" name="pg437">
                    <a:extLst>
                      <a:ext uri="{FF2B5EF4-FFF2-40B4-BE49-F238E27FC236}">
                        <a16:creationId xmlns:a16="http://schemas.microsoft.com/office/drawing/2014/main" id="{B741349C-31C9-20D7-BC19-35538D24347E}"/>
                      </a:ext>
                    </a:extLst>
                  </p:cNvPr>
                  <p:cNvSpPr/>
                  <p:nvPr/>
                </p:nvSpPr>
                <p:spPr>
                  <a:xfrm>
                    <a:off x="3519738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87" name="pg438">
                    <a:extLst>
                      <a:ext uri="{FF2B5EF4-FFF2-40B4-BE49-F238E27FC236}">
                        <a16:creationId xmlns:a16="http://schemas.microsoft.com/office/drawing/2014/main" id="{E8757386-791F-5206-5EB2-FE9575A60A65}"/>
                      </a:ext>
                    </a:extLst>
                  </p:cNvPr>
                  <p:cNvSpPr/>
                  <p:nvPr/>
                </p:nvSpPr>
                <p:spPr>
                  <a:xfrm>
                    <a:off x="3601176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88" name="pg439">
                    <a:extLst>
                      <a:ext uri="{FF2B5EF4-FFF2-40B4-BE49-F238E27FC236}">
                        <a16:creationId xmlns:a16="http://schemas.microsoft.com/office/drawing/2014/main" id="{076621FF-1A9E-47B2-A245-4BAA2D3B677C}"/>
                      </a:ext>
                    </a:extLst>
                  </p:cNvPr>
                  <p:cNvSpPr/>
                  <p:nvPr/>
                </p:nvSpPr>
                <p:spPr>
                  <a:xfrm>
                    <a:off x="3682613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CA3">
                      <a:alpha val="100000"/>
                    </a:srgbClr>
                  </a:solidFill>
                  <a:ln w="5420" cap="flat">
                    <a:solidFill>
                      <a:srgbClr val="378E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89" name="pg440">
                    <a:extLst>
                      <a:ext uri="{FF2B5EF4-FFF2-40B4-BE49-F238E27FC236}">
                        <a16:creationId xmlns:a16="http://schemas.microsoft.com/office/drawing/2014/main" id="{A5055446-15B3-D3C9-FBA3-92F5672B326A}"/>
                      </a:ext>
                    </a:extLst>
                  </p:cNvPr>
                  <p:cNvSpPr/>
                  <p:nvPr/>
                </p:nvSpPr>
                <p:spPr>
                  <a:xfrm>
                    <a:off x="3764050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70A1">
                      <a:alpha val="100000"/>
                    </a:srgbClr>
                  </a:solidFill>
                  <a:ln w="5420" cap="flat">
                    <a:solidFill>
                      <a:srgbClr val="3983A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90" name="pg441">
                    <a:extLst>
                      <a:ext uri="{FF2B5EF4-FFF2-40B4-BE49-F238E27FC236}">
                        <a16:creationId xmlns:a16="http://schemas.microsoft.com/office/drawing/2014/main" id="{0D2A3986-30BD-E4FA-C5B3-292F5F4E07DB}"/>
                      </a:ext>
                    </a:extLst>
                  </p:cNvPr>
                  <p:cNvSpPr/>
                  <p:nvPr/>
                </p:nvSpPr>
                <p:spPr>
                  <a:xfrm>
                    <a:off x="3845487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69E">
                      <a:alpha val="100000"/>
                    </a:srgbClr>
                  </a:solidFill>
                  <a:ln w="5420" cap="flat">
                    <a:solidFill>
                      <a:srgbClr val="3A7AA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91" name="pg442">
                    <a:extLst>
                      <a:ext uri="{FF2B5EF4-FFF2-40B4-BE49-F238E27FC236}">
                        <a16:creationId xmlns:a16="http://schemas.microsoft.com/office/drawing/2014/main" id="{8FC92EFB-A5D1-EB10-C234-8DD5E30CC31A}"/>
                      </a:ext>
                    </a:extLst>
                  </p:cNvPr>
                  <p:cNvSpPr/>
                  <p:nvPr/>
                </p:nvSpPr>
                <p:spPr>
                  <a:xfrm>
                    <a:off x="3926924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5D9C">
                      <a:alpha val="100000"/>
                    </a:srgbClr>
                  </a:solidFill>
                  <a:ln w="5420" cap="flat">
                    <a:solidFill>
                      <a:srgbClr val="3B73A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92" name="pg443">
                    <a:extLst>
                      <a:ext uri="{FF2B5EF4-FFF2-40B4-BE49-F238E27FC236}">
                        <a16:creationId xmlns:a16="http://schemas.microsoft.com/office/drawing/2014/main" id="{B2B4D9B2-26DF-3BC3-9844-B53704AF5296}"/>
                      </a:ext>
                    </a:extLst>
                  </p:cNvPr>
                  <p:cNvSpPr/>
                  <p:nvPr/>
                </p:nvSpPr>
                <p:spPr>
                  <a:xfrm>
                    <a:off x="4008361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5895">
                      <a:alpha val="100000"/>
                    </a:srgbClr>
                  </a:solidFill>
                  <a:ln w="5420" cap="flat">
                    <a:solidFill>
                      <a:srgbClr val="3A6EA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93" name="pg444">
                    <a:extLst>
                      <a:ext uri="{FF2B5EF4-FFF2-40B4-BE49-F238E27FC236}">
                        <a16:creationId xmlns:a16="http://schemas.microsoft.com/office/drawing/2014/main" id="{6EF2367A-DEFA-9C22-B49E-3AF5664BD28F}"/>
                      </a:ext>
                    </a:extLst>
                  </p:cNvPr>
                  <p:cNvSpPr/>
                  <p:nvPr/>
                </p:nvSpPr>
                <p:spPr>
                  <a:xfrm>
                    <a:off x="4089798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692">
                      <a:alpha val="100000"/>
                    </a:srgbClr>
                  </a:solidFill>
                  <a:ln w="5420" cap="flat">
                    <a:solidFill>
                      <a:srgbClr val="3A6C9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94" name="pg445">
                    <a:extLst>
                      <a:ext uri="{FF2B5EF4-FFF2-40B4-BE49-F238E27FC236}">
                        <a16:creationId xmlns:a16="http://schemas.microsoft.com/office/drawing/2014/main" id="{09324E81-D561-79B4-8ED0-85A874F66974}"/>
                      </a:ext>
                    </a:extLst>
                  </p:cNvPr>
                  <p:cNvSpPr/>
                  <p:nvPr/>
                </p:nvSpPr>
                <p:spPr>
                  <a:xfrm>
                    <a:off x="4171236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5693">
                      <a:alpha val="100000"/>
                    </a:srgbClr>
                  </a:solidFill>
                  <a:ln w="5420" cap="flat">
                    <a:solidFill>
                      <a:srgbClr val="3A6CA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95" name="pg446">
                    <a:extLst>
                      <a:ext uri="{FF2B5EF4-FFF2-40B4-BE49-F238E27FC236}">
                        <a16:creationId xmlns:a16="http://schemas.microsoft.com/office/drawing/2014/main" id="{2D4FF136-4829-1B9D-AA25-CAEECBD150BA}"/>
                      </a:ext>
                    </a:extLst>
                  </p:cNvPr>
                  <p:cNvSpPr/>
                  <p:nvPr/>
                </p:nvSpPr>
                <p:spPr>
                  <a:xfrm>
                    <a:off x="4252673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5997">
                      <a:alpha val="100000"/>
                    </a:srgbClr>
                  </a:solidFill>
                  <a:ln w="5420" cap="flat">
                    <a:solidFill>
                      <a:srgbClr val="3A6FA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96" name="pg447">
                    <a:extLst>
                      <a:ext uri="{FF2B5EF4-FFF2-40B4-BE49-F238E27FC236}">
                        <a16:creationId xmlns:a16="http://schemas.microsoft.com/office/drawing/2014/main" id="{0485E07A-5B2B-39A6-8583-2AB1A315BA18}"/>
                      </a:ext>
                    </a:extLst>
                  </p:cNvPr>
                  <p:cNvSpPr/>
                  <p:nvPr/>
                </p:nvSpPr>
                <p:spPr>
                  <a:xfrm>
                    <a:off x="4334110" y="382286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39D">
                      <a:alpha val="100000"/>
                    </a:srgbClr>
                  </a:solidFill>
                  <a:ln w="5420" cap="flat">
                    <a:solidFill>
                      <a:srgbClr val="3A77A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97" name="pg448">
                    <a:extLst>
                      <a:ext uri="{FF2B5EF4-FFF2-40B4-BE49-F238E27FC236}">
                        <a16:creationId xmlns:a16="http://schemas.microsoft.com/office/drawing/2014/main" id="{5992FB6E-A9AF-28CF-DF9A-FA00384A98E9}"/>
                      </a:ext>
                    </a:extLst>
                  </p:cNvPr>
                  <p:cNvSpPr/>
                  <p:nvPr/>
                </p:nvSpPr>
                <p:spPr>
                  <a:xfrm>
                    <a:off x="3193990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6AAAA">
                      <a:alpha val="100000"/>
                    </a:srgbClr>
                  </a:solidFill>
                  <a:ln w="5420" cap="flat">
                    <a:solidFill>
                      <a:srgbClr val="4FB5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98" name="pg449">
                    <a:extLst>
                      <a:ext uri="{FF2B5EF4-FFF2-40B4-BE49-F238E27FC236}">
                        <a16:creationId xmlns:a16="http://schemas.microsoft.com/office/drawing/2014/main" id="{AC21A057-25F2-367F-16F2-9A311EFA064B}"/>
                      </a:ext>
                    </a:extLst>
                  </p:cNvPr>
                  <p:cNvSpPr/>
                  <p:nvPr/>
                </p:nvSpPr>
                <p:spPr>
                  <a:xfrm>
                    <a:off x="3275427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3A6AA">
                      <a:alpha val="100000"/>
                    </a:srgbClr>
                  </a:solidFill>
                  <a:ln w="5420" cap="flat">
                    <a:solidFill>
                      <a:srgbClr val="4CB2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499" name="pg450">
                    <a:extLst>
                      <a:ext uri="{FF2B5EF4-FFF2-40B4-BE49-F238E27FC236}">
                        <a16:creationId xmlns:a16="http://schemas.microsoft.com/office/drawing/2014/main" id="{D1024A74-F388-6405-C3B2-49248647E377}"/>
                      </a:ext>
                    </a:extLst>
                  </p:cNvPr>
                  <p:cNvSpPr/>
                  <p:nvPr/>
                </p:nvSpPr>
                <p:spPr>
                  <a:xfrm>
                    <a:off x="3356864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EA1AA">
                      <a:alpha val="100000"/>
                    </a:srgbClr>
                  </a:solidFill>
                  <a:ln w="5420" cap="flat">
                    <a:solidFill>
                      <a:srgbClr val="49AD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00" name="pg451">
                    <a:extLst>
                      <a:ext uri="{FF2B5EF4-FFF2-40B4-BE49-F238E27FC236}">
                        <a16:creationId xmlns:a16="http://schemas.microsoft.com/office/drawing/2014/main" id="{67FF012C-8FFC-4BCA-3260-8CA4C8DB65B2}"/>
                      </a:ext>
                    </a:extLst>
                  </p:cNvPr>
                  <p:cNvSpPr/>
                  <p:nvPr/>
                </p:nvSpPr>
                <p:spPr>
                  <a:xfrm>
                    <a:off x="3438301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9BA9">
                      <a:alpha val="100000"/>
                    </a:srgbClr>
                  </a:solidFill>
                  <a:ln w="5420" cap="flat">
                    <a:solidFill>
                      <a:srgbClr val="44A8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01" name="pg452">
                    <a:extLst>
                      <a:ext uri="{FF2B5EF4-FFF2-40B4-BE49-F238E27FC236}">
                        <a16:creationId xmlns:a16="http://schemas.microsoft.com/office/drawing/2014/main" id="{E208239D-54C3-3D6F-205B-FA73B42D0FBA}"/>
                      </a:ext>
                    </a:extLst>
                  </p:cNvPr>
                  <p:cNvSpPr/>
                  <p:nvPr/>
                </p:nvSpPr>
                <p:spPr>
                  <a:xfrm>
                    <a:off x="3519738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BA6">
                      <a:alpha val="100000"/>
                    </a:srgbClr>
                  </a:solidFill>
                  <a:ln w="5420" cap="flat">
                    <a:solidFill>
                      <a:srgbClr val="389B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02" name="pg453">
                    <a:extLst>
                      <a:ext uri="{FF2B5EF4-FFF2-40B4-BE49-F238E27FC236}">
                        <a16:creationId xmlns:a16="http://schemas.microsoft.com/office/drawing/2014/main" id="{43E9E50F-1590-5809-045C-1C8D1FAD0335}"/>
                      </a:ext>
                    </a:extLst>
                  </p:cNvPr>
                  <p:cNvSpPr/>
                  <p:nvPr/>
                </p:nvSpPr>
                <p:spPr>
                  <a:xfrm>
                    <a:off x="3601176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1A4">
                      <a:alpha val="100000"/>
                    </a:srgbClr>
                  </a:solidFill>
                  <a:ln w="5420" cap="flat">
                    <a:solidFill>
                      <a:srgbClr val="3692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03" name="pg454">
                    <a:extLst>
                      <a:ext uri="{FF2B5EF4-FFF2-40B4-BE49-F238E27FC236}">
                        <a16:creationId xmlns:a16="http://schemas.microsoft.com/office/drawing/2014/main" id="{4863C337-F1EB-FE02-BCAA-7ED179276B10}"/>
                      </a:ext>
                    </a:extLst>
                  </p:cNvPr>
                  <p:cNvSpPr/>
                  <p:nvPr/>
                </p:nvSpPr>
                <p:spPr>
                  <a:xfrm>
                    <a:off x="3682613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6A2">
                      <a:alpha val="100000"/>
                    </a:srgbClr>
                  </a:solidFill>
                  <a:ln w="5420" cap="flat">
                    <a:solidFill>
                      <a:srgbClr val="3888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04" name="pg455">
                    <a:extLst>
                      <a:ext uri="{FF2B5EF4-FFF2-40B4-BE49-F238E27FC236}">
                        <a16:creationId xmlns:a16="http://schemas.microsoft.com/office/drawing/2014/main" id="{10F61C1E-4A43-4D9C-4EFB-377CAE72C84D}"/>
                      </a:ext>
                    </a:extLst>
                  </p:cNvPr>
                  <p:cNvSpPr/>
                  <p:nvPr/>
                </p:nvSpPr>
                <p:spPr>
                  <a:xfrm>
                    <a:off x="3764050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A9F">
                      <a:alpha val="100000"/>
                    </a:srgbClr>
                  </a:solidFill>
                  <a:ln w="5420" cap="flat">
                    <a:solidFill>
                      <a:srgbClr val="3A7EA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05" name="pg456">
                    <a:extLst>
                      <a:ext uri="{FF2B5EF4-FFF2-40B4-BE49-F238E27FC236}">
                        <a16:creationId xmlns:a16="http://schemas.microsoft.com/office/drawing/2014/main" id="{A6BCFD31-D7D6-800D-45EB-C40D29216824}"/>
                      </a:ext>
                    </a:extLst>
                  </p:cNvPr>
                  <p:cNvSpPr/>
                  <p:nvPr/>
                </p:nvSpPr>
                <p:spPr>
                  <a:xfrm>
                    <a:off x="3845487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5F9D">
                      <a:alpha val="100000"/>
                    </a:srgbClr>
                  </a:solidFill>
                  <a:ln w="5420" cap="flat">
                    <a:solidFill>
                      <a:srgbClr val="3A75A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06" name="pg457">
                    <a:extLst>
                      <a:ext uri="{FF2B5EF4-FFF2-40B4-BE49-F238E27FC236}">
                        <a16:creationId xmlns:a16="http://schemas.microsoft.com/office/drawing/2014/main" id="{D834072C-3B8F-A76D-5E5D-C95140BFD365}"/>
                      </a:ext>
                    </a:extLst>
                  </p:cNvPr>
                  <p:cNvSpPr/>
                  <p:nvPr/>
                </p:nvSpPr>
                <p:spPr>
                  <a:xfrm>
                    <a:off x="3926924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5793">
                      <a:alpha val="100000"/>
                    </a:srgbClr>
                  </a:solidFill>
                  <a:ln w="5420" cap="flat">
                    <a:solidFill>
                      <a:srgbClr val="3A6DA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07" name="pg458">
                    <a:extLst>
                      <a:ext uri="{FF2B5EF4-FFF2-40B4-BE49-F238E27FC236}">
                        <a16:creationId xmlns:a16="http://schemas.microsoft.com/office/drawing/2014/main" id="{ABE17FC8-430A-9639-F90A-1A641704FCF8}"/>
                      </a:ext>
                    </a:extLst>
                  </p:cNvPr>
                  <p:cNvSpPr/>
                  <p:nvPr/>
                </p:nvSpPr>
                <p:spPr>
                  <a:xfrm>
                    <a:off x="4008361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28C">
                      <a:alpha val="100000"/>
                    </a:srgbClr>
                  </a:solidFill>
                  <a:ln w="5420" cap="flat">
                    <a:solidFill>
                      <a:srgbClr val="3A689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08" name="pg459">
                    <a:extLst>
                      <a:ext uri="{FF2B5EF4-FFF2-40B4-BE49-F238E27FC236}">
                        <a16:creationId xmlns:a16="http://schemas.microsoft.com/office/drawing/2014/main" id="{A239C315-CB32-FC33-F71C-C5DCF8398932}"/>
                      </a:ext>
                    </a:extLst>
                  </p:cNvPr>
                  <p:cNvSpPr/>
                  <p:nvPr/>
                </p:nvSpPr>
                <p:spPr>
                  <a:xfrm>
                    <a:off x="4089798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089">
                      <a:alpha val="100000"/>
                    </a:srgbClr>
                  </a:solidFill>
                  <a:ln w="5420" cap="flat">
                    <a:solidFill>
                      <a:srgbClr val="3A669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09" name="pg460">
                    <a:extLst>
                      <a:ext uri="{FF2B5EF4-FFF2-40B4-BE49-F238E27FC236}">
                        <a16:creationId xmlns:a16="http://schemas.microsoft.com/office/drawing/2014/main" id="{C049588C-3CD6-D7DE-1D18-FDE0F8C8438A}"/>
                      </a:ext>
                    </a:extLst>
                  </p:cNvPr>
                  <p:cNvSpPr/>
                  <p:nvPr/>
                </p:nvSpPr>
                <p:spPr>
                  <a:xfrm>
                    <a:off x="4171236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18A">
                      <a:alpha val="100000"/>
                    </a:srgbClr>
                  </a:solidFill>
                  <a:ln w="5420" cap="flat">
                    <a:solidFill>
                      <a:srgbClr val="3A679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10" name="pg461">
                    <a:extLst>
                      <a:ext uri="{FF2B5EF4-FFF2-40B4-BE49-F238E27FC236}">
                        <a16:creationId xmlns:a16="http://schemas.microsoft.com/office/drawing/2014/main" id="{5EF2BBCB-3040-0938-4370-A1682F82DBE5}"/>
                      </a:ext>
                    </a:extLst>
                  </p:cNvPr>
                  <p:cNvSpPr/>
                  <p:nvPr/>
                </p:nvSpPr>
                <p:spPr>
                  <a:xfrm>
                    <a:off x="4252673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48F">
                      <a:alpha val="100000"/>
                    </a:srgbClr>
                  </a:solidFill>
                  <a:ln w="5420" cap="flat">
                    <a:solidFill>
                      <a:srgbClr val="3A6A9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11" name="pg462">
                    <a:extLst>
                      <a:ext uri="{FF2B5EF4-FFF2-40B4-BE49-F238E27FC236}">
                        <a16:creationId xmlns:a16="http://schemas.microsoft.com/office/drawing/2014/main" id="{4E41265B-C394-3F7D-3223-8E62C6E7031A}"/>
                      </a:ext>
                    </a:extLst>
                  </p:cNvPr>
                  <p:cNvSpPr/>
                  <p:nvPr/>
                </p:nvSpPr>
                <p:spPr>
                  <a:xfrm>
                    <a:off x="4334110" y="392617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5D9C">
                      <a:alpha val="100000"/>
                    </a:srgbClr>
                  </a:solidFill>
                  <a:ln w="5420" cap="flat">
                    <a:solidFill>
                      <a:srgbClr val="3B73A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12" name="pg463">
                    <a:extLst>
                      <a:ext uri="{FF2B5EF4-FFF2-40B4-BE49-F238E27FC236}">
                        <a16:creationId xmlns:a16="http://schemas.microsoft.com/office/drawing/2014/main" id="{F25230B2-969E-3952-B31C-D28416F721BF}"/>
                      </a:ext>
                    </a:extLst>
                  </p:cNvPr>
                  <p:cNvSpPr/>
                  <p:nvPr/>
                </p:nvSpPr>
                <p:spPr>
                  <a:xfrm>
                    <a:off x="2868241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4A7AA">
                      <a:alpha val="100000"/>
                    </a:srgbClr>
                  </a:solidFill>
                  <a:ln w="5420" cap="flat">
                    <a:solidFill>
                      <a:srgbClr val="4DB3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13" name="pg464">
                    <a:extLst>
                      <a:ext uri="{FF2B5EF4-FFF2-40B4-BE49-F238E27FC236}">
                        <a16:creationId xmlns:a16="http://schemas.microsoft.com/office/drawing/2014/main" id="{51C21005-C9A4-C94C-7F18-D81F872CB3CF}"/>
                      </a:ext>
                    </a:extLst>
                  </p:cNvPr>
                  <p:cNvSpPr/>
                  <p:nvPr/>
                </p:nvSpPr>
                <p:spPr>
                  <a:xfrm>
                    <a:off x="2949678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3A6AA">
                      <a:alpha val="100000"/>
                    </a:srgbClr>
                  </a:solidFill>
                  <a:ln w="5420" cap="flat">
                    <a:solidFill>
                      <a:srgbClr val="4CB1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14" name="pg465">
                    <a:extLst>
                      <a:ext uri="{FF2B5EF4-FFF2-40B4-BE49-F238E27FC236}">
                        <a16:creationId xmlns:a16="http://schemas.microsoft.com/office/drawing/2014/main" id="{2AB06FAE-964D-2BA0-4705-12D82B5EB48B}"/>
                      </a:ext>
                    </a:extLst>
                  </p:cNvPr>
                  <p:cNvSpPr/>
                  <p:nvPr/>
                </p:nvSpPr>
                <p:spPr>
                  <a:xfrm>
                    <a:off x="3031116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1A3AA">
                      <a:alpha val="100000"/>
                    </a:srgbClr>
                  </a:solidFill>
                  <a:ln w="5420" cap="flat">
                    <a:solidFill>
                      <a:srgbClr val="4BAF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15" name="pg466">
                    <a:extLst>
                      <a:ext uri="{FF2B5EF4-FFF2-40B4-BE49-F238E27FC236}">
                        <a16:creationId xmlns:a16="http://schemas.microsoft.com/office/drawing/2014/main" id="{4930DB28-59A9-E3BA-D391-C9B05726E580}"/>
                      </a:ext>
                    </a:extLst>
                  </p:cNvPr>
                  <p:cNvSpPr/>
                  <p:nvPr/>
                </p:nvSpPr>
                <p:spPr>
                  <a:xfrm>
                    <a:off x="3112553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0A3AA">
                      <a:alpha val="100000"/>
                    </a:srgbClr>
                  </a:solidFill>
                  <a:ln w="5420" cap="flat">
                    <a:solidFill>
                      <a:srgbClr val="4BAF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16" name="pg467">
                    <a:extLst>
                      <a:ext uri="{FF2B5EF4-FFF2-40B4-BE49-F238E27FC236}">
                        <a16:creationId xmlns:a16="http://schemas.microsoft.com/office/drawing/2014/main" id="{9BCB189E-DE1E-ED63-77E2-CBFD33EF29E5}"/>
                      </a:ext>
                    </a:extLst>
                  </p:cNvPr>
                  <p:cNvSpPr/>
                  <p:nvPr/>
                </p:nvSpPr>
                <p:spPr>
                  <a:xfrm>
                    <a:off x="3193990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EA1AA">
                      <a:alpha val="100000"/>
                    </a:srgbClr>
                  </a:solidFill>
                  <a:ln w="5420" cap="flat">
                    <a:solidFill>
                      <a:srgbClr val="49AD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17" name="pg468">
                    <a:extLst>
                      <a:ext uri="{FF2B5EF4-FFF2-40B4-BE49-F238E27FC236}">
                        <a16:creationId xmlns:a16="http://schemas.microsoft.com/office/drawing/2014/main" id="{3B38F2D0-A292-0DC8-C498-C85526643502}"/>
                      </a:ext>
                    </a:extLst>
                  </p:cNvPr>
                  <p:cNvSpPr/>
                  <p:nvPr/>
                </p:nvSpPr>
                <p:spPr>
                  <a:xfrm>
                    <a:off x="3275427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9DA9">
                      <a:alpha val="100000"/>
                    </a:srgbClr>
                  </a:solidFill>
                  <a:ln w="5420" cap="flat">
                    <a:solidFill>
                      <a:srgbClr val="46AA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18" name="pg469">
                    <a:extLst>
                      <a:ext uri="{FF2B5EF4-FFF2-40B4-BE49-F238E27FC236}">
                        <a16:creationId xmlns:a16="http://schemas.microsoft.com/office/drawing/2014/main" id="{09909B94-54D4-E3BD-5688-24AFA2758491}"/>
                      </a:ext>
                    </a:extLst>
                  </p:cNvPr>
                  <p:cNvSpPr/>
                  <p:nvPr/>
                </p:nvSpPr>
                <p:spPr>
                  <a:xfrm>
                    <a:off x="3356864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99A9">
                      <a:alpha val="100000"/>
                    </a:srgbClr>
                  </a:solidFill>
                  <a:ln w="5420" cap="flat">
                    <a:solidFill>
                      <a:srgbClr val="43A7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19" name="pg470">
                    <a:extLst>
                      <a:ext uri="{FF2B5EF4-FFF2-40B4-BE49-F238E27FC236}">
                        <a16:creationId xmlns:a16="http://schemas.microsoft.com/office/drawing/2014/main" id="{2CA06187-1367-8FB8-BFF3-A9281FF2D2FB}"/>
                      </a:ext>
                    </a:extLst>
                  </p:cNvPr>
                  <p:cNvSpPr/>
                  <p:nvPr/>
                </p:nvSpPr>
                <p:spPr>
                  <a:xfrm>
                    <a:off x="3438301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5A8">
                      <a:alpha val="100000"/>
                    </a:srgbClr>
                  </a:solidFill>
                  <a:ln w="5420" cap="flat">
                    <a:solidFill>
                      <a:srgbClr val="40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20" name="pg471">
                    <a:extLst>
                      <a:ext uri="{FF2B5EF4-FFF2-40B4-BE49-F238E27FC236}">
                        <a16:creationId xmlns:a16="http://schemas.microsoft.com/office/drawing/2014/main" id="{922D7AC3-14AC-F638-1FB4-172B6A0D159B}"/>
                      </a:ext>
                    </a:extLst>
                  </p:cNvPr>
                  <p:cNvSpPr/>
                  <p:nvPr/>
                </p:nvSpPr>
                <p:spPr>
                  <a:xfrm>
                    <a:off x="3519738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21" name="pg472">
                    <a:extLst>
                      <a:ext uri="{FF2B5EF4-FFF2-40B4-BE49-F238E27FC236}">
                        <a16:creationId xmlns:a16="http://schemas.microsoft.com/office/drawing/2014/main" id="{6883174B-2628-CFEA-E775-D902EC9DC95C}"/>
                      </a:ext>
                    </a:extLst>
                  </p:cNvPr>
                  <p:cNvSpPr/>
                  <p:nvPr/>
                </p:nvSpPr>
                <p:spPr>
                  <a:xfrm>
                    <a:off x="3601176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EA4">
                      <a:alpha val="100000"/>
                    </a:srgbClr>
                  </a:solidFill>
                  <a:ln w="5420" cap="flat">
                    <a:solidFill>
                      <a:srgbClr val="3690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22" name="pg473">
                    <a:extLst>
                      <a:ext uri="{FF2B5EF4-FFF2-40B4-BE49-F238E27FC236}">
                        <a16:creationId xmlns:a16="http://schemas.microsoft.com/office/drawing/2014/main" id="{D0B06EDC-39A9-8698-4B67-10E75AAECCB3}"/>
                      </a:ext>
                    </a:extLst>
                  </p:cNvPr>
                  <p:cNvSpPr/>
                  <p:nvPr/>
                </p:nvSpPr>
                <p:spPr>
                  <a:xfrm>
                    <a:off x="3682613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4A1">
                      <a:alpha val="100000"/>
                    </a:srgbClr>
                  </a:solidFill>
                  <a:ln w="5420" cap="flat">
                    <a:solidFill>
                      <a:srgbClr val="3987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23" name="pg474">
                    <a:extLst>
                      <a:ext uri="{FF2B5EF4-FFF2-40B4-BE49-F238E27FC236}">
                        <a16:creationId xmlns:a16="http://schemas.microsoft.com/office/drawing/2014/main" id="{0BB4D57F-A9DD-A057-2269-3A9DBA26BDA7}"/>
                      </a:ext>
                    </a:extLst>
                  </p:cNvPr>
                  <p:cNvSpPr/>
                  <p:nvPr/>
                </p:nvSpPr>
                <p:spPr>
                  <a:xfrm>
                    <a:off x="3764050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99F">
                      <a:alpha val="100000"/>
                    </a:srgbClr>
                  </a:solidFill>
                  <a:ln w="5420" cap="flat">
                    <a:solidFill>
                      <a:srgbClr val="3A7DA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24" name="pg475">
                    <a:extLst>
                      <a:ext uri="{FF2B5EF4-FFF2-40B4-BE49-F238E27FC236}">
                        <a16:creationId xmlns:a16="http://schemas.microsoft.com/office/drawing/2014/main" id="{108338D4-AA70-2B43-3DDD-021E868329B6}"/>
                      </a:ext>
                    </a:extLst>
                  </p:cNvPr>
                  <p:cNvSpPr/>
                  <p:nvPr/>
                </p:nvSpPr>
                <p:spPr>
                  <a:xfrm>
                    <a:off x="3845487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5E9C">
                      <a:alpha val="100000"/>
                    </a:srgbClr>
                  </a:solidFill>
                  <a:ln w="5420" cap="flat">
                    <a:solidFill>
                      <a:srgbClr val="3A73A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25" name="pg476">
                    <a:extLst>
                      <a:ext uri="{FF2B5EF4-FFF2-40B4-BE49-F238E27FC236}">
                        <a16:creationId xmlns:a16="http://schemas.microsoft.com/office/drawing/2014/main" id="{ADAD4061-E35C-0E7C-EB77-80904D523E20}"/>
                      </a:ext>
                    </a:extLst>
                  </p:cNvPr>
                  <p:cNvSpPr/>
                  <p:nvPr/>
                </p:nvSpPr>
                <p:spPr>
                  <a:xfrm>
                    <a:off x="3926924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591">
                      <a:alpha val="100000"/>
                    </a:srgbClr>
                  </a:solidFill>
                  <a:ln w="5420" cap="flat">
                    <a:solidFill>
                      <a:srgbClr val="3A6B9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26" name="pg477">
                    <a:extLst>
                      <a:ext uri="{FF2B5EF4-FFF2-40B4-BE49-F238E27FC236}">
                        <a16:creationId xmlns:a16="http://schemas.microsoft.com/office/drawing/2014/main" id="{F9B4F08F-AB66-35A8-6DD9-195EC51106BC}"/>
                      </a:ext>
                    </a:extLst>
                  </p:cNvPr>
                  <p:cNvSpPr/>
                  <p:nvPr/>
                </p:nvSpPr>
                <p:spPr>
                  <a:xfrm>
                    <a:off x="4008361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089">
                      <a:alpha val="100000"/>
                    </a:srgbClr>
                  </a:solidFill>
                  <a:ln w="5420" cap="flat">
                    <a:solidFill>
                      <a:srgbClr val="3A669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27" name="pg478">
                    <a:extLst>
                      <a:ext uri="{FF2B5EF4-FFF2-40B4-BE49-F238E27FC236}">
                        <a16:creationId xmlns:a16="http://schemas.microsoft.com/office/drawing/2014/main" id="{9377BBC7-09D5-68A0-1D05-381CC87F76FA}"/>
                      </a:ext>
                    </a:extLst>
                  </p:cNvPr>
                  <p:cNvSpPr/>
                  <p:nvPr/>
                </p:nvSpPr>
                <p:spPr>
                  <a:xfrm>
                    <a:off x="4089798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4E86">
                      <a:alpha val="100000"/>
                    </a:srgbClr>
                  </a:solidFill>
                  <a:ln w="5420" cap="flat">
                    <a:solidFill>
                      <a:srgbClr val="3A649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28" name="pg479">
                    <a:extLst>
                      <a:ext uri="{FF2B5EF4-FFF2-40B4-BE49-F238E27FC236}">
                        <a16:creationId xmlns:a16="http://schemas.microsoft.com/office/drawing/2014/main" id="{175049AB-B02E-F6CE-650B-49CFEFBD8D3A}"/>
                      </a:ext>
                    </a:extLst>
                  </p:cNvPr>
                  <p:cNvSpPr/>
                  <p:nvPr/>
                </p:nvSpPr>
                <p:spPr>
                  <a:xfrm>
                    <a:off x="4171236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4F88">
                      <a:alpha val="100000"/>
                    </a:srgbClr>
                  </a:solidFill>
                  <a:ln w="5420" cap="flat">
                    <a:solidFill>
                      <a:srgbClr val="3A659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29" name="pg480">
                    <a:extLst>
                      <a:ext uri="{FF2B5EF4-FFF2-40B4-BE49-F238E27FC236}">
                        <a16:creationId xmlns:a16="http://schemas.microsoft.com/office/drawing/2014/main" id="{66E6C720-2FF9-33DA-2C1C-14F184FFA57F}"/>
                      </a:ext>
                    </a:extLst>
                  </p:cNvPr>
                  <p:cNvSpPr/>
                  <p:nvPr/>
                </p:nvSpPr>
                <p:spPr>
                  <a:xfrm>
                    <a:off x="4252673" y="402949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38D">
                      <a:alpha val="100000"/>
                    </a:srgbClr>
                  </a:solidFill>
                  <a:ln w="5420" cap="flat">
                    <a:solidFill>
                      <a:srgbClr val="3A699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30" name="pg481">
                    <a:extLst>
                      <a:ext uri="{FF2B5EF4-FFF2-40B4-BE49-F238E27FC236}">
                        <a16:creationId xmlns:a16="http://schemas.microsoft.com/office/drawing/2014/main" id="{C2EF1995-2BE8-5AFA-6C27-DC544C9218BF}"/>
                      </a:ext>
                    </a:extLst>
                  </p:cNvPr>
                  <p:cNvSpPr/>
                  <p:nvPr/>
                </p:nvSpPr>
                <p:spPr>
                  <a:xfrm>
                    <a:off x="2786804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1A4AA">
                      <a:alpha val="100000"/>
                    </a:srgbClr>
                  </a:solidFill>
                  <a:ln w="5420" cap="flat">
                    <a:solidFill>
                      <a:srgbClr val="4BB0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31" name="pg482">
                    <a:extLst>
                      <a:ext uri="{FF2B5EF4-FFF2-40B4-BE49-F238E27FC236}">
                        <a16:creationId xmlns:a16="http://schemas.microsoft.com/office/drawing/2014/main" id="{2BA87133-75F4-3B15-9DA3-78C6AFE8CC01}"/>
                      </a:ext>
                    </a:extLst>
                  </p:cNvPr>
                  <p:cNvSpPr/>
                  <p:nvPr/>
                </p:nvSpPr>
                <p:spPr>
                  <a:xfrm>
                    <a:off x="2868241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40A3AA">
                      <a:alpha val="100000"/>
                    </a:srgbClr>
                  </a:solidFill>
                  <a:ln w="5420" cap="flat">
                    <a:solidFill>
                      <a:srgbClr val="4AAF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32" name="pg483">
                    <a:extLst>
                      <a:ext uri="{FF2B5EF4-FFF2-40B4-BE49-F238E27FC236}">
                        <a16:creationId xmlns:a16="http://schemas.microsoft.com/office/drawing/2014/main" id="{3EB15D47-B23A-2DFB-F1FD-B65623A1A777}"/>
                      </a:ext>
                    </a:extLst>
                  </p:cNvPr>
                  <p:cNvSpPr/>
                  <p:nvPr/>
                </p:nvSpPr>
                <p:spPr>
                  <a:xfrm>
                    <a:off x="2949678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FA1AA">
                      <a:alpha val="100000"/>
                    </a:srgbClr>
                  </a:solidFill>
                  <a:ln w="5420" cap="flat">
                    <a:solidFill>
                      <a:srgbClr val="49AEAB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33" name="pg484">
                    <a:extLst>
                      <a:ext uri="{FF2B5EF4-FFF2-40B4-BE49-F238E27FC236}">
                        <a16:creationId xmlns:a16="http://schemas.microsoft.com/office/drawing/2014/main" id="{E2370A20-90A4-B82C-57B6-5FF8C4465EE5}"/>
                      </a:ext>
                    </a:extLst>
                  </p:cNvPr>
                  <p:cNvSpPr/>
                  <p:nvPr/>
                </p:nvSpPr>
                <p:spPr>
                  <a:xfrm>
                    <a:off x="3031116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D9FAA">
                      <a:alpha val="100000"/>
                    </a:srgbClr>
                  </a:solidFill>
                  <a:ln w="5420" cap="flat">
                    <a:solidFill>
                      <a:srgbClr val="48AC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34" name="pg485">
                    <a:extLst>
                      <a:ext uri="{FF2B5EF4-FFF2-40B4-BE49-F238E27FC236}">
                        <a16:creationId xmlns:a16="http://schemas.microsoft.com/office/drawing/2014/main" id="{13AA155C-EC13-5065-6BA6-C3A338B8C38C}"/>
                      </a:ext>
                    </a:extLst>
                  </p:cNvPr>
                  <p:cNvSpPr/>
                  <p:nvPr/>
                </p:nvSpPr>
                <p:spPr>
                  <a:xfrm>
                    <a:off x="3112553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9DA9">
                      <a:alpha val="100000"/>
                    </a:srgbClr>
                  </a:solidFill>
                  <a:ln w="5420" cap="flat">
                    <a:solidFill>
                      <a:srgbClr val="46AA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35" name="pg486">
                    <a:extLst>
                      <a:ext uri="{FF2B5EF4-FFF2-40B4-BE49-F238E27FC236}">
                        <a16:creationId xmlns:a16="http://schemas.microsoft.com/office/drawing/2014/main" id="{2E1C5789-36EF-2AD7-9588-087EAC4C04BC}"/>
                      </a:ext>
                    </a:extLst>
                  </p:cNvPr>
                  <p:cNvSpPr/>
                  <p:nvPr/>
                </p:nvSpPr>
                <p:spPr>
                  <a:xfrm>
                    <a:off x="3193990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9AA9">
                      <a:alpha val="100000"/>
                    </a:srgbClr>
                  </a:solidFill>
                  <a:ln w="5420" cap="flat">
                    <a:solidFill>
                      <a:srgbClr val="44A7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36" name="pg487">
                    <a:extLst>
                      <a:ext uri="{FF2B5EF4-FFF2-40B4-BE49-F238E27FC236}">
                        <a16:creationId xmlns:a16="http://schemas.microsoft.com/office/drawing/2014/main" id="{C40D3ADB-F9BC-8F58-0CC0-01BA31F530EC}"/>
                      </a:ext>
                    </a:extLst>
                  </p:cNvPr>
                  <p:cNvSpPr/>
                  <p:nvPr/>
                </p:nvSpPr>
                <p:spPr>
                  <a:xfrm>
                    <a:off x="3275427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8A9">
                      <a:alpha val="100000"/>
                    </a:srgbClr>
                  </a:solidFill>
                  <a:ln w="5420" cap="flat">
                    <a:solidFill>
                      <a:srgbClr val="42A5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37" name="pg488">
                    <a:extLst>
                      <a:ext uri="{FF2B5EF4-FFF2-40B4-BE49-F238E27FC236}">
                        <a16:creationId xmlns:a16="http://schemas.microsoft.com/office/drawing/2014/main" id="{DC54CF42-ECEF-5FA3-717F-347CA716D962}"/>
                      </a:ext>
                    </a:extLst>
                  </p:cNvPr>
                  <p:cNvSpPr/>
                  <p:nvPr/>
                </p:nvSpPr>
                <p:spPr>
                  <a:xfrm>
                    <a:off x="3356864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5A9">
                      <a:alpha val="100000"/>
                    </a:srgbClr>
                  </a:solidFill>
                  <a:ln w="5420" cap="flat">
                    <a:solidFill>
                      <a:srgbClr val="40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38" name="pg489">
                    <a:extLst>
                      <a:ext uri="{FF2B5EF4-FFF2-40B4-BE49-F238E27FC236}">
                        <a16:creationId xmlns:a16="http://schemas.microsoft.com/office/drawing/2014/main" id="{3FC33739-20B8-DDAB-94D2-FB22CB29FB8A}"/>
                      </a:ext>
                    </a:extLst>
                  </p:cNvPr>
                  <p:cNvSpPr/>
                  <p:nvPr/>
                </p:nvSpPr>
                <p:spPr>
                  <a:xfrm>
                    <a:off x="3438301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39" name="pg490">
                    <a:extLst>
                      <a:ext uri="{FF2B5EF4-FFF2-40B4-BE49-F238E27FC236}">
                        <a16:creationId xmlns:a16="http://schemas.microsoft.com/office/drawing/2014/main" id="{127B58FD-B015-992C-E991-B4A38C3B74C6}"/>
                      </a:ext>
                    </a:extLst>
                  </p:cNvPr>
                  <p:cNvSpPr/>
                  <p:nvPr/>
                </p:nvSpPr>
                <p:spPr>
                  <a:xfrm>
                    <a:off x="3519738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40" name="pg491">
                    <a:extLst>
                      <a:ext uri="{FF2B5EF4-FFF2-40B4-BE49-F238E27FC236}">
                        <a16:creationId xmlns:a16="http://schemas.microsoft.com/office/drawing/2014/main" id="{3FEA23D5-CE6D-364D-DC5B-B220913D6AB6}"/>
                      </a:ext>
                    </a:extLst>
                  </p:cNvPr>
                  <p:cNvSpPr/>
                  <p:nvPr/>
                </p:nvSpPr>
                <p:spPr>
                  <a:xfrm>
                    <a:off x="3601176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FA4">
                      <a:alpha val="100000"/>
                    </a:srgbClr>
                  </a:solidFill>
                  <a:ln w="5420" cap="flat">
                    <a:solidFill>
                      <a:srgbClr val="3691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41" name="pg492">
                    <a:extLst>
                      <a:ext uri="{FF2B5EF4-FFF2-40B4-BE49-F238E27FC236}">
                        <a16:creationId xmlns:a16="http://schemas.microsoft.com/office/drawing/2014/main" id="{FB847B95-1C9C-DBEB-E6BD-01F06AB08F26}"/>
                      </a:ext>
                    </a:extLst>
                  </p:cNvPr>
                  <p:cNvSpPr/>
                  <p:nvPr/>
                </p:nvSpPr>
                <p:spPr>
                  <a:xfrm>
                    <a:off x="3682613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6A2">
                      <a:alpha val="100000"/>
                    </a:srgbClr>
                  </a:solidFill>
                  <a:ln w="5420" cap="flat">
                    <a:solidFill>
                      <a:srgbClr val="3889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42" name="pg493">
                    <a:extLst>
                      <a:ext uri="{FF2B5EF4-FFF2-40B4-BE49-F238E27FC236}">
                        <a16:creationId xmlns:a16="http://schemas.microsoft.com/office/drawing/2014/main" id="{8B50F55B-63E5-B8B6-3155-0875718031E1}"/>
                      </a:ext>
                    </a:extLst>
                  </p:cNvPr>
                  <p:cNvSpPr/>
                  <p:nvPr/>
                </p:nvSpPr>
                <p:spPr>
                  <a:xfrm>
                    <a:off x="3764050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B9F">
                      <a:alpha val="100000"/>
                    </a:srgbClr>
                  </a:solidFill>
                  <a:ln w="5420" cap="flat">
                    <a:solidFill>
                      <a:srgbClr val="3A7FA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43" name="pg494">
                    <a:extLst>
                      <a:ext uri="{FF2B5EF4-FFF2-40B4-BE49-F238E27FC236}">
                        <a16:creationId xmlns:a16="http://schemas.microsoft.com/office/drawing/2014/main" id="{5EB7C238-76DC-C844-0828-FF3B315A9686}"/>
                      </a:ext>
                    </a:extLst>
                  </p:cNvPr>
                  <p:cNvSpPr/>
                  <p:nvPr/>
                </p:nvSpPr>
                <p:spPr>
                  <a:xfrm>
                    <a:off x="3845487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19D">
                      <a:alpha val="100000"/>
                    </a:srgbClr>
                  </a:solidFill>
                  <a:ln w="5420" cap="flat">
                    <a:solidFill>
                      <a:srgbClr val="3A76A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44" name="pg495">
                    <a:extLst>
                      <a:ext uri="{FF2B5EF4-FFF2-40B4-BE49-F238E27FC236}">
                        <a16:creationId xmlns:a16="http://schemas.microsoft.com/office/drawing/2014/main" id="{80A676D5-4164-5726-0AA9-8C0B19A6C8CC}"/>
                      </a:ext>
                    </a:extLst>
                  </p:cNvPr>
                  <p:cNvSpPr/>
                  <p:nvPr/>
                </p:nvSpPr>
                <p:spPr>
                  <a:xfrm>
                    <a:off x="3926924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5895">
                      <a:alpha val="100000"/>
                    </a:srgbClr>
                  </a:solidFill>
                  <a:ln w="5420" cap="flat">
                    <a:solidFill>
                      <a:srgbClr val="3A6EA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45" name="pg496">
                    <a:extLst>
                      <a:ext uri="{FF2B5EF4-FFF2-40B4-BE49-F238E27FC236}">
                        <a16:creationId xmlns:a16="http://schemas.microsoft.com/office/drawing/2014/main" id="{F497CE18-7D01-AB92-F82A-7937CB1A285A}"/>
                      </a:ext>
                    </a:extLst>
                  </p:cNvPr>
                  <p:cNvSpPr/>
                  <p:nvPr/>
                </p:nvSpPr>
                <p:spPr>
                  <a:xfrm>
                    <a:off x="4008361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38E">
                      <a:alpha val="100000"/>
                    </a:srgbClr>
                  </a:solidFill>
                  <a:ln w="5420" cap="flat">
                    <a:solidFill>
                      <a:srgbClr val="3A699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46" name="pg497">
                    <a:extLst>
                      <a:ext uri="{FF2B5EF4-FFF2-40B4-BE49-F238E27FC236}">
                        <a16:creationId xmlns:a16="http://schemas.microsoft.com/office/drawing/2014/main" id="{F984762F-8307-DA64-AADC-9DAC0DF2B145}"/>
                      </a:ext>
                    </a:extLst>
                  </p:cNvPr>
                  <p:cNvSpPr/>
                  <p:nvPr/>
                </p:nvSpPr>
                <p:spPr>
                  <a:xfrm>
                    <a:off x="4089798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18B">
                      <a:alpha val="100000"/>
                    </a:srgbClr>
                  </a:solidFill>
                  <a:ln w="5420" cap="flat">
                    <a:solidFill>
                      <a:srgbClr val="3A679E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47" name="pg498">
                    <a:extLst>
                      <a:ext uri="{FF2B5EF4-FFF2-40B4-BE49-F238E27FC236}">
                        <a16:creationId xmlns:a16="http://schemas.microsoft.com/office/drawing/2014/main" id="{AB40ACC8-0FC0-7E5B-C6EE-47E443EB69C4}"/>
                      </a:ext>
                    </a:extLst>
                  </p:cNvPr>
                  <p:cNvSpPr/>
                  <p:nvPr/>
                </p:nvSpPr>
                <p:spPr>
                  <a:xfrm>
                    <a:off x="4171236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28C">
                      <a:alpha val="100000"/>
                    </a:srgbClr>
                  </a:solidFill>
                  <a:ln w="5420" cap="flat">
                    <a:solidFill>
                      <a:srgbClr val="3A689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48" name="pg499">
                    <a:extLst>
                      <a:ext uri="{FF2B5EF4-FFF2-40B4-BE49-F238E27FC236}">
                        <a16:creationId xmlns:a16="http://schemas.microsoft.com/office/drawing/2014/main" id="{E3D139DA-415C-4BFC-0CA1-9383D29ABA33}"/>
                      </a:ext>
                    </a:extLst>
                  </p:cNvPr>
                  <p:cNvSpPr/>
                  <p:nvPr/>
                </p:nvSpPr>
                <p:spPr>
                  <a:xfrm>
                    <a:off x="4252673" y="4132810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5590">
                      <a:alpha val="100000"/>
                    </a:srgbClr>
                  </a:solidFill>
                  <a:ln w="5420" cap="flat">
                    <a:solidFill>
                      <a:srgbClr val="3A6B9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49" name="pg500">
                    <a:extLst>
                      <a:ext uri="{FF2B5EF4-FFF2-40B4-BE49-F238E27FC236}">
                        <a16:creationId xmlns:a16="http://schemas.microsoft.com/office/drawing/2014/main" id="{B3F3AE07-9ACF-E45D-65FD-284DFA85DD85}"/>
                      </a:ext>
                    </a:extLst>
                  </p:cNvPr>
                  <p:cNvSpPr/>
                  <p:nvPr/>
                </p:nvSpPr>
                <p:spPr>
                  <a:xfrm>
                    <a:off x="2786804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9BA9">
                      <a:alpha val="100000"/>
                    </a:srgbClr>
                  </a:solidFill>
                  <a:ln w="5420" cap="flat">
                    <a:solidFill>
                      <a:srgbClr val="45A8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50" name="pg501">
                    <a:extLst>
                      <a:ext uri="{FF2B5EF4-FFF2-40B4-BE49-F238E27FC236}">
                        <a16:creationId xmlns:a16="http://schemas.microsoft.com/office/drawing/2014/main" id="{7FC07CE0-72D2-2A8E-D8A7-8ABD6A7798ED}"/>
                      </a:ext>
                    </a:extLst>
                  </p:cNvPr>
                  <p:cNvSpPr/>
                  <p:nvPr/>
                </p:nvSpPr>
                <p:spPr>
                  <a:xfrm>
                    <a:off x="2868241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9AA9">
                      <a:alpha val="100000"/>
                    </a:srgbClr>
                  </a:solidFill>
                  <a:ln w="5420" cap="flat">
                    <a:solidFill>
                      <a:srgbClr val="44A7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51" name="pg502">
                    <a:extLst>
                      <a:ext uri="{FF2B5EF4-FFF2-40B4-BE49-F238E27FC236}">
                        <a16:creationId xmlns:a16="http://schemas.microsoft.com/office/drawing/2014/main" id="{F423AB58-7B9C-C698-CEAB-4623B480F973}"/>
                      </a:ext>
                    </a:extLst>
                  </p:cNvPr>
                  <p:cNvSpPr/>
                  <p:nvPr/>
                </p:nvSpPr>
                <p:spPr>
                  <a:xfrm>
                    <a:off x="2949678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8A9">
                      <a:alpha val="100000"/>
                    </a:srgbClr>
                  </a:solidFill>
                  <a:ln w="5420" cap="flat">
                    <a:solidFill>
                      <a:srgbClr val="43A6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52" name="pg503">
                    <a:extLst>
                      <a:ext uri="{FF2B5EF4-FFF2-40B4-BE49-F238E27FC236}">
                        <a16:creationId xmlns:a16="http://schemas.microsoft.com/office/drawing/2014/main" id="{00A1A464-E54B-B1A2-F1D5-C80F547710CB}"/>
                      </a:ext>
                    </a:extLst>
                  </p:cNvPr>
                  <p:cNvSpPr/>
                  <p:nvPr/>
                </p:nvSpPr>
                <p:spPr>
                  <a:xfrm>
                    <a:off x="3031116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497A9">
                      <a:alpha val="100000"/>
                    </a:srgbClr>
                  </a:solidFill>
                  <a:ln w="5420" cap="flat">
                    <a:solidFill>
                      <a:srgbClr val="41A4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53" name="pg504">
                    <a:extLst>
                      <a:ext uri="{FF2B5EF4-FFF2-40B4-BE49-F238E27FC236}">
                        <a16:creationId xmlns:a16="http://schemas.microsoft.com/office/drawing/2014/main" id="{A418EE4B-3B09-FD94-B671-0D30B056DCD7}"/>
                      </a:ext>
                    </a:extLst>
                  </p:cNvPr>
                  <p:cNvSpPr/>
                  <p:nvPr/>
                </p:nvSpPr>
                <p:spPr>
                  <a:xfrm>
                    <a:off x="3112553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5A9">
                      <a:alpha val="100000"/>
                    </a:srgbClr>
                  </a:solidFill>
                  <a:ln w="5420" cap="flat">
                    <a:solidFill>
                      <a:srgbClr val="40A3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54" name="pg505">
                    <a:extLst>
                      <a:ext uri="{FF2B5EF4-FFF2-40B4-BE49-F238E27FC236}">
                        <a16:creationId xmlns:a16="http://schemas.microsoft.com/office/drawing/2014/main" id="{EE2E6916-C8AB-C95B-9040-54CEF1FF3D93}"/>
                      </a:ext>
                    </a:extLst>
                  </p:cNvPr>
                  <p:cNvSpPr/>
                  <p:nvPr/>
                </p:nvSpPr>
                <p:spPr>
                  <a:xfrm>
                    <a:off x="3193990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4A8">
                      <a:alpha val="100000"/>
                    </a:srgbClr>
                  </a:solidFill>
                  <a:ln w="5420" cap="flat">
                    <a:solidFill>
                      <a:srgbClr val="3F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55" name="pg506">
                    <a:extLst>
                      <a:ext uri="{FF2B5EF4-FFF2-40B4-BE49-F238E27FC236}">
                        <a16:creationId xmlns:a16="http://schemas.microsoft.com/office/drawing/2014/main" id="{C33E2745-A63D-33FB-620B-8B0C0072C9D0}"/>
                      </a:ext>
                    </a:extLst>
                  </p:cNvPr>
                  <p:cNvSpPr/>
                  <p:nvPr/>
                </p:nvSpPr>
                <p:spPr>
                  <a:xfrm>
                    <a:off x="3275427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56" name="pg507">
                    <a:extLst>
                      <a:ext uri="{FF2B5EF4-FFF2-40B4-BE49-F238E27FC236}">
                        <a16:creationId xmlns:a16="http://schemas.microsoft.com/office/drawing/2014/main" id="{6B835B63-8493-5D51-5F0A-FE56FD6E1F97}"/>
                      </a:ext>
                    </a:extLst>
                  </p:cNvPr>
                  <p:cNvSpPr/>
                  <p:nvPr/>
                </p:nvSpPr>
                <p:spPr>
                  <a:xfrm>
                    <a:off x="3356864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57" name="pg508">
                    <a:extLst>
                      <a:ext uri="{FF2B5EF4-FFF2-40B4-BE49-F238E27FC236}">
                        <a16:creationId xmlns:a16="http://schemas.microsoft.com/office/drawing/2014/main" id="{078636D3-44EE-DF09-A29B-12D150205322}"/>
                      </a:ext>
                    </a:extLst>
                  </p:cNvPr>
                  <p:cNvSpPr/>
                  <p:nvPr/>
                </p:nvSpPr>
                <p:spPr>
                  <a:xfrm>
                    <a:off x="3438301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8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58" name="pg509">
                    <a:extLst>
                      <a:ext uri="{FF2B5EF4-FFF2-40B4-BE49-F238E27FC236}">
                        <a16:creationId xmlns:a16="http://schemas.microsoft.com/office/drawing/2014/main" id="{AEE0E07A-E618-0781-45E0-8E285B10F6CE}"/>
                      </a:ext>
                    </a:extLst>
                  </p:cNvPr>
                  <p:cNvSpPr/>
                  <p:nvPr/>
                </p:nvSpPr>
                <p:spPr>
                  <a:xfrm>
                    <a:off x="3519738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CA7">
                      <a:alpha val="100000"/>
                    </a:srgbClr>
                  </a:solidFill>
                  <a:ln w="5420" cap="flat">
                    <a:solidFill>
                      <a:srgbClr val="39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59" name="pg510">
                    <a:extLst>
                      <a:ext uri="{FF2B5EF4-FFF2-40B4-BE49-F238E27FC236}">
                        <a16:creationId xmlns:a16="http://schemas.microsoft.com/office/drawing/2014/main" id="{C1D918CE-0382-A606-44BC-7BE52C684FB9}"/>
                      </a:ext>
                    </a:extLst>
                  </p:cNvPr>
                  <p:cNvSpPr/>
                  <p:nvPr/>
                </p:nvSpPr>
                <p:spPr>
                  <a:xfrm>
                    <a:off x="3601176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60" name="pg511">
                    <a:extLst>
                      <a:ext uri="{FF2B5EF4-FFF2-40B4-BE49-F238E27FC236}">
                        <a16:creationId xmlns:a16="http://schemas.microsoft.com/office/drawing/2014/main" id="{0CB0CC8A-FB27-9339-E747-90310F7F6433}"/>
                      </a:ext>
                    </a:extLst>
                  </p:cNvPr>
                  <p:cNvSpPr/>
                  <p:nvPr/>
                </p:nvSpPr>
                <p:spPr>
                  <a:xfrm>
                    <a:off x="3682613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81A4">
                      <a:alpha val="100000"/>
                    </a:srgbClr>
                  </a:solidFill>
                  <a:ln w="5420" cap="flat">
                    <a:solidFill>
                      <a:srgbClr val="3692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61" name="pg512">
                    <a:extLst>
                      <a:ext uri="{FF2B5EF4-FFF2-40B4-BE49-F238E27FC236}">
                        <a16:creationId xmlns:a16="http://schemas.microsoft.com/office/drawing/2014/main" id="{DBCD3A37-4C1F-494F-1BF8-B115017260C9}"/>
                      </a:ext>
                    </a:extLst>
                  </p:cNvPr>
                  <p:cNvSpPr/>
                  <p:nvPr/>
                </p:nvSpPr>
                <p:spPr>
                  <a:xfrm>
                    <a:off x="3764050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8A2">
                      <a:alpha val="100000"/>
                    </a:srgbClr>
                  </a:solidFill>
                  <a:ln w="5420" cap="flat">
                    <a:solidFill>
                      <a:srgbClr val="388B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62" name="pg513">
                    <a:extLst>
                      <a:ext uri="{FF2B5EF4-FFF2-40B4-BE49-F238E27FC236}">
                        <a16:creationId xmlns:a16="http://schemas.microsoft.com/office/drawing/2014/main" id="{301BA079-CB4E-DC86-324A-ED30CC4DF404}"/>
                      </a:ext>
                    </a:extLst>
                  </p:cNvPr>
                  <p:cNvSpPr/>
                  <p:nvPr/>
                </p:nvSpPr>
                <p:spPr>
                  <a:xfrm>
                    <a:off x="3845487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70A0">
                      <a:alpha val="100000"/>
                    </a:srgbClr>
                  </a:solidFill>
                  <a:ln w="5420" cap="flat">
                    <a:solidFill>
                      <a:srgbClr val="3983A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63" name="pg514">
                    <a:extLst>
                      <a:ext uri="{FF2B5EF4-FFF2-40B4-BE49-F238E27FC236}">
                        <a16:creationId xmlns:a16="http://schemas.microsoft.com/office/drawing/2014/main" id="{33B48C20-2C97-E69A-489D-C5CA254EE674}"/>
                      </a:ext>
                    </a:extLst>
                  </p:cNvPr>
                  <p:cNvSpPr/>
                  <p:nvPr/>
                </p:nvSpPr>
                <p:spPr>
                  <a:xfrm>
                    <a:off x="3926924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99F">
                      <a:alpha val="100000"/>
                    </a:srgbClr>
                  </a:solidFill>
                  <a:ln w="5420" cap="flat">
                    <a:solidFill>
                      <a:srgbClr val="3A7DA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64" name="pg515">
                    <a:extLst>
                      <a:ext uri="{FF2B5EF4-FFF2-40B4-BE49-F238E27FC236}">
                        <a16:creationId xmlns:a16="http://schemas.microsoft.com/office/drawing/2014/main" id="{623295A1-0A3C-863A-475E-46344219D388}"/>
                      </a:ext>
                    </a:extLst>
                  </p:cNvPr>
                  <p:cNvSpPr/>
                  <p:nvPr/>
                </p:nvSpPr>
                <p:spPr>
                  <a:xfrm>
                    <a:off x="4008361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39E">
                      <a:alpha val="100000"/>
                    </a:srgbClr>
                  </a:solidFill>
                  <a:ln w="5420" cap="flat">
                    <a:solidFill>
                      <a:srgbClr val="3A78A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65" name="pg516">
                    <a:extLst>
                      <a:ext uri="{FF2B5EF4-FFF2-40B4-BE49-F238E27FC236}">
                        <a16:creationId xmlns:a16="http://schemas.microsoft.com/office/drawing/2014/main" id="{4870DA1C-934B-D897-5EE6-C4C35E028A9D}"/>
                      </a:ext>
                    </a:extLst>
                  </p:cNvPr>
                  <p:cNvSpPr/>
                  <p:nvPr/>
                </p:nvSpPr>
                <p:spPr>
                  <a:xfrm>
                    <a:off x="4089798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609D">
                      <a:alpha val="100000"/>
                    </a:srgbClr>
                  </a:solidFill>
                  <a:ln w="5420" cap="flat">
                    <a:solidFill>
                      <a:srgbClr val="3A76A2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66" name="pg517">
                    <a:extLst>
                      <a:ext uri="{FF2B5EF4-FFF2-40B4-BE49-F238E27FC236}">
                        <a16:creationId xmlns:a16="http://schemas.microsoft.com/office/drawing/2014/main" id="{6742AF39-F190-E432-E9AF-D1275A072398}"/>
                      </a:ext>
                    </a:extLst>
                  </p:cNvPr>
                  <p:cNvSpPr/>
                  <p:nvPr/>
                </p:nvSpPr>
                <p:spPr>
                  <a:xfrm>
                    <a:off x="4171236" y="4236126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5E9C">
                      <a:alpha val="100000"/>
                    </a:srgbClr>
                  </a:solidFill>
                  <a:ln w="5420" cap="flat">
                    <a:solidFill>
                      <a:srgbClr val="3A74A1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67" name="pg518">
                    <a:extLst>
                      <a:ext uri="{FF2B5EF4-FFF2-40B4-BE49-F238E27FC236}">
                        <a16:creationId xmlns:a16="http://schemas.microsoft.com/office/drawing/2014/main" id="{FAF104CD-60D7-1328-0C18-73D80A50465D}"/>
                      </a:ext>
                    </a:extLst>
                  </p:cNvPr>
                  <p:cNvSpPr/>
                  <p:nvPr/>
                </p:nvSpPr>
                <p:spPr>
                  <a:xfrm>
                    <a:off x="2786804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8A9">
                      <a:alpha val="100000"/>
                    </a:srgbClr>
                  </a:solidFill>
                  <a:ln w="5420" cap="flat">
                    <a:solidFill>
                      <a:srgbClr val="42A6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68" name="pg519">
                    <a:extLst>
                      <a:ext uri="{FF2B5EF4-FFF2-40B4-BE49-F238E27FC236}">
                        <a16:creationId xmlns:a16="http://schemas.microsoft.com/office/drawing/2014/main" id="{A3D9C79A-DEDA-5835-F24C-8EE455A3485B}"/>
                      </a:ext>
                    </a:extLst>
                  </p:cNvPr>
                  <p:cNvSpPr/>
                  <p:nvPr/>
                </p:nvSpPr>
                <p:spPr>
                  <a:xfrm>
                    <a:off x="2868241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497A9">
                      <a:alpha val="100000"/>
                    </a:srgbClr>
                  </a:solidFill>
                  <a:ln w="5420" cap="flat">
                    <a:solidFill>
                      <a:srgbClr val="42A5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69" name="pg520">
                    <a:extLst>
                      <a:ext uri="{FF2B5EF4-FFF2-40B4-BE49-F238E27FC236}">
                        <a16:creationId xmlns:a16="http://schemas.microsoft.com/office/drawing/2014/main" id="{F31B7FC2-61C1-4669-FDA8-DF816A448001}"/>
                      </a:ext>
                    </a:extLst>
                  </p:cNvPr>
                  <p:cNvSpPr/>
                  <p:nvPr/>
                </p:nvSpPr>
                <p:spPr>
                  <a:xfrm>
                    <a:off x="2949678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496A9">
                      <a:alpha val="100000"/>
                    </a:srgbClr>
                  </a:solidFill>
                  <a:ln w="5420" cap="flat">
                    <a:solidFill>
                      <a:srgbClr val="41A3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70" name="pg521">
                    <a:extLst>
                      <a:ext uri="{FF2B5EF4-FFF2-40B4-BE49-F238E27FC236}">
                        <a16:creationId xmlns:a16="http://schemas.microsoft.com/office/drawing/2014/main" id="{E8AB89F5-F104-806C-425D-560BC6E2B0C3}"/>
                      </a:ext>
                    </a:extLst>
                  </p:cNvPr>
                  <p:cNvSpPr/>
                  <p:nvPr/>
                </p:nvSpPr>
                <p:spPr>
                  <a:xfrm>
                    <a:off x="3031116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5A8">
                      <a:alpha val="100000"/>
                    </a:srgbClr>
                  </a:solidFill>
                  <a:ln w="5420" cap="flat">
                    <a:solidFill>
                      <a:srgbClr val="40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71" name="pg522">
                    <a:extLst>
                      <a:ext uri="{FF2B5EF4-FFF2-40B4-BE49-F238E27FC236}">
                        <a16:creationId xmlns:a16="http://schemas.microsoft.com/office/drawing/2014/main" id="{00530F9F-D01B-A5A2-20BE-897B02CBBA7A}"/>
                      </a:ext>
                    </a:extLst>
                  </p:cNvPr>
                  <p:cNvSpPr/>
                  <p:nvPr/>
                </p:nvSpPr>
                <p:spPr>
                  <a:xfrm>
                    <a:off x="3112553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3A8">
                      <a:alpha val="100000"/>
                    </a:srgbClr>
                  </a:solidFill>
                  <a:ln w="5420" cap="flat">
                    <a:solidFill>
                      <a:srgbClr val="3F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72" name="pg523">
                    <a:extLst>
                      <a:ext uri="{FF2B5EF4-FFF2-40B4-BE49-F238E27FC236}">
                        <a16:creationId xmlns:a16="http://schemas.microsoft.com/office/drawing/2014/main" id="{E2EFCAA5-4DC9-95EC-8911-2408C05E42C1}"/>
                      </a:ext>
                    </a:extLst>
                  </p:cNvPr>
                  <p:cNvSpPr/>
                  <p:nvPr/>
                </p:nvSpPr>
                <p:spPr>
                  <a:xfrm>
                    <a:off x="3193990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73" name="pg524">
                    <a:extLst>
                      <a:ext uri="{FF2B5EF4-FFF2-40B4-BE49-F238E27FC236}">
                        <a16:creationId xmlns:a16="http://schemas.microsoft.com/office/drawing/2014/main" id="{5A05B475-4109-3856-62CB-F6A5329A0300}"/>
                      </a:ext>
                    </a:extLst>
                  </p:cNvPr>
                  <p:cNvSpPr/>
                  <p:nvPr/>
                </p:nvSpPr>
                <p:spPr>
                  <a:xfrm>
                    <a:off x="3275427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74" name="pg525">
                    <a:extLst>
                      <a:ext uri="{FF2B5EF4-FFF2-40B4-BE49-F238E27FC236}">
                        <a16:creationId xmlns:a16="http://schemas.microsoft.com/office/drawing/2014/main" id="{2539C003-9BA0-0112-AFB7-F03B0ED39884}"/>
                      </a:ext>
                    </a:extLst>
                  </p:cNvPr>
                  <p:cNvSpPr/>
                  <p:nvPr/>
                </p:nvSpPr>
                <p:spPr>
                  <a:xfrm>
                    <a:off x="3356864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75" name="pg526">
                    <a:extLst>
                      <a:ext uri="{FF2B5EF4-FFF2-40B4-BE49-F238E27FC236}">
                        <a16:creationId xmlns:a16="http://schemas.microsoft.com/office/drawing/2014/main" id="{B3934A8F-BC5A-5921-A235-E1AECBED3D1C}"/>
                      </a:ext>
                    </a:extLst>
                  </p:cNvPr>
                  <p:cNvSpPr/>
                  <p:nvPr/>
                </p:nvSpPr>
                <p:spPr>
                  <a:xfrm>
                    <a:off x="3438301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76" name="pg527">
                    <a:extLst>
                      <a:ext uri="{FF2B5EF4-FFF2-40B4-BE49-F238E27FC236}">
                        <a16:creationId xmlns:a16="http://schemas.microsoft.com/office/drawing/2014/main" id="{08117473-31C1-31FA-1A07-AF89D99A5290}"/>
                      </a:ext>
                    </a:extLst>
                  </p:cNvPr>
                  <p:cNvSpPr/>
                  <p:nvPr/>
                </p:nvSpPr>
                <p:spPr>
                  <a:xfrm>
                    <a:off x="3519738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77" name="pg528">
                    <a:extLst>
                      <a:ext uri="{FF2B5EF4-FFF2-40B4-BE49-F238E27FC236}">
                        <a16:creationId xmlns:a16="http://schemas.microsoft.com/office/drawing/2014/main" id="{F23FBF1B-BCB4-AD62-263C-B34476A8161A}"/>
                      </a:ext>
                    </a:extLst>
                  </p:cNvPr>
                  <p:cNvSpPr/>
                  <p:nvPr/>
                </p:nvSpPr>
                <p:spPr>
                  <a:xfrm>
                    <a:off x="3601176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BA7">
                      <a:alpha val="100000"/>
                    </a:srgbClr>
                  </a:solidFill>
                  <a:ln w="5420" cap="flat">
                    <a:solidFill>
                      <a:srgbClr val="389B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78" name="pg529">
                    <a:extLst>
                      <a:ext uri="{FF2B5EF4-FFF2-40B4-BE49-F238E27FC236}">
                        <a16:creationId xmlns:a16="http://schemas.microsoft.com/office/drawing/2014/main" id="{50D1609B-B44A-4F03-32A9-6092BC8F2B90}"/>
                      </a:ext>
                    </a:extLst>
                  </p:cNvPr>
                  <p:cNvSpPr/>
                  <p:nvPr/>
                </p:nvSpPr>
                <p:spPr>
                  <a:xfrm>
                    <a:off x="3682613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6A5">
                      <a:alpha val="100000"/>
                    </a:srgbClr>
                  </a:solidFill>
                  <a:ln w="5420" cap="flat">
                    <a:solidFill>
                      <a:srgbClr val="3497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79" name="pg530">
                    <a:extLst>
                      <a:ext uri="{FF2B5EF4-FFF2-40B4-BE49-F238E27FC236}">
                        <a16:creationId xmlns:a16="http://schemas.microsoft.com/office/drawing/2014/main" id="{93710DB2-B6D6-AFBB-95FA-DAD2C03B7E7C}"/>
                      </a:ext>
                    </a:extLst>
                  </p:cNvPr>
                  <p:cNvSpPr/>
                  <p:nvPr/>
                </p:nvSpPr>
                <p:spPr>
                  <a:xfrm>
                    <a:off x="3764050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FA4">
                      <a:alpha val="100000"/>
                    </a:srgbClr>
                  </a:solidFill>
                  <a:ln w="5420" cap="flat">
                    <a:solidFill>
                      <a:srgbClr val="3691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80" name="pg531">
                    <a:extLst>
                      <a:ext uri="{FF2B5EF4-FFF2-40B4-BE49-F238E27FC236}">
                        <a16:creationId xmlns:a16="http://schemas.microsoft.com/office/drawing/2014/main" id="{E39D1C09-56F1-588A-6D11-F9EAFCA55361}"/>
                      </a:ext>
                    </a:extLst>
                  </p:cNvPr>
                  <p:cNvSpPr/>
                  <p:nvPr/>
                </p:nvSpPr>
                <p:spPr>
                  <a:xfrm>
                    <a:off x="3845487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8A2">
                      <a:alpha val="100000"/>
                    </a:srgbClr>
                  </a:solidFill>
                  <a:ln w="5420" cap="flat">
                    <a:solidFill>
                      <a:srgbClr val="388A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81" name="pg532">
                    <a:extLst>
                      <a:ext uri="{FF2B5EF4-FFF2-40B4-BE49-F238E27FC236}">
                        <a16:creationId xmlns:a16="http://schemas.microsoft.com/office/drawing/2014/main" id="{FC855C20-A219-10EB-7D8F-D9E6C1F5B72E}"/>
                      </a:ext>
                    </a:extLst>
                  </p:cNvPr>
                  <p:cNvSpPr/>
                  <p:nvPr/>
                </p:nvSpPr>
                <p:spPr>
                  <a:xfrm>
                    <a:off x="3926924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B71A1">
                      <a:alpha val="100000"/>
                    </a:srgbClr>
                  </a:solidFill>
                  <a:ln w="5420" cap="flat">
                    <a:solidFill>
                      <a:srgbClr val="3985A5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82" name="pg533">
                    <a:extLst>
                      <a:ext uri="{FF2B5EF4-FFF2-40B4-BE49-F238E27FC236}">
                        <a16:creationId xmlns:a16="http://schemas.microsoft.com/office/drawing/2014/main" id="{48093AE6-1F9B-8A83-F4AE-CB57DC85BAA4}"/>
                      </a:ext>
                    </a:extLst>
                  </p:cNvPr>
                  <p:cNvSpPr/>
                  <p:nvPr/>
                </p:nvSpPr>
                <p:spPr>
                  <a:xfrm>
                    <a:off x="4008361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CA0">
                      <a:alpha val="100000"/>
                    </a:srgbClr>
                  </a:solidFill>
                  <a:ln w="5420" cap="flat">
                    <a:solidFill>
                      <a:srgbClr val="3A80A4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83" name="pg534">
                    <a:extLst>
                      <a:ext uri="{FF2B5EF4-FFF2-40B4-BE49-F238E27FC236}">
                        <a16:creationId xmlns:a16="http://schemas.microsoft.com/office/drawing/2014/main" id="{8A1CEA23-517E-D3A0-30CD-C9BD109440FB}"/>
                      </a:ext>
                    </a:extLst>
                  </p:cNvPr>
                  <p:cNvSpPr/>
                  <p:nvPr/>
                </p:nvSpPr>
                <p:spPr>
                  <a:xfrm>
                    <a:off x="4089798" y="4339442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699F">
                      <a:alpha val="100000"/>
                    </a:srgbClr>
                  </a:solidFill>
                  <a:ln w="5420" cap="flat">
                    <a:solidFill>
                      <a:srgbClr val="3A7DA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84" name="pg535">
                    <a:extLst>
                      <a:ext uri="{FF2B5EF4-FFF2-40B4-BE49-F238E27FC236}">
                        <a16:creationId xmlns:a16="http://schemas.microsoft.com/office/drawing/2014/main" id="{EFA48A5B-974D-478F-5BD5-ADC90B58F492}"/>
                      </a:ext>
                    </a:extLst>
                  </p:cNvPr>
                  <p:cNvSpPr/>
                  <p:nvPr/>
                </p:nvSpPr>
                <p:spPr>
                  <a:xfrm>
                    <a:off x="2868241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5A9">
                      <a:alpha val="100000"/>
                    </a:srgbClr>
                  </a:solidFill>
                  <a:ln w="5420" cap="flat">
                    <a:solidFill>
                      <a:srgbClr val="40A3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85" name="pg536">
                    <a:extLst>
                      <a:ext uri="{FF2B5EF4-FFF2-40B4-BE49-F238E27FC236}">
                        <a16:creationId xmlns:a16="http://schemas.microsoft.com/office/drawing/2014/main" id="{FBA192EB-D968-378A-FFFD-99F3EFE17599}"/>
                      </a:ext>
                    </a:extLst>
                  </p:cNvPr>
                  <p:cNvSpPr/>
                  <p:nvPr/>
                </p:nvSpPr>
                <p:spPr>
                  <a:xfrm>
                    <a:off x="2949678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4A8">
                      <a:alpha val="100000"/>
                    </a:srgbClr>
                  </a:solidFill>
                  <a:ln w="5420" cap="flat">
                    <a:solidFill>
                      <a:srgbClr val="3FA2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86" name="pg537">
                    <a:extLst>
                      <a:ext uri="{FF2B5EF4-FFF2-40B4-BE49-F238E27FC236}">
                        <a16:creationId xmlns:a16="http://schemas.microsoft.com/office/drawing/2014/main" id="{6C0F3510-933F-1922-B20B-C8CD2F9BDF1F}"/>
                      </a:ext>
                    </a:extLst>
                  </p:cNvPr>
                  <p:cNvSpPr/>
                  <p:nvPr/>
                </p:nvSpPr>
                <p:spPr>
                  <a:xfrm>
                    <a:off x="3031116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593A8">
                      <a:alpha val="100000"/>
                    </a:srgbClr>
                  </a:solidFill>
                  <a:ln w="5420" cap="flat">
                    <a:solidFill>
                      <a:srgbClr val="3F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87" name="pg538">
                    <a:extLst>
                      <a:ext uri="{FF2B5EF4-FFF2-40B4-BE49-F238E27FC236}">
                        <a16:creationId xmlns:a16="http://schemas.microsoft.com/office/drawing/2014/main" id="{B0E16955-063A-C79B-15FA-9306A5CE0742}"/>
                      </a:ext>
                    </a:extLst>
                  </p:cNvPr>
                  <p:cNvSpPr/>
                  <p:nvPr/>
                </p:nvSpPr>
                <p:spPr>
                  <a:xfrm>
                    <a:off x="3112553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1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88" name="pg539">
                    <a:extLst>
                      <a:ext uri="{FF2B5EF4-FFF2-40B4-BE49-F238E27FC236}">
                        <a16:creationId xmlns:a16="http://schemas.microsoft.com/office/drawing/2014/main" id="{DB2A675B-9CC2-4CFC-B429-F42F99426DC7}"/>
                      </a:ext>
                    </a:extLst>
                  </p:cNvPr>
                  <p:cNvSpPr/>
                  <p:nvPr/>
                </p:nvSpPr>
                <p:spPr>
                  <a:xfrm>
                    <a:off x="3193990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89" name="pg540">
                    <a:extLst>
                      <a:ext uri="{FF2B5EF4-FFF2-40B4-BE49-F238E27FC236}">
                        <a16:creationId xmlns:a16="http://schemas.microsoft.com/office/drawing/2014/main" id="{1F07D560-A418-F14C-6D3C-DB5F898DFA5A}"/>
                      </a:ext>
                    </a:extLst>
                  </p:cNvPr>
                  <p:cNvSpPr/>
                  <p:nvPr/>
                </p:nvSpPr>
                <p:spPr>
                  <a:xfrm>
                    <a:off x="3275427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90" name="pg541">
                    <a:extLst>
                      <a:ext uri="{FF2B5EF4-FFF2-40B4-BE49-F238E27FC236}">
                        <a16:creationId xmlns:a16="http://schemas.microsoft.com/office/drawing/2014/main" id="{4D8F4BB8-D7D3-FD3B-8B7B-FD8A869A7C92}"/>
                      </a:ext>
                    </a:extLst>
                  </p:cNvPr>
                  <p:cNvSpPr/>
                  <p:nvPr/>
                </p:nvSpPr>
                <p:spPr>
                  <a:xfrm>
                    <a:off x="3356864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91" name="pg542">
                    <a:extLst>
                      <a:ext uri="{FF2B5EF4-FFF2-40B4-BE49-F238E27FC236}">
                        <a16:creationId xmlns:a16="http://schemas.microsoft.com/office/drawing/2014/main" id="{FEF8E3CB-7CE0-42FA-BA1E-640DE270530E}"/>
                      </a:ext>
                    </a:extLst>
                  </p:cNvPr>
                  <p:cNvSpPr/>
                  <p:nvPr/>
                </p:nvSpPr>
                <p:spPr>
                  <a:xfrm>
                    <a:off x="3438301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92" name="pg543">
                    <a:extLst>
                      <a:ext uri="{FF2B5EF4-FFF2-40B4-BE49-F238E27FC236}">
                        <a16:creationId xmlns:a16="http://schemas.microsoft.com/office/drawing/2014/main" id="{19F8242F-B916-4E4E-7D74-E91B6A11A3E5}"/>
                      </a:ext>
                    </a:extLst>
                  </p:cNvPr>
                  <p:cNvSpPr/>
                  <p:nvPr/>
                </p:nvSpPr>
                <p:spPr>
                  <a:xfrm>
                    <a:off x="3519738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8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93" name="pg544">
                    <a:extLst>
                      <a:ext uri="{FF2B5EF4-FFF2-40B4-BE49-F238E27FC236}">
                        <a16:creationId xmlns:a16="http://schemas.microsoft.com/office/drawing/2014/main" id="{9594C26D-8327-AA56-E3F5-75756F20AEDF}"/>
                      </a:ext>
                    </a:extLst>
                  </p:cNvPr>
                  <p:cNvSpPr/>
                  <p:nvPr/>
                </p:nvSpPr>
                <p:spPr>
                  <a:xfrm>
                    <a:off x="3601176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DA7">
                      <a:alpha val="100000"/>
                    </a:srgbClr>
                  </a:solidFill>
                  <a:ln w="5420" cap="flat">
                    <a:solidFill>
                      <a:srgbClr val="3A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94" name="pg545">
                    <a:extLst>
                      <a:ext uri="{FF2B5EF4-FFF2-40B4-BE49-F238E27FC236}">
                        <a16:creationId xmlns:a16="http://schemas.microsoft.com/office/drawing/2014/main" id="{DBD2FF2C-3CE1-08DD-3869-A8AD82F6A159}"/>
                      </a:ext>
                    </a:extLst>
                  </p:cNvPr>
                  <p:cNvSpPr/>
                  <p:nvPr/>
                </p:nvSpPr>
                <p:spPr>
                  <a:xfrm>
                    <a:off x="3682613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95" name="pg546">
                    <a:extLst>
                      <a:ext uri="{FF2B5EF4-FFF2-40B4-BE49-F238E27FC236}">
                        <a16:creationId xmlns:a16="http://schemas.microsoft.com/office/drawing/2014/main" id="{EB3C0C61-BEB1-E0CC-6020-B203521AFDC3}"/>
                      </a:ext>
                    </a:extLst>
                  </p:cNvPr>
                  <p:cNvSpPr/>
                  <p:nvPr/>
                </p:nvSpPr>
                <p:spPr>
                  <a:xfrm>
                    <a:off x="3764050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96" name="pg547">
                    <a:extLst>
                      <a:ext uri="{FF2B5EF4-FFF2-40B4-BE49-F238E27FC236}">
                        <a16:creationId xmlns:a16="http://schemas.microsoft.com/office/drawing/2014/main" id="{7420E42E-3B5E-7B84-7A30-4ACAB7F3D534}"/>
                      </a:ext>
                    </a:extLst>
                  </p:cNvPr>
                  <p:cNvSpPr/>
                  <p:nvPr/>
                </p:nvSpPr>
                <p:spPr>
                  <a:xfrm>
                    <a:off x="3845487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EA4">
                      <a:alpha val="100000"/>
                    </a:srgbClr>
                  </a:solidFill>
                  <a:ln w="5420" cap="flat">
                    <a:solidFill>
                      <a:srgbClr val="3690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97" name="pg548">
                    <a:extLst>
                      <a:ext uri="{FF2B5EF4-FFF2-40B4-BE49-F238E27FC236}">
                        <a16:creationId xmlns:a16="http://schemas.microsoft.com/office/drawing/2014/main" id="{447C6810-AFD7-59F9-ED46-8B7544D7314A}"/>
                      </a:ext>
                    </a:extLst>
                  </p:cNvPr>
                  <p:cNvSpPr/>
                  <p:nvPr/>
                </p:nvSpPr>
                <p:spPr>
                  <a:xfrm>
                    <a:off x="3926924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8A2">
                      <a:alpha val="100000"/>
                    </a:srgbClr>
                  </a:solidFill>
                  <a:ln w="5420" cap="flat">
                    <a:solidFill>
                      <a:srgbClr val="388B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98" name="pg549">
                    <a:extLst>
                      <a:ext uri="{FF2B5EF4-FFF2-40B4-BE49-F238E27FC236}">
                        <a16:creationId xmlns:a16="http://schemas.microsoft.com/office/drawing/2014/main" id="{65DF7E8C-1109-029A-E0A0-06BF375242FC}"/>
                      </a:ext>
                    </a:extLst>
                  </p:cNvPr>
                  <p:cNvSpPr/>
                  <p:nvPr/>
                </p:nvSpPr>
                <p:spPr>
                  <a:xfrm>
                    <a:off x="4008361" y="444275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4A1">
                      <a:alpha val="100000"/>
                    </a:srgbClr>
                  </a:solidFill>
                  <a:ln w="5420" cap="flat">
                    <a:solidFill>
                      <a:srgbClr val="3987A6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599" name="pg550">
                    <a:extLst>
                      <a:ext uri="{FF2B5EF4-FFF2-40B4-BE49-F238E27FC236}">
                        <a16:creationId xmlns:a16="http://schemas.microsoft.com/office/drawing/2014/main" id="{E6E71E73-2B34-1566-4B95-F1B7B65797FF}"/>
                      </a:ext>
                    </a:extLst>
                  </p:cNvPr>
                  <p:cNvSpPr/>
                  <p:nvPr/>
                </p:nvSpPr>
                <p:spPr>
                  <a:xfrm>
                    <a:off x="3112553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00" name="pg551">
                    <a:extLst>
                      <a:ext uri="{FF2B5EF4-FFF2-40B4-BE49-F238E27FC236}">
                        <a16:creationId xmlns:a16="http://schemas.microsoft.com/office/drawing/2014/main" id="{D97E9E3A-3369-B69F-F3AC-27137C65BA97}"/>
                      </a:ext>
                    </a:extLst>
                  </p:cNvPr>
                  <p:cNvSpPr/>
                  <p:nvPr/>
                </p:nvSpPr>
                <p:spPr>
                  <a:xfrm>
                    <a:off x="3193990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01" name="pg552">
                    <a:extLst>
                      <a:ext uri="{FF2B5EF4-FFF2-40B4-BE49-F238E27FC236}">
                        <a16:creationId xmlns:a16="http://schemas.microsoft.com/office/drawing/2014/main" id="{89A1370B-85B8-6E47-901B-3AB363B1A671}"/>
                      </a:ext>
                    </a:extLst>
                  </p:cNvPr>
                  <p:cNvSpPr/>
                  <p:nvPr/>
                </p:nvSpPr>
                <p:spPr>
                  <a:xfrm>
                    <a:off x="3275427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02" name="pg553">
                    <a:extLst>
                      <a:ext uri="{FF2B5EF4-FFF2-40B4-BE49-F238E27FC236}">
                        <a16:creationId xmlns:a16="http://schemas.microsoft.com/office/drawing/2014/main" id="{D616502D-E9A2-6CEA-B594-4028556D4F63}"/>
                      </a:ext>
                    </a:extLst>
                  </p:cNvPr>
                  <p:cNvSpPr/>
                  <p:nvPr/>
                </p:nvSpPr>
                <p:spPr>
                  <a:xfrm>
                    <a:off x="3356864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03" name="pg554">
                    <a:extLst>
                      <a:ext uri="{FF2B5EF4-FFF2-40B4-BE49-F238E27FC236}">
                        <a16:creationId xmlns:a16="http://schemas.microsoft.com/office/drawing/2014/main" id="{1FD1307F-8101-B6C0-8DAC-0D48F9E497C1}"/>
                      </a:ext>
                    </a:extLst>
                  </p:cNvPr>
                  <p:cNvSpPr/>
                  <p:nvPr/>
                </p:nvSpPr>
                <p:spPr>
                  <a:xfrm>
                    <a:off x="3438301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2A8">
                      <a:alpha val="100000"/>
                    </a:srgbClr>
                  </a:solidFill>
                  <a:ln w="5420" cap="flat">
                    <a:solidFill>
                      <a:srgbClr val="3E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04" name="pg555">
                    <a:extLst>
                      <a:ext uri="{FF2B5EF4-FFF2-40B4-BE49-F238E27FC236}">
                        <a16:creationId xmlns:a16="http://schemas.microsoft.com/office/drawing/2014/main" id="{5D738599-517E-8F23-9C89-EC28E408B9DD}"/>
                      </a:ext>
                    </a:extLst>
                  </p:cNvPr>
                  <p:cNvSpPr/>
                  <p:nvPr/>
                </p:nvSpPr>
                <p:spPr>
                  <a:xfrm>
                    <a:off x="3519738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8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05" name="pg556">
                    <a:extLst>
                      <a:ext uri="{FF2B5EF4-FFF2-40B4-BE49-F238E27FC236}">
                        <a16:creationId xmlns:a16="http://schemas.microsoft.com/office/drawing/2014/main" id="{67C40A07-4C0B-E142-4E9F-6C36A86EBDF4}"/>
                      </a:ext>
                    </a:extLst>
                  </p:cNvPr>
                  <p:cNvSpPr/>
                  <p:nvPr/>
                </p:nvSpPr>
                <p:spPr>
                  <a:xfrm>
                    <a:off x="3601176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EA7">
                      <a:alpha val="100000"/>
                    </a:srgbClr>
                  </a:solidFill>
                  <a:ln w="5420" cap="flat">
                    <a:solidFill>
                      <a:srgbClr val="3B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06" name="pg557">
                    <a:extLst>
                      <a:ext uri="{FF2B5EF4-FFF2-40B4-BE49-F238E27FC236}">
                        <a16:creationId xmlns:a16="http://schemas.microsoft.com/office/drawing/2014/main" id="{873A1A7C-E4E0-30DD-598E-7C7DFBF805F5}"/>
                      </a:ext>
                    </a:extLst>
                  </p:cNvPr>
                  <p:cNvSpPr/>
                  <p:nvPr/>
                </p:nvSpPr>
                <p:spPr>
                  <a:xfrm>
                    <a:off x="3682613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BA6">
                      <a:alpha val="100000"/>
                    </a:srgbClr>
                  </a:solidFill>
                  <a:ln w="5420" cap="flat">
                    <a:solidFill>
                      <a:srgbClr val="38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07" name="pg558">
                    <a:extLst>
                      <a:ext uri="{FF2B5EF4-FFF2-40B4-BE49-F238E27FC236}">
                        <a16:creationId xmlns:a16="http://schemas.microsoft.com/office/drawing/2014/main" id="{7D6569AF-3FEA-D819-FE41-F90ABDEE64F2}"/>
                      </a:ext>
                    </a:extLst>
                  </p:cNvPr>
                  <p:cNvSpPr/>
                  <p:nvPr/>
                </p:nvSpPr>
                <p:spPr>
                  <a:xfrm>
                    <a:off x="3764050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6A5">
                      <a:alpha val="100000"/>
                    </a:srgbClr>
                  </a:solidFill>
                  <a:ln w="5420" cap="flat">
                    <a:solidFill>
                      <a:srgbClr val="3497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08" name="pg559">
                    <a:extLst>
                      <a:ext uri="{FF2B5EF4-FFF2-40B4-BE49-F238E27FC236}">
                        <a16:creationId xmlns:a16="http://schemas.microsoft.com/office/drawing/2014/main" id="{086DEEAA-510A-D4A7-8164-EC2A17A3725C}"/>
                      </a:ext>
                    </a:extLst>
                  </p:cNvPr>
                  <p:cNvSpPr/>
                  <p:nvPr/>
                </p:nvSpPr>
                <p:spPr>
                  <a:xfrm>
                    <a:off x="3845487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2A4">
                      <a:alpha val="100000"/>
                    </a:srgbClr>
                  </a:solidFill>
                  <a:ln w="5420" cap="flat">
                    <a:solidFill>
                      <a:srgbClr val="3593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09" name="pg560">
                    <a:extLst>
                      <a:ext uri="{FF2B5EF4-FFF2-40B4-BE49-F238E27FC236}">
                        <a16:creationId xmlns:a16="http://schemas.microsoft.com/office/drawing/2014/main" id="{0BD2B12F-0BBE-874E-113C-1A04CA0D5AE6}"/>
                      </a:ext>
                    </a:extLst>
                  </p:cNvPr>
                  <p:cNvSpPr/>
                  <p:nvPr/>
                </p:nvSpPr>
                <p:spPr>
                  <a:xfrm>
                    <a:off x="3926924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DA3">
                      <a:alpha val="100000"/>
                    </a:srgbClr>
                  </a:solidFill>
                  <a:ln w="5420" cap="flat">
                    <a:solidFill>
                      <a:srgbClr val="378F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10" name="pg561">
                    <a:extLst>
                      <a:ext uri="{FF2B5EF4-FFF2-40B4-BE49-F238E27FC236}">
                        <a16:creationId xmlns:a16="http://schemas.microsoft.com/office/drawing/2014/main" id="{234ACF95-BE96-7874-22B3-405AECA9EB1B}"/>
                      </a:ext>
                    </a:extLst>
                  </p:cNvPr>
                  <p:cNvSpPr/>
                  <p:nvPr/>
                </p:nvSpPr>
                <p:spPr>
                  <a:xfrm>
                    <a:off x="4008361" y="454607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AA3">
                      <a:alpha val="100000"/>
                    </a:srgbClr>
                  </a:solidFill>
                  <a:ln w="5420" cap="flat">
                    <a:solidFill>
                      <a:srgbClr val="378C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11" name="pg562">
                    <a:extLst>
                      <a:ext uri="{FF2B5EF4-FFF2-40B4-BE49-F238E27FC236}">
                        <a16:creationId xmlns:a16="http://schemas.microsoft.com/office/drawing/2014/main" id="{9F2B02F2-804E-3C68-C40D-68CC4873C022}"/>
                      </a:ext>
                    </a:extLst>
                  </p:cNvPr>
                  <p:cNvSpPr/>
                  <p:nvPr/>
                </p:nvSpPr>
                <p:spPr>
                  <a:xfrm>
                    <a:off x="3275427" y="464939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12" name="pg563">
                    <a:extLst>
                      <a:ext uri="{FF2B5EF4-FFF2-40B4-BE49-F238E27FC236}">
                        <a16:creationId xmlns:a16="http://schemas.microsoft.com/office/drawing/2014/main" id="{8D6FFC5B-7F49-C617-9A23-16C43414CD67}"/>
                      </a:ext>
                    </a:extLst>
                  </p:cNvPr>
                  <p:cNvSpPr/>
                  <p:nvPr/>
                </p:nvSpPr>
                <p:spPr>
                  <a:xfrm>
                    <a:off x="3356864" y="464939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13" name="pg564">
                    <a:extLst>
                      <a:ext uri="{FF2B5EF4-FFF2-40B4-BE49-F238E27FC236}">
                        <a16:creationId xmlns:a16="http://schemas.microsoft.com/office/drawing/2014/main" id="{1BE135B9-C5A0-7745-1938-CC6B6F642BA3}"/>
                      </a:ext>
                    </a:extLst>
                  </p:cNvPr>
                  <p:cNvSpPr/>
                  <p:nvPr/>
                </p:nvSpPr>
                <p:spPr>
                  <a:xfrm>
                    <a:off x="3438301" y="464939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1A8">
                      <a:alpha val="100000"/>
                    </a:srgbClr>
                  </a:solidFill>
                  <a:ln w="5420" cap="flat">
                    <a:solidFill>
                      <a:srgbClr val="3DA0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14" name="pg565">
                    <a:extLst>
                      <a:ext uri="{FF2B5EF4-FFF2-40B4-BE49-F238E27FC236}">
                        <a16:creationId xmlns:a16="http://schemas.microsoft.com/office/drawing/2014/main" id="{13BCAF41-0577-D01F-6237-10960751D6D4}"/>
                      </a:ext>
                    </a:extLst>
                  </p:cNvPr>
                  <p:cNvSpPr/>
                  <p:nvPr/>
                </p:nvSpPr>
                <p:spPr>
                  <a:xfrm>
                    <a:off x="3519738" y="464939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7">
                      <a:alpha val="100000"/>
                    </a:srgbClr>
                  </a:solidFill>
                  <a:ln w="5420" cap="flat">
                    <a:solidFill>
                      <a:srgbClr val="3C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15" name="pg566">
                    <a:extLst>
                      <a:ext uri="{FF2B5EF4-FFF2-40B4-BE49-F238E27FC236}">
                        <a16:creationId xmlns:a16="http://schemas.microsoft.com/office/drawing/2014/main" id="{3EC59ECA-B671-9F0B-F8AA-92B9D239EA7B}"/>
                      </a:ext>
                    </a:extLst>
                  </p:cNvPr>
                  <p:cNvSpPr/>
                  <p:nvPr/>
                </p:nvSpPr>
                <p:spPr>
                  <a:xfrm>
                    <a:off x="3601176" y="464939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EA7">
                      <a:alpha val="100000"/>
                    </a:srgbClr>
                  </a:solidFill>
                  <a:ln w="5420" cap="flat">
                    <a:solidFill>
                      <a:srgbClr val="3A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16" name="pg567">
                    <a:extLst>
                      <a:ext uri="{FF2B5EF4-FFF2-40B4-BE49-F238E27FC236}">
                        <a16:creationId xmlns:a16="http://schemas.microsoft.com/office/drawing/2014/main" id="{BC468CEE-A680-8347-4C74-496F54081449}"/>
                      </a:ext>
                    </a:extLst>
                  </p:cNvPr>
                  <p:cNvSpPr/>
                  <p:nvPr/>
                </p:nvSpPr>
                <p:spPr>
                  <a:xfrm>
                    <a:off x="3682613" y="464939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BA6">
                      <a:alpha val="100000"/>
                    </a:srgbClr>
                  </a:solidFill>
                  <a:ln w="5420" cap="flat">
                    <a:solidFill>
                      <a:srgbClr val="389B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17" name="pg568">
                    <a:extLst>
                      <a:ext uri="{FF2B5EF4-FFF2-40B4-BE49-F238E27FC236}">
                        <a16:creationId xmlns:a16="http://schemas.microsoft.com/office/drawing/2014/main" id="{91668B1C-A91B-313D-B573-F9B1D6FA36A5}"/>
                      </a:ext>
                    </a:extLst>
                  </p:cNvPr>
                  <p:cNvSpPr/>
                  <p:nvPr/>
                </p:nvSpPr>
                <p:spPr>
                  <a:xfrm>
                    <a:off x="3764050" y="464939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8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18" name="pg569">
                    <a:extLst>
                      <a:ext uri="{FF2B5EF4-FFF2-40B4-BE49-F238E27FC236}">
                        <a16:creationId xmlns:a16="http://schemas.microsoft.com/office/drawing/2014/main" id="{996A1EC1-83D1-2871-2350-8B202B9EDF39}"/>
                      </a:ext>
                    </a:extLst>
                  </p:cNvPr>
                  <p:cNvSpPr/>
                  <p:nvPr/>
                </p:nvSpPr>
                <p:spPr>
                  <a:xfrm>
                    <a:off x="3845487" y="464939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19" name="pg570">
                    <a:extLst>
                      <a:ext uri="{FF2B5EF4-FFF2-40B4-BE49-F238E27FC236}">
                        <a16:creationId xmlns:a16="http://schemas.microsoft.com/office/drawing/2014/main" id="{E010AE83-0991-9320-9540-252B80641E32}"/>
                      </a:ext>
                    </a:extLst>
                  </p:cNvPr>
                  <p:cNvSpPr/>
                  <p:nvPr/>
                </p:nvSpPr>
                <p:spPr>
                  <a:xfrm>
                    <a:off x="3926924" y="464939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80A4">
                      <a:alpha val="100000"/>
                    </a:srgbClr>
                  </a:solidFill>
                  <a:ln w="5420" cap="flat">
                    <a:solidFill>
                      <a:srgbClr val="3692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20" name="pg571">
                    <a:extLst>
                      <a:ext uri="{FF2B5EF4-FFF2-40B4-BE49-F238E27FC236}">
                        <a16:creationId xmlns:a16="http://schemas.microsoft.com/office/drawing/2014/main" id="{E19E88BB-A2BA-741A-BA56-6A3602B39B8E}"/>
                      </a:ext>
                    </a:extLst>
                  </p:cNvPr>
                  <p:cNvSpPr/>
                  <p:nvPr/>
                </p:nvSpPr>
                <p:spPr>
                  <a:xfrm>
                    <a:off x="4008361" y="464939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7DA4">
                      <a:alpha val="100000"/>
                    </a:srgbClr>
                  </a:solidFill>
                  <a:ln w="5420" cap="flat">
                    <a:solidFill>
                      <a:srgbClr val="378FA7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21" name="pg572">
                    <a:extLst>
                      <a:ext uri="{FF2B5EF4-FFF2-40B4-BE49-F238E27FC236}">
                        <a16:creationId xmlns:a16="http://schemas.microsoft.com/office/drawing/2014/main" id="{217C1E52-C2D1-FE14-0DE3-688EA0F84AF9}"/>
                      </a:ext>
                    </a:extLst>
                  </p:cNvPr>
                  <p:cNvSpPr/>
                  <p:nvPr/>
                </p:nvSpPr>
                <p:spPr>
                  <a:xfrm>
                    <a:off x="3356864" y="475270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8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22" name="pg573">
                    <a:extLst>
                      <a:ext uri="{FF2B5EF4-FFF2-40B4-BE49-F238E27FC236}">
                        <a16:creationId xmlns:a16="http://schemas.microsoft.com/office/drawing/2014/main" id="{4977D27A-649E-36FC-9ACA-FE9C36A223FD}"/>
                      </a:ext>
                    </a:extLst>
                  </p:cNvPr>
                  <p:cNvSpPr/>
                  <p:nvPr/>
                </p:nvSpPr>
                <p:spPr>
                  <a:xfrm>
                    <a:off x="3438301" y="475270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690A8">
                      <a:alpha val="100000"/>
                    </a:srgbClr>
                  </a:solidFill>
                  <a:ln w="5420" cap="flat">
                    <a:solidFill>
                      <a:srgbClr val="3C9F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23" name="pg574">
                    <a:extLst>
                      <a:ext uri="{FF2B5EF4-FFF2-40B4-BE49-F238E27FC236}">
                        <a16:creationId xmlns:a16="http://schemas.microsoft.com/office/drawing/2014/main" id="{E3192FD7-6338-9AB1-9A15-BB05BFDADE35}"/>
                      </a:ext>
                    </a:extLst>
                  </p:cNvPr>
                  <p:cNvSpPr/>
                  <p:nvPr/>
                </p:nvSpPr>
                <p:spPr>
                  <a:xfrm>
                    <a:off x="3519738" y="475270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E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24" name="pg575">
                    <a:extLst>
                      <a:ext uri="{FF2B5EF4-FFF2-40B4-BE49-F238E27FC236}">
                        <a16:creationId xmlns:a16="http://schemas.microsoft.com/office/drawing/2014/main" id="{58531645-B47D-FC5D-03AD-74FAF61A8EF7}"/>
                      </a:ext>
                    </a:extLst>
                  </p:cNvPr>
                  <p:cNvSpPr/>
                  <p:nvPr/>
                </p:nvSpPr>
                <p:spPr>
                  <a:xfrm>
                    <a:off x="3601176" y="475270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DA7">
                      <a:alpha val="100000"/>
                    </a:srgbClr>
                  </a:solidFill>
                  <a:ln w="5420" cap="flat">
                    <a:solidFill>
                      <a:srgbClr val="3A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25" name="pg576">
                    <a:extLst>
                      <a:ext uri="{FF2B5EF4-FFF2-40B4-BE49-F238E27FC236}">
                        <a16:creationId xmlns:a16="http://schemas.microsoft.com/office/drawing/2014/main" id="{F1740414-5681-C89A-019E-BFCBA301AF6D}"/>
                      </a:ext>
                    </a:extLst>
                  </p:cNvPr>
                  <p:cNvSpPr/>
                  <p:nvPr/>
                </p:nvSpPr>
                <p:spPr>
                  <a:xfrm>
                    <a:off x="3682613" y="475270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BA6">
                      <a:alpha val="100000"/>
                    </a:srgbClr>
                  </a:solidFill>
                  <a:ln w="5420" cap="flat">
                    <a:solidFill>
                      <a:srgbClr val="38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26" name="pg577">
                    <a:extLst>
                      <a:ext uri="{FF2B5EF4-FFF2-40B4-BE49-F238E27FC236}">
                        <a16:creationId xmlns:a16="http://schemas.microsoft.com/office/drawing/2014/main" id="{DD57FF23-B822-CD27-DABA-68FCC21BE272}"/>
                      </a:ext>
                    </a:extLst>
                  </p:cNvPr>
                  <p:cNvSpPr/>
                  <p:nvPr/>
                </p:nvSpPr>
                <p:spPr>
                  <a:xfrm>
                    <a:off x="3764050" y="475270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8A6">
                      <a:alpha val="100000"/>
                    </a:srgbClr>
                  </a:solidFill>
                  <a:ln w="5420" cap="flat">
                    <a:solidFill>
                      <a:srgbClr val="36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27" name="pg578">
                    <a:extLst>
                      <a:ext uri="{FF2B5EF4-FFF2-40B4-BE49-F238E27FC236}">
                        <a16:creationId xmlns:a16="http://schemas.microsoft.com/office/drawing/2014/main" id="{BD71C093-256C-F9D9-619C-396967AA1A75}"/>
                      </a:ext>
                    </a:extLst>
                  </p:cNvPr>
                  <p:cNvSpPr/>
                  <p:nvPr/>
                </p:nvSpPr>
                <p:spPr>
                  <a:xfrm>
                    <a:off x="3845487" y="475270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5A5">
                      <a:alpha val="100000"/>
                    </a:srgbClr>
                  </a:solidFill>
                  <a:ln w="5420" cap="flat">
                    <a:solidFill>
                      <a:srgbClr val="3496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28" name="pg579">
                    <a:extLst>
                      <a:ext uri="{FF2B5EF4-FFF2-40B4-BE49-F238E27FC236}">
                        <a16:creationId xmlns:a16="http://schemas.microsoft.com/office/drawing/2014/main" id="{0308FE69-8395-028E-1E0A-FB12DDDE570D}"/>
                      </a:ext>
                    </a:extLst>
                  </p:cNvPr>
                  <p:cNvSpPr/>
                  <p:nvPr/>
                </p:nvSpPr>
                <p:spPr>
                  <a:xfrm>
                    <a:off x="3926924" y="475270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2A5">
                      <a:alpha val="100000"/>
                    </a:srgbClr>
                  </a:solidFill>
                  <a:ln w="5420" cap="flat">
                    <a:solidFill>
                      <a:srgbClr val="3594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29" name="pg580">
                    <a:extLst>
                      <a:ext uri="{FF2B5EF4-FFF2-40B4-BE49-F238E27FC236}">
                        <a16:creationId xmlns:a16="http://schemas.microsoft.com/office/drawing/2014/main" id="{FAA063FF-C026-4978-D1D2-3938EF0959F6}"/>
                      </a:ext>
                    </a:extLst>
                  </p:cNvPr>
                  <p:cNvSpPr/>
                  <p:nvPr/>
                </p:nvSpPr>
                <p:spPr>
                  <a:xfrm>
                    <a:off x="4008361" y="4752707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80A4">
                      <a:alpha val="100000"/>
                    </a:srgbClr>
                  </a:solidFill>
                  <a:ln w="5420" cap="flat">
                    <a:solidFill>
                      <a:srgbClr val="3691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30" name="pg581">
                    <a:extLst>
                      <a:ext uri="{FF2B5EF4-FFF2-40B4-BE49-F238E27FC236}">
                        <a16:creationId xmlns:a16="http://schemas.microsoft.com/office/drawing/2014/main" id="{09F5DA64-C250-C1C0-8ED2-DA700C2E239B}"/>
                      </a:ext>
                    </a:extLst>
                  </p:cNvPr>
                  <p:cNvSpPr/>
                  <p:nvPr/>
                </p:nvSpPr>
                <p:spPr>
                  <a:xfrm>
                    <a:off x="3438301" y="485602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FA7">
                      <a:alpha val="100000"/>
                    </a:srgbClr>
                  </a:solidFill>
                  <a:ln w="5420" cap="flat">
                    <a:solidFill>
                      <a:srgbClr val="3B9EAA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31" name="pg582">
                    <a:extLst>
                      <a:ext uri="{FF2B5EF4-FFF2-40B4-BE49-F238E27FC236}">
                        <a16:creationId xmlns:a16="http://schemas.microsoft.com/office/drawing/2014/main" id="{A48807CD-5044-94A0-1EA0-5DEA26082E7A}"/>
                      </a:ext>
                    </a:extLst>
                  </p:cNvPr>
                  <p:cNvSpPr/>
                  <p:nvPr/>
                </p:nvSpPr>
                <p:spPr>
                  <a:xfrm>
                    <a:off x="3519738" y="485602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DA7">
                      <a:alpha val="100000"/>
                    </a:srgbClr>
                  </a:solidFill>
                  <a:ln w="5420" cap="flat">
                    <a:solidFill>
                      <a:srgbClr val="3A9D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32" name="pg583">
                    <a:extLst>
                      <a:ext uri="{FF2B5EF4-FFF2-40B4-BE49-F238E27FC236}">
                        <a16:creationId xmlns:a16="http://schemas.microsoft.com/office/drawing/2014/main" id="{557AEA71-A355-1097-C965-32897809A628}"/>
                      </a:ext>
                    </a:extLst>
                  </p:cNvPr>
                  <p:cNvSpPr/>
                  <p:nvPr/>
                </p:nvSpPr>
                <p:spPr>
                  <a:xfrm>
                    <a:off x="3601176" y="485602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CA7">
                      <a:alpha val="100000"/>
                    </a:srgbClr>
                  </a:solidFill>
                  <a:ln w="5420" cap="flat">
                    <a:solidFill>
                      <a:srgbClr val="39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33" name="pg584">
                    <a:extLst>
                      <a:ext uri="{FF2B5EF4-FFF2-40B4-BE49-F238E27FC236}">
                        <a16:creationId xmlns:a16="http://schemas.microsoft.com/office/drawing/2014/main" id="{8DB34D12-5E74-A8E3-53A5-E28F19B76AE4}"/>
                      </a:ext>
                    </a:extLst>
                  </p:cNvPr>
                  <p:cNvSpPr/>
                  <p:nvPr/>
                </p:nvSpPr>
                <p:spPr>
                  <a:xfrm>
                    <a:off x="3682613" y="485602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A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34" name="pg585">
                    <a:extLst>
                      <a:ext uri="{FF2B5EF4-FFF2-40B4-BE49-F238E27FC236}">
                        <a16:creationId xmlns:a16="http://schemas.microsoft.com/office/drawing/2014/main" id="{4248083E-B6F7-435B-EE3B-E066D3470C4A}"/>
                      </a:ext>
                    </a:extLst>
                  </p:cNvPr>
                  <p:cNvSpPr/>
                  <p:nvPr/>
                </p:nvSpPr>
                <p:spPr>
                  <a:xfrm>
                    <a:off x="3764050" y="485602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8A6">
                      <a:alpha val="100000"/>
                    </a:srgbClr>
                  </a:solidFill>
                  <a:ln w="5420" cap="flat">
                    <a:solidFill>
                      <a:srgbClr val="36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35" name="pg586">
                    <a:extLst>
                      <a:ext uri="{FF2B5EF4-FFF2-40B4-BE49-F238E27FC236}">
                        <a16:creationId xmlns:a16="http://schemas.microsoft.com/office/drawing/2014/main" id="{7EE1CB11-C955-F494-A407-7C16174392A8}"/>
                      </a:ext>
                    </a:extLst>
                  </p:cNvPr>
                  <p:cNvSpPr/>
                  <p:nvPr/>
                </p:nvSpPr>
                <p:spPr>
                  <a:xfrm>
                    <a:off x="3845487" y="485602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6A5">
                      <a:alpha val="100000"/>
                    </a:srgbClr>
                  </a:solidFill>
                  <a:ln w="5420" cap="flat">
                    <a:solidFill>
                      <a:srgbClr val="3497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36" name="pg587">
                    <a:extLst>
                      <a:ext uri="{FF2B5EF4-FFF2-40B4-BE49-F238E27FC236}">
                        <a16:creationId xmlns:a16="http://schemas.microsoft.com/office/drawing/2014/main" id="{3F99BC0E-3343-154A-89E7-2696D25F283A}"/>
                      </a:ext>
                    </a:extLst>
                  </p:cNvPr>
                  <p:cNvSpPr/>
                  <p:nvPr/>
                </p:nvSpPr>
                <p:spPr>
                  <a:xfrm>
                    <a:off x="3926924" y="485602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37" name="pg588">
                    <a:extLst>
                      <a:ext uri="{FF2B5EF4-FFF2-40B4-BE49-F238E27FC236}">
                        <a16:creationId xmlns:a16="http://schemas.microsoft.com/office/drawing/2014/main" id="{2C03C780-7B20-AF16-F9FF-4255A075CE77}"/>
                      </a:ext>
                    </a:extLst>
                  </p:cNvPr>
                  <p:cNvSpPr/>
                  <p:nvPr/>
                </p:nvSpPr>
                <p:spPr>
                  <a:xfrm>
                    <a:off x="4008361" y="485602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2A4">
                      <a:alpha val="100000"/>
                    </a:srgbClr>
                  </a:solidFill>
                  <a:ln w="5420" cap="flat">
                    <a:solidFill>
                      <a:srgbClr val="3593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38" name="pg589">
                    <a:extLst>
                      <a:ext uri="{FF2B5EF4-FFF2-40B4-BE49-F238E27FC236}">
                        <a16:creationId xmlns:a16="http://schemas.microsoft.com/office/drawing/2014/main" id="{0F2A4350-BB36-453C-DE6B-F9C45087A156}"/>
                      </a:ext>
                    </a:extLst>
                  </p:cNvPr>
                  <p:cNvSpPr/>
                  <p:nvPr/>
                </p:nvSpPr>
                <p:spPr>
                  <a:xfrm>
                    <a:off x="4089798" y="4856023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A80A4">
                      <a:alpha val="100000"/>
                    </a:srgbClr>
                  </a:solidFill>
                  <a:ln w="5420" cap="flat">
                    <a:solidFill>
                      <a:srgbClr val="3692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39" name="pg590">
                    <a:extLst>
                      <a:ext uri="{FF2B5EF4-FFF2-40B4-BE49-F238E27FC236}">
                        <a16:creationId xmlns:a16="http://schemas.microsoft.com/office/drawing/2014/main" id="{673934DC-7D4B-B6B4-BFF4-9B98D3675696}"/>
                      </a:ext>
                    </a:extLst>
                  </p:cNvPr>
                  <p:cNvSpPr/>
                  <p:nvPr/>
                </p:nvSpPr>
                <p:spPr>
                  <a:xfrm>
                    <a:off x="3682613" y="495933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7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40" name="pg591">
                    <a:extLst>
                      <a:ext uri="{FF2B5EF4-FFF2-40B4-BE49-F238E27FC236}">
                        <a16:creationId xmlns:a16="http://schemas.microsoft.com/office/drawing/2014/main" id="{4CE8C08D-D12D-9950-8D80-09081B582721}"/>
                      </a:ext>
                    </a:extLst>
                  </p:cNvPr>
                  <p:cNvSpPr/>
                  <p:nvPr/>
                </p:nvSpPr>
                <p:spPr>
                  <a:xfrm>
                    <a:off x="3764050" y="495933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8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41" name="pg592">
                    <a:extLst>
                      <a:ext uri="{FF2B5EF4-FFF2-40B4-BE49-F238E27FC236}">
                        <a16:creationId xmlns:a16="http://schemas.microsoft.com/office/drawing/2014/main" id="{A25F4FF1-AAA1-8726-79C0-F52BB4AF62F2}"/>
                      </a:ext>
                    </a:extLst>
                  </p:cNvPr>
                  <p:cNvSpPr/>
                  <p:nvPr/>
                </p:nvSpPr>
                <p:spPr>
                  <a:xfrm>
                    <a:off x="3845487" y="495933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6A5">
                      <a:alpha val="100000"/>
                    </a:srgbClr>
                  </a:solidFill>
                  <a:ln w="5420" cap="flat">
                    <a:solidFill>
                      <a:srgbClr val="3497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42" name="pg593">
                    <a:extLst>
                      <a:ext uri="{FF2B5EF4-FFF2-40B4-BE49-F238E27FC236}">
                        <a16:creationId xmlns:a16="http://schemas.microsoft.com/office/drawing/2014/main" id="{DC970639-54AD-8742-8CF3-BFA185CC3594}"/>
                      </a:ext>
                    </a:extLst>
                  </p:cNvPr>
                  <p:cNvSpPr/>
                  <p:nvPr/>
                </p:nvSpPr>
                <p:spPr>
                  <a:xfrm>
                    <a:off x="3926924" y="495933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43" name="pg594">
                    <a:extLst>
                      <a:ext uri="{FF2B5EF4-FFF2-40B4-BE49-F238E27FC236}">
                        <a16:creationId xmlns:a16="http://schemas.microsoft.com/office/drawing/2014/main" id="{A69E6A86-33A8-5625-ED37-AD0B7F69D2B8}"/>
                      </a:ext>
                    </a:extLst>
                  </p:cNvPr>
                  <p:cNvSpPr/>
                  <p:nvPr/>
                </p:nvSpPr>
                <p:spPr>
                  <a:xfrm>
                    <a:off x="4008361" y="495933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3A5">
                      <a:alpha val="100000"/>
                    </a:srgbClr>
                  </a:solidFill>
                  <a:ln w="5420" cap="flat">
                    <a:solidFill>
                      <a:srgbClr val="3594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44" name="pg595">
                    <a:extLst>
                      <a:ext uri="{FF2B5EF4-FFF2-40B4-BE49-F238E27FC236}">
                        <a16:creationId xmlns:a16="http://schemas.microsoft.com/office/drawing/2014/main" id="{DA1B560C-E0DB-5B64-1B44-C214BBB64CF4}"/>
                      </a:ext>
                    </a:extLst>
                  </p:cNvPr>
                  <p:cNvSpPr/>
                  <p:nvPr/>
                </p:nvSpPr>
                <p:spPr>
                  <a:xfrm>
                    <a:off x="4089798" y="4959339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1A4">
                      <a:alpha val="100000"/>
                    </a:srgbClr>
                  </a:solidFill>
                  <a:ln w="5420" cap="flat">
                    <a:solidFill>
                      <a:srgbClr val="3693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45" name="pg596">
                    <a:extLst>
                      <a:ext uri="{FF2B5EF4-FFF2-40B4-BE49-F238E27FC236}">
                        <a16:creationId xmlns:a16="http://schemas.microsoft.com/office/drawing/2014/main" id="{3D38BBD7-EC86-6D0F-56E4-4B96608DE4BE}"/>
                      </a:ext>
                    </a:extLst>
                  </p:cNvPr>
                  <p:cNvSpPr/>
                  <p:nvPr/>
                </p:nvSpPr>
                <p:spPr>
                  <a:xfrm>
                    <a:off x="3275427" y="50626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78CA7">
                      <a:alpha val="100000"/>
                    </a:srgbClr>
                  </a:solidFill>
                  <a:ln w="5420" cap="flat">
                    <a:solidFill>
                      <a:srgbClr val="399C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46" name="pg597">
                    <a:extLst>
                      <a:ext uri="{FF2B5EF4-FFF2-40B4-BE49-F238E27FC236}">
                        <a16:creationId xmlns:a16="http://schemas.microsoft.com/office/drawing/2014/main" id="{464EC861-B3B4-8A98-D301-C4CB3B9B1292}"/>
                      </a:ext>
                    </a:extLst>
                  </p:cNvPr>
                  <p:cNvSpPr/>
                  <p:nvPr/>
                </p:nvSpPr>
                <p:spPr>
                  <a:xfrm>
                    <a:off x="3601176" y="50626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47" name="pg598">
                    <a:extLst>
                      <a:ext uri="{FF2B5EF4-FFF2-40B4-BE49-F238E27FC236}">
                        <a16:creationId xmlns:a16="http://schemas.microsoft.com/office/drawing/2014/main" id="{35371BB0-C25A-D02C-4F90-29F709AA2700}"/>
                      </a:ext>
                    </a:extLst>
                  </p:cNvPr>
                  <p:cNvSpPr/>
                  <p:nvPr/>
                </p:nvSpPr>
                <p:spPr>
                  <a:xfrm>
                    <a:off x="3682613" y="50626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48" name="pg599">
                    <a:extLst>
                      <a:ext uri="{FF2B5EF4-FFF2-40B4-BE49-F238E27FC236}">
                        <a16:creationId xmlns:a16="http://schemas.microsoft.com/office/drawing/2014/main" id="{C457D91A-30E3-C9DE-D01A-EDACDAC1637F}"/>
                      </a:ext>
                    </a:extLst>
                  </p:cNvPr>
                  <p:cNvSpPr/>
                  <p:nvPr/>
                </p:nvSpPr>
                <p:spPr>
                  <a:xfrm>
                    <a:off x="3764050" y="50626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49" name="pg600">
                    <a:extLst>
                      <a:ext uri="{FF2B5EF4-FFF2-40B4-BE49-F238E27FC236}">
                        <a16:creationId xmlns:a16="http://schemas.microsoft.com/office/drawing/2014/main" id="{C633ED0D-80CC-DD2E-9759-E234477F7456}"/>
                      </a:ext>
                    </a:extLst>
                  </p:cNvPr>
                  <p:cNvSpPr/>
                  <p:nvPr/>
                </p:nvSpPr>
                <p:spPr>
                  <a:xfrm>
                    <a:off x="3845487" y="50626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6A5">
                      <a:alpha val="100000"/>
                    </a:srgbClr>
                  </a:solidFill>
                  <a:ln w="5420" cap="flat">
                    <a:solidFill>
                      <a:srgbClr val="3497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50" name="pg601">
                    <a:extLst>
                      <a:ext uri="{FF2B5EF4-FFF2-40B4-BE49-F238E27FC236}">
                        <a16:creationId xmlns:a16="http://schemas.microsoft.com/office/drawing/2014/main" id="{C48B3EE9-8F13-E821-911D-5E15D84D03DC}"/>
                      </a:ext>
                    </a:extLst>
                  </p:cNvPr>
                  <p:cNvSpPr/>
                  <p:nvPr/>
                </p:nvSpPr>
                <p:spPr>
                  <a:xfrm>
                    <a:off x="3926924" y="50626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5A5">
                      <a:alpha val="100000"/>
                    </a:srgbClr>
                  </a:solidFill>
                  <a:ln w="5420" cap="flat">
                    <a:solidFill>
                      <a:srgbClr val="3596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51" name="pg602">
                    <a:extLst>
                      <a:ext uri="{FF2B5EF4-FFF2-40B4-BE49-F238E27FC236}">
                        <a16:creationId xmlns:a16="http://schemas.microsoft.com/office/drawing/2014/main" id="{BB6B9599-3A1A-FBF2-A099-FBB7A5A51875}"/>
                      </a:ext>
                    </a:extLst>
                  </p:cNvPr>
                  <p:cNvSpPr/>
                  <p:nvPr/>
                </p:nvSpPr>
                <p:spPr>
                  <a:xfrm>
                    <a:off x="4008361" y="50626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3A5">
                      <a:alpha val="100000"/>
                    </a:srgbClr>
                  </a:solidFill>
                  <a:ln w="5420" cap="flat">
                    <a:solidFill>
                      <a:srgbClr val="3594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52" name="pg603">
                    <a:extLst>
                      <a:ext uri="{FF2B5EF4-FFF2-40B4-BE49-F238E27FC236}">
                        <a16:creationId xmlns:a16="http://schemas.microsoft.com/office/drawing/2014/main" id="{B04B6E3A-F089-0F4B-2C9F-3144CD6767DA}"/>
                      </a:ext>
                    </a:extLst>
                  </p:cNvPr>
                  <p:cNvSpPr/>
                  <p:nvPr/>
                </p:nvSpPr>
                <p:spPr>
                  <a:xfrm>
                    <a:off x="4089798" y="5062655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2A5">
                      <a:alpha val="100000"/>
                    </a:srgbClr>
                  </a:solidFill>
                  <a:ln w="5420" cap="flat">
                    <a:solidFill>
                      <a:srgbClr val="3593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53" name="pg604">
                    <a:extLst>
                      <a:ext uri="{FF2B5EF4-FFF2-40B4-BE49-F238E27FC236}">
                        <a16:creationId xmlns:a16="http://schemas.microsoft.com/office/drawing/2014/main" id="{2147E3C6-4975-A10F-4809-90B083738641}"/>
                      </a:ext>
                    </a:extLst>
                  </p:cNvPr>
                  <p:cNvSpPr/>
                  <p:nvPr/>
                </p:nvSpPr>
                <p:spPr>
                  <a:xfrm>
                    <a:off x="3193990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CA7">
                      <a:alpha val="100000"/>
                    </a:srgbClr>
                  </a:solidFill>
                  <a:ln w="5420" cap="flat">
                    <a:solidFill>
                      <a:srgbClr val="399B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54" name="pg605">
                    <a:extLst>
                      <a:ext uri="{FF2B5EF4-FFF2-40B4-BE49-F238E27FC236}">
                        <a16:creationId xmlns:a16="http://schemas.microsoft.com/office/drawing/2014/main" id="{1B71757E-B270-EBCA-D070-EDFD118FD0AD}"/>
                      </a:ext>
                    </a:extLst>
                  </p:cNvPr>
                  <p:cNvSpPr/>
                  <p:nvPr/>
                </p:nvSpPr>
                <p:spPr>
                  <a:xfrm>
                    <a:off x="3275427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CA7">
                      <a:alpha val="100000"/>
                    </a:srgbClr>
                  </a:solidFill>
                  <a:ln w="5420" cap="flat">
                    <a:solidFill>
                      <a:srgbClr val="399B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55" name="pg606">
                    <a:extLst>
                      <a:ext uri="{FF2B5EF4-FFF2-40B4-BE49-F238E27FC236}">
                        <a16:creationId xmlns:a16="http://schemas.microsoft.com/office/drawing/2014/main" id="{3FCE0F94-60B3-FFE6-A65D-9E9634BF4DC6}"/>
                      </a:ext>
                    </a:extLst>
                  </p:cNvPr>
                  <p:cNvSpPr/>
                  <p:nvPr/>
                </p:nvSpPr>
                <p:spPr>
                  <a:xfrm>
                    <a:off x="3356864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BA7">
                      <a:alpha val="100000"/>
                    </a:srgbClr>
                  </a:solidFill>
                  <a:ln w="5420" cap="flat">
                    <a:solidFill>
                      <a:srgbClr val="389B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56" name="pg607">
                    <a:extLst>
                      <a:ext uri="{FF2B5EF4-FFF2-40B4-BE49-F238E27FC236}">
                        <a16:creationId xmlns:a16="http://schemas.microsoft.com/office/drawing/2014/main" id="{897E4561-B6D2-C0C0-EE4F-736F90AF018A}"/>
                      </a:ext>
                    </a:extLst>
                  </p:cNvPr>
                  <p:cNvSpPr/>
                  <p:nvPr/>
                </p:nvSpPr>
                <p:spPr>
                  <a:xfrm>
                    <a:off x="3438301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BA6">
                      <a:alpha val="100000"/>
                    </a:srgbClr>
                  </a:solidFill>
                  <a:ln w="5420" cap="flat">
                    <a:solidFill>
                      <a:srgbClr val="389B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57" name="pg608">
                    <a:extLst>
                      <a:ext uri="{FF2B5EF4-FFF2-40B4-BE49-F238E27FC236}">
                        <a16:creationId xmlns:a16="http://schemas.microsoft.com/office/drawing/2014/main" id="{54BD9A1D-7DD2-8309-4570-44E1CD86B313}"/>
                      </a:ext>
                    </a:extLst>
                  </p:cNvPr>
                  <p:cNvSpPr/>
                  <p:nvPr/>
                </p:nvSpPr>
                <p:spPr>
                  <a:xfrm>
                    <a:off x="3519738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79A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58" name="pg609">
                    <a:extLst>
                      <a:ext uri="{FF2B5EF4-FFF2-40B4-BE49-F238E27FC236}">
                        <a16:creationId xmlns:a16="http://schemas.microsoft.com/office/drawing/2014/main" id="{3B7F0C6E-3258-0221-8F7B-5D2D3258787F}"/>
                      </a:ext>
                    </a:extLst>
                  </p:cNvPr>
                  <p:cNvSpPr/>
                  <p:nvPr/>
                </p:nvSpPr>
                <p:spPr>
                  <a:xfrm>
                    <a:off x="3601176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59" name="pg610">
                    <a:extLst>
                      <a:ext uri="{FF2B5EF4-FFF2-40B4-BE49-F238E27FC236}">
                        <a16:creationId xmlns:a16="http://schemas.microsoft.com/office/drawing/2014/main" id="{429F9232-6302-F56B-F12E-AF25E50EAF91}"/>
                      </a:ext>
                    </a:extLst>
                  </p:cNvPr>
                  <p:cNvSpPr/>
                  <p:nvPr/>
                </p:nvSpPr>
                <p:spPr>
                  <a:xfrm>
                    <a:off x="3682613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8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60" name="pg611">
                    <a:extLst>
                      <a:ext uri="{FF2B5EF4-FFF2-40B4-BE49-F238E27FC236}">
                        <a16:creationId xmlns:a16="http://schemas.microsoft.com/office/drawing/2014/main" id="{7199258E-9DCE-1205-D65F-98F72EDCC192}"/>
                      </a:ext>
                    </a:extLst>
                  </p:cNvPr>
                  <p:cNvSpPr/>
                  <p:nvPr/>
                </p:nvSpPr>
                <p:spPr>
                  <a:xfrm>
                    <a:off x="3764050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7A6">
                      <a:alpha val="100000"/>
                    </a:srgbClr>
                  </a:solidFill>
                  <a:ln w="5420" cap="flat">
                    <a:solidFill>
                      <a:srgbClr val="3597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61" name="pg612">
                    <a:extLst>
                      <a:ext uri="{FF2B5EF4-FFF2-40B4-BE49-F238E27FC236}">
                        <a16:creationId xmlns:a16="http://schemas.microsoft.com/office/drawing/2014/main" id="{BE335741-3C3F-ADEC-D4DB-EB573BA9165F}"/>
                      </a:ext>
                    </a:extLst>
                  </p:cNvPr>
                  <p:cNvSpPr/>
                  <p:nvPr/>
                </p:nvSpPr>
                <p:spPr>
                  <a:xfrm>
                    <a:off x="3845487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6A5">
                      <a:alpha val="100000"/>
                    </a:srgbClr>
                  </a:solidFill>
                  <a:ln w="5420" cap="flat">
                    <a:solidFill>
                      <a:srgbClr val="3497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62" name="pg613">
                    <a:extLst>
                      <a:ext uri="{FF2B5EF4-FFF2-40B4-BE49-F238E27FC236}">
                        <a16:creationId xmlns:a16="http://schemas.microsoft.com/office/drawing/2014/main" id="{6BEFA600-20CD-FEDE-366B-0B43F6B4C65A}"/>
                      </a:ext>
                    </a:extLst>
                  </p:cNvPr>
                  <p:cNvSpPr/>
                  <p:nvPr/>
                </p:nvSpPr>
                <p:spPr>
                  <a:xfrm>
                    <a:off x="3926924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5A5">
                      <a:alpha val="100000"/>
                    </a:srgbClr>
                  </a:solidFill>
                  <a:ln w="5420" cap="flat">
                    <a:solidFill>
                      <a:srgbClr val="3596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63" name="pg614">
                    <a:extLst>
                      <a:ext uri="{FF2B5EF4-FFF2-40B4-BE49-F238E27FC236}">
                        <a16:creationId xmlns:a16="http://schemas.microsoft.com/office/drawing/2014/main" id="{59F3AC21-8CDB-4010-6428-8EAD02420267}"/>
                      </a:ext>
                    </a:extLst>
                  </p:cNvPr>
                  <p:cNvSpPr/>
                  <p:nvPr/>
                </p:nvSpPr>
                <p:spPr>
                  <a:xfrm>
                    <a:off x="4008361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64" name="pg615">
                    <a:extLst>
                      <a:ext uri="{FF2B5EF4-FFF2-40B4-BE49-F238E27FC236}">
                        <a16:creationId xmlns:a16="http://schemas.microsoft.com/office/drawing/2014/main" id="{F4187E83-F1B7-BB7C-CA0B-F542B4AD3F4F}"/>
                      </a:ext>
                    </a:extLst>
                  </p:cNvPr>
                  <p:cNvSpPr/>
                  <p:nvPr/>
                </p:nvSpPr>
                <p:spPr>
                  <a:xfrm>
                    <a:off x="4089798" y="5165971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3A5">
                      <a:alpha val="100000"/>
                    </a:srgbClr>
                  </a:solidFill>
                  <a:ln w="5420" cap="flat">
                    <a:solidFill>
                      <a:srgbClr val="3594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65" name="pg616">
                    <a:extLst>
                      <a:ext uri="{FF2B5EF4-FFF2-40B4-BE49-F238E27FC236}">
                        <a16:creationId xmlns:a16="http://schemas.microsoft.com/office/drawing/2014/main" id="{25BAB6AE-748D-C2CF-C91E-463E610E84A7}"/>
                      </a:ext>
                    </a:extLst>
                  </p:cNvPr>
                  <p:cNvSpPr/>
                  <p:nvPr/>
                </p:nvSpPr>
                <p:spPr>
                  <a:xfrm>
                    <a:off x="3112553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66" name="pg617">
                    <a:extLst>
                      <a:ext uri="{FF2B5EF4-FFF2-40B4-BE49-F238E27FC236}">
                        <a16:creationId xmlns:a16="http://schemas.microsoft.com/office/drawing/2014/main" id="{6549248D-147B-BF7F-569A-AB58BC5FA3E3}"/>
                      </a:ext>
                    </a:extLst>
                  </p:cNvPr>
                  <p:cNvSpPr/>
                  <p:nvPr/>
                </p:nvSpPr>
                <p:spPr>
                  <a:xfrm>
                    <a:off x="3193990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67" name="pg618">
                    <a:extLst>
                      <a:ext uri="{FF2B5EF4-FFF2-40B4-BE49-F238E27FC236}">
                        <a16:creationId xmlns:a16="http://schemas.microsoft.com/office/drawing/2014/main" id="{FE956BF4-0073-FA9C-8AC5-8C46D9F6E314}"/>
                      </a:ext>
                    </a:extLst>
                  </p:cNvPr>
                  <p:cNvSpPr/>
                  <p:nvPr/>
                </p:nvSpPr>
                <p:spPr>
                  <a:xfrm>
                    <a:off x="3275427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9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68" name="pg619">
                    <a:extLst>
                      <a:ext uri="{FF2B5EF4-FFF2-40B4-BE49-F238E27FC236}">
                        <a16:creationId xmlns:a16="http://schemas.microsoft.com/office/drawing/2014/main" id="{B87786E5-DB8F-C070-CE44-F7E377C0D55A}"/>
                      </a:ext>
                    </a:extLst>
                  </p:cNvPr>
                  <p:cNvSpPr/>
                  <p:nvPr/>
                </p:nvSpPr>
                <p:spPr>
                  <a:xfrm>
                    <a:off x="3356864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8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69" name="pg620">
                    <a:extLst>
                      <a:ext uri="{FF2B5EF4-FFF2-40B4-BE49-F238E27FC236}">
                        <a16:creationId xmlns:a16="http://schemas.microsoft.com/office/drawing/2014/main" id="{EEC0198E-7E71-4DFC-0B11-E809D0E7A0D1}"/>
                      </a:ext>
                    </a:extLst>
                  </p:cNvPr>
                  <p:cNvSpPr/>
                  <p:nvPr/>
                </p:nvSpPr>
                <p:spPr>
                  <a:xfrm>
                    <a:off x="3438301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8A6">
                      <a:alpha val="100000"/>
                    </a:srgbClr>
                  </a:solidFill>
                  <a:ln w="5420" cap="flat">
                    <a:solidFill>
                      <a:srgbClr val="3699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70" name="pg621">
                    <a:extLst>
                      <a:ext uri="{FF2B5EF4-FFF2-40B4-BE49-F238E27FC236}">
                        <a16:creationId xmlns:a16="http://schemas.microsoft.com/office/drawing/2014/main" id="{5B00820F-6DC6-B5D5-9A3A-E37FCF9D272E}"/>
                      </a:ext>
                    </a:extLst>
                  </p:cNvPr>
                  <p:cNvSpPr/>
                  <p:nvPr/>
                </p:nvSpPr>
                <p:spPr>
                  <a:xfrm>
                    <a:off x="3519738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71" name="pg622">
                    <a:extLst>
                      <a:ext uri="{FF2B5EF4-FFF2-40B4-BE49-F238E27FC236}">
                        <a16:creationId xmlns:a16="http://schemas.microsoft.com/office/drawing/2014/main" id="{E4DCD306-1862-51B7-8DFD-A1E9E62C7E82}"/>
                      </a:ext>
                    </a:extLst>
                  </p:cNvPr>
                  <p:cNvSpPr/>
                  <p:nvPr/>
                </p:nvSpPr>
                <p:spPr>
                  <a:xfrm>
                    <a:off x="3601176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72" name="pg623">
                    <a:extLst>
                      <a:ext uri="{FF2B5EF4-FFF2-40B4-BE49-F238E27FC236}">
                        <a16:creationId xmlns:a16="http://schemas.microsoft.com/office/drawing/2014/main" id="{FD6CB33A-7767-0907-5B83-CCC15436C6EA}"/>
                      </a:ext>
                    </a:extLst>
                  </p:cNvPr>
                  <p:cNvSpPr/>
                  <p:nvPr/>
                </p:nvSpPr>
                <p:spPr>
                  <a:xfrm>
                    <a:off x="3682613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6A5">
                      <a:alpha val="100000"/>
                    </a:srgbClr>
                  </a:solidFill>
                  <a:ln w="5420" cap="flat">
                    <a:solidFill>
                      <a:srgbClr val="3497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73" name="pg624">
                    <a:extLst>
                      <a:ext uri="{FF2B5EF4-FFF2-40B4-BE49-F238E27FC236}">
                        <a16:creationId xmlns:a16="http://schemas.microsoft.com/office/drawing/2014/main" id="{4BB1AD9B-76B8-4CA6-CF04-F3AD32F33B03}"/>
                      </a:ext>
                    </a:extLst>
                  </p:cNvPr>
                  <p:cNvSpPr/>
                  <p:nvPr/>
                </p:nvSpPr>
                <p:spPr>
                  <a:xfrm>
                    <a:off x="3764050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6A5">
                      <a:alpha val="100000"/>
                    </a:srgbClr>
                  </a:solidFill>
                  <a:ln w="5420" cap="flat">
                    <a:solidFill>
                      <a:srgbClr val="3496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74" name="pg625">
                    <a:extLst>
                      <a:ext uri="{FF2B5EF4-FFF2-40B4-BE49-F238E27FC236}">
                        <a16:creationId xmlns:a16="http://schemas.microsoft.com/office/drawing/2014/main" id="{5ED7156C-DEC9-0DA2-9F62-051C5A80A574}"/>
                      </a:ext>
                    </a:extLst>
                  </p:cNvPr>
                  <p:cNvSpPr/>
                  <p:nvPr/>
                </p:nvSpPr>
                <p:spPr>
                  <a:xfrm>
                    <a:off x="3845487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5A5">
                      <a:alpha val="100000"/>
                    </a:srgbClr>
                  </a:solidFill>
                  <a:ln w="5420" cap="flat">
                    <a:solidFill>
                      <a:srgbClr val="3496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75" name="pg626">
                    <a:extLst>
                      <a:ext uri="{FF2B5EF4-FFF2-40B4-BE49-F238E27FC236}">
                        <a16:creationId xmlns:a16="http://schemas.microsoft.com/office/drawing/2014/main" id="{32FD9BFF-B28A-A96B-F105-7DFAAFAAEEA5}"/>
                      </a:ext>
                    </a:extLst>
                  </p:cNvPr>
                  <p:cNvSpPr/>
                  <p:nvPr/>
                </p:nvSpPr>
                <p:spPr>
                  <a:xfrm>
                    <a:off x="3926924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76" name="pg627">
                    <a:extLst>
                      <a:ext uri="{FF2B5EF4-FFF2-40B4-BE49-F238E27FC236}">
                        <a16:creationId xmlns:a16="http://schemas.microsoft.com/office/drawing/2014/main" id="{AD4C9F4A-1421-C5E8-DBB1-00CFDC64E5EF}"/>
                      </a:ext>
                    </a:extLst>
                  </p:cNvPr>
                  <p:cNvSpPr/>
                  <p:nvPr/>
                </p:nvSpPr>
                <p:spPr>
                  <a:xfrm>
                    <a:off x="4008361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77" name="pg628">
                    <a:extLst>
                      <a:ext uri="{FF2B5EF4-FFF2-40B4-BE49-F238E27FC236}">
                        <a16:creationId xmlns:a16="http://schemas.microsoft.com/office/drawing/2014/main" id="{5837F2CC-654B-88F1-7BB8-B274DB82FC2B}"/>
                      </a:ext>
                    </a:extLst>
                  </p:cNvPr>
                  <p:cNvSpPr/>
                  <p:nvPr/>
                </p:nvSpPr>
                <p:spPr>
                  <a:xfrm>
                    <a:off x="4089798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3A5">
                      <a:alpha val="100000"/>
                    </a:srgbClr>
                  </a:solidFill>
                  <a:ln w="5420" cap="flat">
                    <a:solidFill>
                      <a:srgbClr val="3594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78" name="pg629">
                    <a:extLst>
                      <a:ext uri="{FF2B5EF4-FFF2-40B4-BE49-F238E27FC236}">
                        <a16:creationId xmlns:a16="http://schemas.microsoft.com/office/drawing/2014/main" id="{FFE4FCFD-24D7-D082-431A-A7A2388E8CD1}"/>
                      </a:ext>
                    </a:extLst>
                  </p:cNvPr>
                  <p:cNvSpPr/>
                  <p:nvPr/>
                </p:nvSpPr>
                <p:spPr>
                  <a:xfrm>
                    <a:off x="4171236" y="5269288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2A5">
                      <a:alpha val="100000"/>
                    </a:srgbClr>
                  </a:solidFill>
                  <a:ln w="5420" cap="flat">
                    <a:solidFill>
                      <a:srgbClr val="3593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79" name="pg630">
                    <a:extLst>
                      <a:ext uri="{FF2B5EF4-FFF2-40B4-BE49-F238E27FC236}">
                        <a16:creationId xmlns:a16="http://schemas.microsoft.com/office/drawing/2014/main" id="{C7FA92F2-0E71-3719-9B85-7217A335CB36}"/>
                      </a:ext>
                    </a:extLst>
                  </p:cNvPr>
                  <p:cNvSpPr/>
                  <p:nvPr/>
                </p:nvSpPr>
                <p:spPr>
                  <a:xfrm>
                    <a:off x="3112553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80" name="pg631">
                    <a:extLst>
                      <a:ext uri="{FF2B5EF4-FFF2-40B4-BE49-F238E27FC236}">
                        <a16:creationId xmlns:a16="http://schemas.microsoft.com/office/drawing/2014/main" id="{F41425CA-A25E-E440-E923-364C573905E1}"/>
                      </a:ext>
                    </a:extLst>
                  </p:cNvPr>
                  <p:cNvSpPr/>
                  <p:nvPr/>
                </p:nvSpPr>
                <p:spPr>
                  <a:xfrm>
                    <a:off x="3193990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81" name="pg632">
                    <a:extLst>
                      <a:ext uri="{FF2B5EF4-FFF2-40B4-BE49-F238E27FC236}">
                        <a16:creationId xmlns:a16="http://schemas.microsoft.com/office/drawing/2014/main" id="{797479C1-A0A8-6312-DCE9-D81CF6FF357C}"/>
                      </a:ext>
                    </a:extLst>
                  </p:cNvPr>
                  <p:cNvSpPr/>
                  <p:nvPr/>
                </p:nvSpPr>
                <p:spPr>
                  <a:xfrm>
                    <a:off x="3275427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82" name="pg633">
                    <a:extLst>
                      <a:ext uri="{FF2B5EF4-FFF2-40B4-BE49-F238E27FC236}">
                        <a16:creationId xmlns:a16="http://schemas.microsoft.com/office/drawing/2014/main" id="{32DE09F6-8973-0195-0003-EFEB73F1EE3E}"/>
                      </a:ext>
                    </a:extLst>
                  </p:cNvPr>
                  <p:cNvSpPr/>
                  <p:nvPr/>
                </p:nvSpPr>
                <p:spPr>
                  <a:xfrm>
                    <a:off x="3356864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8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83" name="pg634">
                    <a:extLst>
                      <a:ext uri="{FF2B5EF4-FFF2-40B4-BE49-F238E27FC236}">
                        <a16:creationId xmlns:a16="http://schemas.microsoft.com/office/drawing/2014/main" id="{B3C3F566-F886-5A61-B918-7CBC6990DEDE}"/>
                      </a:ext>
                    </a:extLst>
                  </p:cNvPr>
                  <p:cNvSpPr/>
                  <p:nvPr/>
                </p:nvSpPr>
                <p:spPr>
                  <a:xfrm>
                    <a:off x="3438301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7A6">
                      <a:alpha val="100000"/>
                    </a:srgbClr>
                  </a:solidFill>
                  <a:ln w="5420" cap="flat">
                    <a:solidFill>
                      <a:srgbClr val="3598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84" name="pg635">
                    <a:extLst>
                      <a:ext uri="{FF2B5EF4-FFF2-40B4-BE49-F238E27FC236}">
                        <a16:creationId xmlns:a16="http://schemas.microsoft.com/office/drawing/2014/main" id="{C8ADC220-6C85-A9FE-4C61-66BFB588033F}"/>
                      </a:ext>
                    </a:extLst>
                  </p:cNvPr>
                  <p:cNvSpPr/>
                  <p:nvPr/>
                </p:nvSpPr>
                <p:spPr>
                  <a:xfrm>
                    <a:off x="3519738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6A5">
                      <a:alpha val="100000"/>
                    </a:srgbClr>
                  </a:solidFill>
                  <a:ln w="5420" cap="flat">
                    <a:solidFill>
                      <a:srgbClr val="3497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85" name="pg636">
                    <a:extLst>
                      <a:ext uri="{FF2B5EF4-FFF2-40B4-BE49-F238E27FC236}">
                        <a16:creationId xmlns:a16="http://schemas.microsoft.com/office/drawing/2014/main" id="{BBB6349F-C8B7-75FF-B6DC-ECF291C71969}"/>
                      </a:ext>
                    </a:extLst>
                  </p:cNvPr>
                  <p:cNvSpPr/>
                  <p:nvPr/>
                </p:nvSpPr>
                <p:spPr>
                  <a:xfrm>
                    <a:off x="3601176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6A5">
                      <a:alpha val="100000"/>
                    </a:srgbClr>
                  </a:solidFill>
                  <a:ln w="5420" cap="flat">
                    <a:solidFill>
                      <a:srgbClr val="3497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86" name="pg637">
                    <a:extLst>
                      <a:ext uri="{FF2B5EF4-FFF2-40B4-BE49-F238E27FC236}">
                        <a16:creationId xmlns:a16="http://schemas.microsoft.com/office/drawing/2014/main" id="{7287011D-49B9-1AB7-31D6-0CAA13BB1FC9}"/>
                      </a:ext>
                    </a:extLst>
                  </p:cNvPr>
                  <p:cNvSpPr/>
                  <p:nvPr/>
                </p:nvSpPr>
                <p:spPr>
                  <a:xfrm>
                    <a:off x="3682613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5A5">
                      <a:alpha val="100000"/>
                    </a:srgbClr>
                  </a:solidFill>
                  <a:ln w="5420" cap="flat">
                    <a:solidFill>
                      <a:srgbClr val="3496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87" name="pg638">
                    <a:extLst>
                      <a:ext uri="{FF2B5EF4-FFF2-40B4-BE49-F238E27FC236}">
                        <a16:creationId xmlns:a16="http://schemas.microsoft.com/office/drawing/2014/main" id="{3E1792C1-4270-D770-7513-232847B3ADFF}"/>
                      </a:ext>
                    </a:extLst>
                  </p:cNvPr>
                  <p:cNvSpPr/>
                  <p:nvPr/>
                </p:nvSpPr>
                <p:spPr>
                  <a:xfrm>
                    <a:off x="3764050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5A5">
                      <a:alpha val="100000"/>
                    </a:srgbClr>
                  </a:solidFill>
                  <a:ln w="5420" cap="flat">
                    <a:solidFill>
                      <a:srgbClr val="3496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88" name="pg639">
                    <a:extLst>
                      <a:ext uri="{FF2B5EF4-FFF2-40B4-BE49-F238E27FC236}">
                        <a16:creationId xmlns:a16="http://schemas.microsoft.com/office/drawing/2014/main" id="{24A5884F-7C27-E4EA-697E-9F7F8D77FA39}"/>
                      </a:ext>
                    </a:extLst>
                  </p:cNvPr>
                  <p:cNvSpPr/>
                  <p:nvPr/>
                </p:nvSpPr>
                <p:spPr>
                  <a:xfrm>
                    <a:off x="3845487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89" name="pg640">
                    <a:extLst>
                      <a:ext uri="{FF2B5EF4-FFF2-40B4-BE49-F238E27FC236}">
                        <a16:creationId xmlns:a16="http://schemas.microsoft.com/office/drawing/2014/main" id="{B68CD0A9-2AF3-4E5D-F96E-F673FEE282EE}"/>
                      </a:ext>
                    </a:extLst>
                  </p:cNvPr>
                  <p:cNvSpPr/>
                  <p:nvPr/>
                </p:nvSpPr>
                <p:spPr>
                  <a:xfrm>
                    <a:off x="3926924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4A5">
                      <a:alpha val="100000"/>
                    </a:srgbClr>
                  </a:solidFill>
                  <a:ln w="5420" cap="flat">
                    <a:solidFill>
                      <a:srgbClr val="3595A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90" name="pg641">
                    <a:extLst>
                      <a:ext uri="{FF2B5EF4-FFF2-40B4-BE49-F238E27FC236}">
                        <a16:creationId xmlns:a16="http://schemas.microsoft.com/office/drawing/2014/main" id="{5F973D38-248D-3BCA-7357-1B852EB530EF}"/>
                      </a:ext>
                    </a:extLst>
                  </p:cNvPr>
                  <p:cNvSpPr/>
                  <p:nvPr/>
                </p:nvSpPr>
                <p:spPr>
                  <a:xfrm>
                    <a:off x="4008361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3A5">
                      <a:alpha val="100000"/>
                    </a:srgbClr>
                  </a:solidFill>
                  <a:ln w="5420" cap="flat">
                    <a:solidFill>
                      <a:srgbClr val="3594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91" name="pg642">
                    <a:extLst>
                      <a:ext uri="{FF2B5EF4-FFF2-40B4-BE49-F238E27FC236}">
                        <a16:creationId xmlns:a16="http://schemas.microsoft.com/office/drawing/2014/main" id="{4946FA15-8158-6FDC-5ADD-D2C84F23FEE4}"/>
                      </a:ext>
                    </a:extLst>
                  </p:cNvPr>
                  <p:cNvSpPr/>
                  <p:nvPr/>
                </p:nvSpPr>
                <p:spPr>
                  <a:xfrm>
                    <a:off x="4089798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3A5">
                      <a:alpha val="100000"/>
                    </a:srgbClr>
                  </a:solidFill>
                  <a:ln w="5420" cap="flat">
                    <a:solidFill>
                      <a:srgbClr val="3594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92" name="pg643">
                    <a:extLst>
                      <a:ext uri="{FF2B5EF4-FFF2-40B4-BE49-F238E27FC236}">
                        <a16:creationId xmlns:a16="http://schemas.microsoft.com/office/drawing/2014/main" id="{06DCB04D-6DF2-EEF2-CDAF-48831D266503}"/>
                      </a:ext>
                    </a:extLst>
                  </p:cNvPr>
                  <p:cNvSpPr/>
                  <p:nvPr/>
                </p:nvSpPr>
                <p:spPr>
                  <a:xfrm>
                    <a:off x="4171236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2A5">
                      <a:alpha val="100000"/>
                    </a:srgbClr>
                  </a:solidFill>
                  <a:ln w="5420" cap="flat">
                    <a:solidFill>
                      <a:srgbClr val="3593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693" name="pg644">
                    <a:extLst>
                      <a:ext uri="{FF2B5EF4-FFF2-40B4-BE49-F238E27FC236}">
                        <a16:creationId xmlns:a16="http://schemas.microsoft.com/office/drawing/2014/main" id="{599FB51C-FF83-33C8-A40A-FB5748880F1E}"/>
                      </a:ext>
                    </a:extLst>
                  </p:cNvPr>
                  <p:cNvSpPr/>
                  <p:nvPr/>
                </p:nvSpPr>
                <p:spPr>
                  <a:xfrm>
                    <a:off x="4252673" y="5372604"/>
                    <a:ext cx="81437" cy="10331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81437" h="103316">
                        <a:moveTo>
                          <a:pt x="0" y="0"/>
                        </a:moveTo>
                        <a:lnTo>
                          <a:pt x="81437" y="0"/>
                        </a:lnTo>
                        <a:lnTo>
                          <a:pt x="81437" y="103316"/>
                        </a:lnTo>
                        <a:lnTo>
                          <a:pt x="0" y="103316"/>
                        </a:lnTo>
                        <a:close/>
                      </a:path>
                    </a:pathLst>
                  </a:custGeom>
                  <a:solidFill>
                    <a:srgbClr val="3982A4">
                      <a:alpha val="100000"/>
                    </a:srgbClr>
                  </a:solidFill>
                  <a:ln w="5420" cap="flat">
                    <a:solidFill>
                      <a:srgbClr val="3593A8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09" name="pg660">
                    <a:extLst>
                      <a:ext uri="{FF2B5EF4-FFF2-40B4-BE49-F238E27FC236}">
                        <a16:creationId xmlns:a16="http://schemas.microsoft.com/office/drawing/2014/main" id="{2A062324-E966-BF7E-DE41-949179CEF6D5}"/>
                      </a:ext>
                    </a:extLst>
                  </p:cNvPr>
                  <p:cNvSpPr/>
                  <p:nvPr/>
                </p:nvSpPr>
                <p:spPr>
                  <a:xfrm>
                    <a:off x="5284534" y="1853932"/>
                    <a:ext cx="27605" cy="14190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27605" h="141906">
                        <a:moveTo>
                          <a:pt x="25965" y="15142"/>
                        </a:moveTo>
                        <a:lnTo>
                          <a:pt x="3001" y="141906"/>
                        </a:lnTo>
                        <a:lnTo>
                          <a:pt x="0" y="103414"/>
                        </a:lnTo>
                        <a:lnTo>
                          <a:pt x="9634" y="0"/>
                        </a:lnTo>
                        <a:lnTo>
                          <a:pt x="27605" y="0"/>
                        </a:lnTo>
                        <a:close/>
                      </a:path>
                    </a:pathLst>
                  </a:custGeom>
                  <a:solidFill>
                    <a:srgbClr val="FFEFDB">
                      <a:alpha val="100000"/>
                    </a:srgbClr>
                  </a:solidFill>
                  <a:ln w="5420" cap="flat">
                    <a:solidFill>
                      <a:srgbClr val="59595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10" name="pg661">
                    <a:extLst>
                      <a:ext uri="{FF2B5EF4-FFF2-40B4-BE49-F238E27FC236}">
                        <a16:creationId xmlns:a16="http://schemas.microsoft.com/office/drawing/2014/main" id="{E4A92E90-A77E-9CE2-EC13-782B16BC9B74}"/>
                      </a:ext>
                    </a:extLst>
                  </p:cNvPr>
                  <p:cNvSpPr/>
                  <p:nvPr/>
                </p:nvSpPr>
                <p:spPr>
                  <a:xfrm>
                    <a:off x="4217860" y="1853932"/>
                    <a:ext cx="1042192" cy="93777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1042192" h="937770">
                        <a:moveTo>
                          <a:pt x="1041757" y="966"/>
                        </a:moveTo>
                        <a:lnTo>
                          <a:pt x="998433" y="199714"/>
                        </a:lnTo>
                        <a:lnTo>
                          <a:pt x="938872" y="305648"/>
                        </a:lnTo>
                        <a:lnTo>
                          <a:pt x="884012" y="378917"/>
                        </a:lnTo>
                        <a:lnTo>
                          <a:pt x="827417" y="366805"/>
                        </a:lnTo>
                        <a:lnTo>
                          <a:pt x="840146" y="425026"/>
                        </a:lnTo>
                        <a:lnTo>
                          <a:pt x="824596" y="455352"/>
                        </a:lnTo>
                        <a:lnTo>
                          <a:pt x="811288" y="518619"/>
                        </a:lnTo>
                        <a:lnTo>
                          <a:pt x="777548" y="560552"/>
                        </a:lnTo>
                        <a:lnTo>
                          <a:pt x="745832" y="556515"/>
                        </a:lnTo>
                        <a:lnTo>
                          <a:pt x="700266" y="585419"/>
                        </a:lnTo>
                        <a:lnTo>
                          <a:pt x="682293" y="607532"/>
                        </a:lnTo>
                        <a:lnTo>
                          <a:pt x="680955" y="649879"/>
                        </a:lnTo>
                        <a:lnTo>
                          <a:pt x="650470" y="687132"/>
                        </a:lnTo>
                        <a:lnTo>
                          <a:pt x="540461" y="880650"/>
                        </a:lnTo>
                        <a:lnTo>
                          <a:pt x="444953" y="937770"/>
                        </a:lnTo>
                        <a:lnTo>
                          <a:pt x="422098" y="929465"/>
                        </a:lnTo>
                        <a:lnTo>
                          <a:pt x="447268" y="838120"/>
                        </a:lnTo>
                        <a:lnTo>
                          <a:pt x="464518" y="745766"/>
                        </a:lnTo>
                        <a:lnTo>
                          <a:pt x="406548" y="705576"/>
                        </a:lnTo>
                        <a:lnTo>
                          <a:pt x="351073" y="684334"/>
                        </a:lnTo>
                        <a:lnTo>
                          <a:pt x="287426" y="687132"/>
                        </a:lnTo>
                        <a:lnTo>
                          <a:pt x="217124" y="615332"/>
                        </a:lnTo>
                        <a:lnTo>
                          <a:pt x="126499" y="563121"/>
                        </a:lnTo>
                        <a:lnTo>
                          <a:pt x="0" y="421860"/>
                        </a:lnTo>
                        <a:lnTo>
                          <a:pt x="3688" y="382679"/>
                        </a:lnTo>
                        <a:lnTo>
                          <a:pt x="506" y="316935"/>
                        </a:lnTo>
                        <a:lnTo>
                          <a:pt x="38947" y="213064"/>
                        </a:lnTo>
                        <a:lnTo>
                          <a:pt x="75798" y="140438"/>
                        </a:lnTo>
                        <a:lnTo>
                          <a:pt x="126680" y="102817"/>
                        </a:lnTo>
                        <a:lnTo>
                          <a:pt x="274335" y="64508"/>
                        </a:lnTo>
                        <a:lnTo>
                          <a:pt x="311366" y="6884"/>
                        </a:lnTo>
                        <a:lnTo>
                          <a:pt x="314479" y="0"/>
                        </a:lnTo>
                        <a:lnTo>
                          <a:pt x="1042192" y="0"/>
                        </a:lnTo>
                        <a:close/>
                      </a:path>
                    </a:pathLst>
                  </a:custGeom>
                  <a:solidFill>
                    <a:srgbClr val="FFEFDB">
                      <a:alpha val="100000"/>
                    </a:srgbClr>
                  </a:solidFill>
                  <a:ln w="5420" cap="flat">
                    <a:solidFill>
                      <a:srgbClr val="59595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11" name="pg662">
                    <a:extLst>
                      <a:ext uri="{FF2B5EF4-FFF2-40B4-BE49-F238E27FC236}">
                        <a16:creationId xmlns:a16="http://schemas.microsoft.com/office/drawing/2014/main" id="{0534087D-F7DB-D94E-9E18-76DC663C1729}"/>
                      </a:ext>
                    </a:extLst>
                  </p:cNvPr>
                  <p:cNvSpPr/>
                  <p:nvPr/>
                </p:nvSpPr>
                <p:spPr>
                  <a:xfrm>
                    <a:off x="2490531" y="1853931"/>
                    <a:ext cx="2088998" cy="3647961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2088998" h="3682871">
                        <a:moveTo>
                          <a:pt x="1987487" y="41706"/>
                        </a:moveTo>
                        <a:lnTo>
                          <a:pt x="1877912" y="69968"/>
                        </a:lnTo>
                        <a:lnTo>
                          <a:pt x="1818858" y="101074"/>
                        </a:lnTo>
                        <a:lnTo>
                          <a:pt x="1771628" y="148650"/>
                        </a:lnTo>
                        <a:lnTo>
                          <a:pt x="1743674" y="208385"/>
                        </a:lnTo>
                        <a:lnTo>
                          <a:pt x="1680388" y="280369"/>
                        </a:lnTo>
                        <a:lnTo>
                          <a:pt x="1684836" y="328588"/>
                        </a:lnTo>
                        <a:lnTo>
                          <a:pt x="1695432" y="362859"/>
                        </a:lnTo>
                        <a:lnTo>
                          <a:pt x="1690550" y="434293"/>
                        </a:lnTo>
                        <a:lnTo>
                          <a:pt x="1730583" y="503937"/>
                        </a:lnTo>
                        <a:lnTo>
                          <a:pt x="1809961" y="618039"/>
                        </a:lnTo>
                        <a:lnTo>
                          <a:pt x="1825114" y="795269"/>
                        </a:lnTo>
                        <a:lnTo>
                          <a:pt x="1885687" y="913867"/>
                        </a:lnTo>
                        <a:lnTo>
                          <a:pt x="1978519" y="1052146"/>
                        </a:lnTo>
                        <a:lnTo>
                          <a:pt x="2049905" y="1091464"/>
                        </a:lnTo>
                        <a:lnTo>
                          <a:pt x="2053377" y="1142895"/>
                        </a:lnTo>
                        <a:lnTo>
                          <a:pt x="2020432" y="1227817"/>
                        </a:lnTo>
                        <a:lnTo>
                          <a:pt x="1977000" y="1266630"/>
                        </a:lnTo>
                        <a:lnTo>
                          <a:pt x="2033487" y="1258877"/>
                        </a:lnTo>
                        <a:lnTo>
                          <a:pt x="2061622" y="1278284"/>
                        </a:lnTo>
                        <a:lnTo>
                          <a:pt x="2088998" y="1349121"/>
                        </a:lnTo>
                        <a:lnTo>
                          <a:pt x="2086864" y="1421426"/>
                        </a:lnTo>
                        <a:lnTo>
                          <a:pt x="2077606" y="1462167"/>
                        </a:lnTo>
                        <a:lnTo>
                          <a:pt x="2060501" y="1478408"/>
                        </a:lnTo>
                        <a:lnTo>
                          <a:pt x="2061224" y="1436796"/>
                        </a:lnTo>
                        <a:lnTo>
                          <a:pt x="2049110" y="1422344"/>
                        </a:lnTo>
                        <a:lnTo>
                          <a:pt x="2029111" y="1440374"/>
                        </a:lnTo>
                        <a:lnTo>
                          <a:pt x="2016165" y="1460928"/>
                        </a:lnTo>
                        <a:lnTo>
                          <a:pt x="2010776" y="1541905"/>
                        </a:lnTo>
                        <a:lnTo>
                          <a:pt x="1997071" y="1582370"/>
                        </a:lnTo>
                        <a:lnTo>
                          <a:pt x="1948612" y="1594390"/>
                        </a:lnTo>
                        <a:lnTo>
                          <a:pt x="1899466" y="1700646"/>
                        </a:lnTo>
                        <a:lnTo>
                          <a:pt x="1853755" y="1760931"/>
                        </a:lnTo>
                        <a:lnTo>
                          <a:pt x="1673879" y="2168566"/>
                        </a:lnTo>
                        <a:lnTo>
                          <a:pt x="1680750" y="2236697"/>
                        </a:lnTo>
                        <a:lnTo>
                          <a:pt x="1647841" y="2258627"/>
                        </a:lnTo>
                        <a:lnTo>
                          <a:pt x="1598008" y="2276474"/>
                        </a:lnTo>
                        <a:lnTo>
                          <a:pt x="1547596" y="2317214"/>
                        </a:lnTo>
                        <a:lnTo>
                          <a:pt x="1514145" y="2362130"/>
                        </a:lnTo>
                        <a:lnTo>
                          <a:pt x="1483081" y="2482929"/>
                        </a:lnTo>
                        <a:lnTo>
                          <a:pt x="1423556" y="2618915"/>
                        </a:lnTo>
                        <a:lnTo>
                          <a:pt x="1386416" y="2562254"/>
                        </a:lnTo>
                        <a:lnTo>
                          <a:pt x="1376905" y="2513760"/>
                        </a:lnTo>
                        <a:lnTo>
                          <a:pt x="1393432" y="2387272"/>
                        </a:lnTo>
                        <a:lnTo>
                          <a:pt x="1457803" y="2179898"/>
                        </a:lnTo>
                        <a:lnTo>
                          <a:pt x="1528719" y="2050978"/>
                        </a:lnTo>
                        <a:lnTo>
                          <a:pt x="1582819" y="1989868"/>
                        </a:lnTo>
                        <a:lnTo>
                          <a:pt x="1627300" y="1865306"/>
                        </a:lnTo>
                        <a:lnTo>
                          <a:pt x="1571103" y="1846725"/>
                        </a:lnTo>
                        <a:lnTo>
                          <a:pt x="1485432" y="1848744"/>
                        </a:lnTo>
                        <a:lnTo>
                          <a:pt x="1501560" y="1791257"/>
                        </a:lnTo>
                        <a:lnTo>
                          <a:pt x="1526549" y="1740607"/>
                        </a:lnTo>
                        <a:lnTo>
                          <a:pt x="1481888" y="1690140"/>
                        </a:lnTo>
                        <a:lnTo>
                          <a:pt x="1455452" y="1683717"/>
                        </a:lnTo>
                        <a:lnTo>
                          <a:pt x="1428221" y="1663025"/>
                        </a:lnTo>
                        <a:lnTo>
                          <a:pt x="1460153" y="1621000"/>
                        </a:lnTo>
                        <a:lnTo>
                          <a:pt x="1475740" y="1576589"/>
                        </a:lnTo>
                        <a:lnTo>
                          <a:pt x="1466229" y="1522544"/>
                        </a:lnTo>
                        <a:lnTo>
                          <a:pt x="1479609" y="1481849"/>
                        </a:lnTo>
                        <a:lnTo>
                          <a:pt x="1457296" y="1487997"/>
                        </a:lnTo>
                        <a:lnTo>
                          <a:pt x="1421422" y="1531077"/>
                        </a:lnTo>
                        <a:lnTo>
                          <a:pt x="1399110" y="1548282"/>
                        </a:lnTo>
                        <a:lnTo>
                          <a:pt x="1385512" y="1510156"/>
                        </a:lnTo>
                        <a:lnTo>
                          <a:pt x="1369998" y="1518782"/>
                        </a:lnTo>
                        <a:lnTo>
                          <a:pt x="1359909" y="1544979"/>
                        </a:lnTo>
                        <a:lnTo>
                          <a:pt x="1337017" y="1559385"/>
                        </a:lnTo>
                        <a:lnTo>
                          <a:pt x="1288667" y="1523553"/>
                        </a:lnTo>
                        <a:lnTo>
                          <a:pt x="1218184" y="1482537"/>
                        </a:lnTo>
                        <a:lnTo>
                          <a:pt x="1178947" y="1411975"/>
                        </a:lnTo>
                        <a:lnTo>
                          <a:pt x="1156562" y="1357287"/>
                        </a:lnTo>
                        <a:lnTo>
                          <a:pt x="1179309" y="1258326"/>
                        </a:lnTo>
                        <a:lnTo>
                          <a:pt x="1228021" y="1240755"/>
                        </a:lnTo>
                        <a:lnTo>
                          <a:pt x="1291307" y="1256812"/>
                        </a:lnTo>
                        <a:lnTo>
                          <a:pt x="1374265" y="1256675"/>
                        </a:lnTo>
                        <a:lnTo>
                          <a:pt x="1362404" y="1234699"/>
                        </a:lnTo>
                        <a:lnTo>
                          <a:pt x="1332786" y="1238323"/>
                        </a:lnTo>
                        <a:lnTo>
                          <a:pt x="1245343" y="1158035"/>
                        </a:lnTo>
                        <a:lnTo>
                          <a:pt x="1217208" y="1109541"/>
                        </a:lnTo>
                        <a:lnTo>
                          <a:pt x="1168821" y="1096236"/>
                        </a:lnTo>
                        <a:lnTo>
                          <a:pt x="1146762" y="1142849"/>
                        </a:lnTo>
                        <a:lnTo>
                          <a:pt x="1122279" y="1155236"/>
                        </a:lnTo>
                        <a:lnTo>
                          <a:pt x="1152512" y="1053247"/>
                        </a:lnTo>
                        <a:lnTo>
                          <a:pt x="1192038" y="1049072"/>
                        </a:lnTo>
                        <a:lnTo>
                          <a:pt x="1250406" y="1020811"/>
                        </a:lnTo>
                        <a:lnTo>
                          <a:pt x="1233445" y="961764"/>
                        </a:lnTo>
                        <a:lnTo>
                          <a:pt x="1196595" y="935934"/>
                        </a:lnTo>
                        <a:lnTo>
                          <a:pt x="1130054" y="968325"/>
                        </a:lnTo>
                        <a:lnTo>
                          <a:pt x="1130850" y="926804"/>
                        </a:lnTo>
                        <a:lnTo>
                          <a:pt x="1143326" y="873631"/>
                        </a:lnTo>
                        <a:lnTo>
                          <a:pt x="1193485" y="873814"/>
                        </a:lnTo>
                        <a:lnTo>
                          <a:pt x="1237423" y="891156"/>
                        </a:lnTo>
                        <a:lnTo>
                          <a:pt x="1274816" y="805271"/>
                        </a:lnTo>
                        <a:lnTo>
                          <a:pt x="1276480" y="766916"/>
                        </a:lnTo>
                        <a:lnTo>
                          <a:pt x="1214351" y="822659"/>
                        </a:lnTo>
                        <a:lnTo>
                          <a:pt x="1200392" y="702410"/>
                        </a:lnTo>
                        <a:lnTo>
                          <a:pt x="1261544" y="586428"/>
                        </a:lnTo>
                        <a:lnTo>
                          <a:pt x="1319876" y="535869"/>
                        </a:lnTo>
                        <a:lnTo>
                          <a:pt x="1392745" y="537337"/>
                        </a:lnTo>
                        <a:lnTo>
                          <a:pt x="1466807" y="529171"/>
                        </a:lnTo>
                        <a:lnTo>
                          <a:pt x="1420338" y="507929"/>
                        </a:lnTo>
                        <a:lnTo>
                          <a:pt x="1372638" y="496413"/>
                        </a:lnTo>
                        <a:lnTo>
                          <a:pt x="1408476" y="450580"/>
                        </a:lnTo>
                        <a:lnTo>
                          <a:pt x="1439034" y="442368"/>
                        </a:lnTo>
                        <a:lnTo>
                          <a:pt x="1469050" y="402407"/>
                        </a:lnTo>
                        <a:lnTo>
                          <a:pt x="1396868" y="408326"/>
                        </a:lnTo>
                        <a:lnTo>
                          <a:pt x="1405366" y="332717"/>
                        </a:lnTo>
                        <a:lnTo>
                          <a:pt x="1370287" y="348086"/>
                        </a:lnTo>
                        <a:lnTo>
                          <a:pt x="1328302" y="355198"/>
                        </a:lnTo>
                        <a:lnTo>
                          <a:pt x="1311956" y="387267"/>
                        </a:lnTo>
                        <a:lnTo>
                          <a:pt x="1315175" y="440533"/>
                        </a:lnTo>
                        <a:lnTo>
                          <a:pt x="1302915" y="475492"/>
                        </a:lnTo>
                        <a:lnTo>
                          <a:pt x="1270260" y="503570"/>
                        </a:lnTo>
                        <a:lnTo>
                          <a:pt x="1215111" y="525455"/>
                        </a:lnTo>
                        <a:lnTo>
                          <a:pt x="1209758" y="487513"/>
                        </a:lnTo>
                        <a:lnTo>
                          <a:pt x="1191532" y="470308"/>
                        </a:lnTo>
                        <a:lnTo>
                          <a:pt x="1184733" y="551560"/>
                        </a:lnTo>
                        <a:lnTo>
                          <a:pt x="1170268" y="579179"/>
                        </a:lnTo>
                        <a:lnTo>
                          <a:pt x="1129946" y="502928"/>
                        </a:lnTo>
                        <a:lnTo>
                          <a:pt x="1117831" y="518298"/>
                        </a:lnTo>
                        <a:lnTo>
                          <a:pt x="1119386" y="539952"/>
                        </a:lnTo>
                        <a:lnTo>
                          <a:pt x="1109080" y="577390"/>
                        </a:lnTo>
                        <a:lnTo>
                          <a:pt x="1074507" y="596888"/>
                        </a:lnTo>
                        <a:lnTo>
                          <a:pt x="1076641" y="644878"/>
                        </a:lnTo>
                        <a:lnTo>
                          <a:pt x="1063225" y="671029"/>
                        </a:lnTo>
                        <a:lnTo>
                          <a:pt x="952492" y="629371"/>
                        </a:lnTo>
                        <a:lnTo>
                          <a:pt x="949889" y="643501"/>
                        </a:lnTo>
                        <a:lnTo>
                          <a:pt x="1012524" y="733333"/>
                        </a:lnTo>
                        <a:lnTo>
                          <a:pt x="1058270" y="764026"/>
                        </a:lnTo>
                        <a:lnTo>
                          <a:pt x="1063839" y="813024"/>
                        </a:lnTo>
                        <a:lnTo>
                          <a:pt x="1024566" y="853673"/>
                        </a:lnTo>
                        <a:lnTo>
                          <a:pt x="970393" y="818576"/>
                        </a:lnTo>
                        <a:lnTo>
                          <a:pt x="961280" y="821145"/>
                        </a:lnTo>
                        <a:lnTo>
                          <a:pt x="990717" y="881338"/>
                        </a:lnTo>
                        <a:lnTo>
                          <a:pt x="1009269" y="933916"/>
                        </a:lnTo>
                        <a:lnTo>
                          <a:pt x="990175" y="977960"/>
                        </a:lnTo>
                        <a:lnTo>
                          <a:pt x="993140" y="1032189"/>
                        </a:lnTo>
                        <a:lnTo>
                          <a:pt x="989017" y="1081371"/>
                        </a:lnTo>
                        <a:lnTo>
                          <a:pt x="977337" y="1124268"/>
                        </a:lnTo>
                        <a:lnTo>
                          <a:pt x="1003663" y="1322006"/>
                        </a:lnTo>
                        <a:lnTo>
                          <a:pt x="1035379" y="1375777"/>
                        </a:lnTo>
                        <a:lnTo>
                          <a:pt x="1066552" y="1427207"/>
                        </a:lnTo>
                        <a:lnTo>
                          <a:pt x="1083078" y="1475334"/>
                        </a:lnTo>
                        <a:lnTo>
                          <a:pt x="1049989" y="1482354"/>
                        </a:lnTo>
                        <a:lnTo>
                          <a:pt x="997299" y="1442760"/>
                        </a:lnTo>
                        <a:lnTo>
                          <a:pt x="951010" y="1412572"/>
                        </a:lnTo>
                        <a:lnTo>
                          <a:pt x="895861" y="1316042"/>
                        </a:lnTo>
                        <a:lnTo>
                          <a:pt x="886747" y="1277504"/>
                        </a:lnTo>
                        <a:lnTo>
                          <a:pt x="873295" y="1247040"/>
                        </a:lnTo>
                        <a:lnTo>
                          <a:pt x="879804" y="1317006"/>
                        </a:lnTo>
                        <a:lnTo>
                          <a:pt x="899477" y="1395138"/>
                        </a:lnTo>
                        <a:lnTo>
                          <a:pt x="1072193" y="1569983"/>
                        </a:lnTo>
                        <a:lnTo>
                          <a:pt x="1104089" y="1637058"/>
                        </a:lnTo>
                        <a:lnTo>
                          <a:pt x="1128391" y="1689773"/>
                        </a:lnTo>
                        <a:lnTo>
                          <a:pt x="1122279" y="1740286"/>
                        </a:lnTo>
                        <a:lnTo>
                          <a:pt x="1077256" y="1704546"/>
                        </a:lnTo>
                        <a:lnTo>
                          <a:pt x="1038416" y="1658988"/>
                        </a:lnTo>
                        <a:lnTo>
                          <a:pt x="935315" y="1607512"/>
                        </a:lnTo>
                        <a:lnTo>
                          <a:pt x="805308" y="1574983"/>
                        </a:lnTo>
                        <a:lnTo>
                          <a:pt x="732004" y="1455331"/>
                        </a:lnTo>
                        <a:lnTo>
                          <a:pt x="732258" y="1505247"/>
                        </a:lnTo>
                        <a:lnTo>
                          <a:pt x="715984" y="1547594"/>
                        </a:lnTo>
                        <a:lnTo>
                          <a:pt x="671178" y="1495980"/>
                        </a:lnTo>
                        <a:lnTo>
                          <a:pt x="642934" y="1451936"/>
                        </a:lnTo>
                        <a:lnTo>
                          <a:pt x="633459" y="1403671"/>
                        </a:lnTo>
                        <a:lnTo>
                          <a:pt x="577515" y="1406974"/>
                        </a:lnTo>
                        <a:lnTo>
                          <a:pt x="518858" y="1448908"/>
                        </a:lnTo>
                        <a:lnTo>
                          <a:pt x="462117" y="1438952"/>
                        </a:lnTo>
                        <a:lnTo>
                          <a:pt x="455391" y="1357104"/>
                        </a:lnTo>
                        <a:lnTo>
                          <a:pt x="470724" y="1313748"/>
                        </a:lnTo>
                        <a:lnTo>
                          <a:pt x="534408" y="1211209"/>
                        </a:lnTo>
                        <a:lnTo>
                          <a:pt x="594403" y="1158861"/>
                        </a:lnTo>
                        <a:lnTo>
                          <a:pt x="620875" y="1091281"/>
                        </a:lnTo>
                        <a:lnTo>
                          <a:pt x="611834" y="986493"/>
                        </a:lnTo>
                        <a:lnTo>
                          <a:pt x="600551" y="1093116"/>
                        </a:lnTo>
                        <a:lnTo>
                          <a:pt x="566268" y="1145969"/>
                        </a:lnTo>
                        <a:lnTo>
                          <a:pt x="512384" y="1186342"/>
                        </a:lnTo>
                        <a:lnTo>
                          <a:pt x="441468" y="1258280"/>
                        </a:lnTo>
                        <a:lnTo>
                          <a:pt x="424146" y="1324805"/>
                        </a:lnTo>
                        <a:lnTo>
                          <a:pt x="402014" y="1449367"/>
                        </a:lnTo>
                        <a:lnTo>
                          <a:pt x="431957" y="1491529"/>
                        </a:lnTo>
                        <a:lnTo>
                          <a:pt x="462551" y="1502540"/>
                        </a:lnTo>
                        <a:lnTo>
                          <a:pt x="552924" y="1474279"/>
                        </a:lnTo>
                        <a:lnTo>
                          <a:pt x="599683" y="1486896"/>
                        </a:lnTo>
                        <a:lnTo>
                          <a:pt x="703689" y="1636874"/>
                        </a:lnTo>
                        <a:lnTo>
                          <a:pt x="897343" y="1696196"/>
                        </a:lnTo>
                        <a:lnTo>
                          <a:pt x="967970" y="1733266"/>
                        </a:lnTo>
                        <a:lnTo>
                          <a:pt x="1025542" y="1811536"/>
                        </a:lnTo>
                        <a:lnTo>
                          <a:pt x="1112081" y="1856589"/>
                        </a:lnTo>
                        <a:lnTo>
                          <a:pt x="1179237" y="1922058"/>
                        </a:lnTo>
                        <a:lnTo>
                          <a:pt x="1181045" y="1964772"/>
                        </a:lnTo>
                        <a:lnTo>
                          <a:pt x="1157792" y="2015285"/>
                        </a:lnTo>
                        <a:lnTo>
                          <a:pt x="1148606" y="2083644"/>
                        </a:lnTo>
                        <a:lnTo>
                          <a:pt x="1120073" y="2126771"/>
                        </a:lnTo>
                        <a:lnTo>
                          <a:pt x="1051580" y="2131726"/>
                        </a:lnTo>
                        <a:lnTo>
                          <a:pt x="1010209" y="2120623"/>
                        </a:lnTo>
                        <a:lnTo>
                          <a:pt x="787804" y="1880308"/>
                        </a:lnTo>
                        <a:lnTo>
                          <a:pt x="761261" y="1858195"/>
                        </a:lnTo>
                        <a:lnTo>
                          <a:pt x="678772" y="1732349"/>
                        </a:lnTo>
                        <a:lnTo>
                          <a:pt x="581999" y="1664952"/>
                        </a:lnTo>
                        <a:lnTo>
                          <a:pt x="552056" y="1666374"/>
                        </a:lnTo>
                        <a:lnTo>
                          <a:pt x="689802" y="1791028"/>
                        </a:lnTo>
                        <a:lnTo>
                          <a:pt x="746036" y="1878198"/>
                        </a:lnTo>
                        <a:lnTo>
                          <a:pt x="845087" y="2000420"/>
                        </a:lnTo>
                        <a:lnTo>
                          <a:pt x="915895" y="2052171"/>
                        </a:lnTo>
                        <a:lnTo>
                          <a:pt x="968006" y="2132918"/>
                        </a:lnTo>
                        <a:lnTo>
                          <a:pt x="1016429" y="2170769"/>
                        </a:lnTo>
                        <a:lnTo>
                          <a:pt x="1148642" y="2224676"/>
                        </a:lnTo>
                        <a:lnTo>
                          <a:pt x="1102679" y="2263398"/>
                        </a:lnTo>
                        <a:lnTo>
                          <a:pt x="1176054" y="2296385"/>
                        </a:lnTo>
                        <a:lnTo>
                          <a:pt x="1186542" y="2357037"/>
                        </a:lnTo>
                        <a:lnTo>
                          <a:pt x="1179815" y="2426177"/>
                        </a:lnTo>
                        <a:lnTo>
                          <a:pt x="1077979" y="2398833"/>
                        </a:lnTo>
                        <a:lnTo>
                          <a:pt x="1074652" y="2449759"/>
                        </a:lnTo>
                        <a:lnTo>
                          <a:pt x="1083765" y="2479810"/>
                        </a:lnTo>
                        <a:lnTo>
                          <a:pt x="1038778" y="2504630"/>
                        </a:lnTo>
                        <a:lnTo>
                          <a:pt x="976216" y="2470955"/>
                        </a:lnTo>
                        <a:lnTo>
                          <a:pt x="813770" y="2286751"/>
                        </a:lnTo>
                        <a:lnTo>
                          <a:pt x="815144" y="2311388"/>
                        </a:lnTo>
                        <a:lnTo>
                          <a:pt x="828307" y="2339970"/>
                        </a:lnTo>
                        <a:lnTo>
                          <a:pt x="922513" y="2458568"/>
                        </a:lnTo>
                        <a:lnTo>
                          <a:pt x="1006593" y="2529680"/>
                        </a:lnTo>
                        <a:lnTo>
                          <a:pt x="1077871" y="2561796"/>
                        </a:lnTo>
                        <a:lnTo>
                          <a:pt x="1132803" y="2621392"/>
                        </a:lnTo>
                        <a:lnTo>
                          <a:pt x="1152186" y="2657453"/>
                        </a:lnTo>
                        <a:lnTo>
                          <a:pt x="1165133" y="2712141"/>
                        </a:lnTo>
                        <a:lnTo>
                          <a:pt x="1124413" y="2749303"/>
                        </a:lnTo>
                        <a:lnTo>
                          <a:pt x="1078051" y="2769811"/>
                        </a:lnTo>
                        <a:lnTo>
                          <a:pt x="1032775" y="2732741"/>
                        </a:lnTo>
                        <a:lnTo>
                          <a:pt x="999577" y="2693698"/>
                        </a:lnTo>
                        <a:lnTo>
                          <a:pt x="928878" y="2627403"/>
                        </a:lnTo>
                        <a:lnTo>
                          <a:pt x="907686" y="2553308"/>
                        </a:lnTo>
                        <a:lnTo>
                          <a:pt x="853911" y="2557116"/>
                        </a:lnTo>
                        <a:lnTo>
                          <a:pt x="629156" y="2463156"/>
                        </a:lnTo>
                        <a:lnTo>
                          <a:pt x="448520" y="2452328"/>
                        </a:lnTo>
                        <a:lnTo>
                          <a:pt x="466168" y="2471230"/>
                        </a:lnTo>
                        <a:lnTo>
                          <a:pt x="489023" y="2483801"/>
                        </a:lnTo>
                        <a:lnTo>
                          <a:pt x="632881" y="2506970"/>
                        </a:lnTo>
                        <a:lnTo>
                          <a:pt x="689730" y="2550234"/>
                        </a:lnTo>
                        <a:lnTo>
                          <a:pt x="808056" y="2588635"/>
                        </a:lnTo>
                        <a:lnTo>
                          <a:pt x="877345" y="2599141"/>
                        </a:lnTo>
                        <a:lnTo>
                          <a:pt x="905444" y="2717096"/>
                        </a:lnTo>
                        <a:lnTo>
                          <a:pt x="1001204" y="2798256"/>
                        </a:lnTo>
                        <a:lnTo>
                          <a:pt x="1013645" y="2858403"/>
                        </a:lnTo>
                        <a:lnTo>
                          <a:pt x="1079028" y="2865148"/>
                        </a:lnTo>
                        <a:lnTo>
                          <a:pt x="1194063" y="2806147"/>
                        </a:lnTo>
                        <a:lnTo>
                          <a:pt x="1268307" y="2826839"/>
                        </a:lnTo>
                        <a:lnTo>
                          <a:pt x="1375386" y="2843722"/>
                        </a:lnTo>
                        <a:lnTo>
                          <a:pt x="1399869" y="2891345"/>
                        </a:lnTo>
                        <a:lnTo>
                          <a:pt x="1418240" y="2981956"/>
                        </a:lnTo>
                        <a:lnTo>
                          <a:pt x="1456103" y="3083899"/>
                        </a:lnTo>
                        <a:lnTo>
                          <a:pt x="1554287" y="3485845"/>
                        </a:lnTo>
                        <a:lnTo>
                          <a:pt x="1642687" y="3682871"/>
                        </a:lnTo>
                        <a:lnTo>
                          <a:pt x="1615976" y="3682871"/>
                        </a:lnTo>
                        <a:lnTo>
                          <a:pt x="1576238" y="3603800"/>
                        </a:lnTo>
                        <a:lnTo>
                          <a:pt x="1515845" y="3446573"/>
                        </a:lnTo>
                        <a:lnTo>
                          <a:pt x="1453789" y="3168959"/>
                        </a:lnTo>
                        <a:lnTo>
                          <a:pt x="1435779" y="3106793"/>
                        </a:lnTo>
                        <a:lnTo>
                          <a:pt x="1414588" y="3081972"/>
                        </a:lnTo>
                        <a:lnTo>
                          <a:pt x="1400629" y="3102159"/>
                        </a:lnTo>
                        <a:lnTo>
                          <a:pt x="1394625" y="3137532"/>
                        </a:lnTo>
                        <a:lnTo>
                          <a:pt x="1404751" y="3164692"/>
                        </a:lnTo>
                        <a:lnTo>
                          <a:pt x="1380305" y="3256083"/>
                        </a:lnTo>
                        <a:lnTo>
                          <a:pt x="1390901" y="3298016"/>
                        </a:lnTo>
                        <a:lnTo>
                          <a:pt x="1430608" y="3341372"/>
                        </a:lnTo>
                        <a:lnTo>
                          <a:pt x="1473751" y="3449555"/>
                        </a:lnTo>
                        <a:lnTo>
                          <a:pt x="1508214" y="3595221"/>
                        </a:lnTo>
                        <a:lnTo>
                          <a:pt x="1461600" y="3536174"/>
                        </a:lnTo>
                        <a:lnTo>
                          <a:pt x="1411839" y="3504885"/>
                        </a:lnTo>
                        <a:lnTo>
                          <a:pt x="1334413" y="3480890"/>
                        </a:lnTo>
                        <a:lnTo>
                          <a:pt x="1265450" y="3438819"/>
                        </a:lnTo>
                        <a:lnTo>
                          <a:pt x="1270477" y="3499150"/>
                        </a:lnTo>
                        <a:lnTo>
                          <a:pt x="1263859" y="3564298"/>
                        </a:lnTo>
                        <a:lnTo>
                          <a:pt x="1210699" y="3544433"/>
                        </a:lnTo>
                        <a:lnTo>
                          <a:pt x="1174535" y="3522824"/>
                        </a:lnTo>
                        <a:lnTo>
                          <a:pt x="1206540" y="3592239"/>
                        </a:lnTo>
                        <a:lnTo>
                          <a:pt x="1137070" y="3571410"/>
                        </a:lnTo>
                        <a:lnTo>
                          <a:pt x="1090781" y="3575768"/>
                        </a:lnTo>
                        <a:lnTo>
                          <a:pt x="1060693" y="3637384"/>
                        </a:lnTo>
                        <a:lnTo>
                          <a:pt x="1020335" y="3674775"/>
                        </a:lnTo>
                        <a:lnTo>
                          <a:pt x="980297" y="3682871"/>
                        </a:lnTo>
                        <a:lnTo>
                          <a:pt x="954427" y="3682871"/>
                        </a:lnTo>
                        <a:lnTo>
                          <a:pt x="872137" y="3630502"/>
                        </a:lnTo>
                        <a:lnTo>
                          <a:pt x="843460" y="3562096"/>
                        </a:lnTo>
                        <a:lnTo>
                          <a:pt x="831598" y="3485937"/>
                        </a:lnTo>
                        <a:lnTo>
                          <a:pt x="826861" y="3575997"/>
                        </a:lnTo>
                        <a:lnTo>
                          <a:pt x="842628" y="3669774"/>
                        </a:lnTo>
                        <a:lnTo>
                          <a:pt x="841612" y="3682871"/>
                        </a:lnTo>
                        <a:lnTo>
                          <a:pt x="0" y="3682871"/>
                        </a:lnTo>
                        <a:lnTo>
                          <a:pt x="0" y="0"/>
                        </a:lnTo>
                        <a:lnTo>
                          <a:pt x="2024089" y="0"/>
                        </a:lnTo>
                        <a:close/>
                      </a:path>
                    </a:pathLst>
                  </a:custGeom>
                  <a:solidFill>
                    <a:srgbClr val="FFEFDB">
                      <a:alpha val="100000"/>
                    </a:srgbClr>
                  </a:solidFill>
                  <a:ln w="5420" cap="flat">
                    <a:solidFill>
                      <a:srgbClr val="59595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12" name="pg663">
                    <a:extLst>
                      <a:ext uri="{FF2B5EF4-FFF2-40B4-BE49-F238E27FC236}">
                        <a16:creationId xmlns:a16="http://schemas.microsoft.com/office/drawing/2014/main" id="{2A34B460-1DCE-3191-29F8-60E885E03C7C}"/>
                      </a:ext>
                    </a:extLst>
                  </p:cNvPr>
                  <p:cNvSpPr/>
                  <p:nvPr/>
                </p:nvSpPr>
                <p:spPr>
                  <a:xfrm>
                    <a:off x="5159228" y="2035019"/>
                    <a:ext cx="108453" cy="203932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108453" h="203932">
                        <a:moveTo>
                          <a:pt x="1988" y="203932"/>
                        </a:moveTo>
                        <a:lnTo>
                          <a:pt x="0" y="176588"/>
                        </a:lnTo>
                        <a:lnTo>
                          <a:pt x="108453" y="0"/>
                        </a:lnTo>
                        <a:lnTo>
                          <a:pt x="88853" y="61707"/>
                        </a:lnTo>
                        <a:close/>
                      </a:path>
                    </a:pathLst>
                  </a:custGeom>
                  <a:solidFill>
                    <a:srgbClr val="FFEFDB">
                      <a:alpha val="100000"/>
                    </a:srgbClr>
                  </a:solidFill>
                  <a:ln w="5420" cap="flat">
                    <a:solidFill>
                      <a:srgbClr val="59595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13" name="pg664">
                    <a:extLst>
                      <a:ext uri="{FF2B5EF4-FFF2-40B4-BE49-F238E27FC236}">
                        <a16:creationId xmlns:a16="http://schemas.microsoft.com/office/drawing/2014/main" id="{5052EBD6-B511-B6C3-4BDF-D46F19DBA241}"/>
                      </a:ext>
                    </a:extLst>
                  </p:cNvPr>
                  <p:cNvSpPr/>
                  <p:nvPr/>
                </p:nvSpPr>
                <p:spPr>
                  <a:xfrm>
                    <a:off x="4325772" y="3395883"/>
                    <a:ext cx="207830" cy="400294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207830" h="400294">
                        <a:moveTo>
                          <a:pt x="0" y="400294"/>
                        </a:moveTo>
                        <a:lnTo>
                          <a:pt x="112974" y="212144"/>
                        </a:lnTo>
                        <a:lnTo>
                          <a:pt x="178574" y="54504"/>
                        </a:lnTo>
                        <a:lnTo>
                          <a:pt x="207830" y="0"/>
                        </a:lnTo>
                        <a:lnTo>
                          <a:pt x="179442" y="110476"/>
                        </a:lnTo>
                        <a:lnTo>
                          <a:pt x="129826" y="212052"/>
                        </a:lnTo>
                        <a:lnTo>
                          <a:pt x="33668" y="385062"/>
                        </a:lnTo>
                        <a:close/>
                      </a:path>
                    </a:pathLst>
                  </a:custGeom>
                  <a:solidFill>
                    <a:srgbClr val="FFEFDB">
                      <a:alpha val="100000"/>
                    </a:srgbClr>
                  </a:solidFill>
                  <a:ln w="5420" cap="flat">
                    <a:solidFill>
                      <a:srgbClr val="595959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14" name="pt665">
                    <a:extLst>
                      <a:ext uri="{FF2B5EF4-FFF2-40B4-BE49-F238E27FC236}">
                        <a16:creationId xmlns:a16="http://schemas.microsoft.com/office/drawing/2014/main" id="{F820E6AA-E135-E52E-F06D-5F911DB0FB8F}"/>
                      </a:ext>
                    </a:extLst>
                  </p:cNvPr>
                  <p:cNvSpPr/>
                  <p:nvPr/>
                </p:nvSpPr>
                <p:spPr>
                  <a:xfrm>
                    <a:off x="4042131" y="3963949"/>
                    <a:ext cx="144506" cy="144506"/>
                  </a:xfrm>
                  <a:prstGeom prst="ellipse">
                    <a:avLst/>
                  </a:prstGeom>
                  <a:solidFill>
                    <a:srgbClr val="3B4E86">
                      <a:alpha val="100000"/>
                    </a:srgbClr>
                  </a:solidFill>
                  <a:ln w="900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15" name="pt666">
                    <a:extLst>
                      <a:ext uri="{FF2B5EF4-FFF2-40B4-BE49-F238E27FC236}">
                        <a16:creationId xmlns:a16="http://schemas.microsoft.com/office/drawing/2014/main" id="{1BBD3390-9C96-6B06-2FD0-9907ED5A8B61}"/>
                      </a:ext>
                    </a:extLst>
                  </p:cNvPr>
                  <p:cNvSpPr/>
                  <p:nvPr/>
                </p:nvSpPr>
                <p:spPr>
                  <a:xfrm>
                    <a:off x="4598279" y="2594972"/>
                    <a:ext cx="144506" cy="144506"/>
                  </a:xfrm>
                  <a:prstGeom prst="ellipse">
                    <a:avLst/>
                  </a:prstGeom>
                  <a:solidFill>
                    <a:srgbClr val="3987A6">
                      <a:alpha val="100000"/>
                    </a:srgbClr>
                  </a:solidFill>
                  <a:ln w="900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16" name="pt667">
                    <a:extLst>
                      <a:ext uri="{FF2B5EF4-FFF2-40B4-BE49-F238E27FC236}">
                        <a16:creationId xmlns:a16="http://schemas.microsoft.com/office/drawing/2014/main" id="{C93E9A8B-5011-7F67-1407-8E1DD9D0D12A}"/>
                      </a:ext>
                    </a:extLst>
                  </p:cNvPr>
                  <p:cNvSpPr/>
                  <p:nvPr/>
                </p:nvSpPr>
                <p:spPr>
                  <a:xfrm>
                    <a:off x="4150995" y="2255653"/>
                    <a:ext cx="144506" cy="144506"/>
                  </a:xfrm>
                  <a:prstGeom prst="ellipse">
                    <a:avLst/>
                  </a:prstGeom>
                  <a:solidFill>
                    <a:srgbClr val="99DFC3">
                      <a:alpha val="100000"/>
                    </a:srgbClr>
                  </a:solidFill>
                  <a:ln w="900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17" name="pt668">
                    <a:extLst>
                      <a:ext uri="{FF2B5EF4-FFF2-40B4-BE49-F238E27FC236}">
                        <a16:creationId xmlns:a16="http://schemas.microsoft.com/office/drawing/2014/main" id="{05149860-826A-B615-3B91-E171367A8F7B}"/>
                      </a:ext>
                    </a:extLst>
                  </p:cNvPr>
                  <p:cNvSpPr/>
                  <p:nvPr/>
                </p:nvSpPr>
                <p:spPr>
                  <a:xfrm>
                    <a:off x="3069870" y="3287113"/>
                    <a:ext cx="144506" cy="144506"/>
                  </a:xfrm>
                  <a:prstGeom prst="ellipse">
                    <a:avLst/>
                  </a:prstGeom>
                  <a:solidFill>
                    <a:srgbClr val="BAE9D3">
                      <a:alpha val="100000"/>
                    </a:srgbClr>
                  </a:solidFill>
                  <a:ln w="900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18" name="pt669">
                    <a:extLst>
                      <a:ext uri="{FF2B5EF4-FFF2-40B4-BE49-F238E27FC236}">
                        <a16:creationId xmlns:a16="http://schemas.microsoft.com/office/drawing/2014/main" id="{7E31B651-77A5-D341-262D-0996B30191C5}"/>
                      </a:ext>
                    </a:extLst>
                  </p:cNvPr>
                  <p:cNvSpPr/>
                  <p:nvPr/>
                </p:nvSpPr>
                <p:spPr>
                  <a:xfrm>
                    <a:off x="3376420" y="4483362"/>
                    <a:ext cx="144506" cy="144506"/>
                  </a:xfrm>
                  <a:prstGeom prst="ellipse">
                    <a:avLst/>
                  </a:prstGeom>
                  <a:solidFill>
                    <a:srgbClr val="3692A8">
                      <a:alpha val="100000"/>
                    </a:srgbClr>
                  </a:solidFill>
                  <a:ln w="900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19" name="pt670">
                    <a:extLst>
                      <a:ext uri="{FF2B5EF4-FFF2-40B4-BE49-F238E27FC236}">
                        <a16:creationId xmlns:a16="http://schemas.microsoft.com/office/drawing/2014/main" id="{AB389AC2-6FD3-ED23-D3E1-8E808AAA4393}"/>
                      </a:ext>
                    </a:extLst>
                  </p:cNvPr>
                  <p:cNvSpPr/>
                  <p:nvPr/>
                </p:nvSpPr>
                <p:spPr>
                  <a:xfrm>
                    <a:off x="3322218" y="4429159"/>
                    <a:ext cx="252911" cy="252911"/>
                  </a:xfrm>
                  <a:prstGeom prst="ellipse">
                    <a:avLst/>
                  </a:prstGeom>
                  <a:solidFill>
                    <a:srgbClr val="3692A8">
                      <a:alpha val="100000"/>
                    </a:srgbClr>
                  </a:solidFill>
                  <a:ln w="900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20" name="pt671">
                    <a:extLst>
                      <a:ext uri="{FF2B5EF4-FFF2-40B4-BE49-F238E27FC236}">
                        <a16:creationId xmlns:a16="http://schemas.microsoft.com/office/drawing/2014/main" id="{CA0D18CC-12D5-122F-9090-E956FFA792D1}"/>
                      </a:ext>
                    </a:extLst>
                  </p:cNvPr>
                  <p:cNvSpPr/>
                  <p:nvPr/>
                </p:nvSpPr>
                <p:spPr>
                  <a:xfrm>
                    <a:off x="3396934" y="3568029"/>
                    <a:ext cx="252911" cy="252911"/>
                  </a:xfrm>
                  <a:prstGeom prst="ellipse">
                    <a:avLst/>
                  </a:prstGeom>
                  <a:solidFill>
                    <a:srgbClr val="C7EDD9">
                      <a:alpha val="100000"/>
                    </a:srgbClr>
                  </a:solidFill>
                  <a:ln w="900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21" name="pt672">
                    <a:extLst>
                      <a:ext uri="{FF2B5EF4-FFF2-40B4-BE49-F238E27FC236}">
                        <a16:creationId xmlns:a16="http://schemas.microsoft.com/office/drawing/2014/main" id="{12791A84-8BB0-1C75-3417-6B9FEEA75B34}"/>
                      </a:ext>
                    </a:extLst>
                  </p:cNvPr>
                  <p:cNvSpPr/>
                  <p:nvPr/>
                </p:nvSpPr>
                <p:spPr>
                  <a:xfrm>
                    <a:off x="3369184" y="4256773"/>
                    <a:ext cx="252911" cy="252911"/>
                  </a:xfrm>
                  <a:prstGeom prst="ellipse">
                    <a:avLst/>
                  </a:prstGeom>
                  <a:solidFill>
                    <a:srgbClr val="3690A8">
                      <a:alpha val="100000"/>
                    </a:srgbClr>
                  </a:solidFill>
                  <a:ln w="900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22" name="pg673">
                    <a:extLst>
                      <a:ext uri="{FF2B5EF4-FFF2-40B4-BE49-F238E27FC236}">
                        <a16:creationId xmlns:a16="http://schemas.microsoft.com/office/drawing/2014/main" id="{366294F8-4568-1853-B64C-B2931C87286B}"/>
                      </a:ext>
                    </a:extLst>
                  </p:cNvPr>
                  <p:cNvSpPr/>
                  <p:nvPr/>
                </p:nvSpPr>
                <p:spPr>
                  <a:xfrm>
                    <a:off x="3241457" y="3539977"/>
                    <a:ext cx="267615" cy="231762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267615" h="231762">
                        <a:moveTo>
                          <a:pt x="133807" y="0"/>
                        </a:moveTo>
                        <a:lnTo>
                          <a:pt x="267615" y="231762"/>
                        </a:lnTo>
                        <a:lnTo>
                          <a:pt x="0" y="231762"/>
                        </a:lnTo>
                        <a:close/>
                      </a:path>
                    </a:pathLst>
                  </a:custGeom>
                  <a:solidFill>
                    <a:srgbClr val="FF1493">
                      <a:alpha val="100000"/>
                    </a:srgbClr>
                  </a:solidFill>
                  <a:ln w="900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23" name="pl674">
                    <a:extLst>
                      <a:ext uri="{FF2B5EF4-FFF2-40B4-BE49-F238E27FC236}">
                        <a16:creationId xmlns:a16="http://schemas.microsoft.com/office/drawing/2014/main" id="{C2C65EC8-7ED7-36B7-6CCC-A23637A8E004}"/>
                      </a:ext>
                    </a:extLst>
                  </p:cNvPr>
                  <p:cNvSpPr/>
                  <p:nvPr/>
                </p:nvSpPr>
                <p:spPr>
                  <a:xfrm>
                    <a:off x="3462317" y="4204808"/>
                    <a:ext cx="1082337" cy="34644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1082337" h="346440">
                        <a:moveTo>
                          <a:pt x="1082337" y="0"/>
                        </a:moveTo>
                        <a:lnTo>
                          <a:pt x="0" y="346440"/>
                        </a:lnTo>
                      </a:path>
                    </a:pathLst>
                  </a:custGeom>
                  <a:ln w="1355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24" name="pl675">
                    <a:extLst>
                      <a:ext uri="{FF2B5EF4-FFF2-40B4-BE49-F238E27FC236}">
                        <a16:creationId xmlns:a16="http://schemas.microsoft.com/office/drawing/2014/main" id="{D65F9122-A83C-CEA9-9339-C81A0EE26DB4}"/>
                      </a:ext>
                    </a:extLst>
                  </p:cNvPr>
                  <p:cNvSpPr/>
                  <p:nvPr/>
                </p:nvSpPr>
                <p:spPr>
                  <a:xfrm>
                    <a:off x="3536580" y="3232292"/>
                    <a:ext cx="1087890" cy="456656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1087890" h="456656">
                        <a:moveTo>
                          <a:pt x="1087890" y="0"/>
                        </a:moveTo>
                        <a:lnTo>
                          <a:pt x="0" y="456656"/>
                        </a:lnTo>
                      </a:path>
                    </a:pathLst>
                  </a:custGeom>
                  <a:ln w="1355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25" name="pl676">
                    <a:extLst>
                      <a:ext uri="{FF2B5EF4-FFF2-40B4-BE49-F238E27FC236}">
                        <a16:creationId xmlns:a16="http://schemas.microsoft.com/office/drawing/2014/main" id="{5053D814-1E96-FA5B-D41A-933233A824C1}"/>
                      </a:ext>
                    </a:extLst>
                  </p:cNvPr>
                  <p:cNvSpPr/>
                  <p:nvPr/>
                </p:nvSpPr>
                <p:spPr>
                  <a:xfrm>
                    <a:off x="3508637" y="3790304"/>
                    <a:ext cx="1281079" cy="586969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1281079" h="586969">
                        <a:moveTo>
                          <a:pt x="1281079" y="0"/>
                        </a:moveTo>
                        <a:lnTo>
                          <a:pt x="0" y="586969"/>
                        </a:lnTo>
                      </a:path>
                    </a:pathLst>
                  </a:custGeom>
                  <a:ln w="13550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26" name="pg677">
                    <a:extLst>
                      <a:ext uri="{FF2B5EF4-FFF2-40B4-BE49-F238E27FC236}">
                        <a16:creationId xmlns:a16="http://schemas.microsoft.com/office/drawing/2014/main" id="{EFE67B3E-6351-3F52-ACAF-3D8FF89F067C}"/>
                      </a:ext>
                    </a:extLst>
                  </p:cNvPr>
                  <p:cNvSpPr/>
                  <p:nvPr/>
                </p:nvSpPr>
                <p:spPr>
                  <a:xfrm>
                    <a:off x="4544654" y="4036690"/>
                    <a:ext cx="1193384" cy="376549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1193383" h="324612">
                        <a:moveTo>
                          <a:pt x="27432" y="324612"/>
                        </a:moveTo>
                        <a:lnTo>
                          <a:pt x="1165951" y="324612"/>
                        </a:lnTo>
                        <a:lnTo>
                          <a:pt x="1164846" y="324589"/>
                        </a:lnTo>
                        <a:lnTo>
                          <a:pt x="1169258" y="324411"/>
                        </a:lnTo>
                        <a:lnTo>
                          <a:pt x="1173583" y="323528"/>
                        </a:lnTo>
                        <a:lnTo>
                          <a:pt x="1177711" y="321963"/>
                        </a:lnTo>
                        <a:lnTo>
                          <a:pt x="1181534" y="319756"/>
                        </a:lnTo>
                        <a:lnTo>
                          <a:pt x="1184954" y="316964"/>
                        </a:lnTo>
                        <a:lnTo>
                          <a:pt x="1187881" y="313659"/>
                        </a:lnTo>
                        <a:lnTo>
                          <a:pt x="1190241" y="309928"/>
                        </a:lnTo>
                        <a:lnTo>
                          <a:pt x="1191971" y="305866"/>
                        </a:lnTo>
                        <a:lnTo>
                          <a:pt x="1193028" y="301580"/>
                        </a:lnTo>
                        <a:lnTo>
                          <a:pt x="1193383" y="297180"/>
                        </a:lnTo>
                        <a:lnTo>
                          <a:pt x="1193383" y="27432"/>
                        </a:lnTo>
                        <a:lnTo>
                          <a:pt x="1193028" y="23031"/>
                        </a:lnTo>
                        <a:lnTo>
                          <a:pt x="1191971" y="18745"/>
                        </a:lnTo>
                        <a:lnTo>
                          <a:pt x="1190241" y="14683"/>
                        </a:lnTo>
                        <a:lnTo>
                          <a:pt x="1187881" y="10952"/>
                        </a:lnTo>
                        <a:lnTo>
                          <a:pt x="1184954" y="7647"/>
                        </a:lnTo>
                        <a:lnTo>
                          <a:pt x="1181534" y="4855"/>
                        </a:lnTo>
                        <a:lnTo>
                          <a:pt x="1177711" y="2648"/>
                        </a:lnTo>
                        <a:lnTo>
                          <a:pt x="1173583" y="1083"/>
                        </a:lnTo>
                        <a:lnTo>
                          <a:pt x="1169258" y="200"/>
                        </a:lnTo>
                        <a:lnTo>
                          <a:pt x="1165951" y="0"/>
                        </a:lnTo>
                        <a:lnTo>
                          <a:pt x="27432" y="0"/>
                        </a:lnTo>
                        <a:lnTo>
                          <a:pt x="30738" y="200"/>
                        </a:lnTo>
                        <a:lnTo>
                          <a:pt x="26327" y="22"/>
                        </a:lnTo>
                        <a:lnTo>
                          <a:pt x="21944" y="554"/>
                        </a:lnTo>
                        <a:lnTo>
                          <a:pt x="17704" y="1782"/>
                        </a:lnTo>
                        <a:lnTo>
                          <a:pt x="13715" y="3675"/>
                        </a:lnTo>
                        <a:lnTo>
                          <a:pt x="10082" y="6183"/>
                        </a:lnTo>
                        <a:lnTo>
                          <a:pt x="6898" y="9241"/>
                        </a:lnTo>
                        <a:lnTo>
                          <a:pt x="4246" y="12770"/>
                        </a:lnTo>
                        <a:lnTo>
                          <a:pt x="2195" y="16679"/>
                        </a:lnTo>
                        <a:lnTo>
                          <a:pt x="797" y="20867"/>
                        </a:lnTo>
                        <a:lnTo>
                          <a:pt x="88" y="25224"/>
                        </a:lnTo>
                        <a:lnTo>
                          <a:pt x="0" y="27432"/>
                        </a:lnTo>
                        <a:lnTo>
                          <a:pt x="0" y="297180"/>
                        </a:lnTo>
                        <a:lnTo>
                          <a:pt x="88" y="294972"/>
                        </a:lnTo>
                        <a:lnTo>
                          <a:pt x="88" y="299387"/>
                        </a:lnTo>
                        <a:lnTo>
                          <a:pt x="797" y="303744"/>
                        </a:lnTo>
                        <a:lnTo>
                          <a:pt x="2195" y="307932"/>
                        </a:lnTo>
                        <a:lnTo>
                          <a:pt x="4246" y="311841"/>
                        </a:lnTo>
                        <a:lnTo>
                          <a:pt x="6898" y="315370"/>
                        </a:lnTo>
                        <a:lnTo>
                          <a:pt x="10082" y="318428"/>
                        </a:lnTo>
                        <a:lnTo>
                          <a:pt x="13715" y="320936"/>
                        </a:lnTo>
                        <a:lnTo>
                          <a:pt x="17704" y="322829"/>
                        </a:lnTo>
                        <a:lnTo>
                          <a:pt x="21944" y="324057"/>
                        </a:lnTo>
                        <a:lnTo>
                          <a:pt x="26327" y="324589"/>
                        </a:lnTo>
                        <a:close/>
                      </a:path>
                    </a:pathLst>
                  </a:custGeom>
                  <a:solidFill>
                    <a:srgbClr val="FFFFFF">
                      <a:alpha val="100000"/>
                    </a:srgbClr>
                  </a:solidFill>
                  <a:ln w="6775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27" name="tx678">
                    <a:extLst>
                      <a:ext uri="{FF2B5EF4-FFF2-40B4-BE49-F238E27FC236}">
                        <a16:creationId xmlns:a16="http://schemas.microsoft.com/office/drawing/2014/main" id="{F2EE8147-4229-730F-F1F1-083CD59997A4}"/>
                      </a:ext>
                    </a:extLst>
                  </p:cNvPr>
                  <p:cNvSpPr/>
                  <p:nvPr/>
                </p:nvSpPr>
                <p:spPr>
                  <a:xfrm>
                    <a:off x="4590375" y="4020179"/>
                    <a:ext cx="1101943" cy="23317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anchor="ctr" anchorCtr="1"/>
                  <a:lstStyle/>
                  <a:p>
                    <a:pPr marL="0" marR="0" indent="0" algn="l">
                      <a:lnSpc>
                        <a:spcPts val="256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</a:pPr>
                    <a:r>
                      <a:rPr sz="1100" dirty="0">
                        <a:solidFill>
                          <a:srgbClr val="000000">
                            <a:alpha val="100000"/>
                          </a:srgbClr>
                        </a:solidFill>
                        <a:latin typeface="Helvetica"/>
                        <a:cs typeface="Helvetica"/>
                      </a:rPr>
                      <a:t>W4</a:t>
                    </a:r>
                    <a:r>
                      <a:rPr lang="en-US" sz="1100" dirty="0">
                        <a:solidFill>
                          <a:srgbClr val="000000">
                            <a:alpha val="100000"/>
                          </a:srgbClr>
                        </a:solidFill>
                        <a:latin typeface="Helvetica"/>
                        <a:cs typeface="Helvetica"/>
                      </a:rPr>
                      <a:t>-</a:t>
                    </a:r>
                    <a:r>
                      <a:rPr sz="1100" dirty="0">
                        <a:solidFill>
                          <a:srgbClr val="000000">
                            <a:alpha val="100000"/>
                          </a:srgbClr>
                        </a:solidFill>
                        <a:latin typeface="Helvetica"/>
                        <a:cs typeface="Helvetica"/>
                      </a:rPr>
                      <a:t>VA</a:t>
                    </a:r>
                  </a:p>
                </p:txBody>
              </p:sp>
              <p:sp>
                <p:nvSpPr>
                  <p:cNvPr id="4728" name="pg679">
                    <a:extLst>
                      <a:ext uri="{FF2B5EF4-FFF2-40B4-BE49-F238E27FC236}">
                        <a16:creationId xmlns:a16="http://schemas.microsoft.com/office/drawing/2014/main" id="{296F8431-51D6-13BF-65B6-913F1B056B32}"/>
                      </a:ext>
                    </a:extLst>
                  </p:cNvPr>
                  <p:cNvSpPr/>
                  <p:nvPr/>
                </p:nvSpPr>
                <p:spPr>
                  <a:xfrm>
                    <a:off x="4624470" y="3062366"/>
                    <a:ext cx="1500987" cy="376549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1500987" h="324612">
                        <a:moveTo>
                          <a:pt x="27432" y="324612"/>
                        </a:moveTo>
                        <a:lnTo>
                          <a:pt x="1473555" y="324612"/>
                        </a:lnTo>
                        <a:lnTo>
                          <a:pt x="1472451" y="324589"/>
                        </a:lnTo>
                        <a:lnTo>
                          <a:pt x="1476862" y="324411"/>
                        </a:lnTo>
                        <a:lnTo>
                          <a:pt x="1481187" y="323528"/>
                        </a:lnTo>
                        <a:lnTo>
                          <a:pt x="1485315" y="321963"/>
                        </a:lnTo>
                        <a:lnTo>
                          <a:pt x="1489138" y="319756"/>
                        </a:lnTo>
                        <a:lnTo>
                          <a:pt x="1492558" y="316964"/>
                        </a:lnTo>
                        <a:lnTo>
                          <a:pt x="1495485" y="313659"/>
                        </a:lnTo>
                        <a:lnTo>
                          <a:pt x="1497845" y="309928"/>
                        </a:lnTo>
                        <a:lnTo>
                          <a:pt x="1499575" y="305866"/>
                        </a:lnTo>
                        <a:lnTo>
                          <a:pt x="1500632" y="301580"/>
                        </a:lnTo>
                        <a:lnTo>
                          <a:pt x="1500987" y="297179"/>
                        </a:lnTo>
                        <a:lnTo>
                          <a:pt x="1500987" y="27432"/>
                        </a:lnTo>
                        <a:lnTo>
                          <a:pt x="1500632" y="23031"/>
                        </a:lnTo>
                        <a:lnTo>
                          <a:pt x="1499575" y="18745"/>
                        </a:lnTo>
                        <a:lnTo>
                          <a:pt x="1497845" y="14683"/>
                        </a:lnTo>
                        <a:lnTo>
                          <a:pt x="1495485" y="10952"/>
                        </a:lnTo>
                        <a:lnTo>
                          <a:pt x="1492558" y="7647"/>
                        </a:lnTo>
                        <a:lnTo>
                          <a:pt x="1489138" y="4855"/>
                        </a:lnTo>
                        <a:lnTo>
                          <a:pt x="1485315" y="2648"/>
                        </a:lnTo>
                        <a:lnTo>
                          <a:pt x="1481187" y="1083"/>
                        </a:lnTo>
                        <a:lnTo>
                          <a:pt x="1476862" y="200"/>
                        </a:lnTo>
                        <a:lnTo>
                          <a:pt x="1473555" y="0"/>
                        </a:lnTo>
                        <a:lnTo>
                          <a:pt x="27432" y="0"/>
                        </a:lnTo>
                        <a:lnTo>
                          <a:pt x="30738" y="200"/>
                        </a:lnTo>
                        <a:lnTo>
                          <a:pt x="26327" y="22"/>
                        </a:lnTo>
                        <a:lnTo>
                          <a:pt x="21944" y="554"/>
                        </a:lnTo>
                        <a:lnTo>
                          <a:pt x="17704" y="1782"/>
                        </a:lnTo>
                        <a:lnTo>
                          <a:pt x="13715" y="3675"/>
                        </a:lnTo>
                        <a:lnTo>
                          <a:pt x="10082" y="6183"/>
                        </a:lnTo>
                        <a:lnTo>
                          <a:pt x="6898" y="9241"/>
                        </a:lnTo>
                        <a:lnTo>
                          <a:pt x="4246" y="12770"/>
                        </a:lnTo>
                        <a:lnTo>
                          <a:pt x="2195" y="16679"/>
                        </a:lnTo>
                        <a:lnTo>
                          <a:pt x="797" y="20867"/>
                        </a:lnTo>
                        <a:lnTo>
                          <a:pt x="88" y="25224"/>
                        </a:lnTo>
                        <a:lnTo>
                          <a:pt x="0" y="27432"/>
                        </a:lnTo>
                        <a:lnTo>
                          <a:pt x="0" y="297179"/>
                        </a:lnTo>
                        <a:lnTo>
                          <a:pt x="88" y="294972"/>
                        </a:lnTo>
                        <a:lnTo>
                          <a:pt x="88" y="299387"/>
                        </a:lnTo>
                        <a:lnTo>
                          <a:pt x="797" y="303744"/>
                        </a:lnTo>
                        <a:lnTo>
                          <a:pt x="2195" y="307932"/>
                        </a:lnTo>
                        <a:lnTo>
                          <a:pt x="4246" y="311841"/>
                        </a:lnTo>
                        <a:lnTo>
                          <a:pt x="6898" y="315370"/>
                        </a:lnTo>
                        <a:lnTo>
                          <a:pt x="10082" y="318428"/>
                        </a:lnTo>
                        <a:lnTo>
                          <a:pt x="13715" y="320936"/>
                        </a:lnTo>
                        <a:lnTo>
                          <a:pt x="17704" y="322829"/>
                        </a:lnTo>
                        <a:lnTo>
                          <a:pt x="21944" y="324057"/>
                        </a:lnTo>
                        <a:lnTo>
                          <a:pt x="26327" y="324589"/>
                        </a:lnTo>
                        <a:close/>
                      </a:path>
                    </a:pathLst>
                  </a:custGeom>
                  <a:solidFill>
                    <a:srgbClr val="FFFFFF">
                      <a:alpha val="100000"/>
                    </a:srgbClr>
                  </a:solidFill>
                  <a:ln w="6775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29" name="tx680">
                    <a:extLst>
                      <a:ext uri="{FF2B5EF4-FFF2-40B4-BE49-F238E27FC236}">
                        <a16:creationId xmlns:a16="http://schemas.microsoft.com/office/drawing/2014/main" id="{6EE7F327-EEC6-C452-57C9-54873BA0186D}"/>
                      </a:ext>
                    </a:extLst>
                  </p:cNvPr>
                  <p:cNvSpPr/>
                  <p:nvPr/>
                </p:nvSpPr>
                <p:spPr>
                  <a:xfrm>
                    <a:off x="4671027" y="3004809"/>
                    <a:ext cx="1409546" cy="23317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anchor="ctr" anchorCtr="1"/>
                  <a:lstStyle/>
                  <a:p>
                    <a:pPr marL="0" marR="0" indent="0" algn="l">
                      <a:lnSpc>
                        <a:spcPts val="256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</a:pPr>
                    <a:r>
                      <a:rPr sz="1100" dirty="0">
                        <a:solidFill>
                          <a:srgbClr val="000000">
                            <a:alpha val="100000"/>
                          </a:srgbClr>
                        </a:solidFill>
                        <a:latin typeface="Helvetica"/>
                        <a:cs typeface="Helvetica"/>
                      </a:rPr>
                      <a:t>S1</a:t>
                    </a:r>
                    <a:r>
                      <a:rPr lang="en-US" sz="1100" dirty="0">
                        <a:solidFill>
                          <a:srgbClr val="000000">
                            <a:alpha val="100000"/>
                          </a:srgbClr>
                        </a:solidFill>
                        <a:latin typeface="Helvetica"/>
                        <a:cs typeface="Helvetica"/>
                      </a:rPr>
                      <a:t>-</a:t>
                    </a:r>
                    <a:r>
                      <a:rPr sz="1100" dirty="0">
                        <a:solidFill>
                          <a:srgbClr val="000000">
                            <a:alpha val="100000"/>
                          </a:srgbClr>
                        </a:solidFill>
                        <a:latin typeface="Helvetica"/>
                        <a:cs typeface="Helvetica"/>
                      </a:rPr>
                      <a:t>LOLA</a:t>
                    </a:r>
                  </a:p>
                </p:txBody>
              </p:sp>
              <p:sp>
                <p:nvSpPr>
                  <p:cNvPr id="4730" name="pg681">
                    <a:extLst>
                      <a:ext uri="{FF2B5EF4-FFF2-40B4-BE49-F238E27FC236}">
                        <a16:creationId xmlns:a16="http://schemas.microsoft.com/office/drawing/2014/main" id="{BB57C5E8-F592-B273-3A71-B6B70EF4A69A}"/>
                      </a:ext>
                    </a:extLst>
                  </p:cNvPr>
                  <p:cNvSpPr/>
                  <p:nvPr/>
                </p:nvSpPr>
                <p:spPr>
                  <a:xfrm>
                    <a:off x="4789716" y="3620850"/>
                    <a:ext cx="1554937" cy="376549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1554937" h="324612">
                        <a:moveTo>
                          <a:pt x="27431" y="324612"/>
                        </a:moveTo>
                        <a:lnTo>
                          <a:pt x="1527505" y="324612"/>
                        </a:lnTo>
                        <a:lnTo>
                          <a:pt x="1526400" y="324589"/>
                        </a:lnTo>
                        <a:lnTo>
                          <a:pt x="1530811" y="324411"/>
                        </a:lnTo>
                        <a:lnTo>
                          <a:pt x="1535137" y="323528"/>
                        </a:lnTo>
                        <a:lnTo>
                          <a:pt x="1539265" y="321963"/>
                        </a:lnTo>
                        <a:lnTo>
                          <a:pt x="1543088" y="319756"/>
                        </a:lnTo>
                        <a:lnTo>
                          <a:pt x="1546508" y="316964"/>
                        </a:lnTo>
                        <a:lnTo>
                          <a:pt x="1549435" y="313659"/>
                        </a:lnTo>
                        <a:lnTo>
                          <a:pt x="1551795" y="309928"/>
                        </a:lnTo>
                        <a:lnTo>
                          <a:pt x="1553525" y="305866"/>
                        </a:lnTo>
                        <a:lnTo>
                          <a:pt x="1554581" y="301580"/>
                        </a:lnTo>
                        <a:lnTo>
                          <a:pt x="1554937" y="297180"/>
                        </a:lnTo>
                        <a:lnTo>
                          <a:pt x="1554937" y="27432"/>
                        </a:lnTo>
                        <a:lnTo>
                          <a:pt x="1554581" y="23031"/>
                        </a:lnTo>
                        <a:lnTo>
                          <a:pt x="1553525" y="18745"/>
                        </a:lnTo>
                        <a:lnTo>
                          <a:pt x="1551795" y="14683"/>
                        </a:lnTo>
                        <a:lnTo>
                          <a:pt x="1549435" y="10952"/>
                        </a:lnTo>
                        <a:lnTo>
                          <a:pt x="1546508" y="7647"/>
                        </a:lnTo>
                        <a:lnTo>
                          <a:pt x="1543088" y="4855"/>
                        </a:lnTo>
                        <a:lnTo>
                          <a:pt x="1539265" y="2648"/>
                        </a:lnTo>
                        <a:lnTo>
                          <a:pt x="1535137" y="1083"/>
                        </a:lnTo>
                        <a:lnTo>
                          <a:pt x="1530811" y="200"/>
                        </a:lnTo>
                        <a:lnTo>
                          <a:pt x="1527505" y="0"/>
                        </a:lnTo>
                        <a:lnTo>
                          <a:pt x="27431" y="0"/>
                        </a:lnTo>
                        <a:lnTo>
                          <a:pt x="30738" y="200"/>
                        </a:lnTo>
                        <a:lnTo>
                          <a:pt x="26327" y="22"/>
                        </a:lnTo>
                        <a:lnTo>
                          <a:pt x="21944" y="554"/>
                        </a:lnTo>
                        <a:lnTo>
                          <a:pt x="17704" y="1782"/>
                        </a:lnTo>
                        <a:lnTo>
                          <a:pt x="13715" y="3675"/>
                        </a:lnTo>
                        <a:lnTo>
                          <a:pt x="10082" y="6183"/>
                        </a:lnTo>
                        <a:lnTo>
                          <a:pt x="6898" y="9241"/>
                        </a:lnTo>
                        <a:lnTo>
                          <a:pt x="4246" y="12770"/>
                        </a:lnTo>
                        <a:lnTo>
                          <a:pt x="2195" y="16679"/>
                        </a:lnTo>
                        <a:lnTo>
                          <a:pt x="797" y="20867"/>
                        </a:lnTo>
                        <a:lnTo>
                          <a:pt x="88" y="25224"/>
                        </a:lnTo>
                        <a:lnTo>
                          <a:pt x="0" y="27432"/>
                        </a:lnTo>
                        <a:lnTo>
                          <a:pt x="0" y="297180"/>
                        </a:lnTo>
                        <a:lnTo>
                          <a:pt x="88" y="294972"/>
                        </a:lnTo>
                        <a:lnTo>
                          <a:pt x="88" y="299387"/>
                        </a:lnTo>
                        <a:lnTo>
                          <a:pt x="797" y="303744"/>
                        </a:lnTo>
                        <a:lnTo>
                          <a:pt x="2195" y="307932"/>
                        </a:lnTo>
                        <a:lnTo>
                          <a:pt x="4246" y="311841"/>
                        </a:lnTo>
                        <a:lnTo>
                          <a:pt x="6898" y="315370"/>
                        </a:lnTo>
                        <a:lnTo>
                          <a:pt x="10082" y="318428"/>
                        </a:lnTo>
                        <a:lnTo>
                          <a:pt x="13715" y="320936"/>
                        </a:lnTo>
                        <a:lnTo>
                          <a:pt x="17704" y="322829"/>
                        </a:lnTo>
                        <a:lnTo>
                          <a:pt x="21944" y="324057"/>
                        </a:lnTo>
                        <a:lnTo>
                          <a:pt x="26327" y="324589"/>
                        </a:lnTo>
                        <a:close/>
                      </a:path>
                    </a:pathLst>
                  </a:custGeom>
                  <a:solidFill>
                    <a:srgbClr val="FFFFFF">
                      <a:alpha val="100000"/>
                    </a:srgbClr>
                  </a:solidFill>
                  <a:ln w="6775" cap="rnd">
                    <a:solidFill>
                      <a:srgbClr val="000000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31" name="tx682">
                    <a:extLst>
                      <a:ext uri="{FF2B5EF4-FFF2-40B4-BE49-F238E27FC236}">
                        <a16:creationId xmlns:a16="http://schemas.microsoft.com/office/drawing/2014/main" id="{9C083106-C074-3EC5-4414-5B7FFBCFCC9D}"/>
                      </a:ext>
                    </a:extLst>
                  </p:cNvPr>
                  <p:cNvSpPr/>
                  <p:nvPr/>
                </p:nvSpPr>
                <p:spPr>
                  <a:xfrm>
                    <a:off x="4827095" y="3551976"/>
                    <a:ext cx="1463496" cy="23317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anchor="ctr" anchorCtr="1"/>
                  <a:lstStyle/>
                  <a:p>
                    <a:pPr marL="0" marR="0" indent="0" algn="l">
                      <a:lnSpc>
                        <a:spcPts val="256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</a:pPr>
                    <a:r>
                      <a:rPr sz="1100" dirty="0">
                        <a:solidFill>
                          <a:srgbClr val="000000">
                            <a:alpha val="100000"/>
                          </a:srgbClr>
                        </a:solidFill>
                        <a:latin typeface="Helvetica"/>
                        <a:cs typeface="Helvetica"/>
                      </a:rPr>
                      <a:t>S2</a:t>
                    </a:r>
                    <a:r>
                      <a:rPr lang="en-US" sz="1100" dirty="0">
                        <a:solidFill>
                          <a:srgbClr val="000000">
                            <a:alpha val="100000"/>
                          </a:srgbClr>
                        </a:solidFill>
                        <a:latin typeface="Helvetica"/>
                        <a:cs typeface="Helvetica"/>
                      </a:rPr>
                      <a:t>-</a:t>
                    </a:r>
                    <a:r>
                      <a:rPr sz="1100" dirty="0">
                        <a:solidFill>
                          <a:srgbClr val="000000">
                            <a:alpha val="100000"/>
                          </a:srgbClr>
                        </a:solidFill>
                        <a:latin typeface="Helvetica"/>
                        <a:cs typeface="Helvetica"/>
                      </a:rPr>
                      <a:t>DEBY</a:t>
                    </a:r>
                  </a:p>
                </p:txBody>
              </p:sp>
              <p:sp>
                <p:nvSpPr>
                  <p:cNvPr id="4732" name="rc683">
                    <a:extLst>
                      <a:ext uri="{FF2B5EF4-FFF2-40B4-BE49-F238E27FC236}">
                        <a16:creationId xmlns:a16="http://schemas.microsoft.com/office/drawing/2014/main" id="{FF182032-2B11-348C-0491-40CEF263E097}"/>
                      </a:ext>
                    </a:extLst>
                  </p:cNvPr>
                  <p:cNvSpPr/>
                  <p:nvPr/>
                </p:nvSpPr>
                <p:spPr>
                  <a:xfrm>
                    <a:off x="2486080" y="1875126"/>
                    <a:ext cx="3965592" cy="3626766"/>
                  </a:xfrm>
                  <a:prstGeom prst="rect">
                    <a:avLst/>
                  </a:prstGeom>
                  <a:ln w="13550" cap="rnd">
                    <a:solidFill>
                      <a:srgbClr val="33333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51" name="pl702">
                    <a:extLst>
                      <a:ext uri="{FF2B5EF4-FFF2-40B4-BE49-F238E27FC236}">
                        <a16:creationId xmlns:a16="http://schemas.microsoft.com/office/drawing/2014/main" id="{F4A1B973-0474-3EBA-3151-1C7AFA22734A}"/>
                      </a:ext>
                    </a:extLst>
                  </p:cNvPr>
                  <p:cNvSpPr/>
                  <p:nvPr/>
                </p:nvSpPr>
                <p:spPr>
                  <a:xfrm>
                    <a:off x="2267112" y="2736372"/>
                    <a:ext cx="34794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34794">
                        <a:moveTo>
                          <a:pt x="0" y="0"/>
                        </a:moveTo>
                        <a:lnTo>
                          <a:pt x="34794" y="0"/>
                        </a:lnTo>
                      </a:path>
                    </a:pathLst>
                  </a:custGeom>
                  <a:ln w="13550" cap="flat">
                    <a:solidFill>
                      <a:srgbClr val="333333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82" name="pl733">
                    <a:extLst>
                      <a:ext uri="{FF2B5EF4-FFF2-40B4-BE49-F238E27FC236}">
                        <a16:creationId xmlns:a16="http://schemas.microsoft.com/office/drawing/2014/main" id="{19ACE7C1-1C8D-2367-270C-596DF3B6629E}"/>
                      </a:ext>
                    </a:extLst>
                  </p:cNvPr>
                  <p:cNvSpPr/>
                  <p:nvPr/>
                </p:nvSpPr>
                <p:spPr>
                  <a:xfrm>
                    <a:off x="6836004" y="4342536"/>
                    <a:ext cx="43891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43891">
                        <a:moveTo>
                          <a:pt x="0" y="0"/>
                        </a:moveTo>
                        <a:lnTo>
                          <a:pt x="43891" y="0"/>
                        </a:lnTo>
                      </a:path>
                    </a:pathLst>
                  </a:custGeom>
                  <a:ln w="4762" cap="flat">
                    <a:solidFill>
                      <a:srgbClr val="FFFFF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83" name="pl734">
                    <a:extLst>
                      <a:ext uri="{FF2B5EF4-FFF2-40B4-BE49-F238E27FC236}">
                        <a16:creationId xmlns:a16="http://schemas.microsoft.com/office/drawing/2014/main" id="{CF920E39-AD2D-A180-B62C-3EDEC0E193A6}"/>
                      </a:ext>
                    </a:extLst>
                  </p:cNvPr>
                  <p:cNvSpPr/>
                  <p:nvPr/>
                </p:nvSpPr>
                <p:spPr>
                  <a:xfrm>
                    <a:off x="6836004" y="4069131"/>
                    <a:ext cx="43891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43891">
                        <a:moveTo>
                          <a:pt x="0" y="0"/>
                        </a:moveTo>
                        <a:lnTo>
                          <a:pt x="43891" y="0"/>
                        </a:lnTo>
                      </a:path>
                    </a:pathLst>
                  </a:custGeom>
                  <a:ln w="4762" cap="flat">
                    <a:solidFill>
                      <a:srgbClr val="FFFFF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84" name="pl735">
                    <a:extLst>
                      <a:ext uri="{FF2B5EF4-FFF2-40B4-BE49-F238E27FC236}">
                        <a16:creationId xmlns:a16="http://schemas.microsoft.com/office/drawing/2014/main" id="{CB30F5B2-41BC-A141-5BCD-7DD7E8A9F892}"/>
                      </a:ext>
                    </a:extLst>
                  </p:cNvPr>
                  <p:cNvSpPr/>
                  <p:nvPr/>
                </p:nvSpPr>
                <p:spPr>
                  <a:xfrm>
                    <a:off x="6836004" y="3795725"/>
                    <a:ext cx="43891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43891">
                        <a:moveTo>
                          <a:pt x="0" y="0"/>
                        </a:moveTo>
                        <a:lnTo>
                          <a:pt x="43891" y="0"/>
                        </a:lnTo>
                      </a:path>
                    </a:pathLst>
                  </a:custGeom>
                  <a:ln w="4762" cap="flat">
                    <a:solidFill>
                      <a:srgbClr val="FFFFF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85" name="pl736">
                    <a:extLst>
                      <a:ext uri="{FF2B5EF4-FFF2-40B4-BE49-F238E27FC236}">
                        <a16:creationId xmlns:a16="http://schemas.microsoft.com/office/drawing/2014/main" id="{A3AE1A38-3D93-80F4-562C-B25AB9C2D924}"/>
                      </a:ext>
                    </a:extLst>
                  </p:cNvPr>
                  <p:cNvSpPr/>
                  <p:nvPr/>
                </p:nvSpPr>
                <p:spPr>
                  <a:xfrm>
                    <a:off x="6836004" y="3522319"/>
                    <a:ext cx="43891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43891">
                        <a:moveTo>
                          <a:pt x="0" y="0"/>
                        </a:moveTo>
                        <a:lnTo>
                          <a:pt x="43891" y="0"/>
                        </a:lnTo>
                      </a:path>
                    </a:pathLst>
                  </a:custGeom>
                  <a:ln w="4762" cap="flat">
                    <a:solidFill>
                      <a:srgbClr val="FFFFF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86" name="pl737">
                    <a:extLst>
                      <a:ext uri="{FF2B5EF4-FFF2-40B4-BE49-F238E27FC236}">
                        <a16:creationId xmlns:a16="http://schemas.microsoft.com/office/drawing/2014/main" id="{20F08655-AB52-06B8-C0EF-7986D4A02266}"/>
                      </a:ext>
                    </a:extLst>
                  </p:cNvPr>
                  <p:cNvSpPr/>
                  <p:nvPr/>
                </p:nvSpPr>
                <p:spPr>
                  <a:xfrm>
                    <a:off x="6836004" y="3248914"/>
                    <a:ext cx="43891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43891">
                        <a:moveTo>
                          <a:pt x="0" y="0"/>
                        </a:moveTo>
                        <a:lnTo>
                          <a:pt x="43891" y="0"/>
                        </a:lnTo>
                      </a:path>
                    </a:pathLst>
                  </a:custGeom>
                  <a:ln w="4762" cap="flat">
                    <a:solidFill>
                      <a:srgbClr val="FFFFF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87" name="pl738">
                    <a:extLst>
                      <a:ext uri="{FF2B5EF4-FFF2-40B4-BE49-F238E27FC236}">
                        <a16:creationId xmlns:a16="http://schemas.microsoft.com/office/drawing/2014/main" id="{53A85F3F-474C-E3D6-BE72-97F827C2A219}"/>
                      </a:ext>
                    </a:extLst>
                  </p:cNvPr>
                  <p:cNvSpPr/>
                  <p:nvPr/>
                </p:nvSpPr>
                <p:spPr>
                  <a:xfrm>
                    <a:off x="6660439" y="4342536"/>
                    <a:ext cx="43891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43891">
                        <a:moveTo>
                          <a:pt x="43891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4762" cap="flat">
                    <a:solidFill>
                      <a:srgbClr val="FFFFF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88" name="pl739">
                    <a:extLst>
                      <a:ext uri="{FF2B5EF4-FFF2-40B4-BE49-F238E27FC236}">
                        <a16:creationId xmlns:a16="http://schemas.microsoft.com/office/drawing/2014/main" id="{7E20C46B-F00A-FABD-E6CA-5812EC2354B7}"/>
                      </a:ext>
                    </a:extLst>
                  </p:cNvPr>
                  <p:cNvSpPr/>
                  <p:nvPr/>
                </p:nvSpPr>
                <p:spPr>
                  <a:xfrm>
                    <a:off x="6660439" y="4069131"/>
                    <a:ext cx="43891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43891">
                        <a:moveTo>
                          <a:pt x="43891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4762" cap="flat">
                    <a:solidFill>
                      <a:srgbClr val="FFFFF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89" name="pl740">
                    <a:extLst>
                      <a:ext uri="{FF2B5EF4-FFF2-40B4-BE49-F238E27FC236}">
                        <a16:creationId xmlns:a16="http://schemas.microsoft.com/office/drawing/2014/main" id="{F80D0FC8-900D-58EA-2C2C-330F1765F791}"/>
                      </a:ext>
                    </a:extLst>
                  </p:cNvPr>
                  <p:cNvSpPr/>
                  <p:nvPr/>
                </p:nvSpPr>
                <p:spPr>
                  <a:xfrm>
                    <a:off x="6660439" y="3795725"/>
                    <a:ext cx="43891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43891">
                        <a:moveTo>
                          <a:pt x="43891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4762" cap="flat">
                    <a:solidFill>
                      <a:srgbClr val="FFFFF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90" name="pl741">
                    <a:extLst>
                      <a:ext uri="{FF2B5EF4-FFF2-40B4-BE49-F238E27FC236}">
                        <a16:creationId xmlns:a16="http://schemas.microsoft.com/office/drawing/2014/main" id="{780C8E8A-D518-D6C2-7698-9CF26679BCF9}"/>
                      </a:ext>
                    </a:extLst>
                  </p:cNvPr>
                  <p:cNvSpPr/>
                  <p:nvPr/>
                </p:nvSpPr>
                <p:spPr>
                  <a:xfrm>
                    <a:off x="6660439" y="3522319"/>
                    <a:ext cx="43891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43891">
                        <a:moveTo>
                          <a:pt x="43891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4762" cap="flat">
                    <a:solidFill>
                      <a:srgbClr val="FFFFF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  <p:sp>
                <p:nvSpPr>
                  <p:cNvPr id="4791" name="pl742">
                    <a:extLst>
                      <a:ext uri="{FF2B5EF4-FFF2-40B4-BE49-F238E27FC236}">
                        <a16:creationId xmlns:a16="http://schemas.microsoft.com/office/drawing/2014/main" id="{0D86E90E-A8FD-69A7-3F1B-17F6D69F60E0}"/>
                      </a:ext>
                    </a:extLst>
                  </p:cNvPr>
                  <p:cNvSpPr/>
                  <p:nvPr/>
                </p:nvSpPr>
                <p:spPr>
                  <a:xfrm>
                    <a:off x="6660439" y="3248914"/>
                    <a:ext cx="43891" cy="0"/>
                  </a:xfrm>
                  <a:custGeom>
                    <a:avLst/>
                    <a:gdLst/>
                    <a:ahLst/>
                    <a:cxnLst/>
                    <a:rect l="0" t="0" r="0" b="0"/>
                    <a:pathLst>
                      <a:path w="43891">
                        <a:moveTo>
                          <a:pt x="43891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4762" cap="flat">
                    <a:solidFill>
                      <a:srgbClr val="FFFFFF">
                        <a:alpha val="100000"/>
                      </a:srgbClr>
                    </a:solidFill>
                    <a:prstDash val="solid"/>
                    <a:round/>
                  </a:ln>
                </p:spPr>
                <p:txBody>
                  <a:bodyPr/>
                  <a:lstStyle/>
                  <a:p>
                    <a:endParaRPr/>
                  </a:p>
                </p:txBody>
              </p:sp>
            </p:grpSp>
            <p:cxnSp>
              <p:nvCxnSpPr>
                <p:cNvPr id="5469" name="Straight Connector 5468">
                  <a:extLst>
                    <a:ext uri="{FF2B5EF4-FFF2-40B4-BE49-F238E27FC236}">
                      <a16:creationId xmlns:a16="http://schemas.microsoft.com/office/drawing/2014/main" id="{1E9C040A-124C-A2A9-89D7-50B5711CE1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96281" y="936104"/>
                  <a:ext cx="678559" cy="936104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470" name="Straight Connector 5469">
                  <a:extLst>
                    <a:ext uri="{FF2B5EF4-FFF2-40B4-BE49-F238E27FC236}">
                      <a16:creationId xmlns:a16="http://schemas.microsoft.com/office/drawing/2014/main" id="{CCDCDBA3-CC1D-7AEA-2F1D-4E4657F334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96281" y="2376264"/>
                  <a:ext cx="678559" cy="288032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sp>
              <p:nvSpPr>
                <p:cNvPr id="5471" name="Rectangle 5470">
                  <a:extLst>
                    <a:ext uri="{FF2B5EF4-FFF2-40B4-BE49-F238E27FC236}">
                      <a16:creationId xmlns:a16="http://schemas.microsoft.com/office/drawing/2014/main" id="{1D9A94A4-359D-B701-9BD1-EC3A706C1179}"/>
                    </a:ext>
                  </a:extLst>
                </p:cNvPr>
                <p:cNvSpPr/>
                <p:nvPr/>
              </p:nvSpPr>
              <p:spPr>
                <a:xfrm>
                  <a:off x="4474840" y="1872208"/>
                  <a:ext cx="504056" cy="504056"/>
                </a:xfrm>
                <a:prstGeom prst="rect">
                  <a:avLst/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5475" name="pl677">
              <a:extLst>
                <a:ext uri="{FF2B5EF4-FFF2-40B4-BE49-F238E27FC236}">
                  <a16:creationId xmlns:a16="http://schemas.microsoft.com/office/drawing/2014/main" id="{394C64B0-780A-2494-0A7D-C8FF9BB2ACBF}"/>
                </a:ext>
              </a:extLst>
            </p:cNvPr>
            <p:cNvSpPr/>
            <p:nvPr/>
          </p:nvSpPr>
          <p:spPr>
            <a:xfrm>
              <a:off x="2358252" y="1342439"/>
              <a:ext cx="45719" cy="428121"/>
            </a:xfrm>
            <a:custGeom>
              <a:avLst/>
              <a:gdLst/>
              <a:ahLst/>
              <a:cxnLst/>
              <a:rect l="0" t="0" r="0" b="0"/>
              <a:pathLst>
                <a:path w="1087496" h="365184">
                  <a:moveTo>
                    <a:pt x="1087496" y="0"/>
                  </a:moveTo>
                  <a:lnTo>
                    <a:pt x="0" y="36518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g681">
              <a:extLst>
                <a:ext uri="{FF2B5EF4-FFF2-40B4-BE49-F238E27FC236}">
                  <a16:creationId xmlns:a16="http://schemas.microsoft.com/office/drawing/2014/main" id="{30050362-6685-FB7D-9C04-AA7966164115}"/>
                </a:ext>
              </a:extLst>
            </p:cNvPr>
            <p:cNvSpPr/>
            <p:nvPr/>
          </p:nvSpPr>
          <p:spPr>
            <a:xfrm>
              <a:off x="2005351" y="1191217"/>
              <a:ext cx="699244" cy="173736"/>
            </a:xfrm>
            <a:custGeom>
              <a:avLst/>
              <a:gdLst/>
              <a:ahLst/>
              <a:cxnLst/>
              <a:rect l="0" t="0" r="0" b="0"/>
              <a:pathLst>
                <a:path w="1500987" h="324611">
                  <a:moveTo>
                    <a:pt x="27432" y="324611"/>
                  </a:moveTo>
                  <a:lnTo>
                    <a:pt x="1473555" y="324611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80"/>
                  </a:lnTo>
                  <a:lnTo>
                    <a:pt x="1500987" y="27431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6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r>
                <a:rPr lang="en-US" sz="1100" dirty="0">
                  <a:latin typeface="Helvetica" pitchFamily="2" charset="0"/>
                </a:rPr>
                <a:t> Lewisetta</a:t>
              </a:r>
              <a:endParaRPr sz="1100" dirty="0">
                <a:latin typeface="Helvetica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1724103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654055" y="1600200"/>
              <a:ext cx="5835888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610961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401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6693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1984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72766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52568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57860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63151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201917" y="540785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201917" y="475757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201917" y="410729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201917" y="345701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201917" y="280673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5671824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5683461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569509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5718373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573001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74164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6276965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6288602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630024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648549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566018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5671824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5683461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569509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570673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5718373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573001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574164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626532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6276965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6288602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630024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6311877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563691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5648549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566018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5671824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5683461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569509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570673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5718373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573001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574164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575328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626532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627696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628860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630024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6311877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57872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59036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560200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561363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562527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563691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5648549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566018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5671824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5683461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569509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570673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571837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573001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574164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627696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628860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630024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54381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55545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56708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557872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559036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560200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561363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562527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563691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5648549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566018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5671824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568346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569509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570673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571837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573001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628860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53217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54381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55545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556708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557872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559036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5602000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5613637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562527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5636912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5648549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566018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5671824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568346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569509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550890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552053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553217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554381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555545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5567088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557872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559036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5602000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613637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62527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636912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564854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566018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547398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548562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5497264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550890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552053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5532176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554381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555545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5567088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557872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559036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5602000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561363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562527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545071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5462352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547398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5485627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5497264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550890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52053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532176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5543813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555545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5567088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557872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543907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5450715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5462352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547398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548562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5497264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550890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552053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5532176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5543813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555545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5427440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543907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5450715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5462352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547398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548562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5497264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508901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552053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5532176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5415803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5427440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543907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5450715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5462352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5473989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548562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5497264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5508901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5380891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5392528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540416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5415803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5427440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543907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545071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5462352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5473989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548562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536925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5380891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5392528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540416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541580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5427440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54390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545071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5462352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63118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531106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532270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533434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534597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5357616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536925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538089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5392528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54041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541580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54274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54390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545071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62769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6288602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63002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63118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632351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529942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531106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53227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53343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534597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535761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536925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538089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53925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54041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541580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54274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54390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618386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61955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62071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621877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625369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62653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62769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628860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63002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63118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632351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633515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52994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531106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53227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53343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534597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53576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53692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538089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53925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54041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541580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54274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61722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618386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61955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62071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621877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62304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62420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625369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62653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62769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6288602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63002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631187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632351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52994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531106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53227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53343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534597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53576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53692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538089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53925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54041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541580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54274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607913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609076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610240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611404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614895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616059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61722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618386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61955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62071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621877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62304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62420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625369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62653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62769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628860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63002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631187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632351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52877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52994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531106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53227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53343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534597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53576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53692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538089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53925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54041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541580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606749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607913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609076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610240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611404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612568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613731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614895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61605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61722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618386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61955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62071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621877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62304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62420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625369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62653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62769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628860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630024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631187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632351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52645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527615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52877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52994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531106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53227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53343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534597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53576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53692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538089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606749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607913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609076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610240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611404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612568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61373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614895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61605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61722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618386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61955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62071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621877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62304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62420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625369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626532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627696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628860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630024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631187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632351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52645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527615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52877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52994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531106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53227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53343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534597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53576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606749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607913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609076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610240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611404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612568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61373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614895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61605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61722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618386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61955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62071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621877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62304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624205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625369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626532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627696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628860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630024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631187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632351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633515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52645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527615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52877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52994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531106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532270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605585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606749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607913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609076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610240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611404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612568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61373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614895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61605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61722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623041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624205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625369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626532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627696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628860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630024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631187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632351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526451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527615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528779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5299429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600930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6020944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603258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604421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605585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606749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607913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609076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610240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611404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620714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621877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623041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624205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625369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626532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627696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628860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630024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631187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589293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590457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591620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592784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593948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595112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596275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597439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598603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5997669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600930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602094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603258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604421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605585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606749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607913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609076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610240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611404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618386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619550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620714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621877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623041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624205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625369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626532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627696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628860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588129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589293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590457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591620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592784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593948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595112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5962757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597439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598603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599766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600930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602094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603258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604421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605585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606749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607913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609076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610240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617222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618386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619550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620714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621877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623041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624205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625369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626532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627696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586965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588129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589293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590457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591620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592784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593948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595112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5962757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597439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598603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599766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600930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602094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603258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604421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605585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606749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607913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609076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617222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618386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619550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620714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621877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623041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624205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625369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586965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588129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589293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590457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591620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5927845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593948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595112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5962757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597439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598603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599766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600930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602094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603258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604421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617222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618386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619550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620714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621877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623041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585802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586965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588129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589293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590457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591620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5927845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593948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595112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596275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597439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598603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599766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600930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616059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617222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618386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619550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620714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621877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579983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581147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582310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583474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584638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585802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586965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588129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5892933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590457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591620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5927845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593948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595112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597439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598603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599766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616059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617222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618386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619550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620714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576492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577656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578819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579983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581147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582310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583474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584638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585802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5869658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588129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5892933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590457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5927845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593948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616059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617222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618386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619550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620714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575328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576492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577656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578819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579983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581147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582310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583474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584638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585802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586965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588129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5892933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616059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617222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618386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619550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620714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621877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623041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627696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628860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630024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631187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632351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574164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575328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576492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577656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578819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579983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581147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582310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583474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584638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585802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86965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588129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617222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618386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619550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g665"/>
            <p:cNvSpPr/>
            <p:nvPr/>
          </p:nvSpPr>
          <p:spPr>
            <a:xfrm>
              <a:off x="620714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g666"/>
            <p:cNvSpPr/>
            <p:nvPr/>
          </p:nvSpPr>
          <p:spPr>
            <a:xfrm>
              <a:off x="621877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g667"/>
            <p:cNvSpPr/>
            <p:nvPr/>
          </p:nvSpPr>
          <p:spPr>
            <a:xfrm>
              <a:off x="623041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g668"/>
            <p:cNvSpPr/>
            <p:nvPr/>
          </p:nvSpPr>
          <p:spPr>
            <a:xfrm>
              <a:off x="624205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g669"/>
            <p:cNvSpPr/>
            <p:nvPr/>
          </p:nvSpPr>
          <p:spPr>
            <a:xfrm>
              <a:off x="626532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g670"/>
            <p:cNvSpPr/>
            <p:nvPr/>
          </p:nvSpPr>
          <p:spPr>
            <a:xfrm>
              <a:off x="627696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g671"/>
            <p:cNvSpPr/>
            <p:nvPr/>
          </p:nvSpPr>
          <p:spPr>
            <a:xfrm>
              <a:off x="628860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g672"/>
            <p:cNvSpPr/>
            <p:nvPr/>
          </p:nvSpPr>
          <p:spPr>
            <a:xfrm>
              <a:off x="630024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631187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g674"/>
            <p:cNvSpPr/>
            <p:nvPr/>
          </p:nvSpPr>
          <p:spPr>
            <a:xfrm>
              <a:off x="632351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g675"/>
            <p:cNvSpPr/>
            <p:nvPr/>
          </p:nvSpPr>
          <p:spPr>
            <a:xfrm>
              <a:off x="633515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g676"/>
            <p:cNvSpPr/>
            <p:nvPr/>
          </p:nvSpPr>
          <p:spPr>
            <a:xfrm>
              <a:off x="573001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574164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g678"/>
            <p:cNvSpPr/>
            <p:nvPr/>
          </p:nvSpPr>
          <p:spPr>
            <a:xfrm>
              <a:off x="575328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g679"/>
            <p:cNvSpPr/>
            <p:nvPr/>
          </p:nvSpPr>
          <p:spPr>
            <a:xfrm>
              <a:off x="576492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g680"/>
            <p:cNvSpPr/>
            <p:nvPr/>
          </p:nvSpPr>
          <p:spPr>
            <a:xfrm>
              <a:off x="577656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g681"/>
            <p:cNvSpPr/>
            <p:nvPr/>
          </p:nvSpPr>
          <p:spPr>
            <a:xfrm>
              <a:off x="578819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g682"/>
            <p:cNvSpPr/>
            <p:nvPr/>
          </p:nvSpPr>
          <p:spPr>
            <a:xfrm>
              <a:off x="579983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g683"/>
            <p:cNvSpPr/>
            <p:nvPr/>
          </p:nvSpPr>
          <p:spPr>
            <a:xfrm>
              <a:off x="581147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g684"/>
            <p:cNvSpPr/>
            <p:nvPr/>
          </p:nvSpPr>
          <p:spPr>
            <a:xfrm>
              <a:off x="582310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g685"/>
            <p:cNvSpPr/>
            <p:nvPr/>
          </p:nvSpPr>
          <p:spPr>
            <a:xfrm>
              <a:off x="583474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g686"/>
            <p:cNvSpPr/>
            <p:nvPr/>
          </p:nvSpPr>
          <p:spPr>
            <a:xfrm>
              <a:off x="584638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g687"/>
            <p:cNvSpPr/>
            <p:nvPr/>
          </p:nvSpPr>
          <p:spPr>
            <a:xfrm>
              <a:off x="617222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g688"/>
            <p:cNvSpPr/>
            <p:nvPr/>
          </p:nvSpPr>
          <p:spPr>
            <a:xfrm>
              <a:off x="618386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g689"/>
            <p:cNvSpPr/>
            <p:nvPr/>
          </p:nvSpPr>
          <p:spPr>
            <a:xfrm>
              <a:off x="619550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g690"/>
            <p:cNvSpPr/>
            <p:nvPr/>
          </p:nvSpPr>
          <p:spPr>
            <a:xfrm>
              <a:off x="6207141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g691"/>
            <p:cNvSpPr/>
            <p:nvPr/>
          </p:nvSpPr>
          <p:spPr>
            <a:xfrm>
              <a:off x="621877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g692"/>
            <p:cNvSpPr/>
            <p:nvPr/>
          </p:nvSpPr>
          <p:spPr>
            <a:xfrm>
              <a:off x="623041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g693"/>
            <p:cNvSpPr/>
            <p:nvPr/>
          </p:nvSpPr>
          <p:spPr>
            <a:xfrm>
              <a:off x="6242053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g694"/>
            <p:cNvSpPr/>
            <p:nvPr/>
          </p:nvSpPr>
          <p:spPr>
            <a:xfrm>
              <a:off x="625369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g695"/>
            <p:cNvSpPr/>
            <p:nvPr/>
          </p:nvSpPr>
          <p:spPr>
            <a:xfrm>
              <a:off x="626532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g696"/>
            <p:cNvSpPr/>
            <p:nvPr/>
          </p:nvSpPr>
          <p:spPr>
            <a:xfrm>
              <a:off x="627696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g697"/>
            <p:cNvSpPr/>
            <p:nvPr/>
          </p:nvSpPr>
          <p:spPr>
            <a:xfrm>
              <a:off x="628860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g698"/>
            <p:cNvSpPr/>
            <p:nvPr/>
          </p:nvSpPr>
          <p:spPr>
            <a:xfrm>
              <a:off x="630024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g699"/>
            <p:cNvSpPr/>
            <p:nvPr/>
          </p:nvSpPr>
          <p:spPr>
            <a:xfrm>
              <a:off x="631187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g700"/>
            <p:cNvSpPr/>
            <p:nvPr/>
          </p:nvSpPr>
          <p:spPr>
            <a:xfrm>
              <a:off x="632351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g701"/>
            <p:cNvSpPr/>
            <p:nvPr/>
          </p:nvSpPr>
          <p:spPr>
            <a:xfrm>
              <a:off x="633515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g702"/>
            <p:cNvSpPr/>
            <p:nvPr/>
          </p:nvSpPr>
          <p:spPr>
            <a:xfrm>
              <a:off x="571837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g703"/>
            <p:cNvSpPr/>
            <p:nvPr/>
          </p:nvSpPr>
          <p:spPr>
            <a:xfrm>
              <a:off x="573001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g704"/>
            <p:cNvSpPr/>
            <p:nvPr/>
          </p:nvSpPr>
          <p:spPr>
            <a:xfrm>
              <a:off x="574164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g705"/>
            <p:cNvSpPr/>
            <p:nvPr/>
          </p:nvSpPr>
          <p:spPr>
            <a:xfrm>
              <a:off x="575328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g706"/>
            <p:cNvSpPr/>
            <p:nvPr/>
          </p:nvSpPr>
          <p:spPr>
            <a:xfrm>
              <a:off x="576492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g707"/>
            <p:cNvSpPr/>
            <p:nvPr/>
          </p:nvSpPr>
          <p:spPr>
            <a:xfrm>
              <a:off x="577656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g708"/>
            <p:cNvSpPr/>
            <p:nvPr/>
          </p:nvSpPr>
          <p:spPr>
            <a:xfrm>
              <a:off x="578819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g709"/>
            <p:cNvSpPr/>
            <p:nvPr/>
          </p:nvSpPr>
          <p:spPr>
            <a:xfrm>
              <a:off x="579983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g710"/>
            <p:cNvSpPr/>
            <p:nvPr/>
          </p:nvSpPr>
          <p:spPr>
            <a:xfrm>
              <a:off x="581147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g711"/>
            <p:cNvSpPr/>
            <p:nvPr/>
          </p:nvSpPr>
          <p:spPr>
            <a:xfrm>
              <a:off x="618386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g712"/>
            <p:cNvSpPr/>
            <p:nvPr/>
          </p:nvSpPr>
          <p:spPr>
            <a:xfrm>
              <a:off x="619550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g713"/>
            <p:cNvSpPr/>
            <p:nvPr/>
          </p:nvSpPr>
          <p:spPr>
            <a:xfrm>
              <a:off x="6207141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g714"/>
            <p:cNvSpPr/>
            <p:nvPr/>
          </p:nvSpPr>
          <p:spPr>
            <a:xfrm>
              <a:off x="621877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g715"/>
            <p:cNvSpPr/>
            <p:nvPr/>
          </p:nvSpPr>
          <p:spPr>
            <a:xfrm>
              <a:off x="623041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g716"/>
            <p:cNvSpPr/>
            <p:nvPr/>
          </p:nvSpPr>
          <p:spPr>
            <a:xfrm>
              <a:off x="624205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g717"/>
            <p:cNvSpPr/>
            <p:nvPr/>
          </p:nvSpPr>
          <p:spPr>
            <a:xfrm>
              <a:off x="625369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g718"/>
            <p:cNvSpPr/>
            <p:nvPr/>
          </p:nvSpPr>
          <p:spPr>
            <a:xfrm>
              <a:off x="626532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g719"/>
            <p:cNvSpPr/>
            <p:nvPr/>
          </p:nvSpPr>
          <p:spPr>
            <a:xfrm>
              <a:off x="627696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g720"/>
            <p:cNvSpPr/>
            <p:nvPr/>
          </p:nvSpPr>
          <p:spPr>
            <a:xfrm>
              <a:off x="628860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g721"/>
            <p:cNvSpPr/>
            <p:nvPr/>
          </p:nvSpPr>
          <p:spPr>
            <a:xfrm>
              <a:off x="630024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g722"/>
            <p:cNvSpPr/>
            <p:nvPr/>
          </p:nvSpPr>
          <p:spPr>
            <a:xfrm>
              <a:off x="631187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g723"/>
            <p:cNvSpPr/>
            <p:nvPr/>
          </p:nvSpPr>
          <p:spPr>
            <a:xfrm>
              <a:off x="632351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g724"/>
            <p:cNvSpPr/>
            <p:nvPr/>
          </p:nvSpPr>
          <p:spPr>
            <a:xfrm>
              <a:off x="570673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g725"/>
            <p:cNvSpPr/>
            <p:nvPr/>
          </p:nvSpPr>
          <p:spPr>
            <a:xfrm>
              <a:off x="571837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g726"/>
            <p:cNvSpPr/>
            <p:nvPr/>
          </p:nvSpPr>
          <p:spPr>
            <a:xfrm>
              <a:off x="573001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g727"/>
            <p:cNvSpPr/>
            <p:nvPr/>
          </p:nvSpPr>
          <p:spPr>
            <a:xfrm>
              <a:off x="574164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g728"/>
            <p:cNvSpPr/>
            <p:nvPr/>
          </p:nvSpPr>
          <p:spPr>
            <a:xfrm>
              <a:off x="575328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g729"/>
            <p:cNvSpPr/>
            <p:nvPr/>
          </p:nvSpPr>
          <p:spPr>
            <a:xfrm>
              <a:off x="576492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g730"/>
            <p:cNvSpPr/>
            <p:nvPr/>
          </p:nvSpPr>
          <p:spPr>
            <a:xfrm>
              <a:off x="577656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g731"/>
            <p:cNvSpPr/>
            <p:nvPr/>
          </p:nvSpPr>
          <p:spPr>
            <a:xfrm>
              <a:off x="6195504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g732"/>
            <p:cNvSpPr/>
            <p:nvPr/>
          </p:nvSpPr>
          <p:spPr>
            <a:xfrm>
              <a:off x="6207141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g733"/>
            <p:cNvSpPr/>
            <p:nvPr/>
          </p:nvSpPr>
          <p:spPr>
            <a:xfrm>
              <a:off x="621877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g734"/>
            <p:cNvSpPr/>
            <p:nvPr/>
          </p:nvSpPr>
          <p:spPr>
            <a:xfrm>
              <a:off x="623041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g735"/>
            <p:cNvSpPr/>
            <p:nvPr/>
          </p:nvSpPr>
          <p:spPr>
            <a:xfrm>
              <a:off x="624205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g736"/>
            <p:cNvSpPr/>
            <p:nvPr/>
          </p:nvSpPr>
          <p:spPr>
            <a:xfrm>
              <a:off x="625369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g737"/>
            <p:cNvSpPr/>
            <p:nvPr/>
          </p:nvSpPr>
          <p:spPr>
            <a:xfrm>
              <a:off x="626532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g738"/>
            <p:cNvSpPr/>
            <p:nvPr/>
          </p:nvSpPr>
          <p:spPr>
            <a:xfrm>
              <a:off x="627696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g739"/>
            <p:cNvSpPr/>
            <p:nvPr/>
          </p:nvSpPr>
          <p:spPr>
            <a:xfrm>
              <a:off x="628860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g740"/>
            <p:cNvSpPr/>
            <p:nvPr/>
          </p:nvSpPr>
          <p:spPr>
            <a:xfrm>
              <a:off x="630024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g741"/>
            <p:cNvSpPr/>
            <p:nvPr/>
          </p:nvSpPr>
          <p:spPr>
            <a:xfrm>
              <a:off x="6311877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g742"/>
            <p:cNvSpPr/>
            <p:nvPr/>
          </p:nvSpPr>
          <p:spPr>
            <a:xfrm>
              <a:off x="570673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g743"/>
            <p:cNvSpPr/>
            <p:nvPr/>
          </p:nvSpPr>
          <p:spPr>
            <a:xfrm>
              <a:off x="571837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g744"/>
            <p:cNvSpPr/>
            <p:nvPr/>
          </p:nvSpPr>
          <p:spPr>
            <a:xfrm>
              <a:off x="573001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g745"/>
            <p:cNvSpPr/>
            <p:nvPr/>
          </p:nvSpPr>
          <p:spPr>
            <a:xfrm>
              <a:off x="574164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g746"/>
            <p:cNvSpPr/>
            <p:nvPr/>
          </p:nvSpPr>
          <p:spPr>
            <a:xfrm>
              <a:off x="575328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g747"/>
            <p:cNvSpPr/>
            <p:nvPr/>
          </p:nvSpPr>
          <p:spPr>
            <a:xfrm>
              <a:off x="576492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g748"/>
            <p:cNvSpPr/>
            <p:nvPr/>
          </p:nvSpPr>
          <p:spPr>
            <a:xfrm>
              <a:off x="621877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g749"/>
            <p:cNvSpPr/>
            <p:nvPr/>
          </p:nvSpPr>
          <p:spPr>
            <a:xfrm>
              <a:off x="623041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g750"/>
            <p:cNvSpPr/>
            <p:nvPr/>
          </p:nvSpPr>
          <p:spPr>
            <a:xfrm>
              <a:off x="624205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g751"/>
            <p:cNvSpPr/>
            <p:nvPr/>
          </p:nvSpPr>
          <p:spPr>
            <a:xfrm>
              <a:off x="625369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g752"/>
            <p:cNvSpPr/>
            <p:nvPr/>
          </p:nvSpPr>
          <p:spPr>
            <a:xfrm>
              <a:off x="626532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g753"/>
            <p:cNvSpPr/>
            <p:nvPr/>
          </p:nvSpPr>
          <p:spPr>
            <a:xfrm>
              <a:off x="627696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g754"/>
            <p:cNvSpPr/>
            <p:nvPr/>
          </p:nvSpPr>
          <p:spPr>
            <a:xfrm>
              <a:off x="628860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g755"/>
            <p:cNvSpPr/>
            <p:nvPr/>
          </p:nvSpPr>
          <p:spPr>
            <a:xfrm>
              <a:off x="569509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g756"/>
            <p:cNvSpPr/>
            <p:nvPr/>
          </p:nvSpPr>
          <p:spPr>
            <a:xfrm>
              <a:off x="5706736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g757"/>
            <p:cNvSpPr/>
            <p:nvPr/>
          </p:nvSpPr>
          <p:spPr>
            <a:xfrm>
              <a:off x="571837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g758"/>
            <p:cNvSpPr/>
            <p:nvPr/>
          </p:nvSpPr>
          <p:spPr>
            <a:xfrm>
              <a:off x="573001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g759"/>
            <p:cNvSpPr/>
            <p:nvPr/>
          </p:nvSpPr>
          <p:spPr>
            <a:xfrm>
              <a:off x="574164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g760"/>
            <p:cNvSpPr/>
            <p:nvPr/>
          </p:nvSpPr>
          <p:spPr>
            <a:xfrm>
              <a:off x="5753285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g761"/>
            <p:cNvSpPr/>
            <p:nvPr/>
          </p:nvSpPr>
          <p:spPr>
            <a:xfrm>
              <a:off x="624205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g762"/>
            <p:cNvSpPr/>
            <p:nvPr/>
          </p:nvSpPr>
          <p:spPr>
            <a:xfrm>
              <a:off x="625369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g763"/>
            <p:cNvSpPr/>
            <p:nvPr/>
          </p:nvSpPr>
          <p:spPr>
            <a:xfrm>
              <a:off x="626532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g764"/>
            <p:cNvSpPr/>
            <p:nvPr/>
          </p:nvSpPr>
          <p:spPr>
            <a:xfrm>
              <a:off x="5683461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g765"/>
            <p:cNvSpPr/>
            <p:nvPr/>
          </p:nvSpPr>
          <p:spPr>
            <a:xfrm>
              <a:off x="569509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g766"/>
            <p:cNvSpPr/>
            <p:nvPr/>
          </p:nvSpPr>
          <p:spPr>
            <a:xfrm>
              <a:off x="5706736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g767"/>
            <p:cNvSpPr/>
            <p:nvPr/>
          </p:nvSpPr>
          <p:spPr>
            <a:xfrm>
              <a:off x="5718373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g768"/>
            <p:cNvSpPr/>
            <p:nvPr/>
          </p:nvSpPr>
          <p:spPr>
            <a:xfrm>
              <a:off x="5730010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6B8">
                <a:alpha val="100000"/>
              </a:srgbClr>
            </a:solidFill>
            <a:ln w="5420" cap="flat">
              <a:solidFill>
                <a:srgbClr val="7F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g769"/>
            <p:cNvSpPr/>
            <p:nvPr/>
          </p:nvSpPr>
          <p:spPr>
            <a:xfrm>
              <a:off x="574164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g770"/>
            <p:cNvSpPr/>
            <p:nvPr/>
          </p:nvSpPr>
          <p:spPr>
            <a:xfrm>
              <a:off x="5683461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g771"/>
            <p:cNvSpPr/>
            <p:nvPr/>
          </p:nvSpPr>
          <p:spPr>
            <a:xfrm>
              <a:off x="5695098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g772"/>
            <p:cNvSpPr/>
            <p:nvPr/>
          </p:nvSpPr>
          <p:spPr>
            <a:xfrm>
              <a:off x="5706736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g773"/>
            <p:cNvSpPr/>
            <p:nvPr/>
          </p:nvSpPr>
          <p:spPr>
            <a:xfrm>
              <a:off x="5718373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g774"/>
            <p:cNvSpPr/>
            <p:nvPr/>
          </p:nvSpPr>
          <p:spPr>
            <a:xfrm>
              <a:off x="5730010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g775"/>
            <p:cNvSpPr/>
            <p:nvPr/>
          </p:nvSpPr>
          <p:spPr>
            <a:xfrm>
              <a:off x="5671824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g776"/>
            <p:cNvSpPr/>
            <p:nvPr/>
          </p:nvSpPr>
          <p:spPr>
            <a:xfrm>
              <a:off x="5683461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g777"/>
            <p:cNvSpPr/>
            <p:nvPr/>
          </p:nvSpPr>
          <p:spPr>
            <a:xfrm>
              <a:off x="5695098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g778"/>
            <p:cNvSpPr/>
            <p:nvPr/>
          </p:nvSpPr>
          <p:spPr>
            <a:xfrm>
              <a:off x="5706736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g779"/>
            <p:cNvSpPr/>
            <p:nvPr/>
          </p:nvSpPr>
          <p:spPr>
            <a:xfrm>
              <a:off x="5718373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g780"/>
            <p:cNvSpPr/>
            <p:nvPr/>
          </p:nvSpPr>
          <p:spPr>
            <a:xfrm>
              <a:off x="5730010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g781"/>
            <p:cNvSpPr/>
            <p:nvPr/>
          </p:nvSpPr>
          <p:spPr>
            <a:xfrm>
              <a:off x="5671824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g782"/>
            <p:cNvSpPr/>
            <p:nvPr/>
          </p:nvSpPr>
          <p:spPr>
            <a:xfrm>
              <a:off x="5683461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g783"/>
            <p:cNvSpPr/>
            <p:nvPr/>
          </p:nvSpPr>
          <p:spPr>
            <a:xfrm>
              <a:off x="5695098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g784"/>
            <p:cNvSpPr/>
            <p:nvPr/>
          </p:nvSpPr>
          <p:spPr>
            <a:xfrm>
              <a:off x="5706736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g785"/>
            <p:cNvSpPr/>
            <p:nvPr/>
          </p:nvSpPr>
          <p:spPr>
            <a:xfrm>
              <a:off x="5718373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5E3C9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g786"/>
            <p:cNvSpPr/>
            <p:nvPr/>
          </p:nvSpPr>
          <p:spPr>
            <a:xfrm>
              <a:off x="5730010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g787"/>
            <p:cNvSpPr/>
            <p:nvPr/>
          </p:nvSpPr>
          <p:spPr>
            <a:xfrm>
              <a:off x="5671824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g788"/>
            <p:cNvSpPr/>
            <p:nvPr/>
          </p:nvSpPr>
          <p:spPr>
            <a:xfrm>
              <a:off x="5683461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g789"/>
            <p:cNvSpPr/>
            <p:nvPr/>
          </p:nvSpPr>
          <p:spPr>
            <a:xfrm>
              <a:off x="5695098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g790"/>
            <p:cNvSpPr/>
            <p:nvPr/>
          </p:nvSpPr>
          <p:spPr>
            <a:xfrm>
              <a:off x="5706736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g791"/>
            <p:cNvSpPr/>
            <p:nvPr/>
          </p:nvSpPr>
          <p:spPr>
            <a:xfrm>
              <a:off x="5718373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g792"/>
            <p:cNvSpPr/>
            <p:nvPr/>
          </p:nvSpPr>
          <p:spPr>
            <a:xfrm>
              <a:off x="5730010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g793"/>
            <p:cNvSpPr/>
            <p:nvPr/>
          </p:nvSpPr>
          <p:spPr>
            <a:xfrm>
              <a:off x="5671824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g794"/>
            <p:cNvSpPr/>
            <p:nvPr/>
          </p:nvSpPr>
          <p:spPr>
            <a:xfrm>
              <a:off x="5683461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g795"/>
            <p:cNvSpPr/>
            <p:nvPr/>
          </p:nvSpPr>
          <p:spPr>
            <a:xfrm>
              <a:off x="569509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g796"/>
            <p:cNvSpPr/>
            <p:nvPr/>
          </p:nvSpPr>
          <p:spPr>
            <a:xfrm>
              <a:off x="5706736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g797"/>
            <p:cNvSpPr/>
            <p:nvPr/>
          </p:nvSpPr>
          <p:spPr>
            <a:xfrm>
              <a:off x="5718373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g798"/>
            <p:cNvSpPr/>
            <p:nvPr/>
          </p:nvSpPr>
          <p:spPr>
            <a:xfrm>
              <a:off x="5730010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g799"/>
            <p:cNvSpPr/>
            <p:nvPr/>
          </p:nvSpPr>
          <p:spPr>
            <a:xfrm>
              <a:off x="574164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g800"/>
            <p:cNvSpPr/>
            <p:nvPr/>
          </p:nvSpPr>
          <p:spPr>
            <a:xfrm>
              <a:off x="566018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g801"/>
            <p:cNvSpPr/>
            <p:nvPr/>
          </p:nvSpPr>
          <p:spPr>
            <a:xfrm>
              <a:off x="5671824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g802"/>
            <p:cNvSpPr/>
            <p:nvPr/>
          </p:nvSpPr>
          <p:spPr>
            <a:xfrm>
              <a:off x="5683461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g803"/>
            <p:cNvSpPr/>
            <p:nvPr/>
          </p:nvSpPr>
          <p:spPr>
            <a:xfrm>
              <a:off x="5695098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g804"/>
            <p:cNvSpPr/>
            <p:nvPr/>
          </p:nvSpPr>
          <p:spPr>
            <a:xfrm>
              <a:off x="570673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g805"/>
            <p:cNvSpPr/>
            <p:nvPr/>
          </p:nvSpPr>
          <p:spPr>
            <a:xfrm>
              <a:off x="5718373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g806"/>
            <p:cNvSpPr/>
            <p:nvPr/>
          </p:nvSpPr>
          <p:spPr>
            <a:xfrm>
              <a:off x="5730010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g807"/>
            <p:cNvSpPr/>
            <p:nvPr/>
          </p:nvSpPr>
          <p:spPr>
            <a:xfrm>
              <a:off x="5648549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g808"/>
            <p:cNvSpPr/>
            <p:nvPr/>
          </p:nvSpPr>
          <p:spPr>
            <a:xfrm>
              <a:off x="566018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g809"/>
            <p:cNvSpPr/>
            <p:nvPr/>
          </p:nvSpPr>
          <p:spPr>
            <a:xfrm>
              <a:off x="5671824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g810"/>
            <p:cNvSpPr/>
            <p:nvPr/>
          </p:nvSpPr>
          <p:spPr>
            <a:xfrm>
              <a:off x="5683461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g811"/>
            <p:cNvSpPr/>
            <p:nvPr/>
          </p:nvSpPr>
          <p:spPr>
            <a:xfrm>
              <a:off x="5695098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g812"/>
            <p:cNvSpPr/>
            <p:nvPr/>
          </p:nvSpPr>
          <p:spPr>
            <a:xfrm>
              <a:off x="570673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g813"/>
            <p:cNvSpPr/>
            <p:nvPr/>
          </p:nvSpPr>
          <p:spPr>
            <a:xfrm>
              <a:off x="5718373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g814"/>
            <p:cNvSpPr/>
            <p:nvPr/>
          </p:nvSpPr>
          <p:spPr>
            <a:xfrm>
              <a:off x="5648549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g815"/>
            <p:cNvSpPr/>
            <p:nvPr/>
          </p:nvSpPr>
          <p:spPr>
            <a:xfrm>
              <a:off x="566018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g816"/>
            <p:cNvSpPr/>
            <p:nvPr/>
          </p:nvSpPr>
          <p:spPr>
            <a:xfrm>
              <a:off x="5671824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g817"/>
            <p:cNvSpPr/>
            <p:nvPr/>
          </p:nvSpPr>
          <p:spPr>
            <a:xfrm>
              <a:off x="5683461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g818"/>
            <p:cNvSpPr/>
            <p:nvPr/>
          </p:nvSpPr>
          <p:spPr>
            <a:xfrm>
              <a:off x="569509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g819"/>
            <p:cNvSpPr/>
            <p:nvPr/>
          </p:nvSpPr>
          <p:spPr>
            <a:xfrm>
              <a:off x="570673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g820"/>
            <p:cNvSpPr/>
            <p:nvPr/>
          </p:nvSpPr>
          <p:spPr>
            <a:xfrm>
              <a:off x="5718373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g821"/>
            <p:cNvSpPr/>
            <p:nvPr/>
          </p:nvSpPr>
          <p:spPr>
            <a:xfrm>
              <a:off x="574164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g822"/>
            <p:cNvSpPr/>
            <p:nvPr/>
          </p:nvSpPr>
          <p:spPr>
            <a:xfrm>
              <a:off x="5753285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g823"/>
            <p:cNvSpPr/>
            <p:nvPr/>
          </p:nvSpPr>
          <p:spPr>
            <a:xfrm>
              <a:off x="5764922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g824"/>
            <p:cNvSpPr/>
            <p:nvPr/>
          </p:nvSpPr>
          <p:spPr>
            <a:xfrm>
              <a:off x="5776560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g825"/>
            <p:cNvSpPr/>
            <p:nvPr/>
          </p:nvSpPr>
          <p:spPr>
            <a:xfrm>
              <a:off x="5648549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g826"/>
            <p:cNvSpPr/>
            <p:nvPr/>
          </p:nvSpPr>
          <p:spPr>
            <a:xfrm>
              <a:off x="566018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g827"/>
            <p:cNvSpPr/>
            <p:nvPr/>
          </p:nvSpPr>
          <p:spPr>
            <a:xfrm>
              <a:off x="5671824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g828"/>
            <p:cNvSpPr/>
            <p:nvPr/>
          </p:nvSpPr>
          <p:spPr>
            <a:xfrm>
              <a:off x="5683461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g829"/>
            <p:cNvSpPr/>
            <p:nvPr/>
          </p:nvSpPr>
          <p:spPr>
            <a:xfrm>
              <a:off x="569509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g830"/>
            <p:cNvSpPr/>
            <p:nvPr/>
          </p:nvSpPr>
          <p:spPr>
            <a:xfrm>
              <a:off x="570673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g831"/>
            <p:cNvSpPr/>
            <p:nvPr/>
          </p:nvSpPr>
          <p:spPr>
            <a:xfrm>
              <a:off x="5718373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g832"/>
            <p:cNvSpPr/>
            <p:nvPr/>
          </p:nvSpPr>
          <p:spPr>
            <a:xfrm>
              <a:off x="573001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g833"/>
            <p:cNvSpPr/>
            <p:nvPr/>
          </p:nvSpPr>
          <p:spPr>
            <a:xfrm>
              <a:off x="574164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g834"/>
            <p:cNvSpPr/>
            <p:nvPr/>
          </p:nvSpPr>
          <p:spPr>
            <a:xfrm>
              <a:off x="5753285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g835"/>
            <p:cNvSpPr/>
            <p:nvPr/>
          </p:nvSpPr>
          <p:spPr>
            <a:xfrm>
              <a:off x="5764922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g836"/>
            <p:cNvSpPr/>
            <p:nvPr/>
          </p:nvSpPr>
          <p:spPr>
            <a:xfrm>
              <a:off x="577656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g837"/>
            <p:cNvSpPr/>
            <p:nvPr/>
          </p:nvSpPr>
          <p:spPr>
            <a:xfrm>
              <a:off x="5788197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g838"/>
            <p:cNvSpPr/>
            <p:nvPr/>
          </p:nvSpPr>
          <p:spPr>
            <a:xfrm>
              <a:off x="567182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g839"/>
            <p:cNvSpPr/>
            <p:nvPr/>
          </p:nvSpPr>
          <p:spPr>
            <a:xfrm>
              <a:off x="5683461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g840"/>
            <p:cNvSpPr/>
            <p:nvPr/>
          </p:nvSpPr>
          <p:spPr>
            <a:xfrm>
              <a:off x="569509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g841"/>
            <p:cNvSpPr/>
            <p:nvPr/>
          </p:nvSpPr>
          <p:spPr>
            <a:xfrm>
              <a:off x="5706736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g842"/>
            <p:cNvSpPr/>
            <p:nvPr/>
          </p:nvSpPr>
          <p:spPr>
            <a:xfrm>
              <a:off x="5718373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g843"/>
            <p:cNvSpPr/>
            <p:nvPr/>
          </p:nvSpPr>
          <p:spPr>
            <a:xfrm>
              <a:off x="573001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g844"/>
            <p:cNvSpPr/>
            <p:nvPr/>
          </p:nvSpPr>
          <p:spPr>
            <a:xfrm>
              <a:off x="574164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g845"/>
            <p:cNvSpPr/>
            <p:nvPr/>
          </p:nvSpPr>
          <p:spPr>
            <a:xfrm>
              <a:off x="5753285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g846"/>
            <p:cNvSpPr/>
            <p:nvPr/>
          </p:nvSpPr>
          <p:spPr>
            <a:xfrm>
              <a:off x="5764922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g847"/>
            <p:cNvSpPr/>
            <p:nvPr/>
          </p:nvSpPr>
          <p:spPr>
            <a:xfrm>
              <a:off x="577656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g848"/>
            <p:cNvSpPr/>
            <p:nvPr/>
          </p:nvSpPr>
          <p:spPr>
            <a:xfrm>
              <a:off x="5788197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g849"/>
            <p:cNvSpPr/>
            <p:nvPr/>
          </p:nvSpPr>
          <p:spPr>
            <a:xfrm>
              <a:off x="579983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g850"/>
            <p:cNvSpPr/>
            <p:nvPr/>
          </p:nvSpPr>
          <p:spPr>
            <a:xfrm>
              <a:off x="562527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g851"/>
            <p:cNvSpPr/>
            <p:nvPr/>
          </p:nvSpPr>
          <p:spPr>
            <a:xfrm>
              <a:off x="563691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g852"/>
            <p:cNvSpPr/>
            <p:nvPr/>
          </p:nvSpPr>
          <p:spPr>
            <a:xfrm>
              <a:off x="5648549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g853"/>
            <p:cNvSpPr/>
            <p:nvPr/>
          </p:nvSpPr>
          <p:spPr>
            <a:xfrm>
              <a:off x="566018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g854"/>
            <p:cNvSpPr/>
            <p:nvPr/>
          </p:nvSpPr>
          <p:spPr>
            <a:xfrm>
              <a:off x="569509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g855"/>
            <p:cNvSpPr/>
            <p:nvPr/>
          </p:nvSpPr>
          <p:spPr>
            <a:xfrm>
              <a:off x="570673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g856"/>
            <p:cNvSpPr/>
            <p:nvPr/>
          </p:nvSpPr>
          <p:spPr>
            <a:xfrm>
              <a:off x="5718373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g857"/>
            <p:cNvSpPr/>
            <p:nvPr/>
          </p:nvSpPr>
          <p:spPr>
            <a:xfrm>
              <a:off x="573001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g858"/>
            <p:cNvSpPr/>
            <p:nvPr/>
          </p:nvSpPr>
          <p:spPr>
            <a:xfrm>
              <a:off x="574164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g859"/>
            <p:cNvSpPr/>
            <p:nvPr/>
          </p:nvSpPr>
          <p:spPr>
            <a:xfrm>
              <a:off x="575328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g860"/>
            <p:cNvSpPr/>
            <p:nvPr/>
          </p:nvSpPr>
          <p:spPr>
            <a:xfrm>
              <a:off x="576492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g861"/>
            <p:cNvSpPr/>
            <p:nvPr/>
          </p:nvSpPr>
          <p:spPr>
            <a:xfrm>
              <a:off x="577656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g862"/>
            <p:cNvSpPr/>
            <p:nvPr/>
          </p:nvSpPr>
          <p:spPr>
            <a:xfrm>
              <a:off x="5788197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g863"/>
            <p:cNvSpPr/>
            <p:nvPr/>
          </p:nvSpPr>
          <p:spPr>
            <a:xfrm>
              <a:off x="5799834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g864"/>
            <p:cNvSpPr/>
            <p:nvPr/>
          </p:nvSpPr>
          <p:spPr>
            <a:xfrm>
              <a:off x="561363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g865"/>
            <p:cNvSpPr/>
            <p:nvPr/>
          </p:nvSpPr>
          <p:spPr>
            <a:xfrm>
              <a:off x="562527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g866"/>
            <p:cNvSpPr/>
            <p:nvPr/>
          </p:nvSpPr>
          <p:spPr>
            <a:xfrm>
              <a:off x="563691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g867"/>
            <p:cNvSpPr/>
            <p:nvPr/>
          </p:nvSpPr>
          <p:spPr>
            <a:xfrm>
              <a:off x="564854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g868"/>
            <p:cNvSpPr/>
            <p:nvPr/>
          </p:nvSpPr>
          <p:spPr>
            <a:xfrm>
              <a:off x="566018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g869"/>
            <p:cNvSpPr/>
            <p:nvPr/>
          </p:nvSpPr>
          <p:spPr>
            <a:xfrm>
              <a:off x="567182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g870"/>
            <p:cNvSpPr/>
            <p:nvPr/>
          </p:nvSpPr>
          <p:spPr>
            <a:xfrm>
              <a:off x="5683461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g871"/>
            <p:cNvSpPr/>
            <p:nvPr/>
          </p:nvSpPr>
          <p:spPr>
            <a:xfrm>
              <a:off x="569509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g872"/>
            <p:cNvSpPr/>
            <p:nvPr/>
          </p:nvSpPr>
          <p:spPr>
            <a:xfrm>
              <a:off x="570673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g873"/>
            <p:cNvSpPr/>
            <p:nvPr/>
          </p:nvSpPr>
          <p:spPr>
            <a:xfrm>
              <a:off x="5718373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g874"/>
            <p:cNvSpPr/>
            <p:nvPr/>
          </p:nvSpPr>
          <p:spPr>
            <a:xfrm>
              <a:off x="573001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g875"/>
            <p:cNvSpPr/>
            <p:nvPr/>
          </p:nvSpPr>
          <p:spPr>
            <a:xfrm>
              <a:off x="574164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g876"/>
            <p:cNvSpPr/>
            <p:nvPr/>
          </p:nvSpPr>
          <p:spPr>
            <a:xfrm>
              <a:off x="575328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g877"/>
            <p:cNvSpPr/>
            <p:nvPr/>
          </p:nvSpPr>
          <p:spPr>
            <a:xfrm>
              <a:off x="576492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g878"/>
            <p:cNvSpPr/>
            <p:nvPr/>
          </p:nvSpPr>
          <p:spPr>
            <a:xfrm>
              <a:off x="577656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g879"/>
            <p:cNvSpPr/>
            <p:nvPr/>
          </p:nvSpPr>
          <p:spPr>
            <a:xfrm>
              <a:off x="578819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g880"/>
            <p:cNvSpPr/>
            <p:nvPr/>
          </p:nvSpPr>
          <p:spPr>
            <a:xfrm>
              <a:off x="579983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g881"/>
            <p:cNvSpPr/>
            <p:nvPr/>
          </p:nvSpPr>
          <p:spPr>
            <a:xfrm>
              <a:off x="581147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g882"/>
            <p:cNvSpPr/>
            <p:nvPr/>
          </p:nvSpPr>
          <p:spPr>
            <a:xfrm>
              <a:off x="561363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g883"/>
            <p:cNvSpPr/>
            <p:nvPr/>
          </p:nvSpPr>
          <p:spPr>
            <a:xfrm>
              <a:off x="562527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g884"/>
            <p:cNvSpPr/>
            <p:nvPr/>
          </p:nvSpPr>
          <p:spPr>
            <a:xfrm>
              <a:off x="563691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g885"/>
            <p:cNvSpPr/>
            <p:nvPr/>
          </p:nvSpPr>
          <p:spPr>
            <a:xfrm>
              <a:off x="564854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g886"/>
            <p:cNvSpPr/>
            <p:nvPr/>
          </p:nvSpPr>
          <p:spPr>
            <a:xfrm>
              <a:off x="566018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g887"/>
            <p:cNvSpPr/>
            <p:nvPr/>
          </p:nvSpPr>
          <p:spPr>
            <a:xfrm>
              <a:off x="567182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g888"/>
            <p:cNvSpPr/>
            <p:nvPr/>
          </p:nvSpPr>
          <p:spPr>
            <a:xfrm>
              <a:off x="5683461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g889"/>
            <p:cNvSpPr/>
            <p:nvPr/>
          </p:nvSpPr>
          <p:spPr>
            <a:xfrm>
              <a:off x="569509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g890"/>
            <p:cNvSpPr/>
            <p:nvPr/>
          </p:nvSpPr>
          <p:spPr>
            <a:xfrm>
              <a:off x="570673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g891"/>
            <p:cNvSpPr/>
            <p:nvPr/>
          </p:nvSpPr>
          <p:spPr>
            <a:xfrm>
              <a:off x="5718373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g892"/>
            <p:cNvSpPr/>
            <p:nvPr/>
          </p:nvSpPr>
          <p:spPr>
            <a:xfrm>
              <a:off x="573001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g893"/>
            <p:cNvSpPr/>
            <p:nvPr/>
          </p:nvSpPr>
          <p:spPr>
            <a:xfrm>
              <a:off x="574164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g894"/>
            <p:cNvSpPr/>
            <p:nvPr/>
          </p:nvSpPr>
          <p:spPr>
            <a:xfrm>
              <a:off x="575328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g895"/>
            <p:cNvSpPr/>
            <p:nvPr/>
          </p:nvSpPr>
          <p:spPr>
            <a:xfrm>
              <a:off x="576492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g896"/>
            <p:cNvSpPr/>
            <p:nvPr/>
          </p:nvSpPr>
          <p:spPr>
            <a:xfrm>
              <a:off x="577656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g897"/>
            <p:cNvSpPr/>
            <p:nvPr/>
          </p:nvSpPr>
          <p:spPr>
            <a:xfrm>
              <a:off x="578819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g898"/>
            <p:cNvSpPr/>
            <p:nvPr/>
          </p:nvSpPr>
          <p:spPr>
            <a:xfrm>
              <a:off x="579983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g899"/>
            <p:cNvSpPr/>
            <p:nvPr/>
          </p:nvSpPr>
          <p:spPr>
            <a:xfrm>
              <a:off x="581147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g900"/>
            <p:cNvSpPr/>
            <p:nvPr/>
          </p:nvSpPr>
          <p:spPr>
            <a:xfrm>
              <a:off x="561363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g901"/>
            <p:cNvSpPr/>
            <p:nvPr/>
          </p:nvSpPr>
          <p:spPr>
            <a:xfrm>
              <a:off x="562527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g902"/>
            <p:cNvSpPr/>
            <p:nvPr/>
          </p:nvSpPr>
          <p:spPr>
            <a:xfrm>
              <a:off x="563691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g903"/>
            <p:cNvSpPr/>
            <p:nvPr/>
          </p:nvSpPr>
          <p:spPr>
            <a:xfrm>
              <a:off x="564854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g904"/>
            <p:cNvSpPr/>
            <p:nvPr/>
          </p:nvSpPr>
          <p:spPr>
            <a:xfrm>
              <a:off x="566018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g905"/>
            <p:cNvSpPr/>
            <p:nvPr/>
          </p:nvSpPr>
          <p:spPr>
            <a:xfrm>
              <a:off x="567182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g906"/>
            <p:cNvSpPr/>
            <p:nvPr/>
          </p:nvSpPr>
          <p:spPr>
            <a:xfrm>
              <a:off x="5683461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g907"/>
            <p:cNvSpPr/>
            <p:nvPr/>
          </p:nvSpPr>
          <p:spPr>
            <a:xfrm>
              <a:off x="569509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g908"/>
            <p:cNvSpPr/>
            <p:nvPr/>
          </p:nvSpPr>
          <p:spPr>
            <a:xfrm>
              <a:off x="570673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g909"/>
            <p:cNvSpPr/>
            <p:nvPr/>
          </p:nvSpPr>
          <p:spPr>
            <a:xfrm>
              <a:off x="5718373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g910"/>
            <p:cNvSpPr/>
            <p:nvPr/>
          </p:nvSpPr>
          <p:spPr>
            <a:xfrm>
              <a:off x="573001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g911"/>
            <p:cNvSpPr/>
            <p:nvPr/>
          </p:nvSpPr>
          <p:spPr>
            <a:xfrm>
              <a:off x="574164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g912"/>
            <p:cNvSpPr/>
            <p:nvPr/>
          </p:nvSpPr>
          <p:spPr>
            <a:xfrm>
              <a:off x="575328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g913"/>
            <p:cNvSpPr/>
            <p:nvPr/>
          </p:nvSpPr>
          <p:spPr>
            <a:xfrm>
              <a:off x="576492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g914"/>
            <p:cNvSpPr/>
            <p:nvPr/>
          </p:nvSpPr>
          <p:spPr>
            <a:xfrm>
              <a:off x="577656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g915"/>
            <p:cNvSpPr/>
            <p:nvPr/>
          </p:nvSpPr>
          <p:spPr>
            <a:xfrm>
              <a:off x="578819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g916"/>
            <p:cNvSpPr/>
            <p:nvPr/>
          </p:nvSpPr>
          <p:spPr>
            <a:xfrm>
              <a:off x="579983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g917"/>
            <p:cNvSpPr/>
            <p:nvPr/>
          </p:nvSpPr>
          <p:spPr>
            <a:xfrm>
              <a:off x="581147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g918"/>
            <p:cNvSpPr/>
            <p:nvPr/>
          </p:nvSpPr>
          <p:spPr>
            <a:xfrm>
              <a:off x="547398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g919"/>
            <p:cNvSpPr/>
            <p:nvPr/>
          </p:nvSpPr>
          <p:spPr>
            <a:xfrm>
              <a:off x="552053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g920"/>
            <p:cNvSpPr/>
            <p:nvPr/>
          </p:nvSpPr>
          <p:spPr>
            <a:xfrm>
              <a:off x="553217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g921"/>
            <p:cNvSpPr/>
            <p:nvPr/>
          </p:nvSpPr>
          <p:spPr>
            <a:xfrm>
              <a:off x="554381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g922"/>
            <p:cNvSpPr/>
            <p:nvPr/>
          </p:nvSpPr>
          <p:spPr>
            <a:xfrm>
              <a:off x="555545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g923"/>
            <p:cNvSpPr/>
            <p:nvPr/>
          </p:nvSpPr>
          <p:spPr>
            <a:xfrm>
              <a:off x="556708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g924"/>
            <p:cNvSpPr/>
            <p:nvPr/>
          </p:nvSpPr>
          <p:spPr>
            <a:xfrm>
              <a:off x="557872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g925"/>
            <p:cNvSpPr/>
            <p:nvPr/>
          </p:nvSpPr>
          <p:spPr>
            <a:xfrm>
              <a:off x="559036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g926"/>
            <p:cNvSpPr/>
            <p:nvPr/>
          </p:nvSpPr>
          <p:spPr>
            <a:xfrm>
              <a:off x="560200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g927"/>
            <p:cNvSpPr/>
            <p:nvPr/>
          </p:nvSpPr>
          <p:spPr>
            <a:xfrm>
              <a:off x="561363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g928"/>
            <p:cNvSpPr/>
            <p:nvPr/>
          </p:nvSpPr>
          <p:spPr>
            <a:xfrm>
              <a:off x="562527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g929"/>
            <p:cNvSpPr/>
            <p:nvPr/>
          </p:nvSpPr>
          <p:spPr>
            <a:xfrm>
              <a:off x="563691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g930"/>
            <p:cNvSpPr/>
            <p:nvPr/>
          </p:nvSpPr>
          <p:spPr>
            <a:xfrm>
              <a:off x="564854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g931"/>
            <p:cNvSpPr/>
            <p:nvPr/>
          </p:nvSpPr>
          <p:spPr>
            <a:xfrm>
              <a:off x="566018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g932"/>
            <p:cNvSpPr/>
            <p:nvPr/>
          </p:nvSpPr>
          <p:spPr>
            <a:xfrm>
              <a:off x="567182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g933"/>
            <p:cNvSpPr/>
            <p:nvPr/>
          </p:nvSpPr>
          <p:spPr>
            <a:xfrm>
              <a:off x="568346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g934"/>
            <p:cNvSpPr/>
            <p:nvPr/>
          </p:nvSpPr>
          <p:spPr>
            <a:xfrm>
              <a:off x="569509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g935"/>
            <p:cNvSpPr/>
            <p:nvPr/>
          </p:nvSpPr>
          <p:spPr>
            <a:xfrm>
              <a:off x="570673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g936"/>
            <p:cNvSpPr/>
            <p:nvPr/>
          </p:nvSpPr>
          <p:spPr>
            <a:xfrm>
              <a:off x="571837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g937"/>
            <p:cNvSpPr/>
            <p:nvPr/>
          </p:nvSpPr>
          <p:spPr>
            <a:xfrm>
              <a:off x="573001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g938"/>
            <p:cNvSpPr/>
            <p:nvPr/>
          </p:nvSpPr>
          <p:spPr>
            <a:xfrm>
              <a:off x="574164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g939"/>
            <p:cNvSpPr/>
            <p:nvPr/>
          </p:nvSpPr>
          <p:spPr>
            <a:xfrm>
              <a:off x="575328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g940"/>
            <p:cNvSpPr/>
            <p:nvPr/>
          </p:nvSpPr>
          <p:spPr>
            <a:xfrm>
              <a:off x="576492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g941"/>
            <p:cNvSpPr/>
            <p:nvPr/>
          </p:nvSpPr>
          <p:spPr>
            <a:xfrm>
              <a:off x="577656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g942"/>
            <p:cNvSpPr/>
            <p:nvPr/>
          </p:nvSpPr>
          <p:spPr>
            <a:xfrm>
              <a:off x="578819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g943"/>
            <p:cNvSpPr/>
            <p:nvPr/>
          </p:nvSpPr>
          <p:spPr>
            <a:xfrm>
              <a:off x="579983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g944"/>
            <p:cNvSpPr/>
            <p:nvPr/>
          </p:nvSpPr>
          <p:spPr>
            <a:xfrm>
              <a:off x="534597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g945"/>
            <p:cNvSpPr/>
            <p:nvPr/>
          </p:nvSpPr>
          <p:spPr>
            <a:xfrm>
              <a:off x="535761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g946"/>
            <p:cNvSpPr/>
            <p:nvPr/>
          </p:nvSpPr>
          <p:spPr>
            <a:xfrm>
              <a:off x="536925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g947"/>
            <p:cNvSpPr/>
            <p:nvPr/>
          </p:nvSpPr>
          <p:spPr>
            <a:xfrm>
              <a:off x="543907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g948"/>
            <p:cNvSpPr/>
            <p:nvPr/>
          </p:nvSpPr>
          <p:spPr>
            <a:xfrm>
              <a:off x="545071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g949"/>
            <p:cNvSpPr/>
            <p:nvPr/>
          </p:nvSpPr>
          <p:spPr>
            <a:xfrm>
              <a:off x="546235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g950"/>
            <p:cNvSpPr/>
            <p:nvPr/>
          </p:nvSpPr>
          <p:spPr>
            <a:xfrm>
              <a:off x="547398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g951"/>
            <p:cNvSpPr/>
            <p:nvPr/>
          </p:nvSpPr>
          <p:spPr>
            <a:xfrm>
              <a:off x="548562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g952"/>
            <p:cNvSpPr/>
            <p:nvPr/>
          </p:nvSpPr>
          <p:spPr>
            <a:xfrm>
              <a:off x="549726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g953"/>
            <p:cNvSpPr/>
            <p:nvPr/>
          </p:nvSpPr>
          <p:spPr>
            <a:xfrm>
              <a:off x="550890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g954"/>
            <p:cNvSpPr/>
            <p:nvPr/>
          </p:nvSpPr>
          <p:spPr>
            <a:xfrm>
              <a:off x="552053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g955"/>
            <p:cNvSpPr/>
            <p:nvPr/>
          </p:nvSpPr>
          <p:spPr>
            <a:xfrm>
              <a:off x="553217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g956"/>
            <p:cNvSpPr/>
            <p:nvPr/>
          </p:nvSpPr>
          <p:spPr>
            <a:xfrm>
              <a:off x="554381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g957"/>
            <p:cNvSpPr/>
            <p:nvPr/>
          </p:nvSpPr>
          <p:spPr>
            <a:xfrm>
              <a:off x="555545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g958"/>
            <p:cNvSpPr/>
            <p:nvPr/>
          </p:nvSpPr>
          <p:spPr>
            <a:xfrm>
              <a:off x="556708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g959"/>
            <p:cNvSpPr/>
            <p:nvPr/>
          </p:nvSpPr>
          <p:spPr>
            <a:xfrm>
              <a:off x="557872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g960"/>
            <p:cNvSpPr/>
            <p:nvPr/>
          </p:nvSpPr>
          <p:spPr>
            <a:xfrm>
              <a:off x="559036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g961"/>
            <p:cNvSpPr/>
            <p:nvPr/>
          </p:nvSpPr>
          <p:spPr>
            <a:xfrm>
              <a:off x="560200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g962"/>
            <p:cNvSpPr/>
            <p:nvPr/>
          </p:nvSpPr>
          <p:spPr>
            <a:xfrm>
              <a:off x="561363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g963"/>
            <p:cNvSpPr/>
            <p:nvPr/>
          </p:nvSpPr>
          <p:spPr>
            <a:xfrm>
              <a:off x="562527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g964"/>
            <p:cNvSpPr/>
            <p:nvPr/>
          </p:nvSpPr>
          <p:spPr>
            <a:xfrm>
              <a:off x="563691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g965"/>
            <p:cNvSpPr/>
            <p:nvPr/>
          </p:nvSpPr>
          <p:spPr>
            <a:xfrm>
              <a:off x="564854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g966"/>
            <p:cNvSpPr/>
            <p:nvPr/>
          </p:nvSpPr>
          <p:spPr>
            <a:xfrm>
              <a:off x="566018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g967"/>
            <p:cNvSpPr/>
            <p:nvPr/>
          </p:nvSpPr>
          <p:spPr>
            <a:xfrm>
              <a:off x="567182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g968"/>
            <p:cNvSpPr/>
            <p:nvPr/>
          </p:nvSpPr>
          <p:spPr>
            <a:xfrm>
              <a:off x="568346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g969"/>
            <p:cNvSpPr/>
            <p:nvPr/>
          </p:nvSpPr>
          <p:spPr>
            <a:xfrm>
              <a:off x="569509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g970"/>
            <p:cNvSpPr/>
            <p:nvPr/>
          </p:nvSpPr>
          <p:spPr>
            <a:xfrm>
              <a:off x="570673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g971"/>
            <p:cNvSpPr/>
            <p:nvPr/>
          </p:nvSpPr>
          <p:spPr>
            <a:xfrm>
              <a:off x="571837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g972"/>
            <p:cNvSpPr/>
            <p:nvPr/>
          </p:nvSpPr>
          <p:spPr>
            <a:xfrm>
              <a:off x="573001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g973"/>
            <p:cNvSpPr/>
            <p:nvPr/>
          </p:nvSpPr>
          <p:spPr>
            <a:xfrm>
              <a:off x="574164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g974"/>
            <p:cNvSpPr/>
            <p:nvPr/>
          </p:nvSpPr>
          <p:spPr>
            <a:xfrm>
              <a:off x="575328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g975"/>
            <p:cNvSpPr/>
            <p:nvPr/>
          </p:nvSpPr>
          <p:spPr>
            <a:xfrm>
              <a:off x="576492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g976"/>
            <p:cNvSpPr/>
            <p:nvPr/>
          </p:nvSpPr>
          <p:spPr>
            <a:xfrm>
              <a:off x="533434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g977"/>
            <p:cNvSpPr/>
            <p:nvPr/>
          </p:nvSpPr>
          <p:spPr>
            <a:xfrm>
              <a:off x="534597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g978"/>
            <p:cNvSpPr/>
            <p:nvPr/>
          </p:nvSpPr>
          <p:spPr>
            <a:xfrm>
              <a:off x="535761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g979"/>
            <p:cNvSpPr/>
            <p:nvPr/>
          </p:nvSpPr>
          <p:spPr>
            <a:xfrm>
              <a:off x="536925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g980"/>
            <p:cNvSpPr/>
            <p:nvPr/>
          </p:nvSpPr>
          <p:spPr>
            <a:xfrm>
              <a:off x="538089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g981"/>
            <p:cNvSpPr/>
            <p:nvPr/>
          </p:nvSpPr>
          <p:spPr>
            <a:xfrm>
              <a:off x="541580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g982"/>
            <p:cNvSpPr/>
            <p:nvPr/>
          </p:nvSpPr>
          <p:spPr>
            <a:xfrm>
              <a:off x="542744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g983"/>
            <p:cNvSpPr/>
            <p:nvPr/>
          </p:nvSpPr>
          <p:spPr>
            <a:xfrm>
              <a:off x="543907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g984"/>
            <p:cNvSpPr/>
            <p:nvPr/>
          </p:nvSpPr>
          <p:spPr>
            <a:xfrm>
              <a:off x="545071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g985"/>
            <p:cNvSpPr/>
            <p:nvPr/>
          </p:nvSpPr>
          <p:spPr>
            <a:xfrm>
              <a:off x="546235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g986"/>
            <p:cNvSpPr/>
            <p:nvPr/>
          </p:nvSpPr>
          <p:spPr>
            <a:xfrm>
              <a:off x="547398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g987"/>
            <p:cNvSpPr/>
            <p:nvPr/>
          </p:nvSpPr>
          <p:spPr>
            <a:xfrm>
              <a:off x="548562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g988"/>
            <p:cNvSpPr/>
            <p:nvPr/>
          </p:nvSpPr>
          <p:spPr>
            <a:xfrm>
              <a:off x="549726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g989"/>
            <p:cNvSpPr/>
            <p:nvPr/>
          </p:nvSpPr>
          <p:spPr>
            <a:xfrm>
              <a:off x="550890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g990"/>
            <p:cNvSpPr/>
            <p:nvPr/>
          </p:nvSpPr>
          <p:spPr>
            <a:xfrm>
              <a:off x="552053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g991"/>
            <p:cNvSpPr/>
            <p:nvPr/>
          </p:nvSpPr>
          <p:spPr>
            <a:xfrm>
              <a:off x="553217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g992"/>
            <p:cNvSpPr/>
            <p:nvPr/>
          </p:nvSpPr>
          <p:spPr>
            <a:xfrm>
              <a:off x="554381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g993"/>
            <p:cNvSpPr/>
            <p:nvPr/>
          </p:nvSpPr>
          <p:spPr>
            <a:xfrm>
              <a:off x="555545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g994"/>
            <p:cNvSpPr/>
            <p:nvPr/>
          </p:nvSpPr>
          <p:spPr>
            <a:xfrm>
              <a:off x="556708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g995"/>
            <p:cNvSpPr/>
            <p:nvPr/>
          </p:nvSpPr>
          <p:spPr>
            <a:xfrm>
              <a:off x="557872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g996"/>
            <p:cNvSpPr/>
            <p:nvPr/>
          </p:nvSpPr>
          <p:spPr>
            <a:xfrm>
              <a:off x="559036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g997"/>
            <p:cNvSpPr/>
            <p:nvPr/>
          </p:nvSpPr>
          <p:spPr>
            <a:xfrm>
              <a:off x="560200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g998"/>
            <p:cNvSpPr/>
            <p:nvPr/>
          </p:nvSpPr>
          <p:spPr>
            <a:xfrm>
              <a:off x="561363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g999"/>
            <p:cNvSpPr/>
            <p:nvPr/>
          </p:nvSpPr>
          <p:spPr>
            <a:xfrm>
              <a:off x="562527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g1000"/>
            <p:cNvSpPr/>
            <p:nvPr/>
          </p:nvSpPr>
          <p:spPr>
            <a:xfrm>
              <a:off x="563691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g1001"/>
            <p:cNvSpPr/>
            <p:nvPr/>
          </p:nvSpPr>
          <p:spPr>
            <a:xfrm>
              <a:off x="564854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g1002"/>
            <p:cNvSpPr/>
            <p:nvPr/>
          </p:nvSpPr>
          <p:spPr>
            <a:xfrm>
              <a:off x="566018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g1003"/>
            <p:cNvSpPr/>
            <p:nvPr/>
          </p:nvSpPr>
          <p:spPr>
            <a:xfrm>
              <a:off x="567182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g1004"/>
            <p:cNvSpPr/>
            <p:nvPr/>
          </p:nvSpPr>
          <p:spPr>
            <a:xfrm>
              <a:off x="568346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g1005"/>
            <p:cNvSpPr/>
            <p:nvPr/>
          </p:nvSpPr>
          <p:spPr>
            <a:xfrm>
              <a:off x="570673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g1006"/>
            <p:cNvSpPr/>
            <p:nvPr/>
          </p:nvSpPr>
          <p:spPr>
            <a:xfrm>
              <a:off x="571837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g1007"/>
            <p:cNvSpPr/>
            <p:nvPr/>
          </p:nvSpPr>
          <p:spPr>
            <a:xfrm>
              <a:off x="533434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g1008"/>
            <p:cNvSpPr/>
            <p:nvPr/>
          </p:nvSpPr>
          <p:spPr>
            <a:xfrm>
              <a:off x="534597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g1009"/>
            <p:cNvSpPr/>
            <p:nvPr/>
          </p:nvSpPr>
          <p:spPr>
            <a:xfrm>
              <a:off x="535761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g1010"/>
            <p:cNvSpPr/>
            <p:nvPr/>
          </p:nvSpPr>
          <p:spPr>
            <a:xfrm>
              <a:off x="536925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g1011"/>
            <p:cNvSpPr/>
            <p:nvPr/>
          </p:nvSpPr>
          <p:spPr>
            <a:xfrm>
              <a:off x="538089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g1012"/>
            <p:cNvSpPr/>
            <p:nvPr/>
          </p:nvSpPr>
          <p:spPr>
            <a:xfrm>
              <a:off x="539252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g1013"/>
            <p:cNvSpPr/>
            <p:nvPr/>
          </p:nvSpPr>
          <p:spPr>
            <a:xfrm>
              <a:off x="540416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g1014"/>
            <p:cNvSpPr/>
            <p:nvPr/>
          </p:nvSpPr>
          <p:spPr>
            <a:xfrm>
              <a:off x="541580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g1015"/>
            <p:cNvSpPr/>
            <p:nvPr/>
          </p:nvSpPr>
          <p:spPr>
            <a:xfrm>
              <a:off x="542744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g1016"/>
            <p:cNvSpPr/>
            <p:nvPr/>
          </p:nvSpPr>
          <p:spPr>
            <a:xfrm>
              <a:off x="543907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g1017"/>
            <p:cNvSpPr/>
            <p:nvPr/>
          </p:nvSpPr>
          <p:spPr>
            <a:xfrm>
              <a:off x="545071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g1018"/>
            <p:cNvSpPr/>
            <p:nvPr/>
          </p:nvSpPr>
          <p:spPr>
            <a:xfrm>
              <a:off x="546235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g1019"/>
            <p:cNvSpPr/>
            <p:nvPr/>
          </p:nvSpPr>
          <p:spPr>
            <a:xfrm>
              <a:off x="547398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g1020"/>
            <p:cNvSpPr/>
            <p:nvPr/>
          </p:nvSpPr>
          <p:spPr>
            <a:xfrm>
              <a:off x="548562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g1021"/>
            <p:cNvSpPr/>
            <p:nvPr/>
          </p:nvSpPr>
          <p:spPr>
            <a:xfrm>
              <a:off x="5497264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g1022"/>
            <p:cNvSpPr/>
            <p:nvPr/>
          </p:nvSpPr>
          <p:spPr>
            <a:xfrm>
              <a:off x="550890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g1023"/>
            <p:cNvSpPr/>
            <p:nvPr/>
          </p:nvSpPr>
          <p:spPr>
            <a:xfrm>
              <a:off x="552053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g1024"/>
            <p:cNvSpPr/>
            <p:nvPr/>
          </p:nvSpPr>
          <p:spPr>
            <a:xfrm>
              <a:off x="553217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g1025"/>
            <p:cNvSpPr/>
            <p:nvPr/>
          </p:nvSpPr>
          <p:spPr>
            <a:xfrm>
              <a:off x="554381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g1026"/>
            <p:cNvSpPr/>
            <p:nvPr/>
          </p:nvSpPr>
          <p:spPr>
            <a:xfrm>
              <a:off x="555545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g1027"/>
            <p:cNvSpPr/>
            <p:nvPr/>
          </p:nvSpPr>
          <p:spPr>
            <a:xfrm>
              <a:off x="556708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g1028"/>
            <p:cNvSpPr/>
            <p:nvPr/>
          </p:nvSpPr>
          <p:spPr>
            <a:xfrm>
              <a:off x="557872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g1029"/>
            <p:cNvSpPr/>
            <p:nvPr/>
          </p:nvSpPr>
          <p:spPr>
            <a:xfrm>
              <a:off x="559036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g1030"/>
            <p:cNvSpPr/>
            <p:nvPr/>
          </p:nvSpPr>
          <p:spPr>
            <a:xfrm>
              <a:off x="560200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g1031"/>
            <p:cNvSpPr/>
            <p:nvPr/>
          </p:nvSpPr>
          <p:spPr>
            <a:xfrm>
              <a:off x="561363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g1032"/>
            <p:cNvSpPr/>
            <p:nvPr/>
          </p:nvSpPr>
          <p:spPr>
            <a:xfrm>
              <a:off x="562527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g1033"/>
            <p:cNvSpPr/>
            <p:nvPr/>
          </p:nvSpPr>
          <p:spPr>
            <a:xfrm>
              <a:off x="563691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g1034"/>
            <p:cNvSpPr/>
            <p:nvPr/>
          </p:nvSpPr>
          <p:spPr>
            <a:xfrm>
              <a:off x="534597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g1035"/>
            <p:cNvSpPr/>
            <p:nvPr/>
          </p:nvSpPr>
          <p:spPr>
            <a:xfrm>
              <a:off x="535761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g1036"/>
            <p:cNvSpPr/>
            <p:nvPr/>
          </p:nvSpPr>
          <p:spPr>
            <a:xfrm>
              <a:off x="536925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g1037"/>
            <p:cNvSpPr/>
            <p:nvPr/>
          </p:nvSpPr>
          <p:spPr>
            <a:xfrm>
              <a:off x="538089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g1038"/>
            <p:cNvSpPr/>
            <p:nvPr/>
          </p:nvSpPr>
          <p:spPr>
            <a:xfrm>
              <a:off x="539252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g1039"/>
            <p:cNvSpPr/>
            <p:nvPr/>
          </p:nvSpPr>
          <p:spPr>
            <a:xfrm>
              <a:off x="540416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g1040"/>
            <p:cNvSpPr/>
            <p:nvPr/>
          </p:nvSpPr>
          <p:spPr>
            <a:xfrm>
              <a:off x="541580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g1041"/>
            <p:cNvSpPr/>
            <p:nvPr/>
          </p:nvSpPr>
          <p:spPr>
            <a:xfrm>
              <a:off x="5427440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g1042"/>
            <p:cNvSpPr/>
            <p:nvPr/>
          </p:nvSpPr>
          <p:spPr>
            <a:xfrm>
              <a:off x="543907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g1043"/>
            <p:cNvSpPr/>
            <p:nvPr/>
          </p:nvSpPr>
          <p:spPr>
            <a:xfrm>
              <a:off x="545071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g1044"/>
            <p:cNvSpPr/>
            <p:nvPr/>
          </p:nvSpPr>
          <p:spPr>
            <a:xfrm>
              <a:off x="5462352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g1045"/>
            <p:cNvSpPr/>
            <p:nvPr/>
          </p:nvSpPr>
          <p:spPr>
            <a:xfrm>
              <a:off x="547398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g1046"/>
            <p:cNvSpPr/>
            <p:nvPr/>
          </p:nvSpPr>
          <p:spPr>
            <a:xfrm>
              <a:off x="548562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g1047"/>
            <p:cNvSpPr/>
            <p:nvPr/>
          </p:nvSpPr>
          <p:spPr>
            <a:xfrm>
              <a:off x="5497264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g1048"/>
            <p:cNvSpPr/>
            <p:nvPr/>
          </p:nvSpPr>
          <p:spPr>
            <a:xfrm>
              <a:off x="550890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g1049"/>
            <p:cNvSpPr/>
            <p:nvPr/>
          </p:nvSpPr>
          <p:spPr>
            <a:xfrm>
              <a:off x="552053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g1050"/>
            <p:cNvSpPr/>
            <p:nvPr/>
          </p:nvSpPr>
          <p:spPr>
            <a:xfrm>
              <a:off x="553217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g1051"/>
            <p:cNvSpPr/>
            <p:nvPr/>
          </p:nvSpPr>
          <p:spPr>
            <a:xfrm>
              <a:off x="554381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g1052"/>
            <p:cNvSpPr/>
            <p:nvPr/>
          </p:nvSpPr>
          <p:spPr>
            <a:xfrm>
              <a:off x="555545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g1053"/>
            <p:cNvSpPr/>
            <p:nvPr/>
          </p:nvSpPr>
          <p:spPr>
            <a:xfrm>
              <a:off x="556708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g1054"/>
            <p:cNvSpPr/>
            <p:nvPr/>
          </p:nvSpPr>
          <p:spPr>
            <a:xfrm>
              <a:off x="559036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g1055"/>
            <p:cNvSpPr/>
            <p:nvPr/>
          </p:nvSpPr>
          <p:spPr>
            <a:xfrm>
              <a:off x="5345979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g1056"/>
            <p:cNvSpPr/>
            <p:nvPr/>
          </p:nvSpPr>
          <p:spPr>
            <a:xfrm>
              <a:off x="5357616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g1057"/>
            <p:cNvSpPr/>
            <p:nvPr/>
          </p:nvSpPr>
          <p:spPr>
            <a:xfrm>
              <a:off x="536925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g1058"/>
            <p:cNvSpPr/>
            <p:nvPr/>
          </p:nvSpPr>
          <p:spPr>
            <a:xfrm>
              <a:off x="5380891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g1059"/>
            <p:cNvSpPr/>
            <p:nvPr/>
          </p:nvSpPr>
          <p:spPr>
            <a:xfrm>
              <a:off x="5392528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g1060"/>
            <p:cNvSpPr/>
            <p:nvPr/>
          </p:nvSpPr>
          <p:spPr>
            <a:xfrm>
              <a:off x="540416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g1061"/>
            <p:cNvSpPr/>
            <p:nvPr/>
          </p:nvSpPr>
          <p:spPr>
            <a:xfrm>
              <a:off x="541580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g1062"/>
            <p:cNvSpPr/>
            <p:nvPr/>
          </p:nvSpPr>
          <p:spPr>
            <a:xfrm>
              <a:off x="5427440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g1063"/>
            <p:cNvSpPr/>
            <p:nvPr/>
          </p:nvSpPr>
          <p:spPr>
            <a:xfrm>
              <a:off x="5439077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g1064"/>
            <p:cNvSpPr/>
            <p:nvPr/>
          </p:nvSpPr>
          <p:spPr>
            <a:xfrm>
              <a:off x="545071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g1065"/>
            <p:cNvSpPr/>
            <p:nvPr/>
          </p:nvSpPr>
          <p:spPr>
            <a:xfrm>
              <a:off x="5462352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g1066"/>
            <p:cNvSpPr/>
            <p:nvPr/>
          </p:nvSpPr>
          <p:spPr>
            <a:xfrm>
              <a:off x="533434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g1067"/>
            <p:cNvSpPr/>
            <p:nvPr/>
          </p:nvSpPr>
          <p:spPr>
            <a:xfrm>
              <a:off x="5345979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g1068"/>
            <p:cNvSpPr/>
            <p:nvPr/>
          </p:nvSpPr>
          <p:spPr>
            <a:xfrm>
              <a:off x="5357616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g1069"/>
            <p:cNvSpPr/>
            <p:nvPr/>
          </p:nvSpPr>
          <p:spPr>
            <a:xfrm>
              <a:off x="536925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g1070"/>
            <p:cNvSpPr/>
            <p:nvPr/>
          </p:nvSpPr>
          <p:spPr>
            <a:xfrm>
              <a:off x="538089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g1071"/>
            <p:cNvSpPr/>
            <p:nvPr/>
          </p:nvSpPr>
          <p:spPr>
            <a:xfrm>
              <a:off x="5392528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g1072"/>
            <p:cNvSpPr/>
            <p:nvPr/>
          </p:nvSpPr>
          <p:spPr>
            <a:xfrm>
              <a:off x="5404165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g1073"/>
            <p:cNvSpPr/>
            <p:nvPr/>
          </p:nvSpPr>
          <p:spPr>
            <a:xfrm>
              <a:off x="541580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g1074"/>
            <p:cNvSpPr/>
            <p:nvPr/>
          </p:nvSpPr>
          <p:spPr>
            <a:xfrm>
              <a:off x="5427440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g1075"/>
            <p:cNvSpPr/>
            <p:nvPr/>
          </p:nvSpPr>
          <p:spPr>
            <a:xfrm>
              <a:off x="5322704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g1076"/>
            <p:cNvSpPr/>
            <p:nvPr/>
          </p:nvSpPr>
          <p:spPr>
            <a:xfrm>
              <a:off x="533434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g1077"/>
            <p:cNvSpPr/>
            <p:nvPr/>
          </p:nvSpPr>
          <p:spPr>
            <a:xfrm>
              <a:off x="5345979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g1078"/>
            <p:cNvSpPr/>
            <p:nvPr/>
          </p:nvSpPr>
          <p:spPr>
            <a:xfrm>
              <a:off x="5357616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g1079"/>
            <p:cNvSpPr/>
            <p:nvPr/>
          </p:nvSpPr>
          <p:spPr>
            <a:xfrm>
              <a:off x="5369253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g1080"/>
            <p:cNvSpPr/>
            <p:nvPr/>
          </p:nvSpPr>
          <p:spPr>
            <a:xfrm>
              <a:off x="538089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g1081"/>
            <p:cNvSpPr/>
            <p:nvPr/>
          </p:nvSpPr>
          <p:spPr>
            <a:xfrm>
              <a:off x="5392528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g1082"/>
            <p:cNvSpPr/>
            <p:nvPr/>
          </p:nvSpPr>
          <p:spPr>
            <a:xfrm>
              <a:off x="5404165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g1083"/>
            <p:cNvSpPr/>
            <p:nvPr/>
          </p:nvSpPr>
          <p:spPr>
            <a:xfrm>
              <a:off x="5311067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g1084"/>
            <p:cNvSpPr/>
            <p:nvPr/>
          </p:nvSpPr>
          <p:spPr>
            <a:xfrm>
              <a:off x="5322704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g1085"/>
            <p:cNvSpPr/>
            <p:nvPr/>
          </p:nvSpPr>
          <p:spPr>
            <a:xfrm>
              <a:off x="533434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g1086"/>
            <p:cNvSpPr/>
            <p:nvPr/>
          </p:nvSpPr>
          <p:spPr>
            <a:xfrm>
              <a:off x="5345979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g1087"/>
            <p:cNvSpPr/>
            <p:nvPr/>
          </p:nvSpPr>
          <p:spPr>
            <a:xfrm>
              <a:off x="5357616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g1088"/>
            <p:cNvSpPr/>
            <p:nvPr/>
          </p:nvSpPr>
          <p:spPr>
            <a:xfrm>
              <a:off x="5369253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g1089"/>
            <p:cNvSpPr/>
            <p:nvPr/>
          </p:nvSpPr>
          <p:spPr>
            <a:xfrm>
              <a:off x="538089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g1090"/>
            <p:cNvSpPr/>
            <p:nvPr/>
          </p:nvSpPr>
          <p:spPr>
            <a:xfrm>
              <a:off x="5311067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g1091"/>
            <p:cNvSpPr/>
            <p:nvPr/>
          </p:nvSpPr>
          <p:spPr>
            <a:xfrm>
              <a:off x="5322704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g1092"/>
            <p:cNvSpPr/>
            <p:nvPr/>
          </p:nvSpPr>
          <p:spPr>
            <a:xfrm>
              <a:off x="533434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g1093"/>
            <p:cNvSpPr/>
            <p:nvPr/>
          </p:nvSpPr>
          <p:spPr>
            <a:xfrm>
              <a:off x="5345979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g1094"/>
            <p:cNvSpPr/>
            <p:nvPr/>
          </p:nvSpPr>
          <p:spPr>
            <a:xfrm>
              <a:off x="5357616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g1095"/>
            <p:cNvSpPr/>
            <p:nvPr/>
          </p:nvSpPr>
          <p:spPr>
            <a:xfrm>
              <a:off x="5369253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g1096"/>
            <p:cNvSpPr/>
            <p:nvPr/>
          </p:nvSpPr>
          <p:spPr>
            <a:xfrm>
              <a:off x="538089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g1097"/>
            <p:cNvSpPr/>
            <p:nvPr/>
          </p:nvSpPr>
          <p:spPr>
            <a:xfrm>
              <a:off x="5311067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g1098"/>
            <p:cNvSpPr/>
            <p:nvPr/>
          </p:nvSpPr>
          <p:spPr>
            <a:xfrm>
              <a:off x="5322704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g1099"/>
            <p:cNvSpPr/>
            <p:nvPr/>
          </p:nvSpPr>
          <p:spPr>
            <a:xfrm>
              <a:off x="533434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g1100"/>
            <p:cNvSpPr/>
            <p:nvPr/>
          </p:nvSpPr>
          <p:spPr>
            <a:xfrm>
              <a:off x="5345979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g1101"/>
            <p:cNvSpPr/>
            <p:nvPr/>
          </p:nvSpPr>
          <p:spPr>
            <a:xfrm>
              <a:off x="5357616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g1102"/>
            <p:cNvSpPr/>
            <p:nvPr/>
          </p:nvSpPr>
          <p:spPr>
            <a:xfrm>
              <a:off x="5369253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g1103"/>
            <p:cNvSpPr/>
            <p:nvPr/>
          </p:nvSpPr>
          <p:spPr>
            <a:xfrm>
              <a:off x="538089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g1104"/>
            <p:cNvSpPr/>
            <p:nvPr/>
          </p:nvSpPr>
          <p:spPr>
            <a:xfrm>
              <a:off x="5311067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g1105"/>
            <p:cNvSpPr/>
            <p:nvPr/>
          </p:nvSpPr>
          <p:spPr>
            <a:xfrm>
              <a:off x="5322704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g1106"/>
            <p:cNvSpPr/>
            <p:nvPr/>
          </p:nvSpPr>
          <p:spPr>
            <a:xfrm>
              <a:off x="533434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g1107"/>
            <p:cNvSpPr/>
            <p:nvPr/>
          </p:nvSpPr>
          <p:spPr>
            <a:xfrm>
              <a:off x="5345979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g1108"/>
            <p:cNvSpPr/>
            <p:nvPr/>
          </p:nvSpPr>
          <p:spPr>
            <a:xfrm>
              <a:off x="5357616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g1109"/>
            <p:cNvSpPr/>
            <p:nvPr/>
          </p:nvSpPr>
          <p:spPr>
            <a:xfrm>
              <a:off x="5369253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g1110"/>
            <p:cNvSpPr/>
            <p:nvPr/>
          </p:nvSpPr>
          <p:spPr>
            <a:xfrm>
              <a:off x="538089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g1111"/>
            <p:cNvSpPr/>
            <p:nvPr/>
          </p:nvSpPr>
          <p:spPr>
            <a:xfrm>
              <a:off x="524124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g1112"/>
            <p:cNvSpPr/>
            <p:nvPr/>
          </p:nvSpPr>
          <p:spPr>
            <a:xfrm>
              <a:off x="5252880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g1113"/>
            <p:cNvSpPr/>
            <p:nvPr/>
          </p:nvSpPr>
          <p:spPr>
            <a:xfrm>
              <a:off x="533434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g1114"/>
            <p:cNvSpPr/>
            <p:nvPr/>
          </p:nvSpPr>
          <p:spPr>
            <a:xfrm>
              <a:off x="5345979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g1115"/>
            <p:cNvSpPr/>
            <p:nvPr/>
          </p:nvSpPr>
          <p:spPr>
            <a:xfrm>
              <a:off x="5357616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g1116"/>
            <p:cNvSpPr/>
            <p:nvPr/>
          </p:nvSpPr>
          <p:spPr>
            <a:xfrm>
              <a:off x="536925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g1117"/>
            <p:cNvSpPr/>
            <p:nvPr/>
          </p:nvSpPr>
          <p:spPr>
            <a:xfrm>
              <a:off x="538089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g1118"/>
            <p:cNvSpPr/>
            <p:nvPr/>
          </p:nvSpPr>
          <p:spPr>
            <a:xfrm>
              <a:off x="5217968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g1119"/>
            <p:cNvSpPr/>
            <p:nvPr/>
          </p:nvSpPr>
          <p:spPr>
            <a:xfrm>
              <a:off x="5229605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g1120"/>
            <p:cNvSpPr/>
            <p:nvPr/>
          </p:nvSpPr>
          <p:spPr>
            <a:xfrm>
              <a:off x="524124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g1121"/>
            <p:cNvSpPr/>
            <p:nvPr/>
          </p:nvSpPr>
          <p:spPr>
            <a:xfrm>
              <a:off x="5252880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g1122"/>
            <p:cNvSpPr/>
            <p:nvPr/>
          </p:nvSpPr>
          <p:spPr>
            <a:xfrm>
              <a:off x="5264517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g1123"/>
            <p:cNvSpPr/>
            <p:nvPr/>
          </p:nvSpPr>
          <p:spPr>
            <a:xfrm>
              <a:off x="533434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g1124"/>
            <p:cNvSpPr/>
            <p:nvPr/>
          </p:nvSpPr>
          <p:spPr>
            <a:xfrm>
              <a:off x="5345979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g1125"/>
            <p:cNvSpPr/>
            <p:nvPr/>
          </p:nvSpPr>
          <p:spPr>
            <a:xfrm>
              <a:off x="5357616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g1126"/>
            <p:cNvSpPr/>
            <p:nvPr/>
          </p:nvSpPr>
          <p:spPr>
            <a:xfrm>
              <a:off x="536925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g1127"/>
            <p:cNvSpPr/>
            <p:nvPr/>
          </p:nvSpPr>
          <p:spPr>
            <a:xfrm>
              <a:off x="538089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g1128"/>
            <p:cNvSpPr/>
            <p:nvPr/>
          </p:nvSpPr>
          <p:spPr>
            <a:xfrm>
              <a:off x="519469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g1129"/>
            <p:cNvSpPr/>
            <p:nvPr/>
          </p:nvSpPr>
          <p:spPr>
            <a:xfrm>
              <a:off x="520633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g1130"/>
            <p:cNvSpPr/>
            <p:nvPr/>
          </p:nvSpPr>
          <p:spPr>
            <a:xfrm>
              <a:off x="5217968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g1131"/>
            <p:cNvSpPr/>
            <p:nvPr/>
          </p:nvSpPr>
          <p:spPr>
            <a:xfrm>
              <a:off x="5229605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g1132"/>
            <p:cNvSpPr/>
            <p:nvPr/>
          </p:nvSpPr>
          <p:spPr>
            <a:xfrm>
              <a:off x="524124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g1133"/>
            <p:cNvSpPr/>
            <p:nvPr/>
          </p:nvSpPr>
          <p:spPr>
            <a:xfrm>
              <a:off x="5252880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g1134"/>
            <p:cNvSpPr/>
            <p:nvPr/>
          </p:nvSpPr>
          <p:spPr>
            <a:xfrm>
              <a:off x="5264517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g1135"/>
            <p:cNvSpPr/>
            <p:nvPr/>
          </p:nvSpPr>
          <p:spPr>
            <a:xfrm>
              <a:off x="5322704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g1136"/>
            <p:cNvSpPr/>
            <p:nvPr/>
          </p:nvSpPr>
          <p:spPr>
            <a:xfrm>
              <a:off x="533434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g1137"/>
            <p:cNvSpPr/>
            <p:nvPr/>
          </p:nvSpPr>
          <p:spPr>
            <a:xfrm>
              <a:off x="5345979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g1138"/>
            <p:cNvSpPr/>
            <p:nvPr/>
          </p:nvSpPr>
          <p:spPr>
            <a:xfrm>
              <a:off x="5357616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g1139"/>
            <p:cNvSpPr/>
            <p:nvPr/>
          </p:nvSpPr>
          <p:spPr>
            <a:xfrm>
              <a:off x="536925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g1140"/>
            <p:cNvSpPr/>
            <p:nvPr/>
          </p:nvSpPr>
          <p:spPr>
            <a:xfrm>
              <a:off x="518305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g1141"/>
            <p:cNvSpPr/>
            <p:nvPr/>
          </p:nvSpPr>
          <p:spPr>
            <a:xfrm>
              <a:off x="519469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g1142"/>
            <p:cNvSpPr/>
            <p:nvPr/>
          </p:nvSpPr>
          <p:spPr>
            <a:xfrm>
              <a:off x="520633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g1143"/>
            <p:cNvSpPr/>
            <p:nvPr/>
          </p:nvSpPr>
          <p:spPr>
            <a:xfrm>
              <a:off x="5217968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g1144"/>
            <p:cNvSpPr/>
            <p:nvPr/>
          </p:nvSpPr>
          <p:spPr>
            <a:xfrm>
              <a:off x="5229605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g1145"/>
            <p:cNvSpPr/>
            <p:nvPr/>
          </p:nvSpPr>
          <p:spPr>
            <a:xfrm>
              <a:off x="524124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g1146"/>
            <p:cNvSpPr/>
            <p:nvPr/>
          </p:nvSpPr>
          <p:spPr>
            <a:xfrm>
              <a:off x="5252880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g1147"/>
            <p:cNvSpPr/>
            <p:nvPr/>
          </p:nvSpPr>
          <p:spPr>
            <a:xfrm>
              <a:off x="5264517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g1148"/>
            <p:cNvSpPr/>
            <p:nvPr/>
          </p:nvSpPr>
          <p:spPr>
            <a:xfrm>
              <a:off x="5322704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g1149"/>
            <p:cNvSpPr/>
            <p:nvPr/>
          </p:nvSpPr>
          <p:spPr>
            <a:xfrm>
              <a:off x="533434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g1150"/>
            <p:cNvSpPr/>
            <p:nvPr/>
          </p:nvSpPr>
          <p:spPr>
            <a:xfrm>
              <a:off x="5345979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g1151"/>
            <p:cNvSpPr/>
            <p:nvPr/>
          </p:nvSpPr>
          <p:spPr>
            <a:xfrm>
              <a:off x="535761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g1152"/>
            <p:cNvSpPr/>
            <p:nvPr/>
          </p:nvSpPr>
          <p:spPr>
            <a:xfrm>
              <a:off x="536925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g1153"/>
            <p:cNvSpPr/>
            <p:nvPr/>
          </p:nvSpPr>
          <p:spPr>
            <a:xfrm>
              <a:off x="512486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g1154"/>
            <p:cNvSpPr/>
            <p:nvPr/>
          </p:nvSpPr>
          <p:spPr>
            <a:xfrm>
              <a:off x="513650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g1155"/>
            <p:cNvSpPr/>
            <p:nvPr/>
          </p:nvSpPr>
          <p:spPr>
            <a:xfrm>
              <a:off x="514814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g1156"/>
            <p:cNvSpPr/>
            <p:nvPr/>
          </p:nvSpPr>
          <p:spPr>
            <a:xfrm>
              <a:off x="515978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g1157"/>
            <p:cNvSpPr/>
            <p:nvPr/>
          </p:nvSpPr>
          <p:spPr>
            <a:xfrm>
              <a:off x="517141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g1158"/>
            <p:cNvSpPr/>
            <p:nvPr/>
          </p:nvSpPr>
          <p:spPr>
            <a:xfrm>
              <a:off x="518305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g1159"/>
            <p:cNvSpPr/>
            <p:nvPr/>
          </p:nvSpPr>
          <p:spPr>
            <a:xfrm>
              <a:off x="519469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g1160"/>
            <p:cNvSpPr/>
            <p:nvPr/>
          </p:nvSpPr>
          <p:spPr>
            <a:xfrm>
              <a:off x="520633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g1161"/>
            <p:cNvSpPr/>
            <p:nvPr/>
          </p:nvSpPr>
          <p:spPr>
            <a:xfrm>
              <a:off x="5217968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g1162"/>
            <p:cNvSpPr/>
            <p:nvPr/>
          </p:nvSpPr>
          <p:spPr>
            <a:xfrm>
              <a:off x="5229605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g1163"/>
            <p:cNvSpPr/>
            <p:nvPr/>
          </p:nvSpPr>
          <p:spPr>
            <a:xfrm>
              <a:off x="524124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g1164"/>
            <p:cNvSpPr/>
            <p:nvPr/>
          </p:nvSpPr>
          <p:spPr>
            <a:xfrm>
              <a:off x="5252880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g1165"/>
            <p:cNvSpPr/>
            <p:nvPr/>
          </p:nvSpPr>
          <p:spPr>
            <a:xfrm>
              <a:off x="531106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g1166"/>
            <p:cNvSpPr/>
            <p:nvPr/>
          </p:nvSpPr>
          <p:spPr>
            <a:xfrm>
              <a:off x="532270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g1167"/>
            <p:cNvSpPr/>
            <p:nvPr/>
          </p:nvSpPr>
          <p:spPr>
            <a:xfrm>
              <a:off x="533434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g1168"/>
            <p:cNvSpPr/>
            <p:nvPr/>
          </p:nvSpPr>
          <p:spPr>
            <a:xfrm>
              <a:off x="534597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g1169"/>
            <p:cNvSpPr/>
            <p:nvPr/>
          </p:nvSpPr>
          <p:spPr>
            <a:xfrm>
              <a:off x="535761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g1170"/>
            <p:cNvSpPr/>
            <p:nvPr/>
          </p:nvSpPr>
          <p:spPr>
            <a:xfrm>
              <a:off x="536925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g1171"/>
            <p:cNvSpPr/>
            <p:nvPr/>
          </p:nvSpPr>
          <p:spPr>
            <a:xfrm>
              <a:off x="5113232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g1172"/>
            <p:cNvSpPr/>
            <p:nvPr/>
          </p:nvSpPr>
          <p:spPr>
            <a:xfrm>
              <a:off x="512486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g1173"/>
            <p:cNvSpPr/>
            <p:nvPr/>
          </p:nvSpPr>
          <p:spPr>
            <a:xfrm>
              <a:off x="513650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g1174"/>
            <p:cNvSpPr/>
            <p:nvPr/>
          </p:nvSpPr>
          <p:spPr>
            <a:xfrm>
              <a:off x="514814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g1175"/>
            <p:cNvSpPr/>
            <p:nvPr/>
          </p:nvSpPr>
          <p:spPr>
            <a:xfrm>
              <a:off x="515978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g1176"/>
            <p:cNvSpPr/>
            <p:nvPr/>
          </p:nvSpPr>
          <p:spPr>
            <a:xfrm>
              <a:off x="517141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g1177"/>
            <p:cNvSpPr/>
            <p:nvPr/>
          </p:nvSpPr>
          <p:spPr>
            <a:xfrm>
              <a:off x="518305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g1178"/>
            <p:cNvSpPr/>
            <p:nvPr/>
          </p:nvSpPr>
          <p:spPr>
            <a:xfrm>
              <a:off x="519469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g1179"/>
            <p:cNvSpPr/>
            <p:nvPr/>
          </p:nvSpPr>
          <p:spPr>
            <a:xfrm>
              <a:off x="520633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g1180"/>
            <p:cNvSpPr/>
            <p:nvPr/>
          </p:nvSpPr>
          <p:spPr>
            <a:xfrm>
              <a:off x="5217968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g1181"/>
            <p:cNvSpPr/>
            <p:nvPr/>
          </p:nvSpPr>
          <p:spPr>
            <a:xfrm>
              <a:off x="5229605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g1182"/>
            <p:cNvSpPr/>
            <p:nvPr/>
          </p:nvSpPr>
          <p:spPr>
            <a:xfrm>
              <a:off x="524124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g1183"/>
            <p:cNvSpPr/>
            <p:nvPr/>
          </p:nvSpPr>
          <p:spPr>
            <a:xfrm>
              <a:off x="529942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g1184"/>
            <p:cNvSpPr/>
            <p:nvPr/>
          </p:nvSpPr>
          <p:spPr>
            <a:xfrm>
              <a:off x="531106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g1185"/>
            <p:cNvSpPr/>
            <p:nvPr/>
          </p:nvSpPr>
          <p:spPr>
            <a:xfrm>
              <a:off x="532270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g1186"/>
            <p:cNvSpPr/>
            <p:nvPr/>
          </p:nvSpPr>
          <p:spPr>
            <a:xfrm>
              <a:off x="533434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g1187"/>
            <p:cNvSpPr/>
            <p:nvPr/>
          </p:nvSpPr>
          <p:spPr>
            <a:xfrm>
              <a:off x="534597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g1188"/>
            <p:cNvSpPr/>
            <p:nvPr/>
          </p:nvSpPr>
          <p:spPr>
            <a:xfrm>
              <a:off x="535761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g1189"/>
            <p:cNvSpPr/>
            <p:nvPr/>
          </p:nvSpPr>
          <p:spPr>
            <a:xfrm>
              <a:off x="536925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g1190"/>
            <p:cNvSpPr/>
            <p:nvPr/>
          </p:nvSpPr>
          <p:spPr>
            <a:xfrm>
              <a:off x="508995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g1191"/>
            <p:cNvSpPr/>
            <p:nvPr/>
          </p:nvSpPr>
          <p:spPr>
            <a:xfrm>
              <a:off x="5101595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g1192"/>
            <p:cNvSpPr/>
            <p:nvPr/>
          </p:nvSpPr>
          <p:spPr>
            <a:xfrm>
              <a:off x="511323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g1193"/>
            <p:cNvSpPr/>
            <p:nvPr/>
          </p:nvSpPr>
          <p:spPr>
            <a:xfrm>
              <a:off x="512486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g1194"/>
            <p:cNvSpPr/>
            <p:nvPr/>
          </p:nvSpPr>
          <p:spPr>
            <a:xfrm>
              <a:off x="513650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g1195"/>
            <p:cNvSpPr/>
            <p:nvPr/>
          </p:nvSpPr>
          <p:spPr>
            <a:xfrm>
              <a:off x="514814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g1196"/>
            <p:cNvSpPr/>
            <p:nvPr/>
          </p:nvSpPr>
          <p:spPr>
            <a:xfrm>
              <a:off x="515978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g1197"/>
            <p:cNvSpPr/>
            <p:nvPr/>
          </p:nvSpPr>
          <p:spPr>
            <a:xfrm>
              <a:off x="517141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g1198"/>
            <p:cNvSpPr/>
            <p:nvPr/>
          </p:nvSpPr>
          <p:spPr>
            <a:xfrm>
              <a:off x="5183056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g1199"/>
            <p:cNvSpPr/>
            <p:nvPr/>
          </p:nvSpPr>
          <p:spPr>
            <a:xfrm>
              <a:off x="519469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g1200"/>
            <p:cNvSpPr/>
            <p:nvPr/>
          </p:nvSpPr>
          <p:spPr>
            <a:xfrm>
              <a:off x="520633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g1201"/>
            <p:cNvSpPr/>
            <p:nvPr/>
          </p:nvSpPr>
          <p:spPr>
            <a:xfrm>
              <a:off x="5217968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g1202"/>
            <p:cNvSpPr/>
            <p:nvPr/>
          </p:nvSpPr>
          <p:spPr>
            <a:xfrm>
              <a:off x="528779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g1203"/>
            <p:cNvSpPr/>
            <p:nvPr/>
          </p:nvSpPr>
          <p:spPr>
            <a:xfrm>
              <a:off x="529942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g1204"/>
            <p:cNvSpPr/>
            <p:nvPr/>
          </p:nvSpPr>
          <p:spPr>
            <a:xfrm>
              <a:off x="531106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g1205"/>
            <p:cNvSpPr/>
            <p:nvPr/>
          </p:nvSpPr>
          <p:spPr>
            <a:xfrm>
              <a:off x="532270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g1206"/>
            <p:cNvSpPr/>
            <p:nvPr/>
          </p:nvSpPr>
          <p:spPr>
            <a:xfrm>
              <a:off x="533434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g1207"/>
            <p:cNvSpPr/>
            <p:nvPr/>
          </p:nvSpPr>
          <p:spPr>
            <a:xfrm>
              <a:off x="534597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g1208"/>
            <p:cNvSpPr/>
            <p:nvPr/>
          </p:nvSpPr>
          <p:spPr>
            <a:xfrm>
              <a:off x="506668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g1209"/>
            <p:cNvSpPr/>
            <p:nvPr/>
          </p:nvSpPr>
          <p:spPr>
            <a:xfrm>
              <a:off x="507832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g1210"/>
            <p:cNvSpPr/>
            <p:nvPr/>
          </p:nvSpPr>
          <p:spPr>
            <a:xfrm>
              <a:off x="508995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g1211"/>
            <p:cNvSpPr/>
            <p:nvPr/>
          </p:nvSpPr>
          <p:spPr>
            <a:xfrm>
              <a:off x="510159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g1212"/>
            <p:cNvSpPr/>
            <p:nvPr/>
          </p:nvSpPr>
          <p:spPr>
            <a:xfrm>
              <a:off x="511323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g1213"/>
            <p:cNvSpPr/>
            <p:nvPr/>
          </p:nvSpPr>
          <p:spPr>
            <a:xfrm>
              <a:off x="512486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g1214"/>
            <p:cNvSpPr/>
            <p:nvPr/>
          </p:nvSpPr>
          <p:spPr>
            <a:xfrm>
              <a:off x="513650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g1215"/>
            <p:cNvSpPr/>
            <p:nvPr/>
          </p:nvSpPr>
          <p:spPr>
            <a:xfrm>
              <a:off x="514814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g1216"/>
            <p:cNvSpPr/>
            <p:nvPr/>
          </p:nvSpPr>
          <p:spPr>
            <a:xfrm>
              <a:off x="515978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g1217"/>
            <p:cNvSpPr/>
            <p:nvPr/>
          </p:nvSpPr>
          <p:spPr>
            <a:xfrm>
              <a:off x="517141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g1218"/>
            <p:cNvSpPr/>
            <p:nvPr/>
          </p:nvSpPr>
          <p:spPr>
            <a:xfrm>
              <a:off x="5183056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g1219"/>
            <p:cNvSpPr/>
            <p:nvPr/>
          </p:nvSpPr>
          <p:spPr>
            <a:xfrm>
              <a:off x="519469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g1220"/>
            <p:cNvSpPr/>
            <p:nvPr/>
          </p:nvSpPr>
          <p:spPr>
            <a:xfrm>
              <a:off x="520633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g1221"/>
            <p:cNvSpPr/>
            <p:nvPr/>
          </p:nvSpPr>
          <p:spPr>
            <a:xfrm>
              <a:off x="5217968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g1222"/>
            <p:cNvSpPr/>
            <p:nvPr/>
          </p:nvSpPr>
          <p:spPr>
            <a:xfrm>
              <a:off x="522960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g1223"/>
            <p:cNvSpPr/>
            <p:nvPr/>
          </p:nvSpPr>
          <p:spPr>
            <a:xfrm>
              <a:off x="524124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g1224"/>
            <p:cNvSpPr/>
            <p:nvPr/>
          </p:nvSpPr>
          <p:spPr>
            <a:xfrm>
              <a:off x="525288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g1225"/>
            <p:cNvSpPr/>
            <p:nvPr/>
          </p:nvSpPr>
          <p:spPr>
            <a:xfrm>
              <a:off x="527615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g1226"/>
            <p:cNvSpPr/>
            <p:nvPr/>
          </p:nvSpPr>
          <p:spPr>
            <a:xfrm>
              <a:off x="528779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g1227"/>
            <p:cNvSpPr/>
            <p:nvPr/>
          </p:nvSpPr>
          <p:spPr>
            <a:xfrm>
              <a:off x="529942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g1228"/>
            <p:cNvSpPr/>
            <p:nvPr/>
          </p:nvSpPr>
          <p:spPr>
            <a:xfrm>
              <a:off x="531106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g1229"/>
            <p:cNvSpPr/>
            <p:nvPr/>
          </p:nvSpPr>
          <p:spPr>
            <a:xfrm>
              <a:off x="532270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g1230"/>
            <p:cNvSpPr/>
            <p:nvPr/>
          </p:nvSpPr>
          <p:spPr>
            <a:xfrm>
              <a:off x="533434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g1231"/>
            <p:cNvSpPr/>
            <p:nvPr/>
          </p:nvSpPr>
          <p:spPr>
            <a:xfrm>
              <a:off x="534597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g1232"/>
            <p:cNvSpPr/>
            <p:nvPr/>
          </p:nvSpPr>
          <p:spPr>
            <a:xfrm>
              <a:off x="506668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g1233"/>
            <p:cNvSpPr/>
            <p:nvPr/>
          </p:nvSpPr>
          <p:spPr>
            <a:xfrm>
              <a:off x="507832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g1234"/>
            <p:cNvSpPr/>
            <p:nvPr/>
          </p:nvSpPr>
          <p:spPr>
            <a:xfrm>
              <a:off x="508995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g1235"/>
            <p:cNvSpPr/>
            <p:nvPr/>
          </p:nvSpPr>
          <p:spPr>
            <a:xfrm>
              <a:off x="510159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g1236"/>
            <p:cNvSpPr/>
            <p:nvPr/>
          </p:nvSpPr>
          <p:spPr>
            <a:xfrm>
              <a:off x="511323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g1237"/>
            <p:cNvSpPr/>
            <p:nvPr/>
          </p:nvSpPr>
          <p:spPr>
            <a:xfrm>
              <a:off x="512486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g1238"/>
            <p:cNvSpPr/>
            <p:nvPr/>
          </p:nvSpPr>
          <p:spPr>
            <a:xfrm>
              <a:off x="513650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g1239"/>
            <p:cNvSpPr/>
            <p:nvPr/>
          </p:nvSpPr>
          <p:spPr>
            <a:xfrm>
              <a:off x="514814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g1240"/>
            <p:cNvSpPr/>
            <p:nvPr/>
          </p:nvSpPr>
          <p:spPr>
            <a:xfrm>
              <a:off x="515978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g1241"/>
            <p:cNvSpPr/>
            <p:nvPr/>
          </p:nvSpPr>
          <p:spPr>
            <a:xfrm>
              <a:off x="517141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g1242"/>
            <p:cNvSpPr/>
            <p:nvPr/>
          </p:nvSpPr>
          <p:spPr>
            <a:xfrm>
              <a:off x="5183056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g1243"/>
            <p:cNvSpPr/>
            <p:nvPr/>
          </p:nvSpPr>
          <p:spPr>
            <a:xfrm>
              <a:off x="519469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g1244"/>
            <p:cNvSpPr/>
            <p:nvPr/>
          </p:nvSpPr>
          <p:spPr>
            <a:xfrm>
              <a:off x="520633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g1245"/>
            <p:cNvSpPr/>
            <p:nvPr/>
          </p:nvSpPr>
          <p:spPr>
            <a:xfrm>
              <a:off x="5217968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g1246"/>
            <p:cNvSpPr/>
            <p:nvPr/>
          </p:nvSpPr>
          <p:spPr>
            <a:xfrm>
              <a:off x="522960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g1247"/>
            <p:cNvSpPr/>
            <p:nvPr/>
          </p:nvSpPr>
          <p:spPr>
            <a:xfrm>
              <a:off x="524124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g1248"/>
            <p:cNvSpPr/>
            <p:nvPr/>
          </p:nvSpPr>
          <p:spPr>
            <a:xfrm>
              <a:off x="525288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g1249"/>
            <p:cNvSpPr/>
            <p:nvPr/>
          </p:nvSpPr>
          <p:spPr>
            <a:xfrm>
              <a:off x="526451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5E3C9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g1250"/>
            <p:cNvSpPr/>
            <p:nvPr/>
          </p:nvSpPr>
          <p:spPr>
            <a:xfrm>
              <a:off x="527615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g1251"/>
            <p:cNvSpPr/>
            <p:nvPr/>
          </p:nvSpPr>
          <p:spPr>
            <a:xfrm>
              <a:off x="528779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g1252"/>
            <p:cNvSpPr/>
            <p:nvPr/>
          </p:nvSpPr>
          <p:spPr>
            <a:xfrm>
              <a:off x="529942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g1253"/>
            <p:cNvSpPr/>
            <p:nvPr/>
          </p:nvSpPr>
          <p:spPr>
            <a:xfrm>
              <a:off x="531106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g1254"/>
            <p:cNvSpPr/>
            <p:nvPr/>
          </p:nvSpPr>
          <p:spPr>
            <a:xfrm>
              <a:off x="532270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g1255"/>
            <p:cNvSpPr/>
            <p:nvPr/>
          </p:nvSpPr>
          <p:spPr>
            <a:xfrm>
              <a:off x="533434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g1256"/>
            <p:cNvSpPr/>
            <p:nvPr/>
          </p:nvSpPr>
          <p:spPr>
            <a:xfrm>
              <a:off x="506668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g1257"/>
            <p:cNvSpPr/>
            <p:nvPr/>
          </p:nvSpPr>
          <p:spPr>
            <a:xfrm>
              <a:off x="507832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g1258"/>
            <p:cNvSpPr/>
            <p:nvPr/>
          </p:nvSpPr>
          <p:spPr>
            <a:xfrm>
              <a:off x="508995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g1259"/>
            <p:cNvSpPr/>
            <p:nvPr/>
          </p:nvSpPr>
          <p:spPr>
            <a:xfrm>
              <a:off x="510159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g1260"/>
            <p:cNvSpPr/>
            <p:nvPr/>
          </p:nvSpPr>
          <p:spPr>
            <a:xfrm>
              <a:off x="511323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g1261"/>
            <p:cNvSpPr/>
            <p:nvPr/>
          </p:nvSpPr>
          <p:spPr>
            <a:xfrm>
              <a:off x="512486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g1262"/>
            <p:cNvSpPr/>
            <p:nvPr/>
          </p:nvSpPr>
          <p:spPr>
            <a:xfrm>
              <a:off x="513650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g1263"/>
            <p:cNvSpPr/>
            <p:nvPr/>
          </p:nvSpPr>
          <p:spPr>
            <a:xfrm>
              <a:off x="514814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g1264"/>
            <p:cNvSpPr/>
            <p:nvPr/>
          </p:nvSpPr>
          <p:spPr>
            <a:xfrm>
              <a:off x="515978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g1265"/>
            <p:cNvSpPr/>
            <p:nvPr/>
          </p:nvSpPr>
          <p:spPr>
            <a:xfrm>
              <a:off x="517141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g1266"/>
            <p:cNvSpPr/>
            <p:nvPr/>
          </p:nvSpPr>
          <p:spPr>
            <a:xfrm>
              <a:off x="5183056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g1267"/>
            <p:cNvSpPr/>
            <p:nvPr/>
          </p:nvSpPr>
          <p:spPr>
            <a:xfrm>
              <a:off x="519469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g1268"/>
            <p:cNvSpPr/>
            <p:nvPr/>
          </p:nvSpPr>
          <p:spPr>
            <a:xfrm>
              <a:off x="520633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g1269"/>
            <p:cNvSpPr/>
            <p:nvPr/>
          </p:nvSpPr>
          <p:spPr>
            <a:xfrm>
              <a:off x="5217968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g1270"/>
            <p:cNvSpPr/>
            <p:nvPr/>
          </p:nvSpPr>
          <p:spPr>
            <a:xfrm>
              <a:off x="522960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g1271"/>
            <p:cNvSpPr/>
            <p:nvPr/>
          </p:nvSpPr>
          <p:spPr>
            <a:xfrm>
              <a:off x="524124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g1272"/>
            <p:cNvSpPr/>
            <p:nvPr/>
          </p:nvSpPr>
          <p:spPr>
            <a:xfrm>
              <a:off x="525288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C1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g1273"/>
            <p:cNvSpPr/>
            <p:nvPr/>
          </p:nvSpPr>
          <p:spPr>
            <a:xfrm>
              <a:off x="526451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g1274"/>
            <p:cNvSpPr/>
            <p:nvPr/>
          </p:nvSpPr>
          <p:spPr>
            <a:xfrm>
              <a:off x="527615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g1275"/>
            <p:cNvSpPr/>
            <p:nvPr/>
          </p:nvSpPr>
          <p:spPr>
            <a:xfrm>
              <a:off x="528779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g1276"/>
            <p:cNvSpPr/>
            <p:nvPr/>
          </p:nvSpPr>
          <p:spPr>
            <a:xfrm>
              <a:off x="529942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g1277"/>
            <p:cNvSpPr/>
            <p:nvPr/>
          </p:nvSpPr>
          <p:spPr>
            <a:xfrm>
              <a:off x="531106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g1278"/>
            <p:cNvSpPr/>
            <p:nvPr/>
          </p:nvSpPr>
          <p:spPr>
            <a:xfrm>
              <a:off x="532270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g1279"/>
            <p:cNvSpPr/>
            <p:nvPr/>
          </p:nvSpPr>
          <p:spPr>
            <a:xfrm>
              <a:off x="503177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g1280"/>
            <p:cNvSpPr/>
            <p:nvPr/>
          </p:nvSpPr>
          <p:spPr>
            <a:xfrm>
              <a:off x="504340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g1281"/>
            <p:cNvSpPr/>
            <p:nvPr/>
          </p:nvSpPr>
          <p:spPr>
            <a:xfrm>
              <a:off x="506668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g1282"/>
            <p:cNvSpPr/>
            <p:nvPr/>
          </p:nvSpPr>
          <p:spPr>
            <a:xfrm>
              <a:off x="507832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g1283"/>
            <p:cNvSpPr/>
            <p:nvPr/>
          </p:nvSpPr>
          <p:spPr>
            <a:xfrm>
              <a:off x="508995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g1284"/>
            <p:cNvSpPr/>
            <p:nvPr/>
          </p:nvSpPr>
          <p:spPr>
            <a:xfrm>
              <a:off x="510159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g1285"/>
            <p:cNvSpPr/>
            <p:nvPr/>
          </p:nvSpPr>
          <p:spPr>
            <a:xfrm>
              <a:off x="511323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g1286"/>
            <p:cNvSpPr/>
            <p:nvPr/>
          </p:nvSpPr>
          <p:spPr>
            <a:xfrm>
              <a:off x="512486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g1287"/>
            <p:cNvSpPr/>
            <p:nvPr/>
          </p:nvSpPr>
          <p:spPr>
            <a:xfrm>
              <a:off x="513650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g1288"/>
            <p:cNvSpPr/>
            <p:nvPr/>
          </p:nvSpPr>
          <p:spPr>
            <a:xfrm>
              <a:off x="5148144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g1289"/>
            <p:cNvSpPr/>
            <p:nvPr/>
          </p:nvSpPr>
          <p:spPr>
            <a:xfrm>
              <a:off x="5183056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g1290"/>
            <p:cNvSpPr/>
            <p:nvPr/>
          </p:nvSpPr>
          <p:spPr>
            <a:xfrm>
              <a:off x="519469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g1291"/>
            <p:cNvSpPr/>
            <p:nvPr/>
          </p:nvSpPr>
          <p:spPr>
            <a:xfrm>
              <a:off x="520633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g1292"/>
            <p:cNvSpPr/>
            <p:nvPr/>
          </p:nvSpPr>
          <p:spPr>
            <a:xfrm>
              <a:off x="521796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g1293"/>
            <p:cNvSpPr/>
            <p:nvPr/>
          </p:nvSpPr>
          <p:spPr>
            <a:xfrm>
              <a:off x="522960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g1294"/>
            <p:cNvSpPr/>
            <p:nvPr/>
          </p:nvSpPr>
          <p:spPr>
            <a:xfrm>
              <a:off x="524124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g1295"/>
            <p:cNvSpPr/>
            <p:nvPr/>
          </p:nvSpPr>
          <p:spPr>
            <a:xfrm>
              <a:off x="525288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g1296"/>
            <p:cNvSpPr/>
            <p:nvPr/>
          </p:nvSpPr>
          <p:spPr>
            <a:xfrm>
              <a:off x="526451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7F3E1">
                <a:alpha val="100000"/>
              </a:srgbClr>
            </a:solidFill>
            <a:ln w="5420" cap="flat">
              <a:solidFill>
                <a:srgbClr val="D7F3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g1297"/>
            <p:cNvSpPr/>
            <p:nvPr/>
          </p:nvSpPr>
          <p:spPr>
            <a:xfrm>
              <a:off x="527615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g1298"/>
            <p:cNvSpPr/>
            <p:nvPr/>
          </p:nvSpPr>
          <p:spPr>
            <a:xfrm>
              <a:off x="528779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g1299"/>
            <p:cNvSpPr/>
            <p:nvPr/>
          </p:nvSpPr>
          <p:spPr>
            <a:xfrm>
              <a:off x="529942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g1300"/>
            <p:cNvSpPr/>
            <p:nvPr/>
          </p:nvSpPr>
          <p:spPr>
            <a:xfrm>
              <a:off x="531106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g1301"/>
            <p:cNvSpPr/>
            <p:nvPr/>
          </p:nvSpPr>
          <p:spPr>
            <a:xfrm>
              <a:off x="502013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g1302"/>
            <p:cNvSpPr/>
            <p:nvPr/>
          </p:nvSpPr>
          <p:spPr>
            <a:xfrm>
              <a:off x="503177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g1303"/>
            <p:cNvSpPr/>
            <p:nvPr/>
          </p:nvSpPr>
          <p:spPr>
            <a:xfrm>
              <a:off x="504340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g1304"/>
            <p:cNvSpPr/>
            <p:nvPr/>
          </p:nvSpPr>
          <p:spPr>
            <a:xfrm>
              <a:off x="505504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g1305"/>
            <p:cNvSpPr/>
            <p:nvPr/>
          </p:nvSpPr>
          <p:spPr>
            <a:xfrm>
              <a:off x="506668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g1306"/>
            <p:cNvSpPr/>
            <p:nvPr/>
          </p:nvSpPr>
          <p:spPr>
            <a:xfrm>
              <a:off x="507832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g1307"/>
            <p:cNvSpPr/>
            <p:nvPr/>
          </p:nvSpPr>
          <p:spPr>
            <a:xfrm>
              <a:off x="508995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g1308"/>
            <p:cNvSpPr/>
            <p:nvPr/>
          </p:nvSpPr>
          <p:spPr>
            <a:xfrm>
              <a:off x="510159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g1309"/>
            <p:cNvSpPr/>
            <p:nvPr/>
          </p:nvSpPr>
          <p:spPr>
            <a:xfrm>
              <a:off x="511323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g1310"/>
            <p:cNvSpPr/>
            <p:nvPr/>
          </p:nvSpPr>
          <p:spPr>
            <a:xfrm>
              <a:off x="512486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g1311"/>
            <p:cNvSpPr/>
            <p:nvPr/>
          </p:nvSpPr>
          <p:spPr>
            <a:xfrm>
              <a:off x="513650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g1312"/>
            <p:cNvSpPr/>
            <p:nvPr/>
          </p:nvSpPr>
          <p:spPr>
            <a:xfrm>
              <a:off x="5148144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g1313"/>
            <p:cNvSpPr/>
            <p:nvPr/>
          </p:nvSpPr>
          <p:spPr>
            <a:xfrm>
              <a:off x="519469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g1314"/>
            <p:cNvSpPr/>
            <p:nvPr/>
          </p:nvSpPr>
          <p:spPr>
            <a:xfrm>
              <a:off x="520633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g1315"/>
            <p:cNvSpPr/>
            <p:nvPr/>
          </p:nvSpPr>
          <p:spPr>
            <a:xfrm>
              <a:off x="521796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g1316"/>
            <p:cNvSpPr/>
            <p:nvPr/>
          </p:nvSpPr>
          <p:spPr>
            <a:xfrm>
              <a:off x="522960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g1317"/>
            <p:cNvSpPr/>
            <p:nvPr/>
          </p:nvSpPr>
          <p:spPr>
            <a:xfrm>
              <a:off x="524124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g1318"/>
            <p:cNvSpPr/>
            <p:nvPr/>
          </p:nvSpPr>
          <p:spPr>
            <a:xfrm>
              <a:off x="525288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g1319"/>
            <p:cNvSpPr/>
            <p:nvPr/>
          </p:nvSpPr>
          <p:spPr>
            <a:xfrm>
              <a:off x="526451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D3F1E0">
                <a:alpha val="100000"/>
              </a:srgbClr>
            </a:solidFill>
            <a:ln w="5420" cap="flat">
              <a:solidFill>
                <a:srgbClr val="D3F1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g1320"/>
            <p:cNvSpPr/>
            <p:nvPr/>
          </p:nvSpPr>
          <p:spPr>
            <a:xfrm>
              <a:off x="527615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g1321"/>
            <p:cNvSpPr/>
            <p:nvPr/>
          </p:nvSpPr>
          <p:spPr>
            <a:xfrm>
              <a:off x="528779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g1322"/>
            <p:cNvSpPr/>
            <p:nvPr/>
          </p:nvSpPr>
          <p:spPr>
            <a:xfrm>
              <a:off x="529942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g1323"/>
            <p:cNvSpPr/>
            <p:nvPr/>
          </p:nvSpPr>
          <p:spPr>
            <a:xfrm>
              <a:off x="5008496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g1324"/>
            <p:cNvSpPr/>
            <p:nvPr/>
          </p:nvSpPr>
          <p:spPr>
            <a:xfrm>
              <a:off x="502013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g1325"/>
            <p:cNvSpPr/>
            <p:nvPr/>
          </p:nvSpPr>
          <p:spPr>
            <a:xfrm>
              <a:off x="503177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g1326"/>
            <p:cNvSpPr/>
            <p:nvPr/>
          </p:nvSpPr>
          <p:spPr>
            <a:xfrm>
              <a:off x="504340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g1327"/>
            <p:cNvSpPr/>
            <p:nvPr/>
          </p:nvSpPr>
          <p:spPr>
            <a:xfrm>
              <a:off x="505504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g1328"/>
            <p:cNvSpPr/>
            <p:nvPr/>
          </p:nvSpPr>
          <p:spPr>
            <a:xfrm>
              <a:off x="506668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g1329"/>
            <p:cNvSpPr/>
            <p:nvPr/>
          </p:nvSpPr>
          <p:spPr>
            <a:xfrm>
              <a:off x="507832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g1330"/>
            <p:cNvSpPr/>
            <p:nvPr/>
          </p:nvSpPr>
          <p:spPr>
            <a:xfrm>
              <a:off x="508995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g1331"/>
            <p:cNvSpPr/>
            <p:nvPr/>
          </p:nvSpPr>
          <p:spPr>
            <a:xfrm>
              <a:off x="510159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g1332"/>
            <p:cNvSpPr/>
            <p:nvPr/>
          </p:nvSpPr>
          <p:spPr>
            <a:xfrm>
              <a:off x="511323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g1333"/>
            <p:cNvSpPr/>
            <p:nvPr/>
          </p:nvSpPr>
          <p:spPr>
            <a:xfrm>
              <a:off x="5124869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g1334"/>
            <p:cNvSpPr/>
            <p:nvPr/>
          </p:nvSpPr>
          <p:spPr>
            <a:xfrm>
              <a:off x="513650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g1335"/>
            <p:cNvSpPr/>
            <p:nvPr/>
          </p:nvSpPr>
          <p:spPr>
            <a:xfrm>
              <a:off x="5148144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g1336"/>
            <p:cNvSpPr/>
            <p:nvPr/>
          </p:nvSpPr>
          <p:spPr>
            <a:xfrm>
              <a:off x="519469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g1337"/>
            <p:cNvSpPr/>
            <p:nvPr/>
          </p:nvSpPr>
          <p:spPr>
            <a:xfrm>
              <a:off x="520633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g1338"/>
            <p:cNvSpPr/>
            <p:nvPr/>
          </p:nvSpPr>
          <p:spPr>
            <a:xfrm>
              <a:off x="521796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g1339"/>
            <p:cNvSpPr/>
            <p:nvPr/>
          </p:nvSpPr>
          <p:spPr>
            <a:xfrm>
              <a:off x="522960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g1340"/>
            <p:cNvSpPr/>
            <p:nvPr/>
          </p:nvSpPr>
          <p:spPr>
            <a:xfrm>
              <a:off x="524124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g1341"/>
            <p:cNvSpPr/>
            <p:nvPr/>
          </p:nvSpPr>
          <p:spPr>
            <a:xfrm>
              <a:off x="525288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g1342"/>
            <p:cNvSpPr/>
            <p:nvPr/>
          </p:nvSpPr>
          <p:spPr>
            <a:xfrm>
              <a:off x="526451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g1343"/>
            <p:cNvSpPr/>
            <p:nvPr/>
          </p:nvSpPr>
          <p:spPr>
            <a:xfrm>
              <a:off x="527615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g1344"/>
            <p:cNvSpPr/>
            <p:nvPr/>
          </p:nvSpPr>
          <p:spPr>
            <a:xfrm>
              <a:off x="528779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g1345"/>
            <p:cNvSpPr/>
            <p:nvPr/>
          </p:nvSpPr>
          <p:spPr>
            <a:xfrm>
              <a:off x="499685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g1346"/>
            <p:cNvSpPr/>
            <p:nvPr/>
          </p:nvSpPr>
          <p:spPr>
            <a:xfrm>
              <a:off x="5008496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g1347"/>
            <p:cNvSpPr/>
            <p:nvPr/>
          </p:nvSpPr>
          <p:spPr>
            <a:xfrm>
              <a:off x="502013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g1348"/>
            <p:cNvSpPr/>
            <p:nvPr/>
          </p:nvSpPr>
          <p:spPr>
            <a:xfrm>
              <a:off x="503177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g1349"/>
            <p:cNvSpPr/>
            <p:nvPr/>
          </p:nvSpPr>
          <p:spPr>
            <a:xfrm>
              <a:off x="504340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g1350"/>
            <p:cNvSpPr/>
            <p:nvPr/>
          </p:nvSpPr>
          <p:spPr>
            <a:xfrm>
              <a:off x="505504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g1351"/>
            <p:cNvSpPr/>
            <p:nvPr/>
          </p:nvSpPr>
          <p:spPr>
            <a:xfrm>
              <a:off x="506668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g1352"/>
            <p:cNvSpPr/>
            <p:nvPr/>
          </p:nvSpPr>
          <p:spPr>
            <a:xfrm>
              <a:off x="507832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g1353"/>
            <p:cNvSpPr/>
            <p:nvPr/>
          </p:nvSpPr>
          <p:spPr>
            <a:xfrm>
              <a:off x="508995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g1354"/>
            <p:cNvSpPr/>
            <p:nvPr/>
          </p:nvSpPr>
          <p:spPr>
            <a:xfrm>
              <a:off x="510159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g1355"/>
            <p:cNvSpPr/>
            <p:nvPr/>
          </p:nvSpPr>
          <p:spPr>
            <a:xfrm>
              <a:off x="511323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g1356"/>
            <p:cNvSpPr/>
            <p:nvPr/>
          </p:nvSpPr>
          <p:spPr>
            <a:xfrm>
              <a:off x="512486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g1357"/>
            <p:cNvSpPr/>
            <p:nvPr/>
          </p:nvSpPr>
          <p:spPr>
            <a:xfrm>
              <a:off x="513650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g1358"/>
            <p:cNvSpPr/>
            <p:nvPr/>
          </p:nvSpPr>
          <p:spPr>
            <a:xfrm>
              <a:off x="5148144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g1359"/>
            <p:cNvSpPr/>
            <p:nvPr/>
          </p:nvSpPr>
          <p:spPr>
            <a:xfrm>
              <a:off x="515978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g1360"/>
            <p:cNvSpPr/>
            <p:nvPr/>
          </p:nvSpPr>
          <p:spPr>
            <a:xfrm>
              <a:off x="520633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g1361"/>
            <p:cNvSpPr/>
            <p:nvPr/>
          </p:nvSpPr>
          <p:spPr>
            <a:xfrm>
              <a:off x="521796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g1362"/>
            <p:cNvSpPr/>
            <p:nvPr/>
          </p:nvSpPr>
          <p:spPr>
            <a:xfrm>
              <a:off x="522960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g1363"/>
            <p:cNvSpPr/>
            <p:nvPr/>
          </p:nvSpPr>
          <p:spPr>
            <a:xfrm>
              <a:off x="524124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g1364"/>
            <p:cNvSpPr/>
            <p:nvPr/>
          </p:nvSpPr>
          <p:spPr>
            <a:xfrm>
              <a:off x="525288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g1365"/>
            <p:cNvSpPr/>
            <p:nvPr/>
          </p:nvSpPr>
          <p:spPr>
            <a:xfrm>
              <a:off x="526451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g1366"/>
            <p:cNvSpPr/>
            <p:nvPr/>
          </p:nvSpPr>
          <p:spPr>
            <a:xfrm>
              <a:off x="527615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g1367"/>
            <p:cNvSpPr/>
            <p:nvPr/>
          </p:nvSpPr>
          <p:spPr>
            <a:xfrm>
              <a:off x="499685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g1368"/>
            <p:cNvSpPr/>
            <p:nvPr/>
          </p:nvSpPr>
          <p:spPr>
            <a:xfrm>
              <a:off x="5008496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g1369"/>
            <p:cNvSpPr/>
            <p:nvPr/>
          </p:nvSpPr>
          <p:spPr>
            <a:xfrm>
              <a:off x="502013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g1370"/>
            <p:cNvSpPr/>
            <p:nvPr/>
          </p:nvSpPr>
          <p:spPr>
            <a:xfrm>
              <a:off x="503177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g1371"/>
            <p:cNvSpPr/>
            <p:nvPr/>
          </p:nvSpPr>
          <p:spPr>
            <a:xfrm>
              <a:off x="504340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g1372"/>
            <p:cNvSpPr/>
            <p:nvPr/>
          </p:nvSpPr>
          <p:spPr>
            <a:xfrm>
              <a:off x="505504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g1373"/>
            <p:cNvSpPr/>
            <p:nvPr/>
          </p:nvSpPr>
          <p:spPr>
            <a:xfrm>
              <a:off x="506668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g1374"/>
            <p:cNvSpPr/>
            <p:nvPr/>
          </p:nvSpPr>
          <p:spPr>
            <a:xfrm>
              <a:off x="507832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g1375"/>
            <p:cNvSpPr/>
            <p:nvPr/>
          </p:nvSpPr>
          <p:spPr>
            <a:xfrm>
              <a:off x="508995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g1376"/>
            <p:cNvSpPr/>
            <p:nvPr/>
          </p:nvSpPr>
          <p:spPr>
            <a:xfrm>
              <a:off x="510159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g1377"/>
            <p:cNvSpPr/>
            <p:nvPr/>
          </p:nvSpPr>
          <p:spPr>
            <a:xfrm>
              <a:off x="511323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g1378"/>
            <p:cNvSpPr/>
            <p:nvPr/>
          </p:nvSpPr>
          <p:spPr>
            <a:xfrm>
              <a:off x="512486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g1379"/>
            <p:cNvSpPr/>
            <p:nvPr/>
          </p:nvSpPr>
          <p:spPr>
            <a:xfrm>
              <a:off x="513650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g1380"/>
            <p:cNvSpPr/>
            <p:nvPr/>
          </p:nvSpPr>
          <p:spPr>
            <a:xfrm>
              <a:off x="5148144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g1381"/>
            <p:cNvSpPr/>
            <p:nvPr/>
          </p:nvSpPr>
          <p:spPr>
            <a:xfrm>
              <a:off x="515978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g1382"/>
            <p:cNvSpPr/>
            <p:nvPr/>
          </p:nvSpPr>
          <p:spPr>
            <a:xfrm>
              <a:off x="520633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g1383"/>
            <p:cNvSpPr/>
            <p:nvPr/>
          </p:nvSpPr>
          <p:spPr>
            <a:xfrm>
              <a:off x="521796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g1384"/>
            <p:cNvSpPr/>
            <p:nvPr/>
          </p:nvSpPr>
          <p:spPr>
            <a:xfrm>
              <a:off x="522960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g1385"/>
            <p:cNvSpPr/>
            <p:nvPr/>
          </p:nvSpPr>
          <p:spPr>
            <a:xfrm>
              <a:off x="524124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g1386"/>
            <p:cNvSpPr/>
            <p:nvPr/>
          </p:nvSpPr>
          <p:spPr>
            <a:xfrm>
              <a:off x="525288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g1387"/>
            <p:cNvSpPr/>
            <p:nvPr/>
          </p:nvSpPr>
          <p:spPr>
            <a:xfrm>
              <a:off x="526451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g1388"/>
            <p:cNvSpPr/>
            <p:nvPr/>
          </p:nvSpPr>
          <p:spPr>
            <a:xfrm>
              <a:off x="498522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g1389"/>
            <p:cNvSpPr/>
            <p:nvPr/>
          </p:nvSpPr>
          <p:spPr>
            <a:xfrm>
              <a:off x="499685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g1390"/>
            <p:cNvSpPr/>
            <p:nvPr/>
          </p:nvSpPr>
          <p:spPr>
            <a:xfrm>
              <a:off x="500849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g1391"/>
            <p:cNvSpPr/>
            <p:nvPr/>
          </p:nvSpPr>
          <p:spPr>
            <a:xfrm>
              <a:off x="502013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g1392"/>
            <p:cNvSpPr/>
            <p:nvPr/>
          </p:nvSpPr>
          <p:spPr>
            <a:xfrm>
              <a:off x="503177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g1393"/>
            <p:cNvSpPr/>
            <p:nvPr/>
          </p:nvSpPr>
          <p:spPr>
            <a:xfrm>
              <a:off x="504340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g1394"/>
            <p:cNvSpPr/>
            <p:nvPr/>
          </p:nvSpPr>
          <p:spPr>
            <a:xfrm>
              <a:off x="505504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g1395"/>
            <p:cNvSpPr/>
            <p:nvPr/>
          </p:nvSpPr>
          <p:spPr>
            <a:xfrm>
              <a:off x="506668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g1396"/>
            <p:cNvSpPr/>
            <p:nvPr/>
          </p:nvSpPr>
          <p:spPr>
            <a:xfrm>
              <a:off x="507832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g1397"/>
            <p:cNvSpPr/>
            <p:nvPr/>
          </p:nvSpPr>
          <p:spPr>
            <a:xfrm>
              <a:off x="508995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g1398"/>
            <p:cNvSpPr/>
            <p:nvPr/>
          </p:nvSpPr>
          <p:spPr>
            <a:xfrm>
              <a:off x="510159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g1399"/>
            <p:cNvSpPr/>
            <p:nvPr/>
          </p:nvSpPr>
          <p:spPr>
            <a:xfrm>
              <a:off x="511323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g1400"/>
            <p:cNvSpPr/>
            <p:nvPr/>
          </p:nvSpPr>
          <p:spPr>
            <a:xfrm>
              <a:off x="512486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g1401"/>
            <p:cNvSpPr/>
            <p:nvPr/>
          </p:nvSpPr>
          <p:spPr>
            <a:xfrm>
              <a:off x="513650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g1402"/>
            <p:cNvSpPr/>
            <p:nvPr/>
          </p:nvSpPr>
          <p:spPr>
            <a:xfrm>
              <a:off x="5148144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g1403"/>
            <p:cNvSpPr/>
            <p:nvPr/>
          </p:nvSpPr>
          <p:spPr>
            <a:xfrm>
              <a:off x="515978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g1404"/>
            <p:cNvSpPr/>
            <p:nvPr/>
          </p:nvSpPr>
          <p:spPr>
            <a:xfrm>
              <a:off x="517141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g1405"/>
            <p:cNvSpPr/>
            <p:nvPr/>
          </p:nvSpPr>
          <p:spPr>
            <a:xfrm>
              <a:off x="520633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g1406"/>
            <p:cNvSpPr/>
            <p:nvPr/>
          </p:nvSpPr>
          <p:spPr>
            <a:xfrm>
              <a:off x="521796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g1407"/>
            <p:cNvSpPr/>
            <p:nvPr/>
          </p:nvSpPr>
          <p:spPr>
            <a:xfrm>
              <a:off x="522960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g1408"/>
            <p:cNvSpPr/>
            <p:nvPr/>
          </p:nvSpPr>
          <p:spPr>
            <a:xfrm>
              <a:off x="524124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g1409"/>
            <p:cNvSpPr/>
            <p:nvPr/>
          </p:nvSpPr>
          <p:spPr>
            <a:xfrm>
              <a:off x="525288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g1410"/>
            <p:cNvSpPr/>
            <p:nvPr/>
          </p:nvSpPr>
          <p:spPr>
            <a:xfrm>
              <a:off x="526451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g1411"/>
            <p:cNvSpPr/>
            <p:nvPr/>
          </p:nvSpPr>
          <p:spPr>
            <a:xfrm>
              <a:off x="498522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g1412"/>
            <p:cNvSpPr/>
            <p:nvPr/>
          </p:nvSpPr>
          <p:spPr>
            <a:xfrm>
              <a:off x="499685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g1413"/>
            <p:cNvSpPr/>
            <p:nvPr/>
          </p:nvSpPr>
          <p:spPr>
            <a:xfrm>
              <a:off x="500849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g1414"/>
            <p:cNvSpPr/>
            <p:nvPr/>
          </p:nvSpPr>
          <p:spPr>
            <a:xfrm>
              <a:off x="502013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g1415"/>
            <p:cNvSpPr/>
            <p:nvPr/>
          </p:nvSpPr>
          <p:spPr>
            <a:xfrm>
              <a:off x="503177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g1416"/>
            <p:cNvSpPr/>
            <p:nvPr/>
          </p:nvSpPr>
          <p:spPr>
            <a:xfrm>
              <a:off x="504340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g1417"/>
            <p:cNvSpPr/>
            <p:nvPr/>
          </p:nvSpPr>
          <p:spPr>
            <a:xfrm>
              <a:off x="505504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g1418"/>
            <p:cNvSpPr/>
            <p:nvPr/>
          </p:nvSpPr>
          <p:spPr>
            <a:xfrm>
              <a:off x="506668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g1419"/>
            <p:cNvSpPr/>
            <p:nvPr/>
          </p:nvSpPr>
          <p:spPr>
            <a:xfrm>
              <a:off x="507832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g1420"/>
            <p:cNvSpPr/>
            <p:nvPr/>
          </p:nvSpPr>
          <p:spPr>
            <a:xfrm>
              <a:off x="508995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g1421"/>
            <p:cNvSpPr/>
            <p:nvPr/>
          </p:nvSpPr>
          <p:spPr>
            <a:xfrm>
              <a:off x="510159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g1422"/>
            <p:cNvSpPr/>
            <p:nvPr/>
          </p:nvSpPr>
          <p:spPr>
            <a:xfrm>
              <a:off x="511323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g1423"/>
            <p:cNvSpPr/>
            <p:nvPr/>
          </p:nvSpPr>
          <p:spPr>
            <a:xfrm>
              <a:off x="512486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g1424"/>
            <p:cNvSpPr/>
            <p:nvPr/>
          </p:nvSpPr>
          <p:spPr>
            <a:xfrm>
              <a:off x="513650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g1425"/>
            <p:cNvSpPr/>
            <p:nvPr/>
          </p:nvSpPr>
          <p:spPr>
            <a:xfrm>
              <a:off x="5148144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g1426"/>
            <p:cNvSpPr/>
            <p:nvPr/>
          </p:nvSpPr>
          <p:spPr>
            <a:xfrm>
              <a:off x="515978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g1427"/>
            <p:cNvSpPr/>
            <p:nvPr/>
          </p:nvSpPr>
          <p:spPr>
            <a:xfrm>
              <a:off x="517141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g1428"/>
            <p:cNvSpPr/>
            <p:nvPr/>
          </p:nvSpPr>
          <p:spPr>
            <a:xfrm>
              <a:off x="518305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g1429"/>
            <p:cNvSpPr/>
            <p:nvPr/>
          </p:nvSpPr>
          <p:spPr>
            <a:xfrm>
              <a:off x="521796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g1430"/>
            <p:cNvSpPr/>
            <p:nvPr/>
          </p:nvSpPr>
          <p:spPr>
            <a:xfrm>
              <a:off x="522960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g1431"/>
            <p:cNvSpPr/>
            <p:nvPr/>
          </p:nvSpPr>
          <p:spPr>
            <a:xfrm>
              <a:off x="524124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g1432"/>
            <p:cNvSpPr/>
            <p:nvPr/>
          </p:nvSpPr>
          <p:spPr>
            <a:xfrm>
              <a:off x="525288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g1433"/>
            <p:cNvSpPr/>
            <p:nvPr/>
          </p:nvSpPr>
          <p:spPr>
            <a:xfrm>
              <a:off x="526451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g1434"/>
            <p:cNvSpPr/>
            <p:nvPr/>
          </p:nvSpPr>
          <p:spPr>
            <a:xfrm>
              <a:off x="498522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g1435"/>
            <p:cNvSpPr/>
            <p:nvPr/>
          </p:nvSpPr>
          <p:spPr>
            <a:xfrm>
              <a:off x="499685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g1436"/>
            <p:cNvSpPr/>
            <p:nvPr/>
          </p:nvSpPr>
          <p:spPr>
            <a:xfrm>
              <a:off x="500849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g1437"/>
            <p:cNvSpPr/>
            <p:nvPr/>
          </p:nvSpPr>
          <p:spPr>
            <a:xfrm>
              <a:off x="502013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g1438"/>
            <p:cNvSpPr/>
            <p:nvPr/>
          </p:nvSpPr>
          <p:spPr>
            <a:xfrm>
              <a:off x="503177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g1439"/>
            <p:cNvSpPr/>
            <p:nvPr/>
          </p:nvSpPr>
          <p:spPr>
            <a:xfrm>
              <a:off x="504340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g1440"/>
            <p:cNvSpPr/>
            <p:nvPr/>
          </p:nvSpPr>
          <p:spPr>
            <a:xfrm>
              <a:off x="505504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g1441"/>
            <p:cNvSpPr/>
            <p:nvPr/>
          </p:nvSpPr>
          <p:spPr>
            <a:xfrm>
              <a:off x="506668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g1442"/>
            <p:cNvSpPr/>
            <p:nvPr/>
          </p:nvSpPr>
          <p:spPr>
            <a:xfrm>
              <a:off x="507832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g1443"/>
            <p:cNvSpPr/>
            <p:nvPr/>
          </p:nvSpPr>
          <p:spPr>
            <a:xfrm>
              <a:off x="508995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g1444"/>
            <p:cNvSpPr/>
            <p:nvPr/>
          </p:nvSpPr>
          <p:spPr>
            <a:xfrm>
              <a:off x="510159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g1445"/>
            <p:cNvSpPr/>
            <p:nvPr/>
          </p:nvSpPr>
          <p:spPr>
            <a:xfrm>
              <a:off x="511323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g1446"/>
            <p:cNvSpPr/>
            <p:nvPr/>
          </p:nvSpPr>
          <p:spPr>
            <a:xfrm>
              <a:off x="512486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g1447"/>
            <p:cNvSpPr/>
            <p:nvPr/>
          </p:nvSpPr>
          <p:spPr>
            <a:xfrm>
              <a:off x="513650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g1448"/>
            <p:cNvSpPr/>
            <p:nvPr/>
          </p:nvSpPr>
          <p:spPr>
            <a:xfrm>
              <a:off x="5148144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g1449"/>
            <p:cNvSpPr/>
            <p:nvPr/>
          </p:nvSpPr>
          <p:spPr>
            <a:xfrm>
              <a:off x="515978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g1450"/>
            <p:cNvSpPr/>
            <p:nvPr/>
          </p:nvSpPr>
          <p:spPr>
            <a:xfrm>
              <a:off x="517141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g1451"/>
            <p:cNvSpPr/>
            <p:nvPr/>
          </p:nvSpPr>
          <p:spPr>
            <a:xfrm>
              <a:off x="518305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g1452"/>
            <p:cNvSpPr/>
            <p:nvPr/>
          </p:nvSpPr>
          <p:spPr>
            <a:xfrm>
              <a:off x="520633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g1453"/>
            <p:cNvSpPr/>
            <p:nvPr/>
          </p:nvSpPr>
          <p:spPr>
            <a:xfrm>
              <a:off x="521796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g1454"/>
            <p:cNvSpPr/>
            <p:nvPr/>
          </p:nvSpPr>
          <p:spPr>
            <a:xfrm>
              <a:off x="522960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g1455"/>
            <p:cNvSpPr/>
            <p:nvPr/>
          </p:nvSpPr>
          <p:spPr>
            <a:xfrm>
              <a:off x="524124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g1456"/>
            <p:cNvSpPr/>
            <p:nvPr/>
          </p:nvSpPr>
          <p:spPr>
            <a:xfrm>
              <a:off x="525288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g1457"/>
            <p:cNvSpPr/>
            <p:nvPr/>
          </p:nvSpPr>
          <p:spPr>
            <a:xfrm>
              <a:off x="526451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g1458"/>
            <p:cNvSpPr/>
            <p:nvPr/>
          </p:nvSpPr>
          <p:spPr>
            <a:xfrm>
              <a:off x="499685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g1459"/>
            <p:cNvSpPr/>
            <p:nvPr/>
          </p:nvSpPr>
          <p:spPr>
            <a:xfrm>
              <a:off x="500849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g1460"/>
            <p:cNvSpPr/>
            <p:nvPr/>
          </p:nvSpPr>
          <p:spPr>
            <a:xfrm>
              <a:off x="502013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g1461"/>
            <p:cNvSpPr/>
            <p:nvPr/>
          </p:nvSpPr>
          <p:spPr>
            <a:xfrm>
              <a:off x="503177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g1462"/>
            <p:cNvSpPr/>
            <p:nvPr/>
          </p:nvSpPr>
          <p:spPr>
            <a:xfrm>
              <a:off x="504340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g1463"/>
            <p:cNvSpPr/>
            <p:nvPr/>
          </p:nvSpPr>
          <p:spPr>
            <a:xfrm>
              <a:off x="505504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g1464"/>
            <p:cNvSpPr/>
            <p:nvPr/>
          </p:nvSpPr>
          <p:spPr>
            <a:xfrm>
              <a:off x="506668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g1465"/>
            <p:cNvSpPr/>
            <p:nvPr/>
          </p:nvSpPr>
          <p:spPr>
            <a:xfrm>
              <a:off x="507832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g1466"/>
            <p:cNvSpPr/>
            <p:nvPr/>
          </p:nvSpPr>
          <p:spPr>
            <a:xfrm>
              <a:off x="508995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g1467"/>
            <p:cNvSpPr/>
            <p:nvPr/>
          </p:nvSpPr>
          <p:spPr>
            <a:xfrm>
              <a:off x="510159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g1468"/>
            <p:cNvSpPr/>
            <p:nvPr/>
          </p:nvSpPr>
          <p:spPr>
            <a:xfrm>
              <a:off x="511323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g1469"/>
            <p:cNvSpPr/>
            <p:nvPr/>
          </p:nvSpPr>
          <p:spPr>
            <a:xfrm>
              <a:off x="512486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g1470"/>
            <p:cNvSpPr/>
            <p:nvPr/>
          </p:nvSpPr>
          <p:spPr>
            <a:xfrm>
              <a:off x="513650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g1471"/>
            <p:cNvSpPr/>
            <p:nvPr/>
          </p:nvSpPr>
          <p:spPr>
            <a:xfrm>
              <a:off x="5148144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g1472"/>
            <p:cNvSpPr/>
            <p:nvPr/>
          </p:nvSpPr>
          <p:spPr>
            <a:xfrm>
              <a:off x="515978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g1473"/>
            <p:cNvSpPr/>
            <p:nvPr/>
          </p:nvSpPr>
          <p:spPr>
            <a:xfrm>
              <a:off x="517141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g1474"/>
            <p:cNvSpPr/>
            <p:nvPr/>
          </p:nvSpPr>
          <p:spPr>
            <a:xfrm>
              <a:off x="518305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g1475"/>
            <p:cNvSpPr/>
            <p:nvPr/>
          </p:nvSpPr>
          <p:spPr>
            <a:xfrm>
              <a:off x="519469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g1476"/>
            <p:cNvSpPr/>
            <p:nvPr/>
          </p:nvSpPr>
          <p:spPr>
            <a:xfrm>
              <a:off x="520633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g1477"/>
            <p:cNvSpPr/>
            <p:nvPr/>
          </p:nvSpPr>
          <p:spPr>
            <a:xfrm>
              <a:off x="521796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g1478"/>
            <p:cNvSpPr/>
            <p:nvPr/>
          </p:nvSpPr>
          <p:spPr>
            <a:xfrm>
              <a:off x="522960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g1479"/>
            <p:cNvSpPr/>
            <p:nvPr/>
          </p:nvSpPr>
          <p:spPr>
            <a:xfrm>
              <a:off x="524124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g1480"/>
            <p:cNvSpPr/>
            <p:nvPr/>
          </p:nvSpPr>
          <p:spPr>
            <a:xfrm>
              <a:off x="525288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g1481"/>
            <p:cNvSpPr/>
            <p:nvPr/>
          </p:nvSpPr>
          <p:spPr>
            <a:xfrm>
              <a:off x="526451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g1482"/>
            <p:cNvSpPr/>
            <p:nvPr/>
          </p:nvSpPr>
          <p:spPr>
            <a:xfrm>
              <a:off x="500849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g1483"/>
            <p:cNvSpPr/>
            <p:nvPr/>
          </p:nvSpPr>
          <p:spPr>
            <a:xfrm>
              <a:off x="502013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g1484"/>
            <p:cNvSpPr/>
            <p:nvPr/>
          </p:nvSpPr>
          <p:spPr>
            <a:xfrm>
              <a:off x="503177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g1485"/>
            <p:cNvSpPr/>
            <p:nvPr/>
          </p:nvSpPr>
          <p:spPr>
            <a:xfrm>
              <a:off x="504340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g1486"/>
            <p:cNvSpPr/>
            <p:nvPr/>
          </p:nvSpPr>
          <p:spPr>
            <a:xfrm>
              <a:off x="505504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g1487"/>
            <p:cNvSpPr/>
            <p:nvPr/>
          </p:nvSpPr>
          <p:spPr>
            <a:xfrm>
              <a:off x="506668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g1488"/>
            <p:cNvSpPr/>
            <p:nvPr/>
          </p:nvSpPr>
          <p:spPr>
            <a:xfrm>
              <a:off x="507832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g1489"/>
            <p:cNvSpPr/>
            <p:nvPr/>
          </p:nvSpPr>
          <p:spPr>
            <a:xfrm>
              <a:off x="508995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g1490"/>
            <p:cNvSpPr/>
            <p:nvPr/>
          </p:nvSpPr>
          <p:spPr>
            <a:xfrm>
              <a:off x="510159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g1491"/>
            <p:cNvSpPr/>
            <p:nvPr/>
          </p:nvSpPr>
          <p:spPr>
            <a:xfrm>
              <a:off x="5113232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g1492"/>
            <p:cNvSpPr/>
            <p:nvPr/>
          </p:nvSpPr>
          <p:spPr>
            <a:xfrm>
              <a:off x="512486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g1493"/>
            <p:cNvSpPr/>
            <p:nvPr/>
          </p:nvSpPr>
          <p:spPr>
            <a:xfrm>
              <a:off x="513650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g1494"/>
            <p:cNvSpPr/>
            <p:nvPr/>
          </p:nvSpPr>
          <p:spPr>
            <a:xfrm>
              <a:off x="5148144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g1495"/>
            <p:cNvSpPr/>
            <p:nvPr/>
          </p:nvSpPr>
          <p:spPr>
            <a:xfrm>
              <a:off x="515978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g1496"/>
            <p:cNvSpPr/>
            <p:nvPr/>
          </p:nvSpPr>
          <p:spPr>
            <a:xfrm>
              <a:off x="517141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g1497"/>
            <p:cNvSpPr/>
            <p:nvPr/>
          </p:nvSpPr>
          <p:spPr>
            <a:xfrm>
              <a:off x="518305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g1498"/>
            <p:cNvSpPr/>
            <p:nvPr/>
          </p:nvSpPr>
          <p:spPr>
            <a:xfrm>
              <a:off x="519469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g1499"/>
            <p:cNvSpPr/>
            <p:nvPr/>
          </p:nvSpPr>
          <p:spPr>
            <a:xfrm>
              <a:off x="520633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g1500"/>
            <p:cNvSpPr/>
            <p:nvPr/>
          </p:nvSpPr>
          <p:spPr>
            <a:xfrm>
              <a:off x="521796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g1501"/>
            <p:cNvSpPr/>
            <p:nvPr/>
          </p:nvSpPr>
          <p:spPr>
            <a:xfrm>
              <a:off x="522960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g1502"/>
            <p:cNvSpPr/>
            <p:nvPr/>
          </p:nvSpPr>
          <p:spPr>
            <a:xfrm>
              <a:off x="524124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g1503"/>
            <p:cNvSpPr/>
            <p:nvPr/>
          </p:nvSpPr>
          <p:spPr>
            <a:xfrm>
              <a:off x="525288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g1504"/>
            <p:cNvSpPr/>
            <p:nvPr/>
          </p:nvSpPr>
          <p:spPr>
            <a:xfrm>
              <a:off x="500849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g1505"/>
            <p:cNvSpPr/>
            <p:nvPr/>
          </p:nvSpPr>
          <p:spPr>
            <a:xfrm>
              <a:off x="502013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g1506"/>
            <p:cNvSpPr/>
            <p:nvPr/>
          </p:nvSpPr>
          <p:spPr>
            <a:xfrm>
              <a:off x="503177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g1507"/>
            <p:cNvSpPr/>
            <p:nvPr/>
          </p:nvSpPr>
          <p:spPr>
            <a:xfrm>
              <a:off x="504340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g1508"/>
            <p:cNvSpPr/>
            <p:nvPr/>
          </p:nvSpPr>
          <p:spPr>
            <a:xfrm>
              <a:off x="505504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g1509"/>
            <p:cNvSpPr/>
            <p:nvPr/>
          </p:nvSpPr>
          <p:spPr>
            <a:xfrm>
              <a:off x="506668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g1510"/>
            <p:cNvSpPr/>
            <p:nvPr/>
          </p:nvSpPr>
          <p:spPr>
            <a:xfrm>
              <a:off x="507832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g1511"/>
            <p:cNvSpPr/>
            <p:nvPr/>
          </p:nvSpPr>
          <p:spPr>
            <a:xfrm>
              <a:off x="508995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g1512"/>
            <p:cNvSpPr/>
            <p:nvPr/>
          </p:nvSpPr>
          <p:spPr>
            <a:xfrm>
              <a:off x="510159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g1513"/>
            <p:cNvSpPr/>
            <p:nvPr/>
          </p:nvSpPr>
          <p:spPr>
            <a:xfrm>
              <a:off x="5113232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g1514"/>
            <p:cNvSpPr/>
            <p:nvPr/>
          </p:nvSpPr>
          <p:spPr>
            <a:xfrm>
              <a:off x="512486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g1515"/>
            <p:cNvSpPr/>
            <p:nvPr/>
          </p:nvSpPr>
          <p:spPr>
            <a:xfrm>
              <a:off x="513650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g1516"/>
            <p:cNvSpPr/>
            <p:nvPr/>
          </p:nvSpPr>
          <p:spPr>
            <a:xfrm>
              <a:off x="5148144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g1517"/>
            <p:cNvSpPr/>
            <p:nvPr/>
          </p:nvSpPr>
          <p:spPr>
            <a:xfrm>
              <a:off x="515978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g1518"/>
            <p:cNvSpPr/>
            <p:nvPr/>
          </p:nvSpPr>
          <p:spPr>
            <a:xfrm>
              <a:off x="517141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g1519"/>
            <p:cNvSpPr/>
            <p:nvPr/>
          </p:nvSpPr>
          <p:spPr>
            <a:xfrm>
              <a:off x="518305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g1520"/>
            <p:cNvSpPr/>
            <p:nvPr/>
          </p:nvSpPr>
          <p:spPr>
            <a:xfrm>
              <a:off x="519469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g1521"/>
            <p:cNvSpPr/>
            <p:nvPr/>
          </p:nvSpPr>
          <p:spPr>
            <a:xfrm>
              <a:off x="520633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g1522"/>
            <p:cNvSpPr/>
            <p:nvPr/>
          </p:nvSpPr>
          <p:spPr>
            <a:xfrm>
              <a:off x="521796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g1523"/>
            <p:cNvSpPr/>
            <p:nvPr/>
          </p:nvSpPr>
          <p:spPr>
            <a:xfrm>
              <a:off x="522960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g1524"/>
            <p:cNvSpPr/>
            <p:nvPr/>
          </p:nvSpPr>
          <p:spPr>
            <a:xfrm>
              <a:off x="524124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g1525"/>
            <p:cNvSpPr/>
            <p:nvPr/>
          </p:nvSpPr>
          <p:spPr>
            <a:xfrm>
              <a:off x="503177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g1526"/>
            <p:cNvSpPr/>
            <p:nvPr/>
          </p:nvSpPr>
          <p:spPr>
            <a:xfrm>
              <a:off x="504340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g1527"/>
            <p:cNvSpPr/>
            <p:nvPr/>
          </p:nvSpPr>
          <p:spPr>
            <a:xfrm>
              <a:off x="505504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g1528"/>
            <p:cNvSpPr/>
            <p:nvPr/>
          </p:nvSpPr>
          <p:spPr>
            <a:xfrm>
              <a:off x="506668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g1529"/>
            <p:cNvSpPr/>
            <p:nvPr/>
          </p:nvSpPr>
          <p:spPr>
            <a:xfrm>
              <a:off x="507832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g1530"/>
            <p:cNvSpPr/>
            <p:nvPr/>
          </p:nvSpPr>
          <p:spPr>
            <a:xfrm>
              <a:off x="508995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g1531"/>
            <p:cNvSpPr/>
            <p:nvPr/>
          </p:nvSpPr>
          <p:spPr>
            <a:xfrm>
              <a:off x="510159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g1532"/>
            <p:cNvSpPr/>
            <p:nvPr/>
          </p:nvSpPr>
          <p:spPr>
            <a:xfrm>
              <a:off x="5113232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g1533"/>
            <p:cNvSpPr/>
            <p:nvPr/>
          </p:nvSpPr>
          <p:spPr>
            <a:xfrm>
              <a:off x="512486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g1534"/>
            <p:cNvSpPr/>
            <p:nvPr/>
          </p:nvSpPr>
          <p:spPr>
            <a:xfrm>
              <a:off x="513650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g1535"/>
            <p:cNvSpPr/>
            <p:nvPr/>
          </p:nvSpPr>
          <p:spPr>
            <a:xfrm>
              <a:off x="5148144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g1536"/>
            <p:cNvSpPr/>
            <p:nvPr/>
          </p:nvSpPr>
          <p:spPr>
            <a:xfrm>
              <a:off x="515978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g1537"/>
            <p:cNvSpPr/>
            <p:nvPr/>
          </p:nvSpPr>
          <p:spPr>
            <a:xfrm>
              <a:off x="517141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g1538"/>
            <p:cNvSpPr/>
            <p:nvPr/>
          </p:nvSpPr>
          <p:spPr>
            <a:xfrm>
              <a:off x="5183056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g1539"/>
            <p:cNvSpPr/>
            <p:nvPr/>
          </p:nvSpPr>
          <p:spPr>
            <a:xfrm>
              <a:off x="519469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g1540"/>
            <p:cNvSpPr/>
            <p:nvPr/>
          </p:nvSpPr>
          <p:spPr>
            <a:xfrm>
              <a:off x="520633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g1541"/>
            <p:cNvSpPr/>
            <p:nvPr/>
          </p:nvSpPr>
          <p:spPr>
            <a:xfrm>
              <a:off x="521796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g1542"/>
            <p:cNvSpPr/>
            <p:nvPr/>
          </p:nvSpPr>
          <p:spPr>
            <a:xfrm>
              <a:off x="522960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g1543"/>
            <p:cNvSpPr/>
            <p:nvPr/>
          </p:nvSpPr>
          <p:spPr>
            <a:xfrm>
              <a:off x="504340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g1544"/>
            <p:cNvSpPr/>
            <p:nvPr/>
          </p:nvSpPr>
          <p:spPr>
            <a:xfrm>
              <a:off x="505504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g1545"/>
            <p:cNvSpPr/>
            <p:nvPr/>
          </p:nvSpPr>
          <p:spPr>
            <a:xfrm>
              <a:off x="506668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g1546"/>
            <p:cNvSpPr/>
            <p:nvPr/>
          </p:nvSpPr>
          <p:spPr>
            <a:xfrm>
              <a:off x="5078320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g1547"/>
            <p:cNvSpPr/>
            <p:nvPr/>
          </p:nvSpPr>
          <p:spPr>
            <a:xfrm>
              <a:off x="508995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g1548"/>
            <p:cNvSpPr/>
            <p:nvPr/>
          </p:nvSpPr>
          <p:spPr>
            <a:xfrm>
              <a:off x="510159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g1549"/>
            <p:cNvSpPr/>
            <p:nvPr/>
          </p:nvSpPr>
          <p:spPr>
            <a:xfrm>
              <a:off x="5113232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g1550"/>
            <p:cNvSpPr/>
            <p:nvPr/>
          </p:nvSpPr>
          <p:spPr>
            <a:xfrm>
              <a:off x="512486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g1551"/>
            <p:cNvSpPr/>
            <p:nvPr/>
          </p:nvSpPr>
          <p:spPr>
            <a:xfrm>
              <a:off x="513650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g1552"/>
            <p:cNvSpPr/>
            <p:nvPr/>
          </p:nvSpPr>
          <p:spPr>
            <a:xfrm>
              <a:off x="5148144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g1553"/>
            <p:cNvSpPr/>
            <p:nvPr/>
          </p:nvSpPr>
          <p:spPr>
            <a:xfrm>
              <a:off x="515978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g1554"/>
            <p:cNvSpPr/>
            <p:nvPr/>
          </p:nvSpPr>
          <p:spPr>
            <a:xfrm>
              <a:off x="517141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g1555"/>
            <p:cNvSpPr/>
            <p:nvPr/>
          </p:nvSpPr>
          <p:spPr>
            <a:xfrm>
              <a:off x="5183056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g1556"/>
            <p:cNvSpPr/>
            <p:nvPr/>
          </p:nvSpPr>
          <p:spPr>
            <a:xfrm>
              <a:off x="519469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g1557"/>
            <p:cNvSpPr/>
            <p:nvPr/>
          </p:nvSpPr>
          <p:spPr>
            <a:xfrm>
              <a:off x="520633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g1558"/>
            <p:cNvSpPr/>
            <p:nvPr/>
          </p:nvSpPr>
          <p:spPr>
            <a:xfrm>
              <a:off x="521796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g1559"/>
            <p:cNvSpPr/>
            <p:nvPr/>
          </p:nvSpPr>
          <p:spPr>
            <a:xfrm>
              <a:off x="505504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g1560"/>
            <p:cNvSpPr/>
            <p:nvPr/>
          </p:nvSpPr>
          <p:spPr>
            <a:xfrm>
              <a:off x="506668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g1561"/>
            <p:cNvSpPr/>
            <p:nvPr/>
          </p:nvSpPr>
          <p:spPr>
            <a:xfrm>
              <a:off x="5078320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g1562"/>
            <p:cNvSpPr/>
            <p:nvPr/>
          </p:nvSpPr>
          <p:spPr>
            <a:xfrm>
              <a:off x="508995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g1563"/>
            <p:cNvSpPr/>
            <p:nvPr/>
          </p:nvSpPr>
          <p:spPr>
            <a:xfrm>
              <a:off x="510159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g1564"/>
            <p:cNvSpPr/>
            <p:nvPr/>
          </p:nvSpPr>
          <p:spPr>
            <a:xfrm>
              <a:off x="5113232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g1565"/>
            <p:cNvSpPr/>
            <p:nvPr/>
          </p:nvSpPr>
          <p:spPr>
            <a:xfrm>
              <a:off x="512486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g1566"/>
            <p:cNvSpPr/>
            <p:nvPr/>
          </p:nvSpPr>
          <p:spPr>
            <a:xfrm>
              <a:off x="513650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g1567"/>
            <p:cNvSpPr/>
            <p:nvPr/>
          </p:nvSpPr>
          <p:spPr>
            <a:xfrm>
              <a:off x="5148144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g1568"/>
            <p:cNvSpPr/>
            <p:nvPr/>
          </p:nvSpPr>
          <p:spPr>
            <a:xfrm>
              <a:off x="515978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g1569"/>
            <p:cNvSpPr/>
            <p:nvPr/>
          </p:nvSpPr>
          <p:spPr>
            <a:xfrm>
              <a:off x="517141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g1570"/>
            <p:cNvSpPr/>
            <p:nvPr/>
          </p:nvSpPr>
          <p:spPr>
            <a:xfrm>
              <a:off x="5183056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g1571"/>
            <p:cNvSpPr/>
            <p:nvPr/>
          </p:nvSpPr>
          <p:spPr>
            <a:xfrm>
              <a:off x="519469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g1572"/>
            <p:cNvSpPr/>
            <p:nvPr/>
          </p:nvSpPr>
          <p:spPr>
            <a:xfrm>
              <a:off x="520633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g1573"/>
            <p:cNvSpPr/>
            <p:nvPr/>
          </p:nvSpPr>
          <p:spPr>
            <a:xfrm>
              <a:off x="5217968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g1574"/>
            <p:cNvSpPr/>
            <p:nvPr/>
          </p:nvSpPr>
          <p:spPr>
            <a:xfrm>
              <a:off x="500849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g1575"/>
            <p:cNvSpPr/>
            <p:nvPr/>
          </p:nvSpPr>
          <p:spPr>
            <a:xfrm>
              <a:off x="502013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g1576"/>
            <p:cNvSpPr/>
            <p:nvPr/>
          </p:nvSpPr>
          <p:spPr>
            <a:xfrm>
              <a:off x="503177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g1577"/>
            <p:cNvSpPr/>
            <p:nvPr/>
          </p:nvSpPr>
          <p:spPr>
            <a:xfrm>
              <a:off x="504340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g1578"/>
            <p:cNvSpPr/>
            <p:nvPr/>
          </p:nvSpPr>
          <p:spPr>
            <a:xfrm>
              <a:off x="505504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g1579"/>
            <p:cNvSpPr/>
            <p:nvPr/>
          </p:nvSpPr>
          <p:spPr>
            <a:xfrm>
              <a:off x="506668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g1580"/>
            <p:cNvSpPr/>
            <p:nvPr/>
          </p:nvSpPr>
          <p:spPr>
            <a:xfrm>
              <a:off x="5078320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g1581"/>
            <p:cNvSpPr/>
            <p:nvPr/>
          </p:nvSpPr>
          <p:spPr>
            <a:xfrm>
              <a:off x="508995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g1582"/>
            <p:cNvSpPr/>
            <p:nvPr/>
          </p:nvSpPr>
          <p:spPr>
            <a:xfrm>
              <a:off x="510159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g1583"/>
            <p:cNvSpPr/>
            <p:nvPr/>
          </p:nvSpPr>
          <p:spPr>
            <a:xfrm>
              <a:off x="5113232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g1584"/>
            <p:cNvSpPr/>
            <p:nvPr/>
          </p:nvSpPr>
          <p:spPr>
            <a:xfrm>
              <a:off x="512486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g1585"/>
            <p:cNvSpPr/>
            <p:nvPr/>
          </p:nvSpPr>
          <p:spPr>
            <a:xfrm>
              <a:off x="513650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g1586"/>
            <p:cNvSpPr/>
            <p:nvPr/>
          </p:nvSpPr>
          <p:spPr>
            <a:xfrm>
              <a:off x="5148144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g1587"/>
            <p:cNvSpPr/>
            <p:nvPr/>
          </p:nvSpPr>
          <p:spPr>
            <a:xfrm>
              <a:off x="515978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g1588"/>
            <p:cNvSpPr/>
            <p:nvPr/>
          </p:nvSpPr>
          <p:spPr>
            <a:xfrm>
              <a:off x="517141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g1589"/>
            <p:cNvSpPr/>
            <p:nvPr/>
          </p:nvSpPr>
          <p:spPr>
            <a:xfrm>
              <a:off x="518305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g1590"/>
            <p:cNvSpPr/>
            <p:nvPr/>
          </p:nvSpPr>
          <p:spPr>
            <a:xfrm>
              <a:off x="519469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g1591"/>
            <p:cNvSpPr/>
            <p:nvPr/>
          </p:nvSpPr>
          <p:spPr>
            <a:xfrm>
              <a:off x="520633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g1592"/>
            <p:cNvSpPr/>
            <p:nvPr/>
          </p:nvSpPr>
          <p:spPr>
            <a:xfrm>
              <a:off x="499685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g1593"/>
            <p:cNvSpPr/>
            <p:nvPr/>
          </p:nvSpPr>
          <p:spPr>
            <a:xfrm>
              <a:off x="500849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g1594"/>
            <p:cNvSpPr/>
            <p:nvPr/>
          </p:nvSpPr>
          <p:spPr>
            <a:xfrm>
              <a:off x="502013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g1595"/>
            <p:cNvSpPr/>
            <p:nvPr/>
          </p:nvSpPr>
          <p:spPr>
            <a:xfrm>
              <a:off x="503177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g1596"/>
            <p:cNvSpPr/>
            <p:nvPr/>
          </p:nvSpPr>
          <p:spPr>
            <a:xfrm>
              <a:off x="504340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g1597"/>
            <p:cNvSpPr/>
            <p:nvPr/>
          </p:nvSpPr>
          <p:spPr>
            <a:xfrm>
              <a:off x="505504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g1598"/>
            <p:cNvSpPr/>
            <p:nvPr/>
          </p:nvSpPr>
          <p:spPr>
            <a:xfrm>
              <a:off x="506668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g1599"/>
            <p:cNvSpPr/>
            <p:nvPr/>
          </p:nvSpPr>
          <p:spPr>
            <a:xfrm>
              <a:off x="5078320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g1600"/>
            <p:cNvSpPr/>
            <p:nvPr/>
          </p:nvSpPr>
          <p:spPr>
            <a:xfrm>
              <a:off x="508995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g1601"/>
            <p:cNvSpPr/>
            <p:nvPr/>
          </p:nvSpPr>
          <p:spPr>
            <a:xfrm>
              <a:off x="510159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g1602"/>
            <p:cNvSpPr/>
            <p:nvPr/>
          </p:nvSpPr>
          <p:spPr>
            <a:xfrm>
              <a:off x="5113232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g1603"/>
            <p:cNvSpPr/>
            <p:nvPr/>
          </p:nvSpPr>
          <p:spPr>
            <a:xfrm>
              <a:off x="512486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g1604"/>
            <p:cNvSpPr/>
            <p:nvPr/>
          </p:nvSpPr>
          <p:spPr>
            <a:xfrm>
              <a:off x="513650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g1605"/>
            <p:cNvSpPr/>
            <p:nvPr/>
          </p:nvSpPr>
          <p:spPr>
            <a:xfrm>
              <a:off x="5148144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g1606"/>
            <p:cNvSpPr/>
            <p:nvPr/>
          </p:nvSpPr>
          <p:spPr>
            <a:xfrm>
              <a:off x="515978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g1607"/>
            <p:cNvSpPr/>
            <p:nvPr/>
          </p:nvSpPr>
          <p:spPr>
            <a:xfrm>
              <a:off x="517141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g1608"/>
            <p:cNvSpPr/>
            <p:nvPr/>
          </p:nvSpPr>
          <p:spPr>
            <a:xfrm>
              <a:off x="518305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g1609"/>
            <p:cNvSpPr/>
            <p:nvPr/>
          </p:nvSpPr>
          <p:spPr>
            <a:xfrm>
              <a:off x="519469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g1610"/>
            <p:cNvSpPr/>
            <p:nvPr/>
          </p:nvSpPr>
          <p:spPr>
            <a:xfrm>
              <a:off x="520633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g1611"/>
            <p:cNvSpPr/>
            <p:nvPr/>
          </p:nvSpPr>
          <p:spPr>
            <a:xfrm>
              <a:off x="499685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g1612"/>
            <p:cNvSpPr/>
            <p:nvPr/>
          </p:nvSpPr>
          <p:spPr>
            <a:xfrm>
              <a:off x="500849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g1613"/>
            <p:cNvSpPr/>
            <p:nvPr/>
          </p:nvSpPr>
          <p:spPr>
            <a:xfrm>
              <a:off x="502013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g1614"/>
            <p:cNvSpPr/>
            <p:nvPr/>
          </p:nvSpPr>
          <p:spPr>
            <a:xfrm>
              <a:off x="503177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g1615"/>
            <p:cNvSpPr/>
            <p:nvPr/>
          </p:nvSpPr>
          <p:spPr>
            <a:xfrm>
              <a:off x="504340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g1616"/>
            <p:cNvSpPr/>
            <p:nvPr/>
          </p:nvSpPr>
          <p:spPr>
            <a:xfrm>
              <a:off x="505504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g1617"/>
            <p:cNvSpPr/>
            <p:nvPr/>
          </p:nvSpPr>
          <p:spPr>
            <a:xfrm>
              <a:off x="506668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g1618"/>
            <p:cNvSpPr/>
            <p:nvPr/>
          </p:nvSpPr>
          <p:spPr>
            <a:xfrm>
              <a:off x="5078320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g1619"/>
            <p:cNvSpPr/>
            <p:nvPr/>
          </p:nvSpPr>
          <p:spPr>
            <a:xfrm>
              <a:off x="508995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g1620"/>
            <p:cNvSpPr/>
            <p:nvPr/>
          </p:nvSpPr>
          <p:spPr>
            <a:xfrm>
              <a:off x="510159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g1621"/>
            <p:cNvSpPr/>
            <p:nvPr/>
          </p:nvSpPr>
          <p:spPr>
            <a:xfrm>
              <a:off x="5113232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g1622"/>
            <p:cNvSpPr/>
            <p:nvPr/>
          </p:nvSpPr>
          <p:spPr>
            <a:xfrm>
              <a:off x="512486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g1623"/>
            <p:cNvSpPr/>
            <p:nvPr/>
          </p:nvSpPr>
          <p:spPr>
            <a:xfrm>
              <a:off x="513650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g1624"/>
            <p:cNvSpPr/>
            <p:nvPr/>
          </p:nvSpPr>
          <p:spPr>
            <a:xfrm>
              <a:off x="5148144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g1625"/>
            <p:cNvSpPr/>
            <p:nvPr/>
          </p:nvSpPr>
          <p:spPr>
            <a:xfrm>
              <a:off x="515978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g1626"/>
            <p:cNvSpPr/>
            <p:nvPr/>
          </p:nvSpPr>
          <p:spPr>
            <a:xfrm>
              <a:off x="517141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g1627"/>
            <p:cNvSpPr/>
            <p:nvPr/>
          </p:nvSpPr>
          <p:spPr>
            <a:xfrm>
              <a:off x="518305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g1628"/>
            <p:cNvSpPr/>
            <p:nvPr/>
          </p:nvSpPr>
          <p:spPr>
            <a:xfrm>
              <a:off x="519469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g1629"/>
            <p:cNvSpPr/>
            <p:nvPr/>
          </p:nvSpPr>
          <p:spPr>
            <a:xfrm>
              <a:off x="499685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g1630"/>
            <p:cNvSpPr/>
            <p:nvPr/>
          </p:nvSpPr>
          <p:spPr>
            <a:xfrm>
              <a:off x="500849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g1631"/>
            <p:cNvSpPr/>
            <p:nvPr/>
          </p:nvSpPr>
          <p:spPr>
            <a:xfrm>
              <a:off x="502013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g1632"/>
            <p:cNvSpPr/>
            <p:nvPr/>
          </p:nvSpPr>
          <p:spPr>
            <a:xfrm>
              <a:off x="503177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g1633"/>
            <p:cNvSpPr/>
            <p:nvPr/>
          </p:nvSpPr>
          <p:spPr>
            <a:xfrm>
              <a:off x="5043408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g1634"/>
            <p:cNvSpPr/>
            <p:nvPr/>
          </p:nvSpPr>
          <p:spPr>
            <a:xfrm>
              <a:off x="505504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g1635"/>
            <p:cNvSpPr/>
            <p:nvPr/>
          </p:nvSpPr>
          <p:spPr>
            <a:xfrm>
              <a:off x="506668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g1636"/>
            <p:cNvSpPr/>
            <p:nvPr/>
          </p:nvSpPr>
          <p:spPr>
            <a:xfrm>
              <a:off x="5078320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g1637"/>
            <p:cNvSpPr/>
            <p:nvPr/>
          </p:nvSpPr>
          <p:spPr>
            <a:xfrm>
              <a:off x="508995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g1638"/>
            <p:cNvSpPr/>
            <p:nvPr/>
          </p:nvSpPr>
          <p:spPr>
            <a:xfrm>
              <a:off x="510159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g1639"/>
            <p:cNvSpPr/>
            <p:nvPr/>
          </p:nvSpPr>
          <p:spPr>
            <a:xfrm>
              <a:off x="5113232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g1640"/>
            <p:cNvSpPr/>
            <p:nvPr/>
          </p:nvSpPr>
          <p:spPr>
            <a:xfrm>
              <a:off x="512486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g1641"/>
            <p:cNvSpPr/>
            <p:nvPr/>
          </p:nvSpPr>
          <p:spPr>
            <a:xfrm>
              <a:off x="513650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g1642"/>
            <p:cNvSpPr/>
            <p:nvPr/>
          </p:nvSpPr>
          <p:spPr>
            <a:xfrm>
              <a:off x="5148144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g1643"/>
            <p:cNvSpPr/>
            <p:nvPr/>
          </p:nvSpPr>
          <p:spPr>
            <a:xfrm>
              <a:off x="515978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g1644"/>
            <p:cNvSpPr/>
            <p:nvPr/>
          </p:nvSpPr>
          <p:spPr>
            <a:xfrm>
              <a:off x="517141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g1645"/>
            <p:cNvSpPr/>
            <p:nvPr/>
          </p:nvSpPr>
          <p:spPr>
            <a:xfrm>
              <a:off x="518305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g1646"/>
            <p:cNvSpPr/>
            <p:nvPr/>
          </p:nvSpPr>
          <p:spPr>
            <a:xfrm>
              <a:off x="5008496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g1647"/>
            <p:cNvSpPr/>
            <p:nvPr/>
          </p:nvSpPr>
          <p:spPr>
            <a:xfrm>
              <a:off x="502013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g1648"/>
            <p:cNvSpPr/>
            <p:nvPr/>
          </p:nvSpPr>
          <p:spPr>
            <a:xfrm>
              <a:off x="503177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g1649"/>
            <p:cNvSpPr/>
            <p:nvPr/>
          </p:nvSpPr>
          <p:spPr>
            <a:xfrm>
              <a:off x="5043408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g1650"/>
            <p:cNvSpPr/>
            <p:nvPr/>
          </p:nvSpPr>
          <p:spPr>
            <a:xfrm>
              <a:off x="505504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g1651"/>
            <p:cNvSpPr/>
            <p:nvPr/>
          </p:nvSpPr>
          <p:spPr>
            <a:xfrm>
              <a:off x="506668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g1652"/>
            <p:cNvSpPr/>
            <p:nvPr/>
          </p:nvSpPr>
          <p:spPr>
            <a:xfrm>
              <a:off x="5078320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g1653"/>
            <p:cNvSpPr/>
            <p:nvPr/>
          </p:nvSpPr>
          <p:spPr>
            <a:xfrm>
              <a:off x="508995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g1654"/>
            <p:cNvSpPr/>
            <p:nvPr/>
          </p:nvSpPr>
          <p:spPr>
            <a:xfrm>
              <a:off x="510159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g1655"/>
            <p:cNvSpPr/>
            <p:nvPr/>
          </p:nvSpPr>
          <p:spPr>
            <a:xfrm>
              <a:off x="5113232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g1656"/>
            <p:cNvSpPr/>
            <p:nvPr/>
          </p:nvSpPr>
          <p:spPr>
            <a:xfrm>
              <a:off x="512486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g1657"/>
            <p:cNvSpPr/>
            <p:nvPr/>
          </p:nvSpPr>
          <p:spPr>
            <a:xfrm>
              <a:off x="513650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g1658"/>
            <p:cNvSpPr/>
            <p:nvPr/>
          </p:nvSpPr>
          <p:spPr>
            <a:xfrm>
              <a:off x="5148144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g1659"/>
            <p:cNvSpPr/>
            <p:nvPr/>
          </p:nvSpPr>
          <p:spPr>
            <a:xfrm>
              <a:off x="515978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g1660"/>
            <p:cNvSpPr/>
            <p:nvPr/>
          </p:nvSpPr>
          <p:spPr>
            <a:xfrm>
              <a:off x="517141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g1661"/>
            <p:cNvSpPr/>
            <p:nvPr/>
          </p:nvSpPr>
          <p:spPr>
            <a:xfrm>
              <a:off x="5043408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g1662"/>
            <p:cNvSpPr/>
            <p:nvPr/>
          </p:nvSpPr>
          <p:spPr>
            <a:xfrm>
              <a:off x="505504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g1663"/>
            <p:cNvSpPr/>
            <p:nvPr/>
          </p:nvSpPr>
          <p:spPr>
            <a:xfrm>
              <a:off x="5066683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g1664"/>
            <p:cNvSpPr/>
            <p:nvPr/>
          </p:nvSpPr>
          <p:spPr>
            <a:xfrm>
              <a:off x="5078320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g1665"/>
            <p:cNvSpPr/>
            <p:nvPr/>
          </p:nvSpPr>
          <p:spPr>
            <a:xfrm>
              <a:off x="508995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g1666"/>
            <p:cNvSpPr/>
            <p:nvPr/>
          </p:nvSpPr>
          <p:spPr>
            <a:xfrm>
              <a:off x="510159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g1667"/>
            <p:cNvSpPr/>
            <p:nvPr/>
          </p:nvSpPr>
          <p:spPr>
            <a:xfrm>
              <a:off x="5113232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g1668"/>
            <p:cNvSpPr/>
            <p:nvPr/>
          </p:nvSpPr>
          <p:spPr>
            <a:xfrm>
              <a:off x="512486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g1669"/>
            <p:cNvSpPr/>
            <p:nvPr/>
          </p:nvSpPr>
          <p:spPr>
            <a:xfrm>
              <a:off x="513650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g1670"/>
            <p:cNvSpPr/>
            <p:nvPr/>
          </p:nvSpPr>
          <p:spPr>
            <a:xfrm>
              <a:off x="5148144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g1671"/>
            <p:cNvSpPr/>
            <p:nvPr/>
          </p:nvSpPr>
          <p:spPr>
            <a:xfrm>
              <a:off x="5159781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g1672"/>
            <p:cNvSpPr/>
            <p:nvPr/>
          </p:nvSpPr>
          <p:spPr>
            <a:xfrm>
              <a:off x="517141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g1673"/>
            <p:cNvSpPr/>
            <p:nvPr/>
          </p:nvSpPr>
          <p:spPr>
            <a:xfrm>
              <a:off x="5066683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g1674"/>
            <p:cNvSpPr/>
            <p:nvPr/>
          </p:nvSpPr>
          <p:spPr>
            <a:xfrm>
              <a:off x="5078320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g1675"/>
            <p:cNvSpPr/>
            <p:nvPr/>
          </p:nvSpPr>
          <p:spPr>
            <a:xfrm>
              <a:off x="508995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g1676"/>
            <p:cNvSpPr/>
            <p:nvPr/>
          </p:nvSpPr>
          <p:spPr>
            <a:xfrm>
              <a:off x="5101595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g1677"/>
            <p:cNvSpPr/>
            <p:nvPr/>
          </p:nvSpPr>
          <p:spPr>
            <a:xfrm>
              <a:off x="5113232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g1678"/>
            <p:cNvSpPr/>
            <p:nvPr/>
          </p:nvSpPr>
          <p:spPr>
            <a:xfrm>
              <a:off x="512486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g1679"/>
            <p:cNvSpPr/>
            <p:nvPr/>
          </p:nvSpPr>
          <p:spPr>
            <a:xfrm>
              <a:off x="513650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g1680"/>
            <p:cNvSpPr/>
            <p:nvPr/>
          </p:nvSpPr>
          <p:spPr>
            <a:xfrm>
              <a:off x="5148144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g1681"/>
            <p:cNvSpPr/>
            <p:nvPr/>
          </p:nvSpPr>
          <p:spPr>
            <a:xfrm>
              <a:off x="5159781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g1682"/>
            <p:cNvSpPr/>
            <p:nvPr/>
          </p:nvSpPr>
          <p:spPr>
            <a:xfrm>
              <a:off x="517141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g1683"/>
            <p:cNvSpPr/>
            <p:nvPr/>
          </p:nvSpPr>
          <p:spPr>
            <a:xfrm>
              <a:off x="5078320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g1684"/>
            <p:cNvSpPr/>
            <p:nvPr/>
          </p:nvSpPr>
          <p:spPr>
            <a:xfrm>
              <a:off x="508995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g1685"/>
            <p:cNvSpPr/>
            <p:nvPr/>
          </p:nvSpPr>
          <p:spPr>
            <a:xfrm>
              <a:off x="5101595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g1686"/>
            <p:cNvSpPr/>
            <p:nvPr/>
          </p:nvSpPr>
          <p:spPr>
            <a:xfrm>
              <a:off x="5113232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g1687"/>
            <p:cNvSpPr/>
            <p:nvPr/>
          </p:nvSpPr>
          <p:spPr>
            <a:xfrm>
              <a:off x="512486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g1688"/>
            <p:cNvSpPr/>
            <p:nvPr/>
          </p:nvSpPr>
          <p:spPr>
            <a:xfrm>
              <a:off x="513650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g1689"/>
            <p:cNvSpPr/>
            <p:nvPr/>
          </p:nvSpPr>
          <p:spPr>
            <a:xfrm>
              <a:off x="5148144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g1690"/>
            <p:cNvSpPr/>
            <p:nvPr/>
          </p:nvSpPr>
          <p:spPr>
            <a:xfrm>
              <a:off x="5159781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g1691"/>
            <p:cNvSpPr/>
            <p:nvPr/>
          </p:nvSpPr>
          <p:spPr>
            <a:xfrm>
              <a:off x="517141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g1692"/>
            <p:cNvSpPr/>
            <p:nvPr/>
          </p:nvSpPr>
          <p:spPr>
            <a:xfrm>
              <a:off x="508995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g1693"/>
            <p:cNvSpPr/>
            <p:nvPr/>
          </p:nvSpPr>
          <p:spPr>
            <a:xfrm>
              <a:off x="5101595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g1694"/>
            <p:cNvSpPr/>
            <p:nvPr/>
          </p:nvSpPr>
          <p:spPr>
            <a:xfrm>
              <a:off x="5113232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g1695"/>
            <p:cNvSpPr/>
            <p:nvPr/>
          </p:nvSpPr>
          <p:spPr>
            <a:xfrm>
              <a:off x="512486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g1696"/>
            <p:cNvSpPr/>
            <p:nvPr/>
          </p:nvSpPr>
          <p:spPr>
            <a:xfrm>
              <a:off x="513650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g1697"/>
            <p:cNvSpPr/>
            <p:nvPr/>
          </p:nvSpPr>
          <p:spPr>
            <a:xfrm>
              <a:off x="5148144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g1698"/>
            <p:cNvSpPr/>
            <p:nvPr/>
          </p:nvSpPr>
          <p:spPr>
            <a:xfrm>
              <a:off x="5159781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g1699"/>
            <p:cNvSpPr/>
            <p:nvPr/>
          </p:nvSpPr>
          <p:spPr>
            <a:xfrm>
              <a:off x="517141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g1700"/>
            <p:cNvSpPr/>
            <p:nvPr/>
          </p:nvSpPr>
          <p:spPr>
            <a:xfrm>
              <a:off x="5183056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g1701"/>
            <p:cNvSpPr/>
            <p:nvPr/>
          </p:nvSpPr>
          <p:spPr>
            <a:xfrm>
              <a:off x="512486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g1702"/>
            <p:cNvSpPr/>
            <p:nvPr/>
          </p:nvSpPr>
          <p:spPr>
            <a:xfrm>
              <a:off x="5136507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g1703"/>
            <p:cNvSpPr/>
            <p:nvPr/>
          </p:nvSpPr>
          <p:spPr>
            <a:xfrm>
              <a:off x="5148144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g1704"/>
            <p:cNvSpPr/>
            <p:nvPr/>
          </p:nvSpPr>
          <p:spPr>
            <a:xfrm>
              <a:off x="5159781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g1705"/>
            <p:cNvSpPr/>
            <p:nvPr/>
          </p:nvSpPr>
          <p:spPr>
            <a:xfrm>
              <a:off x="517141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g1706"/>
            <p:cNvSpPr/>
            <p:nvPr/>
          </p:nvSpPr>
          <p:spPr>
            <a:xfrm>
              <a:off x="5183056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g1707"/>
            <p:cNvSpPr/>
            <p:nvPr/>
          </p:nvSpPr>
          <p:spPr>
            <a:xfrm>
              <a:off x="5066683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g1708"/>
            <p:cNvSpPr/>
            <p:nvPr/>
          </p:nvSpPr>
          <p:spPr>
            <a:xfrm>
              <a:off x="5113232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g1709"/>
            <p:cNvSpPr/>
            <p:nvPr/>
          </p:nvSpPr>
          <p:spPr>
            <a:xfrm>
              <a:off x="512486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g1710"/>
            <p:cNvSpPr/>
            <p:nvPr/>
          </p:nvSpPr>
          <p:spPr>
            <a:xfrm>
              <a:off x="5136507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g1711"/>
            <p:cNvSpPr/>
            <p:nvPr/>
          </p:nvSpPr>
          <p:spPr>
            <a:xfrm>
              <a:off x="5148144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g1712"/>
            <p:cNvSpPr/>
            <p:nvPr/>
          </p:nvSpPr>
          <p:spPr>
            <a:xfrm>
              <a:off x="5159781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g1713"/>
            <p:cNvSpPr/>
            <p:nvPr/>
          </p:nvSpPr>
          <p:spPr>
            <a:xfrm>
              <a:off x="517141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g1714"/>
            <p:cNvSpPr/>
            <p:nvPr/>
          </p:nvSpPr>
          <p:spPr>
            <a:xfrm>
              <a:off x="5183056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g1715"/>
            <p:cNvSpPr/>
            <p:nvPr/>
          </p:nvSpPr>
          <p:spPr>
            <a:xfrm>
              <a:off x="505504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g1716"/>
            <p:cNvSpPr/>
            <p:nvPr/>
          </p:nvSpPr>
          <p:spPr>
            <a:xfrm>
              <a:off x="5066683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g1717"/>
            <p:cNvSpPr/>
            <p:nvPr/>
          </p:nvSpPr>
          <p:spPr>
            <a:xfrm>
              <a:off x="5078320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g1718"/>
            <p:cNvSpPr/>
            <p:nvPr/>
          </p:nvSpPr>
          <p:spPr>
            <a:xfrm>
              <a:off x="508995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g1719"/>
            <p:cNvSpPr/>
            <p:nvPr/>
          </p:nvSpPr>
          <p:spPr>
            <a:xfrm>
              <a:off x="510159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g1720"/>
            <p:cNvSpPr/>
            <p:nvPr/>
          </p:nvSpPr>
          <p:spPr>
            <a:xfrm>
              <a:off x="5113232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g1721"/>
            <p:cNvSpPr/>
            <p:nvPr/>
          </p:nvSpPr>
          <p:spPr>
            <a:xfrm>
              <a:off x="512486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g1722"/>
            <p:cNvSpPr/>
            <p:nvPr/>
          </p:nvSpPr>
          <p:spPr>
            <a:xfrm>
              <a:off x="513650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g1723"/>
            <p:cNvSpPr/>
            <p:nvPr/>
          </p:nvSpPr>
          <p:spPr>
            <a:xfrm>
              <a:off x="5148144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g1724"/>
            <p:cNvSpPr/>
            <p:nvPr/>
          </p:nvSpPr>
          <p:spPr>
            <a:xfrm>
              <a:off x="5159781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g1725"/>
            <p:cNvSpPr/>
            <p:nvPr/>
          </p:nvSpPr>
          <p:spPr>
            <a:xfrm>
              <a:off x="517141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g1726"/>
            <p:cNvSpPr/>
            <p:nvPr/>
          </p:nvSpPr>
          <p:spPr>
            <a:xfrm>
              <a:off x="5183056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g1727"/>
            <p:cNvSpPr/>
            <p:nvPr/>
          </p:nvSpPr>
          <p:spPr>
            <a:xfrm>
              <a:off x="5043408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g1728"/>
            <p:cNvSpPr/>
            <p:nvPr/>
          </p:nvSpPr>
          <p:spPr>
            <a:xfrm>
              <a:off x="505504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g1729"/>
            <p:cNvSpPr/>
            <p:nvPr/>
          </p:nvSpPr>
          <p:spPr>
            <a:xfrm>
              <a:off x="506668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g1730"/>
            <p:cNvSpPr/>
            <p:nvPr/>
          </p:nvSpPr>
          <p:spPr>
            <a:xfrm>
              <a:off x="5078320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g1731"/>
            <p:cNvSpPr/>
            <p:nvPr/>
          </p:nvSpPr>
          <p:spPr>
            <a:xfrm>
              <a:off x="508995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g1732"/>
            <p:cNvSpPr/>
            <p:nvPr/>
          </p:nvSpPr>
          <p:spPr>
            <a:xfrm>
              <a:off x="510159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g1733"/>
            <p:cNvSpPr/>
            <p:nvPr/>
          </p:nvSpPr>
          <p:spPr>
            <a:xfrm>
              <a:off x="5113232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g1734"/>
            <p:cNvSpPr/>
            <p:nvPr/>
          </p:nvSpPr>
          <p:spPr>
            <a:xfrm>
              <a:off x="512486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g1735"/>
            <p:cNvSpPr/>
            <p:nvPr/>
          </p:nvSpPr>
          <p:spPr>
            <a:xfrm>
              <a:off x="513650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g1736"/>
            <p:cNvSpPr/>
            <p:nvPr/>
          </p:nvSpPr>
          <p:spPr>
            <a:xfrm>
              <a:off x="5148144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g1737"/>
            <p:cNvSpPr/>
            <p:nvPr/>
          </p:nvSpPr>
          <p:spPr>
            <a:xfrm>
              <a:off x="5159781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g1738"/>
            <p:cNvSpPr/>
            <p:nvPr/>
          </p:nvSpPr>
          <p:spPr>
            <a:xfrm>
              <a:off x="517141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g1739"/>
            <p:cNvSpPr/>
            <p:nvPr/>
          </p:nvSpPr>
          <p:spPr>
            <a:xfrm>
              <a:off x="5183056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g1740"/>
            <p:cNvSpPr/>
            <p:nvPr/>
          </p:nvSpPr>
          <p:spPr>
            <a:xfrm>
              <a:off x="519469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g1741"/>
            <p:cNvSpPr/>
            <p:nvPr/>
          </p:nvSpPr>
          <p:spPr>
            <a:xfrm>
              <a:off x="5043408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g1742"/>
            <p:cNvSpPr/>
            <p:nvPr/>
          </p:nvSpPr>
          <p:spPr>
            <a:xfrm>
              <a:off x="505504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g1743"/>
            <p:cNvSpPr/>
            <p:nvPr/>
          </p:nvSpPr>
          <p:spPr>
            <a:xfrm>
              <a:off x="506668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g1744"/>
            <p:cNvSpPr/>
            <p:nvPr/>
          </p:nvSpPr>
          <p:spPr>
            <a:xfrm>
              <a:off x="5078320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g1745"/>
            <p:cNvSpPr/>
            <p:nvPr/>
          </p:nvSpPr>
          <p:spPr>
            <a:xfrm>
              <a:off x="508995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g1746"/>
            <p:cNvSpPr/>
            <p:nvPr/>
          </p:nvSpPr>
          <p:spPr>
            <a:xfrm>
              <a:off x="510159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g1747"/>
            <p:cNvSpPr/>
            <p:nvPr/>
          </p:nvSpPr>
          <p:spPr>
            <a:xfrm>
              <a:off x="5113232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g1748"/>
            <p:cNvSpPr/>
            <p:nvPr/>
          </p:nvSpPr>
          <p:spPr>
            <a:xfrm>
              <a:off x="512486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g1749"/>
            <p:cNvSpPr/>
            <p:nvPr/>
          </p:nvSpPr>
          <p:spPr>
            <a:xfrm>
              <a:off x="513650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g1750"/>
            <p:cNvSpPr/>
            <p:nvPr/>
          </p:nvSpPr>
          <p:spPr>
            <a:xfrm>
              <a:off x="5148144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g1751"/>
            <p:cNvSpPr/>
            <p:nvPr/>
          </p:nvSpPr>
          <p:spPr>
            <a:xfrm>
              <a:off x="515978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g1752"/>
            <p:cNvSpPr/>
            <p:nvPr/>
          </p:nvSpPr>
          <p:spPr>
            <a:xfrm>
              <a:off x="517141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g1753"/>
            <p:cNvSpPr/>
            <p:nvPr/>
          </p:nvSpPr>
          <p:spPr>
            <a:xfrm>
              <a:off x="5183056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g1754"/>
            <p:cNvSpPr/>
            <p:nvPr/>
          </p:nvSpPr>
          <p:spPr>
            <a:xfrm>
              <a:off x="519469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g1755"/>
            <p:cNvSpPr/>
            <p:nvPr/>
          </p:nvSpPr>
          <p:spPr>
            <a:xfrm>
              <a:off x="520633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g1756"/>
            <p:cNvSpPr/>
            <p:nvPr/>
          </p:nvSpPr>
          <p:spPr>
            <a:xfrm>
              <a:off x="5043408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g1757"/>
            <p:cNvSpPr/>
            <p:nvPr/>
          </p:nvSpPr>
          <p:spPr>
            <a:xfrm>
              <a:off x="505504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g1758"/>
            <p:cNvSpPr/>
            <p:nvPr/>
          </p:nvSpPr>
          <p:spPr>
            <a:xfrm>
              <a:off x="506668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g1759"/>
            <p:cNvSpPr/>
            <p:nvPr/>
          </p:nvSpPr>
          <p:spPr>
            <a:xfrm>
              <a:off x="5078320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g1760"/>
            <p:cNvSpPr/>
            <p:nvPr/>
          </p:nvSpPr>
          <p:spPr>
            <a:xfrm>
              <a:off x="508995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g1761"/>
            <p:cNvSpPr/>
            <p:nvPr/>
          </p:nvSpPr>
          <p:spPr>
            <a:xfrm>
              <a:off x="510159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g1762"/>
            <p:cNvSpPr/>
            <p:nvPr/>
          </p:nvSpPr>
          <p:spPr>
            <a:xfrm>
              <a:off x="5113232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g1763"/>
            <p:cNvSpPr/>
            <p:nvPr/>
          </p:nvSpPr>
          <p:spPr>
            <a:xfrm>
              <a:off x="512486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g1764"/>
            <p:cNvSpPr/>
            <p:nvPr/>
          </p:nvSpPr>
          <p:spPr>
            <a:xfrm>
              <a:off x="513650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g1765"/>
            <p:cNvSpPr/>
            <p:nvPr/>
          </p:nvSpPr>
          <p:spPr>
            <a:xfrm>
              <a:off x="5148144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g1766"/>
            <p:cNvSpPr/>
            <p:nvPr/>
          </p:nvSpPr>
          <p:spPr>
            <a:xfrm>
              <a:off x="515978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g1767"/>
            <p:cNvSpPr/>
            <p:nvPr/>
          </p:nvSpPr>
          <p:spPr>
            <a:xfrm>
              <a:off x="517141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g1768"/>
            <p:cNvSpPr/>
            <p:nvPr/>
          </p:nvSpPr>
          <p:spPr>
            <a:xfrm>
              <a:off x="5183056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g1769"/>
            <p:cNvSpPr/>
            <p:nvPr/>
          </p:nvSpPr>
          <p:spPr>
            <a:xfrm>
              <a:off x="519469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g1770"/>
            <p:cNvSpPr/>
            <p:nvPr/>
          </p:nvSpPr>
          <p:spPr>
            <a:xfrm>
              <a:off x="520633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g1771"/>
            <p:cNvSpPr/>
            <p:nvPr/>
          </p:nvSpPr>
          <p:spPr>
            <a:xfrm>
              <a:off x="504340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g1772"/>
            <p:cNvSpPr/>
            <p:nvPr/>
          </p:nvSpPr>
          <p:spPr>
            <a:xfrm>
              <a:off x="505504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g1773"/>
            <p:cNvSpPr/>
            <p:nvPr/>
          </p:nvSpPr>
          <p:spPr>
            <a:xfrm>
              <a:off x="506668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g1774"/>
            <p:cNvSpPr/>
            <p:nvPr/>
          </p:nvSpPr>
          <p:spPr>
            <a:xfrm>
              <a:off x="5078320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g1775"/>
            <p:cNvSpPr/>
            <p:nvPr/>
          </p:nvSpPr>
          <p:spPr>
            <a:xfrm>
              <a:off x="508995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g1776"/>
            <p:cNvSpPr/>
            <p:nvPr/>
          </p:nvSpPr>
          <p:spPr>
            <a:xfrm>
              <a:off x="510159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g1777"/>
            <p:cNvSpPr/>
            <p:nvPr/>
          </p:nvSpPr>
          <p:spPr>
            <a:xfrm>
              <a:off x="5113232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g1778"/>
            <p:cNvSpPr/>
            <p:nvPr/>
          </p:nvSpPr>
          <p:spPr>
            <a:xfrm>
              <a:off x="512486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g1779"/>
            <p:cNvSpPr/>
            <p:nvPr/>
          </p:nvSpPr>
          <p:spPr>
            <a:xfrm>
              <a:off x="513650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g1780"/>
            <p:cNvSpPr/>
            <p:nvPr/>
          </p:nvSpPr>
          <p:spPr>
            <a:xfrm>
              <a:off x="5148144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g1781"/>
            <p:cNvSpPr/>
            <p:nvPr/>
          </p:nvSpPr>
          <p:spPr>
            <a:xfrm>
              <a:off x="515978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g1782"/>
            <p:cNvSpPr/>
            <p:nvPr/>
          </p:nvSpPr>
          <p:spPr>
            <a:xfrm>
              <a:off x="517141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g1783"/>
            <p:cNvSpPr/>
            <p:nvPr/>
          </p:nvSpPr>
          <p:spPr>
            <a:xfrm>
              <a:off x="5183056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g1784"/>
            <p:cNvSpPr/>
            <p:nvPr/>
          </p:nvSpPr>
          <p:spPr>
            <a:xfrm>
              <a:off x="519469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g1785"/>
            <p:cNvSpPr/>
            <p:nvPr/>
          </p:nvSpPr>
          <p:spPr>
            <a:xfrm>
              <a:off x="520633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g1786"/>
            <p:cNvSpPr/>
            <p:nvPr/>
          </p:nvSpPr>
          <p:spPr>
            <a:xfrm>
              <a:off x="521796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g1787"/>
            <p:cNvSpPr/>
            <p:nvPr/>
          </p:nvSpPr>
          <p:spPr>
            <a:xfrm>
              <a:off x="505504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g1788"/>
            <p:cNvSpPr/>
            <p:nvPr/>
          </p:nvSpPr>
          <p:spPr>
            <a:xfrm>
              <a:off x="506668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g1789"/>
            <p:cNvSpPr/>
            <p:nvPr/>
          </p:nvSpPr>
          <p:spPr>
            <a:xfrm>
              <a:off x="5078320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g1790"/>
            <p:cNvSpPr/>
            <p:nvPr/>
          </p:nvSpPr>
          <p:spPr>
            <a:xfrm>
              <a:off x="508995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g1791"/>
            <p:cNvSpPr/>
            <p:nvPr/>
          </p:nvSpPr>
          <p:spPr>
            <a:xfrm>
              <a:off x="510159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g1792"/>
            <p:cNvSpPr/>
            <p:nvPr/>
          </p:nvSpPr>
          <p:spPr>
            <a:xfrm>
              <a:off x="5113232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g1793"/>
            <p:cNvSpPr/>
            <p:nvPr/>
          </p:nvSpPr>
          <p:spPr>
            <a:xfrm>
              <a:off x="512486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g1794"/>
            <p:cNvSpPr/>
            <p:nvPr/>
          </p:nvSpPr>
          <p:spPr>
            <a:xfrm>
              <a:off x="513650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g1795"/>
            <p:cNvSpPr/>
            <p:nvPr/>
          </p:nvSpPr>
          <p:spPr>
            <a:xfrm>
              <a:off x="5148144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g1796"/>
            <p:cNvSpPr/>
            <p:nvPr/>
          </p:nvSpPr>
          <p:spPr>
            <a:xfrm>
              <a:off x="515978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g1797"/>
            <p:cNvSpPr/>
            <p:nvPr/>
          </p:nvSpPr>
          <p:spPr>
            <a:xfrm>
              <a:off x="517141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g1798"/>
            <p:cNvSpPr/>
            <p:nvPr/>
          </p:nvSpPr>
          <p:spPr>
            <a:xfrm>
              <a:off x="5183056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g1799"/>
            <p:cNvSpPr/>
            <p:nvPr/>
          </p:nvSpPr>
          <p:spPr>
            <a:xfrm>
              <a:off x="519469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g1800"/>
            <p:cNvSpPr/>
            <p:nvPr/>
          </p:nvSpPr>
          <p:spPr>
            <a:xfrm>
              <a:off x="520633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g1801"/>
            <p:cNvSpPr/>
            <p:nvPr/>
          </p:nvSpPr>
          <p:spPr>
            <a:xfrm>
              <a:off x="5217968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g1802"/>
            <p:cNvSpPr/>
            <p:nvPr/>
          </p:nvSpPr>
          <p:spPr>
            <a:xfrm>
              <a:off x="502013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g1803"/>
            <p:cNvSpPr/>
            <p:nvPr/>
          </p:nvSpPr>
          <p:spPr>
            <a:xfrm>
              <a:off x="503177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g1804"/>
            <p:cNvSpPr/>
            <p:nvPr/>
          </p:nvSpPr>
          <p:spPr>
            <a:xfrm>
              <a:off x="504340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g1805"/>
            <p:cNvSpPr/>
            <p:nvPr/>
          </p:nvSpPr>
          <p:spPr>
            <a:xfrm>
              <a:off x="505504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g1806"/>
            <p:cNvSpPr/>
            <p:nvPr/>
          </p:nvSpPr>
          <p:spPr>
            <a:xfrm>
              <a:off x="506668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g1807"/>
            <p:cNvSpPr/>
            <p:nvPr/>
          </p:nvSpPr>
          <p:spPr>
            <a:xfrm>
              <a:off x="5078320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g1808"/>
            <p:cNvSpPr/>
            <p:nvPr/>
          </p:nvSpPr>
          <p:spPr>
            <a:xfrm>
              <a:off x="508995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g1809"/>
            <p:cNvSpPr/>
            <p:nvPr/>
          </p:nvSpPr>
          <p:spPr>
            <a:xfrm>
              <a:off x="510159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g1810"/>
            <p:cNvSpPr/>
            <p:nvPr/>
          </p:nvSpPr>
          <p:spPr>
            <a:xfrm>
              <a:off x="5113232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g1811"/>
            <p:cNvSpPr/>
            <p:nvPr/>
          </p:nvSpPr>
          <p:spPr>
            <a:xfrm>
              <a:off x="512486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g1812"/>
            <p:cNvSpPr/>
            <p:nvPr/>
          </p:nvSpPr>
          <p:spPr>
            <a:xfrm>
              <a:off x="513650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g1813"/>
            <p:cNvSpPr/>
            <p:nvPr/>
          </p:nvSpPr>
          <p:spPr>
            <a:xfrm>
              <a:off x="5148144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g1814"/>
            <p:cNvSpPr/>
            <p:nvPr/>
          </p:nvSpPr>
          <p:spPr>
            <a:xfrm>
              <a:off x="515978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g1815"/>
            <p:cNvSpPr/>
            <p:nvPr/>
          </p:nvSpPr>
          <p:spPr>
            <a:xfrm>
              <a:off x="517141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g1816"/>
            <p:cNvSpPr/>
            <p:nvPr/>
          </p:nvSpPr>
          <p:spPr>
            <a:xfrm>
              <a:off x="5183056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g1817"/>
            <p:cNvSpPr/>
            <p:nvPr/>
          </p:nvSpPr>
          <p:spPr>
            <a:xfrm>
              <a:off x="519469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g1818"/>
            <p:cNvSpPr/>
            <p:nvPr/>
          </p:nvSpPr>
          <p:spPr>
            <a:xfrm>
              <a:off x="520633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g1819"/>
            <p:cNvSpPr/>
            <p:nvPr/>
          </p:nvSpPr>
          <p:spPr>
            <a:xfrm>
              <a:off x="502013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g1820"/>
            <p:cNvSpPr/>
            <p:nvPr/>
          </p:nvSpPr>
          <p:spPr>
            <a:xfrm>
              <a:off x="503177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g1821"/>
            <p:cNvSpPr/>
            <p:nvPr/>
          </p:nvSpPr>
          <p:spPr>
            <a:xfrm>
              <a:off x="504340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g1822"/>
            <p:cNvSpPr/>
            <p:nvPr/>
          </p:nvSpPr>
          <p:spPr>
            <a:xfrm>
              <a:off x="505504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g1823"/>
            <p:cNvSpPr/>
            <p:nvPr/>
          </p:nvSpPr>
          <p:spPr>
            <a:xfrm>
              <a:off x="506668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g1824"/>
            <p:cNvSpPr/>
            <p:nvPr/>
          </p:nvSpPr>
          <p:spPr>
            <a:xfrm>
              <a:off x="5078320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g1825"/>
            <p:cNvSpPr/>
            <p:nvPr/>
          </p:nvSpPr>
          <p:spPr>
            <a:xfrm>
              <a:off x="508995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g1826"/>
            <p:cNvSpPr/>
            <p:nvPr/>
          </p:nvSpPr>
          <p:spPr>
            <a:xfrm>
              <a:off x="510159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g1827"/>
            <p:cNvSpPr/>
            <p:nvPr/>
          </p:nvSpPr>
          <p:spPr>
            <a:xfrm>
              <a:off x="5113232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g1828"/>
            <p:cNvSpPr/>
            <p:nvPr/>
          </p:nvSpPr>
          <p:spPr>
            <a:xfrm>
              <a:off x="512486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g1829"/>
            <p:cNvSpPr/>
            <p:nvPr/>
          </p:nvSpPr>
          <p:spPr>
            <a:xfrm>
              <a:off x="513650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g1830"/>
            <p:cNvSpPr/>
            <p:nvPr/>
          </p:nvSpPr>
          <p:spPr>
            <a:xfrm>
              <a:off x="5148144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g1831"/>
            <p:cNvSpPr/>
            <p:nvPr/>
          </p:nvSpPr>
          <p:spPr>
            <a:xfrm>
              <a:off x="515978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g1832"/>
            <p:cNvSpPr/>
            <p:nvPr/>
          </p:nvSpPr>
          <p:spPr>
            <a:xfrm>
              <a:off x="517141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g1833"/>
            <p:cNvSpPr/>
            <p:nvPr/>
          </p:nvSpPr>
          <p:spPr>
            <a:xfrm>
              <a:off x="5183056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g1834"/>
            <p:cNvSpPr/>
            <p:nvPr/>
          </p:nvSpPr>
          <p:spPr>
            <a:xfrm>
              <a:off x="519469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g1835"/>
            <p:cNvSpPr/>
            <p:nvPr/>
          </p:nvSpPr>
          <p:spPr>
            <a:xfrm>
              <a:off x="502013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g1836"/>
            <p:cNvSpPr/>
            <p:nvPr/>
          </p:nvSpPr>
          <p:spPr>
            <a:xfrm>
              <a:off x="503177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g1837"/>
            <p:cNvSpPr/>
            <p:nvPr/>
          </p:nvSpPr>
          <p:spPr>
            <a:xfrm>
              <a:off x="5043408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g1838"/>
            <p:cNvSpPr/>
            <p:nvPr/>
          </p:nvSpPr>
          <p:spPr>
            <a:xfrm>
              <a:off x="505504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g1839"/>
            <p:cNvSpPr/>
            <p:nvPr/>
          </p:nvSpPr>
          <p:spPr>
            <a:xfrm>
              <a:off x="506668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g1840"/>
            <p:cNvSpPr/>
            <p:nvPr/>
          </p:nvSpPr>
          <p:spPr>
            <a:xfrm>
              <a:off x="5078320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g1841"/>
            <p:cNvSpPr/>
            <p:nvPr/>
          </p:nvSpPr>
          <p:spPr>
            <a:xfrm>
              <a:off x="508995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g1842"/>
            <p:cNvSpPr/>
            <p:nvPr/>
          </p:nvSpPr>
          <p:spPr>
            <a:xfrm>
              <a:off x="510159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g1843"/>
            <p:cNvSpPr/>
            <p:nvPr/>
          </p:nvSpPr>
          <p:spPr>
            <a:xfrm>
              <a:off x="5113232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g1844"/>
            <p:cNvSpPr/>
            <p:nvPr/>
          </p:nvSpPr>
          <p:spPr>
            <a:xfrm>
              <a:off x="512486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g1845"/>
            <p:cNvSpPr/>
            <p:nvPr/>
          </p:nvSpPr>
          <p:spPr>
            <a:xfrm>
              <a:off x="513650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g1846"/>
            <p:cNvSpPr/>
            <p:nvPr/>
          </p:nvSpPr>
          <p:spPr>
            <a:xfrm>
              <a:off x="5148144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g1847"/>
            <p:cNvSpPr/>
            <p:nvPr/>
          </p:nvSpPr>
          <p:spPr>
            <a:xfrm>
              <a:off x="515978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g1848"/>
            <p:cNvSpPr/>
            <p:nvPr/>
          </p:nvSpPr>
          <p:spPr>
            <a:xfrm>
              <a:off x="517141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g1849"/>
            <p:cNvSpPr/>
            <p:nvPr/>
          </p:nvSpPr>
          <p:spPr>
            <a:xfrm>
              <a:off x="5183056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g1850"/>
            <p:cNvSpPr/>
            <p:nvPr/>
          </p:nvSpPr>
          <p:spPr>
            <a:xfrm>
              <a:off x="502013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g1851"/>
            <p:cNvSpPr/>
            <p:nvPr/>
          </p:nvSpPr>
          <p:spPr>
            <a:xfrm>
              <a:off x="503177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g1852"/>
            <p:cNvSpPr/>
            <p:nvPr/>
          </p:nvSpPr>
          <p:spPr>
            <a:xfrm>
              <a:off x="5043408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g1853"/>
            <p:cNvSpPr/>
            <p:nvPr/>
          </p:nvSpPr>
          <p:spPr>
            <a:xfrm>
              <a:off x="505504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g1854"/>
            <p:cNvSpPr/>
            <p:nvPr/>
          </p:nvSpPr>
          <p:spPr>
            <a:xfrm>
              <a:off x="506668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g1855"/>
            <p:cNvSpPr/>
            <p:nvPr/>
          </p:nvSpPr>
          <p:spPr>
            <a:xfrm>
              <a:off x="5078320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g1856"/>
            <p:cNvSpPr/>
            <p:nvPr/>
          </p:nvSpPr>
          <p:spPr>
            <a:xfrm>
              <a:off x="508995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g1857"/>
            <p:cNvSpPr/>
            <p:nvPr/>
          </p:nvSpPr>
          <p:spPr>
            <a:xfrm>
              <a:off x="510159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g1858"/>
            <p:cNvSpPr/>
            <p:nvPr/>
          </p:nvSpPr>
          <p:spPr>
            <a:xfrm>
              <a:off x="5113232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g1859"/>
            <p:cNvSpPr/>
            <p:nvPr/>
          </p:nvSpPr>
          <p:spPr>
            <a:xfrm>
              <a:off x="512486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g1860"/>
            <p:cNvSpPr/>
            <p:nvPr/>
          </p:nvSpPr>
          <p:spPr>
            <a:xfrm>
              <a:off x="513650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g1861"/>
            <p:cNvSpPr/>
            <p:nvPr/>
          </p:nvSpPr>
          <p:spPr>
            <a:xfrm>
              <a:off x="5148144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g1862"/>
            <p:cNvSpPr/>
            <p:nvPr/>
          </p:nvSpPr>
          <p:spPr>
            <a:xfrm>
              <a:off x="515978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g1863"/>
            <p:cNvSpPr/>
            <p:nvPr/>
          </p:nvSpPr>
          <p:spPr>
            <a:xfrm>
              <a:off x="517141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g1864"/>
            <p:cNvSpPr/>
            <p:nvPr/>
          </p:nvSpPr>
          <p:spPr>
            <a:xfrm>
              <a:off x="5008496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g1865"/>
            <p:cNvSpPr/>
            <p:nvPr/>
          </p:nvSpPr>
          <p:spPr>
            <a:xfrm>
              <a:off x="502013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g1866"/>
            <p:cNvSpPr/>
            <p:nvPr/>
          </p:nvSpPr>
          <p:spPr>
            <a:xfrm>
              <a:off x="5031771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g1867"/>
            <p:cNvSpPr/>
            <p:nvPr/>
          </p:nvSpPr>
          <p:spPr>
            <a:xfrm>
              <a:off x="5043408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g1868"/>
            <p:cNvSpPr/>
            <p:nvPr/>
          </p:nvSpPr>
          <p:spPr>
            <a:xfrm>
              <a:off x="505504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g1869"/>
            <p:cNvSpPr/>
            <p:nvPr/>
          </p:nvSpPr>
          <p:spPr>
            <a:xfrm>
              <a:off x="506668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g1870"/>
            <p:cNvSpPr/>
            <p:nvPr/>
          </p:nvSpPr>
          <p:spPr>
            <a:xfrm>
              <a:off x="5078320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g1871"/>
            <p:cNvSpPr/>
            <p:nvPr/>
          </p:nvSpPr>
          <p:spPr>
            <a:xfrm>
              <a:off x="508995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g1872"/>
            <p:cNvSpPr/>
            <p:nvPr/>
          </p:nvSpPr>
          <p:spPr>
            <a:xfrm>
              <a:off x="510159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g1873"/>
            <p:cNvSpPr/>
            <p:nvPr/>
          </p:nvSpPr>
          <p:spPr>
            <a:xfrm>
              <a:off x="5113232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g1874"/>
            <p:cNvSpPr/>
            <p:nvPr/>
          </p:nvSpPr>
          <p:spPr>
            <a:xfrm>
              <a:off x="5124869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g1875"/>
            <p:cNvSpPr/>
            <p:nvPr/>
          </p:nvSpPr>
          <p:spPr>
            <a:xfrm>
              <a:off x="513650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g1876"/>
            <p:cNvSpPr/>
            <p:nvPr/>
          </p:nvSpPr>
          <p:spPr>
            <a:xfrm>
              <a:off x="5148144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g1877"/>
            <p:cNvSpPr/>
            <p:nvPr/>
          </p:nvSpPr>
          <p:spPr>
            <a:xfrm>
              <a:off x="5008496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g1878"/>
            <p:cNvSpPr/>
            <p:nvPr/>
          </p:nvSpPr>
          <p:spPr>
            <a:xfrm>
              <a:off x="502013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g1879"/>
            <p:cNvSpPr/>
            <p:nvPr/>
          </p:nvSpPr>
          <p:spPr>
            <a:xfrm>
              <a:off x="5031771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g1880"/>
            <p:cNvSpPr/>
            <p:nvPr/>
          </p:nvSpPr>
          <p:spPr>
            <a:xfrm>
              <a:off x="5043408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g1881"/>
            <p:cNvSpPr/>
            <p:nvPr/>
          </p:nvSpPr>
          <p:spPr>
            <a:xfrm>
              <a:off x="505504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g1882"/>
            <p:cNvSpPr/>
            <p:nvPr/>
          </p:nvSpPr>
          <p:spPr>
            <a:xfrm>
              <a:off x="506668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g1883"/>
            <p:cNvSpPr/>
            <p:nvPr/>
          </p:nvSpPr>
          <p:spPr>
            <a:xfrm>
              <a:off x="5078320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g1884"/>
            <p:cNvSpPr/>
            <p:nvPr/>
          </p:nvSpPr>
          <p:spPr>
            <a:xfrm>
              <a:off x="508995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g1885"/>
            <p:cNvSpPr/>
            <p:nvPr/>
          </p:nvSpPr>
          <p:spPr>
            <a:xfrm>
              <a:off x="510159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g1886"/>
            <p:cNvSpPr/>
            <p:nvPr/>
          </p:nvSpPr>
          <p:spPr>
            <a:xfrm>
              <a:off x="5113232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g1887"/>
            <p:cNvSpPr/>
            <p:nvPr/>
          </p:nvSpPr>
          <p:spPr>
            <a:xfrm>
              <a:off x="5124869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g1888"/>
            <p:cNvSpPr/>
            <p:nvPr/>
          </p:nvSpPr>
          <p:spPr>
            <a:xfrm>
              <a:off x="513650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g1889"/>
            <p:cNvSpPr/>
            <p:nvPr/>
          </p:nvSpPr>
          <p:spPr>
            <a:xfrm>
              <a:off x="5008496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g1890"/>
            <p:cNvSpPr/>
            <p:nvPr/>
          </p:nvSpPr>
          <p:spPr>
            <a:xfrm>
              <a:off x="502013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g1891"/>
            <p:cNvSpPr/>
            <p:nvPr/>
          </p:nvSpPr>
          <p:spPr>
            <a:xfrm>
              <a:off x="5031771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g1892"/>
            <p:cNvSpPr/>
            <p:nvPr/>
          </p:nvSpPr>
          <p:spPr>
            <a:xfrm>
              <a:off x="5043408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g1893"/>
            <p:cNvSpPr/>
            <p:nvPr/>
          </p:nvSpPr>
          <p:spPr>
            <a:xfrm>
              <a:off x="505504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g1894"/>
            <p:cNvSpPr/>
            <p:nvPr/>
          </p:nvSpPr>
          <p:spPr>
            <a:xfrm>
              <a:off x="506668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g1895"/>
            <p:cNvSpPr/>
            <p:nvPr/>
          </p:nvSpPr>
          <p:spPr>
            <a:xfrm>
              <a:off x="5078320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g1896"/>
            <p:cNvSpPr/>
            <p:nvPr/>
          </p:nvSpPr>
          <p:spPr>
            <a:xfrm>
              <a:off x="5089957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g1897"/>
            <p:cNvSpPr/>
            <p:nvPr/>
          </p:nvSpPr>
          <p:spPr>
            <a:xfrm>
              <a:off x="510159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g1898"/>
            <p:cNvSpPr/>
            <p:nvPr/>
          </p:nvSpPr>
          <p:spPr>
            <a:xfrm>
              <a:off x="5113232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g1899"/>
            <p:cNvSpPr/>
            <p:nvPr/>
          </p:nvSpPr>
          <p:spPr>
            <a:xfrm>
              <a:off x="5124869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g1900"/>
            <p:cNvSpPr/>
            <p:nvPr/>
          </p:nvSpPr>
          <p:spPr>
            <a:xfrm>
              <a:off x="498522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g1901"/>
            <p:cNvSpPr/>
            <p:nvPr/>
          </p:nvSpPr>
          <p:spPr>
            <a:xfrm>
              <a:off x="499685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g1902"/>
            <p:cNvSpPr/>
            <p:nvPr/>
          </p:nvSpPr>
          <p:spPr>
            <a:xfrm>
              <a:off x="5008496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g1903"/>
            <p:cNvSpPr/>
            <p:nvPr/>
          </p:nvSpPr>
          <p:spPr>
            <a:xfrm>
              <a:off x="502013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g1904"/>
            <p:cNvSpPr/>
            <p:nvPr/>
          </p:nvSpPr>
          <p:spPr>
            <a:xfrm>
              <a:off x="503177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g1905"/>
            <p:cNvSpPr/>
            <p:nvPr/>
          </p:nvSpPr>
          <p:spPr>
            <a:xfrm>
              <a:off x="5043408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g1906"/>
            <p:cNvSpPr/>
            <p:nvPr/>
          </p:nvSpPr>
          <p:spPr>
            <a:xfrm>
              <a:off x="505504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g1907"/>
            <p:cNvSpPr/>
            <p:nvPr/>
          </p:nvSpPr>
          <p:spPr>
            <a:xfrm>
              <a:off x="506668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g1908"/>
            <p:cNvSpPr/>
            <p:nvPr/>
          </p:nvSpPr>
          <p:spPr>
            <a:xfrm>
              <a:off x="5078320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g1909"/>
            <p:cNvSpPr/>
            <p:nvPr/>
          </p:nvSpPr>
          <p:spPr>
            <a:xfrm>
              <a:off x="5089957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g1910"/>
            <p:cNvSpPr/>
            <p:nvPr/>
          </p:nvSpPr>
          <p:spPr>
            <a:xfrm>
              <a:off x="510159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g1911"/>
            <p:cNvSpPr/>
            <p:nvPr/>
          </p:nvSpPr>
          <p:spPr>
            <a:xfrm>
              <a:off x="5113232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g1912"/>
            <p:cNvSpPr/>
            <p:nvPr/>
          </p:nvSpPr>
          <p:spPr>
            <a:xfrm>
              <a:off x="512486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g1913"/>
            <p:cNvSpPr/>
            <p:nvPr/>
          </p:nvSpPr>
          <p:spPr>
            <a:xfrm>
              <a:off x="4973584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g1914"/>
            <p:cNvSpPr/>
            <p:nvPr/>
          </p:nvSpPr>
          <p:spPr>
            <a:xfrm>
              <a:off x="498522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g1915"/>
            <p:cNvSpPr/>
            <p:nvPr/>
          </p:nvSpPr>
          <p:spPr>
            <a:xfrm>
              <a:off x="499685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g1916"/>
            <p:cNvSpPr/>
            <p:nvPr/>
          </p:nvSpPr>
          <p:spPr>
            <a:xfrm>
              <a:off x="5008496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g1917"/>
            <p:cNvSpPr/>
            <p:nvPr/>
          </p:nvSpPr>
          <p:spPr>
            <a:xfrm>
              <a:off x="502013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g1918"/>
            <p:cNvSpPr/>
            <p:nvPr/>
          </p:nvSpPr>
          <p:spPr>
            <a:xfrm>
              <a:off x="503177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g1919"/>
            <p:cNvSpPr/>
            <p:nvPr/>
          </p:nvSpPr>
          <p:spPr>
            <a:xfrm>
              <a:off x="5043408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g1920"/>
            <p:cNvSpPr/>
            <p:nvPr/>
          </p:nvSpPr>
          <p:spPr>
            <a:xfrm>
              <a:off x="505504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g1921"/>
            <p:cNvSpPr/>
            <p:nvPr/>
          </p:nvSpPr>
          <p:spPr>
            <a:xfrm>
              <a:off x="506668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g1922"/>
            <p:cNvSpPr/>
            <p:nvPr/>
          </p:nvSpPr>
          <p:spPr>
            <a:xfrm>
              <a:off x="5078320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g1923"/>
            <p:cNvSpPr/>
            <p:nvPr/>
          </p:nvSpPr>
          <p:spPr>
            <a:xfrm>
              <a:off x="5089957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g1924"/>
            <p:cNvSpPr/>
            <p:nvPr/>
          </p:nvSpPr>
          <p:spPr>
            <a:xfrm>
              <a:off x="510159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g1925"/>
            <p:cNvSpPr/>
            <p:nvPr/>
          </p:nvSpPr>
          <p:spPr>
            <a:xfrm>
              <a:off x="5113232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g1926"/>
            <p:cNvSpPr/>
            <p:nvPr/>
          </p:nvSpPr>
          <p:spPr>
            <a:xfrm>
              <a:off x="512486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g1927"/>
            <p:cNvSpPr/>
            <p:nvPr/>
          </p:nvSpPr>
          <p:spPr>
            <a:xfrm>
              <a:off x="4973584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g1928"/>
            <p:cNvSpPr/>
            <p:nvPr/>
          </p:nvSpPr>
          <p:spPr>
            <a:xfrm>
              <a:off x="498522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g1929"/>
            <p:cNvSpPr/>
            <p:nvPr/>
          </p:nvSpPr>
          <p:spPr>
            <a:xfrm>
              <a:off x="4996859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g1930"/>
            <p:cNvSpPr/>
            <p:nvPr/>
          </p:nvSpPr>
          <p:spPr>
            <a:xfrm>
              <a:off x="5008496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g1931"/>
            <p:cNvSpPr/>
            <p:nvPr/>
          </p:nvSpPr>
          <p:spPr>
            <a:xfrm>
              <a:off x="502013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g1932"/>
            <p:cNvSpPr/>
            <p:nvPr/>
          </p:nvSpPr>
          <p:spPr>
            <a:xfrm>
              <a:off x="503177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g1933"/>
            <p:cNvSpPr/>
            <p:nvPr/>
          </p:nvSpPr>
          <p:spPr>
            <a:xfrm>
              <a:off x="5043408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g1934"/>
            <p:cNvSpPr/>
            <p:nvPr/>
          </p:nvSpPr>
          <p:spPr>
            <a:xfrm>
              <a:off x="505504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g1935"/>
            <p:cNvSpPr/>
            <p:nvPr/>
          </p:nvSpPr>
          <p:spPr>
            <a:xfrm>
              <a:off x="506668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g1936"/>
            <p:cNvSpPr/>
            <p:nvPr/>
          </p:nvSpPr>
          <p:spPr>
            <a:xfrm>
              <a:off x="5078320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g1937"/>
            <p:cNvSpPr/>
            <p:nvPr/>
          </p:nvSpPr>
          <p:spPr>
            <a:xfrm>
              <a:off x="5089957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g1938"/>
            <p:cNvSpPr/>
            <p:nvPr/>
          </p:nvSpPr>
          <p:spPr>
            <a:xfrm>
              <a:off x="510159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g1939"/>
            <p:cNvSpPr/>
            <p:nvPr/>
          </p:nvSpPr>
          <p:spPr>
            <a:xfrm>
              <a:off x="5113232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g1940"/>
            <p:cNvSpPr/>
            <p:nvPr/>
          </p:nvSpPr>
          <p:spPr>
            <a:xfrm>
              <a:off x="496194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g1941"/>
            <p:cNvSpPr/>
            <p:nvPr/>
          </p:nvSpPr>
          <p:spPr>
            <a:xfrm>
              <a:off x="4973584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g1942"/>
            <p:cNvSpPr/>
            <p:nvPr/>
          </p:nvSpPr>
          <p:spPr>
            <a:xfrm>
              <a:off x="498522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g1943"/>
            <p:cNvSpPr/>
            <p:nvPr/>
          </p:nvSpPr>
          <p:spPr>
            <a:xfrm>
              <a:off x="4996859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g1944"/>
            <p:cNvSpPr/>
            <p:nvPr/>
          </p:nvSpPr>
          <p:spPr>
            <a:xfrm>
              <a:off x="5008496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g1945"/>
            <p:cNvSpPr/>
            <p:nvPr/>
          </p:nvSpPr>
          <p:spPr>
            <a:xfrm>
              <a:off x="502013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g1946"/>
            <p:cNvSpPr/>
            <p:nvPr/>
          </p:nvSpPr>
          <p:spPr>
            <a:xfrm>
              <a:off x="503177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g1947"/>
            <p:cNvSpPr/>
            <p:nvPr/>
          </p:nvSpPr>
          <p:spPr>
            <a:xfrm>
              <a:off x="5043408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g1948"/>
            <p:cNvSpPr/>
            <p:nvPr/>
          </p:nvSpPr>
          <p:spPr>
            <a:xfrm>
              <a:off x="505504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g1949"/>
            <p:cNvSpPr/>
            <p:nvPr/>
          </p:nvSpPr>
          <p:spPr>
            <a:xfrm>
              <a:off x="506668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g1950"/>
            <p:cNvSpPr/>
            <p:nvPr/>
          </p:nvSpPr>
          <p:spPr>
            <a:xfrm>
              <a:off x="5078320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g1951"/>
            <p:cNvSpPr/>
            <p:nvPr/>
          </p:nvSpPr>
          <p:spPr>
            <a:xfrm>
              <a:off x="508995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g1952"/>
            <p:cNvSpPr/>
            <p:nvPr/>
          </p:nvSpPr>
          <p:spPr>
            <a:xfrm>
              <a:off x="510159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g1953"/>
            <p:cNvSpPr/>
            <p:nvPr/>
          </p:nvSpPr>
          <p:spPr>
            <a:xfrm>
              <a:off x="495030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g1954"/>
            <p:cNvSpPr/>
            <p:nvPr/>
          </p:nvSpPr>
          <p:spPr>
            <a:xfrm>
              <a:off x="4961947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g1955"/>
            <p:cNvSpPr/>
            <p:nvPr/>
          </p:nvSpPr>
          <p:spPr>
            <a:xfrm>
              <a:off x="4973584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g1956"/>
            <p:cNvSpPr/>
            <p:nvPr/>
          </p:nvSpPr>
          <p:spPr>
            <a:xfrm>
              <a:off x="498522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g1957"/>
            <p:cNvSpPr/>
            <p:nvPr/>
          </p:nvSpPr>
          <p:spPr>
            <a:xfrm>
              <a:off x="499685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g1958"/>
            <p:cNvSpPr/>
            <p:nvPr/>
          </p:nvSpPr>
          <p:spPr>
            <a:xfrm>
              <a:off x="5008496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g1959"/>
            <p:cNvSpPr/>
            <p:nvPr/>
          </p:nvSpPr>
          <p:spPr>
            <a:xfrm>
              <a:off x="502013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g1960"/>
            <p:cNvSpPr/>
            <p:nvPr/>
          </p:nvSpPr>
          <p:spPr>
            <a:xfrm>
              <a:off x="503177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g1961"/>
            <p:cNvSpPr/>
            <p:nvPr/>
          </p:nvSpPr>
          <p:spPr>
            <a:xfrm>
              <a:off x="5043408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g1962"/>
            <p:cNvSpPr/>
            <p:nvPr/>
          </p:nvSpPr>
          <p:spPr>
            <a:xfrm>
              <a:off x="5055045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g1963"/>
            <p:cNvSpPr/>
            <p:nvPr/>
          </p:nvSpPr>
          <p:spPr>
            <a:xfrm>
              <a:off x="506668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g1964"/>
            <p:cNvSpPr/>
            <p:nvPr/>
          </p:nvSpPr>
          <p:spPr>
            <a:xfrm>
              <a:off x="5078320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g1965"/>
            <p:cNvSpPr/>
            <p:nvPr/>
          </p:nvSpPr>
          <p:spPr>
            <a:xfrm>
              <a:off x="4927035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g1966"/>
            <p:cNvSpPr/>
            <p:nvPr/>
          </p:nvSpPr>
          <p:spPr>
            <a:xfrm>
              <a:off x="4938672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g1967"/>
            <p:cNvSpPr/>
            <p:nvPr/>
          </p:nvSpPr>
          <p:spPr>
            <a:xfrm>
              <a:off x="495030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g1968"/>
            <p:cNvSpPr/>
            <p:nvPr/>
          </p:nvSpPr>
          <p:spPr>
            <a:xfrm>
              <a:off x="4961947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g1969"/>
            <p:cNvSpPr/>
            <p:nvPr/>
          </p:nvSpPr>
          <p:spPr>
            <a:xfrm>
              <a:off x="4973584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g1970"/>
            <p:cNvSpPr/>
            <p:nvPr/>
          </p:nvSpPr>
          <p:spPr>
            <a:xfrm>
              <a:off x="4985221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g1971"/>
            <p:cNvSpPr/>
            <p:nvPr/>
          </p:nvSpPr>
          <p:spPr>
            <a:xfrm>
              <a:off x="499685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g1972"/>
            <p:cNvSpPr/>
            <p:nvPr/>
          </p:nvSpPr>
          <p:spPr>
            <a:xfrm>
              <a:off x="5008496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g1973"/>
            <p:cNvSpPr/>
            <p:nvPr/>
          </p:nvSpPr>
          <p:spPr>
            <a:xfrm>
              <a:off x="5020133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g1974"/>
            <p:cNvSpPr/>
            <p:nvPr/>
          </p:nvSpPr>
          <p:spPr>
            <a:xfrm>
              <a:off x="491539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g1975"/>
            <p:cNvSpPr/>
            <p:nvPr/>
          </p:nvSpPr>
          <p:spPr>
            <a:xfrm>
              <a:off x="4927035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g1976"/>
            <p:cNvSpPr/>
            <p:nvPr/>
          </p:nvSpPr>
          <p:spPr>
            <a:xfrm>
              <a:off x="4938672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g1977"/>
            <p:cNvSpPr/>
            <p:nvPr/>
          </p:nvSpPr>
          <p:spPr>
            <a:xfrm>
              <a:off x="495030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g1978"/>
            <p:cNvSpPr/>
            <p:nvPr/>
          </p:nvSpPr>
          <p:spPr>
            <a:xfrm>
              <a:off x="496194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g1979"/>
            <p:cNvSpPr/>
            <p:nvPr/>
          </p:nvSpPr>
          <p:spPr>
            <a:xfrm>
              <a:off x="4973584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g1980"/>
            <p:cNvSpPr/>
            <p:nvPr/>
          </p:nvSpPr>
          <p:spPr>
            <a:xfrm>
              <a:off x="4985221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g1981"/>
            <p:cNvSpPr/>
            <p:nvPr/>
          </p:nvSpPr>
          <p:spPr>
            <a:xfrm>
              <a:off x="499685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g1982"/>
            <p:cNvSpPr/>
            <p:nvPr/>
          </p:nvSpPr>
          <p:spPr>
            <a:xfrm>
              <a:off x="4892123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g1983"/>
            <p:cNvSpPr/>
            <p:nvPr/>
          </p:nvSpPr>
          <p:spPr>
            <a:xfrm>
              <a:off x="4903760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g1984"/>
            <p:cNvSpPr/>
            <p:nvPr/>
          </p:nvSpPr>
          <p:spPr>
            <a:xfrm>
              <a:off x="491539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g1985"/>
            <p:cNvSpPr/>
            <p:nvPr/>
          </p:nvSpPr>
          <p:spPr>
            <a:xfrm>
              <a:off x="4927035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g1986"/>
            <p:cNvSpPr/>
            <p:nvPr/>
          </p:nvSpPr>
          <p:spPr>
            <a:xfrm>
              <a:off x="4938672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g1987"/>
            <p:cNvSpPr/>
            <p:nvPr/>
          </p:nvSpPr>
          <p:spPr>
            <a:xfrm>
              <a:off x="4950309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g1988"/>
            <p:cNvSpPr/>
            <p:nvPr/>
          </p:nvSpPr>
          <p:spPr>
            <a:xfrm>
              <a:off x="496194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g1989"/>
            <p:cNvSpPr/>
            <p:nvPr/>
          </p:nvSpPr>
          <p:spPr>
            <a:xfrm>
              <a:off x="4973584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g1990"/>
            <p:cNvSpPr/>
            <p:nvPr/>
          </p:nvSpPr>
          <p:spPr>
            <a:xfrm>
              <a:off x="4985221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g1991"/>
            <p:cNvSpPr/>
            <p:nvPr/>
          </p:nvSpPr>
          <p:spPr>
            <a:xfrm>
              <a:off x="4857211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g1992"/>
            <p:cNvSpPr/>
            <p:nvPr/>
          </p:nvSpPr>
          <p:spPr>
            <a:xfrm>
              <a:off x="4868848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g1993"/>
            <p:cNvSpPr/>
            <p:nvPr/>
          </p:nvSpPr>
          <p:spPr>
            <a:xfrm>
              <a:off x="488048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g1994"/>
            <p:cNvSpPr/>
            <p:nvPr/>
          </p:nvSpPr>
          <p:spPr>
            <a:xfrm>
              <a:off x="4892123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g1995"/>
            <p:cNvSpPr/>
            <p:nvPr/>
          </p:nvSpPr>
          <p:spPr>
            <a:xfrm>
              <a:off x="4903760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g1996"/>
            <p:cNvSpPr/>
            <p:nvPr/>
          </p:nvSpPr>
          <p:spPr>
            <a:xfrm>
              <a:off x="491539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g1997"/>
            <p:cNvSpPr/>
            <p:nvPr/>
          </p:nvSpPr>
          <p:spPr>
            <a:xfrm>
              <a:off x="492703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g1998"/>
            <p:cNvSpPr/>
            <p:nvPr/>
          </p:nvSpPr>
          <p:spPr>
            <a:xfrm>
              <a:off x="4938672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g1999"/>
            <p:cNvSpPr/>
            <p:nvPr/>
          </p:nvSpPr>
          <p:spPr>
            <a:xfrm>
              <a:off x="4950309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g2000"/>
            <p:cNvSpPr/>
            <p:nvPr/>
          </p:nvSpPr>
          <p:spPr>
            <a:xfrm>
              <a:off x="496194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g2001"/>
            <p:cNvSpPr/>
            <p:nvPr/>
          </p:nvSpPr>
          <p:spPr>
            <a:xfrm>
              <a:off x="4973584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g2002"/>
            <p:cNvSpPr/>
            <p:nvPr/>
          </p:nvSpPr>
          <p:spPr>
            <a:xfrm>
              <a:off x="4833936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g2003"/>
            <p:cNvSpPr/>
            <p:nvPr/>
          </p:nvSpPr>
          <p:spPr>
            <a:xfrm>
              <a:off x="484557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g2004"/>
            <p:cNvSpPr/>
            <p:nvPr/>
          </p:nvSpPr>
          <p:spPr>
            <a:xfrm>
              <a:off x="4857211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g2005"/>
            <p:cNvSpPr/>
            <p:nvPr/>
          </p:nvSpPr>
          <p:spPr>
            <a:xfrm>
              <a:off x="4868848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g2006"/>
            <p:cNvSpPr/>
            <p:nvPr/>
          </p:nvSpPr>
          <p:spPr>
            <a:xfrm>
              <a:off x="488048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g2007"/>
            <p:cNvSpPr/>
            <p:nvPr/>
          </p:nvSpPr>
          <p:spPr>
            <a:xfrm>
              <a:off x="489212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g2008"/>
            <p:cNvSpPr/>
            <p:nvPr/>
          </p:nvSpPr>
          <p:spPr>
            <a:xfrm>
              <a:off x="4903760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g2009"/>
            <p:cNvSpPr/>
            <p:nvPr/>
          </p:nvSpPr>
          <p:spPr>
            <a:xfrm>
              <a:off x="491539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g2010"/>
            <p:cNvSpPr/>
            <p:nvPr/>
          </p:nvSpPr>
          <p:spPr>
            <a:xfrm>
              <a:off x="492703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g2011"/>
            <p:cNvSpPr/>
            <p:nvPr/>
          </p:nvSpPr>
          <p:spPr>
            <a:xfrm>
              <a:off x="4938672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g2012"/>
            <p:cNvSpPr/>
            <p:nvPr/>
          </p:nvSpPr>
          <p:spPr>
            <a:xfrm>
              <a:off x="4950309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g2013"/>
            <p:cNvSpPr/>
            <p:nvPr/>
          </p:nvSpPr>
          <p:spPr>
            <a:xfrm>
              <a:off x="496194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g2014"/>
            <p:cNvSpPr/>
            <p:nvPr/>
          </p:nvSpPr>
          <p:spPr>
            <a:xfrm>
              <a:off x="482229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g2015"/>
            <p:cNvSpPr/>
            <p:nvPr/>
          </p:nvSpPr>
          <p:spPr>
            <a:xfrm>
              <a:off x="4833936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g2016"/>
            <p:cNvSpPr/>
            <p:nvPr/>
          </p:nvSpPr>
          <p:spPr>
            <a:xfrm>
              <a:off x="484557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g2017"/>
            <p:cNvSpPr/>
            <p:nvPr/>
          </p:nvSpPr>
          <p:spPr>
            <a:xfrm>
              <a:off x="4857211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g2018"/>
            <p:cNvSpPr/>
            <p:nvPr/>
          </p:nvSpPr>
          <p:spPr>
            <a:xfrm>
              <a:off x="4868848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g2019"/>
            <p:cNvSpPr/>
            <p:nvPr/>
          </p:nvSpPr>
          <p:spPr>
            <a:xfrm>
              <a:off x="488048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g2020"/>
            <p:cNvSpPr/>
            <p:nvPr/>
          </p:nvSpPr>
          <p:spPr>
            <a:xfrm>
              <a:off x="489212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g2021"/>
            <p:cNvSpPr/>
            <p:nvPr/>
          </p:nvSpPr>
          <p:spPr>
            <a:xfrm>
              <a:off x="4903760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g2022"/>
            <p:cNvSpPr/>
            <p:nvPr/>
          </p:nvSpPr>
          <p:spPr>
            <a:xfrm>
              <a:off x="491539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g2023"/>
            <p:cNvSpPr/>
            <p:nvPr/>
          </p:nvSpPr>
          <p:spPr>
            <a:xfrm>
              <a:off x="492703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g2024"/>
            <p:cNvSpPr/>
            <p:nvPr/>
          </p:nvSpPr>
          <p:spPr>
            <a:xfrm>
              <a:off x="4938672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g2025"/>
            <p:cNvSpPr/>
            <p:nvPr/>
          </p:nvSpPr>
          <p:spPr>
            <a:xfrm>
              <a:off x="495030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g2026"/>
            <p:cNvSpPr/>
            <p:nvPr/>
          </p:nvSpPr>
          <p:spPr>
            <a:xfrm>
              <a:off x="496194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g2027"/>
            <p:cNvSpPr/>
            <p:nvPr/>
          </p:nvSpPr>
          <p:spPr>
            <a:xfrm>
              <a:off x="481066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g2028"/>
            <p:cNvSpPr/>
            <p:nvPr/>
          </p:nvSpPr>
          <p:spPr>
            <a:xfrm>
              <a:off x="482229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g2029"/>
            <p:cNvSpPr/>
            <p:nvPr/>
          </p:nvSpPr>
          <p:spPr>
            <a:xfrm>
              <a:off x="4833936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g2030"/>
            <p:cNvSpPr/>
            <p:nvPr/>
          </p:nvSpPr>
          <p:spPr>
            <a:xfrm>
              <a:off x="484557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g2031"/>
            <p:cNvSpPr/>
            <p:nvPr/>
          </p:nvSpPr>
          <p:spPr>
            <a:xfrm>
              <a:off x="485721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g2032"/>
            <p:cNvSpPr/>
            <p:nvPr/>
          </p:nvSpPr>
          <p:spPr>
            <a:xfrm>
              <a:off x="4868848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g2033"/>
            <p:cNvSpPr/>
            <p:nvPr/>
          </p:nvSpPr>
          <p:spPr>
            <a:xfrm>
              <a:off x="488048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g2034"/>
            <p:cNvSpPr/>
            <p:nvPr/>
          </p:nvSpPr>
          <p:spPr>
            <a:xfrm>
              <a:off x="489212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g2035"/>
            <p:cNvSpPr/>
            <p:nvPr/>
          </p:nvSpPr>
          <p:spPr>
            <a:xfrm>
              <a:off x="4903760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g2036"/>
            <p:cNvSpPr/>
            <p:nvPr/>
          </p:nvSpPr>
          <p:spPr>
            <a:xfrm>
              <a:off x="4915397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g2037"/>
            <p:cNvSpPr/>
            <p:nvPr/>
          </p:nvSpPr>
          <p:spPr>
            <a:xfrm>
              <a:off x="492703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g2038"/>
            <p:cNvSpPr/>
            <p:nvPr/>
          </p:nvSpPr>
          <p:spPr>
            <a:xfrm>
              <a:off x="4938672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g2039"/>
            <p:cNvSpPr/>
            <p:nvPr/>
          </p:nvSpPr>
          <p:spPr>
            <a:xfrm>
              <a:off x="495030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g2040"/>
            <p:cNvSpPr/>
            <p:nvPr/>
          </p:nvSpPr>
          <p:spPr>
            <a:xfrm>
              <a:off x="4799024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g2041"/>
            <p:cNvSpPr/>
            <p:nvPr/>
          </p:nvSpPr>
          <p:spPr>
            <a:xfrm>
              <a:off x="481066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g2042"/>
            <p:cNvSpPr/>
            <p:nvPr/>
          </p:nvSpPr>
          <p:spPr>
            <a:xfrm>
              <a:off x="4822299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g2043"/>
            <p:cNvSpPr/>
            <p:nvPr/>
          </p:nvSpPr>
          <p:spPr>
            <a:xfrm>
              <a:off x="4833936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g2044"/>
            <p:cNvSpPr/>
            <p:nvPr/>
          </p:nvSpPr>
          <p:spPr>
            <a:xfrm>
              <a:off x="4845573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g2045"/>
            <p:cNvSpPr/>
            <p:nvPr/>
          </p:nvSpPr>
          <p:spPr>
            <a:xfrm>
              <a:off x="485721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g2046"/>
            <p:cNvSpPr/>
            <p:nvPr/>
          </p:nvSpPr>
          <p:spPr>
            <a:xfrm>
              <a:off x="4868848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g2047"/>
            <p:cNvSpPr/>
            <p:nvPr/>
          </p:nvSpPr>
          <p:spPr>
            <a:xfrm>
              <a:off x="4787387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g2048"/>
            <p:cNvSpPr/>
            <p:nvPr/>
          </p:nvSpPr>
          <p:spPr>
            <a:xfrm>
              <a:off x="4799024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g2049"/>
            <p:cNvSpPr/>
            <p:nvPr/>
          </p:nvSpPr>
          <p:spPr>
            <a:xfrm>
              <a:off x="481066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g2050"/>
            <p:cNvSpPr/>
            <p:nvPr/>
          </p:nvSpPr>
          <p:spPr>
            <a:xfrm>
              <a:off x="4822299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g2051"/>
            <p:cNvSpPr/>
            <p:nvPr/>
          </p:nvSpPr>
          <p:spPr>
            <a:xfrm>
              <a:off x="4833936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g2052"/>
            <p:cNvSpPr/>
            <p:nvPr/>
          </p:nvSpPr>
          <p:spPr>
            <a:xfrm>
              <a:off x="4845573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g2053"/>
            <p:cNvSpPr/>
            <p:nvPr/>
          </p:nvSpPr>
          <p:spPr>
            <a:xfrm>
              <a:off x="485721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g2054"/>
            <p:cNvSpPr/>
            <p:nvPr/>
          </p:nvSpPr>
          <p:spPr>
            <a:xfrm>
              <a:off x="477574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g2055"/>
            <p:cNvSpPr/>
            <p:nvPr/>
          </p:nvSpPr>
          <p:spPr>
            <a:xfrm>
              <a:off x="4787387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g2056"/>
            <p:cNvSpPr/>
            <p:nvPr/>
          </p:nvSpPr>
          <p:spPr>
            <a:xfrm>
              <a:off x="4799024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g2057"/>
            <p:cNvSpPr/>
            <p:nvPr/>
          </p:nvSpPr>
          <p:spPr>
            <a:xfrm>
              <a:off x="4810661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g2058"/>
            <p:cNvSpPr/>
            <p:nvPr/>
          </p:nvSpPr>
          <p:spPr>
            <a:xfrm>
              <a:off x="482229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g2059"/>
            <p:cNvSpPr/>
            <p:nvPr/>
          </p:nvSpPr>
          <p:spPr>
            <a:xfrm>
              <a:off x="4833936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g2060"/>
            <p:cNvSpPr/>
            <p:nvPr/>
          </p:nvSpPr>
          <p:spPr>
            <a:xfrm>
              <a:off x="4845573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g2061"/>
            <p:cNvSpPr/>
            <p:nvPr/>
          </p:nvSpPr>
          <p:spPr>
            <a:xfrm>
              <a:off x="477574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g2062"/>
            <p:cNvSpPr/>
            <p:nvPr/>
          </p:nvSpPr>
          <p:spPr>
            <a:xfrm>
              <a:off x="4787387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g2063"/>
            <p:cNvSpPr/>
            <p:nvPr/>
          </p:nvSpPr>
          <p:spPr>
            <a:xfrm>
              <a:off x="4799024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g2064"/>
            <p:cNvSpPr/>
            <p:nvPr/>
          </p:nvSpPr>
          <p:spPr>
            <a:xfrm>
              <a:off x="4810661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g2065"/>
            <p:cNvSpPr/>
            <p:nvPr/>
          </p:nvSpPr>
          <p:spPr>
            <a:xfrm>
              <a:off x="482229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g2066"/>
            <p:cNvSpPr/>
            <p:nvPr/>
          </p:nvSpPr>
          <p:spPr>
            <a:xfrm>
              <a:off x="4833936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g2067"/>
            <p:cNvSpPr/>
            <p:nvPr/>
          </p:nvSpPr>
          <p:spPr>
            <a:xfrm>
              <a:off x="4752475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g2068"/>
            <p:cNvSpPr/>
            <p:nvPr/>
          </p:nvSpPr>
          <p:spPr>
            <a:xfrm>
              <a:off x="4764112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g2069"/>
            <p:cNvSpPr/>
            <p:nvPr/>
          </p:nvSpPr>
          <p:spPr>
            <a:xfrm>
              <a:off x="477574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g2070"/>
            <p:cNvSpPr/>
            <p:nvPr/>
          </p:nvSpPr>
          <p:spPr>
            <a:xfrm>
              <a:off x="4787387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g2071"/>
            <p:cNvSpPr/>
            <p:nvPr/>
          </p:nvSpPr>
          <p:spPr>
            <a:xfrm>
              <a:off x="4799024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g2072"/>
            <p:cNvSpPr/>
            <p:nvPr/>
          </p:nvSpPr>
          <p:spPr>
            <a:xfrm>
              <a:off x="4810661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g2073"/>
            <p:cNvSpPr/>
            <p:nvPr/>
          </p:nvSpPr>
          <p:spPr>
            <a:xfrm>
              <a:off x="482229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g2074"/>
            <p:cNvSpPr/>
            <p:nvPr/>
          </p:nvSpPr>
          <p:spPr>
            <a:xfrm>
              <a:off x="474083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g2075"/>
            <p:cNvSpPr/>
            <p:nvPr/>
          </p:nvSpPr>
          <p:spPr>
            <a:xfrm>
              <a:off x="4752475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g2076"/>
            <p:cNvSpPr/>
            <p:nvPr/>
          </p:nvSpPr>
          <p:spPr>
            <a:xfrm>
              <a:off x="4764112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g2077"/>
            <p:cNvSpPr/>
            <p:nvPr/>
          </p:nvSpPr>
          <p:spPr>
            <a:xfrm>
              <a:off x="477574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g2078"/>
            <p:cNvSpPr/>
            <p:nvPr/>
          </p:nvSpPr>
          <p:spPr>
            <a:xfrm>
              <a:off x="478738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g2079"/>
            <p:cNvSpPr/>
            <p:nvPr/>
          </p:nvSpPr>
          <p:spPr>
            <a:xfrm>
              <a:off x="4799024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g2080"/>
            <p:cNvSpPr/>
            <p:nvPr/>
          </p:nvSpPr>
          <p:spPr>
            <a:xfrm>
              <a:off x="4810661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g2081"/>
            <p:cNvSpPr/>
            <p:nvPr/>
          </p:nvSpPr>
          <p:spPr>
            <a:xfrm>
              <a:off x="482229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g2082"/>
            <p:cNvSpPr/>
            <p:nvPr/>
          </p:nvSpPr>
          <p:spPr>
            <a:xfrm>
              <a:off x="4717563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g2083"/>
            <p:cNvSpPr/>
            <p:nvPr/>
          </p:nvSpPr>
          <p:spPr>
            <a:xfrm>
              <a:off x="4729200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g2084"/>
            <p:cNvSpPr/>
            <p:nvPr/>
          </p:nvSpPr>
          <p:spPr>
            <a:xfrm>
              <a:off x="474083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g2085"/>
            <p:cNvSpPr/>
            <p:nvPr/>
          </p:nvSpPr>
          <p:spPr>
            <a:xfrm>
              <a:off x="4752475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g2086"/>
            <p:cNvSpPr/>
            <p:nvPr/>
          </p:nvSpPr>
          <p:spPr>
            <a:xfrm>
              <a:off x="4764112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g2087"/>
            <p:cNvSpPr/>
            <p:nvPr/>
          </p:nvSpPr>
          <p:spPr>
            <a:xfrm>
              <a:off x="4775749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g2088"/>
            <p:cNvSpPr/>
            <p:nvPr/>
          </p:nvSpPr>
          <p:spPr>
            <a:xfrm>
              <a:off x="478738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g2089"/>
            <p:cNvSpPr/>
            <p:nvPr/>
          </p:nvSpPr>
          <p:spPr>
            <a:xfrm>
              <a:off x="4799024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g2090"/>
            <p:cNvSpPr/>
            <p:nvPr/>
          </p:nvSpPr>
          <p:spPr>
            <a:xfrm>
              <a:off x="4810661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g2091"/>
            <p:cNvSpPr/>
            <p:nvPr/>
          </p:nvSpPr>
          <p:spPr>
            <a:xfrm>
              <a:off x="470592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g2092"/>
            <p:cNvSpPr/>
            <p:nvPr/>
          </p:nvSpPr>
          <p:spPr>
            <a:xfrm>
              <a:off x="4717563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g2093"/>
            <p:cNvSpPr/>
            <p:nvPr/>
          </p:nvSpPr>
          <p:spPr>
            <a:xfrm>
              <a:off x="4729200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g2094"/>
            <p:cNvSpPr/>
            <p:nvPr/>
          </p:nvSpPr>
          <p:spPr>
            <a:xfrm>
              <a:off x="474083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g2095"/>
            <p:cNvSpPr/>
            <p:nvPr/>
          </p:nvSpPr>
          <p:spPr>
            <a:xfrm>
              <a:off x="475247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g2096"/>
            <p:cNvSpPr/>
            <p:nvPr/>
          </p:nvSpPr>
          <p:spPr>
            <a:xfrm>
              <a:off x="4764112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g2097"/>
            <p:cNvSpPr/>
            <p:nvPr/>
          </p:nvSpPr>
          <p:spPr>
            <a:xfrm>
              <a:off x="4775749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g2098"/>
            <p:cNvSpPr/>
            <p:nvPr/>
          </p:nvSpPr>
          <p:spPr>
            <a:xfrm>
              <a:off x="478738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g2099"/>
            <p:cNvSpPr/>
            <p:nvPr/>
          </p:nvSpPr>
          <p:spPr>
            <a:xfrm>
              <a:off x="464773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g2100"/>
            <p:cNvSpPr/>
            <p:nvPr/>
          </p:nvSpPr>
          <p:spPr>
            <a:xfrm>
              <a:off x="4659376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g2101"/>
            <p:cNvSpPr/>
            <p:nvPr/>
          </p:nvSpPr>
          <p:spPr>
            <a:xfrm>
              <a:off x="467101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g2102"/>
            <p:cNvSpPr/>
            <p:nvPr/>
          </p:nvSpPr>
          <p:spPr>
            <a:xfrm>
              <a:off x="4682651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g2103"/>
            <p:cNvSpPr/>
            <p:nvPr/>
          </p:nvSpPr>
          <p:spPr>
            <a:xfrm>
              <a:off x="4694288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g2104"/>
            <p:cNvSpPr/>
            <p:nvPr/>
          </p:nvSpPr>
          <p:spPr>
            <a:xfrm>
              <a:off x="470592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g2105"/>
            <p:cNvSpPr/>
            <p:nvPr/>
          </p:nvSpPr>
          <p:spPr>
            <a:xfrm>
              <a:off x="471756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g2106"/>
            <p:cNvSpPr/>
            <p:nvPr/>
          </p:nvSpPr>
          <p:spPr>
            <a:xfrm>
              <a:off x="4729200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g2107"/>
            <p:cNvSpPr/>
            <p:nvPr/>
          </p:nvSpPr>
          <p:spPr>
            <a:xfrm>
              <a:off x="4740837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g2108"/>
            <p:cNvSpPr/>
            <p:nvPr/>
          </p:nvSpPr>
          <p:spPr>
            <a:xfrm>
              <a:off x="475247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g2109"/>
            <p:cNvSpPr/>
            <p:nvPr/>
          </p:nvSpPr>
          <p:spPr>
            <a:xfrm>
              <a:off x="4764112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g2110"/>
            <p:cNvSpPr/>
            <p:nvPr/>
          </p:nvSpPr>
          <p:spPr>
            <a:xfrm>
              <a:off x="477574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g2111"/>
            <p:cNvSpPr/>
            <p:nvPr/>
          </p:nvSpPr>
          <p:spPr>
            <a:xfrm>
              <a:off x="4624464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g2112"/>
            <p:cNvSpPr/>
            <p:nvPr/>
          </p:nvSpPr>
          <p:spPr>
            <a:xfrm>
              <a:off x="463610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g2113"/>
            <p:cNvSpPr/>
            <p:nvPr/>
          </p:nvSpPr>
          <p:spPr>
            <a:xfrm>
              <a:off x="4647739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g2114"/>
            <p:cNvSpPr/>
            <p:nvPr/>
          </p:nvSpPr>
          <p:spPr>
            <a:xfrm>
              <a:off x="4659376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g2115"/>
            <p:cNvSpPr/>
            <p:nvPr/>
          </p:nvSpPr>
          <p:spPr>
            <a:xfrm>
              <a:off x="467101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g2116"/>
            <p:cNvSpPr/>
            <p:nvPr/>
          </p:nvSpPr>
          <p:spPr>
            <a:xfrm>
              <a:off x="468265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g2117"/>
            <p:cNvSpPr/>
            <p:nvPr/>
          </p:nvSpPr>
          <p:spPr>
            <a:xfrm>
              <a:off x="4694288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g2118"/>
            <p:cNvSpPr/>
            <p:nvPr/>
          </p:nvSpPr>
          <p:spPr>
            <a:xfrm>
              <a:off x="470592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g2119"/>
            <p:cNvSpPr/>
            <p:nvPr/>
          </p:nvSpPr>
          <p:spPr>
            <a:xfrm>
              <a:off x="471756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g2120"/>
            <p:cNvSpPr/>
            <p:nvPr/>
          </p:nvSpPr>
          <p:spPr>
            <a:xfrm>
              <a:off x="4729200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g2121"/>
            <p:cNvSpPr/>
            <p:nvPr/>
          </p:nvSpPr>
          <p:spPr>
            <a:xfrm>
              <a:off x="4740837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g2122"/>
            <p:cNvSpPr/>
            <p:nvPr/>
          </p:nvSpPr>
          <p:spPr>
            <a:xfrm>
              <a:off x="475247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g2123"/>
            <p:cNvSpPr/>
            <p:nvPr/>
          </p:nvSpPr>
          <p:spPr>
            <a:xfrm>
              <a:off x="4764112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g2124"/>
            <p:cNvSpPr/>
            <p:nvPr/>
          </p:nvSpPr>
          <p:spPr>
            <a:xfrm>
              <a:off x="461282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g2125"/>
            <p:cNvSpPr/>
            <p:nvPr/>
          </p:nvSpPr>
          <p:spPr>
            <a:xfrm>
              <a:off x="4624464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g2126"/>
            <p:cNvSpPr/>
            <p:nvPr/>
          </p:nvSpPr>
          <p:spPr>
            <a:xfrm>
              <a:off x="463610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g2127"/>
            <p:cNvSpPr/>
            <p:nvPr/>
          </p:nvSpPr>
          <p:spPr>
            <a:xfrm>
              <a:off x="4647739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g2128"/>
            <p:cNvSpPr/>
            <p:nvPr/>
          </p:nvSpPr>
          <p:spPr>
            <a:xfrm>
              <a:off x="4659376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g2129"/>
            <p:cNvSpPr/>
            <p:nvPr/>
          </p:nvSpPr>
          <p:spPr>
            <a:xfrm>
              <a:off x="467101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g2130"/>
            <p:cNvSpPr/>
            <p:nvPr/>
          </p:nvSpPr>
          <p:spPr>
            <a:xfrm>
              <a:off x="468265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g2131"/>
            <p:cNvSpPr/>
            <p:nvPr/>
          </p:nvSpPr>
          <p:spPr>
            <a:xfrm>
              <a:off x="4694288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g2132"/>
            <p:cNvSpPr/>
            <p:nvPr/>
          </p:nvSpPr>
          <p:spPr>
            <a:xfrm>
              <a:off x="4705925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g2133"/>
            <p:cNvSpPr/>
            <p:nvPr/>
          </p:nvSpPr>
          <p:spPr>
            <a:xfrm>
              <a:off x="471756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g2134"/>
            <p:cNvSpPr/>
            <p:nvPr/>
          </p:nvSpPr>
          <p:spPr>
            <a:xfrm>
              <a:off x="4729200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g2135"/>
            <p:cNvSpPr/>
            <p:nvPr/>
          </p:nvSpPr>
          <p:spPr>
            <a:xfrm>
              <a:off x="474083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g2136"/>
            <p:cNvSpPr/>
            <p:nvPr/>
          </p:nvSpPr>
          <p:spPr>
            <a:xfrm>
              <a:off x="4612827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g2137"/>
            <p:cNvSpPr/>
            <p:nvPr/>
          </p:nvSpPr>
          <p:spPr>
            <a:xfrm>
              <a:off x="4624464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g2138"/>
            <p:cNvSpPr/>
            <p:nvPr/>
          </p:nvSpPr>
          <p:spPr>
            <a:xfrm>
              <a:off x="463610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g2139"/>
            <p:cNvSpPr/>
            <p:nvPr/>
          </p:nvSpPr>
          <p:spPr>
            <a:xfrm>
              <a:off x="4647739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g2140"/>
            <p:cNvSpPr/>
            <p:nvPr/>
          </p:nvSpPr>
          <p:spPr>
            <a:xfrm>
              <a:off x="4659376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g2141"/>
            <p:cNvSpPr/>
            <p:nvPr/>
          </p:nvSpPr>
          <p:spPr>
            <a:xfrm>
              <a:off x="467101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g2142"/>
            <p:cNvSpPr/>
            <p:nvPr/>
          </p:nvSpPr>
          <p:spPr>
            <a:xfrm>
              <a:off x="468265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g2143"/>
            <p:cNvSpPr/>
            <p:nvPr/>
          </p:nvSpPr>
          <p:spPr>
            <a:xfrm>
              <a:off x="4694288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g2144"/>
            <p:cNvSpPr/>
            <p:nvPr/>
          </p:nvSpPr>
          <p:spPr>
            <a:xfrm>
              <a:off x="4705925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g2145"/>
            <p:cNvSpPr/>
            <p:nvPr/>
          </p:nvSpPr>
          <p:spPr>
            <a:xfrm>
              <a:off x="471756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g2146"/>
            <p:cNvSpPr/>
            <p:nvPr/>
          </p:nvSpPr>
          <p:spPr>
            <a:xfrm>
              <a:off x="4729200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g2147"/>
            <p:cNvSpPr/>
            <p:nvPr/>
          </p:nvSpPr>
          <p:spPr>
            <a:xfrm>
              <a:off x="4612827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g2148"/>
            <p:cNvSpPr/>
            <p:nvPr/>
          </p:nvSpPr>
          <p:spPr>
            <a:xfrm>
              <a:off x="4624464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g2149"/>
            <p:cNvSpPr/>
            <p:nvPr/>
          </p:nvSpPr>
          <p:spPr>
            <a:xfrm>
              <a:off x="463610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g2150"/>
            <p:cNvSpPr/>
            <p:nvPr/>
          </p:nvSpPr>
          <p:spPr>
            <a:xfrm>
              <a:off x="4647739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g2151"/>
            <p:cNvSpPr/>
            <p:nvPr/>
          </p:nvSpPr>
          <p:spPr>
            <a:xfrm>
              <a:off x="4659376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g2152"/>
            <p:cNvSpPr/>
            <p:nvPr/>
          </p:nvSpPr>
          <p:spPr>
            <a:xfrm>
              <a:off x="4671013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g2153"/>
            <p:cNvSpPr/>
            <p:nvPr/>
          </p:nvSpPr>
          <p:spPr>
            <a:xfrm>
              <a:off x="468265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g2154"/>
            <p:cNvSpPr/>
            <p:nvPr/>
          </p:nvSpPr>
          <p:spPr>
            <a:xfrm>
              <a:off x="4694288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g2155"/>
            <p:cNvSpPr/>
            <p:nvPr/>
          </p:nvSpPr>
          <p:spPr>
            <a:xfrm>
              <a:off x="4612827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g2156"/>
            <p:cNvSpPr/>
            <p:nvPr/>
          </p:nvSpPr>
          <p:spPr>
            <a:xfrm>
              <a:off x="4624464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g2157"/>
            <p:cNvSpPr/>
            <p:nvPr/>
          </p:nvSpPr>
          <p:spPr>
            <a:xfrm>
              <a:off x="463610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g2158"/>
            <p:cNvSpPr/>
            <p:nvPr/>
          </p:nvSpPr>
          <p:spPr>
            <a:xfrm>
              <a:off x="4647739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g2159"/>
            <p:cNvSpPr/>
            <p:nvPr/>
          </p:nvSpPr>
          <p:spPr>
            <a:xfrm>
              <a:off x="4659376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g2160"/>
            <p:cNvSpPr/>
            <p:nvPr/>
          </p:nvSpPr>
          <p:spPr>
            <a:xfrm>
              <a:off x="4671013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g2161"/>
            <p:cNvSpPr/>
            <p:nvPr/>
          </p:nvSpPr>
          <p:spPr>
            <a:xfrm>
              <a:off x="468265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g2162"/>
            <p:cNvSpPr/>
            <p:nvPr/>
          </p:nvSpPr>
          <p:spPr>
            <a:xfrm>
              <a:off x="4589552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g2163"/>
            <p:cNvSpPr/>
            <p:nvPr/>
          </p:nvSpPr>
          <p:spPr>
            <a:xfrm>
              <a:off x="4601190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g2164"/>
            <p:cNvSpPr/>
            <p:nvPr/>
          </p:nvSpPr>
          <p:spPr>
            <a:xfrm>
              <a:off x="4612827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g2165"/>
            <p:cNvSpPr/>
            <p:nvPr/>
          </p:nvSpPr>
          <p:spPr>
            <a:xfrm>
              <a:off x="4624464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g2166"/>
            <p:cNvSpPr/>
            <p:nvPr/>
          </p:nvSpPr>
          <p:spPr>
            <a:xfrm>
              <a:off x="4636101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g2167"/>
            <p:cNvSpPr/>
            <p:nvPr/>
          </p:nvSpPr>
          <p:spPr>
            <a:xfrm>
              <a:off x="4647739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g2168"/>
            <p:cNvSpPr/>
            <p:nvPr/>
          </p:nvSpPr>
          <p:spPr>
            <a:xfrm>
              <a:off x="4659376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g2169"/>
            <p:cNvSpPr/>
            <p:nvPr/>
          </p:nvSpPr>
          <p:spPr>
            <a:xfrm>
              <a:off x="4671013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g2170"/>
            <p:cNvSpPr/>
            <p:nvPr/>
          </p:nvSpPr>
          <p:spPr>
            <a:xfrm>
              <a:off x="4589552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g2171"/>
            <p:cNvSpPr/>
            <p:nvPr/>
          </p:nvSpPr>
          <p:spPr>
            <a:xfrm>
              <a:off x="4601190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g2172"/>
            <p:cNvSpPr/>
            <p:nvPr/>
          </p:nvSpPr>
          <p:spPr>
            <a:xfrm>
              <a:off x="4612827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g2173"/>
            <p:cNvSpPr/>
            <p:nvPr/>
          </p:nvSpPr>
          <p:spPr>
            <a:xfrm>
              <a:off x="4624464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g2174"/>
            <p:cNvSpPr/>
            <p:nvPr/>
          </p:nvSpPr>
          <p:spPr>
            <a:xfrm>
              <a:off x="4636101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g2175"/>
            <p:cNvSpPr/>
            <p:nvPr/>
          </p:nvSpPr>
          <p:spPr>
            <a:xfrm>
              <a:off x="4647739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g2176"/>
            <p:cNvSpPr/>
            <p:nvPr/>
          </p:nvSpPr>
          <p:spPr>
            <a:xfrm>
              <a:off x="4659376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g2177"/>
            <p:cNvSpPr/>
            <p:nvPr/>
          </p:nvSpPr>
          <p:spPr>
            <a:xfrm>
              <a:off x="4577915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g2178"/>
            <p:cNvSpPr/>
            <p:nvPr/>
          </p:nvSpPr>
          <p:spPr>
            <a:xfrm>
              <a:off x="4589552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g2179"/>
            <p:cNvSpPr/>
            <p:nvPr/>
          </p:nvSpPr>
          <p:spPr>
            <a:xfrm>
              <a:off x="4601190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g2180"/>
            <p:cNvSpPr/>
            <p:nvPr/>
          </p:nvSpPr>
          <p:spPr>
            <a:xfrm>
              <a:off x="4612827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g2181"/>
            <p:cNvSpPr/>
            <p:nvPr/>
          </p:nvSpPr>
          <p:spPr>
            <a:xfrm>
              <a:off x="4624464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g2182"/>
            <p:cNvSpPr/>
            <p:nvPr/>
          </p:nvSpPr>
          <p:spPr>
            <a:xfrm>
              <a:off x="4636101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g2183"/>
            <p:cNvSpPr/>
            <p:nvPr/>
          </p:nvSpPr>
          <p:spPr>
            <a:xfrm>
              <a:off x="4647739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g2184"/>
            <p:cNvSpPr/>
            <p:nvPr/>
          </p:nvSpPr>
          <p:spPr>
            <a:xfrm>
              <a:off x="4577915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g2185"/>
            <p:cNvSpPr/>
            <p:nvPr/>
          </p:nvSpPr>
          <p:spPr>
            <a:xfrm>
              <a:off x="4589552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g2186"/>
            <p:cNvSpPr/>
            <p:nvPr/>
          </p:nvSpPr>
          <p:spPr>
            <a:xfrm>
              <a:off x="4601190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g2187"/>
            <p:cNvSpPr/>
            <p:nvPr/>
          </p:nvSpPr>
          <p:spPr>
            <a:xfrm>
              <a:off x="4612827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g2188"/>
            <p:cNvSpPr/>
            <p:nvPr/>
          </p:nvSpPr>
          <p:spPr>
            <a:xfrm>
              <a:off x="4624464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g2189"/>
            <p:cNvSpPr/>
            <p:nvPr/>
          </p:nvSpPr>
          <p:spPr>
            <a:xfrm>
              <a:off x="4636101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g2190"/>
            <p:cNvSpPr/>
            <p:nvPr/>
          </p:nvSpPr>
          <p:spPr>
            <a:xfrm>
              <a:off x="4566278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g2191"/>
            <p:cNvSpPr/>
            <p:nvPr/>
          </p:nvSpPr>
          <p:spPr>
            <a:xfrm>
              <a:off x="4577915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g2192"/>
            <p:cNvSpPr/>
            <p:nvPr/>
          </p:nvSpPr>
          <p:spPr>
            <a:xfrm>
              <a:off x="4589552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g2193"/>
            <p:cNvSpPr/>
            <p:nvPr/>
          </p:nvSpPr>
          <p:spPr>
            <a:xfrm>
              <a:off x="4601190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g2194"/>
            <p:cNvSpPr/>
            <p:nvPr/>
          </p:nvSpPr>
          <p:spPr>
            <a:xfrm>
              <a:off x="4612827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g2195"/>
            <p:cNvSpPr/>
            <p:nvPr/>
          </p:nvSpPr>
          <p:spPr>
            <a:xfrm>
              <a:off x="4624464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g2196"/>
            <p:cNvSpPr/>
            <p:nvPr/>
          </p:nvSpPr>
          <p:spPr>
            <a:xfrm>
              <a:off x="4566278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g2197"/>
            <p:cNvSpPr/>
            <p:nvPr/>
          </p:nvSpPr>
          <p:spPr>
            <a:xfrm>
              <a:off x="4577915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g2198"/>
            <p:cNvSpPr/>
            <p:nvPr/>
          </p:nvSpPr>
          <p:spPr>
            <a:xfrm>
              <a:off x="4589552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g2199"/>
            <p:cNvSpPr/>
            <p:nvPr/>
          </p:nvSpPr>
          <p:spPr>
            <a:xfrm>
              <a:off x="4601190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g2200"/>
            <p:cNvSpPr/>
            <p:nvPr/>
          </p:nvSpPr>
          <p:spPr>
            <a:xfrm>
              <a:off x="4612827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g2201"/>
            <p:cNvSpPr/>
            <p:nvPr/>
          </p:nvSpPr>
          <p:spPr>
            <a:xfrm>
              <a:off x="455464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g2202"/>
            <p:cNvSpPr/>
            <p:nvPr/>
          </p:nvSpPr>
          <p:spPr>
            <a:xfrm>
              <a:off x="4566278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g2203"/>
            <p:cNvSpPr/>
            <p:nvPr/>
          </p:nvSpPr>
          <p:spPr>
            <a:xfrm>
              <a:off x="4577915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g2204"/>
            <p:cNvSpPr/>
            <p:nvPr/>
          </p:nvSpPr>
          <p:spPr>
            <a:xfrm>
              <a:off x="4589552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g2205"/>
            <p:cNvSpPr/>
            <p:nvPr/>
          </p:nvSpPr>
          <p:spPr>
            <a:xfrm>
              <a:off x="460119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g2206"/>
            <p:cNvSpPr/>
            <p:nvPr/>
          </p:nvSpPr>
          <p:spPr>
            <a:xfrm>
              <a:off x="4612827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g2207"/>
            <p:cNvSpPr/>
            <p:nvPr/>
          </p:nvSpPr>
          <p:spPr>
            <a:xfrm>
              <a:off x="455464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g2208"/>
            <p:cNvSpPr/>
            <p:nvPr/>
          </p:nvSpPr>
          <p:spPr>
            <a:xfrm>
              <a:off x="4566278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g2209"/>
            <p:cNvSpPr/>
            <p:nvPr/>
          </p:nvSpPr>
          <p:spPr>
            <a:xfrm>
              <a:off x="4577915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g2210"/>
            <p:cNvSpPr/>
            <p:nvPr/>
          </p:nvSpPr>
          <p:spPr>
            <a:xfrm>
              <a:off x="4589552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g2211"/>
            <p:cNvSpPr/>
            <p:nvPr/>
          </p:nvSpPr>
          <p:spPr>
            <a:xfrm>
              <a:off x="460119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g2212"/>
            <p:cNvSpPr/>
            <p:nvPr/>
          </p:nvSpPr>
          <p:spPr>
            <a:xfrm>
              <a:off x="4543003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g2213"/>
            <p:cNvSpPr/>
            <p:nvPr/>
          </p:nvSpPr>
          <p:spPr>
            <a:xfrm>
              <a:off x="455464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g2214"/>
            <p:cNvSpPr/>
            <p:nvPr/>
          </p:nvSpPr>
          <p:spPr>
            <a:xfrm>
              <a:off x="4566278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g2215"/>
            <p:cNvSpPr/>
            <p:nvPr/>
          </p:nvSpPr>
          <p:spPr>
            <a:xfrm>
              <a:off x="4577915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g2216"/>
            <p:cNvSpPr/>
            <p:nvPr/>
          </p:nvSpPr>
          <p:spPr>
            <a:xfrm>
              <a:off x="4589552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g2217"/>
            <p:cNvSpPr/>
            <p:nvPr/>
          </p:nvSpPr>
          <p:spPr>
            <a:xfrm>
              <a:off x="460119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g2218"/>
            <p:cNvSpPr/>
            <p:nvPr/>
          </p:nvSpPr>
          <p:spPr>
            <a:xfrm>
              <a:off x="4543003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g2219"/>
            <p:cNvSpPr/>
            <p:nvPr/>
          </p:nvSpPr>
          <p:spPr>
            <a:xfrm>
              <a:off x="455464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g2220"/>
            <p:cNvSpPr/>
            <p:nvPr/>
          </p:nvSpPr>
          <p:spPr>
            <a:xfrm>
              <a:off x="4566278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g2221"/>
            <p:cNvSpPr/>
            <p:nvPr/>
          </p:nvSpPr>
          <p:spPr>
            <a:xfrm>
              <a:off x="4577915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g2222"/>
            <p:cNvSpPr/>
            <p:nvPr/>
          </p:nvSpPr>
          <p:spPr>
            <a:xfrm>
              <a:off x="4589552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g2223"/>
            <p:cNvSpPr/>
            <p:nvPr/>
          </p:nvSpPr>
          <p:spPr>
            <a:xfrm>
              <a:off x="460119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g2224"/>
            <p:cNvSpPr/>
            <p:nvPr/>
          </p:nvSpPr>
          <p:spPr>
            <a:xfrm>
              <a:off x="4543003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g2225"/>
            <p:cNvSpPr/>
            <p:nvPr/>
          </p:nvSpPr>
          <p:spPr>
            <a:xfrm>
              <a:off x="4554640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g2226"/>
            <p:cNvSpPr/>
            <p:nvPr/>
          </p:nvSpPr>
          <p:spPr>
            <a:xfrm>
              <a:off x="4566278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g2227"/>
            <p:cNvSpPr/>
            <p:nvPr/>
          </p:nvSpPr>
          <p:spPr>
            <a:xfrm>
              <a:off x="4577915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g2228"/>
            <p:cNvSpPr/>
            <p:nvPr/>
          </p:nvSpPr>
          <p:spPr>
            <a:xfrm>
              <a:off x="4589552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g2229"/>
            <p:cNvSpPr/>
            <p:nvPr/>
          </p:nvSpPr>
          <p:spPr>
            <a:xfrm>
              <a:off x="385640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g2230"/>
            <p:cNvSpPr/>
            <p:nvPr/>
          </p:nvSpPr>
          <p:spPr>
            <a:xfrm>
              <a:off x="386803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g2231"/>
            <p:cNvSpPr/>
            <p:nvPr/>
          </p:nvSpPr>
          <p:spPr>
            <a:xfrm>
              <a:off x="387967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g2232"/>
            <p:cNvSpPr/>
            <p:nvPr/>
          </p:nvSpPr>
          <p:spPr>
            <a:xfrm>
              <a:off x="3891312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g2233"/>
            <p:cNvSpPr/>
            <p:nvPr/>
          </p:nvSpPr>
          <p:spPr>
            <a:xfrm>
              <a:off x="4543003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g2234"/>
            <p:cNvSpPr/>
            <p:nvPr/>
          </p:nvSpPr>
          <p:spPr>
            <a:xfrm>
              <a:off x="455464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g2235"/>
            <p:cNvSpPr/>
            <p:nvPr/>
          </p:nvSpPr>
          <p:spPr>
            <a:xfrm>
              <a:off x="456627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g2236"/>
            <p:cNvSpPr/>
            <p:nvPr/>
          </p:nvSpPr>
          <p:spPr>
            <a:xfrm>
              <a:off x="457791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g2237"/>
            <p:cNvSpPr/>
            <p:nvPr/>
          </p:nvSpPr>
          <p:spPr>
            <a:xfrm>
              <a:off x="385640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g2238"/>
            <p:cNvSpPr/>
            <p:nvPr/>
          </p:nvSpPr>
          <p:spPr>
            <a:xfrm>
              <a:off x="386803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g2239"/>
            <p:cNvSpPr/>
            <p:nvPr/>
          </p:nvSpPr>
          <p:spPr>
            <a:xfrm>
              <a:off x="387967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g2240"/>
            <p:cNvSpPr/>
            <p:nvPr/>
          </p:nvSpPr>
          <p:spPr>
            <a:xfrm>
              <a:off x="389131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g2241"/>
            <p:cNvSpPr/>
            <p:nvPr/>
          </p:nvSpPr>
          <p:spPr>
            <a:xfrm>
              <a:off x="390295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g2242"/>
            <p:cNvSpPr/>
            <p:nvPr/>
          </p:nvSpPr>
          <p:spPr>
            <a:xfrm>
              <a:off x="3949499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g2243"/>
            <p:cNvSpPr/>
            <p:nvPr/>
          </p:nvSpPr>
          <p:spPr>
            <a:xfrm>
              <a:off x="3961136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g2244"/>
            <p:cNvSpPr/>
            <p:nvPr/>
          </p:nvSpPr>
          <p:spPr>
            <a:xfrm>
              <a:off x="3972774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g2245"/>
            <p:cNvSpPr/>
            <p:nvPr/>
          </p:nvSpPr>
          <p:spPr>
            <a:xfrm>
              <a:off x="3984411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g2246"/>
            <p:cNvSpPr/>
            <p:nvPr/>
          </p:nvSpPr>
          <p:spPr>
            <a:xfrm>
              <a:off x="399604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g2247"/>
            <p:cNvSpPr/>
            <p:nvPr/>
          </p:nvSpPr>
          <p:spPr>
            <a:xfrm>
              <a:off x="4543003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g2248"/>
            <p:cNvSpPr/>
            <p:nvPr/>
          </p:nvSpPr>
          <p:spPr>
            <a:xfrm>
              <a:off x="455464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g2249"/>
            <p:cNvSpPr/>
            <p:nvPr/>
          </p:nvSpPr>
          <p:spPr>
            <a:xfrm>
              <a:off x="456627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g2250"/>
            <p:cNvSpPr/>
            <p:nvPr/>
          </p:nvSpPr>
          <p:spPr>
            <a:xfrm>
              <a:off x="457791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g2251"/>
            <p:cNvSpPr/>
            <p:nvPr/>
          </p:nvSpPr>
          <p:spPr>
            <a:xfrm>
              <a:off x="458955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g2252"/>
            <p:cNvSpPr/>
            <p:nvPr/>
          </p:nvSpPr>
          <p:spPr>
            <a:xfrm>
              <a:off x="377493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g2253"/>
            <p:cNvSpPr/>
            <p:nvPr/>
          </p:nvSpPr>
          <p:spPr>
            <a:xfrm>
              <a:off x="378657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g2254"/>
            <p:cNvSpPr/>
            <p:nvPr/>
          </p:nvSpPr>
          <p:spPr>
            <a:xfrm>
              <a:off x="384476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g2255"/>
            <p:cNvSpPr/>
            <p:nvPr/>
          </p:nvSpPr>
          <p:spPr>
            <a:xfrm>
              <a:off x="385640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g2256"/>
            <p:cNvSpPr/>
            <p:nvPr/>
          </p:nvSpPr>
          <p:spPr>
            <a:xfrm>
              <a:off x="386803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g2257"/>
            <p:cNvSpPr/>
            <p:nvPr/>
          </p:nvSpPr>
          <p:spPr>
            <a:xfrm>
              <a:off x="387967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g2258"/>
            <p:cNvSpPr/>
            <p:nvPr/>
          </p:nvSpPr>
          <p:spPr>
            <a:xfrm>
              <a:off x="389131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g2259"/>
            <p:cNvSpPr/>
            <p:nvPr/>
          </p:nvSpPr>
          <p:spPr>
            <a:xfrm>
              <a:off x="390295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g2260"/>
            <p:cNvSpPr/>
            <p:nvPr/>
          </p:nvSpPr>
          <p:spPr>
            <a:xfrm>
              <a:off x="394949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g2261"/>
            <p:cNvSpPr/>
            <p:nvPr/>
          </p:nvSpPr>
          <p:spPr>
            <a:xfrm>
              <a:off x="396113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g2262"/>
            <p:cNvSpPr/>
            <p:nvPr/>
          </p:nvSpPr>
          <p:spPr>
            <a:xfrm>
              <a:off x="3972774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g2263"/>
            <p:cNvSpPr/>
            <p:nvPr/>
          </p:nvSpPr>
          <p:spPr>
            <a:xfrm>
              <a:off x="398441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g2264"/>
            <p:cNvSpPr/>
            <p:nvPr/>
          </p:nvSpPr>
          <p:spPr>
            <a:xfrm>
              <a:off x="399604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g2265"/>
            <p:cNvSpPr/>
            <p:nvPr/>
          </p:nvSpPr>
          <p:spPr>
            <a:xfrm>
              <a:off x="400768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g2266"/>
            <p:cNvSpPr/>
            <p:nvPr/>
          </p:nvSpPr>
          <p:spPr>
            <a:xfrm>
              <a:off x="401932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g2267"/>
            <p:cNvSpPr/>
            <p:nvPr/>
          </p:nvSpPr>
          <p:spPr>
            <a:xfrm>
              <a:off x="403096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g2268"/>
            <p:cNvSpPr/>
            <p:nvPr/>
          </p:nvSpPr>
          <p:spPr>
            <a:xfrm>
              <a:off x="404259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g2269"/>
            <p:cNvSpPr/>
            <p:nvPr/>
          </p:nvSpPr>
          <p:spPr>
            <a:xfrm>
              <a:off x="405423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g2270"/>
            <p:cNvSpPr/>
            <p:nvPr/>
          </p:nvSpPr>
          <p:spPr>
            <a:xfrm>
              <a:off x="406587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g2271"/>
            <p:cNvSpPr/>
            <p:nvPr/>
          </p:nvSpPr>
          <p:spPr>
            <a:xfrm>
              <a:off x="407751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g2272"/>
            <p:cNvSpPr/>
            <p:nvPr/>
          </p:nvSpPr>
          <p:spPr>
            <a:xfrm>
              <a:off x="454300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g2273"/>
            <p:cNvSpPr/>
            <p:nvPr/>
          </p:nvSpPr>
          <p:spPr>
            <a:xfrm>
              <a:off x="455464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g2274"/>
            <p:cNvSpPr/>
            <p:nvPr/>
          </p:nvSpPr>
          <p:spPr>
            <a:xfrm>
              <a:off x="456627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g2275"/>
            <p:cNvSpPr/>
            <p:nvPr/>
          </p:nvSpPr>
          <p:spPr>
            <a:xfrm>
              <a:off x="457791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g2276"/>
            <p:cNvSpPr/>
            <p:nvPr/>
          </p:nvSpPr>
          <p:spPr>
            <a:xfrm>
              <a:off x="458955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g2277"/>
            <p:cNvSpPr/>
            <p:nvPr/>
          </p:nvSpPr>
          <p:spPr>
            <a:xfrm>
              <a:off x="362365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g2278"/>
            <p:cNvSpPr/>
            <p:nvPr/>
          </p:nvSpPr>
          <p:spPr>
            <a:xfrm>
              <a:off x="363529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g2279"/>
            <p:cNvSpPr/>
            <p:nvPr/>
          </p:nvSpPr>
          <p:spPr>
            <a:xfrm>
              <a:off x="364692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g2280"/>
            <p:cNvSpPr/>
            <p:nvPr/>
          </p:nvSpPr>
          <p:spPr>
            <a:xfrm>
              <a:off x="365856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g2281"/>
            <p:cNvSpPr/>
            <p:nvPr/>
          </p:nvSpPr>
          <p:spPr>
            <a:xfrm>
              <a:off x="36702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g2282"/>
            <p:cNvSpPr/>
            <p:nvPr/>
          </p:nvSpPr>
          <p:spPr>
            <a:xfrm>
              <a:off x="372839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g2283"/>
            <p:cNvSpPr/>
            <p:nvPr/>
          </p:nvSpPr>
          <p:spPr>
            <a:xfrm>
              <a:off x="374002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g2284"/>
            <p:cNvSpPr/>
            <p:nvPr/>
          </p:nvSpPr>
          <p:spPr>
            <a:xfrm>
              <a:off x="375166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g2285"/>
            <p:cNvSpPr/>
            <p:nvPr/>
          </p:nvSpPr>
          <p:spPr>
            <a:xfrm>
              <a:off x="376330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g2286"/>
            <p:cNvSpPr/>
            <p:nvPr/>
          </p:nvSpPr>
          <p:spPr>
            <a:xfrm>
              <a:off x="377493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g2287"/>
            <p:cNvSpPr/>
            <p:nvPr/>
          </p:nvSpPr>
          <p:spPr>
            <a:xfrm>
              <a:off x="378657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g2288"/>
            <p:cNvSpPr/>
            <p:nvPr/>
          </p:nvSpPr>
          <p:spPr>
            <a:xfrm>
              <a:off x="379821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g2289"/>
            <p:cNvSpPr/>
            <p:nvPr/>
          </p:nvSpPr>
          <p:spPr>
            <a:xfrm>
              <a:off x="380985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g2290"/>
            <p:cNvSpPr/>
            <p:nvPr/>
          </p:nvSpPr>
          <p:spPr>
            <a:xfrm>
              <a:off x="382148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g2291"/>
            <p:cNvSpPr/>
            <p:nvPr/>
          </p:nvSpPr>
          <p:spPr>
            <a:xfrm>
              <a:off x="383312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g2292"/>
            <p:cNvSpPr/>
            <p:nvPr/>
          </p:nvSpPr>
          <p:spPr>
            <a:xfrm>
              <a:off x="384476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g2293"/>
            <p:cNvSpPr/>
            <p:nvPr/>
          </p:nvSpPr>
          <p:spPr>
            <a:xfrm>
              <a:off x="385640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g2294"/>
            <p:cNvSpPr/>
            <p:nvPr/>
          </p:nvSpPr>
          <p:spPr>
            <a:xfrm>
              <a:off x="386803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g2295"/>
            <p:cNvSpPr/>
            <p:nvPr/>
          </p:nvSpPr>
          <p:spPr>
            <a:xfrm>
              <a:off x="387967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g2296"/>
            <p:cNvSpPr/>
            <p:nvPr/>
          </p:nvSpPr>
          <p:spPr>
            <a:xfrm>
              <a:off x="389131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g2297"/>
            <p:cNvSpPr/>
            <p:nvPr/>
          </p:nvSpPr>
          <p:spPr>
            <a:xfrm>
              <a:off x="390295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g2298"/>
            <p:cNvSpPr/>
            <p:nvPr/>
          </p:nvSpPr>
          <p:spPr>
            <a:xfrm>
              <a:off x="391458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g2299"/>
            <p:cNvSpPr/>
            <p:nvPr/>
          </p:nvSpPr>
          <p:spPr>
            <a:xfrm>
              <a:off x="392622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g2300"/>
            <p:cNvSpPr/>
            <p:nvPr/>
          </p:nvSpPr>
          <p:spPr>
            <a:xfrm>
              <a:off x="393786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g2301"/>
            <p:cNvSpPr/>
            <p:nvPr/>
          </p:nvSpPr>
          <p:spPr>
            <a:xfrm>
              <a:off x="394949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g2302"/>
            <p:cNvSpPr/>
            <p:nvPr/>
          </p:nvSpPr>
          <p:spPr>
            <a:xfrm>
              <a:off x="396113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g2303"/>
            <p:cNvSpPr/>
            <p:nvPr/>
          </p:nvSpPr>
          <p:spPr>
            <a:xfrm>
              <a:off x="397277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g2304"/>
            <p:cNvSpPr/>
            <p:nvPr/>
          </p:nvSpPr>
          <p:spPr>
            <a:xfrm>
              <a:off x="398441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g2305"/>
            <p:cNvSpPr/>
            <p:nvPr/>
          </p:nvSpPr>
          <p:spPr>
            <a:xfrm>
              <a:off x="399604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g2306"/>
            <p:cNvSpPr/>
            <p:nvPr/>
          </p:nvSpPr>
          <p:spPr>
            <a:xfrm>
              <a:off x="400768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g2307"/>
            <p:cNvSpPr/>
            <p:nvPr/>
          </p:nvSpPr>
          <p:spPr>
            <a:xfrm>
              <a:off x="401932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g2308"/>
            <p:cNvSpPr/>
            <p:nvPr/>
          </p:nvSpPr>
          <p:spPr>
            <a:xfrm>
              <a:off x="403096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g2309"/>
            <p:cNvSpPr/>
            <p:nvPr/>
          </p:nvSpPr>
          <p:spPr>
            <a:xfrm>
              <a:off x="404259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g2310"/>
            <p:cNvSpPr/>
            <p:nvPr/>
          </p:nvSpPr>
          <p:spPr>
            <a:xfrm>
              <a:off x="405423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g2311"/>
            <p:cNvSpPr/>
            <p:nvPr/>
          </p:nvSpPr>
          <p:spPr>
            <a:xfrm>
              <a:off x="406587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g2312"/>
            <p:cNvSpPr/>
            <p:nvPr/>
          </p:nvSpPr>
          <p:spPr>
            <a:xfrm>
              <a:off x="407751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g2313"/>
            <p:cNvSpPr/>
            <p:nvPr/>
          </p:nvSpPr>
          <p:spPr>
            <a:xfrm>
              <a:off x="408914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g2314"/>
            <p:cNvSpPr/>
            <p:nvPr/>
          </p:nvSpPr>
          <p:spPr>
            <a:xfrm>
              <a:off x="412405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g2315"/>
            <p:cNvSpPr/>
            <p:nvPr/>
          </p:nvSpPr>
          <p:spPr>
            <a:xfrm>
              <a:off x="45430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g2316"/>
            <p:cNvSpPr/>
            <p:nvPr/>
          </p:nvSpPr>
          <p:spPr>
            <a:xfrm>
              <a:off x="455464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g2317"/>
            <p:cNvSpPr/>
            <p:nvPr/>
          </p:nvSpPr>
          <p:spPr>
            <a:xfrm>
              <a:off x="456627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g2318"/>
            <p:cNvSpPr/>
            <p:nvPr/>
          </p:nvSpPr>
          <p:spPr>
            <a:xfrm>
              <a:off x="457791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g2319"/>
            <p:cNvSpPr/>
            <p:nvPr/>
          </p:nvSpPr>
          <p:spPr>
            <a:xfrm>
              <a:off x="458955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g2320"/>
            <p:cNvSpPr/>
            <p:nvPr/>
          </p:nvSpPr>
          <p:spPr>
            <a:xfrm>
              <a:off x="361201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g2321"/>
            <p:cNvSpPr/>
            <p:nvPr/>
          </p:nvSpPr>
          <p:spPr>
            <a:xfrm>
              <a:off x="362365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g2322"/>
            <p:cNvSpPr/>
            <p:nvPr/>
          </p:nvSpPr>
          <p:spPr>
            <a:xfrm>
              <a:off x="363529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g2323"/>
            <p:cNvSpPr/>
            <p:nvPr/>
          </p:nvSpPr>
          <p:spPr>
            <a:xfrm>
              <a:off x="364692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g2324"/>
            <p:cNvSpPr/>
            <p:nvPr/>
          </p:nvSpPr>
          <p:spPr>
            <a:xfrm>
              <a:off x="365856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g2325"/>
            <p:cNvSpPr/>
            <p:nvPr/>
          </p:nvSpPr>
          <p:spPr>
            <a:xfrm>
              <a:off x="367020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g2326"/>
            <p:cNvSpPr/>
            <p:nvPr/>
          </p:nvSpPr>
          <p:spPr>
            <a:xfrm>
              <a:off x="36818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g2327"/>
            <p:cNvSpPr/>
            <p:nvPr/>
          </p:nvSpPr>
          <p:spPr>
            <a:xfrm>
              <a:off x="36934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g2328"/>
            <p:cNvSpPr/>
            <p:nvPr/>
          </p:nvSpPr>
          <p:spPr>
            <a:xfrm>
              <a:off x="37051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g2329"/>
            <p:cNvSpPr/>
            <p:nvPr/>
          </p:nvSpPr>
          <p:spPr>
            <a:xfrm>
              <a:off x="37167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g2330"/>
            <p:cNvSpPr/>
            <p:nvPr/>
          </p:nvSpPr>
          <p:spPr>
            <a:xfrm>
              <a:off x="372839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g2331"/>
            <p:cNvSpPr/>
            <p:nvPr/>
          </p:nvSpPr>
          <p:spPr>
            <a:xfrm>
              <a:off x="374002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g2332"/>
            <p:cNvSpPr/>
            <p:nvPr/>
          </p:nvSpPr>
          <p:spPr>
            <a:xfrm>
              <a:off x="375166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g2333"/>
            <p:cNvSpPr/>
            <p:nvPr/>
          </p:nvSpPr>
          <p:spPr>
            <a:xfrm>
              <a:off x="376330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g2334"/>
            <p:cNvSpPr/>
            <p:nvPr/>
          </p:nvSpPr>
          <p:spPr>
            <a:xfrm>
              <a:off x="377493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g2335"/>
            <p:cNvSpPr/>
            <p:nvPr/>
          </p:nvSpPr>
          <p:spPr>
            <a:xfrm>
              <a:off x="378657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g2336"/>
            <p:cNvSpPr/>
            <p:nvPr/>
          </p:nvSpPr>
          <p:spPr>
            <a:xfrm>
              <a:off x="379821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g2337"/>
            <p:cNvSpPr/>
            <p:nvPr/>
          </p:nvSpPr>
          <p:spPr>
            <a:xfrm>
              <a:off x="380985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g2338"/>
            <p:cNvSpPr/>
            <p:nvPr/>
          </p:nvSpPr>
          <p:spPr>
            <a:xfrm>
              <a:off x="382148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g2339"/>
            <p:cNvSpPr/>
            <p:nvPr/>
          </p:nvSpPr>
          <p:spPr>
            <a:xfrm>
              <a:off x="383312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g2340"/>
            <p:cNvSpPr/>
            <p:nvPr/>
          </p:nvSpPr>
          <p:spPr>
            <a:xfrm>
              <a:off x="384476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g2341"/>
            <p:cNvSpPr/>
            <p:nvPr/>
          </p:nvSpPr>
          <p:spPr>
            <a:xfrm>
              <a:off x="385640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g2342"/>
            <p:cNvSpPr/>
            <p:nvPr/>
          </p:nvSpPr>
          <p:spPr>
            <a:xfrm>
              <a:off x="386803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g2343"/>
            <p:cNvSpPr/>
            <p:nvPr/>
          </p:nvSpPr>
          <p:spPr>
            <a:xfrm>
              <a:off x="387967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g2344"/>
            <p:cNvSpPr/>
            <p:nvPr/>
          </p:nvSpPr>
          <p:spPr>
            <a:xfrm>
              <a:off x="389131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g2345"/>
            <p:cNvSpPr/>
            <p:nvPr/>
          </p:nvSpPr>
          <p:spPr>
            <a:xfrm>
              <a:off x="390295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g2346"/>
            <p:cNvSpPr/>
            <p:nvPr/>
          </p:nvSpPr>
          <p:spPr>
            <a:xfrm>
              <a:off x="391458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g2347"/>
            <p:cNvSpPr/>
            <p:nvPr/>
          </p:nvSpPr>
          <p:spPr>
            <a:xfrm>
              <a:off x="392622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g2348"/>
            <p:cNvSpPr/>
            <p:nvPr/>
          </p:nvSpPr>
          <p:spPr>
            <a:xfrm>
              <a:off x="393786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g2349"/>
            <p:cNvSpPr/>
            <p:nvPr/>
          </p:nvSpPr>
          <p:spPr>
            <a:xfrm>
              <a:off x="394949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g2350"/>
            <p:cNvSpPr/>
            <p:nvPr/>
          </p:nvSpPr>
          <p:spPr>
            <a:xfrm>
              <a:off x="396113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g2351"/>
            <p:cNvSpPr/>
            <p:nvPr/>
          </p:nvSpPr>
          <p:spPr>
            <a:xfrm>
              <a:off x="397277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g2352"/>
            <p:cNvSpPr/>
            <p:nvPr/>
          </p:nvSpPr>
          <p:spPr>
            <a:xfrm>
              <a:off x="398441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g2353"/>
            <p:cNvSpPr/>
            <p:nvPr/>
          </p:nvSpPr>
          <p:spPr>
            <a:xfrm>
              <a:off x="399604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g2354"/>
            <p:cNvSpPr/>
            <p:nvPr/>
          </p:nvSpPr>
          <p:spPr>
            <a:xfrm>
              <a:off x="400768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g2355"/>
            <p:cNvSpPr/>
            <p:nvPr/>
          </p:nvSpPr>
          <p:spPr>
            <a:xfrm>
              <a:off x="401932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g2356"/>
            <p:cNvSpPr/>
            <p:nvPr/>
          </p:nvSpPr>
          <p:spPr>
            <a:xfrm>
              <a:off x="403096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g2357"/>
            <p:cNvSpPr/>
            <p:nvPr/>
          </p:nvSpPr>
          <p:spPr>
            <a:xfrm>
              <a:off x="404259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g2358"/>
            <p:cNvSpPr/>
            <p:nvPr/>
          </p:nvSpPr>
          <p:spPr>
            <a:xfrm>
              <a:off x="405423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g2359"/>
            <p:cNvSpPr/>
            <p:nvPr/>
          </p:nvSpPr>
          <p:spPr>
            <a:xfrm>
              <a:off x="406587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g2360"/>
            <p:cNvSpPr/>
            <p:nvPr/>
          </p:nvSpPr>
          <p:spPr>
            <a:xfrm>
              <a:off x="407751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g2361"/>
            <p:cNvSpPr/>
            <p:nvPr/>
          </p:nvSpPr>
          <p:spPr>
            <a:xfrm>
              <a:off x="408914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g2362"/>
            <p:cNvSpPr/>
            <p:nvPr/>
          </p:nvSpPr>
          <p:spPr>
            <a:xfrm>
              <a:off x="410078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g2363"/>
            <p:cNvSpPr/>
            <p:nvPr/>
          </p:nvSpPr>
          <p:spPr>
            <a:xfrm>
              <a:off x="411242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g2364"/>
            <p:cNvSpPr/>
            <p:nvPr/>
          </p:nvSpPr>
          <p:spPr>
            <a:xfrm>
              <a:off x="412405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g2365"/>
            <p:cNvSpPr/>
            <p:nvPr/>
          </p:nvSpPr>
          <p:spPr>
            <a:xfrm>
              <a:off x="413569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g2366"/>
            <p:cNvSpPr/>
            <p:nvPr/>
          </p:nvSpPr>
          <p:spPr>
            <a:xfrm>
              <a:off x="414733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g2367"/>
            <p:cNvSpPr/>
            <p:nvPr/>
          </p:nvSpPr>
          <p:spPr>
            <a:xfrm>
              <a:off x="45546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g2368"/>
            <p:cNvSpPr/>
            <p:nvPr/>
          </p:nvSpPr>
          <p:spPr>
            <a:xfrm>
              <a:off x="45662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g2369"/>
            <p:cNvSpPr/>
            <p:nvPr/>
          </p:nvSpPr>
          <p:spPr>
            <a:xfrm>
              <a:off x="45779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g2370"/>
            <p:cNvSpPr/>
            <p:nvPr/>
          </p:nvSpPr>
          <p:spPr>
            <a:xfrm>
              <a:off x="45895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g2371"/>
            <p:cNvSpPr/>
            <p:nvPr/>
          </p:nvSpPr>
          <p:spPr>
            <a:xfrm>
              <a:off x="360037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g2372"/>
            <p:cNvSpPr/>
            <p:nvPr/>
          </p:nvSpPr>
          <p:spPr>
            <a:xfrm>
              <a:off x="361201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g2373"/>
            <p:cNvSpPr/>
            <p:nvPr/>
          </p:nvSpPr>
          <p:spPr>
            <a:xfrm>
              <a:off x="362365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g2374"/>
            <p:cNvSpPr/>
            <p:nvPr/>
          </p:nvSpPr>
          <p:spPr>
            <a:xfrm>
              <a:off x="363529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g2375"/>
            <p:cNvSpPr/>
            <p:nvPr/>
          </p:nvSpPr>
          <p:spPr>
            <a:xfrm>
              <a:off x="364692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g2376"/>
            <p:cNvSpPr/>
            <p:nvPr/>
          </p:nvSpPr>
          <p:spPr>
            <a:xfrm>
              <a:off x="365856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g2377"/>
            <p:cNvSpPr/>
            <p:nvPr/>
          </p:nvSpPr>
          <p:spPr>
            <a:xfrm>
              <a:off x="367020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g2378"/>
            <p:cNvSpPr/>
            <p:nvPr/>
          </p:nvSpPr>
          <p:spPr>
            <a:xfrm>
              <a:off x="36818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g2379"/>
            <p:cNvSpPr/>
            <p:nvPr/>
          </p:nvSpPr>
          <p:spPr>
            <a:xfrm>
              <a:off x="36934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g2380"/>
            <p:cNvSpPr/>
            <p:nvPr/>
          </p:nvSpPr>
          <p:spPr>
            <a:xfrm>
              <a:off x="37051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g2381"/>
            <p:cNvSpPr/>
            <p:nvPr/>
          </p:nvSpPr>
          <p:spPr>
            <a:xfrm>
              <a:off x="37167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g2382"/>
            <p:cNvSpPr/>
            <p:nvPr/>
          </p:nvSpPr>
          <p:spPr>
            <a:xfrm>
              <a:off x="37283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g2383"/>
            <p:cNvSpPr/>
            <p:nvPr/>
          </p:nvSpPr>
          <p:spPr>
            <a:xfrm>
              <a:off x="374002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g2384"/>
            <p:cNvSpPr/>
            <p:nvPr/>
          </p:nvSpPr>
          <p:spPr>
            <a:xfrm>
              <a:off x="375166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g2385"/>
            <p:cNvSpPr/>
            <p:nvPr/>
          </p:nvSpPr>
          <p:spPr>
            <a:xfrm>
              <a:off x="376330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g2386"/>
            <p:cNvSpPr/>
            <p:nvPr/>
          </p:nvSpPr>
          <p:spPr>
            <a:xfrm>
              <a:off x="377493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g2387"/>
            <p:cNvSpPr/>
            <p:nvPr/>
          </p:nvSpPr>
          <p:spPr>
            <a:xfrm>
              <a:off x="378657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g2388"/>
            <p:cNvSpPr/>
            <p:nvPr/>
          </p:nvSpPr>
          <p:spPr>
            <a:xfrm>
              <a:off x="379821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g2389"/>
            <p:cNvSpPr/>
            <p:nvPr/>
          </p:nvSpPr>
          <p:spPr>
            <a:xfrm>
              <a:off x="380985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g2390"/>
            <p:cNvSpPr/>
            <p:nvPr/>
          </p:nvSpPr>
          <p:spPr>
            <a:xfrm>
              <a:off x="382148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g2391"/>
            <p:cNvSpPr/>
            <p:nvPr/>
          </p:nvSpPr>
          <p:spPr>
            <a:xfrm>
              <a:off x="383312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g2392"/>
            <p:cNvSpPr/>
            <p:nvPr/>
          </p:nvSpPr>
          <p:spPr>
            <a:xfrm>
              <a:off x="384476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g2393"/>
            <p:cNvSpPr/>
            <p:nvPr/>
          </p:nvSpPr>
          <p:spPr>
            <a:xfrm>
              <a:off x="385640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g2394"/>
            <p:cNvSpPr/>
            <p:nvPr/>
          </p:nvSpPr>
          <p:spPr>
            <a:xfrm>
              <a:off x="386803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g2395"/>
            <p:cNvSpPr/>
            <p:nvPr/>
          </p:nvSpPr>
          <p:spPr>
            <a:xfrm>
              <a:off x="387967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g2396"/>
            <p:cNvSpPr/>
            <p:nvPr/>
          </p:nvSpPr>
          <p:spPr>
            <a:xfrm>
              <a:off x="389131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g2397"/>
            <p:cNvSpPr/>
            <p:nvPr/>
          </p:nvSpPr>
          <p:spPr>
            <a:xfrm>
              <a:off x="390295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g2398"/>
            <p:cNvSpPr/>
            <p:nvPr/>
          </p:nvSpPr>
          <p:spPr>
            <a:xfrm>
              <a:off x="391458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g2399"/>
            <p:cNvSpPr/>
            <p:nvPr/>
          </p:nvSpPr>
          <p:spPr>
            <a:xfrm>
              <a:off x="392622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g2400"/>
            <p:cNvSpPr/>
            <p:nvPr/>
          </p:nvSpPr>
          <p:spPr>
            <a:xfrm>
              <a:off x="393786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g2401"/>
            <p:cNvSpPr/>
            <p:nvPr/>
          </p:nvSpPr>
          <p:spPr>
            <a:xfrm>
              <a:off x="394949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g2402"/>
            <p:cNvSpPr/>
            <p:nvPr/>
          </p:nvSpPr>
          <p:spPr>
            <a:xfrm>
              <a:off x="396113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g2403"/>
            <p:cNvSpPr/>
            <p:nvPr/>
          </p:nvSpPr>
          <p:spPr>
            <a:xfrm>
              <a:off x="397277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g2404"/>
            <p:cNvSpPr/>
            <p:nvPr/>
          </p:nvSpPr>
          <p:spPr>
            <a:xfrm>
              <a:off x="398441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g2405"/>
            <p:cNvSpPr/>
            <p:nvPr/>
          </p:nvSpPr>
          <p:spPr>
            <a:xfrm>
              <a:off x="399604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g2406"/>
            <p:cNvSpPr/>
            <p:nvPr/>
          </p:nvSpPr>
          <p:spPr>
            <a:xfrm>
              <a:off x="400768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g2407"/>
            <p:cNvSpPr/>
            <p:nvPr/>
          </p:nvSpPr>
          <p:spPr>
            <a:xfrm>
              <a:off x="401932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g2408"/>
            <p:cNvSpPr/>
            <p:nvPr/>
          </p:nvSpPr>
          <p:spPr>
            <a:xfrm>
              <a:off x="403096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g2409"/>
            <p:cNvSpPr/>
            <p:nvPr/>
          </p:nvSpPr>
          <p:spPr>
            <a:xfrm>
              <a:off x="404259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g2410"/>
            <p:cNvSpPr/>
            <p:nvPr/>
          </p:nvSpPr>
          <p:spPr>
            <a:xfrm>
              <a:off x="405423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g2411"/>
            <p:cNvSpPr/>
            <p:nvPr/>
          </p:nvSpPr>
          <p:spPr>
            <a:xfrm>
              <a:off x="406587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g2412"/>
            <p:cNvSpPr/>
            <p:nvPr/>
          </p:nvSpPr>
          <p:spPr>
            <a:xfrm>
              <a:off x="407751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g2413"/>
            <p:cNvSpPr/>
            <p:nvPr/>
          </p:nvSpPr>
          <p:spPr>
            <a:xfrm>
              <a:off x="408914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g2414"/>
            <p:cNvSpPr/>
            <p:nvPr/>
          </p:nvSpPr>
          <p:spPr>
            <a:xfrm>
              <a:off x="410078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g2415"/>
            <p:cNvSpPr/>
            <p:nvPr/>
          </p:nvSpPr>
          <p:spPr>
            <a:xfrm>
              <a:off x="411242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g2416"/>
            <p:cNvSpPr/>
            <p:nvPr/>
          </p:nvSpPr>
          <p:spPr>
            <a:xfrm>
              <a:off x="412405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g2417"/>
            <p:cNvSpPr/>
            <p:nvPr/>
          </p:nvSpPr>
          <p:spPr>
            <a:xfrm>
              <a:off x="413569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g2418"/>
            <p:cNvSpPr/>
            <p:nvPr/>
          </p:nvSpPr>
          <p:spPr>
            <a:xfrm>
              <a:off x="414733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g2419"/>
            <p:cNvSpPr/>
            <p:nvPr/>
          </p:nvSpPr>
          <p:spPr>
            <a:xfrm>
              <a:off x="426370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g2420"/>
            <p:cNvSpPr/>
            <p:nvPr/>
          </p:nvSpPr>
          <p:spPr>
            <a:xfrm>
              <a:off x="427534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g2421"/>
            <p:cNvSpPr/>
            <p:nvPr/>
          </p:nvSpPr>
          <p:spPr>
            <a:xfrm>
              <a:off x="428698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g2422"/>
            <p:cNvSpPr/>
            <p:nvPr/>
          </p:nvSpPr>
          <p:spPr>
            <a:xfrm>
              <a:off x="429861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g2423"/>
            <p:cNvSpPr/>
            <p:nvPr/>
          </p:nvSpPr>
          <p:spPr>
            <a:xfrm>
              <a:off x="45546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g2424"/>
            <p:cNvSpPr/>
            <p:nvPr/>
          </p:nvSpPr>
          <p:spPr>
            <a:xfrm>
              <a:off x="45662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g2425"/>
            <p:cNvSpPr/>
            <p:nvPr/>
          </p:nvSpPr>
          <p:spPr>
            <a:xfrm>
              <a:off x="45779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g2426"/>
            <p:cNvSpPr/>
            <p:nvPr/>
          </p:nvSpPr>
          <p:spPr>
            <a:xfrm>
              <a:off x="45895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g2427"/>
            <p:cNvSpPr/>
            <p:nvPr/>
          </p:nvSpPr>
          <p:spPr>
            <a:xfrm>
              <a:off x="46011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g2428"/>
            <p:cNvSpPr/>
            <p:nvPr/>
          </p:nvSpPr>
          <p:spPr>
            <a:xfrm>
              <a:off x="32512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g2429"/>
            <p:cNvSpPr/>
            <p:nvPr/>
          </p:nvSpPr>
          <p:spPr>
            <a:xfrm>
              <a:off x="326289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g2430"/>
            <p:cNvSpPr/>
            <p:nvPr/>
          </p:nvSpPr>
          <p:spPr>
            <a:xfrm>
              <a:off x="360037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g2431"/>
            <p:cNvSpPr/>
            <p:nvPr/>
          </p:nvSpPr>
          <p:spPr>
            <a:xfrm>
              <a:off x="361201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g2432"/>
            <p:cNvSpPr/>
            <p:nvPr/>
          </p:nvSpPr>
          <p:spPr>
            <a:xfrm>
              <a:off x="362365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g2433"/>
            <p:cNvSpPr/>
            <p:nvPr/>
          </p:nvSpPr>
          <p:spPr>
            <a:xfrm>
              <a:off x="363529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g2434"/>
            <p:cNvSpPr/>
            <p:nvPr/>
          </p:nvSpPr>
          <p:spPr>
            <a:xfrm>
              <a:off x="364692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g2435"/>
            <p:cNvSpPr/>
            <p:nvPr/>
          </p:nvSpPr>
          <p:spPr>
            <a:xfrm>
              <a:off x="365856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g2436"/>
            <p:cNvSpPr/>
            <p:nvPr/>
          </p:nvSpPr>
          <p:spPr>
            <a:xfrm>
              <a:off x="367020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g2437"/>
            <p:cNvSpPr/>
            <p:nvPr/>
          </p:nvSpPr>
          <p:spPr>
            <a:xfrm>
              <a:off x="36818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g2438"/>
            <p:cNvSpPr/>
            <p:nvPr/>
          </p:nvSpPr>
          <p:spPr>
            <a:xfrm>
              <a:off x="36934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g2439"/>
            <p:cNvSpPr/>
            <p:nvPr/>
          </p:nvSpPr>
          <p:spPr>
            <a:xfrm>
              <a:off x="37051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g2440"/>
            <p:cNvSpPr/>
            <p:nvPr/>
          </p:nvSpPr>
          <p:spPr>
            <a:xfrm>
              <a:off x="37167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g2441"/>
            <p:cNvSpPr/>
            <p:nvPr/>
          </p:nvSpPr>
          <p:spPr>
            <a:xfrm>
              <a:off x="37283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g2442"/>
            <p:cNvSpPr/>
            <p:nvPr/>
          </p:nvSpPr>
          <p:spPr>
            <a:xfrm>
              <a:off x="374002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g2443"/>
            <p:cNvSpPr/>
            <p:nvPr/>
          </p:nvSpPr>
          <p:spPr>
            <a:xfrm>
              <a:off x="375166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g2444"/>
            <p:cNvSpPr/>
            <p:nvPr/>
          </p:nvSpPr>
          <p:spPr>
            <a:xfrm>
              <a:off x="376330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g2445"/>
            <p:cNvSpPr/>
            <p:nvPr/>
          </p:nvSpPr>
          <p:spPr>
            <a:xfrm>
              <a:off x="377493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g2446"/>
            <p:cNvSpPr/>
            <p:nvPr/>
          </p:nvSpPr>
          <p:spPr>
            <a:xfrm>
              <a:off x="378657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g2447"/>
            <p:cNvSpPr/>
            <p:nvPr/>
          </p:nvSpPr>
          <p:spPr>
            <a:xfrm>
              <a:off x="379821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g2448"/>
            <p:cNvSpPr/>
            <p:nvPr/>
          </p:nvSpPr>
          <p:spPr>
            <a:xfrm>
              <a:off x="380985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g2449"/>
            <p:cNvSpPr/>
            <p:nvPr/>
          </p:nvSpPr>
          <p:spPr>
            <a:xfrm>
              <a:off x="382148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g2450"/>
            <p:cNvSpPr/>
            <p:nvPr/>
          </p:nvSpPr>
          <p:spPr>
            <a:xfrm>
              <a:off x="383312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g2451"/>
            <p:cNvSpPr/>
            <p:nvPr/>
          </p:nvSpPr>
          <p:spPr>
            <a:xfrm>
              <a:off x="384476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g2452"/>
            <p:cNvSpPr/>
            <p:nvPr/>
          </p:nvSpPr>
          <p:spPr>
            <a:xfrm>
              <a:off x="385640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g2453"/>
            <p:cNvSpPr/>
            <p:nvPr/>
          </p:nvSpPr>
          <p:spPr>
            <a:xfrm>
              <a:off x="386803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g2454"/>
            <p:cNvSpPr/>
            <p:nvPr/>
          </p:nvSpPr>
          <p:spPr>
            <a:xfrm>
              <a:off x="387967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g2455"/>
            <p:cNvSpPr/>
            <p:nvPr/>
          </p:nvSpPr>
          <p:spPr>
            <a:xfrm>
              <a:off x="389131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g2456"/>
            <p:cNvSpPr/>
            <p:nvPr/>
          </p:nvSpPr>
          <p:spPr>
            <a:xfrm>
              <a:off x="390295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g2457"/>
            <p:cNvSpPr/>
            <p:nvPr/>
          </p:nvSpPr>
          <p:spPr>
            <a:xfrm>
              <a:off x="391458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g2458"/>
            <p:cNvSpPr/>
            <p:nvPr/>
          </p:nvSpPr>
          <p:spPr>
            <a:xfrm>
              <a:off x="392622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g2459"/>
            <p:cNvSpPr/>
            <p:nvPr/>
          </p:nvSpPr>
          <p:spPr>
            <a:xfrm>
              <a:off x="393786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g2460"/>
            <p:cNvSpPr/>
            <p:nvPr/>
          </p:nvSpPr>
          <p:spPr>
            <a:xfrm>
              <a:off x="394949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g2461"/>
            <p:cNvSpPr/>
            <p:nvPr/>
          </p:nvSpPr>
          <p:spPr>
            <a:xfrm>
              <a:off x="396113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g2462"/>
            <p:cNvSpPr/>
            <p:nvPr/>
          </p:nvSpPr>
          <p:spPr>
            <a:xfrm>
              <a:off x="397277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g2463"/>
            <p:cNvSpPr/>
            <p:nvPr/>
          </p:nvSpPr>
          <p:spPr>
            <a:xfrm>
              <a:off x="398441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g2464"/>
            <p:cNvSpPr/>
            <p:nvPr/>
          </p:nvSpPr>
          <p:spPr>
            <a:xfrm>
              <a:off x="399604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g2465"/>
            <p:cNvSpPr/>
            <p:nvPr/>
          </p:nvSpPr>
          <p:spPr>
            <a:xfrm>
              <a:off x="400768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g2466"/>
            <p:cNvSpPr/>
            <p:nvPr/>
          </p:nvSpPr>
          <p:spPr>
            <a:xfrm>
              <a:off x="401932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g2467"/>
            <p:cNvSpPr/>
            <p:nvPr/>
          </p:nvSpPr>
          <p:spPr>
            <a:xfrm>
              <a:off x="403096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g2468"/>
            <p:cNvSpPr/>
            <p:nvPr/>
          </p:nvSpPr>
          <p:spPr>
            <a:xfrm>
              <a:off x="404259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g2469"/>
            <p:cNvSpPr/>
            <p:nvPr/>
          </p:nvSpPr>
          <p:spPr>
            <a:xfrm>
              <a:off x="405423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g2470"/>
            <p:cNvSpPr/>
            <p:nvPr/>
          </p:nvSpPr>
          <p:spPr>
            <a:xfrm>
              <a:off x="406587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g2471"/>
            <p:cNvSpPr/>
            <p:nvPr/>
          </p:nvSpPr>
          <p:spPr>
            <a:xfrm>
              <a:off x="407751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g2472"/>
            <p:cNvSpPr/>
            <p:nvPr/>
          </p:nvSpPr>
          <p:spPr>
            <a:xfrm>
              <a:off x="408914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g2473"/>
            <p:cNvSpPr/>
            <p:nvPr/>
          </p:nvSpPr>
          <p:spPr>
            <a:xfrm>
              <a:off x="410078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g2474"/>
            <p:cNvSpPr/>
            <p:nvPr/>
          </p:nvSpPr>
          <p:spPr>
            <a:xfrm>
              <a:off x="411242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g2475"/>
            <p:cNvSpPr/>
            <p:nvPr/>
          </p:nvSpPr>
          <p:spPr>
            <a:xfrm>
              <a:off x="41240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g2476"/>
            <p:cNvSpPr/>
            <p:nvPr/>
          </p:nvSpPr>
          <p:spPr>
            <a:xfrm>
              <a:off x="413569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g2477"/>
            <p:cNvSpPr/>
            <p:nvPr/>
          </p:nvSpPr>
          <p:spPr>
            <a:xfrm>
              <a:off x="414733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g2478"/>
            <p:cNvSpPr/>
            <p:nvPr/>
          </p:nvSpPr>
          <p:spPr>
            <a:xfrm>
              <a:off x="425207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g2479"/>
            <p:cNvSpPr/>
            <p:nvPr/>
          </p:nvSpPr>
          <p:spPr>
            <a:xfrm>
              <a:off x="426370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g2480"/>
            <p:cNvSpPr/>
            <p:nvPr/>
          </p:nvSpPr>
          <p:spPr>
            <a:xfrm>
              <a:off x="427534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g2481"/>
            <p:cNvSpPr/>
            <p:nvPr/>
          </p:nvSpPr>
          <p:spPr>
            <a:xfrm>
              <a:off x="428698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g2482"/>
            <p:cNvSpPr/>
            <p:nvPr/>
          </p:nvSpPr>
          <p:spPr>
            <a:xfrm>
              <a:off x="429861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g2483"/>
            <p:cNvSpPr/>
            <p:nvPr/>
          </p:nvSpPr>
          <p:spPr>
            <a:xfrm>
              <a:off x="431025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g2484"/>
            <p:cNvSpPr/>
            <p:nvPr/>
          </p:nvSpPr>
          <p:spPr>
            <a:xfrm>
              <a:off x="432189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g2485"/>
            <p:cNvSpPr/>
            <p:nvPr/>
          </p:nvSpPr>
          <p:spPr>
            <a:xfrm>
              <a:off x="45546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g2486"/>
            <p:cNvSpPr/>
            <p:nvPr/>
          </p:nvSpPr>
          <p:spPr>
            <a:xfrm>
              <a:off x="45662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g2487"/>
            <p:cNvSpPr/>
            <p:nvPr/>
          </p:nvSpPr>
          <p:spPr>
            <a:xfrm>
              <a:off x="45779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g2488"/>
            <p:cNvSpPr/>
            <p:nvPr/>
          </p:nvSpPr>
          <p:spPr>
            <a:xfrm>
              <a:off x="45895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g2489"/>
            <p:cNvSpPr/>
            <p:nvPr/>
          </p:nvSpPr>
          <p:spPr>
            <a:xfrm>
              <a:off x="46011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g2490"/>
            <p:cNvSpPr/>
            <p:nvPr/>
          </p:nvSpPr>
          <p:spPr>
            <a:xfrm>
              <a:off x="32396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g2491"/>
            <p:cNvSpPr/>
            <p:nvPr/>
          </p:nvSpPr>
          <p:spPr>
            <a:xfrm>
              <a:off x="32512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g2492"/>
            <p:cNvSpPr/>
            <p:nvPr/>
          </p:nvSpPr>
          <p:spPr>
            <a:xfrm>
              <a:off x="326289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g2493"/>
            <p:cNvSpPr/>
            <p:nvPr/>
          </p:nvSpPr>
          <p:spPr>
            <a:xfrm>
              <a:off x="32745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g2494"/>
            <p:cNvSpPr/>
            <p:nvPr/>
          </p:nvSpPr>
          <p:spPr>
            <a:xfrm>
              <a:off x="32861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g2495"/>
            <p:cNvSpPr/>
            <p:nvPr/>
          </p:nvSpPr>
          <p:spPr>
            <a:xfrm>
              <a:off x="360037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g2496"/>
            <p:cNvSpPr/>
            <p:nvPr/>
          </p:nvSpPr>
          <p:spPr>
            <a:xfrm>
              <a:off x="361201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g2497"/>
            <p:cNvSpPr/>
            <p:nvPr/>
          </p:nvSpPr>
          <p:spPr>
            <a:xfrm>
              <a:off x="362365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g2498"/>
            <p:cNvSpPr/>
            <p:nvPr/>
          </p:nvSpPr>
          <p:spPr>
            <a:xfrm>
              <a:off x="363529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g2499"/>
            <p:cNvSpPr/>
            <p:nvPr/>
          </p:nvSpPr>
          <p:spPr>
            <a:xfrm>
              <a:off x="364692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g2500"/>
            <p:cNvSpPr/>
            <p:nvPr/>
          </p:nvSpPr>
          <p:spPr>
            <a:xfrm>
              <a:off x="365856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g2501"/>
            <p:cNvSpPr/>
            <p:nvPr/>
          </p:nvSpPr>
          <p:spPr>
            <a:xfrm>
              <a:off x="367020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g2502"/>
            <p:cNvSpPr/>
            <p:nvPr/>
          </p:nvSpPr>
          <p:spPr>
            <a:xfrm>
              <a:off x="36818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g2503"/>
            <p:cNvSpPr/>
            <p:nvPr/>
          </p:nvSpPr>
          <p:spPr>
            <a:xfrm>
              <a:off x="36934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g2504"/>
            <p:cNvSpPr/>
            <p:nvPr/>
          </p:nvSpPr>
          <p:spPr>
            <a:xfrm>
              <a:off x="37051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g2505"/>
            <p:cNvSpPr/>
            <p:nvPr/>
          </p:nvSpPr>
          <p:spPr>
            <a:xfrm>
              <a:off x="37167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g2506"/>
            <p:cNvSpPr/>
            <p:nvPr/>
          </p:nvSpPr>
          <p:spPr>
            <a:xfrm>
              <a:off x="37283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g2507"/>
            <p:cNvSpPr/>
            <p:nvPr/>
          </p:nvSpPr>
          <p:spPr>
            <a:xfrm>
              <a:off x="374002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g2508"/>
            <p:cNvSpPr/>
            <p:nvPr/>
          </p:nvSpPr>
          <p:spPr>
            <a:xfrm>
              <a:off x="375166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g2509"/>
            <p:cNvSpPr/>
            <p:nvPr/>
          </p:nvSpPr>
          <p:spPr>
            <a:xfrm>
              <a:off x="385640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g2510"/>
            <p:cNvSpPr/>
            <p:nvPr/>
          </p:nvSpPr>
          <p:spPr>
            <a:xfrm>
              <a:off x="386803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g2511"/>
            <p:cNvSpPr/>
            <p:nvPr/>
          </p:nvSpPr>
          <p:spPr>
            <a:xfrm>
              <a:off x="387967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g2512"/>
            <p:cNvSpPr/>
            <p:nvPr/>
          </p:nvSpPr>
          <p:spPr>
            <a:xfrm>
              <a:off x="389131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g2513"/>
            <p:cNvSpPr/>
            <p:nvPr/>
          </p:nvSpPr>
          <p:spPr>
            <a:xfrm>
              <a:off x="390295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g2514"/>
            <p:cNvSpPr/>
            <p:nvPr/>
          </p:nvSpPr>
          <p:spPr>
            <a:xfrm>
              <a:off x="391458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g2515"/>
            <p:cNvSpPr/>
            <p:nvPr/>
          </p:nvSpPr>
          <p:spPr>
            <a:xfrm>
              <a:off x="392622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g2516"/>
            <p:cNvSpPr/>
            <p:nvPr/>
          </p:nvSpPr>
          <p:spPr>
            <a:xfrm>
              <a:off x="393786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g2517"/>
            <p:cNvSpPr/>
            <p:nvPr/>
          </p:nvSpPr>
          <p:spPr>
            <a:xfrm>
              <a:off x="394949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g2518"/>
            <p:cNvSpPr/>
            <p:nvPr/>
          </p:nvSpPr>
          <p:spPr>
            <a:xfrm>
              <a:off x="396113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g2519"/>
            <p:cNvSpPr/>
            <p:nvPr/>
          </p:nvSpPr>
          <p:spPr>
            <a:xfrm>
              <a:off x="406587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g2520"/>
            <p:cNvSpPr/>
            <p:nvPr/>
          </p:nvSpPr>
          <p:spPr>
            <a:xfrm>
              <a:off x="407751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g2521"/>
            <p:cNvSpPr/>
            <p:nvPr/>
          </p:nvSpPr>
          <p:spPr>
            <a:xfrm>
              <a:off x="408914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g2522"/>
            <p:cNvSpPr/>
            <p:nvPr/>
          </p:nvSpPr>
          <p:spPr>
            <a:xfrm>
              <a:off x="410078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g2523"/>
            <p:cNvSpPr/>
            <p:nvPr/>
          </p:nvSpPr>
          <p:spPr>
            <a:xfrm>
              <a:off x="41124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g2524"/>
            <p:cNvSpPr/>
            <p:nvPr/>
          </p:nvSpPr>
          <p:spPr>
            <a:xfrm>
              <a:off x="41240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g2525"/>
            <p:cNvSpPr/>
            <p:nvPr/>
          </p:nvSpPr>
          <p:spPr>
            <a:xfrm>
              <a:off x="413569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g2526"/>
            <p:cNvSpPr/>
            <p:nvPr/>
          </p:nvSpPr>
          <p:spPr>
            <a:xfrm>
              <a:off x="41473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g2527"/>
            <p:cNvSpPr/>
            <p:nvPr/>
          </p:nvSpPr>
          <p:spPr>
            <a:xfrm>
              <a:off x="41589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g2528"/>
            <p:cNvSpPr/>
            <p:nvPr/>
          </p:nvSpPr>
          <p:spPr>
            <a:xfrm>
              <a:off x="422879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g2529"/>
            <p:cNvSpPr/>
            <p:nvPr/>
          </p:nvSpPr>
          <p:spPr>
            <a:xfrm>
              <a:off x="424043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g2530"/>
            <p:cNvSpPr/>
            <p:nvPr/>
          </p:nvSpPr>
          <p:spPr>
            <a:xfrm>
              <a:off x="425207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g2531"/>
            <p:cNvSpPr/>
            <p:nvPr/>
          </p:nvSpPr>
          <p:spPr>
            <a:xfrm>
              <a:off x="426370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g2532"/>
            <p:cNvSpPr/>
            <p:nvPr/>
          </p:nvSpPr>
          <p:spPr>
            <a:xfrm>
              <a:off x="427534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g2533"/>
            <p:cNvSpPr/>
            <p:nvPr/>
          </p:nvSpPr>
          <p:spPr>
            <a:xfrm>
              <a:off x="428698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g2534"/>
            <p:cNvSpPr/>
            <p:nvPr/>
          </p:nvSpPr>
          <p:spPr>
            <a:xfrm>
              <a:off x="429861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g2535"/>
            <p:cNvSpPr/>
            <p:nvPr/>
          </p:nvSpPr>
          <p:spPr>
            <a:xfrm>
              <a:off x="431025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g2536"/>
            <p:cNvSpPr/>
            <p:nvPr/>
          </p:nvSpPr>
          <p:spPr>
            <a:xfrm>
              <a:off x="432189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g2537"/>
            <p:cNvSpPr/>
            <p:nvPr/>
          </p:nvSpPr>
          <p:spPr>
            <a:xfrm>
              <a:off x="433353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g2538"/>
            <p:cNvSpPr/>
            <p:nvPr/>
          </p:nvSpPr>
          <p:spPr>
            <a:xfrm>
              <a:off x="434516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g2539"/>
            <p:cNvSpPr/>
            <p:nvPr/>
          </p:nvSpPr>
          <p:spPr>
            <a:xfrm>
              <a:off x="45546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g2540"/>
            <p:cNvSpPr/>
            <p:nvPr/>
          </p:nvSpPr>
          <p:spPr>
            <a:xfrm>
              <a:off x="45662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g2541"/>
            <p:cNvSpPr/>
            <p:nvPr/>
          </p:nvSpPr>
          <p:spPr>
            <a:xfrm>
              <a:off x="45779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g2542"/>
            <p:cNvSpPr/>
            <p:nvPr/>
          </p:nvSpPr>
          <p:spPr>
            <a:xfrm>
              <a:off x="45895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g2543"/>
            <p:cNvSpPr/>
            <p:nvPr/>
          </p:nvSpPr>
          <p:spPr>
            <a:xfrm>
              <a:off x="46011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g2544"/>
            <p:cNvSpPr/>
            <p:nvPr/>
          </p:nvSpPr>
          <p:spPr>
            <a:xfrm>
              <a:off x="314652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g2545"/>
            <p:cNvSpPr/>
            <p:nvPr/>
          </p:nvSpPr>
          <p:spPr>
            <a:xfrm>
              <a:off x="315816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g2546"/>
            <p:cNvSpPr/>
            <p:nvPr/>
          </p:nvSpPr>
          <p:spPr>
            <a:xfrm>
              <a:off x="316979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g2547"/>
            <p:cNvSpPr/>
            <p:nvPr/>
          </p:nvSpPr>
          <p:spPr>
            <a:xfrm>
              <a:off x="322798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g2548"/>
            <p:cNvSpPr/>
            <p:nvPr/>
          </p:nvSpPr>
          <p:spPr>
            <a:xfrm>
              <a:off x="32396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g2549"/>
            <p:cNvSpPr/>
            <p:nvPr/>
          </p:nvSpPr>
          <p:spPr>
            <a:xfrm>
              <a:off x="32512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g2550"/>
            <p:cNvSpPr/>
            <p:nvPr/>
          </p:nvSpPr>
          <p:spPr>
            <a:xfrm>
              <a:off x="326289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g2551"/>
            <p:cNvSpPr/>
            <p:nvPr/>
          </p:nvSpPr>
          <p:spPr>
            <a:xfrm>
              <a:off x="32745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g2552"/>
            <p:cNvSpPr/>
            <p:nvPr/>
          </p:nvSpPr>
          <p:spPr>
            <a:xfrm>
              <a:off x="32861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g2553"/>
            <p:cNvSpPr/>
            <p:nvPr/>
          </p:nvSpPr>
          <p:spPr>
            <a:xfrm>
              <a:off x="329780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g2554"/>
            <p:cNvSpPr/>
            <p:nvPr/>
          </p:nvSpPr>
          <p:spPr>
            <a:xfrm>
              <a:off x="330944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g2555"/>
            <p:cNvSpPr/>
            <p:nvPr/>
          </p:nvSpPr>
          <p:spPr>
            <a:xfrm>
              <a:off x="33210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g2556"/>
            <p:cNvSpPr/>
            <p:nvPr/>
          </p:nvSpPr>
          <p:spPr>
            <a:xfrm>
              <a:off x="333272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g2557"/>
            <p:cNvSpPr/>
            <p:nvPr/>
          </p:nvSpPr>
          <p:spPr>
            <a:xfrm>
              <a:off x="33443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g2558"/>
            <p:cNvSpPr/>
            <p:nvPr/>
          </p:nvSpPr>
          <p:spPr>
            <a:xfrm>
              <a:off x="343745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g2559"/>
            <p:cNvSpPr/>
            <p:nvPr/>
          </p:nvSpPr>
          <p:spPr>
            <a:xfrm>
              <a:off x="34490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g2560"/>
            <p:cNvSpPr/>
            <p:nvPr/>
          </p:nvSpPr>
          <p:spPr>
            <a:xfrm>
              <a:off x="34607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g2561"/>
            <p:cNvSpPr/>
            <p:nvPr/>
          </p:nvSpPr>
          <p:spPr>
            <a:xfrm>
              <a:off x="347236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g2562"/>
            <p:cNvSpPr/>
            <p:nvPr/>
          </p:nvSpPr>
          <p:spPr>
            <a:xfrm>
              <a:off x="34840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g2563"/>
            <p:cNvSpPr/>
            <p:nvPr/>
          </p:nvSpPr>
          <p:spPr>
            <a:xfrm>
              <a:off x="360037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g2564"/>
            <p:cNvSpPr/>
            <p:nvPr/>
          </p:nvSpPr>
          <p:spPr>
            <a:xfrm>
              <a:off x="361201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g2565"/>
            <p:cNvSpPr/>
            <p:nvPr/>
          </p:nvSpPr>
          <p:spPr>
            <a:xfrm>
              <a:off x="362365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g2566"/>
            <p:cNvSpPr/>
            <p:nvPr/>
          </p:nvSpPr>
          <p:spPr>
            <a:xfrm>
              <a:off x="363529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g2567"/>
            <p:cNvSpPr/>
            <p:nvPr/>
          </p:nvSpPr>
          <p:spPr>
            <a:xfrm>
              <a:off x="364692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g2568"/>
            <p:cNvSpPr/>
            <p:nvPr/>
          </p:nvSpPr>
          <p:spPr>
            <a:xfrm>
              <a:off x="365856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g2569"/>
            <p:cNvSpPr/>
            <p:nvPr/>
          </p:nvSpPr>
          <p:spPr>
            <a:xfrm>
              <a:off x="367020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g2570"/>
            <p:cNvSpPr/>
            <p:nvPr/>
          </p:nvSpPr>
          <p:spPr>
            <a:xfrm>
              <a:off x="368184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g2571"/>
            <p:cNvSpPr/>
            <p:nvPr/>
          </p:nvSpPr>
          <p:spPr>
            <a:xfrm>
              <a:off x="36934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g2572"/>
            <p:cNvSpPr/>
            <p:nvPr/>
          </p:nvSpPr>
          <p:spPr>
            <a:xfrm>
              <a:off x="37051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g2573"/>
            <p:cNvSpPr/>
            <p:nvPr/>
          </p:nvSpPr>
          <p:spPr>
            <a:xfrm>
              <a:off x="37167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g2574"/>
            <p:cNvSpPr/>
            <p:nvPr/>
          </p:nvSpPr>
          <p:spPr>
            <a:xfrm>
              <a:off x="37283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g2575"/>
            <p:cNvSpPr/>
            <p:nvPr/>
          </p:nvSpPr>
          <p:spPr>
            <a:xfrm>
              <a:off x="374002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g2576"/>
            <p:cNvSpPr/>
            <p:nvPr/>
          </p:nvSpPr>
          <p:spPr>
            <a:xfrm>
              <a:off x="375166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g2577"/>
            <p:cNvSpPr/>
            <p:nvPr/>
          </p:nvSpPr>
          <p:spPr>
            <a:xfrm>
              <a:off x="410078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g2578"/>
            <p:cNvSpPr/>
            <p:nvPr/>
          </p:nvSpPr>
          <p:spPr>
            <a:xfrm>
              <a:off x="41124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g2579"/>
            <p:cNvSpPr/>
            <p:nvPr/>
          </p:nvSpPr>
          <p:spPr>
            <a:xfrm>
              <a:off x="41240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g2580"/>
            <p:cNvSpPr/>
            <p:nvPr/>
          </p:nvSpPr>
          <p:spPr>
            <a:xfrm>
              <a:off x="413569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g2581"/>
            <p:cNvSpPr/>
            <p:nvPr/>
          </p:nvSpPr>
          <p:spPr>
            <a:xfrm>
              <a:off x="41473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g2582"/>
            <p:cNvSpPr/>
            <p:nvPr/>
          </p:nvSpPr>
          <p:spPr>
            <a:xfrm>
              <a:off x="41589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g2583"/>
            <p:cNvSpPr/>
            <p:nvPr/>
          </p:nvSpPr>
          <p:spPr>
            <a:xfrm>
              <a:off x="417060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g2584"/>
            <p:cNvSpPr/>
            <p:nvPr/>
          </p:nvSpPr>
          <p:spPr>
            <a:xfrm>
              <a:off x="41938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g2585"/>
            <p:cNvSpPr/>
            <p:nvPr/>
          </p:nvSpPr>
          <p:spPr>
            <a:xfrm>
              <a:off x="420552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g2586"/>
            <p:cNvSpPr/>
            <p:nvPr/>
          </p:nvSpPr>
          <p:spPr>
            <a:xfrm>
              <a:off x="42171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g2587"/>
            <p:cNvSpPr/>
            <p:nvPr/>
          </p:nvSpPr>
          <p:spPr>
            <a:xfrm>
              <a:off x="422879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g2588"/>
            <p:cNvSpPr/>
            <p:nvPr/>
          </p:nvSpPr>
          <p:spPr>
            <a:xfrm>
              <a:off x="424043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g2589"/>
            <p:cNvSpPr/>
            <p:nvPr/>
          </p:nvSpPr>
          <p:spPr>
            <a:xfrm>
              <a:off x="425207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g2590"/>
            <p:cNvSpPr/>
            <p:nvPr/>
          </p:nvSpPr>
          <p:spPr>
            <a:xfrm>
              <a:off x="426370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g2591"/>
            <p:cNvSpPr/>
            <p:nvPr/>
          </p:nvSpPr>
          <p:spPr>
            <a:xfrm>
              <a:off x="427534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g2592"/>
            <p:cNvSpPr/>
            <p:nvPr/>
          </p:nvSpPr>
          <p:spPr>
            <a:xfrm>
              <a:off x="428698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g2593"/>
            <p:cNvSpPr/>
            <p:nvPr/>
          </p:nvSpPr>
          <p:spPr>
            <a:xfrm>
              <a:off x="429861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g2594"/>
            <p:cNvSpPr/>
            <p:nvPr/>
          </p:nvSpPr>
          <p:spPr>
            <a:xfrm>
              <a:off x="431025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g2595"/>
            <p:cNvSpPr/>
            <p:nvPr/>
          </p:nvSpPr>
          <p:spPr>
            <a:xfrm>
              <a:off x="43218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g2596"/>
            <p:cNvSpPr/>
            <p:nvPr/>
          </p:nvSpPr>
          <p:spPr>
            <a:xfrm>
              <a:off x="43335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g2597"/>
            <p:cNvSpPr/>
            <p:nvPr/>
          </p:nvSpPr>
          <p:spPr>
            <a:xfrm>
              <a:off x="434516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g2598"/>
            <p:cNvSpPr/>
            <p:nvPr/>
          </p:nvSpPr>
          <p:spPr>
            <a:xfrm>
              <a:off x="43568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g2599"/>
            <p:cNvSpPr/>
            <p:nvPr/>
          </p:nvSpPr>
          <p:spPr>
            <a:xfrm>
              <a:off x="45662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g2600"/>
            <p:cNvSpPr/>
            <p:nvPr/>
          </p:nvSpPr>
          <p:spPr>
            <a:xfrm>
              <a:off x="45779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g2601"/>
            <p:cNvSpPr/>
            <p:nvPr/>
          </p:nvSpPr>
          <p:spPr>
            <a:xfrm>
              <a:off x="45895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g2602"/>
            <p:cNvSpPr/>
            <p:nvPr/>
          </p:nvSpPr>
          <p:spPr>
            <a:xfrm>
              <a:off x="46011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g2603"/>
            <p:cNvSpPr/>
            <p:nvPr/>
          </p:nvSpPr>
          <p:spPr>
            <a:xfrm>
              <a:off x="312324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g2604"/>
            <p:cNvSpPr/>
            <p:nvPr/>
          </p:nvSpPr>
          <p:spPr>
            <a:xfrm>
              <a:off x="313488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g2605"/>
            <p:cNvSpPr/>
            <p:nvPr/>
          </p:nvSpPr>
          <p:spPr>
            <a:xfrm>
              <a:off x="314652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g2606"/>
            <p:cNvSpPr/>
            <p:nvPr/>
          </p:nvSpPr>
          <p:spPr>
            <a:xfrm>
              <a:off x="315816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g2607"/>
            <p:cNvSpPr/>
            <p:nvPr/>
          </p:nvSpPr>
          <p:spPr>
            <a:xfrm>
              <a:off x="316979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g2608"/>
            <p:cNvSpPr/>
            <p:nvPr/>
          </p:nvSpPr>
          <p:spPr>
            <a:xfrm>
              <a:off x="318143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g2609"/>
            <p:cNvSpPr/>
            <p:nvPr/>
          </p:nvSpPr>
          <p:spPr>
            <a:xfrm>
              <a:off x="321634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g2610"/>
            <p:cNvSpPr/>
            <p:nvPr/>
          </p:nvSpPr>
          <p:spPr>
            <a:xfrm>
              <a:off x="322798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g2611"/>
            <p:cNvSpPr/>
            <p:nvPr/>
          </p:nvSpPr>
          <p:spPr>
            <a:xfrm>
              <a:off x="32396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g2612"/>
            <p:cNvSpPr/>
            <p:nvPr/>
          </p:nvSpPr>
          <p:spPr>
            <a:xfrm>
              <a:off x="32512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g2613"/>
            <p:cNvSpPr/>
            <p:nvPr/>
          </p:nvSpPr>
          <p:spPr>
            <a:xfrm>
              <a:off x="326289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g2614"/>
            <p:cNvSpPr/>
            <p:nvPr/>
          </p:nvSpPr>
          <p:spPr>
            <a:xfrm>
              <a:off x="32745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g2615"/>
            <p:cNvSpPr/>
            <p:nvPr/>
          </p:nvSpPr>
          <p:spPr>
            <a:xfrm>
              <a:off x="32861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g2616"/>
            <p:cNvSpPr/>
            <p:nvPr/>
          </p:nvSpPr>
          <p:spPr>
            <a:xfrm>
              <a:off x="329780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g2617"/>
            <p:cNvSpPr/>
            <p:nvPr/>
          </p:nvSpPr>
          <p:spPr>
            <a:xfrm>
              <a:off x="33094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g2618"/>
            <p:cNvSpPr/>
            <p:nvPr/>
          </p:nvSpPr>
          <p:spPr>
            <a:xfrm>
              <a:off x="33210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g2619"/>
            <p:cNvSpPr/>
            <p:nvPr/>
          </p:nvSpPr>
          <p:spPr>
            <a:xfrm>
              <a:off x="333272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g2620"/>
            <p:cNvSpPr/>
            <p:nvPr/>
          </p:nvSpPr>
          <p:spPr>
            <a:xfrm>
              <a:off x="33443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g2621"/>
            <p:cNvSpPr/>
            <p:nvPr/>
          </p:nvSpPr>
          <p:spPr>
            <a:xfrm>
              <a:off x="33559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g2622"/>
            <p:cNvSpPr/>
            <p:nvPr/>
          </p:nvSpPr>
          <p:spPr>
            <a:xfrm>
              <a:off x="336763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g2623"/>
            <p:cNvSpPr/>
            <p:nvPr/>
          </p:nvSpPr>
          <p:spPr>
            <a:xfrm>
              <a:off x="34258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g2624"/>
            <p:cNvSpPr/>
            <p:nvPr/>
          </p:nvSpPr>
          <p:spPr>
            <a:xfrm>
              <a:off x="343745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g2625"/>
            <p:cNvSpPr/>
            <p:nvPr/>
          </p:nvSpPr>
          <p:spPr>
            <a:xfrm>
              <a:off x="34490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g2626"/>
            <p:cNvSpPr/>
            <p:nvPr/>
          </p:nvSpPr>
          <p:spPr>
            <a:xfrm>
              <a:off x="34607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g2627"/>
            <p:cNvSpPr/>
            <p:nvPr/>
          </p:nvSpPr>
          <p:spPr>
            <a:xfrm>
              <a:off x="347236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g2628"/>
            <p:cNvSpPr/>
            <p:nvPr/>
          </p:nvSpPr>
          <p:spPr>
            <a:xfrm>
              <a:off x="34840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g2629"/>
            <p:cNvSpPr/>
            <p:nvPr/>
          </p:nvSpPr>
          <p:spPr>
            <a:xfrm>
              <a:off x="34956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g2630"/>
            <p:cNvSpPr/>
            <p:nvPr/>
          </p:nvSpPr>
          <p:spPr>
            <a:xfrm>
              <a:off x="350728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g2631"/>
            <p:cNvSpPr/>
            <p:nvPr/>
          </p:nvSpPr>
          <p:spPr>
            <a:xfrm>
              <a:off x="362365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g2632"/>
            <p:cNvSpPr/>
            <p:nvPr/>
          </p:nvSpPr>
          <p:spPr>
            <a:xfrm>
              <a:off x="363529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g2633"/>
            <p:cNvSpPr/>
            <p:nvPr/>
          </p:nvSpPr>
          <p:spPr>
            <a:xfrm>
              <a:off x="364692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g2634"/>
            <p:cNvSpPr/>
            <p:nvPr/>
          </p:nvSpPr>
          <p:spPr>
            <a:xfrm>
              <a:off x="365856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g2635"/>
            <p:cNvSpPr/>
            <p:nvPr/>
          </p:nvSpPr>
          <p:spPr>
            <a:xfrm>
              <a:off x="367020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g2636"/>
            <p:cNvSpPr/>
            <p:nvPr/>
          </p:nvSpPr>
          <p:spPr>
            <a:xfrm>
              <a:off x="368184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g2637"/>
            <p:cNvSpPr/>
            <p:nvPr/>
          </p:nvSpPr>
          <p:spPr>
            <a:xfrm>
              <a:off x="36934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g2638"/>
            <p:cNvSpPr/>
            <p:nvPr/>
          </p:nvSpPr>
          <p:spPr>
            <a:xfrm>
              <a:off x="37051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g2639"/>
            <p:cNvSpPr/>
            <p:nvPr/>
          </p:nvSpPr>
          <p:spPr>
            <a:xfrm>
              <a:off x="37167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g2640"/>
            <p:cNvSpPr/>
            <p:nvPr/>
          </p:nvSpPr>
          <p:spPr>
            <a:xfrm>
              <a:off x="37283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g2641"/>
            <p:cNvSpPr/>
            <p:nvPr/>
          </p:nvSpPr>
          <p:spPr>
            <a:xfrm>
              <a:off x="37400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g2642"/>
            <p:cNvSpPr/>
            <p:nvPr/>
          </p:nvSpPr>
          <p:spPr>
            <a:xfrm>
              <a:off x="375166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g2643"/>
            <p:cNvSpPr/>
            <p:nvPr/>
          </p:nvSpPr>
          <p:spPr>
            <a:xfrm>
              <a:off x="41124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g2644"/>
            <p:cNvSpPr/>
            <p:nvPr/>
          </p:nvSpPr>
          <p:spPr>
            <a:xfrm>
              <a:off x="41240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g2645"/>
            <p:cNvSpPr/>
            <p:nvPr/>
          </p:nvSpPr>
          <p:spPr>
            <a:xfrm>
              <a:off x="413569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g2646"/>
            <p:cNvSpPr/>
            <p:nvPr/>
          </p:nvSpPr>
          <p:spPr>
            <a:xfrm>
              <a:off x="41473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g2647"/>
            <p:cNvSpPr/>
            <p:nvPr/>
          </p:nvSpPr>
          <p:spPr>
            <a:xfrm>
              <a:off x="41589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g2648"/>
            <p:cNvSpPr/>
            <p:nvPr/>
          </p:nvSpPr>
          <p:spPr>
            <a:xfrm>
              <a:off x="417060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g2649"/>
            <p:cNvSpPr/>
            <p:nvPr/>
          </p:nvSpPr>
          <p:spPr>
            <a:xfrm>
              <a:off x="41822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g2650"/>
            <p:cNvSpPr/>
            <p:nvPr/>
          </p:nvSpPr>
          <p:spPr>
            <a:xfrm>
              <a:off x="41938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g2651"/>
            <p:cNvSpPr/>
            <p:nvPr/>
          </p:nvSpPr>
          <p:spPr>
            <a:xfrm>
              <a:off x="420552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g2652"/>
            <p:cNvSpPr/>
            <p:nvPr/>
          </p:nvSpPr>
          <p:spPr>
            <a:xfrm>
              <a:off x="42171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g2653"/>
            <p:cNvSpPr/>
            <p:nvPr/>
          </p:nvSpPr>
          <p:spPr>
            <a:xfrm>
              <a:off x="42287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g2654"/>
            <p:cNvSpPr/>
            <p:nvPr/>
          </p:nvSpPr>
          <p:spPr>
            <a:xfrm>
              <a:off x="424043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g2655"/>
            <p:cNvSpPr/>
            <p:nvPr/>
          </p:nvSpPr>
          <p:spPr>
            <a:xfrm>
              <a:off x="425207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g2656"/>
            <p:cNvSpPr/>
            <p:nvPr/>
          </p:nvSpPr>
          <p:spPr>
            <a:xfrm>
              <a:off x="426370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g2657"/>
            <p:cNvSpPr/>
            <p:nvPr/>
          </p:nvSpPr>
          <p:spPr>
            <a:xfrm>
              <a:off x="427534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g2658"/>
            <p:cNvSpPr/>
            <p:nvPr/>
          </p:nvSpPr>
          <p:spPr>
            <a:xfrm>
              <a:off x="428698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g2659"/>
            <p:cNvSpPr/>
            <p:nvPr/>
          </p:nvSpPr>
          <p:spPr>
            <a:xfrm>
              <a:off x="42986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g2660"/>
            <p:cNvSpPr/>
            <p:nvPr/>
          </p:nvSpPr>
          <p:spPr>
            <a:xfrm>
              <a:off x="431025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g2661"/>
            <p:cNvSpPr/>
            <p:nvPr/>
          </p:nvSpPr>
          <p:spPr>
            <a:xfrm>
              <a:off x="43218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g2662"/>
            <p:cNvSpPr/>
            <p:nvPr/>
          </p:nvSpPr>
          <p:spPr>
            <a:xfrm>
              <a:off x="43335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g2663"/>
            <p:cNvSpPr/>
            <p:nvPr/>
          </p:nvSpPr>
          <p:spPr>
            <a:xfrm>
              <a:off x="434516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g2664"/>
            <p:cNvSpPr/>
            <p:nvPr/>
          </p:nvSpPr>
          <p:spPr>
            <a:xfrm>
              <a:off x="43568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g2665"/>
            <p:cNvSpPr/>
            <p:nvPr/>
          </p:nvSpPr>
          <p:spPr>
            <a:xfrm>
              <a:off x="43684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g2666"/>
            <p:cNvSpPr/>
            <p:nvPr/>
          </p:nvSpPr>
          <p:spPr>
            <a:xfrm>
              <a:off x="45662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g2667"/>
            <p:cNvSpPr/>
            <p:nvPr/>
          </p:nvSpPr>
          <p:spPr>
            <a:xfrm>
              <a:off x="45779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g2668"/>
            <p:cNvSpPr/>
            <p:nvPr/>
          </p:nvSpPr>
          <p:spPr>
            <a:xfrm>
              <a:off x="45895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g2669"/>
            <p:cNvSpPr/>
            <p:nvPr/>
          </p:nvSpPr>
          <p:spPr>
            <a:xfrm>
              <a:off x="46011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g2670"/>
            <p:cNvSpPr/>
            <p:nvPr/>
          </p:nvSpPr>
          <p:spPr>
            <a:xfrm>
              <a:off x="46128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g2671"/>
            <p:cNvSpPr/>
            <p:nvPr/>
          </p:nvSpPr>
          <p:spPr>
            <a:xfrm>
              <a:off x="311161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g2672"/>
            <p:cNvSpPr/>
            <p:nvPr/>
          </p:nvSpPr>
          <p:spPr>
            <a:xfrm>
              <a:off x="312324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g2673"/>
            <p:cNvSpPr/>
            <p:nvPr/>
          </p:nvSpPr>
          <p:spPr>
            <a:xfrm>
              <a:off x="313488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g2674"/>
            <p:cNvSpPr/>
            <p:nvPr/>
          </p:nvSpPr>
          <p:spPr>
            <a:xfrm>
              <a:off x="314652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g2675"/>
            <p:cNvSpPr/>
            <p:nvPr/>
          </p:nvSpPr>
          <p:spPr>
            <a:xfrm>
              <a:off x="315816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g2676"/>
            <p:cNvSpPr/>
            <p:nvPr/>
          </p:nvSpPr>
          <p:spPr>
            <a:xfrm>
              <a:off x="316979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g2677"/>
            <p:cNvSpPr/>
            <p:nvPr/>
          </p:nvSpPr>
          <p:spPr>
            <a:xfrm>
              <a:off x="318143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g2678"/>
            <p:cNvSpPr/>
            <p:nvPr/>
          </p:nvSpPr>
          <p:spPr>
            <a:xfrm>
              <a:off x="319307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g2679"/>
            <p:cNvSpPr/>
            <p:nvPr/>
          </p:nvSpPr>
          <p:spPr>
            <a:xfrm>
              <a:off x="320471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g2680"/>
            <p:cNvSpPr/>
            <p:nvPr/>
          </p:nvSpPr>
          <p:spPr>
            <a:xfrm>
              <a:off x="321634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g2681"/>
            <p:cNvSpPr/>
            <p:nvPr/>
          </p:nvSpPr>
          <p:spPr>
            <a:xfrm>
              <a:off x="322798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g2682"/>
            <p:cNvSpPr/>
            <p:nvPr/>
          </p:nvSpPr>
          <p:spPr>
            <a:xfrm>
              <a:off x="323962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g2683"/>
            <p:cNvSpPr/>
            <p:nvPr/>
          </p:nvSpPr>
          <p:spPr>
            <a:xfrm>
              <a:off x="32512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g2684"/>
            <p:cNvSpPr/>
            <p:nvPr/>
          </p:nvSpPr>
          <p:spPr>
            <a:xfrm>
              <a:off x="326289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g2685"/>
            <p:cNvSpPr/>
            <p:nvPr/>
          </p:nvSpPr>
          <p:spPr>
            <a:xfrm>
              <a:off x="32745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g2686"/>
            <p:cNvSpPr/>
            <p:nvPr/>
          </p:nvSpPr>
          <p:spPr>
            <a:xfrm>
              <a:off x="32861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g2687"/>
            <p:cNvSpPr/>
            <p:nvPr/>
          </p:nvSpPr>
          <p:spPr>
            <a:xfrm>
              <a:off x="329780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g2688"/>
            <p:cNvSpPr/>
            <p:nvPr/>
          </p:nvSpPr>
          <p:spPr>
            <a:xfrm>
              <a:off x="33094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g2689"/>
            <p:cNvSpPr/>
            <p:nvPr/>
          </p:nvSpPr>
          <p:spPr>
            <a:xfrm>
              <a:off x="33210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g2690"/>
            <p:cNvSpPr/>
            <p:nvPr/>
          </p:nvSpPr>
          <p:spPr>
            <a:xfrm>
              <a:off x="333272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g2691"/>
            <p:cNvSpPr/>
            <p:nvPr/>
          </p:nvSpPr>
          <p:spPr>
            <a:xfrm>
              <a:off x="33443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g2692"/>
            <p:cNvSpPr/>
            <p:nvPr/>
          </p:nvSpPr>
          <p:spPr>
            <a:xfrm>
              <a:off x="33559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g2693"/>
            <p:cNvSpPr/>
            <p:nvPr/>
          </p:nvSpPr>
          <p:spPr>
            <a:xfrm>
              <a:off x="336763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g2694"/>
            <p:cNvSpPr/>
            <p:nvPr/>
          </p:nvSpPr>
          <p:spPr>
            <a:xfrm>
              <a:off x="33792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g2695"/>
            <p:cNvSpPr/>
            <p:nvPr/>
          </p:nvSpPr>
          <p:spPr>
            <a:xfrm>
              <a:off x="33909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g2696"/>
            <p:cNvSpPr/>
            <p:nvPr/>
          </p:nvSpPr>
          <p:spPr>
            <a:xfrm>
              <a:off x="340254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g2697"/>
            <p:cNvSpPr/>
            <p:nvPr/>
          </p:nvSpPr>
          <p:spPr>
            <a:xfrm>
              <a:off x="341418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g2698"/>
            <p:cNvSpPr/>
            <p:nvPr/>
          </p:nvSpPr>
          <p:spPr>
            <a:xfrm>
              <a:off x="342581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g2699"/>
            <p:cNvSpPr/>
            <p:nvPr/>
          </p:nvSpPr>
          <p:spPr>
            <a:xfrm>
              <a:off x="343745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g2700"/>
            <p:cNvSpPr/>
            <p:nvPr/>
          </p:nvSpPr>
          <p:spPr>
            <a:xfrm>
              <a:off x="34490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g2701"/>
            <p:cNvSpPr/>
            <p:nvPr/>
          </p:nvSpPr>
          <p:spPr>
            <a:xfrm>
              <a:off x="34607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g2702"/>
            <p:cNvSpPr/>
            <p:nvPr/>
          </p:nvSpPr>
          <p:spPr>
            <a:xfrm>
              <a:off x="347236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g2703"/>
            <p:cNvSpPr/>
            <p:nvPr/>
          </p:nvSpPr>
          <p:spPr>
            <a:xfrm>
              <a:off x="34840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g2704"/>
            <p:cNvSpPr/>
            <p:nvPr/>
          </p:nvSpPr>
          <p:spPr>
            <a:xfrm>
              <a:off x="34956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g2705"/>
            <p:cNvSpPr/>
            <p:nvPr/>
          </p:nvSpPr>
          <p:spPr>
            <a:xfrm>
              <a:off x="350728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g2706"/>
            <p:cNvSpPr/>
            <p:nvPr/>
          </p:nvSpPr>
          <p:spPr>
            <a:xfrm>
              <a:off x="351891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g2707"/>
            <p:cNvSpPr/>
            <p:nvPr/>
          </p:nvSpPr>
          <p:spPr>
            <a:xfrm>
              <a:off x="353055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g2708"/>
            <p:cNvSpPr/>
            <p:nvPr/>
          </p:nvSpPr>
          <p:spPr>
            <a:xfrm>
              <a:off x="354219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g2709"/>
            <p:cNvSpPr/>
            <p:nvPr/>
          </p:nvSpPr>
          <p:spPr>
            <a:xfrm>
              <a:off x="363529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g2710"/>
            <p:cNvSpPr/>
            <p:nvPr/>
          </p:nvSpPr>
          <p:spPr>
            <a:xfrm>
              <a:off x="364692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g2711"/>
            <p:cNvSpPr/>
            <p:nvPr/>
          </p:nvSpPr>
          <p:spPr>
            <a:xfrm>
              <a:off x="365856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g2712"/>
            <p:cNvSpPr/>
            <p:nvPr/>
          </p:nvSpPr>
          <p:spPr>
            <a:xfrm>
              <a:off x="368184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g2713"/>
            <p:cNvSpPr/>
            <p:nvPr/>
          </p:nvSpPr>
          <p:spPr>
            <a:xfrm>
              <a:off x="36934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g2714"/>
            <p:cNvSpPr/>
            <p:nvPr/>
          </p:nvSpPr>
          <p:spPr>
            <a:xfrm>
              <a:off x="37051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g2715"/>
            <p:cNvSpPr/>
            <p:nvPr/>
          </p:nvSpPr>
          <p:spPr>
            <a:xfrm>
              <a:off x="37167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g2716"/>
            <p:cNvSpPr/>
            <p:nvPr/>
          </p:nvSpPr>
          <p:spPr>
            <a:xfrm>
              <a:off x="37283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g2717"/>
            <p:cNvSpPr/>
            <p:nvPr/>
          </p:nvSpPr>
          <p:spPr>
            <a:xfrm>
              <a:off x="37400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g2718"/>
            <p:cNvSpPr/>
            <p:nvPr/>
          </p:nvSpPr>
          <p:spPr>
            <a:xfrm>
              <a:off x="375166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g2719"/>
            <p:cNvSpPr/>
            <p:nvPr/>
          </p:nvSpPr>
          <p:spPr>
            <a:xfrm>
              <a:off x="41240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g2720"/>
            <p:cNvSpPr/>
            <p:nvPr/>
          </p:nvSpPr>
          <p:spPr>
            <a:xfrm>
              <a:off x="413569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g2721"/>
            <p:cNvSpPr/>
            <p:nvPr/>
          </p:nvSpPr>
          <p:spPr>
            <a:xfrm>
              <a:off x="41473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g2722"/>
            <p:cNvSpPr/>
            <p:nvPr/>
          </p:nvSpPr>
          <p:spPr>
            <a:xfrm>
              <a:off x="41589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g2723"/>
            <p:cNvSpPr/>
            <p:nvPr/>
          </p:nvSpPr>
          <p:spPr>
            <a:xfrm>
              <a:off x="417060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g2724"/>
            <p:cNvSpPr/>
            <p:nvPr/>
          </p:nvSpPr>
          <p:spPr>
            <a:xfrm>
              <a:off x="41822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g2725"/>
            <p:cNvSpPr/>
            <p:nvPr/>
          </p:nvSpPr>
          <p:spPr>
            <a:xfrm>
              <a:off x="41938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g2726"/>
            <p:cNvSpPr/>
            <p:nvPr/>
          </p:nvSpPr>
          <p:spPr>
            <a:xfrm>
              <a:off x="420552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g2727"/>
            <p:cNvSpPr/>
            <p:nvPr/>
          </p:nvSpPr>
          <p:spPr>
            <a:xfrm>
              <a:off x="42171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g2728"/>
            <p:cNvSpPr/>
            <p:nvPr/>
          </p:nvSpPr>
          <p:spPr>
            <a:xfrm>
              <a:off x="42287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g2729"/>
            <p:cNvSpPr/>
            <p:nvPr/>
          </p:nvSpPr>
          <p:spPr>
            <a:xfrm>
              <a:off x="424043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g2730"/>
            <p:cNvSpPr/>
            <p:nvPr/>
          </p:nvSpPr>
          <p:spPr>
            <a:xfrm>
              <a:off x="42520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g2731"/>
            <p:cNvSpPr/>
            <p:nvPr/>
          </p:nvSpPr>
          <p:spPr>
            <a:xfrm>
              <a:off x="42637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g2732"/>
            <p:cNvSpPr/>
            <p:nvPr/>
          </p:nvSpPr>
          <p:spPr>
            <a:xfrm>
              <a:off x="427534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g2733"/>
            <p:cNvSpPr/>
            <p:nvPr/>
          </p:nvSpPr>
          <p:spPr>
            <a:xfrm>
              <a:off x="431025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g2734"/>
            <p:cNvSpPr/>
            <p:nvPr/>
          </p:nvSpPr>
          <p:spPr>
            <a:xfrm>
              <a:off x="43218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g2735"/>
            <p:cNvSpPr/>
            <p:nvPr/>
          </p:nvSpPr>
          <p:spPr>
            <a:xfrm>
              <a:off x="43335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g2736"/>
            <p:cNvSpPr/>
            <p:nvPr/>
          </p:nvSpPr>
          <p:spPr>
            <a:xfrm>
              <a:off x="434516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g2737"/>
            <p:cNvSpPr/>
            <p:nvPr/>
          </p:nvSpPr>
          <p:spPr>
            <a:xfrm>
              <a:off x="43568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g2738"/>
            <p:cNvSpPr/>
            <p:nvPr/>
          </p:nvSpPr>
          <p:spPr>
            <a:xfrm>
              <a:off x="43684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g2739"/>
            <p:cNvSpPr/>
            <p:nvPr/>
          </p:nvSpPr>
          <p:spPr>
            <a:xfrm>
              <a:off x="438008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g2740"/>
            <p:cNvSpPr/>
            <p:nvPr/>
          </p:nvSpPr>
          <p:spPr>
            <a:xfrm>
              <a:off x="45662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g2741"/>
            <p:cNvSpPr/>
            <p:nvPr/>
          </p:nvSpPr>
          <p:spPr>
            <a:xfrm>
              <a:off x="45779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g2742"/>
            <p:cNvSpPr/>
            <p:nvPr/>
          </p:nvSpPr>
          <p:spPr>
            <a:xfrm>
              <a:off x="45895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g2743"/>
            <p:cNvSpPr/>
            <p:nvPr/>
          </p:nvSpPr>
          <p:spPr>
            <a:xfrm>
              <a:off x="46011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g2744"/>
            <p:cNvSpPr/>
            <p:nvPr/>
          </p:nvSpPr>
          <p:spPr>
            <a:xfrm>
              <a:off x="46128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g2745"/>
            <p:cNvSpPr/>
            <p:nvPr/>
          </p:nvSpPr>
          <p:spPr>
            <a:xfrm>
              <a:off x="311161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g2746"/>
            <p:cNvSpPr/>
            <p:nvPr/>
          </p:nvSpPr>
          <p:spPr>
            <a:xfrm>
              <a:off x="312324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g2747"/>
            <p:cNvSpPr/>
            <p:nvPr/>
          </p:nvSpPr>
          <p:spPr>
            <a:xfrm>
              <a:off x="313488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g2748"/>
            <p:cNvSpPr/>
            <p:nvPr/>
          </p:nvSpPr>
          <p:spPr>
            <a:xfrm>
              <a:off x="314652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g2749"/>
            <p:cNvSpPr/>
            <p:nvPr/>
          </p:nvSpPr>
          <p:spPr>
            <a:xfrm>
              <a:off x="315816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g2750"/>
            <p:cNvSpPr/>
            <p:nvPr/>
          </p:nvSpPr>
          <p:spPr>
            <a:xfrm>
              <a:off x="316979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g2751"/>
            <p:cNvSpPr/>
            <p:nvPr/>
          </p:nvSpPr>
          <p:spPr>
            <a:xfrm>
              <a:off x="318143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g2752"/>
            <p:cNvSpPr/>
            <p:nvPr/>
          </p:nvSpPr>
          <p:spPr>
            <a:xfrm>
              <a:off x="319307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g2753"/>
            <p:cNvSpPr/>
            <p:nvPr/>
          </p:nvSpPr>
          <p:spPr>
            <a:xfrm>
              <a:off x="320471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g2754"/>
            <p:cNvSpPr/>
            <p:nvPr/>
          </p:nvSpPr>
          <p:spPr>
            <a:xfrm>
              <a:off x="321634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g2755"/>
            <p:cNvSpPr/>
            <p:nvPr/>
          </p:nvSpPr>
          <p:spPr>
            <a:xfrm>
              <a:off x="322798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g2756"/>
            <p:cNvSpPr/>
            <p:nvPr/>
          </p:nvSpPr>
          <p:spPr>
            <a:xfrm>
              <a:off x="323962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g2757"/>
            <p:cNvSpPr/>
            <p:nvPr/>
          </p:nvSpPr>
          <p:spPr>
            <a:xfrm>
              <a:off x="325125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g2758"/>
            <p:cNvSpPr/>
            <p:nvPr/>
          </p:nvSpPr>
          <p:spPr>
            <a:xfrm>
              <a:off x="326289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g2759"/>
            <p:cNvSpPr/>
            <p:nvPr/>
          </p:nvSpPr>
          <p:spPr>
            <a:xfrm>
              <a:off x="32745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g2760"/>
            <p:cNvSpPr/>
            <p:nvPr/>
          </p:nvSpPr>
          <p:spPr>
            <a:xfrm>
              <a:off x="32861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g2761"/>
            <p:cNvSpPr/>
            <p:nvPr/>
          </p:nvSpPr>
          <p:spPr>
            <a:xfrm>
              <a:off x="329780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g2762"/>
            <p:cNvSpPr/>
            <p:nvPr/>
          </p:nvSpPr>
          <p:spPr>
            <a:xfrm>
              <a:off x="33094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g2763"/>
            <p:cNvSpPr/>
            <p:nvPr/>
          </p:nvSpPr>
          <p:spPr>
            <a:xfrm>
              <a:off x="33210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g2764"/>
            <p:cNvSpPr/>
            <p:nvPr/>
          </p:nvSpPr>
          <p:spPr>
            <a:xfrm>
              <a:off x="333272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g2765"/>
            <p:cNvSpPr/>
            <p:nvPr/>
          </p:nvSpPr>
          <p:spPr>
            <a:xfrm>
              <a:off x="33443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g2766"/>
            <p:cNvSpPr/>
            <p:nvPr/>
          </p:nvSpPr>
          <p:spPr>
            <a:xfrm>
              <a:off x="33559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g2767"/>
            <p:cNvSpPr/>
            <p:nvPr/>
          </p:nvSpPr>
          <p:spPr>
            <a:xfrm>
              <a:off x="336763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g2768"/>
            <p:cNvSpPr/>
            <p:nvPr/>
          </p:nvSpPr>
          <p:spPr>
            <a:xfrm>
              <a:off x="337927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g2769"/>
            <p:cNvSpPr/>
            <p:nvPr/>
          </p:nvSpPr>
          <p:spPr>
            <a:xfrm>
              <a:off x="339090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g2770"/>
            <p:cNvSpPr/>
            <p:nvPr/>
          </p:nvSpPr>
          <p:spPr>
            <a:xfrm>
              <a:off x="340254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g2771"/>
            <p:cNvSpPr/>
            <p:nvPr/>
          </p:nvSpPr>
          <p:spPr>
            <a:xfrm>
              <a:off x="341418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g2772"/>
            <p:cNvSpPr/>
            <p:nvPr/>
          </p:nvSpPr>
          <p:spPr>
            <a:xfrm>
              <a:off x="342581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g2773"/>
            <p:cNvSpPr/>
            <p:nvPr/>
          </p:nvSpPr>
          <p:spPr>
            <a:xfrm>
              <a:off x="343745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g2774"/>
            <p:cNvSpPr/>
            <p:nvPr/>
          </p:nvSpPr>
          <p:spPr>
            <a:xfrm>
              <a:off x="34490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g2775"/>
            <p:cNvSpPr/>
            <p:nvPr/>
          </p:nvSpPr>
          <p:spPr>
            <a:xfrm>
              <a:off x="34607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g2776"/>
            <p:cNvSpPr/>
            <p:nvPr/>
          </p:nvSpPr>
          <p:spPr>
            <a:xfrm>
              <a:off x="347236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951">
                <a:alpha val="100000"/>
              </a:srgbClr>
            </a:solidFill>
            <a:ln w="5420" cap="flat">
              <a:solidFill>
                <a:srgbClr val="36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g2777"/>
            <p:cNvSpPr/>
            <p:nvPr/>
          </p:nvSpPr>
          <p:spPr>
            <a:xfrm>
              <a:off x="34840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951">
                <a:alpha val="100000"/>
              </a:srgbClr>
            </a:solidFill>
            <a:ln w="5420" cap="flat">
              <a:solidFill>
                <a:srgbClr val="36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g2778"/>
            <p:cNvSpPr/>
            <p:nvPr/>
          </p:nvSpPr>
          <p:spPr>
            <a:xfrm>
              <a:off x="34956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3">
                <a:alpha val="100000"/>
              </a:srgbClr>
            </a:solidFill>
            <a:ln w="5420" cap="flat">
              <a:solidFill>
                <a:srgbClr val="38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g2779"/>
            <p:cNvSpPr/>
            <p:nvPr/>
          </p:nvSpPr>
          <p:spPr>
            <a:xfrm>
              <a:off x="350728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g2780"/>
            <p:cNvSpPr/>
            <p:nvPr/>
          </p:nvSpPr>
          <p:spPr>
            <a:xfrm>
              <a:off x="351891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g2781"/>
            <p:cNvSpPr/>
            <p:nvPr/>
          </p:nvSpPr>
          <p:spPr>
            <a:xfrm>
              <a:off x="353055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g2782"/>
            <p:cNvSpPr/>
            <p:nvPr/>
          </p:nvSpPr>
          <p:spPr>
            <a:xfrm>
              <a:off x="354219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g2783"/>
            <p:cNvSpPr/>
            <p:nvPr/>
          </p:nvSpPr>
          <p:spPr>
            <a:xfrm>
              <a:off x="355383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g2784"/>
            <p:cNvSpPr/>
            <p:nvPr/>
          </p:nvSpPr>
          <p:spPr>
            <a:xfrm>
              <a:off x="362365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g2785"/>
            <p:cNvSpPr/>
            <p:nvPr/>
          </p:nvSpPr>
          <p:spPr>
            <a:xfrm>
              <a:off x="363529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g2786"/>
            <p:cNvSpPr/>
            <p:nvPr/>
          </p:nvSpPr>
          <p:spPr>
            <a:xfrm>
              <a:off x="364692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g2787"/>
            <p:cNvSpPr/>
            <p:nvPr/>
          </p:nvSpPr>
          <p:spPr>
            <a:xfrm>
              <a:off x="365856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g2788"/>
            <p:cNvSpPr/>
            <p:nvPr/>
          </p:nvSpPr>
          <p:spPr>
            <a:xfrm>
              <a:off x="367020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g2789"/>
            <p:cNvSpPr/>
            <p:nvPr/>
          </p:nvSpPr>
          <p:spPr>
            <a:xfrm>
              <a:off x="368184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g2790"/>
            <p:cNvSpPr/>
            <p:nvPr/>
          </p:nvSpPr>
          <p:spPr>
            <a:xfrm>
              <a:off x="369347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g2791"/>
            <p:cNvSpPr/>
            <p:nvPr/>
          </p:nvSpPr>
          <p:spPr>
            <a:xfrm>
              <a:off x="37051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g2792"/>
            <p:cNvSpPr/>
            <p:nvPr/>
          </p:nvSpPr>
          <p:spPr>
            <a:xfrm>
              <a:off x="37167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g2793"/>
            <p:cNvSpPr/>
            <p:nvPr/>
          </p:nvSpPr>
          <p:spPr>
            <a:xfrm>
              <a:off x="37283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g2794"/>
            <p:cNvSpPr/>
            <p:nvPr/>
          </p:nvSpPr>
          <p:spPr>
            <a:xfrm>
              <a:off x="37400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g2795"/>
            <p:cNvSpPr/>
            <p:nvPr/>
          </p:nvSpPr>
          <p:spPr>
            <a:xfrm>
              <a:off x="413569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g2796"/>
            <p:cNvSpPr/>
            <p:nvPr/>
          </p:nvSpPr>
          <p:spPr>
            <a:xfrm>
              <a:off x="41473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g2797"/>
            <p:cNvSpPr/>
            <p:nvPr/>
          </p:nvSpPr>
          <p:spPr>
            <a:xfrm>
              <a:off x="41589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g2798"/>
            <p:cNvSpPr/>
            <p:nvPr/>
          </p:nvSpPr>
          <p:spPr>
            <a:xfrm>
              <a:off x="417060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g2799"/>
            <p:cNvSpPr/>
            <p:nvPr/>
          </p:nvSpPr>
          <p:spPr>
            <a:xfrm>
              <a:off x="41822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g2800"/>
            <p:cNvSpPr/>
            <p:nvPr/>
          </p:nvSpPr>
          <p:spPr>
            <a:xfrm>
              <a:off x="41938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g2801"/>
            <p:cNvSpPr/>
            <p:nvPr/>
          </p:nvSpPr>
          <p:spPr>
            <a:xfrm>
              <a:off x="420552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g2802"/>
            <p:cNvSpPr/>
            <p:nvPr/>
          </p:nvSpPr>
          <p:spPr>
            <a:xfrm>
              <a:off x="42171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g2803"/>
            <p:cNvSpPr/>
            <p:nvPr/>
          </p:nvSpPr>
          <p:spPr>
            <a:xfrm>
              <a:off x="42287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g2804"/>
            <p:cNvSpPr/>
            <p:nvPr/>
          </p:nvSpPr>
          <p:spPr>
            <a:xfrm>
              <a:off x="424043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g2805"/>
            <p:cNvSpPr/>
            <p:nvPr/>
          </p:nvSpPr>
          <p:spPr>
            <a:xfrm>
              <a:off x="43218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g2806"/>
            <p:cNvSpPr/>
            <p:nvPr/>
          </p:nvSpPr>
          <p:spPr>
            <a:xfrm>
              <a:off x="43335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g2807"/>
            <p:cNvSpPr/>
            <p:nvPr/>
          </p:nvSpPr>
          <p:spPr>
            <a:xfrm>
              <a:off x="434516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g2808"/>
            <p:cNvSpPr/>
            <p:nvPr/>
          </p:nvSpPr>
          <p:spPr>
            <a:xfrm>
              <a:off x="43568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g2809"/>
            <p:cNvSpPr/>
            <p:nvPr/>
          </p:nvSpPr>
          <p:spPr>
            <a:xfrm>
              <a:off x="43684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g2810"/>
            <p:cNvSpPr/>
            <p:nvPr/>
          </p:nvSpPr>
          <p:spPr>
            <a:xfrm>
              <a:off x="438008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g2811"/>
            <p:cNvSpPr/>
            <p:nvPr/>
          </p:nvSpPr>
          <p:spPr>
            <a:xfrm>
              <a:off x="45779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g2812"/>
            <p:cNvSpPr/>
            <p:nvPr/>
          </p:nvSpPr>
          <p:spPr>
            <a:xfrm>
              <a:off x="45895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g2813"/>
            <p:cNvSpPr/>
            <p:nvPr/>
          </p:nvSpPr>
          <p:spPr>
            <a:xfrm>
              <a:off x="46011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g2814"/>
            <p:cNvSpPr/>
            <p:nvPr/>
          </p:nvSpPr>
          <p:spPr>
            <a:xfrm>
              <a:off x="46128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g2815"/>
            <p:cNvSpPr/>
            <p:nvPr/>
          </p:nvSpPr>
          <p:spPr>
            <a:xfrm>
              <a:off x="462446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g2816"/>
            <p:cNvSpPr/>
            <p:nvPr/>
          </p:nvSpPr>
          <p:spPr>
            <a:xfrm>
              <a:off x="311161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g2817"/>
            <p:cNvSpPr/>
            <p:nvPr/>
          </p:nvSpPr>
          <p:spPr>
            <a:xfrm>
              <a:off x="312324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g2818"/>
            <p:cNvSpPr/>
            <p:nvPr/>
          </p:nvSpPr>
          <p:spPr>
            <a:xfrm>
              <a:off x="313488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g2819"/>
            <p:cNvSpPr/>
            <p:nvPr/>
          </p:nvSpPr>
          <p:spPr>
            <a:xfrm>
              <a:off x="314652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g2820"/>
            <p:cNvSpPr/>
            <p:nvPr/>
          </p:nvSpPr>
          <p:spPr>
            <a:xfrm>
              <a:off x="315816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g2821"/>
            <p:cNvSpPr/>
            <p:nvPr/>
          </p:nvSpPr>
          <p:spPr>
            <a:xfrm>
              <a:off x="316979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g2822"/>
            <p:cNvSpPr/>
            <p:nvPr/>
          </p:nvSpPr>
          <p:spPr>
            <a:xfrm>
              <a:off x="318143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g2823"/>
            <p:cNvSpPr/>
            <p:nvPr/>
          </p:nvSpPr>
          <p:spPr>
            <a:xfrm>
              <a:off x="319307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g2824"/>
            <p:cNvSpPr/>
            <p:nvPr/>
          </p:nvSpPr>
          <p:spPr>
            <a:xfrm>
              <a:off x="320471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g2825"/>
            <p:cNvSpPr/>
            <p:nvPr/>
          </p:nvSpPr>
          <p:spPr>
            <a:xfrm>
              <a:off x="321634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g2826"/>
            <p:cNvSpPr/>
            <p:nvPr/>
          </p:nvSpPr>
          <p:spPr>
            <a:xfrm>
              <a:off x="322798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g2827"/>
            <p:cNvSpPr/>
            <p:nvPr/>
          </p:nvSpPr>
          <p:spPr>
            <a:xfrm>
              <a:off x="323962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g2828"/>
            <p:cNvSpPr/>
            <p:nvPr/>
          </p:nvSpPr>
          <p:spPr>
            <a:xfrm>
              <a:off x="325125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g2829"/>
            <p:cNvSpPr/>
            <p:nvPr/>
          </p:nvSpPr>
          <p:spPr>
            <a:xfrm>
              <a:off x="326289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g2830"/>
            <p:cNvSpPr/>
            <p:nvPr/>
          </p:nvSpPr>
          <p:spPr>
            <a:xfrm>
              <a:off x="32745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g2831"/>
            <p:cNvSpPr/>
            <p:nvPr/>
          </p:nvSpPr>
          <p:spPr>
            <a:xfrm>
              <a:off x="32861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g2832"/>
            <p:cNvSpPr/>
            <p:nvPr/>
          </p:nvSpPr>
          <p:spPr>
            <a:xfrm>
              <a:off x="329780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g2833"/>
            <p:cNvSpPr/>
            <p:nvPr/>
          </p:nvSpPr>
          <p:spPr>
            <a:xfrm>
              <a:off x="33094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g2834"/>
            <p:cNvSpPr/>
            <p:nvPr/>
          </p:nvSpPr>
          <p:spPr>
            <a:xfrm>
              <a:off x="33210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g2835"/>
            <p:cNvSpPr/>
            <p:nvPr/>
          </p:nvSpPr>
          <p:spPr>
            <a:xfrm>
              <a:off x="333272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g2836"/>
            <p:cNvSpPr/>
            <p:nvPr/>
          </p:nvSpPr>
          <p:spPr>
            <a:xfrm>
              <a:off x="33443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g2837"/>
            <p:cNvSpPr/>
            <p:nvPr/>
          </p:nvSpPr>
          <p:spPr>
            <a:xfrm>
              <a:off x="335599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g2838"/>
            <p:cNvSpPr/>
            <p:nvPr/>
          </p:nvSpPr>
          <p:spPr>
            <a:xfrm>
              <a:off x="336763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g2839"/>
            <p:cNvSpPr/>
            <p:nvPr/>
          </p:nvSpPr>
          <p:spPr>
            <a:xfrm>
              <a:off x="337927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g2840"/>
            <p:cNvSpPr/>
            <p:nvPr/>
          </p:nvSpPr>
          <p:spPr>
            <a:xfrm>
              <a:off x="339090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g2841"/>
            <p:cNvSpPr/>
            <p:nvPr/>
          </p:nvSpPr>
          <p:spPr>
            <a:xfrm>
              <a:off x="340254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g2842"/>
            <p:cNvSpPr/>
            <p:nvPr/>
          </p:nvSpPr>
          <p:spPr>
            <a:xfrm>
              <a:off x="341418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g2843"/>
            <p:cNvSpPr/>
            <p:nvPr/>
          </p:nvSpPr>
          <p:spPr>
            <a:xfrm>
              <a:off x="342581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g2844"/>
            <p:cNvSpPr/>
            <p:nvPr/>
          </p:nvSpPr>
          <p:spPr>
            <a:xfrm>
              <a:off x="343745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g2845"/>
            <p:cNvSpPr/>
            <p:nvPr/>
          </p:nvSpPr>
          <p:spPr>
            <a:xfrm>
              <a:off x="344909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g2846"/>
            <p:cNvSpPr/>
            <p:nvPr/>
          </p:nvSpPr>
          <p:spPr>
            <a:xfrm>
              <a:off x="34607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447">
                <a:alpha val="100000"/>
              </a:srgbClr>
            </a:solidFill>
            <a:ln w="5420" cap="flat">
              <a:solidFill>
                <a:srgbClr val="3124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g2847"/>
            <p:cNvSpPr/>
            <p:nvPr/>
          </p:nvSpPr>
          <p:spPr>
            <a:xfrm>
              <a:off x="347236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E2242">
                <a:alpha val="100000"/>
              </a:srgbClr>
            </a:solidFill>
            <a:ln w="5420" cap="flat">
              <a:solidFill>
                <a:srgbClr val="2E22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g2848"/>
            <p:cNvSpPr/>
            <p:nvPr/>
          </p:nvSpPr>
          <p:spPr>
            <a:xfrm>
              <a:off x="34840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E2242">
                <a:alpha val="100000"/>
              </a:srgbClr>
            </a:solidFill>
            <a:ln w="5420" cap="flat">
              <a:solidFill>
                <a:srgbClr val="2E22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g2849"/>
            <p:cNvSpPr/>
            <p:nvPr/>
          </p:nvSpPr>
          <p:spPr>
            <a:xfrm>
              <a:off x="34956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g2850"/>
            <p:cNvSpPr/>
            <p:nvPr/>
          </p:nvSpPr>
          <p:spPr>
            <a:xfrm>
              <a:off x="350728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D">
                <a:alpha val="100000"/>
              </a:srgbClr>
            </a:solidFill>
            <a:ln w="5420" cap="flat">
              <a:solidFill>
                <a:srgbClr val="3427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g2851"/>
            <p:cNvSpPr/>
            <p:nvPr/>
          </p:nvSpPr>
          <p:spPr>
            <a:xfrm>
              <a:off x="35189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g2852"/>
            <p:cNvSpPr/>
            <p:nvPr/>
          </p:nvSpPr>
          <p:spPr>
            <a:xfrm>
              <a:off x="35305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g2853"/>
            <p:cNvSpPr/>
            <p:nvPr/>
          </p:nvSpPr>
          <p:spPr>
            <a:xfrm>
              <a:off x="354219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g2854"/>
            <p:cNvSpPr/>
            <p:nvPr/>
          </p:nvSpPr>
          <p:spPr>
            <a:xfrm>
              <a:off x="355383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g2855"/>
            <p:cNvSpPr/>
            <p:nvPr/>
          </p:nvSpPr>
          <p:spPr>
            <a:xfrm>
              <a:off x="361201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g2856"/>
            <p:cNvSpPr/>
            <p:nvPr/>
          </p:nvSpPr>
          <p:spPr>
            <a:xfrm>
              <a:off x="362365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g2857"/>
            <p:cNvSpPr/>
            <p:nvPr/>
          </p:nvSpPr>
          <p:spPr>
            <a:xfrm>
              <a:off x="363529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g2858"/>
            <p:cNvSpPr/>
            <p:nvPr/>
          </p:nvSpPr>
          <p:spPr>
            <a:xfrm>
              <a:off x="364692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g2859"/>
            <p:cNvSpPr/>
            <p:nvPr/>
          </p:nvSpPr>
          <p:spPr>
            <a:xfrm>
              <a:off x="365856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g2860"/>
            <p:cNvSpPr/>
            <p:nvPr/>
          </p:nvSpPr>
          <p:spPr>
            <a:xfrm>
              <a:off x="367020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g2861"/>
            <p:cNvSpPr/>
            <p:nvPr/>
          </p:nvSpPr>
          <p:spPr>
            <a:xfrm>
              <a:off x="368184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g2862"/>
            <p:cNvSpPr/>
            <p:nvPr/>
          </p:nvSpPr>
          <p:spPr>
            <a:xfrm>
              <a:off x="369347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g2863"/>
            <p:cNvSpPr/>
            <p:nvPr/>
          </p:nvSpPr>
          <p:spPr>
            <a:xfrm>
              <a:off x="37051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g2864"/>
            <p:cNvSpPr/>
            <p:nvPr/>
          </p:nvSpPr>
          <p:spPr>
            <a:xfrm>
              <a:off x="37167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g2865"/>
            <p:cNvSpPr/>
            <p:nvPr/>
          </p:nvSpPr>
          <p:spPr>
            <a:xfrm>
              <a:off x="37283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g2866"/>
            <p:cNvSpPr/>
            <p:nvPr/>
          </p:nvSpPr>
          <p:spPr>
            <a:xfrm>
              <a:off x="37400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g2867"/>
            <p:cNvSpPr/>
            <p:nvPr/>
          </p:nvSpPr>
          <p:spPr>
            <a:xfrm>
              <a:off x="37516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g2868"/>
            <p:cNvSpPr/>
            <p:nvPr/>
          </p:nvSpPr>
          <p:spPr>
            <a:xfrm>
              <a:off x="376330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g2869"/>
            <p:cNvSpPr/>
            <p:nvPr/>
          </p:nvSpPr>
          <p:spPr>
            <a:xfrm>
              <a:off x="413569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g2870"/>
            <p:cNvSpPr/>
            <p:nvPr/>
          </p:nvSpPr>
          <p:spPr>
            <a:xfrm>
              <a:off x="41473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g2871"/>
            <p:cNvSpPr/>
            <p:nvPr/>
          </p:nvSpPr>
          <p:spPr>
            <a:xfrm>
              <a:off x="41589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g2872"/>
            <p:cNvSpPr/>
            <p:nvPr/>
          </p:nvSpPr>
          <p:spPr>
            <a:xfrm>
              <a:off x="417060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g2873"/>
            <p:cNvSpPr/>
            <p:nvPr/>
          </p:nvSpPr>
          <p:spPr>
            <a:xfrm>
              <a:off x="41822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g2874"/>
            <p:cNvSpPr/>
            <p:nvPr/>
          </p:nvSpPr>
          <p:spPr>
            <a:xfrm>
              <a:off x="41938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g2875"/>
            <p:cNvSpPr/>
            <p:nvPr/>
          </p:nvSpPr>
          <p:spPr>
            <a:xfrm>
              <a:off x="420552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g2876"/>
            <p:cNvSpPr/>
            <p:nvPr/>
          </p:nvSpPr>
          <p:spPr>
            <a:xfrm>
              <a:off x="42171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g2877"/>
            <p:cNvSpPr/>
            <p:nvPr/>
          </p:nvSpPr>
          <p:spPr>
            <a:xfrm>
              <a:off x="43335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g2878"/>
            <p:cNvSpPr/>
            <p:nvPr/>
          </p:nvSpPr>
          <p:spPr>
            <a:xfrm>
              <a:off x="434516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g2879"/>
            <p:cNvSpPr/>
            <p:nvPr/>
          </p:nvSpPr>
          <p:spPr>
            <a:xfrm>
              <a:off x="43568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g2880"/>
            <p:cNvSpPr/>
            <p:nvPr/>
          </p:nvSpPr>
          <p:spPr>
            <a:xfrm>
              <a:off x="43684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g2881"/>
            <p:cNvSpPr/>
            <p:nvPr/>
          </p:nvSpPr>
          <p:spPr>
            <a:xfrm>
              <a:off x="438008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g2882"/>
            <p:cNvSpPr/>
            <p:nvPr/>
          </p:nvSpPr>
          <p:spPr>
            <a:xfrm>
              <a:off x="43917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g2883"/>
            <p:cNvSpPr/>
            <p:nvPr/>
          </p:nvSpPr>
          <p:spPr>
            <a:xfrm>
              <a:off x="44033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g2884"/>
            <p:cNvSpPr/>
            <p:nvPr/>
          </p:nvSpPr>
          <p:spPr>
            <a:xfrm>
              <a:off x="45779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g2885"/>
            <p:cNvSpPr/>
            <p:nvPr/>
          </p:nvSpPr>
          <p:spPr>
            <a:xfrm>
              <a:off x="45895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g2886"/>
            <p:cNvSpPr/>
            <p:nvPr/>
          </p:nvSpPr>
          <p:spPr>
            <a:xfrm>
              <a:off x="46011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g2887"/>
            <p:cNvSpPr/>
            <p:nvPr/>
          </p:nvSpPr>
          <p:spPr>
            <a:xfrm>
              <a:off x="46128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g2888"/>
            <p:cNvSpPr/>
            <p:nvPr/>
          </p:nvSpPr>
          <p:spPr>
            <a:xfrm>
              <a:off x="46244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g2889"/>
            <p:cNvSpPr/>
            <p:nvPr/>
          </p:nvSpPr>
          <p:spPr>
            <a:xfrm>
              <a:off x="311161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g2890"/>
            <p:cNvSpPr/>
            <p:nvPr/>
          </p:nvSpPr>
          <p:spPr>
            <a:xfrm>
              <a:off x="312324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g2891"/>
            <p:cNvSpPr/>
            <p:nvPr/>
          </p:nvSpPr>
          <p:spPr>
            <a:xfrm>
              <a:off x="313488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g2892"/>
            <p:cNvSpPr/>
            <p:nvPr/>
          </p:nvSpPr>
          <p:spPr>
            <a:xfrm>
              <a:off x="314652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g2893"/>
            <p:cNvSpPr/>
            <p:nvPr/>
          </p:nvSpPr>
          <p:spPr>
            <a:xfrm>
              <a:off x="315816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g2894"/>
            <p:cNvSpPr/>
            <p:nvPr/>
          </p:nvSpPr>
          <p:spPr>
            <a:xfrm>
              <a:off x="316979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g2895"/>
            <p:cNvSpPr/>
            <p:nvPr/>
          </p:nvSpPr>
          <p:spPr>
            <a:xfrm>
              <a:off x="318143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g2896"/>
            <p:cNvSpPr/>
            <p:nvPr/>
          </p:nvSpPr>
          <p:spPr>
            <a:xfrm>
              <a:off x="319307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g2897"/>
            <p:cNvSpPr/>
            <p:nvPr/>
          </p:nvSpPr>
          <p:spPr>
            <a:xfrm>
              <a:off x="320471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g2898"/>
            <p:cNvSpPr/>
            <p:nvPr/>
          </p:nvSpPr>
          <p:spPr>
            <a:xfrm>
              <a:off x="321634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g2899"/>
            <p:cNvSpPr/>
            <p:nvPr/>
          </p:nvSpPr>
          <p:spPr>
            <a:xfrm>
              <a:off x="322798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g2900"/>
            <p:cNvSpPr/>
            <p:nvPr/>
          </p:nvSpPr>
          <p:spPr>
            <a:xfrm>
              <a:off x="323962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g2901"/>
            <p:cNvSpPr/>
            <p:nvPr/>
          </p:nvSpPr>
          <p:spPr>
            <a:xfrm>
              <a:off x="335599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g2902"/>
            <p:cNvSpPr/>
            <p:nvPr/>
          </p:nvSpPr>
          <p:spPr>
            <a:xfrm>
              <a:off x="336763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g2903"/>
            <p:cNvSpPr/>
            <p:nvPr/>
          </p:nvSpPr>
          <p:spPr>
            <a:xfrm>
              <a:off x="337927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g2904"/>
            <p:cNvSpPr/>
            <p:nvPr/>
          </p:nvSpPr>
          <p:spPr>
            <a:xfrm>
              <a:off x="339090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g2905"/>
            <p:cNvSpPr/>
            <p:nvPr/>
          </p:nvSpPr>
          <p:spPr>
            <a:xfrm>
              <a:off x="340254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g2906"/>
            <p:cNvSpPr/>
            <p:nvPr/>
          </p:nvSpPr>
          <p:spPr>
            <a:xfrm>
              <a:off x="341418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g2907"/>
            <p:cNvSpPr/>
            <p:nvPr/>
          </p:nvSpPr>
          <p:spPr>
            <a:xfrm>
              <a:off x="342581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g2908"/>
            <p:cNvSpPr/>
            <p:nvPr/>
          </p:nvSpPr>
          <p:spPr>
            <a:xfrm>
              <a:off x="343745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g2909"/>
            <p:cNvSpPr/>
            <p:nvPr/>
          </p:nvSpPr>
          <p:spPr>
            <a:xfrm>
              <a:off x="344909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g2910"/>
            <p:cNvSpPr/>
            <p:nvPr/>
          </p:nvSpPr>
          <p:spPr>
            <a:xfrm>
              <a:off x="346073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446">
                <a:alpha val="100000"/>
              </a:srgbClr>
            </a:solidFill>
            <a:ln w="5420" cap="flat">
              <a:solidFill>
                <a:srgbClr val="3124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g2911"/>
            <p:cNvSpPr/>
            <p:nvPr/>
          </p:nvSpPr>
          <p:spPr>
            <a:xfrm>
              <a:off x="34840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D2240">
                <a:alpha val="100000"/>
              </a:srgbClr>
            </a:solidFill>
            <a:ln w="5420" cap="flat">
              <a:solidFill>
                <a:srgbClr val="2D22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g2912"/>
            <p:cNvSpPr/>
            <p:nvPr/>
          </p:nvSpPr>
          <p:spPr>
            <a:xfrm>
              <a:off x="34956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2F2344">
                <a:alpha val="100000"/>
              </a:srgbClr>
            </a:solidFill>
            <a:ln w="5420" cap="flat">
              <a:solidFill>
                <a:srgbClr val="2F23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g2913"/>
            <p:cNvSpPr/>
            <p:nvPr/>
          </p:nvSpPr>
          <p:spPr>
            <a:xfrm>
              <a:off x="350728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C">
                <a:alpha val="100000"/>
              </a:srgbClr>
            </a:solidFill>
            <a:ln w="5420" cap="flat">
              <a:solidFill>
                <a:srgbClr val="3427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g2914"/>
            <p:cNvSpPr/>
            <p:nvPr/>
          </p:nvSpPr>
          <p:spPr>
            <a:xfrm>
              <a:off x="35189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g2915"/>
            <p:cNvSpPr/>
            <p:nvPr/>
          </p:nvSpPr>
          <p:spPr>
            <a:xfrm>
              <a:off x="35305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g2916"/>
            <p:cNvSpPr/>
            <p:nvPr/>
          </p:nvSpPr>
          <p:spPr>
            <a:xfrm>
              <a:off x="354219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g2917"/>
            <p:cNvSpPr/>
            <p:nvPr/>
          </p:nvSpPr>
          <p:spPr>
            <a:xfrm>
              <a:off x="355383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g2918"/>
            <p:cNvSpPr/>
            <p:nvPr/>
          </p:nvSpPr>
          <p:spPr>
            <a:xfrm>
              <a:off x="356546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g2919"/>
            <p:cNvSpPr/>
            <p:nvPr/>
          </p:nvSpPr>
          <p:spPr>
            <a:xfrm>
              <a:off x="358874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g2920"/>
            <p:cNvSpPr/>
            <p:nvPr/>
          </p:nvSpPr>
          <p:spPr>
            <a:xfrm>
              <a:off x="360037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g2921"/>
            <p:cNvSpPr/>
            <p:nvPr/>
          </p:nvSpPr>
          <p:spPr>
            <a:xfrm>
              <a:off x="361201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g2922"/>
            <p:cNvSpPr/>
            <p:nvPr/>
          </p:nvSpPr>
          <p:spPr>
            <a:xfrm>
              <a:off x="362365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g2923"/>
            <p:cNvSpPr/>
            <p:nvPr/>
          </p:nvSpPr>
          <p:spPr>
            <a:xfrm>
              <a:off x="363529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g2924"/>
            <p:cNvSpPr/>
            <p:nvPr/>
          </p:nvSpPr>
          <p:spPr>
            <a:xfrm>
              <a:off x="364692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g2925"/>
            <p:cNvSpPr/>
            <p:nvPr/>
          </p:nvSpPr>
          <p:spPr>
            <a:xfrm>
              <a:off x="365856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g2926"/>
            <p:cNvSpPr/>
            <p:nvPr/>
          </p:nvSpPr>
          <p:spPr>
            <a:xfrm>
              <a:off x="367020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g2927"/>
            <p:cNvSpPr/>
            <p:nvPr/>
          </p:nvSpPr>
          <p:spPr>
            <a:xfrm>
              <a:off x="368184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g2928"/>
            <p:cNvSpPr/>
            <p:nvPr/>
          </p:nvSpPr>
          <p:spPr>
            <a:xfrm>
              <a:off x="369347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g2929"/>
            <p:cNvSpPr/>
            <p:nvPr/>
          </p:nvSpPr>
          <p:spPr>
            <a:xfrm>
              <a:off x="37051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g2930"/>
            <p:cNvSpPr/>
            <p:nvPr/>
          </p:nvSpPr>
          <p:spPr>
            <a:xfrm>
              <a:off x="37167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g2931"/>
            <p:cNvSpPr/>
            <p:nvPr/>
          </p:nvSpPr>
          <p:spPr>
            <a:xfrm>
              <a:off x="37283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g2932"/>
            <p:cNvSpPr/>
            <p:nvPr/>
          </p:nvSpPr>
          <p:spPr>
            <a:xfrm>
              <a:off x="37400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g2933"/>
            <p:cNvSpPr/>
            <p:nvPr/>
          </p:nvSpPr>
          <p:spPr>
            <a:xfrm>
              <a:off x="37516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g2934"/>
            <p:cNvSpPr/>
            <p:nvPr/>
          </p:nvSpPr>
          <p:spPr>
            <a:xfrm>
              <a:off x="376330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g2935"/>
            <p:cNvSpPr/>
            <p:nvPr/>
          </p:nvSpPr>
          <p:spPr>
            <a:xfrm>
              <a:off x="377493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g2936"/>
            <p:cNvSpPr/>
            <p:nvPr/>
          </p:nvSpPr>
          <p:spPr>
            <a:xfrm>
              <a:off x="415897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g2937"/>
            <p:cNvSpPr/>
            <p:nvPr/>
          </p:nvSpPr>
          <p:spPr>
            <a:xfrm>
              <a:off x="434516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g2938"/>
            <p:cNvSpPr/>
            <p:nvPr/>
          </p:nvSpPr>
          <p:spPr>
            <a:xfrm>
              <a:off x="43568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g2939"/>
            <p:cNvSpPr/>
            <p:nvPr/>
          </p:nvSpPr>
          <p:spPr>
            <a:xfrm>
              <a:off x="43684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g2940"/>
            <p:cNvSpPr/>
            <p:nvPr/>
          </p:nvSpPr>
          <p:spPr>
            <a:xfrm>
              <a:off x="438008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g2941"/>
            <p:cNvSpPr/>
            <p:nvPr/>
          </p:nvSpPr>
          <p:spPr>
            <a:xfrm>
              <a:off x="43917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g2942"/>
            <p:cNvSpPr/>
            <p:nvPr/>
          </p:nvSpPr>
          <p:spPr>
            <a:xfrm>
              <a:off x="44033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g2943"/>
            <p:cNvSpPr/>
            <p:nvPr/>
          </p:nvSpPr>
          <p:spPr>
            <a:xfrm>
              <a:off x="441499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g2944"/>
            <p:cNvSpPr/>
            <p:nvPr/>
          </p:nvSpPr>
          <p:spPr>
            <a:xfrm>
              <a:off x="45779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g2945"/>
            <p:cNvSpPr/>
            <p:nvPr/>
          </p:nvSpPr>
          <p:spPr>
            <a:xfrm>
              <a:off x="45895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g2946"/>
            <p:cNvSpPr/>
            <p:nvPr/>
          </p:nvSpPr>
          <p:spPr>
            <a:xfrm>
              <a:off x="46011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g2947"/>
            <p:cNvSpPr/>
            <p:nvPr/>
          </p:nvSpPr>
          <p:spPr>
            <a:xfrm>
              <a:off x="46128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g2948"/>
            <p:cNvSpPr/>
            <p:nvPr/>
          </p:nvSpPr>
          <p:spPr>
            <a:xfrm>
              <a:off x="46244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g2949"/>
            <p:cNvSpPr/>
            <p:nvPr/>
          </p:nvSpPr>
          <p:spPr>
            <a:xfrm>
              <a:off x="309997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g2950"/>
            <p:cNvSpPr/>
            <p:nvPr/>
          </p:nvSpPr>
          <p:spPr>
            <a:xfrm>
              <a:off x="311161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g2951"/>
            <p:cNvSpPr/>
            <p:nvPr/>
          </p:nvSpPr>
          <p:spPr>
            <a:xfrm>
              <a:off x="312324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g2952"/>
            <p:cNvSpPr/>
            <p:nvPr/>
          </p:nvSpPr>
          <p:spPr>
            <a:xfrm>
              <a:off x="313488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g2953"/>
            <p:cNvSpPr/>
            <p:nvPr/>
          </p:nvSpPr>
          <p:spPr>
            <a:xfrm>
              <a:off x="314652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g2954"/>
            <p:cNvSpPr/>
            <p:nvPr/>
          </p:nvSpPr>
          <p:spPr>
            <a:xfrm>
              <a:off x="315816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g2955"/>
            <p:cNvSpPr/>
            <p:nvPr/>
          </p:nvSpPr>
          <p:spPr>
            <a:xfrm>
              <a:off x="316979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g2956"/>
            <p:cNvSpPr/>
            <p:nvPr/>
          </p:nvSpPr>
          <p:spPr>
            <a:xfrm>
              <a:off x="318143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g2957"/>
            <p:cNvSpPr/>
            <p:nvPr/>
          </p:nvSpPr>
          <p:spPr>
            <a:xfrm>
              <a:off x="319307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g2958"/>
            <p:cNvSpPr/>
            <p:nvPr/>
          </p:nvSpPr>
          <p:spPr>
            <a:xfrm>
              <a:off x="320471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g2959"/>
            <p:cNvSpPr/>
            <p:nvPr/>
          </p:nvSpPr>
          <p:spPr>
            <a:xfrm>
              <a:off x="341418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g2960"/>
            <p:cNvSpPr/>
            <p:nvPr/>
          </p:nvSpPr>
          <p:spPr>
            <a:xfrm>
              <a:off x="342581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g2961"/>
            <p:cNvSpPr/>
            <p:nvPr/>
          </p:nvSpPr>
          <p:spPr>
            <a:xfrm>
              <a:off x="34956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548">
                <a:alpha val="100000"/>
              </a:srgbClr>
            </a:solidFill>
            <a:ln w="5420" cap="flat">
              <a:solidFill>
                <a:srgbClr val="3125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g2962"/>
            <p:cNvSpPr/>
            <p:nvPr/>
          </p:nvSpPr>
          <p:spPr>
            <a:xfrm>
              <a:off x="350728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g2963"/>
            <p:cNvSpPr/>
            <p:nvPr/>
          </p:nvSpPr>
          <p:spPr>
            <a:xfrm>
              <a:off x="35189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g2964"/>
            <p:cNvSpPr/>
            <p:nvPr/>
          </p:nvSpPr>
          <p:spPr>
            <a:xfrm>
              <a:off x="35305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g2965"/>
            <p:cNvSpPr/>
            <p:nvPr/>
          </p:nvSpPr>
          <p:spPr>
            <a:xfrm>
              <a:off x="354219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g2966"/>
            <p:cNvSpPr/>
            <p:nvPr/>
          </p:nvSpPr>
          <p:spPr>
            <a:xfrm>
              <a:off x="35538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g2967"/>
            <p:cNvSpPr/>
            <p:nvPr/>
          </p:nvSpPr>
          <p:spPr>
            <a:xfrm>
              <a:off x="356546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g2968"/>
            <p:cNvSpPr/>
            <p:nvPr/>
          </p:nvSpPr>
          <p:spPr>
            <a:xfrm>
              <a:off x="357710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g2969"/>
            <p:cNvSpPr/>
            <p:nvPr/>
          </p:nvSpPr>
          <p:spPr>
            <a:xfrm>
              <a:off x="358874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g2970"/>
            <p:cNvSpPr/>
            <p:nvPr/>
          </p:nvSpPr>
          <p:spPr>
            <a:xfrm>
              <a:off x="360037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g2971"/>
            <p:cNvSpPr/>
            <p:nvPr/>
          </p:nvSpPr>
          <p:spPr>
            <a:xfrm>
              <a:off x="361201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g2972"/>
            <p:cNvSpPr/>
            <p:nvPr/>
          </p:nvSpPr>
          <p:spPr>
            <a:xfrm>
              <a:off x="362365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g2973"/>
            <p:cNvSpPr/>
            <p:nvPr/>
          </p:nvSpPr>
          <p:spPr>
            <a:xfrm>
              <a:off x="363529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g2974"/>
            <p:cNvSpPr/>
            <p:nvPr/>
          </p:nvSpPr>
          <p:spPr>
            <a:xfrm>
              <a:off x="364692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g2975"/>
            <p:cNvSpPr/>
            <p:nvPr/>
          </p:nvSpPr>
          <p:spPr>
            <a:xfrm>
              <a:off x="365856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g2976"/>
            <p:cNvSpPr/>
            <p:nvPr/>
          </p:nvSpPr>
          <p:spPr>
            <a:xfrm>
              <a:off x="367020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g2977"/>
            <p:cNvSpPr/>
            <p:nvPr/>
          </p:nvSpPr>
          <p:spPr>
            <a:xfrm>
              <a:off x="368184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g2978"/>
            <p:cNvSpPr/>
            <p:nvPr/>
          </p:nvSpPr>
          <p:spPr>
            <a:xfrm>
              <a:off x="369347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g2979"/>
            <p:cNvSpPr/>
            <p:nvPr/>
          </p:nvSpPr>
          <p:spPr>
            <a:xfrm>
              <a:off x="370511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g2980"/>
            <p:cNvSpPr/>
            <p:nvPr/>
          </p:nvSpPr>
          <p:spPr>
            <a:xfrm>
              <a:off x="37167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g2981"/>
            <p:cNvSpPr/>
            <p:nvPr/>
          </p:nvSpPr>
          <p:spPr>
            <a:xfrm>
              <a:off x="37283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g2982"/>
            <p:cNvSpPr/>
            <p:nvPr/>
          </p:nvSpPr>
          <p:spPr>
            <a:xfrm>
              <a:off x="37400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g2983"/>
            <p:cNvSpPr/>
            <p:nvPr/>
          </p:nvSpPr>
          <p:spPr>
            <a:xfrm>
              <a:off x="37516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g2984"/>
            <p:cNvSpPr/>
            <p:nvPr/>
          </p:nvSpPr>
          <p:spPr>
            <a:xfrm>
              <a:off x="376330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g2985"/>
            <p:cNvSpPr/>
            <p:nvPr/>
          </p:nvSpPr>
          <p:spPr>
            <a:xfrm>
              <a:off x="377493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g2986"/>
            <p:cNvSpPr/>
            <p:nvPr/>
          </p:nvSpPr>
          <p:spPr>
            <a:xfrm>
              <a:off x="378657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g2987"/>
            <p:cNvSpPr/>
            <p:nvPr/>
          </p:nvSpPr>
          <p:spPr>
            <a:xfrm>
              <a:off x="435680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g2988"/>
            <p:cNvSpPr/>
            <p:nvPr/>
          </p:nvSpPr>
          <p:spPr>
            <a:xfrm>
              <a:off x="43684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g2989"/>
            <p:cNvSpPr/>
            <p:nvPr/>
          </p:nvSpPr>
          <p:spPr>
            <a:xfrm>
              <a:off x="438008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g2990"/>
            <p:cNvSpPr/>
            <p:nvPr/>
          </p:nvSpPr>
          <p:spPr>
            <a:xfrm>
              <a:off x="43917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g2991"/>
            <p:cNvSpPr/>
            <p:nvPr/>
          </p:nvSpPr>
          <p:spPr>
            <a:xfrm>
              <a:off x="44033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g2992"/>
            <p:cNvSpPr/>
            <p:nvPr/>
          </p:nvSpPr>
          <p:spPr>
            <a:xfrm>
              <a:off x="441499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g2993"/>
            <p:cNvSpPr/>
            <p:nvPr/>
          </p:nvSpPr>
          <p:spPr>
            <a:xfrm>
              <a:off x="44266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g2994"/>
            <p:cNvSpPr/>
            <p:nvPr/>
          </p:nvSpPr>
          <p:spPr>
            <a:xfrm>
              <a:off x="45895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g2995"/>
            <p:cNvSpPr/>
            <p:nvPr/>
          </p:nvSpPr>
          <p:spPr>
            <a:xfrm>
              <a:off x="46011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g2996"/>
            <p:cNvSpPr/>
            <p:nvPr/>
          </p:nvSpPr>
          <p:spPr>
            <a:xfrm>
              <a:off x="46128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g2997"/>
            <p:cNvSpPr/>
            <p:nvPr/>
          </p:nvSpPr>
          <p:spPr>
            <a:xfrm>
              <a:off x="46244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g2998"/>
            <p:cNvSpPr/>
            <p:nvPr/>
          </p:nvSpPr>
          <p:spPr>
            <a:xfrm>
              <a:off x="463610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g2999"/>
            <p:cNvSpPr/>
            <p:nvPr/>
          </p:nvSpPr>
          <p:spPr>
            <a:xfrm>
              <a:off x="309997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g3000"/>
            <p:cNvSpPr/>
            <p:nvPr/>
          </p:nvSpPr>
          <p:spPr>
            <a:xfrm>
              <a:off x="311161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g3001"/>
            <p:cNvSpPr/>
            <p:nvPr/>
          </p:nvSpPr>
          <p:spPr>
            <a:xfrm>
              <a:off x="312324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g3002"/>
            <p:cNvSpPr/>
            <p:nvPr/>
          </p:nvSpPr>
          <p:spPr>
            <a:xfrm>
              <a:off x="313488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g3003"/>
            <p:cNvSpPr/>
            <p:nvPr/>
          </p:nvSpPr>
          <p:spPr>
            <a:xfrm>
              <a:off x="314652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g3004"/>
            <p:cNvSpPr/>
            <p:nvPr/>
          </p:nvSpPr>
          <p:spPr>
            <a:xfrm>
              <a:off x="315816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g3005"/>
            <p:cNvSpPr/>
            <p:nvPr/>
          </p:nvSpPr>
          <p:spPr>
            <a:xfrm>
              <a:off x="316979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g3006"/>
            <p:cNvSpPr/>
            <p:nvPr/>
          </p:nvSpPr>
          <p:spPr>
            <a:xfrm>
              <a:off x="318143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g3007"/>
            <p:cNvSpPr/>
            <p:nvPr/>
          </p:nvSpPr>
          <p:spPr>
            <a:xfrm>
              <a:off x="350728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g3008"/>
            <p:cNvSpPr/>
            <p:nvPr/>
          </p:nvSpPr>
          <p:spPr>
            <a:xfrm>
              <a:off x="35189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g3009"/>
            <p:cNvSpPr/>
            <p:nvPr/>
          </p:nvSpPr>
          <p:spPr>
            <a:xfrm>
              <a:off x="35305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g3010"/>
            <p:cNvSpPr/>
            <p:nvPr/>
          </p:nvSpPr>
          <p:spPr>
            <a:xfrm>
              <a:off x="354219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g3011"/>
            <p:cNvSpPr/>
            <p:nvPr/>
          </p:nvSpPr>
          <p:spPr>
            <a:xfrm>
              <a:off x="35538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g3012"/>
            <p:cNvSpPr/>
            <p:nvPr/>
          </p:nvSpPr>
          <p:spPr>
            <a:xfrm>
              <a:off x="35654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g3013"/>
            <p:cNvSpPr/>
            <p:nvPr/>
          </p:nvSpPr>
          <p:spPr>
            <a:xfrm>
              <a:off x="357710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g3014"/>
            <p:cNvSpPr/>
            <p:nvPr/>
          </p:nvSpPr>
          <p:spPr>
            <a:xfrm>
              <a:off x="358874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g3015"/>
            <p:cNvSpPr/>
            <p:nvPr/>
          </p:nvSpPr>
          <p:spPr>
            <a:xfrm>
              <a:off x="360037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g3016"/>
            <p:cNvSpPr/>
            <p:nvPr/>
          </p:nvSpPr>
          <p:spPr>
            <a:xfrm>
              <a:off x="361201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g3017"/>
            <p:cNvSpPr/>
            <p:nvPr/>
          </p:nvSpPr>
          <p:spPr>
            <a:xfrm>
              <a:off x="362365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g3018"/>
            <p:cNvSpPr/>
            <p:nvPr/>
          </p:nvSpPr>
          <p:spPr>
            <a:xfrm>
              <a:off x="363529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g3019"/>
            <p:cNvSpPr/>
            <p:nvPr/>
          </p:nvSpPr>
          <p:spPr>
            <a:xfrm>
              <a:off x="364692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g3020"/>
            <p:cNvSpPr/>
            <p:nvPr/>
          </p:nvSpPr>
          <p:spPr>
            <a:xfrm>
              <a:off x="365856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g3021"/>
            <p:cNvSpPr/>
            <p:nvPr/>
          </p:nvSpPr>
          <p:spPr>
            <a:xfrm>
              <a:off x="367020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g3022"/>
            <p:cNvSpPr/>
            <p:nvPr/>
          </p:nvSpPr>
          <p:spPr>
            <a:xfrm>
              <a:off x="368184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g3023"/>
            <p:cNvSpPr/>
            <p:nvPr/>
          </p:nvSpPr>
          <p:spPr>
            <a:xfrm>
              <a:off x="369347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g3024"/>
            <p:cNvSpPr/>
            <p:nvPr/>
          </p:nvSpPr>
          <p:spPr>
            <a:xfrm>
              <a:off x="370511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g3025"/>
            <p:cNvSpPr/>
            <p:nvPr/>
          </p:nvSpPr>
          <p:spPr>
            <a:xfrm>
              <a:off x="37167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g3026"/>
            <p:cNvSpPr/>
            <p:nvPr/>
          </p:nvSpPr>
          <p:spPr>
            <a:xfrm>
              <a:off x="37283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g3027"/>
            <p:cNvSpPr/>
            <p:nvPr/>
          </p:nvSpPr>
          <p:spPr>
            <a:xfrm>
              <a:off x="37400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g3028"/>
            <p:cNvSpPr/>
            <p:nvPr/>
          </p:nvSpPr>
          <p:spPr>
            <a:xfrm>
              <a:off x="37516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g3029"/>
            <p:cNvSpPr/>
            <p:nvPr/>
          </p:nvSpPr>
          <p:spPr>
            <a:xfrm>
              <a:off x="376330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g3030"/>
            <p:cNvSpPr/>
            <p:nvPr/>
          </p:nvSpPr>
          <p:spPr>
            <a:xfrm>
              <a:off x="377493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g3031"/>
            <p:cNvSpPr/>
            <p:nvPr/>
          </p:nvSpPr>
          <p:spPr>
            <a:xfrm>
              <a:off x="378657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g3032"/>
            <p:cNvSpPr/>
            <p:nvPr/>
          </p:nvSpPr>
          <p:spPr>
            <a:xfrm>
              <a:off x="436844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g3033"/>
            <p:cNvSpPr/>
            <p:nvPr/>
          </p:nvSpPr>
          <p:spPr>
            <a:xfrm>
              <a:off x="438008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g3034"/>
            <p:cNvSpPr/>
            <p:nvPr/>
          </p:nvSpPr>
          <p:spPr>
            <a:xfrm>
              <a:off x="43917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g3035"/>
            <p:cNvSpPr/>
            <p:nvPr/>
          </p:nvSpPr>
          <p:spPr>
            <a:xfrm>
              <a:off x="44033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g3036"/>
            <p:cNvSpPr/>
            <p:nvPr/>
          </p:nvSpPr>
          <p:spPr>
            <a:xfrm>
              <a:off x="441499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g3037"/>
            <p:cNvSpPr/>
            <p:nvPr/>
          </p:nvSpPr>
          <p:spPr>
            <a:xfrm>
              <a:off x="44266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g3038"/>
            <p:cNvSpPr/>
            <p:nvPr/>
          </p:nvSpPr>
          <p:spPr>
            <a:xfrm>
              <a:off x="44382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g3039"/>
            <p:cNvSpPr/>
            <p:nvPr/>
          </p:nvSpPr>
          <p:spPr>
            <a:xfrm>
              <a:off x="45895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g3040"/>
            <p:cNvSpPr/>
            <p:nvPr/>
          </p:nvSpPr>
          <p:spPr>
            <a:xfrm>
              <a:off x="46011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g3041"/>
            <p:cNvSpPr/>
            <p:nvPr/>
          </p:nvSpPr>
          <p:spPr>
            <a:xfrm>
              <a:off x="46128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g3042"/>
            <p:cNvSpPr/>
            <p:nvPr/>
          </p:nvSpPr>
          <p:spPr>
            <a:xfrm>
              <a:off x="46244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g3043"/>
            <p:cNvSpPr/>
            <p:nvPr/>
          </p:nvSpPr>
          <p:spPr>
            <a:xfrm>
              <a:off x="463610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g3044"/>
            <p:cNvSpPr/>
            <p:nvPr/>
          </p:nvSpPr>
          <p:spPr>
            <a:xfrm>
              <a:off x="308833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g3045"/>
            <p:cNvSpPr/>
            <p:nvPr/>
          </p:nvSpPr>
          <p:spPr>
            <a:xfrm>
              <a:off x="309997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g3046"/>
            <p:cNvSpPr/>
            <p:nvPr/>
          </p:nvSpPr>
          <p:spPr>
            <a:xfrm>
              <a:off x="311161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g3047"/>
            <p:cNvSpPr/>
            <p:nvPr/>
          </p:nvSpPr>
          <p:spPr>
            <a:xfrm>
              <a:off x="312324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g3048"/>
            <p:cNvSpPr/>
            <p:nvPr/>
          </p:nvSpPr>
          <p:spPr>
            <a:xfrm>
              <a:off x="313488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g3049"/>
            <p:cNvSpPr/>
            <p:nvPr/>
          </p:nvSpPr>
          <p:spPr>
            <a:xfrm>
              <a:off x="314652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g3050"/>
            <p:cNvSpPr/>
            <p:nvPr/>
          </p:nvSpPr>
          <p:spPr>
            <a:xfrm>
              <a:off x="35189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g3051"/>
            <p:cNvSpPr/>
            <p:nvPr/>
          </p:nvSpPr>
          <p:spPr>
            <a:xfrm>
              <a:off x="35305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g3052"/>
            <p:cNvSpPr/>
            <p:nvPr/>
          </p:nvSpPr>
          <p:spPr>
            <a:xfrm>
              <a:off x="354219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g3053"/>
            <p:cNvSpPr/>
            <p:nvPr/>
          </p:nvSpPr>
          <p:spPr>
            <a:xfrm>
              <a:off x="35538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g3054"/>
            <p:cNvSpPr/>
            <p:nvPr/>
          </p:nvSpPr>
          <p:spPr>
            <a:xfrm>
              <a:off x="35654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g3055"/>
            <p:cNvSpPr/>
            <p:nvPr/>
          </p:nvSpPr>
          <p:spPr>
            <a:xfrm>
              <a:off x="357710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g3056"/>
            <p:cNvSpPr/>
            <p:nvPr/>
          </p:nvSpPr>
          <p:spPr>
            <a:xfrm>
              <a:off x="358874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g3057"/>
            <p:cNvSpPr/>
            <p:nvPr/>
          </p:nvSpPr>
          <p:spPr>
            <a:xfrm>
              <a:off x="360037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g3058"/>
            <p:cNvSpPr/>
            <p:nvPr/>
          </p:nvSpPr>
          <p:spPr>
            <a:xfrm>
              <a:off x="361201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g3059"/>
            <p:cNvSpPr/>
            <p:nvPr/>
          </p:nvSpPr>
          <p:spPr>
            <a:xfrm>
              <a:off x="362365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g3060"/>
            <p:cNvSpPr/>
            <p:nvPr/>
          </p:nvSpPr>
          <p:spPr>
            <a:xfrm>
              <a:off x="363529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g3061"/>
            <p:cNvSpPr/>
            <p:nvPr/>
          </p:nvSpPr>
          <p:spPr>
            <a:xfrm>
              <a:off x="364692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g3062"/>
            <p:cNvSpPr/>
            <p:nvPr/>
          </p:nvSpPr>
          <p:spPr>
            <a:xfrm>
              <a:off x="365856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g3063"/>
            <p:cNvSpPr/>
            <p:nvPr/>
          </p:nvSpPr>
          <p:spPr>
            <a:xfrm>
              <a:off x="367020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g3064"/>
            <p:cNvSpPr/>
            <p:nvPr/>
          </p:nvSpPr>
          <p:spPr>
            <a:xfrm>
              <a:off x="368184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g3065"/>
            <p:cNvSpPr/>
            <p:nvPr/>
          </p:nvSpPr>
          <p:spPr>
            <a:xfrm>
              <a:off x="369347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g3066"/>
            <p:cNvSpPr/>
            <p:nvPr/>
          </p:nvSpPr>
          <p:spPr>
            <a:xfrm>
              <a:off x="370511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g3067"/>
            <p:cNvSpPr/>
            <p:nvPr/>
          </p:nvSpPr>
          <p:spPr>
            <a:xfrm>
              <a:off x="371675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g3068"/>
            <p:cNvSpPr/>
            <p:nvPr/>
          </p:nvSpPr>
          <p:spPr>
            <a:xfrm>
              <a:off x="37283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g3069"/>
            <p:cNvSpPr/>
            <p:nvPr/>
          </p:nvSpPr>
          <p:spPr>
            <a:xfrm>
              <a:off x="37400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g3070"/>
            <p:cNvSpPr/>
            <p:nvPr/>
          </p:nvSpPr>
          <p:spPr>
            <a:xfrm>
              <a:off x="37516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g3071"/>
            <p:cNvSpPr/>
            <p:nvPr/>
          </p:nvSpPr>
          <p:spPr>
            <a:xfrm>
              <a:off x="376330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g3072"/>
            <p:cNvSpPr/>
            <p:nvPr/>
          </p:nvSpPr>
          <p:spPr>
            <a:xfrm>
              <a:off x="37749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g3073"/>
            <p:cNvSpPr/>
            <p:nvPr/>
          </p:nvSpPr>
          <p:spPr>
            <a:xfrm>
              <a:off x="378657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g3074"/>
            <p:cNvSpPr/>
            <p:nvPr/>
          </p:nvSpPr>
          <p:spPr>
            <a:xfrm>
              <a:off x="438008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g3075"/>
            <p:cNvSpPr/>
            <p:nvPr/>
          </p:nvSpPr>
          <p:spPr>
            <a:xfrm>
              <a:off x="43917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g3076"/>
            <p:cNvSpPr/>
            <p:nvPr/>
          </p:nvSpPr>
          <p:spPr>
            <a:xfrm>
              <a:off x="44033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g3077"/>
            <p:cNvSpPr/>
            <p:nvPr/>
          </p:nvSpPr>
          <p:spPr>
            <a:xfrm>
              <a:off x="441499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g3078"/>
            <p:cNvSpPr/>
            <p:nvPr/>
          </p:nvSpPr>
          <p:spPr>
            <a:xfrm>
              <a:off x="44266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g3079"/>
            <p:cNvSpPr/>
            <p:nvPr/>
          </p:nvSpPr>
          <p:spPr>
            <a:xfrm>
              <a:off x="44382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g3080"/>
            <p:cNvSpPr/>
            <p:nvPr/>
          </p:nvSpPr>
          <p:spPr>
            <a:xfrm>
              <a:off x="444990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g3081"/>
            <p:cNvSpPr/>
            <p:nvPr/>
          </p:nvSpPr>
          <p:spPr>
            <a:xfrm>
              <a:off x="46011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g3082"/>
            <p:cNvSpPr/>
            <p:nvPr/>
          </p:nvSpPr>
          <p:spPr>
            <a:xfrm>
              <a:off x="46128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g3083"/>
            <p:cNvSpPr/>
            <p:nvPr/>
          </p:nvSpPr>
          <p:spPr>
            <a:xfrm>
              <a:off x="46244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g3084"/>
            <p:cNvSpPr/>
            <p:nvPr/>
          </p:nvSpPr>
          <p:spPr>
            <a:xfrm>
              <a:off x="463610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g3085"/>
            <p:cNvSpPr/>
            <p:nvPr/>
          </p:nvSpPr>
          <p:spPr>
            <a:xfrm>
              <a:off x="46477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g3086"/>
            <p:cNvSpPr/>
            <p:nvPr/>
          </p:nvSpPr>
          <p:spPr>
            <a:xfrm>
              <a:off x="306506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g3087"/>
            <p:cNvSpPr/>
            <p:nvPr/>
          </p:nvSpPr>
          <p:spPr>
            <a:xfrm>
              <a:off x="307669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g3088"/>
            <p:cNvSpPr/>
            <p:nvPr/>
          </p:nvSpPr>
          <p:spPr>
            <a:xfrm>
              <a:off x="308833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g3089"/>
            <p:cNvSpPr/>
            <p:nvPr/>
          </p:nvSpPr>
          <p:spPr>
            <a:xfrm>
              <a:off x="309997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g3090"/>
            <p:cNvSpPr/>
            <p:nvPr/>
          </p:nvSpPr>
          <p:spPr>
            <a:xfrm>
              <a:off x="311161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g3091"/>
            <p:cNvSpPr/>
            <p:nvPr/>
          </p:nvSpPr>
          <p:spPr>
            <a:xfrm>
              <a:off x="312324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g3092"/>
            <p:cNvSpPr/>
            <p:nvPr/>
          </p:nvSpPr>
          <p:spPr>
            <a:xfrm>
              <a:off x="313488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g3093"/>
            <p:cNvSpPr/>
            <p:nvPr/>
          </p:nvSpPr>
          <p:spPr>
            <a:xfrm>
              <a:off x="354219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g3094"/>
            <p:cNvSpPr/>
            <p:nvPr/>
          </p:nvSpPr>
          <p:spPr>
            <a:xfrm>
              <a:off x="35538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g3095"/>
            <p:cNvSpPr/>
            <p:nvPr/>
          </p:nvSpPr>
          <p:spPr>
            <a:xfrm>
              <a:off x="35654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g3096"/>
            <p:cNvSpPr/>
            <p:nvPr/>
          </p:nvSpPr>
          <p:spPr>
            <a:xfrm>
              <a:off x="357710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g3097"/>
            <p:cNvSpPr/>
            <p:nvPr/>
          </p:nvSpPr>
          <p:spPr>
            <a:xfrm>
              <a:off x="35887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g3098"/>
            <p:cNvSpPr/>
            <p:nvPr/>
          </p:nvSpPr>
          <p:spPr>
            <a:xfrm>
              <a:off x="360037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g3099"/>
            <p:cNvSpPr/>
            <p:nvPr/>
          </p:nvSpPr>
          <p:spPr>
            <a:xfrm>
              <a:off x="361201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g3100"/>
            <p:cNvSpPr/>
            <p:nvPr/>
          </p:nvSpPr>
          <p:spPr>
            <a:xfrm>
              <a:off x="362365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g3101"/>
            <p:cNvSpPr/>
            <p:nvPr/>
          </p:nvSpPr>
          <p:spPr>
            <a:xfrm>
              <a:off x="363529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g3102"/>
            <p:cNvSpPr/>
            <p:nvPr/>
          </p:nvSpPr>
          <p:spPr>
            <a:xfrm>
              <a:off x="3646928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g3103"/>
            <p:cNvSpPr/>
            <p:nvPr/>
          </p:nvSpPr>
          <p:spPr>
            <a:xfrm>
              <a:off x="365856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g3104"/>
            <p:cNvSpPr/>
            <p:nvPr/>
          </p:nvSpPr>
          <p:spPr>
            <a:xfrm>
              <a:off x="367020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g3105"/>
            <p:cNvSpPr/>
            <p:nvPr/>
          </p:nvSpPr>
          <p:spPr>
            <a:xfrm>
              <a:off x="370511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g3106"/>
            <p:cNvSpPr/>
            <p:nvPr/>
          </p:nvSpPr>
          <p:spPr>
            <a:xfrm>
              <a:off x="371675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g3107"/>
            <p:cNvSpPr/>
            <p:nvPr/>
          </p:nvSpPr>
          <p:spPr>
            <a:xfrm>
              <a:off x="37283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g3108"/>
            <p:cNvSpPr/>
            <p:nvPr/>
          </p:nvSpPr>
          <p:spPr>
            <a:xfrm>
              <a:off x="37400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g3109"/>
            <p:cNvSpPr/>
            <p:nvPr/>
          </p:nvSpPr>
          <p:spPr>
            <a:xfrm>
              <a:off x="37516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g3110"/>
            <p:cNvSpPr/>
            <p:nvPr/>
          </p:nvSpPr>
          <p:spPr>
            <a:xfrm>
              <a:off x="376330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g3111"/>
            <p:cNvSpPr/>
            <p:nvPr/>
          </p:nvSpPr>
          <p:spPr>
            <a:xfrm>
              <a:off x="37749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g3112"/>
            <p:cNvSpPr/>
            <p:nvPr/>
          </p:nvSpPr>
          <p:spPr>
            <a:xfrm>
              <a:off x="37865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g3113"/>
            <p:cNvSpPr/>
            <p:nvPr/>
          </p:nvSpPr>
          <p:spPr>
            <a:xfrm>
              <a:off x="440335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g3114"/>
            <p:cNvSpPr/>
            <p:nvPr/>
          </p:nvSpPr>
          <p:spPr>
            <a:xfrm>
              <a:off x="441499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g3115"/>
            <p:cNvSpPr/>
            <p:nvPr/>
          </p:nvSpPr>
          <p:spPr>
            <a:xfrm>
              <a:off x="44266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g3116"/>
            <p:cNvSpPr/>
            <p:nvPr/>
          </p:nvSpPr>
          <p:spPr>
            <a:xfrm>
              <a:off x="44382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g3117"/>
            <p:cNvSpPr/>
            <p:nvPr/>
          </p:nvSpPr>
          <p:spPr>
            <a:xfrm>
              <a:off x="444990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g3118"/>
            <p:cNvSpPr/>
            <p:nvPr/>
          </p:nvSpPr>
          <p:spPr>
            <a:xfrm>
              <a:off x="44615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g3119"/>
            <p:cNvSpPr/>
            <p:nvPr/>
          </p:nvSpPr>
          <p:spPr>
            <a:xfrm>
              <a:off x="46011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g3120"/>
            <p:cNvSpPr/>
            <p:nvPr/>
          </p:nvSpPr>
          <p:spPr>
            <a:xfrm>
              <a:off x="46128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g3121"/>
            <p:cNvSpPr/>
            <p:nvPr/>
          </p:nvSpPr>
          <p:spPr>
            <a:xfrm>
              <a:off x="46244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g3122"/>
            <p:cNvSpPr/>
            <p:nvPr/>
          </p:nvSpPr>
          <p:spPr>
            <a:xfrm>
              <a:off x="463610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g3123"/>
            <p:cNvSpPr/>
            <p:nvPr/>
          </p:nvSpPr>
          <p:spPr>
            <a:xfrm>
              <a:off x="46477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g3124"/>
            <p:cNvSpPr/>
            <p:nvPr/>
          </p:nvSpPr>
          <p:spPr>
            <a:xfrm>
              <a:off x="46593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g3125"/>
            <p:cNvSpPr/>
            <p:nvPr/>
          </p:nvSpPr>
          <p:spPr>
            <a:xfrm>
              <a:off x="294868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g3126"/>
            <p:cNvSpPr/>
            <p:nvPr/>
          </p:nvSpPr>
          <p:spPr>
            <a:xfrm>
              <a:off x="296032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g3127"/>
            <p:cNvSpPr/>
            <p:nvPr/>
          </p:nvSpPr>
          <p:spPr>
            <a:xfrm>
              <a:off x="297196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g3128"/>
            <p:cNvSpPr/>
            <p:nvPr/>
          </p:nvSpPr>
          <p:spPr>
            <a:xfrm>
              <a:off x="29836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g3129"/>
            <p:cNvSpPr/>
            <p:nvPr/>
          </p:nvSpPr>
          <p:spPr>
            <a:xfrm>
              <a:off x="299523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g3130"/>
            <p:cNvSpPr/>
            <p:nvPr/>
          </p:nvSpPr>
          <p:spPr>
            <a:xfrm>
              <a:off x="300687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g3131"/>
            <p:cNvSpPr/>
            <p:nvPr/>
          </p:nvSpPr>
          <p:spPr>
            <a:xfrm>
              <a:off x="304178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g3132"/>
            <p:cNvSpPr/>
            <p:nvPr/>
          </p:nvSpPr>
          <p:spPr>
            <a:xfrm>
              <a:off x="305342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g3133"/>
            <p:cNvSpPr/>
            <p:nvPr/>
          </p:nvSpPr>
          <p:spPr>
            <a:xfrm>
              <a:off x="306506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g3134"/>
            <p:cNvSpPr/>
            <p:nvPr/>
          </p:nvSpPr>
          <p:spPr>
            <a:xfrm>
              <a:off x="307669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g3135"/>
            <p:cNvSpPr/>
            <p:nvPr/>
          </p:nvSpPr>
          <p:spPr>
            <a:xfrm>
              <a:off x="308833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g3136"/>
            <p:cNvSpPr/>
            <p:nvPr/>
          </p:nvSpPr>
          <p:spPr>
            <a:xfrm>
              <a:off x="309997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g3137"/>
            <p:cNvSpPr/>
            <p:nvPr/>
          </p:nvSpPr>
          <p:spPr>
            <a:xfrm>
              <a:off x="311161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g3138"/>
            <p:cNvSpPr/>
            <p:nvPr/>
          </p:nvSpPr>
          <p:spPr>
            <a:xfrm>
              <a:off x="312324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g3139"/>
            <p:cNvSpPr/>
            <p:nvPr/>
          </p:nvSpPr>
          <p:spPr>
            <a:xfrm>
              <a:off x="363529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g3140"/>
            <p:cNvSpPr/>
            <p:nvPr/>
          </p:nvSpPr>
          <p:spPr>
            <a:xfrm>
              <a:off x="364692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g3141"/>
            <p:cNvSpPr/>
            <p:nvPr/>
          </p:nvSpPr>
          <p:spPr>
            <a:xfrm>
              <a:off x="371675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g3142"/>
            <p:cNvSpPr/>
            <p:nvPr/>
          </p:nvSpPr>
          <p:spPr>
            <a:xfrm>
              <a:off x="372839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g3143"/>
            <p:cNvSpPr/>
            <p:nvPr/>
          </p:nvSpPr>
          <p:spPr>
            <a:xfrm>
              <a:off x="37400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g3144"/>
            <p:cNvSpPr/>
            <p:nvPr/>
          </p:nvSpPr>
          <p:spPr>
            <a:xfrm>
              <a:off x="37516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g3145"/>
            <p:cNvSpPr/>
            <p:nvPr/>
          </p:nvSpPr>
          <p:spPr>
            <a:xfrm>
              <a:off x="376330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g3146"/>
            <p:cNvSpPr/>
            <p:nvPr/>
          </p:nvSpPr>
          <p:spPr>
            <a:xfrm>
              <a:off x="37749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g3147"/>
            <p:cNvSpPr/>
            <p:nvPr/>
          </p:nvSpPr>
          <p:spPr>
            <a:xfrm>
              <a:off x="441499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g3148"/>
            <p:cNvSpPr/>
            <p:nvPr/>
          </p:nvSpPr>
          <p:spPr>
            <a:xfrm>
              <a:off x="442663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g3149"/>
            <p:cNvSpPr/>
            <p:nvPr/>
          </p:nvSpPr>
          <p:spPr>
            <a:xfrm>
              <a:off x="443826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g3150"/>
            <p:cNvSpPr/>
            <p:nvPr/>
          </p:nvSpPr>
          <p:spPr>
            <a:xfrm>
              <a:off x="444990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g3151"/>
            <p:cNvSpPr/>
            <p:nvPr/>
          </p:nvSpPr>
          <p:spPr>
            <a:xfrm>
              <a:off x="446154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g3152"/>
            <p:cNvSpPr/>
            <p:nvPr/>
          </p:nvSpPr>
          <p:spPr>
            <a:xfrm>
              <a:off x="46128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g3153"/>
            <p:cNvSpPr/>
            <p:nvPr/>
          </p:nvSpPr>
          <p:spPr>
            <a:xfrm>
              <a:off x="46244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g3154"/>
            <p:cNvSpPr/>
            <p:nvPr/>
          </p:nvSpPr>
          <p:spPr>
            <a:xfrm>
              <a:off x="46361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g3155"/>
            <p:cNvSpPr/>
            <p:nvPr/>
          </p:nvSpPr>
          <p:spPr>
            <a:xfrm>
              <a:off x="46477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g3156"/>
            <p:cNvSpPr/>
            <p:nvPr/>
          </p:nvSpPr>
          <p:spPr>
            <a:xfrm>
              <a:off x="465937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g3157"/>
            <p:cNvSpPr/>
            <p:nvPr/>
          </p:nvSpPr>
          <p:spPr>
            <a:xfrm>
              <a:off x="293705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g3158"/>
            <p:cNvSpPr/>
            <p:nvPr/>
          </p:nvSpPr>
          <p:spPr>
            <a:xfrm>
              <a:off x="294868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g3159"/>
            <p:cNvSpPr/>
            <p:nvPr/>
          </p:nvSpPr>
          <p:spPr>
            <a:xfrm>
              <a:off x="296032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g3160"/>
            <p:cNvSpPr/>
            <p:nvPr/>
          </p:nvSpPr>
          <p:spPr>
            <a:xfrm>
              <a:off x="297196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g3161"/>
            <p:cNvSpPr/>
            <p:nvPr/>
          </p:nvSpPr>
          <p:spPr>
            <a:xfrm>
              <a:off x="29836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g3162"/>
            <p:cNvSpPr/>
            <p:nvPr/>
          </p:nvSpPr>
          <p:spPr>
            <a:xfrm>
              <a:off x="299523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g3163"/>
            <p:cNvSpPr/>
            <p:nvPr/>
          </p:nvSpPr>
          <p:spPr>
            <a:xfrm>
              <a:off x="300687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g3164"/>
            <p:cNvSpPr/>
            <p:nvPr/>
          </p:nvSpPr>
          <p:spPr>
            <a:xfrm>
              <a:off x="30185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g3165"/>
            <p:cNvSpPr/>
            <p:nvPr/>
          </p:nvSpPr>
          <p:spPr>
            <a:xfrm>
              <a:off x="303015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g3166"/>
            <p:cNvSpPr/>
            <p:nvPr/>
          </p:nvSpPr>
          <p:spPr>
            <a:xfrm>
              <a:off x="304178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g3167"/>
            <p:cNvSpPr/>
            <p:nvPr/>
          </p:nvSpPr>
          <p:spPr>
            <a:xfrm>
              <a:off x="305342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g3168"/>
            <p:cNvSpPr/>
            <p:nvPr/>
          </p:nvSpPr>
          <p:spPr>
            <a:xfrm>
              <a:off x="306506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g3169"/>
            <p:cNvSpPr/>
            <p:nvPr/>
          </p:nvSpPr>
          <p:spPr>
            <a:xfrm>
              <a:off x="307669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g3170"/>
            <p:cNvSpPr/>
            <p:nvPr/>
          </p:nvSpPr>
          <p:spPr>
            <a:xfrm>
              <a:off x="308833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g3171"/>
            <p:cNvSpPr/>
            <p:nvPr/>
          </p:nvSpPr>
          <p:spPr>
            <a:xfrm>
              <a:off x="309997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g3172"/>
            <p:cNvSpPr/>
            <p:nvPr/>
          </p:nvSpPr>
          <p:spPr>
            <a:xfrm>
              <a:off x="311161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g3173"/>
            <p:cNvSpPr/>
            <p:nvPr/>
          </p:nvSpPr>
          <p:spPr>
            <a:xfrm>
              <a:off x="371675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g3174"/>
            <p:cNvSpPr/>
            <p:nvPr/>
          </p:nvSpPr>
          <p:spPr>
            <a:xfrm>
              <a:off x="372839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g3175"/>
            <p:cNvSpPr/>
            <p:nvPr/>
          </p:nvSpPr>
          <p:spPr>
            <a:xfrm>
              <a:off x="37400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g3176"/>
            <p:cNvSpPr/>
            <p:nvPr/>
          </p:nvSpPr>
          <p:spPr>
            <a:xfrm>
              <a:off x="37516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g3177"/>
            <p:cNvSpPr/>
            <p:nvPr/>
          </p:nvSpPr>
          <p:spPr>
            <a:xfrm>
              <a:off x="441499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g3178"/>
            <p:cNvSpPr/>
            <p:nvPr/>
          </p:nvSpPr>
          <p:spPr>
            <a:xfrm>
              <a:off x="442663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g3179"/>
            <p:cNvSpPr/>
            <p:nvPr/>
          </p:nvSpPr>
          <p:spPr>
            <a:xfrm>
              <a:off x="443826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g3180"/>
            <p:cNvSpPr/>
            <p:nvPr/>
          </p:nvSpPr>
          <p:spPr>
            <a:xfrm>
              <a:off x="444990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g3181"/>
            <p:cNvSpPr/>
            <p:nvPr/>
          </p:nvSpPr>
          <p:spPr>
            <a:xfrm>
              <a:off x="446154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g3182"/>
            <p:cNvSpPr/>
            <p:nvPr/>
          </p:nvSpPr>
          <p:spPr>
            <a:xfrm>
              <a:off x="46128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g3183"/>
            <p:cNvSpPr/>
            <p:nvPr/>
          </p:nvSpPr>
          <p:spPr>
            <a:xfrm>
              <a:off x="46244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g3184"/>
            <p:cNvSpPr/>
            <p:nvPr/>
          </p:nvSpPr>
          <p:spPr>
            <a:xfrm>
              <a:off x="46361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g3185"/>
            <p:cNvSpPr/>
            <p:nvPr/>
          </p:nvSpPr>
          <p:spPr>
            <a:xfrm>
              <a:off x="464773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g3186"/>
            <p:cNvSpPr/>
            <p:nvPr/>
          </p:nvSpPr>
          <p:spPr>
            <a:xfrm>
              <a:off x="465937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g3187"/>
            <p:cNvSpPr/>
            <p:nvPr/>
          </p:nvSpPr>
          <p:spPr>
            <a:xfrm>
              <a:off x="46710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g3188"/>
            <p:cNvSpPr/>
            <p:nvPr/>
          </p:nvSpPr>
          <p:spPr>
            <a:xfrm>
              <a:off x="29370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g3189"/>
            <p:cNvSpPr/>
            <p:nvPr/>
          </p:nvSpPr>
          <p:spPr>
            <a:xfrm>
              <a:off x="294868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g3190"/>
            <p:cNvSpPr/>
            <p:nvPr/>
          </p:nvSpPr>
          <p:spPr>
            <a:xfrm>
              <a:off x="296032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g3191"/>
            <p:cNvSpPr/>
            <p:nvPr/>
          </p:nvSpPr>
          <p:spPr>
            <a:xfrm>
              <a:off x="297196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g3192"/>
            <p:cNvSpPr/>
            <p:nvPr/>
          </p:nvSpPr>
          <p:spPr>
            <a:xfrm>
              <a:off x="29836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g3193"/>
            <p:cNvSpPr/>
            <p:nvPr/>
          </p:nvSpPr>
          <p:spPr>
            <a:xfrm>
              <a:off x="299523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g3194"/>
            <p:cNvSpPr/>
            <p:nvPr/>
          </p:nvSpPr>
          <p:spPr>
            <a:xfrm>
              <a:off x="300687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g3195"/>
            <p:cNvSpPr/>
            <p:nvPr/>
          </p:nvSpPr>
          <p:spPr>
            <a:xfrm>
              <a:off x="30185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g3196"/>
            <p:cNvSpPr/>
            <p:nvPr/>
          </p:nvSpPr>
          <p:spPr>
            <a:xfrm>
              <a:off x="303015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g3197"/>
            <p:cNvSpPr/>
            <p:nvPr/>
          </p:nvSpPr>
          <p:spPr>
            <a:xfrm>
              <a:off x="304178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g3198"/>
            <p:cNvSpPr/>
            <p:nvPr/>
          </p:nvSpPr>
          <p:spPr>
            <a:xfrm>
              <a:off x="305342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g3199"/>
            <p:cNvSpPr/>
            <p:nvPr/>
          </p:nvSpPr>
          <p:spPr>
            <a:xfrm>
              <a:off x="306506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g3200"/>
            <p:cNvSpPr/>
            <p:nvPr/>
          </p:nvSpPr>
          <p:spPr>
            <a:xfrm>
              <a:off x="307669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g3201"/>
            <p:cNvSpPr/>
            <p:nvPr/>
          </p:nvSpPr>
          <p:spPr>
            <a:xfrm>
              <a:off x="308833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g3202"/>
            <p:cNvSpPr/>
            <p:nvPr/>
          </p:nvSpPr>
          <p:spPr>
            <a:xfrm>
              <a:off x="309997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g3203"/>
            <p:cNvSpPr/>
            <p:nvPr/>
          </p:nvSpPr>
          <p:spPr>
            <a:xfrm>
              <a:off x="441499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g3204"/>
            <p:cNvSpPr/>
            <p:nvPr/>
          </p:nvSpPr>
          <p:spPr>
            <a:xfrm>
              <a:off x="442663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g3205"/>
            <p:cNvSpPr/>
            <p:nvPr/>
          </p:nvSpPr>
          <p:spPr>
            <a:xfrm>
              <a:off x="443826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g3206"/>
            <p:cNvSpPr/>
            <p:nvPr/>
          </p:nvSpPr>
          <p:spPr>
            <a:xfrm>
              <a:off x="444990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g3207"/>
            <p:cNvSpPr/>
            <p:nvPr/>
          </p:nvSpPr>
          <p:spPr>
            <a:xfrm>
              <a:off x="446154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g3208"/>
            <p:cNvSpPr/>
            <p:nvPr/>
          </p:nvSpPr>
          <p:spPr>
            <a:xfrm>
              <a:off x="461282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g3209"/>
            <p:cNvSpPr/>
            <p:nvPr/>
          </p:nvSpPr>
          <p:spPr>
            <a:xfrm>
              <a:off x="462446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g3210"/>
            <p:cNvSpPr/>
            <p:nvPr/>
          </p:nvSpPr>
          <p:spPr>
            <a:xfrm>
              <a:off x="46361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g3211"/>
            <p:cNvSpPr/>
            <p:nvPr/>
          </p:nvSpPr>
          <p:spPr>
            <a:xfrm>
              <a:off x="464773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g3212"/>
            <p:cNvSpPr/>
            <p:nvPr/>
          </p:nvSpPr>
          <p:spPr>
            <a:xfrm>
              <a:off x="465937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g3213"/>
            <p:cNvSpPr/>
            <p:nvPr/>
          </p:nvSpPr>
          <p:spPr>
            <a:xfrm>
              <a:off x="46710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g3214"/>
            <p:cNvSpPr/>
            <p:nvPr/>
          </p:nvSpPr>
          <p:spPr>
            <a:xfrm>
              <a:off x="46826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g3215"/>
            <p:cNvSpPr/>
            <p:nvPr/>
          </p:nvSpPr>
          <p:spPr>
            <a:xfrm>
              <a:off x="292541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g3216"/>
            <p:cNvSpPr/>
            <p:nvPr/>
          </p:nvSpPr>
          <p:spPr>
            <a:xfrm>
              <a:off x="29370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g3217"/>
            <p:cNvSpPr/>
            <p:nvPr/>
          </p:nvSpPr>
          <p:spPr>
            <a:xfrm>
              <a:off x="294868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g3218"/>
            <p:cNvSpPr/>
            <p:nvPr/>
          </p:nvSpPr>
          <p:spPr>
            <a:xfrm>
              <a:off x="296032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g3219"/>
            <p:cNvSpPr/>
            <p:nvPr/>
          </p:nvSpPr>
          <p:spPr>
            <a:xfrm>
              <a:off x="297196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g3220"/>
            <p:cNvSpPr/>
            <p:nvPr/>
          </p:nvSpPr>
          <p:spPr>
            <a:xfrm>
              <a:off x="29836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g3221"/>
            <p:cNvSpPr/>
            <p:nvPr/>
          </p:nvSpPr>
          <p:spPr>
            <a:xfrm>
              <a:off x="299523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g3222"/>
            <p:cNvSpPr/>
            <p:nvPr/>
          </p:nvSpPr>
          <p:spPr>
            <a:xfrm>
              <a:off x="300687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g3223"/>
            <p:cNvSpPr/>
            <p:nvPr/>
          </p:nvSpPr>
          <p:spPr>
            <a:xfrm>
              <a:off x="30185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g3224"/>
            <p:cNvSpPr/>
            <p:nvPr/>
          </p:nvSpPr>
          <p:spPr>
            <a:xfrm>
              <a:off x="303015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g3225"/>
            <p:cNvSpPr/>
            <p:nvPr/>
          </p:nvSpPr>
          <p:spPr>
            <a:xfrm>
              <a:off x="304178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g3226"/>
            <p:cNvSpPr/>
            <p:nvPr/>
          </p:nvSpPr>
          <p:spPr>
            <a:xfrm>
              <a:off x="305342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g3227"/>
            <p:cNvSpPr/>
            <p:nvPr/>
          </p:nvSpPr>
          <p:spPr>
            <a:xfrm>
              <a:off x="306506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g3228"/>
            <p:cNvSpPr/>
            <p:nvPr/>
          </p:nvSpPr>
          <p:spPr>
            <a:xfrm>
              <a:off x="307669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g3229"/>
            <p:cNvSpPr/>
            <p:nvPr/>
          </p:nvSpPr>
          <p:spPr>
            <a:xfrm>
              <a:off x="441499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g3230"/>
            <p:cNvSpPr/>
            <p:nvPr/>
          </p:nvSpPr>
          <p:spPr>
            <a:xfrm>
              <a:off x="442663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g3231"/>
            <p:cNvSpPr/>
            <p:nvPr/>
          </p:nvSpPr>
          <p:spPr>
            <a:xfrm>
              <a:off x="443826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g3232"/>
            <p:cNvSpPr/>
            <p:nvPr/>
          </p:nvSpPr>
          <p:spPr>
            <a:xfrm>
              <a:off x="444990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g3233"/>
            <p:cNvSpPr/>
            <p:nvPr/>
          </p:nvSpPr>
          <p:spPr>
            <a:xfrm>
              <a:off x="446154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g3234"/>
            <p:cNvSpPr/>
            <p:nvPr/>
          </p:nvSpPr>
          <p:spPr>
            <a:xfrm>
              <a:off x="461282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g3235"/>
            <p:cNvSpPr/>
            <p:nvPr/>
          </p:nvSpPr>
          <p:spPr>
            <a:xfrm>
              <a:off x="462446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g3236"/>
            <p:cNvSpPr/>
            <p:nvPr/>
          </p:nvSpPr>
          <p:spPr>
            <a:xfrm>
              <a:off x="46361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g3237"/>
            <p:cNvSpPr/>
            <p:nvPr/>
          </p:nvSpPr>
          <p:spPr>
            <a:xfrm>
              <a:off x="464773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g3238"/>
            <p:cNvSpPr/>
            <p:nvPr/>
          </p:nvSpPr>
          <p:spPr>
            <a:xfrm>
              <a:off x="465937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g3239"/>
            <p:cNvSpPr/>
            <p:nvPr/>
          </p:nvSpPr>
          <p:spPr>
            <a:xfrm>
              <a:off x="46710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g3240"/>
            <p:cNvSpPr/>
            <p:nvPr/>
          </p:nvSpPr>
          <p:spPr>
            <a:xfrm>
              <a:off x="46826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g3241"/>
            <p:cNvSpPr/>
            <p:nvPr/>
          </p:nvSpPr>
          <p:spPr>
            <a:xfrm>
              <a:off x="292541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g3242"/>
            <p:cNvSpPr/>
            <p:nvPr/>
          </p:nvSpPr>
          <p:spPr>
            <a:xfrm>
              <a:off x="29370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g3243"/>
            <p:cNvSpPr/>
            <p:nvPr/>
          </p:nvSpPr>
          <p:spPr>
            <a:xfrm>
              <a:off x="294868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g3244"/>
            <p:cNvSpPr/>
            <p:nvPr/>
          </p:nvSpPr>
          <p:spPr>
            <a:xfrm>
              <a:off x="296032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g3245"/>
            <p:cNvSpPr/>
            <p:nvPr/>
          </p:nvSpPr>
          <p:spPr>
            <a:xfrm>
              <a:off x="297196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g3246"/>
            <p:cNvSpPr/>
            <p:nvPr/>
          </p:nvSpPr>
          <p:spPr>
            <a:xfrm>
              <a:off x="29836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g3247"/>
            <p:cNvSpPr/>
            <p:nvPr/>
          </p:nvSpPr>
          <p:spPr>
            <a:xfrm>
              <a:off x="299523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g3248"/>
            <p:cNvSpPr/>
            <p:nvPr/>
          </p:nvSpPr>
          <p:spPr>
            <a:xfrm>
              <a:off x="300687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g3249"/>
            <p:cNvSpPr/>
            <p:nvPr/>
          </p:nvSpPr>
          <p:spPr>
            <a:xfrm>
              <a:off x="30185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g3250"/>
            <p:cNvSpPr/>
            <p:nvPr/>
          </p:nvSpPr>
          <p:spPr>
            <a:xfrm>
              <a:off x="303015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g3251"/>
            <p:cNvSpPr/>
            <p:nvPr/>
          </p:nvSpPr>
          <p:spPr>
            <a:xfrm>
              <a:off x="304178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g3252"/>
            <p:cNvSpPr/>
            <p:nvPr/>
          </p:nvSpPr>
          <p:spPr>
            <a:xfrm>
              <a:off x="305342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g3253"/>
            <p:cNvSpPr/>
            <p:nvPr/>
          </p:nvSpPr>
          <p:spPr>
            <a:xfrm>
              <a:off x="441499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g3254"/>
            <p:cNvSpPr/>
            <p:nvPr/>
          </p:nvSpPr>
          <p:spPr>
            <a:xfrm>
              <a:off x="442663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g3255"/>
            <p:cNvSpPr/>
            <p:nvPr/>
          </p:nvSpPr>
          <p:spPr>
            <a:xfrm>
              <a:off x="443826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g3256"/>
            <p:cNvSpPr/>
            <p:nvPr/>
          </p:nvSpPr>
          <p:spPr>
            <a:xfrm>
              <a:off x="444990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g3257"/>
            <p:cNvSpPr/>
            <p:nvPr/>
          </p:nvSpPr>
          <p:spPr>
            <a:xfrm>
              <a:off x="446154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g3258"/>
            <p:cNvSpPr/>
            <p:nvPr/>
          </p:nvSpPr>
          <p:spPr>
            <a:xfrm>
              <a:off x="462446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g3259"/>
            <p:cNvSpPr/>
            <p:nvPr/>
          </p:nvSpPr>
          <p:spPr>
            <a:xfrm>
              <a:off x="46361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g3260"/>
            <p:cNvSpPr/>
            <p:nvPr/>
          </p:nvSpPr>
          <p:spPr>
            <a:xfrm>
              <a:off x="464773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g3261"/>
            <p:cNvSpPr/>
            <p:nvPr/>
          </p:nvSpPr>
          <p:spPr>
            <a:xfrm>
              <a:off x="465937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g3262"/>
            <p:cNvSpPr/>
            <p:nvPr/>
          </p:nvSpPr>
          <p:spPr>
            <a:xfrm>
              <a:off x="46710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g3263"/>
            <p:cNvSpPr/>
            <p:nvPr/>
          </p:nvSpPr>
          <p:spPr>
            <a:xfrm>
              <a:off x="46826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g3264"/>
            <p:cNvSpPr/>
            <p:nvPr/>
          </p:nvSpPr>
          <p:spPr>
            <a:xfrm>
              <a:off x="289050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g3265"/>
            <p:cNvSpPr/>
            <p:nvPr/>
          </p:nvSpPr>
          <p:spPr>
            <a:xfrm>
              <a:off x="29021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g3266"/>
            <p:cNvSpPr/>
            <p:nvPr/>
          </p:nvSpPr>
          <p:spPr>
            <a:xfrm>
              <a:off x="291377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g3267"/>
            <p:cNvSpPr/>
            <p:nvPr/>
          </p:nvSpPr>
          <p:spPr>
            <a:xfrm>
              <a:off x="292541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g3268"/>
            <p:cNvSpPr/>
            <p:nvPr/>
          </p:nvSpPr>
          <p:spPr>
            <a:xfrm>
              <a:off x="29370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g3269"/>
            <p:cNvSpPr/>
            <p:nvPr/>
          </p:nvSpPr>
          <p:spPr>
            <a:xfrm>
              <a:off x="294868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g3270"/>
            <p:cNvSpPr/>
            <p:nvPr/>
          </p:nvSpPr>
          <p:spPr>
            <a:xfrm>
              <a:off x="296032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g3271"/>
            <p:cNvSpPr/>
            <p:nvPr/>
          </p:nvSpPr>
          <p:spPr>
            <a:xfrm>
              <a:off x="297196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g3272"/>
            <p:cNvSpPr/>
            <p:nvPr/>
          </p:nvSpPr>
          <p:spPr>
            <a:xfrm>
              <a:off x="29836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g3273"/>
            <p:cNvSpPr/>
            <p:nvPr/>
          </p:nvSpPr>
          <p:spPr>
            <a:xfrm>
              <a:off x="299523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g3274"/>
            <p:cNvSpPr/>
            <p:nvPr/>
          </p:nvSpPr>
          <p:spPr>
            <a:xfrm>
              <a:off x="3006875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g3275"/>
            <p:cNvSpPr/>
            <p:nvPr/>
          </p:nvSpPr>
          <p:spPr>
            <a:xfrm>
              <a:off x="30185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g3276"/>
            <p:cNvSpPr/>
            <p:nvPr/>
          </p:nvSpPr>
          <p:spPr>
            <a:xfrm>
              <a:off x="303015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g3277"/>
            <p:cNvSpPr/>
            <p:nvPr/>
          </p:nvSpPr>
          <p:spPr>
            <a:xfrm>
              <a:off x="441499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g3278"/>
            <p:cNvSpPr/>
            <p:nvPr/>
          </p:nvSpPr>
          <p:spPr>
            <a:xfrm>
              <a:off x="442663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g3279"/>
            <p:cNvSpPr/>
            <p:nvPr/>
          </p:nvSpPr>
          <p:spPr>
            <a:xfrm>
              <a:off x="443826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g3280"/>
            <p:cNvSpPr/>
            <p:nvPr/>
          </p:nvSpPr>
          <p:spPr>
            <a:xfrm>
              <a:off x="444990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g3281"/>
            <p:cNvSpPr/>
            <p:nvPr/>
          </p:nvSpPr>
          <p:spPr>
            <a:xfrm>
              <a:off x="446154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g3282"/>
            <p:cNvSpPr/>
            <p:nvPr/>
          </p:nvSpPr>
          <p:spPr>
            <a:xfrm>
              <a:off x="462446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g3283"/>
            <p:cNvSpPr/>
            <p:nvPr/>
          </p:nvSpPr>
          <p:spPr>
            <a:xfrm>
              <a:off x="46361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g3284"/>
            <p:cNvSpPr/>
            <p:nvPr/>
          </p:nvSpPr>
          <p:spPr>
            <a:xfrm>
              <a:off x="46477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g3285"/>
            <p:cNvSpPr/>
            <p:nvPr/>
          </p:nvSpPr>
          <p:spPr>
            <a:xfrm>
              <a:off x="465937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g3286"/>
            <p:cNvSpPr/>
            <p:nvPr/>
          </p:nvSpPr>
          <p:spPr>
            <a:xfrm>
              <a:off x="46710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g3287"/>
            <p:cNvSpPr/>
            <p:nvPr/>
          </p:nvSpPr>
          <p:spPr>
            <a:xfrm>
              <a:off x="46826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g3288"/>
            <p:cNvSpPr/>
            <p:nvPr/>
          </p:nvSpPr>
          <p:spPr>
            <a:xfrm>
              <a:off x="289050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g3289"/>
            <p:cNvSpPr/>
            <p:nvPr/>
          </p:nvSpPr>
          <p:spPr>
            <a:xfrm>
              <a:off x="29021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g3290"/>
            <p:cNvSpPr/>
            <p:nvPr/>
          </p:nvSpPr>
          <p:spPr>
            <a:xfrm>
              <a:off x="291377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g3291"/>
            <p:cNvSpPr/>
            <p:nvPr/>
          </p:nvSpPr>
          <p:spPr>
            <a:xfrm>
              <a:off x="292541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g3292"/>
            <p:cNvSpPr/>
            <p:nvPr/>
          </p:nvSpPr>
          <p:spPr>
            <a:xfrm>
              <a:off x="29370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g3293"/>
            <p:cNvSpPr/>
            <p:nvPr/>
          </p:nvSpPr>
          <p:spPr>
            <a:xfrm>
              <a:off x="294868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g3294"/>
            <p:cNvSpPr/>
            <p:nvPr/>
          </p:nvSpPr>
          <p:spPr>
            <a:xfrm>
              <a:off x="296032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g3295"/>
            <p:cNvSpPr/>
            <p:nvPr/>
          </p:nvSpPr>
          <p:spPr>
            <a:xfrm>
              <a:off x="297196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g3296"/>
            <p:cNvSpPr/>
            <p:nvPr/>
          </p:nvSpPr>
          <p:spPr>
            <a:xfrm>
              <a:off x="29836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g3297"/>
            <p:cNvSpPr/>
            <p:nvPr/>
          </p:nvSpPr>
          <p:spPr>
            <a:xfrm>
              <a:off x="4403355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g3298"/>
            <p:cNvSpPr/>
            <p:nvPr/>
          </p:nvSpPr>
          <p:spPr>
            <a:xfrm>
              <a:off x="441499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g3299"/>
            <p:cNvSpPr/>
            <p:nvPr/>
          </p:nvSpPr>
          <p:spPr>
            <a:xfrm>
              <a:off x="4426630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g3300"/>
            <p:cNvSpPr/>
            <p:nvPr/>
          </p:nvSpPr>
          <p:spPr>
            <a:xfrm>
              <a:off x="443826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g3301"/>
            <p:cNvSpPr/>
            <p:nvPr/>
          </p:nvSpPr>
          <p:spPr>
            <a:xfrm>
              <a:off x="444990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g3302"/>
            <p:cNvSpPr/>
            <p:nvPr/>
          </p:nvSpPr>
          <p:spPr>
            <a:xfrm>
              <a:off x="462446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g3303"/>
            <p:cNvSpPr/>
            <p:nvPr/>
          </p:nvSpPr>
          <p:spPr>
            <a:xfrm>
              <a:off x="46361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g3304"/>
            <p:cNvSpPr/>
            <p:nvPr/>
          </p:nvSpPr>
          <p:spPr>
            <a:xfrm>
              <a:off x="46477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g3305"/>
            <p:cNvSpPr/>
            <p:nvPr/>
          </p:nvSpPr>
          <p:spPr>
            <a:xfrm>
              <a:off x="465937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g3306"/>
            <p:cNvSpPr/>
            <p:nvPr/>
          </p:nvSpPr>
          <p:spPr>
            <a:xfrm>
              <a:off x="467101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g3307"/>
            <p:cNvSpPr/>
            <p:nvPr/>
          </p:nvSpPr>
          <p:spPr>
            <a:xfrm>
              <a:off x="46826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g3308"/>
            <p:cNvSpPr/>
            <p:nvPr/>
          </p:nvSpPr>
          <p:spPr>
            <a:xfrm>
              <a:off x="287886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g3309"/>
            <p:cNvSpPr/>
            <p:nvPr/>
          </p:nvSpPr>
          <p:spPr>
            <a:xfrm>
              <a:off x="289050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g3310"/>
            <p:cNvSpPr/>
            <p:nvPr/>
          </p:nvSpPr>
          <p:spPr>
            <a:xfrm>
              <a:off x="29021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g3311"/>
            <p:cNvSpPr/>
            <p:nvPr/>
          </p:nvSpPr>
          <p:spPr>
            <a:xfrm>
              <a:off x="291377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g3312"/>
            <p:cNvSpPr/>
            <p:nvPr/>
          </p:nvSpPr>
          <p:spPr>
            <a:xfrm>
              <a:off x="292541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g3313"/>
            <p:cNvSpPr/>
            <p:nvPr/>
          </p:nvSpPr>
          <p:spPr>
            <a:xfrm>
              <a:off x="29370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g3314"/>
            <p:cNvSpPr/>
            <p:nvPr/>
          </p:nvSpPr>
          <p:spPr>
            <a:xfrm>
              <a:off x="294868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g3315"/>
            <p:cNvSpPr/>
            <p:nvPr/>
          </p:nvSpPr>
          <p:spPr>
            <a:xfrm>
              <a:off x="296032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g3316"/>
            <p:cNvSpPr/>
            <p:nvPr/>
          </p:nvSpPr>
          <p:spPr>
            <a:xfrm>
              <a:off x="440335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g3317"/>
            <p:cNvSpPr/>
            <p:nvPr/>
          </p:nvSpPr>
          <p:spPr>
            <a:xfrm>
              <a:off x="441499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g3318"/>
            <p:cNvSpPr/>
            <p:nvPr/>
          </p:nvSpPr>
          <p:spPr>
            <a:xfrm>
              <a:off x="4426630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g3319"/>
            <p:cNvSpPr/>
            <p:nvPr/>
          </p:nvSpPr>
          <p:spPr>
            <a:xfrm>
              <a:off x="443826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g3320"/>
            <p:cNvSpPr/>
            <p:nvPr/>
          </p:nvSpPr>
          <p:spPr>
            <a:xfrm>
              <a:off x="444990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g3321"/>
            <p:cNvSpPr/>
            <p:nvPr/>
          </p:nvSpPr>
          <p:spPr>
            <a:xfrm>
              <a:off x="446154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g3322"/>
            <p:cNvSpPr/>
            <p:nvPr/>
          </p:nvSpPr>
          <p:spPr>
            <a:xfrm>
              <a:off x="447317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g3323"/>
            <p:cNvSpPr/>
            <p:nvPr/>
          </p:nvSpPr>
          <p:spPr>
            <a:xfrm>
              <a:off x="463610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g3324"/>
            <p:cNvSpPr/>
            <p:nvPr/>
          </p:nvSpPr>
          <p:spPr>
            <a:xfrm>
              <a:off x="46477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g3325"/>
            <p:cNvSpPr/>
            <p:nvPr/>
          </p:nvSpPr>
          <p:spPr>
            <a:xfrm>
              <a:off x="465937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g3326"/>
            <p:cNvSpPr/>
            <p:nvPr/>
          </p:nvSpPr>
          <p:spPr>
            <a:xfrm>
              <a:off x="4671013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g3327"/>
            <p:cNvSpPr/>
            <p:nvPr/>
          </p:nvSpPr>
          <p:spPr>
            <a:xfrm>
              <a:off x="46826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g3328"/>
            <p:cNvSpPr/>
            <p:nvPr/>
          </p:nvSpPr>
          <p:spPr>
            <a:xfrm>
              <a:off x="286722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g3329"/>
            <p:cNvSpPr/>
            <p:nvPr/>
          </p:nvSpPr>
          <p:spPr>
            <a:xfrm>
              <a:off x="287886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g3330"/>
            <p:cNvSpPr/>
            <p:nvPr/>
          </p:nvSpPr>
          <p:spPr>
            <a:xfrm>
              <a:off x="289050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g3331"/>
            <p:cNvSpPr/>
            <p:nvPr/>
          </p:nvSpPr>
          <p:spPr>
            <a:xfrm>
              <a:off x="29021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g3332"/>
            <p:cNvSpPr/>
            <p:nvPr/>
          </p:nvSpPr>
          <p:spPr>
            <a:xfrm>
              <a:off x="291377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g3333"/>
            <p:cNvSpPr/>
            <p:nvPr/>
          </p:nvSpPr>
          <p:spPr>
            <a:xfrm>
              <a:off x="292541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g3334"/>
            <p:cNvSpPr/>
            <p:nvPr/>
          </p:nvSpPr>
          <p:spPr>
            <a:xfrm>
              <a:off x="29370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g3335"/>
            <p:cNvSpPr/>
            <p:nvPr/>
          </p:nvSpPr>
          <p:spPr>
            <a:xfrm>
              <a:off x="294868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g3336"/>
            <p:cNvSpPr/>
            <p:nvPr/>
          </p:nvSpPr>
          <p:spPr>
            <a:xfrm>
              <a:off x="440335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g3337"/>
            <p:cNvSpPr/>
            <p:nvPr/>
          </p:nvSpPr>
          <p:spPr>
            <a:xfrm>
              <a:off x="441499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g3338"/>
            <p:cNvSpPr/>
            <p:nvPr/>
          </p:nvSpPr>
          <p:spPr>
            <a:xfrm>
              <a:off x="4426630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g3339"/>
            <p:cNvSpPr/>
            <p:nvPr/>
          </p:nvSpPr>
          <p:spPr>
            <a:xfrm>
              <a:off x="443826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g3340"/>
            <p:cNvSpPr/>
            <p:nvPr/>
          </p:nvSpPr>
          <p:spPr>
            <a:xfrm>
              <a:off x="444990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g3341"/>
            <p:cNvSpPr/>
            <p:nvPr/>
          </p:nvSpPr>
          <p:spPr>
            <a:xfrm>
              <a:off x="446154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g3342"/>
            <p:cNvSpPr/>
            <p:nvPr/>
          </p:nvSpPr>
          <p:spPr>
            <a:xfrm>
              <a:off x="447317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g3343"/>
            <p:cNvSpPr/>
            <p:nvPr/>
          </p:nvSpPr>
          <p:spPr>
            <a:xfrm>
              <a:off x="448481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g3344"/>
            <p:cNvSpPr/>
            <p:nvPr/>
          </p:nvSpPr>
          <p:spPr>
            <a:xfrm>
              <a:off x="463610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g3345"/>
            <p:cNvSpPr/>
            <p:nvPr/>
          </p:nvSpPr>
          <p:spPr>
            <a:xfrm>
              <a:off x="46477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g3346"/>
            <p:cNvSpPr/>
            <p:nvPr/>
          </p:nvSpPr>
          <p:spPr>
            <a:xfrm>
              <a:off x="465937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g3347"/>
            <p:cNvSpPr/>
            <p:nvPr/>
          </p:nvSpPr>
          <p:spPr>
            <a:xfrm>
              <a:off x="4671013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g3348"/>
            <p:cNvSpPr/>
            <p:nvPr/>
          </p:nvSpPr>
          <p:spPr>
            <a:xfrm>
              <a:off x="46826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g3349"/>
            <p:cNvSpPr/>
            <p:nvPr/>
          </p:nvSpPr>
          <p:spPr>
            <a:xfrm>
              <a:off x="4694288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g3350"/>
            <p:cNvSpPr/>
            <p:nvPr/>
          </p:nvSpPr>
          <p:spPr>
            <a:xfrm>
              <a:off x="285559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g3351"/>
            <p:cNvSpPr/>
            <p:nvPr/>
          </p:nvSpPr>
          <p:spPr>
            <a:xfrm>
              <a:off x="286722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g3352"/>
            <p:cNvSpPr/>
            <p:nvPr/>
          </p:nvSpPr>
          <p:spPr>
            <a:xfrm>
              <a:off x="287886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g3353"/>
            <p:cNvSpPr/>
            <p:nvPr/>
          </p:nvSpPr>
          <p:spPr>
            <a:xfrm>
              <a:off x="289050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g3354"/>
            <p:cNvSpPr/>
            <p:nvPr/>
          </p:nvSpPr>
          <p:spPr>
            <a:xfrm>
              <a:off x="29021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g3355"/>
            <p:cNvSpPr/>
            <p:nvPr/>
          </p:nvSpPr>
          <p:spPr>
            <a:xfrm>
              <a:off x="291377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g3356"/>
            <p:cNvSpPr/>
            <p:nvPr/>
          </p:nvSpPr>
          <p:spPr>
            <a:xfrm>
              <a:off x="292541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g3357"/>
            <p:cNvSpPr/>
            <p:nvPr/>
          </p:nvSpPr>
          <p:spPr>
            <a:xfrm>
              <a:off x="29370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g3358"/>
            <p:cNvSpPr/>
            <p:nvPr/>
          </p:nvSpPr>
          <p:spPr>
            <a:xfrm>
              <a:off x="440335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g3359"/>
            <p:cNvSpPr/>
            <p:nvPr/>
          </p:nvSpPr>
          <p:spPr>
            <a:xfrm>
              <a:off x="441499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g3360"/>
            <p:cNvSpPr/>
            <p:nvPr/>
          </p:nvSpPr>
          <p:spPr>
            <a:xfrm>
              <a:off x="442663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g3361"/>
            <p:cNvSpPr/>
            <p:nvPr/>
          </p:nvSpPr>
          <p:spPr>
            <a:xfrm>
              <a:off x="443826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g3362"/>
            <p:cNvSpPr/>
            <p:nvPr/>
          </p:nvSpPr>
          <p:spPr>
            <a:xfrm>
              <a:off x="444990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g3363"/>
            <p:cNvSpPr/>
            <p:nvPr/>
          </p:nvSpPr>
          <p:spPr>
            <a:xfrm>
              <a:off x="446154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g3364"/>
            <p:cNvSpPr/>
            <p:nvPr/>
          </p:nvSpPr>
          <p:spPr>
            <a:xfrm>
              <a:off x="447317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g3365"/>
            <p:cNvSpPr/>
            <p:nvPr/>
          </p:nvSpPr>
          <p:spPr>
            <a:xfrm>
              <a:off x="448481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g3366"/>
            <p:cNvSpPr/>
            <p:nvPr/>
          </p:nvSpPr>
          <p:spPr>
            <a:xfrm>
              <a:off x="46477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g3367"/>
            <p:cNvSpPr/>
            <p:nvPr/>
          </p:nvSpPr>
          <p:spPr>
            <a:xfrm>
              <a:off x="465937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g3368"/>
            <p:cNvSpPr/>
            <p:nvPr/>
          </p:nvSpPr>
          <p:spPr>
            <a:xfrm>
              <a:off x="4671013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g3369"/>
            <p:cNvSpPr/>
            <p:nvPr/>
          </p:nvSpPr>
          <p:spPr>
            <a:xfrm>
              <a:off x="46826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g3370"/>
            <p:cNvSpPr/>
            <p:nvPr/>
          </p:nvSpPr>
          <p:spPr>
            <a:xfrm>
              <a:off x="4694288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g3371"/>
            <p:cNvSpPr/>
            <p:nvPr/>
          </p:nvSpPr>
          <p:spPr>
            <a:xfrm>
              <a:off x="285559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g3372"/>
            <p:cNvSpPr/>
            <p:nvPr/>
          </p:nvSpPr>
          <p:spPr>
            <a:xfrm>
              <a:off x="286722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g3373"/>
            <p:cNvSpPr/>
            <p:nvPr/>
          </p:nvSpPr>
          <p:spPr>
            <a:xfrm>
              <a:off x="287886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g3374"/>
            <p:cNvSpPr/>
            <p:nvPr/>
          </p:nvSpPr>
          <p:spPr>
            <a:xfrm>
              <a:off x="289050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g3375"/>
            <p:cNvSpPr/>
            <p:nvPr/>
          </p:nvSpPr>
          <p:spPr>
            <a:xfrm>
              <a:off x="29021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g3376"/>
            <p:cNvSpPr/>
            <p:nvPr/>
          </p:nvSpPr>
          <p:spPr>
            <a:xfrm>
              <a:off x="291377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g3377"/>
            <p:cNvSpPr/>
            <p:nvPr/>
          </p:nvSpPr>
          <p:spPr>
            <a:xfrm>
              <a:off x="292541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g3378"/>
            <p:cNvSpPr/>
            <p:nvPr/>
          </p:nvSpPr>
          <p:spPr>
            <a:xfrm>
              <a:off x="440335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g3379"/>
            <p:cNvSpPr/>
            <p:nvPr/>
          </p:nvSpPr>
          <p:spPr>
            <a:xfrm>
              <a:off x="441499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g3380"/>
            <p:cNvSpPr/>
            <p:nvPr/>
          </p:nvSpPr>
          <p:spPr>
            <a:xfrm>
              <a:off x="442663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g3381"/>
            <p:cNvSpPr/>
            <p:nvPr/>
          </p:nvSpPr>
          <p:spPr>
            <a:xfrm>
              <a:off x="443826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g3382"/>
            <p:cNvSpPr/>
            <p:nvPr/>
          </p:nvSpPr>
          <p:spPr>
            <a:xfrm>
              <a:off x="444990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g3383"/>
            <p:cNvSpPr/>
            <p:nvPr/>
          </p:nvSpPr>
          <p:spPr>
            <a:xfrm>
              <a:off x="446154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g3384"/>
            <p:cNvSpPr/>
            <p:nvPr/>
          </p:nvSpPr>
          <p:spPr>
            <a:xfrm>
              <a:off x="447317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g3385"/>
            <p:cNvSpPr/>
            <p:nvPr/>
          </p:nvSpPr>
          <p:spPr>
            <a:xfrm>
              <a:off x="448481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g3386"/>
            <p:cNvSpPr/>
            <p:nvPr/>
          </p:nvSpPr>
          <p:spPr>
            <a:xfrm>
              <a:off x="46477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g3387"/>
            <p:cNvSpPr/>
            <p:nvPr/>
          </p:nvSpPr>
          <p:spPr>
            <a:xfrm>
              <a:off x="465937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g3388"/>
            <p:cNvSpPr/>
            <p:nvPr/>
          </p:nvSpPr>
          <p:spPr>
            <a:xfrm>
              <a:off x="4671013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g3389"/>
            <p:cNvSpPr/>
            <p:nvPr/>
          </p:nvSpPr>
          <p:spPr>
            <a:xfrm>
              <a:off x="4682651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g3390"/>
            <p:cNvSpPr/>
            <p:nvPr/>
          </p:nvSpPr>
          <p:spPr>
            <a:xfrm>
              <a:off x="4694288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g3391"/>
            <p:cNvSpPr/>
            <p:nvPr/>
          </p:nvSpPr>
          <p:spPr>
            <a:xfrm>
              <a:off x="283231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g3392"/>
            <p:cNvSpPr/>
            <p:nvPr/>
          </p:nvSpPr>
          <p:spPr>
            <a:xfrm>
              <a:off x="284395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g3393"/>
            <p:cNvSpPr/>
            <p:nvPr/>
          </p:nvSpPr>
          <p:spPr>
            <a:xfrm>
              <a:off x="286722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g3394"/>
            <p:cNvSpPr/>
            <p:nvPr/>
          </p:nvSpPr>
          <p:spPr>
            <a:xfrm>
              <a:off x="287886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g3395"/>
            <p:cNvSpPr/>
            <p:nvPr/>
          </p:nvSpPr>
          <p:spPr>
            <a:xfrm>
              <a:off x="289050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g3396"/>
            <p:cNvSpPr/>
            <p:nvPr/>
          </p:nvSpPr>
          <p:spPr>
            <a:xfrm>
              <a:off x="29021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g3397"/>
            <p:cNvSpPr/>
            <p:nvPr/>
          </p:nvSpPr>
          <p:spPr>
            <a:xfrm>
              <a:off x="291377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g3398"/>
            <p:cNvSpPr/>
            <p:nvPr/>
          </p:nvSpPr>
          <p:spPr>
            <a:xfrm>
              <a:off x="440335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g3399"/>
            <p:cNvSpPr/>
            <p:nvPr/>
          </p:nvSpPr>
          <p:spPr>
            <a:xfrm>
              <a:off x="441499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g3400"/>
            <p:cNvSpPr/>
            <p:nvPr/>
          </p:nvSpPr>
          <p:spPr>
            <a:xfrm>
              <a:off x="442663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g3401"/>
            <p:cNvSpPr/>
            <p:nvPr/>
          </p:nvSpPr>
          <p:spPr>
            <a:xfrm>
              <a:off x="443826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g3402"/>
            <p:cNvSpPr/>
            <p:nvPr/>
          </p:nvSpPr>
          <p:spPr>
            <a:xfrm>
              <a:off x="444990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g3403"/>
            <p:cNvSpPr/>
            <p:nvPr/>
          </p:nvSpPr>
          <p:spPr>
            <a:xfrm>
              <a:off x="446154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g3404"/>
            <p:cNvSpPr/>
            <p:nvPr/>
          </p:nvSpPr>
          <p:spPr>
            <a:xfrm>
              <a:off x="447317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g3405"/>
            <p:cNvSpPr/>
            <p:nvPr/>
          </p:nvSpPr>
          <p:spPr>
            <a:xfrm>
              <a:off x="448481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g3406"/>
            <p:cNvSpPr/>
            <p:nvPr/>
          </p:nvSpPr>
          <p:spPr>
            <a:xfrm>
              <a:off x="46477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g3407"/>
            <p:cNvSpPr/>
            <p:nvPr/>
          </p:nvSpPr>
          <p:spPr>
            <a:xfrm>
              <a:off x="465937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g3408"/>
            <p:cNvSpPr/>
            <p:nvPr/>
          </p:nvSpPr>
          <p:spPr>
            <a:xfrm>
              <a:off x="467101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g3409"/>
            <p:cNvSpPr/>
            <p:nvPr/>
          </p:nvSpPr>
          <p:spPr>
            <a:xfrm>
              <a:off x="4682651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g3410"/>
            <p:cNvSpPr/>
            <p:nvPr/>
          </p:nvSpPr>
          <p:spPr>
            <a:xfrm>
              <a:off x="4694288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g3411"/>
            <p:cNvSpPr/>
            <p:nvPr/>
          </p:nvSpPr>
          <p:spPr>
            <a:xfrm>
              <a:off x="282067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g3412"/>
            <p:cNvSpPr/>
            <p:nvPr/>
          </p:nvSpPr>
          <p:spPr>
            <a:xfrm>
              <a:off x="283231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g3413"/>
            <p:cNvSpPr/>
            <p:nvPr/>
          </p:nvSpPr>
          <p:spPr>
            <a:xfrm>
              <a:off x="284395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g3414"/>
            <p:cNvSpPr/>
            <p:nvPr/>
          </p:nvSpPr>
          <p:spPr>
            <a:xfrm>
              <a:off x="285559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g3415"/>
            <p:cNvSpPr/>
            <p:nvPr/>
          </p:nvSpPr>
          <p:spPr>
            <a:xfrm>
              <a:off x="286722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g3416"/>
            <p:cNvSpPr/>
            <p:nvPr/>
          </p:nvSpPr>
          <p:spPr>
            <a:xfrm>
              <a:off x="287886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g3417"/>
            <p:cNvSpPr/>
            <p:nvPr/>
          </p:nvSpPr>
          <p:spPr>
            <a:xfrm>
              <a:off x="289050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g3418"/>
            <p:cNvSpPr/>
            <p:nvPr/>
          </p:nvSpPr>
          <p:spPr>
            <a:xfrm>
              <a:off x="290213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g3419"/>
            <p:cNvSpPr/>
            <p:nvPr/>
          </p:nvSpPr>
          <p:spPr>
            <a:xfrm>
              <a:off x="291377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g3420"/>
            <p:cNvSpPr/>
            <p:nvPr/>
          </p:nvSpPr>
          <p:spPr>
            <a:xfrm>
              <a:off x="441499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g3421"/>
            <p:cNvSpPr/>
            <p:nvPr/>
          </p:nvSpPr>
          <p:spPr>
            <a:xfrm>
              <a:off x="442663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g3422"/>
            <p:cNvSpPr/>
            <p:nvPr/>
          </p:nvSpPr>
          <p:spPr>
            <a:xfrm>
              <a:off x="443826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g3423"/>
            <p:cNvSpPr/>
            <p:nvPr/>
          </p:nvSpPr>
          <p:spPr>
            <a:xfrm>
              <a:off x="444990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g3424"/>
            <p:cNvSpPr/>
            <p:nvPr/>
          </p:nvSpPr>
          <p:spPr>
            <a:xfrm>
              <a:off x="446154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g3425"/>
            <p:cNvSpPr/>
            <p:nvPr/>
          </p:nvSpPr>
          <p:spPr>
            <a:xfrm>
              <a:off x="447317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g3426"/>
            <p:cNvSpPr/>
            <p:nvPr/>
          </p:nvSpPr>
          <p:spPr>
            <a:xfrm>
              <a:off x="4659376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g3427"/>
            <p:cNvSpPr/>
            <p:nvPr/>
          </p:nvSpPr>
          <p:spPr>
            <a:xfrm>
              <a:off x="467101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g3428"/>
            <p:cNvSpPr/>
            <p:nvPr/>
          </p:nvSpPr>
          <p:spPr>
            <a:xfrm>
              <a:off x="4682651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g3429"/>
            <p:cNvSpPr/>
            <p:nvPr/>
          </p:nvSpPr>
          <p:spPr>
            <a:xfrm>
              <a:off x="469428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g3430"/>
            <p:cNvSpPr/>
            <p:nvPr/>
          </p:nvSpPr>
          <p:spPr>
            <a:xfrm>
              <a:off x="470592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g3431"/>
            <p:cNvSpPr/>
            <p:nvPr/>
          </p:nvSpPr>
          <p:spPr>
            <a:xfrm>
              <a:off x="282067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g3432"/>
            <p:cNvSpPr/>
            <p:nvPr/>
          </p:nvSpPr>
          <p:spPr>
            <a:xfrm>
              <a:off x="283231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g3433"/>
            <p:cNvSpPr/>
            <p:nvPr/>
          </p:nvSpPr>
          <p:spPr>
            <a:xfrm>
              <a:off x="284395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g3434"/>
            <p:cNvSpPr/>
            <p:nvPr/>
          </p:nvSpPr>
          <p:spPr>
            <a:xfrm>
              <a:off x="285559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g3435"/>
            <p:cNvSpPr/>
            <p:nvPr/>
          </p:nvSpPr>
          <p:spPr>
            <a:xfrm>
              <a:off x="286722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g3436"/>
            <p:cNvSpPr/>
            <p:nvPr/>
          </p:nvSpPr>
          <p:spPr>
            <a:xfrm>
              <a:off x="287886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g3437"/>
            <p:cNvSpPr/>
            <p:nvPr/>
          </p:nvSpPr>
          <p:spPr>
            <a:xfrm>
              <a:off x="289050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g3438"/>
            <p:cNvSpPr/>
            <p:nvPr/>
          </p:nvSpPr>
          <p:spPr>
            <a:xfrm>
              <a:off x="2902139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g3439"/>
            <p:cNvSpPr/>
            <p:nvPr/>
          </p:nvSpPr>
          <p:spPr>
            <a:xfrm>
              <a:off x="441499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g3440"/>
            <p:cNvSpPr/>
            <p:nvPr/>
          </p:nvSpPr>
          <p:spPr>
            <a:xfrm>
              <a:off x="442663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g3441"/>
            <p:cNvSpPr/>
            <p:nvPr/>
          </p:nvSpPr>
          <p:spPr>
            <a:xfrm>
              <a:off x="443826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g3442"/>
            <p:cNvSpPr/>
            <p:nvPr/>
          </p:nvSpPr>
          <p:spPr>
            <a:xfrm>
              <a:off x="4449904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g3443"/>
            <p:cNvSpPr/>
            <p:nvPr/>
          </p:nvSpPr>
          <p:spPr>
            <a:xfrm>
              <a:off x="446154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g3444"/>
            <p:cNvSpPr/>
            <p:nvPr/>
          </p:nvSpPr>
          <p:spPr>
            <a:xfrm>
              <a:off x="4659376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g3445"/>
            <p:cNvSpPr/>
            <p:nvPr/>
          </p:nvSpPr>
          <p:spPr>
            <a:xfrm>
              <a:off x="467101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g3446"/>
            <p:cNvSpPr/>
            <p:nvPr/>
          </p:nvSpPr>
          <p:spPr>
            <a:xfrm>
              <a:off x="4682651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g3447"/>
            <p:cNvSpPr/>
            <p:nvPr/>
          </p:nvSpPr>
          <p:spPr>
            <a:xfrm>
              <a:off x="469428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g3448"/>
            <p:cNvSpPr/>
            <p:nvPr/>
          </p:nvSpPr>
          <p:spPr>
            <a:xfrm>
              <a:off x="470592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g3449"/>
            <p:cNvSpPr/>
            <p:nvPr/>
          </p:nvSpPr>
          <p:spPr>
            <a:xfrm>
              <a:off x="282067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g3450"/>
            <p:cNvSpPr/>
            <p:nvPr/>
          </p:nvSpPr>
          <p:spPr>
            <a:xfrm>
              <a:off x="283231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g3451"/>
            <p:cNvSpPr/>
            <p:nvPr/>
          </p:nvSpPr>
          <p:spPr>
            <a:xfrm>
              <a:off x="284395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g3452"/>
            <p:cNvSpPr/>
            <p:nvPr/>
          </p:nvSpPr>
          <p:spPr>
            <a:xfrm>
              <a:off x="285559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g3453"/>
            <p:cNvSpPr/>
            <p:nvPr/>
          </p:nvSpPr>
          <p:spPr>
            <a:xfrm>
              <a:off x="286722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g3454"/>
            <p:cNvSpPr/>
            <p:nvPr/>
          </p:nvSpPr>
          <p:spPr>
            <a:xfrm>
              <a:off x="287886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g3455"/>
            <p:cNvSpPr/>
            <p:nvPr/>
          </p:nvSpPr>
          <p:spPr>
            <a:xfrm>
              <a:off x="289050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g3456"/>
            <p:cNvSpPr/>
            <p:nvPr/>
          </p:nvSpPr>
          <p:spPr>
            <a:xfrm>
              <a:off x="290213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g3457"/>
            <p:cNvSpPr/>
            <p:nvPr/>
          </p:nvSpPr>
          <p:spPr>
            <a:xfrm>
              <a:off x="441499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g3458"/>
            <p:cNvSpPr/>
            <p:nvPr/>
          </p:nvSpPr>
          <p:spPr>
            <a:xfrm>
              <a:off x="442663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g3459"/>
            <p:cNvSpPr/>
            <p:nvPr/>
          </p:nvSpPr>
          <p:spPr>
            <a:xfrm>
              <a:off x="443826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g3460"/>
            <p:cNvSpPr/>
            <p:nvPr/>
          </p:nvSpPr>
          <p:spPr>
            <a:xfrm>
              <a:off x="444990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g3461"/>
            <p:cNvSpPr/>
            <p:nvPr/>
          </p:nvSpPr>
          <p:spPr>
            <a:xfrm>
              <a:off x="446154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g3462"/>
            <p:cNvSpPr/>
            <p:nvPr/>
          </p:nvSpPr>
          <p:spPr>
            <a:xfrm>
              <a:off x="447317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g3463"/>
            <p:cNvSpPr/>
            <p:nvPr/>
          </p:nvSpPr>
          <p:spPr>
            <a:xfrm>
              <a:off x="467101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g3464"/>
            <p:cNvSpPr/>
            <p:nvPr/>
          </p:nvSpPr>
          <p:spPr>
            <a:xfrm>
              <a:off x="4682651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g3465"/>
            <p:cNvSpPr/>
            <p:nvPr/>
          </p:nvSpPr>
          <p:spPr>
            <a:xfrm>
              <a:off x="469428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g3466"/>
            <p:cNvSpPr/>
            <p:nvPr/>
          </p:nvSpPr>
          <p:spPr>
            <a:xfrm>
              <a:off x="470592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g3467"/>
            <p:cNvSpPr/>
            <p:nvPr/>
          </p:nvSpPr>
          <p:spPr>
            <a:xfrm>
              <a:off x="471756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g3468"/>
            <p:cNvSpPr/>
            <p:nvPr/>
          </p:nvSpPr>
          <p:spPr>
            <a:xfrm>
              <a:off x="283231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g3469"/>
            <p:cNvSpPr/>
            <p:nvPr/>
          </p:nvSpPr>
          <p:spPr>
            <a:xfrm>
              <a:off x="284395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g3470"/>
            <p:cNvSpPr/>
            <p:nvPr/>
          </p:nvSpPr>
          <p:spPr>
            <a:xfrm>
              <a:off x="285559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g3471"/>
            <p:cNvSpPr/>
            <p:nvPr/>
          </p:nvSpPr>
          <p:spPr>
            <a:xfrm>
              <a:off x="286722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g3472"/>
            <p:cNvSpPr/>
            <p:nvPr/>
          </p:nvSpPr>
          <p:spPr>
            <a:xfrm>
              <a:off x="287886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g3473"/>
            <p:cNvSpPr/>
            <p:nvPr/>
          </p:nvSpPr>
          <p:spPr>
            <a:xfrm>
              <a:off x="289050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g3474"/>
            <p:cNvSpPr/>
            <p:nvPr/>
          </p:nvSpPr>
          <p:spPr>
            <a:xfrm>
              <a:off x="442663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g3475"/>
            <p:cNvSpPr/>
            <p:nvPr/>
          </p:nvSpPr>
          <p:spPr>
            <a:xfrm>
              <a:off x="443826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g3476"/>
            <p:cNvSpPr/>
            <p:nvPr/>
          </p:nvSpPr>
          <p:spPr>
            <a:xfrm>
              <a:off x="4449904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g3477"/>
            <p:cNvSpPr/>
            <p:nvPr/>
          </p:nvSpPr>
          <p:spPr>
            <a:xfrm>
              <a:off x="446154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g3478"/>
            <p:cNvSpPr/>
            <p:nvPr/>
          </p:nvSpPr>
          <p:spPr>
            <a:xfrm>
              <a:off x="4473179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g3479"/>
            <p:cNvSpPr/>
            <p:nvPr/>
          </p:nvSpPr>
          <p:spPr>
            <a:xfrm>
              <a:off x="467101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g3480"/>
            <p:cNvSpPr/>
            <p:nvPr/>
          </p:nvSpPr>
          <p:spPr>
            <a:xfrm>
              <a:off x="4682651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g3481"/>
            <p:cNvSpPr/>
            <p:nvPr/>
          </p:nvSpPr>
          <p:spPr>
            <a:xfrm>
              <a:off x="469428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g3482"/>
            <p:cNvSpPr/>
            <p:nvPr/>
          </p:nvSpPr>
          <p:spPr>
            <a:xfrm>
              <a:off x="470592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g3483"/>
            <p:cNvSpPr/>
            <p:nvPr/>
          </p:nvSpPr>
          <p:spPr>
            <a:xfrm>
              <a:off x="471756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g3484"/>
            <p:cNvSpPr/>
            <p:nvPr/>
          </p:nvSpPr>
          <p:spPr>
            <a:xfrm>
              <a:off x="472920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g3485"/>
            <p:cNvSpPr/>
            <p:nvPr/>
          </p:nvSpPr>
          <p:spPr>
            <a:xfrm>
              <a:off x="283231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g3486"/>
            <p:cNvSpPr/>
            <p:nvPr/>
          </p:nvSpPr>
          <p:spPr>
            <a:xfrm>
              <a:off x="284395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g3487"/>
            <p:cNvSpPr/>
            <p:nvPr/>
          </p:nvSpPr>
          <p:spPr>
            <a:xfrm>
              <a:off x="285559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g3488"/>
            <p:cNvSpPr/>
            <p:nvPr/>
          </p:nvSpPr>
          <p:spPr>
            <a:xfrm>
              <a:off x="286722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g3489"/>
            <p:cNvSpPr/>
            <p:nvPr/>
          </p:nvSpPr>
          <p:spPr>
            <a:xfrm>
              <a:off x="287886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g3490"/>
            <p:cNvSpPr/>
            <p:nvPr/>
          </p:nvSpPr>
          <p:spPr>
            <a:xfrm>
              <a:off x="289050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g3491"/>
            <p:cNvSpPr/>
            <p:nvPr/>
          </p:nvSpPr>
          <p:spPr>
            <a:xfrm>
              <a:off x="443826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g3492"/>
            <p:cNvSpPr/>
            <p:nvPr/>
          </p:nvSpPr>
          <p:spPr>
            <a:xfrm>
              <a:off x="444990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g3493"/>
            <p:cNvSpPr/>
            <p:nvPr/>
          </p:nvSpPr>
          <p:spPr>
            <a:xfrm>
              <a:off x="446154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g3494"/>
            <p:cNvSpPr/>
            <p:nvPr/>
          </p:nvSpPr>
          <p:spPr>
            <a:xfrm>
              <a:off x="4473179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g3495"/>
            <p:cNvSpPr/>
            <p:nvPr/>
          </p:nvSpPr>
          <p:spPr>
            <a:xfrm>
              <a:off x="448481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g3496"/>
            <p:cNvSpPr/>
            <p:nvPr/>
          </p:nvSpPr>
          <p:spPr>
            <a:xfrm>
              <a:off x="449645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g3497"/>
            <p:cNvSpPr/>
            <p:nvPr/>
          </p:nvSpPr>
          <p:spPr>
            <a:xfrm>
              <a:off x="450809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g3498"/>
            <p:cNvSpPr/>
            <p:nvPr/>
          </p:nvSpPr>
          <p:spPr>
            <a:xfrm>
              <a:off x="451972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g3499"/>
            <p:cNvSpPr/>
            <p:nvPr/>
          </p:nvSpPr>
          <p:spPr>
            <a:xfrm>
              <a:off x="468265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g3500"/>
            <p:cNvSpPr/>
            <p:nvPr/>
          </p:nvSpPr>
          <p:spPr>
            <a:xfrm>
              <a:off x="469428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g3501"/>
            <p:cNvSpPr/>
            <p:nvPr/>
          </p:nvSpPr>
          <p:spPr>
            <a:xfrm>
              <a:off x="470592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g3502"/>
            <p:cNvSpPr/>
            <p:nvPr/>
          </p:nvSpPr>
          <p:spPr>
            <a:xfrm>
              <a:off x="471756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g3503"/>
            <p:cNvSpPr/>
            <p:nvPr/>
          </p:nvSpPr>
          <p:spPr>
            <a:xfrm>
              <a:off x="472920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g3504"/>
            <p:cNvSpPr/>
            <p:nvPr/>
          </p:nvSpPr>
          <p:spPr>
            <a:xfrm>
              <a:off x="284395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g3505"/>
            <p:cNvSpPr/>
            <p:nvPr/>
          </p:nvSpPr>
          <p:spPr>
            <a:xfrm>
              <a:off x="285559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g3506"/>
            <p:cNvSpPr/>
            <p:nvPr/>
          </p:nvSpPr>
          <p:spPr>
            <a:xfrm>
              <a:off x="286722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g3507"/>
            <p:cNvSpPr/>
            <p:nvPr/>
          </p:nvSpPr>
          <p:spPr>
            <a:xfrm>
              <a:off x="287886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g3508"/>
            <p:cNvSpPr/>
            <p:nvPr/>
          </p:nvSpPr>
          <p:spPr>
            <a:xfrm>
              <a:off x="289050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g3509"/>
            <p:cNvSpPr/>
            <p:nvPr/>
          </p:nvSpPr>
          <p:spPr>
            <a:xfrm>
              <a:off x="443826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g3510"/>
            <p:cNvSpPr/>
            <p:nvPr/>
          </p:nvSpPr>
          <p:spPr>
            <a:xfrm>
              <a:off x="444990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g3511"/>
            <p:cNvSpPr/>
            <p:nvPr/>
          </p:nvSpPr>
          <p:spPr>
            <a:xfrm>
              <a:off x="446154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g3512"/>
            <p:cNvSpPr/>
            <p:nvPr/>
          </p:nvSpPr>
          <p:spPr>
            <a:xfrm>
              <a:off x="4473179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g3513"/>
            <p:cNvSpPr/>
            <p:nvPr/>
          </p:nvSpPr>
          <p:spPr>
            <a:xfrm>
              <a:off x="448481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g3514"/>
            <p:cNvSpPr/>
            <p:nvPr/>
          </p:nvSpPr>
          <p:spPr>
            <a:xfrm>
              <a:off x="449645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g3515"/>
            <p:cNvSpPr/>
            <p:nvPr/>
          </p:nvSpPr>
          <p:spPr>
            <a:xfrm>
              <a:off x="450809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g3516"/>
            <p:cNvSpPr/>
            <p:nvPr/>
          </p:nvSpPr>
          <p:spPr>
            <a:xfrm>
              <a:off x="451972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g3517"/>
            <p:cNvSpPr/>
            <p:nvPr/>
          </p:nvSpPr>
          <p:spPr>
            <a:xfrm>
              <a:off x="453136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g3518"/>
            <p:cNvSpPr/>
            <p:nvPr/>
          </p:nvSpPr>
          <p:spPr>
            <a:xfrm>
              <a:off x="468265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g3519"/>
            <p:cNvSpPr/>
            <p:nvPr/>
          </p:nvSpPr>
          <p:spPr>
            <a:xfrm>
              <a:off x="469428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g3520"/>
            <p:cNvSpPr/>
            <p:nvPr/>
          </p:nvSpPr>
          <p:spPr>
            <a:xfrm>
              <a:off x="470592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g3521"/>
            <p:cNvSpPr/>
            <p:nvPr/>
          </p:nvSpPr>
          <p:spPr>
            <a:xfrm>
              <a:off x="471756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g3522"/>
            <p:cNvSpPr/>
            <p:nvPr/>
          </p:nvSpPr>
          <p:spPr>
            <a:xfrm>
              <a:off x="472920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g3523"/>
            <p:cNvSpPr/>
            <p:nvPr/>
          </p:nvSpPr>
          <p:spPr>
            <a:xfrm>
              <a:off x="284395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g3524"/>
            <p:cNvSpPr/>
            <p:nvPr/>
          </p:nvSpPr>
          <p:spPr>
            <a:xfrm>
              <a:off x="285559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g3525"/>
            <p:cNvSpPr/>
            <p:nvPr/>
          </p:nvSpPr>
          <p:spPr>
            <a:xfrm>
              <a:off x="286722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g3526"/>
            <p:cNvSpPr/>
            <p:nvPr/>
          </p:nvSpPr>
          <p:spPr>
            <a:xfrm>
              <a:off x="287886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g3527"/>
            <p:cNvSpPr/>
            <p:nvPr/>
          </p:nvSpPr>
          <p:spPr>
            <a:xfrm>
              <a:off x="289050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g3528"/>
            <p:cNvSpPr/>
            <p:nvPr/>
          </p:nvSpPr>
          <p:spPr>
            <a:xfrm>
              <a:off x="444990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g3529"/>
            <p:cNvSpPr/>
            <p:nvPr/>
          </p:nvSpPr>
          <p:spPr>
            <a:xfrm>
              <a:off x="446154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g3530"/>
            <p:cNvSpPr/>
            <p:nvPr/>
          </p:nvSpPr>
          <p:spPr>
            <a:xfrm>
              <a:off x="4473179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g3531"/>
            <p:cNvSpPr/>
            <p:nvPr/>
          </p:nvSpPr>
          <p:spPr>
            <a:xfrm>
              <a:off x="448481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g3532"/>
            <p:cNvSpPr/>
            <p:nvPr/>
          </p:nvSpPr>
          <p:spPr>
            <a:xfrm>
              <a:off x="449645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g3533"/>
            <p:cNvSpPr/>
            <p:nvPr/>
          </p:nvSpPr>
          <p:spPr>
            <a:xfrm>
              <a:off x="4508091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g3534"/>
            <p:cNvSpPr/>
            <p:nvPr/>
          </p:nvSpPr>
          <p:spPr>
            <a:xfrm>
              <a:off x="451972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g3535"/>
            <p:cNvSpPr/>
            <p:nvPr/>
          </p:nvSpPr>
          <p:spPr>
            <a:xfrm>
              <a:off x="453136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g3536"/>
            <p:cNvSpPr/>
            <p:nvPr/>
          </p:nvSpPr>
          <p:spPr>
            <a:xfrm>
              <a:off x="469428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g3537"/>
            <p:cNvSpPr/>
            <p:nvPr/>
          </p:nvSpPr>
          <p:spPr>
            <a:xfrm>
              <a:off x="470592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g3538"/>
            <p:cNvSpPr/>
            <p:nvPr/>
          </p:nvSpPr>
          <p:spPr>
            <a:xfrm>
              <a:off x="471756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g3539"/>
            <p:cNvSpPr/>
            <p:nvPr/>
          </p:nvSpPr>
          <p:spPr>
            <a:xfrm>
              <a:off x="472920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g3540"/>
            <p:cNvSpPr/>
            <p:nvPr/>
          </p:nvSpPr>
          <p:spPr>
            <a:xfrm>
              <a:off x="474083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g3541"/>
            <p:cNvSpPr/>
            <p:nvPr/>
          </p:nvSpPr>
          <p:spPr>
            <a:xfrm>
              <a:off x="284395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g3542"/>
            <p:cNvSpPr/>
            <p:nvPr/>
          </p:nvSpPr>
          <p:spPr>
            <a:xfrm>
              <a:off x="285559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g3543"/>
            <p:cNvSpPr/>
            <p:nvPr/>
          </p:nvSpPr>
          <p:spPr>
            <a:xfrm>
              <a:off x="286722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g3544"/>
            <p:cNvSpPr/>
            <p:nvPr/>
          </p:nvSpPr>
          <p:spPr>
            <a:xfrm>
              <a:off x="287886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g3545"/>
            <p:cNvSpPr/>
            <p:nvPr/>
          </p:nvSpPr>
          <p:spPr>
            <a:xfrm>
              <a:off x="289050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g3546"/>
            <p:cNvSpPr/>
            <p:nvPr/>
          </p:nvSpPr>
          <p:spPr>
            <a:xfrm>
              <a:off x="446154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g3547"/>
            <p:cNvSpPr/>
            <p:nvPr/>
          </p:nvSpPr>
          <p:spPr>
            <a:xfrm>
              <a:off x="4473179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g3548"/>
            <p:cNvSpPr/>
            <p:nvPr/>
          </p:nvSpPr>
          <p:spPr>
            <a:xfrm>
              <a:off x="448481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g3549"/>
            <p:cNvSpPr/>
            <p:nvPr/>
          </p:nvSpPr>
          <p:spPr>
            <a:xfrm>
              <a:off x="4496454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g3550"/>
            <p:cNvSpPr/>
            <p:nvPr/>
          </p:nvSpPr>
          <p:spPr>
            <a:xfrm>
              <a:off x="4508091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g3551"/>
            <p:cNvSpPr/>
            <p:nvPr/>
          </p:nvSpPr>
          <p:spPr>
            <a:xfrm>
              <a:off x="451972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g3552"/>
            <p:cNvSpPr/>
            <p:nvPr/>
          </p:nvSpPr>
          <p:spPr>
            <a:xfrm>
              <a:off x="453136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g3553"/>
            <p:cNvSpPr/>
            <p:nvPr/>
          </p:nvSpPr>
          <p:spPr>
            <a:xfrm>
              <a:off x="454300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g3554"/>
            <p:cNvSpPr/>
            <p:nvPr/>
          </p:nvSpPr>
          <p:spPr>
            <a:xfrm>
              <a:off x="469428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g3555"/>
            <p:cNvSpPr/>
            <p:nvPr/>
          </p:nvSpPr>
          <p:spPr>
            <a:xfrm>
              <a:off x="470592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g3556"/>
            <p:cNvSpPr/>
            <p:nvPr/>
          </p:nvSpPr>
          <p:spPr>
            <a:xfrm>
              <a:off x="471756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g3557"/>
            <p:cNvSpPr/>
            <p:nvPr/>
          </p:nvSpPr>
          <p:spPr>
            <a:xfrm>
              <a:off x="472920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g3558"/>
            <p:cNvSpPr/>
            <p:nvPr/>
          </p:nvSpPr>
          <p:spPr>
            <a:xfrm>
              <a:off x="474083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g3559"/>
            <p:cNvSpPr/>
            <p:nvPr/>
          </p:nvSpPr>
          <p:spPr>
            <a:xfrm>
              <a:off x="285559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g3560"/>
            <p:cNvSpPr/>
            <p:nvPr/>
          </p:nvSpPr>
          <p:spPr>
            <a:xfrm>
              <a:off x="286722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g3561"/>
            <p:cNvSpPr/>
            <p:nvPr/>
          </p:nvSpPr>
          <p:spPr>
            <a:xfrm>
              <a:off x="287886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g3562"/>
            <p:cNvSpPr/>
            <p:nvPr/>
          </p:nvSpPr>
          <p:spPr>
            <a:xfrm>
              <a:off x="2890502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g3563"/>
            <p:cNvSpPr/>
            <p:nvPr/>
          </p:nvSpPr>
          <p:spPr>
            <a:xfrm>
              <a:off x="4473179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g3564"/>
            <p:cNvSpPr/>
            <p:nvPr/>
          </p:nvSpPr>
          <p:spPr>
            <a:xfrm>
              <a:off x="448481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g3565"/>
            <p:cNvSpPr/>
            <p:nvPr/>
          </p:nvSpPr>
          <p:spPr>
            <a:xfrm>
              <a:off x="4496454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g3566"/>
            <p:cNvSpPr/>
            <p:nvPr/>
          </p:nvSpPr>
          <p:spPr>
            <a:xfrm>
              <a:off x="4508091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g3567"/>
            <p:cNvSpPr/>
            <p:nvPr/>
          </p:nvSpPr>
          <p:spPr>
            <a:xfrm>
              <a:off x="451972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g3568"/>
            <p:cNvSpPr/>
            <p:nvPr/>
          </p:nvSpPr>
          <p:spPr>
            <a:xfrm>
              <a:off x="453136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g3569"/>
            <p:cNvSpPr/>
            <p:nvPr/>
          </p:nvSpPr>
          <p:spPr>
            <a:xfrm>
              <a:off x="454300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g3570"/>
            <p:cNvSpPr/>
            <p:nvPr/>
          </p:nvSpPr>
          <p:spPr>
            <a:xfrm>
              <a:off x="455464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g3571"/>
            <p:cNvSpPr/>
            <p:nvPr/>
          </p:nvSpPr>
          <p:spPr>
            <a:xfrm>
              <a:off x="469428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g3572"/>
            <p:cNvSpPr/>
            <p:nvPr/>
          </p:nvSpPr>
          <p:spPr>
            <a:xfrm>
              <a:off x="470592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g3573"/>
            <p:cNvSpPr/>
            <p:nvPr/>
          </p:nvSpPr>
          <p:spPr>
            <a:xfrm>
              <a:off x="471756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g3574"/>
            <p:cNvSpPr/>
            <p:nvPr/>
          </p:nvSpPr>
          <p:spPr>
            <a:xfrm>
              <a:off x="472920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g3575"/>
            <p:cNvSpPr/>
            <p:nvPr/>
          </p:nvSpPr>
          <p:spPr>
            <a:xfrm>
              <a:off x="474083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g3576"/>
            <p:cNvSpPr/>
            <p:nvPr/>
          </p:nvSpPr>
          <p:spPr>
            <a:xfrm>
              <a:off x="285559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g3577"/>
            <p:cNvSpPr/>
            <p:nvPr/>
          </p:nvSpPr>
          <p:spPr>
            <a:xfrm>
              <a:off x="286722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g3578"/>
            <p:cNvSpPr/>
            <p:nvPr/>
          </p:nvSpPr>
          <p:spPr>
            <a:xfrm>
              <a:off x="287886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g3579"/>
            <p:cNvSpPr/>
            <p:nvPr/>
          </p:nvSpPr>
          <p:spPr>
            <a:xfrm>
              <a:off x="2890502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g3580"/>
            <p:cNvSpPr/>
            <p:nvPr/>
          </p:nvSpPr>
          <p:spPr>
            <a:xfrm>
              <a:off x="448481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g3581"/>
            <p:cNvSpPr/>
            <p:nvPr/>
          </p:nvSpPr>
          <p:spPr>
            <a:xfrm>
              <a:off x="4496454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g3582"/>
            <p:cNvSpPr/>
            <p:nvPr/>
          </p:nvSpPr>
          <p:spPr>
            <a:xfrm>
              <a:off x="4508091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g3583"/>
            <p:cNvSpPr/>
            <p:nvPr/>
          </p:nvSpPr>
          <p:spPr>
            <a:xfrm>
              <a:off x="451972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g3584"/>
            <p:cNvSpPr/>
            <p:nvPr/>
          </p:nvSpPr>
          <p:spPr>
            <a:xfrm>
              <a:off x="453136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g3585"/>
            <p:cNvSpPr/>
            <p:nvPr/>
          </p:nvSpPr>
          <p:spPr>
            <a:xfrm>
              <a:off x="454300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g3586"/>
            <p:cNvSpPr/>
            <p:nvPr/>
          </p:nvSpPr>
          <p:spPr>
            <a:xfrm>
              <a:off x="469428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g3587"/>
            <p:cNvSpPr/>
            <p:nvPr/>
          </p:nvSpPr>
          <p:spPr>
            <a:xfrm>
              <a:off x="470592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g3588"/>
            <p:cNvSpPr/>
            <p:nvPr/>
          </p:nvSpPr>
          <p:spPr>
            <a:xfrm>
              <a:off x="471756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g3589"/>
            <p:cNvSpPr/>
            <p:nvPr/>
          </p:nvSpPr>
          <p:spPr>
            <a:xfrm>
              <a:off x="472920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g3590"/>
            <p:cNvSpPr/>
            <p:nvPr/>
          </p:nvSpPr>
          <p:spPr>
            <a:xfrm>
              <a:off x="474083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g3591"/>
            <p:cNvSpPr/>
            <p:nvPr/>
          </p:nvSpPr>
          <p:spPr>
            <a:xfrm>
              <a:off x="285559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g3592"/>
            <p:cNvSpPr/>
            <p:nvPr/>
          </p:nvSpPr>
          <p:spPr>
            <a:xfrm>
              <a:off x="286722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g3593"/>
            <p:cNvSpPr/>
            <p:nvPr/>
          </p:nvSpPr>
          <p:spPr>
            <a:xfrm>
              <a:off x="287886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g3594"/>
            <p:cNvSpPr/>
            <p:nvPr/>
          </p:nvSpPr>
          <p:spPr>
            <a:xfrm>
              <a:off x="2890502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g3595"/>
            <p:cNvSpPr/>
            <p:nvPr/>
          </p:nvSpPr>
          <p:spPr>
            <a:xfrm>
              <a:off x="2902139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g3596"/>
            <p:cNvSpPr/>
            <p:nvPr/>
          </p:nvSpPr>
          <p:spPr>
            <a:xfrm>
              <a:off x="448481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g3597"/>
            <p:cNvSpPr/>
            <p:nvPr/>
          </p:nvSpPr>
          <p:spPr>
            <a:xfrm>
              <a:off x="4496454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g3598"/>
            <p:cNvSpPr/>
            <p:nvPr/>
          </p:nvSpPr>
          <p:spPr>
            <a:xfrm>
              <a:off x="4508091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g3599"/>
            <p:cNvSpPr/>
            <p:nvPr/>
          </p:nvSpPr>
          <p:spPr>
            <a:xfrm>
              <a:off x="451972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g3600"/>
            <p:cNvSpPr/>
            <p:nvPr/>
          </p:nvSpPr>
          <p:spPr>
            <a:xfrm>
              <a:off x="453136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g3601"/>
            <p:cNvSpPr/>
            <p:nvPr/>
          </p:nvSpPr>
          <p:spPr>
            <a:xfrm>
              <a:off x="454300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g3602"/>
            <p:cNvSpPr/>
            <p:nvPr/>
          </p:nvSpPr>
          <p:spPr>
            <a:xfrm>
              <a:off x="469428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g3603"/>
            <p:cNvSpPr/>
            <p:nvPr/>
          </p:nvSpPr>
          <p:spPr>
            <a:xfrm>
              <a:off x="470592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g3604"/>
            <p:cNvSpPr/>
            <p:nvPr/>
          </p:nvSpPr>
          <p:spPr>
            <a:xfrm>
              <a:off x="471756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g3605"/>
            <p:cNvSpPr/>
            <p:nvPr/>
          </p:nvSpPr>
          <p:spPr>
            <a:xfrm>
              <a:off x="472920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g3606"/>
            <p:cNvSpPr/>
            <p:nvPr/>
          </p:nvSpPr>
          <p:spPr>
            <a:xfrm>
              <a:off x="474083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g3607"/>
            <p:cNvSpPr/>
            <p:nvPr/>
          </p:nvSpPr>
          <p:spPr>
            <a:xfrm>
              <a:off x="285559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g3608"/>
            <p:cNvSpPr/>
            <p:nvPr/>
          </p:nvSpPr>
          <p:spPr>
            <a:xfrm>
              <a:off x="2867227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g3609"/>
            <p:cNvSpPr/>
            <p:nvPr/>
          </p:nvSpPr>
          <p:spPr>
            <a:xfrm>
              <a:off x="287886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g3610"/>
            <p:cNvSpPr/>
            <p:nvPr/>
          </p:nvSpPr>
          <p:spPr>
            <a:xfrm>
              <a:off x="2890502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g3611"/>
            <p:cNvSpPr/>
            <p:nvPr/>
          </p:nvSpPr>
          <p:spPr>
            <a:xfrm>
              <a:off x="2902139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g3612"/>
            <p:cNvSpPr/>
            <p:nvPr/>
          </p:nvSpPr>
          <p:spPr>
            <a:xfrm>
              <a:off x="4496454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g3613"/>
            <p:cNvSpPr/>
            <p:nvPr/>
          </p:nvSpPr>
          <p:spPr>
            <a:xfrm>
              <a:off x="4508091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g3614"/>
            <p:cNvSpPr/>
            <p:nvPr/>
          </p:nvSpPr>
          <p:spPr>
            <a:xfrm>
              <a:off x="451972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g3615"/>
            <p:cNvSpPr/>
            <p:nvPr/>
          </p:nvSpPr>
          <p:spPr>
            <a:xfrm>
              <a:off x="4531366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g3616"/>
            <p:cNvSpPr/>
            <p:nvPr/>
          </p:nvSpPr>
          <p:spPr>
            <a:xfrm>
              <a:off x="454300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g3617"/>
            <p:cNvSpPr/>
            <p:nvPr/>
          </p:nvSpPr>
          <p:spPr>
            <a:xfrm>
              <a:off x="469428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g3618"/>
            <p:cNvSpPr/>
            <p:nvPr/>
          </p:nvSpPr>
          <p:spPr>
            <a:xfrm>
              <a:off x="470592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g3619"/>
            <p:cNvSpPr/>
            <p:nvPr/>
          </p:nvSpPr>
          <p:spPr>
            <a:xfrm>
              <a:off x="471756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g3620"/>
            <p:cNvSpPr/>
            <p:nvPr/>
          </p:nvSpPr>
          <p:spPr>
            <a:xfrm>
              <a:off x="472920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g3621"/>
            <p:cNvSpPr/>
            <p:nvPr/>
          </p:nvSpPr>
          <p:spPr>
            <a:xfrm>
              <a:off x="286722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g3622"/>
            <p:cNvSpPr/>
            <p:nvPr/>
          </p:nvSpPr>
          <p:spPr>
            <a:xfrm>
              <a:off x="287886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g3623"/>
            <p:cNvSpPr/>
            <p:nvPr/>
          </p:nvSpPr>
          <p:spPr>
            <a:xfrm>
              <a:off x="2890502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g3624"/>
            <p:cNvSpPr/>
            <p:nvPr/>
          </p:nvSpPr>
          <p:spPr>
            <a:xfrm>
              <a:off x="2902139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g3625"/>
            <p:cNvSpPr/>
            <p:nvPr/>
          </p:nvSpPr>
          <p:spPr>
            <a:xfrm>
              <a:off x="291377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g3626"/>
            <p:cNvSpPr/>
            <p:nvPr/>
          </p:nvSpPr>
          <p:spPr>
            <a:xfrm>
              <a:off x="4508091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g3627"/>
            <p:cNvSpPr/>
            <p:nvPr/>
          </p:nvSpPr>
          <p:spPr>
            <a:xfrm>
              <a:off x="451972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g3628"/>
            <p:cNvSpPr/>
            <p:nvPr/>
          </p:nvSpPr>
          <p:spPr>
            <a:xfrm>
              <a:off x="4531366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g3629"/>
            <p:cNvSpPr/>
            <p:nvPr/>
          </p:nvSpPr>
          <p:spPr>
            <a:xfrm>
              <a:off x="454300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g3630"/>
            <p:cNvSpPr/>
            <p:nvPr/>
          </p:nvSpPr>
          <p:spPr>
            <a:xfrm>
              <a:off x="455464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g3631"/>
            <p:cNvSpPr/>
            <p:nvPr/>
          </p:nvSpPr>
          <p:spPr>
            <a:xfrm>
              <a:off x="469428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g3632"/>
            <p:cNvSpPr/>
            <p:nvPr/>
          </p:nvSpPr>
          <p:spPr>
            <a:xfrm>
              <a:off x="470592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g3633"/>
            <p:cNvSpPr/>
            <p:nvPr/>
          </p:nvSpPr>
          <p:spPr>
            <a:xfrm>
              <a:off x="471756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g3634"/>
            <p:cNvSpPr/>
            <p:nvPr/>
          </p:nvSpPr>
          <p:spPr>
            <a:xfrm>
              <a:off x="472920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g3635"/>
            <p:cNvSpPr/>
            <p:nvPr/>
          </p:nvSpPr>
          <p:spPr>
            <a:xfrm>
              <a:off x="286722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g3636"/>
            <p:cNvSpPr/>
            <p:nvPr/>
          </p:nvSpPr>
          <p:spPr>
            <a:xfrm>
              <a:off x="287886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g3637"/>
            <p:cNvSpPr/>
            <p:nvPr/>
          </p:nvSpPr>
          <p:spPr>
            <a:xfrm>
              <a:off x="2890502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g3638"/>
            <p:cNvSpPr/>
            <p:nvPr/>
          </p:nvSpPr>
          <p:spPr>
            <a:xfrm>
              <a:off x="2902139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g3639"/>
            <p:cNvSpPr/>
            <p:nvPr/>
          </p:nvSpPr>
          <p:spPr>
            <a:xfrm>
              <a:off x="291377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g3640"/>
            <p:cNvSpPr/>
            <p:nvPr/>
          </p:nvSpPr>
          <p:spPr>
            <a:xfrm>
              <a:off x="2925414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g3641"/>
            <p:cNvSpPr/>
            <p:nvPr/>
          </p:nvSpPr>
          <p:spPr>
            <a:xfrm>
              <a:off x="4508091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g3642"/>
            <p:cNvSpPr/>
            <p:nvPr/>
          </p:nvSpPr>
          <p:spPr>
            <a:xfrm>
              <a:off x="451972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g3643"/>
            <p:cNvSpPr/>
            <p:nvPr/>
          </p:nvSpPr>
          <p:spPr>
            <a:xfrm>
              <a:off x="4531366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g3644"/>
            <p:cNvSpPr/>
            <p:nvPr/>
          </p:nvSpPr>
          <p:spPr>
            <a:xfrm>
              <a:off x="454300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g3645"/>
            <p:cNvSpPr/>
            <p:nvPr/>
          </p:nvSpPr>
          <p:spPr>
            <a:xfrm>
              <a:off x="455464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g3646"/>
            <p:cNvSpPr/>
            <p:nvPr/>
          </p:nvSpPr>
          <p:spPr>
            <a:xfrm>
              <a:off x="469428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g3647"/>
            <p:cNvSpPr/>
            <p:nvPr/>
          </p:nvSpPr>
          <p:spPr>
            <a:xfrm>
              <a:off x="470592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g3648"/>
            <p:cNvSpPr/>
            <p:nvPr/>
          </p:nvSpPr>
          <p:spPr>
            <a:xfrm>
              <a:off x="471756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g3649"/>
            <p:cNvSpPr/>
            <p:nvPr/>
          </p:nvSpPr>
          <p:spPr>
            <a:xfrm>
              <a:off x="472920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g3650"/>
            <p:cNvSpPr/>
            <p:nvPr/>
          </p:nvSpPr>
          <p:spPr>
            <a:xfrm>
              <a:off x="287886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g3651"/>
            <p:cNvSpPr/>
            <p:nvPr/>
          </p:nvSpPr>
          <p:spPr>
            <a:xfrm>
              <a:off x="289050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g3652"/>
            <p:cNvSpPr/>
            <p:nvPr/>
          </p:nvSpPr>
          <p:spPr>
            <a:xfrm>
              <a:off x="2902139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g3653"/>
            <p:cNvSpPr/>
            <p:nvPr/>
          </p:nvSpPr>
          <p:spPr>
            <a:xfrm>
              <a:off x="2913777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g3654"/>
            <p:cNvSpPr/>
            <p:nvPr/>
          </p:nvSpPr>
          <p:spPr>
            <a:xfrm>
              <a:off x="2925414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g3655"/>
            <p:cNvSpPr/>
            <p:nvPr/>
          </p:nvSpPr>
          <p:spPr>
            <a:xfrm>
              <a:off x="4508091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g3656"/>
            <p:cNvSpPr/>
            <p:nvPr/>
          </p:nvSpPr>
          <p:spPr>
            <a:xfrm>
              <a:off x="451972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g3657"/>
            <p:cNvSpPr/>
            <p:nvPr/>
          </p:nvSpPr>
          <p:spPr>
            <a:xfrm>
              <a:off x="4531366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g3658"/>
            <p:cNvSpPr/>
            <p:nvPr/>
          </p:nvSpPr>
          <p:spPr>
            <a:xfrm>
              <a:off x="454300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g3659"/>
            <p:cNvSpPr/>
            <p:nvPr/>
          </p:nvSpPr>
          <p:spPr>
            <a:xfrm>
              <a:off x="455464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g3660"/>
            <p:cNvSpPr/>
            <p:nvPr/>
          </p:nvSpPr>
          <p:spPr>
            <a:xfrm>
              <a:off x="456627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g3661"/>
            <p:cNvSpPr/>
            <p:nvPr/>
          </p:nvSpPr>
          <p:spPr>
            <a:xfrm>
              <a:off x="457791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g3662"/>
            <p:cNvSpPr/>
            <p:nvPr/>
          </p:nvSpPr>
          <p:spPr>
            <a:xfrm>
              <a:off x="458955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g3663"/>
            <p:cNvSpPr/>
            <p:nvPr/>
          </p:nvSpPr>
          <p:spPr>
            <a:xfrm>
              <a:off x="469428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g3664"/>
            <p:cNvSpPr/>
            <p:nvPr/>
          </p:nvSpPr>
          <p:spPr>
            <a:xfrm>
              <a:off x="470592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g3665"/>
            <p:cNvSpPr/>
            <p:nvPr/>
          </p:nvSpPr>
          <p:spPr>
            <a:xfrm>
              <a:off x="471756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g3666"/>
            <p:cNvSpPr/>
            <p:nvPr/>
          </p:nvSpPr>
          <p:spPr>
            <a:xfrm>
              <a:off x="472920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g3667"/>
            <p:cNvSpPr/>
            <p:nvPr/>
          </p:nvSpPr>
          <p:spPr>
            <a:xfrm>
              <a:off x="289050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g3668"/>
            <p:cNvSpPr/>
            <p:nvPr/>
          </p:nvSpPr>
          <p:spPr>
            <a:xfrm>
              <a:off x="2902139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g3669"/>
            <p:cNvSpPr/>
            <p:nvPr/>
          </p:nvSpPr>
          <p:spPr>
            <a:xfrm>
              <a:off x="2913777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g3670"/>
            <p:cNvSpPr/>
            <p:nvPr/>
          </p:nvSpPr>
          <p:spPr>
            <a:xfrm>
              <a:off x="2925414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g3671"/>
            <p:cNvSpPr/>
            <p:nvPr/>
          </p:nvSpPr>
          <p:spPr>
            <a:xfrm>
              <a:off x="451972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g3672"/>
            <p:cNvSpPr/>
            <p:nvPr/>
          </p:nvSpPr>
          <p:spPr>
            <a:xfrm>
              <a:off x="4531366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g3673"/>
            <p:cNvSpPr/>
            <p:nvPr/>
          </p:nvSpPr>
          <p:spPr>
            <a:xfrm>
              <a:off x="454300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g3674"/>
            <p:cNvSpPr/>
            <p:nvPr/>
          </p:nvSpPr>
          <p:spPr>
            <a:xfrm>
              <a:off x="455464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g3675"/>
            <p:cNvSpPr/>
            <p:nvPr/>
          </p:nvSpPr>
          <p:spPr>
            <a:xfrm>
              <a:off x="456627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g3676"/>
            <p:cNvSpPr/>
            <p:nvPr/>
          </p:nvSpPr>
          <p:spPr>
            <a:xfrm>
              <a:off x="457791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g3677"/>
            <p:cNvSpPr/>
            <p:nvPr/>
          </p:nvSpPr>
          <p:spPr>
            <a:xfrm>
              <a:off x="458955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g3678"/>
            <p:cNvSpPr/>
            <p:nvPr/>
          </p:nvSpPr>
          <p:spPr>
            <a:xfrm>
              <a:off x="460119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g3679"/>
            <p:cNvSpPr/>
            <p:nvPr/>
          </p:nvSpPr>
          <p:spPr>
            <a:xfrm>
              <a:off x="4682651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g3680"/>
            <p:cNvSpPr/>
            <p:nvPr/>
          </p:nvSpPr>
          <p:spPr>
            <a:xfrm>
              <a:off x="469428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g3681"/>
            <p:cNvSpPr/>
            <p:nvPr/>
          </p:nvSpPr>
          <p:spPr>
            <a:xfrm>
              <a:off x="470592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g3682"/>
            <p:cNvSpPr/>
            <p:nvPr/>
          </p:nvSpPr>
          <p:spPr>
            <a:xfrm>
              <a:off x="471756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g3683"/>
            <p:cNvSpPr/>
            <p:nvPr/>
          </p:nvSpPr>
          <p:spPr>
            <a:xfrm>
              <a:off x="472920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g3684"/>
            <p:cNvSpPr/>
            <p:nvPr/>
          </p:nvSpPr>
          <p:spPr>
            <a:xfrm>
              <a:off x="289050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g3685"/>
            <p:cNvSpPr/>
            <p:nvPr/>
          </p:nvSpPr>
          <p:spPr>
            <a:xfrm>
              <a:off x="2902139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g3686"/>
            <p:cNvSpPr/>
            <p:nvPr/>
          </p:nvSpPr>
          <p:spPr>
            <a:xfrm>
              <a:off x="2913777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g3687"/>
            <p:cNvSpPr/>
            <p:nvPr/>
          </p:nvSpPr>
          <p:spPr>
            <a:xfrm>
              <a:off x="2925414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g3688"/>
            <p:cNvSpPr/>
            <p:nvPr/>
          </p:nvSpPr>
          <p:spPr>
            <a:xfrm>
              <a:off x="4531366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g3689"/>
            <p:cNvSpPr/>
            <p:nvPr/>
          </p:nvSpPr>
          <p:spPr>
            <a:xfrm>
              <a:off x="454300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g3690"/>
            <p:cNvSpPr/>
            <p:nvPr/>
          </p:nvSpPr>
          <p:spPr>
            <a:xfrm>
              <a:off x="455464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g3691"/>
            <p:cNvSpPr/>
            <p:nvPr/>
          </p:nvSpPr>
          <p:spPr>
            <a:xfrm>
              <a:off x="456627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g3692"/>
            <p:cNvSpPr/>
            <p:nvPr/>
          </p:nvSpPr>
          <p:spPr>
            <a:xfrm>
              <a:off x="457791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g3693"/>
            <p:cNvSpPr/>
            <p:nvPr/>
          </p:nvSpPr>
          <p:spPr>
            <a:xfrm>
              <a:off x="458955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g3694"/>
            <p:cNvSpPr/>
            <p:nvPr/>
          </p:nvSpPr>
          <p:spPr>
            <a:xfrm>
              <a:off x="460119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g3695"/>
            <p:cNvSpPr/>
            <p:nvPr/>
          </p:nvSpPr>
          <p:spPr>
            <a:xfrm>
              <a:off x="4682651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g3696"/>
            <p:cNvSpPr/>
            <p:nvPr/>
          </p:nvSpPr>
          <p:spPr>
            <a:xfrm>
              <a:off x="469428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g3697"/>
            <p:cNvSpPr/>
            <p:nvPr/>
          </p:nvSpPr>
          <p:spPr>
            <a:xfrm>
              <a:off x="470592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g3698"/>
            <p:cNvSpPr/>
            <p:nvPr/>
          </p:nvSpPr>
          <p:spPr>
            <a:xfrm>
              <a:off x="471756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g3699"/>
            <p:cNvSpPr/>
            <p:nvPr/>
          </p:nvSpPr>
          <p:spPr>
            <a:xfrm>
              <a:off x="472920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g3700"/>
            <p:cNvSpPr/>
            <p:nvPr/>
          </p:nvSpPr>
          <p:spPr>
            <a:xfrm>
              <a:off x="287886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g3701"/>
            <p:cNvSpPr/>
            <p:nvPr/>
          </p:nvSpPr>
          <p:spPr>
            <a:xfrm>
              <a:off x="289050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g3702"/>
            <p:cNvSpPr/>
            <p:nvPr/>
          </p:nvSpPr>
          <p:spPr>
            <a:xfrm>
              <a:off x="2902139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g3703"/>
            <p:cNvSpPr/>
            <p:nvPr/>
          </p:nvSpPr>
          <p:spPr>
            <a:xfrm>
              <a:off x="291377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g3704"/>
            <p:cNvSpPr/>
            <p:nvPr/>
          </p:nvSpPr>
          <p:spPr>
            <a:xfrm>
              <a:off x="2925414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g3705"/>
            <p:cNvSpPr/>
            <p:nvPr/>
          </p:nvSpPr>
          <p:spPr>
            <a:xfrm>
              <a:off x="454300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g3706"/>
            <p:cNvSpPr/>
            <p:nvPr/>
          </p:nvSpPr>
          <p:spPr>
            <a:xfrm>
              <a:off x="455464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g3707"/>
            <p:cNvSpPr/>
            <p:nvPr/>
          </p:nvSpPr>
          <p:spPr>
            <a:xfrm>
              <a:off x="456627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g3708"/>
            <p:cNvSpPr/>
            <p:nvPr/>
          </p:nvSpPr>
          <p:spPr>
            <a:xfrm>
              <a:off x="457791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g3709"/>
            <p:cNvSpPr/>
            <p:nvPr/>
          </p:nvSpPr>
          <p:spPr>
            <a:xfrm>
              <a:off x="458955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g3710"/>
            <p:cNvSpPr/>
            <p:nvPr/>
          </p:nvSpPr>
          <p:spPr>
            <a:xfrm>
              <a:off x="460119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g3711"/>
            <p:cNvSpPr/>
            <p:nvPr/>
          </p:nvSpPr>
          <p:spPr>
            <a:xfrm>
              <a:off x="461282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g3712"/>
            <p:cNvSpPr/>
            <p:nvPr/>
          </p:nvSpPr>
          <p:spPr>
            <a:xfrm>
              <a:off x="467101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g3713"/>
            <p:cNvSpPr/>
            <p:nvPr/>
          </p:nvSpPr>
          <p:spPr>
            <a:xfrm>
              <a:off x="4682651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g3714"/>
            <p:cNvSpPr/>
            <p:nvPr/>
          </p:nvSpPr>
          <p:spPr>
            <a:xfrm>
              <a:off x="469428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g3715"/>
            <p:cNvSpPr/>
            <p:nvPr/>
          </p:nvSpPr>
          <p:spPr>
            <a:xfrm>
              <a:off x="470592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g3716"/>
            <p:cNvSpPr/>
            <p:nvPr/>
          </p:nvSpPr>
          <p:spPr>
            <a:xfrm>
              <a:off x="471756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g3717"/>
            <p:cNvSpPr/>
            <p:nvPr/>
          </p:nvSpPr>
          <p:spPr>
            <a:xfrm>
              <a:off x="472920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g3718"/>
            <p:cNvSpPr/>
            <p:nvPr/>
          </p:nvSpPr>
          <p:spPr>
            <a:xfrm>
              <a:off x="287886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g3719"/>
            <p:cNvSpPr/>
            <p:nvPr/>
          </p:nvSpPr>
          <p:spPr>
            <a:xfrm>
              <a:off x="289050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g3720"/>
            <p:cNvSpPr/>
            <p:nvPr/>
          </p:nvSpPr>
          <p:spPr>
            <a:xfrm>
              <a:off x="2902139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g3721"/>
            <p:cNvSpPr/>
            <p:nvPr/>
          </p:nvSpPr>
          <p:spPr>
            <a:xfrm>
              <a:off x="291377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g3722"/>
            <p:cNvSpPr/>
            <p:nvPr/>
          </p:nvSpPr>
          <p:spPr>
            <a:xfrm>
              <a:off x="2925414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g3723"/>
            <p:cNvSpPr/>
            <p:nvPr/>
          </p:nvSpPr>
          <p:spPr>
            <a:xfrm>
              <a:off x="456627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g3724"/>
            <p:cNvSpPr/>
            <p:nvPr/>
          </p:nvSpPr>
          <p:spPr>
            <a:xfrm>
              <a:off x="457791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g3725"/>
            <p:cNvSpPr/>
            <p:nvPr/>
          </p:nvSpPr>
          <p:spPr>
            <a:xfrm>
              <a:off x="458955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g3726"/>
            <p:cNvSpPr/>
            <p:nvPr/>
          </p:nvSpPr>
          <p:spPr>
            <a:xfrm>
              <a:off x="460119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g3727"/>
            <p:cNvSpPr/>
            <p:nvPr/>
          </p:nvSpPr>
          <p:spPr>
            <a:xfrm>
              <a:off x="461282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g3728"/>
            <p:cNvSpPr/>
            <p:nvPr/>
          </p:nvSpPr>
          <p:spPr>
            <a:xfrm>
              <a:off x="467101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g3729"/>
            <p:cNvSpPr/>
            <p:nvPr/>
          </p:nvSpPr>
          <p:spPr>
            <a:xfrm>
              <a:off x="4682651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g3730"/>
            <p:cNvSpPr/>
            <p:nvPr/>
          </p:nvSpPr>
          <p:spPr>
            <a:xfrm>
              <a:off x="469428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g3731"/>
            <p:cNvSpPr/>
            <p:nvPr/>
          </p:nvSpPr>
          <p:spPr>
            <a:xfrm>
              <a:off x="470592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g3732"/>
            <p:cNvSpPr/>
            <p:nvPr/>
          </p:nvSpPr>
          <p:spPr>
            <a:xfrm>
              <a:off x="471756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g3733"/>
            <p:cNvSpPr/>
            <p:nvPr/>
          </p:nvSpPr>
          <p:spPr>
            <a:xfrm>
              <a:off x="28672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g3734"/>
            <p:cNvSpPr/>
            <p:nvPr/>
          </p:nvSpPr>
          <p:spPr>
            <a:xfrm>
              <a:off x="287886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g3735"/>
            <p:cNvSpPr/>
            <p:nvPr/>
          </p:nvSpPr>
          <p:spPr>
            <a:xfrm>
              <a:off x="289050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g3736"/>
            <p:cNvSpPr/>
            <p:nvPr/>
          </p:nvSpPr>
          <p:spPr>
            <a:xfrm>
              <a:off x="2902139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g3737"/>
            <p:cNvSpPr/>
            <p:nvPr/>
          </p:nvSpPr>
          <p:spPr>
            <a:xfrm>
              <a:off x="291377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g3738"/>
            <p:cNvSpPr/>
            <p:nvPr/>
          </p:nvSpPr>
          <p:spPr>
            <a:xfrm>
              <a:off x="457791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g3739"/>
            <p:cNvSpPr/>
            <p:nvPr/>
          </p:nvSpPr>
          <p:spPr>
            <a:xfrm>
              <a:off x="458955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g3740"/>
            <p:cNvSpPr/>
            <p:nvPr/>
          </p:nvSpPr>
          <p:spPr>
            <a:xfrm>
              <a:off x="460119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g3741"/>
            <p:cNvSpPr/>
            <p:nvPr/>
          </p:nvSpPr>
          <p:spPr>
            <a:xfrm>
              <a:off x="46128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g3742"/>
            <p:cNvSpPr/>
            <p:nvPr/>
          </p:nvSpPr>
          <p:spPr>
            <a:xfrm>
              <a:off x="4624464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g3743"/>
            <p:cNvSpPr/>
            <p:nvPr/>
          </p:nvSpPr>
          <p:spPr>
            <a:xfrm>
              <a:off x="463610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g3744"/>
            <p:cNvSpPr/>
            <p:nvPr/>
          </p:nvSpPr>
          <p:spPr>
            <a:xfrm>
              <a:off x="4659376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g3745"/>
            <p:cNvSpPr/>
            <p:nvPr/>
          </p:nvSpPr>
          <p:spPr>
            <a:xfrm>
              <a:off x="4671013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g3746"/>
            <p:cNvSpPr/>
            <p:nvPr/>
          </p:nvSpPr>
          <p:spPr>
            <a:xfrm>
              <a:off x="468265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g3747"/>
            <p:cNvSpPr/>
            <p:nvPr/>
          </p:nvSpPr>
          <p:spPr>
            <a:xfrm>
              <a:off x="4694288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g3748"/>
            <p:cNvSpPr/>
            <p:nvPr/>
          </p:nvSpPr>
          <p:spPr>
            <a:xfrm>
              <a:off x="470592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g3749"/>
            <p:cNvSpPr/>
            <p:nvPr/>
          </p:nvSpPr>
          <p:spPr>
            <a:xfrm>
              <a:off x="28555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g3750"/>
            <p:cNvSpPr/>
            <p:nvPr/>
          </p:nvSpPr>
          <p:spPr>
            <a:xfrm>
              <a:off x="28672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g3751"/>
            <p:cNvSpPr/>
            <p:nvPr/>
          </p:nvSpPr>
          <p:spPr>
            <a:xfrm>
              <a:off x="287886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g3752"/>
            <p:cNvSpPr/>
            <p:nvPr/>
          </p:nvSpPr>
          <p:spPr>
            <a:xfrm>
              <a:off x="289050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g3753"/>
            <p:cNvSpPr/>
            <p:nvPr/>
          </p:nvSpPr>
          <p:spPr>
            <a:xfrm>
              <a:off x="29021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g3754"/>
            <p:cNvSpPr/>
            <p:nvPr/>
          </p:nvSpPr>
          <p:spPr>
            <a:xfrm>
              <a:off x="291377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g3755"/>
            <p:cNvSpPr/>
            <p:nvPr/>
          </p:nvSpPr>
          <p:spPr>
            <a:xfrm>
              <a:off x="457791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g3756"/>
            <p:cNvSpPr/>
            <p:nvPr/>
          </p:nvSpPr>
          <p:spPr>
            <a:xfrm>
              <a:off x="458955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g3757"/>
            <p:cNvSpPr/>
            <p:nvPr/>
          </p:nvSpPr>
          <p:spPr>
            <a:xfrm>
              <a:off x="46011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g3758"/>
            <p:cNvSpPr/>
            <p:nvPr/>
          </p:nvSpPr>
          <p:spPr>
            <a:xfrm>
              <a:off x="46128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g3759"/>
            <p:cNvSpPr/>
            <p:nvPr/>
          </p:nvSpPr>
          <p:spPr>
            <a:xfrm>
              <a:off x="462446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g3760"/>
            <p:cNvSpPr/>
            <p:nvPr/>
          </p:nvSpPr>
          <p:spPr>
            <a:xfrm>
              <a:off x="463610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g3761"/>
            <p:cNvSpPr/>
            <p:nvPr/>
          </p:nvSpPr>
          <p:spPr>
            <a:xfrm>
              <a:off x="46477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g3762"/>
            <p:cNvSpPr/>
            <p:nvPr/>
          </p:nvSpPr>
          <p:spPr>
            <a:xfrm>
              <a:off x="4659376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g3763"/>
            <p:cNvSpPr/>
            <p:nvPr/>
          </p:nvSpPr>
          <p:spPr>
            <a:xfrm>
              <a:off x="4671013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g3764"/>
            <p:cNvSpPr/>
            <p:nvPr/>
          </p:nvSpPr>
          <p:spPr>
            <a:xfrm>
              <a:off x="468265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g3765"/>
            <p:cNvSpPr/>
            <p:nvPr/>
          </p:nvSpPr>
          <p:spPr>
            <a:xfrm>
              <a:off x="4694288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g3766"/>
            <p:cNvSpPr/>
            <p:nvPr/>
          </p:nvSpPr>
          <p:spPr>
            <a:xfrm>
              <a:off x="470592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g3767"/>
            <p:cNvSpPr/>
            <p:nvPr/>
          </p:nvSpPr>
          <p:spPr>
            <a:xfrm>
              <a:off x="28555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g3768"/>
            <p:cNvSpPr/>
            <p:nvPr/>
          </p:nvSpPr>
          <p:spPr>
            <a:xfrm>
              <a:off x="28672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g3769"/>
            <p:cNvSpPr/>
            <p:nvPr/>
          </p:nvSpPr>
          <p:spPr>
            <a:xfrm>
              <a:off x="287886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g3770"/>
            <p:cNvSpPr/>
            <p:nvPr/>
          </p:nvSpPr>
          <p:spPr>
            <a:xfrm>
              <a:off x="289050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g3771"/>
            <p:cNvSpPr/>
            <p:nvPr/>
          </p:nvSpPr>
          <p:spPr>
            <a:xfrm>
              <a:off x="29021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g3772"/>
            <p:cNvSpPr/>
            <p:nvPr/>
          </p:nvSpPr>
          <p:spPr>
            <a:xfrm>
              <a:off x="457791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g3773"/>
            <p:cNvSpPr/>
            <p:nvPr/>
          </p:nvSpPr>
          <p:spPr>
            <a:xfrm>
              <a:off x="458955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g3774"/>
            <p:cNvSpPr/>
            <p:nvPr/>
          </p:nvSpPr>
          <p:spPr>
            <a:xfrm>
              <a:off x="46011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g3775"/>
            <p:cNvSpPr/>
            <p:nvPr/>
          </p:nvSpPr>
          <p:spPr>
            <a:xfrm>
              <a:off x="46128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g3776"/>
            <p:cNvSpPr/>
            <p:nvPr/>
          </p:nvSpPr>
          <p:spPr>
            <a:xfrm>
              <a:off x="462446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g3777"/>
            <p:cNvSpPr/>
            <p:nvPr/>
          </p:nvSpPr>
          <p:spPr>
            <a:xfrm>
              <a:off x="463610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g3778"/>
            <p:cNvSpPr/>
            <p:nvPr/>
          </p:nvSpPr>
          <p:spPr>
            <a:xfrm>
              <a:off x="46477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g3779"/>
            <p:cNvSpPr/>
            <p:nvPr/>
          </p:nvSpPr>
          <p:spPr>
            <a:xfrm>
              <a:off x="4659376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g3780"/>
            <p:cNvSpPr/>
            <p:nvPr/>
          </p:nvSpPr>
          <p:spPr>
            <a:xfrm>
              <a:off x="4671013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g3781"/>
            <p:cNvSpPr/>
            <p:nvPr/>
          </p:nvSpPr>
          <p:spPr>
            <a:xfrm>
              <a:off x="468265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g3782"/>
            <p:cNvSpPr/>
            <p:nvPr/>
          </p:nvSpPr>
          <p:spPr>
            <a:xfrm>
              <a:off x="4694288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g3783"/>
            <p:cNvSpPr/>
            <p:nvPr/>
          </p:nvSpPr>
          <p:spPr>
            <a:xfrm>
              <a:off x="470592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g3784"/>
            <p:cNvSpPr/>
            <p:nvPr/>
          </p:nvSpPr>
          <p:spPr>
            <a:xfrm>
              <a:off x="28555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g3785"/>
            <p:cNvSpPr/>
            <p:nvPr/>
          </p:nvSpPr>
          <p:spPr>
            <a:xfrm>
              <a:off x="28672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g3786"/>
            <p:cNvSpPr/>
            <p:nvPr/>
          </p:nvSpPr>
          <p:spPr>
            <a:xfrm>
              <a:off x="287886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g3787"/>
            <p:cNvSpPr/>
            <p:nvPr/>
          </p:nvSpPr>
          <p:spPr>
            <a:xfrm>
              <a:off x="289050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g3788"/>
            <p:cNvSpPr/>
            <p:nvPr/>
          </p:nvSpPr>
          <p:spPr>
            <a:xfrm>
              <a:off x="29021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g3789"/>
            <p:cNvSpPr/>
            <p:nvPr/>
          </p:nvSpPr>
          <p:spPr>
            <a:xfrm>
              <a:off x="457791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g3790"/>
            <p:cNvSpPr/>
            <p:nvPr/>
          </p:nvSpPr>
          <p:spPr>
            <a:xfrm>
              <a:off x="458955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g3791"/>
            <p:cNvSpPr/>
            <p:nvPr/>
          </p:nvSpPr>
          <p:spPr>
            <a:xfrm>
              <a:off x="46011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g3792"/>
            <p:cNvSpPr/>
            <p:nvPr/>
          </p:nvSpPr>
          <p:spPr>
            <a:xfrm>
              <a:off x="46128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g3793"/>
            <p:cNvSpPr/>
            <p:nvPr/>
          </p:nvSpPr>
          <p:spPr>
            <a:xfrm>
              <a:off x="462446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g3794"/>
            <p:cNvSpPr/>
            <p:nvPr/>
          </p:nvSpPr>
          <p:spPr>
            <a:xfrm>
              <a:off x="463610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g3795"/>
            <p:cNvSpPr/>
            <p:nvPr/>
          </p:nvSpPr>
          <p:spPr>
            <a:xfrm>
              <a:off x="46477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g3796"/>
            <p:cNvSpPr/>
            <p:nvPr/>
          </p:nvSpPr>
          <p:spPr>
            <a:xfrm>
              <a:off x="4659376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g3797"/>
            <p:cNvSpPr/>
            <p:nvPr/>
          </p:nvSpPr>
          <p:spPr>
            <a:xfrm>
              <a:off x="4671013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g3798"/>
            <p:cNvSpPr/>
            <p:nvPr/>
          </p:nvSpPr>
          <p:spPr>
            <a:xfrm>
              <a:off x="468265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g3799"/>
            <p:cNvSpPr/>
            <p:nvPr/>
          </p:nvSpPr>
          <p:spPr>
            <a:xfrm>
              <a:off x="4694288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g3800"/>
            <p:cNvSpPr/>
            <p:nvPr/>
          </p:nvSpPr>
          <p:spPr>
            <a:xfrm>
              <a:off x="284395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g3801"/>
            <p:cNvSpPr/>
            <p:nvPr/>
          </p:nvSpPr>
          <p:spPr>
            <a:xfrm>
              <a:off x="28555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g3802"/>
            <p:cNvSpPr/>
            <p:nvPr/>
          </p:nvSpPr>
          <p:spPr>
            <a:xfrm>
              <a:off x="28672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g3803"/>
            <p:cNvSpPr/>
            <p:nvPr/>
          </p:nvSpPr>
          <p:spPr>
            <a:xfrm>
              <a:off x="2878865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g3804"/>
            <p:cNvSpPr/>
            <p:nvPr/>
          </p:nvSpPr>
          <p:spPr>
            <a:xfrm>
              <a:off x="289050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g3805"/>
            <p:cNvSpPr/>
            <p:nvPr/>
          </p:nvSpPr>
          <p:spPr>
            <a:xfrm>
              <a:off x="458955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g3806"/>
            <p:cNvSpPr/>
            <p:nvPr/>
          </p:nvSpPr>
          <p:spPr>
            <a:xfrm>
              <a:off x="46011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g3807"/>
            <p:cNvSpPr/>
            <p:nvPr/>
          </p:nvSpPr>
          <p:spPr>
            <a:xfrm>
              <a:off x="46128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g3808"/>
            <p:cNvSpPr/>
            <p:nvPr/>
          </p:nvSpPr>
          <p:spPr>
            <a:xfrm>
              <a:off x="4624464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g3809"/>
            <p:cNvSpPr/>
            <p:nvPr/>
          </p:nvSpPr>
          <p:spPr>
            <a:xfrm>
              <a:off x="463610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g3810"/>
            <p:cNvSpPr/>
            <p:nvPr/>
          </p:nvSpPr>
          <p:spPr>
            <a:xfrm>
              <a:off x="4647739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g3811"/>
            <p:cNvSpPr/>
            <p:nvPr/>
          </p:nvSpPr>
          <p:spPr>
            <a:xfrm>
              <a:off x="4659376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g3812"/>
            <p:cNvSpPr/>
            <p:nvPr/>
          </p:nvSpPr>
          <p:spPr>
            <a:xfrm>
              <a:off x="467101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g3813"/>
            <p:cNvSpPr/>
            <p:nvPr/>
          </p:nvSpPr>
          <p:spPr>
            <a:xfrm>
              <a:off x="468265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g3814"/>
            <p:cNvSpPr/>
            <p:nvPr/>
          </p:nvSpPr>
          <p:spPr>
            <a:xfrm>
              <a:off x="2843953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g3815"/>
            <p:cNvSpPr/>
            <p:nvPr/>
          </p:nvSpPr>
          <p:spPr>
            <a:xfrm>
              <a:off x="28555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g3816"/>
            <p:cNvSpPr/>
            <p:nvPr/>
          </p:nvSpPr>
          <p:spPr>
            <a:xfrm>
              <a:off x="28672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g3817"/>
            <p:cNvSpPr/>
            <p:nvPr/>
          </p:nvSpPr>
          <p:spPr>
            <a:xfrm>
              <a:off x="2878865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g3818"/>
            <p:cNvSpPr/>
            <p:nvPr/>
          </p:nvSpPr>
          <p:spPr>
            <a:xfrm>
              <a:off x="2890502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g3819"/>
            <p:cNvSpPr/>
            <p:nvPr/>
          </p:nvSpPr>
          <p:spPr>
            <a:xfrm>
              <a:off x="46011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g3820"/>
            <p:cNvSpPr/>
            <p:nvPr/>
          </p:nvSpPr>
          <p:spPr>
            <a:xfrm>
              <a:off x="46128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g3821"/>
            <p:cNvSpPr/>
            <p:nvPr/>
          </p:nvSpPr>
          <p:spPr>
            <a:xfrm>
              <a:off x="4624464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g3822"/>
            <p:cNvSpPr/>
            <p:nvPr/>
          </p:nvSpPr>
          <p:spPr>
            <a:xfrm>
              <a:off x="4636101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g3823"/>
            <p:cNvSpPr/>
            <p:nvPr/>
          </p:nvSpPr>
          <p:spPr>
            <a:xfrm>
              <a:off x="4647739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g3824"/>
            <p:cNvSpPr/>
            <p:nvPr/>
          </p:nvSpPr>
          <p:spPr>
            <a:xfrm>
              <a:off x="2843953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g3825"/>
            <p:cNvSpPr/>
            <p:nvPr/>
          </p:nvSpPr>
          <p:spPr>
            <a:xfrm>
              <a:off x="2855590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g3826"/>
            <p:cNvSpPr/>
            <p:nvPr/>
          </p:nvSpPr>
          <p:spPr>
            <a:xfrm>
              <a:off x="2867227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g3827"/>
            <p:cNvSpPr/>
            <p:nvPr/>
          </p:nvSpPr>
          <p:spPr>
            <a:xfrm>
              <a:off x="2878865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g3828"/>
            <p:cNvSpPr/>
            <p:nvPr/>
          </p:nvSpPr>
          <p:spPr>
            <a:xfrm>
              <a:off x="2890502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g3829"/>
            <p:cNvSpPr/>
            <p:nvPr/>
          </p:nvSpPr>
          <p:spPr>
            <a:xfrm>
              <a:off x="2843953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g3830"/>
            <p:cNvSpPr/>
            <p:nvPr/>
          </p:nvSpPr>
          <p:spPr>
            <a:xfrm>
              <a:off x="2855590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g3831"/>
            <p:cNvSpPr/>
            <p:nvPr/>
          </p:nvSpPr>
          <p:spPr>
            <a:xfrm>
              <a:off x="2867227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g3832"/>
            <p:cNvSpPr/>
            <p:nvPr/>
          </p:nvSpPr>
          <p:spPr>
            <a:xfrm>
              <a:off x="2878865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g3833"/>
            <p:cNvSpPr/>
            <p:nvPr/>
          </p:nvSpPr>
          <p:spPr>
            <a:xfrm>
              <a:off x="283231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g3834"/>
            <p:cNvSpPr/>
            <p:nvPr/>
          </p:nvSpPr>
          <p:spPr>
            <a:xfrm>
              <a:off x="2843953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g3835"/>
            <p:cNvSpPr/>
            <p:nvPr/>
          </p:nvSpPr>
          <p:spPr>
            <a:xfrm>
              <a:off x="2855590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g3836"/>
            <p:cNvSpPr/>
            <p:nvPr/>
          </p:nvSpPr>
          <p:spPr>
            <a:xfrm>
              <a:off x="2867227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g3837"/>
            <p:cNvSpPr/>
            <p:nvPr/>
          </p:nvSpPr>
          <p:spPr>
            <a:xfrm>
              <a:off x="287886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g3838"/>
            <p:cNvSpPr/>
            <p:nvPr/>
          </p:nvSpPr>
          <p:spPr>
            <a:xfrm>
              <a:off x="283231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g3839"/>
            <p:cNvSpPr/>
            <p:nvPr/>
          </p:nvSpPr>
          <p:spPr>
            <a:xfrm>
              <a:off x="2843953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g3840"/>
            <p:cNvSpPr/>
            <p:nvPr/>
          </p:nvSpPr>
          <p:spPr>
            <a:xfrm>
              <a:off x="2855590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g3841"/>
            <p:cNvSpPr/>
            <p:nvPr/>
          </p:nvSpPr>
          <p:spPr>
            <a:xfrm>
              <a:off x="2867227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g3842"/>
            <p:cNvSpPr/>
            <p:nvPr/>
          </p:nvSpPr>
          <p:spPr>
            <a:xfrm>
              <a:off x="287886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g3843"/>
            <p:cNvSpPr/>
            <p:nvPr/>
          </p:nvSpPr>
          <p:spPr>
            <a:xfrm>
              <a:off x="283231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g3844"/>
            <p:cNvSpPr/>
            <p:nvPr/>
          </p:nvSpPr>
          <p:spPr>
            <a:xfrm>
              <a:off x="2843953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g3845"/>
            <p:cNvSpPr/>
            <p:nvPr/>
          </p:nvSpPr>
          <p:spPr>
            <a:xfrm>
              <a:off x="2855590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g3846"/>
            <p:cNvSpPr/>
            <p:nvPr/>
          </p:nvSpPr>
          <p:spPr>
            <a:xfrm>
              <a:off x="2867227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g3847"/>
            <p:cNvSpPr/>
            <p:nvPr/>
          </p:nvSpPr>
          <p:spPr>
            <a:xfrm>
              <a:off x="287886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g3848"/>
            <p:cNvSpPr/>
            <p:nvPr/>
          </p:nvSpPr>
          <p:spPr>
            <a:xfrm>
              <a:off x="2832315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g3849"/>
            <p:cNvSpPr/>
            <p:nvPr/>
          </p:nvSpPr>
          <p:spPr>
            <a:xfrm>
              <a:off x="2843953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g3850"/>
            <p:cNvSpPr/>
            <p:nvPr/>
          </p:nvSpPr>
          <p:spPr>
            <a:xfrm>
              <a:off x="2855590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g3851"/>
            <p:cNvSpPr/>
            <p:nvPr/>
          </p:nvSpPr>
          <p:spPr>
            <a:xfrm>
              <a:off x="2867227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g3852"/>
            <p:cNvSpPr/>
            <p:nvPr/>
          </p:nvSpPr>
          <p:spPr>
            <a:xfrm>
              <a:off x="2832315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g3853"/>
            <p:cNvSpPr/>
            <p:nvPr/>
          </p:nvSpPr>
          <p:spPr>
            <a:xfrm>
              <a:off x="2843953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g3854"/>
            <p:cNvSpPr/>
            <p:nvPr/>
          </p:nvSpPr>
          <p:spPr>
            <a:xfrm>
              <a:off x="2855590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g3855"/>
            <p:cNvSpPr/>
            <p:nvPr/>
          </p:nvSpPr>
          <p:spPr>
            <a:xfrm>
              <a:off x="2867227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g3856"/>
            <p:cNvSpPr/>
            <p:nvPr/>
          </p:nvSpPr>
          <p:spPr>
            <a:xfrm>
              <a:off x="2832315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g3857"/>
            <p:cNvSpPr/>
            <p:nvPr/>
          </p:nvSpPr>
          <p:spPr>
            <a:xfrm>
              <a:off x="2843953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g3858"/>
            <p:cNvSpPr/>
            <p:nvPr/>
          </p:nvSpPr>
          <p:spPr>
            <a:xfrm>
              <a:off x="2855590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g3859"/>
            <p:cNvSpPr/>
            <p:nvPr/>
          </p:nvSpPr>
          <p:spPr>
            <a:xfrm>
              <a:off x="2867227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g3860"/>
            <p:cNvSpPr/>
            <p:nvPr/>
          </p:nvSpPr>
          <p:spPr>
            <a:xfrm>
              <a:off x="2832315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g3861"/>
            <p:cNvSpPr/>
            <p:nvPr/>
          </p:nvSpPr>
          <p:spPr>
            <a:xfrm>
              <a:off x="2843953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g3862"/>
            <p:cNvSpPr/>
            <p:nvPr/>
          </p:nvSpPr>
          <p:spPr>
            <a:xfrm>
              <a:off x="2855590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g3863"/>
            <p:cNvSpPr/>
            <p:nvPr/>
          </p:nvSpPr>
          <p:spPr>
            <a:xfrm>
              <a:off x="2867227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g3864"/>
            <p:cNvSpPr/>
            <p:nvPr/>
          </p:nvSpPr>
          <p:spPr>
            <a:xfrm>
              <a:off x="2832315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g3865"/>
            <p:cNvSpPr/>
            <p:nvPr/>
          </p:nvSpPr>
          <p:spPr>
            <a:xfrm>
              <a:off x="2843953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g3866"/>
            <p:cNvSpPr/>
            <p:nvPr/>
          </p:nvSpPr>
          <p:spPr>
            <a:xfrm>
              <a:off x="2855590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g3867"/>
            <p:cNvSpPr/>
            <p:nvPr/>
          </p:nvSpPr>
          <p:spPr>
            <a:xfrm>
              <a:off x="2399291" y="2540116"/>
              <a:ext cx="3705599" cy="2850404"/>
            </a:xfrm>
            <a:custGeom>
              <a:avLst/>
              <a:gdLst/>
              <a:ahLst/>
              <a:cxnLst/>
              <a:rect l="0" t="0" r="0" b="0"/>
              <a:pathLst>
                <a:path w="3705599" h="2850404">
                  <a:moveTo>
                    <a:pt x="2893187" y="266106"/>
                  </a:moveTo>
                  <a:lnTo>
                    <a:pt x="2917831" y="266068"/>
                  </a:lnTo>
                  <a:lnTo>
                    <a:pt x="2961871" y="266005"/>
                  </a:lnTo>
                  <a:lnTo>
                    <a:pt x="3005910" y="265941"/>
                  </a:lnTo>
                  <a:lnTo>
                    <a:pt x="3049950" y="265884"/>
                  </a:lnTo>
                  <a:lnTo>
                    <a:pt x="3093989" y="265820"/>
                  </a:lnTo>
                  <a:lnTo>
                    <a:pt x="3138033" y="265757"/>
                  </a:lnTo>
                  <a:lnTo>
                    <a:pt x="3182073" y="265693"/>
                  </a:lnTo>
                  <a:lnTo>
                    <a:pt x="3226112" y="265630"/>
                  </a:lnTo>
                  <a:lnTo>
                    <a:pt x="3236535" y="240559"/>
                  </a:lnTo>
                  <a:lnTo>
                    <a:pt x="3246246" y="228887"/>
                  </a:lnTo>
                  <a:lnTo>
                    <a:pt x="3259547" y="232754"/>
                  </a:lnTo>
                  <a:lnTo>
                    <a:pt x="3266632" y="232430"/>
                  </a:lnTo>
                  <a:lnTo>
                    <a:pt x="3274508" y="226410"/>
                  </a:lnTo>
                  <a:lnTo>
                    <a:pt x="3280895" y="222752"/>
                  </a:lnTo>
                  <a:lnTo>
                    <a:pt x="3285102" y="223292"/>
                  </a:lnTo>
                  <a:lnTo>
                    <a:pt x="3288693" y="228804"/>
                  </a:lnTo>
                  <a:lnTo>
                    <a:pt x="3291680" y="232481"/>
                  </a:lnTo>
                  <a:lnTo>
                    <a:pt x="3295168" y="231408"/>
                  </a:lnTo>
                  <a:lnTo>
                    <a:pt x="3298155" y="226207"/>
                  </a:lnTo>
                  <a:lnTo>
                    <a:pt x="3298052" y="218993"/>
                  </a:lnTo>
                  <a:lnTo>
                    <a:pt x="3302140" y="213970"/>
                  </a:lnTo>
                  <a:lnTo>
                    <a:pt x="3306992" y="213201"/>
                  </a:lnTo>
                  <a:lnTo>
                    <a:pt x="3311478" y="213360"/>
                  </a:lnTo>
                  <a:lnTo>
                    <a:pt x="3313715" y="210909"/>
                  </a:lnTo>
                  <a:lnTo>
                    <a:pt x="3313467" y="207391"/>
                  </a:lnTo>
                  <a:lnTo>
                    <a:pt x="3311850" y="201726"/>
                  </a:lnTo>
                  <a:lnTo>
                    <a:pt x="3312398" y="194906"/>
                  </a:lnTo>
                  <a:lnTo>
                    <a:pt x="3323601" y="182859"/>
                  </a:lnTo>
                  <a:lnTo>
                    <a:pt x="3337337" y="174686"/>
                  </a:lnTo>
                  <a:lnTo>
                    <a:pt x="3342153" y="170603"/>
                  </a:lnTo>
                  <a:lnTo>
                    <a:pt x="3343554" y="162322"/>
                  </a:lnTo>
                  <a:lnTo>
                    <a:pt x="3351429" y="153717"/>
                  </a:lnTo>
                  <a:lnTo>
                    <a:pt x="3355367" y="148770"/>
                  </a:lnTo>
                  <a:lnTo>
                    <a:pt x="3356328" y="144471"/>
                  </a:lnTo>
                  <a:lnTo>
                    <a:pt x="3354287" y="139181"/>
                  </a:lnTo>
                  <a:lnTo>
                    <a:pt x="3354494" y="129097"/>
                  </a:lnTo>
                  <a:lnTo>
                    <a:pt x="3357202" y="117050"/>
                  </a:lnTo>
                  <a:lnTo>
                    <a:pt x="3360442" y="103930"/>
                  </a:lnTo>
                  <a:lnTo>
                    <a:pt x="3367703" y="92099"/>
                  </a:lnTo>
                  <a:lnTo>
                    <a:pt x="3379609" y="79195"/>
                  </a:lnTo>
                  <a:lnTo>
                    <a:pt x="3382673" y="62240"/>
                  </a:lnTo>
                  <a:lnTo>
                    <a:pt x="3385903" y="44357"/>
                  </a:lnTo>
                  <a:lnTo>
                    <a:pt x="3400295" y="26932"/>
                  </a:lnTo>
                  <a:lnTo>
                    <a:pt x="3416615" y="7169"/>
                  </a:lnTo>
                  <a:lnTo>
                    <a:pt x="3422535" y="0"/>
                  </a:lnTo>
                  <a:lnTo>
                    <a:pt x="3618932" y="0"/>
                  </a:lnTo>
                  <a:lnTo>
                    <a:pt x="3619257" y="14859"/>
                  </a:lnTo>
                  <a:lnTo>
                    <a:pt x="3619521" y="35130"/>
                  </a:lnTo>
                  <a:lnTo>
                    <a:pt x="3619800" y="56493"/>
                  </a:lnTo>
                  <a:lnTo>
                    <a:pt x="3620001" y="71740"/>
                  </a:lnTo>
                  <a:lnTo>
                    <a:pt x="3620347" y="92677"/>
                  </a:lnTo>
                  <a:lnTo>
                    <a:pt x="3620621" y="109334"/>
                  </a:lnTo>
                  <a:lnTo>
                    <a:pt x="3620988" y="131078"/>
                  </a:lnTo>
                  <a:lnTo>
                    <a:pt x="3621179" y="142699"/>
                  </a:lnTo>
                  <a:lnTo>
                    <a:pt x="3623045" y="146052"/>
                  </a:lnTo>
                  <a:lnTo>
                    <a:pt x="3621924" y="150631"/>
                  </a:lnTo>
                  <a:lnTo>
                    <a:pt x="3621433" y="152923"/>
                  </a:lnTo>
                  <a:lnTo>
                    <a:pt x="3621552" y="154746"/>
                  </a:lnTo>
                  <a:lnTo>
                    <a:pt x="3622296" y="157038"/>
                  </a:lnTo>
                  <a:lnTo>
                    <a:pt x="3622172" y="160245"/>
                  </a:lnTo>
                  <a:lnTo>
                    <a:pt x="3620435" y="163147"/>
                  </a:lnTo>
                  <a:lnTo>
                    <a:pt x="3619567" y="166500"/>
                  </a:lnTo>
                  <a:lnTo>
                    <a:pt x="3619319" y="171993"/>
                  </a:lnTo>
                  <a:lnTo>
                    <a:pt x="3621179" y="175353"/>
                  </a:lnTo>
                  <a:lnTo>
                    <a:pt x="3624285" y="177334"/>
                  </a:lnTo>
                  <a:lnTo>
                    <a:pt x="3626895" y="177334"/>
                  </a:lnTo>
                  <a:lnTo>
                    <a:pt x="3630249" y="179322"/>
                  </a:lnTo>
                  <a:lnTo>
                    <a:pt x="3634595" y="182834"/>
                  </a:lnTo>
                  <a:lnTo>
                    <a:pt x="3641173" y="185882"/>
                  </a:lnTo>
                  <a:lnTo>
                    <a:pt x="3648005" y="186949"/>
                  </a:lnTo>
                  <a:lnTo>
                    <a:pt x="3652723" y="186187"/>
                  </a:lnTo>
                  <a:lnTo>
                    <a:pt x="3658434" y="188174"/>
                  </a:lnTo>
                  <a:lnTo>
                    <a:pt x="3660423" y="193058"/>
                  </a:lnTo>
                  <a:lnTo>
                    <a:pt x="3659307" y="197630"/>
                  </a:lnTo>
                  <a:lnTo>
                    <a:pt x="3656077" y="199770"/>
                  </a:lnTo>
                  <a:lnTo>
                    <a:pt x="3652599" y="201453"/>
                  </a:lnTo>
                  <a:lnTo>
                    <a:pt x="3651979" y="204958"/>
                  </a:lnTo>
                  <a:lnTo>
                    <a:pt x="3653715" y="208623"/>
                  </a:lnTo>
                  <a:lnTo>
                    <a:pt x="3656201" y="211829"/>
                  </a:lnTo>
                  <a:lnTo>
                    <a:pt x="3658935" y="217462"/>
                  </a:lnTo>
                  <a:lnTo>
                    <a:pt x="3657813" y="222346"/>
                  </a:lnTo>
                  <a:lnTo>
                    <a:pt x="3655333" y="226467"/>
                  </a:lnTo>
                  <a:lnTo>
                    <a:pt x="3654212" y="230735"/>
                  </a:lnTo>
                  <a:lnTo>
                    <a:pt x="3656325" y="234405"/>
                  </a:lnTo>
                  <a:lnTo>
                    <a:pt x="3661912" y="239282"/>
                  </a:lnTo>
                  <a:lnTo>
                    <a:pt x="3665389" y="244013"/>
                  </a:lnTo>
                  <a:lnTo>
                    <a:pt x="3670857" y="246611"/>
                  </a:lnTo>
                  <a:lnTo>
                    <a:pt x="3673461" y="244775"/>
                  </a:lnTo>
                  <a:lnTo>
                    <a:pt x="3675575" y="242330"/>
                  </a:lnTo>
                  <a:lnTo>
                    <a:pt x="3677807" y="240501"/>
                  </a:lnTo>
                  <a:lnTo>
                    <a:pt x="3681657" y="241575"/>
                  </a:lnTo>
                  <a:lnTo>
                    <a:pt x="3686127" y="242946"/>
                  </a:lnTo>
                  <a:lnTo>
                    <a:pt x="3691011" y="244578"/>
                  </a:lnTo>
                  <a:lnTo>
                    <a:pt x="3690427" y="248535"/>
                  </a:lnTo>
                  <a:lnTo>
                    <a:pt x="3693404" y="255203"/>
                  </a:lnTo>
                  <a:lnTo>
                    <a:pt x="3695708" y="268024"/>
                  </a:lnTo>
                  <a:lnTo>
                    <a:pt x="3692169" y="273847"/>
                  </a:lnTo>
                  <a:lnTo>
                    <a:pt x="3692928" y="281563"/>
                  </a:lnTo>
                  <a:lnTo>
                    <a:pt x="3702742" y="283811"/>
                  </a:lnTo>
                  <a:lnTo>
                    <a:pt x="3705129" y="286173"/>
                  </a:lnTo>
                  <a:lnTo>
                    <a:pt x="3705599" y="289025"/>
                  </a:lnTo>
                  <a:lnTo>
                    <a:pt x="3683983" y="308806"/>
                  </a:lnTo>
                  <a:lnTo>
                    <a:pt x="3665694" y="306037"/>
                  </a:lnTo>
                  <a:lnTo>
                    <a:pt x="3655772" y="311283"/>
                  </a:lnTo>
                  <a:lnTo>
                    <a:pt x="3645380" y="312813"/>
                  </a:lnTo>
                  <a:lnTo>
                    <a:pt x="3640822" y="321653"/>
                  </a:lnTo>
                  <a:lnTo>
                    <a:pt x="3635117" y="323526"/>
                  </a:lnTo>
                  <a:lnTo>
                    <a:pt x="3627303" y="322993"/>
                  </a:lnTo>
                  <a:lnTo>
                    <a:pt x="3620565" y="320497"/>
                  </a:lnTo>
                  <a:lnTo>
                    <a:pt x="3615423" y="321723"/>
                  </a:lnTo>
                  <a:lnTo>
                    <a:pt x="3608229" y="337675"/>
                  </a:lnTo>
                  <a:lnTo>
                    <a:pt x="3602338" y="336284"/>
                  </a:lnTo>
                  <a:lnTo>
                    <a:pt x="3599992" y="342025"/>
                  </a:lnTo>
                  <a:lnTo>
                    <a:pt x="3596912" y="344534"/>
                  </a:lnTo>
                  <a:lnTo>
                    <a:pt x="3592395" y="346686"/>
                  </a:lnTo>
                  <a:lnTo>
                    <a:pt x="3588473" y="339599"/>
                  </a:lnTo>
                  <a:lnTo>
                    <a:pt x="3585977" y="332862"/>
                  </a:lnTo>
                  <a:lnTo>
                    <a:pt x="3582298" y="331382"/>
                  </a:lnTo>
                  <a:lnTo>
                    <a:pt x="3577409" y="329661"/>
                  </a:lnTo>
                  <a:lnTo>
                    <a:pt x="3572381" y="329718"/>
                  </a:lnTo>
                  <a:lnTo>
                    <a:pt x="3569027" y="330683"/>
                  </a:lnTo>
                  <a:lnTo>
                    <a:pt x="3564867" y="335040"/>
                  </a:lnTo>
                  <a:lnTo>
                    <a:pt x="3558836" y="338780"/>
                  </a:lnTo>
                  <a:lnTo>
                    <a:pt x="3554273" y="335662"/>
                  </a:lnTo>
                  <a:lnTo>
                    <a:pt x="3550702" y="330652"/>
                  </a:lnTo>
                  <a:lnTo>
                    <a:pt x="3547648" y="338710"/>
                  </a:lnTo>
                  <a:lnTo>
                    <a:pt x="3543204" y="347220"/>
                  </a:lnTo>
                  <a:lnTo>
                    <a:pt x="3543943" y="357145"/>
                  </a:lnTo>
                  <a:lnTo>
                    <a:pt x="3542031" y="363032"/>
                  </a:lnTo>
                  <a:lnTo>
                    <a:pt x="3537814" y="361445"/>
                  </a:lnTo>
                  <a:lnTo>
                    <a:pt x="3533618" y="356282"/>
                  </a:lnTo>
                  <a:lnTo>
                    <a:pt x="3521840" y="352154"/>
                  </a:lnTo>
                  <a:lnTo>
                    <a:pt x="3512461" y="352535"/>
                  </a:lnTo>
                  <a:lnTo>
                    <a:pt x="3514368" y="347023"/>
                  </a:lnTo>
                  <a:lnTo>
                    <a:pt x="3523236" y="339110"/>
                  </a:lnTo>
                  <a:lnTo>
                    <a:pt x="3520507" y="337561"/>
                  </a:lnTo>
                  <a:lnTo>
                    <a:pt x="3516156" y="338659"/>
                  </a:lnTo>
                  <a:lnTo>
                    <a:pt x="3514259" y="337561"/>
                  </a:lnTo>
                  <a:lnTo>
                    <a:pt x="3517370" y="330372"/>
                  </a:lnTo>
                  <a:lnTo>
                    <a:pt x="3517670" y="322441"/>
                  </a:lnTo>
                  <a:lnTo>
                    <a:pt x="3513701" y="325216"/>
                  </a:lnTo>
                  <a:lnTo>
                    <a:pt x="3508709" y="333585"/>
                  </a:lnTo>
                  <a:lnTo>
                    <a:pt x="3496632" y="340247"/>
                  </a:lnTo>
                  <a:lnTo>
                    <a:pt x="3497195" y="351398"/>
                  </a:lnTo>
                  <a:lnTo>
                    <a:pt x="3485826" y="374253"/>
                  </a:lnTo>
                  <a:lnTo>
                    <a:pt x="3485320" y="383982"/>
                  </a:lnTo>
                  <a:lnTo>
                    <a:pt x="3478028" y="391749"/>
                  </a:lnTo>
                  <a:lnTo>
                    <a:pt x="3468628" y="398429"/>
                  </a:lnTo>
                  <a:lnTo>
                    <a:pt x="3456091" y="396550"/>
                  </a:lnTo>
                  <a:lnTo>
                    <a:pt x="3446521" y="402354"/>
                  </a:lnTo>
                  <a:lnTo>
                    <a:pt x="3441663" y="409015"/>
                  </a:lnTo>
                  <a:lnTo>
                    <a:pt x="3437441" y="410019"/>
                  </a:lnTo>
                  <a:lnTo>
                    <a:pt x="3435240" y="401535"/>
                  </a:lnTo>
                  <a:lnTo>
                    <a:pt x="3433638" y="398912"/>
                  </a:lnTo>
                  <a:lnTo>
                    <a:pt x="3430113" y="411422"/>
                  </a:lnTo>
                  <a:lnTo>
                    <a:pt x="3426522" y="412197"/>
                  </a:lnTo>
                  <a:lnTo>
                    <a:pt x="3425163" y="403325"/>
                  </a:lnTo>
                  <a:lnTo>
                    <a:pt x="3423457" y="397464"/>
                  </a:lnTo>
                  <a:lnTo>
                    <a:pt x="3418563" y="402519"/>
                  </a:lnTo>
                  <a:lnTo>
                    <a:pt x="3415313" y="415918"/>
                  </a:lnTo>
                  <a:lnTo>
                    <a:pt x="3411907" y="414788"/>
                  </a:lnTo>
                  <a:lnTo>
                    <a:pt x="3410822" y="409803"/>
                  </a:lnTo>
                  <a:lnTo>
                    <a:pt x="3408383" y="408291"/>
                  </a:lnTo>
                  <a:lnTo>
                    <a:pt x="3407546" y="413988"/>
                  </a:lnTo>
                  <a:lnTo>
                    <a:pt x="3408776" y="422002"/>
                  </a:lnTo>
                  <a:lnTo>
                    <a:pt x="3407003" y="426282"/>
                  </a:lnTo>
                  <a:lnTo>
                    <a:pt x="3403618" y="423996"/>
                  </a:lnTo>
                  <a:lnTo>
                    <a:pt x="3400213" y="420141"/>
                  </a:lnTo>
                  <a:lnTo>
                    <a:pt x="3394595" y="423069"/>
                  </a:lnTo>
                  <a:lnTo>
                    <a:pt x="3389438" y="424256"/>
                  </a:lnTo>
                  <a:lnTo>
                    <a:pt x="3389417" y="420332"/>
                  </a:lnTo>
                  <a:lnTo>
                    <a:pt x="3390399" y="415518"/>
                  </a:lnTo>
                  <a:lnTo>
                    <a:pt x="3380121" y="418179"/>
                  </a:lnTo>
                  <a:lnTo>
                    <a:pt x="3367796" y="427057"/>
                  </a:lnTo>
                  <a:lnTo>
                    <a:pt x="3358225" y="439339"/>
                  </a:lnTo>
                  <a:lnTo>
                    <a:pt x="3361543" y="441383"/>
                  </a:lnTo>
                  <a:lnTo>
                    <a:pt x="3365279" y="445295"/>
                  </a:lnTo>
                  <a:lnTo>
                    <a:pt x="3348654" y="464270"/>
                  </a:lnTo>
                  <a:lnTo>
                    <a:pt x="3331611" y="481359"/>
                  </a:lnTo>
                  <a:lnTo>
                    <a:pt x="3318738" y="509244"/>
                  </a:lnTo>
                  <a:lnTo>
                    <a:pt x="3313571" y="512508"/>
                  </a:lnTo>
                  <a:lnTo>
                    <a:pt x="3309132" y="517620"/>
                  </a:lnTo>
                  <a:lnTo>
                    <a:pt x="3304419" y="534455"/>
                  </a:lnTo>
                  <a:lnTo>
                    <a:pt x="3298977" y="549442"/>
                  </a:lnTo>
                  <a:lnTo>
                    <a:pt x="3302021" y="556116"/>
                  </a:lnTo>
                  <a:lnTo>
                    <a:pt x="3304026" y="562981"/>
                  </a:lnTo>
                  <a:lnTo>
                    <a:pt x="3308858" y="569737"/>
                  </a:lnTo>
                  <a:lnTo>
                    <a:pt x="3312966" y="570347"/>
                  </a:lnTo>
                  <a:lnTo>
                    <a:pt x="3317415" y="569128"/>
                  </a:lnTo>
                  <a:lnTo>
                    <a:pt x="3320681" y="569414"/>
                  </a:lnTo>
                  <a:lnTo>
                    <a:pt x="3322780" y="572284"/>
                  </a:lnTo>
                  <a:lnTo>
                    <a:pt x="3321849" y="575726"/>
                  </a:lnTo>
                  <a:lnTo>
                    <a:pt x="3316718" y="576583"/>
                  </a:lnTo>
                  <a:lnTo>
                    <a:pt x="3307147" y="582603"/>
                  </a:lnTo>
                  <a:lnTo>
                    <a:pt x="3298755" y="584915"/>
                  </a:lnTo>
                  <a:lnTo>
                    <a:pt x="3294548" y="592192"/>
                  </a:lnTo>
                  <a:lnTo>
                    <a:pt x="3288244" y="600600"/>
                  </a:lnTo>
                  <a:lnTo>
                    <a:pt x="3275996" y="613720"/>
                  </a:lnTo>
                  <a:lnTo>
                    <a:pt x="3281231" y="617765"/>
                  </a:lnTo>
                  <a:lnTo>
                    <a:pt x="3300150" y="622325"/>
                  </a:lnTo>
                  <a:lnTo>
                    <a:pt x="3308584" y="627018"/>
                  </a:lnTo>
                  <a:lnTo>
                    <a:pt x="3321348" y="651524"/>
                  </a:lnTo>
                  <a:lnTo>
                    <a:pt x="3318433" y="653975"/>
                  </a:lnTo>
                  <a:lnTo>
                    <a:pt x="3317276" y="658465"/>
                  </a:lnTo>
                  <a:lnTo>
                    <a:pt x="3328624" y="664765"/>
                  </a:lnTo>
                  <a:lnTo>
                    <a:pt x="3332247" y="682362"/>
                  </a:lnTo>
                  <a:lnTo>
                    <a:pt x="3341564" y="688350"/>
                  </a:lnTo>
                  <a:lnTo>
                    <a:pt x="3355450" y="692033"/>
                  </a:lnTo>
                  <a:lnTo>
                    <a:pt x="3372431" y="686712"/>
                  </a:lnTo>
                  <a:lnTo>
                    <a:pt x="3386570" y="679390"/>
                  </a:lnTo>
                  <a:lnTo>
                    <a:pt x="3386074" y="673388"/>
                  </a:lnTo>
                  <a:lnTo>
                    <a:pt x="3377191" y="659424"/>
                  </a:lnTo>
                  <a:lnTo>
                    <a:pt x="3375051" y="652864"/>
                  </a:lnTo>
                  <a:lnTo>
                    <a:pt x="3368457" y="648616"/>
                  </a:lnTo>
                  <a:lnTo>
                    <a:pt x="3365951" y="652216"/>
                  </a:lnTo>
                  <a:lnTo>
                    <a:pt x="3361687" y="647542"/>
                  </a:lnTo>
                  <a:lnTo>
                    <a:pt x="3361207" y="644920"/>
                  </a:lnTo>
                  <a:lnTo>
                    <a:pt x="3365181" y="643643"/>
                  </a:lnTo>
                  <a:lnTo>
                    <a:pt x="3369801" y="644151"/>
                  </a:lnTo>
                  <a:lnTo>
                    <a:pt x="3375191" y="646596"/>
                  </a:lnTo>
                  <a:lnTo>
                    <a:pt x="3389061" y="661818"/>
                  </a:lnTo>
                  <a:lnTo>
                    <a:pt x="3392900" y="681771"/>
                  </a:lnTo>
                  <a:lnTo>
                    <a:pt x="3393722" y="694440"/>
                  </a:lnTo>
                  <a:lnTo>
                    <a:pt x="3392156" y="698771"/>
                  </a:lnTo>
                  <a:lnTo>
                    <a:pt x="3388120" y="697882"/>
                  </a:lnTo>
                  <a:lnTo>
                    <a:pt x="3380420" y="698746"/>
                  </a:lnTo>
                  <a:lnTo>
                    <a:pt x="3343890" y="705306"/>
                  </a:lnTo>
                  <a:lnTo>
                    <a:pt x="3335776" y="711084"/>
                  </a:lnTo>
                  <a:lnTo>
                    <a:pt x="3317173" y="717359"/>
                  </a:lnTo>
                  <a:lnTo>
                    <a:pt x="3316015" y="714228"/>
                  </a:lnTo>
                  <a:lnTo>
                    <a:pt x="3317359" y="707750"/>
                  </a:lnTo>
                  <a:lnTo>
                    <a:pt x="3316186" y="694484"/>
                  </a:lnTo>
                  <a:lnTo>
                    <a:pt x="3312516" y="693868"/>
                  </a:lnTo>
                  <a:lnTo>
                    <a:pt x="3283613" y="715498"/>
                  </a:lnTo>
                  <a:lnTo>
                    <a:pt x="3272441" y="716857"/>
                  </a:lnTo>
                  <a:lnTo>
                    <a:pt x="3263046" y="723188"/>
                  </a:lnTo>
                  <a:lnTo>
                    <a:pt x="3260943" y="719676"/>
                  </a:lnTo>
                  <a:lnTo>
                    <a:pt x="3259263" y="703458"/>
                  </a:lnTo>
                  <a:lnTo>
                    <a:pt x="3265144" y="689855"/>
                  </a:lnTo>
                  <a:lnTo>
                    <a:pt x="3262012" y="690071"/>
                  </a:lnTo>
                  <a:lnTo>
                    <a:pt x="3252194" y="698238"/>
                  </a:lnTo>
                  <a:lnTo>
                    <a:pt x="3247997" y="693214"/>
                  </a:lnTo>
                  <a:lnTo>
                    <a:pt x="3245894" y="687702"/>
                  </a:lnTo>
                  <a:lnTo>
                    <a:pt x="3242871" y="684584"/>
                  </a:lnTo>
                  <a:lnTo>
                    <a:pt x="3239595" y="683403"/>
                  </a:lnTo>
                  <a:lnTo>
                    <a:pt x="3242396" y="695443"/>
                  </a:lnTo>
                  <a:lnTo>
                    <a:pt x="3235740" y="704474"/>
                  </a:lnTo>
                  <a:lnTo>
                    <a:pt x="3233915" y="727830"/>
                  </a:lnTo>
                  <a:lnTo>
                    <a:pt x="3225549" y="737553"/>
                  </a:lnTo>
                  <a:lnTo>
                    <a:pt x="3199467" y="743802"/>
                  </a:lnTo>
                  <a:lnTo>
                    <a:pt x="3182465" y="742481"/>
                  </a:lnTo>
                  <a:lnTo>
                    <a:pt x="3167231" y="744424"/>
                  </a:lnTo>
                  <a:lnTo>
                    <a:pt x="3146974" y="748907"/>
                  </a:lnTo>
                  <a:lnTo>
                    <a:pt x="3135780" y="746240"/>
                  </a:lnTo>
                  <a:lnTo>
                    <a:pt x="3124313" y="750971"/>
                  </a:lnTo>
                  <a:lnTo>
                    <a:pt x="3085390" y="752260"/>
                  </a:lnTo>
                  <a:lnTo>
                    <a:pt x="3077183" y="749752"/>
                  </a:lnTo>
                  <a:lnTo>
                    <a:pt x="3066703" y="758687"/>
                  </a:lnTo>
                  <a:lnTo>
                    <a:pt x="3049924" y="763970"/>
                  </a:lnTo>
                  <a:lnTo>
                    <a:pt x="3007512" y="783993"/>
                  </a:lnTo>
                  <a:lnTo>
                    <a:pt x="2998159" y="791277"/>
                  </a:lnTo>
                  <a:lnTo>
                    <a:pt x="2986769" y="802651"/>
                  </a:lnTo>
                  <a:lnTo>
                    <a:pt x="2979121" y="808766"/>
                  </a:lnTo>
                  <a:lnTo>
                    <a:pt x="2972832" y="810754"/>
                  </a:lnTo>
                  <a:lnTo>
                    <a:pt x="2968966" y="815847"/>
                  </a:lnTo>
                  <a:lnTo>
                    <a:pt x="2964744" y="819174"/>
                  </a:lnTo>
                  <a:lnTo>
                    <a:pt x="2968821" y="807807"/>
                  </a:lnTo>
                  <a:lnTo>
                    <a:pt x="2973250" y="798224"/>
                  </a:lnTo>
                  <a:lnTo>
                    <a:pt x="2976930" y="779662"/>
                  </a:lnTo>
                  <a:lnTo>
                    <a:pt x="2975844" y="764650"/>
                  </a:lnTo>
                  <a:lnTo>
                    <a:pt x="2971281" y="758477"/>
                  </a:lnTo>
                  <a:lnTo>
                    <a:pt x="2966563" y="754362"/>
                  </a:lnTo>
                  <a:lnTo>
                    <a:pt x="2972093" y="769178"/>
                  </a:lnTo>
                  <a:lnTo>
                    <a:pt x="2972987" y="787346"/>
                  </a:lnTo>
                  <a:lnTo>
                    <a:pt x="2971085" y="797989"/>
                  </a:lnTo>
                  <a:lnTo>
                    <a:pt x="2960682" y="818520"/>
                  </a:lnTo>
                  <a:lnTo>
                    <a:pt x="2956253" y="823302"/>
                  </a:lnTo>
                  <a:lnTo>
                    <a:pt x="2951075" y="827506"/>
                  </a:lnTo>
                  <a:lnTo>
                    <a:pt x="2947174" y="829335"/>
                  </a:lnTo>
                  <a:lnTo>
                    <a:pt x="2943572" y="832618"/>
                  </a:lnTo>
                  <a:lnTo>
                    <a:pt x="2939386" y="837819"/>
                  </a:lnTo>
                  <a:lnTo>
                    <a:pt x="2935417" y="848145"/>
                  </a:lnTo>
                  <a:lnTo>
                    <a:pt x="2937820" y="857556"/>
                  </a:lnTo>
                  <a:lnTo>
                    <a:pt x="2958104" y="860992"/>
                  </a:lnTo>
                  <a:lnTo>
                    <a:pt x="2963545" y="858090"/>
                  </a:lnTo>
                  <a:lnTo>
                    <a:pt x="2966315" y="864827"/>
                  </a:lnTo>
                  <a:lnTo>
                    <a:pt x="2967865" y="874188"/>
                  </a:lnTo>
                  <a:lnTo>
                    <a:pt x="2966346" y="884310"/>
                  </a:lnTo>
                  <a:lnTo>
                    <a:pt x="2962956" y="894611"/>
                  </a:lnTo>
                  <a:lnTo>
                    <a:pt x="2960382" y="907400"/>
                  </a:lnTo>
                  <a:lnTo>
                    <a:pt x="2958202" y="926902"/>
                  </a:lnTo>
                  <a:lnTo>
                    <a:pt x="2954920" y="944449"/>
                  </a:lnTo>
                  <a:lnTo>
                    <a:pt x="2954491" y="939121"/>
                  </a:lnTo>
                  <a:lnTo>
                    <a:pt x="2956543" y="917790"/>
                  </a:lnTo>
                  <a:lnTo>
                    <a:pt x="2953220" y="920019"/>
                  </a:lnTo>
                  <a:lnTo>
                    <a:pt x="2950931" y="924940"/>
                  </a:lnTo>
                  <a:lnTo>
                    <a:pt x="2944740" y="952450"/>
                  </a:lnTo>
                  <a:lnTo>
                    <a:pt x="2936229" y="967113"/>
                  </a:lnTo>
                  <a:lnTo>
                    <a:pt x="2928389" y="977255"/>
                  </a:lnTo>
                  <a:lnTo>
                    <a:pt x="2920302" y="975578"/>
                  </a:lnTo>
                  <a:lnTo>
                    <a:pt x="2922121" y="983637"/>
                  </a:lnTo>
                  <a:lnTo>
                    <a:pt x="2919899" y="987834"/>
                  </a:lnTo>
                  <a:lnTo>
                    <a:pt x="2917997" y="996592"/>
                  </a:lnTo>
                  <a:lnTo>
                    <a:pt x="2913175" y="1002396"/>
                  </a:lnTo>
                  <a:lnTo>
                    <a:pt x="2908643" y="1001837"/>
                  </a:lnTo>
                  <a:lnTo>
                    <a:pt x="2902132" y="1005838"/>
                  </a:lnTo>
                  <a:lnTo>
                    <a:pt x="2899564" y="1008899"/>
                  </a:lnTo>
                  <a:lnTo>
                    <a:pt x="2899372" y="1014760"/>
                  </a:lnTo>
                  <a:lnTo>
                    <a:pt x="2895016" y="1019917"/>
                  </a:lnTo>
                  <a:lnTo>
                    <a:pt x="2879296" y="1046703"/>
                  </a:lnTo>
                  <a:lnTo>
                    <a:pt x="2865648" y="1054609"/>
                  </a:lnTo>
                  <a:lnTo>
                    <a:pt x="2862382" y="1053459"/>
                  </a:lnTo>
                  <a:lnTo>
                    <a:pt x="2865978" y="1040816"/>
                  </a:lnTo>
                  <a:lnTo>
                    <a:pt x="2868443" y="1028032"/>
                  </a:lnTo>
                  <a:lnTo>
                    <a:pt x="2860160" y="1022469"/>
                  </a:lnTo>
                  <a:lnTo>
                    <a:pt x="2852232" y="1019529"/>
                  </a:lnTo>
                  <a:lnTo>
                    <a:pt x="2843137" y="1019917"/>
                  </a:lnTo>
                  <a:lnTo>
                    <a:pt x="2833091" y="1009978"/>
                  </a:lnTo>
                  <a:lnTo>
                    <a:pt x="2820141" y="1002751"/>
                  </a:lnTo>
                  <a:lnTo>
                    <a:pt x="2802064" y="983199"/>
                  </a:lnTo>
                  <a:lnTo>
                    <a:pt x="2802591" y="977775"/>
                  </a:lnTo>
                  <a:lnTo>
                    <a:pt x="2802136" y="968675"/>
                  </a:lnTo>
                  <a:lnTo>
                    <a:pt x="2807630" y="954298"/>
                  </a:lnTo>
                  <a:lnTo>
                    <a:pt x="2812896" y="944245"/>
                  </a:lnTo>
                  <a:lnTo>
                    <a:pt x="2820167" y="939038"/>
                  </a:lnTo>
                  <a:lnTo>
                    <a:pt x="2841266" y="933735"/>
                  </a:lnTo>
                  <a:lnTo>
                    <a:pt x="2846558" y="925759"/>
                  </a:lnTo>
                  <a:lnTo>
                    <a:pt x="2849695" y="919041"/>
                  </a:lnTo>
                  <a:lnTo>
                    <a:pt x="2839241" y="930579"/>
                  </a:lnTo>
                  <a:lnTo>
                    <a:pt x="2823582" y="934491"/>
                  </a:lnTo>
                  <a:lnTo>
                    <a:pt x="2815144" y="938797"/>
                  </a:lnTo>
                  <a:lnTo>
                    <a:pt x="2808395" y="945382"/>
                  </a:lnTo>
                  <a:lnTo>
                    <a:pt x="2804400" y="953650"/>
                  </a:lnTo>
                  <a:lnTo>
                    <a:pt x="2795356" y="963614"/>
                  </a:lnTo>
                  <a:lnTo>
                    <a:pt x="2795992" y="970288"/>
                  </a:lnTo>
                  <a:lnTo>
                    <a:pt x="2797506" y="975032"/>
                  </a:lnTo>
                  <a:lnTo>
                    <a:pt x="2796808" y="984920"/>
                  </a:lnTo>
                  <a:lnTo>
                    <a:pt x="2802529" y="994559"/>
                  </a:lnTo>
                  <a:lnTo>
                    <a:pt x="2813872" y="1010353"/>
                  </a:lnTo>
                  <a:lnTo>
                    <a:pt x="2816038" y="1034884"/>
                  </a:lnTo>
                  <a:lnTo>
                    <a:pt x="2824694" y="1051300"/>
                  </a:lnTo>
                  <a:lnTo>
                    <a:pt x="2837959" y="1070440"/>
                  </a:lnTo>
                  <a:lnTo>
                    <a:pt x="2848160" y="1075883"/>
                  </a:lnTo>
                  <a:lnTo>
                    <a:pt x="2848656" y="1083001"/>
                  </a:lnTo>
                  <a:lnTo>
                    <a:pt x="2843948" y="1094756"/>
                  </a:lnTo>
                  <a:lnTo>
                    <a:pt x="2837742" y="1100128"/>
                  </a:lnTo>
                  <a:lnTo>
                    <a:pt x="2845814" y="1099055"/>
                  </a:lnTo>
                  <a:lnTo>
                    <a:pt x="2849835" y="1101741"/>
                  </a:lnTo>
                  <a:lnTo>
                    <a:pt x="2853746" y="1111546"/>
                  </a:lnTo>
                  <a:lnTo>
                    <a:pt x="2853442" y="1121555"/>
                  </a:lnTo>
                  <a:lnTo>
                    <a:pt x="2852119" y="1127194"/>
                  </a:lnTo>
                  <a:lnTo>
                    <a:pt x="2849674" y="1129442"/>
                  </a:lnTo>
                  <a:lnTo>
                    <a:pt x="2849778" y="1123682"/>
                  </a:lnTo>
                  <a:lnTo>
                    <a:pt x="2848046" y="1121682"/>
                  </a:lnTo>
                  <a:lnTo>
                    <a:pt x="2845189" y="1124177"/>
                  </a:lnTo>
                  <a:lnTo>
                    <a:pt x="2843339" y="1127022"/>
                  </a:lnTo>
                  <a:lnTo>
                    <a:pt x="2842569" y="1138231"/>
                  </a:lnTo>
                  <a:lnTo>
                    <a:pt x="2840610" y="1143832"/>
                  </a:lnTo>
                  <a:lnTo>
                    <a:pt x="2833685" y="1145496"/>
                  </a:lnTo>
                  <a:lnTo>
                    <a:pt x="2826662" y="1160203"/>
                  </a:lnTo>
                  <a:lnTo>
                    <a:pt x="2820130" y="1168547"/>
                  </a:lnTo>
                  <a:lnTo>
                    <a:pt x="2794426" y="1224971"/>
                  </a:lnTo>
                  <a:lnTo>
                    <a:pt x="2795408" y="1234401"/>
                  </a:lnTo>
                  <a:lnTo>
                    <a:pt x="2790705" y="1237436"/>
                  </a:lnTo>
                  <a:lnTo>
                    <a:pt x="2783584" y="1239907"/>
                  </a:lnTo>
                  <a:lnTo>
                    <a:pt x="2776380" y="1245546"/>
                  </a:lnTo>
                  <a:lnTo>
                    <a:pt x="2771600" y="1251763"/>
                  </a:lnTo>
                  <a:lnTo>
                    <a:pt x="2767161" y="1268484"/>
                  </a:lnTo>
                  <a:lnTo>
                    <a:pt x="2758655" y="1287306"/>
                  </a:lnTo>
                  <a:lnTo>
                    <a:pt x="2753348" y="1279463"/>
                  </a:lnTo>
                  <a:lnTo>
                    <a:pt x="2751989" y="1272751"/>
                  </a:lnTo>
                  <a:lnTo>
                    <a:pt x="2754350" y="1255243"/>
                  </a:lnTo>
                  <a:lnTo>
                    <a:pt x="2763549" y="1226539"/>
                  </a:lnTo>
                  <a:lnTo>
                    <a:pt x="2773683" y="1208695"/>
                  </a:lnTo>
                  <a:lnTo>
                    <a:pt x="2781414" y="1200236"/>
                  </a:lnTo>
                  <a:lnTo>
                    <a:pt x="2787770" y="1182995"/>
                  </a:lnTo>
                  <a:lnTo>
                    <a:pt x="2779739" y="1180423"/>
                  </a:lnTo>
                  <a:lnTo>
                    <a:pt x="2767497" y="1180702"/>
                  </a:lnTo>
                  <a:lnTo>
                    <a:pt x="2769802" y="1172745"/>
                  </a:lnTo>
                  <a:lnTo>
                    <a:pt x="2773373" y="1165734"/>
                  </a:lnTo>
                  <a:lnTo>
                    <a:pt x="2766991" y="1158749"/>
                  </a:lnTo>
                  <a:lnTo>
                    <a:pt x="2763213" y="1157860"/>
                  </a:lnTo>
                  <a:lnTo>
                    <a:pt x="2759322" y="1154996"/>
                  </a:lnTo>
                  <a:lnTo>
                    <a:pt x="2763885" y="1149179"/>
                  </a:lnTo>
                  <a:lnTo>
                    <a:pt x="2766112" y="1143032"/>
                  </a:lnTo>
                  <a:lnTo>
                    <a:pt x="2764753" y="1135551"/>
                  </a:lnTo>
                  <a:lnTo>
                    <a:pt x="2766665" y="1129918"/>
                  </a:lnTo>
                  <a:lnTo>
                    <a:pt x="2763477" y="1130769"/>
                  </a:lnTo>
                  <a:lnTo>
                    <a:pt x="2758350" y="1136732"/>
                  </a:lnTo>
                  <a:lnTo>
                    <a:pt x="2755162" y="1139113"/>
                  </a:lnTo>
                  <a:lnTo>
                    <a:pt x="2753219" y="1133836"/>
                  </a:lnTo>
                  <a:lnTo>
                    <a:pt x="2751002" y="1135030"/>
                  </a:lnTo>
                  <a:lnTo>
                    <a:pt x="2749560" y="1138656"/>
                  </a:lnTo>
                  <a:lnTo>
                    <a:pt x="2746289" y="1140650"/>
                  </a:lnTo>
                  <a:lnTo>
                    <a:pt x="2739380" y="1135691"/>
                  </a:lnTo>
                  <a:lnTo>
                    <a:pt x="2729308" y="1130013"/>
                  </a:lnTo>
                  <a:lnTo>
                    <a:pt x="2723701" y="1120246"/>
                  </a:lnTo>
                  <a:lnTo>
                    <a:pt x="2720502" y="1112677"/>
                  </a:lnTo>
                  <a:lnTo>
                    <a:pt x="2723752" y="1098979"/>
                  </a:lnTo>
                  <a:lnTo>
                    <a:pt x="2730713" y="1096547"/>
                  </a:lnTo>
                  <a:lnTo>
                    <a:pt x="2739757" y="1098769"/>
                  </a:lnTo>
                  <a:lnTo>
                    <a:pt x="2751612" y="1098750"/>
                  </a:lnTo>
                  <a:lnTo>
                    <a:pt x="2749917" y="1095708"/>
                  </a:lnTo>
                  <a:lnTo>
                    <a:pt x="2745684" y="1096210"/>
                  </a:lnTo>
                  <a:lnTo>
                    <a:pt x="2733189" y="1085097"/>
                  </a:lnTo>
                  <a:lnTo>
                    <a:pt x="2729168" y="1078385"/>
                  </a:lnTo>
                  <a:lnTo>
                    <a:pt x="2722254" y="1076543"/>
                  </a:lnTo>
                  <a:lnTo>
                    <a:pt x="2719101" y="1082995"/>
                  </a:lnTo>
                  <a:lnTo>
                    <a:pt x="2715603" y="1084710"/>
                  </a:lnTo>
                  <a:lnTo>
                    <a:pt x="2719923" y="1070593"/>
                  </a:lnTo>
                  <a:lnTo>
                    <a:pt x="2725571" y="1070015"/>
                  </a:lnTo>
                  <a:lnTo>
                    <a:pt x="2733912" y="1066103"/>
                  </a:lnTo>
                  <a:lnTo>
                    <a:pt x="2731488" y="1057930"/>
                  </a:lnTo>
                  <a:lnTo>
                    <a:pt x="2726223" y="1054355"/>
                  </a:lnTo>
                  <a:lnTo>
                    <a:pt x="2716714" y="1058838"/>
                  </a:lnTo>
                  <a:lnTo>
                    <a:pt x="2716828" y="1053091"/>
                  </a:lnTo>
                  <a:lnTo>
                    <a:pt x="2718610" y="1045731"/>
                  </a:lnTo>
                  <a:lnTo>
                    <a:pt x="2725778" y="1045756"/>
                  </a:lnTo>
                  <a:lnTo>
                    <a:pt x="2732057" y="1048157"/>
                  </a:lnTo>
                  <a:lnTo>
                    <a:pt x="2737400" y="1036269"/>
                  </a:lnTo>
                  <a:lnTo>
                    <a:pt x="2737638" y="1030960"/>
                  </a:lnTo>
                  <a:lnTo>
                    <a:pt x="2728760" y="1038676"/>
                  </a:lnTo>
                  <a:lnTo>
                    <a:pt x="2726765" y="1022031"/>
                  </a:lnTo>
                  <a:lnTo>
                    <a:pt x="2735504" y="1005977"/>
                  </a:lnTo>
                  <a:lnTo>
                    <a:pt x="2743839" y="998979"/>
                  </a:lnTo>
                  <a:lnTo>
                    <a:pt x="2754252" y="999183"/>
                  </a:lnTo>
                  <a:lnTo>
                    <a:pt x="2764836" y="998052"/>
                  </a:lnTo>
                  <a:lnTo>
                    <a:pt x="2758195" y="995112"/>
                  </a:lnTo>
                  <a:lnTo>
                    <a:pt x="2751379" y="993518"/>
                  </a:lnTo>
                  <a:lnTo>
                    <a:pt x="2756500" y="987174"/>
                  </a:lnTo>
                  <a:lnTo>
                    <a:pt x="2760867" y="986037"/>
                  </a:lnTo>
                  <a:lnTo>
                    <a:pt x="2765156" y="980506"/>
                  </a:lnTo>
                  <a:lnTo>
                    <a:pt x="2754841" y="981325"/>
                  </a:lnTo>
                  <a:lnTo>
                    <a:pt x="2756056" y="970860"/>
                  </a:lnTo>
                  <a:lnTo>
                    <a:pt x="2751043" y="972987"/>
                  </a:lnTo>
                  <a:lnTo>
                    <a:pt x="2745043" y="973971"/>
                  </a:lnTo>
                  <a:lnTo>
                    <a:pt x="2742708" y="978410"/>
                  </a:lnTo>
                  <a:lnTo>
                    <a:pt x="2743168" y="985783"/>
                  </a:lnTo>
                  <a:lnTo>
                    <a:pt x="2741416" y="990622"/>
                  </a:lnTo>
                  <a:lnTo>
                    <a:pt x="2736749" y="994509"/>
                  </a:lnTo>
                  <a:lnTo>
                    <a:pt x="2728868" y="997538"/>
                  </a:lnTo>
                  <a:lnTo>
                    <a:pt x="2728104" y="992286"/>
                  </a:lnTo>
                  <a:lnTo>
                    <a:pt x="2725499" y="989905"/>
                  </a:lnTo>
                  <a:lnTo>
                    <a:pt x="2724528" y="1001151"/>
                  </a:lnTo>
                  <a:lnTo>
                    <a:pt x="2722460" y="1004974"/>
                  </a:lnTo>
                  <a:lnTo>
                    <a:pt x="2716698" y="994420"/>
                  </a:lnTo>
                  <a:lnTo>
                    <a:pt x="2714967" y="996547"/>
                  </a:lnTo>
                  <a:lnTo>
                    <a:pt x="2715189" y="999545"/>
                  </a:lnTo>
                  <a:lnTo>
                    <a:pt x="2713717" y="1004726"/>
                  </a:lnTo>
                  <a:lnTo>
                    <a:pt x="2708776" y="1007425"/>
                  </a:lnTo>
                  <a:lnTo>
                    <a:pt x="2709081" y="1014068"/>
                  </a:lnTo>
                  <a:lnTo>
                    <a:pt x="2707164" y="1017688"/>
                  </a:lnTo>
                  <a:lnTo>
                    <a:pt x="2691340" y="1011921"/>
                  </a:lnTo>
                  <a:lnTo>
                    <a:pt x="2690968" y="1013877"/>
                  </a:lnTo>
                  <a:lnTo>
                    <a:pt x="2699919" y="1026311"/>
                  </a:lnTo>
                  <a:lnTo>
                    <a:pt x="2706456" y="1030560"/>
                  </a:lnTo>
                  <a:lnTo>
                    <a:pt x="2707252" y="1037342"/>
                  </a:lnTo>
                  <a:lnTo>
                    <a:pt x="2701640" y="1042968"/>
                  </a:lnTo>
                  <a:lnTo>
                    <a:pt x="2693898" y="1038110"/>
                  </a:lnTo>
                  <a:lnTo>
                    <a:pt x="2692596" y="1038466"/>
                  </a:lnTo>
                  <a:lnTo>
                    <a:pt x="2696803" y="1046798"/>
                  </a:lnTo>
                  <a:lnTo>
                    <a:pt x="2699454" y="1054075"/>
                  </a:lnTo>
                  <a:lnTo>
                    <a:pt x="2696725" y="1060172"/>
                  </a:lnTo>
                  <a:lnTo>
                    <a:pt x="2697149" y="1067678"/>
                  </a:lnTo>
                  <a:lnTo>
                    <a:pt x="2696560" y="1074485"/>
                  </a:lnTo>
                  <a:lnTo>
                    <a:pt x="2694891" y="1080423"/>
                  </a:lnTo>
                  <a:lnTo>
                    <a:pt x="2698653" y="1107793"/>
                  </a:lnTo>
                  <a:lnTo>
                    <a:pt x="2703185" y="1115236"/>
                  </a:lnTo>
                  <a:lnTo>
                    <a:pt x="2707639" y="1122355"/>
                  </a:lnTo>
                  <a:lnTo>
                    <a:pt x="2710001" y="1129016"/>
                  </a:lnTo>
                  <a:lnTo>
                    <a:pt x="2705273" y="1129988"/>
                  </a:lnTo>
                  <a:lnTo>
                    <a:pt x="2697743" y="1124507"/>
                  </a:lnTo>
                  <a:lnTo>
                    <a:pt x="2691129" y="1120329"/>
                  </a:lnTo>
                  <a:lnTo>
                    <a:pt x="2683248" y="1106968"/>
                  </a:lnTo>
                  <a:lnTo>
                    <a:pt x="2681945" y="1101633"/>
                  </a:lnTo>
                  <a:lnTo>
                    <a:pt x="2680023" y="1097417"/>
                  </a:lnTo>
                  <a:lnTo>
                    <a:pt x="2680953" y="1107101"/>
                  </a:lnTo>
                  <a:lnTo>
                    <a:pt x="2683765" y="1117916"/>
                  </a:lnTo>
                  <a:lnTo>
                    <a:pt x="2708446" y="1142117"/>
                  </a:lnTo>
                  <a:lnTo>
                    <a:pt x="2713003" y="1151401"/>
                  </a:lnTo>
                  <a:lnTo>
                    <a:pt x="2716476" y="1158698"/>
                  </a:lnTo>
                  <a:lnTo>
                    <a:pt x="2715603" y="1165690"/>
                  </a:lnTo>
                  <a:lnTo>
                    <a:pt x="2709169" y="1160743"/>
                  </a:lnTo>
                  <a:lnTo>
                    <a:pt x="2703619" y="1154437"/>
                  </a:lnTo>
                  <a:lnTo>
                    <a:pt x="2688886" y="1147312"/>
                  </a:lnTo>
                  <a:lnTo>
                    <a:pt x="2670308" y="1142809"/>
                  </a:lnTo>
                  <a:lnTo>
                    <a:pt x="2659833" y="1126247"/>
                  </a:lnTo>
                  <a:lnTo>
                    <a:pt x="2659869" y="1133157"/>
                  </a:lnTo>
                  <a:lnTo>
                    <a:pt x="2657543" y="1139018"/>
                  </a:lnTo>
                  <a:lnTo>
                    <a:pt x="2651141" y="1131874"/>
                  </a:lnTo>
                  <a:lnTo>
                    <a:pt x="2647105" y="1125778"/>
                  </a:lnTo>
                  <a:lnTo>
                    <a:pt x="2645751" y="1119097"/>
                  </a:lnTo>
                  <a:lnTo>
                    <a:pt x="2637756" y="1119554"/>
                  </a:lnTo>
                  <a:lnTo>
                    <a:pt x="2629374" y="1125358"/>
                  </a:lnTo>
                  <a:lnTo>
                    <a:pt x="2621266" y="1123980"/>
                  </a:lnTo>
                  <a:lnTo>
                    <a:pt x="2620305" y="1112651"/>
                  </a:lnTo>
                  <a:lnTo>
                    <a:pt x="2622496" y="1106650"/>
                  </a:lnTo>
                  <a:lnTo>
                    <a:pt x="2631596" y="1092457"/>
                  </a:lnTo>
                  <a:lnTo>
                    <a:pt x="2640170" y="1085211"/>
                  </a:lnTo>
                  <a:lnTo>
                    <a:pt x="2643952" y="1075857"/>
                  </a:lnTo>
                  <a:lnTo>
                    <a:pt x="2642660" y="1061353"/>
                  </a:lnTo>
                  <a:lnTo>
                    <a:pt x="2641048" y="1076111"/>
                  </a:lnTo>
                  <a:lnTo>
                    <a:pt x="2636149" y="1083427"/>
                  </a:lnTo>
                  <a:lnTo>
                    <a:pt x="2628449" y="1089015"/>
                  </a:lnTo>
                  <a:lnTo>
                    <a:pt x="2618315" y="1098973"/>
                  </a:lnTo>
                  <a:lnTo>
                    <a:pt x="2615840" y="1108181"/>
                  </a:lnTo>
                  <a:lnTo>
                    <a:pt x="2612677" y="1125422"/>
                  </a:lnTo>
                  <a:lnTo>
                    <a:pt x="2616956" y="1131258"/>
                  </a:lnTo>
                  <a:lnTo>
                    <a:pt x="2621328" y="1132782"/>
                  </a:lnTo>
                  <a:lnTo>
                    <a:pt x="2634242" y="1128870"/>
                  </a:lnTo>
                  <a:lnTo>
                    <a:pt x="2640924" y="1130617"/>
                  </a:lnTo>
                  <a:lnTo>
                    <a:pt x="2655786" y="1151376"/>
                  </a:lnTo>
                  <a:lnTo>
                    <a:pt x="2683460" y="1159587"/>
                  </a:lnTo>
                  <a:lnTo>
                    <a:pt x="2693552" y="1164718"/>
                  </a:lnTo>
                  <a:lnTo>
                    <a:pt x="2701779" y="1175552"/>
                  </a:lnTo>
                  <a:lnTo>
                    <a:pt x="2714146" y="1181788"/>
                  </a:lnTo>
                  <a:lnTo>
                    <a:pt x="2723742" y="1190850"/>
                  </a:lnTo>
                  <a:lnTo>
                    <a:pt x="2724000" y="1196762"/>
                  </a:lnTo>
                  <a:lnTo>
                    <a:pt x="2720678" y="1203754"/>
                  </a:lnTo>
                  <a:lnTo>
                    <a:pt x="2719365" y="1213216"/>
                  </a:lnTo>
                  <a:lnTo>
                    <a:pt x="2715288" y="1219185"/>
                  </a:lnTo>
                  <a:lnTo>
                    <a:pt x="2705500" y="1219871"/>
                  </a:lnTo>
                  <a:lnTo>
                    <a:pt x="2699588" y="1218334"/>
                  </a:lnTo>
                  <a:lnTo>
                    <a:pt x="2667807" y="1185071"/>
                  </a:lnTo>
                  <a:lnTo>
                    <a:pt x="2664013" y="1182010"/>
                  </a:lnTo>
                  <a:lnTo>
                    <a:pt x="2652226" y="1164591"/>
                  </a:lnTo>
                  <a:lnTo>
                    <a:pt x="2638397" y="1155262"/>
                  </a:lnTo>
                  <a:lnTo>
                    <a:pt x="2634118" y="1155459"/>
                  </a:lnTo>
                  <a:lnTo>
                    <a:pt x="2653802" y="1172713"/>
                  </a:lnTo>
                  <a:lnTo>
                    <a:pt x="2661838" y="1184779"/>
                  </a:lnTo>
                  <a:lnTo>
                    <a:pt x="2675992" y="1201696"/>
                  </a:lnTo>
                  <a:lnTo>
                    <a:pt x="2686111" y="1208860"/>
                  </a:lnTo>
                  <a:lnTo>
                    <a:pt x="2693557" y="1220036"/>
                  </a:lnTo>
                  <a:lnTo>
                    <a:pt x="2700477" y="1225275"/>
                  </a:lnTo>
                  <a:lnTo>
                    <a:pt x="2719370" y="1232737"/>
                  </a:lnTo>
                  <a:lnTo>
                    <a:pt x="2712802" y="1238097"/>
                  </a:lnTo>
                  <a:lnTo>
                    <a:pt x="2723287" y="1242663"/>
                  </a:lnTo>
                  <a:lnTo>
                    <a:pt x="2724786" y="1251058"/>
                  </a:lnTo>
                  <a:lnTo>
                    <a:pt x="2723825" y="1260628"/>
                  </a:lnTo>
                  <a:lnTo>
                    <a:pt x="2709272" y="1256843"/>
                  </a:lnTo>
                  <a:lnTo>
                    <a:pt x="2708797" y="1263892"/>
                  </a:lnTo>
                  <a:lnTo>
                    <a:pt x="2710099" y="1268052"/>
                  </a:lnTo>
                  <a:lnTo>
                    <a:pt x="2703671" y="1271487"/>
                  </a:lnTo>
                  <a:lnTo>
                    <a:pt x="2694730" y="1266826"/>
                  </a:lnTo>
                  <a:lnTo>
                    <a:pt x="2671517" y="1241329"/>
                  </a:lnTo>
                  <a:lnTo>
                    <a:pt x="2671713" y="1244739"/>
                  </a:lnTo>
                  <a:lnTo>
                    <a:pt x="2673594" y="1248696"/>
                  </a:lnTo>
                  <a:lnTo>
                    <a:pt x="2687056" y="1265111"/>
                  </a:lnTo>
                  <a:lnTo>
                    <a:pt x="2699071" y="1274955"/>
                  </a:lnTo>
                  <a:lnTo>
                    <a:pt x="2709257" y="1279400"/>
                  </a:lnTo>
                  <a:lnTo>
                    <a:pt x="2717107" y="1287649"/>
                  </a:lnTo>
                  <a:lnTo>
                    <a:pt x="2719877" y="1292640"/>
                  </a:lnTo>
                  <a:lnTo>
                    <a:pt x="2721727" y="1300210"/>
                  </a:lnTo>
                  <a:lnTo>
                    <a:pt x="2715908" y="1305354"/>
                  </a:lnTo>
                  <a:lnTo>
                    <a:pt x="2709283" y="1308193"/>
                  </a:lnTo>
                  <a:lnTo>
                    <a:pt x="2702813" y="1303061"/>
                  </a:lnTo>
                  <a:lnTo>
                    <a:pt x="2698069" y="1297657"/>
                  </a:lnTo>
                  <a:lnTo>
                    <a:pt x="2687966" y="1288481"/>
                  </a:lnTo>
                  <a:lnTo>
                    <a:pt x="2684938" y="1278225"/>
                  </a:lnTo>
                  <a:lnTo>
                    <a:pt x="2677253" y="1278752"/>
                  </a:lnTo>
                  <a:lnTo>
                    <a:pt x="2645136" y="1265747"/>
                  </a:lnTo>
                  <a:lnTo>
                    <a:pt x="2619323" y="1264248"/>
                  </a:lnTo>
                  <a:lnTo>
                    <a:pt x="2621845" y="1266864"/>
                  </a:lnTo>
                  <a:lnTo>
                    <a:pt x="2625111" y="1268604"/>
                  </a:lnTo>
                  <a:lnTo>
                    <a:pt x="2645668" y="1271811"/>
                  </a:lnTo>
                  <a:lnTo>
                    <a:pt x="2653792" y="1277800"/>
                  </a:lnTo>
                  <a:lnTo>
                    <a:pt x="2670700" y="1283115"/>
                  </a:lnTo>
                  <a:lnTo>
                    <a:pt x="2680602" y="1284569"/>
                  </a:lnTo>
                  <a:lnTo>
                    <a:pt x="2684617" y="1300896"/>
                  </a:lnTo>
                  <a:lnTo>
                    <a:pt x="2698301" y="1312130"/>
                  </a:lnTo>
                  <a:lnTo>
                    <a:pt x="2700079" y="1320455"/>
                  </a:lnTo>
                  <a:lnTo>
                    <a:pt x="2709422" y="1321389"/>
                  </a:lnTo>
                  <a:lnTo>
                    <a:pt x="2725861" y="1313222"/>
                  </a:lnTo>
                  <a:lnTo>
                    <a:pt x="2736470" y="1316086"/>
                  </a:lnTo>
                  <a:lnTo>
                    <a:pt x="2751772" y="1318423"/>
                  </a:lnTo>
                  <a:lnTo>
                    <a:pt x="2755270" y="1325015"/>
                  </a:lnTo>
                  <a:lnTo>
                    <a:pt x="2757896" y="1337557"/>
                  </a:lnTo>
                  <a:lnTo>
                    <a:pt x="2763306" y="1351667"/>
                  </a:lnTo>
                  <a:lnTo>
                    <a:pt x="2777337" y="1407303"/>
                  </a:lnTo>
                  <a:lnTo>
                    <a:pt x="2798416" y="1452810"/>
                  </a:lnTo>
                  <a:lnTo>
                    <a:pt x="2801010" y="1460646"/>
                  </a:lnTo>
                  <a:lnTo>
                    <a:pt x="2796111" y="1453769"/>
                  </a:lnTo>
                  <a:lnTo>
                    <a:pt x="2780473" y="1423630"/>
                  </a:lnTo>
                  <a:lnTo>
                    <a:pt x="2771843" y="1401867"/>
                  </a:lnTo>
                  <a:lnTo>
                    <a:pt x="2762975" y="1363441"/>
                  </a:lnTo>
                  <a:lnTo>
                    <a:pt x="2760402" y="1354836"/>
                  </a:lnTo>
                  <a:lnTo>
                    <a:pt x="2757374" y="1351401"/>
                  </a:lnTo>
                  <a:lnTo>
                    <a:pt x="2755379" y="1354195"/>
                  </a:lnTo>
                  <a:lnTo>
                    <a:pt x="2754521" y="1359091"/>
                  </a:lnTo>
                  <a:lnTo>
                    <a:pt x="2755968" y="1362850"/>
                  </a:lnTo>
                  <a:lnTo>
                    <a:pt x="2752475" y="1375500"/>
                  </a:lnTo>
                  <a:lnTo>
                    <a:pt x="2753989" y="1381305"/>
                  </a:lnTo>
                  <a:lnTo>
                    <a:pt x="2759663" y="1387306"/>
                  </a:lnTo>
                  <a:lnTo>
                    <a:pt x="2765828" y="1402280"/>
                  </a:lnTo>
                  <a:lnTo>
                    <a:pt x="2770753" y="1422442"/>
                  </a:lnTo>
                  <a:lnTo>
                    <a:pt x="2764092" y="1414269"/>
                  </a:lnTo>
                  <a:lnTo>
                    <a:pt x="2756981" y="1409938"/>
                  </a:lnTo>
                  <a:lnTo>
                    <a:pt x="2745917" y="1406617"/>
                  </a:lnTo>
                  <a:lnTo>
                    <a:pt x="2736062" y="1400794"/>
                  </a:lnTo>
                  <a:lnTo>
                    <a:pt x="2736780" y="1409145"/>
                  </a:lnTo>
                  <a:lnTo>
                    <a:pt x="2735835" y="1418162"/>
                  </a:lnTo>
                  <a:lnTo>
                    <a:pt x="2728238" y="1415412"/>
                  </a:lnTo>
                  <a:lnTo>
                    <a:pt x="2723070" y="1412421"/>
                  </a:lnTo>
                  <a:lnTo>
                    <a:pt x="2727644" y="1422030"/>
                  </a:lnTo>
                  <a:lnTo>
                    <a:pt x="2717716" y="1419147"/>
                  </a:lnTo>
                  <a:lnTo>
                    <a:pt x="2711102" y="1419750"/>
                  </a:lnTo>
                  <a:lnTo>
                    <a:pt x="2706802" y="1428278"/>
                  </a:lnTo>
                  <a:lnTo>
                    <a:pt x="2701035" y="1433454"/>
                  </a:lnTo>
                  <a:lnTo>
                    <a:pt x="2692508" y="1435124"/>
                  </a:lnTo>
                  <a:lnTo>
                    <a:pt x="2679858" y="1427326"/>
                  </a:lnTo>
                  <a:lnTo>
                    <a:pt x="2675760" y="1417857"/>
                  </a:lnTo>
                  <a:lnTo>
                    <a:pt x="2674065" y="1407316"/>
                  </a:lnTo>
                  <a:lnTo>
                    <a:pt x="2673388" y="1419782"/>
                  </a:lnTo>
                  <a:lnTo>
                    <a:pt x="2675641" y="1432762"/>
                  </a:lnTo>
                  <a:lnTo>
                    <a:pt x="2674850" y="1442630"/>
                  </a:lnTo>
                  <a:lnTo>
                    <a:pt x="2687031" y="1444446"/>
                  </a:lnTo>
                  <a:lnTo>
                    <a:pt x="2698420" y="1442833"/>
                  </a:lnTo>
                  <a:lnTo>
                    <a:pt x="2713789" y="1443246"/>
                  </a:lnTo>
                  <a:lnTo>
                    <a:pt x="2723814" y="1441398"/>
                  </a:lnTo>
                  <a:lnTo>
                    <a:pt x="2729850" y="1438261"/>
                  </a:lnTo>
                  <a:lnTo>
                    <a:pt x="2744325" y="1440979"/>
                  </a:lnTo>
                  <a:lnTo>
                    <a:pt x="2745353" y="1452899"/>
                  </a:lnTo>
                  <a:lnTo>
                    <a:pt x="2743700" y="1464749"/>
                  </a:lnTo>
                  <a:lnTo>
                    <a:pt x="2742863" y="1477367"/>
                  </a:lnTo>
                  <a:lnTo>
                    <a:pt x="2746873" y="1477284"/>
                  </a:lnTo>
                  <a:lnTo>
                    <a:pt x="2751586" y="1473252"/>
                  </a:lnTo>
                  <a:lnTo>
                    <a:pt x="2753942" y="1450651"/>
                  </a:lnTo>
                  <a:lnTo>
                    <a:pt x="2767172" y="1442300"/>
                  </a:lnTo>
                  <a:lnTo>
                    <a:pt x="2771605" y="1442872"/>
                  </a:lnTo>
                  <a:lnTo>
                    <a:pt x="2775817" y="1450136"/>
                  </a:lnTo>
                  <a:lnTo>
                    <a:pt x="2777233" y="1457503"/>
                  </a:lnTo>
                  <a:lnTo>
                    <a:pt x="2778727" y="1467619"/>
                  </a:lnTo>
                  <a:lnTo>
                    <a:pt x="2775636" y="1483031"/>
                  </a:lnTo>
                  <a:lnTo>
                    <a:pt x="2755312" y="1501054"/>
                  </a:lnTo>
                  <a:lnTo>
                    <a:pt x="2740754" y="1517717"/>
                  </a:lnTo>
                  <a:lnTo>
                    <a:pt x="2733313" y="1521115"/>
                  </a:lnTo>
                  <a:lnTo>
                    <a:pt x="2722579" y="1519178"/>
                  </a:lnTo>
                  <a:lnTo>
                    <a:pt x="2710409" y="1514987"/>
                  </a:lnTo>
                  <a:lnTo>
                    <a:pt x="2704441" y="1514142"/>
                  </a:lnTo>
                  <a:lnTo>
                    <a:pt x="2699903" y="1515539"/>
                  </a:lnTo>
                  <a:lnTo>
                    <a:pt x="2697139" y="1510408"/>
                  </a:lnTo>
                  <a:lnTo>
                    <a:pt x="2695356" y="1501047"/>
                  </a:lnTo>
                  <a:lnTo>
                    <a:pt x="2690622" y="1497942"/>
                  </a:lnTo>
                  <a:lnTo>
                    <a:pt x="2687041" y="1498285"/>
                  </a:lnTo>
                  <a:lnTo>
                    <a:pt x="2684597" y="1508230"/>
                  </a:lnTo>
                  <a:lnTo>
                    <a:pt x="2673243" y="1511056"/>
                  </a:lnTo>
                  <a:lnTo>
                    <a:pt x="2657807" y="1506947"/>
                  </a:lnTo>
                  <a:lnTo>
                    <a:pt x="2641642" y="1498584"/>
                  </a:lnTo>
                  <a:lnTo>
                    <a:pt x="2648577" y="1507557"/>
                  </a:lnTo>
                  <a:lnTo>
                    <a:pt x="2688689" y="1524296"/>
                  </a:lnTo>
                  <a:lnTo>
                    <a:pt x="2693206" y="1527427"/>
                  </a:lnTo>
                  <a:lnTo>
                    <a:pt x="2697423" y="1532006"/>
                  </a:lnTo>
                  <a:lnTo>
                    <a:pt x="2691811" y="1539188"/>
                  </a:lnTo>
                  <a:lnTo>
                    <a:pt x="2687413" y="1547278"/>
                  </a:lnTo>
                  <a:lnTo>
                    <a:pt x="2686793" y="1553629"/>
                  </a:lnTo>
                  <a:lnTo>
                    <a:pt x="2685242" y="1557636"/>
                  </a:lnTo>
                  <a:lnTo>
                    <a:pt x="2669248" y="1568431"/>
                  </a:lnTo>
                  <a:lnTo>
                    <a:pt x="2660582" y="1566526"/>
                  </a:lnTo>
                  <a:lnTo>
                    <a:pt x="2638438" y="1547062"/>
                  </a:lnTo>
                  <a:lnTo>
                    <a:pt x="2648526" y="1563897"/>
                  </a:lnTo>
                  <a:lnTo>
                    <a:pt x="2656603" y="1571041"/>
                  </a:lnTo>
                  <a:lnTo>
                    <a:pt x="2672866" y="1574852"/>
                  </a:lnTo>
                  <a:lnTo>
                    <a:pt x="2703371" y="1568558"/>
                  </a:lnTo>
                  <a:lnTo>
                    <a:pt x="2713376" y="1575430"/>
                  </a:lnTo>
                  <a:lnTo>
                    <a:pt x="2705164" y="1587603"/>
                  </a:lnTo>
                  <a:lnTo>
                    <a:pt x="2697004" y="1596145"/>
                  </a:lnTo>
                  <a:lnTo>
                    <a:pt x="2686302" y="1597097"/>
                  </a:lnTo>
                  <a:lnTo>
                    <a:pt x="2676876" y="1599409"/>
                  </a:lnTo>
                  <a:lnTo>
                    <a:pt x="2674111" y="1605283"/>
                  </a:lnTo>
                  <a:lnTo>
                    <a:pt x="2667393" y="1605651"/>
                  </a:lnTo>
                  <a:lnTo>
                    <a:pt x="2656892" y="1606000"/>
                  </a:lnTo>
                  <a:lnTo>
                    <a:pt x="2640635" y="1606534"/>
                  </a:lnTo>
                  <a:lnTo>
                    <a:pt x="2631705" y="1605162"/>
                  </a:lnTo>
                  <a:lnTo>
                    <a:pt x="2619230" y="1617164"/>
                  </a:lnTo>
                  <a:lnTo>
                    <a:pt x="2614522" y="1618815"/>
                  </a:lnTo>
                  <a:lnTo>
                    <a:pt x="2607944" y="1616561"/>
                  </a:lnTo>
                  <a:lnTo>
                    <a:pt x="2605184" y="1606921"/>
                  </a:lnTo>
                  <a:lnTo>
                    <a:pt x="2602244" y="1602184"/>
                  </a:lnTo>
                  <a:lnTo>
                    <a:pt x="2602171" y="1620219"/>
                  </a:lnTo>
                  <a:lnTo>
                    <a:pt x="2603324" y="1625077"/>
                  </a:lnTo>
                  <a:lnTo>
                    <a:pt x="2605680" y="1628741"/>
                  </a:lnTo>
                  <a:lnTo>
                    <a:pt x="2591087" y="1638527"/>
                  </a:lnTo>
                  <a:lnTo>
                    <a:pt x="2577118" y="1650733"/>
                  </a:lnTo>
                  <a:lnTo>
                    <a:pt x="2572111" y="1654054"/>
                  </a:lnTo>
                  <a:lnTo>
                    <a:pt x="2566421" y="1660169"/>
                  </a:lnTo>
                  <a:lnTo>
                    <a:pt x="2554768" y="1677830"/>
                  </a:lnTo>
                  <a:lnTo>
                    <a:pt x="2551889" y="1690708"/>
                  </a:lnTo>
                  <a:lnTo>
                    <a:pt x="2547678" y="1705066"/>
                  </a:lnTo>
                  <a:lnTo>
                    <a:pt x="2547145" y="1698602"/>
                  </a:lnTo>
                  <a:lnTo>
                    <a:pt x="2547869" y="1687717"/>
                  </a:lnTo>
                  <a:lnTo>
                    <a:pt x="2544985" y="1675251"/>
                  </a:lnTo>
                  <a:lnTo>
                    <a:pt x="2543156" y="1698087"/>
                  </a:lnTo>
                  <a:lnTo>
                    <a:pt x="2538629" y="1708699"/>
                  </a:lnTo>
                  <a:lnTo>
                    <a:pt x="2497086" y="1707950"/>
                  </a:lnTo>
                  <a:lnTo>
                    <a:pt x="2478900" y="1713716"/>
                  </a:lnTo>
                  <a:lnTo>
                    <a:pt x="2450984" y="1733116"/>
                  </a:lnTo>
                  <a:lnTo>
                    <a:pt x="2442638" y="1741619"/>
                  </a:lnTo>
                  <a:lnTo>
                    <a:pt x="2419580" y="1774495"/>
                  </a:lnTo>
                  <a:lnTo>
                    <a:pt x="2413694" y="1795534"/>
                  </a:lnTo>
                  <a:lnTo>
                    <a:pt x="2408976" y="1786688"/>
                  </a:lnTo>
                  <a:lnTo>
                    <a:pt x="2410144" y="1780052"/>
                  </a:lnTo>
                  <a:lnTo>
                    <a:pt x="2410237" y="1774629"/>
                  </a:lnTo>
                  <a:lnTo>
                    <a:pt x="2404428" y="1786263"/>
                  </a:lnTo>
                  <a:lnTo>
                    <a:pt x="2409942" y="1803205"/>
                  </a:lnTo>
                  <a:lnTo>
                    <a:pt x="2404992" y="1809676"/>
                  </a:lnTo>
                  <a:lnTo>
                    <a:pt x="2389762" y="1821755"/>
                  </a:lnTo>
                  <a:lnTo>
                    <a:pt x="2381427" y="1823736"/>
                  </a:lnTo>
                  <a:lnTo>
                    <a:pt x="2372068" y="1827172"/>
                  </a:lnTo>
                  <a:lnTo>
                    <a:pt x="2369122" y="1839085"/>
                  </a:lnTo>
                  <a:lnTo>
                    <a:pt x="2356415" y="1850071"/>
                  </a:lnTo>
                  <a:lnTo>
                    <a:pt x="2349010" y="1854936"/>
                  </a:lnTo>
                  <a:lnTo>
                    <a:pt x="2335449" y="1851989"/>
                  </a:lnTo>
                  <a:lnTo>
                    <a:pt x="2339625" y="1862569"/>
                  </a:lnTo>
                  <a:lnTo>
                    <a:pt x="2334643" y="1870577"/>
                  </a:lnTo>
                  <a:lnTo>
                    <a:pt x="2326065" y="1876718"/>
                  </a:lnTo>
                  <a:lnTo>
                    <a:pt x="2315399" y="1880725"/>
                  </a:lnTo>
                  <a:lnTo>
                    <a:pt x="2309285" y="1880236"/>
                  </a:lnTo>
                  <a:lnTo>
                    <a:pt x="2304061" y="1882363"/>
                  </a:lnTo>
                  <a:lnTo>
                    <a:pt x="2299968" y="1887456"/>
                  </a:lnTo>
                  <a:lnTo>
                    <a:pt x="2289968" y="1892219"/>
                  </a:lnTo>
                  <a:lnTo>
                    <a:pt x="2279581" y="1889539"/>
                  </a:lnTo>
                  <a:lnTo>
                    <a:pt x="2267809" y="1887932"/>
                  </a:lnTo>
                  <a:lnTo>
                    <a:pt x="2261251" y="1890790"/>
                  </a:lnTo>
                  <a:lnTo>
                    <a:pt x="2272274" y="1895515"/>
                  </a:lnTo>
                  <a:lnTo>
                    <a:pt x="2278176" y="1902360"/>
                  </a:lnTo>
                  <a:lnTo>
                    <a:pt x="2276961" y="1911588"/>
                  </a:lnTo>
                  <a:lnTo>
                    <a:pt x="2274010" y="1915150"/>
                  </a:lnTo>
                  <a:lnTo>
                    <a:pt x="2267055" y="1919976"/>
                  </a:lnTo>
                  <a:lnTo>
                    <a:pt x="2264001" y="1919259"/>
                  </a:lnTo>
                  <a:lnTo>
                    <a:pt x="2262135" y="1914909"/>
                  </a:lnTo>
                  <a:lnTo>
                    <a:pt x="2259872" y="1905847"/>
                  </a:lnTo>
                  <a:lnTo>
                    <a:pt x="2256637" y="1907777"/>
                  </a:lnTo>
                  <a:lnTo>
                    <a:pt x="2256078" y="1912000"/>
                  </a:lnTo>
                  <a:lnTo>
                    <a:pt x="2253298" y="1913505"/>
                  </a:lnTo>
                  <a:lnTo>
                    <a:pt x="2243433" y="1899071"/>
                  </a:lnTo>
                  <a:lnTo>
                    <a:pt x="2243924" y="1910082"/>
                  </a:lnTo>
                  <a:lnTo>
                    <a:pt x="2247371" y="1918541"/>
                  </a:lnTo>
                  <a:lnTo>
                    <a:pt x="2250704" y="1922834"/>
                  </a:lnTo>
                  <a:lnTo>
                    <a:pt x="2254068" y="1925361"/>
                  </a:lnTo>
                  <a:lnTo>
                    <a:pt x="2254895" y="1929286"/>
                  </a:lnTo>
                  <a:lnTo>
                    <a:pt x="2248146" y="1938850"/>
                  </a:lnTo>
                  <a:lnTo>
                    <a:pt x="2244673" y="1940977"/>
                  </a:lnTo>
                  <a:lnTo>
                    <a:pt x="2238493" y="1942527"/>
                  </a:lnTo>
                  <a:lnTo>
                    <a:pt x="2235015" y="1948420"/>
                  </a:lnTo>
                  <a:lnTo>
                    <a:pt x="2236043" y="1953494"/>
                  </a:lnTo>
                  <a:lnTo>
                    <a:pt x="2230638" y="1964505"/>
                  </a:lnTo>
                  <a:lnTo>
                    <a:pt x="2217713" y="1971383"/>
                  </a:lnTo>
                  <a:lnTo>
                    <a:pt x="2213765" y="1971116"/>
                  </a:lnTo>
                  <a:lnTo>
                    <a:pt x="2210546" y="1973129"/>
                  </a:lnTo>
                  <a:lnTo>
                    <a:pt x="2212427" y="1978032"/>
                  </a:lnTo>
                  <a:lnTo>
                    <a:pt x="2215651" y="1981601"/>
                  </a:lnTo>
                  <a:lnTo>
                    <a:pt x="2215538" y="1984915"/>
                  </a:lnTo>
                  <a:lnTo>
                    <a:pt x="2212122" y="1989418"/>
                  </a:lnTo>
                  <a:lnTo>
                    <a:pt x="2205378" y="1990675"/>
                  </a:lnTo>
                  <a:lnTo>
                    <a:pt x="2201590" y="1995813"/>
                  </a:lnTo>
                  <a:lnTo>
                    <a:pt x="2202789" y="2000658"/>
                  </a:lnTo>
                  <a:lnTo>
                    <a:pt x="2205016" y="2003363"/>
                  </a:lnTo>
                  <a:lnTo>
                    <a:pt x="2204551" y="2008025"/>
                  </a:lnTo>
                  <a:lnTo>
                    <a:pt x="2196882" y="2012705"/>
                  </a:lnTo>
                  <a:lnTo>
                    <a:pt x="2195084" y="2017309"/>
                  </a:lnTo>
                  <a:lnTo>
                    <a:pt x="2198892" y="2018668"/>
                  </a:lnTo>
                  <a:lnTo>
                    <a:pt x="2201822" y="2017309"/>
                  </a:lnTo>
                  <a:lnTo>
                    <a:pt x="2203967" y="2018299"/>
                  </a:lnTo>
                  <a:lnTo>
                    <a:pt x="2199368" y="2025996"/>
                  </a:lnTo>
                  <a:lnTo>
                    <a:pt x="2195239" y="2030689"/>
                  </a:lnTo>
                  <a:lnTo>
                    <a:pt x="2191316" y="2039122"/>
                  </a:lnTo>
                  <a:lnTo>
                    <a:pt x="2182216" y="2041453"/>
                  </a:lnTo>
                  <a:lnTo>
                    <a:pt x="2182557" y="2044177"/>
                  </a:lnTo>
                  <a:lnTo>
                    <a:pt x="2187699" y="2046590"/>
                  </a:lnTo>
                  <a:lnTo>
                    <a:pt x="2192004" y="2053074"/>
                  </a:lnTo>
                  <a:lnTo>
                    <a:pt x="2183916" y="2065045"/>
                  </a:lnTo>
                  <a:lnTo>
                    <a:pt x="2178867" y="2064060"/>
                  </a:lnTo>
                  <a:lnTo>
                    <a:pt x="2175782" y="2061425"/>
                  </a:lnTo>
                  <a:lnTo>
                    <a:pt x="2173813" y="2070874"/>
                  </a:lnTo>
                  <a:lnTo>
                    <a:pt x="2174568" y="2075917"/>
                  </a:lnTo>
                  <a:lnTo>
                    <a:pt x="2172645" y="2086223"/>
                  </a:lnTo>
                  <a:lnTo>
                    <a:pt x="2169555" y="2098613"/>
                  </a:lnTo>
                  <a:lnTo>
                    <a:pt x="2167457" y="2103699"/>
                  </a:lnTo>
                  <a:lnTo>
                    <a:pt x="2167902" y="2113174"/>
                  </a:lnTo>
                  <a:lnTo>
                    <a:pt x="2169199" y="2122325"/>
                  </a:lnTo>
                  <a:lnTo>
                    <a:pt x="2174149" y="2134118"/>
                  </a:lnTo>
                  <a:lnTo>
                    <a:pt x="2181710" y="2182343"/>
                  </a:lnTo>
                  <a:lnTo>
                    <a:pt x="2186857" y="2199089"/>
                  </a:lnTo>
                  <a:lnTo>
                    <a:pt x="2196128" y="2244272"/>
                  </a:lnTo>
                  <a:lnTo>
                    <a:pt x="2211471" y="2288077"/>
                  </a:lnTo>
                  <a:lnTo>
                    <a:pt x="2233118" y="2341026"/>
                  </a:lnTo>
                  <a:lnTo>
                    <a:pt x="2268646" y="2405203"/>
                  </a:lnTo>
                  <a:lnTo>
                    <a:pt x="2272899" y="2414348"/>
                  </a:lnTo>
                  <a:lnTo>
                    <a:pt x="2268274" y="2422102"/>
                  </a:lnTo>
                  <a:lnTo>
                    <a:pt x="2266863" y="2430135"/>
                  </a:lnTo>
                  <a:lnTo>
                    <a:pt x="2266460" y="2442245"/>
                  </a:lnTo>
                  <a:lnTo>
                    <a:pt x="2267742" y="2454044"/>
                  </a:lnTo>
                  <a:lnTo>
                    <a:pt x="2271943" y="2468453"/>
                  </a:lnTo>
                  <a:lnTo>
                    <a:pt x="2280015" y="2490483"/>
                  </a:lnTo>
                  <a:lnTo>
                    <a:pt x="2275499" y="2486088"/>
                  </a:lnTo>
                  <a:lnTo>
                    <a:pt x="2263809" y="2454470"/>
                  </a:lnTo>
                  <a:lnTo>
                    <a:pt x="2262450" y="2435901"/>
                  </a:lnTo>
                  <a:lnTo>
                    <a:pt x="2264135" y="2409560"/>
                  </a:lnTo>
                  <a:lnTo>
                    <a:pt x="2261391" y="2410195"/>
                  </a:lnTo>
                  <a:lnTo>
                    <a:pt x="2259164" y="2418755"/>
                  </a:lnTo>
                  <a:lnTo>
                    <a:pt x="2257939" y="2428808"/>
                  </a:lnTo>
                  <a:lnTo>
                    <a:pt x="2254973" y="2432700"/>
                  </a:lnTo>
                  <a:lnTo>
                    <a:pt x="2250926" y="2417364"/>
                  </a:lnTo>
                  <a:lnTo>
                    <a:pt x="2251210" y="2410430"/>
                  </a:lnTo>
                  <a:lnTo>
                    <a:pt x="2255505" y="2402327"/>
                  </a:lnTo>
                  <a:lnTo>
                    <a:pt x="2254259" y="2399412"/>
                  </a:lnTo>
                  <a:lnTo>
                    <a:pt x="2247309" y="2395265"/>
                  </a:lnTo>
                  <a:lnTo>
                    <a:pt x="2245831" y="2388743"/>
                  </a:lnTo>
                  <a:lnTo>
                    <a:pt x="2246771" y="2382304"/>
                  </a:lnTo>
                  <a:lnTo>
                    <a:pt x="2242782" y="2378862"/>
                  </a:lnTo>
                  <a:lnTo>
                    <a:pt x="2239661" y="2379027"/>
                  </a:lnTo>
                  <a:lnTo>
                    <a:pt x="2241753" y="2394903"/>
                  </a:lnTo>
                  <a:lnTo>
                    <a:pt x="2245056" y="2404651"/>
                  </a:lnTo>
                  <a:lnTo>
                    <a:pt x="2249138" y="2428014"/>
                  </a:lnTo>
                  <a:lnTo>
                    <a:pt x="2255727" y="2442169"/>
                  </a:lnTo>
                  <a:lnTo>
                    <a:pt x="2259567" y="2454038"/>
                  </a:lnTo>
                  <a:lnTo>
                    <a:pt x="2304438" y="2580696"/>
                  </a:lnTo>
                  <a:lnTo>
                    <a:pt x="2315058" y="2596826"/>
                  </a:lnTo>
                  <a:lnTo>
                    <a:pt x="2318985" y="2608409"/>
                  </a:lnTo>
                  <a:lnTo>
                    <a:pt x="2323073" y="2632630"/>
                  </a:lnTo>
                  <a:lnTo>
                    <a:pt x="2323998" y="2663728"/>
                  </a:lnTo>
                  <a:lnTo>
                    <a:pt x="2316665" y="2720564"/>
                  </a:lnTo>
                  <a:lnTo>
                    <a:pt x="2314996" y="2759333"/>
                  </a:lnTo>
                  <a:lnTo>
                    <a:pt x="2313947" y="2758145"/>
                  </a:lnTo>
                  <a:lnTo>
                    <a:pt x="2313244" y="2754062"/>
                  </a:lnTo>
                  <a:lnTo>
                    <a:pt x="2311549" y="2753503"/>
                  </a:lnTo>
                  <a:lnTo>
                    <a:pt x="2305182" y="2771265"/>
                  </a:lnTo>
                  <a:lnTo>
                    <a:pt x="2296531" y="2787287"/>
                  </a:lnTo>
                  <a:lnTo>
                    <a:pt x="2293684" y="2812187"/>
                  </a:lnTo>
                  <a:lnTo>
                    <a:pt x="2289534" y="2824653"/>
                  </a:lnTo>
                  <a:lnTo>
                    <a:pt x="2277075" y="2837843"/>
                  </a:lnTo>
                  <a:lnTo>
                    <a:pt x="2269354" y="2837506"/>
                  </a:lnTo>
                  <a:lnTo>
                    <a:pt x="2250420" y="2847400"/>
                  </a:lnTo>
                  <a:lnTo>
                    <a:pt x="2237118" y="2844822"/>
                  </a:lnTo>
                  <a:lnTo>
                    <a:pt x="2221269" y="2850404"/>
                  </a:lnTo>
                  <a:lnTo>
                    <a:pt x="2210840" y="2849781"/>
                  </a:lnTo>
                  <a:lnTo>
                    <a:pt x="2204820" y="2838014"/>
                  </a:lnTo>
                  <a:lnTo>
                    <a:pt x="2205740" y="2832750"/>
                  </a:lnTo>
                  <a:lnTo>
                    <a:pt x="2208137" y="2827460"/>
                  </a:lnTo>
                  <a:lnTo>
                    <a:pt x="2212199" y="2826228"/>
                  </a:lnTo>
                  <a:lnTo>
                    <a:pt x="2226199" y="2838560"/>
                  </a:lnTo>
                  <a:lnTo>
                    <a:pt x="2228839" y="2833372"/>
                  </a:lnTo>
                  <a:lnTo>
                    <a:pt x="2224612" y="2827199"/>
                  </a:lnTo>
                  <a:lnTo>
                    <a:pt x="2216519" y="2823757"/>
                  </a:lnTo>
                  <a:lnTo>
                    <a:pt x="2210540" y="2819973"/>
                  </a:lnTo>
                  <a:lnTo>
                    <a:pt x="2198494" y="2791859"/>
                  </a:lnTo>
                  <a:lnTo>
                    <a:pt x="2186014" y="2772554"/>
                  </a:lnTo>
                  <a:lnTo>
                    <a:pt x="2183911" y="2759650"/>
                  </a:lnTo>
                  <a:lnTo>
                    <a:pt x="2162393" y="2751782"/>
                  </a:lnTo>
                  <a:lnTo>
                    <a:pt x="2146812" y="2739869"/>
                  </a:lnTo>
                  <a:lnTo>
                    <a:pt x="2136652" y="2718678"/>
                  </a:lnTo>
                  <a:lnTo>
                    <a:pt x="2130823" y="2681102"/>
                  </a:lnTo>
                  <a:lnTo>
                    <a:pt x="2123950" y="2676879"/>
                  </a:lnTo>
                  <a:lnTo>
                    <a:pt x="2121046" y="2673958"/>
                  </a:lnTo>
                  <a:lnTo>
                    <a:pt x="2127759" y="2660013"/>
                  </a:lnTo>
                  <a:lnTo>
                    <a:pt x="2134833" y="2648322"/>
                  </a:lnTo>
                  <a:lnTo>
                    <a:pt x="2129237" y="2651230"/>
                  </a:lnTo>
                  <a:lnTo>
                    <a:pt x="2125108" y="2655555"/>
                  </a:lnTo>
                  <a:lnTo>
                    <a:pt x="2119857" y="2665880"/>
                  </a:lnTo>
                  <a:lnTo>
                    <a:pt x="2116023" y="2667468"/>
                  </a:lnTo>
                  <a:lnTo>
                    <a:pt x="2112509" y="2665880"/>
                  </a:lnTo>
                  <a:lnTo>
                    <a:pt x="2108457" y="2646074"/>
                  </a:lnTo>
                  <a:lnTo>
                    <a:pt x="2109615" y="2621726"/>
                  </a:lnTo>
                  <a:lnTo>
                    <a:pt x="2115294" y="2612620"/>
                  </a:lnTo>
                  <a:lnTo>
                    <a:pt x="2106571" y="2612378"/>
                  </a:lnTo>
                  <a:lnTo>
                    <a:pt x="2097533" y="2615846"/>
                  </a:lnTo>
                  <a:lnTo>
                    <a:pt x="2098856" y="2623962"/>
                  </a:lnTo>
                  <a:lnTo>
                    <a:pt x="2097579" y="2628420"/>
                  </a:lnTo>
                  <a:lnTo>
                    <a:pt x="2090995" y="2627276"/>
                  </a:lnTo>
                  <a:lnTo>
                    <a:pt x="2086003" y="2624425"/>
                  </a:lnTo>
                  <a:lnTo>
                    <a:pt x="2079229" y="2615979"/>
                  </a:lnTo>
                  <a:lnTo>
                    <a:pt x="2069989" y="2599862"/>
                  </a:lnTo>
                  <a:lnTo>
                    <a:pt x="2051033" y="2555460"/>
                  </a:lnTo>
                  <a:lnTo>
                    <a:pt x="2047338" y="2549198"/>
                  </a:lnTo>
                  <a:lnTo>
                    <a:pt x="2041070" y="2542645"/>
                  </a:lnTo>
                  <a:lnTo>
                    <a:pt x="2044021" y="2540606"/>
                  </a:lnTo>
                  <a:lnTo>
                    <a:pt x="2049406" y="2539400"/>
                  </a:lnTo>
                  <a:lnTo>
                    <a:pt x="2061576" y="2519409"/>
                  </a:lnTo>
                  <a:lnTo>
                    <a:pt x="2071136" y="2507330"/>
                  </a:lnTo>
                  <a:lnTo>
                    <a:pt x="2074309" y="2498973"/>
                  </a:lnTo>
                  <a:lnTo>
                    <a:pt x="2073756" y="2495398"/>
                  </a:lnTo>
                  <a:lnTo>
                    <a:pt x="2069529" y="2490203"/>
                  </a:lnTo>
                  <a:lnTo>
                    <a:pt x="2063979" y="2494744"/>
                  </a:lnTo>
                  <a:lnTo>
                    <a:pt x="2061601" y="2493448"/>
                  </a:lnTo>
                  <a:lnTo>
                    <a:pt x="2055359" y="2482970"/>
                  </a:lnTo>
                  <a:lnTo>
                    <a:pt x="2049395" y="2480011"/>
                  </a:lnTo>
                  <a:lnTo>
                    <a:pt x="2045240" y="2482278"/>
                  </a:lnTo>
                  <a:lnTo>
                    <a:pt x="2049623" y="2490864"/>
                  </a:lnTo>
                  <a:lnTo>
                    <a:pt x="2053560" y="2494052"/>
                  </a:lnTo>
                  <a:lnTo>
                    <a:pt x="2052036" y="2506536"/>
                  </a:lnTo>
                  <a:lnTo>
                    <a:pt x="2050444" y="2510601"/>
                  </a:lnTo>
                  <a:lnTo>
                    <a:pt x="2046755" y="2514189"/>
                  </a:lnTo>
                  <a:lnTo>
                    <a:pt x="2040993" y="2512277"/>
                  </a:lnTo>
                  <a:lnTo>
                    <a:pt x="2038078" y="2515364"/>
                  </a:lnTo>
                  <a:lnTo>
                    <a:pt x="2034647" y="2512112"/>
                  </a:lnTo>
                  <a:lnTo>
                    <a:pt x="2031231" y="2506625"/>
                  </a:lnTo>
                  <a:lnTo>
                    <a:pt x="2027427" y="2497595"/>
                  </a:lnTo>
                  <a:lnTo>
                    <a:pt x="2037478" y="2446767"/>
                  </a:lnTo>
                  <a:lnTo>
                    <a:pt x="2046780" y="2414380"/>
                  </a:lnTo>
                  <a:lnTo>
                    <a:pt x="2047845" y="2377433"/>
                  </a:lnTo>
                  <a:lnTo>
                    <a:pt x="2048537" y="2371959"/>
                  </a:lnTo>
                  <a:lnTo>
                    <a:pt x="2047752" y="2362141"/>
                  </a:lnTo>
                  <a:lnTo>
                    <a:pt x="2035277" y="2340804"/>
                  </a:lnTo>
                  <a:lnTo>
                    <a:pt x="1980122" y="2288737"/>
                  </a:lnTo>
                  <a:lnTo>
                    <a:pt x="1937374" y="2227081"/>
                  </a:lnTo>
                  <a:lnTo>
                    <a:pt x="1900348" y="2203953"/>
                  </a:lnTo>
                  <a:lnTo>
                    <a:pt x="1872256" y="2209033"/>
                  </a:lnTo>
                  <a:lnTo>
                    <a:pt x="1867393" y="2213682"/>
                  </a:lnTo>
                  <a:lnTo>
                    <a:pt x="1865305" y="2219759"/>
                  </a:lnTo>
                  <a:lnTo>
                    <a:pt x="1867068" y="2226637"/>
                  </a:lnTo>
                  <a:lnTo>
                    <a:pt x="1864515" y="2229501"/>
                  </a:lnTo>
                  <a:lnTo>
                    <a:pt x="1856975" y="2229139"/>
                  </a:lnTo>
                  <a:lnTo>
                    <a:pt x="1846820" y="2230739"/>
                  </a:lnTo>
                  <a:lnTo>
                    <a:pt x="1820305" y="2246971"/>
                  </a:lnTo>
                  <a:lnTo>
                    <a:pt x="1810951" y="2246374"/>
                  </a:lnTo>
                  <a:lnTo>
                    <a:pt x="1802455" y="2250578"/>
                  </a:lnTo>
                  <a:lnTo>
                    <a:pt x="1796094" y="2253727"/>
                  </a:lnTo>
                  <a:lnTo>
                    <a:pt x="1779506" y="2255442"/>
                  </a:lnTo>
                  <a:lnTo>
                    <a:pt x="1765439" y="2259043"/>
                  </a:lnTo>
                  <a:lnTo>
                    <a:pt x="1759362" y="2257093"/>
                  </a:lnTo>
                  <a:lnTo>
                    <a:pt x="1755398" y="2247682"/>
                  </a:lnTo>
                  <a:lnTo>
                    <a:pt x="1755398" y="2237940"/>
                  </a:lnTo>
                  <a:lnTo>
                    <a:pt x="1758613" y="2245408"/>
                  </a:lnTo>
                  <a:lnTo>
                    <a:pt x="1763589" y="2251251"/>
                  </a:lnTo>
                  <a:lnTo>
                    <a:pt x="1765868" y="2248914"/>
                  </a:lnTo>
                  <a:lnTo>
                    <a:pt x="1766721" y="2243745"/>
                  </a:lnTo>
                  <a:lnTo>
                    <a:pt x="1761770" y="2233616"/>
                  </a:lnTo>
                  <a:lnTo>
                    <a:pt x="1745822" y="2220604"/>
                  </a:lnTo>
                  <a:lnTo>
                    <a:pt x="1727673" y="2201597"/>
                  </a:lnTo>
                  <a:lnTo>
                    <a:pt x="1733208" y="2202226"/>
                  </a:lnTo>
                  <a:lnTo>
                    <a:pt x="1734608" y="2198155"/>
                  </a:lnTo>
                  <a:lnTo>
                    <a:pt x="1728981" y="2192815"/>
                  </a:lnTo>
                  <a:lnTo>
                    <a:pt x="1731358" y="2186642"/>
                  </a:lnTo>
                  <a:lnTo>
                    <a:pt x="1735322" y="2180158"/>
                  </a:lnTo>
                  <a:lnTo>
                    <a:pt x="1727663" y="2181130"/>
                  </a:lnTo>
                  <a:lnTo>
                    <a:pt x="1720790" y="2185670"/>
                  </a:lnTo>
                  <a:lnTo>
                    <a:pt x="1720563" y="2191278"/>
                  </a:lnTo>
                  <a:lnTo>
                    <a:pt x="1719203" y="2195736"/>
                  </a:lnTo>
                  <a:lnTo>
                    <a:pt x="1715503" y="2195088"/>
                  </a:lnTo>
                  <a:lnTo>
                    <a:pt x="1708635" y="2189569"/>
                  </a:lnTo>
                  <a:lnTo>
                    <a:pt x="1674823" y="2174208"/>
                  </a:lnTo>
                  <a:lnTo>
                    <a:pt x="1645264" y="2165546"/>
                  </a:lnTo>
                  <a:lnTo>
                    <a:pt x="1667950" y="2161647"/>
                  </a:lnTo>
                  <a:lnTo>
                    <a:pt x="1680254" y="2164676"/>
                  </a:lnTo>
                  <a:lnTo>
                    <a:pt x="1678787" y="2160027"/>
                  </a:lnTo>
                  <a:lnTo>
                    <a:pt x="1675826" y="2157075"/>
                  </a:lnTo>
                  <a:lnTo>
                    <a:pt x="1666121" y="2153334"/>
                  </a:lnTo>
                  <a:lnTo>
                    <a:pt x="1653759" y="2154757"/>
                  </a:lnTo>
                  <a:lnTo>
                    <a:pt x="1645951" y="2152998"/>
                  </a:lnTo>
                  <a:lnTo>
                    <a:pt x="1637967" y="2156706"/>
                  </a:lnTo>
                  <a:lnTo>
                    <a:pt x="1629218" y="2162218"/>
                  </a:lnTo>
                  <a:lnTo>
                    <a:pt x="1621430" y="2165057"/>
                  </a:lnTo>
                  <a:lnTo>
                    <a:pt x="1590951" y="2169026"/>
                  </a:lnTo>
                  <a:lnTo>
                    <a:pt x="1566234" y="2173332"/>
                  </a:lnTo>
                  <a:lnTo>
                    <a:pt x="1570197" y="2168785"/>
                  </a:lnTo>
                  <a:lnTo>
                    <a:pt x="1574424" y="2165863"/>
                  </a:lnTo>
                  <a:lnTo>
                    <a:pt x="1589028" y="2161418"/>
                  </a:lnTo>
                  <a:lnTo>
                    <a:pt x="1591214" y="2152178"/>
                  </a:lnTo>
                  <a:lnTo>
                    <a:pt x="1587783" y="2143281"/>
                  </a:lnTo>
                  <a:lnTo>
                    <a:pt x="1583938" y="2145415"/>
                  </a:lnTo>
                  <a:lnTo>
                    <a:pt x="1579902" y="2152369"/>
                  </a:lnTo>
                  <a:lnTo>
                    <a:pt x="1574952" y="2147358"/>
                  </a:lnTo>
                  <a:lnTo>
                    <a:pt x="1569469" y="2147384"/>
                  </a:lnTo>
                  <a:lnTo>
                    <a:pt x="1567980" y="2158446"/>
                  </a:lnTo>
                  <a:lnTo>
                    <a:pt x="1560952" y="2165863"/>
                  </a:lnTo>
                  <a:lnTo>
                    <a:pt x="1557779" y="2173332"/>
                  </a:lnTo>
                  <a:lnTo>
                    <a:pt x="1537170" y="2179180"/>
                  </a:lnTo>
                  <a:lnTo>
                    <a:pt x="1534530" y="2177231"/>
                  </a:lnTo>
                  <a:lnTo>
                    <a:pt x="1540560" y="2170137"/>
                  </a:lnTo>
                  <a:lnTo>
                    <a:pt x="1540080" y="2166194"/>
                  </a:lnTo>
                  <a:lnTo>
                    <a:pt x="1533202" y="2169578"/>
                  </a:lnTo>
                  <a:lnTo>
                    <a:pt x="1521667" y="2183022"/>
                  </a:lnTo>
                  <a:lnTo>
                    <a:pt x="1481059" y="2187423"/>
                  </a:lnTo>
                  <a:lnTo>
                    <a:pt x="1483276" y="2184368"/>
                  </a:lnTo>
                  <a:lnTo>
                    <a:pt x="1491849" y="2183759"/>
                  </a:lnTo>
                  <a:lnTo>
                    <a:pt x="1503885" y="2179504"/>
                  </a:lnTo>
                  <a:lnTo>
                    <a:pt x="1501451" y="2172341"/>
                  </a:lnTo>
                  <a:lnTo>
                    <a:pt x="1496810" y="2164466"/>
                  </a:lnTo>
                  <a:lnTo>
                    <a:pt x="1492526" y="2163590"/>
                  </a:lnTo>
                  <a:lnTo>
                    <a:pt x="1489700" y="2158973"/>
                  </a:lnTo>
                  <a:lnTo>
                    <a:pt x="1489839" y="2144425"/>
                  </a:lnTo>
                  <a:lnTo>
                    <a:pt x="1487100" y="2135921"/>
                  </a:lnTo>
                  <a:lnTo>
                    <a:pt x="1480491" y="2127171"/>
                  </a:lnTo>
                  <a:lnTo>
                    <a:pt x="1478258" y="2128853"/>
                  </a:lnTo>
                  <a:lnTo>
                    <a:pt x="1473395" y="2143815"/>
                  </a:lnTo>
                  <a:lnTo>
                    <a:pt x="1469354" y="2163438"/>
                  </a:lnTo>
                  <a:lnTo>
                    <a:pt x="1467354" y="2169775"/>
                  </a:lnTo>
                  <a:lnTo>
                    <a:pt x="1455314" y="2170220"/>
                  </a:lnTo>
                  <a:lnTo>
                    <a:pt x="1444658" y="2168880"/>
                  </a:lnTo>
                  <a:lnTo>
                    <a:pt x="1408442" y="2171236"/>
                  </a:lnTo>
                  <a:lnTo>
                    <a:pt x="1394913" y="2164587"/>
                  </a:lnTo>
                  <a:lnTo>
                    <a:pt x="1389301" y="2163311"/>
                  </a:lnTo>
                  <a:lnTo>
                    <a:pt x="1385885" y="2163463"/>
                  </a:lnTo>
                  <a:lnTo>
                    <a:pt x="1370134" y="2169559"/>
                  </a:lnTo>
                  <a:lnTo>
                    <a:pt x="1352186" y="2174227"/>
                  </a:lnTo>
                  <a:lnTo>
                    <a:pt x="1347959" y="2172760"/>
                  </a:lnTo>
                  <a:lnTo>
                    <a:pt x="1341929" y="2172544"/>
                  </a:lnTo>
                  <a:lnTo>
                    <a:pt x="1328916" y="2188433"/>
                  </a:lnTo>
                  <a:lnTo>
                    <a:pt x="1313573" y="2195869"/>
                  </a:lnTo>
                  <a:lnTo>
                    <a:pt x="1274862" y="2182501"/>
                  </a:lnTo>
                  <a:lnTo>
                    <a:pt x="1265234" y="2171750"/>
                  </a:lnTo>
                  <a:lnTo>
                    <a:pt x="1256687" y="2169451"/>
                  </a:lnTo>
                  <a:lnTo>
                    <a:pt x="1246176" y="2168124"/>
                  </a:lnTo>
                  <a:lnTo>
                    <a:pt x="1234884" y="2181352"/>
                  </a:lnTo>
                  <a:lnTo>
                    <a:pt x="1226306" y="2199203"/>
                  </a:lnTo>
                  <a:lnTo>
                    <a:pt x="1239861" y="2208989"/>
                  </a:lnTo>
                  <a:lnTo>
                    <a:pt x="1251462" y="2213669"/>
                  </a:lnTo>
                  <a:lnTo>
                    <a:pt x="1270635" y="2209745"/>
                  </a:lnTo>
                  <a:lnTo>
                    <a:pt x="1281234" y="2201083"/>
                  </a:lnTo>
                  <a:lnTo>
                    <a:pt x="1289890" y="2201368"/>
                  </a:lnTo>
                  <a:lnTo>
                    <a:pt x="1294029" y="2199609"/>
                  </a:lnTo>
                  <a:lnTo>
                    <a:pt x="1297806" y="2195088"/>
                  </a:lnTo>
                  <a:lnTo>
                    <a:pt x="1305207" y="2198657"/>
                  </a:lnTo>
                  <a:lnTo>
                    <a:pt x="1305470" y="2202232"/>
                  </a:lnTo>
                  <a:lnTo>
                    <a:pt x="1300215" y="2207268"/>
                  </a:lnTo>
                  <a:lnTo>
                    <a:pt x="1293595" y="2211510"/>
                  </a:lnTo>
                  <a:lnTo>
                    <a:pt x="1289579" y="2216508"/>
                  </a:lnTo>
                  <a:lnTo>
                    <a:pt x="1297135" y="2226580"/>
                  </a:lnTo>
                  <a:lnTo>
                    <a:pt x="1309000" y="2229964"/>
                  </a:lnTo>
                  <a:lnTo>
                    <a:pt x="1313465" y="2228504"/>
                  </a:lnTo>
                  <a:lnTo>
                    <a:pt x="1316229" y="2217181"/>
                  </a:lnTo>
                  <a:lnTo>
                    <a:pt x="1323526" y="2209891"/>
                  </a:lnTo>
                  <a:lnTo>
                    <a:pt x="1333443" y="2211466"/>
                  </a:lnTo>
                  <a:lnTo>
                    <a:pt x="1332032" y="2216038"/>
                  </a:lnTo>
                  <a:lnTo>
                    <a:pt x="1333422" y="2220356"/>
                  </a:lnTo>
                  <a:lnTo>
                    <a:pt x="1337980" y="2227729"/>
                  </a:lnTo>
                  <a:lnTo>
                    <a:pt x="1337458" y="2238290"/>
                  </a:lnTo>
                  <a:lnTo>
                    <a:pt x="1338342" y="2240836"/>
                  </a:lnTo>
                  <a:lnTo>
                    <a:pt x="1327655" y="2245497"/>
                  </a:lnTo>
                  <a:lnTo>
                    <a:pt x="1319692" y="2247079"/>
                  </a:lnTo>
                  <a:lnTo>
                    <a:pt x="1313320" y="2253181"/>
                  </a:lnTo>
                  <a:lnTo>
                    <a:pt x="1316658" y="2256725"/>
                  </a:lnTo>
                  <a:lnTo>
                    <a:pt x="1310168" y="2259837"/>
                  </a:lnTo>
                  <a:lnTo>
                    <a:pt x="1305780" y="2258592"/>
                  </a:lnTo>
                  <a:lnTo>
                    <a:pt x="1303574" y="2259741"/>
                  </a:lnTo>
                  <a:lnTo>
                    <a:pt x="1302912" y="2263488"/>
                  </a:lnTo>
                  <a:lnTo>
                    <a:pt x="1299558" y="2266968"/>
                  </a:lnTo>
                  <a:lnTo>
                    <a:pt x="1304437" y="2277453"/>
                  </a:lnTo>
                  <a:lnTo>
                    <a:pt x="1314436" y="2284298"/>
                  </a:lnTo>
                  <a:lnTo>
                    <a:pt x="1321490" y="2292878"/>
                  </a:lnTo>
                  <a:lnTo>
                    <a:pt x="1349851" y="2304175"/>
                  </a:lnTo>
                  <a:lnTo>
                    <a:pt x="1356724" y="2303851"/>
                  </a:lnTo>
                  <a:lnTo>
                    <a:pt x="1363488" y="2315225"/>
                  </a:lnTo>
                  <a:lnTo>
                    <a:pt x="1368940" y="2319136"/>
                  </a:lnTo>
                  <a:lnTo>
                    <a:pt x="1374191" y="2321124"/>
                  </a:lnTo>
                  <a:lnTo>
                    <a:pt x="1373591" y="2328948"/>
                  </a:lnTo>
                  <a:lnTo>
                    <a:pt x="1364263" y="2334676"/>
                  </a:lnTo>
                  <a:lnTo>
                    <a:pt x="1361742" y="2341509"/>
                  </a:lnTo>
                  <a:lnTo>
                    <a:pt x="1359395" y="2345351"/>
                  </a:lnTo>
                  <a:lnTo>
                    <a:pt x="1355189" y="2340486"/>
                  </a:lnTo>
                  <a:lnTo>
                    <a:pt x="1350869" y="2336962"/>
                  </a:lnTo>
                  <a:lnTo>
                    <a:pt x="1340869" y="2347681"/>
                  </a:lnTo>
                  <a:lnTo>
                    <a:pt x="1336048" y="2349936"/>
                  </a:lnTo>
                  <a:lnTo>
                    <a:pt x="1338440" y="2338378"/>
                  </a:lnTo>
                  <a:lnTo>
                    <a:pt x="1334663" y="2333850"/>
                  </a:lnTo>
                  <a:lnTo>
                    <a:pt x="1328952" y="2322261"/>
                  </a:lnTo>
                  <a:lnTo>
                    <a:pt x="1320632" y="2315091"/>
                  </a:lnTo>
                  <a:lnTo>
                    <a:pt x="1314772" y="2312716"/>
                  </a:lnTo>
                  <a:lnTo>
                    <a:pt x="1310209" y="2308182"/>
                  </a:lnTo>
                  <a:lnTo>
                    <a:pt x="1304685" y="2306347"/>
                  </a:lnTo>
                  <a:lnTo>
                    <a:pt x="1299972" y="2306817"/>
                  </a:lnTo>
                  <a:lnTo>
                    <a:pt x="1291993" y="2304175"/>
                  </a:lnTo>
                  <a:lnTo>
                    <a:pt x="1291466" y="2298009"/>
                  </a:lnTo>
                  <a:lnTo>
                    <a:pt x="1289254" y="2293392"/>
                  </a:lnTo>
                  <a:lnTo>
                    <a:pt x="1283011" y="2287943"/>
                  </a:lnTo>
                  <a:lnTo>
                    <a:pt x="1253183" y="2277649"/>
                  </a:lnTo>
                  <a:lnTo>
                    <a:pt x="1253002" y="2281910"/>
                  </a:lnTo>
                  <a:lnTo>
                    <a:pt x="1255069" y="2285117"/>
                  </a:lnTo>
                  <a:lnTo>
                    <a:pt x="1259353" y="2287251"/>
                  </a:lnTo>
                  <a:lnTo>
                    <a:pt x="1264480" y="2291404"/>
                  </a:lnTo>
                  <a:lnTo>
                    <a:pt x="1264433" y="2303705"/>
                  </a:lnTo>
                  <a:lnTo>
                    <a:pt x="1262216" y="2308912"/>
                  </a:lnTo>
                  <a:lnTo>
                    <a:pt x="1261265" y="2316330"/>
                  </a:lnTo>
                  <a:lnTo>
                    <a:pt x="1259291" y="2323868"/>
                  </a:lnTo>
                  <a:lnTo>
                    <a:pt x="1255643" y="2329811"/>
                  </a:lnTo>
                  <a:lnTo>
                    <a:pt x="1247499" y="2333863"/>
                  </a:lnTo>
                  <a:lnTo>
                    <a:pt x="1243907" y="2330472"/>
                  </a:lnTo>
                  <a:lnTo>
                    <a:pt x="1238099" y="2314240"/>
                  </a:lnTo>
                  <a:lnTo>
                    <a:pt x="1229887" y="2309128"/>
                  </a:lnTo>
                  <a:lnTo>
                    <a:pt x="1216839" y="2308525"/>
                  </a:lnTo>
                  <a:lnTo>
                    <a:pt x="1207976" y="2312195"/>
                  </a:lnTo>
                  <a:lnTo>
                    <a:pt x="1198317" y="2327919"/>
                  </a:lnTo>
                  <a:lnTo>
                    <a:pt x="1190535" y="2330491"/>
                  </a:lnTo>
                  <a:lnTo>
                    <a:pt x="1163895" y="2322343"/>
                  </a:lnTo>
                  <a:lnTo>
                    <a:pt x="1133478" y="2309928"/>
                  </a:lnTo>
                  <a:lnTo>
                    <a:pt x="1134263" y="2305794"/>
                  </a:lnTo>
                  <a:lnTo>
                    <a:pt x="1139049" y="2304467"/>
                  </a:lnTo>
                  <a:lnTo>
                    <a:pt x="1148227" y="2306163"/>
                  </a:lnTo>
                  <a:lnTo>
                    <a:pt x="1147741" y="2301902"/>
                  </a:lnTo>
                  <a:lnTo>
                    <a:pt x="1138361" y="2288032"/>
                  </a:lnTo>
                  <a:lnTo>
                    <a:pt x="1136641" y="2281771"/>
                  </a:lnTo>
                  <a:lnTo>
                    <a:pt x="1137850" y="2274131"/>
                  </a:lnTo>
                  <a:lnTo>
                    <a:pt x="1134791" y="2274303"/>
                  </a:lnTo>
                  <a:lnTo>
                    <a:pt x="1129158" y="2280717"/>
                  </a:lnTo>
                  <a:lnTo>
                    <a:pt x="1109763" y="2275281"/>
                  </a:lnTo>
                  <a:lnTo>
                    <a:pt x="1104410" y="2268784"/>
                  </a:lnTo>
                  <a:lnTo>
                    <a:pt x="1093015" y="2250476"/>
                  </a:lnTo>
                  <a:lnTo>
                    <a:pt x="1076933" y="2249879"/>
                  </a:lnTo>
                  <a:lnTo>
                    <a:pt x="1069657" y="2238779"/>
                  </a:lnTo>
                  <a:lnTo>
                    <a:pt x="1056515" y="2243427"/>
                  </a:lnTo>
                  <a:lnTo>
                    <a:pt x="1049859" y="2248571"/>
                  </a:lnTo>
                  <a:lnTo>
                    <a:pt x="1044009" y="2256541"/>
                  </a:lnTo>
                  <a:lnTo>
                    <a:pt x="1046288" y="2260675"/>
                  </a:lnTo>
                  <a:lnTo>
                    <a:pt x="1052117" y="2267241"/>
                  </a:lnTo>
                  <a:lnTo>
                    <a:pt x="1049456" y="2270410"/>
                  </a:lnTo>
                  <a:lnTo>
                    <a:pt x="1030744" y="2275090"/>
                  </a:lnTo>
                  <a:lnTo>
                    <a:pt x="987304" y="2269857"/>
                  </a:lnTo>
                  <a:lnTo>
                    <a:pt x="974601" y="2264968"/>
                  </a:lnTo>
                  <a:lnTo>
                    <a:pt x="957553" y="2254629"/>
                  </a:lnTo>
                  <a:lnTo>
                    <a:pt x="933921" y="2246202"/>
                  </a:lnTo>
                  <a:lnTo>
                    <a:pt x="922542" y="2244843"/>
                  </a:lnTo>
                  <a:lnTo>
                    <a:pt x="911400" y="2246513"/>
                  </a:lnTo>
                  <a:lnTo>
                    <a:pt x="878978" y="2247377"/>
                  </a:lnTo>
                  <a:lnTo>
                    <a:pt x="871454" y="2249619"/>
                  </a:lnTo>
                  <a:lnTo>
                    <a:pt x="865046" y="2253200"/>
                  </a:lnTo>
                  <a:lnTo>
                    <a:pt x="860891" y="2249238"/>
                  </a:lnTo>
                  <a:lnTo>
                    <a:pt x="858968" y="2242163"/>
                  </a:lnTo>
                  <a:lnTo>
                    <a:pt x="862731" y="2241014"/>
                  </a:lnTo>
                  <a:lnTo>
                    <a:pt x="866916" y="2236854"/>
                  </a:lnTo>
                  <a:lnTo>
                    <a:pt x="870694" y="2228631"/>
                  </a:lnTo>
                  <a:lnTo>
                    <a:pt x="871123" y="2223658"/>
                  </a:lnTo>
                  <a:lnTo>
                    <a:pt x="868482" y="2220413"/>
                  </a:lnTo>
                  <a:lnTo>
                    <a:pt x="863459" y="2220089"/>
                  </a:lnTo>
                  <a:lnTo>
                    <a:pt x="852364" y="2241516"/>
                  </a:lnTo>
                  <a:lnTo>
                    <a:pt x="858705" y="2253524"/>
                  </a:lnTo>
                  <a:lnTo>
                    <a:pt x="858271" y="2257855"/>
                  </a:lnTo>
                  <a:lnTo>
                    <a:pt x="836132" y="2260319"/>
                  </a:lnTo>
                  <a:lnTo>
                    <a:pt x="785881" y="2284495"/>
                  </a:lnTo>
                  <a:lnTo>
                    <a:pt x="766285" y="2297532"/>
                  </a:lnTo>
                  <a:lnTo>
                    <a:pt x="767288" y="2293144"/>
                  </a:lnTo>
                  <a:lnTo>
                    <a:pt x="790982" y="2276246"/>
                  </a:lnTo>
                  <a:lnTo>
                    <a:pt x="782615" y="2273661"/>
                  </a:lnTo>
                  <a:lnTo>
                    <a:pt x="769143" y="2277884"/>
                  </a:lnTo>
                  <a:lnTo>
                    <a:pt x="764311" y="2276259"/>
                  </a:lnTo>
                  <a:lnTo>
                    <a:pt x="770016" y="2262288"/>
                  </a:lnTo>
                  <a:lnTo>
                    <a:pt x="768156" y="2249968"/>
                  </a:lnTo>
                  <a:lnTo>
                    <a:pt x="758591" y="2249631"/>
                  </a:lnTo>
                  <a:lnTo>
                    <a:pt x="752498" y="2259468"/>
                  </a:lnTo>
                  <a:lnTo>
                    <a:pt x="748265" y="2259049"/>
                  </a:lnTo>
                  <a:lnTo>
                    <a:pt x="742720" y="2254832"/>
                  </a:lnTo>
                  <a:lnTo>
                    <a:pt x="738426" y="2256166"/>
                  </a:lnTo>
                  <a:lnTo>
                    <a:pt x="741604" y="2278456"/>
                  </a:lnTo>
                  <a:lnTo>
                    <a:pt x="747630" y="2287626"/>
                  </a:lnTo>
                  <a:lnTo>
                    <a:pt x="752668" y="2299317"/>
                  </a:lnTo>
                  <a:lnTo>
                    <a:pt x="738907" y="2313764"/>
                  </a:lnTo>
                  <a:lnTo>
                    <a:pt x="726127" y="2325684"/>
                  </a:lnTo>
                  <a:lnTo>
                    <a:pt x="724742" y="2337203"/>
                  </a:lnTo>
                  <a:lnTo>
                    <a:pt x="711900" y="2352209"/>
                  </a:lnTo>
                  <a:lnTo>
                    <a:pt x="699818" y="2360719"/>
                  </a:lnTo>
                  <a:lnTo>
                    <a:pt x="671432" y="2380723"/>
                  </a:lnTo>
                  <a:lnTo>
                    <a:pt x="663334" y="2385003"/>
                  </a:lnTo>
                  <a:lnTo>
                    <a:pt x="650523" y="2394287"/>
                  </a:lnTo>
                  <a:lnTo>
                    <a:pt x="632849" y="2401247"/>
                  </a:lnTo>
                  <a:lnTo>
                    <a:pt x="615904" y="2412297"/>
                  </a:lnTo>
                  <a:lnTo>
                    <a:pt x="610189" y="2413973"/>
                  </a:lnTo>
                  <a:lnTo>
                    <a:pt x="621010" y="2404619"/>
                  </a:lnTo>
                  <a:lnTo>
                    <a:pt x="633842" y="2395379"/>
                  </a:lnTo>
                  <a:lnTo>
                    <a:pt x="622834" y="2396643"/>
                  </a:lnTo>
                  <a:lnTo>
                    <a:pt x="605869" y="2392363"/>
                  </a:lnTo>
                  <a:lnTo>
                    <a:pt x="595487" y="2392115"/>
                  </a:lnTo>
                  <a:lnTo>
                    <a:pt x="595414" y="2395487"/>
                  </a:lnTo>
                  <a:lnTo>
                    <a:pt x="587518" y="2400250"/>
                  </a:lnTo>
                  <a:lnTo>
                    <a:pt x="579338" y="2393252"/>
                  </a:lnTo>
                  <a:lnTo>
                    <a:pt x="575772" y="2388546"/>
                  </a:lnTo>
                  <a:lnTo>
                    <a:pt x="574082" y="2384482"/>
                  </a:lnTo>
                  <a:lnTo>
                    <a:pt x="570609" y="2383498"/>
                  </a:lnTo>
                  <a:lnTo>
                    <a:pt x="567271" y="2385384"/>
                  </a:lnTo>
                  <a:lnTo>
                    <a:pt x="579482" y="2414005"/>
                  </a:lnTo>
                  <a:lnTo>
                    <a:pt x="584686" y="2415243"/>
                  </a:lnTo>
                  <a:lnTo>
                    <a:pt x="590443" y="2418088"/>
                  </a:lnTo>
                  <a:lnTo>
                    <a:pt x="583275" y="2424756"/>
                  </a:lnTo>
                  <a:lnTo>
                    <a:pt x="575560" y="2429817"/>
                  </a:lnTo>
                  <a:lnTo>
                    <a:pt x="563426" y="2433177"/>
                  </a:lnTo>
                  <a:lnTo>
                    <a:pt x="553142" y="2422730"/>
                  </a:lnTo>
                  <a:lnTo>
                    <a:pt x="550915" y="2435838"/>
                  </a:lnTo>
                  <a:lnTo>
                    <a:pt x="549613" y="2448926"/>
                  </a:lnTo>
                  <a:lnTo>
                    <a:pt x="546161" y="2452285"/>
                  </a:lnTo>
                  <a:lnTo>
                    <a:pt x="540647" y="2457073"/>
                  </a:lnTo>
                  <a:lnTo>
                    <a:pt x="537655" y="2453460"/>
                  </a:lnTo>
                  <a:lnTo>
                    <a:pt x="536234" y="2448399"/>
                  </a:lnTo>
                  <a:lnTo>
                    <a:pt x="532704" y="2452914"/>
                  </a:lnTo>
                  <a:lnTo>
                    <a:pt x="527536" y="2456305"/>
                  </a:lnTo>
                  <a:lnTo>
                    <a:pt x="519010" y="2456984"/>
                  </a:lnTo>
                  <a:lnTo>
                    <a:pt x="512612" y="2458794"/>
                  </a:lnTo>
                  <a:lnTo>
                    <a:pt x="512762" y="2464217"/>
                  </a:lnTo>
                  <a:lnTo>
                    <a:pt x="514224" y="2469666"/>
                  </a:lnTo>
                  <a:lnTo>
                    <a:pt x="525542" y="2465361"/>
                  </a:lnTo>
                  <a:lnTo>
                    <a:pt x="521438" y="2479376"/>
                  </a:lnTo>
                  <a:lnTo>
                    <a:pt x="511031" y="2493226"/>
                  </a:lnTo>
                  <a:lnTo>
                    <a:pt x="502550" y="2496497"/>
                  </a:lnTo>
                  <a:lnTo>
                    <a:pt x="489579" y="2494471"/>
                  </a:lnTo>
                  <a:lnTo>
                    <a:pt x="486375" y="2495861"/>
                  </a:lnTo>
                  <a:lnTo>
                    <a:pt x="483507" y="2498738"/>
                  </a:lnTo>
                  <a:lnTo>
                    <a:pt x="498618" y="2520406"/>
                  </a:lnTo>
                  <a:lnTo>
                    <a:pt x="488908" y="2553085"/>
                  </a:lnTo>
                  <a:lnTo>
                    <a:pt x="482701" y="2564928"/>
                  </a:lnTo>
                  <a:lnTo>
                    <a:pt x="478396" y="2566446"/>
                  </a:lnTo>
                  <a:lnTo>
                    <a:pt x="473730" y="2566789"/>
                  </a:lnTo>
                  <a:lnTo>
                    <a:pt x="456981" y="2556260"/>
                  </a:lnTo>
                  <a:lnTo>
                    <a:pt x="447845" y="2548119"/>
                  </a:lnTo>
                  <a:lnTo>
                    <a:pt x="455896" y="2570275"/>
                  </a:lnTo>
                  <a:lnTo>
                    <a:pt x="477833" y="2576746"/>
                  </a:lnTo>
                  <a:lnTo>
                    <a:pt x="478955" y="2585129"/>
                  </a:lnTo>
                  <a:lnTo>
                    <a:pt x="478831" y="2592292"/>
                  </a:lnTo>
                  <a:lnTo>
                    <a:pt x="474510" y="2600700"/>
                  </a:lnTo>
                  <a:lnTo>
                    <a:pt x="470469" y="2611870"/>
                  </a:lnTo>
                  <a:lnTo>
                    <a:pt x="473451" y="2619650"/>
                  </a:lnTo>
                  <a:lnTo>
                    <a:pt x="476913" y="2638885"/>
                  </a:lnTo>
                  <a:lnTo>
                    <a:pt x="479874" y="2647712"/>
                  </a:lnTo>
                  <a:lnTo>
                    <a:pt x="483130" y="2674492"/>
                  </a:lnTo>
                  <a:lnTo>
                    <a:pt x="486592" y="2686106"/>
                  </a:lnTo>
                  <a:lnTo>
                    <a:pt x="506535" y="2728851"/>
                  </a:lnTo>
                  <a:lnTo>
                    <a:pt x="513258" y="2729181"/>
                  </a:lnTo>
                  <a:lnTo>
                    <a:pt x="514338" y="2733811"/>
                  </a:lnTo>
                  <a:lnTo>
                    <a:pt x="513697" y="2742688"/>
                  </a:lnTo>
                  <a:lnTo>
                    <a:pt x="499352" y="2745273"/>
                  </a:lnTo>
                  <a:lnTo>
                    <a:pt x="493331" y="2749229"/>
                  </a:lnTo>
                  <a:lnTo>
                    <a:pt x="492158" y="2752665"/>
                  </a:lnTo>
                  <a:lnTo>
                    <a:pt x="491269" y="2754519"/>
                  </a:lnTo>
                  <a:lnTo>
                    <a:pt x="489419" y="2754348"/>
                  </a:lnTo>
                  <a:lnTo>
                    <a:pt x="482577" y="2751877"/>
                  </a:lnTo>
                  <a:lnTo>
                    <a:pt x="467022" y="2739735"/>
                  </a:lnTo>
                  <a:lnTo>
                    <a:pt x="444357" y="2732210"/>
                  </a:lnTo>
                  <a:lnTo>
                    <a:pt x="414575" y="2729295"/>
                  </a:lnTo>
                  <a:lnTo>
                    <a:pt x="394230" y="2723218"/>
                  </a:lnTo>
                  <a:lnTo>
                    <a:pt x="383321" y="2713959"/>
                  </a:lnTo>
                  <a:lnTo>
                    <a:pt x="371916" y="2708473"/>
                  </a:lnTo>
                  <a:lnTo>
                    <a:pt x="360019" y="2706745"/>
                  </a:lnTo>
                  <a:lnTo>
                    <a:pt x="350165" y="2701722"/>
                  </a:lnTo>
                  <a:lnTo>
                    <a:pt x="342351" y="2693403"/>
                  </a:lnTo>
                  <a:lnTo>
                    <a:pt x="330925" y="2688094"/>
                  </a:lnTo>
                  <a:lnTo>
                    <a:pt x="315887" y="2685789"/>
                  </a:lnTo>
                  <a:lnTo>
                    <a:pt x="306099" y="2679553"/>
                  </a:lnTo>
                  <a:lnTo>
                    <a:pt x="299293" y="2664306"/>
                  </a:lnTo>
                  <a:lnTo>
                    <a:pt x="299262" y="2664077"/>
                  </a:lnTo>
                  <a:lnTo>
                    <a:pt x="293170" y="2638586"/>
                  </a:lnTo>
                  <a:lnTo>
                    <a:pt x="285496" y="2622615"/>
                  </a:lnTo>
                  <a:lnTo>
                    <a:pt x="270561" y="2602853"/>
                  </a:lnTo>
                  <a:lnTo>
                    <a:pt x="269186" y="2600249"/>
                  </a:lnTo>
                  <a:lnTo>
                    <a:pt x="269062" y="2596998"/>
                  </a:lnTo>
                  <a:lnTo>
                    <a:pt x="270912" y="2585497"/>
                  </a:lnTo>
                  <a:lnTo>
                    <a:pt x="269336" y="2577229"/>
                  </a:lnTo>
                  <a:lnTo>
                    <a:pt x="264608" y="2570491"/>
                  </a:lnTo>
                  <a:lnTo>
                    <a:pt x="263522" y="2563360"/>
                  </a:lnTo>
                  <a:lnTo>
                    <a:pt x="266086" y="2555854"/>
                  </a:lnTo>
                  <a:lnTo>
                    <a:pt x="266251" y="2546836"/>
                  </a:lnTo>
                  <a:lnTo>
                    <a:pt x="264024" y="2536307"/>
                  </a:lnTo>
                  <a:lnTo>
                    <a:pt x="254500" y="2524921"/>
                  </a:lnTo>
                  <a:lnTo>
                    <a:pt x="237679" y="2512690"/>
                  </a:lnTo>
                  <a:lnTo>
                    <a:pt x="223349" y="2494826"/>
                  </a:lnTo>
                  <a:lnTo>
                    <a:pt x="211520" y="2471343"/>
                  </a:lnTo>
                  <a:lnTo>
                    <a:pt x="199820" y="2455073"/>
                  </a:lnTo>
                  <a:lnTo>
                    <a:pt x="188249" y="2446011"/>
                  </a:lnTo>
                  <a:lnTo>
                    <a:pt x="180338" y="2434949"/>
                  </a:lnTo>
                  <a:lnTo>
                    <a:pt x="176079" y="2421886"/>
                  </a:lnTo>
                  <a:lnTo>
                    <a:pt x="174824" y="2414303"/>
                  </a:lnTo>
                  <a:lnTo>
                    <a:pt x="176560" y="2412208"/>
                  </a:lnTo>
                  <a:lnTo>
                    <a:pt x="169449" y="2397684"/>
                  </a:lnTo>
                  <a:lnTo>
                    <a:pt x="153491" y="2370746"/>
                  </a:lnTo>
                  <a:lnTo>
                    <a:pt x="144324" y="2351047"/>
                  </a:lnTo>
                  <a:lnTo>
                    <a:pt x="141962" y="2338594"/>
                  </a:lnTo>
                  <a:lnTo>
                    <a:pt x="131807" y="2323772"/>
                  </a:lnTo>
                  <a:lnTo>
                    <a:pt x="113865" y="2306582"/>
                  </a:lnTo>
                  <a:lnTo>
                    <a:pt x="104108" y="2295399"/>
                  </a:lnTo>
                  <a:lnTo>
                    <a:pt x="101711" y="2287632"/>
                  </a:lnTo>
                  <a:lnTo>
                    <a:pt x="73712" y="2265044"/>
                  </a:lnTo>
                  <a:lnTo>
                    <a:pt x="65578" y="2250933"/>
                  </a:lnTo>
                  <a:lnTo>
                    <a:pt x="59227" y="2246475"/>
                  </a:lnTo>
                  <a:lnTo>
                    <a:pt x="51935" y="2246958"/>
                  </a:lnTo>
                  <a:lnTo>
                    <a:pt x="48194" y="2245605"/>
                  </a:lnTo>
                  <a:lnTo>
                    <a:pt x="48008" y="2242417"/>
                  </a:lnTo>
                  <a:lnTo>
                    <a:pt x="45646" y="2242265"/>
                  </a:lnTo>
                  <a:lnTo>
                    <a:pt x="41104" y="2245161"/>
                  </a:lnTo>
                  <a:lnTo>
                    <a:pt x="26210" y="2245745"/>
                  </a:lnTo>
                  <a:lnTo>
                    <a:pt x="961" y="2244024"/>
                  </a:lnTo>
                  <a:lnTo>
                    <a:pt x="0" y="2243821"/>
                  </a:lnTo>
                  <a:lnTo>
                    <a:pt x="0" y="0"/>
                  </a:lnTo>
                  <a:lnTo>
                    <a:pt x="1773799" y="0"/>
                  </a:lnTo>
                  <a:lnTo>
                    <a:pt x="1791779" y="9112"/>
                  </a:lnTo>
                  <a:lnTo>
                    <a:pt x="1812321" y="19521"/>
                  </a:lnTo>
                  <a:lnTo>
                    <a:pt x="1817499" y="36825"/>
                  </a:lnTo>
                  <a:lnTo>
                    <a:pt x="1822542" y="53673"/>
                  </a:lnTo>
                  <a:lnTo>
                    <a:pt x="1834568" y="65904"/>
                  </a:lnTo>
                  <a:lnTo>
                    <a:pt x="1845575" y="77074"/>
                  </a:lnTo>
                  <a:lnTo>
                    <a:pt x="1851947" y="76490"/>
                  </a:lnTo>
                  <a:lnTo>
                    <a:pt x="1858412" y="71772"/>
                  </a:lnTo>
                  <a:lnTo>
                    <a:pt x="1862515" y="69498"/>
                  </a:lnTo>
                  <a:lnTo>
                    <a:pt x="1869393" y="69123"/>
                  </a:lnTo>
                  <a:lnTo>
                    <a:pt x="1884690" y="65085"/>
                  </a:lnTo>
                  <a:lnTo>
                    <a:pt x="1889211" y="65967"/>
                  </a:lnTo>
                  <a:lnTo>
                    <a:pt x="1891780" y="67987"/>
                  </a:lnTo>
                  <a:lnTo>
                    <a:pt x="1891992" y="71149"/>
                  </a:lnTo>
                  <a:lnTo>
                    <a:pt x="1891470" y="73664"/>
                  </a:lnTo>
                  <a:lnTo>
                    <a:pt x="1889103" y="78713"/>
                  </a:lnTo>
                  <a:lnTo>
                    <a:pt x="1892839" y="88333"/>
                  </a:lnTo>
                  <a:lnTo>
                    <a:pt x="1893625" y="99021"/>
                  </a:lnTo>
                  <a:lnTo>
                    <a:pt x="1895676" y="107099"/>
                  </a:lnTo>
                  <a:lnTo>
                    <a:pt x="1901939" y="117437"/>
                  </a:lnTo>
                  <a:lnTo>
                    <a:pt x="1907381" y="125515"/>
                  </a:lnTo>
                  <a:lnTo>
                    <a:pt x="1914233" y="127077"/>
                  </a:lnTo>
                  <a:lnTo>
                    <a:pt x="1930093" y="122372"/>
                  </a:lnTo>
                  <a:lnTo>
                    <a:pt x="1940031" y="120593"/>
                  </a:lnTo>
                  <a:lnTo>
                    <a:pt x="1945674" y="121362"/>
                  </a:lnTo>
                  <a:lnTo>
                    <a:pt x="1955327" y="128925"/>
                  </a:lnTo>
                  <a:lnTo>
                    <a:pt x="1960050" y="133472"/>
                  </a:lnTo>
                  <a:lnTo>
                    <a:pt x="1961177" y="137250"/>
                  </a:lnTo>
                  <a:lnTo>
                    <a:pt x="1948139" y="160340"/>
                  </a:lnTo>
                  <a:lnTo>
                    <a:pt x="1968815" y="171797"/>
                  </a:lnTo>
                  <a:lnTo>
                    <a:pt x="1991889" y="184320"/>
                  </a:lnTo>
                  <a:lnTo>
                    <a:pt x="2019402" y="199249"/>
                  </a:lnTo>
                  <a:lnTo>
                    <a:pt x="2036223" y="208388"/>
                  </a:lnTo>
                  <a:lnTo>
                    <a:pt x="2058377" y="221438"/>
                  </a:lnTo>
                  <a:lnTo>
                    <a:pt x="2062170" y="240032"/>
                  </a:lnTo>
                  <a:lnTo>
                    <a:pt x="2065364" y="255723"/>
                  </a:lnTo>
                  <a:lnTo>
                    <a:pt x="2069436" y="277600"/>
                  </a:lnTo>
                  <a:lnTo>
                    <a:pt x="2073585" y="299916"/>
                  </a:lnTo>
                  <a:lnTo>
                    <a:pt x="2077725" y="322148"/>
                  </a:lnTo>
                  <a:lnTo>
                    <a:pt x="2082112" y="345746"/>
                  </a:lnTo>
                  <a:lnTo>
                    <a:pt x="2086934" y="371669"/>
                  </a:lnTo>
                  <a:lnTo>
                    <a:pt x="2091218" y="394676"/>
                  </a:lnTo>
                  <a:lnTo>
                    <a:pt x="2095894" y="419792"/>
                  </a:lnTo>
                  <a:lnTo>
                    <a:pt x="2102111" y="452477"/>
                  </a:lnTo>
                  <a:lnTo>
                    <a:pt x="2096551" y="465070"/>
                  </a:lnTo>
                  <a:lnTo>
                    <a:pt x="2084443" y="492491"/>
                  </a:lnTo>
                  <a:lnTo>
                    <a:pt x="2073498" y="517277"/>
                  </a:lnTo>
                  <a:lnTo>
                    <a:pt x="2072541" y="524465"/>
                  </a:lnTo>
                  <a:lnTo>
                    <a:pt x="2065017" y="560606"/>
                  </a:lnTo>
                  <a:lnTo>
                    <a:pt x="2058987" y="575535"/>
                  </a:lnTo>
                  <a:lnTo>
                    <a:pt x="2048424" y="584204"/>
                  </a:lnTo>
                  <a:lnTo>
                    <a:pt x="2037938" y="592605"/>
                  </a:lnTo>
                  <a:lnTo>
                    <a:pt x="2024859" y="606684"/>
                  </a:lnTo>
                  <a:lnTo>
                    <a:pt x="2010472" y="613638"/>
                  </a:lnTo>
                  <a:lnTo>
                    <a:pt x="2003123" y="617727"/>
                  </a:lnTo>
                  <a:lnTo>
                    <a:pt x="1999273" y="624179"/>
                  </a:lnTo>
                  <a:lnTo>
                    <a:pt x="1995026" y="638322"/>
                  </a:lnTo>
                  <a:lnTo>
                    <a:pt x="1995842" y="659919"/>
                  </a:lnTo>
                  <a:lnTo>
                    <a:pt x="2007692" y="678507"/>
                  </a:lnTo>
                  <a:lnTo>
                    <a:pt x="2025024" y="688902"/>
                  </a:lnTo>
                  <a:lnTo>
                    <a:pt x="2043669" y="699025"/>
                  </a:lnTo>
                  <a:lnTo>
                    <a:pt x="2070232" y="699069"/>
                  </a:lnTo>
                  <a:lnTo>
                    <a:pt x="2094122" y="685562"/>
                  </a:lnTo>
                  <a:lnTo>
                    <a:pt x="2119433" y="671255"/>
                  </a:lnTo>
                  <a:lnTo>
                    <a:pt x="2142001" y="658497"/>
                  </a:lnTo>
                  <a:lnTo>
                    <a:pt x="2168842" y="643326"/>
                  </a:lnTo>
                  <a:lnTo>
                    <a:pt x="2193151" y="629577"/>
                  </a:lnTo>
                  <a:lnTo>
                    <a:pt x="2219548" y="624637"/>
                  </a:lnTo>
                  <a:lnTo>
                    <a:pt x="2256125" y="617797"/>
                  </a:lnTo>
                  <a:lnTo>
                    <a:pt x="2302169" y="609180"/>
                  </a:lnTo>
                  <a:lnTo>
                    <a:pt x="2324587" y="599368"/>
                  </a:lnTo>
                  <a:lnTo>
                    <a:pt x="2353557" y="586687"/>
                  </a:lnTo>
                  <a:lnTo>
                    <a:pt x="2386977" y="572055"/>
                  </a:lnTo>
                  <a:lnTo>
                    <a:pt x="2415818" y="559431"/>
                  </a:lnTo>
                  <a:lnTo>
                    <a:pt x="2430319" y="552433"/>
                  </a:lnTo>
                  <a:lnTo>
                    <a:pt x="2440633" y="544450"/>
                  </a:lnTo>
                  <a:lnTo>
                    <a:pt x="2443191" y="538544"/>
                  </a:lnTo>
                  <a:lnTo>
                    <a:pt x="2442582" y="535153"/>
                  </a:lnTo>
                  <a:lnTo>
                    <a:pt x="2439920" y="531756"/>
                  </a:lnTo>
                  <a:lnTo>
                    <a:pt x="2436241" y="529247"/>
                  </a:lnTo>
                  <a:lnTo>
                    <a:pt x="2432970" y="527114"/>
                  </a:lnTo>
                  <a:lnTo>
                    <a:pt x="2431435" y="524472"/>
                  </a:lnTo>
                  <a:lnTo>
                    <a:pt x="2431130" y="518693"/>
                  </a:lnTo>
                  <a:lnTo>
                    <a:pt x="2429125" y="515372"/>
                  </a:lnTo>
                  <a:lnTo>
                    <a:pt x="2427213" y="512927"/>
                  </a:lnTo>
                  <a:lnTo>
                    <a:pt x="2427936" y="490561"/>
                  </a:lnTo>
                  <a:lnTo>
                    <a:pt x="2425414" y="483626"/>
                  </a:lnTo>
                  <a:lnTo>
                    <a:pt x="2416014" y="466048"/>
                  </a:lnTo>
                  <a:lnTo>
                    <a:pt x="2433941" y="458167"/>
                  </a:lnTo>
                  <a:lnTo>
                    <a:pt x="2450550" y="450858"/>
                  </a:lnTo>
                  <a:lnTo>
                    <a:pt x="2463795" y="445448"/>
                  </a:lnTo>
                  <a:lnTo>
                    <a:pt x="2491541" y="444597"/>
                  </a:lnTo>
                  <a:lnTo>
                    <a:pt x="2517307" y="444705"/>
                  </a:lnTo>
                  <a:lnTo>
                    <a:pt x="2552820" y="444851"/>
                  </a:lnTo>
                  <a:lnTo>
                    <a:pt x="2582741" y="444971"/>
                  </a:lnTo>
                  <a:lnTo>
                    <a:pt x="2617649" y="445117"/>
                  </a:lnTo>
                  <a:lnTo>
                    <a:pt x="2638113" y="445200"/>
                  </a:lnTo>
                  <a:lnTo>
                    <a:pt x="2664928" y="444946"/>
                  </a:lnTo>
                  <a:lnTo>
                    <a:pt x="2677997" y="424656"/>
                  </a:lnTo>
                  <a:lnTo>
                    <a:pt x="2689676" y="406513"/>
                  </a:lnTo>
                  <a:lnTo>
                    <a:pt x="2702539" y="389177"/>
                  </a:lnTo>
                  <a:lnTo>
                    <a:pt x="2725406" y="368824"/>
                  </a:lnTo>
                  <a:lnTo>
                    <a:pt x="2732047" y="365166"/>
                  </a:lnTo>
                  <a:lnTo>
                    <a:pt x="2735710" y="357139"/>
                  </a:lnTo>
                  <a:lnTo>
                    <a:pt x="2749570" y="349512"/>
                  </a:lnTo>
                  <a:lnTo>
                    <a:pt x="2764841" y="342438"/>
                  </a:lnTo>
                  <a:lnTo>
                    <a:pt x="2770830" y="335802"/>
                  </a:lnTo>
                  <a:lnTo>
                    <a:pt x="2773729" y="332023"/>
                  </a:lnTo>
                  <a:lnTo>
                    <a:pt x="2815076" y="296232"/>
                  </a:lnTo>
                  <a:lnTo>
                    <a:pt x="2838559" y="279702"/>
                  </a:lnTo>
                  <a:lnTo>
                    <a:pt x="2857953" y="270501"/>
                  </a:lnTo>
                  <a:lnTo>
                    <a:pt x="2872717" y="266106"/>
                  </a:lnTo>
                  <a:lnTo>
                    <a:pt x="2882686" y="266735"/>
                  </a:lnTo>
                  <a:lnTo>
                    <a:pt x="2888355" y="2661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g3868"/>
            <p:cNvSpPr/>
            <p:nvPr/>
          </p:nvSpPr>
          <p:spPr>
            <a:xfrm>
              <a:off x="5359282" y="3307053"/>
              <a:ext cx="225302" cy="75760"/>
            </a:xfrm>
            <a:custGeom>
              <a:avLst/>
              <a:gdLst/>
              <a:ahLst/>
              <a:cxnLst/>
              <a:rect l="0" t="0" r="0" b="0"/>
              <a:pathLst>
                <a:path w="225302" h="75760">
                  <a:moveTo>
                    <a:pt x="153584" y="30132"/>
                  </a:moveTo>
                  <a:lnTo>
                    <a:pt x="160385" y="30983"/>
                  </a:lnTo>
                  <a:lnTo>
                    <a:pt x="166235" y="28513"/>
                  </a:lnTo>
                  <a:lnTo>
                    <a:pt x="171775" y="23521"/>
                  </a:lnTo>
                  <a:lnTo>
                    <a:pt x="184637" y="16771"/>
                  </a:lnTo>
                  <a:lnTo>
                    <a:pt x="195598" y="13818"/>
                  </a:lnTo>
                  <a:lnTo>
                    <a:pt x="199050" y="13208"/>
                  </a:lnTo>
                  <a:lnTo>
                    <a:pt x="204275" y="17946"/>
                  </a:lnTo>
                  <a:lnTo>
                    <a:pt x="214641" y="14142"/>
                  </a:lnTo>
                  <a:lnTo>
                    <a:pt x="225302" y="12008"/>
                  </a:lnTo>
                  <a:lnTo>
                    <a:pt x="179185" y="33669"/>
                  </a:lnTo>
                  <a:lnTo>
                    <a:pt x="169754" y="36108"/>
                  </a:lnTo>
                  <a:lnTo>
                    <a:pt x="156261" y="42560"/>
                  </a:lnTo>
                  <a:lnTo>
                    <a:pt x="143507" y="47132"/>
                  </a:lnTo>
                  <a:lnTo>
                    <a:pt x="134324" y="48796"/>
                  </a:lnTo>
                  <a:lnTo>
                    <a:pt x="88662" y="64875"/>
                  </a:lnTo>
                  <a:lnTo>
                    <a:pt x="85040" y="65224"/>
                  </a:lnTo>
                  <a:lnTo>
                    <a:pt x="81122" y="63656"/>
                  </a:lnTo>
                  <a:lnTo>
                    <a:pt x="43512" y="71937"/>
                  </a:lnTo>
                  <a:lnTo>
                    <a:pt x="28076" y="72870"/>
                  </a:lnTo>
                  <a:lnTo>
                    <a:pt x="14020" y="75760"/>
                  </a:lnTo>
                  <a:lnTo>
                    <a:pt x="24417" y="69092"/>
                  </a:lnTo>
                  <a:lnTo>
                    <a:pt x="24644" y="66596"/>
                  </a:lnTo>
                  <a:lnTo>
                    <a:pt x="22159" y="64646"/>
                  </a:lnTo>
                  <a:lnTo>
                    <a:pt x="16598" y="65212"/>
                  </a:lnTo>
                  <a:lnTo>
                    <a:pt x="10903" y="72076"/>
                  </a:lnTo>
                  <a:lnTo>
                    <a:pt x="1813" y="74369"/>
                  </a:lnTo>
                  <a:lnTo>
                    <a:pt x="0" y="66895"/>
                  </a:lnTo>
                  <a:lnTo>
                    <a:pt x="3033" y="61109"/>
                  </a:lnTo>
                  <a:lnTo>
                    <a:pt x="7141" y="55623"/>
                  </a:lnTo>
                  <a:lnTo>
                    <a:pt x="16169" y="46999"/>
                  </a:lnTo>
                  <a:lnTo>
                    <a:pt x="29083" y="41531"/>
                  </a:lnTo>
                  <a:lnTo>
                    <a:pt x="35646" y="36806"/>
                  </a:lnTo>
                  <a:lnTo>
                    <a:pt x="40194" y="40966"/>
                  </a:lnTo>
                  <a:lnTo>
                    <a:pt x="41191" y="35346"/>
                  </a:lnTo>
                  <a:lnTo>
                    <a:pt x="44690" y="32101"/>
                  </a:lnTo>
                  <a:lnTo>
                    <a:pt x="48493" y="30354"/>
                  </a:lnTo>
                  <a:lnTo>
                    <a:pt x="57640" y="30310"/>
                  </a:lnTo>
                  <a:lnTo>
                    <a:pt x="62565" y="29427"/>
                  </a:lnTo>
                  <a:lnTo>
                    <a:pt x="66126" y="27560"/>
                  </a:lnTo>
                  <a:lnTo>
                    <a:pt x="69779" y="27211"/>
                  </a:lnTo>
                  <a:lnTo>
                    <a:pt x="79784" y="29757"/>
                  </a:lnTo>
                  <a:lnTo>
                    <a:pt x="89556" y="29027"/>
                  </a:lnTo>
                  <a:lnTo>
                    <a:pt x="97447" y="25509"/>
                  </a:lnTo>
                  <a:lnTo>
                    <a:pt x="105648" y="24328"/>
                  </a:lnTo>
                  <a:lnTo>
                    <a:pt x="127343" y="23534"/>
                  </a:lnTo>
                  <a:lnTo>
                    <a:pt x="148902" y="20962"/>
                  </a:lnTo>
                  <a:lnTo>
                    <a:pt x="157522" y="16390"/>
                  </a:lnTo>
                  <a:lnTo>
                    <a:pt x="175630" y="3575"/>
                  </a:lnTo>
                  <a:lnTo>
                    <a:pt x="186048" y="0"/>
                  </a:lnTo>
                  <a:lnTo>
                    <a:pt x="169826" y="14891"/>
                  </a:lnTo>
                  <a:lnTo>
                    <a:pt x="161108" y="217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g3869"/>
            <p:cNvSpPr/>
            <p:nvPr/>
          </p:nvSpPr>
          <p:spPr>
            <a:xfrm>
              <a:off x="5954108" y="2877417"/>
              <a:ext cx="23756" cy="26893"/>
            </a:xfrm>
            <a:custGeom>
              <a:avLst/>
              <a:gdLst/>
              <a:ahLst/>
              <a:cxnLst/>
              <a:rect l="0" t="0" r="0" b="0"/>
              <a:pathLst>
                <a:path w="23756" h="26893">
                  <a:moveTo>
                    <a:pt x="17596" y="18663"/>
                  </a:moveTo>
                  <a:lnTo>
                    <a:pt x="10841" y="17558"/>
                  </a:lnTo>
                  <a:lnTo>
                    <a:pt x="10981" y="24423"/>
                  </a:lnTo>
                  <a:lnTo>
                    <a:pt x="10226" y="26893"/>
                  </a:lnTo>
                  <a:lnTo>
                    <a:pt x="2744" y="23363"/>
                  </a:lnTo>
                  <a:lnTo>
                    <a:pt x="0" y="21089"/>
                  </a:lnTo>
                  <a:lnTo>
                    <a:pt x="237" y="11995"/>
                  </a:lnTo>
                  <a:lnTo>
                    <a:pt x="6847" y="3397"/>
                  </a:lnTo>
                  <a:lnTo>
                    <a:pt x="11885" y="0"/>
                  </a:lnTo>
                  <a:lnTo>
                    <a:pt x="18381" y="2355"/>
                  </a:lnTo>
                  <a:lnTo>
                    <a:pt x="23368" y="11983"/>
                  </a:lnTo>
                  <a:lnTo>
                    <a:pt x="23756" y="1612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g3870"/>
            <p:cNvSpPr/>
            <p:nvPr/>
          </p:nvSpPr>
          <p:spPr>
            <a:xfrm>
              <a:off x="5337706" y="3371376"/>
              <a:ext cx="17833" cy="18174"/>
            </a:xfrm>
            <a:custGeom>
              <a:avLst/>
              <a:gdLst/>
              <a:ahLst/>
              <a:cxnLst/>
              <a:rect l="0" t="0" r="0" b="0"/>
              <a:pathLst>
                <a:path w="17833" h="18174">
                  <a:moveTo>
                    <a:pt x="0" y="18174"/>
                  </a:moveTo>
                  <a:lnTo>
                    <a:pt x="5048" y="5702"/>
                  </a:lnTo>
                  <a:lnTo>
                    <a:pt x="14330" y="0"/>
                  </a:lnTo>
                  <a:lnTo>
                    <a:pt x="17689" y="1187"/>
                  </a:lnTo>
                  <a:lnTo>
                    <a:pt x="17833" y="5594"/>
                  </a:lnTo>
                  <a:lnTo>
                    <a:pt x="16531" y="9360"/>
                  </a:lnTo>
                  <a:lnTo>
                    <a:pt x="10304" y="15164"/>
                  </a:lnTo>
                  <a:lnTo>
                    <a:pt x="5054" y="176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g3871"/>
            <p:cNvSpPr/>
            <p:nvPr/>
          </p:nvSpPr>
          <p:spPr>
            <a:xfrm>
              <a:off x="5698253" y="3267490"/>
              <a:ext cx="33791" cy="16879"/>
            </a:xfrm>
            <a:custGeom>
              <a:avLst/>
              <a:gdLst/>
              <a:ahLst/>
              <a:cxnLst/>
              <a:rect l="0" t="0" r="0" b="0"/>
              <a:pathLst>
                <a:path w="33791" h="16879">
                  <a:moveTo>
                    <a:pt x="4645" y="16879"/>
                  </a:moveTo>
                  <a:lnTo>
                    <a:pt x="0" y="12776"/>
                  </a:lnTo>
                  <a:lnTo>
                    <a:pt x="7270" y="10878"/>
                  </a:lnTo>
                  <a:lnTo>
                    <a:pt x="16454" y="1130"/>
                  </a:lnTo>
                  <a:lnTo>
                    <a:pt x="22562" y="0"/>
                  </a:lnTo>
                  <a:lnTo>
                    <a:pt x="32158" y="5518"/>
                  </a:lnTo>
                  <a:lnTo>
                    <a:pt x="33791" y="1052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g3872"/>
            <p:cNvSpPr/>
            <p:nvPr/>
          </p:nvSpPr>
          <p:spPr>
            <a:xfrm>
              <a:off x="5643532" y="3241859"/>
              <a:ext cx="12087" cy="24671"/>
            </a:xfrm>
            <a:custGeom>
              <a:avLst/>
              <a:gdLst/>
              <a:ahLst/>
              <a:cxnLst/>
              <a:rect l="0" t="0" r="0" b="0"/>
              <a:pathLst>
                <a:path w="12087" h="24671">
                  <a:moveTo>
                    <a:pt x="5855" y="24671"/>
                  </a:moveTo>
                  <a:lnTo>
                    <a:pt x="0" y="24048"/>
                  </a:lnTo>
                  <a:lnTo>
                    <a:pt x="2971" y="19248"/>
                  </a:lnTo>
                  <a:lnTo>
                    <a:pt x="4103" y="12199"/>
                  </a:lnTo>
                  <a:lnTo>
                    <a:pt x="6991" y="4457"/>
                  </a:lnTo>
                  <a:lnTo>
                    <a:pt x="8655" y="2089"/>
                  </a:lnTo>
                  <a:lnTo>
                    <a:pt x="12087" y="0"/>
                  </a:lnTo>
                  <a:lnTo>
                    <a:pt x="11095" y="211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g3873"/>
            <p:cNvSpPr/>
            <p:nvPr/>
          </p:nvSpPr>
          <p:spPr>
            <a:xfrm>
              <a:off x="5761346" y="3275262"/>
              <a:ext cx="27001" cy="19248"/>
            </a:xfrm>
            <a:custGeom>
              <a:avLst/>
              <a:gdLst/>
              <a:ahLst/>
              <a:cxnLst/>
              <a:rect l="0" t="0" r="0" b="0"/>
              <a:pathLst>
                <a:path w="27001" h="19248">
                  <a:moveTo>
                    <a:pt x="18836" y="19248"/>
                  </a:moveTo>
                  <a:lnTo>
                    <a:pt x="0" y="14453"/>
                  </a:lnTo>
                  <a:lnTo>
                    <a:pt x="15498" y="10389"/>
                  </a:lnTo>
                  <a:lnTo>
                    <a:pt x="18030" y="8973"/>
                  </a:lnTo>
                  <a:lnTo>
                    <a:pt x="20050" y="2997"/>
                  </a:lnTo>
                  <a:lnTo>
                    <a:pt x="20303" y="0"/>
                  </a:lnTo>
                  <a:lnTo>
                    <a:pt x="26190" y="12853"/>
                  </a:lnTo>
                  <a:lnTo>
                    <a:pt x="27001" y="1715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g3874"/>
            <p:cNvSpPr/>
            <p:nvPr/>
          </p:nvSpPr>
          <p:spPr>
            <a:xfrm>
              <a:off x="5180933" y="3984239"/>
              <a:ext cx="8624" cy="14377"/>
            </a:xfrm>
            <a:custGeom>
              <a:avLst/>
              <a:gdLst/>
              <a:ahLst/>
              <a:cxnLst/>
              <a:rect l="0" t="0" r="0" b="0"/>
              <a:pathLst>
                <a:path w="8624" h="14377">
                  <a:moveTo>
                    <a:pt x="7028" y="14377"/>
                  </a:moveTo>
                  <a:lnTo>
                    <a:pt x="0" y="0"/>
                  </a:lnTo>
                  <a:lnTo>
                    <a:pt x="7229" y="4648"/>
                  </a:lnTo>
                  <a:lnTo>
                    <a:pt x="8521" y="8515"/>
                  </a:lnTo>
                  <a:lnTo>
                    <a:pt x="8624" y="117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g3875"/>
            <p:cNvSpPr/>
            <p:nvPr/>
          </p:nvSpPr>
          <p:spPr>
            <a:xfrm>
              <a:off x="5183801" y="4007259"/>
              <a:ext cx="24727" cy="72349"/>
            </a:xfrm>
            <a:custGeom>
              <a:avLst/>
              <a:gdLst/>
              <a:ahLst/>
              <a:cxnLst/>
              <a:rect l="0" t="0" r="0" b="0"/>
              <a:pathLst>
                <a:path w="24727" h="72349">
                  <a:moveTo>
                    <a:pt x="1250" y="72349"/>
                  </a:moveTo>
                  <a:lnTo>
                    <a:pt x="0" y="71213"/>
                  </a:lnTo>
                  <a:lnTo>
                    <a:pt x="16267" y="63796"/>
                  </a:lnTo>
                  <a:lnTo>
                    <a:pt x="21399" y="37670"/>
                  </a:lnTo>
                  <a:lnTo>
                    <a:pt x="22102" y="25623"/>
                  </a:lnTo>
                  <a:lnTo>
                    <a:pt x="19663" y="4388"/>
                  </a:lnTo>
                  <a:lnTo>
                    <a:pt x="19745" y="0"/>
                  </a:lnTo>
                  <a:lnTo>
                    <a:pt x="22391" y="6845"/>
                  </a:lnTo>
                  <a:lnTo>
                    <a:pt x="24727" y="26658"/>
                  </a:lnTo>
                  <a:lnTo>
                    <a:pt x="23849" y="41683"/>
                  </a:lnTo>
                  <a:lnTo>
                    <a:pt x="19130" y="63573"/>
                  </a:lnTo>
                  <a:lnTo>
                    <a:pt x="15446" y="6880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g3876"/>
            <p:cNvSpPr/>
            <p:nvPr/>
          </p:nvSpPr>
          <p:spPr>
            <a:xfrm>
              <a:off x="5152676" y="4082556"/>
              <a:ext cx="21404" cy="9277"/>
            </a:xfrm>
            <a:custGeom>
              <a:avLst/>
              <a:gdLst/>
              <a:ahLst/>
              <a:cxnLst/>
              <a:rect l="0" t="0" r="0" b="0"/>
              <a:pathLst>
                <a:path w="21404" h="9277">
                  <a:moveTo>
                    <a:pt x="2170" y="9277"/>
                  </a:moveTo>
                  <a:lnTo>
                    <a:pt x="0" y="8725"/>
                  </a:lnTo>
                  <a:lnTo>
                    <a:pt x="12619" y="2089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g3877"/>
            <p:cNvSpPr/>
            <p:nvPr/>
          </p:nvSpPr>
          <p:spPr>
            <a:xfrm>
              <a:off x="5095061" y="4115235"/>
              <a:ext cx="33993" cy="39982"/>
            </a:xfrm>
            <a:custGeom>
              <a:avLst/>
              <a:gdLst/>
              <a:ahLst/>
              <a:cxnLst/>
              <a:rect l="0" t="0" r="0" b="0"/>
              <a:pathLst>
                <a:path w="33993" h="39982">
                  <a:moveTo>
                    <a:pt x="0" y="39982"/>
                  </a:moveTo>
                  <a:lnTo>
                    <a:pt x="9689" y="23744"/>
                  </a:lnTo>
                  <a:lnTo>
                    <a:pt x="28825" y="3149"/>
                  </a:lnTo>
                  <a:lnTo>
                    <a:pt x="33993" y="0"/>
                  </a:lnTo>
                  <a:lnTo>
                    <a:pt x="18081" y="17590"/>
                  </a:lnTo>
                  <a:lnTo>
                    <a:pt x="2635" y="3848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g3878"/>
            <p:cNvSpPr/>
            <p:nvPr/>
          </p:nvSpPr>
          <p:spPr>
            <a:xfrm>
              <a:off x="4494680" y="5206518"/>
              <a:ext cx="17373" cy="15672"/>
            </a:xfrm>
            <a:custGeom>
              <a:avLst/>
              <a:gdLst/>
              <a:ahLst/>
              <a:cxnLst/>
              <a:rect l="0" t="0" r="0" b="0"/>
              <a:pathLst>
                <a:path w="17373" h="15672">
                  <a:moveTo>
                    <a:pt x="13601" y="15672"/>
                  </a:moveTo>
                  <a:lnTo>
                    <a:pt x="5968" y="13183"/>
                  </a:lnTo>
                  <a:lnTo>
                    <a:pt x="1798" y="8725"/>
                  </a:lnTo>
                  <a:lnTo>
                    <a:pt x="0" y="0"/>
                  </a:lnTo>
                  <a:lnTo>
                    <a:pt x="6645" y="9239"/>
                  </a:lnTo>
                  <a:lnTo>
                    <a:pt x="9028" y="11329"/>
                  </a:lnTo>
                  <a:lnTo>
                    <a:pt x="17373" y="122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g3879"/>
            <p:cNvSpPr/>
            <p:nvPr/>
          </p:nvSpPr>
          <p:spPr>
            <a:xfrm>
              <a:off x="4498091" y="5186660"/>
              <a:ext cx="9033" cy="26938"/>
            </a:xfrm>
            <a:custGeom>
              <a:avLst/>
              <a:gdLst/>
              <a:ahLst/>
              <a:cxnLst/>
              <a:rect l="0" t="0" r="0" b="0"/>
              <a:pathLst>
                <a:path w="9033" h="26938">
                  <a:moveTo>
                    <a:pt x="8883" y="26938"/>
                  </a:moveTo>
                  <a:lnTo>
                    <a:pt x="3550" y="14142"/>
                  </a:lnTo>
                  <a:lnTo>
                    <a:pt x="0" y="0"/>
                  </a:lnTo>
                  <a:lnTo>
                    <a:pt x="5079" y="4578"/>
                  </a:lnTo>
                  <a:lnTo>
                    <a:pt x="9033" y="19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g3880"/>
            <p:cNvSpPr/>
            <p:nvPr/>
          </p:nvSpPr>
          <p:spPr>
            <a:xfrm>
              <a:off x="4666217" y="5362642"/>
              <a:ext cx="34236" cy="51158"/>
            </a:xfrm>
            <a:custGeom>
              <a:avLst/>
              <a:gdLst/>
              <a:ahLst/>
              <a:cxnLst/>
              <a:rect l="0" t="0" r="0" b="0"/>
              <a:pathLst>
                <a:path w="34236" h="51158">
                  <a:moveTo>
                    <a:pt x="0" y="51158"/>
                  </a:moveTo>
                  <a:lnTo>
                    <a:pt x="2330" y="45036"/>
                  </a:lnTo>
                  <a:lnTo>
                    <a:pt x="10531" y="31948"/>
                  </a:lnTo>
                  <a:lnTo>
                    <a:pt x="13182" y="25788"/>
                  </a:lnTo>
                  <a:lnTo>
                    <a:pt x="18722" y="21883"/>
                  </a:lnTo>
                  <a:lnTo>
                    <a:pt x="23880" y="14821"/>
                  </a:lnTo>
                  <a:lnTo>
                    <a:pt x="24267" y="6585"/>
                  </a:lnTo>
                  <a:lnTo>
                    <a:pt x="31760" y="825"/>
                  </a:lnTo>
                  <a:lnTo>
                    <a:pt x="34236" y="0"/>
                  </a:lnTo>
                  <a:lnTo>
                    <a:pt x="21032" y="267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g3881"/>
            <p:cNvSpPr/>
            <p:nvPr/>
          </p:nvSpPr>
          <p:spPr>
            <a:xfrm>
              <a:off x="3456939" y="4803878"/>
              <a:ext cx="26706" cy="20480"/>
            </a:xfrm>
            <a:custGeom>
              <a:avLst/>
              <a:gdLst/>
              <a:ahLst/>
              <a:cxnLst/>
              <a:rect l="0" t="0" r="0" b="0"/>
              <a:pathLst>
                <a:path w="26706" h="20480">
                  <a:moveTo>
                    <a:pt x="18603" y="20480"/>
                  </a:moveTo>
                  <a:lnTo>
                    <a:pt x="1100" y="9214"/>
                  </a:lnTo>
                  <a:lnTo>
                    <a:pt x="0" y="4375"/>
                  </a:lnTo>
                  <a:lnTo>
                    <a:pt x="8635" y="0"/>
                  </a:lnTo>
                  <a:lnTo>
                    <a:pt x="13906" y="387"/>
                  </a:lnTo>
                  <a:lnTo>
                    <a:pt x="22241" y="6109"/>
                  </a:lnTo>
                  <a:lnTo>
                    <a:pt x="25290" y="7703"/>
                  </a:lnTo>
                  <a:lnTo>
                    <a:pt x="26706" y="10020"/>
                  </a:lnTo>
                  <a:lnTo>
                    <a:pt x="25900" y="13646"/>
                  </a:lnTo>
                  <a:lnTo>
                    <a:pt x="22536" y="18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g3882"/>
            <p:cNvSpPr/>
            <p:nvPr/>
          </p:nvSpPr>
          <p:spPr>
            <a:xfrm>
              <a:off x="2924653" y="5000397"/>
              <a:ext cx="20774" cy="30399"/>
            </a:xfrm>
            <a:custGeom>
              <a:avLst/>
              <a:gdLst/>
              <a:ahLst/>
              <a:cxnLst/>
              <a:rect l="0" t="0" r="0" b="0"/>
              <a:pathLst>
                <a:path w="20774" h="30399">
                  <a:moveTo>
                    <a:pt x="0" y="30399"/>
                  </a:moveTo>
                  <a:lnTo>
                    <a:pt x="5121" y="19749"/>
                  </a:lnTo>
                  <a:lnTo>
                    <a:pt x="6072" y="15482"/>
                  </a:lnTo>
                  <a:lnTo>
                    <a:pt x="14469" y="2006"/>
                  </a:lnTo>
                  <a:lnTo>
                    <a:pt x="18903" y="0"/>
                  </a:lnTo>
                  <a:lnTo>
                    <a:pt x="20774" y="5734"/>
                  </a:lnTo>
                  <a:lnTo>
                    <a:pt x="12138" y="15202"/>
                  </a:lnTo>
                  <a:lnTo>
                    <a:pt x="2294" y="300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g3883"/>
            <p:cNvSpPr/>
            <p:nvPr/>
          </p:nvSpPr>
          <p:spPr>
            <a:xfrm>
              <a:off x="2949515" y="4968054"/>
              <a:ext cx="42075" cy="30323"/>
            </a:xfrm>
            <a:custGeom>
              <a:avLst/>
              <a:gdLst/>
              <a:ahLst/>
              <a:cxnLst/>
              <a:rect l="0" t="0" r="0" b="0"/>
              <a:pathLst>
                <a:path w="42075" h="30323">
                  <a:moveTo>
                    <a:pt x="0" y="30323"/>
                  </a:moveTo>
                  <a:lnTo>
                    <a:pt x="4816" y="23299"/>
                  </a:lnTo>
                  <a:lnTo>
                    <a:pt x="12645" y="19756"/>
                  </a:lnTo>
                  <a:lnTo>
                    <a:pt x="29822" y="6261"/>
                  </a:lnTo>
                  <a:lnTo>
                    <a:pt x="36830" y="5334"/>
                  </a:lnTo>
                  <a:lnTo>
                    <a:pt x="40478" y="685"/>
                  </a:lnTo>
                  <a:lnTo>
                    <a:pt x="42075" y="0"/>
                  </a:lnTo>
                  <a:lnTo>
                    <a:pt x="41042" y="5696"/>
                  </a:lnTo>
                  <a:lnTo>
                    <a:pt x="27223" y="13786"/>
                  </a:lnTo>
                  <a:lnTo>
                    <a:pt x="3886" y="297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g3884"/>
            <p:cNvSpPr/>
            <p:nvPr/>
          </p:nvSpPr>
          <p:spPr>
            <a:xfrm>
              <a:off x="2887740" y="5040830"/>
              <a:ext cx="34318" cy="75366"/>
            </a:xfrm>
            <a:custGeom>
              <a:avLst/>
              <a:gdLst/>
              <a:ahLst/>
              <a:cxnLst/>
              <a:rect l="0" t="0" r="0" b="0"/>
              <a:pathLst>
                <a:path w="34318" h="75366">
                  <a:moveTo>
                    <a:pt x="0" y="75366"/>
                  </a:moveTo>
                  <a:lnTo>
                    <a:pt x="909" y="64215"/>
                  </a:lnTo>
                  <a:lnTo>
                    <a:pt x="9503" y="38877"/>
                  </a:lnTo>
                  <a:lnTo>
                    <a:pt x="26965" y="5575"/>
                  </a:lnTo>
                  <a:lnTo>
                    <a:pt x="34318" y="0"/>
                  </a:lnTo>
                  <a:lnTo>
                    <a:pt x="14175" y="36521"/>
                  </a:lnTo>
                  <a:lnTo>
                    <a:pt x="3302" y="6788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g3885"/>
            <p:cNvSpPr/>
            <p:nvPr/>
          </p:nvSpPr>
          <p:spPr>
            <a:xfrm>
              <a:off x="3130649" y="4843237"/>
              <a:ext cx="34081" cy="26658"/>
            </a:xfrm>
            <a:custGeom>
              <a:avLst/>
              <a:gdLst/>
              <a:ahLst/>
              <a:cxnLst/>
              <a:rect l="0" t="0" r="0" b="0"/>
              <a:pathLst>
                <a:path w="34081" h="26658">
                  <a:moveTo>
                    <a:pt x="0" y="26658"/>
                  </a:moveTo>
                  <a:lnTo>
                    <a:pt x="23068" y="6655"/>
                  </a:lnTo>
                  <a:lnTo>
                    <a:pt x="27905" y="0"/>
                  </a:lnTo>
                  <a:lnTo>
                    <a:pt x="34081" y="292"/>
                  </a:lnTo>
                  <a:lnTo>
                    <a:pt x="23781" y="11500"/>
                  </a:lnTo>
                  <a:lnTo>
                    <a:pt x="5286" y="254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g3886"/>
            <p:cNvSpPr/>
            <p:nvPr/>
          </p:nvSpPr>
          <p:spPr>
            <a:xfrm>
              <a:off x="2885373" y="5122184"/>
              <a:ext cx="25027" cy="140921"/>
            </a:xfrm>
            <a:custGeom>
              <a:avLst/>
              <a:gdLst/>
              <a:ahLst/>
              <a:cxnLst/>
              <a:rect l="0" t="0" r="0" b="0"/>
              <a:pathLst>
                <a:path w="25027" h="140921">
                  <a:moveTo>
                    <a:pt x="23564" y="140921"/>
                  </a:moveTo>
                  <a:lnTo>
                    <a:pt x="14800" y="112719"/>
                  </a:lnTo>
                  <a:lnTo>
                    <a:pt x="537" y="48898"/>
                  </a:lnTo>
                  <a:lnTo>
                    <a:pt x="0" y="12522"/>
                  </a:lnTo>
                  <a:lnTo>
                    <a:pt x="2242" y="0"/>
                  </a:lnTo>
                  <a:lnTo>
                    <a:pt x="5922" y="51374"/>
                  </a:lnTo>
                  <a:lnTo>
                    <a:pt x="21688" y="116618"/>
                  </a:lnTo>
                  <a:lnTo>
                    <a:pt x="25027" y="13488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g3887"/>
            <p:cNvSpPr/>
            <p:nvPr/>
          </p:nvSpPr>
          <p:spPr>
            <a:xfrm>
              <a:off x="5637481" y="3252585"/>
              <a:ext cx="5178" cy="13666"/>
            </a:xfrm>
            <a:custGeom>
              <a:avLst/>
              <a:gdLst/>
              <a:ahLst/>
              <a:cxnLst/>
              <a:rect l="0" t="0" r="0" b="0"/>
              <a:pathLst>
                <a:path w="5178" h="13666">
                  <a:moveTo>
                    <a:pt x="1095" y="13666"/>
                  </a:moveTo>
                  <a:lnTo>
                    <a:pt x="0" y="7385"/>
                  </a:lnTo>
                  <a:lnTo>
                    <a:pt x="2056" y="165"/>
                  </a:lnTo>
                  <a:lnTo>
                    <a:pt x="4139" y="0"/>
                  </a:lnTo>
                  <a:lnTo>
                    <a:pt x="5178" y="3841"/>
                  </a:lnTo>
                  <a:lnTo>
                    <a:pt x="4030" y="112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g3888"/>
            <p:cNvSpPr/>
            <p:nvPr/>
          </p:nvSpPr>
          <p:spPr>
            <a:xfrm>
              <a:off x="5335877" y="3489988"/>
              <a:ext cx="15498" cy="28227"/>
            </a:xfrm>
            <a:custGeom>
              <a:avLst/>
              <a:gdLst/>
              <a:ahLst/>
              <a:cxnLst/>
              <a:rect l="0" t="0" r="0" b="0"/>
              <a:pathLst>
                <a:path w="15498" h="28227">
                  <a:moveTo>
                    <a:pt x="284" y="28227"/>
                  </a:moveTo>
                  <a:lnTo>
                    <a:pt x="0" y="24442"/>
                  </a:lnTo>
                  <a:lnTo>
                    <a:pt x="15498" y="0"/>
                  </a:lnTo>
                  <a:lnTo>
                    <a:pt x="12697" y="854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g3889"/>
            <p:cNvSpPr/>
            <p:nvPr/>
          </p:nvSpPr>
          <p:spPr>
            <a:xfrm>
              <a:off x="5216776" y="3678353"/>
              <a:ext cx="29698" cy="55407"/>
            </a:xfrm>
            <a:custGeom>
              <a:avLst/>
              <a:gdLst/>
              <a:ahLst/>
              <a:cxnLst/>
              <a:rect l="0" t="0" r="0" b="0"/>
              <a:pathLst>
                <a:path w="29698" h="55407">
                  <a:moveTo>
                    <a:pt x="0" y="55407"/>
                  </a:moveTo>
                  <a:lnTo>
                    <a:pt x="16143" y="29364"/>
                  </a:lnTo>
                  <a:lnTo>
                    <a:pt x="25518" y="7544"/>
                  </a:lnTo>
                  <a:lnTo>
                    <a:pt x="29698" y="0"/>
                  </a:lnTo>
                  <a:lnTo>
                    <a:pt x="25642" y="15291"/>
                  </a:lnTo>
                  <a:lnTo>
                    <a:pt x="18552" y="29351"/>
                  </a:lnTo>
                  <a:lnTo>
                    <a:pt x="4811" y="53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g3890"/>
            <p:cNvSpPr/>
            <p:nvPr/>
          </p:nvSpPr>
          <p:spPr>
            <a:xfrm>
              <a:off x="5079677" y="4146288"/>
              <a:ext cx="13513" cy="6191"/>
            </a:xfrm>
            <a:custGeom>
              <a:avLst/>
              <a:gdLst/>
              <a:ahLst/>
              <a:cxnLst/>
              <a:rect l="0" t="0" r="0" b="0"/>
              <a:pathLst>
                <a:path w="13513" h="6191">
                  <a:moveTo>
                    <a:pt x="11157" y="6191"/>
                  </a:moveTo>
                  <a:lnTo>
                    <a:pt x="6997" y="4756"/>
                  </a:lnTo>
                  <a:lnTo>
                    <a:pt x="1266" y="2013"/>
                  </a:lnTo>
                  <a:lnTo>
                    <a:pt x="0" y="0"/>
                  </a:lnTo>
                  <a:lnTo>
                    <a:pt x="5467" y="730"/>
                  </a:lnTo>
                  <a:lnTo>
                    <a:pt x="13513" y="58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g3891"/>
            <p:cNvSpPr/>
            <p:nvPr/>
          </p:nvSpPr>
          <p:spPr>
            <a:xfrm>
              <a:off x="4577198" y="5440364"/>
              <a:ext cx="10779" cy="15615"/>
            </a:xfrm>
            <a:custGeom>
              <a:avLst/>
              <a:gdLst/>
              <a:ahLst/>
              <a:cxnLst/>
              <a:rect l="0" t="0" r="0" b="0"/>
              <a:pathLst>
                <a:path w="10779" h="15615">
                  <a:moveTo>
                    <a:pt x="6020" y="15615"/>
                  </a:moveTo>
                  <a:lnTo>
                    <a:pt x="4511" y="14790"/>
                  </a:lnTo>
                  <a:lnTo>
                    <a:pt x="4511" y="10890"/>
                  </a:lnTo>
                  <a:lnTo>
                    <a:pt x="0" y="2260"/>
                  </a:lnTo>
                  <a:lnTo>
                    <a:pt x="170" y="0"/>
                  </a:lnTo>
                  <a:lnTo>
                    <a:pt x="10516" y="8446"/>
                  </a:lnTo>
                  <a:lnTo>
                    <a:pt x="10779" y="10713"/>
                  </a:lnTo>
                  <a:lnTo>
                    <a:pt x="9193" y="129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g3892"/>
            <p:cNvSpPr/>
            <p:nvPr/>
          </p:nvSpPr>
          <p:spPr>
            <a:xfrm>
              <a:off x="4637878" y="5427841"/>
              <a:ext cx="6681" cy="5543"/>
            </a:xfrm>
            <a:custGeom>
              <a:avLst/>
              <a:gdLst/>
              <a:ahLst/>
              <a:cxnLst/>
              <a:rect l="0" t="0" r="0" b="0"/>
              <a:pathLst>
                <a:path w="6681" h="5543">
                  <a:moveTo>
                    <a:pt x="0" y="5543"/>
                  </a:moveTo>
                  <a:lnTo>
                    <a:pt x="1002" y="3695"/>
                  </a:lnTo>
                  <a:lnTo>
                    <a:pt x="5178" y="0"/>
                  </a:lnTo>
                  <a:lnTo>
                    <a:pt x="6681" y="1435"/>
                  </a:lnTo>
                  <a:lnTo>
                    <a:pt x="6516" y="3283"/>
                  </a:lnTo>
                  <a:lnTo>
                    <a:pt x="2005" y="55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g3893"/>
            <p:cNvSpPr/>
            <p:nvPr/>
          </p:nvSpPr>
          <p:spPr>
            <a:xfrm>
              <a:off x="4657267" y="5415509"/>
              <a:ext cx="5348" cy="5550"/>
            </a:xfrm>
            <a:custGeom>
              <a:avLst/>
              <a:gdLst/>
              <a:ahLst/>
              <a:cxnLst/>
              <a:rect l="0" t="0" r="0" b="0"/>
              <a:pathLst>
                <a:path w="5348" h="5550">
                  <a:moveTo>
                    <a:pt x="0" y="5550"/>
                  </a:moveTo>
                  <a:lnTo>
                    <a:pt x="4175" y="0"/>
                  </a:lnTo>
                  <a:lnTo>
                    <a:pt x="5348" y="412"/>
                  </a:lnTo>
                  <a:lnTo>
                    <a:pt x="2842" y="493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g3894"/>
            <p:cNvSpPr/>
            <p:nvPr/>
          </p:nvSpPr>
          <p:spPr>
            <a:xfrm>
              <a:off x="4607290" y="5439132"/>
              <a:ext cx="21895" cy="8630"/>
            </a:xfrm>
            <a:custGeom>
              <a:avLst/>
              <a:gdLst/>
              <a:ahLst/>
              <a:cxnLst/>
              <a:rect l="0" t="0" r="0" b="0"/>
              <a:pathLst>
                <a:path w="21895" h="8630">
                  <a:moveTo>
                    <a:pt x="5012" y="8630"/>
                  </a:moveTo>
                  <a:lnTo>
                    <a:pt x="0" y="6369"/>
                  </a:lnTo>
                  <a:lnTo>
                    <a:pt x="5513" y="3289"/>
                  </a:lnTo>
                  <a:lnTo>
                    <a:pt x="21895" y="0"/>
                  </a:lnTo>
                  <a:lnTo>
                    <a:pt x="15709" y="4108"/>
                  </a:lnTo>
                  <a:lnTo>
                    <a:pt x="9860" y="555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g3895"/>
            <p:cNvSpPr/>
            <p:nvPr/>
          </p:nvSpPr>
          <p:spPr>
            <a:xfrm>
              <a:off x="4570537" y="4631229"/>
              <a:ext cx="6945" cy="31688"/>
            </a:xfrm>
            <a:custGeom>
              <a:avLst/>
              <a:gdLst/>
              <a:ahLst/>
              <a:cxnLst/>
              <a:rect l="0" t="0" r="0" b="0"/>
              <a:pathLst>
                <a:path w="6945" h="31688">
                  <a:moveTo>
                    <a:pt x="2237" y="31688"/>
                  </a:moveTo>
                  <a:lnTo>
                    <a:pt x="201" y="20467"/>
                  </a:lnTo>
                  <a:lnTo>
                    <a:pt x="0" y="9570"/>
                  </a:lnTo>
                  <a:lnTo>
                    <a:pt x="3565" y="3124"/>
                  </a:lnTo>
                  <a:lnTo>
                    <a:pt x="694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g3896"/>
            <p:cNvSpPr/>
            <p:nvPr/>
          </p:nvSpPr>
          <p:spPr>
            <a:xfrm>
              <a:off x="4554992" y="5448277"/>
              <a:ext cx="10567" cy="12891"/>
            </a:xfrm>
            <a:custGeom>
              <a:avLst/>
              <a:gdLst/>
              <a:ahLst/>
              <a:cxnLst/>
              <a:rect l="0" t="0" r="0" b="0"/>
              <a:pathLst>
                <a:path w="10567" h="12891">
                  <a:moveTo>
                    <a:pt x="0" y="12891"/>
                  </a:moveTo>
                  <a:lnTo>
                    <a:pt x="5529" y="7772"/>
                  </a:lnTo>
                  <a:lnTo>
                    <a:pt x="7322" y="0"/>
                  </a:lnTo>
                  <a:lnTo>
                    <a:pt x="10567" y="6070"/>
                  </a:lnTo>
                  <a:lnTo>
                    <a:pt x="10505" y="9754"/>
                  </a:lnTo>
                  <a:lnTo>
                    <a:pt x="6857" y="116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g3897"/>
            <p:cNvSpPr/>
            <p:nvPr/>
          </p:nvSpPr>
          <p:spPr>
            <a:xfrm>
              <a:off x="4681421" y="5037121"/>
              <a:ext cx="28195" cy="83983"/>
            </a:xfrm>
            <a:custGeom>
              <a:avLst/>
              <a:gdLst/>
              <a:ahLst/>
              <a:cxnLst/>
              <a:rect l="0" t="0" r="0" b="0"/>
              <a:pathLst>
                <a:path w="28195" h="83983">
                  <a:moveTo>
                    <a:pt x="28195" y="83983"/>
                  </a:moveTo>
                  <a:lnTo>
                    <a:pt x="18464" y="61770"/>
                  </a:lnTo>
                  <a:lnTo>
                    <a:pt x="6438" y="26938"/>
                  </a:lnTo>
                  <a:lnTo>
                    <a:pt x="0" y="0"/>
                  </a:lnTo>
                  <a:lnTo>
                    <a:pt x="4356" y="7283"/>
                  </a:lnTo>
                  <a:lnTo>
                    <a:pt x="8614" y="22359"/>
                  </a:lnTo>
                  <a:lnTo>
                    <a:pt x="26474" y="744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g3898"/>
            <p:cNvSpPr/>
            <p:nvPr/>
          </p:nvSpPr>
          <p:spPr>
            <a:xfrm>
              <a:off x="4535949" y="5462902"/>
              <a:ext cx="7699" cy="4470"/>
            </a:xfrm>
            <a:custGeom>
              <a:avLst/>
              <a:gdLst/>
              <a:ahLst/>
              <a:cxnLst/>
              <a:rect l="0" t="0" r="0" b="0"/>
              <a:pathLst>
                <a:path w="7699" h="4470">
                  <a:moveTo>
                    <a:pt x="232" y="4470"/>
                  </a:moveTo>
                  <a:lnTo>
                    <a:pt x="0" y="2457"/>
                  </a:lnTo>
                  <a:lnTo>
                    <a:pt x="4630" y="0"/>
                  </a:lnTo>
                  <a:lnTo>
                    <a:pt x="7699" y="165"/>
                  </a:lnTo>
                  <a:lnTo>
                    <a:pt x="7586" y="2889"/>
                  </a:lnTo>
                  <a:lnTo>
                    <a:pt x="2919" y="41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g3899"/>
            <p:cNvSpPr/>
            <p:nvPr/>
          </p:nvSpPr>
          <p:spPr>
            <a:xfrm>
              <a:off x="3781115" y="4789697"/>
              <a:ext cx="7508" cy="12059"/>
            </a:xfrm>
            <a:custGeom>
              <a:avLst/>
              <a:gdLst/>
              <a:ahLst/>
              <a:cxnLst/>
              <a:rect l="0" t="0" r="0" b="0"/>
              <a:pathLst>
                <a:path w="7508" h="12059">
                  <a:moveTo>
                    <a:pt x="0" y="12059"/>
                  </a:moveTo>
                  <a:lnTo>
                    <a:pt x="263" y="9462"/>
                  </a:lnTo>
                  <a:lnTo>
                    <a:pt x="4490" y="2648"/>
                  </a:lnTo>
                  <a:lnTo>
                    <a:pt x="7508" y="0"/>
                  </a:lnTo>
                  <a:lnTo>
                    <a:pt x="5746" y="52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g3900"/>
            <p:cNvSpPr/>
            <p:nvPr/>
          </p:nvSpPr>
          <p:spPr>
            <a:xfrm>
              <a:off x="3804479" y="4723202"/>
              <a:ext cx="17435" cy="7734"/>
            </a:xfrm>
            <a:custGeom>
              <a:avLst/>
              <a:gdLst/>
              <a:ahLst/>
              <a:cxnLst/>
              <a:rect l="0" t="0" r="0" b="0"/>
              <a:pathLst>
                <a:path w="17435" h="7734">
                  <a:moveTo>
                    <a:pt x="16107" y="7734"/>
                  </a:moveTo>
                  <a:lnTo>
                    <a:pt x="6733" y="5029"/>
                  </a:lnTo>
                  <a:lnTo>
                    <a:pt x="1033" y="2514"/>
                  </a:lnTo>
                  <a:lnTo>
                    <a:pt x="0" y="0"/>
                  </a:lnTo>
                  <a:lnTo>
                    <a:pt x="15756" y="4565"/>
                  </a:lnTo>
                  <a:lnTo>
                    <a:pt x="17435" y="62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g3901"/>
            <p:cNvSpPr/>
            <p:nvPr/>
          </p:nvSpPr>
          <p:spPr>
            <a:xfrm>
              <a:off x="3847510" y="4721970"/>
              <a:ext cx="25921" cy="5569"/>
            </a:xfrm>
            <a:custGeom>
              <a:avLst/>
              <a:gdLst/>
              <a:ahLst/>
              <a:cxnLst/>
              <a:rect l="0" t="0" r="0" b="0"/>
              <a:pathLst>
                <a:path w="25921" h="5569">
                  <a:moveTo>
                    <a:pt x="16609" y="5569"/>
                  </a:moveTo>
                  <a:lnTo>
                    <a:pt x="2806" y="5308"/>
                  </a:lnTo>
                  <a:lnTo>
                    <a:pt x="0" y="4330"/>
                  </a:lnTo>
                  <a:lnTo>
                    <a:pt x="5539" y="2470"/>
                  </a:lnTo>
                  <a:lnTo>
                    <a:pt x="21895" y="0"/>
                  </a:lnTo>
                  <a:lnTo>
                    <a:pt x="25921" y="27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g3902"/>
            <p:cNvSpPr/>
            <p:nvPr/>
          </p:nvSpPr>
          <p:spPr>
            <a:xfrm>
              <a:off x="3738952" y="4735636"/>
              <a:ext cx="16650" cy="17044"/>
            </a:xfrm>
            <a:custGeom>
              <a:avLst/>
              <a:gdLst/>
              <a:ahLst/>
              <a:cxnLst/>
              <a:rect l="0" t="0" r="0" b="0"/>
              <a:pathLst>
                <a:path w="16650" h="17044">
                  <a:moveTo>
                    <a:pt x="12862" y="17044"/>
                  </a:moveTo>
                  <a:lnTo>
                    <a:pt x="7679" y="14034"/>
                  </a:lnTo>
                  <a:lnTo>
                    <a:pt x="0" y="13761"/>
                  </a:lnTo>
                  <a:lnTo>
                    <a:pt x="3379" y="11697"/>
                  </a:lnTo>
                  <a:lnTo>
                    <a:pt x="5751" y="9684"/>
                  </a:lnTo>
                  <a:lnTo>
                    <a:pt x="6935" y="7518"/>
                  </a:lnTo>
                  <a:lnTo>
                    <a:pt x="16650" y="0"/>
                  </a:lnTo>
                  <a:lnTo>
                    <a:pt x="13896" y="5518"/>
                  </a:lnTo>
                  <a:lnTo>
                    <a:pt x="12490" y="10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g3903"/>
            <p:cNvSpPr/>
            <p:nvPr/>
          </p:nvSpPr>
          <p:spPr>
            <a:xfrm>
              <a:off x="3789234" y="4750191"/>
              <a:ext cx="5746" cy="36527"/>
            </a:xfrm>
            <a:custGeom>
              <a:avLst/>
              <a:gdLst/>
              <a:ahLst/>
              <a:cxnLst/>
              <a:rect l="0" t="0" r="0" b="0"/>
              <a:pathLst>
                <a:path w="5746" h="36527">
                  <a:moveTo>
                    <a:pt x="1188" y="36527"/>
                  </a:moveTo>
                  <a:lnTo>
                    <a:pt x="4118" y="16695"/>
                  </a:lnTo>
                  <a:lnTo>
                    <a:pt x="0" y="0"/>
                  </a:lnTo>
                  <a:lnTo>
                    <a:pt x="4340" y="7328"/>
                  </a:lnTo>
                  <a:lnTo>
                    <a:pt x="5746" y="16047"/>
                  </a:lnTo>
                  <a:lnTo>
                    <a:pt x="4175" y="323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g3904"/>
            <p:cNvSpPr/>
            <p:nvPr/>
          </p:nvSpPr>
          <p:spPr>
            <a:xfrm>
              <a:off x="4186131" y="4792371"/>
              <a:ext cx="40173" cy="16358"/>
            </a:xfrm>
            <a:custGeom>
              <a:avLst/>
              <a:gdLst/>
              <a:ahLst/>
              <a:cxnLst/>
              <a:rect l="0" t="0" r="0" b="0"/>
              <a:pathLst>
                <a:path w="40173" h="16358">
                  <a:moveTo>
                    <a:pt x="11482" y="16358"/>
                  </a:moveTo>
                  <a:lnTo>
                    <a:pt x="0" y="12954"/>
                  </a:lnTo>
                  <a:lnTo>
                    <a:pt x="7136" y="12307"/>
                  </a:lnTo>
                  <a:lnTo>
                    <a:pt x="12299" y="13685"/>
                  </a:lnTo>
                  <a:lnTo>
                    <a:pt x="25373" y="6991"/>
                  </a:lnTo>
                  <a:lnTo>
                    <a:pt x="32231" y="1924"/>
                  </a:lnTo>
                  <a:lnTo>
                    <a:pt x="40173" y="0"/>
                  </a:lnTo>
                  <a:lnTo>
                    <a:pt x="22102" y="116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g3905"/>
            <p:cNvSpPr/>
            <p:nvPr/>
          </p:nvSpPr>
          <p:spPr>
            <a:xfrm>
              <a:off x="5923277" y="2903466"/>
              <a:ext cx="8449" cy="10395"/>
            </a:xfrm>
            <a:custGeom>
              <a:avLst/>
              <a:gdLst/>
              <a:ahLst/>
              <a:cxnLst/>
              <a:rect l="0" t="0" r="0" b="0"/>
              <a:pathLst>
                <a:path w="8449" h="10395">
                  <a:moveTo>
                    <a:pt x="4428" y="10395"/>
                  </a:moveTo>
                  <a:lnTo>
                    <a:pt x="139" y="9563"/>
                  </a:lnTo>
                  <a:lnTo>
                    <a:pt x="0" y="3149"/>
                  </a:lnTo>
                  <a:lnTo>
                    <a:pt x="1297" y="971"/>
                  </a:lnTo>
                  <a:lnTo>
                    <a:pt x="2780" y="0"/>
                  </a:lnTo>
                  <a:lnTo>
                    <a:pt x="4981" y="1803"/>
                  </a:lnTo>
                  <a:lnTo>
                    <a:pt x="8449" y="7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g3906"/>
            <p:cNvSpPr/>
            <p:nvPr/>
          </p:nvSpPr>
          <p:spPr>
            <a:xfrm>
              <a:off x="2399291" y="4782381"/>
              <a:ext cx="513697" cy="755524"/>
            </a:xfrm>
            <a:custGeom>
              <a:avLst/>
              <a:gdLst/>
              <a:ahLst/>
              <a:cxnLst/>
              <a:rect l="0" t="0" r="0" b="0"/>
              <a:pathLst>
                <a:path w="513697" h="755524">
                  <a:moveTo>
                    <a:pt x="961" y="1759"/>
                  </a:moveTo>
                  <a:lnTo>
                    <a:pt x="26210" y="3480"/>
                  </a:lnTo>
                  <a:lnTo>
                    <a:pt x="41104" y="2895"/>
                  </a:lnTo>
                  <a:lnTo>
                    <a:pt x="45646" y="0"/>
                  </a:lnTo>
                  <a:lnTo>
                    <a:pt x="48008" y="152"/>
                  </a:lnTo>
                  <a:lnTo>
                    <a:pt x="48194" y="3340"/>
                  </a:lnTo>
                  <a:lnTo>
                    <a:pt x="51935" y="4692"/>
                  </a:lnTo>
                  <a:lnTo>
                    <a:pt x="59227" y="4210"/>
                  </a:lnTo>
                  <a:lnTo>
                    <a:pt x="65578" y="8668"/>
                  </a:lnTo>
                  <a:lnTo>
                    <a:pt x="73712" y="22778"/>
                  </a:lnTo>
                  <a:lnTo>
                    <a:pt x="101747" y="45379"/>
                  </a:lnTo>
                  <a:lnTo>
                    <a:pt x="104108" y="53133"/>
                  </a:lnTo>
                  <a:lnTo>
                    <a:pt x="113865" y="64316"/>
                  </a:lnTo>
                  <a:lnTo>
                    <a:pt x="131807" y="81507"/>
                  </a:lnTo>
                  <a:lnTo>
                    <a:pt x="141962" y="96329"/>
                  </a:lnTo>
                  <a:lnTo>
                    <a:pt x="144324" y="108782"/>
                  </a:lnTo>
                  <a:lnTo>
                    <a:pt x="153491" y="128481"/>
                  </a:lnTo>
                  <a:lnTo>
                    <a:pt x="169449" y="155419"/>
                  </a:lnTo>
                  <a:lnTo>
                    <a:pt x="176560" y="169942"/>
                  </a:lnTo>
                  <a:lnTo>
                    <a:pt x="174824" y="172038"/>
                  </a:lnTo>
                  <a:lnTo>
                    <a:pt x="176079" y="179620"/>
                  </a:lnTo>
                  <a:lnTo>
                    <a:pt x="180338" y="192683"/>
                  </a:lnTo>
                  <a:lnTo>
                    <a:pt x="188249" y="203745"/>
                  </a:lnTo>
                  <a:lnTo>
                    <a:pt x="199820" y="212807"/>
                  </a:lnTo>
                  <a:lnTo>
                    <a:pt x="211520" y="229077"/>
                  </a:lnTo>
                  <a:lnTo>
                    <a:pt x="223349" y="252561"/>
                  </a:lnTo>
                  <a:lnTo>
                    <a:pt x="237679" y="270425"/>
                  </a:lnTo>
                  <a:lnTo>
                    <a:pt x="254500" y="282655"/>
                  </a:lnTo>
                  <a:lnTo>
                    <a:pt x="264024" y="294042"/>
                  </a:lnTo>
                  <a:lnTo>
                    <a:pt x="266251" y="304571"/>
                  </a:lnTo>
                  <a:lnTo>
                    <a:pt x="266086" y="313588"/>
                  </a:lnTo>
                  <a:lnTo>
                    <a:pt x="263522" y="321094"/>
                  </a:lnTo>
                  <a:lnTo>
                    <a:pt x="264608" y="328226"/>
                  </a:lnTo>
                  <a:lnTo>
                    <a:pt x="269336" y="334964"/>
                  </a:lnTo>
                  <a:lnTo>
                    <a:pt x="270912" y="343232"/>
                  </a:lnTo>
                  <a:lnTo>
                    <a:pt x="269062" y="354732"/>
                  </a:lnTo>
                  <a:lnTo>
                    <a:pt x="269191" y="357990"/>
                  </a:lnTo>
                  <a:lnTo>
                    <a:pt x="270561" y="360587"/>
                  </a:lnTo>
                  <a:lnTo>
                    <a:pt x="285496" y="380350"/>
                  </a:lnTo>
                  <a:lnTo>
                    <a:pt x="293170" y="396321"/>
                  </a:lnTo>
                  <a:lnTo>
                    <a:pt x="299262" y="421811"/>
                  </a:lnTo>
                  <a:lnTo>
                    <a:pt x="299293" y="422040"/>
                  </a:lnTo>
                  <a:lnTo>
                    <a:pt x="306099" y="437287"/>
                  </a:lnTo>
                  <a:lnTo>
                    <a:pt x="315887" y="443523"/>
                  </a:lnTo>
                  <a:lnTo>
                    <a:pt x="330925" y="445829"/>
                  </a:lnTo>
                  <a:lnTo>
                    <a:pt x="342351" y="451138"/>
                  </a:lnTo>
                  <a:lnTo>
                    <a:pt x="350165" y="459457"/>
                  </a:lnTo>
                  <a:lnTo>
                    <a:pt x="360019" y="464480"/>
                  </a:lnTo>
                  <a:lnTo>
                    <a:pt x="371916" y="466207"/>
                  </a:lnTo>
                  <a:lnTo>
                    <a:pt x="383321" y="471694"/>
                  </a:lnTo>
                  <a:lnTo>
                    <a:pt x="394230" y="480953"/>
                  </a:lnTo>
                  <a:lnTo>
                    <a:pt x="414575" y="487030"/>
                  </a:lnTo>
                  <a:lnTo>
                    <a:pt x="444357" y="489945"/>
                  </a:lnTo>
                  <a:lnTo>
                    <a:pt x="467022" y="497470"/>
                  </a:lnTo>
                  <a:lnTo>
                    <a:pt x="482577" y="509612"/>
                  </a:lnTo>
                  <a:lnTo>
                    <a:pt x="489419" y="512082"/>
                  </a:lnTo>
                  <a:lnTo>
                    <a:pt x="491269" y="512254"/>
                  </a:lnTo>
                  <a:lnTo>
                    <a:pt x="492158" y="510399"/>
                  </a:lnTo>
                  <a:lnTo>
                    <a:pt x="493331" y="506964"/>
                  </a:lnTo>
                  <a:lnTo>
                    <a:pt x="499352" y="503008"/>
                  </a:lnTo>
                  <a:lnTo>
                    <a:pt x="513697" y="500423"/>
                  </a:lnTo>
                  <a:lnTo>
                    <a:pt x="511770" y="527285"/>
                  </a:lnTo>
                  <a:lnTo>
                    <a:pt x="505372" y="549327"/>
                  </a:lnTo>
                  <a:lnTo>
                    <a:pt x="484293" y="595152"/>
                  </a:lnTo>
                  <a:lnTo>
                    <a:pt x="475508" y="623576"/>
                  </a:lnTo>
                  <a:lnTo>
                    <a:pt x="458511" y="704804"/>
                  </a:lnTo>
                  <a:lnTo>
                    <a:pt x="453534" y="755524"/>
                  </a:lnTo>
                  <a:lnTo>
                    <a:pt x="0" y="755524"/>
                  </a:lnTo>
                  <a:lnTo>
                    <a:pt x="0" y="15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g3907"/>
            <p:cNvSpPr/>
            <p:nvPr/>
          </p:nvSpPr>
          <p:spPr>
            <a:xfrm>
              <a:off x="4173090" y="2540116"/>
              <a:ext cx="1519164" cy="699069"/>
            </a:xfrm>
            <a:custGeom>
              <a:avLst/>
              <a:gdLst/>
              <a:ahLst/>
              <a:cxnLst/>
              <a:rect l="0" t="0" r="0" b="0"/>
              <a:pathLst>
                <a:path w="1519164" h="699069">
                  <a:moveTo>
                    <a:pt x="1509975" y="5632"/>
                  </a:moveTo>
                  <a:lnTo>
                    <a:pt x="1494849" y="16263"/>
                  </a:lnTo>
                  <a:lnTo>
                    <a:pt x="1478746" y="33041"/>
                  </a:lnTo>
                  <a:lnTo>
                    <a:pt x="1440965" y="45729"/>
                  </a:lnTo>
                  <a:lnTo>
                    <a:pt x="1426940" y="48955"/>
                  </a:lnTo>
                  <a:lnTo>
                    <a:pt x="1413994" y="47234"/>
                  </a:lnTo>
                  <a:lnTo>
                    <a:pt x="1398238" y="57559"/>
                  </a:lnTo>
                  <a:lnTo>
                    <a:pt x="1379593" y="63872"/>
                  </a:lnTo>
                  <a:lnTo>
                    <a:pt x="1374089" y="73474"/>
                  </a:lnTo>
                  <a:lnTo>
                    <a:pt x="1329270" y="99193"/>
                  </a:lnTo>
                  <a:lnTo>
                    <a:pt x="1312066" y="102431"/>
                  </a:lnTo>
                  <a:lnTo>
                    <a:pt x="1297426" y="109283"/>
                  </a:lnTo>
                  <a:lnTo>
                    <a:pt x="1293095" y="120917"/>
                  </a:lnTo>
                  <a:lnTo>
                    <a:pt x="1280026" y="127934"/>
                  </a:lnTo>
                  <a:lnTo>
                    <a:pt x="1276399" y="133307"/>
                  </a:lnTo>
                  <a:lnTo>
                    <a:pt x="1265407" y="149583"/>
                  </a:lnTo>
                  <a:lnTo>
                    <a:pt x="1244974" y="170603"/>
                  </a:lnTo>
                  <a:lnTo>
                    <a:pt x="1220075" y="174121"/>
                  </a:lnTo>
                  <a:lnTo>
                    <a:pt x="1210975" y="181436"/>
                  </a:lnTo>
                  <a:lnTo>
                    <a:pt x="1200438" y="193242"/>
                  </a:lnTo>
                  <a:lnTo>
                    <a:pt x="1185576" y="201345"/>
                  </a:lnTo>
                  <a:lnTo>
                    <a:pt x="1156233" y="197547"/>
                  </a:lnTo>
                  <a:lnTo>
                    <a:pt x="1163370" y="202513"/>
                  </a:lnTo>
                  <a:lnTo>
                    <a:pt x="1189622" y="210255"/>
                  </a:lnTo>
                  <a:lnTo>
                    <a:pt x="1192351" y="221730"/>
                  </a:lnTo>
                  <a:lnTo>
                    <a:pt x="1179199" y="224473"/>
                  </a:lnTo>
                  <a:lnTo>
                    <a:pt x="1151660" y="239771"/>
                  </a:lnTo>
                  <a:lnTo>
                    <a:pt x="1114556" y="266113"/>
                  </a:lnTo>
                  <a:lnTo>
                    <a:pt x="1108887" y="266735"/>
                  </a:lnTo>
                  <a:lnTo>
                    <a:pt x="1098918" y="266106"/>
                  </a:lnTo>
                  <a:lnTo>
                    <a:pt x="1084154" y="270501"/>
                  </a:lnTo>
                  <a:lnTo>
                    <a:pt x="1064759" y="279702"/>
                  </a:lnTo>
                  <a:lnTo>
                    <a:pt x="1041277" y="296232"/>
                  </a:lnTo>
                  <a:lnTo>
                    <a:pt x="999930" y="332023"/>
                  </a:lnTo>
                  <a:lnTo>
                    <a:pt x="997031" y="335802"/>
                  </a:lnTo>
                  <a:lnTo>
                    <a:pt x="991042" y="342438"/>
                  </a:lnTo>
                  <a:lnTo>
                    <a:pt x="975771" y="349512"/>
                  </a:lnTo>
                  <a:lnTo>
                    <a:pt x="961911" y="357139"/>
                  </a:lnTo>
                  <a:lnTo>
                    <a:pt x="958248" y="365166"/>
                  </a:lnTo>
                  <a:lnTo>
                    <a:pt x="951607" y="368824"/>
                  </a:lnTo>
                  <a:lnTo>
                    <a:pt x="928740" y="389177"/>
                  </a:lnTo>
                  <a:lnTo>
                    <a:pt x="915877" y="406513"/>
                  </a:lnTo>
                  <a:lnTo>
                    <a:pt x="904198" y="424656"/>
                  </a:lnTo>
                  <a:lnTo>
                    <a:pt x="891129" y="444946"/>
                  </a:lnTo>
                  <a:lnTo>
                    <a:pt x="864314" y="445200"/>
                  </a:lnTo>
                  <a:lnTo>
                    <a:pt x="843850" y="445117"/>
                  </a:lnTo>
                  <a:lnTo>
                    <a:pt x="808942" y="444971"/>
                  </a:lnTo>
                  <a:lnTo>
                    <a:pt x="779020" y="444851"/>
                  </a:lnTo>
                  <a:lnTo>
                    <a:pt x="743508" y="444705"/>
                  </a:lnTo>
                  <a:lnTo>
                    <a:pt x="717742" y="444597"/>
                  </a:lnTo>
                  <a:lnTo>
                    <a:pt x="689996" y="445448"/>
                  </a:lnTo>
                  <a:lnTo>
                    <a:pt x="676751" y="450858"/>
                  </a:lnTo>
                  <a:lnTo>
                    <a:pt x="660142" y="458167"/>
                  </a:lnTo>
                  <a:lnTo>
                    <a:pt x="642215" y="466048"/>
                  </a:lnTo>
                  <a:lnTo>
                    <a:pt x="651615" y="483626"/>
                  </a:lnTo>
                  <a:lnTo>
                    <a:pt x="654137" y="490561"/>
                  </a:lnTo>
                  <a:lnTo>
                    <a:pt x="653414" y="512927"/>
                  </a:lnTo>
                  <a:lnTo>
                    <a:pt x="655326" y="515372"/>
                  </a:lnTo>
                  <a:lnTo>
                    <a:pt x="657331" y="518693"/>
                  </a:lnTo>
                  <a:lnTo>
                    <a:pt x="657636" y="524472"/>
                  </a:lnTo>
                  <a:lnTo>
                    <a:pt x="659171" y="527114"/>
                  </a:lnTo>
                  <a:lnTo>
                    <a:pt x="662442" y="529247"/>
                  </a:lnTo>
                  <a:lnTo>
                    <a:pt x="666121" y="531756"/>
                  </a:lnTo>
                  <a:lnTo>
                    <a:pt x="668783" y="535153"/>
                  </a:lnTo>
                  <a:lnTo>
                    <a:pt x="669392" y="538544"/>
                  </a:lnTo>
                  <a:lnTo>
                    <a:pt x="666834" y="544450"/>
                  </a:lnTo>
                  <a:lnTo>
                    <a:pt x="656520" y="552433"/>
                  </a:lnTo>
                  <a:lnTo>
                    <a:pt x="642019" y="559431"/>
                  </a:lnTo>
                  <a:lnTo>
                    <a:pt x="613178" y="572055"/>
                  </a:lnTo>
                  <a:lnTo>
                    <a:pt x="579758" y="586687"/>
                  </a:lnTo>
                  <a:lnTo>
                    <a:pt x="550788" y="599368"/>
                  </a:lnTo>
                  <a:lnTo>
                    <a:pt x="528370" y="609180"/>
                  </a:lnTo>
                  <a:lnTo>
                    <a:pt x="482326" y="617797"/>
                  </a:lnTo>
                  <a:lnTo>
                    <a:pt x="445749" y="624637"/>
                  </a:lnTo>
                  <a:lnTo>
                    <a:pt x="419352" y="629577"/>
                  </a:lnTo>
                  <a:lnTo>
                    <a:pt x="395043" y="643326"/>
                  </a:lnTo>
                  <a:lnTo>
                    <a:pt x="368202" y="658497"/>
                  </a:lnTo>
                  <a:lnTo>
                    <a:pt x="345634" y="671255"/>
                  </a:lnTo>
                  <a:lnTo>
                    <a:pt x="320323" y="685562"/>
                  </a:lnTo>
                  <a:lnTo>
                    <a:pt x="296432" y="699069"/>
                  </a:lnTo>
                  <a:lnTo>
                    <a:pt x="269870" y="699025"/>
                  </a:lnTo>
                  <a:lnTo>
                    <a:pt x="251225" y="688902"/>
                  </a:lnTo>
                  <a:lnTo>
                    <a:pt x="233893" y="678507"/>
                  </a:lnTo>
                  <a:lnTo>
                    <a:pt x="222043" y="659919"/>
                  </a:lnTo>
                  <a:lnTo>
                    <a:pt x="221227" y="638322"/>
                  </a:lnTo>
                  <a:lnTo>
                    <a:pt x="225474" y="624179"/>
                  </a:lnTo>
                  <a:lnTo>
                    <a:pt x="229324" y="617727"/>
                  </a:lnTo>
                  <a:lnTo>
                    <a:pt x="236673" y="613638"/>
                  </a:lnTo>
                  <a:lnTo>
                    <a:pt x="251060" y="606684"/>
                  </a:lnTo>
                  <a:lnTo>
                    <a:pt x="264139" y="592605"/>
                  </a:lnTo>
                  <a:lnTo>
                    <a:pt x="274625" y="584204"/>
                  </a:lnTo>
                  <a:lnTo>
                    <a:pt x="285187" y="575535"/>
                  </a:lnTo>
                  <a:lnTo>
                    <a:pt x="291218" y="560606"/>
                  </a:lnTo>
                  <a:lnTo>
                    <a:pt x="298742" y="524465"/>
                  </a:lnTo>
                  <a:lnTo>
                    <a:pt x="299698" y="517277"/>
                  </a:lnTo>
                  <a:lnTo>
                    <a:pt x="310644" y="492491"/>
                  </a:lnTo>
                  <a:lnTo>
                    <a:pt x="322752" y="465070"/>
                  </a:lnTo>
                  <a:lnTo>
                    <a:pt x="328312" y="452477"/>
                  </a:lnTo>
                  <a:lnTo>
                    <a:pt x="322095" y="419792"/>
                  </a:lnTo>
                  <a:lnTo>
                    <a:pt x="317419" y="394676"/>
                  </a:lnTo>
                  <a:lnTo>
                    <a:pt x="313135" y="371669"/>
                  </a:lnTo>
                  <a:lnTo>
                    <a:pt x="308313" y="345746"/>
                  </a:lnTo>
                  <a:lnTo>
                    <a:pt x="303926" y="322148"/>
                  </a:lnTo>
                  <a:lnTo>
                    <a:pt x="299786" y="299916"/>
                  </a:lnTo>
                  <a:lnTo>
                    <a:pt x="295637" y="277600"/>
                  </a:lnTo>
                  <a:lnTo>
                    <a:pt x="291564" y="255723"/>
                  </a:lnTo>
                  <a:lnTo>
                    <a:pt x="288371" y="240032"/>
                  </a:lnTo>
                  <a:lnTo>
                    <a:pt x="284578" y="221438"/>
                  </a:lnTo>
                  <a:lnTo>
                    <a:pt x="262424" y="208388"/>
                  </a:lnTo>
                  <a:lnTo>
                    <a:pt x="245603" y="199249"/>
                  </a:lnTo>
                  <a:lnTo>
                    <a:pt x="218090" y="184320"/>
                  </a:lnTo>
                  <a:lnTo>
                    <a:pt x="195016" y="171797"/>
                  </a:lnTo>
                  <a:lnTo>
                    <a:pt x="174340" y="160340"/>
                  </a:lnTo>
                  <a:lnTo>
                    <a:pt x="187378" y="137250"/>
                  </a:lnTo>
                  <a:lnTo>
                    <a:pt x="186251" y="133472"/>
                  </a:lnTo>
                  <a:lnTo>
                    <a:pt x="181528" y="128925"/>
                  </a:lnTo>
                  <a:lnTo>
                    <a:pt x="171875" y="121362"/>
                  </a:lnTo>
                  <a:lnTo>
                    <a:pt x="166232" y="120593"/>
                  </a:lnTo>
                  <a:lnTo>
                    <a:pt x="156294" y="122372"/>
                  </a:lnTo>
                  <a:lnTo>
                    <a:pt x="140434" y="127077"/>
                  </a:lnTo>
                  <a:lnTo>
                    <a:pt x="133582" y="125515"/>
                  </a:lnTo>
                  <a:lnTo>
                    <a:pt x="128140" y="117437"/>
                  </a:lnTo>
                  <a:lnTo>
                    <a:pt x="121877" y="107099"/>
                  </a:lnTo>
                  <a:lnTo>
                    <a:pt x="119825" y="99021"/>
                  </a:lnTo>
                  <a:lnTo>
                    <a:pt x="119040" y="88333"/>
                  </a:lnTo>
                  <a:lnTo>
                    <a:pt x="115304" y="78713"/>
                  </a:lnTo>
                  <a:lnTo>
                    <a:pt x="117671" y="73664"/>
                  </a:lnTo>
                  <a:lnTo>
                    <a:pt x="118192" y="71149"/>
                  </a:lnTo>
                  <a:lnTo>
                    <a:pt x="117981" y="67987"/>
                  </a:lnTo>
                  <a:lnTo>
                    <a:pt x="115412" y="65967"/>
                  </a:lnTo>
                  <a:lnTo>
                    <a:pt x="110890" y="65085"/>
                  </a:lnTo>
                  <a:lnTo>
                    <a:pt x="95594" y="69123"/>
                  </a:lnTo>
                  <a:lnTo>
                    <a:pt x="88716" y="69498"/>
                  </a:lnTo>
                  <a:lnTo>
                    <a:pt x="84613" y="71772"/>
                  </a:lnTo>
                  <a:lnTo>
                    <a:pt x="78148" y="76490"/>
                  </a:lnTo>
                  <a:lnTo>
                    <a:pt x="71776" y="77074"/>
                  </a:lnTo>
                  <a:lnTo>
                    <a:pt x="60769" y="65904"/>
                  </a:lnTo>
                  <a:lnTo>
                    <a:pt x="48743" y="53673"/>
                  </a:lnTo>
                  <a:lnTo>
                    <a:pt x="43700" y="36825"/>
                  </a:lnTo>
                  <a:lnTo>
                    <a:pt x="38522" y="19521"/>
                  </a:lnTo>
                  <a:lnTo>
                    <a:pt x="17980" y="9112"/>
                  </a:lnTo>
                  <a:lnTo>
                    <a:pt x="0" y="0"/>
                  </a:lnTo>
                  <a:lnTo>
                    <a:pt x="151916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g3908"/>
            <p:cNvSpPr/>
            <p:nvPr/>
          </p:nvSpPr>
          <p:spPr>
            <a:xfrm>
              <a:off x="6018224" y="2540116"/>
              <a:ext cx="296962" cy="257863"/>
            </a:xfrm>
            <a:custGeom>
              <a:avLst/>
              <a:gdLst/>
              <a:ahLst/>
              <a:cxnLst/>
              <a:rect l="0" t="0" r="0" b="0"/>
              <a:pathLst>
                <a:path w="296962" h="257863">
                  <a:moveTo>
                    <a:pt x="67195" y="242946"/>
                  </a:moveTo>
                  <a:lnTo>
                    <a:pt x="62725" y="241575"/>
                  </a:lnTo>
                  <a:lnTo>
                    <a:pt x="58875" y="240501"/>
                  </a:lnTo>
                  <a:lnTo>
                    <a:pt x="56643" y="242330"/>
                  </a:lnTo>
                  <a:lnTo>
                    <a:pt x="54529" y="244775"/>
                  </a:lnTo>
                  <a:lnTo>
                    <a:pt x="51924" y="246611"/>
                  </a:lnTo>
                  <a:lnTo>
                    <a:pt x="46457" y="244013"/>
                  </a:lnTo>
                  <a:lnTo>
                    <a:pt x="42979" y="239282"/>
                  </a:lnTo>
                  <a:lnTo>
                    <a:pt x="37393" y="234405"/>
                  </a:lnTo>
                  <a:lnTo>
                    <a:pt x="35279" y="230735"/>
                  </a:lnTo>
                  <a:lnTo>
                    <a:pt x="36401" y="226467"/>
                  </a:lnTo>
                  <a:lnTo>
                    <a:pt x="38881" y="222346"/>
                  </a:lnTo>
                  <a:lnTo>
                    <a:pt x="40002" y="217462"/>
                  </a:lnTo>
                  <a:lnTo>
                    <a:pt x="37269" y="211829"/>
                  </a:lnTo>
                  <a:lnTo>
                    <a:pt x="34783" y="208623"/>
                  </a:lnTo>
                  <a:lnTo>
                    <a:pt x="33047" y="204958"/>
                  </a:lnTo>
                  <a:lnTo>
                    <a:pt x="33667" y="201453"/>
                  </a:lnTo>
                  <a:lnTo>
                    <a:pt x="37145" y="199770"/>
                  </a:lnTo>
                  <a:lnTo>
                    <a:pt x="40375" y="197630"/>
                  </a:lnTo>
                  <a:lnTo>
                    <a:pt x="41491" y="193058"/>
                  </a:lnTo>
                  <a:lnTo>
                    <a:pt x="39501" y="188174"/>
                  </a:lnTo>
                  <a:lnTo>
                    <a:pt x="33791" y="186187"/>
                  </a:lnTo>
                  <a:lnTo>
                    <a:pt x="29073" y="186949"/>
                  </a:lnTo>
                  <a:lnTo>
                    <a:pt x="22241" y="185882"/>
                  </a:lnTo>
                  <a:lnTo>
                    <a:pt x="15663" y="182834"/>
                  </a:lnTo>
                  <a:lnTo>
                    <a:pt x="11316" y="179322"/>
                  </a:lnTo>
                  <a:lnTo>
                    <a:pt x="7963" y="177334"/>
                  </a:lnTo>
                  <a:lnTo>
                    <a:pt x="5353" y="177334"/>
                  </a:lnTo>
                  <a:lnTo>
                    <a:pt x="2247" y="175353"/>
                  </a:lnTo>
                  <a:lnTo>
                    <a:pt x="387" y="171993"/>
                  </a:lnTo>
                  <a:lnTo>
                    <a:pt x="635" y="166500"/>
                  </a:lnTo>
                  <a:lnTo>
                    <a:pt x="1503" y="163147"/>
                  </a:lnTo>
                  <a:lnTo>
                    <a:pt x="3239" y="160245"/>
                  </a:lnTo>
                  <a:lnTo>
                    <a:pt x="3363" y="157038"/>
                  </a:lnTo>
                  <a:lnTo>
                    <a:pt x="2619" y="154746"/>
                  </a:lnTo>
                  <a:lnTo>
                    <a:pt x="2500" y="152923"/>
                  </a:lnTo>
                  <a:lnTo>
                    <a:pt x="2991" y="150631"/>
                  </a:lnTo>
                  <a:lnTo>
                    <a:pt x="4113" y="146052"/>
                  </a:lnTo>
                  <a:lnTo>
                    <a:pt x="2247" y="142699"/>
                  </a:lnTo>
                  <a:lnTo>
                    <a:pt x="2056" y="131078"/>
                  </a:lnTo>
                  <a:lnTo>
                    <a:pt x="1689" y="109334"/>
                  </a:lnTo>
                  <a:lnTo>
                    <a:pt x="1415" y="92677"/>
                  </a:lnTo>
                  <a:lnTo>
                    <a:pt x="1069" y="71740"/>
                  </a:lnTo>
                  <a:lnTo>
                    <a:pt x="867" y="56493"/>
                  </a:lnTo>
                  <a:lnTo>
                    <a:pt x="588" y="35130"/>
                  </a:lnTo>
                  <a:lnTo>
                    <a:pt x="325" y="14859"/>
                  </a:lnTo>
                  <a:lnTo>
                    <a:pt x="0" y="0"/>
                  </a:lnTo>
                  <a:lnTo>
                    <a:pt x="276472" y="0"/>
                  </a:lnTo>
                  <a:lnTo>
                    <a:pt x="276633" y="57"/>
                  </a:lnTo>
                  <a:lnTo>
                    <a:pt x="276810" y="0"/>
                  </a:lnTo>
                  <a:lnTo>
                    <a:pt x="296962" y="0"/>
                  </a:lnTo>
                  <a:lnTo>
                    <a:pt x="296962" y="192012"/>
                  </a:lnTo>
                  <a:lnTo>
                    <a:pt x="290901" y="195833"/>
                  </a:lnTo>
                  <a:lnTo>
                    <a:pt x="267083" y="205085"/>
                  </a:lnTo>
                  <a:lnTo>
                    <a:pt x="239280" y="222746"/>
                  </a:lnTo>
                  <a:lnTo>
                    <a:pt x="203354" y="237625"/>
                  </a:lnTo>
                  <a:lnTo>
                    <a:pt x="195825" y="237682"/>
                  </a:lnTo>
                  <a:lnTo>
                    <a:pt x="179510" y="225438"/>
                  </a:lnTo>
                  <a:lnTo>
                    <a:pt x="184073" y="219863"/>
                  </a:lnTo>
                  <a:lnTo>
                    <a:pt x="188316" y="212306"/>
                  </a:lnTo>
                  <a:lnTo>
                    <a:pt x="184260" y="214484"/>
                  </a:lnTo>
                  <a:lnTo>
                    <a:pt x="181629" y="217761"/>
                  </a:lnTo>
                  <a:lnTo>
                    <a:pt x="171790" y="223019"/>
                  </a:lnTo>
                  <a:lnTo>
                    <a:pt x="179769" y="233199"/>
                  </a:lnTo>
                  <a:lnTo>
                    <a:pt x="175914" y="237015"/>
                  </a:lnTo>
                  <a:lnTo>
                    <a:pt x="164503" y="242032"/>
                  </a:lnTo>
                  <a:lnTo>
                    <a:pt x="153878" y="249290"/>
                  </a:lnTo>
                  <a:lnTo>
                    <a:pt x="144577" y="254142"/>
                  </a:lnTo>
                  <a:lnTo>
                    <a:pt x="137052" y="247970"/>
                  </a:lnTo>
                  <a:lnTo>
                    <a:pt x="116283" y="255768"/>
                  </a:lnTo>
                  <a:lnTo>
                    <a:pt x="98791" y="257863"/>
                  </a:lnTo>
                  <a:lnTo>
                    <a:pt x="95008" y="253913"/>
                  </a:lnTo>
                  <a:lnTo>
                    <a:pt x="93897" y="247677"/>
                  </a:lnTo>
                  <a:lnTo>
                    <a:pt x="87773" y="246172"/>
                  </a:lnTo>
                  <a:lnTo>
                    <a:pt x="76394" y="247893"/>
                  </a:lnTo>
                  <a:lnTo>
                    <a:pt x="72079" y="2445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g3909"/>
            <p:cNvSpPr/>
            <p:nvPr/>
          </p:nvSpPr>
          <p:spPr>
            <a:xfrm>
              <a:off x="5287647" y="2540116"/>
              <a:ext cx="534180" cy="266113"/>
            </a:xfrm>
            <a:custGeom>
              <a:avLst/>
              <a:gdLst/>
              <a:ahLst/>
              <a:cxnLst/>
              <a:rect l="0" t="0" r="0" b="0"/>
              <a:pathLst>
                <a:path w="534180" h="266113">
                  <a:moveTo>
                    <a:pt x="528260" y="7169"/>
                  </a:moveTo>
                  <a:lnTo>
                    <a:pt x="511940" y="26932"/>
                  </a:lnTo>
                  <a:lnTo>
                    <a:pt x="497548" y="44357"/>
                  </a:lnTo>
                  <a:lnTo>
                    <a:pt x="494318" y="62240"/>
                  </a:lnTo>
                  <a:lnTo>
                    <a:pt x="491254" y="79195"/>
                  </a:lnTo>
                  <a:lnTo>
                    <a:pt x="479347" y="92099"/>
                  </a:lnTo>
                  <a:lnTo>
                    <a:pt x="472087" y="103930"/>
                  </a:lnTo>
                  <a:lnTo>
                    <a:pt x="468847" y="117050"/>
                  </a:lnTo>
                  <a:lnTo>
                    <a:pt x="466139" y="129097"/>
                  </a:lnTo>
                  <a:lnTo>
                    <a:pt x="465932" y="139181"/>
                  </a:lnTo>
                  <a:lnTo>
                    <a:pt x="467973" y="144471"/>
                  </a:lnTo>
                  <a:lnTo>
                    <a:pt x="467012" y="148770"/>
                  </a:lnTo>
                  <a:lnTo>
                    <a:pt x="463074" y="153717"/>
                  </a:lnTo>
                  <a:lnTo>
                    <a:pt x="455199" y="162322"/>
                  </a:lnTo>
                  <a:lnTo>
                    <a:pt x="453798" y="170603"/>
                  </a:lnTo>
                  <a:lnTo>
                    <a:pt x="448982" y="174686"/>
                  </a:lnTo>
                  <a:lnTo>
                    <a:pt x="435246" y="182859"/>
                  </a:lnTo>
                  <a:lnTo>
                    <a:pt x="424042" y="194906"/>
                  </a:lnTo>
                  <a:lnTo>
                    <a:pt x="423495" y="201726"/>
                  </a:lnTo>
                  <a:lnTo>
                    <a:pt x="425112" y="207391"/>
                  </a:lnTo>
                  <a:lnTo>
                    <a:pt x="425360" y="210909"/>
                  </a:lnTo>
                  <a:lnTo>
                    <a:pt x="423122" y="213360"/>
                  </a:lnTo>
                  <a:lnTo>
                    <a:pt x="418637" y="213201"/>
                  </a:lnTo>
                  <a:lnTo>
                    <a:pt x="413784" y="213970"/>
                  </a:lnTo>
                  <a:lnTo>
                    <a:pt x="409697" y="218993"/>
                  </a:lnTo>
                  <a:lnTo>
                    <a:pt x="409800" y="226207"/>
                  </a:lnTo>
                  <a:lnTo>
                    <a:pt x="406813" y="231408"/>
                  </a:lnTo>
                  <a:lnTo>
                    <a:pt x="403325" y="232481"/>
                  </a:lnTo>
                  <a:lnTo>
                    <a:pt x="400338" y="228804"/>
                  </a:lnTo>
                  <a:lnTo>
                    <a:pt x="396746" y="223292"/>
                  </a:lnTo>
                  <a:lnTo>
                    <a:pt x="392540" y="222752"/>
                  </a:lnTo>
                  <a:lnTo>
                    <a:pt x="386153" y="226410"/>
                  </a:lnTo>
                  <a:lnTo>
                    <a:pt x="378277" y="232430"/>
                  </a:lnTo>
                  <a:lnTo>
                    <a:pt x="371192" y="232754"/>
                  </a:lnTo>
                  <a:lnTo>
                    <a:pt x="357890" y="228887"/>
                  </a:lnTo>
                  <a:lnTo>
                    <a:pt x="348180" y="240559"/>
                  </a:lnTo>
                  <a:lnTo>
                    <a:pt x="337757" y="265630"/>
                  </a:lnTo>
                  <a:lnTo>
                    <a:pt x="293717" y="265693"/>
                  </a:lnTo>
                  <a:lnTo>
                    <a:pt x="249678" y="265757"/>
                  </a:lnTo>
                  <a:lnTo>
                    <a:pt x="205634" y="265820"/>
                  </a:lnTo>
                  <a:lnTo>
                    <a:pt x="161594" y="265884"/>
                  </a:lnTo>
                  <a:lnTo>
                    <a:pt x="117555" y="265941"/>
                  </a:lnTo>
                  <a:lnTo>
                    <a:pt x="73516" y="266005"/>
                  </a:lnTo>
                  <a:lnTo>
                    <a:pt x="29476" y="266068"/>
                  </a:lnTo>
                  <a:lnTo>
                    <a:pt x="4831" y="266106"/>
                  </a:lnTo>
                  <a:lnTo>
                    <a:pt x="0" y="266113"/>
                  </a:lnTo>
                  <a:lnTo>
                    <a:pt x="15089" y="261204"/>
                  </a:lnTo>
                  <a:lnTo>
                    <a:pt x="46550" y="242127"/>
                  </a:lnTo>
                  <a:lnTo>
                    <a:pt x="69753" y="235218"/>
                  </a:lnTo>
                  <a:lnTo>
                    <a:pt x="99933" y="215182"/>
                  </a:lnTo>
                  <a:lnTo>
                    <a:pt x="121792" y="211328"/>
                  </a:lnTo>
                  <a:lnTo>
                    <a:pt x="125952" y="206921"/>
                  </a:lnTo>
                  <a:lnTo>
                    <a:pt x="129616" y="190302"/>
                  </a:lnTo>
                  <a:lnTo>
                    <a:pt x="131616" y="184377"/>
                  </a:lnTo>
                  <a:lnTo>
                    <a:pt x="141823" y="168056"/>
                  </a:lnTo>
                  <a:lnTo>
                    <a:pt x="154080" y="154289"/>
                  </a:lnTo>
                  <a:lnTo>
                    <a:pt x="163971" y="135250"/>
                  </a:lnTo>
                  <a:lnTo>
                    <a:pt x="181924" y="123083"/>
                  </a:lnTo>
                  <a:lnTo>
                    <a:pt x="209070" y="112909"/>
                  </a:lnTo>
                  <a:lnTo>
                    <a:pt x="234180" y="90689"/>
                  </a:lnTo>
                  <a:lnTo>
                    <a:pt x="247942" y="83914"/>
                  </a:lnTo>
                  <a:lnTo>
                    <a:pt x="261280" y="79062"/>
                  </a:lnTo>
                  <a:lnTo>
                    <a:pt x="266881" y="70032"/>
                  </a:lnTo>
                  <a:lnTo>
                    <a:pt x="275129" y="64869"/>
                  </a:lnTo>
                  <a:lnTo>
                    <a:pt x="297180" y="54372"/>
                  </a:lnTo>
                  <a:lnTo>
                    <a:pt x="321484" y="51533"/>
                  </a:lnTo>
                  <a:lnTo>
                    <a:pt x="346046" y="42820"/>
                  </a:lnTo>
                  <a:lnTo>
                    <a:pt x="364887" y="38203"/>
                  </a:lnTo>
                  <a:lnTo>
                    <a:pt x="376442" y="30030"/>
                  </a:lnTo>
                  <a:lnTo>
                    <a:pt x="393243" y="25725"/>
                  </a:lnTo>
                  <a:lnTo>
                    <a:pt x="443385" y="2273"/>
                  </a:lnTo>
                  <a:lnTo>
                    <a:pt x="446265" y="0"/>
                  </a:lnTo>
                  <a:lnTo>
                    <a:pt x="534180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g3910"/>
            <p:cNvSpPr/>
            <p:nvPr/>
          </p:nvSpPr>
          <p:spPr>
            <a:xfrm>
              <a:off x="6188919" y="2797057"/>
              <a:ext cx="126268" cy="202407"/>
            </a:xfrm>
            <a:custGeom>
              <a:avLst/>
              <a:gdLst/>
              <a:ahLst/>
              <a:cxnLst/>
              <a:rect l="0" t="0" r="0" b="0"/>
              <a:pathLst>
                <a:path w="126268" h="202407">
                  <a:moveTo>
                    <a:pt x="117079" y="175208"/>
                  </a:moveTo>
                  <a:lnTo>
                    <a:pt x="108057" y="174662"/>
                  </a:lnTo>
                  <a:lnTo>
                    <a:pt x="101406" y="175266"/>
                  </a:lnTo>
                  <a:lnTo>
                    <a:pt x="91386" y="182892"/>
                  </a:lnTo>
                  <a:lnTo>
                    <a:pt x="89830" y="198305"/>
                  </a:lnTo>
                  <a:lnTo>
                    <a:pt x="85406" y="196266"/>
                  </a:lnTo>
                  <a:lnTo>
                    <a:pt x="80916" y="196768"/>
                  </a:lnTo>
                  <a:lnTo>
                    <a:pt x="78595" y="201607"/>
                  </a:lnTo>
                  <a:lnTo>
                    <a:pt x="75288" y="202407"/>
                  </a:lnTo>
                  <a:lnTo>
                    <a:pt x="66529" y="197829"/>
                  </a:lnTo>
                  <a:lnTo>
                    <a:pt x="56214" y="200331"/>
                  </a:lnTo>
                  <a:lnTo>
                    <a:pt x="48147" y="196857"/>
                  </a:lnTo>
                  <a:lnTo>
                    <a:pt x="37863" y="174275"/>
                  </a:lnTo>
                  <a:lnTo>
                    <a:pt x="32401" y="166362"/>
                  </a:lnTo>
                  <a:lnTo>
                    <a:pt x="22717" y="163810"/>
                  </a:lnTo>
                  <a:lnTo>
                    <a:pt x="20205" y="168585"/>
                  </a:lnTo>
                  <a:lnTo>
                    <a:pt x="16448" y="173259"/>
                  </a:lnTo>
                  <a:lnTo>
                    <a:pt x="7126" y="163943"/>
                  </a:lnTo>
                  <a:lnTo>
                    <a:pt x="56" y="129365"/>
                  </a:lnTo>
                  <a:lnTo>
                    <a:pt x="0" y="121021"/>
                  </a:lnTo>
                  <a:lnTo>
                    <a:pt x="9896" y="91936"/>
                  </a:lnTo>
                  <a:lnTo>
                    <a:pt x="34401" y="65753"/>
                  </a:lnTo>
                  <a:lnTo>
                    <a:pt x="26577" y="64877"/>
                  </a:lnTo>
                  <a:lnTo>
                    <a:pt x="4940" y="83033"/>
                  </a:lnTo>
                  <a:lnTo>
                    <a:pt x="7172" y="78638"/>
                  </a:lnTo>
                  <a:lnTo>
                    <a:pt x="10841" y="74059"/>
                  </a:lnTo>
                  <a:lnTo>
                    <a:pt x="18138" y="66674"/>
                  </a:lnTo>
                  <a:lnTo>
                    <a:pt x="29213" y="59733"/>
                  </a:lnTo>
                  <a:lnTo>
                    <a:pt x="43961" y="55688"/>
                  </a:lnTo>
                  <a:lnTo>
                    <a:pt x="54106" y="55072"/>
                  </a:lnTo>
                  <a:lnTo>
                    <a:pt x="61098" y="51236"/>
                  </a:lnTo>
                  <a:lnTo>
                    <a:pt x="71231" y="44441"/>
                  </a:lnTo>
                  <a:lnTo>
                    <a:pt x="73112" y="40834"/>
                  </a:lnTo>
                  <a:lnTo>
                    <a:pt x="64126" y="44981"/>
                  </a:lnTo>
                  <a:lnTo>
                    <a:pt x="49196" y="49064"/>
                  </a:lnTo>
                  <a:lnTo>
                    <a:pt x="53026" y="43711"/>
                  </a:lnTo>
                  <a:lnTo>
                    <a:pt x="56762" y="40847"/>
                  </a:lnTo>
                  <a:lnTo>
                    <a:pt x="126268" y="0"/>
                  </a:lnTo>
                  <a:lnTo>
                    <a:pt x="126268" y="1681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g3911"/>
            <p:cNvSpPr/>
            <p:nvPr/>
          </p:nvSpPr>
          <p:spPr>
            <a:xfrm>
              <a:off x="6175048" y="2885799"/>
              <a:ext cx="12040" cy="17520"/>
            </a:xfrm>
            <a:custGeom>
              <a:avLst/>
              <a:gdLst/>
              <a:ahLst/>
              <a:cxnLst/>
              <a:rect l="0" t="0" r="0" b="0"/>
              <a:pathLst>
                <a:path w="12040" h="17520">
                  <a:moveTo>
                    <a:pt x="0" y="17520"/>
                  </a:moveTo>
                  <a:lnTo>
                    <a:pt x="1291" y="13062"/>
                  </a:lnTo>
                  <a:lnTo>
                    <a:pt x="7792" y="1695"/>
                  </a:lnTo>
                  <a:lnTo>
                    <a:pt x="12040" y="0"/>
                  </a:lnTo>
                  <a:lnTo>
                    <a:pt x="5327" y="129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g3912"/>
            <p:cNvSpPr/>
            <p:nvPr/>
          </p:nvSpPr>
          <p:spPr>
            <a:xfrm>
              <a:off x="6114410" y="2832043"/>
              <a:ext cx="16050" cy="22950"/>
            </a:xfrm>
            <a:custGeom>
              <a:avLst/>
              <a:gdLst/>
              <a:ahLst/>
              <a:cxnLst/>
              <a:rect l="0" t="0" r="0" b="0"/>
              <a:pathLst>
                <a:path w="16050" h="22950">
                  <a:moveTo>
                    <a:pt x="0" y="22950"/>
                  </a:moveTo>
                  <a:lnTo>
                    <a:pt x="5539" y="5391"/>
                  </a:lnTo>
                  <a:lnTo>
                    <a:pt x="10046" y="0"/>
                  </a:lnTo>
                  <a:lnTo>
                    <a:pt x="16050" y="1816"/>
                  </a:lnTo>
                  <a:lnTo>
                    <a:pt x="15208" y="12427"/>
                  </a:lnTo>
                  <a:lnTo>
                    <a:pt x="14242" y="1607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g3913"/>
            <p:cNvSpPr/>
            <p:nvPr/>
          </p:nvSpPr>
          <p:spPr>
            <a:xfrm>
              <a:off x="5366847" y="2715076"/>
              <a:ext cx="51274" cy="34247"/>
            </a:xfrm>
            <a:custGeom>
              <a:avLst/>
              <a:gdLst/>
              <a:ahLst/>
              <a:cxnLst/>
              <a:rect l="0" t="0" r="0" b="0"/>
              <a:pathLst>
                <a:path w="51274" h="34247">
                  <a:moveTo>
                    <a:pt x="33548" y="33244"/>
                  </a:moveTo>
                  <a:lnTo>
                    <a:pt x="19601" y="30837"/>
                  </a:lnTo>
                  <a:lnTo>
                    <a:pt x="4268" y="34177"/>
                  </a:lnTo>
                  <a:lnTo>
                    <a:pt x="0" y="34247"/>
                  </a:lnTo>
                  <a:lnTo>
                    <a:pt x="11389" y="24582"/>
                  </a:lnTo>
                  <a:lnTo>
                    <a:pt x="28903" y="18638"/>
                  </a:lnTo>
                  <a:lnTo>
                    <a:pt x="46364" y="463"/>
                  </a:lnTo>
                  <a:lnTo>
                    <a:pt x="51274" y="0"/>
                  </a:lnTo>
                  <a:lnTo>
                    <a:pt x="44628" y="20587"/>
                  </a:lnTo>
                  <a:lnTo>
                    <a:pt x="43274" y="27948"/>
                  </a:lnTo>
                  <a:lnTo>
                    <a:pt x="41703" y="306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g3914"/>
            <p:cNvSpPr/>
            <p:nvPr/>
          </p:nvSpPr>
          <p:spPr>
            <a:xfrm>
              <a:off x="5377730" y="2716409"/>
              <a:ext cx="30200" cy="16853"/>
            </a:xfrm>
            <a:custGeom>
              <a:avLst/>
              <a:gdLst/>
              <a:ahLst/>
              <a:cxnLst/>
              <a:rect l="0" t="0" r="0" b="0"/>
              <a:pathLst>
                <a:path w="30200" h="16853">
                  <a:moveTo>
                    <a:pt x="4423" y="16853"/>
                  </a:moveTo>
                  <a:lnTo>
                    <a:pt x="0" y="15723"/>
                  </a:lnTo>
                  <a:lnTo>
                    <a:pt x="14082" y="2946"/>
                  </a:lnTo>
                  <a:lnTo>
                    <a:pt x="30200" y="0"/>
                  </a:lnTo>
                  <a:lnTo>
                    <a:pt x="17187" y="1417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g3915"/>
            <p:cNvSpPr/>
            <p:nvPr/>
          </p:nvSpPr>
          <p:spPr>
            <a:xfrm>
              <a:off x="5667831" y="2547127"/>
              <a:ext cx="30784" cy="17069"/>
            </a:xfrm>
            <a:custGeom>
              <a:avLst/>
              <a:gdLst/>
              <a:ahLst/>
              <a:cxnLst/>
              <a:rect l="0" t="0" r="0" b="0"/>
              <a:pathLst>
                <a:path w="30784" h="17069">
                  <a:moveTo>
                    <a:pt x="0" y="17069"/>
                  </a:moveTo>
                  <a:lnTo>
                    <a:pt x="2294" y="12554"/>
                  </a:lnTo>
                  <a:lnTo>
                    <a:pt x="15430" y="4508"/>
                  </a:lnTo>
                  <a:lnTo>
                    <a:pt x="25084" y="0"/>
                  </a:lnTo>
                  <a:lnTo>
                    <a:pt x="30784" y="95"/>
                  </a:lnTo>
                  <a:lnTo>
                    <a:pt x="21502" y="9957"/>
                  </a:lnTo>
                  <a:lnTo>
                    <a:pt x="9622" y="160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g3916"/>
            <p:cNvSpPr/>
            <p:nvPr/>
          </p:nvSpPr>
          <p:spPr>
            <a:xfrm>
              <a:off x="4939342" y="5500509"/>
              <a:ext cx="49258" cy="37397"/>
            </a:xfrm>
            <a:custGeom>
              <a:avLst/>
              <a:gdLst/>
              <a:ahLst/>
              <a:cxnLst/>
              <a:rect l="0" t="0" r="0" b="0"/>
              <a:pathLst>
                <a:path w="49258" h="37397">
                  <a:moveTo>
                    <a:pt x="36380" y="7931"/>
                  </a:moveTo>
                  <a:lnTo>
                    <a:pt x="25890" y="16136"/>
                  </a:lnTo>
                  <a:lnTo>
                    <a:pt x="33512" y="21991"/>
                  </a:lnTo>
                  <a:lnTo>
                    <a:pt x="40695" y="9258"/>
                  </a:lnTo>
                  <a:lnTo>
                    <a:pt x="46395" y="19603"/>
                  </a:lnTo>
                  <a:lnTo>
                    <a:pt x="49258" y="37397"/>
                  </a:lnTo>
                  <a:lnTo>
                    <a:pt x="16879" y="37397"/>
                  </a:lnTo>
                  <a:lnTo>
                    <a:pt x="15627" y="32145"/>
                  </a:lnTo>
                  <a:lnTo>
                    <a:pt x="9084" y="25573"/>
                  </a:lnTo>
                  <a:lnTo>
                    <a:pt x="0" y="8807"/>
                  </a:lnTo>
                  <a:lnTo>
                    <a:pt x="5276" y="4483"/>
                  </a:lnTo>
                  <a:lnTo>
                    <a:pt x="12309" y="5924"/>
                  </a:lnTo>
                  <a:lnTo>
                    <a:pt x="15911" y="3905"/>
                  </a:lnTo>
                  <a:lnTo>
                    <a:pt x="25662" y="2292"/>
                  </a:lnTo>
                  <a:lnTo>
                    <a:pt x="31585" y="0"/>
                  </a:lnTo>
                  <a:lnTo>
                    <a:pt x="36215" y="495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g3917"/>
            <p:cNvSpPr/>
            <p:nvPr/>
          </p:nvSpPr>
          <p:spPr>
            <a:xfrm>
              <a:off x="4945285" y="5155530"/>
              <a:ext cx="95830" cy="135860"/>
            </a:xfrm>
            <a:custGeom>
              <a:avLst/>
              <a:gdLst/>
              <a:ahLst/>
              <a:cxnLst/>
              <a:rect l="0" t="0" r="0" b="0"/>
              <a:pathLst>
                <a:path w="95830" h="135860">
                  <a:moveTo>
                    <a:pt x="73800" y="135860"/>
                  </a:moveTo>
                  <a:lnTo>
                    <a:pt x="64612" y="122835"/>
                  </a:lnTo>
                  <a:lnTo>
                    <a:pt x="57211" y="119050"/>
                  </a:lnTo>
                  <a:lnTo>
                    <a:pt x="68772" y="109842"/>
                  </a:lnTo>
                  <a:lnTo>
                    <a:pt x="73764" y="101930"/>
                  </a:lnTo>
                  <a:lnTo>
                    <a:pt x="73660" y="84669"/>
                  </a:lnTo>
                  <a:lnTo>
                    <a:pt x="76482" y="75214"/>
                  </a:lnTo>
                  <a:lnTo>
                    <a:pt x="75526" y="67028"/>
                  </a:lnTo>
                  <a:lnTo>
                    <a:pt x="78073" y="58671"/>
                  </a:lnTo>
                  <a:lnTo>
                    <a:pt x="74627" y="49285"/>
                  </a:lnTo>
                  <a:lnTo>
                    <a:pt x="64963" y="41842"/>
                  </a:lnTo>
                  <a:lnTo>
                    <a:pt x="45842" y="12237"/>
                  </a:lnTo>
                  <a:lnTo>
                    <a:pt x="15637" y="5048"/>
                  </a:lnTo>
                  <a:lnTo>
                    <a:pt x="0" y="4750"/>
                  </a:lnTo>
                  <a:lnTo>
                    <a:pt x="8593" y="0"/>
                  </a:lnTo>
                  <a:lnTo>
                    <a:pt x="16531" y="577"/>
                  </a:lnTo>
                  <a:lnTo>
                    <a:pt x="28748" y="3403"/>
                  </a:lnTo>
                  <a:lnTo>
                    <a:pt x="43377" y="4769"/>
                  </a:lnTo>
                  <a:lnTo>
                    <a:pt x="52318" y="13481"/>
                  </a:lnTo>
                  <a:lnTo>
                    <a:pt x="60855" y="25033"/>
                  </a:lnTo>
                  <a:lnTo>
                    <a:pt x="68565" y="29707"/>
                  </a:lnTo>
                  <a:lnTo>
                    <a:pt x="71738" y="32679"/>
                  </a:lnTo>
                  <a:lnTo>
                    <a:pt x="71381" y="36032"/>
                  </a:lnTo>
                  <a:lnTo>
                    <a:pt x="72663" y="39181"/>
                  </a:lnTo>
                  <a:lnTo>
                    <a:pt x="82724" y="44586"/>
                  </a:lnTo>
                  <a:lnTo>
                    <a:pt x="92858" y="53311"/>
                  </a:lnTo>
                  <a:lnTo>
                    <a:pt x="95830" y="78897"/>
                  </a:lnTo>
                  <a:lnTo>
                    <a:pt x="82177" y="91007"/>
                  </a:lnTo>
                  <a:lnTo>
                    <a:pt x="79665" y="128055"/>
                  </a:lnTo>
                  <a:lnTo>
                    <a:pt x="76001" y="1347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g3918"/>
            <p:cNvSpPr/>
            <p:nvPr/>
          </p:nvSpPr>
          <p:spPr>
            <a:xfrm>
              <a:off x="4893261" y="5381534"/>
              <a:ext cx="74105" cy="118987"/>
            </a:xfrm>
            <a:custGeom>
              <a:avLst/>
              <a:gdLst/>
              <a:ahLst/>
              <a:cxnLst/>
              <a:rect l="0" t="0" r="0" b="0"/>
              <a:pathLst>
                <a:path w="74105" h="118987">
                  <a:moveTo>
                    <a:pt x="72947" y="80116"/>
                  </a:moveTo>
                  <a:lnTo>
                    <a:pt x="74105" y="91896"/>
                  </a:lnTo>
                  <a:lnTo>
                    <a:pt x="73035" y="96094"/>
                  </a:lnTo>
                  <a:lnTo>
                    <a:pt x="61583" y="103968"/>
                  </a:lnTo>
                  <a:lnTo>
                    <a:pt x="58643" y="108369"/>
                  </a:lnTo>
                  <a:lnTo>
                    <a:pt x="47847" y="112808"/>
                  </a:lnTo>
                  <a:lnTo>
                    <a:pt x="41315" y="118987"/>
                  </a:lnTo>
                  <a:lnTo>
                    <a:pt x="38044" y="108947"/>
                  </a:lnTo>
                  <a:lnTo>
                    <a:pt x="31703" y="102742"/>
                  </a:lnTo>
                  <a:lnTo>
                    <a:pt x="30639" y="92194"/>
                  </a:lnTo>
                  <a:lnTo>
                    <a:pt x="25792" y="95757"/>
                  </a:lnTo>
                  <a:lnTo>
                    <a:pt x="18805" y="93585"/>
                  </a:lnTo>
                  <a:lnTo>
                    <a:pt x="7281" y="85596"/>
                  </a:lnTo>
                  <a:lnTo>
                    <a:pt x="0" y="74750"/>
                  </a:lnTo>
                  <a:lnTo>
                    <a:pt x="10201" y="72870"/>
                  </a:lnTo>
                  <a:lnTo>
                    <a:pt x="12309" y="79608"/>
                  </a:lnTo>
                  <a:lnTo>
                    <a:pt x="20381" y="71340"/>
                  </a:lnTo>
                  <a:lnTo>
                    <a:pt x="18546" y="66983"/>
                  </a:lnTo>
                  <a:lnTo>
                    <a:pt x="17089" y="66425"/>
                  </a:lnTo>
                  <a:lnTo>
                    <a:pt x="14443" y="58321"/>
                  </a:lnTo>
                  <a:lnTo>
                    <a:pt x="26587" y="37098"/>
                  </a:lnTo>
                  <a:lnTo>
                    <a:pt x="29207" y="23407"/>
                  </a:lnTo>
                  <a:lnTo>
                    <a:pt x="23699" y="1441"/>
                  </a:lnTo>
                  <a:lnTo>
                    <a:pt x="28841" y="0"/>
                  </a:lnTo>
                  <a:lnTo>
                    <a:pt x="42545" y="7703"/>
                  </a:lnTo>
                  <a:lnTo>
                    <a:pt x="48685" y="15285"/>
                  </a:lnTo>
                  <a:lnTo>
                    <a:pt x="48886" y="25693"/>
                  </a:lnTo>
                  <a:lnTo>
                    <a:pt x="54648" y="33752"/>
                  </a:lnTo>
                  <a:lnTo>
                    <a:pt x="62989" y="53057"/>
                  </a:lnTo>
                  <a:lnTo>
                    <a:pt x="73180" y="64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g3919"/>
            <p:cNvSpPr/>
            <p:nvPr/>
          </p:nvSpPr>
          <p:spPr>
            <a:xfrm>
              <a:off x="4835016" y="5174016"/>
              <a:ext cx="112522" cy="38661"/>
            </a:xfrm>
            <a:custGeom>
              <a:avLst/>
              <a:gdLst/>
              <a:ahLst/>
              <a:cxnLst/>
              <a:rect l="0" t="0" r="0" b="0"/>
              <a:pathLst>
                <a:path w="112522" h="38661">
                  <a:moveTo>
                    <a:pt x="64973" y="13005"/>
                  </a:moveTo>
                  <a:lnTo>
                    <a:pt x="71841" y="12453"/>
                  </a:lnTo>
                  <a:lnTo>
                    <a:pt x="75960" y="9792"/>
                  </a:lnTo>
                  <a:lnTo>
                    <a:pt x="94931" y="10878"/>
                  </a:lnTo>
                  <a:lnTo>
                    <a:pt x="110248" y="6985"/>
                  </a:lnTo>
                  <a:lnTo>
                    <a:pt x="112522" y="13894"/>
                  </a:lnTo>
                  <a:lnTo>
                    <a:pt x="112134" y="17501"/>
                  </a:lnTo>
                  <a:lnTo>
                    <a:pt x="79562" y="20886"/>
                  </a:lnTo>
                  <a:lnTo>
                    <a:pt x="49682" y="31028"/>
                  </a:lnTo>
                  <a:lnTo>
                    <a:pt x="33305" y="37899"/>
                  </a:lnTo>
                  <a:lnTo>
                    <a:pt x="25611" y="38661"/>
                  </a:lnTo>
                  <a:lnTo>
                    <a:pt x="19730" y="35047"/>
                  </a:lnTo>
                  <a:lnTo>
                    <a:pt x="0" y="14104"/>
                  </a:lnTo>
                  <a:lnTo>
                    <a:pt x="5276" y="16193"/>
                  </a:lnTo>
                  <a:lnTo>
                    <a:pt x="19854" y="28030"/>
                  </a:lnTo>
                  <a:lnTo>
                    <a:pt x="28908" y="25871"/>
                  </a:lnTo>
                  <a:lnTo>
                    <a:pt x="37295" y="18047"/>
                  </a:lnTo>
                  <a:lnTo>
                    <a:pt x="38577" y="12135"/>
                  </a:lnTo>
                  <a:lnTo>
                    <a:pt x="37326" y="9335"/>
                  </a:lnTo>
                  <a:lnTo>
                    <a:pt x="41119" y="0"/>
                  </a:lnTo>
                  <a:lnTo>
                    <a:pt x="52152" y="896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g3920"/>
            <p:cNvSpPr/>
            <p:nvPr/>
          </p:nvSpPr>
          <p:spPr>
            <a:xfrm>
              <a:off x="4985696" y="5397055"/>
              <a:ext cx="30985" cy="11691"/>
            </a:xfrm>
            <a:custGeom>
              <a:avLst/>
              <a:gdLst/>
              <a:ahLst/>
              <a:cxnLst/>
              <a:rect l="0" t="0" r="0" b="0"/>
              <a:pathLst>
                <a:path w="30985" h="11691">
                  <a:moveTo>
                    <a:pt x="10733" y="11691"/>
                  </a:moveTo>
                  <a:lnTo>
                    <a:pt x="2191" y="9030"/>
                  </a:lnTo>
                  <a:lnTo>
                    <a:pt x="0" y="6890"/>
                  </a:lnTo>
                  <a:lnTo>
                    <a:pt x="3658" y="3295"/>
                  </a:lnTo>
                  <a:lnTo>
                    <a:pt x="11710" y="298"/>
                  </a:lnTo>
                  <a:lnTo>
                    <a:pt x="24639" y="0"/>
                  </a:lnTo>
                  <a:lnTo>
                    <a:pt x="30303" y="3543"/>
                  </a:lnTo>
                  <a:lnTo>
                    <a:pt x="30985" y="5093"/>
                  </a:lnTo>
                  <a:lnTo>
                    <a:pt x="22686" y="899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g3921"/>
            <p:cNvSpPr/>
            <p:nvPr/>
          </p:nvSpPr>
          <p:spPr>
            <a:xfrm>
              <a:off x="5304944" y="5521433"/>
              <a:ext cx="12277" cy="16472"/>
            </a:xfrm>
            <a:custGeom>
              <a:avLst/>
              <a:gdLst/>
              <a:ahLst/>
              <a:cxnLst/>
              <a:rect l="0" t="0" r="0" b="0"/>
              <a:pathLst>
                <a:path w="12277" h="16472">
                  <a:moveTo>
                    <a:pt x="7008" y="16472"/>
                  </a:moveTo>
                  <a:lnTo>
                    <a:pt x="0" y="16472"/>
                  </a:lnTo>
                  <a:lnTo>
                    <a:pt x="1962" y="2806"/>
                  </a:lnTo>
                  <a:lnTo>
                    <a:pt x="7771" y="0"/>
                  </a:lnTo>
                  <a:lnTo>
                    <a:pt x="10050" y="152"/>
                  </a:lnTo>
                  <a:lnTo>
                    <a:pt x="12277" y="762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g3922"/>
            <p:cNvSpPr/>
            <p:nvPr/>
          </p:nvSpPr>
          <p:spPr>
            <a:xfrm>
              <a:off x="5068380" y="5334383"/>
              <a:ext cx="70456" cy="119063"/>
            </a:xfrm>
            <a:custGeom>
              <a:avLst/>
              <a:gdLst/>
              <a:ahLst/>
              <a:cxnLst/>
              <a:rect l="0" t="0" r="0" b="0"/>
              <a:pathLst>
                <a:path w="70456" h="119063">
                  <a:moveTo>
                    <a:pt x="31373" y="24747"/>
                  </a:moveTo>
                  <a:lnTo>
                    <a:pt x="46235" y="30285"/>
                  </a:lnTo>
                  <a:lnTo>
                    <a:pt x="62302" y="48650"/>
                  </a:lnTo>
                  <a:lnTo>
                    <a:pt x="69221" y="55191"/>
                  </a:lnTo>
                  <a:lnTo>
                    <a:pt x="70456" y="61147"/>
                  </a:lnTo>
                  <a:lnTo>
                    <a:pt x="67748" y="88340"/>
                  </a:lnTo>
                  <a:lnTo>
                    <a:pt x="64136" y="104711"/>
                  </a:lnTo>
                  <a:lnTo>
                    <a:pt x="64679" y="119063"/>
                  </a:lnTo>
                  <a:lnTo>
                    <a:pt x="60906" y="114815"/>
                  </a:lnTo>
                  <a:lnTo>
                    <a:pt x="57093" y="105416"/>
                  </a:lnTo>
                  <a:lnTo>
                    <a:pt x="50840" y="100012"/>
                  </a:lnTo>
                  <a:lnTo>
                    <a:pt x="48757" y="97180"/>
                  </a:lnTo>
                  <a:lnTo>
                    <a:pt x="59997" y="96557"/>
                  </a:lnTo>
                  <a:lnTo>
                    <a:pt x="60994" y="81761"/>
                  </a:lnTo>
                  <a:lnTo>
                    <a:pt x="66477" y="70089"/>
                  </a:lnTo>
                  <a:lnTo>
                    <a:pt x="65645" y="57947"/>
                  </a:lnTo>
                  <a:lnTo>
                    <a:pt x="52529" y="44579"/>
                  </a:lnTo>
                  <a:lnTo>
                    <a:pt x="43538" y="32812"/>
                  </a:lnTo>
                  <a:lnTo>
                    <a:pt x="29714" y="29046"/>
                  </a:lnTo>
                  <a:lnTo>
                    <a:pt x="16929" y="17330"/>
                  </a:lnTo>
                  <a:lnTo>
                    <a:pt x="9301" y="15888"/>
                  </a:lnTo>
                  <a:lnTo>
                    <a:pt x="0" y="17952"/>
                  </a:lnTo>
                  <a:lnTo>
                    <a:pt x="3359" y="10967"/>
                  </a:lnTo>
                  <a:lnTo>
                    <a:pt x="5684" y="1727"/>
                  </a:lnTo>
                  <a:lnTo>
                    <a:pt x="7389" y="0"/>
                  </a:lnTo>
                  <a:lnTo>
                    <a:pt x="13952" y="100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g3923"/>
            <p:cNvSpPr/>
            <p:nvPr/>
          </p:nvSpPr>
          <p:spPr>
            <a:xfrm>
              <a:off x="5178096" y="5447191"/>
              <a:ext cx="46804" cy="72629"/>
            </a:xfrm>
            <a:custGeom>
              <a:avLst/>
              <a:gdLst/>
              <a:ahLst/>
              <a:cxnLst/>
              <a:rect l="0" t="0" r="0" b="0"/>
              <a:pathLst>
                <a:path w="46804" h="72629">
                  <a:moveTo>
                    <a:pt x="46804" y="71314"/>
                  </a:moveTo>
                  <a:lnTo>
                    <a:pt x="39713" y="69974"/>
                  </a:lnTo>
                  <a:lnTo>
                    <a:pt x="29249" y="72559"/>
                  </a:lnTo>
                  <a:lnTo>
                    <a:pt x="25482" y="72629"/>
                  </a:lnTo>
                  <a:lnTo>
                    <a:pt x="27828" y="68101"/>
                  </a:lnTo>
                  <a:lnTo>
                    <a:pt x="35094" y="61979"/>
                  </a:lnTo>
                  <a:lnTo>
                    <a:pt x="35460" y="56150"/>
                  </a:lnTo>
                  <a:lnTo>
                    <a:pt x="26469" y="47742"/>
                  </a:lnTo>
                  <a:lnTo>
                    <a:pt x="16004" y="26824"/>
                  </a:lnTo>
                  <a:lnTo>
                    <a:pt x="11105" y="21864"/>
                  </a:lnTo>
                  <a:lnTo>
                    <a:pt x="8779" y="14002"/>
                  </a:lnTo>
                  <a:lnTo>
                    <a:pt x="0" y="5569"/>
                  </a:lnTo>
                  <a:lnTo>
                    <a:pt x="1834" y="1060"/>
                  </a:lnTo>
                  <a:lnTo>
                    <a:pt x="3638" y="0"/>
                  </a:lnTo>
                  <a:lnTo>
                    <a:pt x="9575" y="2165"/>
                  </a:lnTo>
                  <a:lnTo>
                    <a:pt x="23022" y="32253"/>
                  </a:lnTo>
                  <a:lnTo>
                    <a:pt x="23900" y="35136"/>
                  </a:lnTo>
                  <a:lnTo>
                    <a:pt x="46101" y="647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t3924"/>
            <p:cNvSpPr/>
            <p:nvPr/>
          </p:nvSpPr>
          <p:spPr>
            <a:xfrm>
              <a:off x="5411954" y="3276309"/>
              <a:ext cx="63202" cy="63202"/>
            </a:xfrm>
            <a:prstGeom prst="ellipse">
              <a:avLst/>
            </a:prstGeom>
            <a:solidFill>
              <a:srgbClr val="98DEC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t3925"/>
            <p:cNvSpPr/>
            <p:nvPr/>
          </p:nvSpPr>
          <p:spPr>
            <a:xfrm>
              <a:off x="3286560" y="4746129"/>
              <a:ext cx="63202" cy="63202"/>
            </a:xfrm>
            <a:prstGeom prst="ellipse">
              <a:avLst/>
            </a:prstGeom>
            <a:solidFill>
              <a:srgbClr val="3A69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t3926"/>
            <p:cNvSpPr/>
            <p:nvPr/>
          </p:nvSpPr>
          <p:spPr>
            <a:xfrm>
              <a:off x="2878450" y="4973596"/>
              <a:ext cx="63202" cy="63202"/>
            </a:xfrm>
            <a:prstGeom prst="ellipse">
              <a:avLst/>
            </a:prstGeom>
            <a:solidFill>
              <a:srgbClr val="3A7A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t3927"/>
            <p:cNvSpPr/>
            <p:nvPr/>
          </p:nvSpPr>
          <p:spPr>
            <a:xfrm>
              <a:off x="5154968" y="3735383"/>
              <a:ext cx="63202" cy="63202"/>
            </a:xfrm>
            <a:prstGeom prst="ellipse">
              <a:avLst/>
            </a:prstGeom>
            <a:solidFill>
              <a:srgbClr val="74D3B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t3928"/>
            <p:cNvSpPr/>
            <p:nvPr/>
          </p:nvSpPr>
          <p:spPr>
            <a:xfrm>
              <a:off x="3815690" y="4677487"/>
              <a:ext cx="63202" cy="63202"/>
            </a:xfrm>
            <a:prstGeom prst="ellipse">
              <a:avLst/>
            </a:prstGeom>
            <a:solidFill>
              <a:srgbClr val="3986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t3929"/>
            <p:cNvSpPr/>
            <p:nvPr/>
          </p:nvSpPr>
          <p:spPr>
            <a:xfrm>
              <a:off x="5234441" y="3545894"/>
              <a:ext cx="63202" cy="63202"/>
            </a:xfrm>
            <a:prstGeom prst="ellipse">
              <a:avLst/>
            </a:prstGeom>
            <a:solidFill>
              <a:srgbClr val="DAF4E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t3930"/>
            <p:cNvSpPr/>
            <p:nvPr/>
          </p:nvSpPr>
          <p:spPr>
            <a:xfrm>
              <a:off x="3635685" y="4800931"/>
              <a:ext cx="63202" cy="63202"/>
            </a:xfrm>
            <a:prstGeom prst="ellipse">
              <a:avLst/>
            </a:prstGeom>
            <a:solidFill>
              <a:srgbClr val="3B396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t3931"/>
            <p:cNvSpPr/>
            <p:nvPr/>
          </p:nvSpPr>
          <p:spPr>
            <a:xfrm>
              <a:off x="5803938" y="2901996"/>
              <a:ext cx="63202" cy="63202"/>
            </a:xfrm>
            <a:prstGeom prst="ellipse">
              <a:avLst/>
            </a:prstGeom>
            <a:solidFill>
              <a:srgbClr val="3987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t3932"/>
            <p:cNvSpPr/>
            <p:nvPr/>
          </p:nvSpPr>
          <p:spPr>
            <a:xfrm>
              <a:off x="5602232" y="3222656"/>
              <a:ext cx="63202" cy="63202"/>
            </a:xfrm>
            <a:prstGeom prst="ellipse">
              <a:avLst/>
            </a:prstGeom>
            <a:solidFill>
              <a:srgbClr val="3B70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t3933"/>
            <p:cNvSpPr/>
            <p:nvPr/>
          </p:nvSpPr>
          <p:spPr>
            <a:xfrm>
              <a:off x="4189184" y="4765547"/>
              <a:ext cx="63202" cy="63202"/>
            </a:xfrm>
            <a:prstGeom prst="ellipse">
              <a:avLst/>
            </a:prstGeom>
            <a:solidFill>
              <a:srgbClr val="388B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t3934"/>
            <p:cNvSpPr/>
            <p:nvPr/>
          </p:nvSpPr>
          <p:spPr>
            <a:xfrm>
              <a:off x="4913887" y="4211118"/>
              <a:ext cx="63202" cy="63202"/>
            </a:xfrm>
            <a:prstGeom prst="ellipse">
              <a:avLst/>
            </a:prstGeom>
            <a:solidFill>
              <a:srgbClr val="A2E1C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t3935"/>
            <p:cNvSpPr/>
            <p:nvPr/>
          </p:nvSpPr>
          <p:spPr>
            <a:xfrm>
              <a:off x="4598477" y="4463619"/>
              <a:ext cx="63202" cy="63202"/>
            </a:xfrm>
            <a:prstGeom prst="ellipse">
              <a:avLst/>
            </a:prstGeom>
            <a:solidFill>
              <a:srgbClr val="A0E1C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t3936"/>
            <p:cNvSpPr/>
            <p:nvPr/>
          </p:nvSpPr>
          <p:spPr>
            <a:xfrm>
              <a:off x="4706891" y="4368015"/>
              <a:ext cx="63202" cy="63202"/>
            </a:xfrm>
            <a:prstGeom prst="ellipse">
              <a:avLst/>
            </a:prstGeom>
            <a:solidFill>
              <a:srgbClr val="5AC5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t3937"/>
            <p:cNvSpPr/>
            <p:nvPr/>
          </p:nvSpPr>
          <p:spPr>
            <a:xfrm>
              <a:off x="5170525" y="3498927"/>
              <a:ext cx="63202" cy="63202"/>
            </a:xfrm>
            <a:prstGeom prst="ellipse">
              <a:avLst/>
            </a:prstGeom>
            <a:solidFill>
              <a:srgbClr val="3A78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t3938"/>
            <p:cNvSpPr/>
            <p:nvPr/>
          </p:nvSpPr>
          <p:spPr>
            <a:xfrm>
              <a:off x="4143523" y="4766403"/>
              <a:ext cx="63202" cy="63202"/>
            </a:xfrm>
            <a:prstGeom prst="ellipse">
              <a:avLst/>
            </a:prstGeom>
            <a:solidFill>
              <a:srgbClr val="3699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t3939"/>
            <p:cNvSpPr/>
            <p:nvPr/>
          </p:nvSpPr>
          <p:spPr>
            <a:xfrm>
              <a:off x="4544041" y="4668741"/>
              <a:ext cx="63202" cy="63202"/>
            </a:xfrm>
            <a:prstGeom prst="ellipse">
              <a:avLst/>
            </a:prstGeom>
            <a:solidFill>
              <a:srgbClr val="91DCC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t3940"/>
            <p:cNvSpPr/>
            <p:nvPr/>
          </p:nvSpPr>
          <p:spPr>
            <a:xfrm>
              <a:off x="3690881" y="4772296"/>
              <a:ext cx="63202" cy="63202"/>
            </a:xfrm>
            <a:prstGeom prst="ellipse">
              <a:avLst/>
            </a:prstGeom>
            <a:solidFill>
              <a:srgbClr val="3C497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t3941"/>
            <p:cNvSpPr/>
            <p:nvPr/>
          </p:nvSpPr>
          <p:spPr>
            <a:xfrm>
              <a:off x="5016032" y="3641698"/>
              <a:ext cx="63202" cy="63202"/>
            </a:xfrm>
            <a:prstGeom prst="ellipse">
              <a:avLst/>
            </a:prstGeom>
            <a:solidFill>
              <a:srgbClr val="41A4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t3942"/>
            <p:cNvSpPr/>
            <p:nvPr/>
          </p:nvSpPr>
          <p:spPr>
            <a:xfrm>
              <a:off x="4551789" y="4536931"/>
              <a:ext cx="63202" cy="63202"/>
            </a:xfrm>
            <a:prstGeom prst="ellipse">
              <a:avLst/>
            </a:prstGeom>
            <a:solidFill>
              <a:srgbClr val="8DDBB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t3943"/>
            <p:cNvSpPr/>
            <p:nvPr/>
          </p:nvSpPr>
          <p:spPr>
            <a:xfrm>
              <a:off x="3457033" y="4801454"/>
              <a:ext cx="63202" cy="63202"/>
            </a:xfrm>
            <a:prstGeom prst="ellipse">
              <a:avLst/>
            </a:prstGeom>
            <a:solidFill>
              <a:srgbClr val="2D213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t3944"/>
            <p:cNvSpPr/>
            <p:nvPr/>
          </p:nvSpPr>
          <p:spPr>
            <a:xfrm>
              <a:off x="4795350" y="4267713"/>
              <a:ext cx="63202" cy="63202"/>
            </a:xfrm>
            <a:prstGeom prst="ellipse">
              <a:avLst/>
            </a:prstGeom>
            <a:solidFill>
              <a:srgbClr val="8FDB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t3945"/>
            <p:cNvSpPr/>
            <p:nvPr/>
          </p:nvSpPr>
          <p:spPr>
            <a:xfrm>
              <a:off x="5763373" y="2927118"/>
              <a:ext cx="63202" cy="63202"/>
            </a:xfrm>
            <a:prstGeom prst="ellipse">
              <a:avLst/>
            </a:prstGeom>
            <a:solidFill>
              <a:srgbClr val="3EA0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t3946"/>
            <p:cNvSpPr/>
            <p:nvPr/>
          </p:nvSpPr>
          <p:spPr>
            <a:xfrm>
              <a:off x="3223042" y="4753931"/>
              <a:ext cx="63202" cy="63202"/>
            </a:xfrm>
            <a:prstGeom prst="ellipse">
              <a:avLst/>
            </a:prstGeom>
            <a:solidFill>
              <a:srgbClr val="3A77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t3947"/>
            <p:cNvSpPr/>
            <p:nvPr/>
          </p:nvSpPr>
          <p:spPr>
            <a:xfrm>
              <a:off x="6187218" y="2929573"/>
              <a:ext cx="63202" cy="63202"/>
            </a:xfrm>
            <a:prstGeom prst="ellipse">
              <a:avLst/>
            </a:prstGeom>
            <a:solidFill>
              <a:srgbClr val="3497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t3948"/>
            <p:cNvSpPr/>
            <p:nvPr/>
          </p:nvSpPr>
          <p:spPr>
            <a:xfrm>
              <a:off x="4558922" y="4541579"/>
              <a:ext cx="63202" cy="63202"/>
            </a:xfrm>
            <a:prstGeom prst="ellipse">
              <a:avLst/>
            </a:prstGeom>
            <a:solidFill>
              <a:srgbClr val="95DDC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t3949"/>
            <p:cNvSpPr/>
            <p:nvPr/>
          </p:nvSpPr>
          <p:spPr>
            <a:xfrm>
              <a:off x="5665872" y="3067530"/>
              <a:ext cx="63202" cy="63202"/>
            </a:xfrm>
            <a:prstGeom prst="ellipse">
              <a:avLst/>
            </a:prstGeom>
            <a:solidFill>
              <a:srgbClr val="B7E8D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t3950"/>
            <p:cNvSpPr/>
            <p:nvPr/>
          </p:nvSpPr>
          <p:spPr>
            <a:xfrm>
              <a:off x="3541256" y="4824822"/>
              <a:ext cx="63202" cy="63202"/>
            </a:xfrm>
            <a:prstGeom prst="ellipse">
              <a:avLst/>
            </a:prstGeom>
            <a:solidFill>
              <a:srgbClr val="3B3B6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t3951"/>
            <p:cNvSpPr/>
            <p:nvPr/>
          </p:nvSpPr>
          <p:spPr>
            <a:xfrm>
              <a:off x="4587926" y="4467164"/>
              <a:ext cx="63202" cy="63202"/>
            </a:xfrm>
            <a:prstGeom prst="ellipse">
              <a:avLst/>
            </a:prstGeom>
            <a:solidFill>
              <a:srgbClr val="88D9B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t3952"/>
            <p:cNvSpPr/>
            <p:nvPr/>
          </p:nvSpPr>
          <p:spPr>
            <a:xfrm>
              <a:off x="5657937" y="3028251"/>
              <a:ext cx="63202" cy="63202"/>
            </a:xfrm>
            <a:prstGeom prst="ellipse">
              <a:avLst/>
            </a:prstGeom>
            <a:solidFill>
              <a:srgbClr val="A3E2C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t3953"/>
            <p:cNvSpPr/>
            <p:nvPr/>
          </p:nvSpPr>
          <p:spPr>
            <a:xfrm>
              <a:off x="2979067" y="4895874"/>
              <a:ext cx="63202" cy="63202"/>
            </a:xfrm>
            <a:prstGeom prst="ellipse">
              <a:avLst/>
            </a:prstGeom>
            <a:solidFill>
              <a:srgbClr val="3A75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t3954"/>
            <p:cNvSpPr/>
            <p:nvPr/>
          </p:nvSpPr>
          <p:spPr>
            <a:xfrm>
              <a:off x="4922163" y="4187507"/>
              <a:ext cx="63202" cy="63202"/>
            </a:xfrm>
            <a:prstGeom prst="ellipse">
              <a:avLst/>
            </a:prstGeom>
            <a:solidFill>
              <a:srgbClr val="68D0A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t3955"/>
            <p:cNvSpPr/>
            <p:nvPr/>
          </p:nvSpPr>
          <p:spPr>
            <a:xfrm>
              <a:off x="5059838" y="3807278"/>
              <a:ext cx="63202" cy="63202"/>
            </a:xfrm>
            <a:prstGeom prst="ellipse">
              <a:avLst/>
            </a:prstGeom>
            <a:solidFill>
              <a:srgbClr val="C7EDD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t3956"/>
            <p:cNvSpPr/>
            <p:nvPr/>
          </p:nvSpPr>
          <p:spPr>
            <a:xfrm>
              <a:off x="2851349" y="4946495"/>
              <a:ext cx="117405" cy="117405"/>
            </a:xfrm>
            <a:prstGeom prst="ellipse">
              <a:avLst/>
            </a:prstGeom>
            <a:solidFill>
              <a:srgbClr val="3A7A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t3957"/>
            <p:cNvSpPr/>
            <p:nvPr/>
          </p:nvSpPr>
          <p:spPr>
            <a:xfrm>
              <a:off x="5776837" y="2874895"/>
              <a:ext cx="117405" cy="117405"/>
            </a:xfrm>
            <a:prstGeom prst="ellipse">
              <a:avLst/>
            </a:prstGeom>
            <a:solidFill>
              <a:srgbClr val="3987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t3958"/>
            <p:cNvSpPr/>
            <p:nvPr/>
          </p:nvSpPr>
          <p:spPr>
            <a:xfrm>
              <a:off x="4516940" y="4641639"/>
              <a:ext cx="117405" cy="117405"/>
            </a:xfrm>
            <a:prstGeom prst="ellipse">
              <a:avLst/>
            </a:prstGeom>
            <a:solidFill>
              <a:srgbClr val="91DCC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t3959"/>
            <p:cNvSpPr/>
            <p:nvPr/>
          </p:nvSpPr>
          <p:spPr>
            <a:xfrm>
              <a:off x="3514155" y="4797720"/>
              <a:ext cx="117405" cy="117405"/>
            </a:xfrm>
            <a:prstGeom prst="ellipse">
              <a:avLst/>
            </a:prstGeom>
            <a:solidFill>
              <a:srgbClr val="3B3B6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t3960"/>
            <p:cNvSpPr/>
            <p:nvPr/>
          </p:nvSpPr>
          <p:spPr>
            <a:xfrm>
              <a:off x="5630836" y="3001150"/>
              <a:ext cx="117405" cy="117405"/>
            </a:xfrm>
            <a:prstGeom prst="ellipse">
              <a:avLst/>
            </a:prstGeom>
            <a:solidFill>
              <a:srgbClr val="A3E2C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l3961"/>
            <p:cNvSpPr/>
            <p:nvPr/>
          </p:nvSpPr>
          <p:spPr>
            <a:xfrm>
              <a:off x="2850490" y="4909180"/>
              <a:ext cx="52322" cy="84348"/>
            </a:xfrm>
            <a:custGeom>
              <a:avLst/>
              <a:gdLst/>
              <a:ahLst/>
              <a:cxnLst/>
              <a:rect l="0" t="0" r="0" b="0"/>
              <a:pathLst>
                <a:path w="52322" h="84348">
                  <a:moveTo>
                    <a:pt x="0" y="0"/>
                  </a:moveTo>
                  <a:lnTo>
                    <a:pt x="52322" y="84348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l3962"/>
            <p:cNvSpPr/>
            <p:nvPr/>
          </p:nvSpPr>
          <p:spPr>
            <a:xfrm>
              <a:off x="5744789" y="2858609"/>
              <a:ext cx="79322" cy="65546"/>
            </a:xfrm>
            <a:custGeom>
              <a:avLst/>
              <a:gdLst/>
              <a:ahLst/>
              <a:cxnLst/>
              <a:rect l="0" t="0" r="0" b="0"/>
              <a:pathLst>
                <a:path w="79322" h="65546">
                  <a:moveTo>
                    <a:pt x="0" y="0"/>
                  </a:moveTo>
                  <a:lnTo>
                    <a:pt x="79322" y="6554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l3963"/>
            <p:cNvSpPr/>
            <p:nvPr/>
          </p:nvSpPr>
          <p:spPr>
            <a:xfrm>
              <a:off x="4513471" y="4609310"/>
              <a:ext cx="54356" cy="79588"/>
            </a:xfrm>
            <a:custGeom>
              <a:avLst/>
              <a:gdLst/>
              <a:ahLst/>
              <a:cxnLst/>
              <a:rect l="0" t="0" r="0" b="0"/>
              <a:pathLst>
                <a:path w="54356" h="79588">
                  <a:moveTo>
                    <a:pt x="0" y="0"/>
                  </a:moveTo>
                  <a:lnTo>
                    <a:pt x="54356" y="79588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l3964"/>
            <p:cNvSpPr/>
            <p:nvPr/>
          </p:nvSpPr>
          <p:spPr>
            <a:xfrm>
              <a:off x="3511716" y="4762518"/>
              <a:ext cx="53615" cy="82346"/>
            </a:xfrm>
            <a:custGeom>
              <a:avLst/>
              <a:gdLst/>
              <a:ahLst/>
              <a:cxnLst/>
              <a:rect l="0" t="0" r="0" b="0"/>
              <a:pathLst>
                <a:path w="53615" h="82346">
                  <a:moveTo>
                    <a:pt x="0" y="0"/>
                  </a:moveTo>
                  <a:lnTo>
                    <a:pt x="53615" y="8234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l3965"/>
            <p:cNvSpPr/>
            <p:nvPr/>
          </p:nvSpPr>
          <p:spPr>
            <a:xfrm>
              <a:off x="5499573" y="3045507"/>
              <a:ext cx="173342" cy="13089"/>
            </a:xfrm>
            <a:custGeom>
              <a:avLst/>
              <a:gdLst/>
              <a:ahLst/>
              <a:cxnLst/>
              <a:rect l="0" t="0" r="0" b="0"/>
              <a:pathLst>
                <a:path w="173342" h="13089">
                  <a:moveTo>
                    <a:pt x="0" y="0"/>
                  </a:moveTo>
                  <a:lnTo>
                    <a:pt x="173342" y="13089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g3966"/>
            <p:cNvSpPr/>
            <p:nvPr/>
          </p:nvSpPr>
          <p:spPr>
            <a:xfrm>
              <a:off x="2291975" y="4760462"/>
              <a:ext cx="558515" cy="191932"/>
            </a:xfrm>
            <a:custGeom>
              <a:avLst/>
              <a:gdLst/>
              <a:ahLst/>
              <a:cxnLst/>
              <a:rect l="0" t="0" r="0" b="0"/>
              <a:pathLst>
                <a:path w="558515" h="191932">
                  <a:moveTo>
                    <a:pt x="27431" y="191932"/>
                  </a:moveTo>
                  <a:lnTo>
                    <a:pt x="531083" y="191932"/>
                  </a:lnTo>
                  <a:lnTo>
                    <a:pt x="529978" y="191910"/>
                  </a:lnTo>
                  <a:lnTo>
                    <a:pt x="534390" y="191732"/>
                  </a:lnTo>
                  <a:lnTo>
                    <a:pt x="538715" y="190849"/>
                  </a:lnTo>
                  <a:lnTo>
                    <a:pt x="542843" y="189284"/>
                  </a:lnTo>
                  <a:lnTo>
                    <a:pt x="546666" y="187076"/>
                  </a:lnTo>
                  <a:lnTo>
                    <a:pt x="550086" y="184284"/>
                  </a:lnTo>
                  <a:lnTo>
                    <a:pt x="553013" y="180980"/>
                  </a:lnTo>
                  <a:lnTo>
                    <a:pt x="555373" y="177248"/>
                  </a:lnTo>
                  <a:lnTo>
                    <a:pt x="557103" y="173187"/>
                  </a:lnTo>
                  <a:lnTo>
                    <a:pt x="558160" y="168900"/>
                  </a:lnTo>
                  <a:lnTo>
                    <a:pt x="558515" y="164500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tx3967"/>
            <p:cNvSpPr/>
            <p:nvPr/>
          </p:nvSpPr>
          <p:spPr>
            <a:xfrm>
              <a:off x="2337695" y="4806182"/>
              <a:ext cx="46707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W1_TX</a:t>
              </a:r>
            </a:p>
          </p:txBody>
        </p:sp>
        <p:sp>
          <p:nvSpPr>
            <p:cNvPr id="3968" name="pg3968"/>
            <p:cNvSpPr/>
            <p:nvPr/>
          </p:nvSpPr>
          <p:spPr>
            <a:xfrm>
              <a:off x="5278519" y="2666676"/>
              <a:ext cx="589605" cy="191932"/>
            </a:xfrm>
            <a:custGeom>
              <a:avLst/>
              <a:gdLst/>
              <a:ahLst/>
              <a:cxnLst/>
              <a:rect l="0" t="0" r="0" b="0"/>
              <a:pathLst>
                <a:path w="589605" h="191932">
                  <a:moveTo>
                    <a:pt x="27432" y="191932"/>
                  </a:moveTo>
                  <a:lnTo>
                    <a:pt x="562173" y="191932"/>
                  </a:lnTo>
                  <a:lnTo>
                    <a:pt x="561068" y="191910"/>
                  </a:lnTo>
                  <a:lnTo>
                    <a:pt x="565479" y="191732"/>
                  </a:lnTo>
                  <a:lnTo>
                    <a:pt x="569805" y="190849"/>
                  </a:lnTo>
                  <a:lnTo>
                    <a:pt x="573933" y="189284"/>
                  </a:lnTo>
                  <a:lnTo>
                    <a:pt x="577756" y="187076"/>
                  </a:lnTo>
                  <a:lnTo>
                    <a:pt x="581175" y="184284"/>
                  </a:lnTo>
                  <a:lnTo>
                    <a:pt x="584103" y="180980"/>
                  </a:lnTo>
                  <a:lnTo>
                    <a:pt x="586462" y="177248"/>
                  </a:lnTo>
                  <a:lnTo>
                    <a:pt x="588193" y="173187"/>
                  </a:lnTo>
                  <a:lnTo>
                    <a:pt x="589249" y="168900"/>
                  </a:lnTo>
                  <a:lnTo>
                    <a:pt x="589605" y="164500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tx3969"/>
            <p:cNvSpPr/>
            <p:nvPr/>
          </p:nvSpPr>
          <p:spPr>
            <a:xfrm>
              <a:off x="5324239" y="2712396"/>
              <a:ext cx="49816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W6_ME</a:t>
              </a:r>
            </a:p>
          </p:txBody>
        </p:sp>
        <p:sp>
          <p:nvSpPr>
            <p:cNvPr id="3970" name="pg3970"/>
            <p:cNvSpPr/>
            <p:nvPr/>
          </p:nvSpPr>
          <p:spPr>
            <a:xfrm>
              <a:off x="3970500" y="4460381"/>
              <a:ext cx="542970" cy="191932"/>
            </a:xfrm>
            <a:custGeom>
              <a:avLst/>
              <a:gdLst/>
              <a:ahLst/>
              <a:cxnLst/>
              <a:rect l="0" t="0" r="0" b="0"/>
              <a:pathLst>
                <a:path w="542970" h="191932">
                  <a:moveTo>
                    <a:pt x="27432" y="191932"/>
                  </a:moveTo>
                  <a:lnTo>
                    <a:pt x="515538" y="191932"/>
                  </a:lnTo>
                  <a:lnTo>
                    <a:pt x="514434" y="191910"/>
                  </a:lnTo>
                  <a:lnTo>
                    <a:pt x="518845" y="191732"/>
                  </a:lnTo>
                  <a:lnTo>
                    <a:pt x="523170" y="190849"/>
                  </a:lnTo>
                  <a:lnTo>
                    <a:pt x="527298" y="189284"/>
                  </a:lnTo>
                  <a:lnTo>
                    <a:pt x="531121" y="187076"/>
                  </a:lnTo>
                  <a:lnTo>
                    <a:pt x="534541" y="184284"/>
                  </a:lnTo>
                  <a:lnTo>
                    <a:pt x="537469" y="180980"/>
                  </a:lnTo>
                  <a:lnTo>
                    <a:pt x="539828" y="177248"/>
                  </a:lnTo>
                  <a:lnTo>
                    <a:pt x="541558" y="173187"/>
                  </a:lnTo>
                  <a:lnTo>
                    <a:pt x="542615" y="168900"/>
                  </a:lnTo>
                  <a:lnTo>
                    <a:pt x="542970" y="164500"/>
                  </a:lnTo>
                  <a:lnTo>
                    <a:pt x="542970" y="27431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tx3971"/>
            <p:cNvSpPr/>
            <p:nvPr/>
          </p:nvSpPr>
          <p:spPr>
            <a:xfrm>
              <a:off x="4016220" y="4506101"/>
              <a:ext cx="451530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W3_FL</a:t>
              </a:r>
            </a:p>
          </p:txBody>
        </p:sp>
        <p:sp>
          <p:nvSpPr>
            <p:cNvPr id="3972" name="pg3972"/>
            <p:cNvSpPr/>
            <p:nvPr/>
          </p:nvSpPr>
          <p:spPr>
            <a:xfrm>
              <a:off x="2960882" y="4613797"/>
              <a:ext cx="550834" cy="191932"/>
            </a:xfrm>
            <a:custGeom>
              <a:avLst/>
              <a:gdLst/>
              <a:ahLst/>
              <a:cxnLst/>
              <a:rect l="0" t="0" r="0" b="0"/>
              <a:pathLst>
                <a:path w="550834" h="191932">
                  <a:moveTo>
                    <a:pt x="27431" y="191932"/>
                  </a:moveTo>
                  <a:lnTo>
                    <a:pt x="523402" y="191932"/>
                  </a:lnTo>
                  <a:lnTo>
                    <a:pt x="522297" y="191910"/>
                  </a:lnTo>
                  <a:lnTo>
                    <a:pt x="526709" y="191732"/>
                  </a:lnTo>
                  <a:lnTo>
                    <a:pt x="531034" y="190849"/>
                  </a:lnTo>
                  <a:lnTo>
                    <a:pt x="535162" y="189284"/>
                  </a:lnTo>
                  <a:lnTo>
                    <a:pt x="538985" y="187076"/>
                  </a:lnTo>
                  <a:lnTo>
                    <a:pt x="542405" y="184284"/>
                  </a:lnTo>
                  <a:lnTo>
                    <a:pt x="545332" y="180980"/>
                  </a:lnTo>
                  <a:lnTo>
                    <a:pt x="547692" y="177248"/>
                  </a:lnTo>
                  <a:lnTo>
                    <a:pt x="549422" y="173187"/>
                  </a:lnTo>
                  <a:lnTo>
                    <a:pt x="550479" y="168900"/>
                  </a:lnTo>
                  <a:lnTo>
                    <a:pt x="550834" y="164500"/>
                  </a:lnTo>
                  <a:lnTo>
                    <a:pt x="550834" y="27431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tx3973"/>
            <p:cNvSpPr/>
            <p:nvPr/>
          </p:nvSpPr>
          <p:spPr>
            <a:xfrm>
              <a:off x="3006602" y="4659517"/>
              <a:ext cx="459394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W2_LA</a:t>
              </a:r>
            </a:p>
          </p:txBody>
        </p:sp>
        <p:sp>
          <p:nvSpPr>
            <p:cNvPr id="3974" name="pg3974"/>
            <p:cNvSpPr/>
            <p:nvPr/>
          </p:nvSpPr>
          <p:spPr>
            <a:xfrm>
              <a:off x="4917832" y="2949473"/>
              <a:ext cx="581741" cy="191932"/>
            </a:xfrm>
            <a:custGeom>
              <a:avLst/>
              <a:gdLst/>
              <a:ahLst/>
              <a:cxnLst/>
              <a:rect l="0" t="0" r="0" b="0"/>
              <a:pathLst>
                <a:path w="581741" h="191932">
                  <a:moveTo>
                    <a:pt x="27432" y="191932"/>
                  </a:moveTo>
                  <a:lnTo>
                    <a:pt x="554309" y="191932"/>
                  </a:lnTo>
                  <a:lnTo>
                    <a:pt x="553204" y="191910"/>
                  </a:lnTo>
                  <a:lnTo>
                    <a:pt x="557615" y="191732"/>
                  </a:lnTo>
                  <a:lnTo>
                    <a:pt x="561941" y="190849"/>
                  </a:lnTo>
                  <a:lnTo>
                    <a:pt x="566069" y="189284"/>
                  </a:lnTo>
                  <a:lnTo>
                    <a:pt x="569892" y="187076"/>
                  </a:lnTo>
                  <a:lnTo>
                    <a:pt x="573312" y="184284"/>
                  </a:lnTo>
                  <a:lnTo>
                    <a:pt x="576239" y="180980"/>
                  </a:lnTo>
                  <a:lnTo>
                    <a:pt x="578599" y="177248"/>
                  </a:lnTo>
                  <a:lnTo>
                    <a:pt x="580329" y="173187"/>
                  </a:lnTo>
                  <a:lnTo>
                    <a:pt x="581386" y="168900"/>
                  </a:lnTo>
                  <a:lnTo>
                    <a:pt x="581741" y="164500"/>
                  </a:lnTo>
                  <a:lnTo>
                    <a:pt x="581741" y="27431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tx3975"/>
            <p:cNvSpPr/>
            <p:nvPr/>
          </p:nvSpPr>
          <p:spPr>
            <a:xfrm>
              <a:off x="4963552" y="2995193"/>
              <a:ext cx="490301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W5_NH</a:t>
              </a:r>
            </a:p>
          </p:txBody>
        </p:sp>
        <p:sp>
          <p:nvSpPr>
            <p:cNvPr id="3976" name="rc3976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tx3977"/>
            <p:cNvSpPr/>
            <p:nvPr/>
          </p:nvSpPr>
          <p:spPr>
            <a:xfrm>
              <a:off x="1889564" y="536684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978" name="tx3978"/>
            <p:cNvSpPr/>
            <p:nvPr/>
          </p:nvSpPr>
          <p:spPr>
            <a:xfrm>
              <a:off x="2013922" y="534846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2058636" y="536684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889564" y="471646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2013922" y="469808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2058636" y="471646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889564" y="406618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2013922" y="40478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2058636" y="406618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889564" y="341590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2013922" y="339752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2058636" y="341590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1889564" y="276572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45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2013922" y="27473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2058636" y="276572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92" name="pl3992"/>
            <p:cNvSpPr/>
            <p:nvPr/>
          </p:nvSpPr>
          <p:spPr>
            <a:xfrm>
              <a:off x="2167122" y="540785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l3993"/>
            <p:cNvSpPr/>
            <p:nvPr/>
          </p:nvSpPr>
          <p:spPr>
            <a:xfrm>
              <a:off x="2167122" y="47575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l3994"/>
            <p:cNvSpPr/>
            <p:nvPr/>
          </p:nvSpPr>
          <p:spPr>
            <a:xfrm>
              <a:off x="2167122" y="410729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l3995"/>
            <p:cNvSpPr/>
            <p:nvPr/>
          </p:nvSpPr>
          <p:spPr>
            <a:xfrm>
              <a:off x="2167122" y="345701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l3996"/>
            <p:cNvSpPr/>
            <p:nvPr/>
          </p:nvSpPr>
          <p:spPr>
            <a:xfrm>
              <a:off x="2167122" y="28067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l3997"/>
            <p:cNvSpPr/>
            <p:nvPr/>
          </p:nvSpPr>
          <p:spPr>
            <a:xfrm>
              <a:off x="26109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l3998"/>
            <p:cNvSpPr/>
            <p:nvPr/>
          </p:nvSpPr>
          <p:spPr>
            <a:xfrm>
              <a:off x="31401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l3999"/>
            <p:cNvSpPr/>
            <p:nvPr/>
          </p:nvSpPr>
          <p:spPr>
            <a:xfrm>
              <a:off x="36693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l4000"/>
            <p:cNvSpPr/>
            <p:nvPr/>
          </p:nvSpPr>
          <p:spPr>
            <a:xfrm>
              <a:off x="41984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l4001"/>
            <p:cNvSpPr/>
            <p:nvPr/>
          </p:nvSpPr>
          <p:spPr>
            <a:xfrm>
              <a:off x="472766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l4002"/>
            <p:cNvSpPr/>
            <p:nvPr/>
          </p:nvSpPr>
          <p:spPr>
            <a:xfrm>
              <a:off x="52568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l4003"/>
            <p:cNvSpPr/>
            <p:nvPr/>
          </p:nvSpPr>
          <p:spPr>
            <a:xfrm>
              <a:off x="57860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l4004"/>
            <p:cNvSpPr/>
            <p:nvPr/>
          </p:nvSpPr>
          <p:spPr>
            <a:xfrm>
              <a:off x="63151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tx4005"/>
            <p:cNvSpPr/>
            <p:nvPr/>
          </p:nvSpPr>
          <p:spPr>
            <a:xfrm>
              <a:off x="2442620" y="5783578"/>
              <a:ext cx="186537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4006" name="tx4006"/>
            <p:cNvSpPr/>
            <p:nvPr/>
          </p:nvSpPr>
          <p:spPr>
            <a:xfrm>
              <a:off x="262915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7" name="tx4007"/>
            <p:cNvSpPr/>
            <p:nvPr/>
          </p:nvSpPr>
          <p:spPr>
            <a:xfrm>
              <a:off x="267387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9873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95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31427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31874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35165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90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36719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37166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40457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85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42010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42458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457491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80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47302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47749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51040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75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52594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53041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56332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70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57886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58333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61624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65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63177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63625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4066122" y="5925448"/>
              <a:ext cx="6138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</a:t>
              </a:r>
            </a:p>
          </p:txBody>
        </p:sp>
        <p:sp>
          <p:nvSpPr>
            <p:cNvPr id="4030" name="tx4030"/>
            <p:cNvSpPr/>
            <p:nvPr/>
          </p:nvSpPr>
          <p:spPr>
            <a:xfrm rot="-5400000">
              <a:off x="1525174" y="3987658"/>
              <a:ext cx="497159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</a:t>
              </a:r>
            </a:p>
          </p:txBody>
        </p:sp>
        <p:sp>
          <p:nvSpPr>
            <p:cNvPr id="4031" name="rc4031"/>
            <p:cNvSpPr/>
            <p:nvPr/>
          </p:nvSpPr>
          <p:spPr>
            <a:xfrm>
              <a:off x="6683342" y="3243743"/>
              <a:ext cx="737012" cy="158804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2" name="tx4032"/>
            <p:cNvSpPr/>
            <p:nvPr/>
          </p:nvSpPr>
          <p:spPr>
            <a:xfrm>
              <a:off x="6752931" y="3328785"/>
              <a:ext cx="597834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</a:t>
              </a:r>
            </a:p>
          </p:txBody>
        </p:sp>
        <p:sp>
          <p:nvSpPr>
            <p:cNvPr id="4033" name="tx4033"/>
            <p:cNvSpPr/>
            <p:nvPr/>
          </p:nvSpPr>
          <p:spPr>
            <a:xfrm>
              <a:off x="6752931" y="3479661"/>
              <a:ext cx="37252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Offset</a:t>
              </a:r>
            </a:p>
          </p:txBody>
        </p:sp>
        <p:pic>
          <p:nvPicPr>
            <p:cNvPr id="4034" name="pic40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52931" y="3664922"/>
              <a:ext cx="219455" cy="1097280"/>
            </a:xfrm>
            <a:prstGeom prst="rect">
              <a:avLst/>
            </a:prstGeom>
          </p:spPr>
        </p:pic>
        <p:sp>
          <p:nvSpPr>
            <p:cNvPr id="4035" name="pl4035"/>
            <p:cNvSpPr/>
            <p:nvPr/>
          </p:nvSpPr>
          <p:spPr>
            <a:xfrm>
              <a:off x="6928496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l4036"/>
            <p:cNvSpPr/>
            <p:nvPr/>
          </p:nvSpPr>
          <p:spPr>
            <a:xfrm>
              <a:off x="6928496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l4037"/>
            <p:cNvSpPr/>
            <p:nvPr/>
          </p:nvSpPr>
          <p:spPr>
            <a:xfrm>
              <a:off x="6928496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l4038"/>
            <p:cNvSpPr/>
            <p:nvPr/>
          </p:nvSpPr>
          <p:spPr>
            <a:xfrm>
              <a:off x="6928496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l4039"/>
            <p:cNvSpPr/>
            <p:nvPr/>
          </p:nvSpPr>
          <p:spPr>
            <a:xfrm>
              <a:off x="6928496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l4040"/>
            <p:cNvSpPr/>
            <p:nvPr/>
          </p:nvSpPr>
          <p:spPr>
            <a:xfrm>
              <a:off x="6752931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l4041"/>
            <p:cNvSpPr/>
            <p:nvPr/>
          </p:nvSpPr>
          <p:spPr>
            <a:xfrm>
              <a:off x="6752931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l4042"/>
            <p:cNvSpPr/>
            <p:nvPr/>
          </p:nvSpPr>
          <p:spPr>
            <a:xfrm>
              <a:off x="6752931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l4043"/>
            <p:cNvSpPr/>
            <p:nvPr/>
          </p:nvSpPr>
          <p:spPr>
            <a:xfrm>
              <a:off x="6752931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l4044"/>
            <p:cNvSpPr/>
            <p:nvPr/>
          </p:nvSpPr>
          <p:spPr>
            <a:xfrm>
              <a:off x="6752931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tx4045"/>
            <p:cNvSpPr/>
            <p:nvPr/>
          </p:nvSpPr>
          <p:spPr>
            <a:xfrm>
              <a:off x="7041976" y="4720322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4046" name="tx4046"/>
            <p:cNvSpPr/>
            <p:nvPr/>
          </p:nvSpPr>
          <p:spPr>
            <a:xfrm>
              <a:off x="7041976" y="4446917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7041976" y="4173511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7041976" y="3900105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7041976" y="3626700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2201917" y="1669789"/>
              <a:ext cx="2541117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Offset to 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2201917" y="1998973"/>
              <a:ext cx="2353848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York River (RDA)</a:t>
              </a:r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754045" y="1600200"/>
              <a:ext cx="563590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384234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2486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86548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60611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534673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6087361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2301906" y="555518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301906" y="4615577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301906" y="3675975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301906" y="2736372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301906" y="179677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g17"/>
            <p:cNvSpPr/>
            <p:nvPr/>
          </p:nvSpPr>
          <p:spPr>
            <a:xfrm>
              <a:off x="4171236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g18"/>
            <p:cNvSpPr/>
            <p:nvPr/>
          </p:nvSpPr>
          <p:spPr>
            <a:xfrm>
              <a:off x="425267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4334110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4415547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449698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457842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465985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06704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514848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522991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5311355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39279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408979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4171236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425267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4334110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4415547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449698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457842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465985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506704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514848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522991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5311355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539279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368261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376405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384548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392692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400836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408979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4171236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425267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433411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441554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449698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457842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498560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506704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514848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522991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311355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39279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360117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368261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376405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384548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392692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400836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408979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417123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425267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433411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441554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449698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490417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498560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506704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514848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22991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311355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39279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343830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351973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360117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368261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376405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384548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392692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400836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408979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417123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425267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433411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482273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490417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498560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06704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14848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22991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327542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335686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343830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351973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360117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368261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376405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384548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392692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400836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408979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417123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425267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433411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441554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449698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457842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474129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482273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490417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498560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06704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14848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22991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327542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335686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343830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351973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360117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368261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376405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384548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392692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400836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408979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417123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425267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433411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441554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449698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457842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465985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474129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482273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490417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498560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9BC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06704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14848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327542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335686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343830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351973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360117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368261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376405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384548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392692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400836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408979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417123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425267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433411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441554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449698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457842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C1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465985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474129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482273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490417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498560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06704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303111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311255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327542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335686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343830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351973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360117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368261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376405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384548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408979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417123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425267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433411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441554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449698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457842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4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465985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7F3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474129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F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482273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490417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498560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294967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303111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311255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319399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327542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335686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343830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351973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360117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368261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376405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384548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417123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425267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433411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441554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449698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457842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465985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3F1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474129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482273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490417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286824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294967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303111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311255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319399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327542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335686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343830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351973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360117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368261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376405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384548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417123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425267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433411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441554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449698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457842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465985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474129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482273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278680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286824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294967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303111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311255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319399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327542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335686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343830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351973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360117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368261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376405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384548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392692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425267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433411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441554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449698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457842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465985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474129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278680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286824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294967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303111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311255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319399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327542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335686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343830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351973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360117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368261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376405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384548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392692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425267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433411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441554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449698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457842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465985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270536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278680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286824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294967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303111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311255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319399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327542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335686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343830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351973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360117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368261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376405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384548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392692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400836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425267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433411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441554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449698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457842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465985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270536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278680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286824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294967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303111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311255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319399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327542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335686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343830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351973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360117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368261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376405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384548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392692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400836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408979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433411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441554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449698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457842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465985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270536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278680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286824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294967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303111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311255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319399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327542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335686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343830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351973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360117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368261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376405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384548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392692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400836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408979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425267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433411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441554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449698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457842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465985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278680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286824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294967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303111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311255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319399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327542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335686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343830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351973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360117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368261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376405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384548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392692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400836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408979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417123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425267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433411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441554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449698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457842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465985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286824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294967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303111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311255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319399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327542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335686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343830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351973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360117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368261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376405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384548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392692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400836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408979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417123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425267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433411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441554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449698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457842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286824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294967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303111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311255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319399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327542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335686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343830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351973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360117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368261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376405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384548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392692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400836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408979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417123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425267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433411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441554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449698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303111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311255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319399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327542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335686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343830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351973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360117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368261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376405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384548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392692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400836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408979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417123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425267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433411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441554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311255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319399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327542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335686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343830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351973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360117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368261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376405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384548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392692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400836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408979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417123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425267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433411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319399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327542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335686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343830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351973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360117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368261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376405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384548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392692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400836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408979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417123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425267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433411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286824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294967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303111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311255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319399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327542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335686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343830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351973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360117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368261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376405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384548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392692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400836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408979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417123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425267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278680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286824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294967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303111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311255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319399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327542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335686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343830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351973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360117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368261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376405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384548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392692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400836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408979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417123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425267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278680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286824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294967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303111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311255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319399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327542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335686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343830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351973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360117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368261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376405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384548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392692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400836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408979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417123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278680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286824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294967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303111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311255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319399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327542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335686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343830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351973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360117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368261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376405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384548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392692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400836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408979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286824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294967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303111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311255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319399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327542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335686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4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343830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351973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360117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368261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376405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384548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392692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400836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311255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319399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327542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335686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343830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3519738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3601176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368261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376405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384548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392692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400836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327542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BEA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335686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343830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3519738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3601176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3682613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3764050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384548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392692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400836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335686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343830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3519738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3601176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3682613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3764050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3845487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392692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400836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343830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351973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3601176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3682613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3764050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3845487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3926924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400836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408979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3682613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3764050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3845487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3926924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4008361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4089798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327542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3601176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3682613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3764050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384548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3926924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4008361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4089798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319399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327542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335686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343830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351973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3601176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3682613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376405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384548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392692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400836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408979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311255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319399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327542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335686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343830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351973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360117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368261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376405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384548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392692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400836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408979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417123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311255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319399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327542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335686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343830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351973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360117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368261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376405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384548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392692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400836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408979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417123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425267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311255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319399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327542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335686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343830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351973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360117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368261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376405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384548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392692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400836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408979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417123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425267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284534" y="1853932"/>
              <a:ext cx="27605" cy="141906"/>
            </a:xfrm>
            <a:custGeom>
              <a:avLst/>
              <a:gdLst/>
              <a:ahLst/>
              <a:cxnLst/>
              <a:rect l="0" t="0" r="0" b="0"/>
              <a:pathLst>
                <a:path w="27605" h="141906">
                  <a:moveTo>
                    <a:pt x="25965" y="15142"/>
                  </a:moveTo>
                  <a:lnTo>
                    <a:pt x="3001" y="141906"/>
                  </a:lnTo>
                  <a:lnTo>
                    <a:pt x="0" y="103414"/>
                  </a:lnTo>
                  <a:lnTo>
                    <a:pt x="9634" y="0"/>
                  </a:lnTo>
                  <a:lnTo>
                    <a:pt x="2760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4217860" y="1853932"/>
              <a:ext cx="1042192" cy="937770"/>
            </a:xfrm>
            <a:custGeom>
              <a:avLst/>
              <a:gdLst/>
              <a:ahLst/>
              <a:cxnLst/>
              <a:rect l="0" t="0" r="0" b="0"/>
              <a:pathLst>
                <a:path w="1042192" h="937770">
                  <a:moveTo>
                    <a:pt x="1041757" y="966"/>
                  </a:moveTo>
                  <a:lnTo>
                    <a:pt x="998433" y="199714"/>
                  </a:lnTo>
                  <a:lnTo>
                    <a:pt x="938872" y="305648"/>
                  </a:lnTo>
                  <a:lnTo>
                    <a:pt x="884012" y="378917"/>
                  </a:lnTo>
                  <a:lnTo>
                    <a:pt x="827417" y="366805"/>
                  </a:lnTo>
                  <a:lnTo>
                    <a:pt x="840146" y="425026"/>
                  </a:lnTo>
                  <a:lnTo>
                    <a:pt x="824596" y="455352"/>
                  </a:lnTo>
                  <a:lnTo>
                    <a:pt x="811288" y="518619"/>
                  </a:lnTo>
                  <a:lnTo>
                    <a:pt x="777548" y="560552"/>
                  </a:lnTo>
                  <a:lnTo>
                    <a:pt x="745832" y="556515"/>
                  </a:lnTo>
                  <a:lnTo>
                    <a:pt x="700266" y="585419"/>
                  </a:lnTo>
                  <a:lnTo>
                    <a:pt x="682293" y="607532"/>
                  </a:lnTo>
                  <a:lnTo>
                    <a:pt x="680955" y="649879"/>
                  </a:lnTo>
                  <a:lnTo>
                    <a:pt x="650470" y="687132"/>
                  </a:lnTo>
                  <a:lnTo>
                    <a:pt x="540461" y="880650"/>
                  </a:lnTo>
                  <a:lnTo>
                    <a:pt x="444953" y="937770"/>
                  </a:lnTo>
                  <a:lnTo>
                    <a:pt x="422098" y="929465"/>
                  </a:lnTo>
                  <a:lnTo>
                    <a:pt x="447268" y="838120"/>
                  </a:lnTo>
                  <a:lnTo>
                    <a:pt x="464518" y="745766"/>
                  </a:lnTo>
                  <a:lnTo>
                    <a:pt x="406548" y="705576"/>
                  </a:lnTo>
                  <a:lnTo>
                    <a:pt x="351073" y="684334"/>
                  </a:lnTo>
                  <a:lnTo>
                    <a:pt x="287426" y="687132"/>
                  </a:lnTo>
                  <a:lnTo>
                    <a:pt x="217124" y="615332"/>
                  </a:lnTo>
                  <a:lnTo>
                    <a:pt x="126499" y="563121"/>
                  </a:lnTo>
                  <a:lnTo>
                    <a:pt x="0" y="421860"/>
                  </a:lnTo>
                  <a:lnTo>
                    <a:pt x="3688" y="382679"/>
                  </a:lnTo>
                  <a:lnTo>
                    <a:pt x="506" y="316935"/>
                  </a:lnTo>
                  <a:lnTo>
                    <a:pt x="38947" y="213064"/>
                  </a:lnTo>
                  <a:lnTo>
                    <a:pt x="75798" y="140438"/>
                  </a:lnTo>
                  <a:lnTo>
                    <a:pt x="126680" y="102817"/>
                  </a:lnTo>
                  <a:lnTo>
                    <a:pt x="274335" y="64508"/>
                  </a:lnTo>
                  <a:lnTo>
                    <a:pt x="311366" y="6884"/>
                  </a:lnTo>
                  <a:lnTo>
                    <a:pt x="314479" y="0"/>
                  </a:lnTo>
                  <a:lnTo>
                    <a:pt x="1042192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2490532" y="1853932"/>
              <a:ext cx="2088998" cy="3682871"/>
            </a:xfrm>
            <a:custGeom>
              <a:avLst/>
              <a:gdLst/>
              <a:ahLst/>
              <a:cxnLst/>
              <a:rect l="0" t="0" r="0" b="0"/>
              <a:pathLst>
                <a:path w="2088998" h="3682871">
                  <a:moveTo>
                    <a:pt x="1987487" y="41706"/>
                  </a:moveTo>
                  <a:lnTo>
                    <a:pt x="1877912" y="69968"/>
                  </a:lnTo>
                  <a:lnTo>
                    <a:pt x="1818858" y="101074"/>
                  </a:lnTo>
                  <a:lnTo>
                    <a:pt x="1771628" y="148650"/>
                  </a:lnTo>
                  <a:lnTo>
                    <a:pt x="1743674" y="208385"/>
                  </a:lnTo>
                  <a:lnTo>
                    <a:pt x="1680388" y="280369"/>
                  </a:lnTo>
                  <a:lnTo>
                    <a:pt x="1684836" y="328588"/>
                  </a:lnTo>
                  <a:lnTo>
                    <a:pt x="1695432" y="362859"/>
                  </a:lnTo>
                  <a:lnTo>
                    <a:pt x="1690550" y="434293"/>
                  </a:lnTo>
                  <a:lnTo>
                    <a:pt x="1730583" y="503937"/>
                  </a:lnTo>
                  <a:lnTo>
                    <a:pt x="1809961" y="618039"/>
                  </a:lnTo>
                  <a:lnTo>
                    <a:pt x="1825114" y="795269"/>
                  </a:lnTo>
                  <a:lnTo>
                    <a:pt x="1885687" y="913867"/>
                  </a:lnTo>
                  <a:lnTo>
                    <a:pt x="1978519" y="1052146"/>
                  </a:lnTo>
                  <a:lnTo>
                    <a:pt x="2049905" y="1091464"/>
                  </a:lnTo>
                  <a:lnTo>
                    <a:pt x="2053377" y="1142895"/>
                  </a:lnTo>
                  <a:lnTo>
                    <a:pt x="2020432" y="1227817"/>
                  </a:lnTo>
                  <a:lnTo>
                    <a:pt x="1977000" y="1266630"/>
                  </a:lnTo>
                  <a:lnTo>
                    <a:pt x="2033487" y="1258877"/>
                  </a:lnTo>
                  <a:lnTo>
                    <a:pt x="2061622" y="1278284"/>
                  </a:lnTo>
                  <a:lnTo>
                    <a:pt x="2088998" y="1349121"/>
                  </a:lnTo>
                  <a:lnTo>
                    <a:pt x="2086864" y="1421426"/>
                  </a:lnTo>
                  <a:lnTo>
                    <a:pt x="2077606" y="1462167"/>
                  </a:lnTo>
                  <a:lnTo>
                    <a:pt x="2060501" y="1478408"/>
                  </a:lnTo>
                  <a:lnTo>
                    <a:pt x="2061224" y="1436796"/>
                  </a:lnTo>
                  <a:lnTo>
                    <a:pt x="2049110" y="1422344"/>
                  </a:lnTo>
                  <a:lnTo>
                    <a:pt x="2029111" y="1440374"/>
                  </a:lnTo>
                  <a:lnTo>
                    <a:pt x="2016165" y="1460928"/>
                  </a:lnTo>
                  <a:lnTo>
                    <a:pt x="2010776" y="1541905"/>
                  </a:lnTo>
                  <a:lnTo>
                    <a:pt x="1997071" y="1582370"/>
                  </a:lnTo>
                  <a:lnTo>
                    <a:pt x="1948612" y="1594390"/>
                  </a:lnTo>
                  <a:lnTo>
                    <a:pt x="1899466" y="1700646"/>
                  </a:lnTo>
                  <a:lnTo>
                    <a:pt x="1853755" y="1760931"/>
                  </a:lnTo>
                  <a:lnTo>
                    <a:pt x="1673879" y="2168566"/>
                  </a:lnTo>
                  <a:lnTo>
                    <a:pt x="1680750" y="2236697"/>
                  </a:lnTo>
                  <a:lnTo>
                    <a:pt x="1647841" y="2258627"/>
                  </a:lnTo>
                  <a:lnTo>
                    <a:pt x="1598008" y="2276474"/>
                  </a:lnTo>
                  <a:lnTo>
                    <a:pt x="1547596" y="2317214"/>
                  </a:lnTo>
                  <a:lnTo>
                    <a:pt x="1514145" y="2362130"/>
                  </a:lnTo>
                  <a:lnTo>
                    <a:pt x="1483081" y="2482929"/>
                  </a:lnTo>
                  <a:lnTo>
                    <a:pt x="1423556" y="2618915"/>
                  </a:lnTo>
                  <a:lnTo>
                    <a:pt x="1386416" y="2562254"/>
                  </a:lnTo>
                  <a:lnTo>
                    <a:pt x="1376905" y="2513760"/>
                  </a:lnTo>
                  <a:lnTo>
                    <a:pt x="1393432" y="2387272"/>
                  </a:lnTo>
                  <a:lnTo>
                    <a:pt x="1457803" y="2179898"/>
                  </a:lnTo>
                  <a:lnTo>
                    <a:pt x="1528719" y="2050978"/>
                  </a:lnTo>
                  <a:lnTo>
                    <a:pt x="1582819" y="1989868"/>
                  </a:lnTo>
                  <a:lnTo>
                    <a:pt x="1627300" y="1865306"/>
                  </a:lnTo>
                  <a:lnTo>
                    <a:pt x="1571103" y="1846725"/>
                  </a:lnTo>
                  <a:lnTo>
                    <a:pt x="1485432" y="1848744"/>
                  </a:lnTo>
                  <a:lnTo>
                    <a:pt x="1501560" y="1791257"/>
                  </a:lnTo>
                  <a:lnTo>
                    <a:pt x="1526549" y="1740607"/>
                  </a:lnTo>
                  <a:lnTo>
                    <a:pt x="1481888" y="1690140"/>
                  </a:lnTo>
                  <a:lnTo>
                    <a:pt x="1455452" y="1683717"/>
                  </a:lnTo>
                  <a:lnTo>
                    <a:pt x="1428221" y="1663025"/>
                  </a:lnTo>
                  <a:lnTo>
                    <a:pt x="1460153" y="1621000"/>
                  </a:lnTo>
                  <a:lnTo>
                    <a:pt x="1475740" y="1576589"/>
                  </a:lnTo>
                  <a:lnTo>
                    <a:pt x="1466229" y="1522544"/>
                  </a:lnTo>
                  <a:lnTo>
                    <a:pt x="1479609" y="1481849"/>
                  </a:lnTo>
                  <a:lnTo>
                    <a:pt x="1457296" y="1487997"/>
                  </a:lnTo>
                  <a:lnTo>
                    <a:pt x="1421422" y="1531077"/>
                  </a:lnTo>
                  <a:lnTo>
                    <a:pt x="1399110" y="1548282"/>
                  </a:lnTo>
                  <a:lnTo>
                    <a:pt x="1385512" y="1510156"/>
                  </a:lnTo>
                  <a:lnTo>
                    <a:pt x="1369998" y="1518782"/>
                  </a:lnTo>
                  <a:lnTo>
                    <a:pt x="1359909" y="1544979"/>
                  </a:lnTo>
                  <a:lnTo>
                    <a:pt x="1337017" y="1559385"/>
                  </a:lnTo>
                  <a:lnTo>
                    <a:pt x="1288667" y="1523553"/>
                  </a:lnTo>
                  <a:lnTo>
                    <a:pt x="1218184" y="1482537"/>
                  </a:lnTo>
                  <a:lnTo>
                    <a:pt x="1178947" y="1411975"/>
                  </a:lnTo>
                  <a:lnTo>
                    <a:pt x="1156562" y="1357287"/>
                  </a:lnTo>
                  <a:lnTo>
                    <a:pt x="1179309" y="1258326"/>
                  </a:lnTo>
                  <a:lnTo>
                    <a:pt x="1228021" y="1240755"/>
                  </a:lnTo>
                  <a:lnTo>
                    <a:pt x="1291307" y="1256812"/>
                  </a:lnTo>
                  <a:lnTo>
                    <a:pt x="1374265" y="1256675"/>
                  </a:lnTo>
                  <a:lnTo>
                    <a:pt x="1362404" y="1234699"/>
                  </a:lnTo>
                  <a:lnTo>
                    <a:pt x="1332786" y="1238323"/>
                  </a:lnTo>
                  <a:lnTo>
                    <a:pt x="1245343" y="1158035"/>
                  </a:lnTo>
                  <a:lnTo>
                    <a:pt x="1217208" y="1109541"/>
                  </a:lnTo>
                  <a:lnTo>
                    <a:pt x="1168821" y="1096236"/>
                  </a:lnTo>
                  <a:lnTo>
                    <a:pt x="1146762" y="1142849"/>
                  </a:lnTo>
                  <a:lnTo>
                    <a:pt x="1122279" y="1155236"/>
                  </a:lnTo>
                  <a:lnTo>
                    <a:pt x="1152512" y="1053247"/>
                  </a:lnTo>
                  <a:lnTo>
                    <a:pt x="1192038" y="1049072"/>
                  </a:lnTo>
                  <a:lnTo>
                    <a:pt x="1250406" y="1020811"/>
                  </a:lnTo>
                  <a:lnTo>
                    <a:pt x="1233445" y="961764"/>
                  </a:lnTo>
                  <a:lnTo>
                    <a:pt x="1196595" y="935934"/>
                  </a:lnTo>
                  <a:lnTo>
                    <a:pt x="1130054" y="968325"/>
                  </a:lnTo>
                  <a:lnTo>
                    <a:pt x="1130850" y="926804"/>
                  </a:lnTo>
                  <a:lnTo>
                    <a:pt x="1143326" y="873631"/>
                  </a:lnTo>
                  <a:lnTo>
                    <a:pt x="1193485" y="873814"/>
                  </a:lnTo>
                  <a:lnTo>
                    <a:pt x="1237423" y="891156"/>
                  </a:lnTo>
                  <a:lnTo>
                    <a:pt x="1274816" y="805271"/>
                  </a:lnTo>
                  <a:lnTo>
                    <a:pt x="1276480" y="766916"/>
                  </a:lnTo>
                  <a:lnTo>
                    <a:pt x="1214351" y="822659"/>
                  </a:lnTo>
                  <a:lnTo>
                    <a:pt x="1200392" y="702410"/>
                  </a:lnTo>
                  <a:lnTo>
                    <a:pt x="1261544" y="586428"/>
                  </a:lnTo>
                  <a:lnTo>
                    <a:pt x="1319876" y="535869"/>
                  </a:lnTo>
                  <a:lnTo>
                    <a:pt x="1392745" y="537337"/>
                  </a:lnTo>
                  <a:lnTo>
                    <a:pt x="1466807" y="529171"/>
                  </a:lnTo>
                  <a:lnTo>
                    <a:pt x="1420338" y="507929"/>
                  </a:lnTo>
                  <a:lnTo>
                    <a:pt x="1372638" y="496413"/>
                  </a:lnTo>
                  <a:lnTo>
                    <a:pt x="1408476" y="450580"/>
                  </a:lnTo>
                  <a:lnTo>
                    <a:pt x="1439034" y="442368"/>
                  </a:lnTo>
                  <a:lnTo>
                    <a:pt x="1469050" y="402407"/>
                  </a:lnTo>
                  <a:lnTo>
                    <a:pt x="1396868" y="408326"/>
                  </a:lnTo>
                  <a:lnTo>
                    <a:pt x="1405366" y="332717"/>
                  </a:lnTo>
                  <a:lnTo>
                    <a:pt x="1370287" y="348086"/>
                  </a:lnTo>
                  <a:lnTo>
                    <a:pt x="1328302" y="355198"/>
                  </a:lnTo>
                  <a:lnTo>
                    <a:pt x="1311956" y="387267"/>
                  </a:lnTo>
                  <a:lnTo>
                    <a:pt x="1315175" y="440533"/>
                  </a:lnTo>
                  <a:lnTo>
                    <a:pt x="1302915" y="475492"/>
                  </a:lnTo>
                  <a:lnTo>
                    <a:pt x="1270260" y="503570"/>
                  </a:lnTo>
                  <a:lnTo>
                    <a:pt x="1215111" y="525455"/>
                  </a:lnTo>
                  <a:lnTo>
                    <a:pt x="1209758" y="487513"/>
                  </a:lnTo>
                  <a:lnTo>
                    <a:pt x="1191532" y="470308"/>
                  </a:lnTo>
                  <a:lnTo>
                    <a:pt x="1184733" y="551560"/>
                  </a:lnTo>
                  <a:lnTo>
                    <a:pt x="1170268" y="579179"/>
                  </a:lnTo>
                  <a:lnTo>
                    <a:pt x="1129946" y="502928"/>
                  </a:lnTo>
                  <a:lnTo>
                    <a:pt x="1117831" y="518298"/>
                  </a:lnTo>
                  <a:lnTo>
                    <a:pt x="1119386" y="539952"/>
                  </a:lnTo>
                  <a:lnTo>
                    <a:pt x="1109080" y="577390"/>
                  </a:lnTo>
                  <a:lnTo>
                    <a:pt x="1074507" y="596888"/>
                  </a:lnTo>
                  <a:lnTo>
                    <a:pt x="1076641" y="644878"/>
                  </a:lnTo>
                  <a:lnTo>
                    <a:pt x="1063225" y="671029"/>
                  </a:lnTo>
                  <a:lnTo>
                    <a:pt x="952492" y="629371"/>
                  </a:lnTo>
                  <a:lnTo>
                    <a:pt x="949889" y="643501"/>
                  </a:lnTo>
                  <a:lnTo>
                    <a:pt x="1012524" y="733333"/>
                  </a:lnTo>
                  <a:lnTo>
                    <a:pt x="1058270" y="764026"/>
                  </a:lnTo>
                  <a:lnTo>
                    <a:pt x="1063839" y="813024"/>
                  </a:lnTo>
                  <a:lnTo>
                    <a:pt x="1024566" y="853673"/>
                  </a:lnTo>
                  <a:lnTo>
                    <a:pt x="970393" y="818576"/>
                  </a:lnTo>
                  <a:lnTo>
                    <a:pt x="961280" y="821145"/>
                  </a:lnTo>
                  <a:lnTo>
                    <a:pt x="990717" y="881338"/>
                  </a:lnTo>
                  <a:lnTo>
                    <a:pt x="1009269" y="933916"/>
                  </a:lnTo>
                  <a:lnTo>
                    <a:pt x="990175" y="977960"/>
                  </a:lnTo>
                  <a:lnTo>
                    <a:pt x="993140" y="1032189"/>
                  </a:lnTo>
                  <a:lnTo>
                    <a:pt x="989017" y="1081371"/>
                  </a:lnTo>
                  <a:lnTo>
                    <a:pt x="977337" y="1124268"/>
                  </a:lnTo>
                  <a:lnTo>
                    <a:pt x="1003663" y="1322006"/>
                  </a:lnTo>
                  <a:lnTo>
                    <a:pt x="1035379" y="1375777"/>
                  </a:lnTo>
                  <a:lnTo>
                    <a:pt x="1066552" y="1427207"/>
                  </a:lnTo>
                  <a:lnTo>
                    <a:pt x="1083078" y="1475334"/>
                  </a:lnTo>
                  <a:lnTo>
                    <a:pt x="1049989" y="1482354"/>
                  </a:lnTo>
                  <a:lnTo>
                    <a:pt x="997299" y="1442760"/>
                  </a:lnTo>
                  <a:lnTo>
                    <a:pt x="951010" y="1412572"/>
                  </a:lnTo>
                  <a:lnTo>
                    <a:pt x="895861" y="1316042"/>
                  </a:lnTo>
                  <a:lnTo>
                    <a:pt x="886747" y="1277504"/>
                  </a:lnTo>
                  <a:lnTo>
                    <a:pt x="873295" y="1247040"/>
                  </a:lnTo>
                  <a:lnTo>
                    <a:pt x="879804" y="1317006"/>
                  </a:lnTo>
                  <a:lnTo>
                    <a:pt x="899477" y="1395138"/>
                  </a:lnTo>
                  <a:lnTo>
                    <a:pt x="1072193" y="1569983"/>
                  </a:lnTo>
                  <a:lnTo>
                    <a:pt x="1104089" y="1637058"/>
                  </a:lnTo>
                  <a:lnTo>
                    <a:pt x="1128391" y="1689773"/>
                  </a:lnTo>
                  <a:lnTo>
                    <a:pt x="1122279" y="1740286"/>
                  </a:lnTo>
                  <a:lnTo>
                    <a:pt x="1077256" y="1704546"/>
                  </a:lnTo>
                  <a:lnTo>
                    <a:pt x="1038416" y="1658988"/>
                  </a:lnTo>
                  <a:lnTo>
                    <a:pt x="935315" y="1607512"/>
                  </a:lnTo>
                  <a:lnTo>
                    <a:pt x="805308" y="1574983"/>
                  </a:lnTo>
                  <a:lnTo>
                    <a:pt x="732004" y="1455331"/>
                  </a:lnTo>
                  <a:lnTo>
                    <a:pt x="732258" y="1505247"/>
                  </a:lnTo>
                  <a:lnTo>
                    <a:pt x="715984" y="1547594"/>
                  </a:lnTo>
                  <a:lnTo>
                    <a:pt x="671178" y="1495980"/>
                  </a:lnTo>
                  <a:lnTo>
                    <a:pt x="642934" y="1451936"/>
                  </a:lnTo>
                  <a:lnTo>
                    <a:pt x="633459" y="1403671"/>
                  </a:lnTo>
                  <a:lnTo>
                    <a:pt x="577515" y="1406974"/>
                  </a:lnTo>
                  <a:lnTo>
                    <a:pt x="518858" y="1448908"/>
                  </a:lnTo>
                  <a:lnTo>
                    <a:pt x="462117" y="1438952"/>
                  </a:lnTo>
                  <a:lnTo>
                    <a:pt x="455391" y="1357104"/>
                  </a:lnTo>
                  <a:lnTo>
                    <a:pt x="470724" y="1313748"/>
                  </a:lnTo>
                  <a:lnTo>
                    <a:pt x="534408" y="1211209"/>
                  </a:lnTo>
                  <a:lnTo>
                    <a:pt x="594403" y="1158861"/>
                  </a:lnTo>
                  <a:lnTo>
                    <a:pt x="620875" y="1091281"/>
                  </a:lnTo>
                  <a:lnTo>
                    <a:pt x="611834" y="986493"/>
                  </a:lnTo>
                  <a:lnTo>
                    <a:pt x="600551" y="1093116"/>
                  </a:lnTo>
                  <a:lnTo>
                    <a:pt x="566268" y="1145969"/>
                  </a:lnTo>
                  <a:lnTo>
                    <a:pt x="512384" y="1186342"/>
                  </a:lnTo>
                  <a:lnTo>
                    <a:pt x="441468" y="1258280"/>
                  </a:lnTo>
                  <a:lnTo>
                    <a:pt x="424146" y="1324805"/>
                  </a:lnTo>
                  <a:lnTo>
                    <a:pt x="402014" y="1449367"/>
                  </a:lnTo>
                  <a:lnTo>
                    <a:pt x="431957" y="1491529"/>
                  </a:lnTo>
                  <a:lnTo>
                    <a:pt x="462551" y="1502540"/>
                  </a:lnTo>
                  <a:lnTo>
                    <a:pt x="552924" y="1474279"/>
                  </a:lnTo>
                  <a:lnTo>
                    <a:pt x="599683" y="1486896"/>
                  </a:lnTo>
                  <a:lnTo>
                    <a:pt x="703689" y="1636874"/>
                  </a:lnTo>
                  <a:lnTo>
                    <a:pt x="897343" y="1696196"/>
                  </a:lnTo>
                  <a:lnTo>
                    <a:pt x="967970" y="1733266"/>
                  </a:lnTo>
                  <a:lnTo>
                    <a:pt x="1025542" y="1811536"/>
                  </a:lnTo>
                  <a:lnTo>
                    <a:pt x="1112081" y="1856589"/>
                  </a:lnTo>
                  <a:lnTo>
                    <a:pt x="1179237" y="1922058"/>
                  </a:lnTo>
                  <a:lnTo>
                    <a:pt x="1181045" y="1964772"/>
                  </a:lnTo>
                  <a:lnTo>
                    <a:pt x="1157792" y="2015285"/>
                  </a:lnTo>
                  <a:lnTo>
                    <a:pt x="1148606" y="2083644"/>
                  </a:lnTo>
                  <a:lnTo>
                    <a:pt x="1120073" y="2126771"/>
                  </a:lnTo>
                  <a:lnTo>
                    <a:pt x="1051580" y="2131726"/>
                  </a:lnTo>
                  <a:lnTo>
                    <a:pt x="1010209" y="2120623"/>
                  </a:lnTo>
                  <a:lnTo>
                    <a:pt x="787804" y="1880308"/>
                  </a:lnTo>
                  <a:lnTo>
                    <a:pt x="761261" y="1858195"/>
                  </a:lnTo>
                  <a:lnTo>
                    <a:pt x="678772" y="1732349"/>
                  </a:lnTo>
                  <a:lnTo>
                    <a:pt x="581999" y="1664952"/>
                  </a:lnTo>
                  <a:lnTo>
                    <a:pt x="552056" y="1666374"/>
                  </a:lnTo>
                  <a:lnTo>
                    <a:pt x="689802" y="1791028"/>
                  </a:lnTo>
                  <a:lnTo>
                    <a:pt x="746036" y="1878198"/>
                  </a:lnTo>
                  <a:lnTo>
                    <a:pt x="845087" y="2000420"/>
                  </a:lnTo>
                  <a:lnTo>
                    <a:pt x="915895" y="2052171"/>
                  </a:lnTo>
                  <a:lnTo>
                    <a:pt x="968006" y="2132918"/>
                  </a:lnTo>
                  <a:lnTo>
                    <a:pt x="1016429" y="2170769"/>
                  </a:lnTo>
                  <a:lnTo>
                    <a:pt x="1148642" y="2224676"/>
                  </a:lnTo>
                  <a:lnTo>
                    <a:pt x="1102679" y="2263398"/>
                  </a:lnTo>
                  <a:lnTo>
                    <a:pt x="1176054" y="2296385"/>
                  </a:lnTo>
                  <a:lnTo>
                    <a:pt x="1186542" y="2357037"/>
                  </a:lnTo>
                  <a:lnTo>
                    <a:pt x="1179815" y="2426177"/>
                  </a:lnTo>
                  <a:lnTo>
                    <a:pt x="1077979" y="2398833"/>
                  </a:lnTo>
                  <a:lnTo>
                    <a:pt x="1074652" y="2449759"/>
                  </a:lnTo>
                  <a:lnTo>
                    <a:pt x="1083765" y="2479810"/>
                  </a:lnTo>
                  <a:lnTo>
                    <a:pt x="1038778" y="2504630"/>
                  </a:lnTo>
                  <a:lnTo>
                    <a:pt x="976216" y="2470955"/>
                  </a:lnTo>
                  <a:lnTo>
                    <a:pt x="813770" y="2286751"/>
                  </a:lnTo>
                  <a:lnTo>
                    <a:pt x="815144" y="2311388"/>
                  </a:lnTo>
                  <a:lnTo>
                    <a:pt x="828307" y="2339970"/>
                  </a:lnTo>
                  <a:lnTo>
                    <a:pt x="922513" y="2458568"/>
                  </a:lnTo>
                  <a:lnTo>
                    <a:pt x="1006593" y="2529680"/>
                  </a:lnTo>
                  <a:lnTo>
                    <a:pt x="1077871" y="2561796"/>
                  </a:lnTo>
                  <a:lnTo>
                    <a:pt x="1132803" y="2621392"/>
                  </a:lnTo>
                  <a:lnTo>
                    <a:pt x="1152186" y="2657453"/>
                  </a:lnTo>
                  <a:lnTo>
                    <a:pt x="1165133" y="2712141"/>
                  </a:lnTo>
                  <a:lnTo>
                    <a:pt x="1124413" y="2749303"/>
                  </a:lnTo>
                  <a:lnTo>
                    <a:pt x="1078051" y="2769811"/>
                  </a:lnTo>
                  <a:lnTo>
                    <a:pt x="1032775" y="2732741"/>
                  </a:lnTo>
                  <a:lnTo>
                    <a:pt x="999577" y="2693698"/>
                  </a:lnTo>
                  <a:lnTo>
                    <a:pt x="928878" y="2627403"/>
                  </a:lnTo>
                  <a:lnTo>
                    <a:pt x="907686" y="2553308"/>
                  </a:lnTo>
                  <a:lnTo>
                    <a:pt x="853911" y="2557116"/>
                  </a:lnTo>
                  <a:lnTo>
                    <a:pt x="629156" y="2463156"/>
                  </a:lnTo>
                  <a:lnTo>
                    <a:pt x="448520" y="2452328"/>
                  </a:lnTo>
                  <a:lnTo>
                    <a:pt x="466168" y="2471230"/>
                  </a:lnTo>
                  <a:lnTo>
                    <a:pt x="489023" y="2483801"/>
                  </a:lnTo>
                  <a:lnTo>
                    <a:pt x="632881" y="2506970"/>
                  </a:lnTo>
                  <a:lnTo>
                    <a:pt x="689730" y="2550234"/>
                  </a:lnTo>
                  <a:lnTo>
                    <a:pt x="808056" y="2588635"/>
                  </a:lnTo>
                  <a:lnTo>
                    <a:pt x="877345" y="2599141"/>
                  </a:lnTo>
                  <a:lnTo>
                    <a:pt x="905444" y="2717096"/>
                  </a:lnTo>
                  <a:lnTo>
                    <a:pt x="1001204" y="2798256"/>
                  </a:lnTo>
                  <a:lnTo>
                    <a:pt x="1013645" y="2858403"/>
                  </a:lnTo>
                  <a:lnTo>
                    <a:pt x="1079028" y="2865148"/>
                  </a:lnTo>
                  <a:lnTo>
                    <a:pt x="1194063" y="2806147"/>
                  </a:lnTo>
                  <a:lnTo>
                    <a:pt x="1268307" y="2826839"/>
                  </a:lnTo>
                  <a:lnTo>
                    <a:pt x="1375386" y="2843722"/>
                  </a:lnTo>
                  <a:lnTo>
                    <a:pt x="1399869" y="2891345"/>
                  </a:lnTo>
                  <a:lnTo>
                    <a:pt x="1418240" y="2981956"/>
                  </a:lnTo>
                  <a:lnTo>
                    <a:pt x="1456103" y="3083899"/>
                  </a:lnTo>
                  <a:lnTo>
                    <a:pt x="1554287" y="3485845"/>
                  </a:lnTo>
                  <a:lnTo>
                    <a:pt x="1642687" y="3682871"/>
                  </a:lnTo>
                  <a:lnTo>
                    <a:pt x="1615976" y="3682871"/>
                  </a:lnTo>
                  <a:lnTo>
                    <a:pt x="1576238" y="3603800"/>
                  </a:lnTo>
                  <a:lnTo>
                    <a:pt x="1515845" y="3446573"/>
                  </a:lnTo>
                  <a:lnTo>
                    <a:pt x="1453789" y="3168959"/>
                  </a:lnTo>
                  <a:lnTo>
                    <a:pt x="1435779" y="3106793"/>
                  </a:lnTo>
                  <a:lnTo>
                    <a:pt x="1414588" y="3081972"/>
                  </a:lnTo>
                  <a:lnTo>
                    <a:pt x="1400629" y="3102159"/>
                  </a:lnTo>
                  <a:lnTo>
                    <a:pt x="1394625" y="3137532"/>
                  </a:lnTo>
                  <a:lnTo>
                    <a:pt x="1404751" y="3164692"/>
                  </a:lnTo>
                  <a:lnTo>
                    <a:pt x="1380305" y="3256083"/>
                  </a:lnTo>
                  <a:lnTo>
                    <a:pt x="1390901" y="3298016"/>
                  </a:lnTo>
                  <a:lnTo>
                    <a:pt x="1430608" y="3341372"/>
                  </a:lnTo>
                  <a:lnTo>
                    <a:pt x="1473751" y="3449555"/>
                  </a:lnTo>
                  <a:lnTo>
                    <a:pt x="1508214" y="3595221"/>
                  </a:lnTo>
                  <a:lnTo>
                    <a:pt x="1461600" y="3536174"/>
                  </a:lnTo>
                  <a:lnTo>
                    <a:pt x="1411839" y="3504885"/>
                  </a:lnTo>
                  <a:lnTo>
                    <a:pt x="1334413" y="3480890"/>
                  </a:lnTo>
                  <a:lnTo>
                    <a:pt x="1265450" y="3438819"/>
                  </a:lnTo>
                  <a:lnTo>
                    <a:pt x="1270477" y="3499150"/>
                  </a:lnTo>
                  <a:lnTo>
                    <a:pt x="1263859" y="3564298"/>
                  </a:lnTo>
                  <a:lnTo>
                    <a:pt x="1210699" y="3544433"/>
                  </a:lnTo>
                  <a:lnTo>
                    <a:pt x="1174535" y="3522824"/>
                  </a:lnTo>
                  <a:lnTo>
                    <a:pt x="1206540" y="3592239"/>
                  </a:lnTo>
                  <a:lnTo>
                    <a:pt x="1137070" y="3571410"/>
                  </a:lnTo>
                  <a:lnTo>
                    <a:pt x="1090781" y="3575768"/>
                  </a:lnTo>
                  <a:lnTo>
                    <a:pt x="1060693" y="3637384"/>
                  </a:lnTo>
                  <a:lnTo>
                    <a:pt x="1020335" y="3674775"/>
                  </a:lnTo>
                  <a:lnTo>
                    <a:pt x="980297" y="3682871"/>
                  </a:lnTo>
                  <a:lnTo>
                    <a:pt x="954427" y="3682871"/>
                  </a:lnTo>
                  <a:lnTo>
                    <a:pt x="872137" y="3630502"/>
                  </a:lnTo>
                  <a:lnTo>
                    <a:pt x="843460" y="3562096"/>
                  </a:lnTo>
                  <a:lnTo>
                    <a:pt x="831598" y="3485937"/>
                  </a:lnTo>
                  <a:lnTo>
                    <a:pt x="826861" y="3575997"/>
                  </a:lnTo>
                  <a:lnTo>
                    <a:pt x="842628" y="3669774"/>
                  </a:lnTo>
                  <a:lnTo>
                    <a:pt x="841612" y="3682871"/>
                  </a:lnTo>
                  <a:lnTo>
                    <a:pt x="0" y="3682871"/>
                  </a:lnTo>
                  <a:lnTo>
                    <a:pt x="0" y="0"/>
                  </a:lnTo>
                  <a:lnTo>
                    <a:pt x="2024089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5159228" y="2035019"/>
              <a:ext cx="108453" cy="203932"/>
            </a:xfrm>
            <a:custGeom>
              <a:avLst/>
              <a:gdLst/>
              <a:ahLst/>
              <a:cxnLst/>
              <a:rect l="0" t="0" r="0" b="0"/>
              <a:pathLst>
                <a:path w="108453" h="203932">
                  <a:moveTo>
                    <a:pt x="1988" y="203932"/>
                  </a:moveTo>
                  <a:lnTo>
                    <a:pt x="0" y="176588"/>
                  </a:lnTo>
                  <a:lnTo>
                    <a:pt x="108453" y="0"/>
                  </a:lnTo>
                  <a:lnTo>
                    <a:pt x="88853" y="617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4325772" y="3395883"/>
              <a:ext cx="207830" cy="400294"/>
            </a:xfrm>
            <a:custGeom>
              <a:avLst/>
              <a:gdLst/>
              <a:ahLst/>
              <a:cxnLst/>
              <a:rect l="0" t="0" r="0" b="0"/>
              <a:pathLst>
                <a:path w="207830" h="400294">
                  <a:moveTo>
                    <a:pt x="0" y="400294"/>
                  </a:moveTo>
                  <a:lnTo>
                    <a:pt x="112974" y="212144"/>
                  </a:lnTo>
                  <a:lnTo>
                    <a:pt x="178574" y="54504"/>
                  </a:lnTo>
                  <a:lnTo>
                    <a:pt x="207830" y="0"/>
                  </a:lnTo>
                  <a:lnTo>
                    <a:pt x="179442" y="110476"/>
                  </a:lnTo>
                  <a:lnTo>
                    <a:pt x="129826" y="212052"/>
                  </a:lnTo>
                  <a:lnTo>
                    <a:pt x="33668" y="3850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t665"/>
            <p:cNvSpPr/>
            <p:nvPr/>
          </p:nvSpPr>
          <p:spPr>
            <a:xfrm>
              <a:off x="4042131" y="3963949"/>
              <a:ext cx="144506" cy="144506"/>
            </a:xfrm>
            <a:prstGeom prst="ellipse">
              <a:avLst/>
            </a:prstGeom>
            <a:solidFill>
              <a:srgbClr val="61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t666"/>
            <p:cNvSpPr/>
            <p:nvPr/>
          </p:nvSpPr>
          <p:spPr>
            <a:xfrm>
              <a:off x="4598279" y="2594972"/>
              <a:ext cx="144506" cy="144506"/>
            </a:xfrm>
            <a:prstGeom prst="ellipse">
              <a:avLst/>
            </a:prstGeom>
            <a:solidFill>
              <a:srgbClr val="D9F3E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t667"/>
            <p:cNvSpPr/>
            <p:nvPr/>
          </p:nvSpPr>
          <p:spPr>
            <a:xfrm>
              <a:off x="4150995" y="2255653"/>
              <a:ext cx="144506" cy="144506"/>
            </a:xfrm>
            <a:prstGeom prst="ellipse">
              <a:avLst/>
            </a:prstGeom>
            <a:solidFill>
              <a:srgbClr val="3A63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t668"/>
            <p:cNvSpPr/>
            <p:nvPr/>
          </p:nvSpPr>
          <p:spPr>
            <a:xfrm>
              <a:off x="3069870" y="3287113"/>
              <a:ext cx="144506" cy="144506"/>
            </a:xfrm>
            <a:prstGeom prst="ellipse">
              <a:avLst/>
            </a:prstGeom>
            <a:solidFill>
              <a:srgbClr val="3496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t669"/>
            <p:cNvSpPr/>
            <p:nvPr/>
          </p:nvSpPr>
          <p:spPr>
            <a:xfrm>
              <a:off x="3376420" y="4483362"/>
              <a:ext cx="144506" cy="144506"/>
            </a:xfrm>
            <a:prstGeom prst="ellipse">
              <a:avLst/>
            </a:prstGeom>
            <a:solidFill>
              <a:srgbClr val="C3ECD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t670"/>
            <p:cNvSpPr/>
            <p:nvPr/>
          </p:nvSpPr>
          <p:spPr>
            <a:xfrm>
              <a:off x="3322218" y="4429159"/>
              <a:ext cx="252911" cy="252911"/>
            </a:xfrm>
            <a:prstGeom prst="ellipse">
              <a:avLst/>
            </a:prstGeom>
            <a:solidFill>
              <a:srgbClr val="C3ECD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t671"/>
            <p:cNvSpPr/>
            <p:nvPr/>
          </p:nvSpPr>
          <p:spPr>
            <a:xfrm>
              <a:off x="3396934" y="3568029"/>
              <a:ext cx="252911" cy="252911"/>
            </a:xfrm>
            <a:prstGeom prst="ellipse">
              <a:avLst/>
            </a:prstGeom>
            <a:solidFill>
              <a:srgbClr val="3690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t672"/>
            <p:cNvSpPr/>
            <p:nvPr/>
          </p:nvSpPr>
          <p:spPr>
            <a:xfrm>
              <a:off x="3369184" y="4256773"/>
              <a:ext cx="252911" cy="252911"/>
            </a:xfrm>
            <a:prstGeom prst="ellipse">
              <a:avLst/>
            </a:prstGeom>
            <a:solidFill>
              <a:srgbClr val="C7EDD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3287769" y="4134760"/>
              <a:ext cx="267615" cy="231762"/>
            </a:xfrm>
            <a:custGeom>
              <a:avLst/>
              <a:gdLst/>
              <a:ahLst/>
              <a:cxnLst/>
              <a:rect l="0" t="0" r="0" b="0"/>
              <a:pathLst>
                <a:path w="267615" h="231762">
                  <a:moveTo>
                    <a:pt x="133807" y="0"/>
                  </a:moveTo>
                  <a:lnTo>
                    <a:pt x="267615" y="231762"/>
                  </a:lnTo>
                  <a:lnTo>
                    <a:pt x="0" y="231762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l674"/>
            <p:cNvSpPr/>
            <p:nvPr/>
          </p:nvSpPr>
          <p:spPr>
            <a:xfrm>
              <a:off x="3461457" y="4009600"/>
              <a:ext cx="1081066" cy="539633"/>
            </a:xfrm>
            <a:custGeom>
              <a:avLst/>
              <a:gdLst/>
              <a:ahLst/>
              <a:cxnLst/>
              <a:rect l="0" t="0" r="0" b="0"/>
              <a:pathLst>
                <a:path w="1081066" h="539633">
                  <a:moveTo>
                    <a:pt x="1081066" y="0"/>
                  </a:moveTo>
                  <a:lnTo>
                    <a:pt x="0" y="53963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l675"/>
            <p:cNvSpPr/>
            <p:nvPr/>
          </p:nvSpPr>
          <p:spPr>
            <a:xfrm>
              <a:off x="3535687" y="3046633"/>
              <a:ext cx="1088766" cy="640616"/>
            </a:xfrm>
            <a:custGeom>
              <a:avLst/>
              <a:gdLst/>
              <a:ahLst/>
              <a:cxnLst/>
              <a:rect l="0" t="0" r="0" b="0"/>
              <a:pathLst>
                <a:path w="1088766" h="640616">
                  <a:moveTo>
                    <a:pt x="1088766" y="0"/>
                  </a:moveTo>
                  <a:lnTo>
                    <a:pt x="0" y="64061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l676"/>
            <p:cNvSpPr/>
            <p:nvPr/>
          </p:nvSpPr>
          <p:spPr>
            <a:xfrm>
              <a:off x="3507809" y="3593874"/>
              <a:ext cx="1279326" cy="781916"/>
            </a:xfrm>
            <a:custGeom>
              <a:avLst/>
              <a:gdLst/>
              <a:ahLst/>
              <a:cxnLst/>
              <a:rect l="0" t="0" r="0" b="0"/>
              <a:pathLst>
                <a:path w="1279326" h="781916">
                  <a:moveTo>
                    <a:pt x="1279326" y="0"/>
                  </a:moveTo>
                  <a:lnTo>
                    <a:pt x="0" y="78191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4542524" y="3838435"/>
              <a:ext cx="1193383" cy="324612"/>
            </a:xfrm>
            <a:custGeom>
              <a:avLst/>
              <a:gdLst/>
              <a:ahLst/>
              <a:cxnLst/>
              <a:rect l="0" t="0" r="0" b="0"/>
              <a:pathLst>
                <a:path w="1193383" h="324612">
                  <a:moveTo>
                    <a:pt x="27432" y="324612"/>
                  </a:moveTo>
                  <a:lnTo>
                    <a:pt x="1165951" y="324612"/>
                  </a:lnTo>
                  <a:lnTo>
                    <a:pt x="1164846" y="324589"/>
                  </a:lnTo>
                  <a:lnTo>
                    <a:pt x="1169258" y="324411"/>
                  </a:lnTo>
                  <a:lnTo>
                    <a:pt x="1173583" y="323528"/>
                  </a:lnTo>
                  <a:lnTo>
                    <a:pt x="1177711" y="321963"/>
                  </a:lnTo>
                  <a:lnTo>
                    <a:pt x="1181534" y="319756"/>
                  </a:lnTo>
                  <a:lnTo>
                    <a:pt x="1184954" y="316964"/>
                  </a:lnTo>
                  <a:lnTo>
                    <a:pt x="1187881" y="313659"/>
                  </a:lnTo>
                  <a:lnTo>
                    <a:pt x="1190241" y="309928"/>
                  </a:lnTo>
                  <a:lnTo>
                    <a:pt x="1191971" y="305866"/>
                  </a:lnTo>
                  <a:lnTo>
                    <a:pt x="1193028" y="301580"/>
                  </a:lnTo>
                  <a:lnTo>
                    <a:pt x="1193383" y="297180"/>
                  </a:lnTo>
                  <a:lnTo>
                    <a:pt x="1193383" y="27432"/>
                  </a:lnTo>
                  <a:lnTo>
                    <a:pt x="1193028" y="23031"/>
                  </a:lnTo>
                  <a:lnTo>
                    <a:pt x="1191971" y="18745"/>
                  </a:lnTo>
                  <a:lnTo>
                    <a:pt x="1190241" y="14683"/>
                  </a:lnTo>
                  <a:lnTo>
                    <a:pt x="1187881" y="10952"/>
                  </a:lnTo>
                  <a:lnTo>
                    <a:pt x="1184954" y="7647"/>
                  </a:lnTo>
                  <a:lnTo>
                    <a:pt x="1181534" y="4855"/>
                  </a:lnTo>
                  <a:lnTo>
                    <a:pt x="1177711" y="2648"/>
                  </a:lnTo>
                  <a:lnTo>
                    <a:pt x="1173583" y="1083"/>
                  </a:lnTo>
                  <a:lnTo>
                    <a:pt x="1169258" y="200"/>
                  </a:lnTo>
                  <a:lnTo>
                    <a:pt x="1165951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tx678"/>
            <p:cNvSpPr/>
            <p:nvPr/>
          </p:nvSpPr>
          <p:spPr>
            <a:xfrm>
              <a:off x="4588244" y="3884155"/>
              <a:ext cx="1101943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W4_VA</a:t>
              </a:r>
            </a:p>
          </p:txBody>
        </p:sp>
        <p:sp>
          <p:nvSpPr>
            <p:cNvPr id="679" name="pg679"/>
            <p:cNvSpPr/>
            <p:nvPr/>
          </p:nvSpPr>
          <p:spPr>
            <a:xfrm>
              <a:off x="4624454" y="2874463"/>
              <a:ext cx="1500987" cy="324612"/>
            </a:xfrm>
            <a:custGeom>
              <a:avLst/>
              <a:gdLst/>
              <a:ahLst/>
              <a:cxnLst/>
              <a:rect l="0" t="0" r="0" b="0"/>
              <a:pathLst>
                <a:path w="1500987" h="324612">
                  <a:moveTo>
                    <a:pt x="27431" y="324612"/>
                  </a:moveTo>
                  <a:lnTo>
                    <a:pt x="1473555" y="324612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79"/>
                  </a:lnTo>
                  <a:lnTo>
                    <a:pt x="1500987" y="27432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tx680"/>
            <p:cNvSpPr/>
            <p:nvPr/>
          </p:nvSpPr>
          <p:spPr>
            <a:xfrm>
              <a:off x="4670174" y="2920183"/>
              <a:ext cx="140954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S1_LOLA</a:t>
              </a:r>
            </a:p>
          </p:txBody>
        </p:sp>
        <p:sp>
          <p:nvSpPr>
            <p:cNvPr id="681" name="pg681"/>
            <p:cNvSpPr/>
            <p:nvPr/>
          </p:nvSpPr>
          <p:spPr>
            <a:xfrm>
              <a:off x="4787136" y="3422852"/>
              <a:ext cx="1554937" cy="324612"/>
            </a:xfrm>
            <a:custGeom>
              <a:avLst/>
              <a:gdLst/>
              <a:ahLst/>
              <a:cxnLst/>
              <a:rect l="0" t="0" r="0" b="0"/>
              <a:pathLst>
                <a:path w="1554937" h="324612">
                  <a:moveTo>
                    <a:pt x="27431" y="324612"/>
                  </a:moveTo>
                  <a:lnTo>
                    <a:pt x="1527505" y="324612"/>
                  </a:lnTo>
                  <a:lnTo>
                    <a:pt x="1526400" y="324589"/>
                  </a:lnTo>
                  <a:lnTo>
                    <a:pt x="1530811" y="324411"/>
                  </a:lnTo>
                  <a:lnTo>
                    <a:pt x="1535137" y="323528"/>
                  </a:lnTo>
                  <a:lnTo>
                    <a:pt x="1539265" y="321963"/>
                  </a:lnTo>
                  <a:lnTo>
                    <a:pt x="1543088" y="319756"/>
                  </a:lnTo>
                  <a:lnTo>
                    <a:pt x="1546508" y="316964"/>
                  </a:lnTo>
                  <a:lnTo>
                    <a:pt x="1549435" y="313659"/>
                  </a:lnTo>
                  <a:lnTo>
                    <a:pt x="1551795" y="309928"/>
                  </a:lnTo>
                  <a:lnTo>
                    <a:pt x="1553525" y="305866"/>
                  </a:lnTo>
                  <a:lnTo>
                    <a:pt x="1554581" y="301580"/>
                  </a:lnTo>
                  <a:lnTo>
                    <a:pt x="1554937" y="297179"/>
                  </a:lnTo>
                  <a:lnTo>
                    <a:pt x="1554937" y="27432"/>
                  </a:lnTo>
                  <a:lnTo>
                    <a:pt x="1554581" y="23031"/>
                  </a:lnTo>
                  <a:lnTo>
                    <a:pt x="1553525" y="18745"/>
                  </a:lnTo>
                  <a:lnTo>
                    <a:pt x="1551795" y="14683"/>
                  </a:lnTo>
                  <a:lnTo>
                    <a:pt x="1549435" y="10952"/>
                  </a:lnTo>
                  <a:lnTo>
                    <a:pt x="1546508" y="7647"/>
                  </a:lnTo>
                  <a:lnTo>
                    <a:pt x="1543088" y="4855"/>
                  </a:lnTo>
                  <a:lnTo>
                    <a:pt x="1539265" y="2648"/>
                  </a:lnTo>
                  <a:lnTo>
                    <a:pt x="1535137" y="1083"/>
                  </a:lnTo>
                  <a:lnTo>
                    <a:pt x="1530811" y="200"/>
                  </a:lnTo>
                  <a:lnTo>
                    <a:pt x="1527505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tx682"/>
            <p:cNvSpPr/>
            <p:nvPr/>
          </p:nvSpPr>
          <p:spPr>
            <a:xfrm>
              <a:off x="4832856" y="3468572"/>
              <a:ext cx="146349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S2_DEBY</a:t>
              </a:r>
            </a:p>
          </p:txBody>
        </p:sp>
        <p:sp>
          <p:nvSpPr>
            <p:cNvPr id="683" name="rc683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tx684"/>
            <p:cNvSpPr/>
            <p:nvPr/>
          </p:nvSpPr>
          <p:spPr>
            <a:xfrm>
              <a:off x="1989553" y="55140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36</a:t>
              </a:r>
            </a:p>
          </p:txBody>
        </p:sp>
        <p:sp>
          <p:nvSpPr>
            <p:cNvPr id="685" name="tx685"/>
            <p:cNvSpPr/>
            <p:nvPr/>
          </p:nvSpPr>
          <p:spPr>
            <a:xfrm>
              <a:off x="2113912" y="54956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6" name="tx686"/>
            <p:cNvSpPr/>
            <p:nvPr/>
          </p:nvSpPr>
          <p:spPr>
            <a:xfrm>
              <a:off x="2158626" y="551407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7" name="tx687"/>
            <p:cNvSpPr/>
            <p:nvPr/>
          </p:nvSpPr>
          <p:spPr>
            <a:xfrm>
              <a:off x="1989553" y="4574475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37</a:t>
              </a:r>
            </a:p>
          </p:txBody>
        </p:sp>
        <p:sp>
          <p:nvSpPr>
            <p:cNvPr id="688" name="tx688"/>
            <p:cNvSpPr/>
            <p:nvPr/>
          </p:nvSpPr>
          <p:spPr>
            <a:xfrm>
              <a:off x="2113912" y="455609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9" name="tx689"/>
            <p:cNvSpPr/>
            <p:nvPr/>
          </p:nvSpPr>
          <p:spPr>
            <a:xfrm>
              <a:off x="2158626" y="4574475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0" name="tx690"/>
            <p:cNvSpPr/>
            <p:nvPr/>
          </p:nvSpPr>
          <p:spPr>
            <a:xfrm>
              <a:off x="1989553" y="363482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38</a:t>
              </a:r>
            </a:p>
          </p:txBody>
        </p:sp>
        <p:sp>
          <p:nvSpPr>
            <p:cNvPr id="691" name="tx691"/>
            <p:cNvSpPr/>
            <p:nvPr/>
          </p:nvSpPr>
          <p:spPr>
            <a:xfrm>
              <a:off x="2113912" y="3616447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2" name="tx692"/>
            <p:cNvSpPr/>
            <p:nvPr/>
          </p:nvSpPr>
          <p:spPr>
            <a:xfrm>
              <a:off x="2158626" y="363482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3" name="tx693"/>
            <p:cNvSpPr/>
            <p:nvPr/>
          </p:nvSpPr>
          <p:spPr>
            <a:xfrm>
              <a:off x="1989553" y="269527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39</a:t>
              </a:r>
            </a:p>
          </p:txBody>
        </p:sp>
        <p:sp>
          <p:nvSpPr>
            <p:cNvPr id="694" name="tx694"/>
            <p:cNvSpPr/>
            <p:nvPr/>
          </p:nvSpPr>
          <p:spPr>
            <a:xfrm>
              <a:off x="2113912" y="267689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5" name="tx695"/>
            <p:cNvSpPr/>
            <p:nvPr/>
          </p:nvSpPr>
          <p:spPr>
            <a:xfrm>
              <a:off x="2158626" y="269527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6" name="tx696"/>
            <p:cNvSpPr/>
            <p:nvPr/>
          </p:nvSpPr>
          <p:spPr>
            <a:xfrm>
              <a:off x="1989553" y="175566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97" name="tx697"/>
            <p:cNvSpPr/>
            <p:nvPr/>
          </p:nvSpPr>
          <p:spPr>
            <a:xfrm>
              <a:off x="2113912" y="173728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8" name="tx698"/>
            <p:cNvSpPr/>
            <p:nvPr/>
          </p:nvSpPr>
          <p:spPr>
            <a:xfrm>
              <a:off x="2158626" y="175566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9" name="pl699"/>
            <p:cNvSpPr/>
            <p:nvPr/>
          </p:nvSpPr>
          <p:spPr>
            <a:xfrm>
              <a:off x="2267112" y="555518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l700"/>
            <p:cNvSpPr/>
            <p:nvPr/>
          </p:nvSpPr>
          <p:spPr>
            <a:xfrm>
              <a:off x="2267112" y="461557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l701"/>
            <p:cNvSpPr/>
            <p:nvPr/>
          </p:nvSpPr>
          <p:spPr>
            <a:xfrm>
              <a:off x="2267112" y="36759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l702"/>
            <p:cNvSpPr/>
            <p:nvPr/>
          </p:nvSpPr>
          <p:spPr>
            <a:xfrm>
              <a:off x="2267112" y="273637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l703"/>
            <p:cNvSpPr/>
            <p:nvPr/>
          </p:nvSpPr>
          <p:spPr>
            <a:xfrm>
              <a:off x="2267112" y="17967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l704"/>
            <p:cNvSpPr/>
            <p:nvPr/>
          </p:nvSpPr>
          <p:spPr>
            <a:xfrm>
              <a:off x="2384234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l705"/>
            <p:cNvSpPr/>
            <p:nvPr/>
          </p:nvSpPr>
          <p:spPr>
            <a:xfrm>
              <a:off x="312486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l706"/>
            <p:cNvSpPr/>
            <p:nvPr/>
          </p:nvSpPr>
          <p:spPr>
            <a:xfrm>
              <a:off x="386548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l707"/>
            <p:cNvSpPr/>
            <p:nvPr/>
          </p:nvSpPr>
          <p:spPr>
            <a:xfrm>
              <a:off x="460611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l708"/>
            <p:cNvSpPr/>
            <p:nvPr/>
          </p:nvSpPr>
          <p:spPr>
            <a:xfrm>
              <a:off x="534673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l709"/>
            <p:cNvSpPr/>
            <p:nvPr/>
          </p:nvSpPr>
          <p:spPr>
            <a:xfrm>
              <a:off x="60873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tx710"/>
            <p:cNvSpPr/>
            <p:nvPr/>
          </p:nvSpPr>
          <p:spPr>
            <a:xfrm>
              <a:off x="224698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78</a:t>
              </a:r>
            </a:p>
          </p:txBody>
        </p:sp>
        <p:sp>
          <p:nvSpPr>
            <p:cNvPr id="711" name="tx711"/>
            <p:cNvSpPr/>
            <p:nvPr/>
          </p:nvSpPr>
          <p:spPr>
            <a:xfrm>
              <a:off x="2371341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2" name="tx712"/>
            <p:cNvSpPr/>
            <p:nvPr/>
          </p:nvSpPr>
          <p:spPr>
            <a:xfrm>
              <a:off x="2416055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3" name="tx713"/>
            <p:cNvSpPr/>
            <p:nvPr/>
          </p:nvSpPr>
          <p:spPr>
            <a:xfrm>
              <a:off x="2987608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77</a:t>
              </a:r>
            </a:p>
          </p:txBody>
        </p:sp>
        <p:sp>
          <p:nvSpPr>
            <p:cNvPr id="714" name="tx714"/>
            <p:cNvSpPr/>
            <p:nvPr/>
          </p:nvSpPr>
          <p:spPr>
            <a:xfrm>
              <a:off x="311196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5" name="tx715"/>
            <p:cNvSpPr/>
            <p:nvPr/>
          </p:nvSpPr>
          <p:spPr>
            <a:xfrm>
              <a:off x="315668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6" name="tx716"/>
            <p:cNvSpPr/>
            <p:nvPr/>
          </p:nvSpPr>
          <p:spPr>
            <a:xfrm>
              <a:off x="372823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76</a:t>
              </a:r>
            </a:p>
          </p:txBody>
        </p:sp>
        <p:sp>
          <p:nvSpPr>
            <p:cNvPr id="717" name="tx717"/>
            <p:cNvSpPr/>
            <p:nvPr/>
          </p:nvSpPr>
          <p:spPr>
            <a:xfrm>
              <a:off x="385259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8" name="tx718"/>
            <p:cNvSpPr/>
            <p:nvPr/>
          </p:nvSpPr>
          <p:spPr>
            <a:xfrm>
              <a:off x="3897306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9" name="tx719"/>
            <p:cNvSpPr/>
            <p:nvPr/>
          </p:nvSpPr>
          <p:spPr>
            <a:xfrm>
              <a:off x="446885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75</a:t>
              </a:r>
            </a:p>
          </p:txBody>
        </p:sp>
        <p:sp>
          <p:nvSpPr>
            <p:cNvPr id="720" name="tx720"/>
            <p:cNvSpPr/>
            <p:nvPr/>
          </p:nvSpPr>
          <p:spPr>
            <a:xfrm>
              <a:off x="459321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1" name="tx721"/>
            <p:cNvSpPr/>
            <p:nvPr/>
          </p:nvSpPr>
          <p:spPr>
            <a:xfrm>
              <a:off x="463793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2" name="tx722"/>
            <p:cNvSpPr/>
            <p:nvPr/>
          </p:nvSpPr>
          <p:spPr>
            <a:xfrm>
              <a:off x="5209484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74</a:t>
              </a:r>
            </a:p>
          </p:txBody>
        </p:sp>
        <p:sp>
          <p:nvSpPr>
            <p:cNvPr id="723" name="tx723"/>
            <p:cNvSpPr/>
            <p:nvPr/>
          </p:nvSpPr>
          <p:spPr>
            <a:xfrm>
              <a:off x="533384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4" name="tx724"/>
            <p:cNvSpPr/>
            <p:nvPr/>
          </p:nvSpPr>
          <p:spPr>
            <a:xfrm>
              <a:off x="53785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5" name="tx725"/>
            <p:cNvSpPr/>
            <p:nvPr/>
          </p:nvSpPr>
          <p:spPr>
            <a:xfrm>
              <a:off x="595010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73</a:t>
              </a:r>
            </a:p>
          </p:txBody>
        </p:sp>
        <p:sp>
          <p:nvSpPr>
            <p:cNvPr id="726" name="tx726"/>
            <p:cNvSpPr/>
            <p:nvPr/>
          </p:nvSpPr>
          <p:spPr>
            <a:xfrm>
              <a:off x="60744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7" name="tx727"/>
            <p:cNvSpPr/>
            <p:nvPr/>
          </p:nvSpPr>
          <p:spPr>
            <a:xfrm>
              <a:off x="61191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8" name="tx728"/>
            <p:cNvSpPr/>
            <p:nvPr/>
          </p:nvSpPr>
          <p:spPr>
            <a:xfrm>
              <a:off x="3801860" y="5925448"/>
              <a:ext cx="1149858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Longitude_manual</a:t>
              </a:r>
            </a:p>
          </p:txBody>
        </p:sp>
        <p:sp>
          <p:nvSpPr>
            <p:cNvPr id="729" name="tx729"/>
            <p:cNvSpPr/>
            <p:nvPr/>
          </p:nvSpPr>
          <p:spPr>
            <a:xfrm rot="-5400000">
              <a:off x="1357153" y="3645259"/>
              <a:ext cx="1033180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Latitude_manual</a:t>
              </a:r>
            </a:p>
          </p:txBody>
        </p:sp>
        <p:sp>
          <p:nvSpPr>
            <p:cNvPr id="730" name="rc730"/>
            <p:cNvSpPr/>
            <p:nvPr/>
          </p:nvSpPr>
          <p:spPr>
            <a:xfrm>
              <a:off x="6590850" y="2976782"/>
              <a:ext cx="729514" cy="14371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1" name="tx731"/>
            <p:cNvSpPr/>
            <p:nvPr/>
          </p:nvSpPr>
          <p:spPr>
            <a:xfrm>
              <a:off x="6660439" y="3061824"/>
              <a:ext cx="5903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var1.pred</a:t>
              </a:r>
            </a:p>
          </p:txBody>
        </p:sp>
        <p:pic>
          <p:nvPicPr>
            <p:cNvPr id="732" name="pic7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0439" y="3247085"/>
              <a:ext cx="219455" cy="1097280"/>
            </a:xfrm>
            <a:prstGeom prst="rect">
              <a:avLst/>
            </a:prstGeom>
          </p:spPr>
        </p:pic>
        <p:sp>
          <p:nvSpPr>
            <p:cNvPr id="733" name="pl733"/>
            <p:cNvSpPr/>
            <p:nvPr/>
          </p:nvSpPr>
          <p:spPr>
            <a:xfrm>
              <a:off x="6836004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l734"/>
            <p:cNvSpPr/>
            <p:nvPr/>
          </p:nvSpPr>
          <p:spPr>
            <a:xfrm>
              <a:off x="6836004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l735"/>
            <p:cNvSpPr/>
            <p:nvPr/>
          </p:nvSpPr>
          <p:spPr>
            <a:xfrm>
              <a:off x="6836004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l736"/>
            <p:cNvSpPr/>
            <p:nvPr/>
          </p:nvSpPr>
          <p:spPr>
            <a:xfrm>
              <a:off x="6836004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l737"/>
            <p:cNvSpPr/>
            <p:nvPr/>
          </p:nvSpPr>
          <p:spPr>
            <a:xfrm>
              <a:off x="6836004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l738"/>
            <p:cNvSpPr/>
            <p:nvPr/>
          </p:nvSpPr>
          <p:spPr>
            <a:xfrm>
              <a:off x="6660439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l739"/>
            <p:cNvSpPr/>
            <p:nvPr/>
          </p:nvSpPr>
          <p:spPr>
            <a:xfrm>
              <a:off x="6660439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l740"/>
            <p:cNvSpPr/>
            <p:nvPr/>
          </p:nvSpPr>
          <p:spPr>
            <a:xfrm>
              <a:off x="6660439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l741"/>
            <p:cNvSpPr/>
            <p:nvPr/>
          </p:nvSpPr>
          <p:spPr>
            <a:xfrm>
              <a:off x="6660439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l742"/>
            <p:cNvSpPr/>
            <p:nvPr/>
          </p:nvSpPr>
          <p:spPr>
            <a:xfrm>
              <a:off x="6660439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tx743"/>
            <p:cNvSpPr/>
            <p:nvPr/>
          </p:nvSpPr>
          <p:spPr>
            <a:xfrm>
              <a:off x="6949485" y="4302486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744" name="tx744"/>
            <p:cNvSpPr/>
            <p:nvPr/>
          </p:nvSpPr>
          <p:spPr>
            <a:xfrm>
              <a:off x="6949485" y="4029080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745" name="tx745"/>
            <p:cNvSpPr/>
            <p:nvPr/>
          </p:nvSpPr>
          <p:spPr>
            <a:xfrm>
              <a:off x="6949485" y="3755674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</a:t>
              </a:r>
            </a:p>
          </p:txBody>
        </p:sp>
        <p:sp>
          <p:nvSpPr>
            <p:cNvPr id="746" name="tx746"/>
            <p:cNvSpPr/>
            <p:nvPr/>
          </p:nvSpPr>
          <p:spPr>
            <a:xfrm>
              <a:off x="6949485" y="3482269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</a:t>
              </a:r>
            </a:p>
          </p:txBody>
        </p:sp>
        <p:sp>
          <p:nvSpPr>
            <p:cNvPr id="747" name="tx747"/>
            <p:cNvSpPr/>
            <p:nvPr/>
          </p:nvSpPr>
          <p:spPr>
            <a:xfrm>
              <a:off x="6949485" y="3208863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</a:t>
              </a: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017C61-4B12-6B91-4B7C-F2A9192E33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4" name="Group 4803">
            <a:extLst>
              <a:ext uri="{FF2B5EF4-FFF2-40B4-BE49-F238E27FC236}">
                <a16:creationId xmlns:a16="http://schemas.microsoft.com/office/drawing/2014/main" id="{E7390E65-F9F2-4F53-5D4B-820FC00E483A}"/>
              </a:ext>
            </a:extLst>
          </p:cNvPr>
          <p:cNvGrpSpPr/>
          <p:nvPr/>
        </p:nvGrpSpPr>
        <p:grpSpPr>
          <a:xfrm>
            <a:off x="1618559" y="1166019"/>
            <a:ext cx="5835888" cy="4525962"/>
            <a:chOff x="1248175" y="0"/>
            <a:chExt cx="5835888" cy="4525962"/>
          </a:xfrm>
        </p:grpSpPr>
        <p:grpSp>
          <p:nvGrpSpPr>
            <p:cNvPr id="2" name="Content Placeholder 2">
              <a:extLst>
                <a:ext uri="{FF2B5EF4-FFF2-40B4-BE49-F238E27FC236}">
                  <a16:creationId xmlns:a16="http://schemas.microsoft.com/office/drawing/2014/main" id="{1867B145-9756-4835-4AEF-309FA336F1F4}"/>
                </a:ext>
              </a:extLst>
            </p:cNvPr>
            <p:cNvGrpSpPr/>
            <p:nvPr/>
          </p:nvGrpSpPr>
          <p:grpSpPr>
            <a:xfrm>
              <a:off x="1248175" y="0"/>
              <a:ext cx="5835888" cy="4525962"/>
              <a:chOff x="1654055" y="1600200"/>
              <a:chExt cx="5835888" cy="4525962"/>
            </a:xfrm>
          </p:grpSpPr>
          <p:sp>
            <p:nvSpPr>
              <p:cNvPr id="4" name="rc4">
                <a:extLst>
                  <a:ext uri="{FF2B5EF4-FFF2-40B4-BE49-F238E27FC236}">
                    <a16:creationId xmlns:a16="http://schemas.microsoft.com/office/drawing/2014/main" id="{CAAABD65-F3BA-79E3-BA20-F8230256F83B}"/>
                  </a:ext>
                </a:extLst>
              </p:cNvPr>
              <p:cNvSpPr/>
              <p:nvPr/>
            </p:nvSpPr>
            <p:spPr>
              <a:xfrm>
                <a:off x="1654055" y="1600200"/>
                <a:ext cx="5835888" cy="452596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>
                <a:extLst>
                  <a:ext uri="{FF2B5EF4-FFF2-40B4-BE49-F238E27FC236}">
                    <a16:creationId xmlns:a16="http://schemas.microsoft.com/office/drawing/2014/main" id="{804B2276-D653-D692-1D1D-F65D75AF0060}"/>
                  </a:ext>
                </a:extLst>
              </p:cNvPr>
              <p:cNvSpPr/>
              <p:nvPr/>
            </p:nvSpPr>
            <p:spPr>
              <a:xfrm>
                <a:off x="2201917" y="2354586"/>
                <a:ext cx="4342247" cy="3366361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>
                <a:extLst>
                  <a:ext uri="{FF2B5EF4-FFF2-40B4-BE49-F238E27FC236}">
                    <a16:creationId xmlns:a16="http://schemas.microsoft.com/office/drawing/2014/main" id="{6E913A9A-9E0F-3A00-6629-B19439194429}"/>
                  </a:ext>
                </a:extLst>
              </p:cNvPr>
              <p:cNvSpPr/>
              <p:nvPr/>
            </p:nvSpPr>
            <p:spPr>
              <a:xfrm>
                <a:off x="2610961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>
                <a:extLst>
                  <a:ext uri="{FF2B5EF4-FFF2-40B4-BE49-F238E27FC236}">
                    <a16:creationId xmlns:a16="http://schemas.microsoft.com/office/drawing/2014/main" id="{FD72DD4C-3713-DA07-2C37-68365CFF3E7F}"/>
                  </a:ext>
                </a:extLst>
              </p:cNvPr>
              <p:cNvSpPr/>
              <p:nvPr/>
            </p:nvSpPr>
            <p:spPr>
              <a:xfrm>
                <a:off x="314013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>
                <a:extLst>
                  <a:ext uri="{FF2B5EF4-FFF2-40B4-BE49-F238E27FC236}">
                    <a16:creationId xmlns:a16="http://schemas.microsoft.com/office/drawing/2014/main" id="{FB3311E4-CC6E-1BC1-774A-BFEDE410B3AB}"/>
                  </a:ext>
                </a:extLst>
              </p:cNvPr>
              <p:cNvSpPr/>
              <p:nvPr/>
            </p:nvSpPr>
            <p:spPr>
              <a:xfrm>
                <a:off x="366931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>
                <a:extLst>
                  <a:ext uri="{FF2B5EF4-FFF2-40B4-BE49-F238E27FC236}">
                    <a16:creationId xmlns:a16="http://schemas.microsoft.com/office/drawing/2014/main" id="{E27B4577-E3EC-F7C8-9D4F-F6976577E70B}"/>
                  </a:ext>
                </a:extLst>
              </p:cNvPr>
              <p:cNvSpPr/>
              <p:nvPr/>
            </p:nvSpPr>
            <p:spPr>
              <a:xfrm>
                <a:off x="419848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>
                <a:extLst>
                  <a:ext uri="{FF2B5EF4-FFF2-40B4-BE49-F238E27FC236}">
                    <a16:creationId xmlns:a16="http://schemas.microsoft.com/office/drawing/2014/main" id="{20DFCC29-9144-4C3A-2446-1808179C6A2F}"/>
                  </a:ext>
                </a:extLst>
              </p:cNvPr>
              <p:cNvSpPr/>
              <p:nvPr/>
            </p:nvSpPr>
            <p:spPr>
              <a:xfrm>
                <a:off x="472766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>
                <a:extLst>
                  <a:ext uri="{FF2B5EF4-FFF2-40B4-BE49-F238E27FC236}">
                    <a16:creationId xmlns:a16="http://schemas.microsoft.com/office/drawing/2014/main" id="{775B40FA-DE46-7EA8-9A23-86CDD8B11A0D}"/>
                  </a:ext>
                </a:extLst>
              </p:cNvPr>
              <p:cNvSpPr/>
              <p:nvPr/>
            </p:nvSpPr>
            <p:spPr>
              <a:xfrm>
                <a:off x="525683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>
                <a:extLst>
                  <a:ext uri="{FF2B5EF4-FFF2-40B4-BE49-F238E27FC236}">
                    <a16:creationId xmlns:a16="http://schemas.microsoft.com/office/drawing/2014/main" id="{B0A53820-3A98-DCB5-097F-7657D5DCA7E3}"/>
                  </a:ext>
                </a:extLst>
              </p:cNvPr>
              <p:cNvSpPr/>
              <p:nvPr/>
            </p:nvSpPr>
            <p:spPr>
              <a:xfrm>
                <a:off x="578601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>
                <a:extLst>
                  <a:ext uri="{FF2B5EF4-FFF2-40B4-BE49-F238E27FC236}">
                    <a16:creationId xmlns:a16="http://schemas.microsoft.com/office/drawing/2014/main" id="{E3459039-C620-1D07-12E4-AC86E65048AD}"/>
                  </a:ext>
                </a:extLst>
              </p:cNvPr>
              <p:cNvSpPr/>
              <p:nvPr/>
            </p:nvSpPr>
            <p:spPr>
              <a:xfrm>
                <a:off x="631518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>
                <a:extLst>
                  <a:ext uri="{FF2B5EF4-FFF2-40B4-BE49-F238E27FC236}">
                    <a16:creationId xmlns:a16="http://schemas.microsoft.com/office/drawing/2014/main" id="{9446A833-8E23-04C5-42E7-1A891DF9195F}"/>
                  </a:ext>
                </a:extLst>
              </p:cNvPr>
              <p:cNvSpPr/>
              <p:nvPr/>
            </p:nvSpPr>
            <p:spPr>
              <a:xfrm>
                <a:off x="2201917" y="5407850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>
                <a:extLst>
                  <a:ext uri="{FF2B5EF4-FFF2-40B4-BE49-F238E27FC236}">
                    <a16:creationId xmlns:a16="http://schemas.microsoft.com/office/drawing/2014/main" id="{2F33F009-4ACD-E73F-3270-A34C39C0650A}"/>
                  </a:ext>
                </a:extLst>
              </p:cNvPr>
              <p:cNvSpPr/>
              <p:nvPr/>
            </p:nvSpPr>
            <p:spPr>
              <a:xfrm>
                <a:off x="2201917" y="4757570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>
                <a:extLst>
                  <a:ext uri="{FF2B5EF4-FFF2-40B4-BE49-F238E27FC236}">
                    <a16:creationId xmlns:a16="http://schemas.microsoft.com/office/drawing/2014/main" id="{6319B3CC-96BA-641F-9C33-FEC753FA25A2}"/>
                  </a:ext>
                </a:extLst>
              </p:cNvPr>
              <p:cNvSpPr/>
              <p:nvPr/>
            </p:nvSpPr>
            <p:spPr>
              <a:xfrm>
                <a:off x="2201917" y="410729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>
                <a:extLst>
                  <a:ext uri="{FF2B5EF4-FFF2-40B4-BE49-F238E27FC236}">
                    <a16:creationId xmlns:a16="http://schemas.microsoft.com/office/drawing/2014/main" id="{2150A744-2370-2680-0653-E13BC7D3803B}"/>
                  </a:ext>
                </a:extLst>
              </p:cNvPr>
              <p:cNvSpPr/>
              <p:nvPr/>
            </p:nvSpPr>
            <p:spPr>
              <a:xfrm>
                <a:off x="2201917" y="345701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>
                <a:extLst>
                  <a:ext uri="{FF2B5EF4-FFF2-40B4-BE49-F238E27FC236}">
                    <a16:creationId xmlns:a16="http://schemas.microsoft.com/office/drawing/2014/main" id="{8B94A2F2-2C43-B5B0-AAF3-B76284356CAF}"/>
                  </a:ext>
                </a:extLst>
              </p:cNvPr>
              <p:cNvSpPr/>
              <p:nvPr/>
            </p:nvSpPr>
            <p:spPr>
              <a:xfrm>
                <a:off x="2201917" y="280673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g19">
                <a:extLst>
                  <a:ext uri="{FF2B5EF4-FFF2-40B4-BE49-F238E27FC236}">
                    <a16:creationId xmlns:a16="http://schemas.microsoft.com/office/drawing/2014/main" id="{DC4F2B8B-585B-50B1-6A3B-0A79A5A60605}"/>
                  </a:ext>
                </a:extLst>
              </p:cNvPr>
              <p:cNvSpPr/>
              <p:nvPr/>
            </p:nvSpPr>
            <p:spPr>
              <a:xfrm>
                <a:off x="5671824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g20">
                <a:extLst>
                  <a:ext uri="{FF2B5EF4-FFF2-40B4-BE49-F238E27FC236}">
                    <a16:creationId xmlns:a16="http://schemas.microsoft.com/office/drawing/2014/main" id="{B2C265C8-4902-BA44-9F93-37F88D266120}"/>
                  </a:ext>
                </a:extLst>
              </p:cNvPr>
              <p:cNvSpPr/>
              <p:nvPr/>
            </p:nvSpPr>
            <p:spPr>
              <a:xfrm>
                <a:off x="5683461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g21">
                <a:extLst>
                  <a:ext uri="{FF2B5EF4-FFF2-40B4-BE49-F238E27FC236}">
                    <a16:creationId xmlns:a16="http://schemas.microsoft.com/office/drawing/2014/main" id="{9C1B7F34-9176-F552-E171-E027D181C3D2}"/>
                  </a:ext>
                </a:extLst>
              </p:cNvPr>
              <p:cNvSpPr/>
              <p:nvPr/>
            </p:nvSpPr>
            <p:spPr>
              <a:xfrm>
                <a:off x="5695098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g22">
                <a:extLst>
                  <a:ext uri="{FF2B5EF4-FFF2-40B4-BE49-F238E27FC236}">
                    <a16:creationId xmlns:a16="http://schemas.microsoft.com/office/drawing/2014/main" id="{7A2A7971-6B68-C8F8-36E3-A40EBA50AC0F}"/>
                  </a:ext>
                </a:extLst>
              </p:cNvPr>
              <p:cNvSpPr/>
              <p:nvPr/>
            </p:nvSpPr>
            <p:spPr>
              <a:xfrm>
                <a:off x="5718373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g23">
                <a:extLst>
                  <a:ext uri="{FF2B5EF4-FFF2-40B4-BE49-F238E27FC236}">
                    <a16:creationId xmlns:a16="http://schemas.microsoft.com/office/drawing/2014/main" id="{A953583F-C77A-0C5B-1310-61837A654B68}"/>
                  </a:ext>
                </a:extLst>
              </p:cNvPr>
              <p:cNvSpPr/>
              <p:nvPr/>
            </p:nvSpPr>
            <p:spPr>
              <a:xfrm>
                <a:off x="5730010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g24">
                <a:extLst>
                  <a:ext uri="{FF2B5EF4-FFF2-40B4-BE49-F238E27FC236}">
                    <a16:creationId xmlns:a16="http://schemas.microsoft.com/office/drawing/2014/main" id="{820CBB1F-1DBB-37E0-02B7-B5CF6907D374}"/>
                  </a:ext>
                </a:extLst>
              </p:cNvPr>
              <p:cNvSpPr/>
              <p:nvPr/>
            </p:nvSpPr>
            <p:spPr>
              <a:xfrm>
                <a:off x="5741648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g25">
                <a:extLst>
                  <a:ext uri="{FF2B5EF4-FFF2-40B4-BE49-F238E27FC236}">
                    <a16:creationId xmlns:a16="http://schemas.microsoft.com/office/drawing/2014/main" id="{0395335B-0AD0-CC1D-0155-FAA433B812FD}"/>
                  </a:ext>
                </a:extLst>
              </p:cNvPr>
              <p:cNvSpPr/>
              <p:nvPr/>
            </p:nvSpPr>
            <p:spPr>
              <a:xfrm>
                <a:off x="6276965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g26">
                <a:extLst>
                  <a:ext uri="{FF2B5EF4-FFF2-40B4-BE49-F238E27FC236}">
                    <a16:creationId xmlns:a16="http://schemas.microsoft.com/office/drawing/2014/main" id="{F336EA10-9CCC-94CF-7DCF-2930D7BE7A0C}"/>
                  </a:ext>
                </a:extLst>
              </p:cNvPr>
              <p:cNvSpPr/>
              <p:nvPr/>
            </p:nvSpPr>
            <p:spPr>
              <a:xfrm>
                <a:off x="6288602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g27">
                <a:extLst>
                  <a:ext uri="{FF2B5EF4-FFF2-40B4-BE49-F238E27FC236}">
                    <a16:creationId xmlns:a16="http://schemas.microsoft.com/office/drawing/2014/main" id="{F0805914-3F5F-D029-9C78-F3AF948C013E}"/>
                  </a:ext>
                </a:extLst>
              </p:cNvPr>
              <p:cNvSpPr/>
              <p:nvPr/>
            </p:nvSpPr>
            <p:spPr>
              <a:xfrm>
                <a:off x="6300240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g28">
                <a:extLst>
                  <a:ext uri="{FF2B5EF4-FFF2-40B4-BE49-F238E27FC236}">
                    <a16:creationId xmlns:a16="http://schemas.microsoft.com/office/drawing/2014/main" id="{FEC3B56A-407B-B36F-72D2-821A5C1E9B05}"/>
                  </a:ext>
                </a:extLst>
              </p:cNvPr>
              <p:cNvSpPr/>
              <p:nvPr/>
            </p:nvSpPr>
            <p:spPr>
              <a:xfrm>
                <a:off x="5648549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g29">
                <a:extLst>
                  <a:ext uri="{FF2B5EF4-FFF2-40B4-BE49-F238E27FC236}">
                    <a16:creationId xmlns:a16="http://schemas.microsoft.com/office/drawing/2014/main" id="{A040F95B-C8F4-4614-C2BE-F5A1E0BDC921}"/>
                  </a:ext>
                </a:extLst>
              </p:cNvPr>
              <p:cNvSpPr/>
              <p:nvPr/>
            </p:nvSpPr>
            <p:spPr>
              <a:xfrm>
                <a:off x="5660186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g30">
                <a:extLst>
                  <a:ext uri="{FF2B5EF4-FFF2-40B4-BE49-F238E27FC236}">
                    <a16:creationId xmlns:a16="http://schemas.microsoft.com/office/drawing/2014/main" id="{D851D099-77F7-9C41-6E76-837267A3E93D}"/>
                  </a:ext>
                </a:extLst>
              </p:cNvPr>
              <p:cNvSpPr/>
              <p:nvPr/>
            </p:nvSpPr>
            <p:spPr>
              <a:xfrm>
                <a:off x="5671824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g31">
                <a:extLst>
                  <a:ext uri="{FF2B5EF4-FFF2-40B4-BE49-F238E27FC236}">
                    <a16:creationId xmlns:a16="http://schemas.microsoft.com/office/drawing/2014/main" id="{E5364E30-C0D9-2974-F49E-AFF1E7460BA5}"/>
                  </a:ext>
                </a:extLst>
              </p:cNvPr>
              <p:cNvSpPr/>
              <p:nvPr/>
            </p:nvSpPr>
            <p:spPr>
              <a:xfrm>
                <a:off x="5683461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g32">
                <a:extLst>
                  <a:ext uri="{FF2B5EF4-FFF2-40B4-BE49-F238E27FC236}">
                    <a16:creationId xmlns:a16="http://schemas.microsoft.com/office/drawing/2014/main" id="{D4EB010E-373F-80BD-F9CF-4C3EF4B77E24}"/>
                  </a:ext>
                </a:extLst>
              </p:cNvPr>
              <p:cNvSpPr/>
              <p:nvPr/>
            </p:nvSpPr>
            <p:spPr>
              <a:xfrm>
                <a:off x="569509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g33">
                <a:extLst>
                  <a:ext uri="{FF2B5EF4-FFF2-40B4-BE49-F238E27FC236}">
                    <a16:creationId xmlns:a16="http://schemas.microsoft.com/office/drawing/2014/main" id="{5989FA6D-32B5-F82B-BAB7-42EB436635FB}"/>
                  </a:ext>
                </a:extLst>
              </p:cNvPr>
              <p:cNvSpPr/>
              <p:nvPr/>
            </p:nvSpPr>
            <p:spPr>
              <a:xfrm>
                <a:off x="5706736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g34">
                <a:extLst>
                  <a:ext uri="{FF2B5EF4-FFF2-40B4-BE49-F238E27FC236}">
                    <a16:creationId xmlns:a16="http://schemas.microsoft.com/office/drawing/2014/main" id="{E5AA8BCE-8843-48BB-214D-6510A5833CF7}"/>
                  </a:ext>
                </a:extLst>
              </p:cNvPr>
              <p:cNvSpPr/>
              <p:nvPr/>
            </p:nvSpPr>
            <p:spPr>
              <a:xfrm>
                <a:off x="5718373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g35">
                <a:extLst>
                  <a:ext uri="{FF2B5EF4-FFF2-40B4-BE49-F238E27FC236}">
                    <a16:creationId xmlns:a16="http://schemas.microsoft.com/office/drawing/2014/main" id="{7806AD87-39BA-6301-AA3B-1E5982C90CEF}"/>
                  </a:ext>
                </a:extLst>
              </p:cNvPr>
              <p:cNvSpPr/>
              <p:nvPr/>
            </p:nvSpPr>
            <p:spPr>
              <a:xfrm>
                <a:off x="5730010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g36">
                <a:extLst>
                  <a:ext uri="{FF2B5EF4-FFF2-40B4-BE49-F238E27FC236}">
                    <a16:creationId xmlns:a16="http://schemas.microsoft.com/office/drawing/2014/main" id="{70E85367-447B-EAF3-CA71-34A08CBBBC3C}"/>
                  </a:ext>
                </a:extLst>
              </p:cNvPr>
              <p:cNvSpPr/>
              <p:nvPr/>
            </p:nvSpPr>
            <p:spPr>
              <a:xfrm>
                <a:off x="574164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g37">
                <a:extLst>
                  <a:ext uri="{FF2B5EF4-FFF2-40B4-BE49-F238E27FC236}">
                    <a16:creationId xmlns:a16="http://schemas.microsoft.com/office/drawing/2014/main" id="{997122B8-A60D-DFD7-A5FD-A8DE933CE54A}"/>
                  </a:ext>
                </a:extLst>
              </p:cNvPr>
              <p:cNvSpPr/>
              <p:nvPr/>
            </p:nvSpPr>
            <p:spPr>
              <a:xfrm>
                <a:off x="626532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g38">
                <a:extLst>
                  <a:ext uri="{FF2B5EF4-FFF2-40B4-BE49-F238E27FC236}">
                    <a16:creationId xmlns:a16="http://schemas.microsoft.com/office/drawing/2014/main" id="{4DB13D39-1526-2BD4-EEFD-1BEA1DFD9F2E}"/>
                  </a:ext>
                </a:extLst>
              </p:cNvPr>
              <p:cNvSpPr/>
              <p:nvPr/>
            </p:nvSpPr>
            <p:spPr>
              <a:xfrm>
                <a:off x="6276965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g39">
                <a:extLst>
                  <a:ext uri="{FF2B5EF4-FFF2-40B4-BE49-F238E27FC236}">
                    <a16:creationId xmlns:a16="http://schemas.microsoft.com/office/drawing/2014/main" id="{FE891DF3-A94F-26F0-B8E4-CC4C98B836B5}"/>
                  </a:ext>
                </a:extLst>
              </p:cNvPr>
              <p:cNvSpPr/>
              <p:nvPr/>
            </p:nvSpPr>
            <p:spPr>
              <a:xfrm>
                <a:off x="6288602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g40">
                <a:extLst>
                  <a:ext uri="{FF2B5EF4-FFF2-40B4-BE49-F238E27FC236}">
                    <a16:creationId xmlns:a16="http://schemas.microsoft.com/office/drawing/2014/main" id="{94E1F2BD-B2A5-1007-53A9-0596EB5DF8B2}"/>
                  </a:ext>
                </a:extLst>
              </p:cNvPr>
              <p:cNvSpPr/>
              <p:nvPr/>
            </p:nvSpPr>
            <p:spPr>
              <a:xfrm>
                <a:off x="6300240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g41">
                <a:extLst>
                  <a:ext uri="{FF2B5EF4-FFF2-40B4-BE49-F238E27FC236}">
                    <a16:creationId xmlns:a16="http://schemas.microsoft.com/office/drawing/2014/main" id="{93D77550-5613-ECA8-4F6F-1936EC5C13E4}"/>
                  </a:ext>
                </a:extLst>
              </p:cNvPr>
              <p:cNvSpPr/>
              <p:nvPr/>
            </p:nvSpPr>
            <p:spPr>
              <a:xfrm>
                <a:off x="6311877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g42">
                <a:extLst>
                  <a:ext uri="{FF2B5EF4-FFF2-40B4-BE49-F238E27FC236}">
                    <a16:creationId xmlns:a16="http://schemas.microsoft.com/office/drawing/2014/main" id="{B22228D1-9F66-23B6-A35E-8E0E97B221BA}"/>
                  </a:ext>
                </a:extLst>
              </p:cNvPr>
              <p:cNvSpPr/>
              <p:nvPr/>
            </p:nvSpPr>
            <p:spPr>
              <a:xfrm>
                <a:off x="5636912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g43">
                <a:extLst>
                  <a:ext uri="{FF2B5EF4-FFF2-40B4-BE49-F238E27FC236}">
                    <a16:creationId xmlns:a16="http://schemas.microsoft.com/office/drawing/2014/main" id="{74C7345C-A582-4834-E5A7-B53076A5E85F}"/>
                  </a:ext>
                </a:extLst>
              </p:cNvPr>
              <p:cNvSpPr/>
              <p:nvPr/>
            </p:nvSpPr>
            <p:spPr>
              <a:xfrm>
                <a:off x="5648549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g44">
                <a:extLst>
                  <a:ext uri="{FF2B5EF4-FFF2-40B4-BE49-F238E27FC236}">
                    <a16:creationId xmlns:a16="http://schemas.microsoft.com/office/drawing/2014/main" id="{D4738BE0-A266-BCBB-C8A1-BD151557FE4C}"/>
                  </a:ext>
                </a:extLst>
              </p:cNvPr>
              <p:cNvSpPr/>
              <p:nvPr/>
            </p:nvSpPr>
            <p:spPr>
              <a:xfrm>
                <a:off x="5660186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g45">
                <a:extLst>
                  <a:ext uri="{FF2B5EF4-FFF2-40B4-BE49-F238E27FC236}">
                    <a16:creationId xmlns:a16="http://schemas.microsoft.com/office/drawing/2014/main" id="{C76890E4-2C88-7D0A-11D7-DA0A6AD8A05F}"/>
                  </a:ext>
                </a:extLst>
              </p:cNvPr>
              <p:cNvSpPr/>
              <p:nvPr/>
            </p:nvSpPr>
            <p:spPr>
              <a:xfrm>
                <a:off x="5671824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g46">
                <a:extLst>
                  <a:ext uri="{FF2B5EF4-FFF2-40B4-BE49-F238E27FC236}">
                    <a16:creationId xmlns:a16="http://schemas.microsoft.com/office/drawing/2014/main" id="{F7C8A51A-D348-1D9F-7BC7-2B87D87D880E}"/>
                  </a:ext>
                </a:extLst>
              </p:cNvPr>
              <p:cNvSpPr/>
              <p:nvPr/>
            </p:nvSpPr>
            <p:spPr>
              <a:xfrm>
                <a:off x="5683461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g47">
                <a:extLst>
                  <a:ext uri="{FF2B5EF4-FFF2-40B4-BE49-F238E27FC236}">
                    <a16:creationId xmlns:a16="http://schemas.microsoft.com/office/drawing/2014/main" id="{DFB0B025-3B11-4A60-18FD-EB69D0DDE98D}"/>
                  </a:ext>
                </a:extLst>
              </p:cNvPr>
              <p:cNvSpPr/>
              <p:nvPr/>
            </p:nvSpPr>
            <p:spPr>
              <a:xfrm>
                <a:off x="569509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g48">
                <a:extLst>
                  <a:ext uri="{FF2B5EF4-FFF2-40B4-BE49-F238E27FC236}">
                    <a16:creationId xmlns:a16="http://schemas.microsoft.com/office/drawing/2014/main" id="{51E7C017-DCA7-321C-C12E-CE16CF04AC34}"/>
                  </a:ext>
                </a:extLst>
              </p:cNvPr>
              <p:cNvSpPr/>
              <p:nvPr/>
            </p:nvSpPr>
            <p:spPr>
              <a:xfrm>
                <a:off x="5706736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g49">
                <a:extLst>
                  <a:ext uri="{FF2B5EF4-FFF2-40B4-BE49-F238E27FC236}">
                    <a16:creationId xmlns:a16="http://schemas.microsoft.com/office/drawing/2014/main" id="{64F4E3FD-1768-383E-BC50-D930B64132AC}"/>
                  </a:ext>
                </a:extLst>
              </p:cNvPr>
              <p:cNvSpPr/>
              <p:nvPr/>
            </p:nvSpPr>
            <p:spPr>
              <a:xfrm>
                <a:off x="5718373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g50">
                <a:extLst>
                  <a:ext uri="{FF2B5EF4-FFF2-40B4-BE49-F238E27FC236}">
                    <a16:creationId xmlns:a16="http://schemas.microsoft.com/office/drawing/2014/main" id="{B8951B44-24B6-8ADB-15BD-915850C8F433}"/>
                  </a:ext>
                </a:extLst>
              </p:cNvPr>
              <p:cNvSpPr/>
              <p:nvPr/>
            </p:nvSpPr>
            <p:spPr>
              <a:xfrm>
                <a:off x="5730010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g51">
                <a:extLst>
                  <a:ext uri="{FF2B5EF4-FFF2-40B4-BE49-F238E27FC236}">
                    <a16:creationId xmlns:a16="http://schemas.microsoft.com/office/drawing/2014/main" id="{6615F0FC-8998-769C-FB61-7ECF508D2567}"/>
                  </a:ext>
                </a:extLst>
              </p:cNvPr>
              <p:cNvSpPr/>
              <p:nvPr/>
            </p:nvSpPr>
            <p:spPr>
              <a:xfrm>
                <a:off x="574164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g52">
                <a:extLst>
                  <a:ext uri="{FF2B5EF4-FFF2-40B4-BE49-F238E27FC236}">
                    <a16:creationId xmlns:a16="http://schemas.microsoft.com/office/drawing/2014/main" id="{F6F250C6-A2EC-4B31-9192-63F178C09313}"/>
                  </a:ext>
                </a:extLst>
              </p:cNvPr>
              <p:cNvSpPr/>
              <p:nvPr/>
            </p:nvSpPr>
            <p:spPr>
              <a:xfrm>
                <a:off x="5753285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g53">
                <a:extLst>
                  <a:ext uri="{FF2B5EF4-FFF2-40B4-BE49-F238E27FC236}">
                    <a16:creationId xmlns:a16="http://schemas.microsoft.com/office/drawing/2014/main" id="{D61ED6FD-5151-F9ED-FF26-96B65441BC61}"/>
                  </a:ext>
                </a:extLst>
              </p:cNvPr>
              <p:cNvSpPr/>
              <p:nvPr/>
            </p:nvSpPr>
            <p:spPr>
              <a:xfrm>
                <a:off x="626532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B">
                  <a:alpha val="100000"/>
                </a:srgbClr>
              </a:solidFill>
              <a:ln w="5420" cap="flat">
                <a:solidFill>
                  <a:srgbClr val="48A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g54">
                <a:extLst>
                  <a:ext uri="{FF2B5EF4-FFF2-40B4-BE49-F238E27FC236}">
                    <a16:creationId xmlns:a16="http://schemas.microsoft.com/office/drawing/2014/main" id="{4470DCBD-3FFC-FD04-F2A8-B606E1A5AA93}"/>
                  </a:ext>
                </a:extLst>
              </p:cNvPr>
              <p:cNvSpPr/>
              <p:nvPr/>
            </p:nvSpPr>
            <p:spPr>
              <a:xfrm>
                <a:off x="6276965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B">
                  <a:alpha val="100000"/>
                </a:srgbClr>
              </a:solidFill>
              <a:ln w="5420" cap="flat">
                <a:solidFill>
                  <a:srgbClr val="48A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g55">
                <a:extLst>
                  <a:ext uri="{FF2B5EF4-FFF2-40B4-BE49-F238E27FC236}">
                    <a16:creationId xmlns:a16="http://schemas.microsoft.com/office/drawing/2014/main" id="{53C3123A-41F3-AB2E-E9CB-8E719150FC52}"/>
                  </a:ext>
                </a:extLst>
              </p:cNvPr>
              <p:cNvSpPr/>
              <p:nvPr/>
            </p:nvSpPr>
            <p:spPr>
              <a:xfrm>
                <a:off x="6288602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B">
                  <a:alpha val="100000"/>
                </a:srgbClr>
              </a:solidFill>
              <a:ln w="5420" cap="flat">
                <a:solidFill>
                  <a:srgbClr val="48A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g56">
                <a:extLst>
                  <a:ext uri="{FF2B5EF4-FFF2-40B4-BE49-F238E27FC236}">
                    <a16:creationId xmlns:a16="http://schemas.microsoft.com/office/drawing/2014/main" id="{21323310-BCCF-738C-856E-6485E0FC1EDD}"/>
                  </a:ext>
                </a:extLst>
              </p:cNvPr>
              <p:cNvSpPr/>
              <p:nvPr/>
            </p:nvSpPr>
            <p:spPr>
              <a:xfrm>
                <a:off x="6300240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B">
                  <a:alpha val="100000"/>
                </a:srgbClr>
              </a:solidFill>
              <a:ln w="5420" cap="flat">
                <a:solidFill>
                  <a:srgbClr val="48A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g57">
                <a:extLst>
                  <a:ext uri="{FF2B5EF4-FFF2-40B4-BE49-F238E27FC236}">
                    <a16:creationId xmlns:a16="http://schemas.microsoft.com/office/drawing/2014/main" id="{1E5F2664-31D4-5E6D-5D74-62D92ED45240}"/>
                  </a:ext>
                </a:extLst>
              </p:cNvPr>
              <p:cNvSpPr/>
              <p:nvPr/>
            </p:nvSpPr>
            <p:spPr>
              <a:xfrm>
                <a:off x="6311877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B">
                  <a:alpha val="100000"/>
                </a:srgbClr>
              </a:solidFill>
              <a:ln w="5420" cap="flat">
                <a:solidFill>
                  <a:srgbClr val="48A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g58">
                <a:extLst>
                  <a:ext uri="{FF2B5EF4-FFF2-40B4-BE49-F238E27FC236}">
                    <a16:creationId xmlns:a16="http://schemas.microsoft.com/office/drawing/2014/main" id="{6D021689-2B1A-D117-44E5-6EE01C2EB699}"/>
                  </a:ext>
                </a:extLst>
              </p:cNvPr>
              <p:cNvSpPr/>
              <p:nvPr/>
            </p:nvSpPr>
            <p:spPr>
              <a:xfrm>
                <a:off x="557872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g59">
                <a:extLst>
                  <a:ext uri="{FF2B5EF4-FFF2-40B4-BE49-F238E27FC236}">
                    <a16:creationId xmlns:a16="http://schemas.microsoft.com/office/drawing/2014/main" id="{04024F1B-F697-96B9-0F16-A6E5EE21D86C}"/>
                  </a:ext>
                </a:extLst>
              </p:cNvPr>
              <p:cNvSpPr/>
              <p:nvPr/>
            </p:nvSpPr>
            <p:spPr>
              <a:xfrm>
                <a:off x="5590363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g60">
                <a:extLst>
                  <a:ext uri="{FF2B5EF4-FFF2-40B4-BE49-F238E27FC236}">
                    <a16:creationId xmlns:a16="http://schemas.microsoft.com/office/drawing/2014/main" id="{28CF75A1-95E6-7C6F-1A49-A36BB3D4D132}"/>
                  </a:ext>
                </a:extLst>
              </p:cNvPr>
              <p:cNvSpPr/>
              <p:nvPr/>
            </p:nvSpPr>
            <p:spPr>
              <a:xfrm>
                <a:off x="560200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g61">
                <a:extLst>
                  <a:ext uri="{FF2B5EF4-FFF2-40B4-BE49-F238E27FC236}">
                    <a16:creationId xmlns:a16="http://schemas.microsoft.com/office/drawing/2014/main" id="{AD548437-056B-AB8D-08E1-0255E1D8CF4D}"/>
                  </a:ext>
                </a:extLst>
              </p:cNvPr>
              <p:cNvSpPr/>
              <p:nvPr/>
            </p:nvSpPr>
            <p:spPr>
              <a:xfrm>
                <a:off x="5613637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g62">
                <a:extLst>
                  <a:ext uri="{FF2B5EF4-FFF2-40B4-BE49-F238E27FC236}">
                    <a16:creationId xmlns:a16="http://schemas.microsoft.com/office/drawing/2014/main" id="{747C8A6B-4768-9AA8-42EF-FF426CD642EC}"/>
                  </a:ext>
                </a:extLst>
              </p:cNvPr>
              <p:cNvSpPr/>
              <p:nvPr/>
            </p:nvSpPr>
            <p:spPr>
              <a:xfrm>
                <a:off x="562527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g63">
                <a:extLst>
                  <a:ext uri="{FF2B5EF4-FFF2-40B4-BE49-F238E27FC236}">
                    <a16:creationId xmlns:a16="http://schemas.microsoft.com/office/drawing/2014/main" id="{D3679370-FD13-D8A4-46DC-C3CFC277DF70}"/>
                  </a:ext>
                </a:extLst>
              </p:cNvPr>
              <p:cNvSpPr/>
              <p:nvPr/>
            </p:nvSpPr>
            <p:spPr>
              <a:xfrm>
                <a:off x="5636912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g64">
                <a:extLst>
                  <a:ext uri="{FF2B5EF4-FFF2-40B4-BE49-F238E27FC236}">
                    <a16:creationId xmlns:a16="http://schemas.microsoft.com/office/drawing/2014/main" id="{3D133AC2-AE2D-DE80-8960-49EF7E07ED5E}"/>
                  </a:ext>
                </a:extLst>
              </p:cNvPr>
              <p:cNvSpPr/>
              <p:nvPr/>
            </p:nvSpPr>
            <p:spPr>
              <a:xfrm>
                <a:off x="5648549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g65">
                <a:extLst>
                  <a:ext uri="{FF2B5EF4-FFF2-40B4-BE49-F238E27FC236}">
                    <a16:creationId xmlns:a16="http://schemas.microsoft.com/office/drawing/2014/main" id="{1FAC4468-378E-3835-7B3A-461517A31362}"/>
                  </a:ext>
                </a:extLst>
              </p:cNvPr>
              <p:cNvSpPr/>
              <p:nvPr/>
            </p:nvSpPr>
            <p:spPr>
              <a:xfrm>
                <a:off x="5660186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g66">
                <a:extLst>
                  <a:ext uri="{FF2B5EF4-FFF2-40B4-BE49-F238E27FC236}">
                    <a16:creationId xmlns:a16="http://schemas.microsoft.com/office/drawing/2014/main" id="{D807CC2D-2500-7113-1739-D13BF5AF2246}"/>
                  </a:ext>
                </a:extLst>
              </p:cNvPr>
              <p:cNvSpPr/>
              <p:nvPr/>
            </p:nvSpPr>
            <p:spPr>
              <a:xfrm>
                <a:off x="5671824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g67">
                <a:extLst>
                  <a:ext uri="{FF2B5EF4-FFF2-40B4-BE49-F238E27FC236}">
                    <a16:creationId xmlns:a16="http://schemas.microsoft.com/office/drawing/2014/main" id="{DE1007A6-AABD-73BB-BB77-B012E364CF64}"/>
                  </a:ext>
                </a:extLst>
              </p:cNvPr>
              <p:cNvSpPr/>
              <p:nvPr/>
            </p:nvSpPr>
            <p:spPr>
              <a:xfrm>
                <a:off x="5683461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g68">
                <a:extLst>
                  <a:ext uri="{FF2B5EF4-FFF2-40B4-BE49-F238E27FC236}">
                    <a16:creationId xmlns:a16="http://schemas.microsoft.com/office/drawing/2014/main" id="{B3E81D72-FE7C-B616-BA25-D2F022A01AB0}"/>
                  </a:ext>
                </a:extLst>
              </p:cNvPr>
              <p:cNvSpPr/>
              <p:nvPr/>
            </p:nvSpPr>
            <p:spPr>
              <a:xfrm>
                <a:off x="5695098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g69">
                <a:extLst>
                  <a:ext uri="{FF2B5EF4-FFF2-40B4-BE49-F238E27FC236}">
                    <a16:creationId xmlns:a16="http://schemas.microsoft.com/office/drawing/2014/main" id="{3501E59B-D254-BF50-82D6-235459258C40}"/>
                  </a:ext>
                </a:extLst>
              </p:cNvPr>
              <p:cNvSpPr/>
              <p:nvPr/>
            </p:nvSpPr>
            <p:spPr>
              <a:xfrm>
                <a:off x="5706736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g70">
                <a:extLst>
                  <a:ext uri="{FF2B5EF4-FFF2-40B4-BE49-F238E27FC236}">
                    <a16:creationId xmlns:a16="http://schemas.microsoft.com/office/drawing/2014/main" id="{27AF2CAF-2FBD-760E-D2F0-E3DE960E3E4B}"/>
                  </a:ext>
                </a:extLst>
              </p:cNvPr>
              <p:cNvSpPr/>
              <p:nvPr/>
            </p:nvSpPr>
            <p:spPr>
              <a:xfrm>
                <a:off x="5718373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g71">
                <a:extLst>
                  <a:ext uri="{FF2B5EF4-FFF2-40B4-BE49-F238E27FC236}">
                    <a16:creationId xmlns:a16="http://schemas.microsoft.com/office/drawing/2014/main" id="{B746CB14-68DE-6570-9B68-F61D87496110}"/>
                  </a:ext>
                </a:extLst>
              </p:cNvPr>
              <p:cNvSpPr/>
              <p:nvPr/>
            </p:nvSpPr>
            <p:spPr>
              <a:xfrm>
                <a:off x="573001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g72">
                <a:extLst>
                  <a:ext uri="{FF2B5EF4-FFF2-40B4-BE49-F238E27FC236}">
                    <a16:creationId xmlns:a16="http://schemas.microsoft.com/office/drawing/2014/main" id="{4FFB5394-1E61-2CB5-A42F-7EF57E3FA40F}"/>
                  </a:ext>
                </a:extLst>
              </p:cNvPr>
              <p:cNvSpPr/>
              <p:nvPr/>
            </p:nvSpPr>
            <p:spPr>
              <a:xfrm>
                <a:off x="5741648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g73">
                <a:extLst>
                  <a:ext uri="{FF2B5EF4-FFF2-40B4-BE49-F238E27FC236}">
                    <a16:creationId xmlns:a16="http://schemas.microsoft.com/office/drawing/2014/main" id="{BE909077-C504-D3D7-9767-4F4F50E76A46}"/>
                  </a:ext>
                </a:extLst>
              </p:cNvPr>
              <p:cNvSpPr/>
              <p:nvPr/>
            </p:nvSpPr>
            <p:spPr>
              <a:xfrm>
                <a:off x="627696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g74">
                <a:extLst>
                  <a:ext uri="{FF2B5EF4-FFF2-40B4-BE49-F238E27FC236}">
                    <a16:creationId xmlns:a16="http://schemas.microsoft.com/office/drawing/2014/main" id="{DAFB43E3-E86B-032B-3D6A-B1D5972BA369}"/>
                  </a:ext>
                </a:extLst>
              </p:cNvPr>
              <p:cNvSpPr/>
              <p:nvPr/>
            </p:nvSpPr>
            <p:spPr>
              <a:xfrm>
                <a:off x="6288602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g75">
                <a:extLst>
                  <a:ext uri="{FF2B5EF4-FFF2-40B4-BE49-F238E27FC236}">
                    <a16:creationId xmlns:a16="http://schemas.microsoft.com/office/drawing/2014/main" id="{C7A24D1E-F014-0E50-6614-874179C3A8C5}"/>
                  </a:ext>
                </a:extLst>
              </p:cNvPr>
              <p:cNvSpPr/>
              <p:nvPr/>
            </p:nvSpPr>
            <p:spPr>
              <a:xfrm>
                <a:off x="630024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g76">
                <a:extLst>
                  <a:ext uri="{FF2B5EF4-FFF2-40B4-BE49-F238E27FC236}">
                    <a16:creationId xmlns:a16="http://schemas.microsoft.com/office/drawing/2014/main" id="{CDD259A8-4ECB-7B35-C2B6-AE56E32915B5}"/>
                  </a:ext>
                </a:extLst>
              </p:cNvPr>
              <p:cNvSpPr/>
              <p:nvPr/>
            </p:nvSpPr>
            <p:spPr>
              <a:xfrm>
                <a:off x="554381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g77">
                <a:extLst>
                  <a:ext uri="{FF2B5EF4-FFF2-40B4-BE49-F238E27FC236}">
                    <a16:creationId xmlns:a16="http://schemas.microsoft.com/office/drawing/2014/main" id="{0B48CD36-728D-004E-C670-B957431C9C27}"/>
                  </a:ext>
                </a:extLst>
              </p:cNvPr>
              <p:cNvSpPr/>
              <p:nvPr/>
            </p:nvSpPr>
            <p:spPr>
              <a:xfrm>
                <a:off x="5555451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g78">
                <a:extLst>
                  <a:ext uri="{FF2B5EF4-FFF2-40B4-BE49-F238E27FC236}">
                    <a16:creationId xmlns:a16="http://schemas.microsoft.com/office/drawing/2014/main" id="{8F3CC22C-5CD4-7AA4-4E47-3B054AE80991}"/>
                  </a:ext>
                </a:extLst>
              </p:cNvPr>
              <p:cNvSpPr/>
              <p:nvPr/>
            </p:nvSpPr>
            <p:spPr>
              <a:xfrm>
                <a:off x="5567088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g79">
                <a:extLst>
                  <a:ext uri="{FF2B5EF4-FFF2-40B4-BE49-F238E27FC236}">
                    <a16:creationId xmlns:a16="http://schemas.microsoft.com/office/drawing/2014/main" id="{78D2EAFB-4952-E251-529B-C8B6A8E7FA06}"/>
                  </a:ext>
                </a:extLst>
              </p:cNvPr>
              <p:cNvSpPr/>
              <p:nvPr/>
            </p:nvSpPr>
            <p:spPr>
              <a:xfrm>
                <a:off x="5578725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g80">
                <a:extLst>
                  <a:ext uri="{FF2B5EF4-FFF2-40B4-BE49-F238E27FC236}">
                    <a16:creationId xmlns:a16="http://schemas.microsoft.com/office/drawing/2014/main" id="{451D904F-CDA8-E75C-9D86-132EC7345AE0}"/>
                  </a:ext>
                </a:extLst>
              </p:cNvPr>
              <p:cNvSpPr/>
              <p:nvPr/>
            </p:nvSpPr>
            <p:spPr>
              <a:xfrm>
                <a:off x="559036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g81">
                <a:extLst>
                  <a:ext uri="{FF2B5EF4-FFF2-40B4-BE49-F238E27FC236}">
                    <a16:creationId xmlns:a16="http://schemas.microsoft.com/office/drawing/2014/main" id="{01636F87-06EF-398F-A251-67BD87BB1837}"/>
                  </a:ext>
                </a:extLst>
              </p:cNvPr>
              <p:cNvSpPr/>
              <p:nvPr/>
            </p:nvSpPr>
            <p:spPr>
              <a:xfrm>
                <a:off x="5602000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g82">
                <a:extLst>
                  <a:ext uri="{FF2B5EF4-FFF2-40B4-BE49-F238E27FC236}">
                    <a16:creationId xmlns:a16="http://schemas.microsoft.com/office/drawing/2014/main" id="{99C45764-C6E4-F7B7-40A4-91B52FFA5F8D}"/>
                  </a:ext>
                </a:extLst>
              </p:cNvPr>
              <p:cNvSpPr/>
              <p:nvPr/>
            </p:nvSpPr>
            <p:spPr>
              <a:xfrm>
                <a:off x="5613637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g83">
                <a:extLst>
                  <a:ext uri="{FF2B5EF4-FFF2-40B4-BE49-F238E27FC236}">
                    <a16:creationId xmlns:a16="http://schemas.microsoft.com/office/drawing/2014/main" id="{28187E9B-134D-87FA-226D-F265416102A4}"/>
                  </a:ext>
                </a:extLst>
              </p:cNvPr>
              <p:cNvSpPr/>
              <p:nvPr/>
            </p:nvSpPr>
            <p:spPr>
              <a:xfrm>
                <a:off x="5625275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g84">
                <a:extLst>
                  <a:ext uri="{FF2B5EF4-FFF2-40B4-BE49-F238E27FC236}">
                    <a16:creationId xmlns:a16="http://schemas.microsoft.com/office/drawing/2014/main" id="{7603D899-7AD0-80DD-CED6-BD5CF3061288}"/>
                  </a:ext>
                </a:extLst>
              </p:cNvPr>
              <p:cNvSpPr/>
              <p:nvPr/>
            </p:nvSpPr>
            <p:spPr>
              <a:xfrm>
                <a:off x="5636912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g85">
                <a:extLst>
                  <a:ext uri="{FF2B5EF4-FFF2-40B4-BE49-F238E27FC236}">
                    <a16:creationId xmlns:a16="http://schemas.microsoft.com/office/drawing/2014/main" id="{58E23444-DF93-E8B0-C960-21607C3D64AD}"/>
                  </a:ext>
                </a:extLst>
              </p:cNvPr>
              <p:cNvSpPr/>
              <p:nvPr/>
            </p:nvSpPr>
            <p:spPr>
              <a:xfrm>
                <a:off x="5648549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g86">
                <a:extLst>
                  <a:ext uri="{FF2B5EF4-FFF2-40B4-BE49-F238E27FC236}">
                    <a16:creationId xmlns:a16="http://schemas.microsoft.com/office/drawing/2014/main" id="{693A528D-1758-32EF-3D33-1EF673B29E7E}"/>
                  </a:ext>
                </a:extLst>
              </p:cNvPr>
              <p:cNvSpPr/>
              <p:nvPr/>
            </p:nvSpPr>
            <p:spPr>
              <a:xfrm>
                <a:off x="5660186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g87">
                <a:extLst>
                  <a:ext uri="{FF2B5EF4-FFF2-40B4-BE49-F238E27FC236}">
                    <a16:creationId xmlns:a16="http://schemas.microsoft.com/office/drawing/2014/main" id="{188B7CEC-7E5C-8DA5-AAD1-5795D123E1C8}"/>
                  </a:ext>
                </a:extLst>
              </p:cNvPr>
              <p:cNvSpPr/>
              <p:nvPr/>
            </p:nvSpPr>
            <p:spPr>
              <a:xfrm>
                <a:off x="5671824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g88">
                <a:extLst>
                  <a:ext uri="{FF2B5EF4-FFF2-40B4-BE49-F238E27FC236}">
                    <a16:creationId xmlns:a16="http://schemas.microsoft.com/office/drawing/2014/main" id="{619A9A44-C539-6223-0DD9-DB4295BA2E6D}"/>
                  </a:ext>
                </a:extLst>
              </p:cNvPr>
              <p:cNvSpPr/>
              <p:nvPr/>
            </p:nvSpPr>
            <p:spPr>
              <a:xfrm>
                <a:off x="5683461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g89">
                <a:extLst>
                  <a:ext uri="{FF2B5EF4-FFF2-40B4-BE49-F238E27FC236}">
                    <a16:creationId xmlns:a16="http://schemas.microsoft.com/office/drawing/2014/main" id="{94AFF5EF-D70F-39B3-3129-B4DCF98EF91C}"/>
                  </a:ext>
                </a:extLst>
              </p:cNvPr>
              <p:cNvSpPr/>
              <p:nvPr/>
            </p:nvSpPr>
            <p:spPr>
              <a:xfrm>
                <a:off x="5695098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g90">
                <a:extLst>
                  <a:ext uri="{FF2B5EF4-FFF2-40B4-BE49-F238E27FC236}">
                    <a16:creationId xmlns:a16="http://schemas.microsoft.com/office/drawing/2014/main" id="{0205D8BD-CBB7-A469-EF5F-E20EAA20CB3E}"/>
                  </a:ext>
                </a:extLst>
              </p:cNvPr>
              <p:cNvSpPr/>
              <p:nvPr/>
            </p:nvSpPr>
            <p:spPr>
              <a:xfrm>
                <a:off x="5706736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g91">
                <a:extLst>
                  <a:ext uri="{FF2B5EF4-FFF2-40B4-BE49-F238E27FC236}">
                    <a16:creationId xmlns:a16="http://schemas.microsoft.com/office/drawing/2014/main" id="{E87532DC-03B0-ECAD-42C1-DE35AAE706B9}"/>
                  </a:ext>
                </a:extLst>
              </p:cNvPr>
              <p:cNvSpPr/>
              <p:nvPr/>
            </p:nvSpPr>
            <p:spPr>
              <a:xfrm>
                <a:off x="571837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g92">
                <a:extLst>
                  <a:ext uri="{FF2B5EF4-FFF2-40B4-BE49-F238E27FC236}">
                    <a16:creationId xmlns:a16="http://schemas.microsoft.com/office/drawing/2014/main" id="{ADB6EECA-2AFC-185E-68B9-42BFE249F1B4}"/>
                  </a:ext>
                </a:extLst>
              </p:cNvPr>
              <p:cNvSpPr/>
              <p:nvPr/>
            </p:nvSpPr>
            <p:spPr>
              <a:xfrm>
                <a:off x="5730010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g93">
                <a:extLst>
                  <a:ext uri="{FF2B5EF4-FFF2-40B4-BE49-F238E27FC236}">
                    <a16:creationId xmlns:a16="http://schemas.microsoft.com/office/drawing/2014/main" id="{8247A2DF-88B7-256E-F23B-F482BE157C5A}"/>
                  </a:ext>
                </a:extLst>
              </p:cNvPr>
              <p:cNvSpPr/>
              <p:nvPr/>
            </p:nvSpPr>
            <p:spPr>
              <a:xfrm>
                <a:off x="6288602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g94">
                <a:extLst>
                  <a:ext uri="{FF2B5EF4-FFF2-40B4-BE49-F238E27FC236}">
                    <a16:creationId xmlns:a16="http://schemas.microsoft.com/office/drawing/2014/main" id="{98FDF11A-C382-09B6-73C5-2DBBCEAE2D90}"/>
                  </a:ext>
                </a:extLst>
              </p:cNvPr>
              <p:cNvSpPr/>
              <p:nvPr/>
            </p:nvSpPr>
            <p:spPr>
              <a:xfrm>
                <a:off x="5532176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g95">
                <a:extLst>
                  <a:ext uri="{FF2B5EF4-FFF2-40B4-BE49-F238E27FC236}">
                    <a16:creationId xmlns:a16="http://schemas.microsoft.com/office/drawing/2014/main" id="{713C64F6-C94C-5235-BA54-D52CD75C8FBF}"/>
                  </a:ext>
                </a:extLst>
              </p:cNvPr>
              <p:cNvSpPr/>
              <p:nvPr/>
            </p:nvSpPr>
            <p:spPr>
              <a:xfrm>
                <a:off x="5543813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g96">
                <a:extLst>
                  <a:ext uri="{FF2B5EF4-FFF2-40B4-BE49-F238E27FC236}">
                    <a16:creationId xmlns:a16="http://schemas.microsoft.com/office/drawing/2014/main" id="{9402B913-CA30-60C1-8A70-E96F5A1C865A}"/>
                  </a:ext>
                </a:extLst>
              </p:cNvPr>
              <p:cNvSpPr/>
              <p:nvPr/>
            </p:nvSpPr>
            <p:spPr>
              <a:xfrm>
                <a:off x="5555451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g97">
                <a:extLst>
                  <a:ext uri="{FF2B5EF4-FFF2-40B4-BE49-F238E27FC236}">
                    <a16:creationId xmlns:a16="http://schemas.microsoft.com/office/drawing/2014/main" id="{F3C7D43C-C5FB-3F40-1517-F54C3AD615DD}"/>
                  </a:ext>
                </a:extLst>
              </p:cNvPr>
              <p:cNvSpPr/>
              <p:nvPr/>
            </p:nvSpPr>
            <p:spPr>
              <a:xfrm>
                <a:off x="5567088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g98">
                <a:extLst>
                  <a:ext uri="{FF2B5EF4-FFF2-40B4-BE49-F238E27FC236}">
                    <a16:creationId xmlns:a16="http://schemas.microsoft.com/office/drawing/2014/main" id="{A71AD4CE-225E-C660-DDE1-F334DFFCE0AC}"/>
                  </a:ext>
                </a:extLst>
              </p:cNvPr>
              <p:cNvSpPr/>
              <p:nvPr/>
            </p:nvSpPr>
            <p:spPr>
              <a:xfrm>
                <a:off x="5578725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g99">
                <a:extLst>
                  <a:ext uri="{FF2B5EF4-FFF2-40B4-BE49-F238E27FC236}">
                    <a16:creationId xmlns:a16="http://schemas.microsoft.com/office/drawing/2014/main" id="{2B93B46E-BD0F-8DAA-D3F7-7EE6B1E66E20}"/>
                  </a:ext>
                </a:extLst>
              </p:cNvPr>
              <p:cNvSpPr/>
              <p:nvPr/>
            </p:nvSpPr>
            <p:spPr>
              <a:xfrm>
                <a:off x="5590363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g100">
                <a:extLst>
                  <a:ext uri="{FF2B5EF4-FFF2-40B4-BE49-F238E27FC236}">
                    <a16:creationId xmlns:a16="http://schemas.microsoft.com/office/drawing/2014/main" id="{6DEA3E37-8632-8C08-46BD-5C09E75E8B1B}"/>
                  </a:ext>
                </a:extLst>
              </p:cNvPr>
              <p:cNvSpPr/>
              <p:nvPr/>
            </p:nvSpPr>
            <p:spPr>
              <a:xfrm>
                <a:off x="5602000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g101">
                <a:extLst>
                  <a:ext uri="{FF2B5EF4-FFF2-40B4-BE49-F238E27FC236}">
                    <a16:creationId xmlns:a16="http://schemas.microsoft.com/office/drawing/2014/main" id="{3C19838F-4E41-4B14-2FC4-565EEF5579CB}"/>
                  </a:ext>
                </a:extLst>
              </p:cNvPr>
              <p:cNvSpPr/>
              <p:nvPr/>
            </p:nvSpPr>
            <p:spPr>
              <a:xfrm>
                <a:off x="5613637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g102">
                <a:extLst>
                  <a:ext uri="{FF2B5EF4-FFF2-40B4-BE49-F238E27FC236}">
                    <a16:creationId xmlns:a16="http://schemas.microsoft.com/office/drawing/2014/main" id="{2484DF7E-B63C-71AD-108C-0B9C1F97DF41}"/>
                  </a:ext>
                </a:extLst>
              </p:cNvPr>
              <p:cNvSpPr/>
              <p:nvPr/>
            </p:nvSpPr>
            <p:spPr>
              <a:xfrm>
                <a:off x="5625275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g103">
                <a:extLst>
                  <a:ext uri="{FF2B5EF4-FFF2-40B4-BE49-F238E27FC236}">
                    <a16:creationId xmlns:a16="http://schemas.microsoft.com/office/drawing/2014/main" id="{12945F92-E4C4-4FF3-A5AF-235877DA6E2E}"/>
                  </a:ext>
                </a:extLst>
              </p:cNvPr>
              <p:cNvSpPr/>
              <p:nvPr/>
            </p:nvSpPr>
            <p:spPr>
              <a:xfrm>
                <a:off x="5636912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g104">
                <a:extLst>
                  <a:ext uri="{FF2B5EF4-FFF2-40B4-BE49-F238E27FC236}">
                    <a16:creationId xmlns:a16="http://schemas.microsoft.com/office/drawing/2014/main" id="{AF1616BF-9D7D-30BE-C4D6-7AD5D1E88BBF}"/>
                  </a:ext>
                </a:extLst>
              </p:cNvPr>
              <p:cNvSpPr/>
              <p:nvPr/>
            </p:nvSpPr>
            <p:spPr>
              <a:xfrm>
                <a:off x="5648549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g105">
                <a:extLst>
                  <a:ext uri="{FF2B5EF4-FFF2-40B4-BE49-F238E27FC236}">
                    <a16:creationId xmlns:a16="http://schemas.microsoft.com/office/drawing/2014/main" id="{D580C928-E18E-86E8-DC94-C62DD1C8DA1C}"/>
                  </a:ext>
                </a:extLst>
              </p:cNvPr>
              <p:cNvSpPr/>
              <p:nvPr/>
            </p:nvSpPr>
            <p:spPr>
              <a:xfrm>
                <a:off x="5660186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g106">
                <a:extLst>
                  <a:ext uri="{FF2B5EF4-FFF2-40B4-BE49-F238E27FC236}">
                    <a16:creationId xmlns:a16="http://schemas.microsoft.com/office/drawing/2014/main" id="{01E6487F-E9D9-CB2A-D056-D3C4AA28AE33}"/>
                  </a:ext>
                </a:extLst>
              </p:cNvPr>
              <p:cNvSpPr/>
              <p:nvPr/>
            </p:nvSpPr>
            <p:spPr>
              <a:xfrm>
                <a:off x="5671824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g107">
                <a:extLst>
                  <a:ext uri="{FF2B5EF4-FFF2-40B4-BE49-F238E27FC236}">
                    <a16:creationId xmlns:a16="http://schemas.microsoft.com/office/drawing/2014/main" id="{49E71795-78CC-1033-230A-FC935458AABA}"/>
                  </a:ext>
                </a:extLst>
              </p:cNvPr>
              <p:cNvSpPr/>
              <p:nvPr/>
            </p:nvSpPr>
            <p:spPr>
              <a:xfrm>
                <a:off x="5683461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g108">
                <a:extLst>
                  <a:ext uri="{FF2B5EF4-FFF2-40B4-BE49-F238E27FC236}">
                    <a16:creationId xmlns:a16="http://schemas.microsoft.com/office/drawing/2014/main" id="{861E40DF-B859-3FCF-4BDA-8127B1C94289}"/>
                  </a:ext>
                </a:extLst>
              </p:cNvPr>
              <p:cNvSpPr/>
              <p:nvPr/>
            </p:nvSpPr>
            <p:spPr>
              <a:xfrm>
                <a:off x="5695098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g109">
                <a:extLst>
                  <a:ext uri="{FF2B5EF4-FFF2-40B4-BE49-F238E27FC236}">
                    <a16:creationId xmlns:a16="http://schemas.microsoft.com/office/drawing/2014/main" id="{2C9AA6E2-F327-638A-78C3-160553AB5613}"/>
                  </a:ext>
                </a:extLst>
              </p:cNvPr>
              <p:cNvSpPr/>
              <p:nvPr/>
            </p:nvSpPr>
            <p:spPr>
              <a:xfrm>
                <a:off x="5508901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g110">
                <a:extLst>
                  <a:ext uri="{FF2B5EF4-FFF2-40B4-BE49-F238E27FC236}">
                    <a16:creationId xmlns:a16="http://schemas.microsoft.com/office/drawing/2014/main" id="{3094CB4A-72C7-3EA7-DC29-18EA8537170A}"/>
                  </a:ext>
                </a:extLst>
              </p:cNvPr>
              <p:cNvSpPr/>
              <p:nvPr/>
            </p:nvSpPr>
            <p:spPr>
              <a:xfrm>
                <a:off x="5520539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g111">
                <a:extLst>
                  <a:ext uri="{FF2B5EF4-FFF2-40B4-BE49-F238E27FC236}">
                    <a16:creationId xmlns:a16="http://schemas.microsoft.com/office/drawing/2014/main" id="{96ACA665-DE21-0A9D-9022-793BA6A6785A}"/>
                  </a:ext>
                </a:extLst>
              </p:cNvPr>
              <p:cNvSpPr/>
              <p:nvPr/>
            </p:nvSpPr>
            <p:spPr>
              <a:xfrm>
                <a:off x="5532176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g112">
                <a:extLst>
                  <a:ext uri="{FF2B5EF4-FFF2-40B4-BE49-F238E27FC236}">
                    <a16:creationId xmlns:a16="http://schemas.microsoft.com/office/drawing/2014/main" id="{90F64F01-86D1-C86A-C8FF-B984CC469B42}"/>
                  </a:ext>
                </a:extLst>
              </p:cNvPr>
              <p:cNvSpPr/>
              <p:nvPr/>
            </p:nvSpPr>
            <p:spPr>
              <a:xfrm>
                <a:off x="5543813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g113">
                <a:extLst>
                  <a:ext uri="{FF2B5EF4-FFF2-40B4-BE49-F238E27FC236}">
                    <a16:creationId xmlns:a16="http://schemas.microsoft.com/office/drawing/2014/main" id="{A4192CF0-17BB-8091-5A06-305397B16999}"/>
                  </a:ext>
                </a:extLst>
              </p:cNvPr>
              <p:cNvSpPr/>
              <p:nvPr/>
            </p:nvSpPr>
            <p:spPr>
              <a:xfrm>
                <a:off x="5555451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g114">
                <a:extLst>
                  <a:ext uri="{FF2B5EF4-FFF2-40B4-BE49-F238E27FC236}">
                    <a16:creationId xmlns:a16="http://schemas.microsoft.com/office/drawing/2014/main" id="{51378583-A42E-B70F-84D6-AA385BB98B75}"/>
                  </a:ext>
                </a:extLst>
              </p:cNvPr>
              <p:cNvSpPr/>
              <p:nvPr/>
            </p:nvSpPr>
            <p:spPr>
              <a:xfrm>
                <a:off x="5567088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g115">
                <a:extLst>
                  <a:ext uri="{FF2B5EF4-FFF2-40B4-BE49-F238E27FC236}">
                    <a16:creationId xmlns:a16="http://schemas.microsoft.com/office/drawing/2014/main" id="{CE4A506C-4BA2-4194-F319-EF461C15015E}"/>
                  </a:ext>
                </a:extLst>
              </p:cNvPr>
              <p:cNvSpPr/>
              <p:nvPr/>
            </p:nvSpPr>
            <p:spPr>
              <a:xfrm>
                <a:off x="5578725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g116">
                <a:extLst>
                  <a:ext uri="{FF2B5EF4-FFF2-40B4-BE49-F238E27FC236}">
                    <a16:creationId xmlns:a16="http://schemas.microsoft.com/office/drawing/2014/main" id="{0EE21AA1-E96F-D93B-9C52-ED4079924B10}"/>
                  </a:ext>
                </a:extLst>
              </p:cNvPr>
              <p:cNvSpPr/>
              <p:nvPr/>
            </p:nvSpPr>
            <p:spPr>
              <a:xfrm>
                <a:off x="5590363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g117">
                <a:extLst>
                  <a:ext uri="{FF2B5EF4-FFF2-40B4-BE49-F238E27FC236}">
                    <a16:creationId xmlns:a16="http://schemas.microsoft.com/office/drawing/2014/main" id="{D06F3A71-9AE0-D5A3-DCD9-BDE66C51E6D4}"/>
                  </a:ext>
                </a:extLst>
              </p:cNvPr>
              <p:cNvSpPr/>
              <p:nvPr/>
            </p:nvSpPr>
            <p:spPr>
              <a:xfrm>
                <a:off x="5602000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g118">
                <a:extLst>
                  <a:ext uri="{FF2B5EF4-FFF2-40B4-BE49-F238E27FC236}">
                    <a16:creationId xmlns:a16="http://schemas.microsoft.com/office/drawing/2014/main" id="{7A0D3D3E-3ED0-5926-2B45-677A1D113F4D}"/>
                  </a:ext>
                </a:extLst>
              </p:cNvPr>
              <p:cNvSpPr/>
              <p:nvPr/>
            </p:nvSpPr>
            <p:spPr>
              <a:xfrm>
                <a:off x="5613637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g119">
                <a:extLst>
                  <a:ext uri="{FF2B5EF4-FFF2-40B4-BE49-F238E27FC236}">
                    <a16:creationId xmlns:a16="http://schemas.microsoft.com/office/drawing/2014/main" id="{155B1997-B2ED-E0A4-9C4A-3797CBDE6907}"/>
                  </a:ext>
                </a:extLst>
              </p:cNvPr>
              <p:cNvSpPr/>
              <p:nvPr/>
            </p:nvSpPr>
            <p:spPr>
              <a:xfrm>
                <a:off x="5625275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g120">
                <a:extLst>
                  <a:ext uri="{FF2B5EF4-FFF2-40B4-BE49-F238E27FC236}">
                    <a16:creationId xmlns:a16="http://schemas.microsoft.com/office/drawing/2014/main" id="{B8F624D7-A89E-772D-3079-238D9660E054}"/>
                  </a:ext>
                </a:extLst>
              </p:cNvPr>
              <p:cNvSpPr/>
              <p:nvPr/>
            </p:nvSpPr>
            <p:spPr>
              <a:xfrm>
                <a:off x="5636912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g121">
                <a:extLst>
                  <a:ext uri="{FF2B5EF4-FFF2-40B4-BE49-F238E27FC236}">
                    <a16:creationId xmlns:a16="http://schemas.microsoft.com/office/drawing/2014/main" id="{509B3B3D-CCAE-290F-8DA8-8935D85F2BCC}"/>
                  </a:ext>
                </a:extLst>
              </p:cNvPr>
              <p:cNvSpPr/>
              <p:nvPr/>
            </p:nvSpPr>
            <p:spPr>
              <a:xfrm>
                <a:off x="5648549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g122">
                <a:extLst>
                  <a:ext uri="{FF2B5EF4-FFF2-40B4-BE49-F238E27FC236}">
                    <a16:creationId xmlns:a16="http://schemas.microsoft.com/office/drawing/2014/main" id="{94133EB7-FB58-63CC-BDF8-C3D21DADAC49}"/>
                  </a:ext>
                </a:extLst>
              </p:cNvPr>
              <p:cNvSpPr/>
              <p:nvPr/>
            </p:nvSpPr>
            <p:spPr>
              <a:xfrm>
                <a:off x="5660186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g123">
                <a:extLst>
                  <a:ext uri="{FF2B5EF4-FFF2-40B4-BE49-F238E27FC236}">
                    <a16:creationId xmlns:a16="http://schemas.microsoft.com/office/drawing/2014/main" id="{2A72FE9E-F064-A27A-AB97-DA8490814EBD}"/>
                  </a:ext>
                </a:extLst>
              </p:cNvPr>
              <p:cNvSpPr/>
              <p:nvPr/>
            </p:nvSpPr>
            <p:spPr>
              <a:xfrm>
                <a:off x="5473989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g124">
                <a:extLst>
                  <a:ext uri="{FF2B5EF4-FFF2-40B4-BE49-F238E27FC236}">
                    <a16:creationId xmlns:a16="http://schemas.microsoft.com/office/drawing/2014/main" id="{A4311C60-FB72-E7EB-063A-C31EE0F29068}"/>
                  </a:ext>
                </a:extLst>
              </p:cNvPr>
              <p:cNvSpPr/>
              <p:nvPr/>
            </p:nvSpPr>
            <p:spPr>
              <a:xfrm>
                <a:off x="5485627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g125">
                <a:extLst>
                  <a:ext uri="{FF2B5EF4-FFF2-40B4-BE49-F238E27FC236}">
                    <a16:creationId xmlns:a16="http://schemas.microsoft.com/office/drawing/2014/main" id="{890D7014-427E-7D68-2816-B423D1E953B1}"/>
                  </a:ext>
                </a:extLst>
              </p:cNvPr>
              <p:cNvSpPr/>
              <p:nvPr/>
            </p:nvSpPr>
            <p:spPr>
              <a:xfrm>
                <a:off x="5497264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g126">
                <a:extLst>
                  <a:ext uri="{FF2B5EF4-FFF2-40B4-BE49-F238E27FC236}">
                    <a16:creationId xmlns:a16="http://schemas.microsoft.com/office/drawing/2014/main" id="{CBD5915F-C385-9C90-C83E-3ABF8A1B6278}"/>
                  </a:ext>
                </a:extLst>
              </p:cNvPr>
              <p:cNvSpPr/>
              <p:nvPr/>
            </p:nvSpPr>
            <p:spPr>
              <a:xfrm>
                <a:off x="5508901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g127">
                <a:extLst>
                  <a:ext uri="{FF2B5EF4-FFF2-40B4-BE49-F238E27FC236}">
                    <a16:creationId xmlns:a16="http://schemas.microsoft.com/office/drawing/2014/main" id="{0290B95E-1589-CA76-D86B-EB0668965ACA}"/>
                  </a:ext>
                </a:extLst>
              </p:cNvPr>
              <p:cNvSpPr/>
              <p:nvPr/>
            </p:nvSpPr>
            <p:spPr>
              <a:xfrm>
                <a:off x="5520539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g128">
                <a:extLst>
                  <a:ext uri="{FF2B5EF4-FFF2-40B4-BE49-F238E27FC236}">
                    <a16:creationId xmlns:a16="http://schemas.microsoft.com/office/drawing/2014/main" id="{23179476-424A-94EB-DE0C-8BA1BE6FD65B}"/>
                  </a:ext>
                </a:extLst>
              </p:cNvPr>
              <p:cNvSpPr/>
              <p:nvPr/>
            </p:nvSpPr>
            <p:spPr>
              <a:xfrm>
                <a:off x="5532176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g129">
                <a:extLst>
                  <a:ext uri="{FF2B5EF4-FFF2-40B4-BE49-F238E27FC236}">
                    <a16:creationId xmlns:a16="http://schemas.microsoft.com/office/drawing/2014/main" id="{E8DBDA28-4CF5-7BBF-D938-1AB1574098E9}"/>
                  </a:ext>
                </a:extLst>
              </p:cNvPr>
              <p:cNvSpPr/>
              <p:nvPr/>
            </p:nvSpPr>
            <p:spPr>
              <a:xfrm>
                <a:off x="5543813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g130">
                <a:extLst>
                  <a:ext uri="{FF2B5EF4-FFF2-40B4-BE49-F238E27FC236}">
                    <a16:creationId xmlns:a16="http://schemas.microsoft.com/office/drawing/2014/main" id="{07595609-81E7-17DC-2200-70DB3CD1739B}"/>
                  </a:ext>
                </a:extLst>
              </p:cNvPr>
              <p:cNvSpPr/>
              <p:nvPr/>
            </p:nvSpPr>
            <p:spPr>
              <a:xfrm>
                <a:off x="5555451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g131">
                <a:extLst>
                  <a:ext uri="{FF2B5EF4-FFF2-40B4-BE49-F238E27FC236}">
                    <a16:creationId xmlns:a16="http://schemas.microsoft.com/office/drawing/2014/main" id="{47A46B4F-52B7-6477-0764-D2C180E6BE56}"/>
                  </a:ext>
                </a:extLst>
              </p:cNvPr>
              <p:cNvSpPr/>
              <p:nvPr/>
            </p:nvSpPr>
            <p:spPr>
              <a:xfrm>
                <a:off x="5567088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g132">
                <a:extLst>
                  <a:ext uri="{FF2B5EF4-FFF2-40B4-BE49-F238E27FC236}">
                    <a16:creationId xmlns:a16="http://schemas.microsoft.com/office/drawing/2014/main" id="{F1F682B4-270F-2D16-A016-8014167AABF3}"/>
                  </a:ext>
                </a:extLst>
              </p:cNvPr>
              <p:cNvSpPr/>
              <p:nvPr/>
            </p:nvSpPr>
            <p:spPr>
              <a:xfrm>
                <a:off x="5578725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g133">
                <a:extLst>
                  <a:ext uri="{FF2B5EF4-FFF2-40B4-BE49-F238E27FC236}">
                    <a16:creationId xmlns:a16="http://schemas.microsoft.com/office/drawing/2014/main" id="{1840AF91-1634-C622-F8DB-948B1F641F72}"/>
                  </a:ext>
                </a:extLst>
              </p:cNvPr>
              <p:cNvSpPr/>
              <p:nvPr/>
            </p:nvSpPr>
            <p:spPr>
              <a:xfrm>
                <a:off x="5590363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g134">
                <a:extLst>
                  <a:ext uri="{FF2B5EF4-FFF2-40B4-BE49-F238E27FC236}">
                    <a16:creationId xmlns:a16="http://schemas.microsoft.com/office/drawing/2014/main" id="{E8DDAF85-992F-AAA3-0AD1-30B41B0FB7EA}"/>
                  </a:ext>
                </a:extLst>
              </p:cNvPr>
              <p:cNvSpPr/>
              <p:nvPr/>
            </p:nvSpPr>
            <p:spPr>
              <a:xfrm>
                <a:off x="5602000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g135">
                <a:extLst>
                  <a:ext uri="{FF2B5EF4-FFF2-40B4-BE49-F238E27FC236}">
                    <a16:creationId xmlns:a16="http://schemas.microsoft.com/office/drawing/2014/main" id="{D12FCADD-8EFE-47C3-4C4D-F13771B60C79}"/>
                  </a:ext>
                </a:extLst>
              </p:cNvPr>
              <p:cNvSpPr/>
              <p:nvPr/>
            </p:nvSpPr>
            <p:spPr>
              <a:xfrm>
                <a:off x="5613637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g136">
                <a:extLst>
                  <a:ext uri="{FF2B5EF4-FFF2-40B4-BE49-F238E27FC236}">
                    <a16:creationId xmlns:a16="http://schemas.microsoft.com/office/drawing/2014/main" id="{4FCC2651-4620-1E72-367A-F80B8C62FEC7}"/>
                  </a:ext>
                </a:extLst>
              </p:cNvPr>
              <p:cNvSpPr/>
              <p:nvPr/>
            </p:nvSpPr>
            <p:spPr>
              <a:xfrm>
                <a:off x="5625275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g137">
                <a:extLst>
                  <a:ext uri="{FF2B5EF4-FFF2-40B4-BE49-F238E27FC236}">
                    <a16:creationId xmlns:a16="http://schemas.microsoft.com/office/drawing/2014/main" id="{2413CC25-F557-37BB-F766-88FC1E8A775E}"/>
                  </a:ext>
                </a:extLst>
              </p:cNvPr>
              <p:cNvSpPr/>
              <p:nvPr/>
            </p:nvSpPr>
            <p:spPr>
              <a:xfrm>
                <a:off x="5450715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g138">
                <a:extLst>
                  <a:ext uri="{FF2B5EF4-FFF2-40B4-BE49-F238E27FC236}">
                    <a16:creationId xmlns:a16="http://schemas.microsoft.com/office/drawing/2014/main" id="{C8D20234-DA38-1620-DAE9-8C6AFF70CA5B}"/>
                  </a:ext>
                </a:extLst>
              </p:cNvPr>
              <p:cNvSpPr/>
              <p:nvPr/>
            </p:nvSpPr>
            <p:spPr>
              <a:xfrm>
                <a:off x="5462352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g139">
                <a:extLst>
                  <a:ext uri="{FF2B5EF4-FFF2-40B4-BE49-F238E27FC236}">
                    <a16:creationId xmlns:a16="http://schemas.microsoft.com/office/drawing/2014/main" id="{11708CA2-C4AF-2329-95AA-7ADCDE1E4ACF}"/>
                  </a:ext>
                </a:extLst>
              </p:cNvPr>
              <p:cNvSpPr/>
              <p:nvPr/>
            </p:nvSpPr>
            <p:spPr>
              <a:xfrm>
                <a:off x="5473989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g140">
                <a:extLst>
                  <a:ext uri="{FF2B5EF4-FFF2-40B4-BE49-F238E27FC236}">
                    <a16:creationId xmlns:a16="http://schemas.microsoft.com/office/drawing/2014/main" id="{5533F768-A45F-0160-2117-6009320C3F60}"/>
                  </a:ext>
                </a:extLst>
              </p:cNvPr>
              <p:cNvSpPr/>
              <p:nvPr/>
            </p:nvSpPr>
            <p:spPr>
              <a:xfrm>
                <a:off x="5485627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g141">
                <a:extLst>
                  <a:ext uri="{FF2B5EF4-FFF2-40B4-BE49-F238E27FC236}">
                    <a16:creationId xmlns:a16="http://schemas.microsoft.com/office/drawing/2014/main" id="{17DBE241-6053-8FA9-204F-F86FA49748D7}"/>
                  </a:ext>
                </a:extLst>
              </p:cNvPr>
              <p:cNvSpPr/>
              <p:nvPr/>
            </p:nvSpPr>
            <p:spPr>
              <a:xfrm>
                <a:off x="5497264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g142">
                <a:extLst>
                  <a:ext uri="{FF2B5EF4-FFF2-40B4-BE49-F238E27FC236}">
                    <a16:creationId xmlns:a16="http://schemas.microsoft.com/office/drawing/2014/main" id="{8431C1A0-5738-7987-DF38-D9B91AB07CA4}"/>
                  </a:ext>
                </a:extLst>
              </p:cNvPr>
              <p:cNvSpPr/>
              <p:nvPr/>
            </p:nvSpPr>
            <p:spPr>
              <a:xfrm>
                <a:off x="5508901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g143">
                <a:extLst>
                  <a:ext uri="{FF2B5EF4-FFF2-40B4-BE49-F238E27FC236}">
                    <a16:creationId xmlns:a16="http://schemas.microsoft.com/office/drawing/2014/main" id="{593401CC-E2D6-C747-BEAF-5A3F37769FB2}"/>
                  </a:ext>
                </a:extLst>
              </p:cNvPr>
              <p:cNvSpPr/>
              <p:nvPr/>
            </p:nvSpPr>
            <p:spPr>
              <a:xfrm>
                <a:off x="5520539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g144">
                <a:extLst>
                  <a:ext uri="{FF2B5EF4-FFF2-40B4-BE49-F238E27FC236}">
                    <a16:creationId xmlns:a16="http://schemas.microsoft.com/office/drawing/2014/main" id="{AB624677-4C1C-1DA9-7C04-55819EA21079}"/>
                  </a:ext>
                </a:extLst>
              </p:cNvPr>
              <p:cNvSpPr/>
              <p:nvPr/>
            </p:nvSpPr>
            <p:spPr>
              <a:xfrm>
                <a:off x="5532176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g145">
                <a:extLst>
                  <a:ext uri="{FF2B5EF4-FFF2-40B4-BE49-F238E27FC236}">
                    <a16:creationId xmlns:a16="http://schemas.microsoft.com/office/drawing/2014/main" id="{9278FAF9-E895-6C76-6010-8A0C99C59BB0}"/>
                  </a:ext>
                </a:extLst>
              </p:cNvPr>
              <p:cNvSpPr/>
              <p:nvPr/>
            </p:nvSpPr>
            <p:spPr>
              <a:xfrm>
                <a:off x="5543813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g146">
                <a:extLst>
                  <a:ext uri="{FF2B5EF4-FFF2-40B4-BE49-F238E27FC236}">
                    <a16:creationId xmlns:a16="http://schemas.microsoft.com/office/drawing/2014/main" id="{848CE789-7083-3A9A-E6B8-C49B7C77CC9C}"/>
                  </a:ext>
                </a:extLst>
              </p:cNvPr>
              <p:cNvSpPr/>
              <p:nvPr/>
            </p:nvSpPr>
            <p:spPr>
              <a:xfrm>
                <a:off x="5555451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g147">
                <a:extLst>
                  <a:ext uri="{FF2B5EF4-FFF2-40B4-BE49-F238E27FC236}">
                    <a16:creationId xmlns:a16="http://schemas.microsoft.com/office/drawing/2014/main" id="{169AFC6F-6B83-1426-CD6C-6683424307B6}"/>
                  </a:ext>
                </a:extLst>
              </p:cNvPr>
              <p:cNvSpPr/>
              <p:nvPr/>
            </p:nvSpPr>
            <p:spPr>
              <a:xfrm>
                <a:off x="5567088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g148">
                <a:extLst>
                  <a:ext uri="{FF2B5EF4-FFF2-40B4-BE49-F238E27FC236}">
                    <a16:creationId xmlns:a16="http://schemas.microsoft.com/office/drawing/2014/main" id="{BABD45D7-3387-D4EB-487A-D35177499253}"/>
                  </a:ext>
                </a:extLst>
              </p:cNvPr>
              <p:cNvSpPr/>
              <p:nvPr/>
            </p:nvSpPr>
            <p:spPr>
              <a:xfrm>
                <a:off x="5578725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g149">
                <a:extLst>
                  <a:ext uri="{FF2B5EF4-FFF2-40B4-BE49-F238E27FC236}">
                    <a16:creationId xmlns:a16="http://schemas.microsoft.com/office/drawing/2014/main" id="{32DFC8B6-D270-A354-61E5-CC2DD5B9C34B}"/>
                  </a:ext>
                </a:extLst>
              </p:cNvPr>
              <p:cNvSpPr/>
              <p:nvPr/>
            </p:nvSpPr>
            <p:spPr>
              <a:xfrm>
                <a:off x="5439077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g150">
                <a:extLst>
                  <a:ext uri="{FF2B5EF4-FFF2-40B4-BE49-F238E27FC236}">
                    <a16:creationId xmlns:a16="http://schemas.microsoft.com/office/drawing/2014/main" id="{5D14650F-0EFB-37BC-71EA-9B91E0E5427A}"/>
                  </a:ext>
                </a:extLst>
              </p:cNvPr>
              <p:cNvSpPr/>
              <p:nvPr/>
            </p:nvSpPr>
            <p:spPr>
              <a:xfrm>
                <a:off x="5450715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g151">
                <a:extLst>
                  <a:ext uri="{FF2B5EF4-FFF2-40B4-BE49-F238E27FC236}">
                    <a16:creationId xmlns:a16="http://schemas.microsoft.com/office/drawing/2014/main" id="{F13AD462-3B90-CD34-209B-BA861055DB34}"/>
                  </a:ext>
                </a:extLst>
              </p:cNvPr>
              <p:cNvSpPr/>
              <p:nvPr/>
            </p:nvSpPr>
            <p:spPr>
              <a:xfrm>
                <a:off x="5462352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g152">
                <a:extLst>
                  <a:ext uri="{FF2B5EF4-FFF2-40B4-BE49-F238E27FC236}">
                    <a16:creationId xmlns:a16="http://schemas.microsoft.com/office/drawing/2014/main" id="{72D4A4DB-5C91-B1AE-D1B5-9A6B4D97380E}"/>
                  </a:ext>
                </a:extLst>
              </p:cNvPr>
              <p:cNvSpPr/>
              <p:nvPr/>
            </p:nvSpPr>
            <p:spPr>
              <a:xfrm>
                <a:off x="5473989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g153">
                <a:extLst>
                  <a:ext uri="{FF2B5EF4-FFF2-40B4-BE49-F238E27FC236}">
                    <a16:creationId xmlns:a16="http://schemas.microsoft.com/office/drawing/2014/main" id="{CAE8C34C-7403-EC01-76C8-D1C0077AEC54}"/>
                  </a:ext>
                </a:extLst>
              </p:cNvPr>
              <p:cNvSpPr/>
              <p:nvPr/>
            </p:nvSpPr>
            <p:spPr>
              <a:xfrm>
                <a:off x="5485627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g154">
                <a:extLst>
                  <a:ext uri="{FF2B5EF4-FFF2-40B4-BE49-F238E27FC236}">
                    <a16:creationId xmlns:a16="http://schemas.microsoft.com/office/drawing/2014/main" id="{8ED807E8-551C-A1CA-74EF-AC309E540132}"/>
                  </a:ext>
                </a:extLst>
              </p:cNvPr>
              <p:cNvSpPr/>
              <p:nvPr/>
            </p:nvSpPr>
            <p:spPr>
              <a:xfrm>
                <a:off x="5497264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g155">
                <a:extLst>
                  <a:ext uri="{FF2B5EF4-FFF2-40B4-BE49-F238E27FC236}">
                    <a16:creationId xmlns:a16="http://schemas.microsoft.com/office/drawing/2014/main" id="{88F664D5-BDF7-23D6-310F-573CEA8DA893}"/>
                  </a:ext>
                </a:extLst>
              </p:cNvPr>
              <p:cNvSpPr/>
              <p:nvPr/>
            </p:nvSpPr>
            <p:spPr>
              <a:xfrm>
                <a:off x="5508901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g156">
                <a:extLst>
                  <a:ext uri="{FF2B5EF4-FFF2-40B4-BE49-F238E27FC236}">
                    <a16:creationId xmlns:a16="http://schemas.microsoft.com/office/drawing/2014/main" id="{84C7D128-5D43-5F16-3FD7-05297AF9B343}"/>
                  </a:ext>
                </a:extLst>
              </p:cNvPr>
              <p:cNvSpPr/>
              <p:nvPr/>
            </p:nvSpPr>
            <p:spPr>
              <a:xfrm>
                <a:off x="5520539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g157">
                <a:extLst>
                  <a:ext uri="{FF2B5EF4-FFF2-40B4-BE49-F238E27FC236}">
                    <a16:creationId xmlns:a16="http://schemas.microsoft.com/office/drawing/2014/main" id="{8C84EBB9-60B7-CD37-9CD7-66CB59D7C4EA}"/>
                  </a:ext>
                </a:extLst>
              </p:cNvPr>
              <p:cNvSpPr/>
              <p:nvPr/>
            </p:nvSpPr>
            <p:spPr>
              <a:xfrm>
                <a:off x="5532176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g158">
                <a:extLst>
                  <a:ext uri="{FF2B5EF4-FFF2-40B4-BE49-F238E27FC236}">
                    <a16:creationId xmlns:a16="http://schemas.microsoft.com/office/drawing/2014/main" id="{04817412-3CDD-E34B-3550-DEAEE1016367}"/>
                  </a:ext>
                </a:extLst>
              </p:cNvPr>
              <p:cNvSpPr/>
              <p:nvPr/>
            </p:nvSpPr>
            <p:spPr>
              <a:xfrm>
                <a:off x="5543813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g159">
                <a:extLst>
                  <a:ext uri="{FF2B5EF4-FFF2-40B4-BE49-F238E27FC236}">
                    <a16:creationId xmlns:a16="http://schemas.microsoft.com/office/drawing/2014/main" id="{D1F5D24E-29A2-373E-B0E4-5740B5892739}"/>
                  </a:ext>
                </a:extLst>
              </p:cNvPr>
              <p:cNvSpPr/>
              <p:nvPr/>
            </p:nvSpPr>
            <p:spPr>
              <a:xfrm>
                <a:off x="5555451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g160">
                <a:extLst>
                  <a:ext uri="{FF2B5EF4-FFF2-40B4-BE49-F238E27FC236}">
                    <a16:creationId xmlns:a16="http://schemas.microsoft.com/office/drawing/2014/main" id="{67156E26-4798-8B91-48BB-2884C13089DE}"/>
                  </a:ext>
                </a:extLst>
              </p:cNvPr>
              <p:cNvSpPr/>
              <p:nvPr/>
            </p:nvSpPr>
            <p:spPr>
              <a:xfrm>
                <a:off x="5427440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g161">
                <a:extLst>
                  <a:ext uri="{FF2B5EF4-FFF2-40B4-BE49-F238E27FC236}">
                    <a16:creationId xmlns:a16="http://schemas.microsoft.com/office/drawing/2014/main" id="{DA1C988C-236C-E74A-CC38-61FFB1DF4B9F}"/>
                  </a:ext>
                </a:extLst>
              </p:cNvPr>
              <p:cNvSpPr/>
              <p:nvPr/>
            </p:nvSpPr>
            <p:spPr>
              <a:xfrm>
                <a:off x="5439077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g162">
                <a:extLst>
                  <a:ext uri="{FF2B5EF4-FFF2-40B4-BE49-F238E27FC236}">
                    <a16:creationId xmlns:a16="http://schemas.microsoft.com/office/drawing/2014/main" id="{9242383E-563B-E3BE-FD9D-1FAB032C24C3}"/>
                  </a:ext>
                </a:extLst>
              </p:cNvPr>
              <p:cNvSpPr/>
              <p:nvPr/>
            </p:nvSpPr>
            <p:spPr>
              <a:xfrm>
                <a:off x="5450715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g163">
                <a:extLst>
                  <a:ext uri="{FF2B5EF4-FFF2-40B4-BE49-F238E27FC236}">
                    <a16:creationId xmlns:a16="http://schemas.microsoft.com/office/drawing/2014/main" id="{6CD0F7E5-A1A1-1788-59BC-8980892E8BE4}"/>
                  </a:ext>
                </a:extLst>
              </p:cNvPr>
              <p:cNvSpPr/>
              <p:nvPr/>
            </p:nvSpPr>
            <p:spPr>
              <a:xfrm>
                <a:off x="5462352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g164">
                <a:extLst>
                  <a:ext uri="{FF2B5EF4-FFF2-40B4-BE49-F238E27FC236}">
                    <a16:creationId xmlns:a16="http://schemas.microsoft.com/office/drawing/2014/main" id="{787DBDC7-B75D-B0A9-0911-F128C40A1F35}"/>
                  </a:ext>
                </a:extLst>
              </p:cNvPr>
              <p:cNvSpPr/>
              <p:nvPr/>
            </p:nvSpPr>
            <p:spPr>
              <a:xfrm>
                <a:off x="5473989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g165">
                <a:extLst>
                  <a:ext uri="{FF2B5EF4-FFF2-40B4-BE49-F238E27FC236}">
                    <a16:creationId xmlns:a16="http://schemas.microsoft.com/office/drawing/2014/main" id="{5CFB074C-D344-2BDD-5BDF-AADE48B07E3A}"/>
                  </a:ext>
                </a:extLst>
              </p:cNvPr>
              <p:cNvSpPr/>
              <p:nvPr/>
            </p:nvSpPr>
            <p:spPr>
              <a:xfrm>
                <a:off x="5485627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g166">
                <a:extLst>
                  <a:ext uri="{FF2B5EF4-FFF2-40B4-BE49-F238E27FC236}">
                    <a16:creationId xmlns:a16="http://schemas.microsoft.com/office/drawing/2014/main" id="{F7BBAA8B-1136-0AB0-E58F-472076CBB07F}"/>
                  </a:ext>
                </a:extLst>
              </p:cNvPr>
              <p:cNvSpPr/>
              <p:nvPr/>
            </p:nvSpPr>
            <p:spPr>
              <a:xfrm>
                <a:off x="5497264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g167">
                <a:extLst>
                  <a:ext uri="{FF2B5EF4-FFF2-40B4-BE49-F238E27FC236}">
                    <a16:creationId xmlns:a16="http://schemas.microsoft.com/office/drawing/2014/main" id="{854876AF-4568-FECA-5245-047051BAA61D}"/>
                  </a:ext>
                </a:extLst>
              </p:cNvPr>
              <p:cNvSpPr/>
              <p:nvPr/>
            </p:nvSpPr>
            <p:spPr>
              <a:xfrm>
                <a:off x="5508901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g168">
                <a:extLst>
                  <a:ext uri="{FF2B5EF4-FFF2-40B4-BE49-F238E27FC236}">
                    <a16:creationId xmlns:a16="http://schemas.microsoft.com/office/drawing/2014/main" id="{D14FD742-C058-48E5-0C09-90D3A8F135A8}"/>
                  </a:ext>
                </a:extLst>
              </p:cNvPr>
              <p:cNvSpPr/>
              <p:nvPr/>
            </p:nvSpPr>
            <p:spPr>
              <a:xfrm>
                <a:off x="5520539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g169">
                <a:extLst>
                  <a:ext uri="{FF2B5EF4-FFF2-40B4-BE49-F238E27FC236}">
                    <a16:creationId xmlns:a16="http://schemas.microsoft.com/office/drawing/2014/main" id="{40CF4603-BDC8-C230-4924-B87A0871D5BF}"/>
                  </a:ext>
                </a:extLst>
              </p:cNvPr>
              <p:cNvSpPr/>
              <p:nvPr/>
            </p:nvSpPr>
            <p:spPr>
              <a:xfrm>
                <a:off x="5532176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g170">
                <a:extLst>
                  <a:ext uri="{FF2B5EF4-FFF2-40B4-BE49-F238E27FC236}">
                    <a16:creationId xmlns:a16="http://schemas.microsoft.com/office/drawing/2014/main" id="{60007B85-C972-2EFA-75F4-0EDAD07EF160}"/>
                  </a:ext>
                </a:extLst>
              </p:cNvPr>
              <p:cNvSpPr/>
              <p:nvPr/>
            </p:nvSpPr>
            <p:spPr>
              <a:xfrm>
                <a:off x="5415803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g171">
                <a:extLst>
                  <a:ext uri="{FF2B5EF4-FFF2-40B4-BE49-F238E27FC236}">
                    <a16:creationId xmlns:a16="http://schemas.microsoft.com/office/drawing/2014/main" id="{6E5B8281-3D26-9CE1-BC55-AF77BF61B74E}"/>
                  </a:ext>
                </a:extLst>
              </p:cNvPr>
              <p:cNvSpPr/>
              <p:nvPr/>
            </p:nvSpPr>
            <p:spPr>
              <a:xfrm>
                <a:off x="5427440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g172">
                <a:extLst>
                  <a:ext uri="{FF2B5EF4-FFF2-40B4-BE49-F238E27FC236}">
                    <a16:creationId xmlns:a16="http://schemas.microsoft.com/office/drawing/2014/main" id="{8A58775C-F2C4-34F0-7CC4-15A6BEF54702}"/>
                  </a:ext>
                </a:extLst>
              </p:cNvPr>
              <p:cNvSpPr/>
              <p:nvPr/>
            </p:nvSpPr>
            <p:spPr>
              <a:xfrm>
                <a:off x="5439077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g173">
                <a:extLst>
                  <a:ext uri="{FF2B5EF4-FFF2-40B4-BE49-F238E27FC236}">
                    <a16:creationId xmlns:a16="http://schemas.microsoft.com/office/drawing/2014/main" id="{D1AE72E3-020B-E5CB-5902-CBB2C4971FB0}"/>
                  </a:ext>
                </a:extLst>
              </p:cNvPr>
              <p:cNvSpPr/>
              <p:nvPr/>
            </p:nvSpPr>
            <p:spPr>
              <a:xfrm>
                <a:off x="5450715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g174">
                <a:extLst>
                  <a:ext uri="{FF2B5EF4-FFF2-40B4-BE49-F238E27FC236}">
                    <a16:creationId xmlns:a16="http://schemas.microsoft.com/office/drawing/2014/main" id="{D5E09CE8-6D72-51A0-E7EB-A66FE861F6CC}"/>
                  </a:ext>
                </a:extLst>
              </p:cNvPr>
              <p:cNvSpPr/>
              <p:nvPr/>
            </p:nvSpPr>
            <p:spPr>
              <a:xfrm>
                <a:off x="5462352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g175">
                <a:extLst>
                  <a:ext uri="{FF2B5EF4-FFF2-40B4-BE49-F238E27FC236}">
                    <a16:creationId xmlns:a16="http://schemas.microsoft.com/office/drawing/2014/main" id="{9AE8E770-15C5-0AA5-9DC6-E1305CE2901E}"/>
                  </a:ext>
                </a:extLst>
              </p:cNvPr>
              <p:cNvSpPr/>
              <p:nvPr/>
            </p:nvSpPr>
            <p:spPr>
              <a:xfrm>
                <a:off x="5473989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g176">
                <a:extLst>
                  <a:ext uri="{FF2B5EF4-FFF2-40B4-BE49-F238E27FC236}">
                    <a16:creationId xmlns:a16="http://schemas.microsoft.com/office/drawing/2014/main" id="{FB142895-B2C0-A848-5E77-8450C2191EE1}"/>
                  </a:ext>
                </a:extLst>
              </p:cNvPr>
              <p:cNvSpPr/>
              <p:nvPr/>
            </p:nvSpPr>
            <p:spPr>
              <a:xfrm>
                <a:off x="5485627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g177">
                <a:extLst>
                  <a:ext uri="{FF2B5EF4-FFF2-40B4-BE49-F238E27FC236}">
                    <a16:creationId xmlns:a16="http://schemas.microsoft.com/office/drawing/2014/main" id="{D8E1E8F3-C0A9-499B-DFD9-968350C99BA0}"/>
                  </a:ext>
                </a:extLst>
              </p:cNvPr>
              <p:cNvSpPr/>
              <p:nvPr/>
            </p:nvSpPr>
            <p:spPr>
              <a:xfrm>
                <a:off x="5497264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g178">
                <a:extLst>
                  <a:ext uri="{FF2B5EF4-FFF2-40B4-BE49-F238E27FC236}">
                    <a16:creationId xmlns:a16="http://schemas.microsoft.com/office/drawing/2014/main" id="{6DAB929D-C26F-750E-041F-DA0B356CA00E}"/>
                  </a:ext>
                </a:extLst>
              </p:cNvPr>
              <p:cNvSpPr/>
              <p:nvPr/>
            </p:nvSpPr>
            <p:spPr>
              <a:xfrm>
                <a:off x="5508901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g179">
                <a:extLst>
                  <a:ext uri="{FF2B5EF4-FFF2-40B4-BE49-F238E27FC236}">
                    <a16:creationId xmlns:a16="http://schemas.microsoft.com/office/drawing/2014/main" id="{D99F441D-6126-805E-4F53-B6A4B0FE24A5}"/>
                  </a:ext>
                </a:extLst>
              </p:cNvPr>
              <p:cNvSpPr/>
              <p:nvPr/>
            </p:nvSpPr>
            <p:spPr>
              <a:xfrm>
                <a:off x="5380891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g180">
                <a:extLst>
                  <a:ext uri="{FF2B5EF4-FFF2-40B4-BE49-F238E27FC236}">
                    <a16:creationId xmlns:a16="http://schemas.microsoft.com/office/drawing/2014/main" id="{1D9B7C12-DAD1-6439-000C-944B26F998CB}"/>
                  </a:ext>
                </a:extLst>
              </p:cNvPr>
              <p:cNvSpPr/>
              <p:nvPr/>
            </p:nvSpPr>
            <p:spPr>
              <a:xfrm>
                <a:off x="5392528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g181">
                <a:extLst>
                  <a:ext uri="{FF2B5EF4-FFF2-40B4-BE49-F238E27FC236}">
                    <a16:creationId xmlns:a16="http://schemas.microsoft.com/office/drawing/2014/main" id="{292D973C-4B05-5ECC-E93B-0D73E0B7731D}"/>
                  </a:ext>
                </a:extLst>
              </p:cNvPr>
              <p:cNvSpPr/>
              <p:nvPr/>
            </p:nvSpPr>
            <p:spPr>
              <a:xfrm>
                <a:off x="5404165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g182">
                <a:extLst>
                  <a:ext uri="{FF2B5EF4-FFF2-40B4-BE49-F238E27FC236}">
                    <a16:creationId xmlns:a16="http://schemas.microsoft.com/office/drawing/2014/main" id="{E2850B7A-09FE-FC72-C6EF-BA8BBE6AA55C}"/>
                  </a:ext>
                </a:extLst>
              </p:cNvPr>
              <p:cNvSpPr/>
              <p:nvPr/>
            </p:nvSpPr>
            <p:spPr>
              <a:xfrm>
                <a:off x="5415803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g183">
                <a:extLst>
                  <a:ext uri="{FF2B5EF4-FFF2-40B4-BE49-F238E27FC236}">
                    <a16:creationId xmlns:a16="http://schemas.microsoft.com/office/drawing/2014/main" id="{53FCC4CA-4BEE-4157-87C4-FD70E83237E5}"/>
                  </a:ext>
                </a:extLst>
              </p:cNvPr>
              <p:cNvSpPr/>
              <p:nvPr/>
            </p:nvSpPr>
            <p:spPr>
              <a:xfrm>
                <a:off x="5427440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g184">
                <a:extLst>
                  <a:ext uri="{FF2B5EF4-FFF2-40B4-BE49-F238E27FC236}">
                    <a16:creationId xmlns:a16="http://schemas.microsoft.com/office/drawing/2014/main" id="{4B9188B4-7810-47D6-DB39-804C38705D4C}"/>
                  </a:ext>
                </a:extLst>
              </p:cNvPr>
              <p:cNvSpPr/>
              <p:nvPr/>
            </p:nvSpPr>
            <p:spPr>
              <a:xfrm>
                <a:off x="5439077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g185">
                <a:extLst>
                  <a:ext uri="{FF2B5EF4-FFF2-40B4-BE49-F238E27FC236}">
                    <a16:creationId xmlns:a16="http://schemas.microsoft.com/office/drawing/2014/main" id="{63042D4E-A9EA-EC95-8E26-1903D7BB20DB}"/>
                  </a:ext>
                </a:extLst>
              </p:cNvPr>
              <p:cNvSpPr/>
              <p:nvPr/>
            </p:nvSpPr>
            <p:spPr>
              <a:xfrm>
                <a:off x="5450715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g186">
                <a:extLst>
                  <a:ext uri="{FF2B5EF4-FFF2-40B4-BE49-F238E27FC236}">
                    <a16:creationId xmlns:a16="http://schemas.microsoft.com/office/drawing/2014/main" id="{DC14EC37-19DE-20BB-709A-1EA14FCB304D}"/>
                  </a:ext>
                </a:extLst>
              </p:cNvPr>
              <p:cNvSpPr/>
              <p:nvPr/>
            </p:nvSpPr>
            <p:spPr>
              <a:xfrm>
                <a:off x="5462352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g187">
                <a:extLst>
                  <a:ext uri="{FF2B5EF4-FFF2-40B4-BE49-F238E27FC236}">
                    <a16:creationId xmlns:a16="http://schemas.microsoft.com/office/drawing/2014/main" id="{D3838309-84D9-DA6A-702D-E305A434C142}"/>
                  </a:ext>
                </a:extLst>
              </p:cNvPr>
              <p:cNvSpPr/>
              <p:nvPr/>
            </p:nvSpPr>
            <p:spPr>
              <a:xfrm>
                <a:off x="5473989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g188">
                <a:extLst>
                  <a:ext uri="{FF2B5EF4-FFF2-40B4-BE49-F238E27FC236}">
                    <a16:creationId xmlns:a16="http://schemas.microsoft.com/office/drawing/2014/main" id="{5CDF0057-2F5D-0FFC-A2ED-3192DEDB8CD8}"/>
                  </a:ext>
                </a:extLst>
              </p:cNvPr>
              <p:cNvSpPr/>
              <p:nvPr/>
            </p:nvSpPr>
            <p:spPr>
              <a:xfrm>
                <a:off x="5485627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g189">
                <a:extLst>
                  <a:ext uri="{FF2B5EF4-FFF2-40B4-BE49-F238E27FC236}">
                    <a16:creationId xmlns:a16="http://schemas.microsoft.com/office/drawing/2014/main" id="{0BFF07AF-3023-A6AC-D70F-C089C6EE1565}"/>
                  </a:ext>
                </a:extLst>
              </p:cNvPr>
              <p:cNvSpPr/>
              <p:nvPr/>
            </p:nvSpPr>
            <p:spPr>
              <a:xfrm>
                <a:off x="5369253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g190">
                <a:extLst>
                  <a:ext uri="{FF2B5EF4-FFF2-40B4-BE49-F238E27FC236}">
                    <a16:creationId xmlns:a16="http://schemas.microsoft.com/office/drawing/2014/main" id="{20364834-81FB-1106-B1D3-8829062B4F63}"/>
                  </a:ext>
                </a:extLst>
              </p:cNvPr>
              <p:cNvSpPr/>
              <p:nvPr/>
            </p:nvSpPr>
            <p:spPr>
              <a:xfrm>
                <a:off x="5380891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g191">
                <a:extLst>
                  <a:ext uri="{FF2B5EF4-FFF2-40B4-BE49-F238E27FC236}">
                    <a16:creationId xmlns:a16="http://schemas.microsoft.com/office/drawing/2014/main" id="{126BB93A-3194-3E55-EDC1-7793416E1F06}"/>
                  </a:ext>
                </a:extLst>
              </p:cNvPr>
              <p:cNvSpPr/>
              <p:nvPr/>
            </p:nvSpPr>
            <p:spPr>
              <a:xfrm>
                <a:off x="5392528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g192">
                <a:extLst>
                  <a:ext uri="{FF2B5EF4-FFF2-40B4-BE49-F238E27FC236}">
                    <a16:creationId xmlns:a16="http://schemas.microsoft.com/office/drawing/2014/main" id="{5F033334-8D1A-F94F-5F84-412B4E7B55DF}"/>
                  </a:ext>
                </a:extLst>
              </p:cNvPr>
              <p:cNvSpPr/>
              <p:nvPr/>
            </p:nvSpPr>
            <p:spPr>
              <a:xfrm>
                <a:off x="5404165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g193">
                <a:extLst>
                  <a:ext uri="{FF2B5EF4-FFF2-40B4-BE49-F238E27FC236}">
                    <a16:creationId xmlns:a16="http://schemas.microsoft.com/office/drawing/2014/main" id="{F3E50E88-17F6-69C8-D03F-470F970B0918}"/>
                  </a:ext>
                </a:extLst>
              </p:cNvPr>
              <p:cNvSpPr/>
              <p:nvPr/>
            </p:nvSpPr>
            <p:spPr>
              <a:xfrm>
                <a:off x="5415803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g194">
                <a:extLst>
                  <a:ext uri="{FF2B5EF4-FFF2-40B4-BE49-F238E27FC236}">
                    <a16:creationId xmlns:a16="http://schemas.microsoft.com/office/drawing/2014/main" id="{F1EF53E3-97AE-0F11-08CC-699B3DEF02FF}"/>
                  </a:ext>
                </a:extLst>
              </p:cNvPr>
              <p:cNvSpPr/>
              <p:nvPr/>
            </p:nvSpPr>
            <p:spPr>
              <a:xfrm>
                <a:off x="5427440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g195">
                <a:extLst>
                  <a:ext uri="{FF2B5EF4-FFF2-40B4-BE49-F238E27FC236}">
                    <a16:creationId xmlns:a16="http://schemas.microsoft.com/office/drawing/2014/main" id="{E0880DF3-C315-00DD-7F50-5A110F54B2D3}"/>
                  </a:ext>
                </a:extLst>
              </p:cNvPr>
              <p:cNvSpPr/>
              <p:nvPr/>
            </p:nvSpPr>
            <p:spPr>
              <a:xfrm>
                <a:off x="5439077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g196">
                <a:extLst>
                  <a:ext uri="{FF2B5EF4-FFF2-40B4-BE49-F238E27FC236}">
                    <a16:creationId xmlns:a16="http://schemas.microsoft.com/office/drawing/2014/main" id="{06EE08F5-BBFA-533A-91B1-07A6DE8CA24B}"/>
                  </a:ext>
                </a:extLst>
              </p:cNvPr>
              <p:cNvSpPr/>
              <p:nvPr/>
            </p:nvSpPr>
            <p:spPr>
              <a:xfrm>
                <a:off x="5450715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g197">
                <a:extLst>
                  <a:ext uri="{FF2B5EF4-FFF2-40B4-BE49-F238E27FC236}">
                    <a16:creationId xmlns:a16="http://schemas.microsoft.com/office/drawing/2014/main" id="{514A16D5-7663-9525-0A9F-FF09FC786EE8}"/>
                  </a:ext>
                </a:extLst>
              </p:cNvPr>
              <p:cNvSpPr/>
              <p:nvPr/>
            </p:nvSpPr>
            <p:spPr>
              <a:xfrm>
                <a:off x="5462352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g198">
                <a:extLst>
                  <a:ext uri="{FF2B5EF4-FFF2-40B4-BE49-F238E27FC236}">
                    <a16:creationId xmlns:a16="http://schemas.microsoft.com/office/drawing/2014/main" id="{41B97BFC-7C7A-3737-9BAE-84BE1174755A}"/>
                  </a:ext>
                </a:extLst>
              </p:cNvPr>
              <p:cNvSpPr/>
              <p:nvPr/>
            </p:nvSpPr>
            <p:spPr>
              <a:xfrm>
                <a:off x="6311877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g199">
                <a:extLst>
                  <a:ext uri="{FF2B5EF4-FFF2-40B4-BE49-F238E27FC236}">
                    <a16:creationId xmlns:a16="http://schemas.microsoft.com/office/drawing/2014/main" id="{5CC8FC01-2620-06C4-695E-7CF2569F79C4}"/>
                  </a:ext>
                </a:extLst>
              </p:cNvPr>
              <p:cNvSpPr/>
              <p:nvPr/>
            </p:nvSpPr>
            <p:spPr>
              <a:xfrm>
                <a:off x="531106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g200">
                <a:extLst>
                  <a:ext uri="{FF2B5EF4-FFF2-40B4-BE49-F238E27FC236}">
                    <a16:creationId xmlns:a16="http://schemas.microsoft.com/office/drawing/2014/main" id="{17D946E2-E32A-21CC-88BC-B1FFEEDA4ABB}"/>
                  </a:ext>
                </a:extLst>
              </p:cNvPr>
              <p:cNvSpPr/>
              <p:nvPr/>
            </p:nvSpPr>
            <p:spPr>
              <a:xfrm>
                <a:off x="5322704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g201">
                <a:extLst>
                  <a:ext uri="{FF2B5EF4-FFF2-40B4-BE49-F238E27FC236}">
                    <a16:creationId xmlns:a16="http://schemas.microsoft.com/office/drawing/2014/main" id="{9ACC84F9-AAAE-E4DA-D76F-32293C1A4147}"/>
                  </a:ext>
                </a:extLst>
              </p:cNvPr>
              <p:cNvSpPr/>
              <p:nvPr/>
            </p:nvSpPr>
            <p:spPr>
              <a:xfrm>
                <a:off x="5334341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g202">
                <a:extLst>
                  <a:ext uri="{FF2B5EF4-FFF2-40B4-BE49-F238E27FC236}">
                    <a16:creationId xmlns:a16="http://schemas.microsoft.com/office/drawing/2014/main" id="{885C3DBE-7063-AE19-916D-EBA15FF4ACB8}"/>
                  </a:ext>
                </a:extLst>
              </p:cNvPr>
              <p:cNvSpPr/>
              <p:nvPr/>
            </p:nvSpPr>
            <p:spPr>
              <a:xfrm>
                <a:off x="5345979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g203">
                <a:extLst>
                  <a:ext uri="{FF2B5EF4-FFF2-40B4-BE49-F238E27FC236}">
                    <a16:creationId xmlns:a16="http://schemas.microsoft.com/office/drawing/2014/main" id="{DD477580-F67C-CDAB-7578-471C5B75D29E}"/>
                  </a:ext>
                </a:extLst>
              </p:cNvPr>
              <p:cNvSpPr/>
              <p:nvPr/>
            </p:nvSpPr>
            <p:spPr>
              <a:xfrm>
                <a:off x="5357616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g204">
                <a:extLst>
                  <a:ext uri="{FF2B5EF4-FFF2-40B4-BE49-F238E27FC236}">
                    <a16:creationId xmlns:a16="http://schemas.microsoft.com/office/drawing/2014/main" id="{E4891166-CDE1-EA9A-0446-91AA065ED72F}"/>
                  </a:ext>
                </a:extLst>
              </p:cNvPr>
              <p:cNvSpPr/>
              <p:nvPr/>
            </p:nvSpPr>
            <p:spPr>
              <a:xfrm>
                <a:off x="5369253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g205">
                <a:extLst>
                  <a:ext uri="{FF2B5EF4-FFF2-40B4-BE49-F238E27FC236}">
                    <a16:creationId xmlns:a16="http://schemas.microsoft.com/office/drawing/2014/main" id="{E790FD9E-EB79-6036-35F9-54DC88E2EFF2}"/>
                  </a:ext>
                </a:extLst>
              </p:cNvPr>
              <p:cNvSpPr/>
              <p:nvPr/>
            </p:nvSpPr>
            <p:spPr>
              <a:xfrm>
                <a:off x="5380891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g206">
                <a:extLst>
                  <a:ext uri="{FF2B5EF4-FFF2-40B4-BE49-F238E27FC236}">
                    <a16:creationId xmlns:a16="http://schemas.microsoft.com/office/drawing/2014/main" id="{32B27214-803C-DF97-F2E2-D2648F4A8149}"/>
                  </a:ext>
                </a:extLst>
              </p:cNvPr>
              <p:cNvSpPr/>
              <p:nvPr/>
            </p:nvSpPr>
            <p:spPr>
              <a:xfrm>
                <a:off x="5392528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g207">
                <a:extLst>
                  <a:ext uri="{FF2B5EF4-FFF2-40B4-BE49-F238E27FC236}">
                    <a16:creationId xmlns:a16="http://schemas.microsoft.com/office/drawing/2014/main" id="{87F94987-23FB-666A-4B29-8C9781EF055E}"/>
                  </a:ext>
                </a:extLst>
              </p:cNvPr>
              <p:cNvSpPr/>
              <p:nvPr/>
            </p:nvSpPr>
            <p:spPr>
              <a:xfrm>
                <a:off x="540416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g208">
                <a:extLst>
                  <a:ext uri="{FF2B5EF4-FFF2-40B4-BE49-F238E27FC236}">
                    <a16:creationId xmlns:a16="http://schemas.microsoft.com/office/drawing/2014/main" id="{40FA8C88-0637-21F6-ADB0-2B2BCEE0C2BD}"/>
                  </a:ext>
                </a:extLst>
              </p:cNvPr>
              <p:cNvSpPr/>
              <p:nvPr/>
            </p:nvSpPr>
            <p:spPr>
              <a:xfrm>
                <a:off x="5415803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g209">
                <a:extLst>
                  <a:ext uri="{FF2B5EF4-FFF2-40B4-BE49-F238E27FC236}">
                    <a16:creationId xmlns:a16="http://schemas.microsoft.com/office/drawing/2014/main" id="{B697B3F1-AF30-992A-4041-2634E2384CA3}"/>
                  </a:ext>
                </a:extLst>
              </p:cNvPr>
              <p:cNvSpPr/>
              <p:nvPr/>
            </p:nvSpPr>
            <p:spPr>
              <a:xfrm>
                <a:off x="5427440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g210">
                <a:extLst>
                  <a:ext uri="{FF2B5EF4-FFF2-40B4-BE49-F238E27FC236}">
                    <a16:creationId xmlns:a16="http://schemas.microsoft.com/office/drawing/2014/main" id="{4C62D9E1-1DAF-B8CB-6397-244D916BCF0C}"/>
                  </a:ext>
                </a:extLst>
              </p:cNvPr>
              <p:cNvSpPr/>
              <p:nvPr/>
            </p:nvSpPr>
            <p:spPr>
              <a:xfrm>
                <a:off x="543907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g211">
                <a:extLst>
                  <a:ext uri="{FF2B5EF4-FFF2-40B4-BE49-F238E27FC236}">
                    <a16:creationId xmlns:a16="http://schemas.microsoft.com/office/drawing/2014/main" id="{22CC26D9-19F3-DA2C-9A44-0905A640821D}"/>
                  </a:ext>
                </a:extLst>
              </p:cNvPr>
              <p:cNvSpPr/>
              <p:nvPr/>
            </p:nvSpPr>
            <p:spPr>
              <a:xfrm>
                <a:off x="545071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g212">
                <a:extLst>
                  <a:ext uri="{FF2B5EF4-FFF2-40B4-BE49-F238E27FC236}">
                    <a16:creationId xmlns:a16="http://schemas.microsoft.com/office/drawing/2014/main" id="{5A4A45D9-8CD8-3096-ECA6-8C32E5649683}"/>
                  </a:ext>
                </a:extLst>
              </p:cNvPr>
              <p:cNvSpPr/>
              <p:nvPr/>
            </p:nvSpPr>
            <p:spPr>
              <a:xfrm>
                <a:off x="627696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g213">
                <a:extLst>
                  <a:ext uri="{FF2B5EF4-FFF2-40B4-BE49-F238E27FC236}">
                    <a16:creationId xmlns:a16="http://schemas.microsoft.com/office/drawing/2014/main" id="{A4CE5154-5E5C-3DE9-F95F-25BA513335EE}"/>
                  </a:ext>
                </a:extLst>
              </p:cNvPr>
              <p:cNvSpPr/>
              <p:nvPr/>
            </p:nvSpPr>
            <p:spPr>
              <a:xfrm>
                <a:off x="6288602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g214">
                <a:extLst>
                  <a:ext uri="{FF2B5EF4-FFF2-40B4-BE49-F238E27FC236}">
                    <a16:creationId xmlns:a16="http://schemas.microsoft.com/office/drawing/2014/main" id="{9A1E4A1B-6592-039E-4CA0-8ED71F24E77B}"/>
                  </a:ext>
                </a:extLst>
              </p:cNvPr>
              <p:cNvSpPr/>
              <p:nvPr/>
            </p:nvSpPr>
            <p:spPr>
              <a:xfrm>
                <a:off x="6300240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g215">
                <a:extLst>
                  <a:ext uri="{FF2B5EF4-FFF2-40B4-BE49-F238E27FC236}">
                    <a16:creationId xmlns:a16="http://schemas.microsoft.com/office/drawing/2014/main" id="{08E7D530-4DE5-F282-E998-F90917EAD3BC}"/>
                  </a:ext>
                </a:extLst>
              </p:cNvPr>
              <p:cNvSpPr/>
              <p:nvPr/>
            </p:nvSpPr>
            <p:spPr>
              <a:xfrm>
                <a:off x="631187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g216">
                <a:extLst>
                  <a:ext uri="{FF2B5EF4-FFF2-40B4-BE49-F238E27FC236}">
                    <a16:creationId xmlns:a16="http://schemas.microsoft.com/office/drawing/2014/main" id="{20327F5E-14FA-49D0-B80D-42F545623764}"/>
                  </a:ext>
                </a:extLst>
              </p:cNvPr>
              <p:cNvSpPr/>
              <p:nvPr/>
            </p:nvSpPr>
            <p:spPr>
              <a:xfrm>
                <a:off x="6323514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g217">
                <a:extLst>
                  <a:ext uri="{FF2B5EF4-FFF2-40B4-BE49-F238E27FC236}">
                    <a16:creationId xmlns:a16="http://schemas.microsoft.com/office/drawing/2014/main" id="{9D876F20-5F78-9C72-9FE5-DAB27CBAC894}"/>
                  </a:ext>
                </a:extLst>
              </p:cNvPr>
              <p:cNvSpPr/>
              <p:nvPr/>
            </p:nvSpPr>
            <p:spPr>
              <a:xfrm>
                <a:off x="5299429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g218">
                <a:extLst>
                  <a:ext uri="{FF2B5EF4-FFF2-40B4-BE49-F238E27FC236}">
                    <a16:creationId xmlns:a16="http://schemas.microsoft.com/office/drawing/2014/main" id="{4E73BB22-1C8C-3082-B701-A4A7CE414C5D}"/>
                  </a:ext>
                </a:extLst>
              </p:cNvPr>
              <p:cNvSpPr/>
              <p:nvPr/>
            </p:nvSpPr>
            <p:spPr>
              <a:xfrm>
                <a:off x="531106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g219">
                <a:extLst>
                  <a:ext uri="{FF2B5EF4-FFF2-40B4-BE49-F238E27FC236}">
                    <a16:creationId xmlns:a16="http://schemas.microsoft.com/office/drawing/2014/main" id="{12831E75-120B-CE91-F391-7460CD8AB0DF}"/>
                  </a:ext>
                </a:extLst>
              </p:cNvPr>
              <p:cNvSpPr/>
              <p:nvPr/>
            </p:nvSpPr>
            <p:spPr>
              <a:xfrm>
                <a:off x="532270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g220">
                <a:extLst>
                  <a:ext uri="{FF2B5EF4-FFF2-40B4-BE49-F238E27FC236}">
                    <a16:creationId xmlns:a16="http://schemas.microsoft.com/office/drawing/2014/main" id="{B143D3AD-CFB1-A3DA-1D30-10ACB6121471}"/>
                  </a:ext>
                </a:extLst>
              </p:cNvPr>
              <p:cNvSpPr/>
              <p:nvPr/>
            </p:nvSpPr>
            <p:spPr>
              <a:xfrm>
                <a:off x="533434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g221">
                <a:extLst>
                  <a:ext uri="{FF2B5EF4-FFF2-40B4-BE49-F238E27FC236}">
                    <a16:creationId xmlns:a16="http://schemas.microsoft.com/office/drawing/2014/main" id="{EB8BCBDA-E912-30D2-B3E7-79C5D4F2BCF5}"/>
                  </a:ext>
                </a:extLst>
              </p:cNvPr>
              <p:cNvSpPr/>
              <p:nvPr/>
            </p:nvSpPr>
            <p:spPr>
              <a:xfrm>
                <a:off x="5345979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g222">
                <a:extLst>
                  <a:ext uri="{FF2B5EF4-FFF2-40B4-BE49-F238E27FC236}">
                    <a16:creationId xmlns:a16="http://schemas.microsoft.com/office/drawing/2014/main" id="{780AF644-6821-0FDA-F56D-BC9603308F4B}"/>
                  </a:ext>
                </a:extLst>
              </p:cNvPr>
              <p:cNvSpPr/>
              <p:nvPr/>
            </p:nvSpPr>
            <p:spPr>
              <a:xfrm>
                <a:off x="5357616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g223">
                <a:extLst>
                  <a:ext uri="{FF2B5EF4-FFF2-40B4-BE49-F238E27FC236}">
                    <a16:creationId xmlns:a16="http://schemas.microsoft.com/office/drawing/2014/main" id="{06D93203-7D79-7255-0E6C-24592BEEC265}"/>
                  </a:ext>
                </a:extLst>
              </p:cNvPr>
              <p:cNvSpPr/>
              <p:nvPr/>
            </p:nvSpPr>
            <p:spPr>
              <a:xfrm>
                <a:off x="5369253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g224">
                <a:extLst>
                  <a:ext uri="{FF2B5EF4-FFF2-40B4-BE49-F238E27FC236}">
                    <a16:creationId xmlns:a16="http://schemas.microsoft.com/office/drawing/2014/main" id="{D682A9FA-700A-6602-8607-EB74603A7118}"/>
                  </a:ext>
                </a:extLst>
              </p:cNvPr>
              <p:cNvSpPr/>
              <p:nvPr/>
            </p:nvSpPr>
            <p:spPr>
              <a:xfrm>
                <a:off x="538089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g225">
                <a:extLst>
                  <a:ext uri="{FF2B5EF4-FFF2-40B4-BE49-F238E27FC236}">
                    <a16:creationId xmlns:a16="http://schemas.microsoft.com/office/drawing/2014/main" id="{E6A04D6E-D04E-5E70-CF99-1324948CB877}"/>
                  </a:ext>
                </a:extLst>
              </p:cNvPr>
              <p:cNvSpPr/>
              <p:nvPr/>
            </p:nvSpPr>
            <p:spPr>
              <a:xfrm>
                <a:off x="539252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g226">
                <a:extLst>
                  <a:ext uri="{FF2B5EF4-FFF2-40B4-BE49-F238E27FC236}">
                    <a16:creationId xmlns:a16="http://schemas.microsoft.com/office/drawing/2014/main" id="{A919D248-5997-8B67-9EB9-B0D2A0EFA645}"/>
                  </a:ext>
                </a:extLst>
              </p:cNvPr>
              <p:cNvSpPr/>
              <p:nvPr/>
            </p:nvSpPr>
            <p:spPr>
              <a:xfrm>
                <a:off x="5404165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g227">
                <a:extLst>
                  <a:ext uri="{FF2B5EF4-FFF2-40B4-BE49-F238E27FC236}">
                    <a16:creationId xmlns:a16="http://schemas.microsoft.com/office/drawing/2014/main" id="{56C88D02-AF3C-2531-038E-5D9AFDBF4581}"/>
                  </a:ext>
                </a:extLst>
              </p:cNvPr>
              <p:cNvSpPr/>
              <p:nvPr/>
            </p:nvSpPr>
            <p:spPr>
              <a:xfrm>
                <a:off x="5415803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g228">
                <a:extLst>
                  <a:ext uri="{FF2B5EF4-FFF2-40B4-BE49-F238E27FC236}">
                    <a16:creationId xmlns:a16="http://schemas.microsoft.com/office/drawing/2014/main" id="{2EF92D61-01C7-560A-E9A8-DA60B0A0DF10}"/>
                  </a:ext>
                </a:extLst>
              </p:cNvPr>
              <p:cNvSpPr/>
              <p:nvPr/>
            </p:nvSpPr>
            <p:spPr>
              <a:xfrm>
                <a:off x="542744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g229">
                <a:extLst>
                  <a:ext uri="{FF2B5EF4-FFF2-40B4-BE49-F238E27FC236}">
                    <a16:creationId xmlns:a16="http://schemas.microsoft.com/office/drawing/2014/main" id="{24CA4E16-D83B-D12A-D7F3-853CF7CFCCF8}"/>
                  </a:ext>
                </a:extLst>
              </p:cNvPr>
              <p:cNvSpPr/>
              <p:nvPr/>
            </p:nvSpPr>
            <p:spPr>
              <a:xfrm>
                <a:off x="543907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g230">
                <a:extLst>
                  <a:ext uri="{FF2B5EF4-FFF2-40B4-BE49-F238E27FC236}">
                    <a16:creationId xmlns:a16="http://schemas.microsoft.com/office/drawing/2014/main" id="{F6D9A066-4E7C-DF13-AE10-DAD07EC4AEBE}"/>
                  </a:ext>
                </a:extLst>
              </p:cNvPr>
              <p:cNvSpPr/>
              <p:nvPr/>
            </p:nvSpPr>
            <p:spPr>
              <a:xfrm>
                <a:off x="6183866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g231">
                <a:extLst>
                  <a:ext uri="{FF2B5EF4-FFF2-40B4-BE49-F238E27FC236}">
                    <a16:creationId xmlns:a16="http://schemas.microsoft.com/office/drawing/2014/main" id="{BBA46D67-A947-D2AC-654D-095E9C1CD430}"/>
                  </a:ext>
                </a:extLst>
              </p:cNvPr>
              <p:cNvSpPr/>
              <p:nvPr/>
            </p:nvSpPr>
            <p:spPr>
              <a:xfrm>
                <a:off x="619550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g232">
                <a:extLst>
                  <a:ext uri="{FF2B5EF4-FFF2-40B4-BE49-F238E27FC236}">
                    <a16:creationId xmlns:a16="http://schemas.microsoft.com/office/drawing/2014/main" id="{72A46AAA-217D-49F5-7C14-74315BDF2FB7}"/>
                  </a:ext>
                </a:extLst>
              </p:cNvPr>
              <p:cNvSpPr/>
              <p:nvPr/>
            </p:nvSpPr>
            <p:spPr>
              <a:xfrm>
                <a:off x="620714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g233">
                <a:extLst>
                  <a:ext uri="{FF2B5EF4-FFF2-40B4-BE49-F238E27FC236}">
                    <a16:creationId xmlns:a16="http://schemas.microsoft.com/office/drawing/2014/main" id="{C9DA2D03-BC8D-F4AB-345B-7E784645DE6D}"/>
                  </a:ext>
                </a:extLst>
              </p:cNvPr>
              <p:cNvSpPr/>
              <p:nvPr/>
            </p:nvSpPr>
            <p:spPr>
              <a:xfrm>
                <a:off x="621877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g234">
                <a:extLst>
                  <a:ext uri="{FF2B5EF4-FFF2-40B4-BE49-F238E27FC236}">
                    <a16:creationId xmlns:a16="http://schemas.microsoft.com/office/drawing/2014/main" id="{DB597FC6-2B5D-AC59-9644-7DC0A3BF25FE}"/>
                  </a:ext>
                </a:extLst>
              </p:cNvPr>
              <p:cNvSpPr/>
              <p:nvPr/>
            </p:nvSpPr>
            <p:spPr>
              <a:xfrm>
                <a:off x="625369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g235">
                <a:extLst>
                  <a:ext uri="{FF2B5EF4-FFF2-40B4-BE49-F238E27FC236}">
                    <a16:creationId xmlns:a16="http://schemas.microsoft.com/office/drawing/2014/main" id="{A2F1D4E8-B4A3-BC61-21D7-DB8359DD16A9}"/>
                  </a:ext>
                </a:extLst>
              </p:cNvPr>
              <p:cNvSpPr/>
              <p:nvPr/>
            </p:nvSpPr>
            <p:spPr>
              <a:xfrm>
                <a:off x="626532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g236">
                <a:extLst>
                  <a:ext uri="{FF2B5EF4-FFF2-40B4-BE49-F238E27FC236}">
                    <a16:creationId xmlns:a16="http://schemas.microsoft.com/office/drawing/2014/main" id="{151AD496-E383-1B31-F4D3-E7EB633A24AC}"/>
                  </a:ext>
                </a:extLst>
              </p:cNvPr>
              <p:cNvSpPr/>
              <p:nvPr/>
            </p:nvSpPr>
            <p:spPr>
              <a:xfrm>
                <a:off x="6276965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g237">
                <a:extLst>
                  <a:ext uri="{FF2B5EF4-FFF2-40B4-BE49-F238E27FC236}">
                    <a16:creationId xmlns:a16="http://schemas.microsoft.com/office/drawing/2014/main" id="{FAD4FF1C-909B-F2AD-CF30-259806C0E06F}"/>
                  </a:ext>
                </a:extLst>
              </p:cNvPr>
              <p:cNvSpPr/>
              <p:nvPr/>
            </p:nvSpPr>
            <p:spPr>
              <a:xfrm>
                <a:off x="6288602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g238">
                <a:extLst>
                  <a:ext uri="{FF2B5EF4-FFF2-40B4-BE49-F238E27FC236}">
                    <a16:creationId xmlns:a16="http://schemas.microsoft.com/office/drawing/2014/main" id="{1BC4B425-E662-5775-3061-2CDCEBB2DB4A}"/>
                  </a:ext>
                </a:extLst>
              </p:cNvPr>
              <p:cNvSpPr/>
              <p:nvPr/>
            </p:nvSpPr>
            <p:spPr>
              <a:xfrm>
                <a:off x="630024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7AA">
                  <a:alpha val="100000"/>
                </a:srgbClr>
              </a:solidFill>
              <a:ln w="5420" cap="flat">
                <a:solidFill>
                  <a:srgbClr val="43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g239">
                <a:extLst>
                  <a:ext uri="{FF2B5EF4-FFF2-40B4-BE49-F238E27FC236}">
                    <a16:creationId xmlns:a16="http://schemas.microsoft.com/office/drawing/2014/main" id="{3EE9DA1D-8723-4FBF-00E0-C3F976EA9924}"/>
                  </a:ext>
                </a:extLst>
              </p:cNvPr>
              <p:cNvSpPr/>
              <p:nvPr/>
            </p:nvSpPr>
            <p:spPr>
              <a:xfrm>
                <a:off x="631187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7AA">
                  <a:alpha val="100000"/>
                </a:srgbClr>
              </a:solidFill>
              <a:ln w="5420" cap="flat">
                <a:solidFill>
                  <a:srgbClr val="43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g240">
                <a:extLst>
                  <a:ext uri="{FF2B5EF4-FFF2-40B4-BE49-F238E27FC236}">
                    <a16:creationId xmlns:a16="http://schemas.microsoft.com/office/drawing/2014/main" id="{60DF0C1C-161D-6A28-413C-2FB109D6FBED}"/>
                  </a:ext>
                </a:extLst>
              </p:cNvPr>
              <p:cNvSpPr/>
              <p:nvPr/>
            </p:nvSpPr>
            <p:spPr>
              <a:xfrm>
                <a:off x="632351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g241">
                <a:extLst>
                  <a:ext uri="{FF2B5EF4-FFF2-40B4-BE49-F238E27FC236}">
                    <a16:creationId xmlns:a16="http://schemas.microsoft.com/office/drawing/2014/main" id="{6442C62F-D101-0F85-F366-5B1EBFCDE74D}"/>
                  </a:ext>
                </a:extLst>
              </p:cNvPr>
              <p:cNvSpPr/>
              <p:nvPr/>
            </p:nvSpPr>
            <p:spPr>
              <a:xfrm>
                <a:off x="6335152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g242">
                <a:extLst>
                  <a:ext uri="{FF2B5EF4-FFF2-40B4-BE49-F238E27FC236}">
                    <a16:creationId xmlns:a16="http://schemas.microsoft.com/office/drawing/2014/main" id="{160C497A-42AA-D91C-4281-084DEA7D978D}"/>
                  </a:ext>
                </a:extLst>
              </p:cNvPr>
              <p:cNvSpPr/>
              <p:nvPr/>
            </p:nvSpPr>
            <p:spPr>
              <a:xfrm>
                <a:off x="529942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g243">
                <a:extLst>
                  <a:ext uri="{FF2B5EF4-FFF2-40B4-BE49-F238E27FC236}">
                    <a16:creationId xmlns:a16="http://schemas.microsoft.com/office/drawing/2014/main" id="{DB000DC0-10F9-2FA6-10BF-CF9FCADB1FB2}"/>
                  </a:ext>
                </a:extLst>
              </p:cNvPr>
              <p:cNvSpPr/>
              <p:nvPr/>
            </p:nvSpPr>
            <p:spPr>
              <a:xfrm>
                <a:off x="5311067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g244">
                <a:extLst>
                  <a:ext uri="{FF2B5EF4-FFF2-40B4-BE49-F238E27FC236}">
                    <a16:creationId xmlns:a16="http://schemas.microsoft.com/office/drawing/2014/main" id="{B53437A5-68ED-A184-5A6C-58FE8EBEF943}"/>
                  </a:ext>
                </a:extLst>
              </p:cNvPr>
              <p:cNvSpPr/>
              <p:nvPr/>
            </p:nvSpPr>
            <p:spPr>
              <a:xfrm>
                <a:off x="532270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g245">
                <a:extLst>
                  <a:ext uri="{FF2B5EF4-FFF2-40B4-BE49-F238E27FC236}">
                    <a16:creationId xmlns:a16="http://schemas.microsoft.com/office/drawing/2014/main" id="{0325F8F8-A927-71E0-41BF-F179A4009805}"/>
                  </a:ext>
                </a:extLst>
              </p:cNvPr>
              <p:cNvSpPr/>
              <p:nvPr/>
            </p:nvSpPr>
            <p:spPr>
              <a:xfrm>
                <a:off x="533434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g246">
                <a:extLst>
                  <a:ext uri="{FF2B5EF4-FFF2-40B4-BE49-F238E27FC236}">
                    <a16:creationId xmlns:a16="http://schemas.microsoft.com/office/drawing/2014/main" id="{44E7D12A-9A56-BB19-F0DB-6C035D0DE773}"/>
                  </a:ext>
                </a:extLst>
              </p:cNvPr>
              <p:cNvSpPr/>
              <p:nvPr/>
            </p:nvSpPr>
            <p:spPr>
              <a:xfrm>
                <a:off x="534597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g247">
                <a:extLst>
                  <a:ext uri="{FF2B5EF4-FFF2-40B4-BE49-F238E27FC236}">
                    <a16:creationId xmlns:a16="http://schemas.microsoft.com/office/drawing/2014/main" id="{B211D220-4293-887C-F73B-92591FD89B1A}"/>
                  </a:ext>
                </a:extLst>
              </p:cNvPr>
              <p:cNvSpPr/>
              <p:nvPr/>
            </p:nvSpPr>
            <p:spPr>
              <a:xfrm>
                <a:off x="535761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g248">
                <a:extLst>
                  <a:ext uri="{FF2B5EF4-FFF2-40B4-BE49-F238E27FC236}">
                    <a16:creationId xmlns:a16="http://schemas.microsoft.com/office/drawing/2014/main" id="{1D5D9EEA-E6FC-86BA-1A9C-54CDC4078434}"/>
                  </a:ext>
                </a:extLst>
              </p:cNvPr>
              <p:cNvSpPr/>
              <p:nvPr/>
            </p:nvSpPr>
            <p:spPr>
              <a:xfrm>
                <a:off x="536925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g249">
                <a:extLst>
                  <a:ext uri="{FF2B5EF4-FFF2-40B4-BE49-F238E27FC236}">
                    <a16:creationId xmlns:a16="http://schemas.microsoft.com/office/drawing/2014/main" id="{5FA271C3-9FCC-A646-7F1E-1AE48F4B39A4}"/>
                  </a:ext>
                </a:extLst>
              </p:cNvPr>
              <p:cNvSpPr/>
              <p:nvPr/>
            </p:nvSpPr>
            <p:spPr>
              <a:xfrm>
                <a:off x="538089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g250">
                <a:extLst>
                  <a:ext uri="{FF2B5EF4-FFF2-40B4-BE49-F238E27FC236}">
                    <a16:creationId xmlns:a16="http://schemas.microsoft.com/office/drawing/2014/main" id="{A2B4EF81-397E-234B-73F7-B1135C682937}"/>
                  </a:ext>
                </a:extLst>
              </p:cNvPr>
              <p:cNvSpPr/>
              <p:nvPr/>
            </p:nvSpPr>
            <p:spPr>
              <a:xfrm>
                <a:off x="539252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g251">
                <a:extLst>
                  <a:ext uri="{FF2B5EF4-FFF2-40B4-BE49-F238E27FC236}">
                    <a16:creationId xmlns:a16="http://schemas.microsoft.com/office/drawing/2014/main" id="{568A334C-09F3-BB42-AAEC-DEDE6E2A6C15}"/>
                  </a:ext>
                </a:extLst>
              </p:cNvPr>
              <p:cNvSpPr/>
              <p:nvPr/>
            </p:nvSpPr>
            <p:spPr>
              <a:xfrm>
                <a:off x="5404165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g252">
                <a:extLst>
                  <a:ext uri="{FF2B5EF4-FFF2-40B4-BE49-F238E27FC236}">
                    <a16:creationId xmlns:a16="http://schemas.microsoft.com/office/drawing/2014/main" id="{13034975-EEBA-DF67-8E9F-2E291CDF20FC}"/>
                  </a:ext>
                </a:extLst>
              </p:cNvPr>
              <p:cNvSpPr/>
              <p:nvPr/>
            </p:nvSpPr>
            <p:spPr>
              <a:xfrm>
                <a:off x="541580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g253">
                <a:extLst>
                  <a:ext uri="{FF2B5EF4-FFF2-40B4-BE49-F238E27FC236}">
                    <a16:creationId xmlns:a16="http://schemas.microsoft.com/office/drawing/2014/main" id="{C71462D0-C9AE-BED7-E9EE-67D1BCB79258}"/>
                  </a:ext>
                </a:extLst>
              </p:cNvPr>
              <p:cNvSpPr/>
              <p:nvPr/>
            </p:nvSpPr>
            <p:spPr>
              <a:xfrm>
                <a:off x="542744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g254">
                <a:extLst>
                  <a:ext uri="{FF2B5EF4-FFF2-40B4-BE49-F238E27FC236}">
                    <a16:creationId xmlns:a16="http://schemas.microsoft.com/office/drawing/2014/main" id="{2DE42EE1-ECFB-C87F-0497-E0CBB986C2F3}"/>
                  </a:ext>
                </a:extLst>
              </p:cNvPr>
              <p:cNvSpPr/>
              <p:nvPr/>
            </p:nvSpPr>
            <p:spPr>
              <a:xfrm>
                <a:off x="617222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g255">
                <a:extLst>
                  <a:ext uri="{FF2B5EF4-FFF2-40B4-BE49-F238E27FC236}">
                    <a16:creationId xmlns:a16="http://schemas.microsoft.com/office/drawing/2014/main" id="{BFF2FDA2-79DF-EC2E-9C16-B7A0ACD65E1D}"/>
                  </a:ext>
                </a:extLst>
              </p:cNvPr>
              <p:cNvSpPr/>
              <p:nvPr/>
            </p:nvSpPr>
            <p:spPr>
              <a:xfrm>
                <a:off x="618386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g256">
                <a:extLst>
                  <a:ext uri="{FF2B5EF4-FFF2-40B4-BE49-F238E27FC236}">
                    <a16:creationId xmlns:a16="http://schemas.microsoft.com/office/drawing/2014/main" id="{7E15B1DC-6A35-441A-0550-BA81E02F05DE}"/>
                  </a:ext>
                </a:extLst>
              </p:cNvPr>
              <p:cNvSpPr/>
              <p:nvPr/>
            </p:nvSpPr>
            <p:spPr>
              <a:xfrm>
                <a:off x="619550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g257">
                <a:extLst>
                  <a:ext uri="{FF2B5EF4-FFF2-40B4-BE49-F238E27FC236}">
                    <a16:creationId xmlns:a16="http://schemas.microsoft.com/office/drawing/2014/main" id="{69728C76-130C-F160-8594-C5F31A3FD2F7}"/>
                  </a:ext>
                </a:extLst>
              </p:cNvPr>
              <p:cNvSpPr/>
              <p:nvPr/>
            </p:nvSpPr>
            <p:spPr>
              <a:xfrm>
                <a:off x="620714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g258">
                <a:extLst>
                  <a:ext uri="{FF2B5EF4-FFF2-40B4-BE49-F238E27FC236}">
                    <a16:creationId xmlns:a16="http://schemas.microsoft.com/office/drawing/2014/main" id="{EE702B97-7744-2473-CE73-41EA5C3FB589}"/>
                  </a:ext>
                </a:extLst>
              </p:cNvPr>
              <p:cNvSpPr/>
              <p:nvPr/>
            </p:nvSpPr>
            <p:spPr>
              <a:xfrm>
                <a:off x="621877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g259">
                <a:extLst>
                  <a:ext uri="{FF2B5EF4-FFF2-40B4-BE49-F238E27FC236}">
                    <a16:creationId xmlns:a16="http://schemas.microsoft.com/office/drawing/2014/main" id="{8F6BE647-038A-7B55-B796-CA0677ACD4C4}"/>
                  </a:ext>
                </a:extLst>
              </p:cNvPr>
              <p:cNvSpPr/>
              <p:nvPr/>
            </p:nvSpPr>
            <p:spPr>
              <a:xfrm>
                <a:off x="623041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6AA">
                  <a:alpha val="100000"/>
                </a:srgbClr>
              </a:solidFill>
              <a:ln w="5420" cap="flat">
                <a:solidFill>
                  <a:srgbClr val="42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g260">
                <a:extLst>
                  <a:ext uri="{FF2B5EF4-FFF2-40B4-BE49-F238E27FC236}">
                    <a16:creationId xmlns:a16="http://schemas.microsoft.com/office/drawing/2014/main" id="{053A5090-C39B-CF97-5E11-C53AB1C1AB43}"/>
                  </a:ext>
                </a:extLst>
              </p:cNvPr>
              <p:cNvSpPr/>
              <p:nvPr/>
            </p:nvSpPr>
            <p:spPr>
              <a:xfrm>
                <a:off x="624205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g261">
                <a:extLst>
                  <a:ext uri="{FF2B5EF4-FFF2-40B4-BE49-F238E27FC236}">
                    <a16:creationId xmlns:a16="http://schemas.microsoft.com/office/drawing/2014/main" id="{C84786A0-5237-496B-3463-B25DEB8E5F40}"/>
                  </a:ext>
                </a:extLst>
              </p:cNvPr>
              <p:cNvSpPr/>
              <p:nvPr/>
            </p:nvSpPr>
            <p:spPr>
              <a:xfrm>
                <a:off x="625369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g262">
                <a:extLst>
                  <a:ext uri="{FF2B5EF4-FFF2-40B4-BE49-F238E27FC236}">
                    <a16:creationId xmlns:a16="http://schemas.microsoft.com/office/drawing/2014/main" id="{670FDEE7-09E0-CD49-1CBC-BD721920E75A}"/>
                  </a:ext>
                </a:extLst>
              </p:cNvPr>
              <p:cNvSpPr/>
              <p:nvPr/>
            </p:nvSpPr>
            <p:spPr>
              <a:xfrm>
                <a:off x="626532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g263">
                <a:extLst>
                  <a:ext uri="{FF2B5EF4-FFF2-40B4-BE49-F238E27FC236}">
                    <a16:creationId xmlns:a16="http://schemas.microsoft.com/office/drawing/2014/main" id="{C8BF9834-6F0C-7219-5815-CE525CCFEBA5}"/>
                  </a:ext>
                </a:extLst>
              </p:cNvPr>
              <p:cNvSpPr/>
              <p:nvPr/>
            </p:nvSpPr>
            <p:spPr>
              <a:xfrm>
                <a:off x="6276965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g264">
                <a:extLst>
                  <a:ext uri="{FF2B5EF4-FFF2-40B4-BE49-F238E27FC236}">
                    <a16:creationId xmlns:a16="http://schemas.microsoft.com/office/drawing/2014/main" id="{EDAA8CC8-3016-37A6-FF99-352630275B2D}"/>
                  </a:ext>
                </a:extLst>
              </p:cNvPr>
              <p:cNvSpPr/>
              <p:nvPr/>
            </p:nvSpPr>
            <p:spPr>
              <a:xfrm>
                <a:off x="6288602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g265">
                <a:extLst>
                  <a:ext uri="{FF2B5EF4-FFF2-40B4-BE49-F238E27FC236}">
                    <a16:creationId xmlns:a16="http://schemas.microsoft.com/office/drawing/2014/main" id="{7F75CE77-CDFF-E032-7F20-46DC0D0F02C0}"/>
                  </a:ext>
                </a:extLst>
              </p:cNvPr>
              <p:cNvSpPr/>
              <p:nvPr/>
            </p:nvSpPr>
            <p:spPr>
              <a:xfrm>
                <a:off x="630024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g266">
                <a:extLst>
                  <a:ext uri="{FF2B5EF4-FFF2-40B4-BE49-F238E27FC236}">
                    <a16:creationId xmlns:a16="http://schemas.microsoft.com/office/drawing/2014/main" id="{FEB3C5E0-34A0-AA43-9BA9-C486ACB5EEF4}"/>
                  </a:ext>
                </a:extLst>
              </p:cNvPr>
              <p:cNvSpPr/>
              <p:nvPr/>
            </p:nvSpPr>
            <p:spPr>
              <a:xfrm>
                <a:off x="6311877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g267">
                <a:extLst>
                  <a:ext uri="{FF2B5EF4-FFF2-40B4-BE49-F238E27FC236}">
                    <a16:creationId xmlns:a16="http://schemas.microsoft.com/office/drawing/2014/main" id="{F183E3BA-33A1-AE71-E58B-C6249A75D1F3}"/>
                  </a:ext>
                </a:extLst>
              </p:cNvPr>
              <p:cNvSpPr/>
              <p:nvPr/>
            </p:nvSpPr>
            <p:spPr>
              <a:xfrm>
                <a:off x="632351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g268">
                <a:extLst>
                  <a:ext uri="{FF2B5EF4-FFF2-40B4-BE49-F238E27FC236}">
                    <a16:creationId xmlns:a16="http://schemas.microsoft.com/office/drawing/2014/main" id="{F47E2D03-D0F4-49C2-D1A6-FB039745AC6C}"/>
                  </a:ext>
                </a:extLst>
              </p:cNvPr>
              <p:cNvSpPr/>
              <p:nvPr/>
            </p:nvSpPr>
            <p:spPr>
              <a:xfrm>
                <a:off x="529942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g269">
                <a:extLst>
                  <a:ext uri="{FF2B5EF4-FFF2-40B4-BE49-F238E27FC236}">
                    <a16:creationId xmlns:a16="http://schemas.microsoft.com/office/drawing/2014/main" id="{1B9A5ED6-1F09-8396-21FF-227315A46D6E}"/>
                  </a:ext>
                </a:extLst>
              </p:cNvPr>
              <p:cNvSpPr/>
              <p:nvPr/>
            </p:nvSpPr>
            <p:spPr>
              <a:xfrm>
                <a:off x="5311067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g270">
                <a:extLst>
                  <a:ext uri="{FF2B5EF4-FFF2-40B4-BE49-F238E27FC236}">
                    <a16:creationId xmlns:a16="http://schemas.microsoft.com/office/drawing/2014/main" id="{72831CCB-2C8D-A73F-8410-68A4A617E5E6}"/>
                  </a:ext>
                </a:extLst>
              </p:cNvPr>
              <p:cNvSpPr/>
              <p:nvPr/>
            </p:nvSpPr>
            <p:spPr>
              <a:xfrm>
                <a:off x="532270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g271">
                <a:extLst>
                  <a:ext uri="{FF2B5EF4-FFF2-40B4-BE49-F238E27FC236}">
                    <a16:creationId xmlns:a16="http://schemas.microsoft.com/office/drawing/2014/main" id="{4DF2895F-53DD-5F26-4E2D-96475EF1628E}"/>
                  </a:ext>
                </a:extLst>
              </p:cNvPr>
              <p:cNvSpPr/>
              <p:nvPr/>
            </p:nvSpPr>
            <p:spPr>
              <a:xfrm>
                <a:off x="533434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g272">
                <a:extLst>
                  <a:ext uri="{FF2B5EF4-FFF2-40B4-BE49-F238E27FC236}">
                    <a16:creationId xmlns:a16="http://schemas.microsoft.com/office/drawing/2014/main" id="{EAD7003F-B3F6-CC9A-4FDA-DFCDDC16960F}"/>
                  </a:ext>
                </a:extLst>
              </p:cNvPr>
              <p:cNvSpPr/>
              <p:nvPr/>
            </p:nvSpPr>
            <p:spPr>
              <a:xfrm>
                <a:off x="534597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g273">
                <a:extLst>
                  <a:ext uri="{FF2B5EF4-FFF2-40B4-BE49-F238E27FC236}">
                    <a16:creationId xmlns:a16="http://schemas.microsoft.com/office/drawing/2014/main" id="{AB251DA0-4D54-81AC-8FFC-33CE0FF4076F}"/>
                  </a:ext>
                </a:extLst>
              </p:cNvPr>
              <p:cNvSpPr/>
              <p:nvPr/>
            </p:nvSpPr>
            <p:spPr>
              <a:xfrm>
                <a:off x="535761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g274">
                <a:extLst>
                  <a:ext uri="{FF2B5EF4-FFF2-40B4-BE49-F238E27FC236}">
                    <a16:creationId xmlns:a16="http://schemas.microsoft.com/office/drawing/2014/main" id="{78ED9F6A-2EBE-2691-9BD0-099F9F3CC61F}"/>
                  </a:ext>
                </a:extLst>
              </p:cNvPr>
              <p:cNvSpPr/>
              <p:nvPr/>
            </p:nvSpPr>
            <p:spPr>
              <a:xfrm>
                <a:off x="536925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g275">
                <a:extLst>
                  <a:ext uri="{FF2B5EF4-FFF2-40B4-BE49-F238E27FC236}">
                    <a16:creationId xmlns:a16="http://schemas.microsoft.com/office/drawing/2014/main" id="{9ACB2638-8274-B1E2-38E0-FB00617542BB}"/>
                  </a:ext>
                </a:extLst>
              </p:cNvPr>
              <p:cNvSpPr/>
              <p:nvPr/>
            </p:nvSpPr>
            <p:spPr>
              <a:xfrm>
                <a:off x="538089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g276">
                <a:extLst>
                  <a:ext uri="{FF2B5EF4-FFF2-40B4-BE49-F238E27FC236}">
                    <a16:creationId xmlns:a16="http://schemas.microsoft.com/office/drawing/2014/main" id="{80250820-84F5-06DC-6FCA-3B060A347C77}"/>
                  </a:ext>
                </a:extLst>
              </p:cNvPr>
              <p:cNvSpPr/>
              <p:nvPr/>
            </p:nvSpPr>
            <p:spPr>
              <a:xfrm>
                <a:off x="539252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g277">
                <a:extLst>
                  <a:ext uri="{FF2B5EF4-FFF2-40B4-BE49-F238E27FC236}">
                    <a16:creationId xmlns:a16="http://schemas.microsoft.com/office/drawing/2014/main" id="{4678D2D6-BCE3-E2BC-00F2-C01CA0B4ECED}"/>
                  </a:ext>
                </a:extLst>
              </p:cNvPr>
              <p:cNvSpPr/>
              <p:nvPr/>
            </p:nvSpPr>
            <p:spPr>
              <a:xfrm>
                <a:off x="540416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g278">
                <a:extLst>
                  <a:ext uri="{FF2B5EF4-FFF2-40B4-BE49-F238E27FC236}">
                    <a16:creationId xmlns:a16="http://schemas.microsoft.com/office/drawing/2014/main" id="{B4E7DED0-4718-A3C1-2203-E5EAE055A21E}"/>
                  </a:ext>
                </a:extLst>
              </p:cNvPr>
              <p:cNvSpPr/>
              <p:nvPr/>
            </p:nvSpPr>
            <p:spPr>
              <a:xfrm>
                <a:off x="541580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g279">
                <a:extLst>
                  <a:ext uri="{FF2B5EF4-FFF2-40B4-BE49-F238E27FC236}">
                    <a16:creationId xmlns:a16="http://schemas.microsoft.com/office/drawing/2014/main" id="{E2A76ACE-0378-926E-D252-CF2627C00EA7}"/>
                  </a:ext>
                </a:extLst>
              </p:cNvPr>
              <p:cNvSpPr/>
              <p:nvPr/>
            </p:nvSpPr>
            <p:spPr>
              <a:xfrm>
                <a:off x="542744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g280">
                <a:extLst>
                  <a:ext uri="{FF2B5EF4-FFF2-40B4-BE49-F238E27FC236}">
                    <a16:creationId xmlns:a16="http://schemas.microsoft.com/office/drawing/2014/main" id="{28BAC607-F98E-7824-9350-EC9D3D82BEED}"/>
                  </a:ext>
                </a:extLst>
              </p:cNvPr>
              <p:cNvSpPr/>
              <p:nvPr/>
            </p:nvSpPr>
            <p:spPr>
              <a:xfrm>
                <a:off x="607913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7AA">
                  <a:alpha val="100000"/>
                </a:srgbClr>
              </a:solidFill>
              <a:ln w="5420" cap="flat">
                <a:solidFill>
                  <a:srgbClr val="43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g281">
                <a:extLst>
                  <a:ext uri="{FF2B5EF4-FFF2-40B4-BE49-F238E27FC236}">
                    <a16:creationId xmlns:a16="http://schemas.microsoft.com/office/drawing/2014/main" id="{9C657828-9A20-0152-F7D8-F17B71EF5C27}"/>
                  </a:ext>
                </a:extLst>
              </p:cNvPr>
              <p:cNvSpPr/>
              <p:nvPr/>
            </p:nvSpPr>
            <p:spPr>
              <a:xfrm>
                <a:off x="609076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g282">
                <a:extLst>
                  <a:ext uri="{FF2B5EF4-FFF2-40B4-BE49-F238E27FC236}">
                    <a16:creationId xmlns:a16="http://schemas.microsoft.com/office/drawing/2014/main" id="{3296D14A-B9F7-71E0-BD23-42E1858D4D7C}"/>
                  </a:ext>
                </a:extLst>
              </p:cNvPr>
              <p:cNvSpPr/>
              <p:nvPr/>
            </p:nvSpPr>
            <p:spPr>
              <a:xfrm>
                <a:off x="610240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g283">
                <a:extLst>
                  <a:ext uri="{FF2B5EF4-FFF2-40B4-BE49-F238E27FC236}">
                    <a16:creationId xmlns:a16="http://schemas.microsoft.com/office/drawing/2014/main" id="{9301E614-3B6C-0A3C-58F7-917C4F332952}"/>
                  </a:ext>
                </a:extLst>
              </p:cNvPr>
              <p:cNvSpPr/>
              <p:nvPr/>
            </p:nvSpPr>
            <p:spPr>
              <a:xfrm>
                <a:off x="611404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g284">
                <a:extLst>
                  <a:ext uri="{FF2B5EF4-FFF2-40B4-BE49-F238E27FC236}">
                    <a16:creationId xmlns:a16="http://schemas.microsoft.com/office/drawing/2014/main" id="{1FDC47E2-6A65-BC01-D4DC-B4D7701BAF8C}"/>
                  </a:ext>
                </a:extLst>
              </p:cNvPr>
              <p:cNvSpPr/>
              <p:nvPr/>
            </p:nvSpPr>
            <p:spPr>
              <a:xfrm>
                <a:off x="614895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g285">
                <a:extLst>
                  <a:ext uri="{FF2B5EF4-FFF2-40B4-BE49-F238E27FC236}">
                    <a16:creationId xmlns:a16="http://schemas.microsoft.com/office/drawing/2014/main" id="{ACCB5DEE-1B42-270D-5710-FD3199D92738}"/>
                  </a:ext>
                </a:extLst>
              </p:cNvPr>
              <p:cNvSpPr/>
              <p:nvPr/>
            </p:nvSpPr>
            <p:spPr>
              <a:xfrm>
                <a:off x="616059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g286">
                <a:extLst>
                  <a:ext uri="{FF2B5EF4-FFF2-40B4-BE49-F238E27FC236}">
                    <a16:creationId xmlns:a16="http://schemas.microsoft.com/office/drawing/2014/main" id="{3D541D07-803C-5B90-3FAC-6B7287A7D462}"/>
                  </a:ext>
                </a:extLst>
              </p:cNvPr>
              <p:cNvSpPr/>
              <p:nvPr/>
            </p:nvSpPr>
            <p:spPr>
              <a:xfrm>
                <a:off x="617222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g287">
                <a:extLst>
                  <a:ext uri="{FF2B5EF4-FFF2-40B4-BE49-F238E27FC236}">
                    <a16:creationId xmlns:a16="http://schemas.microsoft.com/office/drawing/2014/main" id="{8C4727C3-927F-8DC7-DF6D-BE52C20FF970}"/>
                  </a:ext>
                </a:extLst>
              </p:cNvPr>
              <p:cNvSpPr/>
              <p:nvPr/>
            </p:nvSpPr>
            <p:spPr>
              <a:xfrm>
                <a:off x="618386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g288">
                <a:extLst>
                  <a:ext uri="{FF2B5EF4-FFF2-40B4-BE49-F238E27FC236}">
                    <a16:creationId xmlns:a16="http://schemas.microsoft.com/office/drawing/2014/main" id="{AE4290A0-FC97-F1EF-EE03-C0B03900DE83}"/>
                  </a:ext>
                </a:extLst>
              </p:cNvPr>
              <p:cNvSpPr/>
              <p:nvPr/>
            </p:nvSpPr>
            <p:spPr>
              <a:xfrm>
                <a:off x="619550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g289">
                <a:extLst>
                  <a:ext uri="{FF2B5EF4-FFF2-40B4-BE49-F238E27FC236}">
                    <a16:creationId xmlns:a16="http://schemas.microsoft.com/office/drawing/2014/main" id="{D988A0BB-BD62-7AD5-3914-0E1E4D9CD15D}"/>
                  </a:ext>
                </a:extLst>
              </p:cNvPr>
              <p:cNvSpPr/>
              <p:nvPr/>
            </p:nvSpPr>
            <p:spPr>
              <a:xfrm>
                <a:off x="620714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g290">
                <a:extLst>
                  <a:ext uri="{FF2B5EF4-FFF2-40B4-BE49-F238E27FC236}">
                    <a16:creationId xmlns:a16="http://schemas.microsoft.com/office/drawing/2014/main" id="{91D6FCD8-1025-50C5-0A32-5763D1509508}"/>
                  </a:ext>
                </a:extLst>
              </p:cNvPr>
              <p:cNvSpPr/>
              <p:nvPr/>
            </p:nvSpPr>
            <p:spPr>
              <a:xfrm>
                <a:off x="621877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g291">
                <a:extLst>
                  <a:ext uri="{FF2B5EF4-FFF2-40B4-BE49-F238E27FC236}">
                    <a16:creationId xmlns:a16="http://schemas.microsoft.com/office/drawing/2014/main" id="{B554D474-84E3-017E-2A80-472841C19AE6}"/>
                  </a:ext>
                </a:extLst>
              </p:cNvPr>
              <p:cNvSpPr/>
              <p:nvPr/>
            </p:nvSpPr>
            <p:spPr>
              <a:xfrm>
                <a:off x="623041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g292">
                <a:extLst>
                  <a:ext uri="{FF2B5EF4-FFF2-40B4-BE49-F238E27FC236}">
                    <a16:creationId xmlns:a16="http://schemas.microsoft.com/office/drawing/2014/main" id="{09BC50A9-F52D-7B46-5CBE-50DF254ABDCE}"/>
                  </a:ext>
                </a:extLst>
              </p:cNvPr>
              <p:cNvSpPr/>
              <p:nvPr/>
            </p:nvSpPr>
            <p:spPr>
              <a:xfrm>
                <a:off x="624205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g293">
                <a:extLst>
                  <a:ext uri="{FF2B5EF4-FFF2-40B4-BE49-F238E27FC236}">
                    <a16:creationId xmlns:a16="http://schemas.microsoft.com/office/drawing/2014/main" id="{A091BD5E-6590-5910-DB40-0F35758A2DDC}"/>
                  </a:ext>
                </a:extLst>
              </p:cNvPr>
              <p:cNvSpPr/>
              <p:nvPr/>
            </p:nvSpPr>
            <p:spPr>
              <a:xfrm>
                <a:off x="625369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g294">
                <a:extLst>
                  <a:ext uri="{FF2B5EF4-FFF2-40B4-BE49-F238E27FC236}">
                    <a16:creationId xmlns:a16="http://schemas.microsoft.com/office/drawing/2014/main" id="{2CC845BA-54AC-7806-393C-4F6C298A5171}"/>
                  </a:ext>
                </a:extLst>
              </p:cNvPr>
              <p:cNvSpPr/>
              <p:nvPr/>
            </p:nvSpPr>
            <p:spPr>
              <a:xfrm>
                <a:off x="626532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g295">
                <a:extLst>
                  <a:ext uri="{FF2B5EF4-FFF2-40B4-BE49-F238E27FC236}">
                    <a16:creationId xmlns:a16="http://schemas.microsoft.com/office/drawing/2014/main" id="{1A1D0AC1-0840-0BA8-0666-844F017D913D}"/>
                  </a:ext>
                </a:extLst>
              </p:cNvPr>
              <p:cNvSpPr/>
              <p:nvPr/>
            </p:nvSpPr>
            <p:spPr>
              <a:xfrm>
                <a:off x="627696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g296">
                <a:extLst>
                  <a:ext uri="{FF2B5EF4-FFF2-40B4-BE49-F238E27FC236}">
                    <a16:creationId xmlns:a16="http://schemas.microsoft.com/office/drawing/2014/main" id="{9057A64D-B86E-A4E2-61AC-B9D68F25E1F6}"/>
                  </a:ext>
                </a:extLst>
              </p:cNvPr>
              <p:cNvSpPr/>
              <p:nvPr/>
            </p:nvSpPr>
            <p:spPr>
              <a:xfrm>
                <a:off x="628860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g297">
                <a:extLst>
                  <a:ext uri="{FF2B5EF4-FFF2-40B4-BE49-F238E27FC236}">
                    <a16:creationId xmlns:a16="http://schemas.microsoft.com/office/drawing/2014/main" id="{1F7798A5-C742-38DB-29B6-9678DEC1ED5F}"/>
                  </a:ext>
                </a:extLst>
              </p:cNvPr>
              <p:cNvSpPr/>
              <p:nvPr/>
            </p:nvSpPr>
            <p:spPr>
              <a:xfrm>
                <a:off x="630024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g298">
                <a:extLst>
                  <a:ext uri="{FF2B5EF4-FFF2-40B4-BE49-F238E27FC236}">
                    <a16:creationId xmlns:a16="http://schemas.microsoft.com/office/drawing/2014/main" id="{9FE66737-E6DC-914D-CD59-43709B596E27}"/>
                  </a:ext>
                </a:extLst>
              </p:cNvPr>
              <p:cNvSpPr/>
              <p:nvPr/>
            </p:nvSpPr>
            <p:spPr>
              <a:xfrm>
                <a:off x="6311877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g299">
                <a:extLst>
                  <a:ext uri="{FF2B5EF4-FFF2-40B4-BE49-F238E27FC236}">
                    <a16:creationId xmlns:a16="http://schemas.microsoft.com/office/drawing/2014/main" id="{9DE45EFD-C757-BB42-1408-2FCE13360B86}"/>
                  </a:ext>
                </a:extLst>
              </p:cNvPr>
              <p:cNvSpPr/>
              <p:nvPr/>
            </p:nvSpPr>
            <p:spPr>
              <a:xfrm>
                <a:off x="632351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6AA">
                  <a:alpha val="100000"/>
                </a:srgbClr>
              </a:solidFill>
              <a:ln w="5420" cap="flat">
                <a:solidFill>
                  <a:srgbClr val="42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g300">
                <a:extLst>
                  <a:ext uri="{FF2B5EF4-FFF2-40B4-BE49-F238E27FC236}">
                    <a16:creationId xmlns:a16="http://schemas.microsoft.com/office/drawing/2014/main" id="{4BA73789-A554-EC34-FA19-4984579D9441}"/>
                  </a:ext>
                </a:extLst>
              </p:cNvPr>
              <p:cNvSpPr/>
              <p:nvPr/>
            </p:nvSpPr>
            <p:spPr>
              <a:xfrm>
                <a:off x="528779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g301">
                <a:extLst>
                  <a:ext uri="{FF2B5EF4-FFF2-40B4-BE49-F238E27FC236}">
                    <a16:creationId xmlns:a16="http://schemas.microsoft.com/office/drawing/2014/main" id="{62A23584-23C0-4437-6618-BD0F40BD0E1E}"/>
                  </a:ext>
                </a:extLst>
              </p:cNvPr>
              <p:cNvSpPr/>
              <p:nvPr/>
            </p:nvSpPr>
            <p:spPr>
              <a:xfrm>
                <a:off x="529942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g302">
                <a:extLst>
                  <a:ext uri="{FF2B5EF4-FFF2-40B4-BE49-F238E27FC236}">
                    <a16:creationId xmlns:a16="http://schemas.microsoft.com/office/drawing/2014/main" id="{3812563A-5583-85CE-EA4F-5F567B83269E}"/>
                  </a:ext>
                </a:extLst>
              </p:cNvPr>
              <p:cNvSpPr/>
              <p:nvPr/>
            </p:nvSpPr>
            <p:spPr>
              <a:xfrm>
                <a:off x="531106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g303">
                <a:extLst>
                  <a:ext uri="{FF2B5EF4-FFF2-40B4-BE49-F238E27FC236}">
                    <a16:creationId xmlns:a16="http://schemas.microsoft.com/office/drawing/2014/main" id="{5A907A98-141A-10CC-CFF2-004E8744427E}"/>
                  </a:ext>
                </a:extLst>
              </p:cNvPr>
              <p:cNvSpPr/>
              <p:nvPr/>
            </p:nvSpPr>
            <p:spPr>
              <a:xfrm>
                <a:off x="532270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g304">
                <a:extLst>
                  <a:ext uri="{FF2B5EF4-FFF2-40B4-BE49-F238E27FC236}">
                    <a16:creationId xmlns:a16="http://schemas.microsoft.com/office/drawing/2014/main" id="{2D97D8C4-0991-95D9-E502-00D292EC01A7}"/>
                  </a:ext>
                </a:extLst>
              </p:cNvPr>
              <p:cNvSpPr/>
              <p:nvPr/>
            </p:nvSpPr>
            <p:spPr>
              <a:xfrm>
                <a:off x="533434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g305">
                <a:extLst>
                  <a:ext uri="{FF2B5EF4-FFF2-40B4-BE49-F238E27FC236}">
                    <a16:creationId xmlns:a16="http://schemas.microsoft.com/office/drawing/2014/main" id="{3A67D390-774E-BF6D-2046-8DFF13CF29B7}"/>
                  </a:ext>
                </a:extLst>
              </p:cNvPr>
              <p:cNvSpPr/>
              <p:nvPr/>
            </p:nvSpPr>
            <p:spPr>
              <a:xfrm>
                <a:off x="534597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g306">
                <a:extLst>
                  <a:ext uri="{FF2B5EF4-FFF2-40B4-BE49-F238E27FC236}">
                    <a16:creationId xmlns:a16="http://schemas.microsoft.com/office/drawing/2014/main" id="{6A1F608D-C988-CC4A-F6AA-AD25C0E6AF38}"/>
                  </a:ext>
                </a:extLst>
              </p:cNvPr>
              <p:cNvSpPr/>
              <p:nvPr/>
            </p:nvSpPr>
            <p:spPr>
              <a:xfrm>
                <a:off x="535761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g307">
                <a:extLst>
                  <a:ext uri="{FF2B5EF4-FFF2-40B4-BE49-F238E27FC236}">
                    <a16:creationId xmlns:a16="http://schemas.microsoft.com/office/drawing/2014/main" id="{B26A8CA4-4D86-D4E4-D68A-3D445D140C13}"/>
                  </a:ext>
                </a:extLst>
              </p:cNvPr>
              <p:cNvSpPr/>
              <p:nvPr/>
            </p:nvSpPr>
            <p:spPr>
              <a:xfrm>
                <a:off x="536925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g308">
                <a:extLst>
                  <a:ext uri="{FF2B5EF4-FFF2-40B4-BE49-F238E27FC236}">
                    <a16:creationId xmlns:a16="http://schemas.microsoft.com/office/drawing/2014/main" id="{8FBCBC26-046B-2D32-E21C-9CA8954C24FC}"/>
                  </a:ext>
                </a:extLst>
              </p:cNvPr>
              <p:cNvSpPr/>
              <p:nvPr/>
            </p:nvSpPr>
            <p:spPr>
              <a:xfrm>
                <a:off x="538089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g309">
                <a:extLst>
                  <a:ext uri="{FF2B5EF4-FFF2-40B4-BE49-F238E27FC236}">
                    <a16:creationId xmlns:a16="http://schemas.microsoft.com/office/drawing/2014/main" id="{357DCD14-D02C-C129-0648-9D270D47727C}"/>
                  </a:ext>
                </a:extLst>
              </p:cNvPr>
              <p:cNvSpPr/>
              <p:nvPr/>
            </p:nvSpPr>
            <p:spPr>
              <a:xfrm>
                <a:off x="539252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g310">
                <a:extLst>
                  <a:ext uri="{FF2B5EF4-FFF2-40B4-BE49-F238E27FC236}">
                    <a16:creationId xmlns:a16="http://schemas.microsoft.com/office/drawing/2014/main" id="{879B4F02-EE47-4C5A-9E9D-749113290BBB}"/>
                  </a:ext>
                </a:extLst>
              </p:cNvPr>
              <p:cNvSpPr/>
              <p:nvPr/>
            </p:nvSpPr>
            <p:spPr>
              <a:xfrm>
                <a:off x="540416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g311">
                <a:extLst>
                  <a:ext uri="{FF2B5EF4-FFF2-40B4-BE49-F238E27FC236}">
                    <a16:creationId xmlns:a16="http://schemas.microsoft.com/office/drawing/2014/main" id="{69882375-27AD-DCB3-B5F1-E962036A7A1B}"/>
                  </a:ext>
                </a:extLst>
              </p:cNvPr>
              <p:cNvSpPr/>
              <p:nvPr/>
            </p:nvSpPr>
            <p:spPr>
              <a:xfrm>
                <a:off x="541580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g312">
                <a:extLst>
                  <a:ext uri="{FF2B5EF4-FFF2-40B4-BE49-F238E27FC236}">
                    <a16:creationId xmlns:a16="http://schemas.microsoft.com/office/drawing/2014/main" id="{54FC9CF8-B69B-0013-3872-1D30BB9CAC0B}"/>
                  </a:ext>
                </a:extLst>
              </p:cNvPr>
              <p:cNvSpPr/>
              <p:nvPr/>
            </p:nvSpPr>
            <p:spPr>
              <a:xfrm>
                <a:off x="606749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g313">
                <a:extLst>
                  <a:ext uri="{FF2B5EF4-FFF2-40B4-BE49-F238E27FC236}">
                    <a16:creationId xmlns:a16="http://schemas.microsoft.com/office/drawing/2014/main" id="{228E45EA-EFD2-621D-F637-6A7B59089508}"/>
                  </a:ext>
                </a:extLst>
              </p:cNvPr>
              <p:cNvSpPr/>
              <p:nvPr/>
            </p:nvSpPr>
            <p:spPr>
              <a:xfrm>
                <a:off x="607913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g314">
                <a:extLst>
                  <a:ext uri="{FF2B5EF4-FFF2-40B4-BE49-F238E27FC236}">
                    <a16:creationId xmlns:a16="http://schemas.microsoft.com/office/drawing/2014/main" id="{74C10B06-C0FA-D5E2-6633-5624BDF118FB}"/>
                  </a:ext>
                </a:extLst>
              </p:cNvPr>
              <p:cNvSpPr/>
              <p:nvPr/>
            </p:nvSpPr>
            <p:spPr>
              <a:xfrm>
                <a:off x="609076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g315">
                <a:extLst>
                  <a:ext uri="{FF2B5EF4-FFF2-40B4-BE49-F238E27FC236}">
                    <a16:creationId xmlns:a16="http://schemas.microsoft.com/office/drawing/2014/main" id="{B3CAA0EE-7469-BF16-4C89-CAC9C4633E84}"/>
                  </a:ext>
                </a:extLst>
              </p:cNvPr>
              <p:cNvSpPr/>
              <p:nvPr/>
            </p:nvSpPr>
            <p:spPr>
              <a:xfrm>
                <a:off x="610240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g316">
                <a:extLst>
                  <a:ext uri="{FF2B5EF4-FFF2-40B4-BE49-F238E27FC236}">
                    <a16:creationId xmlns:a16="http://schemas.microsoft.com/office/drawing/2014/main" id="{B2EF22B2-FF71-D830-0BF2-EFC0F74489A1}"/>
                  </a:ext>
                </a:extLst>
              </p:cNvPr>
              <p:cNvSpPr/>
              <p:nvPr/>
            </p:nvSpPr>
            <p:spPr>
              <a:xfrm>
                <a:off x="611404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g317">
                <a:extLst>
                  <a:ext uri="{FF2B5EF4-FFF2-40B4-BE49-F238E27FC236}">
                    <a16:creationId xmlns:a16="http://schemas.microsoft.com/office/drawing/2014/main" id="{952BF873-E339-AE95-425E-B329978B5E7A}"/>
                  </a:ext>
                </a:extLst>
              </p:cNvPr>
              <p:cNvSpPr/>
              <p:nvPr/>
            </p:nvSpPr>
            <p:spPr>
              <a:xfrm>
                <a:off x="612568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g318">
                <a:extLst>
                  <a:ext uri="{FF2B5EF4-FFF2-40B4-BE49-F238E27FC236}">
                    <a16:creationId xmlns:a16="http://schemas.microsoft.com/office/drawing/2014/main" id="{A4F290C4-E988-88BD-05C7-A7987EB87331}"/>
                  </a:ext>
                </a:extLst>
              </p:cNvPr>
              <p:cNvSpPr/>
              <p:nvPr/>
            </p:nvSpPr>
            <p:spPr>
              <a:xfrm>
                <a:off x="613731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g319">
                <a:extLst>
                  <a:ext uri="{FF2B5EF4-FFF2-40B4-BE49-F238E27FC236}">
                    <a16:creationId xmlns:a16="http://schemas.microsoft.com/office/drawing/2014/main" id="{31C34895-F613-D299-B4C0-37004ECB23F7}"/>
                  </a:ext>
                </a:extLst>
              </p:cNvPr>
              <p:cNvSpPr/>
              <p:nvPr/>
            </p:nvSpPr>
            <p:spPr>
              <a:xfrm>
                <a:off x="614895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g320">
                <a:extLst>
                  <a:ext uri="{FF2B5EF4-FFF2-40B4-BE49-F238E27FC236}">
                    <a16:creationId xmlns:a16="http://schemas.microsoft.com/office/drawing/2014/main" id="{8B88D902-2F3E-2EDB-9287-99CBEE275D9C}"/>
                  </a:ext>
                </a:extLst>
              </p:cNvPr>
              <p:cNvSpPr/>
              <p:nvPr/>
            </p:nvSpPr>
            <p:spPr>
              <a:xfrm>
                <a:off x="616059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g321">
                <a:extLst>
                  <a:ext uri="{FF2B5EF4-FFF2-40B4-BE49-F238E27FC236}">
                    <a16:creationId xmlns:a16="http://schemas.microsoft.com/office/drawing/2014/main" id="{67051718-BF8C-D978-7058-AD472094B27C}"/>
                  </a:ext>
                </a:extLst>
              </p:cNvPr>
              <p:cNvSpPr/>
              <p:nvPr/>
            </p:nvSpPr>
            <p:spPr>
              <a:xfrm>
                <a:off x="617222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g322">
                <a:extLst>
                  <a:ext uri="{FF2B5EF4-FFF2-40B4-BE49-F238E27FC236}">
                    <a16:creationId xmlns:a16="http://schemas.microsoft.com/office/drawing/2014/main" id="{98D4440C-B617-4AD4-3A06-744521EC2C9D}"/>
                  </a:ext>
                </a:extLst>
              </p:cNvPr>
              <p:cNvSpPr/>
              <p:nvPr/>
            </p:nvSpPr>
            <p:spPr>
              <a:xfrm>
                <a:off x="618386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g323">
                <a:extLst>
                  <a:ext uri="{FF2B5EF4-FFF2-40B4-BE49-F238E27FC236}">
                    <a16:creationId xmlns:a16="http://schemas.microsoft.com/office/drawing/2014/main" id="{476878BA-248F-51E7-DC70-605B4D2EA708}"/>
                  </a:ext>
                </a:extLst>
              </p:cNvPr>
              <p:cNvSpPr/>
              <p:nvPr/>
            </p:nvSpPr>
            <p:spPr>
              <a:xfrm>
                <a:off x="619550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g324">
                <a:extLst>
                  <a:ext uri="{FF2B5EF4-FFF2-40B4-BE49-F238E27FC236}">
                    <a16:creationId xmlns:a16="http://schemas.microsoft.com/office/drawing/2014/main" id="{20996D8E-D6EE-B659-E659-BE45E7CC08F1}"/>
                  </a:ext>
                </a:extLst>
              </p:cNvPr>
              <p:cNvSpPr/>
              <p:nvPr/>
            </p:nvSpPr>
            <p:spPr>
              <a:xfrm>
                <a:off x="620714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g325">
                <a:extLst>
                  <a:ext uri="{FF2B5EF4-FFF2-40B4-BE49-F238E27FC236}">
                    <a16:creationId xmlns:a16="http://schemas.microsoft.com/office/drawing/2014/main" id="{EF2F9186-6654-B6E8-BB33-AAC702F14FD1}"/>
                  </a:ext>
                </a:extLst>
              </p:cNvPr>
              <p:cNvSpPr/>
              <p:nvPr/>
            </p:nvSpPr>
            <p:spPr>
              <a:xfrm>
                <a:off x="621877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g326">
                <a:extLst>
                  <a:ext uri="{FF2B5EF4-FFF2-40B4-BE49-F238E27FC236}">
                    <a16:creationId xmlns:a16="http://schemas.microsoft.com/office/drawing/2014/main" id="{CED05422-CBEC-94DA-CA05-48361110EF27}"/>
                  </a:ext>
                </a:extLst>
              </p:cNvPr>
              <p:cNvSpPr/>
              <p:nvPr/>
            </p:nvSpPr>
            <p:spPr>
              <a:xfrm>
                <a:off x="623041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g327">
                <a:extLst>
                  <a:ext uri="{FF2B5EF4-FFF2-40B4-BE49-F238E27FC236}">
                    <a16:creationId xmlns:a16="http://schemas.microsoft.com/office/drawing/2014/main" id="{680EF868-A53E-40F1-B483-16FB0986F26D}"/>
                  </a:ext>
                </a:extLst>
              </p:cNvPr>
              <p:cNvSpPr/>
              <p:nvPr/>
            </p:nvSpPr>
            <p:spPr>
              <a:xfrm>
                <a:off x="624205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g328">
                <a:extLst>
                  <a:ext uri="{FF2B5EF4-FFF2-40B4-BE49-F238E27FC236}">
                    <a16:creationId xmlns:a16="http://schemas.microsoft.com/office/drawing/2014/main" id="{095B039B-BD2C-F18A-33E8-BE5F3784F4A8}"/>
                  </a:ext>
                </a:extLst>
              </p:cNvPr>
              <p:cNvSpPr/>
              <p:nvPr/>
            </p:nvSpPr>
            <p:spPr>
              <a:xfrm>
                <a:off x="625369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g329">
                <a:extLst>
                  <a:ext uri="{FF2B5EF4-FFF2-40B4-BE49-F238E27FC236}">
                    <a16:creationId xmlns:a16="http://schemas.microsoft.com/office/drawing/2014/main" id="{8B1FD17E-5346-1D1D-7E14-6E5CA862A8B8}"/>
                  </a:ext>
                </a:extLst>
              </p:cNvPr>
              <p:cNvSpPr/>
              <p:nvPr/>
            </p:nvSpPr>
            <p:spPr>
              <a:xfrm>
                <a:off x="626532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g330">
                <a:extLst>
                  <a:ext uri="{FF2B5EF4-FFF2-40B4-BE49-F238E27FC236}">
                    <a16:creationId xmlns:a16="http://schemas.microsoft.com/office/drawing/2014/main" id="{7DA2E78B-40C6-1962-B555-EE2B10BBA8AC}"/>
                  </a:ext>
                </a:extLst>
              </p:cNvPr>
              <p:cNvSpPr/>
              <p:nvPr/>
            </p:nvSpPr>
            <p:spPr>
              <a:xfrm>
                <a:off x="627696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g331">
                <a:extLst>
                  <a:ext uri="{FF2B5EF4-FFF2-40B4-BE49-F238E27FC236}">
                    <a16:creationId xmlns:a16="http://schemas.microsoft.com/office/drawing/2014/main" id="{6B0A5F98-A2A6-8933-06FD-3BF294C9E0E9}"/>
                  </a:ext>
                </a:extLst>
              </p:cNvPr>
              <p:cNvSpPr/>
              <p:nvPr/>
            </p:nvSpPr>
            <p:spPr>
              <a:xfrm>
                <a:off x="628860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g332">
                <a:extLst>
                  <a:ext uri="{FF2B5EF4-FFF2-40B4-BE49-F238E27FC236}">
                    <a16:creationId xmlns:a16="http://schemas.microsoft.com/office/drawing/2014/main" id="{11709D7F-89C0-919A-984F-EC9D5074B205}"/>
                  </a:ext>
                </a:extLst>
              </p:cNvPr>
              <p:cNvSpPr/>
              <p:nvPr/>
            </p:nvSpPr>
            <p:spPr>
              <a:xfrm>
                <a:off x="630024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g333">
                <a:extLst>
                  <a:ext uri="{FF2B5EF4-FFF2-40B4-BE49-F238E27FC236}">
                    <a16:creationId xmlns:a16="http://schemas.microsoft.com/office/drawing/2014/main" id="{770C8E98-42DA-DB60-B23A-9FD4542372F3}"/>
                  </a:ext>
                </a:extLst>
              </p:cNvPr>
              <p:cNvSpPr/>
              <p:nvPr/>
            </p:nvSpPr>
            <p:spPr>
              <a:xfrm>
                <a:off x="631187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g334">
                <a:extLst>
                  <a:ext uri="{FF2B5EF4-FFF2-40B4-BE49-F238E27FC236}">
                    <a16:creationId xmlns:a16="http://schemas.microsoft.com/office/drawing/2014/main" id="{C3849AF4-63E6-98F6-422E-1B94B8C2A9B9}"/>
                  </a:ext>
                </a:extLst>
              </p:cNvPr>
              <p:cNvSpPr/>
              <p:nvPr/>
            </p:nvSpPr>
            <p:spPr>
              <a:xfrm>
                <a:off x="632351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g335">
                <a:extLst>
                  <a:ext uri="{FF2B5EF4-FFF2-40B4-BE49-F238E27FC236}">
                    <a16:creationId xmlns:a16="http://schemas.microsoft.com/office/drawing/2014/main" id="{362F7DE4-A671-ABD4-D3C7-F4C081980EB8}"/>
                  </a:ext>
                </a:extLst>
              </p:cNvPr>
              <p:cNvSpPr/>
              <p:nvPr/>
            </p:nvSpPr>
            <p:spPr>
              <a:xfrm>
                <a:off x="526451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g336">
                <a:extLst>
                  <a:ext uri="{FF2B5EF4-FFF2-40B4-BE49-F238E27FC236}">
                    <a16:creationId xmlns:a16="http://schemas.microsoft.com/office/drawing/2014/main" id="{F26F9EAC-ABB2-1015-8892-3BE6109169EA}"/>
                  </a:ext>
                </a:extLst>
              </p:cNvPr>
              <p:cNvSpPr/>
              <p:nvPr/>
            </p:nvSpPr>
            <p:spPr>
              <a:xfrm>
                <a:off x="527615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g337">
                <a:extLst>
                  <a:ext uri="{FF2B5EF4-FFF2-40B4-BE49-F238E27FC236}">
                    <a16:creationId xmlns:a16="http://schemas.microsoft.com/office/drawing/2014/main" id="{8C8A516F-970A-547C-2185-CC9E5541A99A}"/>
                  </a:ext>
                </a:extLst>
              </p:cNvPr>
              <p:cNvSpPr/>
              <p:nvPr/>
            </p:nvSpPr>
            <p:spPr>
              <a:xfrm>
                <a:off x="528779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g338">
                <a:extLst>
                  <a:ext uri="{FF2B5EF4-FFF2-40B4-BE49-F238E27FC236}">
                    <a16:creationId xmlns:a16="http://schemas.microsoft.com/office/drawing/2014/main" id="{187847B9-3CE6-29BC-95CB-4C1DC053403D}"/>
                  </a:ext>
                </a:extLst>
              </p:cNvPr>
              <p:cNvSpPr/>
              <p:nvPr/>
            </p:nvSpPr>
            <p:spPr>
              <a:xfrm>
                <a:off x="529942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g339">
                <a:extLst>
                  <a:ext uri="{FF2B5EF4-FFF2-40B4-BE49-F238E27FC236}">
                    <a16:creationId xmlns:a16="http://schemas.microsoft.com/office/drawing/2014/main" id="{B0427346-69EC-3568-9105-E6B3E04FEBB4}"/>
                  </a:ext>
                </a:extLst>
              </p:cNvPr>
              <p:cNvSpPr/>
              <p:nvPr/>
            </p:nvSpPr>
            <p:spPr>
              <a:xfrm>
                <a:off x="531106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g340">
                <a:extLst>
                  <a:ext uri="{FF2B5EF4-FFF2-40B4-BE49-F238E27FC236}">
                    <a16:creationId xmlns:a16="http://schemas.microsoft.com/office/drawing/2014/main" id="{2C428A18-CF96-6171-7C3D-58C2DD23C0DC}"/>
                  </a:ext>
                </a:extLst>
              </p:cNvPr>
              <p:cNvSpPr/>
              <p:nvPr/>
            </p:nvSpPr>
            <p:spPr>
              <a:xfrm>
                <a:off x="532270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g341">
                <a:extLst>
                  <a:ext uri="{FF2B5EF4-FFF2-40B4-BE49-F238E27FC236}">
                    <a16:creationId xmlns:a16="http://schemas.microsoft.com/office/drawing/2014/main" id="{2D57A0F8-FC7D-470D-D881-717BEACAD5E8}"/>
                  </a:ext>
                </a:extLst>
              </p:cNvPr>
              <p:cNvSpPr/>
              <p:nvPr/>
            </p:nvSpPr>
            <p:spPr>
              <a:xfrm>
                <a:off x="533434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g342">
                <a:extLst>
                  <a:ext uri="{FF2B5EF4-FFF2-40B4-BE49-F238E27FC236}">
                    <a16:creationId xmlns:a16="http://schemas.microsoft.com/office/drawing/2014/main" id="{2E92C2CC-8F46-DAFB-E597-7ECDE71C57EB}"/>
                  </a:ext>
                </a:extLst>
              </p:cNvPr>
              <p:cNvSpPr/>
              <p:nvPr/>
            </p:nvSpPr>
            <p:spPr>
              <a:xfrm>
                <a:off x="534597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g343">
                <a:extLst>
                  <a:ext uri="{FF2B5EF4-FFF2-40B4-BE49-F238E27FC236}">
                    <a16:creationId xmlns:a16="http://schemas.microsoft.com/office/drawing/2014/main" id="{6A084462-E810-1576-EE3C-1F66EA6BD11A}"/>
                  </a:ext>
                </a:extLst>
              </p:cNvPr>
              <p:cNvSpPr/>
              <p:nvPr/>
            </p:nvSpPr>
            <p:spPr>
              <a:xfrm>
                <a:off x="535761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g344">
                <a:extLst>
                  <a:ext uri="{FF2B5EF4-FFF2-40B4-BE49-F238E27FC236}">
                    <a16:creationId xmlns:a16="http://schemas.microsoft.com/office/drawing/2014/main" id="{00A37DC2-B683-CD91-AC93-CC7CDE9CCF13}"/>
                  </a:ext>
                </a:extLst>
              </p:cNvPr>
              <p:cNvSpPr/>
              <p:nvPr/>
            </p:nvSpPr>
            <p:spPr>
              <a:xfrm>
                <a:off x="536925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g345">
                <a:extLst>
                  <a:ext uri="{FF2B5EF4-FFF2-40B4-BE49-F238E27FC236}">
                    <a16:creationId xmlns:a16="http://schemas.microsoft.com/office/drawing/2014/main" id="{3FBB44D7-8935-AE40-4AA0-3A122B416C60}"/>
                  </a:ext>
                </a:extLst>
              </p:cNvPr>
              <p:cNvSpPr/>
              <p:nvPr/>
            </p:nvSpPr>
            <p:spPr>
              <a:xfrm>
                <a:off x="538089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g346">
                <a:extLst>
                  <a:ext uri="{FF2B5EF4-FFF2-40B4-BE49-F238E27FC236}">
                    <a16:creationId xmlns:a16="http://schemas.microsoft.com/office/drawing/2014/main" id="{FD489EB5-8174-4723-25E7-9A523E435634}"/>
                  </a:ext>
                </a:extLst>
              </p:cNvPr>
              <p:cNvSpPr/>
              <p:nvPr/>
            </p:nvSpPr>
            <p:spPr>
              <a:xfrm>
                <a:off x="606749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g347">
                <a:extLst>
                  <a:ext uri="{FF2B5EF4-FFF2-40B4-BE49-F238E27FC236}">
                    <a16:creationId xmlns:a16="http://schemas.microsoft.com/office/drawing/2014/main" id="{BFB489A9-5487-4A3F-4592-E6AAE13F642A}"/>
                  </a:ext>
                </a:extLst>
              </p:cNvPr>
              <p:cNvSpPr/>
              <p:nvPr/>
            </p:nvSpPr>
            <p:spPr>
              <a:xfrm>
                <a:off x="607913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g348">
                <a:extLst>
                  <a:ext uri="{FF2B5EF4-FFF2-40B4-BE49-F238E27FC236}">
                    <a16:creationId xmlns:a16="http://schemas.microsoft.com/office/drawing/2014/main" id="{1654EC6A-08A3-453D-F81C-08399EFD5B0D}"/>
                  </a:ext>
                </a:extLst>
              </p:cNvPr>
              <p:cNvSpPr/>
              <p:nvPr/>
            </p:nvSpPr>
            <p:spPr>
              <a:xfrm>
                <a:off x="609076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g349">
                <a:extLst>
                  <a:ext uri="{FF2B5EF4-FFF2-40B4-BE49-F238E27FC236}">
                    <a16:creationId xmlns:a16="http://schemas.microsoft.com/office/drawing/2014/main" id="{CCE6088F-583C-D74F-4511-C60501C8AF8F}"/>
                  </a:ext>
                </a:extLst>
              </p:cNvPr>
              <p:cNvSpPr/>
              <p:nvPr/>
            </p:nvSpPr>
            <p:spPr>
              <a:xfrm>
                <a:off x="610240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g350">
                <a:extLst>
                  <a:ext uri="{FF2B5EF4-FFF2-40B4-BE49-F238E27FC236}">
                    <a16:creationId xmlns:a16="http://schemas.microsoft.com/office/drawing/2014/main" id="{D38F8132-DB0D-98A2-29F0-FD61591DA407}"/>
                  </a:ext>
                </a:extLst>
              </p:cNvPr>
              <p:cNvSpPr/>
              <p:nvPr/>
            </p:nvSpPr>
            <p:spPr>
              <a:xfrm>
                <a:off x="611404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g351">
                <a:extLst>
                  <a:ext uri="{FF2B5EF4-FFF2-40B4-BE49-F238E27FC236}">
                    <a16:creationId xmlns:a16="http://schemas.microsoft.com/office/drawing/2014/main" id="{2EFDC5F0-F7DE-654F-89F3-5E34BBFDBE12}"/>
                  </a:ext>
                </a:extLst>
              </p:cNvPr>
              <p:cNvSpPr/>
              <p:nvPr/>
            </p:nvSpPr>
            <p:spPr>
              <a:xfrm>
                <a:off x="612568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g352">
                <a:extLst>
                  <a:ext uri="{FF2B5EF4-FFF2-40B4-BE49-F238E27FC236}">
                    <a16:creationId xmlns:a16="http://schemas.microsoft.com/office/drawing/2014/main" id="{C4C28EF3-05C5-9D28-1910-054B079EE3B7}"/>
                  </a:ext>
                </a:extLst>
              </p:cNvPr>
              <p:cNvSpPr/>
              <p:nvPr/>
            </p:nvSpPr>
            <p:spPr>
              <a:xfrm>
                <a:off x="613731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g353">
                <a:extLst>
                  <a:ext uri="{FF2B5EF4-FFF2-40B4-BE49-F238E27FC236}">
                    <a16:creationId xmlns:a16="http://schemas.microsoft.com/office/drawing/2014/main" id="{16BDF0C5-6F30-4D50-2C9B-372047037274}"/>
                  </a:ext>
                </a:extLst>
              </p:cNvPr>
              <p:cNvSpPr/>
              <p:nvPr/>
            </p:nvSpPr>
            <p:spPr>
              <a:xfrm>
                <a:off x="614895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g354">
                <a:extLst>
                  <a:ext uri="{FF2B5EF4-FFF2-40B4-BE49-F238E27FC236}">
                    <a16:creationId xmlns:a16="http://schemas.microsoft.com/office/drawing/2014/main" id="{8A6D3A36-E463-2E67-8506-08D96376FE8B}"/>
                  </a:ext>
                </a:extLst>
              </p:cNvPr>
              <p:cNvSpPr/>
              <p:nvPr/>
            </p:nvSpPr>
            <p:spPr>
              <a:xfrm>
                <a:off x="616059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g355">
                <a:extLst>
                  <a:ext uri="{FF2B5EF4-FFF2-40B4-BE49-F238E27FC236}">
                    <a16:creationId xmlns:a16="http://schemas.microsoft.com/office/drawing/2014/main" id="{74A2EF7A-0B11-7363-8F15-33FD2FA2CBF9}"/>
                  </a:ext>
                </a:extLst>
              </p:cNvPr>
              <p:cNvSpPr/>
              <p:nvPr/>
            </p:nvSpPr>
            <p:spPr>
              <a:xfrm>
                <a:off x="617222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g356">
                <a:extLst>
                  <a:ext uri="{FF2B5EF4-FFF2-40B4-BE49-F238E27FC236}">
                    <a16:creationId xmlns:a16="http://schemas.microsoft.com/office/drawing/2014/main" id="{4AC1C29B-F083-7477-5B49-50A9F63DA589}"/>
                  </a:ext>
                </a:extLst>
              </p:cNvPr>
              <p:cNvSpPr/>
              <p:nvPr/>
            </p:nvSpPr>
            <p:spPr>
              <a:xfrm>
                <a:off x="618386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g357">
                <a:extLst>
                  <a:ext uri="{FF2B5EF4-FFF2-40B4-BE49-F238E27FC236}">
                    <a16:creationId xmlns:a16="http://schemas.microsoft.com/office/drawing/2014/main" id="{53A48A25-A0A6-C77F-62A8-574ABCF554AA}"/>
                  </a:ext>
                </a:extLst>
              </p:cNvPr>
              <p:cNvSpPr/>
              <p:nvPr/>
            </p:nvSpPr>
            <p:spPr>
              <a:xfrm>
                <a:off x="619550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g358">
                <a:extLst>
                  <a:ext uri="{FF2B5EF4-FFF2-40B4-BE49-F238E27FC236}">
                    <a16:creationId xmlns:a16="http://schemas.microsoft.com/office/drawing/2014/main" id="{EF70A268-97CC-EA45-2589-02EB2F335E11}"/>
                  </a:ext>
                </a:extLst>
              </p:cNvPr>
              <p:cNvSpPr/>
              <p:nvPr/>
            </p:nvSpPr>
            <p:spPr>
              <a:xfrm>
                <a:off x="620714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g359">
                <a:extLst>
                  <a:ext uri="{FF2B5EF4-FFF2-40B4-BE49-F238E27FC236}">
                    <a16:creationId xmlns:a16="http://schemas.microsoft.com/office/drawing/2014/main" id="{37F26F5A-2A11-7AF8-0482-BED096A1871F}"/>
                  </a:ext>
                </a:extLst>
              </p:cNvPr>
              <p:cNvSpPr/>
              <p:nvPr/>
            </p:nvSpPr>
            <p:spPr>
              <a:xfrm>
                <a:off x="621877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g360">
                <a:extLst>
                  <a:ext uri="{FF2B5EF4-FFF2-40B4-BE49-F238E27FC236}">
                    <a16:creationId xmlns:a16="http://schemas.microsoft.com/office/drawing/2014/main" id="{263B8331-28D6-577A-9341-F977AB6D3AAA}"/>
                  </a:ext>
                </a:extLst>
              </p:cNvPr>
              <p:cNvSpPr/>
              <p:nvPr/>
            </p:nvSpPr>
            <p:spPr>
              <a:xfrm>
                <a:off x="623041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g361">
                <a:extLst>
                  <a:ext uri="{FF2B5EF4-FFF2-40B4-BE49-F238E27FC236}">
                    <a16:creationId xmlns:a16="http://schemas.microsoft.com/office/drawing/2014/main" id="{003DEB40-E0D6-B589-8A49-370D2DF80BAE}"/>
                  </a:ext>
                </a:extLst>
              </p:cNvPr>
              <p:cNvSpPr/>
              <p:nvPr/>
            </p:nvSpPr>
            <p:spPr>
              <a:xfrm>
                <a:off x="624205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g362">
                <a:extLst>
                  <a:ext uri="{FF2B5EF4-FFF2-40B4-BE49-F238E27FC236}">
                    <a16:creationId xmlns:a16="http://schemas.microsoft.com/office/drawing/2014/main" id="{C4EC76B8-91D8-525D-70AC-38B1A70B1668}"/>
                  </a:ext>
                </a:extLst>
              </p:cNvPr>
              <p:cNvSpPr/>
              <p:nvPr/>
            </p:nvSpPr>
            <p:spPr>
              <a:xfrm>
                <a:off x="625369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g363">
                <a:extLst>
                  <a:ext uri="{FF2B5EF4-FFF2-40B4-BE49-F238E27FC236}">
                    <a16:creationId xmlns:a16="http://schemas.microsoft.com/office/drawing/2014/main" id="{677CAC50-A62E-3609-ACC5-E72751677F9F}"/>
                  </a:ext>
                </a:extLst>
              </p:cNvPr>
              <p:cNvSpPr/>
              <p:nvPr/>
            </p:nvSpPr>
            <p:spPr>
              <a:xfrm>
                <a:off x="626532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g364">
                <a:extLst>
                  <a:ext uri="{FF2B5EF4-FFF2-40B4-BE49-F238E27FC236}">
                    <a16:creationId xmlns:a16="http://schemas.microsoft.com/office/drawing/2014/main" id="{93FE17AD-54A8-01B3-7CE6-B59573838383}"/>
                  </a:ext>
                </a:extLst>
              </p:cNvPr>
              <p:cNvSpPr/>
              <p:nvPr/>
            </p:nvSpPr>
            <p:spPr>
              <a:xfrm>
                <a:off x="627696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g365">
                <a:extLst>
                  <a:ext uri="{FF2B5EF4-FFF2-40B4-BE49-F238E27FC236}">
                    <a16:creationId xmlns:a16="http://schemas.microsoft.com/office/drawing/2014/main" id="{A1679840-1F35-E357-C5AF-1739F42B65B7}"/>
                  </a:ext>
                </a:extLst>
              </p:cNvPr>
              <p:cNvSpPr/>
              <p:nvPr/>
            </p:nvSpPr>
            <p:spPr>
              <a:xfrm>
                <a:off x="628860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g366">
                <a:extLst>
                  <a:ext uri="{FF2B5EF4-FFF2-40B4-BE49-F238E27FC236}">
                    <a16:creationId xmlns:a16="http://schemas.microsoft.com/office/drawing/2014/main" id="{A5EAC568-9BF4-ECBD-3A93-601B25592B7D}"/>
                  </a:ext>
                </a:extLst>
              </p:cNvPr>
              <p:cNvSpPr/>
              <p:nvPr/>
            </p:nvSpPr>
            <p:spPr>
              <a:xfrm>
                <a:off x="630024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g367">
                <a:extLst>
                  <a:ext uri="{FF2B5EF4-FFF2-40B4-BE49-F238E27FC236}">
                    <a16:creationId xmlns:a16="http://schemas.microsoft.com/office/drawing/2014/main" id="{8C3AD310-9C57-F810-23A8-FA89026ED497}"/>
                  </a:ext>
                </a:extLst>
              </p:cNvPr>
              <p:cNvSpPr/>
              <p:nvPr/>
            </p:nvSpPr>
            <p:spPr>
              <a:xfrm>
                <a:off x="631187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g368">
                <a:extLst>
                  <a:ext uri="{FF2B5EF4-FFF2-40B4-BE49-F238E27FC236}">
                    <a16:creationId xmlns:a16="http://schemas.microsoft.com/office/drawing/2014/main" id="{08667CAB-FA1B-8102-224A-3CC5CB89CC42}"/>
                  </a:ext>
                </a:extLst>
              </p:cNvPr>
              <p:cNvSpPr/>
              <p:nvPr/>
            </p:nvSpPr>
            <p:spPr>
              <a:xfrm>
                <a:off x="632351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g369">
                <a:extLst>
                  <a:ext uri="{FF2B5EF4-FFF2-40B4-BE49-F238E27FC236}">
                    <a16:creationId xmlns:a16="http://schemas.microsoft.com/office/drawing/2014/main" id="{D160F326-E8ED-47EA-0593-464840EB570D}"/>
                  </a:ext>
                </a:extLst>
              </p:cNvPr>
              <p:cNvSpPr/>
              <p:nvPr/>
            </p:nvSpPr>
            <p:spPr>
              <a:xfrm>
                <a:off x="526451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g370">
                <a:extLst>
                  <a:ext uri="{FF2B5EF4-FFF2-40B4-BE49-F238E27FC236}">
                    <a16:creationId xmlns:a16="http://schemas.microsoft.com/office/drawing/2014/main" id="{AAFB0932-0084-DB88-BD99-921B62FFBCF9}"/>
                  </a:ext>
                </a:extLst>
              </p:cNvPr>
              <p:cNvSpPr/>
              <p:nvPr/>
            </p:nvSpPr>
            <p:spPr>
              <a:xfrm>
                <a:off x="527615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g371">
                <a:extLst>
                  <a:ext uri="{FF2B5EF4-FFF2-40B4-BE49-F238E27FC236}">
                    <a16:creationId xmlns:a16="http://schemas.microsoft.com/office/drawing/2014/main" id="{43A1467B-6E32-199C-29F7-055AD8F1BFDD}"/>
                  </a:ext>
                </a:extLst>
              </p:cNvPr>
              <p:cNvSpPr/>
              <p:nvPr/>
            </p:nvSpPr>
            <p:spPr>
              <a:xfrm>
                <a:off x="528779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g372">
                <a:extLst>
                  <a:ext uri="{FF2B5EF4-FFF2-40B4-BE49-F238E27FC236}">
                    <a16:creationId xmlns:a16="http://schemas.microsoft.com/office/drawing/2014/main" id="{E4ABEAD8-72E9-743A-9F89-3B82418B6B2A}"/>
                  </a:ext>
                </a:extLst>
              </p:cNvPr>
              <p:cNvSpPr/>
              <p:nvPr/>
            </p:nvSpPr>
            <p:spPr>
              <a:xfrm>
                <a:off x="529942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g373">
                <a:extLst>
                  <a:ext uri="{FF2B5EF4-FFF2-40B4-BE49-F238E27FC236}">
                    <a16:creationId xmlns:a16="http://schemas.microsoft.com/office/drawing/2014/main" id="{9545A168-E5D6-D693-CBE5-E1B8CE7C1935}"/>
                  </a:ext>
                </a:extLst>
              </p:cNvPr>
              <p:cNvSpPr/>
              <p:nvPr/>
            </p:nvSpPr>
            <p:spPr>
              <a:xfrm>
                <a:off x="531106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g374">
                <a:extLst>
                  <a:ext uri="{FF2B5EF4-FFF2-40B4-BE49-F238E27FC236}">
                    <a16:creationId xmlns:a16="http://schemas.microsoft.com/office/drawing/2014/main" id="{1FB1DF6B-6269-20F7-0B31-39833C71607C}"/>
                  </a:ext>
                </a:extLst>
              </p:cNvPr>
              <p:cNvSpPr/>
              <p:nvPr/>
            </p:nvSpPr>
            <p:spPr>
              <a:xfrm>
                <a:off x="532270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g375">
                <a:extLst>
                  <a:ext uri="{FF2B5EF4-FFF2-40B4-BE49-F238E27FC236}">
                    <a16:creationId xmlns:a16="http://schemas.microsoft.com/office/drawing/2014/main" id="{2CB66578-6D49-8E0A-E711-BC99834DC927}"/>
                  </a:ext>
                </a:extLst>
              </p:cNvPr>
              <p:cNvSpPr/>
              <p:nvPr/>
            </p:nvSpPr>
            <p:spPr>
              <a:xfrm>
                <a:off x="5334341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g376">
                <a:extLst>
                  <a:ext uri="{FF2B5EF4-FFF2-40B4-BE49-F238E27FC236}">
                    <a16:creationId xmlns:a16="http://schemas.microsoft.com/office/drawing/2014/main" id="{83D9C41F-6297-AC5C-FD60-EB47C414549C}"/>
                  </a:ext>
                </a:extLst>
              </p:cNvPr>
              <p:cNvSpPr/>
              <p:nvPr/>
            </p:nvSpPr>
            <p:spPr>
              <a:xfrm>
                <a:off x="534597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g377">
                <a:extLst>
                  <a:ext uri="{FF2B5EF4-FFF2-40B4-BE49-F238E27FC236}">
                    <a16:creationId xmlns:a16="http://schemas.microsoft.com/office/drawing/2014/main" id="{39648951-6D6C-0F6B-A849-CEB0127EF494}"/>
                  </a:ext>
                </a:extLst>
              </p:cNvPr>
              <p:cNvSpPr/>
              <p:nvPr/>
            </p:nvSpPr>
            <p:spPr>
              <a:xfrm>
                <a:off x="535761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g378">
                <a:extLst>
                  <a:ext uri="{FF2B5EF4-FFF2-40B4-BE49-F238E27FC236}">
                    <a16:creationId xmlns:a16="http://schemas.microsoft.com/office/drawing/2014/main" id="{918A6EC0-EC41-60CA-345D-4C1D929B2D4F}"/>
                  </a:ext>
                </a:extLst>
              </p:cNvPr>
              <p:cNvSpPr/>
              <p:nvPr/>
            </p:nvSpPr>
            <p:spPr>
              <a:xfrm>
                <a:off x="6067493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g379">
                <a:extLst>
                  <a:ext uri="{FF2B5EF4-FFF2-40B4-BE49-F238E27FC236}">
                    <a16:creationId xmlns:a16="http://schemas.microsoft.com/office/drawing/2014/main" id="{B56522F9-4C71-98F4-7F68-689B89AFEE16}"/>
                  </a:ext>
                </a:extLst>
              </p:cNvPr>
              <p:cNvSpPr/>
              <p:nvPr/>
            </p:nvSpPr>
            <p:spPr>
              <a:xfrm>
                <a:off x="607913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g380">
                <a:extLst>
                  <a:ext uri="{FF2B5EF4-FFF2-40B4-BE49-F238E27FC236}">
                    <a16:creationId xmlns:a16="http://schemas.microsoft.com/office/drawing/2014/main" id="{6C2ED50F-6977-A85A-36AE-0676C9E59126}"/>
                  </a:ext>
                </a:extLst>
              </p:cNvPr>
              <p:cNvSpPr/>
              <p:nvPr/>
            </p:nvSpPr>
            <p:spPr>
              <a:xfrm>
                <a:off x="609076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g381">
                <a:extLst>
                  <a:ext uri="{FF2B5EF4-FFF2-40B4-BE49-F238E27FC236}">
                    <a16:creationId xmlns:a16="http://schemas.microsoft.com/office/drawing/2014/main" id="{FB72A824-9789-CB7D-D4BD-AF22D62AD0D8}"/>
                  </a:ext>
                </a:extLst>
              </p:cNvPr>
              <p:cNvSpPr/>
              <p:nvPr/>
            </p:nvSpPr>
            <p:spPr>
              <a:xfrm>
                <a:off x="610240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g382">
                <a:extLst>
                  <a:ext uri="{FF2B5EF4-FFF2-40B4-BE49-F238E27FC236}">
                    <a16:creationId xmlns:a16="http://schemas.microsoft.com/office/drawing/2014/main" id="{DAB7D76E-C9BD-1BB8-432A-A4791DC4E4C1}"/>
                  </a:ext>
                </a:extLst>
              </p:cNvPr>
              <p:cNvSpPr/>
              <p:nvPr/>
            </p:nvSpPr>
            <p:spPr>
              <a:xfrm>
                <a:off x="611404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g383">
                <a:extLst>
                  <a:ext uri="{FF2B5EF4-FFF2-40B4-BE49-F238E27FC236}">
                    <a16:creationId xmlns:a16="http://schemas.microsoft.com/office/drawing/2014/main" id="{B9CE2EC8-33C4-BF77-E44A-55385736B573}"/>
                  </a:ext>
                </a:extLst>
              </p:cNvPr>
              <p:cNvSpPr/>
              <p:nvPr/>
            </p:nvSpPr>
            <p:spPr>
              <a:xfrm>
                <a:off x="612568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g384">
                <a:extLst>
                  <a:ext uri="{FF2B5EF4-FFF2-40B4-BE49-F238E27FC236}">
                    <a16:creationId xmlns:a16="http://schemas.microsoft.com/office/drawing/2014/main" id="{6CF0A476-94A6-2469-F4F5-C2B7FDA02DAC}"/>
                  </a:ext>
                </a:extLst>
              </p:cNvPr>
              <p:cNvSpPr/>
              <p:nvPr/>
            </p:nvSpPr>
            <p:spPr>
              <a:xfrm>
                <a:off x="613731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g385">
                <a:extLst>
                  <a:ext uri="{FF2B5EF4-FFF2-40B4-BE49-F238E27FC236}">
                    <a16:creationId xmlns:a16="http://schemas.microsoft.com/office/drawing/2014/main" id="{E20ECE6B-DC77-EFE9-D820-09626F342E51}"/>
                  </a:ext>
                </a:extLst>
              </p:cNvPr>
              <p:cNvSpPr/>
              <p:nvPr/>
            </p:nvSpPr>
            <p:spPr>
              <a:xfrm>
                <a:off x="614895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g386">
                <a:extLst>
                  <a:ext uri="{FF2B5EF4-FFF2-40B4-BE49-F238E27FC236}">
                    <a16:creationId xmlns:a16="http://schemas.microsoft.com/office/drawing/2014/main" id="{66DCF315-33F8-95B1-0723-89EAC4F2877E}"/>
                  </a:ext>
                </a:extLst>
              </p:cNvPr>
              <p:cNvSpPr/>
              <p:nvPr/>
            </p:nvSpPr>
            <p:spPr>
              <a:xfrm>
                <a:off x="616059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g387">
                <a:extLst>
                  <a:ext uri="{FF2B5EF4-FFF2-40B4-BE49-F238E27FC236}">
                    <a16:creationId xmlns:a16="http://schemas.microsoft.com/office/drawing/2014/main" id="{0395C788-8112-AB7C-A28A-A99EA175E771}"/>
                  </a:ext>
                </a:extLst>
              </p:cNvPr>
              <p:cNvSpPr/>
              <p:nvPr/>
            </p:nvSpPr>
            <p:spPr>
              <a:xfrm>
                <a:off x="617222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g388">
                <a:extLst>
                  <a:ext uri="{FF2B5EF4-FFF2-40B4-BE49-F238E27FC236}">
                    <a16:creationId xmlns:a16="http://schemas.microsoft.com/office/drawing/2014/main" id="{F0717BBD-F3AD-EC54-B587-907015834438}"/>
                  </a:ext>
                </a:extLst>
              </p:cNvPr>
              <p:cNvSpPr/>
              <p:nvPr/>
            </p:nvSpPr>
            <p:spPr>
              <a:xfrm>
                <a:off x="618386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g389">
                <a:extLst>
                  <a:ext uri="{FF2B5EF4-FFF2-40B4-BE49-F238E27FC236}">
                    <a16:creationId xmlns:a16="http://schemas.microsoft.com/office/drawing/2014/main" id="{D8422242-1BBD-3CFA-315D-03B0A1326CE5}"/>
                  </a:ext>
                </a:extLst>
              </p:cNvPr>
              <p:cNvSpPr/>
              <p:nvPr/>
            </p:nvSpPr>
            <p:spPr>
              <a:xfrm>
                <a:off x="619550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g390">
                <a:extLst>
                  <a:ext uri="{FF2B5EF4-FFF2-40B4-BE49-F238E27FC236}">
                    <a16:creationId xmlns:a16="http://schemas.microsoft.com/office/drawing/2014/main" id="{32C1251A-4388-7B4D-5A38-6DF9E31D5035}"/>
                  </a:ext>
                </a:extLst>
              </p:cNvPr>
              <p:cNvSpPr/>
              <p:nvPr/>
            </p:nvSpPr>
            <p:spPr>
              <a:xfrm>
                <a:off x="6207141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g391">
                <a:extLst>
                  <a:ext uri="{FF2B5EF4-FFF2-40B4-BE49-F238E27FC236}">
                    <a16:creationId xmlns:a16="http://schemas.microsoft.com/office/drawing/2014/main" id="{B81E8042-2330-3DA6-2585-CE33704991F2}"/>
                  </a:ext>
                </a:extLst>
              </p:cNvPr>
              <p:cNvSpPr/>
              <p:nvPr/>
            </p:nvSpPr>
            <p:spPr>
              <a:xfrm>
                <a:off x="621877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g392">
                <a:extLst>
                  <a:ext uri="{FF2B5EF4-FFF2-40B4-BE49-F238E27FC236}">
                    <a16:creationId xmlns:a16="http://schemas.microsoft.com/office/drawing/2014/main" id="{BA29430A-B186-3666-CAB8-663F33925476}"/>
                  </a:ext>
                </a:extLst>
              </p:cNvPr>
              <p:cNvSpPr/>
              <p:nvPr/>
            </p:nvSpPr>
            <p:spPr>
              <a:xfrm>
                <a:off x="623041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g393">
                <a:extLst>
                  <a:ext uri="{FF2B5EF4-FFF2-40B4-BE49-F238E27FC236}">
                    <a16:creationId xmlns:a16="http://schemas.microsoft.com/office/drawing/2014/main" id="{53B13601-F3F7-803A-D1A9-E89F3F8D547B}"/>
                  </a:ext>
                </a:extLst>
              </p:cNvPr>
              <p:cNvSpPr/>
              <p:nvPr/>
            </p:nvSpPr>
            <p:spPr>
              <a:xfrm>
                <a:off x="6242053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g394">
                <a:extLst>
                  <a:ext uri="{FF2B5EF4-FFF2-40B4-BE49-F238E27FC236}">
                    <a16:creationId xmlns:a16="http://schemas.microsoft.com/office/drawing/2014/main" id="{F63C1ADF-4FB2-4FB9-2C33-8F84BECA0F20}"/>
                  </a:ext>
                </a:extLst>
              </p:cNvPr>
              <p:cNvSpPr/>
              <p:nvPr/>
            </p:nvSpPr>
            <p:spPr>
              <a:xfrm>
                <a:off x="625369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g395">
                <a:extLst>
                  <a:ext uri="{FF2B5EF4-FFF2-40B4-BE49-F238E27FC236}">
                    <a16:creationId xmlns:a16="http://schemas.microsoft.com/office/drawing/2014/main" id="{4E649BD3-8115-C130-6FEB-5996350BE54F}"/>
                  </a:ext>
                </a:extLst>
              </p:cNvPr>
              <p:cNvSpPr/>
              <p:nvPr/>
            </p:nvSpPr>
            <p:spPr>
              <a:xfrm>
                <a:off x="626532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g396">
                <a:extLst>
                  <a:ext uri="{FF2B5EF4-FFF2-40B4-BE49-F238E27FC236}">
                    <a16:creationId xmlns:a16="http://schemas.microsoft.com/office/drawing/2014/main" id="{1105E54B-4E83-3061-B851-9BFE61F6A73E}"/>
                  </a:ext>
                </a:extLst>
              </p:cNvPr>
              <p:cNvSpPr/>
              <p:nvPr/>
            </p:nvSpPr>
            <p:spPr>
              <a:xfrm>
                <a:off x="627696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g397">
                <a:extLst>
                  <a:ext uri="{FF2B5EF4-FFF2-40B4-BE49-F238E27FC236}">
                    <a16:creationId xmlns:a16="http://schemas.microsoft.com/office/drawing/2014/main" id="{75DE557E-8C68-3F0C-D1F7-9233FD1E889B}"/>
                  </a:ext>
                </a:extLst>
              </p:cNvPr>
              <p:cNvSpPr/>
              <p:nvPr/>
            </p:nvSpPr>
            <p:spPr>
              <a:xfrm>
                <a:off x="628860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g398">
                <a:extLst>
                  <a:ext uri="{FF2B5EF4-FFF2-40B4-BE49-F238E27FC236}">
                    <a16:creationId xmlns:a16="http://schemas.microsoft.com/office/drawing/2014/main" id="{7B2AA01C-3210-E405-0C0A-CCBB2E007866}"/>
                  </a:ext>
                </a:extLst>
              </p:cNvPr>
              <p:cNvSpPr/>
              <p:nvPr/>
            </p:nvSpPr>
            <p:spPr>
              <a:xfrm>
                <a:off x="630024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g399">
                <a:extLst>
                  <a:ext uri="{FF2B5EF4-FFF2-40B4-BE49-F238E27FC236}">
                    <a16:creationId xmlns:a16="http://schemas.microsoft.com/office/drawing/2014/main" id="{C737A5DD-04CF-D98E-E9B5-9DC710DA9C52}"/>
                  </a:ext>
                </a:extLst>
              </p:cNvPr>
              <p:cNvSpPr/>
              <p:nvPr/>
            </p:nvSpPr>
            <p:spPr>
              <a:xfrm>
                <a:off x="631187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g400">
                <a:extLst>
                  <a:ext uri="{FF2B5EF4-FFF2-40B4-BE49-F238E27FC236}">
                    <a16:creationId xmlns:a16="http://schemas.microsoft.com/office/drawing/2014/main" id="{5B4C3C4E-8E9A-976E-CD8D-6C6CC329D67F}"/>
                  </a:ext>
                </a:extLst>
              </p:cNvPr>
              <p:cNvSpPr/>
              <p:nvPr/>
            </p:nvSpPr>
            <p:spPr>
              <a:xfrm>
                <a:off x="632351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g401">
                <a:extLst>
                  <a:ext uri="{FF2B5EF4-FFF2-40B4-BE49-F238E27FC236}">
                    <a16:creationId xmlns:a16="http://schemas.microsoft.com/office/drawing/2014/main" id="{2E31C93F-AA76-B4D8-9A75-86089C2C13C9}"/>
                  </a:ext>
                </a:extLst>
              </p:cNvPr>
              <p:cNvSpPr/>
              <p:nvPr/>
            </p:nvSpPr>
            <p:spPr>
              <a:xfrm>
                <a:off x="633515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g402">
                <a:extLst>
                  <a:ext uri="{FF2B5EF4-FFF2-40B4-BE49-F238E27FC236}">
                    <a16:creationId xmlns:a16="http://schemas.microsoft.com/office/drawing/2014/main" id="{8CD9A496-0519-9DC8-7F41-3B3696284875}"/>
                  </a:ext>
                </a:extLst>
              </p:cNvPr>
              <p:cNvSpPr/>
              <p:nvPr/>
            </p:nvSpPr>
            <p:spPr>
              <a:xfrm>
                <a:off x="526451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g403">
                <a:extLst>
                  <a:ext uri="{FF2B5EF4-FFF2-40B4-BE49-F238E27FC236}">
                    <a16:creationId xmlns:a16="http://schemas.microsoft.com/office/drawing/2014/main" id="{322676B2-9047-9A87-8967-79034A75357B}"/>
                  </a:ext>
                </a:extLst>
              </p:cNvPr>
              <p:cNvSpPr/>
              <p:nvPr/>
            </p:nvSpPr>
            <p:spPr>
              <a:xfrm>
                <a:off x="527615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g404">
                <a:extLst>
                  <a:ext uri="{FF2B5EF4-FFF2-40B4-BE49-F238E27FC236}">
                    <a16:creationId xmlns:a16="http://schemas.microsoft.com/office/drawing/2014/main" id="{0FFC4915-00EC-1A25-A86C-645F9BE09FA0}"/>
                  </a:ext>
                </a:extLst>
              </p:cNvPr>
              <p:cNvSpPr/>
              <p:nvPr/>
            </p:nvSpPr>
            <p:spPr>
              <a:xfrm>
                <a:off x="528779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g405">
                <a:extLst>
                  <a:ext uri="{FF2B5EF4-FFF2-40B4-BE49-F238E27FC236}">
                    <a16:creationId xmlns:a16="http://schemas.microsoft.com/office/drawing/2014/main" id="{62C7F216-A792-2B2B-DB55-658758EB786B}"/>
                  </a:ext>
                </a:extLst>
              </p:cNvPr>
              <p:cNvSpPr/>
              <p:nvPr/>
            </p:nvSpPr>
            <p:spPr>
              <a:xfrm>
                <a:off x="5299429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g406">
                <a:extLst>
                  <a:ext uri="{FF2B5EF4-FFF2-40B4-BE49-F238E27FC236}">
                    <a16:creationId xmlns:a16="http://schemas.microsoft.com/office/drawing/2014/main" id="{DFE04F15-58B5-C743-C861-E720EC96A748}"/>
                  </a:ext>
                </a:extLst>
              </p:cNvPr>
              <p:cNvSpPr/>
              <p:nvPr/>
            </p:nvSpPr>
            <p:spPr>
              <a:xfrm>
                <a:off x="531106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g407">
                <a:extLst>
                  <a:ext uri="{FF2B5EF4-FFF2-40B4-BE49-F238E27FC236}">
                    <a16:creationId xmlns:a16="http://schemas.microsoft.com/office/drawing/2014/main" id="{F61EB758-35E1-79D1-B8F4-4EF7E7ED7161}"/>
                  </a:ext>
                </a:extLst>
              </p:cNvPr>
              <p:cNvSpPr/>
              <p:nvPr/>
            </p:nvSpPr>
            <p:spPr>
              <a:xfrm>
                <a:off x="532270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g408">
                <a:extLst>
                  <a:ext uri="{FF2B5EF4-FFF2-40B4-BE49-F238E27FC236}">
                    <a16:creationId xmlns:a16="http://schemas.microsoft.com/office/drawing/2014/main" id="{9E1C3848-52B7-8ADA-CFF3-992B751A8FF3}"/>
                  </a:ext>
                </a:extLst>
              </p:cNvPr>
              <p:cNvSpPr/>
              <p:nvPr/>
            </p:nvSpPr>
            <p:spPr>
              <a:xfrm>
                <a:off x="6055856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g409">
                <a:extLst>
                  <a:ext uri="{FF2B5EF4-FFF2-40B4-BE49-F238E27FC236}">
                    <a16:creationId xmlns:a16="http://schemas.microsoft.com/office/drawing/2014/main" id="{D2B13C24-25CB-7ABC-8D1A-4ED615C442F3}"/>
                  </a:ext>
                </a:extLst>
              </p:cNvPr>
              <p:cNvSpPr/>
              <p:nvPr/>
            </p:nvSpPr>
            <p:spPr>
              <a:xfrm>
                <a:off x="6067493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g410">
                <a:extLst>
                  <a:ext uri="{FF2B5EF4-FFF2-40B4-BE49-F238E27FC236}">
                    <a16:creationId xmlns:a16="http://schemas.microsoft.com/office/drawing/2014/main" id="{FB9C7AFB-D6E6-7F64-061B-90F2D2E22C28}"/>
                  </a:ext>
                </a:extLst>
              </p:cNvPr>
              <p:cNvSpPr/>
              <p:nvPr/>
            </p:nvSpPr>
            <p:spPr>
              <a:xfrm>
                <a:off x="607913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g411">
                <a:extLst>
                  <a:ext uri="{FF2B5EF4-FFF2-40B4-BE49-F238E27FC236}">
                    <a16:creationId xmlns:a16="http://schemas.microsoft.com/office/drawing/2014/main" id="{1CD326FB-7429-74A8-6813-E88AE8834861}"/>
                  </a:ext>
                </a:extLst>
              </p:cNvPr>
              <p:cNvSpPr/>
              <p:nvPr/>
            </p:nvSpPr>
            <p:spPr>
              <a:xfrm>
                <a:off x="6090768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g412">
                <a:extLst>
                  <a:ext uri="{FF2B5EF4-FFF2-40B4-BE49-F238E27FC236}">
                    <a16:creationId xmlns:a16="http://schemas.microsoft.com/office/drawing/2014/main" id="{AA66FF89-9329-76F0-E8A9-BCFE153BB9F4}"/>
                  </a:ext>
                </a:extLst>
              </p:cNvPr>
              <p:cNvSpPr/>
              <p:nvPr/>
            </p:nvSpPr>
            <p:spPr>
              <a:xfrm>
                <a:off x="610240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g413">
                <a:extLst>
                  <a:ext uri="{FF2B5EF4-FFF2-40B4-BE49-F238E27FC236}">
                    <a16:creationId xmlns:a16="http://schemas.microsoft.com/office/drawing/2014/main" id="{7BCF3E38-BD9D-E3A4-7C48-D4A2910CF473}"/>
                  </a:ext>
                </a:extLst>
              </p:cNvPr>
              <p:cNvSpPr/>
              <p:nvPr/>
            </p:nvSpPr>
            <p:spPr>
              <a:xfrm>
                <a:off x="611404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g414">
                <a:extLst>
                  <a:ext uri="{FF2B5EF4-FFF2-40B4-BE49-F238E27FC236}">
                    <a16:creationId xmlns:a16="http://schemas.microsoft.com/office/drawing/2014/main" id="{2C4CB1DD-1CE7-A972-DFE4-1B65ACF9795B}"/>
                  </a:ext>
                </a:extLst>
              </p:cNvPr>
              <p:cNvSpPr/>
              <p:nvPr/>
            </p:nvSpPr>
            <p:spPr>
              <a:xfrm>
                <a:off x="612568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g415">
                <a:extLst>
                  <a:ext uri="{FF2B5EF4-FFF2-40B4-BE49-F238E27FC236}">
                    <a16:creationId xmlns:a16="http://schemas.microsoft.com/office/drawing/2014/main" id="{762221E3-E481-B69C-3E06-16276FD1BDB4}"/>
                  </a:ext>
                </a:extLst>
              </p:cNvPr>
              <p:cNvSpPr/>
              <p:nvPr/>
            </p:nvSpPr>
            <p:spPr>
              <a:xfrm>
                <a:off x="613731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g416">
                <a:extLst>
                  <a:ext uri="{FF2B5EF4-FFF2-40B4-BE49-F238E27FC236}">
                    <a16:creationId xmlns:a16="http://schemas.microsoft.com/office/drawing/2014/main" id="{C87281C2-2FAC-BA55-22EC-219D23722737}"/>
                  </a:ext>
                </a:extLst>
              </p:cNvPr>
              <p:cNvSpPr/>
              <p:nvPr/>
            </p:nvSpPr>
            <p:spPr>
              <a:xfrm>
                <a:off x="614895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g417">
                <a:extLst>
                  <a:ext uri="{FF2B5EF4-FFF2-40B4-BE49-F238E27FC236}">
                    <a16:creationId xmlns:a16="http://schemas.microsoft.com/office/drawing/2014/main" id="{6F5844E0-DC1B-9977-F8D9-6F1E1F87D29B}"/>
                  </a:ext>
                </a:extLst>
              </p:cNvPr>
              <p:cNvSpPr/>
              <p:nvPr/>
            </p:nvSpPr>
            <p:spPr>
              <a:xfrm>
                <a:off x="616059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g418">
                <a:extLst>
                  <a:ext uri="{FF2B5EF4-FFF2-40B4-BE49-F238E27FC236}">
                    <a16:creationId xmlns:a16="http://schemas.microsoft.com/office/drawing/2014/main" id="{1EEB51AA-30CC-E6EF-C537-E19C20C6B7D2}"/>
                  </a:ext>
                </a:extLst>
              </p:cNvPr>
              <p:cNvSpPr/>
              <p:nvPr/>
            </p:nvSpPr>
            <p:spPr>
              <a:xfrm>
                <a:off x="6172229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g419">
                <a:extLst>
                  <a:ext uri="{FF2B5EF4-FFF2-40B4-BE49-F238E27FC236}">
                    <a16:creationId xmlns:a16="http://schemas.microsoft.com/office/drawing/2014/main" id="{48E35EB7-C2AE-BE60-42A2-5A02AC127F04}"/>
                  </a:ext>
                </a:extLst>
              </p:cNvPr>
              <p:cNvSpPr/>
              <p:nvPr/>
            </p:nvSpPr>
            <p:spPr>
              <a:xfrm>
                <a:off x="6230416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g420">
                <a:extLst>
                  <a:ext uri="{FF2B5EF4-FFF2-40B4-BE49-F238E27FC236}">
                    <a16:creationId xmlns:a16="http://schemas.microsoft.com/office/drawing/2014/main" id="{F8593EE0-A3E2-E992-1D1B-3B37A7B11EB5}"/>
                  </a:ext>
                </a:extLst>
              </p:cNvPr>
              <p:cNvSpPr/>
              <p:nvPr/>
            </p:nvSpPr>
            <p:spPr>
              <a:xfrm>
                <a:off x="6242053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g421">
                <a:extLst>
                  <a:ext uri="{FF2B5EF4-FFF2-40B4-BE49-F238E27FC236}">
                    <a16:creationId xmlns:a16="http://schemas.microsoft.com/office/drawing/2014/main" id="{B560B5C8-8CE9-43BA-4939-DB177274C5E3}"/>
                  </a:ext>
                </a:extLst>
              </p:cNvPr>
              <p:cNvSpPr/>
              <p:nvPr/>
            </p:nvSpPr>
            <p:spPr>
              <a:xfrm>
                <a:off x="625369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g422">
                <a:extLst>
                  <a:ext uri="{FF2B5EF4-FFF2-40B4-BE49-F238E27FC236}">
                    <a16:creationId xmlns:a16="http://schemas.microsoft.com/office/drawing/2014/main" id="{0F300F53-39DA-5529-E34C-485A1707D593}"/>
                  </a:ext>
                </a:extLst>
              </p:cNvPr>
              <p:cNvSpPr/>
              <p:nvPr/>
            </p:nvSpPr>
            <p:spPr>
              <a:xfrm>
                <a:off x="6265328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g423">
                <a:extLst>
                  <a:ext uri="{FF2B5EF4-FFF2-40B4-BE49-F238E27FC236}">
                    <a16:creationId xmlns:a16="http://schemas.microsoft.com/office/drawing/2014/main" id="{2BB6448B-09B0-33D9-D62A-EB2D863228A3}"/>
                  </a:ext>
                </a:extLst>
              </p:cNvPr>
              <p:cNvSpPr/>
              <p:nvPr/>
            </p:nvSpPr>
            <p:spPr>
              <a:xfrm>
                <a:off x="627696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g424">
                <a:extLst>
                  <a:ext uri="{FF2B5EF4-FFF2-40B4-BE49-F238E27FC236}">
                    <a16:creationId xmlns:a16="http://schemas.microsoft.com/office/drawing/2014/main" id="{D8E06225-C001-ABF9-A75F-283F409B0096}"/>
                  </a:ext>
                </a:extLst>
              </p:cNvPr>
              <p:cNvSpPr/>
              <p:nvPr/>
            </p:nvSpPr>
            <p:spPr>
              <a:xfrm>
                <a:off x="628860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g425">
                <a:extLst>
                  <a:ext uri="{FF2B5EF4-FFF2-40B4-BE49-F238E27FC236}">
                    <a16:creationId xmlns:a16="http://schemas.microsoft.com/office/drawing/2014/main" id="{17C05B22-A5C9-67F1-A717-D47124C24877}"/>
                  </a:ext>
                </a:extLst>
              </p:cNvPr>
              <p:cNvSpPr/>
              <p:nvPr/>
            </p:nvSpPr>
            <p:spPr>
              <a:xfrm>
                <a:off x="630024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g426">
                <a:extLst>
                  <a:ext uri="{FF2B5EF4-FFF2-40B4-BE49-F238E27FC236}">
                    <a16:creationId xmlns:a16="http://schemas.microsoft.com/office/drawing/2014/main" id="{177B3F72-F41F-5C8B-6CAD-9EBF374D0C60}"/>
                  </a:ext>
                </a:extLst>
              </p:cNvPr>
              <p:cNvSpPr/>
              <p:nvPr/>
            </p:nvSpPr>
            <p:spPr>
              <a:xfrm>
                <a:off x="631187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g427">
                <a:extLst>
                  <a:ext uri="{FF2B5EF4-FFF2-40B4-BE49-F238E27FC236}">
                    <a16:creationId xmlns:a16="http://schemas.microsoft.com/office/drawing/2014/main" id="{675DBE37-AC75-F41F-C1B2-4161BA25E24A}"/>
                  </a:ext>
                </a:extLst>
              </p:cNvPr>
              <p:cNvSpPr/>
              <p:nvPr/>
            </p:nvSpPr>
            <p:spPr>
              <a:xfrm>
                <a:off x="632351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g428">
                <a:extLst>
                  <a:ext uri="{FF2B5EF4-FFF2-40B4-BE49-F238E27FC236}">
                    <a16:creationId xmlns:a16="http://schemas.microsoft.com/office/drawing/2014/main" id="{1FBBDC09-4B84-4075-DAE0-11E0A4C2E2C4}"/>
                  </a:ext>
                </a:extLst>
              </p:cNvPr>
              <p:cNvSpPr/>
              <p:nvPr/>
            </p:nvSpPr>
            <p:spPr>
              <a:xfrm>
                <a:off x="5264517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g429">
                <a:extLst>
                  <a:ext uri="{FF2B5EF4-FFF2-40B4-BE49-F238E27FC236}">
                    <a16:creationId xmlns:a16="http://schemas.microsoft.com/office/drawing/2014/main" id="{9F8BB692-7B6B-1995-2CB9-4D49E94D2765}"/>
                  </a:ext>
                </a:extLst>
              </p:cNvPr>
              <p:cNvSpPr/>
              <p:nvPr/>
            </p:nvSpPr>
            <p:spPr>
              <a:xfrm>
                <a:off x="527615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DAB">
                  <a:alpha val="100000"/>
                </a:srgbClr>
              </a:solidFill>
              <a:ln w="5420" cap="flat">
                <a:solidFill>
                  <a:srgbClr val="54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g430">
                <a:extLst>
                  <a:ext uri="{FF2B5EF4-FFF2-40B4-BE49-F238E27FC236}">
                    <a16:creationId xmlns:a16="http://schemas.microsoft.com/office/drawing/2014/main" id="{484CF1CA-E33A-E962-876E-E57FA6894DD3}"/>
                  </a:ext>
                </a:extLst>
              </p:cNvPr>
              <p:cNvSpPr/>
              <p:nvPr/>
            </p:nvSpPr>
            <p:spPr>
              <a:xfrm>
                <a:off x="528779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DAB">
                  <a:alpha val="100000"/>
                </a:srgbClr>
              </a:solidFill>
              <a:ln w="5420" cap="flat">
                <a:solidFill>
                  <a:srgbClr val="54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g431">
                <a:extLst>
                  <a:ext uri="{FF2B5EF4-FFF2-40B4-BE49-F238E27FC236}">
                    <a16:creationId xmlns:a16="http://schemas.microsoft.com/office/drawing/2014/main" id="{0D314C32-732D-6815-32D0-7E53538AD3F4}"/>
                  </a:ext>
                </a:extLst>
              </p:cNvPr>
              <p:cNvSpPr/>
              <p:nvPr/>
            </p:nvSpPr>
            <p:spPr>
              <a:xfrm>
                <a:off x="5299429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DAB">
                  <a:alpha val="100000"/>
                </a:srgbClr>
              </a:solidFill>
              <a:ln w="5420" cap="flat">
                <a:solidFill>
                  <a:srgbClr val="54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g432">
                <a:extLst>
                  <a:ext uri="{FF2B5EF4-FFF2-40B4-BE49-F238E27FC236}">
                    <a16:creationId xmlns:a16="http://schemas.microsoft.com/office/drawing/2014/main" id="{FCBA2811-786D-EC7B-191B-6B9E4C7DBF7E}"/>
                  </a:ext>
                </a:extLst>
              </p:cNvPr>
              <p:cNvSpPr/>
              <p:nvPr/>
            </p:nvSpPr>
            <p:spPr>
              <a:xfrm>
                <a:off x="600930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g433">
                <a:extLst>
                  <a:ext uri="{FF2B5EF4-FFF2-40B4-BE49-F238E27FC236}">
                    <a16:creationId xmlns:a16="http://schemas.microsoft.com/office/drawing/2014/main" id="{AAD42D51-803B-4382-C77D-380AD3162D11}"/>
                  </a:ext>
                </a:extLst>
              </p:cNvPr>
              <p:cNvSpPr/>
              <p:nvPr/>
            </p:nvSpPr>
            <p:spPr>
              <a:xfrm>
                <a:off x="6020944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g434">
                <a:extLst>
                  <a:ext uri="{FF2B5EF4-FFF2-40B4-BE49-F238E27FC236}">
                    <a16:creationId xmlns:a16="http://schemas.microsoft.com/office/drawing/2014/main" id="{54666D5C-2B93-12C9-DF55-D053F869BBFF}"/>
                  </a:ext>
                </a:extLst>
              </p:cNvPr>
              <p:cNvSpPr/>
              <p:nvPr/>
            </p:nvSpPr>
            <p:spPr>
              <a:xfrm>
                <a:off x="6032581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g435">
                <a:extLst>
                  <a:ext uri="{FF2B5EF4-FFF2-40B4-BE49-F238E27FC236}">
                    <a16:creationId xmlns:a16="http://schemas.microsoft.com/office/drawing/2014/main" id="{63692861-658E-1E86-DA13-B6499B239860}"/>
                  </a:ext>
                </a:extLst>
              </p:cNvPr>
              <p:cNvSpPr/>
              <p:nvPr/>
            </p:nvSpPr>
            <p:spPr>
              <a:xfrm>
                <a:off x="604421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g436">
                <a:extLst>
                  <a:ext uri="{FF2B5EF4-FFF2-40B4-BE49-F238E27FC236}">
                    <a16:creationId xmlns:a16="http://schemas.microsoft.com/office/drawing/2014/main" id="{2207AD52-AF2A-28C4-BD35-4C6DCDD201AE}"/>
                  </a:ext>
                </a:extLst>
              </p:cNvPr>
              <p:cNvSpPr/>
              <p:nvPr/>
            </p:nvSpPr>
            <p:spPr>
              <a:xfrm>
                <a:off x="605585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g437">
                <a:extLst>
                  <a:ext uri="{FF2B5EF4-FFF2-40B4-BE49-F238E27FC236}">
                    <a16:creationId xmlns:a16="http://schemas.microsoft.com/office/drawing/2014/main" id="{2BEEC9AC-E44E-3398-6E6D-BE80C851785B}"/>
                  </a:ext>
                </a:extLst>
              </p:cNvPr>
              <p:cNvSpPr/>
              <p:nvPr/>
            </p:nvSpPr>
            <p:spPr>
              <a:xfrm>
                <a:off x="6067493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g438">
                <a:extLst>
                  <a:ext uri="{FF2B5EF4-FFF2-40B4-BE49-F238E27FC236}">
                    <a16:creationId xmlns:a16="http://schemas.microsoft.com/office/drawing/2014/main" id="{94E9BC63-4052-E496-BA54-F313F98B1D9F}"/>
                  </a:ext>
                </a:extLst>
              </p:cNvPr>
              <p:cNvSpPr/>
              <p:nvPr/>
            </p:nvSpPr>
            <p:spPr>
              <a:xfrm>
                <a:off x="607913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g439">
                <a:extLst>
                  <a:ext uri="{FF2B5EF4-FFF2-40B4-BE49-F238E27FC236}">
                    <a16:creationId xmlns:a16="http://schemas.microsoft.com/office/drawing/2014/main" id="{C52A8619-85E5-D9FC-FA95-B625C213CC06}"/>
                  </a:ext>
                </a:extLst>
              </p:cNvPr>
              <p:cNvSpPr/>
              <p:nvPr/>
            </p:nvSpPr>
            <p:spPr>
              <a:xfrm>
                <a:off x="609076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g440">
                <a:extLst>
                  <a:ext uri="{FF2B5EF4-FFF2-40B4-BE49-F238E27FC236}">
                    <a16:creationId xmlns:a16="http://schemas.microsoft.com/office/drawing/2014/main" id="{1DF08338-371F-78B4-ED16-DAFB026AB790}"/>
                  </a:ext>
                </a:extLst>
              </p:cNvPr>
              <p:cNvSpPr/>
              <p:nvPr/>
            </p:nvSpPr>
            <p:spPr>
              <a:xfrm>
                <a:off x="610240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g441">
                <a:extLst>
                  <a:ext uri="{FF2B5EF4-FFF2-40B4-BE49-F238E27FC236}">
                    <a16:creationId xmlns:a16="http://schemas.microsoft.com/office/drawing/2014/main" id="{6A0D2759-AA20-12D6-130E-C3A91BBA232F}"/>
                  </a:ext>
                </a:extLst>
              </p:cNvPr>
              <p:cNvSpPr/>
              <p:nvPr/>
            </p:nvSpPr>
            <p:spPr>
              <a:xfrm>
                <a:off x="611404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g442">
                <a:extLst>
                  <a:ext uri="{FF2B5EF4-FFF2-40B4-BE49-F238E27FC236}">
                    <a16:creationId xmlns:a16="http://schemas.microsoft.com/office/drawing/2014/main" id="{0B4B4349-F468-76C2-4ED2-518E39FC59CE}"/>
                  </a:ext>
                </a:extLst>
              </p:cNvPr>
              <p:cNvSpPr/>
              <p:nvPr/>
            </p:nvSpPr>
            <p:spPr>
              <a:xfrm>
                <a:off x="6207141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g443">
                <a:extLst>
                  <a:ext uri="{FF2B5EF4-FFF2-40B4-BE49-F238E27FC236}">
                    <a16:creationId xmlns:a16="http://schemas.microsoft.com/office/drawing/2014/main" id="{99361E8F-97EC-57BA-A355-7A5DF3B1629F}"/>
                  </a:ext>
                </a:extLst>
              </p:cNvPr>
              <p:cNvSpPr/>
              <p:nvPr/>
            </p:nvSpPr>
            <p:spPr>
              <a:xfrm>
                <a:off x="621877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g444">
                <a:extLst>
                  <a:ext uri="{FF2B5EF4-FFF2-40B4-BE49-F238E27FC236}">
                    <a16:creationId xmlns:a16="http://schemas.microsoft.com/office/drawing/2014/main" id="{B086CB08-CF64-8101-280C-872A53E4187B}"/>
                  </a:ext>
                </a:extLst>
              </p:cNvPr>
              <p:cNvSpPr/>
              <p:nvPr/>
            </p:nvSpPr>
            <p:spPr>
              <a:xfrm>
                <a:off x="623041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g445">
                <a:extLst>
                  <a:ext uri="{FF2B5EF4-FFF2-40B4-BE49-F238E27FC236}">
                    <a16:creationId xmlns:a16="http://schemas.microsoft.com/office/drawing/2014/main" id="{15B0B83A-ECC6-B554-2595-93E53658CDDD}"/>
                  </a:ext>
                </a:extLst>
              </p:cNvPr>
              <p:cNvSpPr/>
              <p:nvPr/>
            </p:nvSpPr>
            <p:spPr>
              <a:xfrm>
                <a:off x="6242053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g446">
                <a:extLst>
                  <a:ext uri="{FF2B5EF4-FFF2-40B4-BE49-F238E27FC236}">
                    <a16:creationId xmlns:a16="http://schemas.microsoft.com/office/drawing/2014/main" id="{EB584A81-D5C6-5CC4-C11D-59039E1A4DAA}"/>
                  </a:ext>
                </a:extLst>
              </p:cNvPr>
              <p:cNvSpPr/>
              <p:nvPr/>
            </p:nvSpPr>
            <p:spPr>
              <a:xfrm>
                <a:off x="625369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g447">
                <a:extLst>
                  <a:ext uri="{FF2B5EF4-FFF2-40B4-BE49-F238E27FC236}">
                    <a16:creationId xmlns:a16="http://schemas.microsoft.com/office/drawing/2014/main" id="{1DE7499E-484C-B9A0-1B33-D4ECBD32DBC1}"/>
                  </a:ext>
                </a:extLst>
              </p:cNvPr>
              <p:cNvSpPr/>
              <p:nvPr/>
            </p:nvSpPr>
            <p:spPr>
              <a:xfrm>
                <a:off x="626532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g448">
                <a:extLst>
                  <a:ext uri="{FF2B5EF4-FFF2-40B4-BE49-F238E27FC236}">
                    <a16:creationId xmlns:a16="http://schemas.microsoft.com/office/drawing/2014/main" id="{5F8B8DEB-7B3C-45EE-6F4B-71D465A39CA1}"/>
                  </a:ext>
                </a:extLst>
              </p:cNvPr>
              <p:cNvSpPr/>
              <p:nvPr/>
            </p:nvSpPr>
            <p:spPr>
              <a:xfrm>
                <a:off x="627696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g449">
                <a:extLst>
                  <a:ext uri="{FF2B5EF4-FFF2-40B4-BE49-F238E27FC236}">
                    <a16:creationId xmlns:a16="http://schemas.microsoft.com/office/drawing/2014/main" id="{41A6BCAD-9B48-C7B9-FF5D-F5572259F3C4}"/>
                  </a:ext>
                </a:extLst>
              </p:cNvPr>
              <p:cNvSpPr/>
              <p:nvPr/>
            </p:nvSpPr>
            <p:spPr>
              <a:xfrm>
                <a:off x="628860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g450">
                <a:extLst>
                  <a:ext uri="{FF2B5EF4-FFF2-40B4-BE49-F238E27FC236}">
                    <a16:creationId xmlns:a16="http://schemas.microsoft.com/office/drawing/2014/main" id="{8DCBF813-15D9-BE5F-73B4-1474C6F891B6}"/>
                  </a:ext>
                </a:extLst>
              </p:cNvPr>
              <p:cNvSpPr/>
              <p:nvPr/>
            </p:nvSpPr>
            <p:spPr>
              <a:xfrm>
                <a:off x="630024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g451">
                <a:extLst>
                  <a:ext uri="{FF2B5EF4-FFF2-40B4-BE49-F238E27FC236}">
                    <a16:creationId xmlns:a16="http://schemas.microsoft.com/office/drawing/2014/main" id="{CADC46A9-786D-8C44-41E2-454AE14FC21F}"/>
                  </a:ext>
                </a:extLst>
              </p:cNvPr>
              <p:cNvSpPr/>
              <p:nvPr/>
            </p:nvSpPr>
            <p:spPr>
              <a:xfrm>
                <a:off x="6311877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g452">
                <a:extLst>
                  <a:ext uri="{FF2B5EF4-FFF2-40B4-BE49-F238E27FC236}">
                    <a16:creationId xmlns:a16="http://schemas.microsoft.com/office/drawing/2014/main" id="{C287FC1E-E9B7-D4E6-381A-D271E7ACA5A4}"/>
                  </a:ext>
                </a:extLst>
              </p:cNvPr>
              <p:cNvSpPr/>
              <p:nvPr/>
            </p:nvSpPr>
            <p:spPr>
              <a:xfrm>
                <a:off x="589293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g453">
                <a:extLst>
                  <a:ext uri="{FF2B5EF4-FFF2-40B4-BE49-F238E27FC236}">
                    <a16:creationId xmlns:a16="http://schemas.microsoft.com/office/drawing/2014/main" id="{EDBA79E2-8B0E-4947-A892-C0876D7C618F}"/>
                  </a:ext>
                </a:extLst>
              </p:cNvPr>
              <p:cNvSpPr/>
              <p:nvPr/>
            </p:nvSpPr>
            <p:spPr>
              <a:xfrm>
                <a:off x="590457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g454">
                <a:extLst>
                  <a:ext uri="{FF2B5EF4-FFF2-40B4-BE49-F238E27FC236}">
                    <a16:creationId xmlns:a16="http://schemas.microsoft.com/office/drawing/2014/main" id="{9CE07750-79CF-B719-7D01-380D7C61D92C}"/>
                  </a:ext>
                </a:extLst>
              </p:cNvPr>
              <p:cNvSpPr/>
              <p:nvPr/>
            </p:nvSpPr>
            <p:spPr>
              <a:xfrm>
                <a:off x="591620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g455">
                <a:extLst>
                  <a:ext uri="{FF2B5EF4-FFF2-40B4-BE49-F238E27FC236}">
                    <a16:creationId xmlns:a16="http://schemas.microsoft.com/office/drawing/2014/main" id="{C64E649E-F83E-EEC9-7A59-71DE06CD94A3}"/>
                  </a:ext>
                </a:extLst>
              </p:cNvPr>
              <p:cNvSpPr/>
              <p:nvPr/>
            </p:nvSpPr>
            <p:spPr>
              <a:xfrm>
                <a:off x="592784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g456">
                <a:extLst>
                  <a:ext uri="{FF2B5EF4-FFF2-40B4-BE49-F238E27FC236}">
                    <a16:creationId xmlns:a16="http://schemas.microsoft.com/office/drawing/2014/main" id="{BF408959-8F4F-A241-D672-C1600355DD5C}"/>
                  </a:ext>
                </a:extLst>
              </p:cNvPr>
              <p:cNvSpPr/>
              <p:nvPr/>
            </p:nvSpPr>
            <p:spPr>
              <a:xfrm>
                <a:off x="593948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g457">
                <a:extLst>
                  <a:ext uri="{FF2B5EF4-FFF2-40B4-BE49-F238E27FC236}">
                    <a16:creationId xmlns:a16="http://schemas.microsoft.com/office/drawing/2014/main" id="{2AA0B53E-6AFB-CA8F-43E6-2C0154C2C052}"/>
                  </a:ext>
                </a:extLst>
              </p:cNvPr>
              <p:cNvSpPr/>
              <p:nvPr/>
            </p:nvSpPr>
            <p:spPr>
              <a:xfrm>
                <a:off x="595112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g458">
                <a:extLst>
                  <a:ext uri="{FF2B5EF4-FFF2-40B4-BE49-F238E27FC236}">
                    <a16:creationId xmlns:a16="http://schemas.microsoft.com/office/drawing/2014/main" id="{53257263-B7AF-92E3-3FB2-BE7904D43C05}"/>
                  </a:ext>
                </a:extLst>
              </p:cNvPr>
              <p:cNvSpPr/>
              <p:nvPr/>
            </p:nvSpPr>
            <p:spPr>
              <a:xfrm>
                <a:off x="5962757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g459">
                <a:extLst>
                  <a:ext uri="{FF2B5EF4-FFF2-40B4-BE49-F238E27FC236}">
                    <a16:creationId xmlns:a16="http://schemas.microsoft.com/office/drawing/2014/main" id="{D1E17BC8-8A87-08A1-5423-91CA0A3EF4F4}"/>
                  </a:ext>
                </a:extLst>
              </p:cNvPr>
              <p:cNvSpPr/>
              <p:nvPr/>
            </p:nvSpPr>
            <p:spPr>
              <a:xfrm>
                <a:off x="597439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g460">
                <a:extLst>
                  <a:ext uri="{FF2B5EF4-FFF2-40B4-BE49-F238E27FC236}">
                    <a16:creationId xmlns:a16="http://schemas.microsoft.com/office/drawing/2014/main" id="{25CB9944-E7B9-05B9-8A0C-2AEEEBA7E44D}"/>
                  </a:ext>
                </a:extLst>
              </p:cNvPr>
              <p:cNvSpPr/>
              <p:nvPr/>
            </p:nvSpPr>
            <p:spPr>
              <a:xfrm>
                <a:off x="598603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g461">
                <a:extLst>
                  <a:ext uri="{FF2B5EF4-FFF2-40B4-BE49-F238E27FC236}">
                    <a16:creationId xmlns:a16="http://schemas.microsoft.com/office/drawing/2014/main" id="{7380EF4A-F6DA-CE81-9BAF-751CCB986A6E}"/>
                  </a:ext>
                </a:extLst>
              </p:cNvPr>
              <p:cNvSpPr/>
              <p:nvPr/>
            </p:nvSpPr>
            <p:spPr>
              <a:xfrm>
                <a:off x="5997669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g462">
                <a:extLst>
                  <a:ext uri="{FF2B5EF4-FFF2-40B4-BE49-F238E27FC236}">
                    <a16:creationId xmlns:a16="http://schemas.microsoft.com/office/drawing/2014/main" id="{4EC030CC-890E-0A24-0E8D-0DF3EBD2B960}"/>
                  </a:ext>
                </a:extLst>
              </p:cNvPr>
              <p:cNvSpPr/>
              <p:nvPr/>
            </p:nvSpPr>
            <p:spPr>
              <a:xfrm>
                <a:off x="600930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g463">
                <a:extLst>
                  <a:ext uri="{FF2B5EF4-FFF2-40B4-BE49-F238E27FC236}">
                    <a16:creationId xmlns:a16="http://schemas.microsoft.com/office/drawing/2014/main" id="{4277D93D-D396-EAF7-C014-D11A8E6FF301}"/>
                  </a:ext>
                </a:extLst>
              </p:cNvPr>
              <p:cNvSpPr/>
              <p:nvPr/>
            </p:nvSpPr>
            <p:spPr>
              <a:xfrm>
                <a:off x="602094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g464">
                <a:extLst>
                  <a:ext uri="{FF2B5EF4-FFF2-40B4-BE49-F238E27FC236}">
                    <a16:creationId xmlns:a16="http://schemas.microsoft.com/office/drawing/2014/main" id="{F74C7619-4211-8B07-1B89-A273EAF71020}"/>
                  </a:ext>
                </a:extLst>
              </p:cNvPr>
              <p:cNvSpPr/>
              <p:nvPr/>
            </p:nvSpPr>
            <p:spPr>
              <a:xfrm>
                <a:off x="6032581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g465">
                <a:extLst>
                  <a:ext uri="{FF2B5EF4-FFF2-40B4-BE49-F238E27FC236}">
                    <a16:creationId xmlns:a16="http://schemas.microsoft.com/office/drawing/2014/main" id="{2F57C82E-485C-316E-BCF2-33F4160777A4}"/>
                  </a:ext>
                </a:extLst>
              </p:cNvPr>
              <p:cNvSpPr/>
              <p:nvPr/>
            </p:nvSpPr>
            <p:spPr>
              <a:xfrm>
                <a:off x="604421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g466">
                <a:extLst>
                  <a:ext uri="{FF2B5EF4-FFF2-40B4-BE49-F238E27FC236}">
                    <a16:creationId xmlns:a16="http://schemas.microsoft.com/office/drawing/2014/main" id="{86173E1C-F2B9-AB02-1C79-537F2357B18D}"/>
                  </a:ext>
                </a:extLst>
              </p:cNvPr>
              <p:cNvSpPr/>
              <p:nvPr/>
            </p:nvSpPr>
            <p:spPr>
              <a:xfrm>
                <a:off x="605585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g467">
                <a:extLst>
                  <a:ext uri="{FF2B5EF4-FFF2-40B4-BE49-F238E27FC236}">
                    <a16:creationId xmlns:a16="http://schemas.microsoft.com/office/drawing/2014/main" id="{95A91ADA-6719-9D52-5C3D-E4011B0C38D6}"/>
                  </a:ext>
                </a:extLst>
              </p:cNvPr>
              <p:cNvSpPr/>
              <p:nvPr/>
            </p:nvSpPr>
            <p:spPr>
              <a:xfrm>
                <a:off x="606749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g468">
                <a:extLst>
                  <a:ext uri="{FF2B5EF4-FFF2-40B4-BE49-F238E27FC236}">
                    <a16:creationId xmlns:a16="http://schemas.microsoft.com/office/drawing/2014/main" id="{FE4B6528-95F6-D73A-6928-D48AD5EDB255}"/>
                  </a:ext>
                </a:extLst>
              </p:cNvPr>
              <p:cNvSpPr/>
              <p:nvPr/>
            </p:nvSpPr>
            <p:spPr>
              <a:xfrm>
                <a:off x="607913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g469">
                <a:extLst>
                  <a:ext uri="{FF2B5EF4-FFF2-40B4-BE49-F238E27FC236}">
                    <a16:creationId xmlns:a16="http://schemas.microsoft.com/office/drawing/2014/main" id="{5F5EBE72-9510-522B-5E88-9838E35D3A09}"/>
                  </a:ext>
                </a:extLst>
              </p:cNvPr>
              <p:cNvSpPr/>
              <p:nvPr/>
            </p:nvSpPr>
            <p:spPr>
              <a:xfrm>
                <a:off x="609076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g470">
                <a:extLst>
                  <a:ext uri="{FF2B5EF4-FFF2-40B4-BE49-F238E27FC236}">
                    <a16:creationId xmlns:a16="http://schemas.microsoft.com/office/drawing/2014/main" id="{9B386AEB-39BC-911F-24A9-6D582A439243}"/>
                  </a:ext>
                </a:extLst>
              </p:cNvPr>
              <p:cNvSpPr/>
              <p:nvPr/>
            </p:nvSpPr>
            <p:spPr>
              <a:xfrm>
                <a:off x="610240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g471">
                <a:extLst>
                  <a:ext uri="{FF2B5EF4-FFF2-40B4-BE49-F238E27FC236}">
                    <a16:creationId xmlns:a16="http://schemas.microsoft.com/office/drawing/2014/main" id="{A8A6D796-1E32-171D-042B-E7243D372A10}"/>
                  </a:ext>
                </a:extLst>
              </p:cNvPr>
              <p:cNvSpPr/>
              <p:nvPr/>
            </p:nvSpPr>
            <p:spPr>
              <a:xfrm>
                <a:off x="611404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g472">
                <a:extLst>
                  <a:ext uri="{FF2B5EF4-FFF2-40B4-BE49-F238E27FC236}">
                    <a16:creationId xmlns:a16="http://schemas.microsoft.com/office/drawing/2014/main" id="{481BC6F1-C6AD-D7F8-E2EB-361DA7673F88}"/>
                  </a:ext>
                </a:extLst>
              </p:cNvPr>
              <p:cNvSpPr/>
              <p:nvPr/>
            </p:nvSpPr>
            <p:spPr>
              <a:xfrm>
                <a:off x="618386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g473">
                <a:extLst>
                  <a:ext uri="{FF2B5EF4-FFF2-40B4-BE49-F238E27FC236}">
                    <a16:creationId xmlns:a16="http://schemas.microsoft.com/office/drawing/2014/main" id="{820FE877-86EA-DD16-3A5D-E670C61B437E}"/>
                  </a:ext>
                </a:extLst>
              </p:cNvPr>
              <p:cNvSpPr/>
              <p:nvPr/>
            </p:nvSpPr>
            <p:spPr>
              <a:xfrm>
                <a:off x="619550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g474">
                <a:extLst>
                  <a:ext uri="{FF2B5EF4-FFF2-40B4-BE49-F238E27FC236}">
                    <a16:creationId xmlns:a16="http://schemas.microsoft.com/office/drawing/2014/main" id="{E1308ED9-D74D-0E36-4551-72CDABA713C5}"/>
                  </a:ext>
                </a:extLst>
              </p:cNvPr>
              <p:cNvSpPr/>
              <p:nvPr/>
            </p:nvSpPr>
            <p:spPr>
              <a:xfrm>
                <a:off x="6207141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g475">
                <a:extLst>
                  <a:ext uri="{FF2B5EF4-FFF2-40B4-BE49-F238E27FC236}">
                    <a16:creationId xmlns:a16="http://schemas.microsoft.com/office/drawing/2014/main" id="{2EDB149F-8183-DD3F-9852-5CC1CDC1B59B}"/>
                  </a:ext>
                </a:extLst>
              </p:cNvPr>
              <p:cNvSpPr/>
              <p:nvPr/>
            </p:nvSpPr>
            <p:spPr>
              <a:xfrm>
                <a:off x="621877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g476">
                <a:extLst>
                  <a:ext uri="{FF2B5EF4-FFF2-40B4-BE49-F238E27FC236}">
                    <a16:creationId xmlns:a16="http://schemas.microsoft.com/office/drawing/2014/main" id="{0E0A44C2-DCC8-9D77-DE37-A1BBD48EA580}"/>
                  </a:ext>
                </a:extLst>
              </p:cNvPr>
              <p:cNvSpPr/>
              <p:nvPr/>
            </p:nvSpPr>
            <p:spPr>
              <a:xfrm>
                <a:off x="623041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g477">
                <a:extLst>
                  <a:ext uri="{FF2B5EF4-FFF2-40B4-BE49-F238E27FC236}">
                    <a16:creationId xmlns:a16="http://schemas.microsoft.com/office/drawing/2014/main" id="{B7020D32-568D-899A-195B-59C4EE990127}"/>
                  </a:ext>
                </a:extLst>
              </p:cNvPr>
              <p:cNvSpPr/>
              <p:nvPr/>
            </p:nvSpPr>
            <p:spPr>
              <a:xfrm>
                <a:off x="624205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g478">
                <a:extLst>
                  <a:ext uri="{FF2B5EF4-FFF2-40B4-BE49-F238E27FC236}">
                    <a16:creationId xmlns:a16="http://schemas.microsoft.com/office/drawing/2014/main" id="{7DCC7C82-D170-29F0-1B68-6E807415B763}"/>
                  </a:ext>
                </a:extLst>
              </p:cNvPr>
              <p:cNvSpPr/>
              <p:nvPr/>
            </p:nvSpPr>
            <p:spPr>
              <a:xfrm>
                <a:off x="625369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g479">
                <a:extLst>
                  <a:ext uri="{FF2B5EF4-FFF2-40B4-BE49-F238E27FC236}">
                    <a16:creationId xmlns:a16="http://schemas.microsoft.com/office/drawing/2014/main" id="{A5DA109B-3FF3-DAD4-7A8E-FD9870E86A77}"/>
                  </a:ext>
                </a:extLst>
              </p:cNvPr>
              <p:cNvSpPr/>
              <p:nvPr/>
            </p:nvSpPr>
            <p:spPr>
              <a:xfrm>
                <a:off x="626532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g480">
                <a:extLst>
                  <a:ext uri="{FF2B5EF4-FFF2-40B4-BE49-F238E27FC236}">
                    <a16:creationId xmlns:a16="http://schemas.microsoft.com/office/drawing/2014/main" id="{D95F669E-8B4B-21A0-2A4A-B9DC265E8A29}"/>
                  </a:ext>
                </a:extLst>
              </p:cNvPr>
              <p:cNvSpPr/>
              <p:nvPr/>
            </p:nvSpPr>
            <p:spPr>
              <a:xfrm>
                <a:off x="627696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g481">
                <a:extLst>
                  <a:ext uri="{FF2B5EF4-FFF2-40B4-BE49-F238E27FC236}">
                    <a16:creationId xmlns:a16="http://schemas.microsoft.com/office/drawing/2014/main" id="{5DEEC068-0A01-3533-1617-2F535849E12D}"/>
                  </a:ext>
                </a:extLst>
              </p:cNvPr>
              <p:cNvSpPr/>
              <p:nvPr/>
            </p:nvSpPr>
            <p:spPr>
              <a:xfrm>
                <a:off x="628860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g482">
                <a:extLst>
                  <a:ext uri="{FF2B5EF4-FFF2-40B4-BE49-F238E27FC236}">
                    <a16:creationId xmlns:a16="http://schemas.microsoft.com/office/drawing/2014/main" id="{9009BEF4-4BB0-39D4-9455-D2AE312FB6FD}"/>
                  </a:ext>
                </a:extLst>
              </p:cNvPr>
              <p:cNvSpPr/>
              <p:nvPr/>
            </p:nvSpPr>
            <p:spPr>
              <a:xfrm>
                <a:off x="588129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g483">
                <a:extLst>
                  <a:ext uri="{FF2B5EF4-FFF2-40B4-BE49-F238E27FC236}">
                    <a16:creationId xmlns:a16="http://schemas.microsoft.com/office/drawing/2014/main" id="{3EB3E5C3-C6C2-F248-7340-7EF0E1E518E9}"/>
                  </a:ext>
                </a:extLst>
              </p:cNvPr>
              <p:cNvSpPr/>
              <p:nvPr/>
            </p:nvSpPr>
            <p:spPr>
              <a:xfrm>
                <a:off x="589293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g484">
                <a:extLst>
                  <a:ext uri="{FF2B5EF4-FFF2-40B4-BE49-F238E27FC236}">
                    <a16:creationId xmlns:a16="http://schemas.microsoft.com/office/drawing/2014/main" id="{5BA9167D-532A-5239-65C2-8DE332EADF69}"/>
                  </a:ext>
                </a:extLst>
              </p:cNvPr>
              <p:cNvSpPr/>
              <p:nvPr/>
            </p:nvSpPr>
            <p:spPr>
              <a:xfrm>
                <a:off x="590457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g485">
                <a:extLst>
                  <a:ext uri="{FF2B5EF4-FFF2-40B4-BE49-F238E27FC236}">
                    <a16:creationId xmlns:a16="http://schemas.microsoft.com/office/drawing/2014/main" id="{DE7D617F-4B71-460C-06D2-1CB08FB49423}"/>
                  </a:ext>
                </a:extLst>
              </p:cNvPr>
              <p:cNvSpPr/>
              <p:nvPr/>
            </p:nvSpPr>
            <p:spPr>
              <a:xfrm>
                <a:off x="591620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g486">
                <a:extLst>
                  <a:ext uri="{FF2B5EF4-FFF2-40B4-BE49-F238E27FC236}">
                    <a16:creationId xmlns:a16="http://schemas.microsoft.com/office/drawing/2014/main" id="{08823566-ED70-E166-3B32-29D430F285AC}"/>
                  </a:ext>
                </a:extLst>
              </p:cNvPr>
              <p:cNvSpPr/>
              <p:nvPr/>
            </p:nvSpPr>
            <p:spPr>
              <a:xfrm>
                <a:off x="592784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g487">
                <a:extLst>
                  <a:ext uri="{FF2B5EF4-FFF2-40B4-BE49-F238E27FC236}">
                    <a16:creationId xmlns:a16="http://schemas.microsoft.com/office/drawing/2014/main" id="{92356CE4-E9F9-0B44-7DFB-05FF2E8B9DB1}"/>
                  </a:ext>
                </a:extLst>
              </p:cNvPr>
              <p:cNvSpPr/>
              <p:nvPr/>
            </p:nvSpPr>
            <p:spPr>
              <a:xfrm>
                <a:off x="5939482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g488">
                <a:extLst>
                  <a:ext uri="{FF2B5EF4-FFF2-40B4-BE49-F238E27FC236}">
                    <a16:creationId xmlns:a16="http://schemas.microsoft.com/office/drawing/2014/main" id="{04374B54-43A2-0CEC-3089-954B65574042}"/>
                  </a:ext>
                </a:extLst>
              </p:cNvPr>
              <p:cNvSpPr/>
              <p:nvPr/>
            </p:nvSpPr>
            <p:spPr>
              <a:xfrm>
                <a:off x="595112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g489">
                <a:extLst>
                  <a:ext uri="{FF2B5EF4-FFF2-40B4-BE49-F238E27FC236}">
                    <a16:creationId xmlns:a16="http://schemas.microsoft.com/office/drawing/2014/main" id="{7EF26751-B256-86C6-F228-5E870CFB942A}"/>
                  </a:ext>
                </a:extLst>
              </p:cNvPr>
              <p:cNvSpPr/>
              <p:nvPr/>
            </p:nvSpPr>
            <p:spPr>
              <a:xfrm>
                <a:off x="5962757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g490">
                <a:extLst>
                  <a:ext uri="{FF2B5EF4-FFF2-40B4-BE49-F238E27FC236}">
                    <a16:creationId xmlns:a16="http://schemas.microsoft.com/office/drawing/2014/main" id="{8936277D-679F-1506-3420-B5120CB00619}"/>
                  </a:ext>
                </a:extLst>
              </p:cNvPr>
              <p:cNvSpPr/>
              <p:nvPr/>
            </p:nvSpPr>
            <p:spPr>
              <a:xfrm>
                <a:off x="597439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g491">
                <a:extLst>
                  <a:ext uri="{FF2B5EF4-FFF2-40B4-BE49-F238E27FC236}">
                    <a16:creationId xmlns:a16="http://schemas.microsoft.com/office/drawing/2014/main" id="{973EBD19-59F6-4876-266C-69CBA7EA4146}"/>
                  </a:ext>
                </a:extLst>
              </p:cNvPr>
              <p:cNvSpPr/>
              <p:nvPr/>
            </p:nvSpPr>
            <p:spPr>
              <a:xfrm>
                <a:off x="5986032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g492">
                <a:extLst>
                  <a:ext uri="{FF2B5EF4-FFF2-40B4-BE49-F238E27FC236}">
                    <a16:creationId xmlns:a16="http://schemas.microsoft.com/office/drawing/2014/main" id="{E04B9D72-D4FC-812A-4F03-E74724CE2E0C}"/>
                  </a:ext>
                </a:extLst>
              </p:cNvPr>
              <p:cNvSpPr/>
              <p:nvPr/>
            </p:nvSpPr>
            <p:spPr>
              <a:xfrm>
                <a:off x="5997669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g493">
                <a:extLst>
                  <a:ext uri="{FF2B5EF4-FFF2-40B4-BE49-F238E27FC236}">
                    <a16:creationId xmlns:a16="http://schemas.microsoft.com/office/drawing/2014/main" id="{62C24EB9-F270-91CB-7685-7F515310594D}"/>
                  </a:ext>
                </a:extLst>
              </p:cNvPr>
              <p:cNvSpPr/>
              <p:nvPr/>
            </p:nvSpPr>
            <p:spPr>
              <a:xfrm>
                <a:off x="600930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g494">
                <a:extLst>
                  <a:ext uri="{FF2B5EF4-FFF2-40B4-BE49-F238E27FC236}">
                    <a16:creationId xmlns:a16="http://schemas.microsoft.com/office/drawing/2014/main" id="{0E15B9C8-0ADC-C1B0-2B1B-5607477A59A5}"/>
                  </a:ext>
                </a:extLst>
              </p:cNvPr>
              <p:cNvSpPr/>
              <p:nvPr/>
            </p:nvSpPr>
            <p:spPr>
              <a:xfrm>
                <a:off x="602094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g495">
                <a:extLst>
                  <a:ext uri="{FF2B5EF4-FFF2-40B4-BE49-F238E27FC236}">
                    <a16:creationId xmlns:a16="http://schemas.microsoft.com/office/drawing/2014/main" id="{8EB6E3FA-9CFD-C95F-D718-C279FC559649}"/>
                  </a:ext>
                </a:extLst>
              </p:cNvPr>
              <p:cNvSpPr/>
              <p:nvPr/>
            </p:nvSpPr>
            <p:spPr>
              <a:xfrm>
                <a:off x="6032581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g496">
                <a:extLst>
                  <a:ext uri="{FF2B5EF4-FFF2-40B4-BE49-F238E27FC236}">
                    <a16:creationId xmlns:a16="http://schemas.microsoft.com/office/drawing/2014/main" id="{38F17927-27FA-605F-95ED-1377A78E7EB1}"/>
                  </a:ext>
                </a:extLst>
              </p:cNvPr>
              <p:cNvSpPr/>
              <p:nvPr/>
            </p:nvSpPr>
            <p:spPr>
              <a:xfrm>
                <a:off x="604421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g497">
                <a:extLst>
                  <a:ext uri="{FF2B5EF4-FFF2-40B4-BE49-F238E27FC236}">
                    <a16:creationId xmlns:a16="http://schemas.microsoft.com/office/drawing/2014/main" id="{3CA80FA4-7548-06A6-4424-54C6C6D9F4AC}"/>
                  </a:ext>
                </a:extLst>
              </p:cNvPr>
              <p:cNvSpPr/>
              <p:nvPr/>
            </p:nvSpPr>
            <p:spPr>
              <a:xfrm>
                <a:off x="605585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g498">
                <a:extLst>
                  <a:ext uri="{FF2B5EF4-FFF2-40B4-BE49-F238E27FC236}">
                    <a16:creationId xmlns:a16="http://schemas.microsoft.com/office/drawing/2014/main" id="{01AF5EEB-C750-0F81-3C50-4FCAD1669F39}"/>
                  </a:ext>
                </a:extLst>
              </p:cNvPr>
              <p:cNvSpPr/>
              <p:nvPr/>
            </p:nvSpPr>
            <p:spPr>
              <a:xfrm>
                <a:off x="606749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g499">
                <a:extLst>
                  <a:ext uri="{FF2B5EF4-FFF2-40B4-BE49-F238E27FC236}">
                    <a16:creationId xmlns:a16="http://schemas.microsoft.com/office/drawing/2014/main" id="{18C1A8D5-6020-010F-006C-1C18D98A0D87}"/>
                  </a:ext>
                </a:extLst>
              </p:cNvPr>
              <p:cNvSpPr/>
              <p:nvPr/>
            </p:nvSpPr>
            <p:spPr>
              <a:xfrm>
                <a:off x="607913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g500">
                <a:extLst>
                  <a:ext uri="{FF2B5EF4-FFF2-40B4-BE49-F238E27FC236}">
                    <a16:creationId xmlns:a16="http://schemas.microsoft.com/office/drawing/2014/main" id="{7FDD0454-67F2-ED95-9C38-86DD425D011E}"/>
                  </a:ext>
                </a:extLst>
              </p:cNvPr>
              <p:cNvSpPr/>
              <p:nvPr/>
            </p:nvSpPr>
            <p:spPr>
              <a:xfrm>
                <a:off x="609076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g501">
                <a:extLst>
                  <a:ext uri="{FF2B5EF4-FFF2-40B4-BE49-F238E27FC236}">
                    <a16:creationId xmlns:a16="http://schemas.microsoft.com/office/drawing/2014/main" id="{5B837B96-6CB6-8395-529C-E57CA3EC250F}"/>
                  </a:ext>
                </a:extLst>
              </p:cNvPr>
              <p:cNvSpPr/>
              <p:nvPr/>
            </p:nvSpPr>
            <p:spPr>
              <a:xfrm>
                <a:off x="610240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g502">
                <a:extLst>
                  <a:ext uri="{FF2B5EF4-FFF2-40B4-BE49-F238E27FC236}">
                    <a16:creationId xmlns:a16="http://schemas.microsoft.com/office/drawing/2014/main" id="{3DD62A2F-C56F-9351-6297-EDA9035FEE8D}"/>
                  </a:ext>
                </a:extLst>
              </p:cNvPr>
              <p:cNvSpPr/>
              <p:nvPr/>
            </p:nvSpPr>
            <p:spPr>
              <a:xfrm>
                <a:off x="6172229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g503">
                <a:extLst>
                  <a:ext uri="{FF2B5EF4-FFF2-40B4-BE49-F238E27FC236}">
                    <a16:creationId xmlns:a16="http://schemas.microsoft.com/office/drawing/2014/main" id="{CB75EEE0-0CCE-DC24-BA3D-DA5D4B4006E1}"/>
                  </a:ext>
                </a:extLst>
              </p:cNvPr>
              <p:cNvSpPr/>
              <p:nvPr/>
            </p:nvSpPr>
            <p:spPr>
              <a:xfrm>
                <a:off x="618386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g504">
                <a:extLst>
                  <a:ext uri="{FF2B5EF4-FFF2-40B4-BE49-F238E27FC236}">
                    <a16:creationId xmlns:a16="http://schemas.microsoft.com/office/drawing/2014/main" id="{1C2B66C7-D434-911D-8D9A-64BA4C656170}"/>
                  </a:ext>
                </a:extLst>
              </p:cNvPr>
              <p:cNvSpPr/>
              <p:nvPr/>
            </p:nvSpPr>
            <p:spPr>
              <a:xfrm>
                <a:off x="619550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g505">
                <a:extLst>
                  <a:ext uri="{FF2B5EF4-FFF2-40B4-BE49-F238E27FC236}">
                    <a16:creationId xmlns:a16="http://schemas.microsoft.com/office/drawing/2014/main" id="{53E486A4-50C8-27DD-EFDB-09BD48C1FB08}"/>
                  </a:ext>
                </a:extLst>
              </p:cNvPr>
              <p:cNvSpPr/>
              <p:nvPr/>
            </p:nvSpPr>
            <p:spPr>
              <a:xfrm>
                <a:off x="6207141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g506">
                <a:extLst>
                  <a:ext uri="{FF2B5EF4-FFF2-40B4-BE49-F238E27FC236}">
                    <a16:creationId xmlns:a16="http://schemas.microsoft.com/office/drawing/2014/main" id="{9B046F07-6D60-2973-1A78-1D45C9B005E5}"/>
                  </a:ext>
                </a:extLst>
              </p:cNvPr>
              <p:cNvSpPr/>
              <p:nvPr/>
            </p:nvSpPr>
            <p:spPr>
              <a:xfrm>
                <a:off x="621877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g507">
                <a:extLst>
                  <a:ext uri="{FF2B5EF4-FFF2-40B4-BE49-F238E27FC236}">
                    <a16:creationId xmlns:a16="http://schemas.microsoft.com/office/drawing/2014/main" id="{1B17EDFF-FBD2-ACB9-7F9A-9951D8BDB16D}"/>
                  </a:ext>
                </a:extLst>
              </p:cNvPr>
              <p:cNvSpPr/>
              <p:nvPr/>
            </p:nvSpPr>
            <p:spPr>
              <a:xfrm>
                <a:off x="623041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g508">
                <a:extLst>
                  <a:ext uri="{FF2B5EF4-FFF2-40B4-BE49-F238E27FC236}">
                    <a16:creationId xmlns:a16="http://schemas.microsoft.com/office/drawing/2014/main" id="{05185792-15F8-575A-C0C3-37E75AAFBE1B}"/>
                  </a:ext>
                </a:extLst>
              </p:cNvPr>
              <p:cNvSpPr/>
              <p:nvPr/>
            </p:nvSpPr>
            <p:spPr>
              <a:xfrm>
                <a:off x="624205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g509">
                <a:extLst>
                  <a:ext uri="{FF2B5EF4-FFF2-40B4-BE49-F238E27FC236}">
                    <a16:creationId xmlns:a16="http://schemas.microsoft.com/office/drawing/2014/main" id="{9B2CEB76-86F1-28AC-6702-485C67DF9DCE}"/>
                  </a:ext>
                </a:extLst>
              </p:cNvPr>
              <p:cNvSpPr/>
              <p:nvPr/>
            </p:nvSpPr>
            <p:spPr>
              <a:xfrm>
                <a:off x="625369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g510">
                <a:extLst>
                  <a:ext uri="{FF2B5EF4-FFF2-40B4-BE49-F238E27FC236}">
                    <a16:creationId xmlns:a16="http://schemas.microsoft.com/office/drawing/2014/main" id="{10F5064C-8D1E-F6A1-30DC-1A4B99378F23}"/>
                  </a:ext>
                </a:extLst>
              </p:cNvPr>
              <p:cNvSpPr/>
              <p:nvPr/>
            </p:nvSpPr>
            <p:spPr>
              <a:xfrm>
                <a:off x="626532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g511">
                <a:extLst>
                  <a:ext uri="{FF2B5EF4-FFF2-40B4-BE49-F238E27FC236}">
                    <a16:creationId xmlns:a16="http://schemas.microsoft.com/office/drawing/2014/main" id="{C954CDD5-DCCB-A5ED-E64C-5F3744AB8CCA}"/>
                  </a:ext>
                </a:extLst>
              </p:cNvPr>
              <p:cNvSpPr/>
              <p:nvPr/>
            </p:nvSpPr>
            <p:spPr>
              <a:xfrm>
                <a:off x="627696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g512">
                <a:extLst>
                  <a:ext uri="{FF2B5EF4-FFF2-40B4-BE49-F238E27FC236}">
                    <a16:creationId xmlns:a16="http://schemas.microsoft.com/office/drawing/2014/main" id="{E8744BBC-C9B1-5956-5893-86FB8B0040A3}"/>
                  </a:ext>
                </a:extLst>
              </p:cNvPr>
              <p:cNvSpPr/>
              <p:nvPr/>
            </p:nvSpPr>
            <p:spPr>
              <a:xfrm>
                <a:off x="586965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g513">
                <a:extLst>
                  <a:ext uri="{FF2B5EF4-FFF2-40B4-BE49-F238E27FC236}">
                    <a16:creationId xmlns:a16="http://schemas.microsoft.com/office/drawing/2014/main" id="{1A8BC166-A37F-32AF-A892-D6C9FFDBF86F}"/>
                  </a:ext>
                </a:extLst>
              </p:cNvPr>
              <p:cNvSpPr/>
              <p:nvPr/>
            </p:nvSpPr>
            <p:spPr>
              <a:xfrm>
                <a:off x="588129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g514">
                <a:extLst>
                  <a:ext uri="{FF2B5EF4-FFF2-40B4-BE49-F238E27FC236}">
                    <a16:creationId xmlns:a16="http://schemas.microsoft.com/office/drawing/2014/main" id="{8B4AE2DD-5979-8023-F6E7-B074D55455E7}"/>
                  </a:ext>
                </a:extLst>
              </p:cNvPr>
              <p:cNvSpPr/>
              <p:nvPr/>
            </p:nvSpPr>
            <p:spPr>
              <a:xfrm>
                <a:off x="589293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g515">
                <a:extLst>
                  <a:ext uri="{FF2B5EF4-FFF2-40B4-BE49-F238E27FC236}">
                    <a16:creationId xmlns:a16="http://schemas.microsoft.com/office/drawing/2014/main" id="{B51633B0-C493-720F-542D-7F981C0D8009}"/>
                  </a:ext>
                </a:extLst>
              </p:cNvPr>
              <p:cNvSpPr/>
              <p:nvPr/>
            </p:nvSpPr>
            <p:spPr>
              <a:xfrm>
                <a:off x="590457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g516">
                <a:extLst>
                  <a:ext uri="{FF2B5EF4-FFF2-40B4-BE49-F238E27FC236}">
                    <a16:creationId xmlns:a16="http://schemas.microsoft.com/office/drawing/2014/main" id="{099DB09C-B66C-FAD7-C303-45AD09A8E24D}"/>
                  </a:ext>
                </a:extLst>
              </p:cNvPr>
              <p:cNvSpPr/>
              <p:nvPr/>
            </p:nvSpPr>
            <p:spPr>
              <a:xfrm>
                <a:off x="591620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g517">
                <a:extLst>
                  <a:ext uri="{FF2B5EF4-FFF2-40B4-BE49-F238E27FC236}">
                    <a16:creationId xmlns:a16="http://schemas.microsoft.com/office/drawing/2014/main" id="{5DC27CE2-0E13-1726-D30B-EAD72F4A986B}"/>
                  </a:ext>
                </a:extLst>
              </p:cNvPr>
              <p:cNvSpPr/>
              <p:nvPr/>
            </p:nvSpPr>
            <p:spPr>
              <a:xfrm>
                <a:off x="5927845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g518">
                <a:extLst>
                  <a:ext uri="{FF2B5EF4-FFF2-40B4-BE49-F238E27FC236}">
                    <a16:creationId xmlns:a16="http://schemas.microsoft.com/office/drawing/2014/main" id="{C666D73B-E23C-0A92-6F26-9857C7D7F5B0}"/>
                  </a:ext>
                </a:extLst>
              </p:cNvPr>
              <p:cNvSpPr/>
              <p:nvPr/>
            </p:nvSpPr>
            <p:spPr>
              <a:xfrm>
                <a:off x="5939482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g519">
                <a:extLst>
                  <a:ext uri="{FF2B5EF4-FFF2-40B4-BE49-F238E27FC236}">
                    <a16:creationId xmlns:a16="http://schemas.microsoft.com/office/drawing/2014/main" id="{59E0168F-F8E0-77E8-EFDB-4A2ABFA1F266}"/>
                  </a:ext>
                </a:extLst>
              </p:cNvPr>
              <p:cNvSpPr/>
              <p:nvPr/>
            </p:nvSpPr>
            <p:spPr>
              <a:xfrm>
                <a:off x="595112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g520">
                <a:extLst>
                  <a:ext uri="{FF2B5EF4-FFF2-40B4-BE49-F238E27FC236}">
                    <a16:creationId xmlns:a16="http://schemas.microsoft.com/office/drawing/2014/main" id="{FB3FE6A7-038F-C585-0164-F4D6FD2659A3}"/>
                  </a:ext>
                </a:extLst>
              </p:cNvPr>
              <p:cNvSpPr/>
              <p:nvPr/>
            </p:nvSpPr>
            <p:spPr>
              <a:xfrm>
                <a:off x="5962757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g521">
                <a:extLst>
                  <a:ext uri="{FF2B5EF4-FFF2-40B4-BE49-F238E27FC236}">
                    <a16:creationId xmlns:a16="http://schemas.microsoft.com/office/drawing/2014/main" id="{ECC1558F-8396-07E8-B084-CB149C444E59}"/>
                  </a:ext>
                </a:extLst>
              </p:cNvPr>
              <p:cNvSpPr/>
              <p:nvPr/>
            </p:nvSpPr>
            <p:spPr>
              <a:xfrm>
                <a:off x="597439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g522">
                <a:extLst>
                  <a:ext uri="{FF2B5EF4-FFF2-40B4-BE49-F238E27FC236}">
                    <a16:creationId xmlns:a16="http://schemas.microsoft.com/office/drawing/2014/main" id="{BD6391E8-F00D-9A09-2F10-13EAC1B8F449}"/>
                  </a:ext>
                </a:extLst>
              </p:cNvPr>
              <p:cNvSpPr/>
              <p:nvPr/>
            </p:nvSpPr>
            <p:spPr>
              <a:xfrm>
                <a:off x="5986032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g523">
                <a:extLst>
                  <a:ext uri="{FF2B5EF4-FFF2-40B4-BE49-F238E27FC236}">
                    <a16:creationId xmlns:a16="http://schemas.microsoft.com/office/drawing/2014/main" id="{73D67255-DD8E-5E1F-AD7E-7BF69C2DC947}"/>
                  </a:ext>
                </a:extLst>
              </p:cNvPr>
              <p:cNvSpPr/>
              <p:nvPr/>
            </p:nvSpPr>
            <p:spPr>
              <a:xfrm>
                <a:off x="5997669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g524">
                <a:extLst>
                  <a:ext uri="{FF2B5EF4-FFF2-40B4-BE49-F238E27FC236}">
                    <a16:creationId xmlns:a16="http://schemas.microsoft.com/office/drawing/2014/main" id="{550166D2-F3E9-D197-5501-137A7E8C810C}"/>
                  </a:ext>
                </a:extLst>
              </p:cNvPr>
              <p:cNvSpPr/>
              <p:nvPr/>
            </p:nvSpPr>
            <p:spPr>
              <a:xfrm>
                <a:off x="600930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g525">
                <a:extLst>
                  <a:ext uri="{FF2B5EF4-FFF2-40B4-BE49-F238E27FC236}">
                    <a16:creationId xmlns:a16="http://schemas.microsoft.com/office/drawing/2014/main" id="{B8F3EF11-C74E-5486-6041-7BBF3D733642}"/>
                  </a:ext>
                </a:extLst>
              </p:cNvPr>
              <p:cNvSpPr/>
              <p:nvPr/>
            </p:nvSpPr>
            <p:spPr>
              <a:xfrm>
                <a:off x="602094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g526">
                <a:extLst>
                  <a:ext uri="{FF2B5EF4-FFF2-40B4-BE49-F238E27FC236}">
                    <a16:creationId xmlns:a16="http://schemas.microsoft.com/office/drawing/2014/main" id="{EFBC0441-3232-6A28-2ACC-6B25660B731A}"/>
                  </a:ext>
                </a:extLst>
              </p:cNvPr>
              <p:cNvSpPr/>
              <p:nvPr/>
            </p:nvSpPr>
            <p:spPr>
              <a:xfrm>
                <a:off x="6032581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g527">
                <a:extLst>
                  <a:ext uri="{FF2B5EF4-FFF2-40B4-BE49-F238E27FC236}">
                    <a16:creationId xmlns:a16="http://schemas.microsoft.com/office/drawing/2014/main" id="{33745797-D9F6-4D93-EF91-ABAD3ABD6641}"/>
                  </a:ext>
                </a:extLst>
              </p:cNvPr>
              <p:cNvSpPr/>
              <p:nvPr/>
            </p:nvSpPr>
            <p:spPr>
              <a:xfrm>
                <a:off x="604421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g528">
                <a:extLst>
                  <a:ext uri="{FF2B5EF4-FFF2-40B4-BE49-F238E27FC236}">
                    <a16:creationId xmlns:a16="http://schemas.microsoft.com/office/drawing/2014/main" id="{0F8F14C6-3830-C0FB-97F1-8722E21D082C}"/>
                  </a:ext>
                </a:extLst>
              </p:cNvPr>
              <p:cNvSpPr/>
              <p:nvPr/>
            </p:nvSpPr>
            <p:spPr>
              <a:xfrm>
                <a:off x="605585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g529">
                <a:extLst>
                  <a:ext uri="{FF2B5EF4-FFF2-40B4-BE49-F238E27FC236}">
                    <a16:creationId xmlns:a16="http://schemas.microsoft.com/office/drawing/2014/main" id="{F5745692-A04D-E613-9DDD-CFC93A2EC8BD}"/>
                  </a:ext>
                </a:extLst>
              </p:cNvPr>
              <p:cNvSpPr/>
              <p:nvPr/>
            </p:nvSpPr>
            <p:spPr>
              <a:xfrm>
                <a:off x="606749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g530">
                <a:extLst>
                  <a:ext uri="{FF2B5EF4-FFF2-40B4-BE49-F238E27FC236}">
                    <a16:creationId xmlns:a16="http://schemas.microsoft.com/office/drawing/2014/main" id="{3F782F52-EB28-BE6F-339D-3841E7982978}"/>
                  </a:ext>
                </a:extLst>
              </p:cNvPr>
              <p:cNvSpPr/>
              <p:nvPr/>
            </p:nvSpPr>
            <p:spPr>
              <a:xfrm>
                <a:off x="607913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g531">
                <a:extLst>
                  <a:ext uri="{FF2B5EF4-FFF2-40B4-BE49-F238E27FC236}">
                    <a16:creationId xmlns:a16="http://schemas.microsoft.com/office/drawing/2014/main" id="{9A714CC1-AD1E-947E-1715-64490FA3419F}"/>
                  </a:ext>
                </a:extLst>
              </p:cNvPr>
              <p:cNvSpPr/>
              <p:nvPr/>
            </p:nvSpPr>
            <p:spPr>
              <a:xfrm>
                <a:off x="609076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g532">
                <a:extLst>
                  <a:ext uri="{FF2B5EF4-FFF2-40B4-BE49-F238E27FC236}">
                    <a16:creationId xmlns:a16="http://schemas.microsoft.com/office/drawing/2014/main" id="{3C31D786-5498-7C8B-A910-E0463ACB340C}"/>
                  </a:ext>
                </a:extLst>
              </p:cNvPr>
              <p:cNvSpPr/>
              <p:nvPr/>
            </p:nvSpPr>
            <p:spPr>
              <a:xfrm>
                <a:off x="6172229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g533">
                <a:extLst>
                  <a:ext uri="{FF2B5EF4-FFF2-40B4-BE49-F238E27FC236}">
                    <a16:creationId xmlns:a16="http://schemas.microsoft.com/office/drawing/2014/main" id="{0D4DADF2-805B-B12A-96B8-985EC0568EDD}"/>
                  </a:ext>
                </a:extLst>
              </p:cNvPr>
              <p:cNvSpPr/>
              <p:nvPr/>
            </p:nvSpPr>
            <p:spPr>
              <a:xfrm>
                <a:off x="618386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g534">
                <a:extLst>
                  <a:ext uri="{FF2B5EF4-FFF2-40B4-BE49-F238E27FC236}">
                    <a16:creationId xmlns:a16="http://schemas.microsoft.com/office/drawing/2014/main" id="{9C07498A-1D11-C539-8B7C-4AD7906A7EC7}"/>
                  </a:ext>
                </a:extLst>
              </p:cNvPr>
              <p:cNvSpPr/>
              <p:nvPr/>
            </p:nvSpPr>
            <p:spPr>
              <a:xfrm>
                <a:off x="619550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g535">
                <a:extLst>
                  <a:ext uri="{FF2B5EF4-FFF2-40B4-BE49-F238E27FC236}">
                    <a16:creationId xmlns:a16="http://schemas.microsoft.com/office/drawing/2014/main" id="{75A7EE2F-039E-5C3A-0E7D-81914B63BF26}"/>
                  </a:ext>
                </a:extLst>
              </p:cNvPr>
              <p:cNvSpPr/>
              <p:nvPr/>
            </p:nvSpPr>
            <p:spPr>
              <a:xfrm>
                <a:off x="6207141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g536">
                <a:extLst>
                  <a:ext uri="{FF2B5EF4-FFF2-40B4-BE49-F238E27FC236}">
                    <a16:creationId xmlns:a16="http://schemas.microsoft.com/office/drawing/2014/main" id="{0612A21B-7450-49A9-7939-4291D2F06949}"/>
                  </a:ext>
                </a:extLst>
              </p:cNvPr>
              <p:cNvSpPr/>
              <p:nvPr/>
            </p:nvSpPr>
            <p:spPr>
              <a:xfrm>
                <a:off x="621877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g537">
                <a:extLst>
                  <a:ext uri="{FF2B5EF4-FFF2-40B4-BE49-F238E27FC236}">
                    <a16:creationId xmlns:a16="http://schemas.microsoft.com/office/drawing/2014/main" id="{0CDB8281-D948-7BF8-B4C5-0E0BF567AC83}"/>
                  </a:ext>
                </a:extLst>
              </p:cNvPr>
              <p:cNvSpPr/>
              <p:nvPr/>
            </p:nvSpPr>
            <p:spPr>
              <a:xfrm>
                <a:off x="623041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g538">
                <a:extLst>
                  <a:ext uri="{FF2B5EF4-FFF2-40B4-BE49-F238E27FC236}">
                    <a16:creationId xmlns:a16="http://schemas.microsoft.com/office/drawing/2014/main" id="{321E3906-CA11-C79E-5914-D1CCAC4B84B5}"/>
                  </a:ext>
                </a:extLst>
              </p:cNvPr>
              <p:cNvSpPr/>
              <p:nvPr/>
            </p:nvSpPr>
            <p:spPr>
              <a:xfrm>
                <a:off x="624205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g539">
                <a:extLst>
                  <a:ext uri="{FF2B5EF4-FFF2-40B4-BE49-F238E27FC236}">
                    <a16:creationId xmlns:a16="http://schemas.microsoft.com/office/drawing/2014/main" id="{1BB0B382-48ED-0C80-B264-C039C30C057D}"/>
                  </a:ext>
                </a:extLst>
              </p:cNvPr>
              <p:cNvSpPr/>
              <p:nvPr/>
            </p:nvSpPr>
            <p:spPr>
              <a:xfrm>
                <a:off x="625369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g540">
                <a:extLst>
                  <a:ext uri="{FF2B5EF4-FFF2-40B4-BE49-F238E27FC236}">
                    <a16:creationId xmlns:a16="http://schemas.microsoft.com/office/drawing/2014/main" id="{2AF53ED3-E04A-527F-C70D-225D450C96B4}"/>
                  </a:ext>
                </a:extLst>
              </p:cNvPr>
              <p:cNvSpPr/>
              <p:nvPr/>
            </p:nvSpPr>
            <p:spPr>
              <a:xfrm>
                <a:off x="586965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g541">
                <a:extLst>
                  <a:ext uri="{FF2B5EF4-FFF2-40B4-BE49-F238E27FC236}">
                    <a16:creationId xmlns:a16="http://schemas.microsoft.com/office/drawing/2014/main" id="{C3DFF0E8-60B1-C0E6-8873-EED2844C2B9C}"/>
                  </a:ext>
                </a:extLst>
              </p:cNvPr>
              <p:cNvSpPr/>
              <p:nvPr/>
            </p:nvSpPr>
            <p:spPr>
              <a:xfrm>
                <a:off x="588129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g542">
                <a:extLst>
                  <a:ext uri="{FF2B5EF4-FFF2-40B4-BE49-F238E27FC236}">
                    <a16:creationId xmlns:a16="http://schemas.microsoft.com/office/drawing/2014/main" id="{0CB7929D-D368-F5CC-0C22-59E7BFD318AF}"/>
                  </a:ext>
                </a:extLst>
              </p:cNvPr>
              <p:cNvSpPr/>
              <p:nvPr/>
            </p:nvSpPr>
            <p:spPr>
              <a:xfrm>
                <a:off x="5892933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g543">
                <a:extLst>
                  <a:ext uri="{FF2B5EF4-FFF2-40B4-BE49-F238E27FC236}">
                    <a16:creationId xmlns:a16="http://schemas.microsoft.com/office/drawing/2014/main" id="{4F2E4C72-2D52-25B4-E0C9-E41D5BD51016}"/>
                  </a:ext>
                </a:extLst>
              </p:cNvPr>
              <p:cNvSpPr/>
              <p:nvPr/>
            </p:nvSpPr>
            <p:spPr>
              <a:xfrm>
                <a:off x="5904570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g544">
                <a:extLst>
                  <a:ext uri="{FF2B5EF4-FFF2-40B4-BE49-F238E27FC236}">
                    <a16:creationId xmlns:a16="http://schemas.microsoft.com/office/drawing/2014/main" id="{82FCA205-7782-631C-CFB7-753FD7CE7B9C}"/>
                  </a:ext>
                </a:extLst>
              </p:cNvPr>
              <p:cNvSpPr/>
              <p:nvPr/>
            </p:nvSpPr>
            <p:spPr>
              <a:xfrm>
                <a:off x="591620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g545">
                <a:extLst>
                  <a:ext uri="{FF2B5EF4-FFF2-40B4-BE49-F238E27FC236}">
                    <a16:creationId xmlns:a16="http://schemas.microsoft.com/office/drawing/2014/main" id="{317E8482-B7B0-B320-C335-116808F4B1A5}"/>
                  </a:ext>
                </a:extLst>
              </p:cNvPr>
              <p:cNvSpPr/>
              <p:nvPr/>
            </p:nvSpPr>
            <p:spPr>
              <a:xfrm>
                <a:off x="5927845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g546">
                <a:extLst>
                  <a:ext uri="{FF2B5EF4-FFF2-40B4-BE49-F238E27FC236}">
                    <a16:creationId xmlns:a16="http://schemas.microsoft.com/office/drawing/2014/main" id="{8604A19D-60B4-2F28-CD2A-90375F8BB986}"/>
                  </a:ext>
                </a:extLst>
              </p:cNvPr>
              <p:cNvSpPr/>
              <p:nvPr/>
            </p:nvSpPr>
            <p:spPr>
              <a:xfrm>
                <a:off x="5939482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g547">
                <a:extLst>
                  <a:ext uri="{FF2B5EF4-FFF2-40B4-BE49-F238E27FC236}">
                    <a16:creationId xmlns:a16="http://schemas.microsoft.com/office/drawing/2014/main" id="{2B188138-C93B-C003-AA89-FBB145CC400F}"/>
                  </a:ext>
                </a:extLst>
              </p:cNvPr>
              <p:cNvSpPr/>
              <p:nvPr/>
            </p:nvSpPr>
            <p:spPr>
              <a:xfrm>
                <a:off x="5951120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g548">
                <a:extLst>
                  <a:ext uri="{FF2B5EF4-FFF2-40B4-BE49-F238E27FC236}">
                    <a16:creationId xmlns:a16="http://schemas.microsoft.com/office/drawing/2014/main" id="{E541DDD1-28FD-6308-F078-0C8A0D66EA98}"/>
                  </a:ext>
                </a:extLst>
              </p:cNvPr>
              <p:cNvSpPr/>
              <p:nvPr/>
            </p:nvSpPr>
            <p:spPr>
              <a:xfrm>
                <a:off x="5962757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g549">
                <a:extLst>
                  <a:ext uri="{FF2B5EF4-FFF2-40B4-BE49-F238E27FC236}">
                    <a16:creationId xmlns:a16="http://schemas.microsoft.com/office/drawing/2014/main" id="{70F7B496-6F0C-DC8D-AB71-3D68EDC2BC6A}"/>
                  </a:ext>
                </a:extLst>
              </p:cNvPr>
              <p:cNvSpPr/>
              <p:nvPr/>
            </p:nvSpPr>
            <p:spPr>
              <a:xfrm>
                <a:off x="597439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g550">
                <a:extLst>
                  <a:ext uri="{FF2B5EF4-FFF2-40B4-BE49-F238E27FC236}">
                    <a16:creationId xmlns:a16="http://schemas.microsoft.com/office/drawing/2014/main" id="{5D9BAE0B-3448-A9B9-51FA-2F78C29D3E0F}"/>
                  </a:ext>
                </a:extLst>
              </p:cNvPr>
              <p:cNvSpPr/>
              <p:nvPr/>
            </p:nvSpPr>
            <p:spPr>
              <a:xfrm>
                <a:off x="5986032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g551">
                <a:extLst>
                  <a:ext uri="{FF2B5EF4-FFF2-40B4-BE49-F238E27FC236}">
                    <a16:creationId xmlns:a16="http://schemas.microsoft.com/office/drawing/2014/main" id="{9B327F6D-928F-E6C3-2D8B-C24B34D5D9DE}"/>
                  </a:ext>
                </a:extLst>
              </p:cNvPr>
              <p:cNvSpPr/>
              <p:nvPr/>
            </p:nvSpPr>
            <p:spPr>
              <a:xfrm>
                <a:off x="5997669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g552">
                <a:extLst>
                  <a:ext uri="{FF2B5EF4-FFF2-40B4-BE49-F238E27FC236}">
                    <a16:creationId xmlns:a16="http://schemas.microsoft.com/office/drawing/2014/main" id="{E534450E-55F1-E3AA-ABC6-AC154BB5A0D7}"/>
                  </a:ext>
                </a:extLst>
              </p:cNvPr>
              <p:cNvSpPr/>
              <p:nvPr/>
            </p:nvSpPr>
            <p:spPr>
              <a:xfrm>
                <a:off x="600930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g553">
                <a:extLst>
                  <a:ext uri="{FF2B5EF4-FFF2-40B4-BE49-F238E27FC236}">
                    <a16:creationId xmlns:a16="http://schemas.microsoft.com/office/drawing/2014/main" id="{C3DB5188-A139-1C1D-BAED-DEFCDB88BDF0}"/>
                  </a:ext>
                </a:extLst>
              </p:cNvPr>
              <p:cNvSpPr/>
              <p:nvPr/>
            </p:nvSpPr>
            <p:spPr>
              <a:xfrm>
                <a:off x="602094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g554">
                <a:extLst>
                  <a:ext uri="{FF2B5EF4-FFF2-40B4-BE49-F238E27FC236}">
                    <a16:creationId xmlns:a16="http://schemas.microsoft.com/office/drawing/2014/main" id="{43AFB7B6-EBFF-3D63-C863-E1DD00F80EAC}"/>
                  </a:ext>
                </a:extLst>
              </p:cNvPr>
              <p:cNvSpPr/>
              <p:nvPr/>
            </p:nvSpPr>
            <p:spPr>
              <a:xfrm>
                <a:off x="6032581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g555">
                <a:extLst>
                  <a:ext uri="{FF2B5EF4-FFF2-40B4-BE49-F238E27FC236}">
                    <a16:creationId xmlns:a16="http://schemas.microsoft.com/office/drawing/2014/main" id="{6F323408-5171-388F-E0AE-B0219B369381}"/>
                  </a:ext>
                </a:extLst>
              </p:cNvPr>
              <p:cNvSpPr/>
              <p:nvPr/>
            </p:nvSpPr>
            <p:spPr>
              <a:xfrm>
                <a:off x="604421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g556">
                <a:extLst>
                  <a:ext uri="{FF2B5EF4-FFF2-40B4-BE49-F238E27FC236}">
                    <a16:creationId xmlns:a16="http://schemas.microsoft.com/office/drawing/2014/main" id="{98535C48-4CC7-52D0-F80B-750D991E6544}"/>
                  </a:ext>
                </a:extLst>
              </p:cNvPr>
              <p:cNvSpPr/>
              <p:nvPr/>
            </p:nvSpPr>
            <p:spPr>
              <a:xfrm>
                <a:off x="6172229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g557">
                <a:extLst>
                  <a:ext uri="{FF2B5EF4-FFF2-40B4-BE49-F238E27FC236}">
                    <a16:creationId xmlns:a16="http://schemas.microsoft.com/office/drawing/2014/main" id="{17BEAD4A-4FC9-A8A6-094D-51B790DDD61C}"/>
                  </a:ext>
                </a:extLst>
              </p:cNvPr>
              <p:cNvSpPr/>
              <p:nvPr/>
            </p:nvSpPr>
            <p:spPr>
              <a:xfrm>
                <a:off x="618386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g558">
                <a:extLst>
                  <a:ext uri="{FF2B5EF4-FFF2-40B4-BE49-F238E27FC236}">
                    <a16:creationId xmlns:a16="http://schemas.microsoft.com/office/drawing/2014/main" id="{C5A7CEBA-DC67-A0BE-B105-F6F3E4467CE5}"/>
                  </a:ext>
                </a:extLst>
              </p:cNvPr>
              <p:cNvSpPr/>
              <p:nvPr/>
            </p:nvSpPr>
            <p:spPr>
              <a:xfrm>
                <a:off x="619550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g559">
                <a:extLst>
                  <a:ext uri="{FF2B5EF4-FFF2-40B4-BE49-F238E27FC236}">
                    <a16:creationId xmlns:a16="http://schemas.microsoft.com/office/drawing/2014/main" id="{A5B3AC89-469E-970F-58A0-1447421FE703}"/>
                  </a:ext>
                </a:extLst>
              </p:cNvPr>
              <p:cNvSpPr/>
              <p:nvPr/>
            </p:nvSpPr>
            <p:spPr>
              <a:xfrm>
                <a:off x="6207141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g560">
                <a:extLst>
                  <a:ext uri="{FF2B5EF4-FFF2-40B4-BE49-F238E27FC236}">
                    <a16:creationId xmlns:a16="http://schemas.microsoft.com/office/drawing/2014/main" id="{F68259C4-CB44-A2AD-F7A9-A6A198FA7389}"/>
                  </a:ext>
                </a:extLst>
              </p:cNvPr>
              <p:cNvSpPr/>
              <p:nvPr/>
            </p:nvSpPr>
            <p:spPr>
              <a:xfrm>
                <a:off x="621877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g561">
                <a:extLst>
                  <a:ext uri="{FF2B5EF4-FFF2-40B4-BE49-F238E27FC236}">
                    <a16:creationId xmlns:a16="http://schemas.microsoft.com/office/drawing/2014/main" id="{577089B8-6BE0-86C5-EE91-2FD98C8BF20A}"/>
                  </a:ext>
                </a:extLst>
              </p:cNvPr>
              <p:cNvSpPr/>
              <p:nvPr/>
            </p:nvSpPr>
            <p:spPr>
              <a:xfrm>
                <a:off x="623041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g562">
                <a:extLst>
                  <a:ext uri="{FF2B5EF4-FFF2-40B4-BE49-F238E27FC236}">
                    <a16:creationId xmlns:a16="http://schemas.microsoft.com/office/drawing/2014/main" id="{7E7145BB-88BA-74FD-83B2-B125B964C8E3}"/>
                  </a:ext>
                </a:extLst>
              </p:cNvPr>
              <p:cNvSpPr/>
              <p:nvPr/>
            </p:nvSpPr>
            <p:spPr>
              <a:xfrm>
                <a:off x="5858021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g563">
                <a:extLst>
                  <a:ext uri="{FF2B5EF4-FFF2-40B4-BE49-F238E27FC236}">
                    <a16:creationId xmlns:a16="http://schemas.microsoft.com/office/drawing/2014/main" id="{A9A7D06C-5E0C-03E9-6359-66224C98A480}"/>
                  </a:ext>
                </a:extLst>
              </p:cNvPr>
              <p:cNvSpPr/>
              <p:nvPr/>
            </p:nvSpPr>
            <p:spPr>
              <a:xfrm>
                <a:off x="586965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g564">
                <a:extLst>
                  <a:ext uri="{FF2B5EF4-FFF2-40B4-BE49-F238E27FC236}">
                    <a16:creationId xmlns:a16="http://schemas.microsoft.com/office/drawing/2014/main" id="{9C241606-D5FC-0545-6666-0796BFAB88EA}"/>
                  </a:ext>
                </a:extLst>
              </p:cNvPr>
              <p:cNvSpPr/>
              <p:nvPr/>
            </p:nvSpPr>
            <p:spPr>
              <a:xfrm>
                <a:off x="588129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g565">
                <a:extLst>
                  <a:ext uri="{FF2B5EF4-FFF2-40B4-BE49-F238E27FC236}">
                    <a16:creationId xmlns:a16="http://schemas.microsoft.com/office/drawing/2014/main" id="{F06DDDBB-06CD-3E1F-6FAF-26BB05D97A3B}"/>
                  </a:ext>
                </a:extLst>
              </p:cNvPr>
              <p:cNvSpPr/>
              <p:nvPr/>
            </p:nvSpPr>
            <p:spPr>
              <a:xfrm>
                <a:off x="5892933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g566">
                <a:extLst>
                  <a:ext uri="{FF2B5EF4-FFF2-40B4-BE49-F238E27FC236}">
                    <a16:creationId xmlns:a16="http://schemas.microsoft.com/office/drawing/2014/main" id="{CBB5CB78-DD50-6BC2-FAF5-CDB9B02F8C91}"/>
                  </a:ext>
                </a:extLst>
              </p:cNvPr>
              <p:cNvSpPr/>
              <p:nvPr/>
            </p:nvSpPr>
            <p:spPr>
              <a:xfrm>
                <a:off x="5904570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g567">
                <a:extLst>
                  <a:ext uri="{FF2B5EF4-FFF2-40B4-BE49-F238E27FC236}">
                    <a16:creationId xmlns:a16="http://schemas.microsoft.com/office/drawing/2014/main" id="{D401B0CE-417E-815F-C9EB-9C57850B40A0}"/>
                  </a:ext>
                </a:extLst>
              </p:cNvPr>
              <p:cNvSpPr/>
              <p:nvPr/>
            </p:nvSpPr>
            <p:spPr>
              <a:xfrm>
                <a:off x="591620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g568">
                <a:extLst>
                  <a:ext uri="{FF2B5EF4-FFF2-40B4-BE49-F238E27FC236}">
                    <a16:creationId xmlns:a16="http://schemas.microsoft.com/office/drawing/2014/main" id="{424806C1-6249-AE7C-D588-480D772031D9}"/>
                  </a:ext>
                </a:extLst>
              </p:cNvPr>
              <p:cNvSpPr/>
              <p:nvPr/>
            </p:nvSpPr>
            <p:spPr>
              <a:xfrm>
                <a:off x="5927845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g569">
                <a:extLst>
                  <a:ext uri="{FF2B5EF4-FFF2-40B4-BE49-F238E27FC236}">
                    <a16:creationId xmlns:a16="http://schemas.microsoft.com/office/drawing/2014/main" id="{1D82971A-26EB-C526-0272-B20682F6CDAC}"/>
                  </a:ext>
                </a:extLst>
              </p:cNvPr>
              <p:cNvSpPr/>
              <p:nvPr/>
            </p:nvSpPr>
            <p:spPr>
              <a:xfrm>
                <a:off x="593948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g570">
                <a:extLst>
                  <a:ext uri="{FF2B5EF4-FFF2-40B4-BE49-F238E27FC236}">
                    <a16:creationId xmlns:a16="http://schemas.microsoft.com/office/drawing/2014/main" id="{CF858878-A7D7-E124-AF9D-6485C983CCFD}"/>
                  </a:ext>
                </a:extLst>
              </p:cNvPr>
              <p:cNvSpPr/>
              <p:nvPr/>
            </p:nvSpPr>
            <p:spPr>
              <a:xfrm>
                <a:off x="5951120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g571">
                <a:extLst>
                  <a:ext uri="{FF2B5EF4-FFF2-40B4-BE49-F238E27FC236}">
                    <a16:creationId xmlns:a16="http://schemas.microsoft.com/office/drawing/2014/main" id="{3AFB20B6-7E3C-24BD-266A-BAC23D2812EE}"/>
                  </a:ext>
                </a:extLst>
              </p:cNvPr>
              <p:cNvSpPr/>
              <p:nvPr/>
            </p:nvSpPr>
            <p:spPr>
              <a:xfrm>
                <a:off x="5962757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g572">
                <a:extLst>
                  <a:ext uri="{FF2B5EF4-FFF2-40B4-BE49-F238E27FC236}">
                    <a16:creationId xmlns:a16="http://schemas.microsoft.com/office/drawing/2014/main" id="{13A3621A-1FD8-AF85-5E10-3DB7978C1932}"/>
                  </a:ext>
                </a:extLst>
              </p:cNvPr>
              <p:cNvSpPr/>
              <p:nvPr/>
            </p:nvSpPr>
            <p:spPr>
              <a:xfrm>
                <a:off x="5974394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g573">
                <a:extLst>
                  <a:ext uri="{FF2B5EF4-FFF2-40B4-BE49-F238E27FC236}">
                    <a16:creationId xmlns:a16="http://schemas.microsoft.com/office/drawing/2014/main" id="{1ACE51F3-524F-BD8D-5F62-D25CF8C174E1}"/>
                  </a:ext>
                </a:extLst>
              </p:cNvPr>
              <p:cNvSpPr/>
              <p:nvPr/>
            </p:nvSpPr>
            <p:spPr>
              <a:xfrm>
                <a:off x="598603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g574">
                <a:extLst>
                  <a:ext uri="{FF2B5EF4-FFF2-40B4-BE49-F238E27FC236}">
                    <a16:creationId xmlns:a16="http://schemas.microsoft.com/office/drawing/2014/main" id="{B0A9CB32-C995-E2E1-261A-8587BFB35FC8}"/>
                  </a:ext>
                </a:extLst>
              </p:cNvPr>
              <p:cNvSpPr/>
              <p:nvPr/>
            </p:nvSpPr>
            <p:spPr>
              <a:xfrm>
                <a:off x="5997669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g575">
                <a:extLst>
                  <a:ext uri="{FF2B5EF4-FFF2-40B4-BE49-F238E27FC236}">
                    <a16:creationId xmlns:a16="http://schemas.microsoft.com/office/drawing/2014/main" id="{0C6A57BA-D023-14B0-8F15-B67292B57211}"/>
                  </a:ext>
                </a:extLst>
              </p:cNvPr>
              <p:cNvSpPr/>
              <p:nvPr/>
            </p:nvSpPr>
            <p:spPr>
              <a:xfrm>
                <a:off x="600930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g576">
                <a:extLst>
                  <a:ext uri="{FF2B5EF4-FFF2-40B4-BE49-F238E27FC236}">
                    <a16:creationId xmlns:a16="http://schemas.microsoft.com/office/drawing/2014/main" id="{22CE33C9-56ED-A28B-9BA9-5C3700091518}"/>
                  </a:ext>
                </a:extLst>
              </p:cNvPr>
              <p:cNvSpPr/>
              <p:nvPr/>
            </p:nvSpPr>
            <p:spPr>
              <a:xfrm>
                <a:off x="616059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g577">
                <a:extLst>
                  <a:ext uri="{FF2B5EF4-FFF2-40B4-BE49-F238E27FC236}">
                    <a16:creationId xmlns:a16="http://schemas.microsoft.com/office/drawing/2014/main" id="{C2402A8D-301B-AB46-94B8-AEAC1B0C1979}"/>
                  </a:ext>
                </a:extLst>
              </p:cNvPr>
              <p:cNvSpPr/>
              <p:nvPr/>
            </p:nvSpPr>
            <p:spPr>
              <a:xfrm>
                <a:off x="6172229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g578">
                <a:extLst>
                  <a:ext uri="{FF2B5EF4-FFF2-40B4-BE49-F238E27FC236}">
                    <a16:creationId xmlns:a16="http://schemas.microsoft.com/office/drawing/2014/main" id="{2AB483EA-0AA8-6A81-CC71-6127E4AD06F8}"/>
                  </a:ext>
                </a:extLst>
              </p:cNvPr>
              <p:cNvSpPr/>
              <p:nvPr/>
            </p:nvSpPr>
            <p:spPr>
              <a:xfrm>
                <a:off x="618386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g579">
                <a:extLst>
                  <a:ext uri="{FF2B5EF4-FFF2-40B4-BE49-F238E27FC236}">
                    <a16:creationId xmlns:a16="http://schemas.microsoft.com/office/drawing/2014/main" id="{4B9E7E37-4F8E-A5C5-5EC7-548BD87987AD}"/>
                  </a:ext>
                </a:extLst>
              </p:cNvPr>
              <p:cNvSpPr/>
              <p:nvPr/>
            </p:nvSpPr>
            <p:spPr>
              <a:xfrm>
                <a:off x="6195504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g580">
                <a:extLst>
                  <a:ext uri="{FF2B5EF4-FFF2-40B4-BE49-F238E27FC236}">
                    <a16:creationId xmlns:a16="http://schemas.microsoft.com/office/drawing/2014/main" id="{D954D5F0-0361-E216-EE29-96B98AFB3DE1}"/>
                  </a:ext>
                </a:extLst>
              </p:cNvPr>
              <p:cNvSpPr/>
              <p:nvPr/>
            </p:nvSpPr>
            <p:spPr>
              <a:xfrm>
                <a:off x="6207141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g581">
                <a:extLst>
                  <a:ext uri="{FF2B5EF4-FFF2-40B4-BE49-F238E27FC236}">
                    <a16:creationId xmlns:a16="http://schemas.microsoft.com/office/drawing/2014/main" id="{A9BB57A2-D18D-A70D-BAE2-F652B89AF877}"/>
                  </a:ext>
                </a:extLst>
              </p:cNvPr>
              <p:cNvSpPr/>
              <p:nvPr/>
            </p:nvSpPr>
            <p:spPr>
              <a:xfrm>
                <a:off x="621877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g582">
                <a:extLst>
                  <a:ext uri="{FF2B5EF4-FFF2-40B4-BE49-F238E27FC236}">
                    <a16:creationId xmlns:a16="http://schemas.microsoft.com/office/drawing/2014/main" id="{1A9DE20E-BD72-5E33-77E0-352E7CB7C69C}"/>
                  </a:ext>
                </a:extLst>
              </p:cNvPr>
              <p:cNvSpPr/>
              <p:nvPr/>
            </p:nvSpPr>
            <p:spPr>
              <a:xfrm>
                <a:off x="579983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g583">
                <a:extLst>
                  <a:ext uri="{FF2B5EF4-FFF2-40B4-BE49-F238E27FC236}">
                    <a16:creationId xmlns:a16="http://schemas.microsoft.com/office/drawing/2014/main" id="{034457CD-E804-A39F-FAFA-A13B5E8002DF}"/>
                  </a:ext>
                </a:extLst>
              </p:cNvPr>
              <p:cNvSpPr/>
              <p:nvPr/>
            </p:nvSpPr>
            <p:spPr>
              <a:xfrm>
                <a:off x="581147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g584">
                <a:extLst>
                  <a:ext uri="{FF2B5EF4-FFF2-40B4-BE49-F238E27FC236}">
                    <a16:creationId xmlns:a16="http://schemas.microsoft.com/office/drawing/2014/main" id="{FBAE8E3B-2153-AEC5-030A-4A4116C59A87}"/>
                  </a:ext>
                </a:extLst>
              </p:cNvPr>
              <p:cNvSpPr/>
              <p:nvPr/>
            </p:nvSpPr>
            <p:spPr>
              <a:xfrm>
                <a:off x="582310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g585">
                <a:extLst>
                  <a:ext uri="{FF2B5EF4-FFF2-40B4-BE49-F238E27FC236}">
                    <a16:creationId xmlns:a16="http://schemas.microsoft.com/office/drawing/2014/main" id="{FB93D4D6-F5A5-3326-7351-1F21FA754021}"/>
                  </a:ext>
                </a:extLst>
              </p:cNvPr>
              <p:cNvSpPr/>
              <p:nvPr/>
            </p:nvSpPr>
            <p:spPr>
              <a:xfrm>
                <a:off x="583474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g586">
                <a:extLst>
                  <a:ext uri="{FF2B5EF4-FFF2-40B4-BE49-F238E27FC236}">
                    <a16:creationId xmlns:a16="http://schemas.microsoft.com/office/drawing/2014/main" id="{8C1DD8C0-5D73-68CA-27B0-36426724A967}"/>
                  </a:ext>
                </a:extLst>
              </p:cNvPr>
              <p:cNvSpPr/>
              <p:nvPr/>
            </p:nvSpPr>
            <p:spPr>
              <a:xfrm>
                <a:off x="584638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g587">
                <a:extLst>
                  <a:ext uri="{FF2B5EF4-FFF2-40B4-BE49-F238E27FC236}">
                    <a16:creationId xmlns:a16="http://schemas.microsoft.com/office/drawing/2014/main" id="{A6439637-34E7-1134-4A81-F7AD627E42A6}"/>
                  </a:ext>
                </a:extLst>
              </p:cNvPr>
              <p:cNvSpPr/>
              <p:nvPr/>
            </p:nvSpPr>
            <p:spPr>
              <a:xfrm>
                <a:off x="5858021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g588">
                <a:extLst>
                  <a:ext uri="{FF2B5EF4-FFF2-40B4-BE49-F238E27FC236}">
                    <a16:creationId xmlns:a16="http://schemas.microsoft.com/office/drawing/2014/main" id="{AC7FF777-D3A9-2463-F6BA-8E64530BF4D6}"/>
                  </a:ext>
                </a:extLst>
              </p:cNvPr>
              <p:cNvSpPr/>
              <p:nvPr/>
            </p:nvSpPr>
            <p:spPr>
              <a:xfrm>
                <a:off x="5869658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g589">
                <a:extLst>
                  <a:ext uri="{FF2B5EF4-FFF2-40B4-BE49-F238E27FC236}">
                    <a16:creationId xmlns:a16="http://schemas.microsoft.com/office/drawing/2014/main" id="{61533B67-ADC8-76BB-E32F-349F8E39FC29}"/>
                  </a:ext>
                </a:extLst>
              </p:cNvPr>
              <p:cNvSpPr/>
              <p:nvPr/>
            </p:nvSpPr>
            <p:spPr>
              <a:xfrm>
                <a:off x="588129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g590">
                <a:extLst>
                  <a:ext uri="{FF2B5EF4-FFF2-40B4-BE49-F238E27FC236}">
                    <a16:creationId xmlns:a16="http://schemas.microsoft.com/office/drawing/2014/main" id="{E84DAFB8-DDC2-02BF-02A2-79D8CACC12A7}"/>
                  </a:ext>
                </a:extLst>
              </p:cNvPr>
              <p:cNvSpPr/>
              <p:nvPr/>
            </p:nvSpPr>
            <p:spPr>
              <a:xfrm>
                <a:off x="5892933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g591">
                <a:extLst>
                  <a:ext uri="{FF2B5EF4-FFF2-40B4-BE49-F238E27FC236}">
                    <a16:creationId xmlns:a16="http://schemas.microsoft.com/office/drawing/2014/main" id="{A5EE1AAD-AF98-9E96-83B1-564BBDD63F8B}"/>
                  </a:ext>
                </a:extLst>
              </p:cNvPr>
              <p:cNvSpPr/>
              <p:nvPr/>
            </p:nvSpPr>
            <p:spPr>
              <a:xfrm>
                <a:off x="5904570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g592">
                <a:extLst>
                  <a:ext uri="{FF2B5EF4-FFF2-40B4-BE49-F238E27FC236}">
                    <a16:creationId xmlns:a16="http://schemas.microsoft.com/office/drawing/2014/main" id="{DBC4D5EA-0D1F-18EC-6939-1036D2636D1F}"/>
                  </a:ext>
                </a:extLst>
              </p:cNvPr>
              <p:cNvSpPr/>
              <p:nvPr/>
            </p:nvSpPr>
            <p:spPr>
              <a:xfrm>
                <a:off x="5916208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g593">
                <a:extLst>
                  <a:ext uri="{FF2B5EF4-FFF2-40B4-BE49-F238E27FC236}">
                    <a16:creationId xmlns:a16="http://schemas.microsoft.com/office/drawing/2014/main" id="{8B2AA67C-A143-CAB2-C601-5C043D72FAEB}"/>
                  </a:ext>
                </a:extLst>
              </p:cNvPr>
              <p:cNvSpPr/>
              <p:nvPr/>
            </p:nvSpPr>
            <p:spPr>
              <a:xfrm>
                <a:off x="5927845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g594">
                <a:extLst>
                  <a:ext uri="{FF2B5EF4-FFF2-40B4-BE49-F238E27FC236}">
                    <a16:creationId xmlns:a16="http://schemas.microsoft.com/office/drawing/2014/main" id="{9A0CF4C6-55AA-490D-7234-0B1ED8AF9B0B}"/>
                  </a:ext>
                </a:extLst>
              </p:cNvPr>
              <p:cNvSpPr/>
              <p:nvPr/>
            </p:nvSpPr>
            <p:spPr>
              <a:xfrm>
                <a:off x="593948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g595">
                <a:extLst>
                  <a:ext uri="{FF2B5EF4-FFF2-40B4-BE49-F238E27FC236}">
                    <a16:creationId xmlns:a16="http://schemas.microsoft.com/office/drawing/2014/main" id="{EB3DBC8E-CEF4-2AC8-7997-7DAA5C66A66C}"/>
                  </a:ext>
                </a:extLst>
              </p:cNvPr>
              <p:cNvSpPr/>
              <p:nvPr/>
            </p:nvSpPr>
            <p:spPr>
              <a:xfrm>
                <a:off x="5951120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g596">
                <a:extLst>
                  <a:ext uri="{FF2B5EF4-FFF2-40B4-BE49-F238E27FC236}">
                    <a16:creationId xmlns:a16="http://schemas.microsoft.com/office/drawing/2014/main" id="{1A98479D-88A2-1B83-9C1C-4CEF8B398C3F}"/>
                  </a:ext>
                </a:extLst>
              </p:cNvPr>
              <p:cNvSpPr/>
              <p:nvPr/>
            </p:nvSpPr>
            <p:spPr>
              <a:xfrm>
                <a:off x="597439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g597">
                <a:extLst>
                  <a:ext uri="{FF2B5EF4-FFF2-40B4-BE49-F238E27FC236}">
                    <a16:creationId xmlns:a16="http://schemas.microsoft.com/office/drawing/2014/main" id="{9A97CBF1-9BB1-9A8E-AE87-AA514FFF5D90}"/>
                  </a:ext>
                </a:extLst>
              </p:cNvPr>
              <p:cNvSpPr/>
              <p:nvPr/>
            </p:nvSpPr>
            <p:spPr>
              <a:xfrm>
                <a:off x="598603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g598">
                <a:extLst>
                  <a:ext uri="{FF2B5EF4-FFF2-40B4-BE49-F238E27FC236}">
                    <a16:creationId xmlns:a16="http://schemas.microsoft.com/office/drawing/2014/main" id="{FEDDCBE9-F99C-F3A3-6FCA-0F567F670C60}"/>
                  </a:ext>
                </a:extLst>
              </p:cNvPr>
              <p:cNvSpPr/>
              <p:nvPr/>
            </p:nvSpPr>
            <p:spPr>
              <a:xfrm>
                <a:off x="599766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g599">
                <a:extLst>
                  <a:ext uri="{FF2B5EF4-FFF2-40B4-BE49-F238E27FC236}">
                    <a16:creationId xmlns:a16="http://schemas.microsoft.com/office/drawing/2014/main" id="{3229BFAA-F548-4DA0-4C8C-7B55AD75DD8D}"/>
                  </a:ext>
                </a:extLst>
              </p:cNvPr>
              <p:cNvSpPr/>
              <p:nvPr/>
            </p:nvSpPr>
            <p:spPr>
              <a:xfrm>
                <a:off x="616059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g600">
                <a:extLst>
                  <a:ext uri="{FF2B5EF4-FFF2-40B4-BE49-F238E27FC236}">
                    <a16:creationId xmlns:a16="http://schemas.microsoft.com/office/drawing/2014/main" id="{70EF20F6-B362-49D2-03A0-25EB0328B275}"/>
                  </a:ext>
                </a:extLst>
              </p:cNvPr>
              <p:cNvSpPr/>
              <p:nvPr/>
            </p:nvSpPr>
            <p:spPr>
              <a:xfrm>
                <a:off x="617222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g601">
                <a:extLst>
                  <a:ext uri="{FF2B5EF4-FFF2-40B4-BE49-F238E27FC236}">
                    <a16:creationId xmlns:a16="http://schemas.microsoft.com/office/drawing/2014/main" id="{6CC5E9BC-8CAB-62F0-FBDB-956B2A8DF61D}"/>
                  </a:ext>
                </a:extLst>
              </p:cNvPr>
              <p:cNvSpPr/>
              <p:nvPr/>
            </p:nvSpPr>
            <p:spPr>
              <a:xfrm>
                <a:off x="618386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g602">
                <a:extLst>
                  <a:ext uri="{FF2B5EF4-FFF2-40B4-BE49-F238E27FC236}">
                    <a16:creationId xmlns:a16="http://schemas.microsoft.com/office/drawing/2014/main" id="{469562AD-6788-D2D4-4193-5D1A2C149358}"/>
                  </a:ext>
                </a:extLst>
              </p:cNvPr>
              <p:cNvSpPr/>
              <p:nvPr/>
            </p:nvSpPr>
            <p:spPr>
              <a:xfrm>
                <a:off x="619550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g603">
                <a:extLst>
                  <a:ext uri="{FF2B5EF4-FFF2-40B4-BE49-F238E27FC236}">
                    <a16:creationId xmlns:a16="http://schemas.microsoft.com/office/drawing/2014/main" id="{99FF3578-D534-B05E-8531-462A05ECC729}"/>
                  </a:ext>
                </a:extLst>
              </p:cNvPr>
              <p:cNvSpPr/>
              <p:nvPr/>
            </p:nvSpPr>
            <p:spPr>
              <a:xfrm>
                <a:off x="6207141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g604">
                <a:extLst>
                  <a:ext uri="{FF2B5EF4-FFF2-40B4-BE49-F238E27FC236}">
                    <a16:creationId xmlns:a16="http://schemas.microsoft.com/office/drawing/2014/main" id="{6E03449F-0B4F-A524-1E95-8A84122D1F2B}"/>
                  </a:ext>
                </a:extLst>
              </p:cNvPr>
              <p:cNvSpPr/>
              <p:nvPr/>
            </p:nvSpPr>
            <p:spPr>
              <a:xfrm>
                <a:off x="576492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g605">
                <a:extLst>
                  <a:ext uri="{FF2B5EF4-FFF2-40B4-BE49-F238E27FC236}">
                    <a16:creationId xmlns:a16="http://schemas.microsoft.com/office/drawing/2014/main" id="{ECF7D607-221F-ECF7-508F-F1962D142959}"/>
                  </a:ext>
                </a:extLst>
              </p:cNvPr>
              <p:cNvSpPr/>
              <p:nvPr/>
            </p:nvSpPr>
            <p:spPr>
              <a:xfrm>
                <a:off x="5776560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g606">
                <a:extLst>
                  <a:ext uri="{FF2B5EF4-FFF2-40B4-BE49-F238E27FC236}">
                    <a16:creationId xmlns:a16="http://schemas.microsoft.com/office/drawing/2014/main" id="{50488331-6CB4-98F2-612E-4B151716DC5F}"/>
                  </a:ext>
                </a:extLst>
              </p:cNvPr>
              <p:cNvSpPr/>
              <p:nvPr/>
            </p:nvSpPr>
            <p:spPr>
              <a:xfrm>
                <a:off x="5788197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g607">
                <a:extLst>
                  <a:ext uri="{FF2B5EF4-FFF2-40B4-BE49-F238E27FC236}">
                    <a16:creationId xmlns:a16="http://schemas.microsoft.com/office/drawing/2014/main" id="{7E7EBC38-BDCE-D639-81E4-12835E8A9608}"/>
                  </a:ext>
                </a:extLst>
              </p:cNvPr>
              <p:cNvSpPr/>
              <p:nvPr/>
            </p:nvSpPr>
            <p:spPr>
              <a:xfrm>
                <a:off x="579983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g608">
                <a:extLst>
                  <a:ext uri="{FF2B5EF4-FFF2-40B4-BE49-F238E27FC236}">
                    <a16:creationId xmlns:a16="http://schemas.microsoft.com/office/drawing/2014/main" id="{A8E54A60-0970-B6FF-B8FD-10345F60A3AF}"/>
                  </a:ext>
                </a:extLst>
              </p:cNvPr>
              <p:cNvSpPr/>
              <p:nvPr/>
            </p:nvSpPr>
            <p:spPr>
              <a:xfrm>
                <a:off x="581147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g609">
                <a:extLst>
                  <a:ext uri="{FF2B5EF4-FFF2-40B4-BE49-F238E27FC236}">
                    <a16:creationId xmlns:a16="http://schemas.microsoft.com/office/drawing/2014/main" id="{76D72850-B9A7-BDD2-DAFD-02202103FF77}"/>
                  </a:ext>
                </a:extLst>
              </p:cNvPr>
              <p:cNvSpPr/>
              <p:nvPr/>
            </p:nvSpPr>
            <p:spPr>
              <a:xfrm>
                <a:off x="5823109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g610">
                <a:extLst>
                  <a:ext uri="{FF2B5EF4-FFF2-40B4-BE49-F238E27FC236}">
                    <a16:creationId xmlns:a16="http://schemas.microsoft.com/office/drawing/2014/main" id="{07466511-A0FE-7813-CA31-65DA4B6698D1}"/>
                  </a:ext>
                </a:extLst>
              </p:cNvPr>
              <p:cNvSpPr/>
              <p:nvPr/>
            </p:nvSpPr>
            <p:spPr>
              <a:xfrm>
                <a:off x="583474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g611">
                <a:extLst>
                  <a:ext uri="{FF2B5EF4-FFF2-40B4-BE49-F238E27FC236}">
                    <a16:creationId xmlns:a16="http://schemas.microsoft.com/office/drawing/2014/main" id="{86CCCC16-D241-C041-FF99-6C9BC69BCC0F}"/>
                  </a:ext>
                </a:extLst>
              </p:cNvPr>
              <p:cNvSpPr/>
              <p:nvPr/>
            </p:nvSpPr>
            <p:spPr>
              <a:xfrm>
                <a:off x="584638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g612">
                <a:extLst>
                  <a:ext uri="{FF2B5EF4-FFF2-40B4-BE49-F238E27FC236}">
                    <a16:creationId xmlns:a16="http://schemas.microsoft.com/office/drawing/2014/main" id="{B49D12DD-6AA1-1066-E961-81D22E92C4C9}"/>
                  </a:ext>
                </a:extLst>
              </p:cNvPr>
              <p:cNvSpPr/>
              <p:nvPr/>
            </p:nvSpPr>
            <p:spPr>
              <a:xfrm>
                <a:off x="5858021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g613">
                <a:extLst>
                  <a:ext uri="{FF2B5EF4-FFF2-40B4-BE49-F238E27FC236}">
                    <a16:creationId xmlns:a16="http://schemas.microsoft.com/office/drawing/2014/main" id="{7E185DCA-C764-2175-9346-945E70C0AABE}"/>
                  </a:ext>
                </a:extLst>
              </p:cNvPr>
              <p:cNvSpPr/>
              <p:nvPr/>
            </p:nvSpPr>
            <p:spPr>
              <a:xfrm>
                <a:off x="5869658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g614">
                <a:extLst>
                  <a:ext uri="{FF2B5EF4-FFF2-40B4-BE49-F238E27FC236}">
                    <a16:creationId xmlns:a16="http://schemas.microsoft.com/office/drawing/2014/main" id="{661995B5-0E07-A5FE-E079-938D907397CD}"/>
                  </a:ext>
                </a:extLst>
              </p:cNvPr>
              <p:cNvSpPr/>
              <p:nvPr/>
            </p:nvSpPr>
            <p:spPr>
              <a:xfrm>
                <a:off x="588129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g615">
                <a:extLst>
                  <a:ext uri="{FF2B5EF4-FFF2-40B4-BE49-F238E27FC236}">
                    <a16:creationId xmlns:a16="http://schemas.microsoft.com/office/drawing/2014/main" id="{F52662A9-962E-1702-F7B8-B6A29C902AE4}"/>
                  </a:ext>
                </a:extLst>
              </p:cNvPr>
              <p:cNvSpPr/>
              <p:nvPr/>
            </p:nvSpPr>
            <p:spPr>
              <a:xfrm>
                <a:off x="5892933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g616">
                <a:extLst>
                  <a:ext uri="{FF2B5EF4-FFF2-40B4-BE49-F238E27FC236}">
                    <a16:creationId xmlns:a16="http://schemas.microsoft.com/office/drawing/2014/main" id="{B809EC9B-805A-36A2-7164-81482D3EA0F9}"/>
                  </a:ext>
                </a:extLst>
              </p:cNvPr>
              <p:cNvSpPr/>
              <p:nvPr/>
            </p:nvSpPr>
            <p:spPr>
              <a:xfrm>
                <a:off x="5904570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g617">
                <a:extLst>
                  <a:ext uri="{FF2B5EF4-FFF2-40B4-BE49-F238E27FC236}">
                    <a16:creationId xmlns:a16="http://schemas.microsoft.com/office/drawing/2014/main" id="{420ACCE5-07B3-D576-79CB-C8EAA4515A46}"/>
                  </a:ext>
                </a:extLst>
              </p:cNvPr>
              <p:cNvSpPr/>
              <p:nvPr/>
            </p:nvSpPr>
            <p:spPr>
              <a:xfrm>
                <a:off x="5927845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g618">
                <a:extLst>
                  <a:ext uri="{FF2B5EF4-FFF2-40B4-BE49-F238E27FC236}">
                    <a16:creationId xmlns:a16="http://schemas.microsoft.com/office/drawing/2014/main" id="{FCD6E4AD-F41E-9BC7-4736-52C5CF540305}"/>
                  </a:ext>
                </a:extLst>
              </p:cNvPr>
              <p:cNvSpPr/>
              <p:nvPr/>
            </p:nvSpPr>
            <p:spPr>
              <a:xfrm>
                <a:off x="593948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g619">
                <a:extLst>
                  <a:ext uri="{FF2B5EF4-FFF2-40B4-BE49-F238E27FC236}">
                    <a16:creationId xmlns:a16="http://schemas.microsoft.com/office/drawing/2014/main" id="{5C566F58-2D32-11A3-CB8A-C29D06191935}"/>
                  </a:ext>
                </a:extLst>
              </p:cNvPr>
              <p:cNvSpPr/>
              <p:nvPr/>
            </p:nvSpPr>
            <p:spPr>
              <a:xfrm>
                <a:off x="616059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g620">
                <a:extLst>
                  <a:ext uri="{FF2B5EF4-FFF2-40B4-BE49-F238E27FC236}">
                    <a16:creationId xmlns:a16="http://schemas.microsoft.com/office/drawing/2014/main" id="{51C806A9-8EC7-501B-7875-403359B16617}"/>
                  </a:ext>
                </a:extLst>
              </p:cNvPr>
              <p:cNvSpPr/>
              <p:nvPr/>
            </p:nvSpPr>
            <p:spPr>
              <a:xfrm>
                <a:off x="6172229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g621">
                <a:extLst>
                  <a:ext uri="{FF2B5EF4-FFF2-40B4-BE49-F238E27FC236}">
                    <a16:creationId xmlns:a16="http://schemas.microsoft.com/office/drawing/2014/main" id="{CB51CCBF-9EA2-6B43-FB80-391E64061373}"/>
                  </a:ext>
                </a:extLst>
              </p:cNvPr>
              <p:cNvSpPr/>
              <p:nvPr/>
            </p:nvSpPr>
            <p:spPr>
              <a:xfrm>
                <a:off x="618386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g622">
                <a:extLst>
                  <a:ext uri="{FF2B5EF4-FFF2-40B4-BE49-F238E27FC236}">
                    <a16:creationId xmlns:a16="http://schemas.microsoft.com/office/drawing/2014/main" id="{D9E8A059-2EFB-751F-5C4F-EA41FA422CDF}"/>
                  </a:ext>
                </a:extLst>
              </p:cNvPr>
              <p:cNvSpPr/>
              <p:nvPr/>
            </p:nvSpPr>
            <p:spPr>
              <a:xfrm>
                <a:off x="619550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g623">
                <a:extLst>
                  <a:ext uri="{FF2B5EF4-FFF2-40B4-BE49-F238E27FC236}">
                    <a16:creationId xmlns:a16="http://schemas.microsoft.com/office/drawing/2014/main" id="{44DA4242-EF9C-54BF-FF25-081EDBAB90D7}"/>
                  </a:ext>
                </a:extLst>
              </p:cNvPr>
              <p:cNvSpPr/>
              <p:nvPr/>
            </p:nvSpPr>
            <p:spPr>
              <a:xfrm>
                <a:off x="6207141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g624">
                <a:extLst>
                  <a:ext uri="{FF2B5EF4-FFF2-40B4-BE49-F238E27FC236}">
                    <a16:creationId xmlns:a16="http://schemas.microsoft.com/office/drawing/2014/main" id="{1F301555-EC90-94EF-A75C-5CDDB0E0F4DE}"/>
                  </a:ext>
                </a:extLst>
              </p:cNvPr>
              <p:cNvSpPr/>
              <p:nvPr/>
            </p:nvSpPr>
            <p:spPr>
              <a:xfrm>
                <a:off x="5753285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g625">
                <a:extLst>
                  <a:ext uri="{FF2B5EF4-FFF2-40B4-BE49-F238E27FC236}">
                    <a16:creationId xmlns:a16="http://schemas.microsoft.com/office/drawing/2014/main" id="{DC3F283D-453D-D7AD-5275-ED309A48AC81}"/>
                  </a:ext>
                </a:extLst>
              </p:cNvPr>
              <p:cNvSpPr/>
              <p:nvPr/>
            </p:nvSpPr>
            <p:spPr>
              <a:xfrm>
                <a:off x="576492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g626">
                <a:extLst>
                  <a:ext uri="{FF2B5EF4-FFF2-40B4-BE49-F238E27FC236}">
                    <a16:creationId xmlns:a16="http://schemas.microsoft.com/office/drawing/2014/main" id="{EFFE0633-7358-1C8F-9419-CA142000F035}"/>
                  </a:ext>
                </a:extLst>
              </p:cNvPr>
              <p:cNvSpPr/>
              <p:nvPr/>
            </p:nvSpPr>
            <p:spPr>
              <a:xfrm>
                <a:off x="5776560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g627">
                <a:extLst>
                  <a:ext uri="{FF2B5EF4-FFF2-40B4-BE49-F238E27FC236}">
                    <a16:creationId xmlns:a16="http://schemas.microsoft.com/office/drawing/2014/main" id="{89642EFA-CB3A-0D77-8DA4-6FD327024D00}"/>
                  </a:ext>
                </a:extLst>
              </p:cNvPr>
              <p:cNvSpPr/>
              <p:nvPr/>
            </p:nvSpPr>
            <p:spPr>
              <a:xfrm>
                <a:off x="5788197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g628">
                <a:extLst>
                  <a:ext uri="{FF2B5EF4-FFF2-40B4-BE49-F238E27FC236}">
                    <a16:creationId xmlns:a16="http://schemas.microsoft.com/office/drawing/2014/main" id="{DEFDA3E5-09C3-D32D-40BD-A60542F1418A}"/>
                  </a:ext>
                </a:extLst>
              </p:cNvPr>
              <p:cNvSpPr/>
              <p:nvPr/>
            </p:nvSpPr>
            <p:spPr>
              <a:xfrm>
                <a:off x="579983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g629">
                <a:extLst>
                  <a:ext uri="{FF2B5EF4-FFF2-40B4-BE49-F238E27FC236}">
                    <a16:creationId xmlns:a16="http://schemas.microsoft.com/office/drawing/2014/main" id="{691890C8-FC1E-997F-EBC8-0D86F42DC711}"/>
                  </a:ext>
                </a:extLst>
              </p:cNvPr>
              <p:cNvSpPr/>
              <p:nvPr/>
            </p:nvSpPr>
            <p:spPr>
              <a:xfrm>
                <a:off x="581147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g630">
                <a:extLst>
                  <a:ext uri="{FF2B5EF4-FFF2-40B4-BE49-F238E27FC236}">
                    <a16:creationId xmlns:a16="http://schemas.microsoft.com/office/drawing/2014/main" id="{AB2F6A69-B9C1-1116-0C32-CEF17E150F95}"/>
                  </a:ext>
                </a:extLst>
              </p:cNvPr>
              <p:cNvSpPr/>
              <p:nvPr/>
            </p:nvSpPr>
            <p:spPr>
              <a:xfrm>
                <a:off x="5823109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g631">
                <a:extLst>
                  <a:ext uri="{FF2B5EF4-FFF2-40B4-BE49-F238E27FC236}">
                    <a16:creationId xmlns:a16="http://schemas.microsoft.com/office/drawing/2014/main" id="{F0889BFC-FFEE-5F54-1AD5-1D0171F2B987}"/>
                  </a:ext>
                </a:extLst>
              </p:cNvPr>
              <p:cNvSpPr/>
              <p:nvPr/>
            </p:nvSpPr>
            <p:spPr>
              <a:xfrm>
                <a:off x="583474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g632">
                <a:extLst>
                  <a:ext uri="{FF2B5EF4-FFF2-40B4-BE49-F238E27FC236}">
                    <a16:creationId xmlns:a16="http://schemas.microsoft.com/office/drawing/2014/main" id="{7D50DD2B-FD8C-3F22-8AD3-3756ABB47022}"/>
                  </a:ext>
                </a:extLst>
              </p:cNvPr>
              <p:cNvSpPr/>
              <p:nvPr/>
            </p:nvSpPr>
            <p:spPr>
              <a:xfrm>
                <a:off x="584638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g633">
                <a:extLst>
                  <a:ext uri="{FF2B5EF4-FFF2-40B4-BE49-F238E27FC236}">
                    <a16:creationId xmlns:a16="http://schemas.microsoft.com/office/drawing/2014/main" id="{55038041-D75F-E0E9-5C16-8AD5651362EE}"/>
                  </a:ext>
                </a:extLst>
              </p:cNvPr>
              <p:cNvSpPr/>
              <p:nvPr/>
            </p:nvSpPr>
            <p:spPr>
              <a:xfrm>
                <a:off x="5858021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g634">
                <a:extLst>
                  <a:ext uri="{FF2B5EF4-FFF2-40B4-BE49-F238E27FC236}">
                    <a16:creationId xmlns:a16="http://schemas.microsoft.com/office/drawing/2014/main" id="{777595E3-262B-5BA3-64A2-CC088A81D5C1}"/>
                  </a:ext>
                </a:extLst>
              </p:cNvPr>
              <p:cNvSpPr/>
              <p:nvPr/>
            </p:nvSpPr>
            <p:spPr>
              <a:xfrm>
                <a:off x="5869658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g635">
                <a:extLst>
                  <a:ext uri="{FF2B5EF4-FFF2-40B4-BE49-F238E27FC236}">
                    <a16:creationId xmlns:a16="http://schemas.microsoft.com/office/drawing/2014/main" id="{1D38BEAB-CBED-E92B-F245-3ADF5B83A45F}"/>
                  </a:ext>
                </a:extLst>
              </p:cNvPr>
              <p:cNvSpPr/>
              <p:nvPr/>
            </p:nvSpPr>
            <p:spPr>
              <a:xfrm>
                <a:off x="588129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g636">
                <a:extLst>
                  <a:ext uri="{FF2B5EF4-FFF2-40B4-BE49-F238E27FC236}">
                    <a16:creationId xmlns:a16="http://schemas.microsoft.com/office/drawing/2014/main" id="{4DCEDC79-17CD-0B9F-57BB-C357EDCD2AB9}"/>
                  </a:ext>
                </a:extLst>
              </p:cNvPr>
              <p:cNvSpPr/>
              <p:nvPr/>
            </p:nvSpPr>
            <p:spPr>
              <a:xfrm>
                <a:off x="5892933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g637">
                <a:extLst>
                  <a:ext uri="{FF2B5EF4-FFF2-40B4-BE49-F238E27FC236}">
                    <a16:creationId xmlns:a16="http://schemas.microsoft.com/office/drawing/2014/main" id="{A93B158F-0005-F0B2-2452-B0EA13E2768B}"/>
                  </a:ext>
                </a:extLst>
              </p:cNvPr>
              <p:cNvSpPr/>
              <p:nvPr/>
            </p:nvSpPr>
            <p:spPr>
              <a:xfrm>
                <a:off x="616059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g638">
                <a:extLst>
                  <a:ext uri="{FF2B5EF4-FFF2-40B4-BE49-F238E27FC236}">
                    <a16:creationId xmlns:a16="http://schemas.microsoft.com/office/drawing/2014/main" id="{907127C6-108C-B07E-40C3-80E57DF38013}"/>
                  </a:ext>
                </a:extLst>
              </p:cNvPr>
              <p:cNvSpPr/>
              <p:nvPr/>
            </p:nvSpPr>
            <p:spPr>
              <a:xfrm>
                <a:off x="6172229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g639">
                <a:extLst>
                  <a:ext uri="{FF2B5EF4-FFF2-40B4-BE49-F238E27FC236}">
                    <a16:creationId xmlns:a16="http://schemas.microsoft.com/office/drawing/2014/main" id="{00CA824A-8226-1243-91B2-AD91FAEB9DDC}"/>
                  </a:ext>
                </a:extLst>
              </p:cNvPr>
              <p:cNvSpPr/>
              <p:nvPr/>
            </p:nvSpPr>
            <p:spPr>
              <a:xfrm>
                <a:off x="618386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7A9">
                  <a:alpha val="100000"/>
                </a:srgbClr>
              </a:solidFill>
              <a:ln w="5420" cap="flat">
                <a:solidFill>
                  <a:srgbClr val="35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g640">
                <a:extLst>
                  <a:ext uri="{FF2B5EF4-FFF2-40B4-BE49-F238E27FC236}">
                    <a16:creationId xmlns:a16="http://schemas.microsoft.com/office/drawing/2014/main" id="{D4E1E1B0-71D5-FDD3-8541-3A90E201414D}"/>
                  </a:ext>
                </a:extLst>
              </p:cNvPr>
              <p:cNvSpPr/>
              <p:nvPr/>
            </p:nvSpPr>
            <p:spPr>
              <a:xfrm>
                <a:off x="619550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g641">
                <a:extLst>
                  <a:ext uri="{FF2B5EF4-FFF2-40B4-BE49-F238E27FC236}">
                    <a16:creationId xmlns:a16="http://schemas.microsoft.com/office/drawing/2014/main" id="{10BC3937-281B-8E7E-84DC-CA8C70298C73}"/>
                  </a:ext>
                </a:extLst>
              </p:cNvPr>
              <p:cNvSpPr/>
              <p:nvPr/>
            </p:nvSpPr>
            <p:spPr>
              <a:xfrm>
                <a:off x="6207141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g642">
                <a:extLst>
                  <a:ext uri="{FF2B5EF4-FFF2-40B4-BE49-F238E27FC236}">
                    <a16:creationId xmlns:a16="http://schemas.microsoft.com/office/drawing/2014/main" id="{767FF06D-A0AD-291A-A16B-84D11763489A}"/>
                  </a:ext>
                </a:extLst>
              </p:cNvPr>
              <p:cNvSpPr/>
              <p:nvPr/>
            </p:nvSpPr>
            <p:spPr>
              <a:xfrm>
                <a:off x="6218778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g643">
                <a:extLst>
                  <a:ext uri="{FF2B5EF4-FFF2-40B4-BE49-F238E27FC236}">
                    <a16:creationId xmlns:a16="http://schemas.microsoft.com/office/drawing/2014/main" id="{10DAFD27-9F3B-4AE5-3910-A140EAA030E6}"/>
                  </a:ext>
                </a:extLst>
              </p:cNvPr>
              <p:cNvSpPr/>
              <p:nvPr/>
            </p:nvSpPr>
            <p:spPr>
              <a:xfrm>
                <a:off x="623041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g644">
                <a:extLst>
                  <a:ext uri="{FF2B5EF4-FFF2-40B4-BE49-F238E27FC236}">
                    <a16:creationId xmlns:a16="http://schemas.microsoft.com/office/drawing/2014/main" id="{0EE6695C-1532-A74B-C8D7-A2AF7E258297}"/>
                  </a:ext>
                </a:extLst>
              </p:cNvPr>
              <p:cNvSpPr/>
              <p:nvPr/>
            </p:nvSpPr>
            <p:spPr>
              <a:xfrm>
                <a:off x="6276965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g645">
                <a:extLst>
                  <a:ext uri="{FF2B5EF4-FFF2-40B4-BE49-F238E27FC236}">
                    <a16:creationId xmlns:a16="http://schemas.microsoft.com/office/drawing/2014/main" id="{99EE2620-2B21-3439-C4C2-1D1D179DE4C2}"/>
                  </a:ext>
                </a:extLst>
              </p:cNvPr>
              <p:cNvSpPr/>
              <p:nvPr/>
            </p:nvSpPr>
            <p:spPr>
              <a:xfrm>
                <a:off x="628860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g646">
                <a:extLst>
                  <a:ext uri="{FF2B5EF4-FFF2-40B4-BE49-F238E27FC236}">
                    <a16:creationId xmlns:a16="http://schemas.microsoft.com/office/drawing/2014/main" id="{8C514D66-C5B9-EFF8-36A9-96DD0D932BC8}"/>
                  </a:ext>
                </a:extLst>
              </p:cNvPr>
              <p:cNvSpPr/>
              <p:nvPr/>
            </p:nvSpPr>
            <p:spPr>
              <a:xfrm>
                <a:off x="6300240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g647">
                <a:extLst>
                  <a:ext uri="{FF2B5EF4-FFF2-40B4-BE49-F238E27FC236}">
                    <a16:creationId xmlns:a16="http://schemas.microsoft.com/office/drawing/2014/main" id="{D20D0F5A-1990-A667-AA75-9D94CEA23AC5}"/>
                  </a:ext>
                </a:extLst>
              </p:cNvPr>
              <p:cNvSpPr/>
              <p:nvPr/>
            </p:nvSpPr>
            <p:spPr>
              <a:xfrm>
                <a:off x="6311877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g648">
                <a:extLst>
                  <a:ext uri="{FF2B5EF4-FFF2-40B4-BE49-F238E27FC236}">
                    <a16:creationId xmlns:a16="http://schemas.microsoft.com/office/drawing/2014/main" id="{428C04F5-189D-D8FF-E646-716911CC2DB0}"/>
                  </a:ext>
                </a:extLst>
              </p:cNvPr>
              <p:cNvSpPr/>
              <p:nvPr/>
            </p:nvSpPr>
            <p:spPr>
              <a:xfrm>
                <a:off x="632351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g649">
                <a:extLst>
                  <a:ext uri="{FF2B5EF4-FFF2-40B4-BE49-F238E27FC236}">
                    <a16:creationId xmlns:a16="http://schemas.microsoft.com/office/drawing/2014/main" id="{832EE1D0-208C-2E40-050E-E8C558671D62}"/>
                  </a:ext>
                </a:extLst>
              </p:cNvPr>
              <p:cNvSpPr/>
              <p:nvPr/>
            </p:nvSpPr>
            <p:spPr>
              <a:xfrm>
                <a:off x="574164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g650">
                <a:extLst>
                  <a:ext uri="{FF2B5EF4-FFF2-40B4-BE49-F238E27FC236}">
                    <a16:creationId xmlns:a16="http://schemas.microsoft.com/office/drawing/2014/main" id="{6B328907-DA22-C13C-D668-10A44C67C710}"/>
                  </a:ext>
                </a:extLst>
              </p:cNvPr>
              <p:cNvSpPr/>
              <p:nvPr/>
            </p:nvSpPr>
            <p:spPr>
              <a:xfrm>
                <a:off x="5753285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g651">
                <a:extLst>
                  <a:ext uri="{FF2B5EF4-FFF2-40B4-BE49-F238E27FC236}">
                    <a16:creationId xmlns:a16="http://schemas.microsoft.com/office/drawing/2014/main" id="{EB645B3A-6C5F-57B7-F377-0FB05D1DFD35}"/>
                  </a:ext>
                </a:extLst>
              </p:cNvPr>
              <p:cNvSpPr/>
              <p:nvPr/>
            </p:nvSpPr>
            <p:spPr>
              <a:xfrm>
                <a:off x="576492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g652">
                <a:extLst>
                  <a:ext uri="{FF2B5EF4-FFF2-40B4-BE49-F238E27FC236}">
                    <a16:creationId xmlns:a16="http://schemas.microsoft.com/office/drawing/2014/main" id="{D189877A-EE53-17AD-217A-7F8729EB2DC6}"/>
                  </a:ext>
                </a:extLst>
              </p:cNvPr>
              <p:cNvSpPr/>
              <p:nvPr/>
            </p:nvSpPr>
            <p:spPr>
              <a:xfrm>
                <a:off x="5776560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g653">
                <a:extLst>
                  <a:ext uri="{FF2B5EF4-FFF2-40B4-BE49-F238E27FC236}">
                    <a16:creationId xmlns:a16="http://schemas.microsoft.com/office/drawing/2014/main" id="{BB53606E-33A4-32B2-677F-F192101B8BC3}"/>
                  </a:ext>
                </a:extLst>
              </p:cNvPr>
              <p:cNvSpPr/>
              <p:nvPr/>
            </p:nvSpPr>
            <p:spPr>
              <a:xfrm>
                <a:off x="5788197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g654">
                <a:extLst>
                  <a:ext uri="{FF2B5EF4-FFF2-40B4-BE49-F238E27FC236}">
                    <a16:creationId xmlns:a16="http://schemas.microsoft.com/office/drawing/2014/main" id="{F8314D05-870D-7A38-0C9F-518A9BBF9C4B}"/>
                  </a:ext>
                </a:extLst>
              </p:cNvPr>
              <p:cNvSpPr/>
              <p:nvPr/>
            </p:nvSpPr>
            <p:spPr>
              <a:xfrm>
                <a:off x="579983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g655">
                <a:extLst>
                  <a:ext uri="{FF2B5EF4-FFF2-40B4-BE49-F238E27FC236}">
                    <a16:creationId xmlns:a16="http://schemas.microsoft.com/office/drawing/2014/main" id="{4F622146-35F2-0629-9C3F-F2901F72C33C}"/>
                  </a:ext>
                </a:extLst>
              </p:cNvPr>
              <p:cNvSpPr/>
              <p:nvPr/>
            </p:nvSpPr>
            <p:spPr>
              <a:xfrm>
                <a:off x="581147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g656">
                <a:extLst>
                  <a:ext uri="{FF2B5EF4-FFF2-40B4-BE49-F238E27FC236}">
                    <a16:creationId xmlns:a16="http://schemas.microsoft.com/office/drawing/2014/main" id="{9E7723B4-6FB8-BB1B-A89D-E555147275F1}"/>
                  </a:ext>
                </a:extLst>
              </p:cNvPr>
              <p:cNvSpPr/>
              <p:nvPr/>
            </p:nvSpPr>
            <p:spPr>
              <a:xfrm>
                <a:off x="5823109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g657">
                <a:extLst>
                  <a:ext uri="{FF2B5EF4-FFF2-40B4-BE49-F238E27FC236}">
                    <a16:creationId xmlns:a16="http://schemas.microsoft.com/office/drawing/2014/main" id="{31695FB6-3695-891F-2192-4D4FA0EC805C}"/>
                  </a:ext>
                </a:extLst>
              </p:cNvPr>
              <p:cNvSpPr/>
              <p:nvPr/>
            </p:nvSpPr>
            <p:spPr>
              <a:xfrm>
                <a:off x="583474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g658">
                <a:extLst>
                  <a:ext uri="{FF2B5EF4-FFF2-40B4-BE49-F238E27FC236}">
                    <a16:creationId xmlns:a16="http://schemas.microsoft.com/office/drawing/2014/main" id="{BAEF0A66-DEAD-3975-D2FC-20E22CE64E34}"/>
                  </a:ext>
                </a:extLst>
              </p:cNvPr>
              <p:cNvSpPr/>
              <p:nvPr/>
            </p:nvSpPr>
            <p:spPr>
              <a:xfrm>
                <a:off x="584638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g659">
                <a:extLst>
                  <a:ext uri="{FF2B5EF4-FFF2-40B4-BE49-F238E27FC236}">
                    <a16:creationId xmlns:a16="http://schemas.microsoft.com/office/drawing/2014/main" id="{0F9A4797-3B9C-EAD2-4ACB-CB77891C8EC9}"/>
                  </a:ext>
                </a:extLst>
              </p:cNvPr>
              <p:cNvSpPr/>
              <p:nvPr/>
            </p:nvSpPr>
            <p:spPr>
              <a:xfrm>
                <a:off x="5858021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g660">
                <a:extLst>
                  <a:ext uri="{FF2B5EF4-FFF2-40B4-BE49-F238E27FC236}">
                    <a16:creationId xmlns:a16="http://schemas.microsoft.com/office/drawing/2014/main" id="{39814417-4A3F-CAB2-6B97-7F32CD121C59}"/>
                  </a:ext>
                </a:extLst>
              </p:cNvPr>
              <p:cNvSpPr/>
              <p:nvPr/>
            </p:nvSpPr>
            <p:spPr>
              <a:xfrm>
                <a:off x="586965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g661">
                <a:extLst>
                  <a:ext uri="{FF2B5EF4-FFF2-40B4-BE49-F238E27FC236}">
                    <a16:creationId xmlns:a16="http://schemas.microsoft.com/office/drawing/2014/main" id="{07610717-5F72-2C6B-89C2-91A5686B1CC7}"/>
                  </a:ext>
                </a:extLst>
              </p:cNvPr>
              <p:cNvSpPr/>
              <p:nvPr/>
            </p:nvSpPr>
            <p:spPr>
              <a:xfrm>
                <a:off x="588129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g662">
                <a:extLst>
                  <a:ext uri="{FF2B5EF4-FFF2-40B4-BE49-F238E27FC236}">
                    <a16:creationId xmlns:a16="http://schemas.microsoft.com/office/drawing/2014/main" id="{64CE2E31-DD84-8839-FCA6-2143A365722B}"/>
                  </a:ext>
                </a:extLst>
              </p:cNvPr>
              <p:cNvSpPr/>
              <p:nvPr/>
            </p:nvSpPr>
            <p:spPr>
              <a:xfrm>
                <a:off x="6172229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g663">
                <a:extLst>
                  <a:ext uri="{FF2B5EF4-FFF2-40B4-BE49-F238E27FC236}">
                    <a16:creationId xmlns:a16="http://schemas.microsoft.com/office/drawing/2014/main" id="{7515EA81-EBC5-0046-7132-9357EEDB29C1}"/>
                  </a:ext>
                </a:extLst>
              </p:cNvPr>
              <p:cNvSpPr/>
              <p:nvPr/>
            </p:nvSpPr>
            <p:spPr>
              <a:xfrm>
                <a:off x="618386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g664">
                <a:extLst>
                  <a:ext uri="{FF2B5EF4-FFF2-40B4-BE49-F238E27FC236}">
                    <a16:creationId xmlns:a16="http://schemas.microsoft.com/office/drawing/2014/main" id="{60DE7696-38E6-03A7-35E3-4374064A8CE7}"/>
                  </a:ext>
                </a:extLst>
              </p:cNvPr>
              <p:cNvSpPr/>
              <p:nvPr/>
            </p:nvSpPr>
            <p:spPr>
              <a:xfrm>
                <a:off x="619550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g665">
                <a:extLst>
                  <a:ext uri="{FF2B5EF4-FFF2-40B4-BE49-F238E27FC236}">
                    <a16:creationId xmlns:a16="http://schemas.microsoft.com/office/drawing/2014/main" id="{ED6C1243-E462-4DAE-DCBA-23559F96DD62}"/>
                  </a:ext>
                </a:extLst>
              </p:cNvPr>
              <p:cNvSpPr/>
              <p:nvPr/>
            </p:nvSpPr>
            <p:spPr>
              <a:xfrm>
                <a:off x="6207141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g666">
                <a:extLst>
                  <a:ext uri="{FF2B5EF4-FFF2-40B4-BE49-F238E27FC236}">
                    <a16:creationId xmlns:a16="http://schemas.microsoft.com/office/drawing/2014/main" id="{4A6B1154-7A56-DFEB-2195-17930D58240B}"/>
                  </a:ext>
                </a:extLst>
              </p:cNvPr>
              <p:cNvSpPr/>
              <p:nvPr/>
            </p:nvSpPr>
            <p:spPr>
              <a:xfrm>
                <a:off x="621877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g667">
                <a:extLst>
                  <a:ext uri="{FF2B5EF4-FFF2-40B4-BE49-F238E27FC236}">
                    <a16:creationId xmlns:a16="http://schemas.microsoft.com/office/drawing/2014/main" id="{543FB65E-0096-720C-25D8-7341341F13C6}"/>
                  </a:ext>
                </a:extLst>
              </p:cNvPr>
              <p:cNvSpPr/>
              <p:nvPr/>
            </p:nvSpPr>
            <p:spPr>
              <a:xfrm>
                <a:off x="623041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g668">
                <a:extLst>
                  <a:ext uri="{FF2B5EF4-FFF2-40B4-BE49-F238E27FC236}">
                    <a16:creationId xmlns:a16="http://schemas.microsoft.com/office/drawing/2014/main" id="{21CD7209-93BA-0B82-BF02-CDF4BC931426}"/>
                  </a:ext>
                </a:extLst>
              </p:cNvPr>
              <p:cNvSpPr/>
              <p:nvPr/>
            </p:nvSpPr>
            <p:spPr>
              <a:xfrm>
                <a:off x="6242053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g669">
                <a:extLst>
                  <a:ext uri="{FF2B5EF4-FFF2-40B4-BE49-F238E27FC236}">
                    <a16:creationId xmlns:a16="http://schemas.microsoft.com/office/drawing/2014/main" id="{0556FF3F-CA34-626E-5D6C-16CEFF888DF5}"/>
                  </a:ext>
                </a:extLst>
              </p:cNvPr>
              <p:cNvSpPr/>
              <p:nvPr/>
            </p:nvSpPr>
            <p:spPr>
              <a:xfrm>
                <a:off x="626532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g670">
                <a:extLst>
                  <a:ext uri="{FF2B5EF4-FFF2-40B4-BE49-F238E27FC236}">
                    <a16:creationId xmlns:a16="http://schemas.microsoft.com/office/drawing/2014/main" id="{C03537ED-0DF2-86E5-CA02-492329B0E30E}"/>
                  </a:ext>
                </a:extLst>
              </p:cNvPr>
              <p:cNvSpPr/>
              <p:nvPr/>
            </p:nvSpPr>
            <p:spPr>
              <a:xfrm>
                <a:off x="6276965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g671">
                <a:extLst>
                  <a:ext uri="{FF2B5EF4-FFF2-40B4-BE49-F238E27FC236}">
                    <a16:creationId xmlns:a16="http://schemas.microsoft.com/office/drawing/2014/main" id="{44F27735-BEC7-4920-D671-E703C44DFC43}"/>
                  </a:ext>
                </a:extLst>
              </p:cNvPr>
              <p:cNvSpPr/>
              <p:nvPr/>
            </p:nvSpPr>
            <p:spPr>
              <a:xfrm>
                <a:off x="628860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g672">
                <a:extLst>
                  <a:ext uri="{FF2B5EF4-FFF2-40B4-BE49-F238E27FC236}">
                    <a16:creationId xmlns:a16="http://schemas.microsoft.com/office/drawing/2014/main" id="{DBF768D8-D6C6-083B-A0F5-1FDD40AF7C04}"/>
                  </a:ext>
                </a:extLst>
              </p:cNvPr>
              <p:cNvSpPr/>
              <p:nvPr/>
            </p:nvSpPr>
            <p:spPr>
              <a:xfrm>
                <a:off x="6300240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g673">
                <a:extLst>
                  <a:ext uri="{FF2B5EF4-FFF2-40B4-BE49-F238E27FC236}">
                    <a16:creationId xmlns:a16="http://schemas.microsoft.com/office/drawing/2014/main" id="{ABEDFAF1-B68D-63FC-29F7-CA51DD40738A}"/>
                  </a:ext>
                </a:extLst>
              </p:cNvPr>
              <p:cNvSpPr/>
              <p:nvPr/>
            </p:nvSpPr>
            <p:spPr>
              <a:xfrm>
                <a:off x="6311877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g674">
                <a:extLst>
                  <a:ext uri="{FF2B5EF4-FFF2-40B4-BE49-F238E27FC236}">
                    <a16:creationId xmlns:a16="http://schemas.microsoft.com/office/drawing/2014/main" id="{9C239764-154B-41EA-2511-8FD3A0CBAC4A}"/>
                  </a:ext>
                </a:extLst>
              </p:cNvPr>
              <p:cNvSpPr/>
              <p:nvPr/>
            </p:nvSpPr>
            <p:spPr>
              <a:xfrm>
                <a:off x="632351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g675">
                <a:extLst>
                  <a:ext uri="{FF2B5EF4-FFF2-40B4-BE49-F238E27FC236}">
                    <a16:creationId xmlns:a16="http://schemas.microsoft.com/office/drawing/2014/main" id="{28D68DEE-13E2-2DA1-A8E4-77920F5866E4}"/>
                  </a:ext>
                </a:extLst>
              </p:cNvPr>
              <p:cNvSpPr/>
              <p:nvPr/>
            </p:nvSpPr>
            <p:spPr>
              <a:xfrm>
                <a:off x="633515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g676">
                <a:extLst>
                  <a:ext uri="{FF2B5EF4-FFF2-40B4-BE49-F238E27FC236}">
                    <a16:creationId xmlns:a16="http://schemas.microsoft.com/office/drawing/2014/main" id="{DB3A4E66-DEB0-A00C-A946-BED056343A51}"/>
                  </a:ext>
                </a:extLst>
              </p:cNvPr>
              <p:cNvSpPr/>
              <p:nvPr/>
            </p:nvSpPr>
            <p:spPr>
              <a:xfrm>
                <a:off x="573001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g677">
                <a:extLst>
                  <a:ext uri="{FF2B5EF4-FFF2-40B4-BE49-F238E27FC236}">
                    <a16:creationId xmlns:a16="http://schemas.microsoft.com/office/drawing/2014/main" id="{2C324B9B-DD6D-1A3D-567B-4B672DD01D9D}"/>
                  </a:ext>
                </a:extLst>
              </p:cNvPr>
              <p:cNvSpPr/>
              <p:nvPr/>
            </p:nvSpPr>
            <p:spPr>
              <a:xfrm>
                <a:off x="574164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g678">
                <a:extLst>
                  <a:ext uri="{FF2B5EF4-FFF2-40B4-BE49-F238E27FC236}">
                    <a16:creationId xmlns:a16="http://schemas.microsoft.com/office/drawing/2014/main" id="{95BFDC0C-6385-A05A-0BFD-68996BE699CA}"/>
                  </a:ext>
                </a:extLst>
              </p:cNvPr>
              <p:cNvSpPr/>
              <p:nvPr/>
            </p:nvSpPr>
            <p:spPr>
              <a:xfrm>
                <a:off x="5753285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g679">
                <a:extLst>
                  <a:ext uri="{FF2B5EF4-FFF2-40B4-BE49-F238E27FC236}">
                    <a16:creationId xmlns:a16="http://schemas.microsoft.com/office/drawing/2014/main" id="{07FBEDEF-6B71-FCF3-8891-EB9B6F785FA9}"/>
                  </a:ext>
                </a:extLst>
              </p:cNvPr>
              <p:cNvSpPr/>
              <p:nvPr/>
            </p:nvSpPr>
            <p:spPr>
              <a:xfrm>
                <a:off x="576492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g680">
                <a:extLst>
                  <a:ext uri="{FF2B5EF4-FFF2-40B4-BE49-F238E27FC236}">
                    <a16:creationId xmlns:a16="http://schemas.microsoft.com/office/drawing/2014/main" id="{0BDE344D-8690-2369-E4F4-ABF8C6F267D9}"/>
                  </a:ext>
                </a:extLst>
              </p:cNvPr>
              <p:cNvSpPr/>
              <p:nvPr/>
            </p:nvSpPr>
            <p:spPr>
              <a:xfrm>
                <a:off x="577656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g681">
                <a:extLst>
                  <a:ext uri="{FF2B5EF4-FFF2-40B4-BE49-F238E27FC236}">
                    <a16:creationId xmlns:a16="http://schemas.microsoft.com/office/drawing/2014/main" id="{D8F9EB9A-9377-D684-7557-3B283617AE92}"/>
                  </a:ext>
                </a:extLst>
              </p:cNvPr>
              <p:cNvSpPr/>
              <p:nvPr/>
            </p:nvSpPr>
            <p:spPr>
              <a:xfrm>
                <a:off x="5788197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g682">
                <a:extLst>
                  <a:ext uri="{FF2B5EF4-FFF2-40B4-BE49-F238E27FC236}">
                    <a16:creationId xmlns:a16="http://schemas.microsoft.com/office/drawing/2014/main" id="{B0E49E13-D5F6-4DB1-50D0-D0C4EB57E948}"/>
                  </a:ext>
                </a:extLst>
              </p:cNvPr>
              <p:cNvSpPr/>
              <p:nvPr/>
            </p:nvSpPr>
            <p:spPr>
              <a:xfrm>
                <a:off x="579983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g683">
                <a:extLst>
                  <a:ext uri="{FF2B5EF4-FFF2-40B4-BE49-F238E27FC236}">
                    <a16:creationId xmlns:a16="http://schemas.microsoft.com/office/drawing/2014/main" id="{8495D781-1A4F-9625-E491-80B8C0583BE4}"/>
                  </a:ext>
                </a:extLst>
              </p:cNvPr>
              <p:cNvSpPr/>
              <p:nvPr/>
            </p:nvSpPr>
            <p:spPr>
              <a:xfrm>
                <a:off x="581147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g684">
                <a:extLst>
                  <a:ext uri="{FF2B5EF4-FFF2-40B4-BE49-F238E27FC236}">
                    <a16:creationId xmlns:a16="http://schemas.microsoft.com/office/drawing/2014/main" id="{59237524-012A-8FDD-0EF4-9085074E6334}"/>
                  </a:ext>
                </a:extLst>
              </p:cNvPr>
              <p:cNvSpPr/>
              <p:nvPr/>
            </p:nvSpPr>
            <p:spPr>
              <a:xfrm>
                <a:off x="5823109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g685">
                <a:extLst>
                  <a:ext uri="{FF2B5EF4-FFF2-40B4-BE49-F238E27FC236}">
                    <a16:creationId xmlns:a16="http://schemas.microsoft.com/office/drawing/2014/main" id="{6EC43349-8A42-0A3E-4649-B7F67291DEF4}"/>
                  </a:ext>
                </a:extLst>
              </p:cNvPr>
              <p:cNvSpPr/>
              <p:nvPr/>
            </p:nvSpPr>
            <p:spPr>
              <a:xfrm>
                <a:off x="583474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g686">
                <a:extLst>
                  <a:ext uri="{FF2B5EF4-FFF2-40B4-BE49-F238E27FC236}">
                    <a16:creationId xmlns:a16="http://schemas.microsoft.com/office/drawing/2014/main" id="{64129618-12F7-F5DA-3FE8-CF5BE5A40B23}"/>
                  </a:ext>
                </a:extLst>
              </p:cNvPr>
              <p:cNvSpPr/>
              <p:nvPr/>
            </p:nvSpPr>
            <p:spPr>
              <a:xfrm>
                <a:off x="584638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g687">
                <a:extLst>
                  <a:ext uri="{FF2B5EF4-FFF2-40B4-BE49-F238E27FC236}">
                    <a16:creationId xmlns:a16="http://schemas.microsoft.com/office/drawing/2014/main" id="{D43E788A-804B-AB5F-A2CE-27BE86FC55D9}"/>
                  </a:ext>
                </a:extLst>
              </p:cNvPr>
              <p:cNvSpPr/>
              <p:nvPr/>
            </p:nvSpPr>
            <p:spPr>
              <a:xfrm>
                <a:off x="6172229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g688">
                <a:extLst>
                  <a:ext uri="{FF2B5EF4-FFF2-40B4-BE49-F238E27FC236}">
                    <a16:creationId xmlns:a16="http://schemas.microsoft.com/office/drawing/2014/main" id="{141EB9F4-6F75-89BB-AAAE-779BB11E2475}"/>
                  </a:ext>
                </a:extLst>
              </p:cNvPr>
              <p:cNvSpPr/>
              <p:nvPr/>
            </p:nvSpPr>
            <p:spPr>
              <a:xfrm>
                <a:off x="618386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g689">
                <a:extLst>
                  <a:ext uri="{FF2B5EF4-FFF2-40B4-BE49-F238E27FC236}">
                    <a16:creationId xmlns:a16="http://schemas.microsoft.com/office/drawing/2014/main" id="{2C1C36CF-8066-C194-6A09-6D6349E17BAE}"/>
                  </a:ext>
                </a:extLst>
              </p:cNvPr>
              <p:cNvSpPr/>
              <p:nvPr/>
            </p:nvSpPr>
            <p:spPr>
              <a:xfrm>
                <a:off x="619550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g690">
                <a:extLst>
                  <a:ext uri="{FF2B5EF4-FFF2-40B4-BE49-F238E27FC236}">
                    <a16:creationId xmlns:a16="http://schemas.microsoft.com/office/drawing/2014/main" id="{4BB83A42-AB73-E156-891E-3B7B3CC72E3E}"/>
                  </a:ext>
                </a:extLst>
              </p:cNvPr>
              <p:cNvSpPr/>
              <p:nvPr/>
            </p:nvSpPr>
            <p:spPr>
              <a:xfrm>
                <a:off x="6207141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g691">
                <a:extLst>
                  <a:ext uri="{FF2B5EF4-FFF2-40B4-BE49-F238E27FC236}">
                    <a16:creationId xmlns:a16="http://schemas.microsoft.com/office/drawing/2014/main" id="{5C3A9FDC-6F4C-5C0F-5B9E-53CE6271E4ED}"/>
                  </a:ext>
                </a:extLst>
              </p:cNvPr>
              <p:cNvSpPr/>
              <p:nvPr/>
            </p:nvSpPr>
            <p:spPr>
              <a:xfrm>
                <a:off x="621877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g692">
                <a:extLst>
                  <a:ext uri="{FF2B5EF4-FFF2-40B4-BE49-F238E27FC236}">
                    <a16:creationId xmlns:a16="http://schemas.microsoft.com/office/drawing/2014/main" id="{7975F550-DA67-624E-5F41-5A24E5970DBE}"/>
                  </a:ext>
                </a:extLst>
              </p:cNvPr>
              <p:cNvSpPr/>
              <p:nvPr/>
            </p:nvSpPr>
            <p:spPr>
              <a:xfrm>
                <a:off x="623041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g693">
                <a:extLst>
                  <a:ext uri="{FF2B5EF4-FFF2-40B4-BE49-F238E27FC236}">
                    <a16:creationId xmlns:a16="http://schemas.microsoft.com/office/drawing/2014/main" id="{E1893E4F-7951-BC95-B97A-B1E883651CF3}"/>
                  </a:ext>
                </a:extLst>
              </p:cNvPr>
              <p:cNvSpPr/>
              <p:nvPr/>
            </p:nvSpPr>
            <p:spPr>
              <a:xfrm>
                <a:off x="6242053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g694">
                <a:extLst>
                  <a:ext uri="{FF2B5EF4-FFF2-40B4-BE49-F238E27FC236}">
                    <a16:creationId xmlns:a16="http://schemas.microsoft.com/office/drawing/2014/main" id="{F8980868-5434-9ED2-0964-603A3847F30C}"/>
                  </a:ext>
                </a:extLst>
              </p:cNvPr>
              <p:cNvSpPr/>
              <p:nvPr/>
            </p:nvSpPr>
            <p:spPr>
              <a:xfrm>
                <a:off x="625369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g695">
                <a:extLst>
                  <a:ext uri="{FF2B5EF4-FFF2-40B4-BE49-F238E27FC236}">
                    <a16:creationId xmlns:a16="http://schemas.microsoft.com/office/drawing/2014/main" id="{1BFDBFBA-0964-DC16-EA1A-507AB84F6EE5}"/>
                  </a:ext>
                </a:extLst>
              </p:cNvPr>
              <p:cNvSpPr/>
              <p:nvPr/>
            </p:nvSpPr>
            <p:spPr>
              <a:xfrm>
                <a:off x="626532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g696">
                <a:extLst>
                  <a:ext uri="{FF2B5EF4-FFF2-40B4-BE49-F238E27FC236}">
                    <a16:creationId xmlns:a16="http://schemas.microsoft.com/office/drawing/2014/main" id="{9ACDAA45-7D52-D246-C5F2-CA1B6CF0FA80}"/>
                  </a:ext>
                </a:extLst>
              </p:cNvPr>
              <p:cNvSpPr/>
              <p:nvPr/>
            </p:nvSpPr>
            <p:spPr>
              <a:xfrm>
                <a:off x="6276965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g697">
                <a:extLst>
                  <a:ext uri="{FF2B5EF4-FFF2-40B4-BE49-F238E27FC236}">
                    <a16:creationId xmlns:a16="http://schemas.microsoft.com/office/drawing/2014/main" id="{B4E4FA32-FC9D-749A-CFD8-2D16D84BDECD}"/>
                  </a:ext>
                </a:extLst>
              </p:cNvPr>
              <p:cNvSpPr/>
              <p:nvPr/>
            </p:nvSpPr>
            <p:spPr>
              <a:xfrm>
                <a:off x="628860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g698">
                <a:extLst>
                  <a:ext uri="{FF2B5EF4-FFF2-40B4-BE49-F238E27FC236}">
                    <a16:creationId xmlns:a16="http://schemas.microsoft.com/office/drawing/2014/main" id="{1ECEA54E-BD88-701C-BB5E-BA51AFF0D907}"/>
                  </a:ext>
                </a:extLst>
              </p:cNvPr>
              <p:cNvSpPr/>
              <p:nvPr/>
            </p:nvSpPr>
            <p:spPr>
              <a:xfrm>
                <a:off x="630024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g699">
                <a:extLst>
                  <a:ext uri="{FF2B5EF4-FFF2-40B4-BE49-F238E27FC236}">
                    <a16:creationId xmlns:a16="http://schemas.microsoft.com/office/drawing/2014/main" id="{29636171-ECF2-5E96-F5FF-B0F061BCCEC9}"/>
                  </a:ext>
                </a:extLst>
              </p:cNvPr>
              <p:cNvSpPr/>
              <p:nvPr/>
            </p:nvSpPr>
            <p:spPr>
              <a:xfrm>
                <a:off x="6311877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g700">
                <a:extLst>
                  <a:ext uri="{FF2B5EF4-FFF2-40B4-BE49-F238E27FC236}">
                    <a16:creationId xmlns:a16="http://schemas.microsoft.com/office/drawing/2014/main" id="{BBEFB847-6D6D-4207-6DC8-7AA33050D788}"/>
                  </a:ext>
                </a:extLst>
              </p:cNvPr>
              <p:cNvSpPr/>
              <p:nvPr/>
            </p:nvSpPr>
            <p:spPr>
              <a:xfrm>
                <a:off x="632351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g701">
                <a:extLst>
                  <a:ext uri="{FF2B5EF4-FFF2-40B4-BE49-F238E27FC236}">
                    <a16:creationId xmlns:a16="http://schemas.microsoft.com/office/drawing/2014/main" id="{3A72FA47-2743-4EE1-5DA4-984D6AD9B6F0}"/>
                  </a:ext>
                </a:extLst>
              </p:cNvPr>
              <p:cNvSpPr/>
              <p:nvPr/>
            </p:nvSpPr>
            <p:spPr>
              <a:xfrm>
                <a:off x="633515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g702">
                <a:extLst>
                  <a:ext uri="{FF2B5EF4-FFF2-40B4-BE49-F238E27FC236}">
                    <a16:creationId xmlns:a16="http://schemas.microsoft.com/office/drawing/2014/main" id="{EE0B46D6-BEBC-34D5-500E-C87CBFDFBC96}"/>
                  </a:ext>
                </a:extLst>
              </p:cNvPr>
              <p:cNvSpPr/>
              <p:nvPr/>
            </p:nvSpPr>
            <p:spPr>
              <a:xfrm>
                <a:off x="5718373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g703">
                <a:extLst>
                  <a:ext uri="{FF2B5EF4-FFF2-40B4-BE49-F238E27FC236}">
                    <a16:creationId xmlns:a16="http://schemas.microsoft.com/office/drawing/2014/main" id="{09618004-F8F8-8F35-E699-304791253CAC}"/>
                  </a:ext>
                </a:extLst>
              </p:cNvPr>
              <p:cNvSpPr/>
              <p:nvPr/>
            </p:nvSpPr>
            <p:spPr>
              <a:xfrm>
                <a:off x="573001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g704">
                <a:extLst>
                  <a:ext uri="{FF2B5EF4-FFF2-40B4-BE49-F238E27FC236}">
                    <a16:creationId xmlns:a16="http://schemas.microsoft.com/office/drawing/2014/main" id="{638EFE29-A9A9-5B7D-7B04-98E46385CCD8}"/>
                  </a:ext>
                </a:extLst>
              </p:cNvPr>
              <p:cNvSpPr/>
              <p:nvPr/>
            </p:nvSpPr>
            <p:spPr>
              <a:xfrm>
                <a:off x="574164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g705">
                <a:extLst>
                  <a:ext uri="{FF2B5EF4-FFF2-40B4-BE49-F238E27FC236}">
                    <a16:creationId xmlns:a16="http://schemas.microsoft.com/office/drawing/2014/main" id="{5D0288BE-65FE-F941-7C79-7E9BE7830404}"/>
                  </a:ext>
                </a:extLst>
              </p:cNvPr>
              <p:cNvSpPr/>
              <p:nvPr/>
            </p:nvSpPr>
            <p:spPr>
              <a:xfrm>
                <a:off x="5753285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g706">
                <a:extLst>
                  <a:ext uri="{FF2B5EF4-FFF2-40B4-BE49-F238E27FC236}">
                    <a16:creationId xmlns:a16="http://schemas.microsoft.com/office/drawing/2014/main" id="{36F677F2-BCD5-9C64-DB27-725C74D933B2}"/>
                  </a:ext>
                </a:extLst>
              </p:cNvPr>
              <p:cNvSpPr/>
              <p:nvPr/>
            </p:nvSpPr>
            <p:spPr>
              <a:xfrm>
                <a:off x="576492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g707">
                <a:extLst>
                  <a:ext uri="{FF2B5EF4-FFF2-40B4-BE49-F238E27FC236}">
                    <a16:creationId xmlns:a16="http://schemas.microsoft.com/office/drawing/2014/main" id="{7CD4498D-3816-F049-DA1A-9236C949CD64}"/>
                  </a:ext>
                </a:extLst>
              </p:cNvPr>
              <p:cNvSpPr/>
              <p:nvPr/>
            </p:nvSpPr>
            <p:spPr>
              <a:xfrm>
                <a:off x="577656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g708">
                <a:extLst>
                  <a:ext uri="{FF2B5EF4-FFF2-40B4-BE49-F238E27FC236}">
                    <a16:creationId xmlns:a16="http://schemas.microsoft.com/office/drawing/2014/main" id="{94C6FA36-36B0-FB83-B7B9-659074836683}"/>
                  </a:ext>
                </a:extLst>
              </p:cNvPr>
              <p:cNvSpPr/>
              <p:nvPr/>
            </p:nvSpPr>
            <p:spPr>
              <a:xfrm>
                <a:off x="5788197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g709">
                <a:extLst>
                  <a:ext uri="{FF2B5EF4-FFF2-40B4-BE49-F238E27FC236}">
                    <a16:creationId xmlns:a16="http://schemas.microsoft.com/office/drawing/2014/main" id="{D5C33459-E6E4-B216-C0E5-6F88C47030B2}"/>
                  </a:ext>
                </a:extLst>
              </p:cNvPr>
              <p:cNvSpPr/>
              <p:nvPr/>
            </p:nvSpPr>
            <p:spPr>
              <a:xfrm>
                <a:off x="579983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g710">
                <a:extLst>
                  <a:ext uri="{FF2B5EF4-FFF2-40B4-BE49-F238E27FC236}">
                    <a16:creationId xmlns:a16="http://schemas.microsoft.com/office/drawing/2014/main" id="{77ED4E29-3238-156B-83C2-AA817406ECC2}"/>
                  </a:ext>
                </a:extLst>
              </p:cNvPr>
              <p:cNvSpPr/>
              <p:nvPr/>
            </p:nvSpPr>
            <p:spPr>
              <a:xfrm>
                <a:off x="581147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g711">
                <a:extLst>
                  <a:ext uri="{FF2B5EF4-FFF2-40B4-BE49-F238E27FC236}">
                    <a16:creationId xmlns:a16="http://schemas.microsoft.com/office/drawing/2014/main" id="{25EB436E-2E5C-513E-8382-2A14E98A2C95}"/>
                  </a:ext>
                </a:extLst>
              </p:cNvPr>
              <p:cNvSpPr/>
              <p:nvPr/>
            </p:nvSpPr>
            <p:spPr>
              <a:xfrm>
                <a:off x="6183866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g712">
                <a:extLst>
                  <a:ext uri="{FF2B5EF4-FFF2-40B4-BE49-F238E27FC236}">
                    <a16:creationId xmlns:a16="http://schemas.microsoft.com/office/drawing/2014/main" id="{41E40716-A874-6100-FEA7-F308B2D21578}"/>
                  </a:ext>
                </a:extLst>
              </p:cNvPr>
              <p:cNvSpPr/>
              <p:nvPr/>
            </p:nvSpPr>
            <p:spPr>
              <a:xfrm>
                <a:off x="619550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g713">
                <a:extLst>
                  <a:ext uri="{FF2B5EF4-FFF2-40B4-BE49-F238E27FC236}">
                    <a16:creationId xmlns:a16="http://schemas.microsoft.com/office/drawing/2014/main" id="{305E63D0-725D-558C-F1E7-9D7AFCD4AFE6}"/>
                  </a:ext>
                </a:extLst>
              </p:cNvPr>
              <p:cNvSpPr/>
              <p:nvPr/>
            </p:nvSpPr>
            <p:spPr>
              <a:xfrm>
                <a:off x="6207141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g714">
                <a:extLst>
                  <a:ext uri="{FF2B5EF4-FFF2-40B4-BE49-F238E27FC236}">
                    <a16:creationId xmlns:a16="http://schemas.microsoft.com/office/drawing/2014/main" id="{567167D1-E687-ACBE-F2ED-C27B168FE9B1}"/>
                  </a:ext>
                </a:extLst>
              </p:cNvPr>
              <p:cNvSpPr/>
              <p:nvPr/>
            </p:nvSpPr>
            <p:spPr>
              <a:xfrm>
                <a:off x="621877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g715">
                <a:extLst>
                  <a:ext uri="{FF2B5EF4-FFF2-40B4-BE49-F238E27FC236}">
                    <a16:creationId xmlns:a16="http://schemas.microsoft.com/office/drawing/2014/main" id="{2EDA7EBF-6850-E91F-1E41-91FC606C21DF}"/>
                  </a:ext>
                </a:extLst>
              </p:cNvPr>
              <p:cNvSpPr/>
              <p:nvPr/>
            </p:nvSpPr>
            <p:spPr>
              <a:xfrm>
                <a:off x="6230416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g716">
                <a:extLst>
                  <a:ext uri="{FF2B5EF4-FFF2-40B4-BE49-F238E27FC236}">
                    <a16:creationId xmlns:a16="http://schemas.microsoft.com/office/drawing/2014/main" id="{4CF30C04-E408-9C5A-FCF0-BC029BF8C939}"/>
                  </a:ext>
                </a:extLst>
              </p:cNvPr>
              <p:cNvSpPr/>
              <p:nvPr/>
            </p:nvSpPr>
            <p:spPr>
              <a:xfrm>
                <a:off x="6242053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g717">
                <a:extLst>
                  <a:ext uri="{FF2B5EF4-FFF2-40B4-BE49-F238E27FC236}">
                    <a16:creationId xmlns:a16="http://schemas.microsoft.com/office/drawing/2014/main" id="{ECBF0103-319F-F031-2104-D550F83D5F4B}"/>
                  </a:ext>
                </a:extLst>
              </p:cNvPr>
              <p:cNvSpPr/>
              <p:nvPr/>
            </p:nvSpPr>
            <p:spPr>
              <a:xfrm>
                <a:off x="625369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g718">
                <a:extLst>
                  <a:ext uri="{FF2B5EF4-FFF2-40B4-BE49-F238E27FC236}">
                    <a16:creationId xmlns:a16="http://schemas.microsoft.com/office/drawing/2014/main" id="{FFA91AB9-EF53-1EA7-233C-B247C96564BD}"/>
                  </a:ext>
                </a:extLst>
              </p:cNvPr>
              <p:cNvSpPr/>
              <p:nvPr/>
            </p:nvSpPr>
            <p:spPr>
              <a:xfrm>
                <a:off x="626532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g719">
                <a:extLst>
                  <a:ext uri="{FF2B5EF4-FFF2-40B4-BE49-F238E27FC236}">
                    <a16:creationId xmlns:a16="http://schemas.microsoft.com/office/drawing/2014/main" id="{7037930C-C73D-2CAF-5752-8B450978CE79}"/>
                  </a:ext>
                </a:extLst>
              </p:cNvPr>
              <p:cNvSpPr/>
              <p:nvPr/>
            </p:nvSpPr>
            <p:spPr>
              <a:xfrm>
                <a:off x="6276965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g720">
                <a:extLst>
                  <a:ext uri="{FF2B5EF4-FFF2-40B4-BE49-F238E27FC236}">
                    <a16:creationId xmlns:a16="http://schemas.microsoft.com/office/drawing/2014/main" id="{A4628ED3-F8AB-A416-20D2-4EB4BC043D55}"/>
                  </a:ext>
                </a:extLst>
              </p:cNvPr>
              <p:cNvSpPr/>
              <p:nvPr/>
            </p:nvSpPr>
            <p:spPr>
              <a:xfrm>
                <a:off x="628860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g721">
                <a:extLst>
                  <a:ext uri="{FF2B5EF4-FFF2-40B4-BE49-F238E27FC236}">
                    <a16:creationId xmlns:a16="http://schemas.microsoft.com/office/drawing/2014/main" id="{31048EC6-136F-E2B0-ED30-C75E12DA0CF5}"/>
                  </a:ext>
                </a:extLst>
              </p:cNvPr>
              <p:cNvSpPr/>
              <p:nvPr/>
            </p:nvSpPr>
            <p:spPr>
              <a:xfrm>
                <a:off x="630024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g722">
                <a:extLst>
                  <a:ext uri="{FF2B5EF4-FFF2-40B4-BE49-F238E27FC236}">
                    <a16:creationId xmlns:a16="http://schemas.microsoft.com/office/drawing/2014/main" id="{10E0144E-A629-95A2-7C91-0ACA0E62B634}"/>
                  </a:ext>
                </a:extLst>
              </p:cNvPr>
              <p:cNvSpPr/>
              <p:nvPr/>
            </p:nvSpPr>
            <p:spPr>
              <a:xfrm>
                <a:off x="6311877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g723">
                <a:extLst>
                  <a:ext uri="{FF2B5EF4-FFF2-40B4-BE49-F238E27FC236}">
                    <a16:creationId xmlns:a16="http://schemas.microsoft.com/office/drawing/2014/main" id="{DEBE9797-4463-2780-B947-0E22129A5F8D}"/>
                  </a:ext>
                </a:extLst>
              </p:cNvPr>
              <p:cNvSpPr/>
              <p:nvPr/>
            </p:nvSpPr>
            <p:spPr>
              <a:xfrm>
                <a:off x="632351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g724">
                <a:extLst>
                  <a:ext uri="{FF2B5EF4-FFF2-40B4-BE49-F238E27FC236}">
                    <a16:creationId xmlns:a16="http://schemas.microsoft.com/office/drawing/2014/main" id="{62F0253B-9A9D-4453-A9D2-26AE41EF2525}"/>
                  </a:ext>
                </a:extLst>
              </p:cNvPr>
              <p:cNvSpPr/>
              <p:nvPr/>
            </p:nvSpPr>
            <p:spPr>
              <a:xfrm>
                <a:off x="5706736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g725">
                <a:extLst>
                  <a:ext uri="{FF2B5EF4-FFF2-40B4-BE49-F238E27FC236}">
                    <a16:creationId xmlns:a16="http://schemas.microsoft.com/office/drawing/2014/main" id="{30F6BD4B-57C7-459A-2F7E-627338DFEE6A}"/>
                  </a:ext>
                </a:extLst>
              </p:cNvPr>
              <p:cNvSpPr/>
              <p:nvPr/>
            </p:nvSpPr>
            <p:spPr>
              <a:xfrm>
                <a:off x="5718373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g726">
                <a:extLst>
                  <a:ext uri="{FF2B5EF4-FFF2-40B4-BE49-F238E27FC236}">
                    <a16:creationId xmlns:a16="http://schemas.microsoft.com/office/drawing/2014/main" id="{49EDB10B-D015-0A90-6537-3ADD1DBC6F30}"/>
                  </a:ext>
                </a:extLst>
              </p:cNvPr>
              <p:cNvSpPr/>
              <p:nvPr/>
            </p:nvSpPr>
            <p:spPr>
              <a:xfrm>
                <a:off x="573001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g727">
                <a:extLst>
                  <a:ext uri="{FF2B5EF4-FFF2-40B4-BE49-F238E27FC236}">
                    <a16:creationId xmlns:a16="http://schemas.microsoft.com/office/drawing/2014/main" id="{A493E986-F765-D9B0-32FC-A6F0021C8AF3}"/>
                  </a:ext>
                </a:extLst>
              </p:cNvPr>
              <p:cNvSpPr/>
              <p:nvPr/>
            </p:nvSpPr>
            <p:spPr>
              <a:xfrm>
                <a:off x="574164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g728">
                <a:extLst>
                  <a:ext uri="{FF2B5EF4-FFF2-40B4-BE49-F238E27FC236}">
                    <a16:creationId xmlns:a16="http://schemas.microsoft.com/office/drawing/2014/main" id="{2296643B-CB8D-B0BE-564D-B42BD8CC323C}"/>
                  </a:ext>
                </a:extLst>
              </p:cNvPr>
              <p:cNvSpPr/>
              <p:nvPr/>
            </p:nvSpPr>
            <p:spPr>
              <a:xfrm>
                <a:off x="5753285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g729">
                <a:extLst>
                  <a:ext uri="{FF2B5EF4-FFF2-40B4-BE49-F238E27FC236}">
                    <a16:creationId xmlns:a16="http://schemas.microsoft.com/office/drawing/2014/main" id="{8BE82379-098C-2E01-F7F8-D947845EFD78}"/>
                  </a:ext>
                </a:extLst>
              </p:cNvPr>
              <p:cNvSpPr/>
              <p:nvPr/>
            </p:nvSpPr>
            <p:spPr>
              <a:xfrm>
                <a:off x="5764922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g730">
                <a:extLst>
                  <a:ext uri="{FF2B5EF4-FFF2-40B4-BE49-F238E27FC236}">
                    <a16:creationId xmlns:a16="http://schemas.microsoft.com/office/drawing/2014/main" id="{987254BE-C544-6643-CC1B-B19AE96DC41A}"/>
                  </a:ext>
                </a:extLst>
              </p:cNvPr>
              <p:cNvSpPr/>
              <p:nvPr/>
            </p:nvSpPr>
            <p:spPr>
              <a:xfrm>
                <a:off x="577656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g731">
                <a:extLst>
                  <a:ext uri="{FF2B5EF4-FFF2-40B4-BE49-F238E27FC236}">
                    <a16:creationId xmlns:a16="http://schemas.microsoft.com/office/drawing/2014/main" id="{C12FBBCD-A0D5-E618-5F0B-E2747DA881AD}"/>
                  </a:ext>
                </a:extLst>
              </p:cNvPr>
              <p:cNvSpPr/>
              <p:nvPr/>
            </p:nvSpPr>
            <p:spPr>
              <a:xfrm>
                <a:off x="6195504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8A9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g732">
                <a:extLst>
                  <a:ext uri="{FF2B5EF4-FFF2-40B4-BE49-F238E27FC236}">
                    <a16:creationId xmlns:a16="http://schemas.microsoft.com/office/drawing/2014/main" id="{3BE6BB21-757D-E28D-EEFB-9D1DEF228D17}"/>
                  </a:ext>
                </a:extLst>
              </p:cNvPr>
              <p:cNvSpPr/>
              <p:nvPr/>
            </p:nvSpPr>
            <p:spPr>
              <a:xfrm>
                <a:off x="6207141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g733">
                <a:extLst>
                  <a:ext uri="{FF2B5EF4-FFF2-40B4-BE49-F238E27FC236}">
                    <a16:creationId xmlns:a16="http://schemas.microsoft.com/office/drawing/2014/main" id="{E4D1233D-61A9-1EAA-4145-5A417CD6774A}"/>
                  </a:ext>
                </a:extLst>
              </p:cNvPr>
              <p:cNvSpPr/>
              <p:nvPr/>
            </p:nvSpPr>
            <p:spPr>
              <a:xfrm>
                <a:off x="621877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g734">
                <a:extLst>
                  <a:ext uri="{FF2B5EF4-FFF2-40B4-BE49-F238E27FC236}">
                    <a16:creationId xmlns:a16="http://schemas.microsoft.com/office/drawing/2014/main" id="{CFC091BA-1AEC-6D93-C8D2-0952AF19B14F}"/>
                  </a:ext>
                </a:extLst>
              </p:cNvPr>
              <p:cNvSpPr/>
              <p:nvPr/>
            </p:nvSpPr>
            <p:spPr>
              <a:xfrm>
                <a:off x="6230416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8A9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g735">
                <a:extLst>
                  <a:ext uri="{FF2B5EF4-FFF2-40B4-BE49-F238E27FC236}">
                    <a16:creationId xmlns:a16="http://schemas.microsoft.com/office/drawing/2014/main" id="{425D8686-BE05-731E-2412-4531B428D833}"/>
                  </a:ext>
                </a:extLst>
              </p:cNvPr>
              <p:cNvSpPr/>
              <p:nvPr/>
            </p:nvSpPr>
            <p:spPr>
              <a:xfrm>
                <a:off x="6242053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g736">
                <a:extLst>
                  <a:ext uri="{FF2B5EF4-FFF2-40B4-BE49-F238E27FC236}">
                    <a16:creationId xmlns:a16="http://schemas.microsoft.com/office/drawing/2014/main" id="{01E8FF0B-5D21-ACC5-8668-6ED823A281E6}"/>
                  </a:ext>
                </a:extLst>
              </p:cNvPr>
              <p:cNvSpPr/>
              <p:nvPr/>
            </p:nvSpPr>
            <p:spPr>
              <a:xfrm>
                <a:off x="625369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g737">
                <a:extLst>
                  <a:ext uri="{FF2B5EF4-FFF2-40B4-BE49-F238E27FC236}">
                    <a16:creationId xmlns:a16="http://schemas.microsoft.com/office/drawing/2014/main" id="{5E143D60-7024-98B1-1351-BE723483ADEA}"/>
                  </a:ext>
                </a:extLst>
              </p:cNvPr>
              <p:cNvSpPr/>
              <p:nvPr/>
            </p:nvSpPr>
            <p:spPr>
              <a:xfrm>
                <a:off x="626532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g738">
                <a:extLst>
                  <a:ext uri="{FF2B5EF4-FFF2-40B4-BE49-F238E27FC236}">
                    <a16:creationId xmlns:a16="http://schemas.microsoft.com/office/drawing/2014/main" id="{BF5246D8-5677-768F-2C40-036A07A34815}"/>
                  </a:ext>
                </a:extLst>
              </p:cNvPr>
              <p:cNvSpPr/>
              <p:nvPr/>
            </p:nvSpPr>
            <p:spPr>
              <a:xfrm>
                <a:off x="6276965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g739">
                <a:extLst>
                  <a:ext uri="{FF2B5EF4-FFF2-40B4-BE49-F238E27FC236}">
                    <a16:creationId xmlns:a16="http://schemas.microsoft.com/office/drawing/2014/main" id="{0A5312B4-08B6-DB22-495D-0A72B1C44DE5}"/>
                  </a:ext>
                </a:extLst>
              </p:cNvPr>
              <p:cNvSpPr/>
              <p:nvPr/>
            </p:nvSpPr>
            <p:spPr>
              <a:xfrm>
                <a:off x="6288602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g740">
                <a:extLst>
                  <a:ext uri="{FF2B5EF4-FFF2-40B4-BE49-F238E27FC236}">
                    <a16:creationId xmlns:a16="http://schemas.microsoft.com/office/drawing/2014/main" id="{35087B8A-0A76-38EB-D7C4-E0DC8A45562F}"/>
                  </a:ext>
                </a:extLst>
              </p:cNvPr>
              <p:cNvSpPr/>
              <p:nvPr/>
            </p:nvSpPr>
            <p:spPr>
              <a:xfrm>
                <a:off x="630024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g741">
                <a:extLst>
                  <a:ext uri="{FF2B5EF4-FFF2-40B4-BE49-F238E27FC236}">
                    <a16:creationId xmlns:a16="http://schemas.microsoft.com/office/drawing/2014/main" id="{45E2A08F-6424-5BBE-2A01-B827848AB354}"/>
                  </a:ext>
                </a:extLst>
              </p:cNvPr>
              <p:cNvSpPr/>
              <p:nvPr/>
            </p:nvSpPr>
            <p:spPr>
              <a:xfrm>
                <a:off x="6311877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g742">
                <a:extLst>
                  <a:ext uri="{FF2B5EF4-FFF2-40B4-BE49-F238E27FC236}">
                    <a16:creationId xmlns:a16="http://schemas.microsoft.com/office/drawing/2014/main" id="{B57E48A4-5D4E-B92B-7483-2D187E1F2AE9}"/>
                  </a:ext>
                </a:extLst>
              </p:cNvPr>
              <p:cNvSpPr/>
              <p:nvPr/>
            </p:nvSpPr>
            <p:spPr>
              <a:xfrm>
                <a:off x="5706736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2B2">
                  <a:alpha val="100000"/>
                </a:srgbClr>
              </a:solidFill>
              <a:ln w="5420" cap="flat">
                <a:solidFill>
                  <a:srgbClr val="71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g743">
                <a:extLst>
                  <a:ext uri="{FF2B5EF4-FFF2-40B4-BE49-F238E27FC236}">
                    <a16:creationId xmlns:a16="http://schemas.microsoft.com/office/drawing/2014/main" id="{6FEC0B51-85FF-1162-EE51-39BDAF8A1868}"/>
                  </a:ext>
                </a:extLst>
              </p:cNvPr>
              <p:cNvSpPr/>
              <p:nvPr/>
            </p:nvSpPr>
            <p:spPr>
              <a:xfrm>
                <a:off x="5718373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g744">
                <a:extLst>
                  <a:ext uri="{FF2B5EF4-FFF2-40B4-BE49-F238E27FC236}">
                    <a16:creationId xmlns:a16="http://schemas.microsoft.com/office/drawing/2014/main" id="{691D5E3C-D1B2-0D8D-6851-E688F48171C5}"/>
                  </a:ext>
                </a:extLst>
              </p:cNvPr>
              <p:cNvSpPr/>
              <p:nvPr/>
            </p:nvSpPr>
            <p:spPr>
              <a:xfrm>
                <a:off x="5730010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g745">
                <a:extLst>
                  <a:ext uri="{FF2B5EF4-FFF2-40B4-BE49-F238E27FC236}">
                    <a16:creationId xmlns:a16="http://schemas.microsoft.com/office/drawing/2014/main" id="{8CB5CFDA-32F9-6486-BCC9-90536AF2B6B2}"/>
                  </a:ext>
                </a:extLst>
              </p:cNvPr>
              <p:cNvSpPr/>
              <p:nvPr/>
            </p:nvSpPr>
            <p:spPr>
              <a:xfrm>
                <a:off x="574164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g746">
                <a:extLst>
                  <a:ext uri="{FF2B5EF4-FFF2-40B4-BE49-F238E27FC236}">
                    <a16:creationId xmlns:a16="http://schemas.microsoft.com/office/drawing/2014/main" id="{48C38D9E-4D91-EF39-7069-5B8E199F34CE}"/>
                  </a:ext>
                </a:extLst>
              </p:cNvPr>
              <p:cNvSpPr/>
              <p:nvPr/>
            </p:nvSpPr>
            <p:spPr>
              <a:xfrm>
                <a:off x="5753285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g747">
                <a:extLst>
                  <a:ext uri="{FF2B5EF4-FFF2-40B4-BE49-F238E27FC236}">
                    <a16:creationId xmlns:a16="http://schemas.microsoft.com/office/drawing/2014/main" id="{68FEEB72-3291-F565-FDE7-3F60DF0A32C0}"/>
                  </a:ext>
                </a:extLst>
              </p:cNvPr>
              <p:cNvSpPr/>
              <p:nvPr/>
            </p:nvSpPr>
            <p:spPr>
              <a:xfrm>
                <a:off x="5764922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g748">
                <a:extLst>
                  <a:ext uri="{FF2B5EF4-FFF2-40B4-BE49-F238E27FC236}">
                    <a16:creationId xmlns:a16="http://schemas.microsoft.com/office/drawing/2014/main" id="{FC2AAE0B-EB70-DE88-6DAF-5AAB0DACD586}"/>
                  </a:ext>
                </a:extLst>
              </p:cNvPr>
              <p:cNvSpPr/>
              <p:nvPr/>
            </p:nvSpPr>
            <p:spPr>
              <a:xfrm>
                <a:off x="621877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g749">
                <a:extLst>
                  <a:ext uri="{FF2B5EF4-FFF2-40B4-BE49-F238E27FC236}">
                    <a16:creationId xmlns:a16="http://schemas.microsoft.com/office/drawing/2014/main" id="{1719D558-BFBC-9CB1-03BB-72603B799F57}"/>
                  </a:ext>
                </a:extLst>
              </p:cNvPr>
              <p:cNvSpPr/>
              <p:nvPr/>
            </p:nvSpPr>
            <p:spPr>
              <a:xfrm>
                <a:off x="6230416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g750">
                <a:extLst>
                  <a:ext uri="{FF2B5EF4-FFF2-40B4-BE49-F238E27FC236}">
                    <a16:creationId xmlns:a16="http://schemas.microsoft.com/office/drawing/2014/main" id="{89DDE4E5-F3A5-6174-529A-5CF924D7F7F6}"/>
                  </a:ext>
                </a:extLst>
              </p:cNvPr>
              <p:cNvSpPr/>
              <p:nvPr/>
            </p:nvSpPr>
            <p:spPr>
              <a:xfrm>
                <a:off x="6242053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g751">
                <a:extLst>
                  <a:ext uri="{FF2B5EF4-FFF2-40B4-BE49-F238E27FC236}">
                    <a16:creationId xmlns:a16="http://schemas.microsoft.com/office/drawing/2014/main" id="{2D04EA46-1C45-4684-9236-446D6531F819}"/>
                  </a:ext>
                </a:extLst>
              </p:cNvPr>
              <p:cNvSpPr/>
              <p:nvPr/>
            </p:nvSpPr>
            <p:spPr>
              <a:xfrm>
                <a:off x="6253690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g752">
                <a:extLst>
                  <a:ext uri="{FF2B5EF4-FFF2-40B4-BE49-F238E27FC236}">
                    <a16:creationId xmlns:a16="http://schemas.microsoft.com/office/drawing/2014/main" id="{12A9D7EC-CAD3-3694-4BA5-8F6C5261975D}"/>
                  </a:ext>
                </a:extLst>
              </p:cNvPr>
              <p:cNvSpPr/>
              <p:nvPr/>
            </p:nvSpPr>
            <p:spPr>
              <a:xfrm>
                <a:off x="626532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g753">
                <a:extLst>
                  <a:ext uri="{FF2B5EF4-FFF2-40B4-BE49-F238E27FC236}">
                    <a16:creationId xmlns:a16="http://schemas.microsoft.com/office/drawing/2014/main" id="{BBBADF2D-531B-7F61-FD96-7F7F65920172}"/>
                  </a:ext>
                </a:extLst>
              </p:cNvPr>
              <p:cNvSpPr/>
              <p:nvPr/>
            </p:nvSpPr>
            <p:spPr>
              <a:xfrm>
                <a:off x="6276965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g754">
                <a:extLst>
                  <a:ext uri="{FF2B5EF4-FFF2-40B4-BE49-F238E27FC236}">
                    <a16:creationId xmlns:a16="http://schemas.microsoft.com/office/drawing/2014/main" id="{786CB3E1-2778-C386-3583-63BAFE8F0100}"/>
                  </a:ext>
                </a:extLst>
              </p:cNvPr>
              <p:cNvSpPr/>
              <p:nvPr/>
            </p:nvSpPr>
            <p:spPr>
              <a:xfrm>
                <a:off x="6288602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g755">
                <a:extLst>
                  <a:ext uri="{FF2B5EF4-FFF2-40B4-BE49-F238E27FC236}">
                    <a16:creationId xmlns:a16="http://schemas.microsoft.com/office/drawing/2014/main" id="{EC55C609-A762-E0D9-9D74-DC60490A5B21}"/>
                  </a:ext>
                </a:extLst>
              </p:cNvPr>
              <p:cNvSpPr/>
              <p:nvPr/>
            </p:nvSpPr>
            <p:spPr>
              <a:xfrm>
                <a:off x="569509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g756">
                <a:extLst>
                  <a:ext uri="{FF2B5EF4-FFF2-40B4-BE49-F238E27FC236}">
                    <a16:creationId xmlns:a16="http://schemas.microsoft.com/office/drawing/2014/main" id="{A8F920BD-BBFE-2344-3738-DB5D0D55811F}"/>
                  </a:ext>
                </a:extLst>
              </p:cNvPr>
              <p:cNvSpPr/>
              <p:nvPr/>
            </p:nvSpPr>
            <p:spPr>
              <a:xfrm>
                <a:off x="5706736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g757">
                <a:extLst>
                  <a:ext uri="{FF2B5EF4-FFF2-40B4-BE49-F238E27FC236}">
                    <a16:creationId xmlns:a16="http://schemas.microsoft.com/office/drawing/2014/main" id="{189D2C18-9DFB-0495-CF00-7A09541760CD}"/>
                  </a:ext>
                </a:extLst>
              </p:cNvPr>
              <p:cNvSpPr/>
              <p:nvPr/>
            </p:nvSpPr>
            <p:spPr>
              <a:xfrm>
                <a:off x="5718373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g758">
                <a:extLst>
                  <a:ext uri="{FF2B5EF4-FFF2-40B4-BE49-F238E27FC236}">
                    <a16:creationId xmlns:a16="http://schemas.microsoft.com/office/drawing/2014/main" id="{AA897C0F-098E-6E1B-D18E-A4A3F2E02FB8}"/>
                  </a:ext>
                </a:extLst>
              </p:cNvPr>
              <p:cNvSpPr/>
              <p:nvPr/>
            </p:nvSpPr>
            <p:spPr>
              <a:xfrm>
                <a:off x="5730010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g759">
                <a:extLst>
                  <a:ext uri="{FF2B5EF4-FFF2-40B4-BE49-F238E27FC236}">
                    <a16:creationId xmlns:a16="http://schemas.microsoft.com/office/drawing/2014/main" id="{A1BBC068-D945-8F34-F97A-FA07963F2A7D}"/>
                  </a:ext>
                </a:extLst>
              </p:cNvPr>
              <p:cNvSpPr/>
              <p:nvPr/>
            </p:nvSpPr>
            <p:spPr>
              <a:xfrm>
                <a:off x="574164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g760">
                <a:extLst>
                  <a:ext uri="{FF2B5EF4-FFF2-40B4-BE49-F238E27FC236}">
                    <a16:creationId xmlns:a16="http://schemas.microsoft.com/office/drawing/2014/main" id="{9797B329-A482-B963-58EA-CF9CB83081DA}"/>
                  </a:ext>
                </a:extLst>
              </p:cNvPr>
              <p:cNvSpPr/>
              <p:nvPr/>
            </p:nvSpPr>
            <p:spPr>
              <a:xfrm>
                <a:off x="5753285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g761">
                <a:extLst>
                  <a:ext uri="{FF2B5EF4-FFF2-40B4-BE49-F238E27FC236}">
                    <a16:creationId xmlns:a16="http://schemas.microsoft.com/office/drawing/2014/main" id="{8D2F3ACB-65FA-2E58-42C4-D5A4511222AA}"/>
                  </a:ext>
                </a:extLst>
              </p:cNvPr>
              <p:cNvSpPr/>
              <p:nvPr/>
            </p:nvSpPr>
            <p:spPr>
              <a:xfrm>
                <a:off x="6242053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g762">
                <a:extLst>
                  <a:ext uri="{FF2B5EF4-FFF2-40B4-BE49-F238E27FC236}">
                    <a16:creationId xmlns:a16="http://schemas.microsoft.com/office/drawing/2014/main" id="{F3615671-C36C-4E2A-D28D-AE1B520BA26F}"/>
                  </a:ext>
                </a:extLst>
              </p:cNvPr>
              <p:cNvSpPr/>
              <p:nvPr/>
            </p:nvSpPr>
            <p:spPr>
              <a:xfrm>
                <a:off x="6253690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g763">
                <a:extLst>
                  <a:ext uri="{FF2B5EF4-FFF2-40B4-BE49-F238E27FC236}">
                    <a16:creationId xmlns:a16="http://schemas.microsoft.com/office/drawing/2014/main" id="{613FD057-1EBB-C068-D1FE-0F374D0B1871}"/>
                  </a:ext>
                </a:extLst>
              </p:cNvPr>
              <p:cNvSpPr/>
              <p:nvPr/>
            </p:nvSpPr>
            <p:spPr>
              <a:xfrm>
                <a:off x="626532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g764">
                <a:extLst>
                  <a:ext uri="{FF2B5EF4-FFF2-40B4-BE49-F238E27FC236}">
                    <a16:creationId xmlns:a16="http://schemas.microsoft.com/office/drawing/2014/main" id="{AE171B86-9913-016C-F378-01EC3C317935}"/>
                  </a:ext>
                </a:extLst>
              </p:cNvPr>
              <p:cNvSpPr/>
              <p:nvPr/>
            </p:nvSpPr>
            <p:spPr>
              <a:xfrm>
                <a:off x="5683461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g765">
                <a:extLst>
                  <a:ext uri="{FF2B5EF4-FFF2-40B4-BE49-F238E27FC236}">
                    <a16:creationId xmlns:a16="http://schemas.microsoft.com/office/drawing/2014/main" id="{CFA3E7A5-AF06-611E-EE58-FED04515781B}"/>
                  </a:ext>
                </a:extLst>
              </p:cNvPr>
              <p:cNvSpPr/>
              <p:nvPr/>
            </p:nvSpPr>
            <p:spPr>
              <a:xfrm>
                <a:off x="5695098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g766">
                <a:extLst>
                  <a:ext uri="{FF2B5EF4-FFF2-40B4-BE49-F238E27FC236}">
                    <a16:creationId xmlns:a16="http://schemas.microsoft.com/office/drawing/2014/main" id="{8468D738-9C1D-F1D7-1400-4E80AD5039C1}"/>
                  </a:ext>
                </a:extLst>
              </p:cNvPr>
              <p:cNvSpPr/>
              <p:nvPr/>
            </p:nvSpPr>
            <p:spPr>
              <a:xfrm>
                <a:off x="5706736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g767">
                <a:extLst>
                  <a:ext uri="{FF2B5EF4-FFF2-40B4-BE49-F238E27FC236}">
                    <a16:creationId xmlns:a16="http://schemas.microsoft.com/office/drawing/2014/main" id="{CA8C89EC-90F6-2F55-A7A6-3A2C1C8499C5}"/>
                  </a:ext>
                </a:extLst>
              </p:cNvPr>
              <p:cNvSpPr/>
              <p:nvPr/>
            </p:nvSpPr>
            <p:spPr>
              <a:xfrm>
                <a:off x="5718373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g768">
                <a:extLst>
                  <a:ext uri="{FF2B5EF4-FFF2-40B4-BE49-F238E27FC236}">
                    <a16:creationId xmlns:a16="http://schemas.microsoft.com/office/drawing/2014/main" id="{54D3F5F3-F097-C98D-66BC-61365D09A3D4}"/>
                  </a:ext>
                </a:extLst>
              </p:cNvPr>
              <p:cNvSpPr/>
              <p:nvPr/>
            </p:nvSpPr>
            <p:spPr>
              <a:xfrm>
                <a:off x="5730010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6B8">
                  <a:alpha val="100000"/>
                </a:srgbClr>
              </a:solidFill>
              <a:ln w="5420" cap="flat">
                <a:solidFill>
                  <a:srgbClr val="7F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g769">
                <a:extLst>
                  <a:ext uri="{FF2B5EF4-FFF2-40B4-BE49-F238E27FC236}">
                    <a16:creationId xmlns:a16="http://schemas.microsoft.com/office/drawing/2014/main" id="{7F7B1B77-8BE6-645C-166A-D9BC8A9728E1}"/>
                  </a:ext>
                </a:extLst>
              </p:cNvPr>
              <p:cNvSpPr/>
              <p:nvPr/>
            </p:nvSpPr>
            <p:spPr>
              <a:xfrm>
                <a:off x="5741648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g770">
                <a:extLst>
                  <a:ext uri="{FF2B5EF4-FFF2-40B4-BE49-F238E27FC236}">
                    <a16:creationId xmlns:a16="http://schemas.microsoft.com/office/drawing/2014/main" id="{39018BA7-8290-35F3-5FA6-12B8957ADF29}"/>
                  </a:ext>
                </a:extLst>
              </p:cNvPr>
              <p:cNvSpPr/>
              <p:nvPr/>
            </p:nvSpPr>
            <p:spPr>
              <a:xfrm>
                <a:off x="5683461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2E2C8">
                  <a:alpha val="100000"/>
                </a:srgbClr>
              </a:solidFill>
              <a:ln w="5420" cap="flat">
                <a:solidFill>
                  <a:srgbClr val="A2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g771">
                <a:extLst>
                  <a:ext uri="{FF2B5EF4-FFF2-40B4-BE49-F238E27FC236}">
                    <a16:creationId xmlns:a16="http://schemas.microsoft.com/office/drawing/2014/main" id="{6CEB4105-FB39-E978-E5A9-E85FA3C88DB5}"/>
                  </a:ext>
                </a:extLst>
              </p:cNvPr>
              <p:cNvSpPr/>
              <p:nvPr/>
            </p:nvSpPr>
            <p:spPr>
              <a:xfrm>
                <a:off x="5695098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6">
                  <a:alpha val="100000"/>
                </a:srgbClr>
              </a:solidFill>
              <a:ln w="5420" cap="flat">
                <a:solidFill>
                  <a:srgbClr val="A0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g772">
                <a:extLst>
                  <a:ext uri="{FF2B5EF4-FFF2-40B4-BE49-F238E27FC236}">
                    <a16:creationId xmlns:a16="http://schemas.microsoft.com/office/drawing/2014/main" id="{D9869FF5-7B87-3576-43D5-CD49D465A8BE}"/>
                  </a:ext>
                </a:extLst>
              </p:cNvPr>
              <p:cNvSpPr/>
              <p:nvPr/>
            </p:nvSpPr>
            <p:spPr>
              <a:xfrm>
                <a:off x="5706736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g773">
                <a:extLst>
                  <a:ext uri="{FF2B5EF4-FFF2-40B4-BE49-F238E27FC236}">
                    <a16:creationId xmlns:a16="http://schemas.microsoft.com/office/drawing/2014/main" id="{7A5F415C-EEB7-2AA5-EFFB-4DDBB43C3643}"/>
                  </a:ext>
                </a:extLst>
              </p:cNvPr>
              <p:cNvSpPr/>
              <p:nvPr/>
            </p:nvSpPr>
            <p:spPr>
              <a:xfrm>
                <a:off x="5718373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g774">
                <a:extLst>
                  <a:ext uri="{FF2B5EF4-FFF2-40B4-BE49-F238E27FC236}">
                    <a16:creationId xmlns:a16="http://schemas.microsoft.com/office/drawing/2014/main" id="{2DD85E2F-5D3B-5FA0-0F88-A757DFE55B02}"/>
                  </a:ext>
                </a:extLst>
              </p:cNvPr>
              <p:cNvSpPr/>
              <p:nvPr/>
            </p:nvSpPr>
            <p:spPr>
              <a:xfrm>
                <a:off x="5730010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g775">
                <a:extLst>
                  <a:ext uri="{FF2B5EF4-FFF2-40B4-BE49-F238E27FC236}">
                    <a16:creationId xmlns:a16="http://schemas.microsoft.com/office/drawing/2014/main" id="{30D12F59-3EFA-23C2-1808-B068162C7C93}"/>
                  </a:ext>
                </a:extLst>
              </p:cNvPr>
              <p:cNvSpPr/>
              <p:nvPr/>
            </p:nvSpPr>
            <p:spPr>
              <a:xfrm>
                <a:off x="5671824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2E2C8">
                  <a:alpha val="100000"/>
                </a:srgbClr>
              </a:solidFill>
              <a:ln w="5420" cap="flat">
                <a:solidFill>
                  <a:srgbClr val="A2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g776">
                <a:extLst>
                  <a:ext uri="{FF2B5EF4-FFF2-40B4-BE49-F238E27FC236}">
                    <a16:creationId xmlns:a16="http://schemas.microsoft.com/office/drawing/2014/main" id="{AD64CB91-AE1E-BFE1-BCDC-D744B5CF069E}"/>
                  </a:ext>
                </a:extLst>
              </p:cNvPr>
              <p:cNvSpPr/>
              <p:nvPr/>
            </p:nvSpPr>
            <p:spPr>
              <a:xfrm>
                <a:off x="5683461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g777">
                <a:extLst>
                  <a:ext uri="{FF2B5EF4-FFF2-40B4-BE49-F238E27FC236}">
                    <a16:creationId xmlns:a16="http://schemas.microsoft.com/office/drawing/2014/main" id="{0655D051-514A-49C0-D14D-E2E1F03577A2}"/>
                  </a:ext>
                </a:extLst>
              </p:cNvPr>
              <p:cNvSpPr/>
              <p:nvPr/>
            </p:nvSpPr>
            <p:spPr>
              <a:xfrm>
                <a:off x="5695098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2E2C8">
                  <a:alpha val="100000"/>
                </a:srgbClr>
              </a:solidFill>
              <a:ln w="5420" cap="flat">
                <a:solidFill>
                  <a:srgbClr val="A2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g778">
                <a:extLst>
                  <a:ext uri="{FF2B5EF4-FFF2-40B4-BE49-F238E27FC236}">
                    <a16:creationId xmlns:a16="http://schemas.microsoft.com/office/drawing/2014/main" id="{232A8CB0-C167-6F2C-8927-A1A4B7217C92}"/>
                  </a:ext>
                </a:extLst>
              </p:cNvPr>
              <p:cNvSpPr/>
              <p:nvPr/>
            </p:nvSpPr>
            <p:spPr>
              <a:xfrm>
                <a:off x="5706736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9F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g779">
                <a:extLst>
                  <a:ext uri="{FF2B5EF4-FFF2-40B4-BE49-F238E27FC236}">
                    <a16:creationId xmlns:a16="http://schemas.microsoft.com/office/drawing/2014/main" id="{971A4E93-0B5C-22BD-20F2-450DEED6D043}"/>
                  </a:ext>
                </a:extLst>
              </p:cNvPr>
              <p:cNvSpPr/>
              <p:nvPr/>
            </p:nvSpPr>
            <p:spPr>
              <a:xfrm>
                <a:off x="5718373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g780">
                <a:extLst>
                  <a:ext uri="{FF2B5EF4-FFF2-40B4-BE49-F238E27FC236}">
                    <a16:creationId xmlns:a16="http://schemas.microsoft.com/office/drawing/2014/main" id="{A0AA989C-8F46-3E6A-BE8D-C0F25A380A0C}"/>
                  </a:ext>
                </a:extLst>
              </p:cNvPr>
              <p:cNvSpPr/>
              <p:nvPr/>
            </p:nvSpPr>
            <p:spPr>
              <a:xfrm>
                <a:off x="5730010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g781">
                <a:extLst>
                  <a:ext uri="{FF2B5EF4-FFF2-40B4-BE49-F238E27FC236}">
                    <a16:creationId xmlns:a16="http://schemas.microsoft.com/office/drawing/2014/main" id="{DD9077EB-2174-8850-EAA2-0DDD7A1898BF}"/>
                  </a:ext>
                </a:extLst>
              </p:cNvPr>
              <p:cNvSpPr/>
              <p:nvPr/>
            </p:nvSpPr>
            <p:spPr>
              <a:xfrm>
                <a:off x="5671824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AE4CB">
                  <a:alpha val="100000"/>
                </a:srgbClr>
              </a:solidFill>
              <a:ln w="5420" cap="flat">
                <a:solidFill>
                  <a:srgbClr val="AA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g782">
                <a:extLst>
                  <a:ext uri="{FF2B5EF4-FFF2-40B4-BE49-F238E27FC236}">
                    <a16:creationId xmlns:a16="http://schemas.microsoft.com/office/drawing/2014/main" id="{4FAF1A30-A0D5-0DCB-5EAC-1EA463F65F0D}"/>
                  </a:ext>
                </a:extLst>
              </p:cNvPr>
              <p:cNvSpPr/>
              <p:nvPr/>
            </p:nvSpPr>
            <p:spPr>
              <a:xfrm>
                <a:off x="5683461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g783">
                <a:extLst>
                  <a:ext uri="{FF2B5EF4-FFF2-40B4-BE49-F238E27FC236}">
                    <a16:creationId xmlns:a16="http://schemas.microsoft.com/office/drawing/2014/main" id="{6473DD4E-D2FB-7970-A76F-69C3428C7F18}"/>
                  </a:ext>
                </a:extLst>
              </p:cNvPr>
              <p:cNvSpPr/>
              <p:nvPr/>
            </p:nvSpPr>
            <p:spPr>
              <a:xfrm>
                <a:off x="5695098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3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g784">
                <a:extLst>
                  <a:ext uri="{FF2B5EF4-FFF2-40B4-BE49-F238E27FC236}">
                    <a16:creationId xmlns:a16="http://schemas.microsoft.com/office/drawing/2014/main" id="{8BDD1EAD-CFF1-D446-74A9-6695CFE323BC}"/>
                  </a:ext>
                </a:extLst>
              </p:cNvPr>
              <p:cNvSpPr/>
              <p:nvPr/>
            </p:nvSpPr>
            <p:spPr>
              <a:xfrm>
                <a:off x="5706736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g785">
                <a:extLst>
                  <a:ext uri="{FF2B5EF4-FFF2-40B4-BE49-F238E27FC236}">
                    <a16:creationId xmlns:a16="http://schemas.microsoft.com/office/drawing/2014/main" id="{3C4DAA87-57A8-FC03-866C-0F06790411FA}"/>
                  </a:ext>
                </a:extLst>
              </p:cNvPr>
              <p:cNvSpPr/>
              <p:nvPr/>
            </p:nvSpPr>
            <p:spPr>
              <a:xfrm>
                <a:off x="5718373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5E3C9">
                  <a:alpha val="100000"/>
                </a:srgbClr>
              </a:solidFill>
              <a:ln w="5420" cap="flat">
                <a:solidFill>
                  <a:srgbClr val="A5E3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g786">
                <a:extLst>
                  <a:ext uri="{FF2B5EF4-FFF2-40B4-BE49-F238E27FC236}">
                    <a16:creationId xmlns:a16="http://schemas.microsoft.com/office/drawing/2014/main" id="{68355454-A73C-4D39-2B79-D399921D4493}"/>
                  </a:ext>
                </a:extLst>
              </p:cNvPr>
              <p:cNvSpPr/>
              <p:nvPr/>
            </p:nvSpPr>
            <p:spPr>
              <a:xfrm>
                <a:off x="5730010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g787">
                <a:extLst>
                  <a:ext uri="{FF2B5EF4-FFF2-40B4-BE49-F238E27FC236}">
                    <a16:creationId xmlns:a16="http://schemas.microsoft.com/office/drawing/2014/main" id="{9B853F29-790E-1327-1A5E-B66ECE4A3D8F}"/>
                  </a:ext>
                </a:extLst>
              </p:cNvPr>
              <p:cNvSpPr/>
              <p:nvPr/>
            </p:nvSpPr>
            <p:spPr>
              <a:xfrm>
                <a:off x="5671824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BE4CC">
                  <a:alpha val="100000"/>
                </a:srgbClr>
              </a:solidFill>
              <a:ln w="5420" cap="flat">
                <a:solidFill>
                  <a:srgbClr val="ABE4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g788">
                <a:extLst>
                  <a:ext uri="{FF2B5EF4-FFF2-40B4-BE49-F238E27FC236}">
                    <a16:creationId xmlns:a16="http://schemas.microsoft.com/office/drawing/2014/main" id="{7BD3A638-D2B4-788D-371C-12FB7CBDFF4F}"/>
                  </a:ext>
                </a:extLst>
              </p:cNvPr>
              <p:cNvSpPr/>
              <p:nvPr/>
            </p:nvSpPr>
            <p:spPr>
              <a:xfrm>
                <a:off x="5683461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g789">
                <a:extLst>
                  <a:ext uri="{FF2B5EF4-FFF2-40B4-BE49-F238E27FC236}">
                    <a16:creationId xmlns:a16="http://schemas.microsoft.com/office/drawing/2014/main" id="{6B40BCFE-0915-FFA5-5BCF-2F1FB458DE88}"/>
                  </a:ext>
                </a:extLst>
              </p:cNvPr>
              <p:cNvSpPr/>
              <p:nvPr/>
            </p:nvSpPr>
            <p:spPr>
              <a:xfrm>
                <a:off x="5695098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3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g790">
                <a:extLst>
                  <a:ext uri="{FF2B5EF4-FFF2-40B4-BE49-F238E27FC236}">
                    <a16:creationId xmlns:a16="http://schemas.microsoft.com/office/drawing/2014/main" id="{287370FA-6589-E969-307B-96A3CBECAD3F}"/>
                  </a:ext>
                </a:extLst>
              </p:cNvPr>
              <p:cNvSpPr/>
              <p:nvPr/>
            </p:nvSpPr>
            <p:spPr>
              <a:xfrm>
                <a:off x="5706736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g791">
                <a:extLst>
                  <a:ext uri="{FF2B5EF4-FFF2-40B4-BE49-F238E27FC236}">
                    <a16:creationId xmlns:a16="http://schemas.microsoft.com/office/drawing/2014/main" id="{58E7CB60-6C4E-A7B1-DE5A-AE4216EAB143}"/>
                  </a:ext>
                </a:extLst>
              </p:cNvPr>
              <p:cNvSpPr/>
              <p:nvPr/>
            </p:nvSpPr>
            <p:spPr>
              <a:xfrm>
                <a:off x="5718373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6E3C9">
                  <a:alpha val="100000"/>
                </a:srgbClr>
              </a:solidFill>
              <a:ln w="5420" cap="flat">
                <a:solidFill>
                  <a:srgbClr val="A6E3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g792">
                <a:extLst>
                  <a:ext uri="{FF2B5EF4-FFF2-40B4-BE49-F238E27FC236}">
                    <a16:creationId xmlns:a16="http://schemas.microsoft.com/office/drawing/2014/main" id="{7ABC4F9F-792D-A0C0-0260-3F772A558C13}"/>
                  </a:ext>
                </a:extLst>
              </p:cNvPr>
              <p:cNvSpPr/>
              <p:nvPr/>
            </p:nvSpPr>
            <p:spPr>
              <a:xfrm>
                <a:off x="5730010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g793">
                <a:extLst>
                  <a:ext uri="{FF2B5EF4-FFF2-40B4-BE49-F238E27FC236}">
                    <a16:creationId xmlns:a16="http://schemas.microsoft.com/office/drawing/2014/main" id="{2FA13874-6F47-8B6C-F064-1314CE8C596F}"/>
                  </a:ext>
                </a:extLst>
              </p:cNvPr>
              <p:cNvSpPr/>
              <p:nvPr/>
            </p:nvSpPr>
            <p:spPr>
              <a:xfrm>
                <a:off x="5671824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2E1C7">
                  <a:alpha val="100000"/>
                </a:srgbClr>
              </a:solidFill>
              <a:ln w="5420" cap="flat">
                <a:solidFill>
                  <a:srgbClr val="A2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g794">
                <a:extLst>
                  <a:ext uri="{FF2B5EF4-FFF2-40B4-BE49-F238E27FC236}">
                    <a16:creationId xmlns:a16="http://schemas.microsoft.com/office/drawing/2014/main" id="{74C5F731-7944-B566-9BB7-D1D5BE0568CA}"/>
                  </a:ext>
                </a:extLst>
              </p:cNvPr>
              <p:cNvSpPr/>
              <p:nvPr/>
            </p:nvSpPr>
            <p:spPr>
              <a:xfrm>
                <a:off x="5683461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g795">
                <a:extLst>
                  <a:ext uri="{FF2B5EF4-FFF2-40B4-BE49-F238E27FC236}">
                    <a16:creationId xmlns:a16="http://schemas.microsoft.com/office/drawing/2014/main" id="{92EA0090-8BCA-FBD9-D8A7-24D9B745A2B1}"/>
                  </a:ext>
                </a:extLst>
              </p:cNvPr>
              <p:cNvSpPr/>
              <p:nvPr/>
            </p:nvSpPr>
            <p:spPr>
              <a:xfrm>
                <a:off x="5695098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BE4CC">
                  <a:alpha val="100000"/>
                </a:srgbClr>
              </a:solidFill>
              <a:ln w="5420" cap="flat">
                <a:solidFill>
                  <a:srgbClr val="ABE4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g796">
                <a:extLst>
                  <a:ext uri="{FF2B5EF4-FFF2-40B4-BE49-F238E27FC236}">
                    <a16:creationId xmlns:a16="http://schemas.microsoft.com/office/drawing/2014/main" id="{2ED5EAFE-67B0-B466-BA27-A5E595360ED1}"/>
                  </a:ext>
                </a:extLst>
              </p:cNvPr>
              <p:cNvSpPr/>
              <p:nvPr/>
            </p:nvSpPr>
            <p:spPr>
              <a:xfrm>
                <a:off x="5706736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7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g797">
                <a:extLst>
                  <a:ext uri="{FF2B5EF4-FFF2-40B4-BE49-F238E27FC236}">
                    <a16:creationId xmlns:a16="http://schemas.microsoft.com/office/drawing/2014/main" id="{B43DBACB-426B-867D-3FFE-B5FD4834F8F7}"/>
                  </a:ext>
                </a:extLst>
              </p:cNvPr>
              <p:cNvSpPr/>
              <p:nvPr/>
            </p:nvSpPr>
            <p:spPr>
              <a:xfrm>
                <a:off x="5718373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6">
                  <a:alpha val="100000"/>
                </a:srgbClr>
              </a:solidFill>
              <a:ln w="5420" cap="flat">
                <a:solidFill>
                  <a:srgbClr val="A0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g798">
                <a:extLst>
                  <a:ext uri="{FF2B5EF4-FFF2-40B4-BE49-F238E27FC236}">
                    <a16:creationId xmlns:a16="http://schemas.microsoft.com/office/drawing/2014/main" id="{D9F8AE36-37B9-76F7-15A4-817EF22FADB4}"/>
                  </a:ext>
                </a:extLst>
              </p:cNvPr>
              <p:cNvSpPr/>
              <p:nvPr/>
            </p:nvSpPr>
            <p:spPr>
              <a:xfrm>
                <a:off x="5730010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g799">
                <a:extLst>
                  <a:ext uri="{FF2B5EF4-FFF2-40B4-BE49-F238E27FC236}">
                    <a16:creationId xmlns:a16="http://schemas.microsoft.com/office/drawing/2014/main" id="{B14830A0-4ED8-53BC-D613-62858110EFFA}"/>
                  </a:ext>
                </a:extLst>
              </p:cNvPr>
              <p:cNvSpPr/>
              <p:nvPr/>
            </p:nvSpPr>
            <p:spPr>
              <a:xfrm>
                <a:off x="5741648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g800">
                <a:extLst>
                  <a:ext uri="{FF2B5EF4-FFF2-40B4-BE49-F238E27FC236}">
                    <a16:creationId xmlns:a16="http://schemas.microsoft.com/office/drawing/2014/main" id="{971F8E70-97CD-95A1-6B17-EA3E34152D40}"/>
                  </a:ext>
                </a:extLst>
              </p:cNvPr>
              <p:cNvSpPr/>
              <p:nvPr/>
            </p:nvSpPr>
            <p:spPr>
              <a:xfrm>
                <a:off x="5660186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g801">
                <a:extLst>
                  <a:ext uri="{FF2B5EF4-FFF2-40B4-BE49-F238E27FC236}">
                    <a16:creationId xmlns:a16="http://schemas.microsoft.com/office/drawing/2014/main" id="{ADBD77A9-01EC-FF6B-4DF0-05B52A5CFB0A}"/>
                  </a:ext>
                </a:extLst>
              </p:cNvPr>
              <p:cNvSpPr/>
              <p:nvPr/>
            </p:nvSpPr>
            <p:spPr>
              <a:xfrm>
                <a:off x="5671824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g802">
                <a:extLst>
                  <a:ext uri="{FF2B5EF4-FFF2-40B4-BE49-F238E27FC236}">
                    <a16:creationId xmlns:a16="http://schemas.microsoft.com/office/drawing/2014/main" id="{B2FEF749-96C0-F9E2-61B9-C50F302247C0}"/>
                  </a:ext>
                </a:extLst>
              </p:cNvPr>
              <p:cNvSpPr/>
              <p:nvPr/>
            </p:nvSpPr>
            <p:spPr>
              <a:xfrm>
                <a:off x="5683461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g803">
                <a:extLst>
                  <a:ext uri="{FF2B5EF4-FFF2-40B4-BE49-F238E27FC236}">
                    <a16:creationId xmlns:a16="http://schemas.microsoft.com/office/drawing/2014/main" id="{F29EA12E-7DE5-72BC-1471-06C369F8FF89}"/>
                  </a:ext>
                </a:extLst>
              </p:cNvPr>
              <p:cNvSpPr/>
              <p:nvPr/>
            </p:nvSpPr>
            <p:spPr>
              <a:xfrm>
                <a:off x="5695098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g804">
                <a:extLst>
                  <a:ext uri="{FF2B5EF4-FFF2-40B4-BE49-F238E27FC236}">
                    <a16:creationId xmlns:a16="http://schemas.microsoft.com/office/drawing/2014/main" id="{74B71224-0B9F-4690-0414-BEC6A4F49E1E}"/>
                  </a:ext>
                </a:extLst>
              </p:cNvPr>
              <p:cNvSpPr/>
              <p:nvPr/>
            </p:nvSpPr>
            <p:spPr>
              <a:xfrm>
                <a:off x="5706736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g805">
                <a:extLst>
                  <a:ext uri="{FF2B5EF4-FFF2-40B4-BE49-F238E27FC236}">
                    <a16:creationId xmlns:a16="http://schemas.microsoft.com/office/drawing/2014/main" id="{5E5928EF-637F-B606-3262-5D33005338C9}"/>
                  </a:ext>
                </a:extLst>
              </p:cNvPr>
              <p:cNvSpPr/>
              <p:nvPr/>
            </p:nvSpPr>
            <p:spPr>
              <a:xfrm>
                <a:off x="5718373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g806">
                <a:extLst>
                  <a:ext uri="{FF2B5EF4-FFF2-40B4-BE49-F238E27FC236}">
                    <a16:creationId xmlns:a16="http://schemas.microsoft.com/office/drawing/2014/main" id="{8F13BF23-EE89-DCF9-2D25-04E15C3DA27A}"/>
                  </a:ext>
                </a:extLst>
              </p:cNvPr>
              <p:cNvSpPr/>
              <p:nvPr/>
            </p:nvSpPr>
            <p:spPr>
              <a:xfrm>
                <a:off x="5730010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g807">
                <a:extLst>
                  <a:ext uri="{FF2B5EF4-FFF2-40B4-BE49-F238E27FC236}">
                    <a16:creationId xmlns:a16="http://schemas.microsoft.com/office/drawing/2014/main" id="{8151D1AA-276F-A31F-2DEF-578A421BE7CE}"/>
                  </a:ext>
                </a:extLst>
              </p:cNvPr>
              <p:cNvSpPr/>
              <p:nvPr/>
            </p:nvSpPr>
            <p:spPr>
              <a:xfrm>
                <a:off x="5648549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g808">
                <a:extLst>
                  <a:ext uri="{FF2B5EF4-FFF2-40B4-BE49-F238E27FC236}">
                    <a16:creationId xmlns:a16="http://schemas.microsoft.com/office/drawing/2014/main" id="{AF05A8B3-BB6B-D205-C5ED-C781B2E5E02C}"/>
                  </a:ext>
                </a:extLst>
              </p:cNvPr>
              <p:cNvSpPr/>
              <p:nvPr/>
            </p:nvSpPr>
            <p:spPr>
              <a:xfrm>
                <a:off x="5660186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g809">
                <a:extLst>
                  <a:ext uri="{FF2B5EF4-FFF2-40B4-BE49-F238E27FC236}">
                    <a16:creationId xmlns:a16="http://schemas.microsoft.com/office/drawing/2014/main" id="{A50E36B6-D0B7-1D73-2FEC-776BEA0BD41F}"/>
                  </a:ext>
                </a:extLst>
              </p:cNvPr>
              <p:cNvSpPr/>
              <p:nvPr/>
            </p:nvSpPr>
            <p:spPr>
              <a:xfrm>
                <a:off x="5671824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g810">
                <a:extLst>
                  <a:ext uri="{FF2B5EF4-FFF2-40B4-BE49-F238E27FC236}">
                    <a16:creationId xmlns:a16="http://schemas.microsoft.com/office/drawing/2014/main" id="{8641949E-ED52-60F6-8970-A4ABA2615640}"/>
                  </a:ext>
                </a:extLst>
              </p:cNvPr>
              <p:cNvSpPr/>
              <p:nvPr/>
            </p:nvSpPr>
            <p:spPr>
              <a:xfrm>
                <a:off x="5683461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g811">
                <a:extLst>
                  <a:ext uri="{FF2B5EF4-FFF2-40B4-BE49-F238E27FC236}">
                    <a16:creationId xmlns:a16="http://schemas.microsoft.com/office/drawing/2014/main" id="{28733885-550A-E9FA-F3DC-BD39E7AEA9C3}"/>
                  </a:ext>
                </a:extLst>
              </p:cNvPr>
              <p:cNvSpPr/>
              <p:nvPr/>
            </p:nvSpPr>
            <p:spPr>
              <a:xfrm>
                <a:off x="5695098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g812">
                <a:extLst>
                  <a:ext uri="{FF2B5EF4-FFF2-40B4-BE49-F238E27FC236}">
                    <a16:creationId xmlns:a16="http://schemas.microsoft.com/office/drawing/2014/main" id="{1BACAB0B-9870-6152-11F7-F06487606DA0}"/>
                  </a:ext>
                </a:extLst>
              </p:cNvPr>
              <p:cNvSpPr/>
              <p:nvPr/>
            </p:nvSpPr>
            <p:spPr>
              <a:xfrm>
                <a:off x="5706736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g813">
                <a:extLst>
                  <a:ext uri="{FF2B5EF4-FFF2-40B4-BE49-F238E27FC236}">
                    <a16:creationId xmlns:a16="http://schemas.microsoft.com/office/drawing/2014/main" id="{0FD9CADF-7B0F-1BB4-4941-92BF0DD6C308}"/>
                  </a:ext>
                </a:extLst>
              </p:cNvPr>
              <p:cNvSpPr/>
              <p:nvPr/>
            </p:nvSpPr>
            <p:spPr>
              <a:xfrm>
                <a:off x="5718373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g814">
                <a:extLst>
                  <a:ext uri="{FF2B5EF4-FFF2-40B4-BE49-F238E27FC236}">
                    <a16:creationId xmlns:a16="http://schemas.microsoft.com/office/drawing/2014/main" id="{80A6E283-1849-4E43-6C1A-005E35FD8BC6}"/>
                  </a:ext>
                </a:extLst>
              </p:cNvPr>
              <p:cNvSpPr/>
              <p:nvPr/>
            </p:nvSpPr>
            <p:spPr>
              <a:xfrm>
                <a:off x="5648549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g815">
                <a:extLst>
                  <a:ext uri="{FF2B5EF4-FFF2-40B4-BE49-F238E27FC236}">
                    <a16:creationId xmlns:a16="http://schemas.microsoft.com/office/drawing/2014/main" id="{67987194-4766-935C-67E3-5B8849250B30}"/>
                  </a:ext>
                </a:extLst>
              </p:cNvPr>
              <p:cNvSpPr/>
              <p:nvPr/>
            </p:nvSpPr>
            <p:spPr>
              <a:xfrm>
                <a:off x="5660186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g816">
                <a:extLst>
                  <a:ext uri="{FF2B5EF4-FFF2-40B4-BE49-F238E27FC236}">
                    <a16:creationId xmlns:a16="http://schemas.microsoft.com/office/drawing/2014/main" id="{2C79F60B-E8F3-66E5-23FD-7BC90D602A3D}"/>
                  </a:ext>
                </a:extLst>
              </p:cNvPr>
              <p:cNvSpPr/>
              <p:nvPr/>
            </p:nvSpPr>
            <p:spPr>
              <a:xfrm>
                <a:off x="5671824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g817">
                <a:extLst>
                  <a:ext uri="{FF2B5EF4-FFF2-40B4-BE49-F238E27FC236}">
                    <a16:creationId xmlns:a16="http://schemas.microsoft.com/office/drawing/2014/main" id="{40D6BA4F-8692-A78E-2145-8EC1A2B3F522}"/>
                  </a:ext>
                </a:extLst>
              </p:cNvPr>
              <p:cNvSpPr/>
              <p:nvPr/>
            </p:nvSpPr>
            <p:spPr>
              <a:xfrm>
                <a:off x="5683461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g818">
                <a:extLst>
                  <a:ext uri="{FF2B5EF4-FFF2-40B4-BE49-F238E27FC236}">
                    <a16:creationId xmlns:a16="http://schemas.microsoft.com/office/drawing/2014/main" id="{E8F60CE4-726B-33DE-544B-53B26047FBAC}"/>
                  </a:ext>
                </a:extLst>
              </p:cNvPr>
              <p:cNvSpPr/>
              <p:nvPr/>
            </p:nvSpPr>
            <p:spPr>
              <a:xfrm>
                <a:off x="5695098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g819">
                <a:extLst>
                  <a:ext uri="{FF2B5EF4-FFF2-40B4-BE49-F238E27FC236}">
                    <a16:creationId xmlns:a16="http://schemas.microsoft.com/office/drawing/2014/main" id="{AA67ECF0-E06B-ACCB-2D57-8346E1F70A23}"/>
                  </a:ext>
                </a:extLst>
              </p:cNvPr>
              <p:cNvSpPr/>
              <p:nvPr/>
            </p:nvSpPr>
            <p:spPr>
              <a:xfrm>
                <a:off x="5706736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g820">
                <a:extLst>
                  <a:ext uri="{FF2B5EF4-FFF2-40B4-BE49-F238E27FC236}">
                    <a16:creationId xmlns:a16="http://schemas.microsoft.com/office/drawing/2014/main" id="{4195A50C-F288-A511-3478-F2A348341BCD}"/>
                  </a:ext>
                </a:extLst>
              </p:cNvPr>
              <p:cNvSpPr/>
              <p:nvPr/>
            </p:nvSpPr>
            <p:spPr>
              <a:xfrm>
                <a:off x="5718373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g821">
                <a:extLst>
                  <a:ext uri="{FF2B5EF4-FFF2-40B4-BE49-F238E27FC236}">
                    <a16:creationId xmlns:a16="http://schemas.microsoft.com/office/drawing/2014/main" id="{9C5FED8B-DA93-3FA7-0E57-772B78B265CC}"/>
                  </a:ext>
                </a:extLst>
              </p:cNvPr>
              <p:cNvSpPr/>
              <p:nvPr/>
            </p:nvSpPr>
            <p:spPr>
              <a:xfrm>
                <a:off x="5741648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g822">
                <a:extLst>
                  <a:ext uri="{FF2B5EF4-FFF2-40B4-BE49-F238E27FC236}">
                    <a16:creationId xmlns:a16="http://schemas.microsoft.com/office/drawing/2014/main" id="{31EF16C7-42F8-2A33-2EA0-C78D0AB43F4C}"/>
                  </a:ext>
                </a:extLst>
              </p:cNvPr>
              <p:cNvSpPr/>
              <p:nvPr/>
            </p:nvSpPr>
            <p:spPr>
              <a:xfrm>
                <a:off x="5753285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67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g823">
                <a:extLst>
                  <a:ext uri="{FF2B5EF4-FFF2-40B4-BE49-F238E27FC236}">
                    <a16:creationId xmlns:a16="http://schemas.microsoft.com/office/drawing/2014/main" id="{60FB2916-7B02-4246-EF2E-3A9F5DE83688}"/>
                  </a:ext>
                </a:extLst>
              </p:cNvPr>
              <p:cNvSpPr/>
              <p:nvPr/>
            </p:nvSpPr>
            <p:spPr>
              <a:xfrm>
                <a:off x="5764922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g824">
                <a:extLst>
                  <a:ext uri="{FF2B5EF4-FFF2-40B4-BE49-F238E27FC236}">
                    <a16:creationId xmlns:a16="http://schemas.microsoft.com/office/drawing/2014/main" id="{81C0C1D5-5CC3-7F91-7BEB-A87CBEF5581C}"/>
                  </a:ext>
                </a:extLst>
              </p:cNvPr>
              <p:cNvSpPr/>
              <p:nvPr/>
            </p:nvSpPr>
            <p:spPr>
              <a:xfrm>
                <a:off x="5776560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g825">
                <a:extLst>
                  <a:ext uri="{FF2B5EF4-FFF2-40B4-BE49-F238E27FC236}">
                    <a16:creationId xmlns:a16="http://schemas.microsoft.com/office/drawing/2014/main" id="{5FB5983B-5BBD-204F-60E7-F3907DB0C5EB}"/>
                  </a:ext>
                </a:extLst>
              </p:cNvPr>
              <p:cNvSpPr/>
              <p:nvPr/>
            </p:nvSpPr>
            <p:spPr>
              <a:xfrm>
                <a:off x="5648549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g826">
                <a:extLst>
                  <a:ext uri="{FF2B5EF4-FFF2-40B4-BE49-F238E27FC236}">
                    <a16:creationId xmlns:a16="http://schemas.microsoft.com/office/drawing/2014/main" id="{D896310D-A876-AC9F-E558-2B65B66EBD37}"/>
                  </a:ext>
                </a:extLst>
              </p:cNvPr>
              <p:cNvSpPr/>
              <p:nvPr/>
            </p:nvSpPr>
            <p:spPr>
              <a:xfrm>
                <a:off x="5660186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g827">
                <a:extLst>
                  <a:ext uri="{FF2B5EF4-FFF2-40B4-BE49-F238E27FC236}">
                    <a16:creationId xmlns:a16="http://schemas.microsoft.com/office/drawing/2014/main" id="{0D0EED66-5159-DB26-DE3F-B2222BBA9BAC}"/>
                  </a:ext>
                </a:extLst>
              </p:cNvPr>
              <p:cNvSpPr/>
              <p:nvPr/>
            </p:nvSpPr>
            <p:spPr>
              <a:xfrm>
                <a:off x="5671824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g828">
                <a:extLst>
                  <a:ext uri="{FF2B5EF4-FFF2-40B4-BE49-F238E27FC236}">
                    <a16:creationId xmlns:a16="http://schemas.microsoft.com/office/drawing/2014/main" id="{C4AF9A0C-B986-7A2E-0E93-B64272C56AAD}"/>
                  </a:ext>
                </a:extLst>
              </p:cNvPr>
              <p:cNvSpPr/>
              <p:nvPr/>
            </p:nvSpPr>
            <p:spPr>
              <a:xfrm>
                <a:off x="5683461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g829">
                <a:extLst>
                  <a:ext uri="{FF2B5EF4-FFF2-40B4-BE49-F238E27FC236}">
                    <a16:creationId xmlns:a16="http://schemas.microsoft.com/office/drawing/2014/main" id="{14E44449-7430-8E48-71BA-F4B3BD44B541}"/>
                  </a:ext>
                </a:extLst>
              </p:cNvPr>
              <p:cNvSpPr/>
              <p:nvPr/>
            </p:nvSpPr>
            <p:spPr>
              <a:xfrm>
                <a:off x="5695098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g830">
                <a:extLst>
                  <a:ext uri="{FF2B5EF4-FFF2-40B4-BE49-F238E27FC236}">
                    <a16:creationId xmlns:a16="http://schemas.microsoft.com/office/drawing/2014/main" id="{A0E1DDC0-98E9-16DC-8617-A87B3BE5CFE9}"/>
                  </a:ext>
                </a:extLst>
              </p:cNvPr>
              <p:cNvSpPr/>
              <p:nvPr/>
            </p:nvSpPr>
            <p:spPr>
              <a:xfrm>
                <a:off x="5706736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g831">
                <a:extLst>
                  <a:ext uri="{FF2B5EF4-FFF2-40B4-BE49-F238E27FC236}">
                    <a16:creationId xmlns:a16="http://schemas.microsoft.com/office/drawing/2014/main" id="{9122D276-0307-37F5-25D6-763E9391D45C}"/>
                  </a:ext>
                </a:extLst>
              </p:cNvPr>
              <p:cNvSpPr/>
              <p:nvPr/>
            </p:nvSpPr>
            <p:spPr>
              <a:xfrm>
                <a:off x="5718373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g832">
                <a:extLst>
                  <a:ext uri="{FF2B5EF4-FFF2-40B4-BE49-F238E27FC236}">
                    <a16:creationId xmlns:a16="http://schemas.microsoft.com/office/drawing/2014/main" id="{4DE9C91C-31F5-1A6A-7340-EE0D3783D47A}"/>
                  </a:ext>
                </a:extLst>
              </p:cNvPr>
              <p:cNvSpPr/>
              <p:nvPr/>
            </p:nvSpPr>
            <p:spPr>
              <a:xfrm>
                <a:off x="5730010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g833">
                <a:extLst>
                  <a:ext uri="{FF2B5EF4-FFF2-40B4-BE49-F238E27FC236}">
                    <a16:creationId xmlns:a16="http://schemas.microsoft.com/office/drawing/2014/main" id="{FAB4523A-6F51-79AA-9905-8A85B9DD6DEE}"/>
                  </a:ext>
                </a:extLst>
              </p:cNvPr>
              <p:cNvSpPr/>
              <p:nvPr/>
            </p:nvSpPr>
            <p:spPr>
              <a:xfrm>
                <a:off x="5741648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g834">
                <a:extLst>
                  <a:ext uri="{FF2B5EF4-FFF2-40B4-BE49-F238E27FC236}">
                    <a16:creationId xmlns:a16="http://schemas.microsoft.com/office/drawing/2014/main" id="{122DD2D0-B183-303E-2F7C-894306793E85}"/>
                  </a:ext>
                </a:extLst>
              </p:cNvPr>
              <p:cNvSpPr/>
              <p:nvPr/>
            </p:nvSpPr>
            <p:spPr>
              <a:xfrm>
                <a:off x="5753285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g835">
                <a:extLst>
                  <a:ext uri="{FF2B5EF4-FFF2-40B4-BE49-F238E27FC236}">
                    <a16:creationId xmlns:a16="http://schemas.microsoft.com/office/drawing/2014/main" id="{24D68020-BF0B-6D8E-D9EB-F648F5D3A0A8}"/>
                  </a:ext>
                </a:extLst>
              </p:cNvPr>
              <p:cNvSpPr/>
              <p:nvPr/>
            </p:nvSpPr>
            <p:spPr>
              <a:xfrm>
                <a:off x="5764922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g836">
                <a:extLst>
                  <a:ext uri="{FF2B5EF4-FFF2-40B4-BE49-F238E27FC236}">
                    <a16:creationId xmlns:a16="http://schemas.microsoft.com/office/drawing/2014/main" id="{60D8A07E-BCB1-8CA6-6EC6-16BF0B2B6F98}"/>
                  </a:ext>
                </a:extLst>
              </p:cNvPr>
              <p:cNvSpPr/>
              <p:nvPr/>
            </p:nvSpPr>
            <p:spPr>
              <a:xfrm>
                <a:off x="5776560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g837">
                <a:extLst>
                  <a:ext uri="{FF2B5EF4-FFF2-40B4-BE49-F238E27FC236}">
                    <a16:creationId xmlns:a16="http://schemas.microsoft.com/office/drawing/2014/main" id="{0A5C0BC3-EC6C-AEE2-9A97-36D19406B67E}"/>
                  </a:ext>
                </a:extLst>
              </p:cNvPr>
              <p:cNvSpPr/>
              <p:nvPr/>
            </p:nvSpPr>
            <p:spPr>
              <a:xfrm>
                <a:off x="5788197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g838">
                <a:extLst>
                  <a:ext uri="{FF2B5EF4-FFF2-40B4-BE49-F238E27FC236}">
                    <a16:creationId xmlns:a16="http://schemas.microsoft.com/office/drawing/2014/main" id="{92C895A7-FF75-8A96-6D70-E5BC639FA1EF}"/>
                  </a:ext>
                </a:extLst>
              </p:cNvPr>
              <p:cNvSpPr/>
              <p:nvPr/>
            </p:nvSpPr>
            <p:spPr>
              <a:xfrm>
                <a:off x="5671824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g839">
                <a:extLst>
                  <a:ext uri="{FF2B5EF4-FFF2-40B4-BE49-F238E27FC236}">
                    <a16:creationId xmlns:a16="http://schemas.microsoft.com/office/drawing/2014/main" id="{C35B36F7-3A41-47BA-D616-5AE585859A47}"/>
                  </a:ext>
                </a:extLst>
              </p:cNvPr>
              <p:cNvSpPr/>
              <p:nvPr/>
            </p:nvSpPr>
            <p:spPr>
              <a:xfrm>
                <a:off x="5683461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g840">
                <a:extLst>
                  <a:ext uri="{FF2B5EF4-FFF2-40B4-BE49-F238E27FC236}">
                    <a16:creationId xmlns:a16="http://schemas.microsoft.com/office/drawing/2014/main" id="{53FA9EE1-EDD5-D4E3-C071-50A64108FE53}"/>
                  </a:ext>
                </a:extLst>
              </p:cNvPr>
              <p:cNvSpPr/>
              <p:nvPr/>
            </p:nvSpPr>
            <p:spPr>
              <a:xfrm>
                <a:off x="5695098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g841">
                <a:extLst>
                  <a:ext uri="{FF2B5EF4-FFF2-40B4-BE49-F238E27FC236}">
                    <a16:creationId xmlns:a16="http://schemas.microsoft.com/office/drawing/2014/main" id="{00B3C2E1-224C-5A9D-A375-5D9B73A3802A}"/>
                  </a:ext>
                </a:extLst>
              </p:cNvPr>
              <p:cNvSpPr/>
              <p:nvPr/>
            </p:nvSpPr>
            <p:spPr>
              <a:xfrm>
                <a:off x="5706736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2AC">
                  <a:alpha val="100000"/>
                </a:srgbClr>
              </a:solidFill>
              <a:ln w="5420" cap="flat">
                <a:solidFill>
                  <a:srgbClr val="59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g842">
                <a:extLst>
                  <a:ext uri="{FF2B5EF4-FFF2-40B4-BE49-F238E27FC236}">
                    <a16:creationId xmlns:a16="http://schemas.microsoft.com/office/drawing/2014/main" id="{F7B1FC17-D310-D38B-0025-097461DD98C7}"/>
                  </a:ext>
                </a:extLst>
              </p:cNvPr>
              <p:cNvSpPr/>
              <p:nvPr/>
            </p:nvSpPr>
            <p:spPr>
              <a:xfrm>
                <a:off x="5718373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g843">
                <a:extLst>
                  <a:ext uri="{FF2B5EF4-FFF2-40B4-BE49-F238E27FC236}">
                    <a16:creationId xmlns:a16="http://schemas.microsoft.com/office/drawing/2014/main" id="{3A2A7165-9A97-3622-640E-2680502B9FAD}"/>
                  </a:ext>
                </a:extLst>
              </p:cNvPr>
              <p:cNvSpPr/>
              <p:nvPr/>
            </p:nvSpPr>
            <p:spPr>
              <a:xfrm>
                <a:off x="5730010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g844">
                <a:extLst>
                  <a:ext uri="{FF2B5EF4-FFF2-40B4-BE49-F238E27FC236}">
                    <a16:creationId xmlns:a16="http://schemas.microsoft.com/office/drawing/2014/main" id="{48FA5D12-AA13-5798-14E0-C315BF3D617B}"/>
                  </a:ext>
                </a:extLst>
              </p:cNvPr>
              <p:cNvSpPr/>
              <p:nvPr/>
            </p:nvSpPr>
            <p:spPr>
              <a:xfrm>
                <a:off x="5741648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g845">
                <a:extLst>
                  <a:ext uri="{FF2B5EF4-FFF2-40B4-BE49-F238E27FC236}">
                    <a16:creationId xmlns:a16="http://schemas.microsoft.com/office/drawing/2014/main" id="{3EF4D5FE-E7EA-260E-09CA-4BB78E5CFEEC}"/>
                  </a:ext>
                </a:extLst>
              </p:cNvPr>
              <p:cNvSpPr/>
              <p:nvPr/>
            </p:nvSpPr>
            <p:spPr>
              <a:xfrm>
                <a:off x="5753285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g846">
                <a:extLst>
                  <a:ext uri="{FF2B5EF4-FFF2-40B4-BE49-F238E27FC236}">
                    <a16:creationId xmlns:a16="http://schemas.microsoft.com/office/drawing/2014/main" id="{7F6E5F5C-3036-31CC-209D-B4AAAB93D539}"/>
                  </a:ext>
                </a:extLst>
              </p:cNvPr>
              <p:cNvSpPr/>
              <p:nvPr/>
            </p:nvSpPr>
            <p:spPr>
              <a:xfrm>
                <a:off x="5764922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g847">
                <a:extLst>
                  <a:ext uri="{FF2B5EF4-FFF2-40B4-BE49-F238E27FC236}">
                    <a16:creationId xmlns:a16="http://schemas.microsoft.com/office/drawing/2014/main" id="{9F4C41D3-1E19-2BE8-7D32-DAC726D949C2}"/>
                  </a:ext>
                </a:extLst>
              </p:cNvPr>
              <p:cNvSpPr/>
              <p:nvPr/>
            </p:nvSpPr>
            <p:spPr>
              <a:xfrm>
                <a:off x="5776560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g848">
                <a:extLst>
                  <a:ext uri="{FF2B5EF4-FFF2-40B4-BE49-F238E27FC236}">
                    <a16:creationId xmlns:a16="http://schemas.microsoft.com/office/drawing/2014/main" id="{D7E624EE-C07A-7E27-1AB5-F255B2891D82}"/>
                  </a:ext>
                </a:extLst>
              </p:cNvPr>
              <p:cNvSpPr/>
              <p:nvPr/>
            </p:nvSpPr>
            <p:spPr>
              <a:xfrm>
                <a:off x="5788197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g849">
                <a:extLst>
                  <a:ext uri="{FF2B5EF4-FFF2-40B4-BE49-F238E27FC236}">
                    <a16:creationId xmlns:a16="http://schemas.microsoft.com/office/drawing/2014/main" id="{353D964A-EF7E-FDA0-9979-730F88684094}"/>
                  </a:ext>
                </a:extLst>
              </p:cNvPr>
              <p:cNvSpPr/>
              <p:nvPr/>
            </p:nvSpPr>
            <p:spPr>
              <a:xfrm>
                <a:off x="5799834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g850">
                <a:extLst>
                  <a:ext uri="{FF2B5EF4-FFF2-40B4-BE49-F238E27FC236}">
                    <a16:creationId xmlns:a16="http://schemas.microsoft.com/office/drawing/2014/main" id="{3E98A315-1D3C-5670-7157-40BB5323146A}"/>
                  </a:ext>
                </a:extLst>
              </p:cNvPr>
              <p:cNvSpPr/>
              <p:nvPr/>
            </p:nvSpPr>
            <p:spPr>
              <a:xfrm>
                <a:off x="5625275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g851">
                <a:extLst>
                  <a:ext uri="{FF2B5EF4-FFF2-40B4-BE49-F238E27FC236}">
                    <a16:creationId xmlns:a16="http://schemas.microsoft.com/office/drawing/2014/main" id="{32E1BA5D-38D4-1A1E-84ED-1EC46054109F}"/>
                  </a:ext>
                </a:extLst>
              </p:cNvPr>
              <p:cNvSpPr/>
              <p:nvPr/>
            </p:nvSpPr>
            <p:spPr>
              <a:xfrm>
                <a:off x="5636912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g852">
                <a:extLst>
                  <a:ext uri="{FF2B5EF4-FFF2-40B4-BE49-F238E27FC236}">
                    <a16:creationId xmlns:a16="http://schemas.microsoft.com/office/drawing/2014/main" id="{44197110-9076-5FB1-C4D8-D8F452AD3A16}"/>
                  </a:ext>
                </a:extLst>
              </p:cNvPr>
              <p:cNvSpPr/>
              <p:nvPr/>
            </p:nvSpPr>
            <p:spPr>
              <a:xfrm>
                <a:off x="5648549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g853">
                <a:extLst>
                  <a:ext uri="{FF2B5EF4-FFF2-40B4-BE49-F238E27FC236}">
                    <a16:creationId xmlns:a16="http://schemas.microsoft.com/office/drawing/2014/main" id="{33377E33-E878-6E2B-FC8B-52EF52BFD73B}"/>
                  </a:ext>
                </a:extLst>
              </p:cNvPr>
              <p:cNvSpPr/>
              <p:nvPr/>
            </p:nvSpPr>
            <p:spPr>
              <a:xfrm>
                <a:off x="5660186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g854">
                <a:extLst>
                  <a:ext uri="{FF2B5EF4-FFF2-40B4-BE49-F238E27FC236}">
                    <a16:creationId xmlns:a16="http://schemas.microsoft.com/office/drawing/2014/main" id="{CDE4865B-E615-C6D0-C84B-F9C3F905DECF}"/>
                  </a:ext>
                </a:extLst>
              </p:cNvPr>
              <p:cNvSpPr/>
              <p:nvPr/>
            </p:nvSpPr>
            <p:spPr>
              <a:xfrm>
                <a:off x="5695098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g855">
                <a:extLst>
                  <a:ext uri="{FF2B5EF4-FFF2-40B4-BE49-F238E27FC236}">
                    <a16:creationId xmlns:a16="http://schemas.microsoft.com/office/drawing/2014/main" id="{D4810DDA-5D31-AB40-3C77-629D5A94E452}"/>
                  </a:ext>
                </a:extLst>
              </p:cNvPr>
              <p:cNvSpPr/>
              <p:nvPr/>
            </p:nvSpPr>
            <p:spPr>
              <a:xfrm>
                <a:off x="5706736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g856">
                <a:extLst>
                  <a:ext uri="{FF2B5EF4-FFF2-40B4-BE49-F238E27FC236}">
                    <a16:creationId xmlns:a16="http://schemas.microsoft.com/office/drawing/2014/main" id="{BB806797-48A3-FEA0-61A6-90C43DA1896C}"/>
                  </a:ext>
                </a:extLst>
              </p:cNvPr>
              <p:cNvSpPr/>
              <p:nvPr/>
            </p:nvSpPr>
            <p:spPr>
              <a:xfrm>
                <a:off x="5718373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g857">
                <a:extLst>
                  <a:ext uri="{FF2B5EF4-FFF2-40B4-BE49-F238E27FC236}">
                    <a16:creationId xmlns:a16="http://schemas.microsoft.com/office/drawing/2014/main" id="{E8F9745F-3498-ECDB-9CE2-27D0424EF6CD}"/>
                  </a:ext>
                </a:extLst>
              </p:cNvPr>
              <p:cNvSpPr/>
              <p:nvPr/>
            </p:nvSpPr>
            <p:spPr>
              <a:xfrm>
                <a:off x="5730010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g858">
                <a:extLst>
                  <a:ext uri="{FF2B5EF4-FFF2-40B4-BE49-F238E27FC236}">
                    <a16:creationId xmlns:a16="http://schemas.microsoft.com/office/drawing/2014/main" id="{A009ECCD-C266-4D7A-943B-723050429D43}"/>
                  </a:ext>
                </a:extLst>
              </p:cNvPr>
              <p:cNvSpPr/>
              <p:nvPr/>
            </p:nvSpPr>
            <p:spPr>
              <a:xfrm>
                <a:off x="5741648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g859">
                <a:extLst>
                  <a:ext uri="{FF2B5EF4-FFF2-40B4-BE49-F238E27FC236}">
                    <a16:creationId xmlns:a16="http://schemas.microsoft.com/office/drawing/2014/main" id="{0C3563CF-C205-1757-26D1-DF2D53EB4B49}"/>
                  </a:ext>
                </a:extLst>
              </p:cNvPr>
              <p:cNvSpPr/>
              <p:nvPr/>
            </p:nvSpPr>
            <p:spPr>
              <a:xfrm>
                <a:off x="5753285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g860">
                <a:extLst>
                  <a:ext uri="{FF2B5EF4-FFF2-40B4-BE49-F238E27FC236}">
                    <a16:creationId xmlns:a16="http://schemas.microsoft.com/office/drawing/2014/main" id="{D0515EE2-8070-0EFF-06CD-F29CC34084F0}"/>
                  </a:ext>
                </a:extLst>
              </p:cNvPr>
              <p:cNvSpPr/>
              <p:nvPr/>
            </p:nvSpPr>
            <p:spPr>
              <a:xfrm>
                <a:off x="5764922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g861">
                <a:extLst>
                  <a:ext uri="{FF2B5EF4-FFF2-40B4-BE49-F238E27FC236}">
                    <a16:creationId xmlns:a16="http://schemas.microsoft.com/office/drawing/2014/main" id="{6B73CF3E-0CF5-8DC1-C013-365F44A0D1C3}"/>
                  </a:ext>
                </a:extLst>
              </p:cNvPr>
              <p:cNvSpPr/>
              <p:nvPr/>
            </p:nvSpPr>
            <p:spPr>
              <a:xfrm>
                <a:off x="5776560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g862">
                <a:extLst>
                  <a:ext uri="{FF2B5EF4-FFF2-40B4-BE49-F238E27FC236}">
                    <a16:creationId xmlns:a16="http://schemas.microsoft.com/office/drawing/2014/main" id="{B66250A3-4BC5-981D-6EEE-4A270478520B}"/>
                  </a:ext>
                </a:extLst>
              </p:cNvPr>
              <p:cNvSpPr/>
              <p:nvPr/>
            </p:nvSpPr>
            <p:spPr>
              <a:xfrm>
                <a:off x="5788197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g863">
                <a:extLst>
                  <a:ext uri="{FF2B5EF4-FFF2-40B4-BE49-F238E27FC236}">
                    <a16:creationId xmlns:a16="http://schemas.microsoft.com/office/drawing/2014/main" id="{0D91C711-FB69-86BC-0298-7D930B637040}"/>
                  </a:ext>
                </a:extLst>
              </p:cNvPr>
              <p:cNvSpPr/>
              <p:nvPr/>
            </p:nvSpPr>
            <p:spPr>
              <a:xfrm>
                <a:off x="5799834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BFAB">
                  <a:alpha val="100000"/>
                </a:srgbClr>
              </a:solidFill>
              <a:ln w="5420" cap="flat">
                <a:solidFill>
                  <a:srgbClr val="57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g864">
                <a:extLst>
                  <a:ext uri="{FF2B5EF4-FFF2-40B4-BE49-F238E27FC236}">
                    <a16:creationId xmlns:a16="http://schemas.microsoft.com/office/drawing/2014/main" id="{C5AD0F6F-8A69-67F6-FF52-07BC9EB29411}"/>
                  </a:ext>
                </a:extLst>
              </p:cNvPr>
              <p:cNvSpPr/>
              <p:nvPr/>
            </p:nvSpPr>
            <p:spPr>
              <a:xfrm>
                <a:off x="5613637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g865">
                <a:extLst>
                  <a:ext uri="{FF2B5EF4-FFF2-40B4-BE49-F238E27FC236}">
                    <a16:creationId xmlns:a16="http://schemas.microsoft.com/office/drawing/2014/main" id="{66A18A69-D8E5-6568-369F-6814A3893BA8}"/>
                  </a:ext>
                </a:extLst>
              </p:cNvPr>
              <p:cNvSpPr/>
              <p:nvPr/>
            </p:nvSpPr>
            <p:spPr>
              <a:xfrm>
                <a:off x="5625275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g866">
                <a:extLst>
                  <a:ext uri="{FF2B5EF4-FFF2-40B4-BE49-F238E27FC236}">
                    <a16:creationId xmlns:a16="http://schemas.microsoft.com/office/drawing/2014/main" id="{B2547FD7-E0EB-1435-9C38-88C4E67F2985}"/>
                  </a:ext>
                </a:extLst>
              </p:cNvPr>
              <p:cNvSpPr/>
              <p:nvPr/>
            </p:nvSpPr>
            <p:spPr>
              <a:xfrm>
                <a:off x="563691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g867">
                <a:extLst>
                  <a:ext uri="{FF2B5EF4-FFF2-40B4-BE49-F238E27FC236}">
                    <a16:creationId xmlns:a16="http://schemas.microsoft.com/office/drawing/2014/main" id="{FFA91CCC-F41E-FB69-D4F3-15DC41530B8E}"/>
                  </a:ext>
                </a:extLst>
              </p:cNvPr>
              <p:cNvSpPr/>
              <p:nvPr/>
            </p:nvSpPr>
            <p:spPr>
              <a:xfrm>
                <a:off x="5648549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g868">
                <a:extLst>
                  <a:ext uri="{FF2B5EF4-FFF2-40B4-BE49-F238E27FC236}">
                    <a16:creationId xmlns:a16="http://schemas.microsoft.com/office/drawing/2014/main" id="{6E553259-23C2-5B90-D5A6-BD082FF15150}"/>
                  </a:ext>
                </a:extLst>
              </p:cNvPr>
              <p:cNvSpPr/>
              <p:nvPr/>
            </p:nvSpPr>
            <p:spPr>
              <a:xfrm>
                <a:off x="5660186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g869">
                <a:extLst>
                  <a:ext uri="{FF2B5EF4-FFF2-40B4-BE49-F238E27FC236}">
                    <a16:creationId xmlns:a16="http://schemas.microsoft.com/office/drawing/2014/main" id="{C9E002F5-A447-A7EF-8E36-8B8337E3DADF}"/>
                  </a:ext>
                </a:extLst>
              </p:cNvPr>
              <p:cNvSpPr/>
              <p:nvPr/>
            </p:nvSpPr>
            <p:spPr>
              <a:xfrm>
                <a:off x="5671824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g870">
                <a:extLst>
                  <a:ext uri="{FF2B5EF4-FFF2-40B4-BE49-F238E27FC236}">
                    <a16:creationId xmlns:a16="http://schemas.microsoft.com/office/drawing/2014/main" id="{B3958499-63C5-FD01-8492-863286D67F04}"/>
                  </a:ext>
                </a:extLst>
              </p:cNvPr>
              <p:cNvSpPr/>
              <p:nvPr/>
            </p:nvSpPr>
            <p:spPr>
              <a:xfrm>
                <a:off x="5683461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g871">
                <a:extLst>
                  <a:ext uri="{FF2B5EF4-FFF2-40B4-BE49-F238E27FC236}">
                    <a16:creationId xmlns:a16="http://schemas.microsoft.com/office/drawing/2014/main" id="{2CE4AF5D-11F3-F88B-F4C0-62918DB48FEC}"/>
                  </a:ext>
                </a:extLst>
              </p:cNvPr>
              <p:cNvSpPr/>
              <p:nvPr/>
            </p:nvSpPr>
            <p:spPr>
              <a:xfrm>
                <a:off x="5695098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g872">
                <a:extLst>
                  <a:ext uri="{FF2B5EF4-FFF2-40B4-BE49-F238E27FC236}">
                    <a16:creationId xmlns:a16="http://schemas.microsoft.com/office/drawing/2014/main" id="{8968062F-75CA-2BA2-DD5D-130D533CC578}"/>
                  </a:ext>
                </a:extLst>
              </p:cNvPr>
              <p:cNvSpPr/>
              <p:nvPr/>
            </p:nvSpPr>
            <p:spPr>
              <a:xfrm>
                <a:off x="5706736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g873">
                <a:extLst>
                  <a:ext uri="{FF2B5EF4-FFF2-40B4-BE49-F238E27FC236}">
                    <a16:creationId xmlns:a16="http://schemas.microsoft.com/office/drawing/2014/main" id="{46739E5A-1512-2DBF-5600-5B58D25671BE}"/>
                  </a:ext>
                </a:extLst>
              </p:cNvPr>
              <p:cNvSpPr/>
              <p:nvPr/>
            </p:nvSpPr>
            <p:spPr>
              <a:xfrm>
                <a:off x="5718373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g874">
                <a:extLst>
                  <a:ext uri="{FF2B5EF4-FFF2-40B4-BE49-F238E27FC236}">
                    <a16:creationId xmlns:a16="http://schemas.microsoft.com/office/drawing/2014/main" id="{4707D00E-A580-EA4B-DDBC-99D2AF3428BC}"/>
                  </a:ext>
                </a:extLst>
              </p:cNvPr>
              <p:cNvSpPr/>
              <p:nvPr/>
            </p:nvSpPr>
            <p:spPr>
              <a:xfrm>
                <a:off x="5730010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g875">
                <a:extLst>
                  <a:ext uri="{FF2B5EF4-FFF2-40B4-BE49-F238E27FC236}">
                    <a16:creationId xmlns:a16="http://schemas.microsoft.com/office/drawing/2014/main" id="{9C96A32C-FB01-599C-F2E8-8DE84E9ED555}"/>
                  </a:ext>
                </a:extLst>
              </p:cNvPr>
              <p:cNvSpPr/>
              <p:nvPr/>
            </p:nvSpPr>
            <p:spPr>
              <a:xfrm>
                <a:off x="5741648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g876">
                <a:extLst>
                  <a:ext uri="{FF2B5EF4-FFF2-40B4-BE49-F238E27FC236}">
                    <a16:creationId xmlns:a16="http://schemas.microsoft.com/office/drawing/2014/main" id="{6DC9E826-A662-AF20-F133-16580E9A87B3}"/>
                  </a:ext>
                </a:extLst>
              </p:cNvPr>
              <p:cNvSpPr/>
              <p:nvPr/>
            </p:nvSpPr>
            <p:spPr>
              <a:xfrm>
                <a:off x="5753285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g877">
                <a:extLst>
                  <a:ext uri="{FF2B5EF4-FFF2-40B4-BE49-F238E27FC236}">
                    <a16:creationId xmlns:a16="http://schemas.microsoft.com/office/drawing/2014/main" id="{835844AE-6A13-CCD0-1AE5-BD8F95FB01B6}"/>
                  </a:ext>
                </a:extLst>
              </p:cNvPr>
              <p:cNvSpPr/>
              <p:nvPr/>
            </p:nvSpPr>
            <p:spPr>
              <a:xfrm>
                <a:off x="576492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g878">
                <a:extLst>
                  <a:ext uri="{FF2B5EF4-FFF2-40B4-BE49-F238E27FC236}">
                    <a16:creationId xmlns:a16="http://schemas.microsoft.com/office/drawing/2014/main" id="{7E4902DF-DD7F-173F-97EA-3082D2795F23}"/>
                  </a:ext>
                </a:extLst>
              </p:cNvPr>
              <p:cNvSpPr/>
              <p:nvPr/>
            </p:nvSpPr>
            <p:spPr>
              <a:xfrm>
                <a:off x="5776560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g879">
                <a:extLst>
                  <a:ext uri="{FF2B5EF4-FFF2-40B4-BE49-F238E27FC236}">
                    <a16:creationId xmlns:a16="http://schemas.microsoft.com/office/drawing/2014/main" id="{87267F65-5470-2197-8A66-1B6BB8D08281}"/>
                  </a:ext>
                </a:extLst>
              </p:cNvPr>
              <p:cNvSpPr/>
              <p:nvPr/>
            </p:nvSpPr>
            <p:spPr>
              <a:xfrm>
                <a:off x="5788197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g880">
                <a:extLst>
                  <a:ext uri="{FF2B5EF4-FFF2-40B4-BE49-F238E27FC236}">
                    <a16:creationId xmlns:a16="http://schemas.microsoft.com/office/drawing/2014/main" id="{BC6B1191-F89F-6D8C-7CAC-9C0972488C55}"/>
                  </a:ext>
                </a:extLst>
              </p:cNvPr>
              <p:cNvSpPr/>
              <p:nvPr/>
            </p:nvSpPr>
            <p:spPr>
              <a:xfrm>
                <a:off x="5799834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g881">
                <a:extLst>
                  <a:ext uri="{FF2B5EF4-FFF2-40B4-BE49-F238E27FC236}">
                    <a16:creationId xmlns:a16="http://schemas.microsoft.com/office/drawing/2014/main" id="{44A1F88E-8AF8-A354-70B7-86514D1CF165}"/>
                  </a:ext>
                </a:extLst>
              </p:cNvPr>
              <p:cNvSpPr/>
              <p:nvPr/>
            </p:nvSpPr>
            <p:spPr>
              <a:xfrm>
                <a:off x="581147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g882">
                <a:extLst>
                  <a:ext uri="{FF2B5EF4-FFF2-40B4-BE49-F238E27FC236}">
                    <a16:creationId xmlns:a16="http://schemas.microsoft.com/office/drawing/2014/main" id="{56555403-31F2-F5C1-1A98-DD0F80995146}"/>
                  </a:ext>
                </a:extLst>
              </p:cNvPr>
              <p:cNvSpPr/>
              <p:nvPr/>
            </p:nvSpPr>
            <p:spPr>
              <a:xfrm>
                <a:off x="5613637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g883">
                <a:extLst>
                  <a:ext uri="{FF2B5EF4-FFF2-40B4-BE49-F238E27FC236}">
                    <a16:creationId xmlns:a16="http://schemas.microsoft.com/office/drawing/2014/main" id="{ADF53B24-F178-B43A-EE64-462DAB594CA2}"/>
                  </a:ext>
                </a:extLst>
              </p:cNvPr>
              <p:cNvSpPr/>
              <p:nvPr/>
            </p:nvSpPr>
            <p:spPr>
              <a:xfrm>
                <a:off x="5625275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g884">
                <a:extLst>
                  <a:ext uri="{FF2B5EF4-FFF2-40B4-BE49-F238E27FC236}">
                    <a16:creationId xmlns:a16="http://schemas.microsoft.com/office/drawing/2014/main" id="{ADADC881-9F6B-F6CA-9BF1-2EBBFE955C20}"/>
                  </a:ext>
                </a:extLst>
              </p:cNvPr>
              <p:cNvSpPr/>
              <p:nvPr/>
            </p:nvSpPr>
            <p:spPr>
              <a:xfrm>
                <a:off x="563691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g885">
                <a:extLst>
                  <a:ext uri="{FF2B5EF4-FFF2-40B4-BE49-F238E27FC236}">
                    <a16:creationId xmlns:a16="http://schemas.microsoft.com/office/drawing/2014/main" id="{9E8A9049-DF2B-19CE-0638-3C119683DE07}"/>
                  </a:ext>
                </a:extLst>
              </p:cNvPr>
              <p:cNvSpPr/>
              <p:nvPr/>
            </p:nvSpPr>
            <p:spPr>
              <a:xfrm>
                <a:off x="5648549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g886">
                <a:extLst>
                  <a:ext uri="{FF2B5EF4-FFF2-40B4-BE49-F238E27FC236}">
                    <a16:creationId xmlns:a16="http://schemas.microsoft.com/office/drawing/2014/main" id="{CEA1EF22-08FF-7CF0-582D-03B8A2D73541}"/>
                  </a:ext>
                </a:extLst>
              </p:cNvPr>
              <p:cNvSpPr/>
              <p:nvPr/>
            </p:nvSpPr>
            <p:spPr>
              <a:xfrm>
                <a:off x="5660186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g887">
                <a:extLst>
                  <a:ext uri="{FF2B5EF4-FFF2-40B4-BE49-F238E27FC236}">
                    <a16:creationId xmlns:a16="http://schemas.microsoft.com/office/drawing/2014/main" id="{AE7FB669-C257-631F-0C78-E020F3CFA678}"/>
                  </a:ext>
                </a:extLst>
              </p:cNvPr>
              <p:cNvSpPr/>
              <p:nvPr/>
            </p:nvSpPr>
            <p:spPr>
              <a:xfrm>
                <a:off x="5671824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g888">
                <a:extLst>
                  <a:ext uri="{FF2B5EF4-FFF2-40B4-BE49-F238E27FC236}">
                    <a16:creationId xmlns:a16="http://schemas.microsoft.com/office/drawing/2014/main" id="{432234FE-1C04-6A8D-23BF-BEFA567E6DE1}"/>
                  </a:ext>
                </a:extLst>
              </p:cNvPr>
              <p:cNvSpPr/>
              <p:nvPr/>
            </p:nvSpPr>
            <p:spPr>
              <a:xfrm>
                <a:off x="5683461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g889">
                <a:extLst>
                  <a:ext uri="{FF2B5EF4-FFF2-40B4-BE49-F238E27FC236}">
                    <a16:creationId xmlns:a16="http://schemas.microsoft.com/office/drawing/2014/main" id="{8E286B80-0D08-643E-54F3-035C2E954156}"/>
                  </a:ext>
                </a:extLst>
              </p:cNvPr>
              <p:cNvSpPr/>
              <p:nvPr/>
            </p:nvSpPr>
            <p:spPr>
              <a:xfrm>
                <a:off x="5695098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g890">
                <a:extLst>
                  <a:ext uri="{FF2B5EF4-FFF2-40B4-BE49-F238E27FC236}">
                    <a16:creationId xmlns:a16="http://schemas.microsoft.com/office/drawing/2014/main" id="{E2F81D83-CE5D-D784-D4D2-EDEC50C4C6E8}"/>
                  </a:ext>
                </a:extLst>
              </p:cNvPr>
              <p:cNvSpPr/>
              <p:nvPr/>
            </p:nvSpPr>
            <p:spPr>
              <a:xfrm>
                <a:off x="5706736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g891">
                <a:extLst>
                  <a:ext uri="{FF2B5EF4-FFF2-40B4-BE49-F238E27FC236}">
                    <a16:creationId xmlns:a16="http://schemas.microsoft.com/office/drawing/2014/main" id="{9DCB5BC3-6F61-110A-6891-75E83166FF2D}"/>
                  </a:ext>
                </a:extLst>
              </p:cNvPr>
              <p:cNvSpPr/>
              <p:nvPr/>
            </p:nvSpPr>
            <p:spPr>
              <a:xfrm>
                <a:off x="5718373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g892">
                <a:extLst>
                  <a:ext uri="{FF2B5EF4-FFF2-40B4-BE49-F238E27FC236}">
                    <a16:creationId xmlns:a16="http://schemas.microsoft.com/office/drawing/2014/main" id="{AA4279B8-90F9-06A1-A85E-2F2D0B8B3BE8}"/>
                  </a:ext>
                </a:extLst>
              </p:cNvPr>
              <p:cNvSpPr/>
              <p:nvPr/>
            </p:nvSpPr>
            <p:spPr>
              <a:xfrm>
                <a:off x="5730010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AAA">
                  <a:alpha val="100000"/>
                </a:srgbClr>
              </a:solidFill>
              <a:ln w="5420" cap="flat">
                <a:solidFill>
                  <a:srgbClr val="47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g893">
                <a:extLst>
                  <a:ext uri="{FF2B5EF4-FFF2-40B4-BE49-F238E27FC236}">
                    <a16:creationId xmlns:a16="http://schemas.microsoft.com/office/drawing/2014/main" id="{9A5D7EB1-F7E3-5010-5458-1B15C55048DC}"/>
                  </a:ext>
                </a:extLst>
              </p:cNvPr>
              <p:cNvSpPr/>
              <p:nvPr/>
            </p:nvSpPr>
            <p:spPr>
              <a:xfrm>
                <a:off x="5741648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g894">
                <a:extLst>
                  <a:ext uri="{FF2B5EF4-FFF2-40B4-BE49-F238E27FC236}">
                    <a16:creationId xmlns:a16="http://schemas.microsoft.com/office/drawing/2014/main" id="{DAE68476-2EE2-1013-475D-54D6922E9463}"/>
                  </a:ext>
                </a:extLst>
              </p:cNvPr>
              <p:cNvSpPr/>
              <p:nvPr/>
            </p:nvSpPr>
            <p:spPr>
              <a:xfrm>
                <a:off x="5753285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g895">
                <a:extLst>
                  <a:ext uri="{FF2B5EF4-FFF2-40B4-BE49-F238E27FC236}">
                    <a16:creationId xmlns:a16="http://schemas.microsoft.com/office/drawing/2014/main" id="{FC149780-BDDF-ABC7-EB9C-7E9FC4EE357F}"/>
                  </a:ext>
                </a:extLst>
              </p:cNvPr>
              <p:cNvSpPr/>
              <p:nvPr/>
            </p:nvSpPr>
            <p:spPr>
              <a:xfrm>
                <a:off x="576492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g896">
                <a:extLst>
                  <a:ext uri="{FF2B5EF4-FFF2-40B4-BE49-F238E27FC236}">
                    <a16:creationId xmlns:a16="http://schemas.microsoft.com/office/drawing/2014/main" id="{49FF2DB9-73D3-8269-9BE3-00700BD8D757}"/>
                  </a:ext>
                </a:extLst>
              </p:cNvPr>
              <p:cNvSpPr/>
              <p:nvPr/>
            </p:nvSpPr>
            <p:spPr>
              <a:xfrm>
                <a:off x="5776560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g897">
                <a:extLst>
                  <a:ext uri="{FF2B5EF4-FFF2-40B4-BE49-F238E27FC236}">
                    <a16:creationId xmlns:a16="http://schemas.microsoft.com/office/drawing/2014/main" id="{1D4D18C8-EB75-8B86-3F23-0F92229E76D3}"/>
                  </a:ext>
                </a:extLst>
              </p:cNvPr>
              <p:cNvSpPr/>
              <p:nvPr/>
            </p:nvSpPr>
            <p:spPr>
              <a:xfrm>
                <a:off x="5788197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g898">
                <a:extLst>
                  <a:ext uri="{FF2B5EF4-FFF2-40B4-BE49-F238E27FC236}">
                    <a16:creationId xmlns:a16="http://schemas.microsoft.com/office/drawing/2014/main" id="{51E4B145-ABCC-8E97-9DCE-DEAE841CAC93}"/>
                  </a:ext>
                </a:extLst>
              </p:cNvPr>
              <p:cNvSpPr/>
              <p:nvPr/>
            </p:nvSpPr>
            <p:spPr>
              <a:xfrm>
                <a:off x="5799834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g899">
                <a:extLst>
                  <a:ext uri="{FF2B5EF4-FFF2-40B4-BE49-F238E27FC236}">
                    <a16:creationId xmlns:a16="http://schemas.microsoft.com/office/drawing/2014/main" id="{A0AF12BC-4ABA-C6E0-90E1-A0D36CD1FAE6}"/>
                  </a:ext>
                </a:extLst>
              </p:cNvPr>
              <p:cNvSpPr/>
              <p:nvPr/>
            </p:nvSpPr>
            <p:spPr>
              <a:xfrm>
                <a:off x="581147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g900">
                <a:extLst>
                  <a:ext uri="{FF2B5EF4-FFF2-40B4-BE49-F238E27FC236}">
                    <a16:creationId xmlns:a16="http://schemas.microsoft.com/office/drawing/2014/main" id="{2FDA7869-5A75-41F6-C46B-E6835CCF3ED5}"/>
                  </a:ext>
                </a:extLst>
              </p:cNvPr>
              <p:cNvSpPr/>
              <p:nvPr/>
            </p:nvSpPr>
            <p:spPr>
              <a:xfrm>
                <a:off x="5613637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g901">
                <a:extLst>
                  <a:ext uri="{FF2B5EF4-FFF2-40B4-BE49-F238E27FC236}">
                    <a16:creationId xmlns:a16="http://schemas.microsoft.com/office/drawing/2014/main" id="{85C7F147-330E-E191-A1E6-6950C58BF56C}"/>
                  </a:ext>
                </a:extLst>
              </p:cNvPr>
              <p:cNvSpPr/>
              <p:nvPr/>
            </p:nvSpPr>
            <p:spPr>
              <a:xfrm>
                <a:off x="5625275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g902">
                <a:extLst>
                  <a:ext uri="{FF2B5EF4-FFF2-40B4-BE49-F238E27FC236}">
                    <a16:creationId xmlns:a16="http://schemas.microsoft.com/office/drawing/2014/main" id="{DD24B3A1-B327-6E9B-39D0-DBBFE3B8B44C}"/>
                  </a:ext>
                </a:extLst>
              </p:cNvPr>
              <p:cNvSpPr/>
              <p:nvPr/>
            </p:nvSpPr>
            <p:spPr>
              <a:xfrm>
                <a:off x="563691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g903">
                <a:extLst>
                  <a:ext uri="{FF2B5EF4-FFF2-40B4-BE49-F238E27FC236}">
                    <a16:creationId xmlns:a16="http://schemas.microsoft.com/office/drawing/2014/main" id="{096D6978-4A64-9A18-F9FE-48431A52DD1B}"/>
                  </a:ext>
                </a:extLst>
              </p:cNvPr>
              <p:cNvSpPr/>
              <p:nvPr/>
            </p:nvSpPr>
            <p:spPr>
              <a:xfrm>
                <a:off x="5648549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g904">
                <a:extLst>
                  <a:ext uri="{FF2B5EF4-FFF2-40B4-BE49-F238E27FC236}">
                    <a16:creationId xmlns:a16="http://schemas.microsoft.com/office/drawing/2014/main" id="{4E28AADD-D83E-A236-C226-E23A44336904}"/>
                  </a:ext>
                </a:extLst>
              </p:cNvPr>
              <p:cNvSpPr/>
              <p:nvPr/>
            </p:nvSpPr>
            <p:spPr>
              <a:xfrm>
                <a:off x="5660186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g905">
                <a:extLst>
                  <a:ext uri="{FF2B5EF4-FFF2-40B4-BE49-F238E27FC236}">
                    <a16:creationId xmlns:a16="http://schemas.microsoft.com/office/drawing/2014/main" id="{0D8C19F9-1741-FDC1-B0CA-666089202E43}"/>
                  </a:ext>
                </a:extLst>
              </p:cNvPr>
              <p:cNvSpPr/>
              <p:nvPr/>
            </p:nvSpPr>
            <p:spPr>
              <a:xfrm>
                <a:off x="5671824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g906">
                <a:extLst>
                  <a:ext uri="{FF2B5EF4-FFF2-40B4-BE49-F238E27FC236}">
                    <a16:creationId xmlns:a16="http://schemas.microsoft.com/office/drawing/2014/main" id="{B4AFA46F-D750-F2BB-0DC9-053E1B016ADA}"/>
                  </a:ext>
                </a:extLst>
              </p:cNvPr>
              <p:cNvSpPr/>
              <p:nvPr/>
            </p:nvSpPr>
            <p:spPr>
              <a:xfrm>
                <a:off x="5683461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g907">
                <a:extLst>
                  <a:ext uri="{FF2B5EF4-FFF2-40B4-BE49-F238E27FC236}">
                    <a16:creationId xmlns:a16="http://schemas.microsoft.com/office/drawing/2014/main" id="{EF6D9C2D-C175-77AE-308E-57A7C41A352C}"/>
                  </a:ext>
                </a:extLst>
              </p:cNvPr>
              <p:cNvSpPr/>
              <p:nvPr/>
            </p:nvSpPr>
            <p:spPr>
              <a:xfrm>
                <a:off x="5695098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g908">
                <a:extLst>
                  <a:ext uri="{FF2B5EF4-FFF2-40B4-BE49-F238E27FC236}">
                    <a16:creationId xmlns:a16="http://schemas.microsoft.com/office/drawing/2014/main" id="{52E59AB5-5701-CAEA-1105-F949A23E7DF2}"/>
                  </a:ext>
                </a:extLst>
              </p:cNvPr>
              <p:cNvSpPr/>
              <p:nvPr/>
            </p:nvSpPr>
            <p:spPr>
              <a:xfrm>
                <a:off x="5706736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g909">
                <a:extLst>
                  <a:ext uri="{FF2B5EF4-FFF2-40B4-BE49-F238E27FC236}">
                    <a16:creationId xmlns:a16="http://schemas.microsoft.com/office/drawing/2014/main" id="{2DC29177-8367-56F4-3E8A-A1AA4C5395B5}"/>
                  </a:ext>
                </a:extLst>
              </p:cNvPr>
              <p:cNvSpPr/>
              <p:nvPr/>
            </p:nvSpPr>
            <p:spPr>
              <a:xfrm>
                <a:off x="5718373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g910">
                <a:extLst>
                  <a:ext uri="{FF2B5EF4-FFF2-40B4-BE49-F238E27FC236}">
                    <a16:creationId xmlns:a16="http://schemas.microsoft.com/office/drawing/2014/main" id="{C16B7978-BC60-4F53-9DE9-2477E0E26A92}"/>
                  </a:ext>
                </a:extLst>
              </p:cNvPr>
              <p:cNvSpPr/>
              <p:nvPr/>
            </p:nvSpPr>
            <p:spPr>
              <a:xfrm>
                <a:off x="5730010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g911">
                <a:extLst>
                  <a:ext uri="{FF2B5EF4-FFF2-40B4-BE49-F238E27FC236}">
                    <a16:creationId xmlns:a16="http://schemas.microsoft.com/office/drawing/2014/main" id="{5C5EABC6-25C9-4C23-AC82-10CC9C434402}"/>
                  </a:ext>
                </a:extLst>
              </p:cNvPr>
              <p:cNvSpPr/>
              <p:nvPr/>
            </p:nvSpPr>
            <p:spPr>
              <a:xfrm>
                <a:off x="5741648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g912">
                <a:extLst>
                  <a:ext uri="{FF2B5EF4-FFF2-40B4-BE49-F238E27FC236}">
                    <a16:creationId xmlns:a16="http://schemas.microsoft.com/office/drawing/2014/main" id="{06A5364A-0A29-34C8-4E2E-1FA7D0B138F4}"/>
                  </a:ext>
                </a:extLst>
              </p:cNvPr>
              <p:cNvSpPr/>
              <p:nvPr/>
            </p:nvSpPr>
            <p:spPr>
              <a:xfrm>
                <a:off x="5753285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g913">
                <a:extLst>
                  <a:ext uri="{FF2B5EF4-FFF2-40B4-BE49-F238E27FC236}">
                    <a16:creationId xmlns:a16="http://schemas.microsoft.com/office/drawing/2014/main" id="{95E17A78-D104-A6CE-71FA-E71747D621AB}"/>
                  </a:ext>
                </a:extLst>
              </p:cNvPr>
              <p:cNvSpPr/>
              <p:nvPr/>
            </p:nvSpPr>
            <p:spPr>
              <a:xfrm>
                <a:off x="576492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g914">
                <a:extLst>
                  <a:ext uri="{FF2B5EF4-FFF2-40B4-BE49-F238E27FC236}">
                    <a16:creationId xmlns:a16="http://schemas.microsoft.com/office/drawing/2014/main" id="{23D4A313-6E73-9933-2B91-C5D8C5ED5C09}"/>
                  </a:ext>
                </a:extLst>
              </p:cNvPr>
              <p:cNvSpPr/>
              <p:nvPr/>
            </p:nvSpPr>
            <p:spPr>
              <a:xfrm>
                <a:off x="5776560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g915">
                <a:extLst>
                  <a:ext uri="{FF2B5EF4-FFF2-40B4-BE49-F238E27FC236}">
                    <a16:creationId xmlns:a16="http://schemas.microsoft.com/office/drawing/2014/main" id="{D7EEACFA-B101-BFA9-65F1-ACFB2693066A}"/>
                  </a:ext>
                </a:extLst>
              </p:cNvPr>
              <p:cNvSpPr/>
              <p:nvPr/>
            </p:nvSpPr>
            <p:spPr>
              <a:xfrm>
                <a:off x="5788197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g916">
                <a:extLst>
                  <a:ext uri="{FF2B5EF4-FFF2-40B4-BE49-F238E27FC236}">
                    <a16:creationId xmlns:a16="http://schemas.microsoft.com/office/drawing/2014/main" id="{31F9263A-0ABC-9E49-35FC-36B8763BE2D3}"/>
                  </a:ext>
                </a:extLst>
              </p:cNvPr>
              <p:cNvSpPr/>
              <p:nvPr/>
            </p:nvSpPr>
            <p:spPr>
              <a:xfrm>
                <a:off x="5799834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g917">
                <a:extLst>
                  <a:ext uri="{FF2B5EF4-FFF2-40B4-BE49-F238E27FC236}">
                    <a16:creationId xmlns:a16="http://schemas.microsoft.com/office/drawing/2014/main" id="{FEC35CC8-7105-6184-9ED2-8E7A5C81FE0C}"/>
                  </a:ext>
                </a:extLst>
              </p:cNvPr>
              <p:cNvSpPr/>
              <p:nvPr/>
            </p:nvSpPr>
            <p:spPr>
              <a:xfrm>
                <a:off x="581147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g918">
                <a:extLst>
                  <a:ext uri="{FF2B5EF4-FFF2-40B4-BE49-F238E27FC236}">
                    <a16:creationId xmlns:a16="http://schemas.microsoft.com/office/drawing/2014/main" id="{68BBEB1D-9B17-B69C-F6D9-63FEFB43C2B6}"/>
                  </a:ext>
                </a:extLst>
              </p:cNvPr>
              <p:cNvSpPr/>
              <p:nvPr/>
            </p:nvSpPr>
            <p:spPr>
              <a:xfrm>
                <a:off x="547398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2B1">
                  <a:alpha val="100000"/>
                </a:srgbClr>
              </a:solidFill>
              <a:ln w="5420" cap="flat">
                <a:solidFill>
                  <a:srgbClr val="6D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g919">
                <a:extLst>
                  <a:ext uri="{FF2B5EF4-FFF2-40B4-BE49-F238E27FC236}">
                    <a16:creationId xmlns:a16="http://schemas.microsoft.com/office/drawing/2014/main" id="{6A7BE948-EB07-6FD0-F756-C765B7E2BBD5}"/>
                  </a:ext>
                </a:extLst>
              </p:cNvPr>
              <p:cNvSpPr/>
              <p:nvPr/>
            </p:nvSpPr>
            <p:spPr>
              <a:xfrm>
                <a:off x="552053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g920">
                <a:extLst>
                  <a:ext uri="{FF2B5EF4-FFF2-40B4-BE49-F238E27FC236}">
                    <a16:creationId xmlns:a16="http://schemas.microsoft.com/office/drawing/2014/main" id="{544712F8-F65F-59AD-E76D-1FD9635D3A87}"/>
                  </a:ext>
                </a:extLst>
              </p:cNvPr>
              <p:cNvSpPr/>
              <p:nvPr/>
            </p:nvSpPr>
            <p:spPr>
              <a:xfrm>
                <a:off x="553217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g921">
                <a:extLst>
                  <a:ext uri="{FF2B5EF4-FFF2-40B4-BE49-F238E27FC236}">
                    <a16:creationId xmlns:a16="http://schemas.microsoft.com/office/drawing/2014/main" id="{D8F826DC-465C-AF94-1699-16A3DE5CBF5A}"/>
                  </a:ext>
                </a:extLst>
              </p:cNvPr>
              <p:cNvSpPr/>
              <p:nvPr/>
            </p:nvSpPr>
            <p:spPr>
              <a:xfrm>
                <a:off x="554381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g922">
                <a:extLst>
                  <a:ext uri="{FF2B5EF4-FFF2-40B4-BE49-F238E27FC236}">
                    <a16:creationId xmlns:a16="http://schemas.microsoft.com/office/drawing/2014/main" id="{81BB4DDC-B724-E289-C27A-422389A8A92E}"/>
                  </a:ext>
                </a:extLst>
              </p:cNvPr>
              <p:cNvSpPr/>
              <p:nvPr/>
            </p:nvSpPr>
            <p:spPr>
              <a:xfrm>
                <a:off x="5555451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g923">
                <a:extLst>
                  <a:ext uri="{FF2B5EF4-FFF2-40B4-BE49-F238E27FC236}">
                    <a16:creationId xmlns:a16="http://schemas.microsoft.com/office/drawing/2014/main" id="{A26B2383-4735-2C8F-3646-C86C85FEAF52}"/>
                  </a:ext>
                </a:extLst>
              </p:cNvPr>
              <p:cNvSpPr/>
              <p:nvPr/>
            </p:nvSpPr>
            <p:spPr>
              <a:xfrm>
                <a:off x="556708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g924">
                <a:extLst>
                  <a:ext uri="{FF2B5EF4-FFF2-40B4-BE49-F238E27FC236}">
                    <a16:creationId xmlns:a16="http://schemas.microsoft.com/office/drawing/2014/main" id="{BBE6BCDE-F38D-11F2-4C51-78B304CFADDE}"/>
                  </a:ext>
                </a:extLst>
              </p:cNvPr>
              <p:cNvSpPr/>
              <p:nvPr/>
            </p:nvSpPr>
            <p:spPr>
              <a:xfrm>
                <a:off x="557872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g925">
                <a:extLst>
                  <a:ext uri="{FF2B5EF4-FFF2-40B4-BE49-F238E27FC236}">
                    <a16:creationId xmlns:a16="http://schemas.microsoft.com/office/drawing/2014/main" id="{C1A949DB-B016-4FAA-D74B-DD7418A9ABA2}"/>
                  </a:ext>
                </a:extLst>
              </p:cNvPr>
              <p:cNvSpPr/>
              <p:nvPr/>
            </p:nvSpPr>
            <p:spPr>
              <a:xfrm>
                <a:off x="559036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g926">
                <a:extLst>
                  <a:ext uri="{FF2B5EF4-FFF2-40B4-BE49-F238E27FC236}">
                    <a16:creationId xmlns:a16="http://schemas.microsoft.com/office/drawing/2014/main" id="{83786747-BF10-3F7D-906A-601DE25F5F33}"/>
                  </a:ext>
                </a:extLst>
              </p:cNvPr>
              <p:cNvSpPr/>
              <p:nvPr/>
            </p:nvSpPr>
            <p:spPr>
              <a:xfrm>
                <a:off x="560200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g927">
                <a:extLst>
                  <a:ext uri="{FF2B5EF4-FFF2-40B4-BE49-F238E27FC236}">
                    <a16:creationId xmlns:a16="http://schemas.microsoft.com/office/drawing/2014/main" id="{64A13649-C3B3-0C5A-A668-32AEB267D520}"/>
                  </a:ext>
                </a:extLst>
              </p:cNvPr>
              <p:cNvSpPr/>
              <p:nvPr/>
            </p:nvSpPr>
            <p:spPr>
              <a:xfrm>
                <a:off x="5613637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g928">
                <a:extLst>
                  <a:ext uri="{FF2B5EF4-FFF2-40B4-BE49-F238E27FC236}">
                    <a16:creationId xmlns:a16="http://schemas.microsoft.com/office/drawing/2014/main" id="{7FD433F3-05DD-B640-CE76-3764B3202383}"/>
                  </a:ext>
                </a:extLst>
              </p:cNvPr>
              <p:cNvSpPr/>
              <p:nvPr/>
            </p:nvSpPr>
            <p:spPr>
              <a:xfrm>
                <a:off x="562527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g929">
                <a:extLst>
                  <a:ext uri="{FF2B5EF4-FFF2-40B4-BE49-F238E27FC236}">
                    <a16:creationId xmlns:a16="http://schemas.microsoft.com/office/drawing/2014/main" id="{4C97E12F-BDDA-F2FA-FB99-1784D1931F66}"/>
                  </a:ext>
                </a:extLst>
              </p:cNvPr>
              <p:cNvSpPr/>
              <p:nvPr/>
            </p:nvSpPr>
            <p:spPr>
              <a:xfrm>
                <a:off x="5636912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g930">
                <a:extLst>
                  <a:ext uri="{FF2B5EF4-FFF2-40B4-BE49-F238E27FC236}">
                    <a16:creationId xmlns:a16="http://schemas.microsoft.com/office/drawing/2014/main" id="{08DC560C-5110-91B1-9EE5-D68E25A466BE}"/>
                  </a:ext>
                </a:extLst>
              </p:cNvPr>
              <p:cNvSpPr/>
              <p:nvPr/>
            </p:nvSpPr>
            <p:spPr>
              <a:xfrm>
                <a:off x="564854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g931">
                <a:extLst>
                  <a:ext uri="{FF2B5EF4-FFF2-40B4-BE49-F238E27FC236}">
                    <a16:creationId xmlns:a16="http://schemas.microsoft.com/office/drawing/2014/main" id="{5736B316-1994-E36A-972E-68890E4056DA}"/>
                  </a:ext>
                </a:extLst>
              </p:cNvPr>
              <p:cNvSpPr/>
              <p:nvPr/>
            </p:nvSpPr>
            <p:spPr>
              <a:xfrm>
                <a:off x="566018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g932">
                <a:extLst>
                  <a:ext uri="{FF2B5EF4-FFF2-40B4-BE49-F238E27FC236}">
                    <a16:creationId xmlns:a16="http://schemas.microsoft.com/office/drawing/2014/main" id="{E92930EE-D00F-4C24-7E0E-5B2C97077673}"/>
                  </a:ext>
                </a:extLst>
              </p:cNvPr>
              <p:cNvSpPr/>
              <p:nvPr/>
            </p:nvSpPr>
            <p:spPr>
              <a:xfrm>
                <a:off x="5671824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g933">
                <a:extLst>
                  <a:ext uri="{FF2B5EF4-FFF2-40B4-BE49-F238E27FC236}">
                    <a16:creationId xmlns:a16="http://schemas.microsoft.com/office/drawing/2014/main" id="{FCE41B8D-A835-51DC-5353-03E0D9327FE2}"/>
                  </a:ext>
                </a:extLst>
              </p:cNvPr>
              <p:cNvSpPr/>
              <p:nvPr/>
            </p:nvSpPr>
            <p:spPr>
              <a:xfrm>
                <a:off x="5683461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g934">
                <a:extLst>
                  <a:ext uri="{FF2B5EF4-FFF2-40B4-BE49-F238E27FC236}">
                    <a16:creationId xmlns:a16="http://schemas.microsoft.com/office/drawing/2014/main" id="{8974B5BC-8C12-F002-0763-9380A5A8746F}"/>
                  </a:ext>
                </a:extLst>
              </p:cNvPr>
              <p:cNvSpPr/>
              <p:nvPr/>
            </p:nvSpPr>
            <p:spPr>
              <a:xfrm>
                <a:off x="569509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g935">
                <a:extLst>
                  <a:ext uri="{FF2B5EF4-FFF2-40B4-BE49-F238E27FC236}">
                    <a16:creationId xmlns:a16="http://schemas.microsoft.com/office/drawing/2014/main" id="{6334F974-CACB-C3F3-8FFF-4869759FCDCC}"/>
                  </a:ext>
                </a:extLst>
              </p:cNvPr>
              <p:cNvSpPr/>
              <p:nvPr/>
            </p:nvSpPr>
            <p:spPr>
              <a:xfrm>
                <a:off x="570673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g936">
                <a:extLst>
                  <a:ext uri="{FF2B5EF4-FFF2-40B4-BE49-F238E27FC236}">
                    <a16:creationId xmlns:a16="http://schemas.microsoft.com/office/drawing/2014/main" id="{6F905DA5-6E5C-9454-15AD-7C01AA3F2FB5}"/>
                  </a:ext>
                </a:extLst>
              </p:cNvPr>
              <p:cNvSpPr/>
              <p:nvPr/>
            </p:nvSpPr>
            <p:spPr>
              <a:xfrm>
                <a:off x="571837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g937">
                <a:extLst>
                  <a:ext uri="{FF2B5EF4-FFF2-40B4-BE49-F238E27FC236}">
                    <a16:creationId xmlns:a16="http://schemas.microsoft.com/office/drawing/2014/main" id="{D6666C6E-1AE8-3D5E-ED11-28B2B7211834}"/>
                  </a:ext>
                </a:extLst>
              </p:cNvPr>
              <p:cNvSpPr/>
              <p:nvPr/>
            </p:nvSpPr>
            <p:spPr>
              <a:xfrm>
                <a:off x="573001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g938">
                <a:extLst>
                  <a:ext uri="{FF2B5EF4-FFF2-40B4-BE49-F238E27FC236}">
                    <a16:creationId xmlns:a16="http://schemas.microsoft.com/office/drawing/2014/main" id="{D13A4099-2D04-650F-CCBB-75152FDDFC6C}"/>
                  </a:ext>
                </a:extLst>
              </p:cNvPr>
              <p:cNvSpPr/>
              <p:nvPr/>
            </p:nvSpPr>
            <p:spPr>
              <a:xfrm>
                <a:off x="574164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g939">
                <a:extLst>
                  <a:ext uri="{FF2B5EF4-FFF2-40B4-BE49-F238E27FC236}">
                    <a16:creationId xmlns:a16="http://schemas.microsoft.com/office/drawing/2014/main" id="{0E699336-5AA7-42F4-8F2E-14ED1EA3B85E}"/>
                  </a:ext>
                </a:extLst>
              </p:cNvPr>
              <p:cNvSpPr/>
              <p:nvPr/>
            </p:nvSpPr>
            <p:spPr>
              <a:xfrm>
                <a:off x="575328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g940">
                <a:extLst>
                  <a:ext uri="{FF2B5EF4-FFF2-40B4-BE49-F238E27FC236}">
                    <a16:creationId xmlns:a16="http://schemas.microsoft.com/office/drawing/2014/main" id="{23D0487F-D9A6-150F-E3B9-29A1ACE10D47}"/>
                  </a:ext>
                </a:extLst>
              </p:cNvPr>
              <p:cNvSpPr/>
              <p:nvPr/>
            </p:nvSpPr>
            <p:spPr>
              <a:xfrm>
                <a:off x="5764922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g941">
                <a:extLst>
                  <a:ext uri="{FF2B5EF4-FFF2-40B4-BE49-F238E27FC236}">
                    <a16:creationId xmlns:a16="http://schemas.microsoft.com/office/drawing/2014/main" id="{8534EEF8-8BFB-34F5-B9A2-DE3C91E8229F}"/>
                  </a:ext>
                </a:extLst>
              </p:cNvPr>
              <p:cNvSpPr/>
              <p:nvPr/>
            </p:nvSpPr>
            <p:spPr>
              <a:xfrm>
                <a:off x="577656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g942">
                <a:extLst>
                  <a:ext uri="{FF2B5EF4-FFF2-40B4-BE49-F238E27FC236}">
                    <a16:creationId xmlns:a16="http://schemas.microsoft.com/office/drawing/2014/main" id="{368B50C5-944E-8AFE-A86A-A37B5FC20393}"/>
                  </a:ext>
                </a:extLst>
              </p:cNvPr>
              <p:cNvSpPr/>
              <p:nvPr/>
            </p:nvSpPr>
            <p:spPr>
              <a:xfrm>
                <a:off x="5788197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g943">
                <a:extLst>
                  <a:ext uri="{FF2B5EF4-FFF2-40B4-BE49-F238E27FC236}">
                    <a16:creationId xmlns:a16="http://schemas.microsoft.com/office/drawing/2014/main" id="{26E82201-EF2C-F5C6-409E-8C8F644194F8}"/>
                  </a:ext>
                </a:extLst>
              </p:cNvPr>
              <p:cNvSpPr/>
              <p:nvPr/>
            </p:nvSpPr>
            <p:spPr>
              <a:xfrm>
                <a:off x="5799834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g944">
                <a:extLst>
                  <a:ext uri="{FF2B5EF4-FFF2-40B4-BE49-F238E27FC236}">
                    <a16:creationId xmlns:a16="http://schemas.microsoft.com/office/drawing/2014/main" id="{5364BE79-62D7-850E-C744-420671B53E71}"/>
                  </a:ext>
                </a:extLst>
              </p:cNvPr>
              <p:cNvSpPr/>
              <p:nvPr/>
            </p:nvSpPr>
            <p:spPr>
              <a:xfrm>
                <a:off x="534597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g945">
                <a:extLst>
                  <a:ext uri="{FF2B5EF4-FFF2-40B4-BE49-F238E27FC236}">
                    <a16:creationId xmlns:a16="http://schemas.microsoft.com/office/drawing/2014/main" id="{8DEBC4CC-98FF-5473-12E1-F5ADC808EE3F}"/>
                  </a:ext>
                </a:extLst>
              </p:cNvPr>
              <p:cNvSpPr/>
              <p:nvPr/>
            </p:nvSpPr>
            <p:spPr>
              <a:xfrm>
                <a:off x="535761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g946">
                <a:extLst>
                  <a:ext uri="{FF2B5EF4-FFF2-40B4-BE49-F238E27FC236}">
                    <a16:creationId xmlns:a16="http://schemas.microsoft.com/office/drawing/2014/main" id="{909FE677-1850-BB20-FC94-318C881CB799}"/>
                  </a:ext>
                </a:extLst>
              </p:cNvPr>
              <p:cNvSpPr/>
              <p:nvPr/>
            </p:nvSpPr>
            <p:spPr>
              <a:xfrm>
                <a:off x="536925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g947">
                <a:extLst>
                  <a:ext uri="{FF2B5EF4-FFF2-40B4-BE49-F238E27FC236}">
                    <a16:creationId xmlns:a16="http://schemas.microsoft.com/office/drawing/2014/main" id="{6AE6A793-6848-B4B6-A256-57FCA3C4C6AD}"/>
                  </a:ext>
                </a:extLst>
              </p:cNvPr>
              <p:cNvSpPr/>
              <p:nvPr/>
            </p:nvSpPr>
            <p:spPr>
              <a:xfrm>
                <a:off x="543907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g948">
                <a:extLst>
                  <a:ext uri="{FF2B5EF4-FFF2-40B4-BE49-F238E27FC236}">
                    <a16:creationId xmlns:a16="http://schemas.microsoft.com/office/drawing/2014/main" id="{CCC42714-5118-0122-A85D-BE410C22D60C}"/>
                  </a:ext>
                </a:extLst>
              </p:cNvPr>
              <p:cNvSpPr/>
              <p:nvPr/>
            </p:nvSpPr>
            <p:spPr>
              <a:xfrm>
                <a:off x="545071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g949">
                <a:extLst>
                  <a:ext uri="{FF2B5EF4-FFF2-40B4-BE49-F238E27FC236}">
                    <a16:creationId xmlns:a16="http://schemas.microsoft.com/office/drawing/2014/main" id="{D8919802-959A-1D4F-2245-EE6526FA66D0}"/>
                  </a:ext>
                </a:extLst>
              </p:cNvPr>
              <p:cNvSpPr/>
              <p:nvPr/>
            </p:nvSpPr>
            <p:spPr>
              <a:xfrm>
                <a:off x="546235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g950">
                <a:extLst>
                  <a:ext uri="{FF2B5EF4-FFF2-40B4-BE49-F238E27FC236}">
                    <a16:creationId xmlns:a16="http://schemas.microsoft.com/office/drawing/2014/main" id="{942ACFEC-E3BC-4D9B-F00B-3026AEEE8829}"/>
                  </a:ext>
                </a:extLst>
              </p:cNvPr>
              <p:cNvSpPr/>
              <p:nvPr/>
            </p:nvSpPr>
            <p:spPr>
              <a:xfrm>
                <a:off x="547398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g951">
                <a:extLst>
                  <a:ext uri="{FF2B5EF4-FFF2-40B4-BE49-F238E27FC236}">
                    <a16:creationId xmlns:a16="http://schemas.microsoft.com/office/drawing/2014/main" id="{565F436D-CA6F-DBC0-AA0F-476B789728DC}"/>
                  </a:ext>
                </a:extLst>
              </p:cNvPr>
              <p:cNvSpPr/>
              <p:nvPr/>
            </p:nvSpPr>
            <p:spPr>
              <a:xfrm>
                <a:off x="548562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g952">
                <a:extLst>
                  <a:ext uri="{FF2B5EF4-FFF2-40B4-BE49-F238E27FC236}">
                    <a16:creationId xmlns:a16="http://schemas.microsoft.com/office/drawing/2014/main" id="{E91EB1B1-77B8-FBEB-78F9-5393C9F8E1A8}"/>
                  </a:ext>
                </a:extLst>
              </p:cNvPr>
              <p:cNvSpPr/>
              <p:nvPr/>
            </p:nvSpPr>
            <p:spPr>
              <a:xfrm>
                <a:off x="5497264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g953">
                <a:extLst>
                  <a:ext uri="{FF2B5EF4-FFF2-40B4-BE49-F238E27FC236}">
                    <a16:creationId xmlns:a16="http://schemas.microsoft.com/office/drawing/2014/main" id="{511206E9-99C0-372D-8496-408E7DFF0EC5}"/>
                  </a:ext>
                </a:extLst>
              </p:cNvPr>
              <p:cNvSpPr/>
              <p:nvPr/>
            </p:nvSpPr>
            <p:spPr>
              <a:xfrm>
                <a:off x="550890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g954">
                <a:extLst>
                  <a:ext uri="{FF2B5EF4-FFF2-40B4-BE49-F238E27FC236}">
                    <a16:creationId xmlns:a16="http://schemas.microsoft.com/office/drawing/2014/main" id="{813B9CF5-D04C-0B0C-A207-7865FE6B15AF}"/>
                  </a:ext>
                </a:extLst>
              </p:cNvPr>
              <p:cNvSpPr/>
              <p:nvPr/>
            </p:nvSpPr>
            <p:spPr>
              <a:xfrm>
                <a:off x="552053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g955">
                <a:extLst>
                  <a:ext uri="{FF2B5EF4-FFF2-40B4-BE49-F238E27FC236}">
                    <a16:creationId xmlns:a16="http://schemas.microsoft.com/office/drawing/2014/main" id="{FE84EB20-B2FB-16EF-F9B5-87AB96523552}"/>
                  </a:ext>
                </a:extLst>
              </p:cNvPr>
              <p:cNvSpPr/>
              <p:nvPr/>
            </p:nvSpPr>
            <p:spPr>
              <a:xfrm>
                <a:off x="553217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g956">
                <a:extLst>
                  <a:ext uri="{FF2B5EF4-FFF2-40B4-BE49-F238E27FC236}">
                    <a16:creationId xmlns:a16="http://schemas.microsoft.com/office/drawing/2014/main" id="{CE455016-6CE5-C166-0AF6-012A23074BAC}"/>
                  </a:ext>
                </a:extLst>
              </p:cNvPr>
              <p:cNvSpPr/>
              <p:nvPr/>
            </p:nvSpPr>
            <p:spPr>
              <a:xfrm>
                <a:off x="554381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g957">
                <a:extLst>
                  <a:ext uri="{FF2B5EF4-FFF2-40B4-BE49-F238E27FC236}">
                    <a16:creationId xmlns:a16="http://schemas.microsoft.com/office/drawing/2014/main" id="{544B962B-4850-AB02-D83F-84AF47F0EFA4}"/>
                  </a:ext>
                </a:extLst>
              </p:cNvPr>
              <p:cNvSpPr/>
              <p:nvPr/>
            </p:nvSpPr>
            <p:spPr>
              <a:xfrm>
                <a:off x="555545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g958">
                <a:extLst>
                  <a:ext uri="{FF2B5EF4-FFF2-40B4-BE49-F238E27FC236}">
                    <a16:creationId xmlns:a16="http://schemas.microsoft.com/office/drawing/2014/main" id="{13E5DB14-1521-A6D8-7039-B99D998C21F9}"/>
                  </a:ext>
                </a:extLst>
              </p:cNvPr>
              <p:cNvSpPr/>
              <p:nvPr/>
            </p:nvSpPr>
            <p:spPr>
              <a:xfrm>
                <a:off x="556708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g959">
                <a:extLst>
                  <a:ext uri="{FF2B5EF4-FFF2-40B4-BE49-F238E27FC236}">
                    <a16:creationId xmlns:a16="http://schemas.microsoft.com/office/drawing/2014/main" id="{0C08CEA3-8916-E358-D60F-72C8B235CD22}"/>
                  </a:ext>
                </a:extLst>
              </p:cNvPr>
              <p:cNvSpPr/>
              <p:nvPr/>
            </p:nvSpPr>
            <p:spPr>
              <a:xfrm>
                <a:off x="557872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g960">
                <a:extLst>
                  <a:ext uri="{FF2B5EF4-FFF2-40B4-BE49-F238E27FC236}">
                    <a16:creationId xmlns:a16="http://schemas.microsoft.com/office/drawing/2014/main" id="{41DE98A7-613F-D558-403C-48A48B7E012E}"/>
                  </a:ext>
                </a:extLst>
              </p:cNvPr>
              <p:cNvSpPr/>
              <p:nvPr/>
            </p:nvSpPr>
            <p:spPr>
              <a:xfrm>
                <a:off x="559036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g961">
                <a:extLst>
                  <a:ext uri="{FF2B5EF4-FFF2-40B4-BE49-F238E27FC236}">
                    <a16:creationId xmlns:a16="http://schemas.microsoft.com/office/drawing/2014/main" id="{9C2BFECC-211B-FCA7-B78A-F145E4EF33F7}"/>
                  </a:ext>
                </a:extLst>
              </p:cNvPr>
              <p:cNvSpPr/>
              <p:nvPr/>
            </p:nvSpPr>
            <p:spPr>
              <a:xfrm>
                <a:off x="5602000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g962">
                <a:extLst>
                  <a:ext uri="{FF2B5EF4-FFF2-40B4-BE49-F238E27FC236}">
                    <a16:creationId xmlns:a16="http://schemas.microsoft.com/office/drawing/2014/main" id="{923350DA-2196-C398-A267-BFAEF4CC3F3C}"/>
                  </a:ext>
                </a:extLst>
              </p:cNvPr>
              <p:cNvSpPr/>
              <p:nvPr/>
            </p:nvSpPr>
            <p:spPr>
              <a:xfrm>
                <a:off x="561363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g963">
                <a:extLst>
                  <a:ext uri="{FF2B5EF4-FFF2-40B4-BE49-F238E27FC236}">
                    <a16:creationId xmlns:a16="http://schemas.microsoft.com/office/drawing/2014/main" id="{97D6FA5C-D3D8-5319-DF0D-B4657876BF7D}"/>
                  </a:ext>
                </a:extLst>
              </p:cNvPr>
              <p:cNvSpPr/>
              <p:nvPr/>
            </p:nvSpPr>
            <p:spPr>
              <a:xfrm>
                <a:off x="562527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g964">
                <a:extLst>
                  <a:ext uri="{FF2B5EF4-FFF2-40B4-BE49-F238E27FC236}">
                    <a16:creationId xmlns:a16="http://schemas.microsoft.com/office/drawing/2014/main" id="{777BADFD-DDD4-936C-C1A9-027C9364D87F}"/>
                  </a:ext>
                </a:extLst>
              </p:cNvPr>
              <p:cNvSpPr/>
              <p:nvPr/>
            </p:nvSpPr>
            <p:spPr>
              <a:xfrm>
                <a:off x="563691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g965">
                <a:extLst>
                  <a:ext uri="{FF2B5EF4-FFF2-40B4-BE49-F238E27FC236}">
                    <a16:creationId xmlns:a16="http://schemas.microsoft.com/office/drawing/2014/main" id="{6803521F-55C1-4DB9-6F79-39B09C348952}"/>
                  </a:ext>
                </a:extLst>
              </p:cNvPr>
              <p:cNvSpPr/>
              <p:nvPr/>
            </p:nvSpPr>
            <p:spPr>
              <a:xfrm>
                <a:off x="564854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g966">
                <a:extLst>
                  <a:ext uri="{FF2B5EF4-FFF2-40B4-BE49-F238E27FC236}">
                    <a16:creationId xmlns:a16="http://schemas.microsoft.com/office/drawing/2014/main" id="{3FE1ABB3-5AB7-2C0A-A716-72CC674BC7C9}"/>
                  </a:ext>
                </a:extLst>
              </p:cNvPr>
              <p:cNvSpPr/>
              <p:nvPr/>
            </p:nvSpPr>
            <p:spPr>
              <a:xfrm>
                <a:off x="566018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g967">
                <a:extLst>
                  <a:ext uri="{FF2B5EF4-FFF2-40B4-BE49-F238E27FC236}">
                    <a16:creationId xmlns:a16="http://schemas.microsoft.com/office/drawing/2014/main" id="{2EAFC47D-87C1-A93D-A7A7-C67B0D70A66A}"/>
                  </a:ext>
                </a:extLst>
              </p:cNvPr>
              <p:cNvSpPr/>
              <p:nvPr/>
            </p:nvSpPr>
            <p:spPr>
              <a:xfrm>
                <a:off x="5671824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g968">
                <a:extLst>
                  <a:ext uri="{FF2B5EF4-FFF2-40B4-BE49-F238E27FC236}">
                    <a16:creationId xmlns:a16="http://schemas.microsoft.com/office/drawing/2014/main" id="{07961C22-59A3-02D7-D04B-A785F797AABB}"/>
                  </a:ext>
                </a:extLst>
              </p:cNvPr>
              <p:cNvSpPr/>
              <p:nvPr/>
            </p:nvSpPr>
            <p:spPr>
              <a:xfrm>
                <a:off x="568346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g969">
                <a:extLst>
                  <a:ext uri="{FF2B5EF4-FFF2-40B4-BE49-F238E27FC236}">
                    <a16:creationId xmlns:a16="http://schemas.microsoft.com/office/drawing/2014/main" id="{951C51A2-F51C-8E8F-C98E-C56253CBFA38}"/>
                  </a:ext>
                </a:extLst>
              </p:cNvPr>
              <p:cNvSpPr/>
              <p:nvPr/>
            </p:nvSpPr>
            <p:spPr>
              <a:xfrm>
                <a:off x="569509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g970">
                <a:extLst>
                  <a:ext uri="{FF2B5EF4-FFF2-40B4-BE49-F238E27FC236}">
                    <a16:creationId xmlns:a16="http://schemas.microsoft.com/office/drawing/2014/main" id="{CB597456-632F-88D3-F57B-BF09FBCB86E0}"/>
                  </a:ext>
                </a:extLst>
              </p:cNvPr>
              <p:cNvSpPr/>
              <p:nvPr/>
            </p:nvSpPr>
            <p:spPr>
              <a:xfrm>
                <a:off x="570673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g971">
                <a:extLst>
                  <a:ext uri="{FF2B5EF4-FFF2-40B4-BE49-F238E27FC236}">
                    <a16:creationId xmlns:a16="http://schemas.microsoft.com/office/drawing/2014/main" id="{547EFC33-BA6B-0AE8-BC84-27B70E98C73C}"/>
                  </a:ext>
                </a:extLst>
              </p:cNvPr>
              <p:cNvSpPr/>
              <p:nvPr/>
            </p:nvSpPr>
            <p:spPr>
              <a:xfrm>
                <a:off x="571837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g972">
                <a:extLst>
                  <a:ext uri="{FF2B5EF4-FFF2-40B4-BE49-F238E27FC236}">
                    <a16:creationId xmlns:a16="http://schemas.microsoft.com/office/drawing/2014/main" id="{F698B5BA-FC1B-2C35-0CE9-3E422ED127AB}"/>
                  </a:ext>
                </a:extLst>
              </p:cNvPr>
              <p:cNvSpPr/>
              <p:nvPr/>
            </p:nvSpPr>
            <p:spPr>
              <a:xfrm>
                <a:off x="5730010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g973">
                <a:extLst>
                  <a:ext uri="{FF2B5EF4-FFF2-40B4-BE49-F238E27FC236}">
                    <a16:creationId xmlns:a16="http://schemas.microsoft.com/office/drawing/2014/main" id="{9D1392F8-4FB2-EFC8-3549-5872CD35C2CD}"/>
                  </a:ext>
                </a:extLst>
              </p:cNvPr>
              <p:cNvSpPr/>
              <p:nvPr/>
            </p:nvSpPr>
            <p:spPr>
              <a:xfrm>
                <a:off x="574164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g974">
                <a:extLst>
                  <a:ext uri="{FF2B5EF4-FFF2-40B4-BE49-F238E27FC236}">
                    <a16:creationId xmlns:a16="http://schemas.microsoft.com/office/drawing/2014/main" id="{E873466A-6365-B01B-9530-E82CFAEFD343}"/>
                  </a:ext>
                </a:extLst>
              </p:cNvPr>
              <p:cNvSpPr/>
              <p:nvPr/>
            </p:nvSpPr>
            <p:spPr>
              <a:xfrm>
                <a:off x="575328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g975">
                <a:extLst>
                  <a:ext uri="{FF2B5EF4-FFF2-40B4-BE49-F238E27FC236}">
                    <a16:creationId xmlns:a16="http://schemas.microsoft.com/office/drawing/2014/main" id="{00C3D204-65E1-DCCC-9F08-54BC8F67FC16}"/>
                  </a:ext>
                </a:extLst>
              </p:cNvPr>
              <p:cNvSpPr/>
              <p:nvPr/>
            </p:nvSpPr>
            <p:spPr>
              <a:xfrm>
                <a:off x="576492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g976">
                <a:extLst>
                  <a:ext uri="{FF2B5EF4-FFF2-40B4-BE49-F238E27FC236}">
                    <a16:creationId xmlns:a16="http://schemas.microsoft.com/office/drawing/2014/main" id="{CA471E67-99D8-EA50-73A7-5AE08B71E7AB}"/>
                  </a:ext>
                </a:extLst>
              </p:cNvPr>
              <p:cNvSpPr/>
              <p:nvPr/>
            </p:nvSpPr>
            <p:spPr>
              <a:xfrm>
                <a:off x="533434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g977">
                <a:extLst>
                  <a:ext uri="{FF2B5EF4-FFF2-40B4-BE49-F238E27FC236}">
                    <a16:creationId xmlns:a16="http://schemas.microsoft.com/office/drawing/2014/main" id="{BD9CD344-8005-AC4D-69E1-0CD183BAC6F1}"/>
                  </a:ext>
                </a:extLst>
              </p:cNvPr>
              <p:cNvSpPr/>
              <p:nvPr/>
            </p:nvSpPr>
            <p:spPr>
              <a:xfrm>
                <a:off x="534597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g978">
                <a:extLst>
                  <a:ext uri="{FF2B5EF4-FFF2-40B4-BE49-F238E27FC236}">
                    <a16:creationId xmlns:a16="http://schemas.microsoft.com/office/drawing/2014/main" id="{648394C8-64F6-DFC9-B1C8-28226BD6B228}"/>
                  </a:ext>
                </a:extLst>
              </p:cNvPr>
              <p:cNvSpPr/>
              <p:nvPr/>
            </p:nvSpPr>
            <p:spPr>
              <a:xfrm>
                <a:off x="535761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g979">
                <a:extLst>
                  <a:ext uri="{FF2B5EF4-FFF2-40B4-BE49-F238E27FC236}">
                    <a16:creationId xmlns:a16="http://schemas.microsoft.com/office/drawing/2014/main" id="{7E4F1D61-0122-3E81-B805-4C03CE769F4B}"/>
                  </a:ext>
                </a:extLst>
              </p:cNvPr>
              <p:cNvSpPr/>
              <p:nvPr/>
            </p:nvSpPr>
            <p:spPr>
              <a:xfrm>
                <a:off x="536925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g980">
                <a:extLst>
                  <a:ext uri="{FF2B5EF4-FFF2-40B4-BE49-F238E27FC236}">
                    <a16:creationId xmlns:a16="http://schemas.microsoft.com/office/drawing/2014/main" id="{ADF7DA7A-2866-C95A-0B30-38EC91B4371A}"/>
                  </a:ext>
                </a:extLst>
              </p:cNvPr>
              <p:cNvSpPr/>
              <p:nvPr/>
            </p:nvSpPr>
            <p:spPr>
              <a:xfrm>
                <a:off x="538089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g981">
                <a:extLst>
                  <a:ext uri="{FF2B5EF4-FFF2-40B4-BE49-F238E27FC236}">
                    <a16:creationId xmlns:a16="http://schemas.microsoft.com/office/drawing/2014/main" id="{1BB43AA0-F83A-0B2E-C789-E75F44C25FBD}"/>
                  </a:ext>
                </a:extLst>
              </p:cNvPr>
              <p:cNvSpPr/>
              <p:nvPr/>
            </p:nvSpPr>
            <p:spPr>
              <a:xfrm>
                <a:off x="541580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g982">
                <a:extLst>
                  <a:ext uri="{FF2B5EF4-FFF2-40B4-BE49-F238E27FC236}">
                    <a16:creationId xmlns:a16="http://schemas.microsoft.com/office/drawing/2014/main" id="{E691F09D-134C-2BFF-6EEE-1E46F3D7896E}"/>
                  </a:ext>
                </a:extLst>
              </p:cNvPr>
              <p:cNvSpPr/>
              <p:nvPr/>
            </p:nvSpPr>
            <p:spPr>
              <a:xfrm>
                <a:off x="5427440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g983">
                <a:extLst>
                  <a:ext uri="{FF2B5EF4-FFF2-40B4-BE49-F238E27FC236}">
                    <a16:creationId xmlns:a16="http://schemas.microsoft.com/office/drawing/2014/main" id="{0A35C38A-8480-C5B8-1A0B-FA1D3B689910}"/>
                  </a:ext>
                </a:extLst>
              </p:cNvPr>
              <p:cNvSpPr/>
              <p:nvPr/>
            </p:nvSpPr>
            <p:spPr>
              <a:xfrm>
                <a:off x="543907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g984">
                <a:extLst>
                  <a:ext uri="{FF2B5EF4-FFF2-40B4-BE49-F238E27FC236}">
                    <a16:creationId xmlns:a16="http://schemas.microsoft.com/office/drawing/2014/main" id="{729F296B-ED2A-3BD4-6077-2616AB97DC2E}"/>
                  </a:ext>
                </a:extLst>
              </p:cNvPr>
              <p:cNvSpPr/>
              <p:nvPr/>
            </p:nvSpPr>
            <p:spPr>
              <a:xfrm>
                <a:off x="545071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g985">
                <a:extLst>
                  <a:ext uri="{FF2B5EF4-FFF2-40B4-BE49-F238E27FC236}">
                    <a16:creationId xmlns:a16="http://schemas.microsoft.com/office/drawing/2014/main" id="{BBAAE97C-6E0E-84D8-4543-91E396986D70}"/>
                  </a:ext>
                </a:extLst>
              </p:cNvPr>
              <p:cNvSpPr/>
              <p:nvPr/>
            </p:nvSpPr>
            <p:spPr>
              <a:xfrm>
                <a:off x="5462352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g986">
                <a:extLst>
                  <a:ext uri="{FF2B5EF4-FFF2-40B4-BE49-F238E27FC236}">
                    <a16:creationId xmlns:a16="http://schemas.microsoft.com/office/drawing/2014/main" id="{6366ED30-309E-48E0-5E6C-0DF542098A8B}"/>
                  </a:ext>
                </a:extLst>
              </p:cNvPr>
              <p:cNvSpPr/>
              <p:nvPr/>
            </p:nvSpPr>
            <p:spPr>
              <a:xfrm>
                <a:off x="547398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g987">
                <a:extLst>
                  <a:ext uri="{FF2B5EF4-FFF2-40B4-BE49-F238E27FC236}">
                    <a16:creationId xmlns:a16="http://schemas.microsoft.com/office/drawing/2014/main" id="{3154B5C3-342D-B1CA-FF65-7916EC607E9F}"/>
                  </a:ext>
                </a:extLst>
              </p:cNvPr>
              <p:cNvSpPr/>
              <p:nvPr/>
            </p:nvSpPr>
            <p:spPr>
              <a:xfrm>
                <a:off x="548562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g988">
                <a:extLst>
                  <a:ext uri="{FF2B5EF4-FFF2-40B4-BE49-F238E27FC236}">
                    <a16:creationId xmlns:a16="http://schemas.microsoft.com/office/drawing/2014/main" id="{62C16685-5755-4BFE-BFA3-704E0760E3CA}"/>
                  </a:ext>
                </a:extLst>
              </p:cNvPr>
              <p:cNvSpPr/>
              <p:nvPr/>
            </p:nvSpPr>
            <p:spPr>
              <a:xfrm>
                <a:off x="5497264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g989">
                <a:extLst>
                  <a:ext uri="{FF2B5EF4-FFF2-40B4-BE49-F238E27FC236}">
                    <a16:creationId xmlns:a16="http://schemas.microsoft.com/office/drawing/2014/main" id="{9C3E1B06-A117-0F67-4A17-43BD739D40E8}"/>
                  </a:ext>
                </a:extLst>
              </p:cNvPr>
              <p:cNvSpPr/>
              <p:nvPr/>
            </p:nvSpPr>
            <p:spPr>
              <a:xfrm>
                <a:off x="550890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g990">
                <a:extLst>
                  <a:ext uri="{FF2B5EF4-FFF2-40B4-BE49-F238E27FC236}">
                    <a16:creationId xmlns:a16="http://schemas.microsoft.com/office/drawing/2014/main" id="{64CD4ABC-E42E-B6C5-E796-BF95A0C9CC44}"/>
                  </a:ext>
                </a:extLst>
              </p:cNvPr>
              <p:cNvSpPr/>
              <p:nvPr/>
            </p:nvSpPr>
            <p:spPr>
              <a:xfrm>
                <a:off x="552053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g991">
                <a:extLst>
                  <a:ext uri="{FF2B5EF4-FFF2-40B4-BE49-F238E27FC236}">
                    <a16:creationId xmlns:a16="http://schemas.microsoft.com/office/drawing/2014/main" id="{D70780BD-AD69-38CF-B2E5-F1B42E592C11}"/>
                  </a:ext>
                </a:extLst>
              </p:cNvPr>
              <p:cNvSpPr/>
              <p:nvPr/>
            </p:nvSpPr>
            <p:spPr>
              <a:xfrm>
                <a:off x="553217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g992">
                <a:extLst>
                  <a:ext uri="{FF2B5EF4-FFF2-40B4-BE49-F238E27FC236}">
                    <a16:creationId xmlns:a16="http://schemas.microsoft.com/office/drawing/2014/main" id="{8244233F-7019-63D3-294D-49713253AA2F}"/>
                  </a:ext>
                </a:extLst>
              </p:cNvPr>
              <p:cNvSpPr/>
              <p:nvPr/>
            </p:nvSpPr>
            <p:spPr>
              <a:xfrm>
                <a:off x="554381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g993">
                <a:extLst>
                  <a:ext uri="{FF2B5EF4-FFF2-40B4-BE49-F238E27FC236}">
                    <a16:creationId xmlns:a16="http://schemas.microsoft.com/office/drawing/2014/main" id="{C6A14E2D-ED45-77FB-08E3-34BAC761E376}"/>
                  </a:ext>
                </a:extLst>
              </p:cNvPr>
              <p:cNvSpPr/>
              <p:nvPr/>
            </p:nvSpPr>
            <p:spPr>
              <a:xfrm>
                <a:off x="555545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g994">
                <a:extLst>
                  <a:ext uri="{FF2B5EF4-FFF2-40B4-BE49-F238E27FC236}">
                    <a16:creationId xmlns:a16="http://schemas.microsoft.com/office/drawing/2014/main" id="{CEE239B7-2DB6-64A3-94FC-344F17D68C44}"/>
                  </a:ext>
                </a:extLst>
              </p:cNvPr>
              <p:cNvSpPr/>
              <p:nvPr/>
            </p:nvSpPr>
            <p:spPr>
              <a:xfrm>
                <a:off x="5567088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g995">
                <a:extLst>
                  <a:ext uri="{FF2B5EF4-FFF2-40B4-BE49-F238E27FC236}">
                    <a16:creationId xmlns:a16="http://schemas.microsoft.com/office/drawing/2014/main" id="{0281AACF-EBBD-C982-030B-9C248EF7A11E}"/>
                  </a:ext>
                </a:extLst>
              </p:cNvPr>
              <p:cNvSpPr/>
              <p:nvPr/>
            </p:nvSpPr>
            <p:spPr>
              <a:xfrm>
                <a:off x="557872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g996">
                <a:extLst>
                  <a:ext uri="{FF2B5EF4-FFF2-40B4-BE49-F238E27FC236}">
                    <a16:creationId xmlns:a16="http://schemas.microsoft.com/office/drawing/2014/main" id="{85419009-CA77-7853-8961-9F6A892A652F}"/>
                  </a:ext>
                </a:extLst>
              </p:cNvPr>
              <p:cNvSpPr/>
              <p:nvPr/>
            </p:nvSpPr>
            <p:spPr>
              <a:xfrm>
                <a:off x="559036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g997">
                <a:extLst>
                  <a:ext uri="{FF2B5EF4-FFF2-40B4-BE49-F238E27FC236}">
                    <a16:creationId xmlns:a16="http://schemas.microsoft.com/office/drawing/2014/main" id="{A3C9D9F1-439A-89B0-92C7-69BA32086B0B}"/>
                  </a:ext>
                </a:extLst>
              </p:cNvPr>
              <p:cNvSpPr/>
              <p:nvPr/>
            </p:nvSpPr>
            <p:spPr>
              <a:xfrm>
                <a:off x="5602000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g998">
                <a:extLst>
                  <a:ext uri="{FF2B5EF4-FFF2-40B4-BE49-F238E27FC236}">
                    <a16:creationId xmlns:a16="http://schemas.microsoft.com/office/drawing/2014/main" id="{98A9D8D9-B273-4C38-7D55-33BCD406E7CA}"/>
                  </a:ext>
                </a:extLst>
              </p:cNvPr>
              <p:cNvSpPr/>
              <p:nvPr/>
            </p:nvSpPr>
            <p:spPr>
              <a:xfrm>
                <a:off x="561363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g999">
                <a:extLst>
                  <a:ext uri="{FF2B5EF4-FFF2-40B4-BE49-F238E27FC236}">
                    <a16:creationId xmlns:a16="http://schemas.microsoft.com/office/drawing/2014/main" id="{F09AC773-1AFB-EDB1-70AB-D8F679B7BAEF}"/>
                  </a:ext>
                </a:extLst>
              </p:cNvPr>
              <p:cNvSpPr/>
              <p:nvPr/>
            </p:nvSpPr>
            <p:spPr>
              <a:xfrm>
                <a:off x="562527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g1000">
                <a:extLst>
                  <a:ext uri="{FF2B5EF4-FFF2-40B4-BE49-F238E27FC236}">
                    <a16:creationId xmlns:a16="http://schemas.microsoft.com/office/drawing/2014/main" id="{8B827DC7-9385-A45C-7639-2A2FB855DA9C}"/>
                  </a:ext>
                </a:extLst>
              </p:cNvPr>
              <p:cNvSpPr/>
              <p:nvPr/>
            </p:nvSpPr>
            <p:spPr>
              <a:xfrm>
                <a:off x="5636912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g1001">
                <a:extLst>
                  <a:ext uri="{FF2B5EF4-FFF2-40B4-BE49-F238E27FC236}">
                    <a16:creationId xmlns:a16="http://schemas.microsoft.com/office/drawing/2014/main" id="{B0E4F515-812A-D096-492B-53361DC1C9D4}"/>
                  </a:ext>
                </a:extLst>
              </p:cNvPr>
              <p:cNvSpPr/>
              <p:nvPr/>
            </p:nvSpPr>
            <p:spPr>
              <a:xfrm>
                <a:off x="564854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g1002">
                <a:extLst>
                  <a:ext uri="{FF2B5EF4-FFF2-40B4-BE49-F238E27FC236}">
                    <a16:creationId xmlns:a16="http://schemas.microsoft.com/office/drawing/2014/main" id="{D82375DD-D1F3-2D8E-62E1-D8A6D51C76CF}"/>
                  </a:ext>
                </a:extLst>
              </p:cNvPr>
              <p:cNvSpPr/>
              <p:nvPr/>
            </p:nvSpPr>
            <p:spPr>
              <a:xfrm>
                <a:off x="566018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g1003">
                <a:extLst>
                  <a:ext uri="{FF2B5EF4-FFF2-40B4-BE49-F238E27FC236}">
                    <a16:creationId xmlns:a16="http://schemas.microsoft.com/office/drawing/2014/main" id="{A8340706-CF00-F466-446D-5BA4810BA370}"/>
                  </a:ext>
                </a:extLst>
              </p:cNvPr>
              <p:cNvSpPr/>
              <p:nvPr/>
            </p:nvSpPr>
            <p:spPr>
              <a:xfrm>
                <a:off x="5671824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g1004">
                <a:extLst>
                  <a:ext uri="{FF2B5EF4-FFF2-40B4-BE49-F238E27FC236}">
                    <a16:creationId xmlns:a16="http://schemas.microsoft.com/office/drawing/2014/main" id="{704A6BD7-E573-85F2-278A-E4F0E92872A3}"/>
                  </a:ext>
                </a:extLst>
              </p:cNvPr>
              <p:cNvSpPr/>
              <p:nvPr/>
            </p:nvSpPr>
            <p:spPr>
              <a:xfrm>
                <a:off x="568346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g1005">
                <a:extLst>
                  <a:ext uri="{FF2B5EF4-FFF2-40B4-BE49-F238E27FC236}">
                    <a16:creationId xmlns:a16="http://schemas.microsoft.com/office/drawing/2014/main" id="{47F98C6C-922B-1A51-1913-C6C2CA6FEC4B}"/>
                  </a:ext>
                </a:extLst>
              </p:cNvPr>
              <p:cNvSpPr/>
              <p:nvPr/>
            </p:nvSpPr>
            <p:spPr>
              <a:xfrm>
                <a:off x="570673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g1006">
                <a:extLst>
                  <a:ext uri="{FF2B5EF4-FFF2-40B4-BE49-F238E27FC236}">
                    <a16:creationId xmlns:a16="http://schemas.microsoft.com/office/drawing/2014/main" id="{BA279702-8F1A-F563-3BFC-8168C37D2DAE}"/>
                  </a:ext>
                </a:extLst>
              </p:cNvPr>
              <p:cNvSpPr/>
              <p:nvPr/>
            </p:nvSpPr>
            <p:spPr>
              <a:xfrm>
                <a:off x="571837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g1007">
                <a:extLst>
                  <a:ext uri="{FF2B5EF4-FFF2-40B4-BE49-F238E27FC236}">
                    <a16:creationId xmlns:a16="http://schemas.microsoft.com/office/drawing/2014/main" id="{1C93CBB9-3A1A-6955-1C89-F017E88AF02A}"/>
                  </a:ext>
                </a:extLst>
              </p:cNvPr>
              <p:cNvSpPr/>
              <p:nvPr/>
            </p:nvSpPr>
            <p:spPr>
              <a:xfrm>
                <a:off x="533434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g1008">
                <a:extLst>
                  <a:ext uri="{FF2B5EF4-FFF2-40B4-BE49-F238E27FC236}">
                    <a16:creationId xmlns:a16="http://schemas.microsoft.com/office/drawing/2014/main" id="{430F91F2-86CE-5DD5-5714-FF9F23B97694}"/>
                  </a:ext>
                </a:extLst>
              </p:cNvPr>
              <p:cNvSpPr/>
              <p:nvPr/>
            </p:nvSpPr>
            <p:spPr>
              <a:xfrm>
                <a:off x="534597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g1009">
                <a:extLst>
                  <a:ext uri="{FF2B5EF4-FFF2-40B4-BE49-F238E27FC236}">
                    <a16:creationId xmlns:a16="http://schemas.microsoft.com/office/drawing/2014/main" id="{EE35F9BB-33FD-14C4-DCB2-2F40880F52E9}"/>
                  </a:ext>
                </a:extLst>
              </p:cNvPr>
              <p:cNvSpPr/>
              <p:nvPr/>
            </p:nvSpPr>
            <p:spPr>
              <a:xfrm>
                <a:off x="5357616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g1010">
                <a:extLst>
                  <a:ext uri="{FF2B5EF4-FFF2-40B4-BE49-F238E27FC236}">
                    <a16:creationId xmlns:a16="http://schemas.microsoft.com/office/drawing/2014/main" id="{C1D546C9-38C7-FBB5-AB65-FA0D74DB3D1E}"/>
                  </a:ext>
                </a:extLst>
              </p:cNvPr>
              <p:cNvSpPr/>
              <p:nvPr/>
            </p:nvSpPr>
            <p:spPr>
              <a:xfrm>
                <a:off x="536925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g1011">
                <a:extLst>
                  <a:ext uri="{FF2B5EF4-FFF2-40B4-BE49-F238E27FC236}">
                    <a16:creationId xmlns:a16="http://schemas.microsoft.com/office/drawing/2014/main" id="{B745DDE1-53EA-69BC-46E3-094C8F07EBC2}"/>
                  </a:ext>
                </a:extLst>
              </p:cNvPr>
              <p:cNvSpPr/>
              <p:nvPr/>
            </p:nvSpPr>
            <p:spPr>
              <a:xfrm>
                <a:off x="538089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g1012">
                <a:extLst>
                  <a:ext uri="{FF2B5EF4-FFF2-40B4-BE49-F238E27FC236}">
                    <a16:creationId xmlns:a16="http://schemas.microsoft.com/office/drawing/2014/main" id="{9AAD1D2E-B2AD-C1B3-E19C-367AFB6643B3}"/>
                  </a:ext>
                </a:extLst>
              </p:cNvPr>
              <p:cNvSpPr/>
              <p:nvPr/>
            </p:nvSpPr>
            <p:spPr>
              <a:xfrm>
                <a:off x="5392528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g1013">
                <a:extLst>
                  <a:ext uri="{FF2B5EF4-FFF2-40B4-BE49-F238E27FC236}">
                    <a16:creationId xmlns:a16="http://schemas.microsoft.com/office/drawing/2014/main" id="{5B748FEC-CAEC-5D48-34F7-5763883AD867}"/>
                  </a:ext>
                </a:extLst>
              </p:cNvPr>
              <p:cNvSpPr/>
              <p:nvPr/>
            </p:nvSpPr>
            <p:spPr>
              <a:xfrm>
                <a:off x="540416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g1014">
                <a:extLst>
                  <a:ext uri="{FF2B5EF4-FFF2-40B4-BE49-F238E27FC236}">
                    <a16:creationId xmlns:a16="http://schemas.microsoft.com/office/drawing/2014/main" id="{CC43395F-C2F6-BA76-C080-14465CF2702D}"/>
                  </a:ext>
                </a:extLst>
              </p:cNvPr>
              <p:cNvSpPr/>
              <p:nvPr/>
            </p:nvSpPr>
            <p:spPr>
              <a:xfrm>
                <a:off x="541580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g1015">
                <a:extLst>
                  <a:ext uri="{FF2B5EF4-FFF2-40B4-BE49-F238E27FC236}">
                    <a16:creationId xmlns:a16="http://schemas.microsoft.com/office/drawing/2014/main" id="{762B59F0-6897-5B3D-DC13-DAA001F373BC}"/>
                  </a:ext>
                </a:extLst>
              </p:cNvPr>
              <p:cNvSpPr/>
              <p:nvPr/>
            </p:nvSpPr>
            <p:spPr>
              <a:xfrm>
                <a:off x="5427440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g1016">
                <a:extLst>
                  <a:ext uri="{FF2B5EF4-FFF2-40B4-BE49-F238E27FC236}">
                    <a16:creationId xmlns:a16="http://schemas.microsoft.com/office/drawing/2014/main" id="{58EE7E7A-AE4C-CA96-893D-041763908069}"/>
                  </a:ext>
                </a:extLst>
              </p:cNvPr>
              <p:cNvSpPr/>
              <p:nvPr/>
            </p:nvSpPr>
            <p:spPr>
              <a:xfrm>
                <a:off x="543907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g1017">
                <a:extLst>
                  <a:ext uri="{FF2B5EF4-FFF2-40B4-BE49-F238E27FC236}">
                    <a16:creationId xmlns:a16="http://schemas.microsoft.com/office/drawing/2014/main" id="{F22BFD55-48AE-4D6A-8CB8-AE7B1F461A29}"/>
                  </a:ext>
                </a:extLst>
              </p:cNvPr>
              <p:cNvSpPr/>
              <p:nvPr/>
            </p:nvSpPr>
            <p:spPr>
              <a:xfrm>
                <a:off x="545071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g1018">
                <a:extLst>
                  <a:ext uri="{FF2B5EF4-FFF2-40B4-BE49-F238E27FC236}">
                    <a16:creationId xmlns:a16="http://schemas.microsoft.com/office/drawing/2014/main" id="{CF3597A5-BF00-0E57-095E-192EFDC3757F}"/>
                  </a:ext>
                </a:extLst>
              </p:cNvPr>
              <p:cNvSpPr/>
              <p:nvPr/>
            </p:nvSpPr>
            <p:spPr>
              <a:xfrm>
                <a:off x="5462352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g1019">
                <a:extLst>
                  <a:ext uri="{FF2B5EF4-FFF2-40B4-BE49-F238E27FC236}">
                    <a16:creationId xmlns:a16="http://schemas.microsoft.com/office/drawing/2014/main" id="{270BF92B-A95B-1EDA-075B-CD2E3A9908C0}"/>
                  </a:ext>
                </a:extLst>
              </p:cNvPr>
              <p:cNvSpPr/>
              <p:nvPr/>
            </p:nvSpPr>
            <p:spPr>
              <a:xfrm>
                <a:off x="547398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g1020">
                <a:extLst>
                  <a:ext uri="{FF2B5EF4-FFF2-40B4-BE49-F238E27FC236}">
                    <a16:creationId xmlns:a16="http://schemas.microsoft.com/office/drawing/2014/main" id="{CF7E42E1-8774-8FDC-DE0B-406BF44A319E}"/>
                  </a:ext>
                </a:extLst>
              </p:cNvPr>
              <p:cNvSpPr/>
              <p:nvPr/>
            </p:nvSpPr>
            <p:spPr>
              <a:xfrm>
                <a:off x="548562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g1021">
                <a:extLst>
                  <a:ext uri="{FF2B5EF4-FFF2-40B4-BE49-F238E27FC236}">
                    <a16:creationId xmlns:a16="http://schemas.microsoft.com/office/drawing/2014/main" id="{9C944899-347C-5529-7182-DF06798520AA}"/>
                  </a:ext>
                </a:extLst>
              </p:cNvPr>
              <p:cNvSpPr/>
              <p:nvPr/>
            </p:nvSpPr>
            <p:spPr>
              <a:xfrm>
                <a:off x="5497264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g1022">
                <a:extLst>
                  <a:ext uri="{FF2B5EF4-FFF2-40B4-BE49-F238E27FC236}">
                    <a16:creationId xmlns:a16="http://schemas.microsoft.com/office/drawing/2014/main" id="{C8B2CC4D-816B-6590-B023-993881F5577A}"/>
                  </a:ext>
                </a:extLst>
              </p:cNvPr>
              <p:cNvSpPr/>
              <p:nvPr/>
            </p:nvSpPr>
            <p:spPr>
              <a:xfrm>
                <a:off x="550890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g1023">
                <a:extLst>
                  <a:ext uri="{FF2B5EF4-FFF2-40B4-BE49-F238E27FC236}">
                    <a16:creationId xmlns:a16="http://schemas.microsoft.com/office/drawing/2014/main" id="{DDC35277-8794-8FA3-0F84-3097613DE9A6}"/>
                  </a:ext>
                </a:extLst>
              </p:cNvPr>
              <p:cNvSpPr/>
              <p:nvPr/>
            </p:nvSpPr>
            <p:spPr>
              <a:xfrm>
                <a:off x="552053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g1024">
                <a:extLst>
                  <a:ext uri="{FF2B5EF4-FFF2-40B4-BE49-F238E27FC236}">
                    <a16:creationId xmlns:a16="http://schemas.microsoft.com/office/drawing/2014/main" id="{8756270E-5344-4E96-F980-F8D726E73D28}"/>
                  </a:ext>
                </a:extLst>
              </p:cNvPr>
              <p:cNvSpPr/>
              <p:nvPr/>
            </p:nvSpPr>
            <p:spPr>
              <a:xfrm>
                <a:off x="5532176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g1025">
                <a:extLst>
                  <a:ext uri="{FF2B5EF4-FFF2-40B4-BE49-F238E27FC236}">
                    <a16:creationId xmlns:a16="http://schemas.microsoft.com/office/drawing/2014/main" id="{560844D0-EB00-074E-4015-E123873DAEC5}"/>
                  </a:ext>
                </a:extLst>
              </p:cNvPr>
              <p:cNvSpPr/>
              <p:nvPr/>
            </p:nvSpPr>
            <p:spPr>
              <a:xfrm>
                <a:off x="554381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g1026">
                <a:extLst>
                  <a:ext uri="{FF2B5EF4-FFF2-40B4-BE49-F238E27FC236}">
                    <a16:creationId xmlns:a16="http://schemas.microsoft.com/office/drawing/2014/main" id="{BCD04A1C-9097-75E9-7EAA-8099E352F7AB}"/>
                  </a:ext>
                </a:extLst>
              </p:cNvPr>
              <p:cNvSpPr/>
              <p:nvPr/>
            </p:nvSpPr>
            <p:spPr>
              <a:xfrm>
                <a:off x="555545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AAA">
                  <a:alpha val="100000"/>
                </a:srgbClr>
              </a:solidFill>
              <a:ln w="5420" cap="flat">
                <a:solidFill>
                  <a:srgbClr val="47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g1027">
                <a:extLst>
                  <a:ext uri="{FF2B5EF4-FFF2-40B4-BE49-F238E27FC236}">
                    <a16:creationId xmlns:a16="http://schemas.microsoft.com/office/drawing/2014/main" id="{82172E33-0C80-C367-C5B6-1A75E2E5D11D}"/>
                  </a:ext>
                </a:extLst>
              </p:cNvPr>
              <p:cNvSpPr/>
              <p:nvPr/>
            </p:nvSpPr>
            <p:spPr>
              <a:xfrm>
                <a:off x="5567088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g1028">
                <a:extLst>
                  <a:ext uri="{FF2B5EF4-FFF2-40B4-BE49-F238E27FC236}">
                    <a16:creationId xmlns:a16="http://schemas.microsoft.com/office/drawing/2014/main" id="{44B59E95-BA95-A015-CC4A-64D1F5C42D40}"/>
                  </a:ext>
                </a:extLst>
              </p:cNvPr>
              <p:cNvSpPr/>
              <p:nvPr/>
            </p:nvSpPr>
            <p:spPr>
              <a:xfrm>
                <a:off x="557872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g1029">
                <a:extLst>
                  <a:ext uri="{FF2B5EF4-FFF2-40B4-BE49-F238E27FC236}">
                    <a16:creationId xmlns:a16="http://schemas.microsoft.com/office/drawing/2014/main" id="{E8D59E65-CDD7-71DD-C364-4E8110ED3F96}"/>
                  </a:ext>
                </a:extLst>
              </p:cNvPr>
              <p:cNvSpPr/>
              <p:nvPr/>
            </p:nvSpPr>
            <p:spPr>
              <a:xfrm>
                <a:off x="559036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g1030">
                <a:extLst>
                  <a:ext uri="{FF2B5EF4-FFF2-40B4-BE49-F238E27FC236}">
                    <a16:creationId xmlns:a16="http://schemas.microsoft.com/office/drawing/2014/main" id="{938D8B35-9C33-D9BB-25C2-666F018F3C86}"/>
                  </a:ext>
                </a:extLst>
              </p:cNvPr>
              <p:cNvSpPr/>
              <p:nvPr/>
            </p:nvSpPr>
            <p:spPr>
              <a:xfrm>
                <a:off x="5602000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g1031">
                <a:extLst>
                  <a:ext uri="{FF2B5EF4-FFF2-40B4-BE49-F238E27FC236}">
                    <a16:creationId xmlns:a16="http://schemas.microsoft.com/office/drawing/2014/main" id="{03525653-740C-871A-BFD7-C9CF82B7B2CC}"/>
                  </a:ext>
                </a:extLst>
              </p:cNvPr>
              <p:cNvSpPr/>
              <p:nvPr/>
            </p:nvSpPr>
            <p:spPr>
              <a:xfrm>
                <a:off x="561363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6">
                  <a:alpha val="100000"/>
                </a:srgbClr>
              </a:solidFill>
              <a:ln w="5420" cap="flat">
                <a:solidFill>
                  <a:srgbClr val="3986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g1032">
                <a:extLst>
                  <a:ext uri="{FF2B5EF4-FFF2-40B4-BE49-F238E27FC236}">
                    <a16:creationId xmlns:a16="http://schemas.microsoft.com/office/drawing/2014/main" id="{E7AA56E5-DB72-4FF1-5FC1-0862358957E9}"/>
                  </a:ext>
                </a:extLst>
              </p:cNvPr>
              <p:cNvSpPr/>
              <p:nvPr/>
            </p:nvSpPr>
            <p:spPr>
              <a:xfrm>
                <a:off x="562527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g1033">
                <a:extLst>
                  <a:ext uri="{FF2B5EF4-FFF2-40B4-BE49-F238E27FC236}">
                    <a16:creationId xmlns:a16="http://schemas.microsoft.com/office/drawing/2014/main" id="{54DBFDCA-D66A-0D22-9A26-C74B0C84CD30}"/>
                  </a:ext>
                </a:extLst>
              </p:cNvPr>
              <p:cNvSpPr/>
              <p:nvPr/>
            </p:nvSpPr>
            <p:spPr>
              <a:xfrm>
                <a:off x="5636912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g1034">
                <a:extLst>
                  <a:ext uri="{FF2B5EF4-FFF2-40B4-BE49-F238E27FC236}">
                    <a16:creationId xmlns:a16="http://schemas.microsoft.com/office/drawing/2014/main" id="{1847875A-1A05-988F-694C-E6FF1B20CF6A}"/>
                  </a:ext>
                </a:extLst>
              </p:cNvPr>
              <p:cNvSpPr/>
              <p:nvPr/>
            </p:nvSpPr>
            <p:spPr>
              <a:xfrm>
                <a:off x="534597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g1035">
                <a:extLst>
                  <a:ext uri="{FF2B5EF4-FFF2-40B4-BE49-F238E27FC236}">
                    <a16:creationId xmlns:a16="http://schemas.microsoft.com/office/drawing/2014/main" id="{181B2FF2-0D6D-5449-9427-7DEAEE3AB4AB}"/>
                  </a:ext>
                </a:extLst>
              </p:cNvPr>
              <p:cNvSpPr/>
              <p:nvPr/>
            </p:nvSpPr>
            <p:spPr>
              <a:xfrm>
                <a:off x="5357616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g1036">
                <a:extLst>
                  <a:ext uri="{FF2B5EF4-FFF2-40B4-BE49-F238E27FC236}">
                    <a16:creationId xmlns:a16="http://schemas.microsoft.com/office/drawing/2014/main" id="{840941C8-A3E7-680B-8A94-A3BDCD5CBA56}"/>
                  </a:ext>
                </a:extLst>
              </p:cNvPr>
              <p:cNvSpPr/>
              <p:nvPr/>
            </p:nvSpPr>
            <p:spPr>
              <a:xfrm>
                <a:off x="536925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g1037">
                <a:extLst>
                  <a:ext uri="{FF2B5EF4-FFF2-40B4-BE49-F238E27FC236}">
                    <a16:creationId xmlns:a16="http://schemas.microsoft.com/office/drawing/2014/main" id="{B7A3B3BA-0C89-7C2F-23F1-6D3C86266057}"/>
                  </a:ext>
                </a:extLst>
              </p:cNvPr>
              <p:cNvSpPr/>
              <p:nvPr/>
            </p:nvSpPr>
            <p:spPr>
              <a:xfrm>
                <a:off x="538089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g1038">
                <a:extLst>
                  <a:ext uri="{FF2B5EF4-FFF2-40B4-BE49-F238E27FC236}">
                    <a16:creationId xmlns:a16="http://schemas.microsoft.com/office/drawing/2014/main" id="{4D3784B2-7DD7-6C79-95AB-CEEF7C7793FE}"/>
                  </a:ext>
                </a:extLst>
              </p:cNvPr>
              <p:cNvSpPr/>
              <p:nvPr/>
            </p:nvSpPr>
            <p:spPr>
              <a:xfrm>
                <a:off x="5392528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g1039">
                <a:extLst>
                  <a:ext uri="{FF2B5EF4-FFF2-40B4-BE49-F238E27FC236}">
                    <a16:creationId xmlns:a16="http://schemas.microsoft.com/office/drawing/2014/main" id="{D6FD4F76-DEAE-871A-048F-6B54A53EB388}"/>
                  </a:ext>
                </a:extLst>
              </p:cNvPr>
              <p:cNvSpPr/>
              <p:nvPr/>
            </p:nvSpPr>
            <p:spPr>
              <a:xfrm>
                <a:off x="5404165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g1040">
                <a:extLst>
                  <a:ext uri="{FF2B5EF4-FFF2-40B4-BE49-F238E27FC236}">
                    <a16:creationId xmlns:a16="http://schemas.microsoft.com/office/drawing/2014/main" id="{14D6E2FA-EE8E-0F15-BA7B-1209A243D12F}"/>
                  </a:ext>
                </a:extLst>
              </p:cNvPr>
              <p:cNvSpPr/>
              <p:nvPr/>
            </p:nvSpPr>
            <p:spPr>
              <a:xfrm>
                <a:off x="541580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g1041">
                <a:extLst>
                  <a:ext uri="{FF2B5EF4-FFF2-40B4-BE49-F238E27FC236}">
                    <a16:creationId xmlns:a16="http://schemas.microsoft.com/office/drawing/2014/main" id="{1622BF66-DB5B-B647-6802-C4F46D0D09DA}"/>
                  </a:ext>
                </a:extLst>
              </p:cNvPr>
              <p:cNvSpPr/>
              <p:nvPr/>
            </p:nvSpPr>
            <p:spPr>
              <a:xfrm>
                <a:off x="5427440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g1042">
                <a:extLst>
                  <a:ext uri="{FF2B5EF4-FFF2-40B4-BE49-F238E27FC236}">
                    <a16:creationId xmlns:a16="http://schemas.microsoft.com/office/drawing/2014/main" id="{D395A39E-5C31-0708-0625-E598BFEE956A}"/>
                  </a:ext>
                </a:extLst>
              </p:cNvPr>
              <p:cNvSpPr/>
              <p:nvPr/>
            </p:nvSpPr>
            <p:spPr>
              <a:xfrm>
                <a:off x="5439077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g1043">
                <a:extLst>
                  <a:ext uri="{FF2B5EF4-FFF2-40B4-BE49-F238E27FC236}">
                    <a16:creationId xmlns:a16="http://schemas.microsoft.com/office/drawing/2014/main" id="{086CBACC-E40C-C87A-82A3-89A46F4D23B1}"/>
                  </a:ext>
                </a:extLst>
              </p:cNvPr>
              <p:cNvSpPr/>
              <p:nvPr/>
            </p:nvSpPr>
            <p:spPr>
              <a:xfrm>
                <a:off x="5450715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g1044">
                <a:extLst>
                  <a:ext uri="{FF2B5EF4-FFF2-40B4-BE49-F238E27FC236}">
                    <a16:creationId xmlns:a16="http://schemas.microsoft.com/office/drawing/2014/main" id="{983AD72D-812D-7795-F147-D154988BCC41}"/>
                  </a:ext>
                </a:extLst>
              </p:cNvPr>
              <p:cNvSpPr/>
              <p:nvPr/>
            </p:nvSpPr>
            <p:spPr>
              <a:xfrm>
                <a:off x="5462352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g1045">
                <a:extLst>
                  <a:ext uri="{FF2B5EF4-FFF2-40B4-BE49-F238E27FC236}">
                    <a16:creationId xmlns:a16="http://schemas.microsoft.com/office/drawing/2014/main" id="{0FF4EA47-786C-80E5-2039-0283CCC96439}"/>
                  </a:ext>
                </a:extLst>
              </p:cNvPr>
              <p:cNvSpPr/>
              <p:nvPr/>
            </p:nvSpPr>
            <p:spPr>
              <a:xfrm>
                <a:off x="547398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g1046">
                <a:extLst>
                  <a:ext uri="{FF2B5EF4-FFF2-40B4-BE49-F238E27FC236}">
                    <a16:creationId xmlns:a16="http://schemas.microsoft.com/office/drawing/2014/main" id="{CEF607CF-C5FF-BD20-E3AA-8935069FF226}"/>
                  </a:ext>
                </a:extLst>
              </p:cNvPr>
              <p:cNvSpPr/>
              <p:nvPr/>
            </p:nvSpPr>
            <p:spPr>
              <a:xfrm>
                <a:off x="5485627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g1047">
                <a:extLst>
                  <a:ext uri="{FF2B5EF4-FFF2-40B4-BE49-F238E27FC236}">
                    <a16:creationId xmlns:a16="http://schemas.microsoft.com/office/drawing/2014/main" id="{2BA0883C-8B4E-BABB-26EF-0EE8659CC4C0}"/>
                  </a:ext>
                </a:extLst>
              </p:cNvPr>
              <p:cNvSpPr/>
              <p:nvPr/>
            </p:nvSpPr>
            <p:spPr>
              <a:xfrm>
                <a:off x="5497264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g1048">
                <a:extLst>
                  <a:ext uri="{FF2B5EF4-FFF2-40B4-BE49-F238E27FC236}">
                    <a16:creationId xmlns:a16="http://schemas.microsoft.com/office/drawing/2014/main" id="{C3D99514-5439-FF3B-1D60-806A6F61AFD1}"/>
                  </a:ext>
                </a:extLst>
              </p:cNvPr>
              <p:cNvSpPr/>
              <p:nvPr/>
            </p:nvSpPr>
            <p:spPr>
              <a:xfrm>
                <a:off x="550890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g1049">
                <a:extLst>
                  <a:ext uri="{FF2B5EF4-FFF2-40B4-BE49-F238E27FC236}">
                    <a16:creationId xmlns:a16="http://schemas.microsoft.com/office/drawing/2014/main" id="{A81AFFB8-8C2F-8797-8644-4BB18EF71C04}"/>
                  </a:ext>
                </a:extLst>
              </p:cNvPr>
              <p:cNvSpPr/>
              <p:nvPr/>
            </p:nvSpPr>
            <p:spPr>
              <a:xfrm>
                <a:off x="552053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g1050">
                <a:extLst>
                  <a:ext uri="{FF2B5EF4-FFF2-40B4-BE49-F238E27FC236}">
                    <a16:creationId xmlns:a16="http://schemas.microsoft.com/office/drawing/2014/main" id="{FB7E593F-3DCF-FF99-B846-2A74EE280B61}"/>
                  </a:ext>
                </a:extLst>
              </p:cNvPr>
              <p:cNvSpPr/>
              <p:nvPr/>
            </p:nvSpPr>
            <p:spPr>
              <a:xfrm>
                <a:off x="5532176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g1051">
                <a:extLst>
                  <a:ext uri="{FF2B5EF4-FFF2-40B4-BE49-F238E27FC236}">
                    <a16:creationId xmlns:a16="http://schemas.microsoft.com/office/drawing/2014/main" id="{0560306F-EA97-AD17-0814-CB219F979038}"/>
                  </a:ext>
                </a:extLst>
              </p:cNvPr>
              <p:cNvSpPr/>
              <p:nvPr/>
            </p:nvSpPr>
            <p:spPr>
              <a:xfrm>
                <a:off x="554381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g1052">
                <a:extLst>
                  <a:ext uri="{FF2B5EF4-FFF2-40B4-BE49-F238E27FC236}">
                    <a16:creationId xmlns:a16="http://schemas.microsoft.com/office/drawing/2014/main" id="{BDE59093-C403-B78B-BBB3-FDE3FAE40DF3}"/>
                  </a:ext>
                </a:extLst>
              </p:cNvPr>
              <p:cNvSpPr/>
              <p:nvPr/>
            </p:nvSpPr>
            <p:spPr>
              <a:xfrm>
                <a:off x="555545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g1053">
                <a:extLst>
                  <a:ext uri="{FF2B5EF4-FFF2-40B4-BE49-F238E27FC236}">
                    <a16:creationId xmlns:a16="http://schemas.microsoft.com/office/drawing/2014/main" id="{E1481FE2-8563-654B-7E38-E7FA995F869B}"/>
                  </a:ext>
                </a:extLst>
              </p:cNvPr>
              <p:cNvSpPr/>
              <p:nvPr/>
            </p:nvSpPr>
            <p:spPr>
              <a:xfrm>
                <a:off x="5567088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g1054">
                <a:extLst>
                  <a:ext uri="{FF2B5EF4-FFF2-40B4-BE49-F238E27FC236}">
                    <a16:creationId xmlns:a16="http://schemas.microsoft.com/office/drawing/2014/main" id="{92925133-D9A5-10FC-1096-E4620A8AF19B}"/>
                  </a:ext>
                </a:extLst>
              </p:cNvPr>
              <p:cNvSpPr/>
              <p:nvPr/>
            </p:nvSpPr>
            <p:spPr>
              <a:xfrm>
                <a:off x="559036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g1055">
                <a:extLst>
                  <a:ext uri="{FF2B5EF4-FFF2-40B4-BE49-F238E27FC236}">
                    <a16:creationId xmlns:a16="http://schemas.microsoft.com/office/drawing/2014/main" id="{7AC5830F-B6CB-DAB0-B9F8-885DB7FA389F}"/>
                  </a:ext>
                </a:extLst>
              </p:cNvPr>
              <p:cNvSpPr/>
              <p:nvPr/>
            </p:nvSpPr>
            <p:spPr>
              <a:xfrm>
                <a:off x="5345979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2B1">
                  <a:alpha val="100000"/>
                </a:srgbClr>
              </a:solidFill>
              <a:ln w="5420" cap="flat">
                <a:solidFill>
                  <a:srgbClr val="6D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g1056">
                <a:extLst>
                  <a:ext uri="{FF2B5EF4-FFF2-40B4-BE49-F238E27FC236}">
                    <a16:creationId xmlns:a16="http://schemas.microsoft.com/office/drawing/2014/main" id="{B84DED8D-62FA-25F4-A7A2-99769515BF50}"/>
                  </a:ext>
                </a:extLst>
              </p:cNvPr>
              <p:cNvSpPr/>
              <p:nvPr/>
            </p:nvSpPr>
            <p:spPr>
              <a:xfrm>
                <a:off x="5357616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g1057">
                <a:extLst>
                  <a:ext uri="{FF2B5EF4-FFF2-40B4-BE49-F238E27FC236}">
                    <a16:creationId xmlns:a16="http://schemas.microsoft.com/office/drawing/2014/main" id="{E8B45F1D-AA73-13EB-E2E4-C2C055CF92F2}"/>
                  </a:ext>
                </a:extLst>
              </p:cNvPr>
              <p:cNvSpPr/>
              <p:nvPr/>
            </p:nvSpPr>
            <p:spPr>
              <a:xfrm>
                <a:off x="5369253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g1058">
                <a:extLst>
                  <a:ext uri="{FF2B5EF4-FFF2-40B4-BE49-F238E27FC236}">
                    <a16:creationId xmlns:a16="http://schemas.microsoft.com/office/drawing/2014/main" id="{E785C91B-6920-CA72-D7B3-E54D1EB524B3}"/>
                  </a:ext>
                </a:extLst>
              </p:cNvPr>
              <p:cNvSpPr/>
              <p:nvPr/>
            </p:nvSpPr>
            <p:spPr>
              <a:xfrm>
                <a:off x="5380891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g1059">
                <a:extLst>
                  <a:ext uri="{FF2B5EF4-FFF2-40B4-BE49-F238E27FC236}">
                    <a16:creationId xmlns:a16="http://schemas.microsoft.com/office/drawing/2014/main" id="{33156213-2493-135F-7176-D194352BC868}"/>
                  </a:ext>
                </a:extLst>
              </p:cNvPr>
              <p:cNvSpPr/>
              <p:nvPr/>
            </p:nvSpPr>
            <p:spPr>
              <a:xfrm>
                <a:off x="5392528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g1060">
                <a:extLst>
                  <a:ext uri="{FF2B5EF4-FFF2-40B4-BE49-F238E27FC236}">
                    <a16:creationId xmlns:a16="http://schemas.microsoft.com/office/drawing/2014/main" id="{9700710B-AE42-08B6-8879-35B736FB6D61}"/>
                  </a:ext>
                </a:extLst>
              </p:cNvPr>
              <p:cNvSpPr/>
              <p:nvPr/>
            </p:nvSpPr>
            <p:spPr>
              <a:xfrm>
                <a:off x="5404165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g1061">
                <a:extLst>
                  <a:ext uri="{FF2B5EF4-FFF2-40B4-BE49-F238E27FC236}">
                    <a16:creationId xmlns:a16="http://schemas.microsoft.com/office/drawing/2014/main" id="{857ABB1D-7F73-CFBB-7FFD-B6CDCCBC92C0}"/>
                  </a:ext>
                </a:extLst>
              </p:cNvPr>
              <p:cNvSpPr/>
              <p:nvPr/>
            </p:nvSpPr>
            <p:spPr>
              <a:xfrm>
                <a:off x="5415803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g1062">
                <a:extLst>
                  <a:ext uri="{FF2B5EF4-FFF2-40B4-BE49-F238E27FC236}">
                    <a16:creationId xmlns:a16="http://schemas.microsoft.com/office/drawing/2014/main" id="{7924DA51-C897-4C84-F7CA-1F320AAD71BB}"/>
                  </a:ext>
                </a:extLst>
              </p:cNvPr>
              <p:cNvSpPr/>
              <p:nvPr/>
            </p:nvSpPr>
            <p:spPr>
              <a:xfrm>
                <a:off x="5427440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DC0">
                  <a:alpha val="100000"/>
                </a:srgbClr>
              </a:solidFill>
              <a:ln w="5420" cap="flat">
                <a:solidFill>
                  <a:srgbClr val="92DD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g1063">
                <a:extLst>
                  <a:ext uri="{FF2B5EF4-FFF2-40B4-BE49-F238E27FC236}">
                    <a16:creationId xmlns:a16="http://schemas.microsoft.com/office/drawing/2014/main" id="{8F0BAB7E-BCBC-BA7B-1C88-F734A2659CAC}"/>
                  </a:ext>
                </a:extLst>
              </p:cNvPr>
              <p:cNvSpPr/>
              <p:nvPr/>
            </p:nvSpPr>
            <p:spPr>
              <a:xfrm>
                <a:off x="5439077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g1064">
                <a:extLst>
                  <a:ext uri="{FF2B5EF4-FFF2-40B4-BE49-F238E27FC236}">
                    <a16:creationId xmlns:a16="http://schemas.microsoft.com/office/drawing/2014/main" id="{4FE658C3-BF34-0507-25D8-89A56AD7526D}"/>
                  </a:ext>
                </a:extLst>
              </p:cNvPr>
              <p:cNvSpPr/>
              <p:nvPr/>
            </p:nvSpPr>
            <p:spPr>
              <a:xfrm>
                <a:off x="5450715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g1065">
                <a:extLst>
                  <a:ext uri="{FF2B5EF4-FFF2-40B4-BE49-F238E27FC236}">
                    <a16:creationId xmlns:a16="http://schemas.microsoft.com/office/drawing/2014/main" id="{9224D916-DC4A-EB84-300A-53A4B7AE50D9}"/>
                  </a:ext>
                </a:extLst>
              </p:cNvPr>
              <p:cNvSpPr/>
              <p:nvPr/>
            </p:nvSpPr>
            <p:spPr>
              <a:xfrm>
                <a:off x="5462352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g1066">
                <a:extLst>
                  <a:ext uri="{FF2B5EF4-FFF2-40B4-BE49-F238E27FC236}">
                    <a16:creationId xmlns:a16="http://schemas.microsoft.com/office/drawing/2014/main" id="{8379A830-9CD3-D377-7109-9EF8C02423EA}"/>
                  </a:ext>
                </a:extLst>
              </p:cNvPr>
              <p:cNvSpPr/>
              <p:nvPr/>
            </p:nvSpPr>
            <p:spPr>
              <a:xfrm>
                <a:off x="5334341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g1067">
                <a:extLst>
                  <a:ext uri="{FF2B5EF4-FFF2-40B4-BE49-F238E27FC236}">
                    <a16:creationId xmlns:a16="http://schemas.microsoft.com/office/drawing/2014/main" id="{227F8CF9-8192-D3AE-4533-56826146E10D}"/>
                  </a:ext>
                </a:extLst>
              </p:cNvPr>
              <p:cNvSpPr/>
              <p:nvPr/>
            </p:nvSpPr>
            <p:spPr>
              <a:xfrm>
                <a:off x="5345979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g1068">
                <a:extLst>
                  <a:ext uri="{FF2B5EF4-FFF2-40B4-BE49-F238E27FC236}">
                    <a16:creationId xmlns:a16="http://schemas.microsoft.com/office/drawing/2014/main" id="{C2BD27B1-1B8B-93A9-2B3A-D4FB67618E08}"/>
                  </a:ext>
                </a:extLst>
              </p:cNvPr>
              <p:cNvSpPr/>
              <p:nvPr/>
            </p:nvSpPr>
            <p:spPr>
              <a:xfrm>
                <a:off x="5357616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g1069">
                <a:extLst>
                  <a:ext uri="{FF2B5EF4-FFF2-40B4-BE49-F238E27FC236}">
                    <a16:creationId xmlns:a16="http://schemas.microsoft.com/office/drawing/2014/main" id="{8279886C-B3D6-595E-1573-93EE8F303425}"/>
                  </a:ext>
                </a:extLst>
              </p:cNvPr>
              <p:cNvSpPr/>
              <p:nvPr/>
            </p:nvSpPr>
            <p:spPr>
              <a:xfrm>
                <a:off x="5369253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g1070">
                <a:extLst>
                  <a:ext uri="{FF2B5EF4-FFF2-40B4-BE49-F238E27FC236}">
                    <a16:creationId xmlns:a16="http://schemas.microsoft.com/office/drawing/2014/main" id="{A28C41D7-4412-FA40-39A7-B72E30214460}"/>
                  </a:ext>
                </a:extLst>
              </p:cNvPr>
              <p:cNvSpPr/>
              <p:nvPr/>
            </p:nvSpPr>
            <p:spPr>
              <a:xfrm>
                <a:off x="5380891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g1071">
                <a:extLst>
                  <a:ext uri="{FF2B5EF4-FFF2-40B4-BE49-F238E27FC236}">
                    <a16:creationId xmlns:a16="http://schemas.microsoft.com/office/drawing/2014/main" id="{CB437B65-D22C-F648-E847-B691984D92D5}"/>
                  </a:ext>
                </a:extLst>
              </p:cNvPr>
              <p:cNvSpPr/>
              <p:nvPr/>
            </p:nvSpPr>
            <p:spPr>
              <a:xfrm>
                <a:off x="5392528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g1072">
                <a:extLst>
                  <a:ext uri="{FF2B5EF4-FFF2-40B4-BE49-F238E27FC236}">
                    <a16:creationId xmlns:a16="http://schemas.microsoft.com/office/drawing/2014/main" id="{E6C3A993-1B7E-5894-E452-8CB05EE820A6}"/>
                  </a:ext>
                </a:extLst>
              </p:cNvPr>
              <p:cNvSpPr/>
              <p:nvPr/>
            </p:nvSpPr>
            <p:spPr>
              <a:xfrm>
                <a:off x="5404165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g1073">
                <a:extLst>
                  <a:ext uri="{FF2B5EF4-FFF2-40B4-BE49-F238E27FC236}">
                    <a16:creationId xmlns:a16="http://schemas.microsoft.com/office/drawing/2014/main" id="{E777A01C-0A65-7A88-DEDA-7CF505D27CE3}"/>
                  </a:ext>
                </a:extLst>
              </p:cNvPr>
              <p:cNvSpPr/>
              <p:nvPr/>
            </p:nvSpPr>
            <p:spPr>
              <a:xfrm>
                <a:off x="5415803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g1074">
                <a:extLst>
                  <a:ext uri="{FF2B5EF4-FFF2-40B4-BE49-F238E27FC236}">
                    <a16:creationId xmlns:a16="http://schemas.microsoft.com/office/drawing/2014/main" id="{C3ACD43A-AD05-B5A5-81AC-21690AB5303B}"/>
                  </a:ext>
                </a:extLst>
              </p:cNvPr>
              <p:cNvSpPr/>
              <p:nvPr/>
            </p:nvSpPr>
            <p:spPr>
              <a:xfrm>
                <a:off x="5427440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g1075">
                <a:extLst>
                  <a:ext uri="{FF2B5EF4-FFF2-40B4-BE49-F238E27FC236}">
                    <a16:creationId xmlns:a16="http://schemas.microsoft.com/office/drawing/2014/main" id="{87581BEE-C896-6BAD-0E86-E94C3A2EDF99}"/>
                  </a:ext>
                </a:extLst>
              </p:cNvPr>
              <p:cNvSpPr/>
              <p:nvPr/>
            </p:nvSpPr>
            <p:spPr>
              <a:xfrm>
                <a:off x="5322704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g1076">
                <a:extLst>
                  <a:ext uri="{FF2B5EF4-FFF2-40B4-BE49-F238E27FC236}">
                    <a16:creationId xmlns:a16="http://schemas.microsoft.com/office/drawing/2014/main" id="{99A0E0CA-CA44-F423-F9CF-6F211C447BF1}"/>
                  </a:ext>
                </a:extLst>
              </p:cNvPr>
              <p:cNvSpPr/>
              <p:nvPr/>
            </p:nvSpPr>
            <p:spPr>
              <a:xfrm>
                <a:off x="5334341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g1077">
                <a:extLst>
                  <a:ext uri="{FF2B5EF4-FFF2-40B4-BE49-F238E27FC236}">
                    <a16:creationId xmlns:a16="http://schemas.microsoft.com/office/drawing/2014/main" id="{87A5DC1C-3D04-9AA5-8050-3F806A5F165E}"/>
                  </a:ext>
                </a:extLst>
              </p:cNvPr>
              <p:cNvSpPr/>
              <p:nvPr/>
            </p:nvSpPr>
            <p:spPr>
              <a:xfrm>
                <a:off x="5345979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g1078">
                <a:extLst>
                  <a:ext uri="{FF2B5EF4-FFF2-40B4-BE49-F238E27FC236}">
                    <a16:creationId xmlns:a16="http://schemas.microsoft.com/office/drawing/2014/main" id="{28C5DC9B-6EFC-17B2-8439-B9166DF5B631}"/>
                  </a:ext>
                </a:extLst>
              </p:cNvPr>
              <p:cNvSpPr/>
              <p:nvPr/>
            </p:nvSpPr>
            <p:spPr>
              <a:xfrm>
                <a:off x="5357616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g1079">
                <a:extLst>
                  <a:ext uri="{FF2B5EF4-FFF2-40B4-BE49-F238E27FC236}">
                    <a16:creationId xmlns:a16="http://schemas.microsoft.com/office/drawing/2014/main" id="{E89EF04E-609A-5935-A0EC-0B48FCB9B040}"/>
                  </a:ext>
                </a:extLst>
              </p:cNvPr>
              <p:cNvSpPr/>
              <p:nvPr/>
            </p:nvSpPr>
            <p:spPr>
              <a:xfrm>
                <a:off x="5369253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g1080">
                <a:extLst>
                  <a:ext uri="{FF2B5EF4-FFF2-40B4-BE49-F238E27FC236}">
                    <a16:creationId xmlns:a16="http://schemas.microsoft.com/office/drawing/2014/main" id="{F2400BC9-811D-33C8-AAF6-3B7F2170037F}"/>
                  </a:ext>
                </a:extLst>
              </p:cNvPr>
              <p:cNvSpPr/>
              <p:nvPr/>
            </p:nvSpPr>
            <p:spPr>
              <a:xfrm>
                <a:off x="5380891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4">
                  <a:alpha val="100000"/>
                </a:srgbClr>
              </a:solidFill>
              <a:ln w="5420" cap="flat">
                <a:solidFill>
                  <a:srgbClr val="77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g1081">
                <a:extLst>
                  <a:ext uri="{FF2B5EF4-FFF2-40B4-BE49-F238E27FC236}">
                    <a16:creationId xmlns:a16="http://schemas.microsoft.com/office/drawing/2014/main" id="{544FA35D-F190-AA63-569E-F0E3172EE669}"/>
                  </a:ext>
                </a:extLst>
              </p:cNvPr>
              <p:cNvSpPr/>
              <p:nvPr/>
            </p:nvSpPr>
            <p:spPr>
              <a:xfrm>
                <a:off x="5392528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g1082">
                <a:extLst>
                  <a:ext uri="{FF2B5EF4-FFF2-40B4-BE49-F238E27FC236}">
                    <a16:creationId xmlns:a16="http://schemas.microsoft.com/office/drawing/2014/main" id="{0CD3FB25-9849-AA16-54D0-ADDFFF917CAD}"/>
                  </a:ext>
                </a:extLst>
              </p:cNvPr>
              <p:cNvSpPr/>
              <p:nvPr/>
            </p:nvSpPr>
            <p:spPr>
              <a:xfrm>
                <a:off x="5404165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g1083">
                <a:extLst>
                  <a:ext uri="{FF2B5EF4-FFF2-40B4-BE49-F238E27FC236}">
                    <a16:creationId xmlns:a16="http://schemas.microsoft.com/office/drawing/2014/main" id="{24E11426-53CB-5D7D-159D-5A751C6136F4}"/>
                  </a:ext>
                </a:extLst>
              </p:cNvPr>
              <p:cNvSpPr/>
              <p:nvPr/>
            </p:nvSpPr>
            <p:spPr>
              <a:xfrm>
                <a:off x="5311067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g1084">
                <a:extLst>
                  <a:ext uri="{FF2B5EF4-FFF2-40B4-BE49-F238E27FC236}">
                    <a16:creationId xmlns:a16="http://schemas.microsoft.com/office/drawing/2014/main" id="{311440A7-34F8-2EC4-7D8A-9ECCD6BEFA7C}"/>
                  </a:ext>
                </a:extLst>
              </p:cNvPr>
              <p:cNvSpPr/>
              <p:nvPr/>
            </p:nvSpPr>
            <p:spPr>
              <a:xfrm>
                <a:off x="5322704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g1085">
                <a:extLst>
                  <a:ext uri="{FF2B5EF4-FFF2-40B4-BE49-F238E27FC236}">
                    <a16:creationId xmlns:a16="http://schemas.microsoft.com/office/drawing/2014/main" id="{DE6D7DAE-3BDC-E5F4-0251-C4F0B20553DF}"/>
                  </a:ext>
                </a:extLst>
              </p:cNvPr>
              <p:cNvSpPr/>
              <p:nvPr/>
            </p:nvSpPr>
            <p:spPr>
              <a:xfrm>
                <a:off x="5334341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g1086">
                <a:extLst>
                  <a:ext uri="{FF2B5EF4-FFF2-40B4-BE49-F238E27FC236}">
                    <a16:creationId xmlns:a16="http://schemas.microsoft.com/office/drawing/2014/main" id="{21340754-DDF7-CFEB-4B2D-C297BBADB34D}"/>
                  </a:ext>
                </a:extLst>
              </p:cNvPr>
              <p:cNvSpPr/>
              <p:nvPr/>
            </p:nvSpPr>
            <p:spPr>
              <a:xfrm>
                <a:off x="5345979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g1087">
                <a:extLst>
                  <a:ext uri="{FF2B5EF4-FFF2-40B4-BE49-F238E27FC236}">
                    <a16:creationId xmlns:a16="http://schemas.microsoft.com/office/drawing/2014/main" id="{9F115FB1-8F66-7060-9F21-E7DB79981442}"/>
                  </a:ext>
                </a:extLst>
              </p:cNvPr>
              <p:cNvSpPr/>
              <p:nvPr/>
            </p:nvSpPr>
            <p:spPr>
              <a:xfrm>
                <a:off x="5357616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g1088">
                <a:extLst>
                  <a:ext uri="{FF2B5EF4-FFF2-40B4-BE49-F238E27FC236}">
                    <a16:creationId xmlns:a16="http://schemas.microsoft.com/office/drawing/2014/main" id="{205BE21A-C5DB-D11C-4B0A-2C2D4498957B}"/>
                  </a:ext>
                </a:extLst>
              </p:cNvPr>
              <p:cNvSpPr/>
              <p:nvPr/>
            </p:nvSpPr>
            <p:spPr>
              <a:xfrm>
                <a:off x="5369253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g1089">
                <a:extLst>
                  <a:ext uri="{FF2B5EF4-FFF2-40B4-BE49-F238E27FC236}">
                    <a16:creationId xmlns:a16="http://schemas.microsoft.com/office/drawing/2014/main" id="{A10B318F-EBC8-4BF5-0474-506B6D3F5126}"/>
                  </a:ext>
                </a:extLst>
              </p:cNvPr>
              <p:cNvSpPr/>
              <p:nvPr/>
            </p:nvSpPr>
            <p:spPr>
              <a:xfrm>
                <a:off x="5380891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g1090">
                <a:extLst>
                  <a:ext uri="{FF2B5EF4-FFF2-40B4-BE49-F238E27FC236}">
                    <a16:creationId xmlns:a16="http://schemas.microsoft.com/office/drawing/2014/main" id="{7185ABCF-569B-3B6A-D646-9ED51E730793}"/>
                  </a:ext>
                </a:extLst>
              </p:cNvPr>
              <p:cNvSpPr/>
              <p:nvPr/>
            </p:nvSpPr>
            <p:spPr>
              <a:xfrm>
                <a:off x="5311067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g1091">
                <a:extLst>
                  <a:ext uri="{FF2B5EF4-FFF2-40B4-BE49-F238E27FC236}">
                    <a16:creationId xmlns:a16="http://schemas.microsoft.com/office/drawing/2014/main" id="{184A2849-54A0-D002-2D18-C43AD80FF94F}"/>
                  </a:ext>
                </a:extLst>
              </p:cNvPr>
              <p:cNvSpPr/>
              <p:nvPr/>
            </p:nvSpPr>
            <p:spPr>
              <a:xfrm>
                <a:off x="5322704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g1092">
                <a:extLst>
                  <a:ext uri="{FF2B5EF4-FFF2-40B4-BE49-F238E27FC236}">
                    <a16:creationId xmlns:a16="http://schemas.microsoft.com/office/drawing/2014/main" id="{E0ED20C9-4025-6823-DB05-1EE1AA26B0FE}"/>
                  </a:ext>
                </a:extLst>
              </p:cNvPr>
              <p:cNvSpPr/>
              <p:nvPr/>
            </p:nvSpPr>
            <p:spPr>
              <a:xfrm>
                <a:off x="5334341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g1093">
                <a:extLst>
                  <a:ext uri="{FF2B5EF4-FFF2-40B4-BE49-F238E27FC236}">
                    <a16:creationId xmlns:a16="http://schemas.microsoft.com/office/drawing/2014/main" id="{8609C489-8C84-C16F-331C-6C9DD29A57C8}"/>
                  </a:ext>
                </a:extLst>
              </p:cNvPr>
              <p:cNvSpPr/>
              <p:nvPr/>
            </p:nvSpPr>
            <p:spPr>
              <a:xfrm>
                <a:off x="5345979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g1094">
                <a:extLst>
                  <a:ext uri="{FF2B5EF4-FFF2-40B4-BE49-F238E27FC236}">
                    <a16:creationId xmlns:a16="http://schemas.microsoft.com/office/drawing/2014/main" id="{21C4D0BB-4579-28B8-9E0F-6C69C93DB0AB}"/>
                  </a:ext>
                </a:extLst>
              </p:cNvPr>
              <p:cNvSpPr/>
              <p:nvPr/>
            </p:nvSpPr>
            <p:spPr>
              <a:xfrm>
                <a:off x="5357616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g1095">
                <a:extLst>
                  <a:ext uri="{FF2B5EF4-FFF2-40B4-BE49-F238E27FC236}">
                    <a16:creationId xmlns:a16="http://schemas.microsoft.com/office/drawing/2014/main" id="{3B8D5C75-551E-AB91-95E4-DDBC4A56AE4A}"/>
                  </a:ext>
                </a:extLst>
              </p:cNvPr>
              <p:cNvSpPr/>
              <p:nvPr/>
            </p:nvSpPr>
            <p:spPr>
              <a:xfrm>
                <a:off x="5369253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g1096">
                <a:extLst>
                  <a:ext uri="{FF2B5EF4-FFF2-40B4-BE49-F238E27FC236}">
                    <a16:creationId xmlns:a16="http://schemas.microsoft.com/office/drawing/2014/main" id="{E4AF4DC7-CF05-68A8-041A-28BE1482BCF9}"/>
                  </a:ext>
                </a:extLst>
              </p:cNvPr>
              <p:cNvSpPr/>
              <p:nvPr/>
            </p:nvSpPr>
            <p:spPr>
              <a:xfrm>
                <a:off x="5380891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g1097">
                <a:extLst>
                  <a:ext uri="{FF2B5EF4-FFF2-40B4-BE49-F238E27FC236}">
                    <a16:creationId xmlns:a16="http://schemas.microsoft.com/office/drawing/2014/main" id="{92B12C5D-4C03-EFE9-43F7-6158545E0FDC}"/>
                  </a:ext>
                </a:extLst>
              </p:cNvPr>
              <p:cNvSpPr/>
              <p:nvPr/>
            </p:nvSpPr>
            <p:spPr>
              <a:xfrm>
                <a:off x="5311067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g1098">
                <a:extLst>
                  <a:ext uri="{FF2B5EF4-FFF2-40B4-BE49-F238E27FC236}">
                    <a16:creationId xmlns:a16="http://schemas.microsoft.com/office/drawing/2014/main" id="{34A88F66-EA1D-42A5-197B-8BCE69046946}"/>
                  </a:ext>
                </a:extLst>
              </p:cNvPr>
              <p:cNvSpPr/>
              <p:nvPr/>
            </p:nvSpPr>
            <p:spPr>
              <a:xfrm>
                <a:off x="5322704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g1099">
                <a:extLst>
                  <a:ext uri="{FF2B5EF4-FFF2-40B4-BE49-F238E27FC236}">
                    <a16:creationId xmlns:a16="http://schemas.microsoft.com/office/drawing/2014/main" id="{ED8D5799-0335-301B-D180-C3B123CC8128}"/>
                  </a:ext>
                </a:extLst>
              </p:cNvPr>
              <p:cNvSpPr/>
              <p:nvPr/>
            </p:nvSpPr>
            <p:spPr>
              <a:xfrm>
                <a:off x="5334341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g1100">
                <a:extLst>
                  <a:ext uri="{FF2B5EF4-FFF2-40B4-BE49-F238E27FC236}">
                    <a16:creationId xmlns:a16="http://schemas.microsoft.com/office/drawing/2014/main" id="{27E4E14E-D65F-4E18-5D36-D81FDEE39CFD}"/>
                  </a:ext>
                </a:extLst>
              </p:cNvPr>
              <p:cNvSpPr/>
              <p:nvPr/>
            </p:nvSpPr>
            <p:spPr>
              <a:xfrm>
                <a:off x="5345979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g1101">
                <a:extLst>
                  <a:ext uri="{FF2B5EF4-FFF2-40B4-BE49-F238E27FC236}">
                    <a16:creationId xmlns:a16="http://schemas.microsoft.com/office/drawing/2014/main" id="{5E5B6E08-AEC4-0E1A-AB57-8F97495D9829}"/>
                  </a:ext>
                </a:extLst>
              </p:cNvPr>
              <p:cNvSpPr/>
              <p:nvPr/>
            </p:nvSpPr>
            <p:spPr>
              <a:xfrm>
                <a:off x="5357616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g1102">
                <a:extLst>
                  <a:ext uri="{FF2B5EF4-FFF2-40B4-BE49-F238E27FC236}">
                    <a16:creationId xmlns:a16="http://schemas.microsoft.com/office/drawing/2014/main" id="{E0285E62-1F60-AE41-A4DE-27E2EF5CB7F8}"/>
                  </a:ext>
                </a:extLst>
              </p:cNvPr>
              <p:cNvSpPr/>
              <p:nvPr/>
            </p:nvSpPr>
            <p:spPr>
              <a:xfrm>
                <a:off x="5369253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g1103">
                <a:extLst>
                  <a:ext uri="{FF2B5EF4-FFF2-40B4-BE49-F238E27FC236}">
                    <a16:creationId xmlns:a16="http://schemas.microsoft.com/office/drawing/2014/main" id="{19CF9A5D-8920-B7C3-62E1-247963C512EC}"/>
                  </a:ext>
                </a:extLst>
              </p:cNvPr>
              <p:cNvSpPr/>
              <p:nvPr/>
            </p:nvSpPr>
            <p:spPr>
              <a:xfrm>
                <a:off x="5380891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g1104">
                <a:extLst>
                  <a:ext uri="{FF2B5EF4-FFF2-40B4-BE49-F238E27FC236}">
                    <a16:creationId xmlns:a16="http://schemas.microsoft.com/office/drawing/2014/main" id="{F3DB48AE-FC55-D2A2-3BCC-21DE0BB4CA76}"/>
                  </a:ext>
                </a:extLst>
              </p:cNvPr>
              <p:cNvSpPr/>
              <p:nvPr/>
            </p:nvSpPr>
            <p:spPr>
              <a:xfrm>
                <a:off x="5311067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g1105">
                <a:extLst>
                  <a:ext uri="{FF2B5EF4-FFF2-40B4-BE49-F238E27FC236}">
                    <a16:creationId xmlns:a16="http://schemas.microsoft.com/office/drawing/2014/main" id="{EAB6D625-AF93-9E8C-2B5C-674AD8781B74}"/>
                  </a:ext>
                </a:extLst>
              </p:cNvPr>
              <p:cNvSpPr/>
              <p:nvPr/>
            </p:nvSpPr>
            <p:spPr>
              <a:xfrm>
                <a:off x="5322704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g1106">
                <a:extLst>
                  <a:ext uri="{FF2B5EF4-FFF2-40B4-BE49-F238E27FC236}">
                    <a16:creationId xmlns:a16="http://schemas.microsoft.com/office/drawing/2014/main" id="{1F3FA41C-6FA7-A6D7-2110-7E7030B318C0}"/>
                  </a:ext>
                </a:extLst>
              </p:cNvPr>
              <p:cNvSpPr/>
              <p:nvPr/>
            </p:nvSpPr>
            <p:spPr>
              <a:xfrm>
                <a:off x="5334341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g1107">
                <a:extLst>
                  <a:ext uri="{FF2B5EF4-FFF2-40B4-BE49-F238E27FC236}">
                    <a16:creationId xmlns:a16="http://schemas.microsoft.com/office/drawing/2014/main" id="{F706E09D-4724-3BE1-E98F-224ED9142D9B}"/>
                  </a:ext>
                </a:extLst>
              </p:cNvPr>
              <p:cNvSpPr/>
              <p:nvPr/>
            </p:nvSpPr>
            <p:spPr>
              <a:xfrm>
                <a:off x="5345979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g1108">
                <a:extLst>
                  <a:ext uri="{FF2B5EF4-FFF2-40B4-BE49-F238E27FC236}">
                    <a16:creationId xmlns:a16="http://schemas.microsoft.com/office/drawing/2014/main" id="{D50065AB-3F65-CA5D-0345-4E9E018BC665}"/>
                  </a:ext>
                </a:extLst>
              </p:cNvPr>
              <p:cNvSpPr/>
              <p:nvPr/>
            </p:nvSpPr>
            <p:spPr>
              <a:xfrm>
                <a:off x="5357616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g1109">
                <a:extLst>
                  <a:ext uri="{FF2B5EF4-FFF2-40B4-BE49-F238E27FC236}">
                    <a16:creationId xmlns:a16="http://schemas.microsoft.com/office/drawing/2014/main" id="{60D56E77-CF36-E397-16F1-C35E48727D14}"/>
                  </a:ext>
                </a:extLst>
              </p:cNvPr>
              <p:cNvSpPr/>
              <p:nvPr/>
            </p:nvSpPr>
            <p:spPr>
              <a:xfrm>
                <a:off x="5369253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g1110">
                <a:extLst>
                  <a:ext uri="{FF2B5EF4-FFF2-40B4-BE49-F238E27FC236}">
                    <a16:creationId xmlns:a16="http://schemas.microsoft.com/office/drawing/2014/main" id="{136DD860-1509-51F4-7F6A-171DE230968A}"/>
                  </a:ext>
                </a:extLst>
              </p:cNvPr>
              <p:cNvSpPr/>
              <p:nvPr/>
            </p:nvSpPr>
            <p:spPr>
              <a:xfrm>
                <a:off x="5380891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g1111">
                <a:extLst>
                  <a:ext uri="{FF2B5EF4-FFF2-40B4-BE49-F238E27FC236}">
                    <a16:creationId xmlns:a16="http://schemas.microsoft.com/office/drawing/2014/main" id="{1E4F5D5A-65D7-59AD-9BBF-2CC31BC2865D}"/>
                  </a:ext>
                </a:extLst>
              </p:cNvPr>
              <p:cNvSpPr/>
              <p:nvPr/>
            </p:nvSpPr>
            <p:spPr>
              <a:xfrm>
                <a:off x="5241243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g1112">
                <a:extLst>
                  <a:ext uri="{FF2B5EF4-FFF2-40B4-BE49-F238E27FC236}">
                    <a16:creationId xmlns:a16="http://schemas.microsoft.com/office/drawing/2014/main" id="{EDDB4D8C-D56C-2C59-CB41-D786FF717D23}"/>
                  </a:ext>
                </a:extLst>
              </p:cNvPr>
              <p:cNvSpPr/>
              <p:nvPr/>
            </p:nvSpPr>
            <p:spPr>
              <a:xfrm>
                <a:off x="5252880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g1113">
                <a:extLst>
                  <a:ext uri="{FF2B5EF4-FFF2-40B4-BE49-F238E27FC236}">
                    <a16:creationId xmlns:a16="http://schemas.microsoft.com/office/drawing/2014/main" id="{3DBDC5A6-AA97-02B0-9C34-472302C71A44}"/>
                  </a:ext>
                </a:extLst>
              </p:cNvPr>
              <p:cNvSpPr/>
              <p:nvPr/>
            </p:nvSpPr>
            <p:spPr>
              <a:xfrm>
                <a:off x="5334341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g1114">
                <a:extLst>
                  <a:ext uri="{FF2B5EF4-FFF2-40B4-BE49-F238E27FC236}">
                    <a16:creationId xmlns:a16="http://schemas.microsoft.com/office/drawing/2014/main" id="{D5F3B2EC-B055-7C47-A60B-554DD6A2EB15}"/>
                  </a:ext>
                </a:extLst>
              </p:cNvPr>
              <p:cNvSpPr/>
              <p:nvPr/>
            </p:nvSpPr>
            <p:spPr>
              <a:xfrm>
                <a:off x="5345979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g1115">
                <a:extLst>
                  <a:ext uri="{FF2B5EF4-FFF2-40B4-BE49-F238E27FC236}">
                    <a16:creationId xmlns:a16="http://schemas.microsoft.com/office/drawing/2014/main" id="{24512592-8E24-D665-2A71-5576C2271161}"/>
                  </a:ext>
                </a:extLst>
              </p:cNvPr>
              <p:cNvSpPr/>
              <p:nvPr/>
            </p:nvSpPr>
            <p:spPr>
              <a:xfrm>
                <a:off x="5357616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g1116">
                <a:extLst>
                  <a:ext uri="{FF2B5EF4-FFF2-40B4-BE49-F238E27FC236}">
                    <a16:creationId xmlns:a16="http://schemas.microsoft.com/office/drawing/2014/main" id="{DA8266B1-3FD5-C7BC-7B55-1CF36872D7B2}"/>
                  </a:ext>
                </a:extLst>
              </p:cNvPr>
              <p:cNvSpPr/>
              <p:nvPr/>
            </p:nvSpPr>
            <p:spPr>
              <a:xfrm>
                <a:off x="5369253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g1117">
                <a:extLst>
                  <a:ext uri="{FF2B5EF4-FFF2-40B4-BE49-F238E27FC236}">
                    <a16:creationId xmlns:a16="http://schemas.microsoft.com/office/drawing/2014/main" id="{593C8A5F-6F4E-8837-A674-604E8BAB03A4}"/>
                  </a:ext>
                </a:extLst>
              </p:cNvPr>
              <p:cNvSpPr/>
              <p:nvPr/>
            </p:nvSpPr>
            <p:spPr>
              <a:xfrm>
                <a:off x="5380891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g1118">
                <a:extLst>
                  <a:ext uri="{FF2B5EF4-FFF2-40B4-BE49-F238E27FC236}">
                    <a16:creationId xmlns:a16="http://schemas.microsoft.com/office/drawing/2014/main" id="{FEB83C29-5FD4-101D-7D68-24388415113B}"/>
                  </a:ext>
                </a:extLst>
              </p:cNvPr>
              <p:cNvSpPr/>
              <p:nvPr/>
            </p:nvSpPr>
            <p:spPr>
              <a:xfrm>
                <a:off x="5217968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DAB">
                  <a:alpha val="100000"/>
                </a:srgbClr>
              </a:solidFill>
              <a:ln w="5420" cap="flat">
                <a:solidFill>
                  <a:srgbClr val="48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g1119">
                <a:extLst>
                  <a:ext uri="{FF2B5EF4-FFF2-40B4-BE49-F238E27FC236}">
                    <a16:creationId xmlns:a16="http://schemas.microsoft.com/office/drawing/2014/main" id="{BA19D804-7006-FCD1-DE8D-DFFF5027F2D0}"/>
                  </a:ext>
                </a:extLst>
              </p:cNvPr>
              <p:cNvSpPr/>
              <p:nvPr/>
            </p:nvSpPr>
            <p:spPr>
              <a:xfrm>
                <a:off x="5229605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g1120">
                <a:extLst>
                  <a:ext uri="{FF2B5EF4-FFF2-40B4-BE49-F238E27FC236}">
                    <a16:creationId xmlns:a16="http://schemas.microsoft.com/office/drawing/2014/main" id="{32656DFA-F801-ED9D-EC0E-89A1B5173BF8}"/>
                  </a:ext>
                </a:extLst>
              </p:cNvPr>
              <p:cNvSpPr/>
              <p:nvPr/>
            </p:nvSpPr>
            <p:spPr>
              <a:xfrm>
                <a:off x="5241243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g1121">
                <a:extLst>
                  <a:ext uri="{FF2B5EF4-FFF2-40B4-BE49-F238E27FC236}">
                    <a16:creationId xmlns:a16="http://schemas.microsoft.com/office/drawing/2014/main" id="{9C1E043E-2035-A608-B33F-1721322F055D}"/>
                  </a:ext>
                </a:extLst>
              </p:cNvPr>
              <p:cNvSpPr/>
              <p:nvPr/>
            </p:nvSpPr>
            <p:spPr>
              <a:xfrm>
                <a:off x="5252880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g1122">
                <a:extLst>
                  <a:ext uri="{FF2B5EF4-FFF2-40B4-BE49-F238E27FC236}">
                    <a16:creationId xmlns:a16="http://schemas.microsoft.com/office/drawing/2014/main" id="{80D8B1CF-FA0C-AAC3-D2DE-AD56F2E68B53}"/>
                  </a:ext>
                </a:extLst>
              </p:cNvPr>
              <p:cNvSpPr/>
              <p:nvPr/>
            </p:nvSpPr>
            <p:spPr>
              <a:xfrm>
                <a:off x="5264517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g1123">
                <a:extLst>
                  <a:ext uri="{FF2B5EF4-FFF2-40B4-BE49-F238E27FC236}">
                    <a16:creationId xmlns:a16="http://schemas.microsoft.com/office/drawing/2014/main" id="{E7218CC2-B593-9572-6ACB-B6915130B953}"/>
                  </a:ext>
                </a:extLst>
              </p:cNvPr>
              <p:cNvSpPr/>
              <p:nvPr/>
            </p:nvSpPr>
            <p:spPr>
              <a:xfrm>
                <a:off x="5334341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g1124">
                <a:extLst>
                  <a:ext uri="{FF2B5EF4-FFF2-40B4-BE49-F238E27FC236}">
                    <a16:creationId xmlns:a16="http://schemas.microsoft.com/office/drawing/2014/main" id="{08800986-01EC-67CE-CAFF-D23721E9352B}"/>
                  </a:ext>
                </a:extLst>
              </p:cNvPr>
              <p:cNvSpPr/>
              <p:nvPr/>
            </p:nvSpPr>
            <p:spPr>
              <a:xfrm>
                <a:off x="5345979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g1125">
                <a:extLst>
                  <a:ext uri="{FF2B5EF4-FFF2-40B4-BE49-F238E27FC236}">
                    <a16:creationId xmlns:a16="http://schemas.microsoft.com/office/drawing/2014/main" id="{D56A984C-2E07-7FD6-1F11-2E2E8CDD8C55}"/>
                  </a:ext>
                </a:extLst>
              </p:cNvPr>
              <p:cNvSpPr/>
              <p:nvPr/>
            </p:nvSpPr>
            <p:spPr>
              <a:xfrm>
                <a:off x="5357616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g1126">
                <a:extLst>
                  <a:ext uri="{FF2B5EF4-FFF2-40B4-BE49-F238E27FC236}">
                    <a16:creationId xmlns:a16="http://schemas.microsoft.com/office/drawing/2014/main" id="{97FE07ED-3157-C290-A2BF-8587EEEB163D}"/>
                  </a:ext>
                </a:extLst>
              </p:cNvPr>
              <p:cNvSpPr/>
              <p:nvPr/>
            </p:nvSpPr>
            <p:spPr>
              <a:xfrm>
                <a:off x="5369253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g1127">
                <a:extLst>
                  <a:ext uri="{FF2B5EF4-FFF2-40B4-BE49-F238E27FC236}">
                    <a16:creationId xmlns:a16="http://schemas.microsoft.com/office/drawing/2014/main" id="{C27BBDDB-018D-7887-E6A9-6E1C0330903E}"/>
                  </a:ext>
                </a:extLst>
              </p:cNvPr>
              <p:cNvSpPr/>
              <p:nvPr/>
            </p:nvSpPr>
            <p:spPr>
              <a:xfrm>
                <a:off x="5380891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g1128">
                <a:extLst>
                  <a:ext uri="{FF2B5EF4-FFF2-40B4-BE49-F238E27FC236}">
                    <a16:creationId xmlns:a16="http://schemas.microsoft.com/office/drawing/2014/main" id="{81ECB42F-974D-B504-0447-013EEAE51C42}"/>
                  </a:ext>
                </a:extLst>
              </p:cNvPr>
              <p:cNvSpPr/>
              <p:nvPr/>
            </p:nvSpPr>
            <p:spPr>
              <a:xfrm>
                <a:off x="519469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g1129">
                <a:extLst>
                  <a:ext uri="{FF2B5EF4-FFF2-40B4-BE49-F238E27FC236}">
                    <a16:creationId xmlns:a16="http://schemas.microsoft.com/office/drawing/2014/main" id="{37967E89-2C89-065E-9660-735E44FC9BCE}"/>
                  </a:ext>
                </a:extLst>
              </p:cNvPr>
              <p:cNvSpPr/>
              <p:nvPr/>
            </p:nvSpPr>
            <p:spPr>
              <a:xfrm>
                <a:off x="5206331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g1130">
                <a:extLst>
                  <a:ext uri="{FF2B5EF4-FFF2-40B4-BE49-F238E27FC236}">
                    <a16:creationId xmlns:a16="http://schemas.microsoft.com/office/drawing/2014/main" id="{36192C03-8D27-A6E6-0345-2CDE96295E87}"/>
                  </a:ext>
                </a:extLst>
              </p:cNvPr>
              <p:cNvSpPr/>
              <p:nvPr/>
            </p:nvSpPr>
            <p:spPr>
              <a:xfrm>
                <a:off x="5217968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g1131">
                <a:extLst>
                  <a:ext uri="{FF2B5EF4-FFF2-40B4-BE49-F238E27FC236}">
                    <a16:creationId xmlns:a16="http://schemas.microsoft.com/office/drawing/2014/main" id="{3DA1BA14-3EA8-0AA2-3E45-0A25E480F9F6}"/>
                  </a:ext>
                </a:extLst>
              </p:cNvPr>
              <p:cNvSpPr/>
              <p:nvPr/>
            </p:nvSpPr>
            <p:spPr>
              <a:xfrm>
                <a:off x="5229605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g1132">
                <a:extLst>
                  <a:ext uri="{FF2B5EF4-FFF2-40B4-BE49-F238E27FC236}">
                    <a16:creationId xmlns:a16="http://schemas.microsoft.com/office/drawing/2014/main" id="{B74A7D27-B9EB-2F90-2F32-B918427E9FBE}"/>
                  </a:ext>
                </a:extLst>
              </p:cNvPr>
              <p:cNvSpPr/>
              <p:nvPr/>
            </p:nvSpPr>
            <p:spPr>
              <a:xfrm>
                <a:off x="524124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g1133">
                <a:extLst>
                  <a:ext uri="{FF2B5EF4-FFF2-40B4-BE49-F238E27FC236}">
                    <a16:creationId xmlns:a16="http://schemas.microsoft.com/office/drawing/2014/main" id="{EFEE5C2F-4A05-8891-9365-44638C10C8F2}"/>
                  </a:ext>
                </a:extLst>
              </p:cNvPr>
              <p:cNvSpPr/>
              <p:nvPr/>
            </p:nvSpPr>
            <p:spPr>
              <a:xfrm>
                <a:off x="5252880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g1134">
                <a:extLst>
                  <a:ext uri="{FF2B5EF4-FFF2-40B4-BE49-F238E27FC236}">
                    <a16:creationId xmlns:a16="http://schemas.microsoft.com/office/drawing/2014/main" id="{D42654CA-90F5-7908-1FEE-454751209562}"/>
                  </a:ext>
                </a:extLst>
              </p:cNvPr>
              <p:cNvSpPr/>
              <p:nvPr/>
            </p:nvSpPr>
            <p:spPr>
              <a:xfrm>
                <a:off x="5264517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g1135">
                <a:extLst>
                  <a:ext uri="{FF2B5EF4-FFF2-40B4-BE49-F238E27FC236}">
                    <a16:creationId xmlns:a16="http://schemas.microsoft.com/office/drawing/2014/main" id="{73205451-41D2-067B-3FB8-11CA4592C193}"/>
                  </a:ext>
                </a:extLst>
              </p:cNvPr>
              <p:cNvSpPr/>
              <p:nvPr/>
            </p:nvSpPr>
            <p:spPr>
              <a:xfrm>
                <a:off x="5322704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g1136">
                <a:extLst>
                  <a:ext uri="{FF2B5EF4-FFF2-40B4-BE49-F238E27FC236}">
                    <a16:creationId xmlns:a16="http://schemas.microsoft.com/office/drawing/2014/main" id="{43E170F8-B0BB-5C4A-B526-00D898296D7D}"/>
                  </a:ext>
                </a:extLst>
              </p:cNvPr>
              <p:cNvSpPr/>
              <p:nvPr/>
            </p:nvSpPr>
            <p:spPr>
              <a:xfrm>
                <a:off x="5334341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g1137">
                <a:extLst>
                  <a:ext uri="{FF2B5EF4-FFF2-40B4-BE49-F238E27FC236}">
                    <a16:creationId xmlns:a16="http://schemas.microsoft.com/office/drawing/2014/main" id="{779B3CBB-FE95-B723-B8B6-24ECA31685EA}"/>
                  </a:ext>
                </a:extLst>
              </p:cNvPr>
              <p:cNvSpPr/>
              <p:nvPr/>
            </p:nvSpPr>
            <p:spPr>
              <a:xfrm>
                <a:off x="5345979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g1138">
                <a:extLst>
                  <a:ext uri="{FF2B5EF4-FFF2-40B4-BE49-F238E27FC236}">
                    <a16:creationId xmlns:a16="http://schemas.microsoft.com/office/drawing/2014/main" id="{6CC7AB35-5151-CE4D-C039-5001580D5737}"/>
                  </a:ext>
                </a:extLst>
              </p:cNvPr>
              <p:cNvSpPr/>
              <p:nvPr/>
            </p:nvSpPr>
            <p:spPr>
              <a:xfrm>
                <a:off x="5357616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g1139">
                <a:extLst>
                  <a:ext uri="{FF2B5EF4-FFF2-40B4-BE49-F238E27FC236}">
                    <a16:creationId xmlns:a16="http://schemas.microsoft.com/office/drawing/2014/main" id="{CF4B54E2-C752-057C-475C-5814D3C685D3}"/>
                  </a:ext>
                </a:extLst>
              </p:cNvPr>
              <p:cNvSpPr/>
              <p:nvPr/>
            </p:nvSpPr>
            <p:spPr>
              <a:xfrm>
                <a:off x="536925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g1140">
                <a:extLst>
                  <a:ext uri="{FF2B5EF4-FFF2-40B4-BE49-F238E27FC236}">
                    <a16:creationId xmlns:a16="http://schemas.microsoft.com/office/drawing/2014/main" id="{36EBE846-4725-B82C-84E6-50943ABDE89A}"/>
                  </a:ext>
                </a:extLst>
              </p:cNvPr>
              <p:cNvSpPr/>
              <p:nvPr/>
            </p:nvSpPr>
            <p:spPr>
              <a:xfrm>
                <a:off x="5183056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g1141">
                <a:extLst>
                  <a:ext uri="{FF2B5EF4-FFF2-40B4-BE49-F238E27FC236}">
                    <a16:creationId xmlns:a16="http://schemas.microsoft.com/office/drawing/2014/main" id="{9788115C-E19B-51CD-9F07-6EE8E357E93F}"/>
                  </a:ext>
                </a:extLst>
              </p:cNvPr>
              <p:cNvSpPr/>
              <p:nvPr/>
            </p:nvSpPr>
            <p:spPr>
              <a:xfrm>
                <a:off x="519469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g1142">
                <a:extLst>
                  <a:ext uri="{FF2B5EF4-FFF2-40B4-BE49-F238E27FC236}">
                    <a16:creationId xmlns:a16="http://schemas.microsoft.com/office/drawing/2014/main" id="{6B281890-67D9-FED2-4218-07F557CB5FBC}"/>
                  </a:ext>
                </a:extLst>
              </p:cNvPr>
              <p:cNvSpPr/>
              <p:nvPr/>
            </p:nvSpPr>
            <p:spPr>
              <a:xfrm>
                <a:off x="5206331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g1143">
                <a:extLst>
                  <a:ext uri="{FF2B5EF4-FFF2-40B4-BE49-F238E27FC236}">
                    <a16:creationId xmlns:a16="http://schemas.microsoft.com/office/drawing/2014/main" id="{9C4E4EA3-9CFD-F6FC-83A0-CE197094EEA9}"/>
                  </a:ext>
                </a:extLst>
              </p:cNvPr>
              <p:cNvSpPr/>
              <p:nvPr/>
            </p:nvSpPr>
            <p:spPr>
              <a:xfrm>
                <a:off x="5217968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g1144">
                <a:extLst>
                  <a:ext uri="{FF2B5EF4-FFF2-40B4-BE49-F238E27FC236}">
                    <a16:creationId xmlns:a16="http://schemas.microsoft.com/office/drawing/2014/main" id="{B1A5FF35-A5C9-DF14-A641-69CF9D5BEA14}"/>
                  </a:ext>
                </a:extLst>
              </p:cNvPr>
              <p:cNvSpPr/>
              <p:nvPr/>
            </p:nvSpPr>
            <p:spPr>
              <a:xfrm>
                <a:off x="5229605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g1145">
                <a:extLst>
                  <a:ext uri="{FF2B5EF4-FFF2-40B4-BE49-F238E27FC236}">
                    <a16:creationId xmlns:a16="http://schemas.microsoft.com/office/drawing/2014/main" id="{3352423C-82A5-F231-4057-952064C783EC}"/>
                  </a:ext>
                </a:extLst>
              </p:cNvPr>
              <p:cNvSpPr/>
              <p:nvPr/>
            </p:nvSpPr>
            <p:spPr>
              <a:xfrm>
                <a:off x="524124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g1146">
                <a:extLst>
                  <a:ext uri="{FF2B5EF4-FFF2-40B4-BE49-F238E27FC236}">
                    <a16:creationId xmlns:a16="http://schemas.microsoft.com/office/drawing/2014/main" id="{C59DD6C0-A2B6-F465-A7BD-34E26B82C24C}"/>
                  </a:ext>
                </a:extLst>
              </p:cNvPr>
              <p:cNvSpPr/>
              <p:nvPr/>
            </p:nvSpPr>
            <p:spPr>
              <a:xfrm>
                <a:off x="5252880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g1147">
                <a:extLst>
                  <a:ext uri="{FF2B5EF4-FFF2-40B4-BE49-F238E27FC236}">
                    <a16:creationId xmlns:a16="http://schemas.microsoft.com/office/drawing/2014/main" id="{B1C243CD-4A03-F868-9CF0-BB383E254FB0}"/>
                  </a:ext>
                </a:extLst>
              </p:cNvPr>
              <p:cNvSpPr/>
              <p:nvPr/>
            </p:nvSpPr>
            <p:spPr>
              <a:xfrm>
                <a:off x="5264517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g1148">
                <a:extLst>
                  <a:ext uri="{FF2B5EF4-FFF2-40B4-BE49-F238E27FC236}">
                    <a16:creationId xmlns:a16="http://schemas.microsoft.com/office/drawing/2014/main" id="{2DC20258-5D3D-EF9E-09E5-7F3BDBF3AA8F}"/>
                  </a:ext>
                </a:extLst>
              </p:cNvPr>
              <p:cNvSpPr/>
              <p:nvPr/>
            </p:nvSpPr>
            <p:spPr>
              <a:xfrm>
                <a:off x="5322704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g1149">
                <a:extLst>
                  <a:ext uri="{FF2B5EF4-FFF2-40B4-BE49-F238E27FC236}">
                    <a16:creationId xmlns:a16="http://schemas.microsoft.com/office/drawing/2014/main" id="{02BB1CB9-A648-601F-4092-D22AB59EAD53}"/>
                  </a:ext>
                </a:extLst>
              </p:cNvPr>
              <p:cNvSpPr/>
              <p:nvPr/>
            </p:nvSpPr>
            <p:spPr>
              <a:xfrm>
                <a:off x="5334341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g1150">
                <a:extLst>
                  <a:ext uri="{FF2B5EF4-FFF2-40B4-BE49-F238E27FC236}">
                    <a16:creationId xmlns:a16="http://schemas.microsoft.com/office/drawing/2014/main" id="{3CB06333-E3F3-43FB-1D89-C79C12087C72}"/>
                  </a:ext>
                </a:extLst>
              </p:cNvPr>
              <p:cNvSpPr/>
              <p:nvPr/>
            </p:nvSpPr>
            <p:spPr>
              <a:xfrm>
                <a:off x="5345979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g1151">
                <a:extLst>
                  <a:ext uri="{FF2B5EF4-FFF2-40B4-BE49-F238E27FC236}">
                    <a16:creationId xmlns:a16="http://schemas.microsoft.com/office/drawing/2014/main" id="{EB4FBD40-1603-FAEA-2215-729D7204EDD1}"/>
                  </a:ext>
                </a:extLst>
              </p:cNvPr>
              <p:cNvSpPr/>
              <p:nvPr/>
            </p:nvSpPr>
            <p:spPr>
              <a:xfrm>
                <a:off x="5357616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g1152">
                <a:extLst>
                  <a:ext uri="{FF2B5EF4-FFF2-40B4-BE49-F238E27FC236}">
                    <a16:creationId xmlns:a16="http://schemas.microsoft.com/office/drawing/2014/main" id="{62D65815-9D80-49C4-7A58-C5A0981B986C}"/>
                  </a:ext>
                </a:extLst>
              </p:cNvPr>
              <p:cNvSpPr/>
              <p:nvPr/>
            </p:nvSpPr>
            <p:spPr>
              <a:xfrm>
                <a:off x="536925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g1153">
                <a:extLst>
                  <a:ext uri="{FF2B5EF4-FFF2-40B4-BE49-F238E27FC236}">
                    <a16:creationId xmlns:a16="http://schemas.microsoft.com/office/drawing/2014/main" id="{57F51183-2868-4829-A97A-A35DDA40E2D7}"/>
                  </a:ext>
                </a:extLst>
              </p:cNvPr>
              <p:cNvSpPr/>
              <p:nvPr/>
            </p:nvSpPr>
            <p:spPr>
              <a:xfrm>
                <a:off x="512486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g1154">
                <a:extLst>
                  <a:ext uri="{FF2B5EF4-FFF2-40B4-BE49-F238E27FC236}">
                    <a16:creationId xmlns:a16="http://schemas.microsoft.com/office/drawing/2014/main" id="{95ADF27E-6BEC-19EC-BA8C-73CF74F8F57E}"/>
                  </a:ext>
                </a:extLst>
              </p:cNvPr>
              <p:cNvSpPr/>
              <p:nvPr/>
            </p:nvSpPr>
            <p:spPr>
              <a:xfrm>
                <a:off x="5136507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g1155">
                <a:extLst>
                  <a:ext uri="{FF2B5EF4-FFF2-40B4-BE49-F238E27FC236}">
                    <a16:creationId xmlns:a16="http://schemas.microsoft.com/office/drawing/2014/main" id="{8858D058-AE76-AFE7-573F-1CC55BB22B9D}"/>
                  </a:ext>
                </a:extLst>
              </p:cNvPr>
              <p:cNvSpPr/>
              <p:nvPr/>
            </p:nvSpPr>
            <p:spPr>
              <a:xfrm>
                <a:off x="5148144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g1156">
                <a:extLst>
                  <a:ext uri="{FF2B5EF4-FFF2-40B4-BE49-F238E27FC236}">
                    <a16:creationId xmlns:a16="http://schemas.microsoft.com/office/drawing/2014/main" id="{5980ABCE-FDBF-EAD6-CB05-21402A73D1C4}"/>
                  </a:ext>
                </a:extLst>
              </p:cNvPr>
              <p:cNvSpPr/>
              <p:nvPr/>
            </p:nvSpPr>
            <p:spPr>
              <a:xfrm>
                <a:off x="515978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8A9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g1157">
                <a:extLst>
                  <a:ext uri="{FF2B5EF4-FFF2-40B4-BE49-F238E27FC236}">
                    <a16:creationId xmlns:a16="http://schemas.microsoft.com/office/drawing/2014/main" id="{5B22628F-5BDC-13CD-97D0-758F922F62D2}"/>
                  </a:ext>
                </a:extLst>
              </p:cNvPr>
              <p:cNvSpPr/>
              <p:nvPr/>
            </p:nvSpPr>
            <p:spPr>
              <a:xfrm>
                <a:off x="517141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g1158">
                <a:extLst>
                  <a:ext uri="{FF2B5EF4-FFF2-40B4-BE49-F238E27FC236}">
                    <a16:creationId xmlns:a16="http://schemas.microsoft.com/office/drawing/2014/main" id="{AA5758B3-0591-15E4-A023-299296251229}"/>
                  </a:ext>
                </a:extLst>
              </p:cNvPr>
              <p:cNvSpPr/>
              <p:nvPr/>
            </p:nvSpPr>
            <p:spPr>
              <a:xfrm>
                <a:off x="5183056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g1159">
                <a:extLst>
                  <a:ext uri="{FF2B5EF4-FFF2-40B4-BE49-F238E27FC236}">
                    <a16:creationId xmlns:a16="http://schemas.microsoft.com/office/drawing/2014/main" id="{DCEFC6D6-6720-A7C2-B9BB-63D2D784DD52}"/>
                  </a:ext>
                </a:extLst>
              </p:cNvPr>
              <p:cNvSpPr/>
              <p:nvPr/>
            </p:nvSpPr>
            <p:spPr>
              <a:xfrm>
                <a:off x="519469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g1160">
                <a:extLst>
                  <a:ext uri="{FF2B5EF4-FFF2-40B4-BE49-F238E27FC236}">
                    <a16:creationId xmlns:a16="http://schemas.microsoft.com/office/drawing/2014/main" id="{1E44B4EC-5A96-24C3-37C1-350106639D7F}"/>
                  </a:ext>
                </a:extLst>
              </p:cNvPr>
              <p:cNvSpPr/>
              <p:nvPr/>
            </p:nvSpPr>
            <p:spPr>
              <a:xfrm>
                <a:off x="520633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g1161">
                <a:extLst>
                  <a:ext uri="{FF2B5EF4-FFF2-40B4-BE49-F238E27FC236}">
                    <a16:creationId xmlns:a16="http://schemas.microsoft.com/office/drawing/2014/main" id="{F6B58C55-6AA4-8A14-6EDA-719B1A2B3238}"/>
                  </a:ext>
                </a:extLst>
              </p:cNvPr>
              <p:cNvSpPr/>
              <p:nvPr/>
            </p:nvSpPr>
            <p:spPr>
              <a:xfrm>
                <a:off x="5217968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g1162">
                <a:extLst>
                  <a:ext uri="{FF2B5EF4-FFF2-40B4-BE49-F238E27FC236}">
                    <a16:creationId xmlns:a16="http://schemas.microsoft.com/office/drawing/2014/main" id="{350071FA-02FF-6B83-AB42-EB8F9CED6274}"/>
                  </a:ext>
                </a:extLst>
              </p:cNvPr>
              <p:cNvSpPr/>
              <p:nvPr/>
            </p:nvSpPr>
            <p:spPr>
              <a:xfrm>
                <a:off x="5229605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g1163">
                <a:extLst>
                  <a:ext uri="{FF2B5EF4-FFF2-40B4-BE49-F238E27FC236}">
                    <a16:creationId xmlns:a16="http://schemas.microsoft.com/office/drawing/2014/main" id="{27681A0B-7753-F0D0-76A8-2C203E8849D5}"/>
                  </a:ext>
                </a:extLst>
              </p:cNvPr>
              <p:cNvSpPr/>
              <p:nvPr/>
            </p:nvSpPr>
            <p:spPr>
              <a:xfrm>
                <a:off x="524124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g1164">
                <a:extLst>
                  <a:ext uri="{FF2B5EF4-FFF2-40B4-BE49-F238E27FC236}">
                    <a16:creationId xmlns:a16="http://schemas.microsoft.com/office/drawing/2014/main" id="{270F71EF-8471-4C4E-C787-FBBC510D86F9}"/>
                  </a:ext>
                </a:extLst>
              </p:cNvPr>
              <p:cNvSpPr/>
              <p:nvPr/>
            </p:nvSpPr>
            <p:spPr>
              <a:xfrm>
                <a:off x="5252880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g1165">
                <a:extLst>
                  <a:ext uri="{FF2B5EF4-FFF2-40B4-BE49-F238E27FC236}">
                    <a16:creationId xmlns:a16="http://schemas.microsoft.com/office/drawing/2014/main" id="{4D6CEA30-57D0-BE41-A839-9D1D70D6BE62}"/>
                  </a:ext>
                </a:extLst>
              </p:cNvPr>
              <p:cNvSpPr/>
              <p:nvPr/>
            </p:nvSpPr>
            <p:spPr>
              <a:xfrm>
                <a:off x="5311067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g1166">
                <a:extLst>
                  <a:ext uri="{FF2B5EF4-FFF2-40B4-BE49-F238E27FC236}">
                    <a16:creationId xmlns:a16="http://schemas.microsoft.com/office/drawing/2014/main" id="{8B06D718-D492-8BEE-736F-F9840306F1A5}"/>
                  </a:ext>
                </a:extLst>
              </p:cNvPr>
              <p:cNvSpPr/>
              <p:nvPr/>
            </p:nvSpPr>
            <p:spPr>
              <a:xfrm>
                <a:off x="5322704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g1167">
                <a:extLst>
                  <a:ext uri="{FF2B5EF4-FFF2-40B4-BE49-F238E27FC236}">
                    <a16:creationId xmlns:a16="http://schemas.microsoft.com/office/drawing/2014/main" id="{B8F19D86-38BD-DC1D-7343-48C2181C73AB}"/>
                  </a:ext>
                </a:extLst>
              </p:cNvPr>
              <p:cNvSpPr/>
              <p:nvPr/>
            </p:nvSpPr>
            <p:spPr>
              <a:xfrm>
                <a:off x="533434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g1168">
                <a:extLst>
                  <a:ext uri="{FF2B5EF4-FFF2-40B4-BE49-F238E27FC236}">
                    <a16:creationId xmlns:a16="http://schemas.microsoft.com/office/drawing/2014/main" id="{E372E8DC-034C-7143-C8A9-0067CBAA1284}"/>
                  </a:ext>
                </a:extLst>
              </p:cNvPr>
              <p:cNvSpPr/>
              <p:nvPr/>
            </p:nvSpPr>
            <p:spPr>
              <a:xfrm>
                <a:off x="534597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g1169">
                <a:extLst>
                  <a:ext uri="{FF2B5EF4-FFF2-40B4-BE49-F238E27FC236}">
                    <a16:creationId xmlns:a16="http://schemas.microsoft.com/office/drawing/2014/main" id="{A52F8F5A-8678-C1D0-CB8E-2814DE7C9452}"/>
                  </a:ext>
                </a:extLst>
              </p:cNvPr>
              <p:cNvSpPr/>
              <p:nvPr/>
            </p:nvSpPr>
            <p:spPr>
              <a:xfrm>
                <a:off x="5357616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g1170">
                <a:extLst>
                  <a:ext uri="{FF2B5EF4-FFF2-40B4-BE49-F238E27FC236}">
                    <a16:creationId xmlns:a16="http://schemas.microsoft.com/office/drawing/2014/main" id="{C9F79C2D-939D-0280-429B-016F56132571}"/>
                  </a:ext>
                </a:extLst>
              </p:cNvPr>
              <p:cNvSpPr/>
              <p:nvPr/>
            </p:nvSpPr>
            <p:spPr>
              <a:xfrm>
                <a:off x="536925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g1171">
                <a:extLst>
                  <a:ext uri="{FF2B5EF4-FFF2-40B4-BE49-F238E27FC236}">
                    <a16:creationId xmlns:a16="http://schemas.microsoft.com/office/drawing/2014/main" id="{F452F45F-C376-311B-EC84-441976A7F814}"/>
                  </a:ext>
                </a:extLst>
              </p:cNvPr>
              <p:cNvSpPr/>
              <p:nvPr/>
            </p:nvSpPr>
            <p:spPr>
              <a:xfrm>
                <a:off x="5113232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g1172">
                <a:extLst>
                  <a:ext uri="{FF2B5EF4-FFF2-40B4-BE49-F238E27FC236}">
                    <a16:creationId xmlns:a16="http://schemas.microsoft.com/office/drawing/2014/main" id="{BE250E98-2EC3-7D83-0C41-1CA5A36AFAF5}"/>
                  </a:ext>
                </a:extLst>
              </p:cNvPr>
              <p:cNvSpPr/>
              <p:nvPr/>
            </p:nvSpPr>
            <p:spPr>
              <a:xfrm>
                <a:off x="512486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g1173">
                <a:extLst>
                  <a:ext uri="{FF2B5EF4-FFF2-40B4-BE49-F238E27FC236}">
                    <a16:creationId xmlns:a16="http://schemas.microsoft.com/office/drawing/2014/main" id="{FE89DAA9-8094-961F-23AB-A50211BA3F30}"/>
                  </a:ext>
                </a:extLst>
              </p:cNvPr>
              <p:cNvSpPr/>
              <p:nvPr/>
            </p:nvSpPr>
            <p:spPr>
              <a:xfrm>
                <a:off x="5136507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g1174">
                <a:extLst>
                  <a:ext uri="{FF2B5EF4-FFF2-40B4-BE49-F238E27FC236}">
                    <a16:creationId xmlns:a16="http://schemas.microsoft.com/office/drawing/2014/main" id="{F0EB5EE8-34A1-59F6-768D-2317A4BF6EB9}"/>
                  </a:ext>
                </a:extLst>
              </p:cNvPr>
              <p:cNvSpPr/>
              <p:nvPr/>
            </p:nvSpPr>
            <p:spPr>
              <a:xfrm>
                <a:off x="5148144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g1175">
                <a:extLst>
                  <a:ext uri="{FF2B5EF4-FFF2-40B4-BE49-F238E27FC236}">
                    <a16:creationId xmlns:a16="http://schemas.microsoft.com/office/drawing/2014/main" id="{08099F7B-573A-0466-8972-F4B4B3656380}"/>
                  </a:ext>
                </a:extLst>
              </p:cNvPr>
              <p:cNvSpPr/>
              <p:nvPr/>
            </p:nvSpPr>
            <p:spPr>
              <a:xfrm>
                <a:off x="515978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g1176">
                <a:extLst>
                  <a:ext uri="{FF2B5EF4-FFF2-40B4-BE49-F238E27FC236}">
                    <a16:creationId xmlns:a16="http://schemas.microsoft.com/office/drawing/2014/main" id="{2FDC9EB8-BFC6-9F8C-BF8C-C4951326C83A}"/>
                  </a:ext>
                </a:extLst>
              </p:cNvPr>
              <p:cNvSpPr/>
              <p:nvPr/>
            </p:nvSpPr>
            <p:spPr>
              <a:xfrm>
                <a:off x="517141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g1177">
                <a:extLst>
                  <a:ext uri="{FF2B5EF4-FFF2-40B4-BE49-F238E27FC236}">
                    <a16:creationId xmlns:a16="http://schemas.microsoft.com/office/drawing/2014/main" id="{D4148892-CB4A-0A78-700E-C246BD9D8C7C}"/>
                  </a:ext>
                </a:extLst>
              </p:cNvPr>
              <p:cNvSpPr/>
              <p:nvPr/>
            </p:nvSpPr>
            <p:spPr>
              <a:xfrm>
                <a:off x="5183056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g1178">
                <a:extLst>
                  <a:ext uri="{FF2B5EF4-FFF2-40B4-BE49-F238E27FC236}">
                    <a16:creationId xmlns:a16="http://schemas.microsoft.com/office/drawing/2014/main" id="{9DE47523-EA34-0F6A-8BC6-D2924D0BAD02}"/>
                  </a:ext>
                </a:extLst>
              </p:cNvPr>
              <p:cNvSpPr/>
              <p:nvPr/>
            </p:nvSpPr>
            <p:spPr>
              <a:xfrm>
                <a:off x="519469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g1179">
                <a:extLst>
                  <a:ext uri="{FF2B5EF4-FFF2-40B4-BE49-F238E27FC236}">
                    <a16:creationId xmlns:a16="http://schemas.microsoft.com/office/drawing/2014/main" id="{8A3F86EC-9540-AE73-46ED-A86FEBC6A20D}"/>
                  </a:ext>
                </a:extLst>
              </p:cNvPr>
              <p:cNvSpPr/>
              <p:nvPr/>
            </p:nvSpPr>
            <p:spPr>
              <a:xfrm>
                <a:off x="520633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g1180">
                <a:extLst>
                  <a:ext uri="{FF2B5EF4-FFF2-40B4-BE49-F238E27FC236}">
                    <a16:creationId xmlns:a16="http://schemas.microsoft.com/office/drawing/2014/main" id="{CD36269F-42E3-2FD4-BBB3-9FBC03523586}"/>
                  </a:ext>
                </a:extLst>
              </p:cNvPr>
              <p:cNvSpPr/>
              <p:nvPr/>
            </p:nvSpPr>
            <p:spPr>
              <a:xfrm>
                <a:off x="5217968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8A9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g1181">
                <a:extLst>
                  <a:ext uri="{FF2B5EF4-FFF2-40B4-BE49-F238E27FC236}">
                    <a16:creationId xmlns:a16="http://schemas.microsoft.com/office/drawing/2014/main" id="{231A8026-F493-3BBB-4869-9815C8DF0837}"/>
                  </a:ext>
                </a:extLst>
              </p:cNvPr>
              <p:cNvSpPr/>
              <p:nvPr/>
            </p:nvSpPr>
            <p:spPr>
              <a:xfrm>
                <a:off x="5229605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g1182">
                <a:extLst>
                  <a:ext uri="{FF2B5EF4-FFF2-40B4-BE49-F238E27FC236}">
                    <a16:creationId xmlns:a16="http://schemas.microsoft.com/office/drawing/2014/main" id="{ABBE2533-ED41-CFEA-704D-BBEA6D1E315E}"/>
                  </a:ext>
                </a:extLst>
              </p:cNvPr>
              <p:cNvSpPr/>
              <p:nvPr/>
            </p:nvSpPr>
            <p:spPr>
              <a:xfrm>
                <a:off x="524124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g1183">
                <a:extLst>
                  <a:ext uri="{FF2B5EF4-FFF2-40B4-BE49-F238E27FC236}">
                    <a16:creationId xmlns:a16="http://schemas.microsoft.com/office/drawing/2014/main" id="{80B7859C-E06F-BAC6-43ED-E76A96616CF8}"/>
                  </a:ext>
                </a:extLst>
              </p:cNvPr>
              <p:cNvSpPr/>
              <p:nvPr/>
            </p:nvSpPr>
            <p:spPr>
              <a:xfrm>
                <a:off x="529942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g1184">
                <a:extLst>
                  <a:ext uri="{FF2B5EF4-FFF2-40B4-BE49-F238E27FC236}">
                    <a16:creationId xmlns:a16="http://schemas.microsoft.com/office/drawing/2014/main" id="{62C41056-832F-C240-B7D3-0EF8FC3B7613}"/>
                  </a:ext>
                </a:extLst>
              </p:cNvPr>
              <p:cNvSpPr/>
              <p:nvPr/>
            </p:nvSpPr>
            <p:spPr>
              <a:xfrm>
                <a:off x="5311067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g1185">
                <a:extLst>
                  <a:ext uri="{FF2B5EF4-FFF2-40B4-BE49-F238E27FC236}">
                    <a16:creationId xmlns:a16="http://schemas.microsoft.com/office/drawing/2014/main" id="{BC8C2269-12BA-97D8-3C96-E674261112A1}"/>
                  </a:ext>
                </a:extLst>
              </p:cNvPr>
              <p:cNvSpPr/>
              <p:nvPr/>
            </p:nvSpPr>
            <p:spPr>
              <a:xfrm>
                <a:off x="5322704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g1186">
                <a:extLst>
                  <a:ext uri="{FF2B5EF4-FFF2-40B4-BE49-F238E27FC236}">
                    <a16:creationId xmlns:a16="http://schemas.microsoft.com/office/drawing/2014/main" id="{A14487AA-FCEA-800F-871B-02B5C654927B}"/>
                  </a:ext>
                </a:extLst>
              </p:cNvPr>
              <p:cNvSpPr/>
              <p:nvPr/>
            </p:nvSpPr>
            <p:spPr>
              <a:xfrm>
                <a:off x="533434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g1187">
                <a:extLst>
                  <a:ext uri="{FF2B5EF4-FFF2-40B4-BE49-F238E27FC236}">
                    <a16:creationId xmlns:a16="http://schemas.microsoft.com/office/drawing/2014/main" id="{ABA0A29A-0F4E-255F-FC5F-5897E3181112}"/>
                  </a:ext>
                </a:extLst>
              </p:cNvPr>
              <p:cNvSpPr/>
              <p:nvPr/>
            </p:nvSpPr>
            <p:spPr>
              <a:xfrm>
                <a:off x="534597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g1188">
                <a:extLst>
                  <a:ext uri="{FF2B5EF4-FFF2-40B4-BE49-F238E27FC236}">
                    <a16:creationId xmlns:a16="http://schemas.microsoft.com/office/drawing/2014/main" id="{732D4669-4F61-937A-D080-7AC9E134DA78}"/>
                  </a:ext>
                </a:extLst>
              </p:cNvPr>
              <p:cNvSpPr/>
              <p:nvPr/>
            </p:nvSpPr>
            <p:spPr>
              <a:xfrm>
                <a:off x="5357616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g1189">
                <a:extLst>
                  <a:ext uri="{FF2B5EF4-FFF2-40B4-BE49-F238E27FC236}">
                    <a16:creationId xmlns:a16="http://schemas.microsoft.com/office/drawing/2014/main" id="{5876C173-2BF6-9A1C-9203-54260ACE3601}"/>
                  </a:ext>
                </a:extLst>
              </p:cNvPr>
              <p:cNvSpPr/>
              <p:nvPr/>
            </p:nvSpPr>
            <p:spPr>
              <a:xfrm>
                <a:off x="536925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g1190">
                <a:extLst>
                  <a:ext uri="{FF2B5EF4-FFF2-40B4-BE49-F238E27FC236}">
                    <a16:creationId xmlns:a16="http://schemas.microsoft.com/office/drawing/2014/main" id="{43D24413-B80E-2A0D-2056-95E4D0859649}"/>
                  </a:ext>
                </a:extLst>
              </p:cNvPr>
              <p:cNvSpPr/>
              <p:nvPr/>
            </p:nvSpPr>
            <p:spPr>
              <a:xfrm>
                <a:off x="508995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g1191">
                <a:extLst>
                  <a:ext uri="{FF2B5EF4-FFF2-40B4-BE49-F238E27FC236}">
                    <a16:creationId xmlns:a16="http://schemas.microsoft.com/office/drawing/2014/main" id="{DAD0ADB5-6DC3-8FF7-5E8B-36817C2D3E7F}"/>
                  </a:ext>
                </a:extLst>
              </p:cNvPr>
              <p:cNvSpPr/>
              <p:nvPr/>
            </p:nvSpPr>
            <p:spPr>
              <a:xfrm>
                <a:off x="5101595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g1192">
                <a:extLst>
                  <a:ext uri="{FF2B5EF4-FFF2-40B4-BE49-F238E27FC236}">
                    <a16:creationId xmlns:a16="http://schemas.microsoft.com/office/drawing/2014/main" id="{3E444257-17F4-34E1-58CB-C75224027E51}"/>
                  </a:ext>
                </a:extLst>
              </p:cNvPr>
              <p:cNvSpPr/>
              <p:nvPr/>
            </p:nvSpPr>
            <p:spPr>
              <a:xfrm>
                <a:off x="5113232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g1193">
                <a:extLst>
                  <a:ext uri="{FF2B5EF4-FFF2-40B4-BE49-F238E27FC236}">
                    <a16:creationId xmlns:a16="http://schemas.microsoft.com/office/drawing/2014/main" id="{ECD87798-F5BB-6869-D53B-B573397B52DF}"/>
                  </a:ext>
                </a:extLst>
              </p:cNvPr>
              <p:cNvSpPr/>
              <p:nvPr/>
            </p:nvSpPr>
            <p:spPr>
              <a:xfrm>
                <a:off x="512486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g1194">
                <a:extLst>
                  <a:ext uri="{FF2B5EF4-FFF2-40B4-BE49-F238E27FC236}">
                    <a16:creationId xmlns:a16="http://schemas.microsoft.com/office/drawing/2014/main" id="{AD12967C-971F-2A41-15DE-E7402A40BC57}"/>
                  </a:ext>
                </a:extLst>
              </p:cNvPr>
              <p:cNvSpPr/>
              <p:nvPr/>
            </p:nvSpPr>
            <p:spPr>
              <a:xfrm>
                <a:off x="513650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g1195">
                <a:extLst>
                  <a:ext uri="{FF2B5EF4-FFF2-40B4-BE49-F238E27FC236}">
                    <a16:creationId xmlns:a16="http://schemas.microsoft.com/office/drawing/2014/main" id="{D07BCEF4-EE07-BDEA-B6C3-0AD533A947ED}"/>
                  </a:ext>
                </a:extLst>
              </p:cNvPr>
              <p:cNvSpPr/>
              <p:nvPr/>
            </p:nvSpPr>
            <p:spPr>
              <a:xfrm>
                <a:off x="5148144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g1196">
                <a:extLst>
                  <a:ext uri="{FF2B5EF4-FFF2-40B4-BE49-F238E27FC236}">
                    <a16:creationId xmlns:a16="http://schemas.microsoft.com/office/drawing/2014/main" id="{A2FF76A6-459C-7BF8-7B40-65E8510095E3}"/>
                  </a:ext>
                </a:extLst>
              </p:cNvPr>
              <p:cNvSpPr/>
              <p:nvPr/>
            </p:nvSpPr>
            <p:spPr>
              <a:xfrm>
                <a:off x="515978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g1197">
                <a:extLst>
                  <a:ext uri="{FF2B5EF4-FFF2-40B4-BE49-F238E27FC236}">
                    <a16:creationId xmlns:a16="http://schemas.microsoft.com/office/drawing/2014/main" id="{A0EA3490-4C25-CDDD-924E-5644FBE7E74A}"/>
                  </a:ext>
                </a:extLst>
              </p:cNvPr>
              <p:cNvSpPr/>
              <p:nvPr/>
            </p:nvSpPr>
            <p:spPr>
              <a:xfrm>
                <a:off x="517141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g1198">
                <a:extLst>
                  <a:ext uri="{FF2B5EF4-FFF2-40B4-BE49-F238E27FC236}">
                    <a16:creationId xmlns:a16="http://schemas.microsoft.com/office/drawing/2014/main" id="{B372473D-3E81-1634-652A-27857B276BA0}"/>
                  </a:ext>
                </a:extLst>
              </p:cNvPr>
              <p:cNvSpPr/>
              <p:nvPr/>
            </p:nvSpPr>
            <p:spPr>
              <a:xfrm>
                <a:off x="5183056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g1199">
                <a:extLst>
                  <a:ext uri="{FF2B5EF4-FFF2-40B4-BE49-F238E27FC236}">
                    <a16:creationId xmlns:a16="http://schemas.microsoft.com/office/drawing/2014/main" id="{DD8A04F1-936E-90BD-6334-0550BD428305}"/>
                  </a:ext>
                </a:extLst>
              </p:cNvPr>
              <p:cNvSpPr/>
              <p:nvPr/>
            </p:nvSpPr>
            <p:spPr>
              <a:xfrm>
                <a:off x="5194693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g1200">
                <a:extLst>
                  <a:ext uri="{FF2B5EF4-FFF2-40B4-BE49-F238E27FC236}">
                    <a16:creationId xmlns:a16="http://schemas.microsoft.com/office/drawing/2014/main" id="{1C4DC28B-2F09-5139-1466-110E90364755}"/>
                  </a:ext>
                </a:extLst>
              </p:cNvPr>
              <p:cNvSpPr/>
              <p:nvPr/>
            </p:nvSpPr>
            <p:spPr>
              <a:xfrm>
                <a:off x="520633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g1201">
                <a:extLst>
                  <a:ext uri="{FF2B5EF4-FFF2-40B4-BE49-F238E27FC236}">
                    <a16:creationId xmlns:a16="http://schemas.microsoft.com/office/drawing/2014/main" id="{E3B87BB6-0450-7F44-67BD-D1C58E0E3A3E}"/>
                  </a:ext>
                </a:extLst>
              </p:cNvPr>
              <p:cNvSpPr/>
              <p:nvPr/>
            </p:nvSpPr>
            <p:spPr>
              <a:xfrm>
                <a:off x="5217968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g1202">
                <a:extLst>
                  <a:ext uri="{FF2B5EF4-FFF2-40B4-BE49-F238E27FC236}">
                    <a16:creationId xmlns:a16="http://schemas.microsoft.com/office/drawing/2014/main" id="{050B7DB6-3E11-D90F-E6AB-8C3D2CBB9AE8}"/>
                  </a:ext>
                </a:extLst>
              </p:cNvPr>
              <p:cNvSpPr/>
              <p:nvPr/>
            </p:nvSpPr>
            <p:spPr>
              <a:xfrm>
                <a:off x="5287792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g1203">
                <a:extLst>
                  <a:ext uri="{FF2B5EF4-FFF2-40B4-BE49-F238E27FC236}">
                    <a16:creationId xmlns:a16="http://schemas.microsoft.com/office/drawing/2014/main" id="{21FFBACC-9F79-C81A-7B7E-479A34088031}"/>
                  </a:ext>
                </a:extLst>
              </p:cNvPr>
              <p:cNvSpPr/>
              <p:nvPr/>
            </p:nvSpPr>
            <p:spPr>
              <a:xfrm>
                <a:off x="529942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g1204">
                <a:extLst>
                  <a:ext uri="{FF2B5EF4-FFF2-40B4-BE49-F238E27FC236}">
                    <a16:creationId xmlns:a16="http://schemas.microsoft.com/office/drawing/2014/main" id="{637D75DE-144B-16AB-1CA8-9C2014358FED}"/>
                  </a:ext>
                </a:extLst>
              </p:cNvPr>
              <p:cNvSpPr/>
              <p:nvPr/>
            </p:nvSpPr>
            <p:spPr>
              <a:xfrm>
                <a:off x="531106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g1205">
                <a:extLst>
                  <a:ext uri="{FF2B5EF4-FFF2-40B4-BE49-F238E27FC236}">
                    <a16:creationId xmlns:a16="http://schemas.microsoft.com/office/drawing/2014/main" id="{4D8FED25-014D-AD40-84A3-FF3A45895AE4}"/>
                  </a:ext>
                </a:extLst>
              </p:cNvPr>
              <p:cNvSpPr/>
              <p:nvPr/>
            </p:nvSpPr>
            <p:spPr>
              <a:xfrm>
                <a:off x="5322704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g1206">
                <a:extLst>
                  <a:ext uri="{FF2B5EF4-FFF2-40B4-BE49-F238E27FC236}">
                    <a16:creationId xmlns:a16="http://schemas.microsoft.com/office/drawing/2014/main" id="{B2B3030A-8E45-CD03-52EC-B458AFE8B174}"/>
                  </a:ext>
                </a:extLst>
              </p:cNvPr>
              <p:cNvSpPr/>
              <p:nvPr/>
            </p:nvSpPr>
            <p:spPr>
              <a:xfrm>
                <a:off x="533434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g1207">
                <a:extLst>
                  <a:ext uri="{FF2B5EF4-FFF2-40B4-BE49-F238E27FC236}">
                    <a16:creationId xmlns:a16="http://schemas.microsoft.com/office/drawing/2014/main" id="{7795CDD7-0629-9FBB-661A-20FC632FAC82}"/>
                  </a:ext>
                </a:extLst>
              </p:cNvPr>
              <p:cNvSpPr/>
              <p:nvPr/>
            </p:nvSpPr>
            <p:spPr>
              <a:xfrm>
                <a:off x="534597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g1208">
                <a:extLst>
                  <a:ext uri="{FF2B5EF4-FFF2-40B4-BE49-F238E27FC236}">
                    <a16:creationId xmlns:a16="http://schemas.microsoft.com/office/drawing/2014/main" id="{9A3A5AFE-CA65-E3F3-17D9-32EC5796739F}"/>
                  </a:ext>
                </a:extLst>
              </p:cNvPr>
              <p:cNvSpPr/>
              <p:nvPr/>
            </p:nvSpPr>
            <p:spPr>
              <a:xfrm>
                <a:off x="506668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g1209">
                <a:extLst>
                  <a:ext uri="{FF2B5EF4-FFF2-40B4-BE49-F238E27FC236}">
                    <a16:creationId xmlns:a16="http://schemas.microsoft.com/office/drawing/2014/main" id="{7DB43429-978F-FFBE-4BB0-EC4A4E4ACC79}"/>
                  </a:ext>
                </a:extLst>
              </p:cNvPr>
              <p:cNvSpPr/>
              <p:nvPr/>
            </p:nvSpPr>
            <p:spPr>
              <a:xfrm>
                <a:off x="5078320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g1210">
                <a:extLst>
                  <a:ext uri="{FF2B5EF4-FFF2-40B4-BE49-F238E27FC236}">
                    <a16:creationId xmlns:a16="http://schemas.microsoft.com/office/drawing/2014/main" id="{69E610C7-617B-F010-7E58-A6CB16BD54BA}"/>
                  </a:ext>
                </a:extLst>
              </p:cNvPr>
              <p:cNvSpPr/>
              <p:nvPr/>
            </p:nvSpPr>
            <p:spPr>
              <a:xfrm>
                <a:off x="508995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g1211">
                <a:extLst>
                  <a:ext uri="{FF2B5EF4-FFF2-40B4-BE49-F238E27FC236}">
                    <a16:creationId xmlns:a16="http://schemas.microsoft.com/office/drawing/2014/main" id="{441C4243-9CE6-F203-F3F9-27CD19B39786}"/>
                  </a:ext>
                </a:extLst>
              </p:cNvPr>
              <p:cNvSpPr/>
              <p:nvPr/>
            </p:nvSpPr>
            <p:spPr>
              <a:xfrm>
                <a:off x="510159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g1212">
                <a:extLst>
                  <a:ext uri="{FF2B5EF4-FFF2-40B4-BE49-F238E27FC236}">
                    <a16:creationId xmlns:a16="http://schemas.microsoft.com/office/drawing/2014/main" id="{984D869D-1B33-7E8E-F0ED-82C054018DCE}"/>
                  </a:ext>
                </a:extLst>
              </p:cNvPr>
              <p:cNvSpPr/>
              <p:nvPr/>
            </p:nvSpPr>
            <p:spPr>
              <a:xfrm>
                <a:off x="5113232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g1213">
                <a:extLst>
                  <a:ext uri="{FF2B5EF4-FFF2-40B4-BE49-F238E27FC236}">
                    <a16:creationId xmlns:a16="http://schemas.microsoft.com/office/drawing/2014/main" id="{FA5534A5-32B3-F28D-B289-FADAC2B04493}"/>
                  </a:ext>
                </a:extLst>
              </p:cNvPr>
              <p:cNvSpPr/>
              <p:nvPr/>
            </p:nvSpPr>
            <p:spPr>
              <a:xfrm>
                <a:off x="512486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g1214">
                <a:extLst>
                  <a:ext uri="{FF2B5EF4-FFF2-40B4-BE49-F238E27FC236}">
                    <a16:creationId xmlns:a16="http://schemas.microsoft.com/office/drawing/2014/main" id="{74112E3A-DCC8-88F5-AD0E-52E4D64EB17E}"/>
                  </a:ext>
                </a:extLst>
              </p:cNvPr>
              <p:cNvSpPr/>
              <p:nvPr/>
            </p:nvSpPr>
            <p:spPr>
              <a:xfrm>
                <a:off x="513650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g1215">
                <a:extLst>
                  <a:ext uri="{FF2B5EF4-FFF2-40B4-BE49-F238E27FC236}">
                    <a16:creationId xmlns:a16="http://schemas.microsoft.com/office/drawing/2014/main" id="{1ED87E0D-6CF3-BF30-2B5E-FFFABA6BFF40}"/>
                  </a:ext>
                </a:extLst>
              </p:cNvPr>
              <p:cNvSpPr/>
              <p:nvPr/>
            </p:nvSpPr>
            <p:spPr>
              <a:xfrm>
                <a:off x="5148144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g1216">
                <a:extLst>
                  <a:ext uri="{FF2B5EF4-FFF2-40B4-BE49-F238E27FC236}">
                    <a16:creationId xmlns:a16="http://schemas.microsoft.com/office/drawing/2014/main" id="{03E79351-93A5-06BF-059C-DB8BB1919A5D}"/>
                  </a:ext>
                </a:extLst>
              </p:cNvPr>
              <p:cNvSpPr/>
              <p:nvPr/>
            </p:nvSpPr>
            <p:spPr>
              <a:xfrm>
                <a:off x="515978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g1217">
                <a:extLst>
                  <a:ext uri="{FF2B5EF4-FFF2-40B4-BE49-F238E27FC236}">
                    <a16:creationId xmlns:a16="http://schemas.microsoft.com/office/drawing/2014/main" id="{1E492D53-A191-3913-AE56-A7CEBFD72E32}"/>
                  </a:ext>
                </a:extLst>
              </p:cNvPr>
              <p:cNvSpPr/>
              <p:nvPr/>
            </p:nvSpPr>
            <p:spPr>
              <a:xfrm>
                <a:off x="517141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g1218">
                <a:extLst>
                  <a:ext uri="{FF2B5EF4-FFF2-40B4-BE49-F238E27FC236}">
                    <a16:creationId xmlns:a16="http://schemas.microsoft.com/office/drawing/2014/main" id="{B2C91FCB-4129-E924-26A4-8C0F3EF6E3CD}"/>
                  </a:ext>
                </a:extLst>
              </p:cNvPr>
              <p:cNvSpPr/>
              <p:nvPr/>
            </p:nvSpPr>
            <p:spPr>
              <a:xfrm>
                <a:off x="5183056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g1219">
                <a:extLst>
                  <a:ext uri="{FF2B5EF4-FFF2-40B4-BE49-F238E27FC236}">
                    <a16:creationId xmlns:a16="http://schemas.microsoft.com/office/drawing/2014/main" id="{674A86AC-509A-F326-1EDD-F8BC26370B50}"/>
                  </a:ext>
                </a:extLst>
              </p:cNvPr>
              <p:cNvSpPr/>
              <p:nvPr/>
            </p:nvSpPr>
            <p:spPr>
              <a:xfrm>
                <a:off x="519469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g1220">
                <a:extLst>
                  <a:ext uri="{FF2B5EF4-FFF2-40B4-BE49-F238E27FC236}">
                    <a16:creationId xmlns:a16="http://schemas.microsoft.com/office/drawing/2014/main" id="{1D370965-EBE6-7AD0-5E5E-49750F505CF5}"/>
                  </a:ext>
                </a:extLst>
              </p:cNvPr>
              <p:cNvSpPr/>
              <p:nvPr/>
            </p:nvSpPr>
            <p:spPr>
              <a:xfrm>
                <a:off x="520633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g1221">
                <a:extLst>
                  <a:ext uri="{FF2B5EF4-FFF2-40B4-BE49-F238E27FC236}">
                    <a16:creationId xmlns:a16="http://schemas.microsoft.com/office/drawing/2014/main" id="{A74D7D58-A9B2-4E96-C9E7-E1E75ABA27B9}"/>
                  </a:ext>
                </a:extLst>
              </p:cNvPr>
              <p:cNvSpPr/>
              <p:nvPr/>
            </p:nvSpPr>
            <p:spPr>
              <a:xfrm>
                <a:off x="5217968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g1222">
                <a:extLst>
                  <a:ext uri="{FF2B5EF4-FFF2-40B4-BE49-F238E27FC236}">
                    <a16:creationId xmlns:a16="http://schemas.microsoft.com/office/drawing/2014/main" id="{9CDC8625-59FA-5005-3DF5-ED23039863CA}"/>
                  </a:ext>
                </a:extLst>
              </p:cNvPr>
              <p:cNvSpPr/>
              <p:nvPr/>
            </p:nvSpPr>
            <p:spPr>
              <a:xfrm>
                <a:off x="522960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g1223">
                <a:extLst>
                  <a:ext uri="{FF2B5EF4-FFF2-40B4-BE49-F238E27FC236}">
                    <a16:creationId xmlns:a16="http://schemas.microsoft.com/office/drawing/2014/main" id="{A8491C68-4DDF-BDE5-356A-AA506FC196CF}"/>
                  </a:ext>
                </a:extLst>
              </p:cNvPr>
              <p:cNvSpPr/>
              <p:nvPr/>
            </p:nvSpPr>
            <p:spPr>
              <a:xfrm>
                <a:off x="524124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g1224">
                <a:extLst>
                  <a:ext uri="{FF2B5EF4-FFF2-40B4-BE49-F238E27FC236}">
                    <a16:creationId xmlns:a16="http://schemas.microsoft.com/office/drawing/2014/main" id="{2B7CC2D5-494B-76C1-0F7B-9BDDB6FBCAF8}"/>
                  </a:ext>
                </a:extLst>
              </p:cNvPr>
              <p:cNvSpPr/>
              <p:nvPr/>
            </p:nvSpPr>
            <p:spPr>
              <a:xfrm>
                <a:off x="5252880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g1225">
                <a:extLst>
                  <a:ext uri="{FF2B5EF4-FFF2-40B4-BE49-F238E27FC236}">
                    <a16:creationId xmlns:a16="http://schemas.microsoft.com/office/drawing/2014/main" id="{067F8F87-5443-B2B1-BF04-96D520C3E581}"/>
                  </a:ext>
                </a:extLst>
              </p:cNvPr>
              <p:cNvSpPr/>
              <p:nvPr/>
            </p:nvSpPr>
            <p:spPr>
              <a:xfrm>
                <a:off x="527615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g1226">
                <a:extLst>
                  <a:ext uri="{FF2B5EF4-FFF2-40B4-BE49-F238E27FC236}">
                    <a16:creationId xmlns:a16="http://schemas.microsoft.com/office/drawing/2014/main" id="{3A1B8612-92D7-7D05-3F07-D41CA7A3878E}"/>
                  </a:ext>
                </a:extLst>
              </p:cNvPr>
              <p:cNvSpPr/>
              <p:nvPr/>
            </p:nvSpPr>
            <p:spPr>
              <a:xfrm>
                <a:off x="5287792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g1227">
                <a:extLst>
                  <a:ext uri="{FF2B5EF4-FFF2-40B4-BE49-F238E27FC236}">
                    <a16:creationId xmlns:a16="http://schemas.microsoft.com/office/drawing/2014/main" id="{7AABEF09-7ABA-A371-A8D3-C06E87C50927}"/>
                  </a:ext>
                </a:extLst>
              </p:cNvPr>
              <p:cNvSpPr/>
              <p:nvPr/>
            </p:nvSpPr>
            <p:spPr>
              <a:xfrm>
                <a:off x="529942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C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g1228">
                <a:extLst>
                  <a:ext uri="{FF2B5EF4-FFF2-40B4-BE49-F238E27FC236}">
                    <a16:creationId xmlns:a16="http://schemas.microsoft.com/office/drawing/2014/main" id="{6737D21E-986A-3149-332F-6C574ACBA905}"/>
                  </a:ext>
                </a:extLst>
              </p:cNvPr>
              <p:cNvSpPr/>
              <p:nvPr/>
            </p:nvSpPr>
            <p:spPr>
              <a:xfrm>
                <a:off x="531106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g1229">
                <a:extLst>
                  <a:ext uri="{FF2B5EF4-FFF2-40B4-BE49-F238E27FC236}">
                    <a16:creationId xmlns:a16="http://schemas.microsoft.com/office/drawing/2014/main" id="{142422CB-42BA-5FE4-3BC5-A3F6493C746D}"/>
                  </a:ext>
                </a:extLst>
              </p:cNvPr>
              <p:cNvSpPr/>
              <p:nvPr/>
            </p:nvSpPr>
            <p:spPr>
              <a:xfrm>
                <a:off x="5322704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g1230">
                <a:extLst>
                  <a:ext uri="{FF2B5EF4-FFF2-40B4-BE49-F238E27FC236}">
                    <a16:creationId xmlns:a16="http://schemas.microsoft.com/office/drawing/2014/main" id="{3E380F51-301A-9DCD-C3C2-9B1DBB1E6D61}"/>
                  </a:ext>
                </a:extLst>
              </p:cNvPr>
              <p:cNvSpPr/>
              <p:nvPr/>
            </p:nvSpPr>
            <p:spPr>
              <a:xfrm>
                <a:off x="533434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g1231">
                <a:extLst>
                  <a:ext uri="{FF2B5EF4-FFF2-40B4-BE49-F238E27FC236}">
                    <a16:creationId xmlns:a16="http://schemas.microsoft.com/office/drawing/2014/main" id="{92588172-C668-CA91-9F5D-F1CC94C5224F}"/>
                  </a:ext>
                </a:extLst>
              </p:cNvPr>
              <p:cNvSpPr/>
              <p:nvPr/>
            </p:nvSpPr>
            <p:spPr>
              <a:xfrm>
                <a:off x="534597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g1232">
                <a:extLst>
                  <a:ext uri="{FF2B5EF4-FFF2-40B4-BE49-F238E27FC236}">
                    <a16:creationId xmlns:a16="http://schemas.microsoft.com/office/drawing/2014/main" id="{D1F1518A-0080-7CC4-F5FC-E6BBF31AAEC8}"/>
                  </a:ext>
                </a:extLst>
              </p:cNvPr>
              <p:cNvSpPr/>
              <p:nvPr/>
            </p:nvSpPr>
            <p:spPr>
              <a:xfrm>
                <a:off x="506668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g1233">
                <a:extLst>
                  <a:ext uri="{FF2B5EF4-FFF2-40B4-BE49-F238E27FC236}">
                    <a16:creationId xmlns:a16="http://schemas.microsoft.com/office/drawing/2014/main" id="{8FEA9FB7-0AC5-DA46-6816-1E75D5810ADD}"/>
                  </a:ext>
                </a:extLst>
              </p:cNvPr>
              <p:cNvSpPr/>
              <p:nvPr/>
            </p:nvSpPr>
            <p:spPr>
              <a:xfrm>
                <a:off x="5078320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g1234">
                <a:extLst>
                  <a:ext uri="{FF2B5EF4-FFF2-40B4-BE49-F238E27FC236}">
                    <a16:creationId xmlns:a16="http://schemas.microsoft.com/office/drawing/2014/main" id="{C4FD861D-949B-FA8F-18D9-9A994BC8F97A}"/>
                  </a:ext>
                </a:extLst>
              </p:cNvPr>
              <p:cNvSpPr/>
              <p:nvPr/>
            </p:nvSpPr>
            <p:spPr>
              <a:xfrm>
                <a:off x="508995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g1235">
                <a:extLst>
                  <a:ext uri="{FF2B5EF4-FFF2-40B4-BE49-F238E27FC236}">
                    <a16:creationId xmlns:a16="http://schemas.microsoft.com/office/drawing/2014/main" id="{AAB98F6E-482F-98FF-41D2-D1771FF469C5}"/>
                  </a:ext>
                </a:extLst>
              </p:cNvPr>
              <p:cNvSpPr/>
              <p:nvPr/>
            </p:nvSpPr>
            <p:spPr>
              <a:xfrm>
                <a:off x="510159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g1236">
                <a:extLst>
                  <a:ext uri="{FF2B5EF4-FFF2-40B4-BE49-F238E27FC236}">
                    <a16:creationId xmlns:a16="http://schemas.microsoft.com/office/drawing/2014/main" id="{CF8C1714-90D3-32F2-FD10-6F558DBBA361}"/>
                  </a:ext>
                </a:extLst>
              </p:cNvPr>
              <p:cNvSpPr/>
              <p:nvPr/>
            </p:nvSpPr>
            <p:spPr>
              <a:xfrm>
                <a:off x="5113232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g1237">
                <a:extLst>
                  <a:ext uri="{FF2B5EF4-FFF2-40B4-BE49-F238E27FC236}">
                    <a16:creationId xmlns:a16="http://schemas.microsoft.com/office/drawing/2014/main" id="{D125FE5D-8272-5230-D685-1E5337CB3A43}"/>
                  </a:ext>
                </a:extLst>
              </p:cNvPr>
              <p:cNvSpPr/>
              <p:nvPr/>
            </p:nvSpPr>
            <p:spPr>
              <a:xfrm>
                <a:off x="512486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g1238">
                <a:extLst>
                  <a:ext uri="{FF2B5EF4-FFF2-40B4-BE49-F238E27FC236}">
                    <a16:creationId xmlns:a16="http://schemas.microsoft.com/office/drawing/2014/main" id="{12AA176F-9FF5-564F-ED84-F816FD7B201E}"/>
                  </a:ext>
                </a:extLst>
              </p:cNvPr>
              <p:cNvSpPr/>
              <p:nvPr/>
            </p:nvSpPr>
            <p:spPr>
              <a:xfrm>
                <a:off x="513650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g1239">
                <a:extLst>
                  <a:ext uri="{FF2B5EF4-FFF2-40B4-BE49-F238E27FC236}">
                    <a16:creationId xmlns:a16="http://schemas.microsoft.com/office/drawing/2014/main" id="{0F2592D5-B115-04A5-C238-FBD7E8E0BEFA}"/>
                  </a:ext>
                </a:extLst>
              </p:cNvPr>
              <p:cNvSpPr/>
              <p:nvPr/>
            </p:nvSpPr>
            <p:spPr>
              <a:xfrm>
                <a:off x="5148144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g1240">
                <a:extLst>
                  <a:ext uri="{FF2B5EF4-FFF2-40B4-BE49-F238E27FC236}">
                    <a16:creationId xmlns:a16="http://schemas.microsoft.com/office/drawing/2014/main" id="{7FE8E3B3-64E2-4DB5-25E5-B7AEF4273192}"/>
                  </a:ext>
                </a:extLst>
              </p:cNvPr>
              <p:cNvSpPr/>
              <p:nvPr/>
            </p:nvSpPr>
            <p:spPr>
              <a:xfrm>
                <a:off x="515978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g1241">
                <a:extLst>
                  <a:ext uri="{FF2B5EF4-FFF2-40B4-BE49-F238E27FC236}">
                    <a16:creationId xmlns:a16="http://schemas.microsoft.com/office/drawing/2014/main" id="{D38CB7D0-978A-E375-F1DE-DE3D1D3D9433}"/>
                  </a:ext>
                </a:extLst>
              </p:cNvPr>
              <p:cNvSpPr/>
              <p:nvPr/>
            </p:nvSpPr>
            <p:spPr>
              <a:xfrm>
                <a:off x="517141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g1242">
                <a:extLst>
                  <a:ext uri="{FF2B5EF4-FFF2-40B4-BE49-F238E27FC236}">
                    <a16:creationId xmlns:a16="http://schemas.microsoft.com/office/drawing/2014/main" id="{EFEE62B3-724F-DE1D-430A-6CD596E1B552}"/>
                  </a:ext>
                </a:extLst>
              </p:cNvPr>
              <p:cNvSpPr/>
              <p:nvPr/>
            </p:nvSpPr>
            <p:spPr>
              <a:xfrm>
                <a:off x="5183056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g1243">
                <a:extLst>
                  <a:ext uri="{FF2B5EF4-FFF2-40B4-BE49-F238E27FC236}">
                    <a16:creationId xmlns:a16="http://schemas.microsoft.com/office/drawing/2014/main" id="{97E45CB4-FBC3-655D-F424-B0EF74C5BBAE}"/>
                  </a:ext>
                </a:extLst>
              </p:cNvPr>
              <p:cNvSpPr/>
              <p:nvPr/>
            </p:nvSpPr>
            <p:spPr>
              <a:xfrm>
                <a:off x="519469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g1244">
                <a:extLst>
                  <a:ext uri="{FF2B5EF4-FFF2-40B4-BE49-F238E27FC236}">
                    <a16:creationId xmlns:a16="http://schemas.microsoft.com/office/drawing/2014/main" id="{5ADC0315-989E-3012-BCF0-361C1A1E52EF}"/>
                  </a:ext>
                </a:extLst>
              </p:cNvPr>
              <p:cNvSpPr/>
              <p:nvPr/>
            </p:nvSpPr>
            <p:spPr>
              <a:xfrm>
                <a:off x="520633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g1245">
                <a:extLst>
                  <a:ext uri="{FF2B5EF4-FFF2-40B4-BE49-F238E27FC236}">
                    <a16:creationId xmlns:a16="http://schemas.microsoft.com/office/drawing/2014/main" id="{77DF558F-E9C4-65E7-DB05-763784D51C3E}"/>
                  </a:ext>
                </a:extLst>
              </p:cNvPr>
              <p:cNvSpPr/>
              <p:nvPr/>
            </p:nvSpPr>
            <p:spPr>
              <a:xfrm>
                <a:off x="5217968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g1246">
                <a:extLst>
                  <a:ext uri="{FF2B5EF4-FFF2-40B4-BE49-F238E27FC236}">
                    <a16:creationId xmlns:a16="http://schemas.microsoft.com/office/drawing/2014/main" id="{DBF56B65-2686-0ABC-2776-664C6EA10DAA}"/>
                  </a:ext>
                </a:extLst>
              </p:cNvPr>
              <p:cNvSpPr/>
              <p:nvPr/>
            </p:nvSpPr>
            <p:spPr>
              <a:xfrm>
                <a:off x="522960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g1247">
                <a:extLst>
                  <a:ext uri="{FF2B5EF4-FFF2-40B4-BE49-F238E27FC236}">
                    <a16:creationId xmlns:a16="http://schemas.microsoft.com/office/drawing/2014/main" id="{251609D1-2983-D1B5-3C3A-C8E313DEA416}"/>
                  </a:ext>
                </a:extLst>
              </p:cNvPr>
              <p:cNvSpPr/>
              <p:nvPr/>
            </p:nvSpPr>
            <p:spPr>
              <a:xfrm>
                <a:off x="524124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g1248">
                <a:extLst>
                  <a:ext uri="{FF2B5EF4-FFF2-40B4-BE49-F238E27FC236}">
                    <a16:creationId xmlns:a16="http://schemas.microsoft.com/office/drawing/2014/main" id="{1F74B632-3FFB-4526-ABA2-E009316A291F}"/>
                  </a:ext>
                </a:extLst>
              </p:cNvPr>
              <p:cNvSpPr/>
              <p:nvPr/>
            </p:nvSpPr>
            <p:spPr>
              <a:xfrm>
                <a:off x="5252880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g1249">
                <a:extLst>
                  <a:ext uri="{FF2B5EF4-FFF2-40B4-BE49-F238E27FC236}">
                    <a16:creationId xmlns:a16="http://schemas.microsoft.com/office/drawing/2014/main" id="{4902A667-CF43-34E6-5F35-3D7CB5163B74}"/>
                  </a:ext>
                </a:extLst>
              </p:cNvPr>
              <p:cNvSpPr/>
              <p:nvPr/>
            </p:nvSpPr>
            <p:spPr>
              <a:xfrm>
                <a:off x="526451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5E3C9">
                  <a:alpha val="100000"/>
                </a:srgbClr>
              </a:solidFill>
              <a:ln w="5420" cap="flat">
                <a:solidFill>
                  <a:srgbClr val="A5E3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g1250">
                <a:extLst>
                  <a:ext uri="{FF2B5EF4-FFF2-40B4-BE49-F238E27FC236}">
                    <a16:creationId xmlns:a16="http://schemas.microsoft.com/office/drawing/2014/main" id="{0BAC696A-F1CB-3F1B-F0A8-15891DBC151A}"/>
                  </a:ext>
                </a:extLst>
              </p:cNvPr>
              <p:cNvSpPr/>
              <p:nvPr/>
            </p:nvSpPr>
            <p:spPr>
              <a:xfrm>
                <a:off x="527615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7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g1251">
                <a:extLst>
                  <a:ext uri="{FF2B5EF4-FFF2-40B4-BE49-F238E27FC236}">
                    <a16:creationId xmlns:a16="http://schemas.microsoft.com/office/drawing/2014/main" id="{7B7DA890-C23C-6763-9BCC-5975EA991436}"/>
                  </a:ext>
                </a:extLst>
              </p:cNvPr>
              <p:cNvSpPr/>
              <p:nvPr/>
            </p:nvSpPr>
            <p:spPr>
              <a:xfrm>
                <a:off x="5287792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g1252">
                <a:extLst>
                  <a:ext uri="{FF2B5EF4-FFF2-40B4-BE49-F238E27FC236}">
                    <a16:creationId xmlns:a16="http://schemas.microsoft.com/office/drawing/2014/main" id="{5FD9A906-4EDC-B056-62CD-0D1D476D0CEB}"/>
                  </a:ext>
                </a:extLst>
              </p:cNvPr>
              <p:cNvSpPr/>
              <p:nvPr/>
            </p:nvSpPr>
            <p:spPr>
              <a:xfrm>
                <a:off x="529942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g1253">
                <a:extLst>
                  <a:ext uri="{FF2B5EF4-FFF2-40B4-BE49-F238E27FC236}">
                    <a16:creationId xmlns:a16="http://schemas.microsoft.com/office/drawing/2014/main" id="{875E8645-F9DB-A148-A598-71A75B8112CE}"/>
                  </a:ext>
                </a:extLst>
              </p:cNvPr>
              <p:cNvSpPr/>
              <p:nvPr/>
            </p:nvSpPr>
            <p:spPr>
              <a:xfrm>
                <a:off x="531106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g1254">
                <a:extLst>
                  <a:ext uri="{FF2B5EF4-FFF2-40B4-BE49-F238E27FC236}">
                    <a16:creationId xmlns:a16="http://schemas.microsoft.com/office/drawing/2014/main" id="{7D18166F-EBF3-64C6-A361-B5F92BC42C76}"/>
                  </a:ext>
                </a:extLst>
              </p:cNvPr>
              <p:cNvSpPr/>
              <p:nvPr/>
            </p:nvSpPr>
            <p:spPr>
              <a:xfrm>
                <a:off x="5322704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g1255">
                <a:extLst>
                  <a:ext uri="{FF2B5EF4-FFF2-40B4-BE49-F238E27FC236}">
                    <a16:creationId xmlns:a16="http://schemas.microsoft.com/office/drawing/2014/main" id="{28BD2906-1C16-23DC-1ECD-4A1A6CD01453}"/>
                  </a:ext>
                </a:extLst>
              </p:cNvPr>
              <p:cNvSpPr/>
              <p:nvPr/>
            </p:nvSpPr>
            <p:spPr>
              <a:xfrm>
                <a:off x="533434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g1256">
                <a:extLst>
                  <a:ext uri="{FF2B5EF4-FFF2-40B4-BE49-F238E27FC236}">
                    <a16:creationId xmlns:a16="http://schemas.microsoft.com/office/drawing/2014/main" id="{4C033C22-3FAB-930C-CEBA-A8792DF2B45E}"/>
                  </a:ext>
                </a:extLst>
              </p:cNvPr>
              <p:cNvSpPr/>
              <p:nvPr/>
            </p:nvSpPr>
            <p:spPr>
              <a:xfrm>
                <a:off x="506668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g1257">
                <a:extLst>
                  <a:ext uri="{FF2B5EF4-FFF2-40B4-BE49-F238E27FC236}">
                    <a16:creationId xmlns:a16="http://schemas.microsoft.com/office/drawing/2014/main" id="{14510C23-1B0D-322F-8275-FA629F266B0B}"/>
                  </a:ext>
                </a:extLst>
              </p:cNvPr>
              <p:cNvSpPr/>
              <p:nvPr/>
            </p:nvSpPr>
            <p:spPr>
              <a:xfrm>
                <a:off x="5078320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g1258">
                <a:extLst>
                  <a:ext uri="{FF2B5EF4-FFF2-40B4-BE49-F238E27FC236}">
                    <a16:creationId xmlns:a16="http://schemas.microsoft.com/office/drawing/2014/main" id="{4233654A-CEB2-1E76-70C4-F73C5FB37067}"/>
                  </a:ext>
                </a:extLst>
              </p:cNvPr>
              <p:cNvSpPr/>
              <p:nvPr/>
            </p:nvSpPr>
            <p:spPr>
              <a:xfrm>
                <a:off x="508995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g1259">
                <a:extLst>
                  <a:ext uri="{FF2B5EF4-FFF2-40B4-BE49-F238E27FC236}">
                    <a16:creationId xmlns:a16="http://schemas.microsoft.com/office/drawing/2014/main" id="{B70E5A9D-1C3D-8617-A726-8B3265253887}"/>
                  </a:ext>
                </a:extLst>
              </p:cNvPr>
              <p:cNvSpPr/>
              <p:nvPr/>
            </p:nvSpPr>
            <p:spPr>
              <a:xfrm>
                <a:off x="510159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g1260">
                <a:extLst>
                  <a:ext uri="{FF2B5EF4-FFF2-40B4-BE49-F238E27FC236}">
                    <a16:creationId xmlns:a16="http://schemas.microsoft.com/office/drawing/2014/main" id="{96D500E4-24C7-AA3C-85B2-2C5DACB2A43B}"/>
                  </a:ext>
                </a:extLst>
              </p:cNvPr>
              <p:cNvSpPr/>
              <p:nvPr/>
            </p:nvSpPr>
            <p:spPr>
              <a:xfrm>
                <a:off x="5113232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g1261">
                <a:extLst>
                  <a:ext uri="{FF2B5EF4-FFF2-40B4-BE49-F238E27FC236}">
                    <a16:creationId xmlns:a16="http://schemas.microsoft.com/office/drawing/2014/main" id="{042B84D8-1F36-FECD-C175-BBFD94C55E7C}"/>
                  </a:ext>
                </a:extLst>
              </p:cNvPr>
              <p:cNvSpPr/>
              <p:nvPr/>
            </p:nvSpPr>
            <p:spPr>
              <a:xfrm>
                <a:off x="512486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g1262">
                <a:extLst>
                  <a:ext uri="{FF2B5EF4-FFF2-40B4-BE49-F238E27FC236}">
                    <a16:creationId xmlns:a16="http://schemas.microsoft.com/office/drawing/2014/main" id="{D2D98D22-61F7-B56A-655C-54C14FC11D5A}"/>
                  </a:ext>
                </a:extLst>
              </p:cNvPr>
              <p:cNvSpPr/>
              <p:nvPr/>
            </p:nvSpPr>
            <p:spPr>
              <a:xfrm>
                <a:off x="513650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g1263">
                <a:extLst>
                  <a:ext uri="{FF2B5EF4-FFF2-40B4-BE49-F238E27FC236}">
                    <a16:creationId xmlns:a16="http://schemas.microsoft.com/office/drawing/2014/main" id="{21EA87A3-5489-0ECC-1FF3-3029C2520689}"/>
                  </a:ext>
                </a:extLst>
              </p:cNvPr>
              <p:cNvSpPr/>
              <p:nvPr/>
            </p:nvSpPr>
            <p:spPr>
              <a:xfrm>
                <a:off x="5148144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g1264">
                <a:extLst>
                  <a:ext uri="{FF2B5EF4-FFF2-40B4-BE49-F238E27FC236}">
                    <a16:creationId xmlns:a16="http://schemas.microsoft.com/office/drawing/2014/main" id="{76A0C16C-96A4-4D0C-6B06-3929AA50E134}"/>
                  </a:ext>
                </a:extLst>
              </p:cNvPr>
              <p:cNvSpPr/>
              <p:nvPr/>
            </p:nvSpPr>
            <p:spPr>
              <a:xfrm>
                <a:off x="5159781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g1265">
                <a:extLst>
                  <a:ext uri="{FF2B5EF4-FFF2-40B4-BE49-F238E27FC236}">
                    <a16:creationId xmlns:a16="http://schemas.microsoft.com/office/drawing/2014/main" id="{FF0D8B3A-59AA-44BE-6D47-404219F29BD7}"/>
                  </a:ext>
                </a:extLst>
              </p:cNvPr>
              <p:cNvSpPr/>
              <p:nvPr/>
            </p:nvSpPr>
            <p:spPr>
              <a:xfrm>
                <a:off x="517141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g1266">
                <a:extLst>
                  <a:ext uri="{FF2B5EF4-FFF2-40B4-BE49-F238E27FC236}">
                    <a16:creationId xmlns:a16="http://schemas.microsoft.com/office/drawing/2014/main" id="{CB7B4FD0-FADA-6A64-F508-6DD0A1B07AAB}"/>
                  </a:ext>
                </a:extLst>
              </p:cNvPr>
              <p:cNvSpPr/>
              <p:nvPr/>
            </p:nvSpPr>
            <p:spPr>
              <a:xfrm>
                <a:off x="5183056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g1267">
                <a:extLst>
                  <a:ext uri="{FF2B5EF4-FFF2-40B4-BE49-F238E27FC236}">
                    <a16:creationId xmlns:a16="http://schemas.microsoft.com/office/drawing/2014/main" id="{B6BC035A-C399-64D8-3DE1-18D91D0877DC}"/>
                  </a:ext>
                </a:extLst>
              </p:cNvPr>
              <p:cNvSpPr/>
              <p:nvPr/>
            </p:nvSpPr>
            <p:spPr>
              <a:xfrm>
                <a:off x="519469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g1268">
                <a:extLst>
                  <a:ext uri="{FF2B5EF4-FFF2-40B4-BE49-F238E27FC236}">
                    <a16:creationId xmlns:a16="http://schemas.microsoft.com/office/drawing/2014/main" id="{68041EB1-E6B2-B8EB-4A59-0FA92A4CA054}"/>
                  </a:ext>
                </a:extLst>
              </p:cNvPr>
              <p:cNvSpPr/>
              <p:nvPr/>
            </p:nvSpPr>
            <p:spPr>
              <a:xfrm>
                <a:off x="5206331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g1269">
                <a:extLst>
                  <a:ext uri="{FF2B5EF4-FFF2-40B4-BE49-F238E27FC236}">
                    <a16:creationId xmlns:a16="http://schemas.microsoft.com/office/drawing/2014/main" id="{66CBB900-AF2D-3484-22F8-8679DC016AE1}"/>
                  </a:ext>
                </a:extLst>
              </p:cNvPr>
              <p:cNvSpPr/>
              <p:nvPr/>
            </p:nvSpPr>
            <p:spPr>
              <a:xfrm>
                <a:off x="5217968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g1270">
                <a:extLst>
                  <a:ext uri="{FF2B5EF4-FFF2-40B4-BE49-F238E27FC236}">
                    <a16:creationId xmlns:a16="http://schemas.microsoft.com/office/drawing/2014/main" id="{EF8D8631-6152-36D2-1CAD-BC0B03707B27}"/>
                  </a:ext>
                </a:extLst>
              </p:cNvPr>
              <p:cNvSpPr/>
              <p:nvPr/>
            </p:nvSpPr>
            <p:spPr>
              <a:xfrm>
                <a:off x="522960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g1271">
                <a:extLst>
                  <a:ext uri="{FF2B5EF4-FFF2-40B4-BE49-F238E27FC236}">
                    <a16:creationId xmlns:a16="http://schemas.microsoft.com/office/drawing/2014/main" id="{1E2E9AAF-06D9-F6A1-0D53-6AA12E109F63}"/>
                  </a:ext>
                </a:extLst>
              </p:cNvPr>
              <p:cNvSpPr/>
              <p:nvPr/>
            </p:nvSpPr>
            <p:spPr>
              <a:xfrm>
                <a:off x="524124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9E4CB">
                  <a:alpha val="100000"/>
                </a:srgbClr>
              </a:solidFill>
              <a:ln w="5420" cap="flat">
                <a:solidFill>
                  <a:srgbClr val="A9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g1272">
                <a:extLst>
                  <a:ext uri="{FF2B5EF4-FFF2-40B4-BE49-F238E27FC236}">
                    <a16:creationId xmlns:a16="http://schemas.microsoft.com/office/drawing/2014/main" id="{F80B4D6A-B471-7C3F-9CCB-93626FD8519B}"/>
                  </a:ext>
                </a:extLst>
              </p:cNvPr>
              <p:cNvSpPr/>
              <p:nvPr/>
            </p:nvSpPr>
            <p:spPr>
              <a:xfrm>
                <a:off x="5252880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CD7">
                  <a:alpha val="100000"/>
                </a:srgbClr>
              </a:solidFill>
              <a:ln w="5420" cap="flat">
                <a:solidFill>
                  <a:srgbClr val="C1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g1273">
                <a:extLst>
                  <a:ext uri="{FF2B5EF4-FFF2-40B4-BE49-F238E27FC236}">
                    <a16:creationId xmlns:a16="http://schemas.microsoft.com/office/drawing/2014/main" id="{E77780C0-A041-119F-563F-A13F61A6499E}"/>
                  </a:ext>
                </a:extLst>
              </p:cNvPr>
              <p:cNvSpPr/>
              <p:nvPr/>
            </p:nvSpPr>
            <p:spPr>
              <a:xfrm>
                <a:off x="526451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7EDD9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g1274">
                <a:extLst>
                  <a:ext uri="{FF2B5EF4-FFF2-40B4-BE49-F238E27FC236}">
                    <a16:creationId xmlns:a16="http://schemas.microsoft.com/office/drawing/2014/main" id="{9A95BEC4-DE1E-B60E-64A0-411626891312}"/>
                  </a:ext>
                </a:extLst>
              </p:cNvPr>
              <p:cNvSpPr/>
              <p:nvPr/>
            </p:nvSpPr>
            <p:spPr>
              <a:xfrm>
                <a:off x="527615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g1275">
                <a:extLst>
                  <a:ext uri="{FF2B5EF4-FFF2-40B4-BE49-F238E27FC236}">
                    <a16:creationId xmlns:a16="http://schemas.microsoft.com/office/drawing/2014/main" id="{A7130EB9-15FF-73DA-5301-213EB33C5F79}"/>
                  </a:ext>
                </a:extLst>
              </p:cNvPr>
              <p:cNvSpPr/>
              <p:nvPr/>
            </p:nvSpPr>
            <p:spPr>
              <a:xfrm>
                <a:off x="5287792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8D2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g1276">
                <a:extLst>
                  <a:ext uri="{FF2B5EF4-FFF2-40B4-BE49-F238E27FC236}">
                    <a16:creationId xmlns:a16="http://schemas.microsoft.com/office/drawing/2014/main" id="{56DD068B-2BA1-E164-EB08-2BBE31CB4131}"/>
                  </a:ext>
                </a:extLst>
              </p:cNvPr>
              <p:cNvSpPr/>
              <p:nvPr/>
            </p:nvSpPr>
            <p:spPr>
              <a:xfrm>
                <a:off x="529942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g1277">
                <a:extLst>
                  <a:ext uri="{FF2B5EF4-FFF2-40B4-BE49-F238E27FC236}">
                    <a16:creationId xmlns:a16="http://schemas.microsoft.com/office/drawing/2014/main" id="{7540EA1E-6B41-A765-DF2C-7D99C63DE27F}"/>
                  </a:ext>
                </a:extLst>
              </p:cNvPr>
              <p:cNvSpPr/>
              <p:nvPr/>
            </p:nvSpPr>
            <p:spPr>
              <a:xfrm>
                <a:off x="531106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g1278">
                <a:extLst>
                  <a:ext uri="{FF2B5EF4-FFF2-40B4-BE49-F238E27FC236}">
                    <a16:creationId xmlns:a16="http://schemas.microsoft.com/office/drawing/2014/main" id="{71064817-BDBA-FCDC-68A7-98B8256533B4}"/>
                  </a:ext>
                </a:extLst>
              </p:cNvPr>
              <p:cNvSpPr/>
              <p:nvPr/>
            </p:nvSpPr>
            <p:spPr>
              <a:xfrm>
                <a:off x="5322704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g1279">
                <a:extLst>
                  <a:ext uri="{FF2B5EF4-FFF2-40B4-BE49-F238E27FC236}">
                    <a16:creationId xmlns:a16="http://schemas.microsoft.com/office/drawing/2014/main" id="{586B3C67-7AF9-BED5-2703-B9EB61A14BE6}"/>
                  </a:ext>
                </a:extLst>
              </p:cNvPr>
              <p:cNvSpPr/>
              <p:nvPr/>
            </p:nvSpPr>
            <p:spPr>
              <a:xfrm>
                <a:off x="5031771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g1280">
                <a:extLst>
                  <a:ext uri="{FF2B5EF4-FFF2-40B4-BE49-F238E27FC236}">
                    <a16:creationId xmlns:a16="http://schemas.microsoft.com/office/drawing/2014/main" id="{E1C0891A-20A7-12CA-C632-59FF5A7CA106}"/>
                  </a:ext>
                </a:extLst>
              </p:cNvPr>
              <p:cNvSpPr/>
              <p:nvPr/>
            </p:nvSpPr>
            <p:spPr>
              <a:xfrm>
                <a:off x="5043408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g1281">
                <a:extLst>
                  <a:ext uri="{FF2B5EF4-FFF2-40B4-BE49-F238E27FC236}">
                    <a16:creationId xmlns:a16="http://schemas.microsoft.com/office/drawing/2014/main" id="{2A01A2AE-A3E2-44D0-CE7C-4F884F59F472}"/>
                  </a:ext>
                </a:extLst>
              </p:cNvPr>
              <p:cNvSpPr/>
              <p:nvPr/>
            </p:nvSpPr>
            <p:spPr>
              <a:xfrm>
                <a:off x="506668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g1282">
                <a:extLst>
                  <a:ext uri="{FF2B5EF4-FFF2-40B4-BE49-F238E27FC236}">
                    <a16:creationId xmlns:a16="http://schemas.microsoft.com/office/drawing/2014/main" id="{51BC079E-6578-E72E-47D7-8EB326F7C35E}"/>
                  </a:ext>
                </a:extLst>
              </p:cNvPr>
              <p:cNvSpPr/>
              <p:nvPr/>
            </p:nvSpPr>
            <p:spPr>
              <a:xfrm>
                <a:off x="5078320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g1283">
                <a:extLst>
                  <a:ext uri="{FF2B5EF4-FFF2-40B4-BE49-F238E27FC236}">
                    <a16:creationId xmlns:a16="http://schemas.microsoft.com/office/drawing/2014/main" id="{74DDBE2D-8D47-2DF3-7B7D-87CCB05C2385}"/>
                  </a:ext>
                </a:extLst>
              </p:cNvPr>
              <p:cNvSpPr/>
              <p:nvPr/>
            </p:nvSpPr>
            <p:spPr>
              <a:xfrm>
                <a:off x="508995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g1284">
                <a:extLst>
                  <a:ext uri="{FF2B5EF4-FFF2-40B4-BE49-F238E27FC236}">
                    <a16:creationId xmlns:a16="http://schemas.microsoft.com/office/drawing/2014/main" id="{884E8C41-51BD-F982-CDE5-B9B39B46EDFB}"/>
                  </a:ext>
                </a:extLst>
              </p:cNvPr>
              <p:cNvSpPr/>
              <p:nvPr/>
            </p:nvSpPr>
            <p:spPr>
              <a:xfrm>
                <a:off x="510159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g1285">
                <a:extLst>
                  <a:ext uri="{FF2B5EF4-FFF2-40B4-BE49-F238E27FC236}">
                    <a16:creationId xmlns:a16="http://schemas.microsoft.com/office/drawing/2014/main" id="{EDBEE0F0-034B-4018-1B5C-66B6DDD979CC}"/>
                  </a:ext>
                </a:extLst>
              </p:cNvPr>
              <p:cNvSpPr/>
              <p:nvPr/>
            </p:nvSpPr>
            <p:spPr>
              <a:xfrm>
                <a:off x="5113232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g1286">
                <a:extLst>
                  <a:ext uri="{FF2B5EF4-FFF2-40B4-BE49-F238E27FC236}">
                    <a16:creationId xmlns:a16="http://schemas.microsoft.com/office/drawing/2014/main" id="{8B3F78A7-E2D0-6690-E0D1-096CAA85855F}"/>
                  </a:ext>
                </a:extLst>
              </p:cNvPr>
              <p:cNvSpPr/>
              <p:nvPr/>
            </p:nvSpPr>
            <p:spPr>
              <a:xfrm>
                <a:off x="5124869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g1287">
                <a:extLst>
                  <a:ext uri="{FF2B5EF4-FFF2-40B4-BE49-F238E27FC236}">
                    <a16:creationId xmlns:a16="http://schemas.microsoft.com/office/drawing/2014/main" id="{FB8252D3-08C5-6F6F-567B-25ECE9929223}"/>
                  </a:ext>
                </a:extLst>
              </p:cNvPr>
              <p:cNvSpPr/>
              <p:nvPr/>
            </p:nvSpPr>
            <p:spPr>
              <a:xfrm>
                <a:off x="513650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g1288">
                <a:extLst>
                  <a:ext uri="{FF2B5EF4-FFF2-40B4-BE49-F238E27FC236}">
                    <a16:creationId xmlns:a16="http://schemas.microsoft.com/office/drawing/2014/main" id="{D18E6378-7601-3DE7-FCC5-2B87DCDB30B3}"/>
                  </a:ext>
                </a:extLst>
              </p:cNvPr>
              <p:cNvSpPr/>
              <p:nvPr/>
            </p:nvSpPr>
            <p:spPr>
              <a:xfrm>
                <a:off x="5148144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g1289">
                <a:extLst>
                  <a:ext uri="{FF2B5EF4-FFF2-40B4-BE49-F238E27FC236}">
                    <a16:creationId xmlns:a16="http://schemas.microsoft.com/office/drawing/2014/main" id="{1C25C263-E5D9-F793-9879-72C47C1A56A4}"/>
                  </a:ext>
                </a:extLst>
              </p:cNvPr>
              <p:cNvSpPr/>
              <p:nvPr/>
            </p:nvSpPr>
            <p:spPr>
              <a:xfrm>
                <a:off x="5183056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g1290">
                <a:extLst>
                  <a:ext uri="{FF2B5EF4-FFF2-40B4-BE49-F238E27FC236}">
                    <a16:creationId xmlns:a16="http://schemas.microsoft.com/office/drawing/2014/main" id="{408BFEB5-B59D-8218-48BE-6A8570462A5D}"/>
                  </a:ext>
                </a:extLst>
              </p:cNvPr>
              <p:cNvSpPr/>
              <p:nvPr/>
            </p:nvSpPr>
            <p:spPr>
              <a:xfrm>
                <a:off x="519469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g1291">
                <a:extLst>
                  <a:ext uri="{FF2B5EF4-FFF2-40B4-BE49-F238E27FC236}">
                    <a16:creationId xmlns:a16="http://schemas.microsoft.com/office/drawing/2014/main" id="{F4F0B12B-99BF-E359-61CC-B6CC60438F15}"/>
                  </a:ext>
                </a:extLst>
              </p:cNvPr>
              <p:cNvSpPr/>
              <p:nvPr/>
            </p:nvSpPr>
            <p:spPr>
              <a:xfrm>
                <a:off x="5206331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g1292">
                <a:extLst>
                  <a:ext uri="{FF2B5EF4-FFF2-40B4-BE49-F238E27FC236}">
                    <a16:creationId xmlns:a16="http://schemas.microsoft.com/office/drawing/2014/main" id="{CE81AD16-8E1F-D104-B36A-16432AD00A1C}"/>
                  </a:ext>
                </a:extLst>
              </p:cNvPr>
              <p:cNvSpPr/>
              <p:nvPr/>
            </p:nvSpPr>
            <p:spPr>
              <a:xfrm>
                <a:off x="5217968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g1293">
                <a:extLst>
                  <a:ext uri="{FF2B5EF4-FFF2-40B4-BE49-F238E27FC236}">
                    <a16:creationId xmlns:a16="http://schemas.microsoft.com/office/drawing/2014/main" id="{54C689E4-03F9-358D-D21F-09639E01699C}"/>
                  </a:ext>
                </a:extLst>
              </p:cNvPr>
              <p:cNvSpPr/>
              <p:nvPr/>
            </p:nvSpPr>
            <p:spPr>
              <a:xfrm>
                <a:off x="522960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6">
                  <a:alpha val="100000"/>
                </a:srgbClr>
              </a:solidFill>
              <a:ln w="5420" cap="flat">
                <a:solidFill>
                  <a:srgbClr val="A0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g1294">
                <a:extLst>
                  <a:ext uri="{FF2B5EF4-FFF2-40B4-BE49-F238E27FC236}">
                    <a16:creationId xmlns:a16="http://schemas.microsoft.com/office/drawing/2014/main" id="{30AC90B8-10DB-749A-F2F6-0DA510C6E261}"/>
                  </a:ext>
                </a:extLst>
              </p:cNvPr>
              <p:cNvSpPr/>
              <p:nvPr/>
            </p:nvSpPr>
            <p:spPr>
              <a:xfrm>
                <a:off x="524124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g1295">
                <a:extLst>
                  <a:ext uri="{FF2B5EF4-FFF2-40B4-BE49-F238E27FC236}">
                    <a16:creationId xmlns:a16="http://schemas.microsoft.com/office/drawing/2014/main" id="{EA693665-B4F7-DB66-56AD-123A7B66C0F6}"/>
                  </a:ext>
                </a:extLst>
              </p:cNvPr>
              <p:cNvSpPr/>
              <p:nvPr/>
            </p:nvSpPr>
            <p:spPr>
              <a:xfrm>
                <a:off x="5252880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5F2E0">
                  <a:alpha val="100000"/>
                </a:srgbClr>
              </a:solidFill>
              <a:ln w="5420" cap="flat">
                <a:solidFill>
                  <a:srgbClr val="D5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g1296">
                <a:extLst>
                  <a:ext uri="{FF2B5EF4-FFF2-40B4-BE49-F238E27FC236}">
                    <a16:creationId xmlns:a16="http://schemas.microsoft.com/office/drawing/2014/main" id="{976E849B-DD4F-F532-D0A1-832E6777D956}"/>
                  </a:ext>
                </a:extLst>
              </p:cNvPr>
              <p:cNvSpPr/>
              <p:nvPr/>
            </p:nvSpPr>
            <p:spPr>
              <a:xfrm>
                <a:off x="526451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7F3E1">
                  <a:alpha val="100000"/>
                </a:srgbClr>
              </a:solidFill>
              <a:ln w="5420" cap="flat">
                <a:solidFill>
                  <a:srgbClr val="D7F3E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g1297">
                <a:extLst>
                  <a:ext uri="{FF2B5EF4-FFF2-40B4-BE49-F238E27FC236}">
                    <a16:creationId xmlns:a16="http://schemas.microsoft.com/office/drawing/2014/main" id="{D1A34712-9433-F10A-49B8-B42197A4FDE3}"/>
                  </a:ext>
                </a:extLst>
              </p:cNvPr>
              <p:cNvSpPr/>
              <p:nvPr/>
            </p:nvSpPr>
            <p:spPr>
              <a:xfrm>
                <a:off x="527615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FF0DD">
                  <a:alpha val="100000"/>
                </a:srgbClr>
              </a:solidFill>
              <a:ln w="5420" cap="flat">
                <a:solidFill>
                  <a:srgbClr val="CF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g1298">
                <a:extLst>
                  <a:ext uri="{FF2B5EF4-FFF2-40B4-BE49-F238E27FC236}">
                    <a16:creationId xmlns:a16="http://schemas.microsoft.com/office/drawing/2014/main" id="{8A434F71-E66C-870B-FE3A-07533468B478}"/>
                  </a:ext>
                </a:extLst>
              </p:cNvPr>
              <p:cNvSpPr/>
              <p:nvPr/>
            </p:nvSpPr>
            <p:spPr>
              <a:xfrm>
                <a:off x="5287792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g1299">
                <a:extLst>
                  <a:ext uri="{FF2B5EF4-FFF2-40B4-BE49-F238E27FC236}">
                    <a16:creationId xmlns:a16="http://schemas.microsoft.com/office/drawing/2014/main" id="{E907182B-2048-6A8F-94B3-4C8E8E049A6A}"/>
                  </a:ext>
                </a:extLst>
              </p:cNvPr>
              <p:cNvSpPr/>
              <p:nvPr/>
            </p:nvSpPr>
            <p:spPr>
              <a:xfrm>
                <a:off x="5299429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7D0">
                  <a:alpha val="100000"/>
                </a:srgbClr>
              </a:solidFill>
              <a:ln w="5420" cap="flat">
                <a:solidFill>
                  <a:srgbClr val="B5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g1300">
                <a:extLst>
                  <a:ext uri="{FF2B5EF4-FFF2-40B4-BE49-F238E27FC236}">
                    <a16:creationId xmlns:a16="http://schemas.microsoft.com/office/drawing/2014/main" id="{646802B2-1E48-D041-82BC-CF00C5C9A3CD}"/>
                  </a:ext>
                </a:extLst>
              </p:cNvPr>
              <p:cNvSpPr/>
              <p:nvPr/>
            </p:nvSpPr>
            <p:spPr>
              <a:xfrm>
                <a:off x="531106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8E3CA">
                  <a:alpha val="100000"/>
                </a:srgbClr>
              </a:solidFill>
              <a:ln w="5420" cap="flat">
                <a:solidFill>
                  <a:srgbClr val="A8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g1301">
                <a:extLst>
                  <a:ext uri="{FF2B5EF4-FFF2-40B4-BE49-F238E27FC236}">
                    <a16:creationId xmlns:a16="http://schemas.microsoft.com/office/drawing/2014/main" id="{E56D8804-2D70-14DF-6341-5DED2CA1CB02}"/>
                  </a:ext>
                </a:extLst>
              </p:cNvPr>
              <p:cNvSpPr/>
              <p:nvPr/>
            </p:nvSpPr>
            <p:spPr>
              <a:xfrm>
                <a:off x="502013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g1302">
                <a:extLst>
                  <a:ext uri="{FF2B5EF4-FFF2-40B4-BE49-F238E27FC236}">
                    <a16:creationId xmlns:a16="http://schemas.microsoft.com/office/drawing/2014/main" id="{2AE6CF36-359F-3E6A-8A9D-39F564F5281F}"/>
                  </a:ext>
                </a:extLst>
              </p:cNvPr>
              <p:cNvSpPr/>
              <p:nvPr/>
            </p:nvSpPr>
            <p:spPr>
              <a:xfrm>
                <a:off x="5031771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g1303">
                <a:extLst>
                  <a:ext uri="{FF2B5EF4-FFF2-40B4-BE49-F238E27FC236}">
                    <a16:creationId xmlns:a16="http://schemas.microsoft.com/office/drawing/2014/main" id="{526518CF-2E30-BFBD-DBFA-85D7300030B6}"/>
                  </a:ext>
                </a:extLst>
              </p:cNvPr>
              <p:cNvSpPr/>
              <p:nvPr/>
            </p:nvSpPr>
            <p:spPr>
              <a:xfrm>
                <a:off x="5043408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g1304">
                <a:extLst>
                  <a:ext uri="{FF2B5EF4-FFF2-40B4-BE49-F238E27FC236}">
                    <a16:creationId xmlns:a16="http://schemas.microsoft.com/office/drawing/2014/main" id="{717749C3-353A-D527-8F9A-5B0BAD1270B8}"/>
                  </a:ext>
                </a:extLst>
              </p:cNvPr>
              <p:cNvSpPr/>
              <p:nvPr/>
            </p:nvSpPr>
            <p:spPr>
              <a:xfrm>
                <a:off x="505504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g1305">
                <a:extLst>
                  <a:ext uri="{FF2B5EF4-FFF2-40B4-BE49-F238E27FC236}">
                    <a16:creationId xmlns:a16="http://schemas.microsoft.com/office/drawing/2014/main" id="{6FCE7129-D92D-5FD8-C6EB-6C8658D09229}"/>
                  </a:ext>
                </a:extLst>
              </p:cNvPr>
              <p:cNvSpPr/>
              <p:nvPr/>
            </p:nvSpPr>
            <p:spPr>
              <a:xfrm>
                <a:off x="506668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g1306">
                <a:extLst>
                  <a:ext uri="{FF2B5EF4-FFF2-40B4-BE49-F238E27FC236}">
                    <a16:creationId xmlns:a16="http://schemas.microsoft.com/office/drawing/2014/main" id="{716552F1-F474-4C8A-C8BF-CD4C9C9461B6}"/>
                  </a:ext>
                </a:extLst>
              </p:cNvPr>
              <p:cNvSpPr/>
              <p:nvPr/>
            </p:nvSpPr>
            <p:spPr>
              <a:xfrm>
                <a:off x="5078320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g1307">
                <a:extLst>
                  <a:ext uri="{FF2B5EF4-FFF2-40B4-BE49-F238E27FC236}">
                    <a16:creationId xmlns:a16="http://schemas.microsoft.com/office/drawing/2014/main" id="{E8930F86-B724-907E-E8C4-D2972A245340}"/>
                  </a:ext>
                </a:extLst>
              </p:cNvPr>
              <p:cNvSpPr/>
              <p:nvPr/>
            </p:nvSpPr>
            <p:spPr>
              <a:xfrm>
                <a:off x="508995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g1308">
                <a:extLst>
                  <a:ext uri="{FF2B5EF4-FFF2-40B4-BE49-F238E27FC236}">
                    <a16:creationId xmlns:a16="http://schemas.microsoft.com/office/drawing/2014/main" id="{8E96D3A0-F76A-A52B-A420-9B981FE53C97}"/>
                  </a:ext>
                </a:extLst>
              </p:cNvPr>
              <p:cNvSpPr/>
              <p:nvPr/>
            </p:nvSpPr>
            <p:spPr>
              <a:xfrm>
                <a:off x="510159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g1309">
                <a:extLst>
                  <a:ext uri="{FF2B5EF4-FFF2-40B4-BE49-F238E27FC236}">
                    <a16:creationId xmlns:a16="http://schemas.microsoft.com/office/drawing/2014/main" id="{A604980F-D4C4-B9DE-4A54-9FA700B3A039}"/>
                  </a:ext>
                </a:extLst>
              </p:cNvPr>
              <p:cNvSpPr/>
              <p:nvPr/>
            </p:nvSpPr>
            <p:spPr>
              <a:xfrm>
                <a:off x="5113232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g1310">
                <a:extLst>
                  <a:ext uri="{FF2B5EF4-FFF2-40B4-BE49-F238E27FC236}">
                    <a16:creationId xmlns:a16="http://schemas.microsoft.com/office/drawing/2014/main" id="{296F91C9-C8A5-B040-CBF5-EA9E04A4625A}"/>
                  </a:ext>
                </a:extLst>
              </p:cNvPr>
              <p:cNvSpPr/>
              <p:nvPr/>
            </p:nvSpPr>
            <p:spPr>
              <a:xfrm>
                <a:off x="5124869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g1311">
                <a:extLst>
                  <a:ext uri="{FF2B5EF4-FFF2-40B4-BE49-F238E27FC236}">
                    <a16:creationId xmlns:a16="http://schemas.microsoft.com/office/drawing/2014/main" id="{723175BB-0DD4-C0A8-6CCF-1991A53BB97C}"/>
                  </a:ext>
                </a:extLst>
              </p:cNvPr>
              <p:cNvSpPr/>
              <p:nvPr/>
            </p:nvSpPr>
            <p:spPr>
              <a:xfrm>
                <a:off x="513650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g1312">
                <a:extLst>
                  <a:ext uri="{FF2B5EF4-FFF2-40B4-BE49-F238E27FC236}">
                    <a16:creationId xmlns:a16="http://schemas.microsoft.com/office/drawing/2014/main" id="{A98E247A-954C-186F-4270-2F5FA67B0DD4}"/>
                  </a:ext>
                </a:extLst>
              </p:cNvPr>
              <p:cNvSpPr/>
              <p:nvPr/>
            </p:nvSpPr>
            <p:spPr>
              <a:xfrm>
                <a:off x="5148144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g1313">
                <a:extLst>
                  <a:ext uri="{FF2B5EF4-FFF2-40B4-BE49-F238E27FC236}">
                    <a16:creationId xmlns:a16="http://schemas.microsoft.com/office/drawing/2014/main" id="{4B9A9A02-1D41-04DD-8830-0FF5FA467D76}"/>
                  </a:ext>
                </a:extLst>
              </p:cNvPr>
              <p:cNvSpPr/>
              <p:nvPr/>
            </p:nvSpPr>
            <p:spPr>
              <a:xfrm>
                <a:off x="519469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g1314">
                <a:extLst>
                  <a:ext uri="{FF2B5EF4-FFF2-40B4-BE49-F238E27FC236}">
                    <a16:creationId xmlns:a16="http://schemas.microsoft.com/office/drawing/2014/main" id="{55FEEFBC-BFFD-38B3-1EFC-B070FD0CB832}"/>
                  </a:ext>
                </a:extLst>
              </p:cNvPr>
              <p:cNvSpPr/>
              <p:nvPr/>
            </p:nvSpPr>
            <p:spPr>
              <a:xfrm>
                <a:off x="5206331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g1315">
                <a:extLst>
                  <a:ext uri="{FF2B5EF4-FFF2-40B4-BE49-F238E27FC236}">
                    <a16:creationId xmlns:a16="http://schemas.microsoft.com/office/drawing/2014/main" id="{AD20CB20-2016-7EE8-51BB-91DB19C98940}"/>
                  </a:ext>
                </a:extLst>
              </p:cNvPr>
              <p:cNvSpPr/>
              <p:nvPr/>
            </p:nvSpPr>
            <p:spPr>
              <a:xfrm>
                <a:off x="5217968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g1316">
                <a:extLst>
                  <a:ext uri="{FF2B5EF4-FFF2-40B4-BE49-F238E27FC236}">
                    <a16:creationId xmlns:a16="http://schemas.microsoft.com/office/drawing/2014/main" id="{892C6431-AFD0-48DE-F3D1-AF87B933BDFA}"/>
                  </a:ext>
                </a:extLst>
              </p:cNvPr>
              <p:cNvSpPr/>
              <p:nvPr/>
            </p:nvSpPr>
            <p:spPr>
              <a:xfrm>
                <a:off x="522960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9E4CB">
                  <a:alpha val="100000"/>
                </a:srgbClr>
              </a:solidFill>
              <a:ln w="5420" cap="flat">
                <a:solidFill>
                  <a:srgbClr val="A9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g1317">
                <a:extLst>
                  <a:ext uri="{FF2B5EF4-FFF2-40B4-BE49-F238E27FC236}">
                    <a16:creationId xmlns:a16="http://schemas.microsoft.com/office/drawing/2014/main" id="{318AE01F-747B-1E4C-B5DB-BC01573D9D98}"/>
                  </a:ext>
                </a:extLst>
              </p:cNvPr>
              <p:cNvSpPr/>
              <p:nvPr/>
            </p:nvSpPr>
            <p:spPr>
              <a:xfrm>
                <a:off x="524124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g1318">
                <a:extLst>
                  <a:ext uri="{FF2B5EF4-FFF2-40B4-BE49-F238E27FC236}">
                    <a16:creationId xmlns:a16="http://schemas.microsoft.com/office/drawing/2014/main" id="{C70FDCDA-EA2C-2814-D7F2-D0B1B0CDE608}"/>
                  </a:ext>
                </a:extLst>
              </p:cNvPr>
              <p:cNvSpPr/>
              <p:nvPr/>
            </p:nvSpPr>
            <p:spPr>
              <a:xfrm>
                <a:off x="5252880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g1319">
                <a:extLst>
                  <a:ext uri="{FF2B5EF4-FFF2-40B4-BE49-F238E27FC236}">
                    <a16:creationId xmlns:a16="http://schemas.microsoft.com/office/drawing/2014/main" id="{8991753F-08BB-B7D1-6B44-E1EF2AF52A1F}"/>
                  </a:ext>
                </a:extLst>
              </p:cNvPr>
              <p:cNvSpPr/>
              <p:nvPr/>
            </p:nvSpPr>
            <p:spPr>
              <a:xfrm>
                <a:off x="526451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D3F1E0">
                  <a:alpha val="100000"/>
                </a:srgbClr>
              </a:solidFill>
              <a:ln w="5420" cap="flat">
                <a:solidFill>
                  <a:srgbClr val="D3F1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g1320">
                <a:extLst>
                  <a:ext uri="{FF2B5EF4-FFF2-40B4-BE49-F238E27FC236}">
                    <a16:creationId xmlns:a16="http://schemas.microsoft.com/office/drawing/2014/main" id="{AB1CD2DF-08ED-0722-8BAD-CF1915714961}"/>
                  </a:ext>
                </a:extLst>
              </p:cNvPr>
              <p:cNvSpPr/>
              <p:nvPr/>
            </p:nvSpPr>
            <p:spPr>
              <a:xfrm>
                <a:off x="527615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DEFDC">
                  <a:alpha val="100000"/>
                </a:srgbClr>
              </a:solidFill>
              <a:ln w="5420" cap="flat">
                <a:solidFill>
                  <a:srgbClr val="CD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g1321">
                <a:extLst>
                  <a:ext uri="{FF2B5EF4-FFF2-40B4-BE49-F238E27FC236}">
                    <a16:creationId xmlns:a16="http://schemas.microsoft.com/office/drawing/2014/main" id="{0BAF6F8E-DE69-4CFE-ED22-D06BB54943DF}"/>
                  </a:ext>
                </a:extLst>
              </p:cNvPr>
              <p:cNvSpPr/>
              <p:nvPr/>
            </p:nvSpPr>
            <p:spPr>
              <a:xfrm>
                <a:off x="5287792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g1322">
                <a:extLst>
                  <a:ext uri="{FF2B5EF4-FFF2-40B4-BE49-F238E27FC236}">
                    <a16:creationId xmlns:a16="http://schemas.microsoft.com/office/drawing/2014/main" id="{229B0B25-BEDD-43C3-99A5-564AF156DDA7}"/>
                  </a:ext>
                </a:extLst>
              </p:cNvPr>
              <p:cNvSpPr/>
              <p:nvPr/>
            </p:nvSpPr>
            <p:spPr>
              <a:xfrm>
                <a:off x="5299429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g1323">
                <a:extLst>
                  <a:ext uri="{FF2B5EF4-FFF2-40B4-BE49-F238E27FC236}">
                    <a16:creationId xmlns:a16="http://schemas.microsoft.com/office/drawing/2014/main" id="{953B3810-77FA-0800-7642-A2BFAEE0F89F}"/>
                  </a:ext>
                </a:extLst>
              </p:cNvPr>
              <p:cNvSpPr/>
              <p:nvPr/>
            </p:nvSpPr>
            <p:spPr>
              <a:xfrm>
                <a:off x="5008496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g1324">
                <a:extLst>
                  <a:ext uri="{FF2B5EF4-FFF2-40B4-BE49-F238E27FC236}">
                    <a16:creationId xmlns:a16="http://schemas.microsoft.com/office/drawing/2014/main" id="{8B60484F-E267-2359-20E4-B659CF2BC975}"/>
                  </a:ext>
                </a:extLst>
              </p:cNvPr>
              <p:cNvSpPr/>
              <p:nvPr/>
            </p:nvSpPr>
            <p:spPr>
              <a:xfrm>
                <a:off x="502013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g1325">
                <a:extLst>
                  <a:ext uri="{FF2B5EF4-FFF2-40B4-BE49-F238E27FC236}">
                    <a16:creationId xmlns:a16="http://schemas.microsoft.com/office/drawing/2014/main" id="{DE243993-2B0B-9B0B-56DB-6D874F7A8975}"/>
                  </a:ext>
                </a:extLst>
              </p:cNvPr>
              <p:cNvSpPr/>
              <p:nvPr/>
            </p:nvSpPr>
            <p:spPr>
              <a:xfrm>
                <a:off x="5031771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g1326">
                <a:extLst>
                  <a:ext uri="{FF2B5EF4-FFF2-40B4-BE49-F238E27FC236}">
                    <a16:creationId xmlns:a16="http://schemas.microsoft.com/office/drawing/2014/main" id="{38E5865B-4821-A798-A865-E3B70717A780}"/>
                  </a:ext>
                </a:extLst>
              </p:cNvPr>
              <p:cNvSpPr/>
              <p:nvPr/>
            </p:nvSpPr>
            <p:spPr>
              <a:xfrm>
                <a:off x="5043408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g1327">
                <a:extLst>
                  <a:ext uri="{FF2B5EF4-FFF2-40B4-BE49-F238E27FC236}">
                    <a16:creationId xmlns:a16="http://schemas.microsoft.com/office/drawing/2014/main" id="{991F81ED-EDC5-EA85-F04E-263EF60F607D}"/>
                  </a:ext>
                </a:extLst>
              </p:cNvPr>
              <p:cNvSpPr/>
              <p:nvPr/>
            </p:nvSpPr>
            <p:spPr>
              <a:xfrm>
                <a:off x="505504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g1328">
                <a:extLst>
                  <a:ext uri="{FF2B5EF4-FFF2-40B4-BE49-F238E27FC236}">
                    <a16:creationId xmlns:a16="http://schemas.microsoft.com/office/drawing/2014/main" id="{5DE11A52-2035-D0DC-1431-C14D8AC9482C}"/>
                  </a:ext>
                </a:extLst>
              </p:cNvPr>
              <p:cNvSpPr/>
              <p:nvPr/>
            </p:nvSpPr>
            <p:spPr>
              <a:xfrm>
                <a:off x="506668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g1329">
                <a:extLst>
                  <a:ext uri="{FF2B5EF4-FFF2-40B4-BE49-F238E27FC236}">
                    <a16:creationId xmlns:a16="http://schemas.microsoft.com/office/drawing/2014/main" id="{85E715A2-EB47-5C50-B852-F794519AC752}"/>
                  </a:ext>
                </a:extLst>
              </p:cNvPr>
              <p:cNvSpPr/>
              <p:nvPr/>
            </p:nvSpPr>
            <p:spPr>
              <a:xfrm>
                <a:off x="5078320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g1330">
                <a:extLst>
                  <a:ext uri="{FF2B5EF4-FFF2-40B4-BE49-F238E27FC236}">
                    <a16:creationId xmlns:a16="http://schemas.microsoft.com/office/drawing/2014/main" id="{CFC64711-0DF3-4E6B-D341-A077C92305C4}"/>
                  </a:ext>
                </a:extLst>
              </p:cNvPr>
              <p:cNvSpPr/>
              <p:nvPr/>
            </p:nvSpPr>
            <p:spPr>
              <a:xfrm>
                <a:off x="508995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g1331">
                <a:extLst>
                  <a:ext uri="{FF2B5EF4-FFF2-40B4-BE49-F238E27FC236}">
                    <a16:creationId xmlns:a16="http://schemas.microsoft.com/office/drawing/2014/main" id="{D367AA9F-2DF3-DBE6-08B9-382B2A841169}"/>
                  </a:ext>
                </a:extLst>
              </p:cNvPr>
              <p:cNvSpPr/>
              <p:nvPr/>
            </p:nvSpPr>
            <p:spPr>
              <a:xfrm>
                <a:off x="510159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g1332">
                <a:extLst>
                  <a:ext uri="{FF2B5EF4-FFF2-40B4-BE49-F238E27FC236}">
                    <a16:creationId xmlns:a16="http://schemas.microsoft.com/office/drawing/2014/main" id="{F7A1BBD5-932F-0EBE-C4E0-1E7B193F6B30}"/>
                  </a:ext>
                </a:extLst>
              </p:cNvPr>
              <p:cNvSpPr/>
              <p:nvPr/>
            </p:nvSpPr>
            <p:spPr>
              <a:xfrm>
                <a:off x="5113232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g1333">
                <a:extLst>
                  <a:ext uri="{FF2B5EF4-FFF2-40B4-BE49-F238E27FC236}">
                    <a16:creationId xmlns:a16="http://schemas.microsoft.com/office/drawing/2014/main" id="{E8F39FD8-D8A2-8678-A3B5-C6AA6F98881A}"/>
                  </a:ext>
                </a:extLst>
              </p:cNvPr>
              <p:cNvSpPr/>
              <p:nvPr/>
            </p:nvSpPr>
            <p:spPr>
              <a:xfrm>
                <a:off x="5124869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g1334">
                <a:extLst>
                  <a:ext uri="{FF2B5EF4-FFF2-40B4-BE49-F238E27FC236}">
                    <a16:creationId xmlns:a16="http://schemas.microsoft.com/office/drawing/2014/main" id="{8E72233D-9CC2-A775-29C6-989D9A3C072B}"/>
                  </a:ext>
                </a:extLst>
              </p:cNvPr>
              <p:cNvSpPr/>
              <p:nvPr/>
            </p:nvSpPr>
            <p:spPr>
              <a:xfrm>
                <a:off x="513650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g1335">
                <a:extLst>
                  <a:ext uri="{FF2B5EF4-FFF2-40B4-BE49-F238E27FC236}">
                    <a16:creationId xmlns:a16="http://schemas.microsoft.com/office/drawing/2014/main" id="{3140B190-F06A-5146-618E-01CC7C322887}"/>
                  </a:ext>
                </a:extLst>
              </p:cNvPr>
              <p:cNvSpPr/>
              <p:nvPr/>
            </p:nvSpPr>
            <p:spPr>
              <a:xfrm>
                <a:off x="5148144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g1336">
                <a:extLst>
                  <a:ext uri="{FF2B5EF4-FFF2-40B4-BE49-F238E27FC236}">
                    <a16:creationId xmlns:a16="http://schemas.microsoft.com/office/drawing/2014/main" id="{F7F6BB7C-EA1B-7C20-2521-BA85BF0181D1}"/>
                  </a:ext>
                </a:extLst>
              </p:cNvPr>
              <p:cNvSpPr/>
              <p:nvPr/>
            </p:nvSpPr>
            <p:spPr>
              <a:xfrm>
                <a:off x="519469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g1337">
                <a:extLst>
                  <a:ext uri="{FF2B5EF4-FFF2-40B4-BE49-F238E27FC236}">
                    <a16:creationId xmlns:a16="http://schemas.microsoft.com/office/drawing/2014/main" id="{D8F2B479-6FC2-1292-3C36-BA22BD6A4AB3}"/>
                  </a:ext>
                </a:extLst>
              </p:cNvPr>
              <p:cNvSpPr/>
              <p:nvPr/>
            </p:nvSpPr>
            <p:spPr>
              <a:xfrm>
                <a:off x="5206331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g1338">
                <a:extLst>
                  <a:ext uri="{FF2B5EF4-FFF2-40B4-BE49-F238E27FC236}">
                    <a16:creationId xmlns:a16="http://schemas.microsoft.com/office/drawing/2014/main" id="{C0A4B2FE-4B44-8AB5-E8BC-E0EF79FFE0C8}"/>
                  </a:ext>
                </a:extLst>
              </p:cNvPr>
              <p:cNvSpPr/>
              <p:nvPr/>
            </p:nvSpPr>
            <p:spPr>
              <a:xfrm>
                <a:off x="5217968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C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g1339">
                <a:extLst>
                  <a:ext uri="{FF2B5EF4-FFF2-40B4-BE49-F238E27FC236}">
                    <a16:creationId xmlns:a16="http://schemas.microsoft.com/office/drawing/2014/main" id="{FCCA8303-C040-1ECC-9531-925900A569F8}"/>
                  </a:ext>
                </a:extLst>
              </p:cNvPr>
              <p:cNvSpPr/>
              <p:nvPr/>
            </p:nvSpPr>
            <p:spPr>
              <a:xfrm>
                <a:off x="522960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2E1C7">
                  <a:alpha val="100000"/>
                </a:srgbClr>
              </a:solidFill>
              <a:ln w="5420" cap="flat">
                <a:solidFill>
                  <a:srgbClr val="A2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g1340">
                <a:extLst>
                  <a:ext uri="{FF2B5EF4-FFF2-40B4-BE49-F238E27FC236}">
                    <a16:creationId xmlns:a16="http://schemas.microsoft.com/office/drawing/2014/main" id="{845C7B8A-105F-B12A-8955-C02BC5853C8E}"/>
                  </a:ext>
                </a:extLst>
              </p:cNvPr>
              <p:cNvSpPr/>
              <p:nvPr/>
            </p:nvSpPr>
            <p:spPr>
              <a:xfrm>
                <a:off x="524124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g1341">
                <a:extLst>
                  <a:ext uri="{FF2B5EF4-FFF2-40B4-BE49-F238E27FC236}">
                    <a16:creationId xmlns:a16="http://schemas.microsoft.com/office/drawing/2014/main" id="{9A2289DF-DDE6-EC71-3FAD-4640062F36D6}"/>
                  </a:ext>
                </a:extLst>
              </p:cNvPr>
              <p:cNvSpPr/>
              <p:nvPr/>
            </p:nvSpPr>
            <p:spPr>
              <a:xfrm>
                <a:off x="5252880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g1342">
                <a:extLst>
                  <a:ext uri="{FF2B5EF4-FFF2-40B4-BE49-F238E27FC236}">
                    <a16:creationId xmlns:a16="http://schemas.microsoft.com/office/drawing/2014/main" id="{7E373681-9037-3FE7-35A3-6D22E960E8A1}"/>
                  </a:ext>
                </a:extLst>
              </p:cNvPr>
              <p:cNvSpPr/>
              <p:nvPr/>
            </p:nvSpPr>
            <p:spPr>
              <a:xfrm>
                <a:off x="526451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g1343">
                <a:extLst>
                  <a:ext uri="{FF2B5EF4-FFF2-40B4-BE49-F238E27FC236}">
                    <a16:creationId xmlns:a16="http://schemas.microsoft.com/office/drawing/2014/main" id="{6A38DFD4-A982-5580-BAA5-C456822616E0}"/>
                  </a:ext>
                </a:extLst>
              </p:cNvPr>
              <p:cNvSpPr/>
              <p:nvPr/>
            </p:nvSpPr>
            <p:spPr>
              <a:xfrm>
                <a:off x="527615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g1344">
                <a:extLst>
                  <a:ext uri="{FF2B5EF4-FFF2-40B4-BE49-F238E27FC236}">
                    <a16:creationId xmlns:a16="http://schemas.microsoft.com/office/drawing/2014/main" id="{DAC8A540-84CC-D7A6-D012-5A98DDA09040}"/>
                  </a:ext>
                </a:extLst>
              </p:cNvPr>
              <p:cNvSpPr/>
              <p:nvPr/>
            </p:nvSpPr>
            <p:spPr>
              <a:xfrm>
                <a:off x="5287792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2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g1345">
                <a:extLst>
                  <a:ext uri="{FF2B5EF4-FFF2-40B4-BE49-F238E27FC236}">
                    <a16:creationId xmlns:a16="http://schemas.microsoft.com/office/drawing/2014/main" id="{2D953716-D146-4BDE-73EB-1567DF12A422}"/>
                  </a:ext>
                </a:extLst>
              </p:cNvPr>
              <p:cNvSpPr/>
              <p:nvPr/>
            </p:nvSpPr>
            <p:spPr>
              <a:xfrm>
                <a:off x="4996859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g1346">
                <a:extLst>
                  <a:ext uri="{FF2B5EF4-FFF2-40B4-BE49-F238E27FC236}">
                    <a16:creationId xmlns:a16="http://schemas.microsoft.com/office/drawing/2014/main" id="{9A769BAA-E0A8-6C0D-6FA1-3AD3B464FCCF}"/>
                  </a:ext>
                </a:extLst>
              </p:cNvPr>
              <p:cNvSpPr/>
              <p:nvPr/>
            </p:nvSpPr>
            <p:spPr>
              <a:xfrm>
                <a:off x="5008496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g1347">
                <a:extLst>
                  <a:ext uri="{FF2B5EF4-FFF2-40B4-BE49-F238E27FC236}">
                    <a16:creationId xmlns:a16="http://schemas.microsoft.com/office/drawing/2014/main" id="{AE127896-93D5-87F7-6355-6E3E98BE2830}"/>
                  </a:ext>
                </a:extLst>
              </p:cNvPr>
              <p:cNvSpPr/>
              <p:nvPr/>
            </p:nvSpPr>
            <p:spPr>
              <a:xfrm>
                <a:off x="502013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g1348">
                <a:extLst>
                  <a:ext uri="{FF2B5EF4-FFF2-40B4-BE49-F238E27FC236}">
                    <a16:creationId xmlns:a16="http://schemas.microsoft.com/office/drawing/2014/main" id="{E5F62A36-0AAD-066F-B07E-6645B1141F52}"/>
                  </a:ext>
                </a:extLst>
              </p:cNvPr>
              <p:cNvSpPr/>
              <p:nvPr/>
            </p:nvSpPr>
            <p:spPr>
              <a:xfrm>
                <a:off x="503177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g1349">
                <a:extLst>
                  <a:ext uri="{FF2B5EF4-FFF2-40B4-BE49-F238E27FC236}">
                    <a16:creationId xmlns:a16="http://schemas.microsoft.com/office/drawing/2014/main" id="{AF309F6E-DC4D-9094-0B29-1C213F4DE5AD}"/>
                  </a:ext>
                </a:extLst>
              </p:cNvPr>
              <p:cNvSpPr/>
              <p:nvPr/>
            </p:nvSpPr>
            <p:spPr>
              <a:xfrm>
                <a:off x="5043408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g1350">
                <a:extLst>
                  <a:ext uri="{FF2B5EF4-FFF2-40B4-BE49-F238E27FC236}">
                    <a16:creationId xmlns:a16="http://schemas.microsoft.com/office/drawing/2014/main" id="{37709AE8-F36F-7E8A-7A0A-5494EB066E38}"/>
                  </a:ext>
                </a:extLst>
              </p:cNvPr>
              <p:cNvSpPr/>
              <p:nvPr/>
            </p:nvSpPr>
            <p:spPr>
              <a:xfrm>
                <a:off x="505504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g1351">
                <a:extLst>
                  <a:ext uri="{FF2B5EF4-FFF2-40B4-BE49-F238E27FC236}">
                    <a16:creationId xmlns:a16="http://schemas.microsoft.com/office/drawing/2014/main" id="{A27E36B1-79C6-E6F3-347B-025C2D1A76E0}"/>
                  </a:ext>
                </a:extLst>
              </p:cNvPr>
              <p:cNvSpPr/>
              <p:nvPr/>
            </p:nvSpPr>
            <p:spPr>
              <a:xfrm>
                <a:off x="506668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g1352">
                <a:extLst>
                  <a:ext uri="{FF2B5EF4-FFF2-40B4-BE49-F238E27FC236}">
                    <a16:creationId xmlns:a16="http://schemas.microsoft.com/office/drawing/2014/main" id="{FA60E7B0-0516-17AC-03C6-D8B57ED86945}"/>
                  </a:ext>
                </a:extLst>
              </p:cNvPr>
              <p:cNvSpPr/>
              <p:nvPr/>
            </p:nvSpPr>
            <p:spPr>
              <a:xfrm>
                <a:off x="5078320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g1353">
                <a:extLst>
                  <a:ext uri="{FF2B5EF4-FFF2-40B4-BE49-F238E27FC236}">
                    <a16:creationId xmlns:a16="http://schemas.microsoft.com/office/drawing/2014/main" id="{838A574E-0424-DB84-32F6-E8DD2BDBBA13}"/>
                  </a:ext>
                </a:extLst>
              </p:cNvPr>
              <p:cNvSpPr/>
              <p:nvPr/>
            </p:nvSpPr>
            <p:spPr>
              <a:xfrm>
                <a:off x="508995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g1354">
                <a:extLst>
                  <a:ext uri="{FF2B5EF4-FFF2-40B4-BE49-F238E27FC236}">
                    <a16:creationId xmlns:a16="http://schemas.microsoft.com/office/drawing/2014/main" id="{A5FA58EA-EDD9-53C1-246E-BD7150ADC98C}"/>
                  </a:ext>
                </a:extLst>
              </p:cNvPr>
              <p:cNvSpPr/>
              <p:nvPr/>
            </p:nvSpPr>
            <p:spPr>
              <a:xfrm>
                <a:off x="510159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g1355">
                <a:extLst>
                  <a:ext uri="{FF2B5EF4-FFF2-40B4-BE49-F238E27FC236}">
                    <a16:creationId xmlns:a16="http://schemas.microsoft.com/office/drawing/2014/main" id="{6B899250-EF8A-8A00-8B4B-376DADA89DA4}"/>
                  </a:ext>
                </a:extLst>
              </p:cNvPr>
              <p:cNvSpPr/>
              <p:nvPr/>
            </p:nvSpPr>
            <p:spPr>
              <a:xfrm>
                <a:off x="5113232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g1356">
                <a:extLst>
                  <a:ext uri="{FF2B5EF4-FFF2-40B4-BE49-F238E27FC236}">
                    <a16:creationId xmlns:a16="http://schemas.microsoft.com/office/drawing/2014/main" id="{B4939642-6C7A-C655-0631-62C526E42384}"/>
                  </a:ext>
                </a:extLst>
              </p:cNvPr>
              <p:cNvSpPr/>
              <p:nvPr/>
            </p:nvSpPr>
            <p:spPr>
              <a:xfrm>
                <a:off x="5124869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g1357">
                <a:extLst>
                  <a:ext uri="{FF2B5EF4-FFF2-40B4-BE49-F238E27FC236}">
                    <a16:creationId xmlns:a16="http://schemas.microsoft.com/office/drawing/2014/main" id="{81B97AE0-9B54-E24E-A1BE-7E80AB657801}"/>
                  </a:ext>
                </a:extLst>
              </p:cNvPr>
              <p:cNvSpPr/>
              <p:nvPr/>
            </p:nvSpPr>
            <p:spPr>
              <a:xfrm>
                <a:off x="513650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g1358">
                <a:extLst>
                  <a:ext uri="{FF2B5EF4-FFF2-40B4-BE49-F238E27FC236}">
                    <a16:creationId xmlns:a16="http://schemas.microsoft.com/office/drawing/2014/main" id="{D8EC7B70-B6E2-4ED0-82BC-1D1D58FC2D5E}"/>
                  </a:ext>
                </a:extLst>
              </p:cNvPr>
              <p:cNvSpPr/>
              <p:nvPr/>
            </p:nvSpPr>
            <p:spPr>
              <a:xfrm>
                <a:off x="5148144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g1359">
                <a:extLst>
                  <a:ext uri="{FF2B5EF4-FFF2-40B4-BE49-F238E27FC236}">
                    <a16:creationId xmlns:a16="http://schemas.microsoft.com/office/drawing/2014/main" id="{D41E6E89-5F6B-DC26-7C66-B455540ACBB6}"/>
                  </a:ext>
                </a:extLst>
              </p:cNvPr>
              <p:cNvSpPr/>
              <p:nvPr/>
            </p:nvSpPr>
            <p:spPr>
              <a:xfrm>
                <a:off x="515978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g1360">
                <a:extLst>
                  <a:ext uri="{FF2B5EF4-FFF2-40B4-BE49-F238E27FC236}">
                    <a16:creationId xmlns:a16="http://schemas.microsoft.com/office/drawing/2014/main" id="{F7CD7366-5703-C974-3688-DEE95E1123A1}"/>
                  </a:ext>
                </a:extLst>
              </p:cNvPr>
              <p:cNvSpPr/>
              <p:nvPr/>
            </p:nvSpPr>
            <p:spPr>
              <a:xfrm>
                <a:off x="520633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g1361">
                <a:extLst>
                  <a:ext uri="{FF2B5EF4-FFF2-40B4-BE49-F238E27FC236}">
                    <a16:creationId xmlns:a16="http://schemas.microsoft.com/office/drawing/2014/main" id="{D8ED6DB5-3766-C71C-A3F8-5697626C3FD2}"/>
                  </a:ext>
                </a:extLst>
              </p:cNvPr>
              <p:cNvSpPr/>
              <p:nvPr/>
            </p:nvSpPr>
            <p:spPr>
              <a:xfrm>
                <a:off x="5217968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g1362">
                <a:extLst>
                  <a:ext uri="{FF2B5EF4-FFF2-40B4-BE49-F238E27FC236}">
                    <a16:creationId xmlns:a16="http://schemas.microsoft.com/office/drawing/2014/main" id="{7DE84CAC-0447-F78F-4F7D-61A171D8E539}"/>
                  </a:ext>
                </a:extLst>
              </p:cNvPr>
              <p:cNvSpPr/>
              <p:nvPr/>
            </p:nvSpPr>
            <p:spPr>
              <a:xfrm>
                <a:off x="522960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g1363">
                <a:extLst>
                  <a:ext uri="{FF2B5EF4-FFF2-40B4-BE49-F238E27FC236}">
                    <a16:creationId xmlns:a16="http://schemas.microsoft.com/office/drawing/2014/main" id="{12231F15-C96F-EFEE-3BB9-E543EC75D61F}"/>
                  </a:ext>
                </a:extLst>
              </p:cNvPr>
              <p:cNvSpPr/>
              <p:nvPr/>
            </p:nvSpPr>
            <p:spPr>
              <a:xfrm>
                <a:off x="524124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5E2C9">
                  <a:alpha val="100000"/>
                </a:srgbClr>
              </a:solidFill>
              <a:ln w="5420" cap="flat">
                <a:solidFill>
                  <a:srgbClr val="A5E2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g1364">
                <a:extLst>
                  <a:ext uri="{FF2B5EF4-FFF2-40B4-BE49-F238E27FC236}">
                    <a16:creationId xmlns:a16="http://schemas.microsoft.com/office/drawing/2014/main" id="{05B3C7DA-D685-BE69-2C94-4EC7664C9710}"/>
                  </a:ext>
                </a:extLst>
              </p:cNvPr>
              <p:cNvSpPr/>
              <p:nvPr/>
            </p:nvSpPr>
            <p:spPr>
              <a:xfrm>
                <a:off x="5252880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g1365">
                <a:extLst>
                  <a:ext uri="{FF2B5EF4-FFF2-40B4-BE49-F238E27FC236}">
                    <a16:creationId xmlns:a16="http://schemas.microsoft.com/office/drawing/2014/main" id="{623DF8F3-1F4D-3B50-0FD6-772BC5B87BD5}"/>
                  </a:ext>
                </a:extLst>
              </p:cNvPr>
              <p:cNvSpPr/>
              <p:nvPr/>
            </p:nvSpPr>
            <p:spPr>
              <a:xfrm>
                <a:off x="526451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g1366">
                <a:extLst>
                  <a:ext uri="{FF2B5EF4-FFF2-40B4-BE49-F238E27FC236}">
                    <a16:creationId xmlns:a16="http://schemas.microsoft.com/office/drawing/2014/main" id="{9527BEDE-6704-FDA4-2020-F6EEBB1F3024}"/>
                  </a:ext>
                </a:extLst>
              </p:cNvPr>
              <p:cNvSpPr/>
              <p:nvPr/>
            </p:nvSpPr>
            <p:spPr>
              <a:xfrm>
                <a:off x="527615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1E6CF">
                  <a:alpha val="100000"/>
                </a:srgbClr>
              </a:solidFill>
              <a:ln w="5420" cap="flat">
                <a:solidFill>
                  <a:srgbClr val="B1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g1367">
                <a:extLst>
                  <a:ext uri="{FF2B5EF4-FFF2-40B4-BE49-F238E27FC236}">
                    <a16:creationId xmlns:a16="http://schemas.microsoft.com/office/drawing/2014/main" id="{B46F5E84-E5AA-6A3F-D833-21D75CC78BDE}"/>
                  </a:ext>
                </a:extLst>
              </p:cNvPr>
              <p:cNvSpPr/>
              <p:nvPr/>
            </p:nvSpPr>
            <p:spPr>
              <a:xfrm>
                <a:off x="4996859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g1368">
                <a:extLst>
                  <a:ext uri="{FF2B5EF4-FFF2-40B4-BE49-F238E27FC236}">
                    <a16:creationId xmlns:a16="http://schemas.microsoft.com/office/drawing/2014/main" id="{D2195FF0-77B4-6D5E-52AF-9C6990CDA481}"/>
                  </a:ext>
                </a:extLst>
              </p:cNvPr>
              <p:cNvSpPr/>
              <p:nvPr/>
            </p:nvSpPr>
            <p:spPr>
              <a:xfrm>
                <a:off x="5008496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g1369">
                <a:extLst>
                  <a:ext uri="{FF2B5EF4-FFF2-40B4-BE49-F238E27FC236}">
                    <a16:creationId xmlns:a16="http://schemas.microsoft.com/office/drawing/2014/main" id="{D7F18934-70D3-C0C8-E061-7F15BAA2DC02}"/>
                  </a:ext>
                </a:extLst>
              </p:cNvPr>
              <p:cNvSpPr/>
              <p:nvPr/>
            </p:nvSpPr>
            <p:spPr>
              <a:xfrm>
                <a:off x="502013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DAB">
                  <a:alpha val="100000"/>
                </a:srgbClr>
              </a:solidFill>
              <a:ln w="5420" cap="flat">
                <a:solidFill>
                  <a:srgbClr val="48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g1370">
                <a:extLst>
                  <a:ext uri="{FF2B5EF4-FFF2-40B4-BE49-F238E27FC236}">
                    <a16:creationId xmlns:a16="http://schemas.microsoft.com/office/drawing/2014/main" id="{CFAB9A58-5991-0E9D-02EE-8AAAD5AB0611}"/>
                  </a:ext>
                </a:extLst>
              </p:cNvPr>
              <p:cNvSpPr/>
              <p:nvPr/>
            </p:nvSpPr>
            <p:spPr>
              <a:xfrm>
                <a:off x="503177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g1371">
                <a:extLst>
                  <a:ext uri="{FF2B5EF4-FFF2-40B4-BE49-F238E27FC236}">
                    <a16:creationId xmlns:a16="http://schemas.microsoft.com/office/drawing/2014/main" id="{7A50D675-B40E-562A-878C-D977524015AE}"/>
                  </a:ext>
                </a:extLst>
              </p:cNvPr>
              <p:cNvSpPr/>
              <p:nvPr/>
            </p:nvSpPr>
            <p:spPr>
              <a:xfrm>
                <a:off x="5043408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g1372">
                <a:extLst>
                  <a:ext uri="{FF2B5EF4-FFF2-40B4-BE49-F238E27FC236}">
                    <a16:creationId xmlns:a16="http://schemas.microsoft.com/office/drawing/2014/main" id="{2142BB10-0E26-6108-CF97-84BECE3EB477}"/>
                  </a:ext>
                </a:extLst>
              </p:cNvPr>
              <p:cNvSpPr/>
              <p:nvPr/>
            </p:nvSpPr>
            <p:spPr>
              <a:xfrm>
                <a:off x="505504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DAB">
                  <a:alpha val="100000"/>
                </a:srgbClr>
              </a:solidFill>
              <a:ln w="5420" cap="flat">
                <a:solidFill>
                  <a:srgbClr val="48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g1373">
                <a:extLst>
                  <a:ext uri="{FF2B5EF4-FFF2-40B4-BE49-F238E27FC236}">
                    <a16:creationId xmlns:a16="http://schemas.microsoft.com/office/drawing/2014/main" id="{0AED925C-CACE-4026-8ECF-3ADD3F6E89E6}"/>
                  </a:ext>
                </a:extLst>
              </p:cNvPr>
              <p:cNvSpPr/>
              <p:nvPr/>
            </p:nvSpPr>
            <p:spPr>
              <a:xfrm>
                <a:off x="506668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g1374">
                <a:extLst>
                  <a:ext uri="{FF2B5EF4-FFF2-40B4-BE49-F238E27FC236}">
                    <a16:creationId xmlns:a16="http://schemas.microsoft.com/office/drawing/2014/main" id="{8E5BED3E-8287-0423-7E6F-5330971873AF}"/>
                  </a:ext>
                </a:extLst>
              </p:cNvPr>
              <p:cNvSpPr/>
              <p:nvPr/>
            </p:nvSpPr>
            <p:spPr>
              <a:xfrm>
                <a:off x="5078320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g1375">
                <a:extLst>
                  <a:ext uri="{FF2B5EF4-FFF2-40B4-BE49-F238E27FC236}">
                    <a16:creationId xmlns:a16="http://schemas.microsoft.com/office/drawing/2014/main" id="{7A842DBA-BEC4-AC67-A3D6-07910E3D5C5A}"/>
                  </a:ext>
                </a:extLst>
              </p:cNvPr>
              <p:cNvSpPr/>
              <p:nvPr/>
            </p:nvSpPr>
            <p:spPr>
              <a:xfrm>
                <a:off x="508995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g1376">
                <a:extLst>
                  <a:ext uri="{FF2B5EF4-FFF2-40B4-BE49-F238E27FC236}">
                    <a16:creationId xmlns:a16="http://schemas.microsoft.com/office/drawing/2014/main" id="{C5709CFA-A271-B7DC-6A98-EAF1C9D37D87}"/>
                  </a:ext>
                </a:extLst>
              </p:cNvPr>
              <p:cNvSpPr/>
              <p:nvPr/>
            </p:nvSpPr>
            <p:spPr>
              <a:xfrm>
                <a:off x="510159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g1377">
                <a:extLst>
                  <a:ext uri="{FF2B5EF4-FFF2-40B4-BE49-F238E27FC236}">
                    <a16:creationId xmlns:a16="http://schemas.microsoft.com/office/drawing/2014/main" id="{5573CBE7-0685-DC10-EB90-57B15EC919B6}"/>
                  </a:ext>
                </a:extLst>
              </p:cNvPr>
              <p:cNvSpPr/>
              <p:nvPr/>
            </p:nvSpPr>
            <p:spPr>
              <a:xfrm>
                <a:off x="5113232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g1378">
                <a:extLst>
                  <a:ext uri="{FF2B5EF4-FFF2-40B4-BE49-F238E27FC236}">
                    <a16:creationId xmlns:a16="http://schemas.microsoft.com/office/drawing/2014/main" id="{92BDB02A-ABAB-FF15-4ADB-76F98852F6A3}"/>
                  </a:ext>
                </a:extLst>
              </p:cNvPr>
              <p:cNvSpPr/>
              <p:nvPr/>
            </p:nvSpPr>
            <p:spPr>
              <a:xfrm>
                <a:off x="5124869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g1379">
                <a:extLst>
                  <a:ext uri="{FF2B5EF4-FFF2-40B4-BE49-F238E27FC236}">
                    <a16:creationId xmlns:a16="http://schemas.microsoft.com/office/drawing/2014/main" id="{B5F33965-AB9E-2386-49F8-7D42B2D26F52}"/>
                  </a:ext>
                </a:extLst>
              </p:cNvPr>
              <p:cNvSpPr/>
              <p:nvPr/>
            </p:nvSpPr>
            <p:spPr>
              <a:xfrm>
                <a:off x="513650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g1380">
                <a:extLst>
                  <a:ext uri="{FF2B5EF4-FFF2-40B4-BE49-F238E27FC236}">
                    <a16:creationId xmlns:a16="http://schemas.microsoft.com/office/drawing/2014/main" id="{D19A52EF-6BAE-B769-3314-0792E845C9E4}"/>
                  </a:ext>
                </a:extLst>
              </p:cNvPr>
              <p:cNvSpPr/>
              <p:nvPr/>
            </p:nvSpPr>
            <p:spPr>
              <a:xfrm>
                <a:off x="5148144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g1381">
                <a:extLst>
                  <a:ext uri="{FF2B5EF4-FFF2-40B4-BE49-F238E27FC236}">
                    <a16:creationId xmlns:a16="http://schemas.microsoft.com/office/drawing/2014/main" id="{4EA3669C-CC92-4D5C-6803-43EEA8F660A5}"/>
                  </a:ext>
                </a:extLst>
              </p:cNvPr>
              <p:cNvSpPr/>
              <p:nvPr/>
            </p:nvSpPr>
            <p:spPr>
              <a:xfrm>
                <a:off x="515978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g1382">
                <a:extLst>
                  <a:ext uri="{FF2B5EF4-FFF2-40B4-BE49-F238E27FC236}">
                    <a16:creationId xmlns:a16="http://schemas.microsoft.com/office/drawing/2014/main" id="{FBAF1C40-0F48-C86F-4543-5F1A5BDB7667}"/>
                  </a:ext>
                </a:extLst>
              </p:cNvPr>
              <p:cNvSpPr/>
              <p:nvPr/>
            </p:nvSpPr>
            <p:spPr>
              <a:xfrm>
                <a:off x="520633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g1383">
                <a:extLst>
                  <a:ext uri="{FF2B5EF4-FFF2-40B4-BE49-F238E27FC236}">
                    <a16:creationId xmlns:a16="http://schemas.microsoft.com/office/drawing/2014/main" id="{9219B070-CFEC-4FDE-7868-1CF0851481BC}"/>
                  </a:ext>
                </a:extLst>
              </p:cNvPr>
              <p:cNvSpPr/>
              <p:nvPr/>
            </p:nvSpPr>
            <p:spPr>
              <a:xfrm>
                <a:off x="5217968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g1384">
                <a:extLst>
                  <a:ext uri="{FF2B5EF4-FFF2-40B4-BE49-F238E27FC236}">
                    <a16:creationId xmlns:a16="http://schemas.microsoft.com/office/drawing/2014/main" id="{68329F67-E87C-F47C-3944-250E5509AF23}"/>
                  </a:ext>
                </a:extLst>
              </p:cNvPr>
              <p:cNvSpPr/>
              <p:nvPr/>
            </p:nvSpPr>
            <p:spPr>
              <a:xfrm>
                <a:off x="522960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g1385">
                <a:extLst>
                  <a:ext uri="{FF2B5EF4-FFF2-40B4-BE49-F238E27FC236}">
                    <a16:creationId xmlns:a16="http://schemas.microsoft.com/office/drawing/2014/main" id="{8E1742E4-8CB8-597B-CC1F-282FA59C045F}"/>
                  </a:ext>
                </a:extLst>
              </p:cNvPr>
              <p:cNvSpPr/>
              <p:nvPr/>
            </p:nvSpPr>
            <p:spPr>
              <a:xfrm>
                <a:off x="524124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g1386">
                <a:extLst>
                  <a:ext uri="{FF2B5EF4-FFF2-40B4-BE49-F238E27FC236}">
                    <a16:creationId xmlns:a16="http://schemas.microsoft.com/office/drawing/2014/main" id="{8EF6E4D2-A527-7261-CFF3-4896395C92AA}"/>
                  </a:ext>
                </a:extLst>
              </p:cNvPr>
              <p:cNvSpPr/>
              <p:nvPr/>
            </p:nvSpPr>
            <p:spPr>
              <a:xfrm>
                <a:off x="5252880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g1387">
                <a:extLst>
                  <a:ext uri="{FF2B5EF4-FFF2-40B4-BE49-F238E27FC236}">
                    <a16:creationId xmlns:a16="http://schemas.microsoft.com/office/drawing/2014/main" id="{73046477-60FA-0329-7E3F-CD922D204367}"/>
                  </a:ext>
                </a:extLst>
              </p:cNvPr>
              <p:cNvSpPr/>
              <p:nvPr/>
            </p:nvSpPr>
            <p:spPr>
              <a:xfrm>
                <a:off x="526451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g1388">
                <a:extLst>
                  <a:ext uri="{FF2B5EF4-FFF2-40B4-BE49-F238E27FC236}">
                    <a16:creationId xmlns:a16="http://schemas.microsoft.com/office/drawing/2014/main" id="{C9E58045-86D6-2D2F-E19B-3A5B01CEAD6E}"/>
                  </a:ext>
                </a:extLst>
              </p:cNvPr>
              <p:cNvSpPr/>
              <p:nvPr/>
            </p:nvSpPr>
            <p:spPr>
              <a:xfrm>
                <a:off x="498522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g1389">
                <a:extLst>
                  <a:ext uri="{FF2B5EF4-FFF2-40B4-BE49-F238E27FC236}">
                    <a16:creationId xmlns:a16="http://schemas.microsoft.com/office/drawing/2014/main" id="{A5373D83-E505-C08A-2C06-0E84981BBE46}"/>
                  </a:ext>
                </a:extLst>
              </p:cNvPr>
              <p:cNvSpPr/>
              <p:nvPr/>
            </p:nvSpPr>
            <p:spPr>
              <a:xfrm>
                <a:off x="499685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g1390">
                <a:extLst>
                  <a:ext uri="{FF2B5EF4-FFF2-40B4-BE49-F238E27FC236}">
                    <a16:creationId xmlns:a16="http://schemas.microsoft.com/office/drawing/2014/main" id="{A24D4D14-849D-8BEF-E4B4-5794B94D3A9D}"/>
                  </a:ext>
                </a:extLst>
              </p:cNvPr>
              <p:cNvSpPr/>
              <p:nvPr/>
            </p:nvSpPr>
            <p:spPr>
              <a:xfrm>
                <a:off x="5008496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g1391">
                <a:extLst>
                  <a:ext uri="{FF2B5EF4-FFF2-40B4-BE49-F238E27FC236}">
                    <a16:creationId xmlns:a16="http://schemas.microsoft.com/office/drawing/2014/main" id="{D559E955-DB34-DE47-18BA-D84962EDC498}"/>
                  </a:ext>
                </a:extLst>
              </p:cNvPr>
              <p:cNvSpPr/>
              <p:nvPr/>
            </p:nvSpPr>
            <p:spPr>
              <a:xfrm>
                <a:off x="502013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g1392">
                <a:extLst>
                  <a:ext uri="{FF2B5EF4-FFF2-40B4-BE49-F238E27FC236}">
                    <a16:creationId xmlns:a16="http://schemas.microsoft.com/office/drawing/2014/main" id="{194EC834-2E4F-0E98-B1BF-2F95243D65C2}"/>
                  </a:ext>
                </a:extLst>
              </p:cNvPr>
              <p:cNvSpPr/>
              <p:nvPr/>
            </p:nvSpPr>
            <p:spPr>
              <a:xfrm>
                <a:off x="503177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g1393">
                <a:extLst>
                  <a:ext uri="{FF2B5EF4-FFF2-40B4-BE49-F238E27FC236}">
                    <a16:creationId xmlns:a16="http://schemas.microsoft.com/office/drawing/2014/main" id="{A84C69AC-0A8A-4D40-190E-6D4D006A8BE5}"/>
                  </a:ext>
                </a:extLst>
              </p:cNvPr>
              <p:cNvSpPr/>
              <p:nvPr/>
            </p:nvSpPr>
            <p:spPr>
              <a:xfrm>
                <a:off x="5043408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g1394">
                <a:extLst>
                  <a:ext uri="{FF2B5EF4-FFF2-40B4-BE49-F238E27FC236}">
                    <a16:creationId xmlns:a16="http://schemas.microsoft.com/office/drawing/2014/main" id="{6F6AB3FC-248F-C991-B822-75C1CBC168B4}"/>
                  </a:ext>
                </a:extLst>
              </p:cNvPr>
              <p:cNvSpPr/>
              <p:nvPr/>
            </p:nvSpPr>
            <p:spPr>
              <a:xfrm>
                <a:off x="505504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g1395">
                <a:extLst>
                  <a:ext uri="{FF2B5EF4-FFF2-40B4-BE49-F238E27FC236}">
                    <a16:creationId xmlns:a16="http://schemas.microsoft.com/office/drawing/2014/main" id="{5EEBAAB7-567D-D278-F480-9B6405DD636C}"/>
                  </a:ext>
                </a:extLst>
              </p:cNvPr>
              <p:cNvSpPr/>
              <p:nvPr/>
            </p:nvSpPr>
            <p:spPr>
              <a:xfrm>
                <a:off x="506668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g1396">
                <a:extLst>
                  <a:ext uri="{FF2B5EF4-FFF2-40B4-BE49-F238E27FC236}">
                    <a16:creationId xmlns:a16="http://schemas.microsoft.com/office/drawing/2014/main" id="{F3CAEB1A-9E87-237D-CD9A-0B9743054188}"/>
                  </a:ext>
                </a:extLst>
              </p:cNvPr>
              <p:cNvSpPr/>
              <p:nvPr/>
            </p:nvSpPr>
            <p:spPr>
              <a:xfrm>
                <a:off x="5078320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g1397">
                <a:extLst>
                  <a:ext uri="{FF2B5EF4-FFF2-40B4-BE49-F238E27FC236}">
                    <a16:creationId xmlns:a16="http://schemas.microsoft.com/office/drawing/2014/main" id="{170E537F-183B-1E5C-FF65-32ABDD60E626}"/>
                  </a:ext>
                </a:extLst>
              </p:cNvPr>
              <p:cNvSpPr/>
              <p:nvPr/>
            </p:nvSpPr>
            <p:spPr>
              <a:xfrm>
                <a:off x="508995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g1398">
                <a:extLst>
                  <a:ext uri="{FF2B5EF4-FFF2-40B4-BE49-F238E27FC236}">
                    <a16:creationId xmlns:a16="http://schemas.microsoft.com/office/drawing/2014/main" id="{F20FA779-7348-6308-15C1-6C5108C1348E}"/>
                  </a:ext>
                </a:extLst>
              </p:cNvPr>
              <p:cNvSpPr/>
              <p:nvPr/>
            </p:nvSpPr>
            <p:spPr>
              <a:xfrm>
                <a:off x="510159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g1399">
                <a:extLst>
                  <a:ext uri="{FF2B5EF4-FFF2-40B4-BE49-F238E27FC236}">
                    <a16:creationId xmlns:a16="http://schemas.microsoft.com/office/drawing/2014/main" id="{9C89D6C1-ED3B-D8B3-0F19-BA83070F45D7}"/>
                  </a:ext>
                </a:extLst>
              </p:cNvPr>
              <p:cNvSpPr/>
              <p:nvPr/>
            </p:nvSpPr>
            <p:spPr>
              <a:xfrm>
                <a:off x="5113232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g1400">
                <a:extLst>
                  <a:ext uri="{FF2B5EF4-FFF2-40B4-BE49-F238E27FC236}">
                    <a16:creationId xmlns:a16="http://schemas.microsoft.com/office/drawing/2014/main" id="{A6397BEC-8859-D02D-5FE5-09225CFE14F3}"/>
                  </a:ext>
                </a:extLst>
              </p:cNvPr>
              <p:cNvSpPr/>
              <p:nvPr/>
            </p:nvSpPr>
            <p:spPr>
              <a:xfrm>
                <a:off x="512486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g1401">
                <a:extLst>
                  <a:ext uri="{FF2B5EF4-FFF2-40B4-BE49-F238E27FC236}">
                    <a16:creationId xmlns:a16="http://schemas.microsoft.com/office/drawing/2014/main" id="{C7AE73A5-756D-FF90-5837-5DC5A7753B21}"/>
                  </a:ext>
                </a:extLst>
              </p:cNvPr>
              <p:cNvSpPr/>
              <p:nvPr/>
            </p:nvSpPr>
            <p:spPr>
              <a:xfrm>
                <a:off x="513650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g1402">
                <a:extLst>
                  <a:ext uri="{FF2B5EF4-FFF2-40B4-BE49-F238E27FC236}">
                    <a16:creationId xmlns:a16="http://schemas.microsoft.com/office/drawing/2014/main" id="{852C77F1-9A78-8A60-886B-4269D92C0AB2}"/>
                  </a:ext>
                </a:extLst>
              </p:cNvPr>
              <p:cNvSpPr/>
              <p:nvPr/>
            </p:nvSpPr>
            <p:spPr>
              <a:xfrm>
                <a:off x="5148144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g1403">
                <a:extLst>
                  <a:ext uri="{FF2B5EF4-FFF2-40B4-BE49-F238E27FC236}">
                    <a16:creationId xmlns:a16="http://schemas.microsoft.com/office/drawing/2014/main" id="{7F752C80-8AAC-5DD0-93B5-223A8F2D7424}"/>
                  </a:ext>
                </a:extLst>
              </p:cNvPr>
              <p:cNvSpPr/>
              <p:nvPr/>
            </p:nvSpPr>
            <p:spPr>
              <a:xfrm>
                <a:off x="515978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g1404">
                <a:extLst>
                  <a:ext uri="{FF2B5EF4-FFF2-40B4-BE49-F238E27FC236}">
                    <a16:creationId xmlns:a16="http://schemas.microsoft.com/office/drawing/2014/main" id="{6D540289-C363-40C5-70D4-EEDE97F5409F}"/>
                  </a:ext>
                </a:extLst>
              </p:cNvPr>
              <p:cNvSpPr/>
              <p:nvPr/>
            </p:nvSpPr>
            <p:spPr>
              <a:xfrm>
                <a:off x="517141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g1405">
                <a:extLst>
                  <a:ext uri="{FF2B5EF4-FFF2-40B4-BE49-F238E27FC236}">
                    <a16:creationId xmlns:a16="http://schemas.microsoft.com/office/drawing/2014/main" id="{4F345D11-5D91-94B1-4BE7-2561AC45776F}"/>
                  </a:ext>
                </a:extLst>
              </p:cNvPr>
              <p:cNvSpPr/>
              <p:nvPr/>
            </p:nvSpPr>
            <p:spPr>
              <a:xfrm>
                <a:off x="520633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g1406">
                <a:extLst>
                  <a:ext uri="{FF2B5EF4-FFF2-40B4-BE49-F238E27FC236}">
                    <a16:creationId xmlns:a16="http://schemas.microsoft.com/office/drawing/2014/main" id="{100D2A5E-8BB0-7475-B33D-270CA8B6383D}"/>
                  </a:ext>
                </a:extLst>
              </p:cNvPr>
              <p:cNvSpPr/>
              <p:nvPr/>
            </p:nvSpPr>
            <p:spPr>
              <a:xfrm>
                <a:off x="5217968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g1407">
                <a:extLst>
                  <a:ext uri="{FF2B5EF4-FFF2-40B4-BE49-F238E27FC236}">
                    <a16:creationId xmlns:a16="http://schemas.microsoft.com/office/drawing/2014/main" id="{0A374B4E-5C4E-C9D7-8858-2A4E680539ED}"/>
                  </a:ext>
                </a:extLst>
              </p:cNvPr>
              <p:cNvSpPr/>
              <p:nvPr/>
            </p:nvSpPr>
            <p:spPr>
              <a:xfrm>
                <a:off x="522960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g1408">
                <a:extLst>
                  <a:ext uri="{FF2B5EF4-FFF2-40B4-BE49-F238E27FC236}">
                    <a16:creationId xmlns:a16="http://schemas.microsoft.com/office/drawing/2014/main" id="{34CCE867-A16A-08E7-4774-E9BBFD9B376F}"/>
                  </a:ext>
                </a:extLst>
              </p:cNvPr>
              <p:cNvSpPr/>
              <p:nvPr/>
            </p:nvSpPr>
            <p:spPr>
              <a:xfrm>
                <a:off x="524124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g1409">
                <a:extLst>
                  <a:ext uri="{FF2B5EF4-FFF2-40B4-BE49-F238E27FC236}">
                    <a16:creationId xmlns:a16="http://schemas.microsoft.com/office/drawing/2014/main" id="{18BD0C15-D569-1B75-F158-1D2D38D31B26}"/>
                  </a:ext>
                </a:extLst>
              </p:cNvPr>
              <p:cNvSpPr/>
              <p:nvPr/>
            </p:nvSpPr>
            <p:spPr>
              <a:xfrm>
                <a:off x="5252880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g1410">
                <a:extLst>
                  <a:ext uri="{FF2B5EF4-FFF2-40B4-BE49-F238E27FC236}">
                    <a16:creationId xmlns:a16="http://schemas.microsoft.com/office/drawing/2014/main" id="{FEC309D9-EBD4-D0C5-78AC-2CEFB35DE5E2}"/>
                  </a:ext>
                </a:extLst>
              </p:cNvPr>
              <p:cNvSpPr/>
              <p:nvPr/>
            </p:nvSpPr>
            <p:spPr>
              <a:xfrm>
                <a:off x="526451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g1411">
                <a:extLst>
                  <a:ext uri="{FF2B5EF4-FFF2-40B4-BE49-F238E27FC236}">
                    <a16:creationId xmlns:a16="http://schemas.microsoft.com/office/drawing/2014/main" id="{AA1C355C-6A5E-BF67-4A43-7F4BFC8D8C09}"/>
                  </a:ext>
                </a:extLst>
              </p:cNvPr>
              <p:cNvSpPr/>
              <p:nvPr/>
            </p:nvSpPr>
            <p:spPr>
              <a:xfrm>
                <a:off x="498522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g1412">
                <a:extLst>
                  <a:ext uri="{FF2B5EF4-FFF2-40B4-BE49-F238E27FC236}">
                    <a16:creationId xmlns:a16="http://schemas.microsoft.com/office/drawing/2014/main" id="{3047ED70-E40F-0F94-6E8E-6B45716606ED}"/>
                  </a:ext>
                </a:extLst>
              </p:cNvPr>
              <p:cNvSpPr/>
              <p:nvPr/>
            </p:nvSpPr>
            <p:spPr>
              <a:xfrm>
                <a:off x="499685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g1413">
                <a:extLst>
                  <a:ext uri="{FF2B5EF4-FFF2-40B4-BE49-F238E27FC236}">
                    <a16:creationId xmlns:a16="http://schemas.microsoft.com/office/drawing/2014/main" id="{03EAD674-2605-4714-140C-48A8CAAACF68}"/>
                  </a:ext>
                </a:extLst>
              </p:cNvPr>
              <p:cNvSpPr/>
              <p:nvPr/>
            </p:nvSpPr>
            <p:spPr>
              <a:xfrm>
                <a:off x="5008496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g1414">
                <a:extLst>
                  <a:ext uri="{FF2B5EF4-FFF2-40B4-BE49-F238E27FC236}">
                    <a16:creationId xmlns:a16="http://schemas.microsoft.com/office/drawing/2014/main" id="{83C9BAD0-ED9A-D859-F151-E89C1931D760}"/>
                  </a:ext>
                </a:extLst>
              </p:cNvPr>
              <p:cNvSpPr/>
              <p:nvPr/>
            </p:nvSpPr>
            <p:spPr>
              <a:xfrm>
                <a:off x="502013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g1415">
                <a:extLst>
                  <a:ext uri="{FF2B5EF4-FFF2-40B4-BE49-F238E27FC236}">
                    <a16:creationId xmlns:a16="http://schemas.microsoft.com/office/drawing/2014/main" id="{AD118E10-D59C-BCBD-BC97-DA2CFCAFC618}"/>
                  </a:ext>
                </a:extLst>
              </p:cNvPr>
              <p:cNvSpPr/>
              <p:nvPr/>
            </p:nvSpPr>
            <p:spPr>
              <a:xfrm>
                <a:off x="503177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g1416">
                <a:extLst>
                  <a:ext uri="{FF2B5EF4-FFF2-40B4-BE49-F238E27FC236}">
                    <a16:creationId xmlns:a16="http://schemas.microsoft.com/office/drawing/2014/main" id="{4ACDF10F-06E3-6DD4-BADF-33850D8C76B6}"/>
                  </a:ext>
                </a:extLst>
              </p:cNvPr>
              <p:cNvSpPr/>
              <p:nvPr/>
            </p:nvSpPr>
            <p:spPr>
              <a:xfrm>
                <a:off x="5043408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g1417">
                <a:extLst>
                  <a:ext uri="{FF2B5EF4-FFF2-40B4-BE49-F238E27FC236}">
                    <a16:creationId xmlns:a16="http://schemas.microsoft.com/office/drawing/2014/main" id="{741B0D28-506C-5FE9-CAA1-485037FF9FA5}"/>
                  </a:ext>
                </a:extLst>
              </p:cNvPr>
              <p:cNvSpPr/>
              <p:nvPr/>
            </p:nvSpPr>
            <p:spPr>
              <a:xfrm>
                <a:off x="505504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g1418">
                <a:extLst>
                  <a:ext uri="{FF2B5EF4-FFF2-40B4-BE49-F238E27FC236}">
                    <a16:creationId xmlns:a16="http://schemas.microsoft.com/office/drawing/2014/main" id="{048CF565-319F-CD0F-DC6F-92EED9FF17FD}"/>
                  </a:ext>
                </a:extLst>
              </p:cNvPr>
              <p:cNvSpPr/>
              <p:nvPr/>
            </p:nvSpPr>
            <p:spPr>
              <a:xfrm>
                <a:off x="506668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g1419">
                <a:extLst>
                  <a:ext uri="{FF2B5EF4-FFF2-40B4-BE49-F238E27FC236}">
                    <a16:creationId xmlns:a16="http://schemas.microsoft.com/office/drawing/2014/main" id="{DB0F8660-EEA9-9B9B-A561-BDFA5BF0BD13}"/>
                  </a:ext>
                </a:extLst>
              </p:cNvPr>
              <p:cNvSpPr/>
              <p:nvPr/>
            </p:nvSpPr>
            <p:spPr>
              <a:xfrm>
                <a:off x="5078320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AAA">
                  <a:alpha val="100000"/>
                </a:srgbClr>
              </a:solidFill>
              <a:ln w="5420" cap="flat">
                <a:solidFill>
                  <a:srgbClr val="47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g1420">
                <a:extLst>
                  <a:ext uri="{FF2B5EF4-FFF2-40B4-BE49-F238E27FC236}">
                    <a16:creationId xmlns:a16="http://schemas.microsoft.com/office/drawing/2014/main" id="{48A6BC5A-BC6B-08CC-1F03-32210B729945}"/>
                  </a:ext>
                </a:extLst>
              </p:cNvPr>
              <p:cNvSpPr/>
              <p:nvPr/>
            </p:nvSpPr>
            <p:spPr>
              <a:xfrm>
                <a:off x="508995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g1421">
                <a:extLst>
                  <a:ext uri="{FF2B5EF4-FFF2-40B4-BE49-F238E27FC236}">
                    <a16:creationId xmlns:a16="http://schemas.microsoft.com/office/drawing/2014/main" id="{655059C2-10DF-9E9A-1E4E-A7F959E756A7}"/>
                  </a:ext>
                </a:extLst>
              </p:cNvPr>
              <p:cNvSpPr/>
              <p:nvPr/>
            </p:nvSpPr>
            <p:spPr>
              <a:xfrm>
                <a:off x="510159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g1422">
                <a:extLst>
                  <a:ext uri="{FF2B5EF4-FFF2-40B4-BE49-F238E27FC236}">
                    <a16:creationId xmlns:a16="http://schemas.microsoft.com/office/drawing/2014/main" id="{AB1AA35C-E8B4-B5E1-3688-BCFD79FEED44}"/>
                  </a:ext>
                </a:extLst>
              </p:cNvPr>
              <p:cNvSpPr/>
              <p:nvPr/>
            </p:nvSpPr>
            <p:spPr>
              <a:xfrm>
                <a:off x="5113232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g1423">
                <a:extLst>
                  <a:ext uri="{FF2B5EF4-FFF2-40B4-BE49-F238E27FC236}">
                    <a16:creationId xmlns:a16="http://schemas.microsoft.com/office/drawing/2014/main" id="{E4702FDC-4563-F2EB-A783-C05A07AD3992}"/>
                  </a:ext>
                </a:extLst>
              </p:cNvPr>
              <p:cNvSpPr/>
              <p:nvPr/>
            </p:nvSpPr>
            <p:spPr>
              <a:xfrm>
                <a:off x="512486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g1424">
                <a:extLst>
                  <a:ext uri="{FF2B5EF4-FFF2-40B4-BE49-F238E27FC236}">
                    <a16:creationId xmlns:a16="http://schemas.microsoft.com/office/drawing/2014/main" id="{9909C722-DBF5-8CB0-C625-3B4727C0A968}"/>
                  </a:ext>
                </a:extLst>
              </p:cNvPr>
              <p:cNvSpPr/>
              <p:nvPr/>
            </p:nvSpPr>
            <p:spPr>
              <a:xfrm>
                <a:off x="513650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g1425">
                <a:extLst>
                  <a:ext uri="{FF2B5EF4-FFF2-40B4-BE49-F238E27FC236}">
                    <a16:creationId xmlns:a16="http://schemas.microsoft.com/office/drawing/2014/main" id="{B37FC38F-0185-3E2B-1C8A-770E906EFA34}"/>
                  </a:ext>
                </a:extLst>
              </p:cNvPr>
              <p:cNvSpPr/>
              <p:nvPr/>
            </p:nvSpPr>
            <p:spPr>
              <a:xfrm>
                <a:off x="5148144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g1426">
                <a:extLst>
                  <a:ext uri="{FF2B5EF4-FFF2-40B4-BE49-F238E27FC236}">
                    <a16:creationId xmlns:a16="http://schemas.microsoft.com/office/drawing/2014/main" id="{A620612D-61DB-A9CF-B015-6E6A0621B093}"/>
                  </a:ext>
                </a:extLst>
              </p:cNvPr>
              <p:cNvSpPr/>
              <p:nvPr/>
            </p:nvSpPr>
            <p:spPr>
              <a:xfrm>
                <a:off x="515978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g1427">
                <a:extLst>
                  <a:ext uri="{FF2B5EF4-FFF2-40B4-BE49-F238E27FC236}">
                    <a16:creationId xmlns:a16="http://schemas.microsoft.com/office/drawing/2014/main" id="{DE0726E9-6EB5-09F4-12FF-CA31F7F04F2C}"/>
                  </a:ext>
                </a:extLst>
              </p:cNvPr>
              <p:cNvSpPr/>
              <p:nvPr/>
            </p:nvSpPr>
            <p:spPr>
              <a:xfrm>
                <a:off x="517141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g1428">
                <a:extLst>
                  <a:ext uri="{FF2B5EF4-FFF2-40B4-BE49-F238E27FC236}">
                    <a16:creationId xmlns:a16="http://schemas.microsoft.com/office/drawing/2014/main" id="{205267EA-C3E0-A35C-A035-40508F9E20A8}"/>
                  </a:ext>
                </a:extLst>
              </p:cNvPr>
              <p:cNvSpPr/>
              <p:nvPr/>
            </p:nvSpPr>
            <p:spPr>
              <a:xfrm>
                <a:off x="5183056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g1429">
                <a:extLst>
                  <a:ext uri="{FF2B5EF4-FFF2-40B4-BE49-F238E27FC236}">
                    <a16:creationId xmlns:a16="http://schemas.microsoft.com/office/drawing/2014/main" id="{F2117860-00A3-E0E8-1B01-05C2D6130AF8}"/>
                  </a:ext>
                </a:extLst>
              </p:cNvPr>
              <p:cNvSpPr/>
              <p:nvPr/>
            </p:nvSpPr>
            <p:spPr>
              <a:xfrm>
                <a:off x="5217968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g1430">
                <a:extLst>
                  <a:ext uri="{FF2B5EF4-FFF2-40B4-BE49-F238E27FC236}">
                    <a16:creationId xmlns:a16="http://schemas.microsoft.com/office/drawing/2014/main" id="{9E104A19-CF83-FD09-A76D-73BDD92668FA}"/>
                  </a:ext>
                </a:extLst>
              </p:cNvPr>
              <p:cNvSpPr/>
              <p:nvPr/>
            </p:nvSpPr>
            <p:spPr>
              <a:xfrm>
                <a:off x="522960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g1431">
                <a:extLst>
                  <a:ext uri="{FF2B5EF4-FFF2-40B4-BE49-F238E27FC236}">
                    <a16:creationId xmlns:a16="http://schemas.microsoft.com/office/drawing/2014/main" id="{58C15F86-5110-E38F-1523-838A3046492E}"/>
                  </a:ext>
                </a:extLst>
              </p:cNvPr>
              <p:cNvSpPr/>
              <p:nvPr/>
            </p:nvSpPr>
            <p:spPr>
              <a:xfrm>
                <a:off x="524124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g1432">
                <a:extLst>
                  <a:ext uri="{FF2B5EF4-FFF2-40B4-BE49-F238E27FC236}">
                    <a16:creationId xmlns:a16="http://schemas.microsoft.com/office/drawing/2014/main" id="{348840CF-FF97-5D11-271C-C4769AA9ACB2}"/>
                  </a:ext>
                </a:extLst>
              </p:cNvPr>
              <p:cNvSpPr/>
              <p:nvPr/>
            </p:nvSpPr>
            <p:spPr>
              <a:xfrm>
                <a:off x="5252880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g1433">
                <a:extLst>
                  <a:ext uri="{FF2B5EF4-FFF2-40B4-BE49-F238E27FC236}">
                    <a16:creationId xmlns:a16="http://schemas.microsoft.com/office/drawing/2014/main" id="{5928FB77-DAE6-8989-C24A-5E260DED8A6B}"/>
                  </a:ext>
                </a:extLst>
              </p:cNvPr>
              <p:cNvSpPr/>
              <p:nvPr/>
            </p:nvSpPr>
            <p:spPr>
              <a:xfrm>
                <a:off x="526451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g1434">
                <a:extLst>
                  <a:ext uri="{FF2B5EF4-FFF2-40B4-BE49-F238E27FC236}">
                    <a16:creationId xmlns:a16="http://schemas.microsoft.com/office/drawing/2014/main" id="{9110CC09-2B36-6819-22C1-9F949FC86096}"/>
                  </a:ext>
                </a:extLst>
              </p:cNvPr>
              <p:cNvSpPr/>
              <p:nvPr/>
            </p:nvSpPr>
            <p:spPr>
              <a:xfrm>
                <a:off x="498522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g1435">
                <a:extLst>
                  <a:ext uri="{FF2B5EF4-FFF2-40B4-BE49-F238E27FC236}">
                    <a16:creationId xmlns:a16="http://schemas.microsoft.com/office/drawing/2014/main" id="{C86072B4-283C-0905-6781-89C1C4F5D68E}"/>
                  </a:ext>
                </a:extLst>
              </p:cNvPr>
              <p:cNvSpPr/>
              <p:nvPr/>
            </p:nvSpPr>
            <p:spPr>
              <a:xfrm>
                <a:off x="499685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g1436">
                <a:extLst>
                  <a:ext uri="{FF2B5EF4-FFF2-40B4-BE49-F238E27FC236}">
                    <a16:creationId xmlns:a16="http://schemas.microsoft.com/office/drawing/2014/main" id="{68654CA3-154C-8D58-06E0-50A64F637554}"/>
                  </a:ext>
                </a:extLst>
              </p:cNvPr>
              <p:cNvSpPr/>
              <p:nvPr/>
            </p:nvSpPr>
            <p:spPr>
              <a:xfrm>
                <a:off x="5008496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g1437">
                <a:extLst>
                  <a:ext uri="{FF2B5EF4-FFF2-40B4-BE49-F238E27FC236}">
                    <a16:creationId xmlns:a16="http://schemas.microsoft.com/office/drawing/2014/main" id="{E11262DB-F221-317B-0041-87C01C02137B}"/>
                  </a:ext>
                </a:extLst>
              </p:cNvPr>
              <p:cNvSpPr/>
              <p:nvPr/>
            </p:nvSpPr>
            <p:spPr>
              <a:xfrm>
                <a:off x="502013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g1438">
                <a:extLst>
                  <a:ext uri="{FF2B5EF4-FFF2-40B4-BE49-F238E27FC236}">
                    <a16:creationId xmlns:a16="http://schemas.microsoft.com/office/drawing/2014/main" id="{D5492E0C-EE66-874F-9D81-EBB84CAF4FA8}"/>
                  </a:ext>
                </a:extLst>
              </p:cNvPr>
              <p:cNvSpPr/>
              <p:nvPr/>
            </p:nvSpPr>
            <p:spPr>
              <a:xfrm>
                <a:off x="503177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g1439">
                <a:extLst>
                  <a:ext uri="{FF2B5EF4-FFF2-40B4-BE49-F238E27FC236}">
                    <a16:creationId xmlns:a16="http://schemas.microsoft.com/office/drawing/2014/main" id="{EC7E0954-B6F7-78F6-416B-A1778895727E}"/>
                  </a:ext>
                </a:extLst>
              </p:cNvPr>
              <p:cNvSpPr/>
              <p:nvPr/>
            </p:nvSpPr>
            <p:spPr>
              <a:xfrm>
                <a:off x="5043408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g1440">
                <a:extLst>
                  <a:ext uri="{FF2B5EF4-FFF2-40B4-BE49-F238E27FC236}">
                    <a16:creationId xmlns:a16="http://schemas.microsoft.com/office/drawing/2014/main" id="{FBFACEA6-0BFB-F7BB-D2A1-EDFDAFC0D3B9}"/>
                  </a:ext>
                </a:extLst>
              </p:cNvPr>
              <p:cNvSpPr/>
              <p:nvPr/>
            </p:nvSpPr>
            <p:spPr>
              <a:xfrm>
                <a:off x="505504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g1441">
                <a:extLst>
                  <a:ext uri="{FF2B5EF4-FFF2-40B4-BE49-F238E27FC236}">
                    <a16:creationId xmlns:a16="http://schemas.microsoft.com/office/drawing/2014/main" id="{C13897A9-4E19-3208-BCAB-DF8F139CC002}"/>
                  </a:ext>
                </a:extLst>
              </p:cNvPr>
              <p:cNvSpPr/>
              <p:nvPr/>
            </p:nvSpPr>
            <p:spPr>
              <a:xfrm>
                <a:off x="506668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g1442">
                <a:extLst>
                  <a:ext uri="{FF2B5EF4-FFF2-40B4-BE49-F238E27FC236}">
                    <a16:creationId xmlns:a16="http://schemas.microsoft.com/office/drawing/2014/main" id="{3F287077-7943-0D49-A6D5-DEAD560C39A5}"/>
                  </a:ext>
                </a:extLst>
              </p:cNvPr>
              <p:cNvSpPr/>
              <p:nvPr/>
            </p:nvSpPr>
            <p:spPr>
              <a:xfrm>
                <a:off x="5078320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g1443">
                <a:extLst>
                  <a:ext uri="{FF2B5EF4-FFF2-40B4-BE49-F238E27FC236}">
                    <a16:creationId xmlns:a16="http://schemas.microsoft.com/office/drawing/2014/main" id="{831E1449-43C7-391D-E488-951004F5DBDB}"/>
                  </a:ext>
                </a:extLst>
              </p:cNvPr>
              <p:cNvSpPr/>
              <p:nvPr/>
            </p:nvSpPr>
            <p:spPr>
              <a:xfrm>
                <a:off x="508995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g1444">
                <a:extLst>
                  <a:ext uri="{FF2B5EF4-FFF2-40B4-BE49-F238E27FC236}">
                    <a16:creationId xmlns:a16="http://schemas.microsoft.com/office/drawing/2014/main" id="{08DA4E45-0DD9-5788-F556-D571574D5931}"/>
                  </a:ext>
                </a:extLst>
              </p:cNvPr>
              <p:cNvSpPr/>
              <p:nvPr/>
            </p:nvSpPr>
            <p:spPr>
              <a:xfrm>
                <a:off x="510159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g1445">
                <a:extLst>
                  <a:ext uri="{FF2B5EF4-FFF2-40B4-BE49-F238E27FC236}">
                    <a16:creationId xmlns:a16="http://schemas.microsoft.com/office/drawing/2014/main" id="{8AEFA1D4-D134-444B-3652-E9852F7D5EB9}"/>
                  </a:ext>
                </a:extLst>
              </p:cNvPr>
              <p:cNvSpPr/>
              <p:nvPr/>
            </p:nvSpPr>
            <p:spPr>
              <a:xfrm>
                <a:off x="5113232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g1446">
                <a:extLst>
                  <a:ext uri="{FF2B5EF4-FFF2-40B4-BE49-F238E27FC236}">
                    <a16:creationId xmlns:a16="http://schemas.microsoft.com/office/drawing/2014/main" id="{2B90B4D1-B3CE-9654-70DE-79B63E4EBF67}"/>
                  </a:ext>
                </a:extLst>
              </p:cNvPr>
              <p:cNvSpPr/>
              <p:nvPr/>
            </p:nvSpPr>
            <p:spPr>
              <a:xfrm>
                <a:off x="512486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g1447">
                <a:extLst>
                  <a:ext uri="{FF2B5EF4-FFF2-40B4-BE49-F238E27FC236}">
                    <a16:creationId xmlns:a16="http://schemas.microsoft.com/office/drawing/2014/main" id="{19A370D3-211B-2B4F-316D-5DCAE7279FB1}"/>
                  </a:ext>
                </a:extLst>
              </p:cNvPr>
              <p:cNvSpPr/>
              <p:nvPr/>
            </p:nvSpPr>
            <p:spPr>
              <a:xfrm>
                <a:off x="513650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g1448">
                <a:extLst>
                  <a:ext uri="{FF2B5EF4-FFF2-40B4-BE49-F238E27FC236}">
                    <a16:creationId xmlns:a16="http://schemas.microsoft.com/office/drawing/2014/main" id="{D5A9A113-CD48-8B21-4AA6-97579A6EFBE1}"/>
                  </a:ext>
                </a:extLst>
              </p:cNvPr>
              <p:cNvSpPr/>
              <p:nvPr/>
            </p:nvSpPr>
            <p:spPr>
              <a:xfrm>
                <a:off x="5148144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g1449">
                <a:extLst>
                  <a:ext uri="{FF2B5EF4-FFF2-40B4-BE49-F238E27FC236}">
                    <a16:creationId xmlns:a16="http://schemas.microsoft.com/office/drawing/2014/main" id="{77D6C791-144C-2184-5696-D810413CBF57}"/>
                  </a:ext>
                </a:extLst>
              </p:cNvPr>
              <p:cNvSpPr/>
              <p:nvPr/>
            </p:nvSpPr>
            <p:spPr>
              <a:xfrm>
                <a:off x="515978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g1450">
                <a:extLst>
                  <a:ext uri="{FF2B5EF4-FFF2-40B4-BE49-F238E27FC236}">
                    <a16:creationId xmlns:a16="http://schemas.microsoft.com/office/drawing/2014/main" id="{B7953207-1C12-28A5-BB0A-13D34A61E3A0}"/>
                  </a:ext>
                </a:extLst>
              </p:cNvPr>
              <p:cNvSpPr/>
              <p:nvPr/>
            </p:nvSpPr>
            <p:spPr>
              <a:xfrm>
                <a:off x="517141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g1451">
                <a:extLst>
                  <a:ext uri="{FF2B5EF4-FFF2-40B4-BE49-F238E27FC236}">
                    <a16:creationId xmlns:a16="http://schemas.microsoft.com/office/drawing/2014/main" id="{7D52EAA3-B846-6F71-612A-47B7AECC8702}"/>
                  </a:ext>
                </a:extLst>
              </p:cNvPr>
              <p:cNvSpPr/>
              <p:nvPr/>
            </p:nvSpPr>
            <p:spPr>
              <a:xfrm>
                <a:off x="5183056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g1452">
                <a:extLst>
                  <a:ext uri="{FF2B5EF4-FFF2-40B4-BE49-F238E27FC236}">
                    <a16:creationId xmlns:a16="http://schemas.microsoft.com/office/drawing/2014/main" id="{7E06169F-67B3-36FC-57A5-CE3F4AA7E0F9}"/>
                  </a:ext>
                </a:extLst>
              </p:cNvPr>
              <p:cNvSpPr/>
              <p:nvPr/>
            </p:nvSpPr>
            <p:spPr>
              <a:xfrm>
                <a:off x="520633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g1453">
                <a:extLst>
                  <a:ext uri="{FF2B5EF4-FFF2-40B4-BE49-F238E27FC236}">
                    <a16:creationId xmlns:a16="http://schemas.microsoft.com/office/drawing/2014/main" id="{CBEDA564-98A9-D3AF-EF55-469930A901DB}"/>
                  </a:ext>
                </a:extLst>
              </p:cNvPr>
              <p:cNvSpPr/>
              <p:nvPr/>
            </p:nvSpPr>
            <p:spPr>
              <a:xfrm>
                <a:off x="5217968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g1454">
                <a:extLst>
                  <a:ext uri="{FF2B5EF4-FFF2-40B4-BE49-F238E27FC236}">
                    <a16:creationId xmlns:a16="http://schemas.microsoft.com/office/drawing/2014/main" id="{A0F03172-574F-6A0C-12B7-F557176667F5}"/>
                  </a:ext>
                </a:extLst>
              </p:cNvPr>
              <p:cNvSpPr/>
              <p:nvPr/>
            </p:nvSpPr>
            <p:spPr>
              <a:xfrm>
                <a:off x="522960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g1455">
                <a:extLst>
                  <a:ext uri="{FF2B5EF4-FFF2-40B4-BE49-F238E27FC236}">
                    <a16:creationId xmlns:a16="http://schemas.microsoft.com/office/drawing/2014/main" id="{D8AF3A3F-B0AA-A35D-B3FD-5C7F4A3B301C}"/>
                  </a:ext>
                </a:extLst>
              </p:cNvPr>
              <p:cNvSpPr/>
              <p:nvPr/>
            </p:nvSpPr>
            <p:spPr>
              <a:xfrm>
                <a:off x="524124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g1456">
                <a:extLst>
                  <a:ext uri="{FF2B5EF4-FFF2-40B4-BE49-F238E27FC236}">
                    <a16:creationId xmlns:a16="http://schemas.microsoft.com/office/drawing/2014/main" id="{5D0E4DFB-5DE9-F171-49FB-8AD15DD392A2}"/>
                  </a:ext>
                </a:extLst>
              </p:cNvPr>
              <p:cNvSpPr/>
              <p:nvPr/>
            </p:nvSpPr>
            <p:spPr>
              <a:xfrm>
                <a:off x="5252880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g1457">
                <a:extLst>
                  <a:ext uri="{FF2B5EF4-FFF2-40B4-BE49-F238E27FC236}">
                    <a16:creationId xmlns:a16="http://schemas.microsoft.com/office/drawing/2014/main" id="{793561F5-0109-00C1-1F97-3158340335D2}"/>
                  </a:ext>
                </a:extLst>
              </p:cNvPr>
              <p:cNvSpPr/>
              <p:nvPr/>
            </p:nvSpPr>
            <p:spPr>
              <a:xfrm>
                <a:off x="526451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g1458">
                <a:extLst>
                  <a:ext uri="{FF2B5EF4-FFF2-40B4-BE49-F238E27FC236}">
                    <a16:creationId xmlns:a16="http://schemas.microsoft.com/office/drawing/2014/main" id="{868B3C07-757E-703D-1206-1690C9360DFE}"/>
                  </a:ext>
                </a:extLst>
              </p:cNvPr>
              <p:cNvSpPr/>
              <p:nvPr/>
            </p:nvSpPr>
            <p:spPr>
              <a:xfrm>
                <a:off x="499685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g1459">
                <a:extLst>
                  <a:ext uri="{FF2B5EF4-FFF2-40B4-BE49-F238E27FC236}">
                    <a16:creationId xmlns:a16="http://schemas.microsoft.com/office/drawing/2014/main" id="{46691324-28E2-DDE8-CB49-985B10A739DD}"/>
                  </a:ext>
                </a:extLst>
              </p:cNvPr>
              <p:cNvSpPr/>
              <p:nvPr/>
            </p:nvSpPr>
            <p:spPr>
              <a:xfrm>
                <a:off x="5008496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g1460">
                <a:extLst>
                  <a:ext uri="{FF2B5EF4-FFF2-40B4-BE49-F238E27FC236}">
                    <a16:creationId xmlns:a16="http://schemas.microsoft.com/office/drawing/2014/main" id="{75DFB747-3A28-F5DA-B601-2729DF5EB4B6}"/>
                  </a:ext>
                </a:extLst>
              </p:cNvPr>
              <p:cNvSpPr/>
              <p:nvPr/>
            </p:nvSpPr>
            <p:spPr>
              <a:xfrm>
                <a:off x="502013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g1461">
                <a:extLst>
                  <a:ext uri="{FF2B5EF4-FFF2-40B4-BE49-F238E27FC236}">
                    <a16:creationId xmlns:a16="http://schemas.microsoft.com/office/drawing/2014/main" id="{4BBAC9B8-829E-4730-31A0-0C5E93193DA2}"/>
                  </a:ext>
                </a:extLst>
              </p:cNvPr>
              <p:cNvSpPr/>
              <p:nvPr/>
            </p:nvSpPr>
            <p:spPr>
              <a:xfrm>
                <a:off x="503177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g1462">
                <a:extLst>
                  <a:ext uri="{FF2B5EF4-FFF2-40B4-BE49-F238E27FC236}">
                    <a16:creationId xmlns:a16="http://schemas.microsoft.com/office/drawing/2014/main" id="{4CF28C3D-DDAE-13AE-A748-348866B43D4B}"/>
                  </a:ext>
                </a:extLst>
              </p:cNvPr>
              <p:cNvSpPr/>
              <p:nvPr/>
            </p:nvSpPr>
            <p:spPr>
              <a:xfrm>
                <a:off x="5043408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g1463">
                <a:extLst>
                  <a:ext uri="{FF2B5EF4-FFF2-40B4-BE49-F238E27FC236}">
                    <a16:creationId xmlns:a16="http://schemas.microsoft.com/office/drawing/2014/main" id="{9BFEECA3-5628-8253-1BC3-505F67D4DFEB}"/>
                  </a:ext>
                </a:extLst>
              </p:cNvPr>
              <p:cNvSpPr/>
              <p:nvPr/>
            </p:nvSpPr>
            <p:spPr>
              <a:xfrm>
                <a:off x="505504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g1464">
                <a:extLst>
                  <a:ext uri="{FF2B5EF4-FFF2-40B4-BE49-F238E27FC236}">
                    <a16:creationId xmlns:a16="http://schemas.microsoft.com/office/drawing/2014/main" id="{A519EB6D-2899-B15C-EC07-E7E0F1AA81CA}"/>
                  </a:ext>
                </a:extLst>
              </p:cNvPr>
              <p:cNvSpPr/>
              <p:nvPr/>
            </p:nvSpPr>
            <p:spPr>
              <a:xfrm>
                <a:off x="506668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g1465">
                <a:extLst>
                  <a:ext uri="{FF2B5EF4-FFF2-40B4-BE49-F238E27FC236}">
                    <a16:creationId xmlns:a16="http://schemas.microsoft.com/office/drawing/2014/main" id="{B35E39EC-4394-4431-B1A0-4AD4679EE6B3}"/>
                  </a:ext>
                </a:extLst>
              </p:cNvPr>
              <p:cNvSpPr/>
              <p:nvPr/>
            </p:nvSpPr>
            <p:spPr>
              <a:xfrm>
                <a:off x="5078320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g1466">
                <a:extLst>
                  <a:ext uri="{FF2B5EF4-FFF2-40B4-BE49-F238E27FC236}">
                    <a16:creationId xmlns:a16="http://schemas.microsoft.com/office/drawing/2014/main" id="{F0537D11-7469-C6D9-B698-FF301D2C9153}"/>
                  </a:ext>
                </a:extLst>
              </p:cNvPr>
              <p:cNvSpPr/>
              <p:nvPr/>
            </p:nvSpPr>
            <p:spPr>
              <a:xfrm>
                <a:off x="508995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g1467">
                <a:extLst>
                  <a:ext uri="{FF2B5EF4-FFF2-40B4-BE49-F238E27FC236}">
                    <a16:creationId xmlns:a16="http://schemas.microsoft.com/office/drawing/2014/main" id="{C940B779-E27B-0100-29F7-CB4CA1A5BEDA}"/>
                  </a:ext>
                </a:extLst>
              </p:cNvPr>
              <p:cNvSpPr/>
              <p:nvPr/>
            </p:nvSpPr>
            <p:spPr>
              <a:xfrm>
                <a:off x="510159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g1468">
                <a:extLst>
                  <a:ext uri="{FF2B5EF4-FFF2-40B4-BE49-F238E27FC236}">
                    <a16:creationId xmlns:a16="http://schemas.microsoft.com/office/drawing/2014/main" id="{7C46C207-AC2B-6B2F-2BC0-F00F88C2F5D3}"/>
                  </a:ext>
                </a:extLst>
              </p:cNvPr>
              <p:cNvSpPr/>
              <p:nvPr/>
            </p:nvSpPr>
            <p:spPr>
              <a:xfrm>
                <a:off x="5113232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g1469">
                <a:extLst>
                  <a:ext uri="{FF2B5EF4-FFF2-40B4-BE49-F238E27FC236}">
                    <a16:creationId xmlns:a16="http://schemas.microsoft.com/office/drawing/2014/main" id="{845B80BB-0218-2A16-D1D2-9BCEBB2FFC7B}"/>
                  </a:ext>
                </a:extLst>
              </p:cNvPr>
              <p:cNvSpPr/>
              <p:nvPr/>
            </p:nvSpPr>
            <p:spPr>
              <a:xfrm>
                <a:off x="512486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g1470">
                <a:extLst>
                  <a:ext uri="{FF2B5EF4-FFF2-40B4-BE49-F238E27FC236}">
                    <a16:creationId xmlns:a16="http://schemas.microsoft.com/office/drawing/2014/main" id="{C7D72C1A-0281-B4B2-90CC-6D52F3B401F9}"/>
                  </a:ext>
                </a:extLst>
              </p:cNvPr>
              <p:cNvSpPr/>
              <p:nvPr/>
            </p:nvSpPr>
            <p:spPr>
              <a:xfrm>
                <a:off x="513650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g1471">
                <a:extLst>
                  <a:ext uri="{FF2B5EF4-FFF2-40B4-BE49-F238E27FC236}">
                    <a16:creationId xmlns:a16="http://schemas.microsoft.com/office/drawing/2014/main" id="{832BF2D0-39EB-634E-BD0D-65AE732C3D22}"/>
                  </a:ext>
                </a:extLst>
              </p:cNvPr>
              <p:cNvSpPr/>
              <p:nvPr/>
            </p:nvSpPr>
            <p:spPr>
              <a:xfrm>
                <a:off x="5148144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g1472">
                <a:extLst>
                  <a:ext uri="{FF2B5EF4-FFF2-40B4-BE49-F238E27FC236}">
                    <a16:creationId xmlns:a16="http://schemas.microsoft.com/office/drawing/2014/main" id="{DDE994FE-D6E1-19C0-CB52-819551CE44DE}"/>
                  </a:ext>
                </a:extLst>
              </p:cNvPr>
              <p:cNvSpPr/>
              <p:nvPr/>
            </p:nvSpPr>
            <p:spPr>
              <a:xfrm>
                <a:off x="515978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g1473">
                <a:extLst>
                  <a:ext uri="{FF2B5EF4-FFF2-40B4-BE49-F238E27FC236}">
                    <a16:creationId xmlns:a16="http://schemas.microsoft.com/office/drawing/2014/main" id="{54A818CC-E444-0ECB-A4FE-82A35288A9C6}"/>
                  </a:ext>
                </a:extLst>
              </p:cNvPr>
              <p:cNvSpPr/>
              <p:nvPr/>
            </p:nvSpPr>
            <p:spPr>
              <a:xfrm>
                <a:off x="517141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g1474">
                <a:extLst>
                  <a:ext uri="{FF2B5EF4-FFF2-40B4-BE49-F238E27FC236}">
                    <a16:creationId xmlns:a16="http://schemas.microsoft.com/office/drawing/2014/main" id="{1BE45B59-0366-BE36-31F6-2C955605C0A7}"/>
                  </a:ext>
                </a:extLst>
              </p:cNvPr>
              <p:cNvSpPr/>
              <p:nvPr/>
            </p:nvSpPr>
            <p:spPr>
              <a:xfrm>
                <a:off x="5183056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g1475">
                <a:extLst>
                  <a:ext uri="{FF2B5EF4-FFF2-40B4-BE49-F238E27FC236}">
                    <a16:creationId xmlns:a16="http://schemas.microsoft.com/office/drawing/2014/main" id="{2E38CD88-73AF-D0D0-C8FD-3327E8B20228}"/>
                  </a:ext>
                </a:extLst>
              </p:cNvPr>
              <p:cNvSpPr/>
              <p:nvPr/>
            </p:nvSpPr>
            <p:spPr>
              <a:xfrm>
                <a:off x="519469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g1476">
                <a:extLst>
                  <a:ext uri="{FF2B5EF4-FFF2-40B4-BE49-F238E27FC236}">
                    <a16:creationId xmlns:a16="http://schemas.microsoft.com/office/drawing/2014/main" id="{2FD422C1-4BA1-05D0-E67D-0F6D78D59820}"/>
                  </a:ext>
                </a:extLst>
              </p:cNvPr>
              <p:cNvSpPr/>
              <p:nvPr/>
            </p:nvSpPr>
            <p:spPr>
              <a:xfrm>
                <a:off x="520633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g1477">
                <a:extLst>
                  <a:ext uri="{FF2B5EF4-FFF2-40B4-BE49-F238E27FC236}">
                    <a16:creationId xmlns:a16="http://schemas.microsoft.com/office/drawing/2014/main" id="{54F4DE3F-AD78-20E0-AE78-3778E9980151}"/>
                  </a:ext>
                </a:extLst>
              </p:cNvPr>
              <p:cNvSpPr/>
              <p:nvPr/>
            </p:nvSpPr>
            <p:spPr>
              <a:xfrm>
                <a:off x="5217968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g1478">
                <a:extLst>
                  <a:ext uri="{FF2B5EF4-FFF2-40B4-BE49-F238E27FC236}">
                    <a16:creationId xmlns:a16="http://schemas.microsoft.com/office/drawing/2014/main" id="{2F73C234-21D1-34BA-EB64-A5E944C1BE65}"/>
                  </a:ext>
                </a:extLst>
              </p:cNvPr>
              <p:cNvSpPr/>
              <p:nvPr/>
            </p:nvSpPr>
            <p:spPr>
              <a:xfrm>
                <a:off x="522960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g1479">
                <a:extLst>
                  <a:ext uri="{FF2B5EF4-FFF2-40B4-BE49-F238E27FC236}">
                    <a16:creationId xmlns:a16="http://schemas.microsoft.com/office/drawing/2014/main" id="{DE56C6F0-4F7E-47A5-BB9C-644EFF3128A8}"/>
                  </a:ext>
                </a:extLst>
              </p:cNvPr>
              <p:cNvSpPr/>
              <p:nvPr/>
            </p:nvSpPr>
            <p:spPr>
              <a:xfrm>
                <a:off x="524124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1">
                  <a:alpha val="100000"/>
                </a:srgbClr>
              </a:solidFill>
              <a:ln w="5420" cap="flat">
                <a:solidFill>
                  <a:srgbClr val="6C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g1480">
                <a:extLst>
                  <a:ext uri="{FF2B5EF4-FFF2-40B4-BE49-F238E27FC236}">
                    <a16:creationId xmlns:a16="http://schemas.microsoft.com/office/drawing/2014/main" id="{7CD88A18-1466-EA0D-1E14-613CE9AF8416}"/>
                  </a:ext>
                </a:extLst>
              </p:cNvPr>
              <p:cNvSpPr/>
              <p:nvPr/>
            </p:nvSpPr>
            <p:spPr>
              <a:xfrm>
                <a:off x="5252880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g1481">
                <a:extLst>
                  <a:ext uri="{FF2B5EF4-FFF2-40B4-BE49-F238E27FC236}">
                    <a16:creationId xmlns:a16="http://schemas.microsoft.com/office/drawing/2014/main" id="{D58B0DEE-14CB-B9C2-42B6-95A9001478FE}"/>
                  </a:ext>
                </a:extLst>
              </p:cNvPr>
              <p:cNvSpPr/>
              <p:nvPr/>
            </p:nvSpPr>
            <p:spPr>
              <a:xfrm>
                <a:off x="526451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g1482">
                <a:extLst>
                  <a:ext uri="{FF2B5EF4-FFF2-40B4-BE49-F238E27FC236}">
                    <a16:creationId xmlns:a16="http://schemas.microsoft.com/office/drawing/2014/main" id="{87510744-6174-F36E-EF5F-1318AD3B8BFC}"/>
                  </a:ext>
                </a:extLst>
              </p:cNvPr>
              <p:cNvSpPr/>
              <p:nvPr/>
            </p:nvSpPr>
            <p:spPr>
              <a:xfrm>
                <a:off x="5008496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g1483">
                <a:extLst>
                  <a:ext uri="{FF2B5EF4-FFF2-40B4-BE49-F238E27FC236}">
                    <a16:creationId xmlns:a16="http://schemas.microsoft.com/office/drawing/2014/main" id="{A6F5170B-1AD5-BBD0-E195-3CA680EFD517}"/>
                  </a:ext>
                </a:extLst>
              </p:cNvPr>
              <p:cNvSpPr/>
              <p:nvPr/>
            </p:nvSpPr>
            <p:spPr>
              <a:xfrm>
                <a:off x="502013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g1484">
                <a:extLst>
                  <a:ext uri="{FF2B5EF4-FFF2-40B4-BE49-F238E27FC236}">
                    <a16:creationId xmlns:a16="http://schemas.microsoft.com/office/drawing/2014/main" id="{E1155CDF-CBAC-F649-3C53-53E1677FB5E8}"/>
                  </a:ext>
                </a:extLst>
              </p:cNvPr>
              <p:cNvSpPr/>
              <p:nvPr/>
            </p:nvSpPr>
            <p:spPr>
              <a:xfrm>
                <a:off x="503177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g1485">
                <a:extLst>
                  <a:ext uri="{FF2B5EF4-FFF2-40B4-BE49-F238E27FC236}">
                    <a16:creationId xmlns:a16="http://schemas.microsoft.com/office/drawing/2014/main" id="{1DDED9B7-C20E-801D-8766-8A3D48FFE3CC}"/>
                  </a:ext>
                </a:extLst>
              </p:cNvPr>
              <p:cNvSpPr/>
              <p:nvPr/>
            </p:nvSpPr>
            <p:spPr>
              <a:xfrm>
                <a:off x="5043408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g1486">
                <a:extLst>
                  <a:ext uri="{FF2B5EF4-FFF2-40B4-BE49-F238E27FC236}">
                    <a16:creationId xmlns:a16="http://schemas.microsoft.com/office/drawing/2014/main" id="{41F1A848-240D-457C-D7F4-FE09DDA28C00}"/>
                  </a:ext>
                </a:extLst>
              </p:cNvPr>
              <p:cNvSpPr/>
              <p:nvPr/>
            </p:nvSpPr>
            <p:spPr>
              <a:xfrm>
                <a:off x="505504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g1487">
                <a:extLst>
                  <a:ext uri="{FF2B5EF4-FFF2-40B4-BE49-F238E27FC236}">
                    <a16:creationId xmlns:a16="http://schemas.microsoft.com/office/drawing/2014/main" id="{FF053226-2DCA-1D2B-E0BF-E96E0251938A}"/>
                  </a:ext>
                </a:extLst>
              </p:cNvPr>
              <p:cNvSpPr/>
              <p:nvPr/>
            </p:nvSpPr>
            <p:spPr>
              <a:xfrm>
                <a:off x="506668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g1488">
                <a:extLst>
                  <a:ext uri="{FF2B5EF4-FFF2-40B4-BE49-F238E27FC236}">
                    <a16:creationId xmlns:a16="http://schemas.microsoft.com/office/drawing/2014/main" id="{24DA520F-4ACF-79AE-CD98-907D8BA1EC75}"/>
                  </a:ext>
                </a:extLst>
              </p:cNvPr>
              <p:cNvSpPr/>
              <p:nvPr/>
            </p:nvSpPr>
            <p:spPr>
              <a:xfrm>
                <a:off x="5078320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g1489">
                <a:extLst>
                  <a:ext uri="{FF2B5EF4-FFF2-40B4-BE49-F238E27FC236}">
                    <a16:creationId xmlns:a16="http://schemas.microsoft.com/office/drawing/2014/main" id="{4ECCA0C7-1D4C-F930-F7CD-ADFCFE9AD42E}"/>
                  </a:ext>
                </a:extLst>
              </p:cNvPr>
              <p:cNvSpPr/>
              <p:nvPr/>
            </p:nvSpPr>
            <p:spPr>
              <a:xfrm>
                <a:off x="5089957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g1490">
                <a:extLst>
                  <a:ext uri="{FF2B5EF4-FFF2-40B4-BE49-F238E27FC236}">
                    <a16:creationId xmlns:a16="http://schemas.microsoft.com/office/drawing/2014/main" id="{B1956193-A9E9-AEFD-DFD8-DCDBCEEAE51C}"/>
                  </a:ext>
                </a:extLst>
              </p:cNvPr>
              <p:cNvSpPr/>
              <p:nvPr/>
            </p:nvSpPr>
            <p:spPr>
              <a:xfrm>
                <a:off x="510159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g1491">
                <a:extLst>
                  <a:ext uri="{FF2B5EF4-FFF2-40B4-BE49-F238E27FC236}">
                    <a16:creationId xmlns:a16="http://schemas.microsoft.com/office/drawing/2014/main" id="{718DBA70-F2BE-27DA-9AC1-C017C2327565}"/>
                  </a:ext>
                </a:extLst>
              </p:cNvPr>
              <p:cNvSpPr/>
              <p:nvPr/>
            </p:nvSpPr>
            <p:spPr>
              <a:xfrm>
                <a:off x="5113232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g1492">
                <a:extLst>
                  <a:ext uri="{FF2B5EF4-FFF2-40B4-BE49-F238E27FC236}">
                    <a16:creationId xmlns:a16="http://schemas.microsoft.com/office/drawing/2014/main" id="{D16A851A-B40A-DD15-3748-EADFF75E6560}"/>
                  </a:ext>
                </a:extLst>
              </p:cNvPr>
              <p:cNvSpPr/>
              <p:nvPr/>
            </p:nvSpPr>
            <p:spPr>
              <a:xfrm>
                <a:off x="5124869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g1493">
                <a:extLst>
                  <a:ext uri="{FF2B5EF4-FFF2-40B4-BE49-F238E27FC236}">
                    <a16:creationId xmlns:a16="http://schemas.microsoft.com/office/drawing/2014/main" id="{77FF6F25-CFE2-E2D9-DBA8-96C42A5EDD20}"/>
                  </a:ext>
                </a:extLst>
              </p:cNvPr>
              <p:cNvSpPr/>
              <p:nvPr/>
            </p:nvSpPr>
            <p:spPr>
              <a:xfrm>
                <a:off x="5136507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g1494">
                <a:extLst>
                  <a:ext uri="{FF2B5EF4-FFF2-40B4-BE49-F238E27FC236}">
                    <a16:creationId xmlns:a16="http://schemas.microsoft.com/office/drawing/2014/main" id="{48ACB317-C25F-926F-169C-D9E1EDD30D68}"/>
                  </a:ext>
                </a:extLst>
              </p:cNvPr>
              <p:cNvSpPr/>
              <p:nvPr/>
            </p:nvSpPr>
            <p:spPr>
              <a:xfrm>
                <a:off x="5148144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g1495">
                <a:extLst>
                  <a:ext uri="{FF2B5EF4-FFF2-40B4-BE49-F238E27FC236}">
                    <a16:creationId xmlns:a16="http://schemas.microsoft.com/office/drawing/2014/main" id="{72041043-2C2C-F7AA-81D6-70B830158F76}"/>
                  </a:ext>
                </a:extLst>
              </p:cNvPr>
              <p:cNvSpPr/>
              <p:nvPr/>
            </p:nvSpPr>
            <p:spPr>
              <a:xfrm>
                <a:off x="515978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g1496">
                <a:extLst>
                  <a:ext uri="{FF2B5EF4-FFF2-40B4-BE49-F238E27FC236}">
                    <a16:creationId xmlns:a16="http://schemas.microsoft.com/office/drawing/2014/main" id="{EEF400A0-7DD9-8BB0-B7B1-4810636393F9}"/>
                  </a:ext>
                </a:extLst>
              </p:cNvPr>
              <p:cNvSpPr/>
              <p:nvPr/>
            </p:nvSpPr>
            <p:spPr>
              <a:xfrm>
                <a:off x="5171419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g1497">
                <a:extLst>
                  <a:ext uri="{FF2B5EF4-FFF2-40B4-BE49-F238E27FC236}">
                    <a16:creationId xmlns:a16="http://schemas.microsoft.com/office/drawing/2014/main" id="{9B298565-A455-394F-98EC-F1F1255FABF8}"/>
                  </a:ext>
                </a:extLst>
              </p:cNvPr>
              <p:cNvSpPr/>
              <p:nvPr/>
            </p:nvSpPr>
            <p:spPr>
              <a:xfrm>
                <a:off x="5183056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g1498">
                <a:extLst>
                  <a:ext uri="{FF2B5EF4-FFF2-40B4-BE49-F238E27FC236}">
                    <a16:creationId xmlns:a16="http://schemas.microsoft.com/office/drawing/2014/main" id="{C033F066-5E13-E9BF-DB0C-7773EB7CAA9C}"/>
                  </a:ext>
                </a:extLst>
              </p:cNvPr>
              <p:cNvSpPr/>
              <p:nvPr/>
            </p:nvSpPr>
            <p:spPr>
              <a:xfrm>
                <a:off x="519469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g1499">
                <a:extLst>
                  <a:ext uri="{FF2B5EF4-FFF2-40B4-BE49-F238E27FC236}">
                    <a16:creationId xmlns:a16="http://schemas.microsoft.com/office/drawing/2014/main" id="{A5E5C664-BBCC-D65A-4110-7ED8414F5EA1}"/>
                  </a:ext>
                </a:extLst>
              </p:cNvPr>
              <p:cNvSpPr/>
              <p:nvPr/>
            </p:nvSpPr>
            <p:spPr>
              <a:xfrm>
                <a:off x="520633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g1500">
                <a:extLst>
                  <a:ext uri="{FF2B5EF4-FFF2-40B4-BE49-F238E27FC236}">
                    <a16:creationId xmlns:a16="http://schemas.microsoft.com/office/drawing/2014/main" id="{4022D30F-75D2-7624-F52D-29C92F5D9D17}"/>
                  </a:ext>
                </a:extLst>
              </p:cNvPr>
              <p:cNvSpPr/>
              <p:nvPr/>
            </p:nvSpPr>
            <p:spPr>
              <a:xfrm>
                <a:off x="5217968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g1501">
                <a:extLst>
                  <a:ext uri="{FF2B5EF4-FFF2-40B4-BE49-F238E27FC236}">
                    <a16:creationId xmlns:a16="http://schemas.microsoft.com/office/drawing/2014/main" id="{2CB13F1B-BFCF-9D51-7819-5AC709695DC1}"/>
                  </a:ext>
                </a:extLst>
              </p:cNvPr>
              <p:cNvSpPr/>
              <p:nvPr/>
            </p:nvSpPr>
            <p:spPr>
              <a:xfrm>
                <a:off x="522960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g1502">
                <a:extLst>
                  <a:ext uri="{FF2B5EF4-FFF2-40B4-BE49-F238E27FC236}">
                    <a16:creationId xmlns:a16="http://schemas.microsoft.com/office/drawing/2014/main" id="{FAC505A0-0EFC-5FD3-EDD5-8567E14B2764}"/>
                  </a:ext>
                </a:extLst>
              </p:cNvPr>
              <p:cNvSpPr/>
              <p:nvPr/>
            </p:nvSpPr>
            <p:spPr>
              <a:xfrm>
                <a:off x="524124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g1503">
                <a:extLst>
                  <a:ext uri="{FF2B5EF4-FFF2-40B4-BE49-F238E27FC236}">
                    <a16:creationId xmlns:a16="http://schemas.microsoft.com/office/drawing/2014/main" id="{EA5FA983-CB80-8F03-211D-EC39CDC10A1A}"/>
                  </a:ext>
                </a:extLst>
              </p:cNvPr>
              <p:cNvSpPr/>
              <p:nvPr/>
            </p:nvSpPr>
            <p:spPr>
              <a:xfrm>
                <a:off x="5252880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1">
                  <a:alpha val="100000"/>
                </a:srgbClr>
              </a:solidFill>
              <a:ln w="5420" cap="flat">
                <a:solidFill>
                  <a:srgbClr val="6C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g1504">
                <a:extLst>
                  <a:ext uri="{FF2B5EF4-FFF2-40B4-BE49-F238E27FC236}">
                    <a16:creationId xmlns:a16="http://schemas.microsoft.com/office/drawing/2014/main" id="{1D60ECA1-A696-4FA6-1395-4039B08F98A4}"/>
                  </a:ext>
                </a:extLst>
              </p:cNvPr>
              <p:cNvSpPr/>
              <p:nvPr/>
            </p:nvSpPr>
            <p:spPr>
              <a:xfrm>
                <a:off x="5008496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g1505">
                <a:extLst>
                  <a:ext uri="{FF2B5EF4-FFF2-40B4-BE49-F238E27FC236}">
                    <a16:creationId xmlns:a16="http://schemas.microsoft.com/office/drawing/2014/main" id="{9C33DD99-C9BE-9D90-D6ED-58E2CDB49C3F}"/>
                  </a:ext>
                </a:extLst>
              </p:cNvPr>
              <p:cNvSpPr/>
              <p:nvPr/>
            </p:nvSpPr>
            <p:spPr>
              <a:xfrm>
                <a:off x="502013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g1506">
                <a:extLst>
                  <a:ext uri="{FF2B5EF4-FFF2-40B4-BE49-F238E27FC236}">
                    <a16:creationId xmlns:a16="http://schemas.microsoft.com/office/drawing/2014/main" id="{79CC8D44-48D0-08CD-055D-D789B3046102}"/>
                  </a:ext>
                </a:extLst>
              </p:cNvPr>
              <p:cNvSpPr/>
              <p:nvPr/>
            </p:nvSpPr>
            <p:spPr>
              <a:xfrm>
                <a:off x="503177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g1507">
                <a:extLst>
                  <a:ext uri="{FF2B5EF4-FFF2-40B4-BE49-F238E27FC236}">
                    <a16:creationId xmlns:a16="http://schemas.microsoft.com/office/drawing/2014/main" id="{54AB0CEB-4634-577C-B600-D12E9F051250}"/>
                  </a:ext>
                </a:extLst>
              </p:cNvPr>
              <p:cNvSpPr/>
              <p:nvPr/>
            </p:nvSpPr>
            <p:spPr>
              <a:xfrm>
                <a:off x="5043408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g1508">
                <a:extLst>
                  <a:ext uri="{FF2B5EF4-FFF2-40B4-BE49-F238E27FC236}">
                    <a16:creationId xmlns:a16="http://schemas.microsoft.com/office/drawing/2014/main" id="{7FB865AF-2929-8F36-2E39-858D8B877D12}"/>
                  </a:ext>
                </a:extLst>
              </p:cNvPr>
              <p:cNvSpPr/>
              <p:nvPr/>
            </p:nvSpPr>
            <p:spPr>
              <a:xfrm>
                <a:off x="505504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g1509">
                <a:extLst>
                  <a:ext uri="{FF2B5EF4-FFF2-40B4-BE49-F238E27FC236}">
                    <a16:creationId xmlns:a16="http://schemas.microsoft.com/office/drawing/2014/main" id="{69BDE448-306E-5939-F90B-C14F22B90368}"/>
                  </a:ext>
                </a:extLst>
              </p:cNvPr>
              <p:cNvSpPr/>
              <p:nvPr/>
            </p:nvSpPr>
            <p:spPr>
              <a:xfrm>
                <a:off x="506668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g1510">
                <a:extLst>
                  <a:ext uri="{FF2B5EF4-FFF2-40B4-BE49-F238E27FC236}">
                    <a16:creationId xmlns:a16="http://schemas.microsoft.com/office/drawing/2014/main" id="{FA9637BD-7BFB-6EAD-80D4-88A74FFE24E5}"/>
                  </a:ext>
                </a:extLst>
              </p:cNvPr>
              <p:cNvSpPr/>
              <p:nvPr/>
            </p:nvSpPr>
            <p:spPr>
              <a:xfrm>
                <a:off x="5078320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g1511">
                <a:extLst>
                  <a:ext uri="{FF2B5EF4-FFF2-40B4-BE49-F238E27FC236}">
                    <a16:creationId xmlns:a16="http://schemas.microsoft.com/office/drawing/2014/main" id="{B0ADF898-6F87-173E-BA4A-985927B741D4}"/>
                  </a:ext>
                </a:extLst>
              </p:cNvPr>
              <p:cNvSpPr/>
              <p:nvPr/>
            </p:nvSpPr>
            <p:spPr>
              <a:xfrm>
                <a:off x="5089957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g1512">
                <a:extLst>
                  <a:ext uri="{FF2B5EF4-FFF2-40B4-BE49-F238E27FC236}">
                    <a16:creationId xmlns:a16="http://schemas.microsoft.com/office/drawing/2014/main" id="{853A4E59-E31D-FA69-DEFC-395217872B3A}"/>
                  </a:ext>
                </a:extLst>
              </p:cNvPr>
              <p:cNvSpPr/>
              <p:nvPr/>
            </p:nvSpPr>
            <p:spPr>
              <a:xfrm>
                <a:off x="510159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g1513">
                <a:extLst>
                  <a:ext uri="{FF2B5EF4-FFF2-40B4-BE49-F238E27FC236}">
                    <a16:creationId xmlns:a16="http://schemas.microsoft.com/office/drawing/2014/main" id="{2BB3EFC5-E5EC-BF88-0B92-B8F016DC9D20}"/>
                  </a:ext>
                </a:extLst>
              </p:cNvPr>
              <p:cNvSpPr/>
              <p:nvPr/>
            </p:nvSpPr>
            <p:spPr>
              <a:xfrm>
                <a:off x="5113232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g1514">
                <a:extLst>
                  <a:ext uri="{FF2B5EF4-FFF2-40B4-BE49-F238E27FC236}">
                    <a16:creationId xmlns:a16="http://schemas.microsoft.com/office/drawing/2014/main" id="{753C2D14-4157-E68F-314D-581CC48ED45B}"/>
                  </a:ext>
                </a:extLst>
              </p:cNvPr>
              <p:cNvSpPr/>
              <p:nvPr/>
            </p:nvSpPr>
            <p:spPr>
              <a:xfrm>
                <a:off x="5124869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g1515">
                <a:extLst>
                  <a:ext uri="{FF2B5EF4-FFF2-40B4-BE49-F238E27FC236}">
                    <a16:creationId xmlns:a16="http://schemas.microsoft.com/office/drawing/2014/main" id="{B457DF25-4EFE-A2FF-A661-B264FD4572FE}"/>
                  </a:ext>
                </a:extLst>
              </p:cNvPr>
              <p:cNvSpPr/>
              <p:nvPr/>
            </p:nvSpPr>
            <p:spPr>
              <a:xfrm>
                <a:off x="5136507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g1516">
                <a:extLst>
                  <a:ext uri="{FF2B5EF4-FFF2-40B4-BE49-F238E27FC236}">
                    <a16:creationId xmlns:a16="http://schemas.microsoft.com/office/drawing/2014/main" id="{646BE298-2AD2-60AD-D94C-8367F6000FD4}"/>
                  </a:ext>
                </a:extLst>
              </p:cNvPr>
              <p:cNvSpPr/>
              <p:nvPr/>
            </p:nvSpPr>
            <p:spPr>
              <a:xfrm>
                <a:off x="5148144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g1517">
                <a:extLst>
                  <a:ext uri="{FF2B5EF4-FFF2-40B4-BE49-F238E27FC236}">
                    <a16:creationId xmlns:a16="http://schemas.microsoft.com/office/drawing/2014/main" id="{6E144DD3-30B2-7AB8-E91D-5331103F1D32}"/>
                  </a:ext>
                </a:extLst>
              </p:cNvPr>
              <p:cNvSpPr/>
              <p:nvPr/>
            </p:nvSpPr>
            <p:spPr>
              <a:xfrm>
                <a:off x="515978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g1518">
                <a:extLst>
                  <a:ext uri="{FF2B5EF4-FFF2-40B4-BE49-F238E27FC236}">
                    <a16:creationId xmlns:a16="http://schemas.microsoft.com/office/drawing/2014/main" id="{3DDDC1B6-4EDF-45BF-2705-F939D417098D}"/>
                  </a:ext>
                </a:extLst>
              </p:cNvPr>
              <p:cNvSpPr/>
              <p:nvPr/>
            </p:nvSpPr>
            <p:spPr>
              <a:xfrm>
                <a:off x="5171419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g1519">
                <a:extLst>
                  <a:ext uri="{FF2B5EF4-FFF2-40B4-BE49-F238E27FC236}">
                    <a16:creationId xmlns:a16="http://schemas.microsoft.com/office/drawing/2014/main" id="{7F1BCFDA-BF48-8DF5-8C96-CF66580441F9}"/>
                  </a:ext>
                </a:extLst>
              </p:cNvPr>
              <p:cNvSpPr/>
              <p:nvPr/>
            </p:nvSpPr>
            <p:spPr>
              <a:xfrm>
                <a:off x="5183056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g1520">
                <a:extLst>
                  <a:ext uri="{FF2B5EF4-FFF2-40B4-BE49-F238E27FC236}">
                    <a16:creationId xmlns:a16="http://schemas.microsoft.com/office/drawing/2014/main" id="{A10E3754-340E-7050-2CF9-9D8B90CC0F57}"/>
                  </a:ext>
                </a:extLst>
              </p:cNvPr>
              <p:cNvSpPr/>
              <p:nvPr/>
            </p:nvSpPr>
            <p:spPr>
              <a:xfrm>
                <a:off x="519469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g1521">
                <a:extLst>
                  <a:ext uri="{FF2B5EF4-FFF2-40B4-BE49-F238E27FC236}">
                    <a16:creationId xmlns:a16="http://schemas.microsoft.com/office/drawing/2014/main" id="{C7172DD6-E0D5-1CF5-C1B0-D5A10E6F73CA}"/>
                  </a:ext>
                </a:extLst>
              </p:cNvPr>
              <p:cNvSpPr/>
              <p:nvPr/>
            </p:nvSpPr>
            <p:spPr>
              <a:xfrm>
                <a:off x="520633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g1522">
                <a:extLst>
                  <a:ext uri="{FF2B5EF4-FFF2-40B4-BE49-F238E27FC236}">
                    <a16:creationId xmlns:a16="http://schemas.microsoft.com/office/drawing/2014/main" id="{7275B156-F882-DF36-3A22-3E7DF4740672}"/>
                  </a:ext>
                </a:extLst>
              </p:cNvPr>
              <p:cNvSpPr/>
              <p:nvPr/>
            </p:nvSpPr>
            <p:spPr>
              <a:xfrm>
                <a:off x="5217968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g1523">
                <a:extLst>
                  <a:ext uri="{FF2B5EF4-FFF2-40B4-BE49-F238E27FC236}">
                    <a16:creationId xmlns:a16="http://schemas.microsoft.com/office/drawing/2014/main" id="{C941A8BC-5FC4-5D1F-46FA-0360D1D07E05}"/>
                  </a:ext>
                </a:extLst>
              </p:cNvPr>
              <p:cNvSpPr/>
              <p:nvPr/>
            </p:nvSpPr>
            <p:spPr>
              <a:xfrm>
                <a:off x="522960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g1524">
                <a:extLst>
                  <a:ext uri="{FF2B5EF4-FFF2-40B4-BE49-F238E27FC236}">
                    <a16:creationId xmlns:a16="http://schemas.microsoft.com/office/drawing/2014/main" id="{80CD854E-6464-55B8-0445-63B183BDF822}"/>
                  </a:ext>
                </a:extLst>
              </p:cNvPr>
              <p:cNvSpPr/>
              <p:nvPr/>
            </p:nvSpPr>
            <p:spPr>
              <a:xfrm>
                <a:off x="524124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g1525">
                <a:extLst>
                  <a:ext uri="{FF2B5EF4-FFF2-40B4-BE49-F238E27FC236}">
                    <a16:creationId xmlns:a16="http://schemas.microsoft.com/office/drawing/2014/main" id="{2C5E2F47-D73E-799B-766F-F34BCDC3C26A}"/>
                  </a:ext>
                </a:extLst>
              </p:cNvPr>
              <p:cNvSpPr/>
              <p:nvPr/>
            </p:nvSpPr>
            <p:spPr>
              <a:xfrm>
                <a:off x="503177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g1526">
                <a:extLst>
                  <a:ext uri="{FF2B5EF4-FFF2-40B4-BE49-F238E27FC236}">
                    <a16:creationId xmlns:a16="http://schemas.microsoft.com/office/drawing/2014/main" id="{D5187C56-6AA0-27AD-B8FE-91F44272876D}"/>
                  </a:ext>
                </a:extLst>
              </p:cNvPr>
              <p:cNvSpPr/>
              <p:nvPr/>
            </p:nvSpPr>
            <p:spPr>
              <a:xfrm>
                <a:off x="5043408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g1527">
                <a:extLst>
                  <a:ext uri="{FF2B5EF4-FFF2-40B4-BE49-F238E27FC236}">
                    <a16:creationId xmlns:a16="http://schemas.microsoft.com/office/drawing/2014/main" id="{AB59653E-3F86-1535-DE3D-05CCDBC8DC06}"/>
                  </a:ext>
                </a:extLst>
              </p:cNvPr>
              <p:cNvSpPr/>
              <p:nvPr/>
            </p:nvSpPr>
            <p:spPr>
              <a:xfrm>
                <a:off x="505504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g1528">
                <a:extLst>
                  <a:ext uri="{FF2B5EF4-FFF2-40B4-BE49-F238E27FC236}">
                    <a16:creationId xmlns:a16="http://schemas.microsoft.com/office/drawing/2014/main" id="{C8C17A45-91CD-7EBF-5F92-48CFB388B344}"/>
                  </a:ext>
                </a:extLst>
              </p:cNvPr>
              <p:cNvSpPr/>
              <p:nvPr/>
            </p:nvSpPr>
            <p:spPr>
              <a:xfrm>
                <a:off x="5066683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g1529">
                <a:extLst>
                  <a:ext uri="{FF2B5EF4-FFF2-40B4-BE49-F238E27FC236}">
                    <a16:creationId xmlns:a16="http://schemas.microsoft.com/office/drawing/2014/main" id="{78E864BC-C7E4-11A8-B939-1DB2FEA776F9}"/>
                  </a:ext>
                </a:extLst>
              </p:cNvPr>
              <p:cNvSpPr/>
              <p:nvPr/>
            </p:nvSpPr>
            <p:spPr>
              <a:xfrm>
                <a:off x="5078320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g1530">
                <a:extLst>
                  <a:ext uri="{FF2B5EF4-FFF2-40B4-BE49-F238E27FC236}">
                    <a16:creationId xmlns:a16="http://schemas.microsoft.com/office/drawing/2014/main" id="{A966D0B2-E7D7-408F-1E4F-59EDA721B117}"/>
                  </a:ext>
                </a:extLst>
              </p:cNvPr>
              <p:cNvSpPr/>
              <p:nvPr/>
            </p:nvSpPr>
            <p:spPr>
              <a:xfrm>
                <a:off x="5089957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g1531">
                <a:extLst>
                  <a:ext uri="{FF2B5EF4-FFF2-40B4-BE49-F238E27FC236}">
                    <a16:creationId xmlns:a16="http://schemas.microsoft.com/office/drawing/2014/main" id="{26E13037-6486-936B-D73B-6F63E7D68445}"/>
                  </a:ext>
                </a:extLst>
              </p:cNvPr>
              <p:cNvSpPr/>
              <p:nvPr/>
            </p:nvSpPr>
            <p:spPr>
              <a:xfrm>
                <a:off x="510159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g1532">
                <a:extLst>
                  <a:ext uri="{FF2B5EF4-FFF2-40B4-BE49-F238E27FC236}">
                    <a16:creationId xmlns:a16="http://schemas.microsoft.com/office/drawing/2014/main" id="{0147EAB4-3D1E-7FB5-1813-FE85978971ED}"/>
                  </a:ext>
                </a:extLst>
              </p:cNvPr>
              <p:cNvSpPr/>
              <p:nvPr/>
            </p:nvSpPr>
            <p:spPr>
              <a:xfrm>
                <a:off x="5113232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g1533">
                <a:extLst>
                  <a:ext uri="{FF2B5EF4-FFF2-40B4-BE49-F238E27FC236}">
                    <a16:creationId xmlns:a16="http://schemas.microsoft.com/office/drawing/2014/main" id="{5A512D18-0052-6943-4341-C5B4B27C1589}"/>
                  </a:ext>
                </a:extLst>
              </p:cNvPr>
              <p:cNvSpPr/>
              <p:nvPr/>
            </p:nvSpPr>
            <p:spPr>
              <a:xfrm>
                <a:off x="5124869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g1534">
                <a:extLst>
                  <a:ext uri="{FF2B5EF4-FFF2-40B4-BE49-F238E27FC236}">
                    <a16:creationId xmlns:a16="http://schemas.microsoft.com/office/drawing/2014/main" id="{A50E7015-1CD9-218E-D950-7976A6B4EFFD}"/>
                  </a:ext>
                </a:extLst>
              </p:cNvPr>
              <p:cNvSpPr/>
              <p:nvPr/>
            </p:nvSpPr>
            <p:spPr>
              <a:xfrm>
                <a:off x="5136507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g1535">
                <a:extLst>
                  <a:ext uri="{FF2B5EF4-FFF2-40B4-BE49-F238E27FC236}">
                    <a16:creationId xmlns:a16="http://schemas.microsoft.com/office/drawing/2014/main" id="{071369B3-3E01-F22F-6508-5604EF61FB0A}"/>
                  </a:ext>
                </a:extLst>
              </p:cNvPr>
              <p:cNvSpPr/>
              <p:nvPr/>
            </p:nvSpPr>
            <p:spPr>
              <a:xfrm>
                <a:off x="5148144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g1536">
                <a:extLst>
                  <a:ext uri="{FF2B5EF4-FFF2-40B4-BE49-F238E27FC236}">
                    <a16:creationId xmlns:a16="http://schemas.microsoft.com/office/drawing/2014/main" id="{22AC1DC4-0F93-1371-2014-CA82ED57A7E1}"/>
                  </a:ext>
                </a:extLst>
              </p:cNvPr>
              <p:cNvSpPr/>
              <p:nvPr/>
            </p:nvSpPr>
            <p:spPr>
              <a:xfrm>
                <a:off x="515978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g1537">
                <a:extLst>
                  <a:ext uri="{FF2B5EF4-FFF2-40B4-BE49-F238E27FC236}">
                    <a16:creationId xmlns:a16="http://schemas.microsoft.com/office/drawing/2014/main" id="{FEA7676B-A4B1-8FCB-26AF-A1B157AC24F9}"/>
                  </a:ext>
                </a:extLst>
              </p:cNvPr>
              <p:cNvSpPr/>
              <p:nvPr/>
            </p:nvSpPr>
            <p:spPr>
              <a:xfrm>
                <a:off x="5171419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g1538">
                <a:extLst>
                  <a:ext uri="{FF2B5EF4-FFF2-40B4-BE49-F238E27FC236}">
                    <a16:creationId xmlns:a16="http://schemas.microsoft.com/office/drawing/2014/main" id="{A0B7EA13-BEE4-C52A-FAE3-AACF1ED67B6F}"/>
                  </a:ext>
                </a:extLst>
              </p:cNvPr>
              <p:cNvSpPr/>
              <p:nvPr/>
            </p:nvSpPr>
            <p:spPr>
              <a:xfrm>
                <a:off x="5183056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g1539">
                <a:extLst>
                  <a:ext uri="{FF2B5EF4-FFF2-40B4-BE49-F238E27FC236}">
                    <a16:creationId xmlns:a16="http://schemas.microsoft.com/office/drawing/2014/main" id="{106659FC-50D6-E8C1-3F77-6FC06C8C403D}"/>
                  </a:ext>
                </a:extLst>
              </p:cNvPr>
              <p:cNvSpPr/>
              <p:nvPr/>
            </p:nvSpPr>
            <p:spPr>
              <a:xfrm>
                <a:off x="5194693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g1540">
                <a:extLst>
                  <a:ext uri="{FF2B5EF4-FFF2-40B4-BE49-F238E27FC236}">
                    <a16:creationId xmlns:a16="http://schemas.microsoft.com/office/drawing/2014/main" id="{84CB8D4B-3816-D57F-2A71-CAE44EA870A8}"/>
                  </a:ext>
                </a:extLst>
              </p:cNvPr>
              <p:cNvSpPr/>
              <p:nvPr/>
            </p:nvSpPr>
            <p:spPr>
              <a:xfrm>
                <a:off x="520633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g1541">
                <a:extLst>
                  <a:ext uri="{FF2B5EF4-FFF2-40B4-BE49-F238E27FC236}">
                    <a16:creationId xmlns:a16="http://schemas.microsoft.com/office/drawing/2014/main" id="{4748EFBC-A66D-DAA3-3E7A-35BDC326B6FA}"/>
                  </a:ext>
                </a:extLst>
              </p:cNvPr>
              <p:cNvSpPr/>
              <p:nvPr/>
            </p:nvSpPr>
            <p:spPr>
              <a:xfrm>
                <a:off x="5217968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g1542">
                <a:extLst>
                  <a:ext uri="{FF2B5EF4-FFF2-40B4-BE49-F238E27FC236}">
                    <a16:creationId xmlns:a16="http://schemas.microsoft.com/office/drawing/2014/main" id="{EDA44505-9C81-3E7A-4299-276B0756119C}"/>
                  </a:ext>
                </a:extLst>
              </p:cNvPr>
              <p:cNvSpPr/>
              <p:nvPr/>
            </p:nvSpPr>
            <p:spPr>
              <a:xfrm>
                <a:off x="522960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g1543">
                <a:extLst>
                  <a:ext uri="{FF2B5EF4-FFF2-40B4-BE49-F238E27FC236}">
                    <a16:creationId xmlns:a16="http://schemas.microsoft.com/office/drawing/2014/main" id="{5AD68304-39A4-C6BF-E097-54BC566BCD0A}"/>
                  </a:ext>
                </a:extLst>
              </p:cNvPr>
              <p:cNvSpPr/>
              <p:nvPr/>
            </p:nvSpPr>
            <p:spPr>
              <a:xfrm>
                <a:off x="5043408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g1544">
                <a:extLst>
                  <a:ext uri="{FF2B5EF4-FFF2-40B4-BE49-F238E27FC236}">
                    <a16:creationId xmlns:a16="http://schemas.microsoft.com/office/drawing/2014/main" id="{622E8E5C-680E-9B29-BC5E-E23E0808BD3E}"/>
                  </a:ext>
                </a:extLst>
              </p:cNvPr>
              <p:cNvSpPr/>
              <p:nvPr/>
            </p:nvSpPr>
            <p:spPr>
              <a:xfrm>
                <a:off x="5055045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g1545">
                <a:extLst>
                  <a:ext uri="{FF2B5EF4-FFF2-40B4-BE49-F238E27FC236}">
                    <a16:creationId xmlns:a16="http://schemas.microsoft.com/office/drawing/2014/main" id="{F03A7C0E-23C6-8696-6324-DE2DAE460F69}"/>
                  </a:ext>
                </a:extLst>
              </p:cNvPr>
              <p:cNvSpPr/>
              <p:nvPr/>
            </p:nvSpPr>
            <p:spPr>
              <a:xfrm>
                <a:off x="5066683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g1546">
                <a:extLst>
                  <a:ext uri="{FF2B5EF4-FFF2-40B4-BE49-F238E27FC236}">
                    <a16:creationId xmlns:a16="http://schemas.microsoft.com/office/drawing/2014/main" id="{587D9204-2E22-3DBF-E611-9F4001FD09F2}"/>
                  </a:ext>
                </a:extLst>
              </p:cNvPr>
              <p:cNvSpPr/>
              <p:nvPr/>
            </p:nvSpPr>
            <p:spPr>
              <a:xfrm>
                <a:off x="5078320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g1547">
                <a:extLst>
                  <a:ext uri="{FF2B5EF4-FFF2-40B4-BE49-F238E27FC236}">
                    <a16:creationId xmlns:a16="http://schemas.microsoft.com/office/drawing/2014/main" id="{CCEE13E9-530F-23BA-9293-6C1491E3B553}"/>
                  </a:ext>
                </a:extLst>
              </p:cNvPr>
              <p:cNvSpPr/>
              <p:nvPr/>
            </p:nvSpPr>
            <p:spPr>
              <a:xfrm>
                <a:off x="5089957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g1548">
                <a:extLst>
                  <a:ext uri="{FF2B5EF4-FFF2-40B4-BE49-F238E27FC236}">
                    <a16:creationId xmlns:a16="http://schemas.microsoft.com/office/drawing/2014/main" id="{DAC1CD75-D747-3100-CBAF-1F804F8F90F9}"/>
                  </a:ext>
                </a:extLst>
              </p:cNvPr>
              <p:cNvSpPr/>
              <p:nvPr/>
            </p:nvSpPr>
            <p:spPr>
              <a:xfrm>
                <a:off x="5101595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g1549">
                <a:extLst>
                  <a:ext uri="{FF2B5EF4-FFF2-40B4-BE49-F238E27FC236}">
                    <a16:creationId xmlns:a16="http://schemas.microsoft.com/office/drawing/2014/main" id="{F8377505-BBFA-6C4A-31BF-A9FF8927E25F}"/>
                  </a:ext>
                </a:extLst>
              </p:cNvPr>
              <p:cNvSpPr/>
              <p:nvPr/>
            </p:nvSpPr>
            <p:spPr>
              <a:xfrm>
                <a:off x="5113232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g1550">
                <a:extLst>
                  <a:ext uri="{FF2B5EF4-FFF2-40B4-BE49-F238E27FC236}">
                    <a16:creationId xmlns:a16="http://schemas.microsoft.com/office/drawing/2014/main" id="{D0C84331-5F16-6457-6152-2DD94268F6D1}"/>
                  </a:ext>
                </a:extLst>
              </p:cNvPr>
              <p:cNvSpPr/>
              <p:nvPr/>
            </p:nvSpPr>
            <p:spPr>
              <a:xfrm>
                <a:off x="5124869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g1551">
                <a:extLst>
                  <a:ext uri="{FF2B5EF4-FFF2-40B4-BE49-F238E27FC236}">
                    <a16:creationId xmlns:a16="http://schemas.microsoft.com/office/drawing/2014/main" id="{B83475C3-D16F-9146-A5C5-5512C30BE80F}"/>
                  </a:ext>
                </a:extLst>
              </p:cNvPr>
              <p:cNvSpPr/>
              <p:nvPr/>
            </p:nvSpPr>
            <p:spPr>
              <a:xfrm>
                <a:off x="5136507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g1552">
                <a:extLst>
                  <a:ext uri="{FF2B5EF4-FFF2-40B4-BE49-F238E27FC236}">
                    <a16:creationId xmlns:a16="http://schemas.microsoft.com/office/drawing/2014/main" id="{46F1A8E8-8FE0-C3D6-B85D-AC1D5ADC3D39}"/>
                  </a:ext>
                </a:extLst>
              </p:cNvPr>
              <p:cNvSpPr/>
              <p:nvPr/>
            </p:nvSpPr>
            <p:spPr>
              <a:xfrm>
                <a:off x="5148144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g1553">
                <a:extLst>
                  <a:ext uri="{FF2B5EF4-FFF2-40B4-BE49-F238E27FC236}">
                    <a16:creationId xmlns:a16="http://schemas.microsoft.com/office/drawing/2014/main" id="{49DE404E-E386-AEEF-FC49-DFD080B3EB10}"/>
                  </a:ext>
                </a:extLst>
              </p:cNvPr>
              <p:cNvSpPr/>
              <p:nvPr/>
            </p:nvSpPr>
            <p:spPr>
              <a:xfrm>
                <a:off x="5159781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g1554">
                <a:extLst>
                  <a:ext uri="{FF2B5EF4-FFF2-40B4-BE49-F238E27FC236}">
                    <a16:creationId xmlns:a16="http://schemas.microsoft.com/office/drawing/2014/main" id="{A4A24FEB-4F12-A824-ECC9-CB163E88E5C3}"/>
                  </a:ext>
                </a:extLst>
              </p:cNvPr>
              <p:cNvSpPr/>
              <p:nvPr/>
            </p:nvSpPr>
            <p:spPr>
              <a:xfrm>
                <a:off x="5171419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g1555">
                <a:extLst>
                  <a:ext uri="{FF2B5EF4-FFF2-40B4-BE49-F238E27FC236}">
                    <a16:creationId xmlns:a16="http://schemas.microsoft.com/office/drawing/2014/main" id="{A6BCC7CB-180A-4019-1222-D6126114D01B}"/>
                  </a:ext>
                </a:extLst>
              </p:cNvPr>
              <p:cNvSpPr/>
              <p:nvPr/>
            </p:nvSpPr>
            <p:spPr>
              <a:xfrm>
                <a:off x="5183056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g1556">
                <a:extLst>
                  <a:ext uri="{FF2B5EF4-FFF2-40B4-BE49-F238E27FC236}">
                    <a16:creationId xmlns:a16="http://schemas.microsoft.com/office/drawing/2014/main" id="{71B33BBC-DD75-EA9F-9CB4-1FB5BC43D341}"/>
                  </a:ext>
                </a:extLst>
              </p:cNvPr>
              <p:cNvSpPr/>
              <p:nvPr/>
            </p:nvSpPr>
            <p:spPr>
              <a:xfrm>
                <a:off x="5194693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g1557">
                <a:extLst>
                  <a:ext uri="{FF2B5EF4-FFF2-40B4-BE49-F238E27FC236}">
                    <a16:creationId xmlns:a16="http://schemas.microsoft.com/office/drawing/2014/main" id="{6F8266D4-D00D-37D7-0F72-8551941A7F81}"/>
                  </a:ext>
                </a:extLst>
              </p:cNvPr>
              <p:cNvSpPr/>
              <p:nvPr/>
            </p:nvSpPr>
            <p:spPr>
              <a:xfrm>
                <a:off x="5206331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g1558">
                <a:extLst>
                  <a:ext uri="{FF2B5EF4-FFF2-40B4-BE49-F238E27FC236}">
                    <a16:creationId xmlns:a16="http://schemas.microsoft.com/office/drawing/2014/main" id="{35088E21-E66F-C042-9CE8-5E2B4609B996}"/>
                  </a:ext>
                </a:extLst>
              </p:cNvPr>
              <p:cNvSpPr/>
              <p:nvPr/>
            </p:nvSpPr>
            <p:spPr>
              <a:xfrm>
                <a:off x="5217968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g1559">
                <a:extLst>
                  <a:ext uri="{FF2B5EF4-FFF2-40B4-BE49-F238E27FC236}">
                    <a16:creationId xmlns:a16="http://schemas.microsoft.com/office/drawing/2014/main" id="{5948B613-BD54-08E7-D079-C18516B42FE0}"/>
                  </a:ext>
                </a:extLst>
              </p:cNvPr>
              <p:cNvSpPr/>
              <p:nvPr/>
            </p:nvSpPr>
            <p:spPr>
              <a:xfrm>
                <a:off x="5055045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g1560">
                <a:extLst>
                  <a:ext uri="{FF2B5EF4-FFF2-40B4-BE49-F238E27FC236}">
                    <a16:creationId xmlns:a16="http://schemas.microsoft.com/office/drawing/2014/main" id="{50518157-98FF-46BA-3298-714023836BE2}"/>
                  </a:ext>
                </a:extLst>
              </p:cNvPr>
              <p:cNvSpPr/>
              <p:nvPr/>
            </p:nvSpPr>
            <p:spPr>
              <a:xfrm>
                <a:off x="5066683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g1561">
                <a:extLst>
                  <a:ext uri="{FF2B5EF4-FFF2-40B4-BE49-F238E27FC236}">
                    <a16:creationId xmlns:a16="http://schemas.microsoft.com/office/drawing/2014/main" id="{120B3338-6FAD-326B-DD97-3AF02D5E30AB}"/>
                  </a:ext>
                </a:extLst>
              </p:cNvPr>
              <p:cNvSpPr/>
              <p:nvPr/>
            </p:nvSpPr>
            <p:spPr>
              <a:xfrm>
                <a:off x="5078320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g1562">
                <a:extLst>
                  <a:ext uri="{FF2B5EF4-FFF2-40B4-BE49-F238E27FC236}">
                    <a16:creationId xmlns:a16="http://schemas.microsoft.com/office/drawing/2014/main" id="{375C9103-DF91-4263-CC1B-EF54F104D2FC}"/>
                  </a:ext>
                </a:extLst>
              </p:cNvPr>
              <p:cNvSpPr/>
              <p:nvPr/>
            </p:nvSpPr>
            <p:spPr>
              <a:xfrm>
                <a:off x="5089957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g1563">
                <a:extLst>
                  <a:ext uri="{FF2B5EF4-FFF2-40B4-BE49-F238E27FC236}">
                    <a16:creationId xmlns:a16="http://schemas.microsoft.com/office/drawing/2014/main" id="{843BE710-4D70-A006-6EC0-BFDAB66C84BB}"/>
                  </a:ext>
                </a:extLst>
              </p:cNvPr>
              <p:cNvSpPr/>
              <p:nvPr/>
            </p:nvSpPr>
            <p:spPr>
              <a:xfrm>
                <a:off x="5101595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g1564">
                <a:extLst>
                  <a:ext uri="{FF2B5EF4-FFF2-40B4-BE49-F238E27FC236}">
                    <a16:creationId xmlns:a16="http://schemas.microsoft.com/office/drawing/2014/main" id="{6DBE49FF-5FE6-718D-D493-972A74171A7C}"/>
                  </a:ext>
                </a:extLst>
              </p:cNvPr>
              <p:cNvSpPr/>
              <p:nvPr/>
            </p:nvSpPr>
            <p:spPr>
              <a:xfrm>
                <a:off x="5113232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g1565">
                <a:extLst>
                  <a:ext uri="{FF2B5EF4-FFF2-40B4-BE49-F238E27FC236}">
                    <a16:creationId xmlns:a16="http://schemas.microsoft.com/office/drawing/2014/main" id="{A8325EAD-9438-E2DF-7D4D-B83B9149C049}"/>
                  </a:ext>
                </a:extLst>
              </p:cNvPr>
              <p:cNvSpPr/>
              <p:nvPr/>
            </p:nvSpPr>
            <p:spPr>
              <a:xfrm>
                <a:off x="5124869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g1566">
                <a:extLst>
                  <a:ext uri="{FF2B5EF4-FFF2-40B4-BE49-F238E27FC236}">
                    <a16:creationId xmlns:a16="http://schemas.microsoft.com/office/drawing/2014/main" id="{FE03DDDF-059A-0865-ECC7-FBC4CA43AC55}"/>
                  </a:ext>
                </a:extLst>
              </p:cNvPr>
              <p:cNvSpPr/>
              <p:nvPr/>
            </p:nvSpPr>
            <p:spPr>
              <a:xfrm>
                <a:off x="5136507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g1567">
                <a:extLst>
                  <a:ext uri="{FF2B5EF4-FFF2-40B4-BE49-F238E27FC236}">
                    <a16:creationId xmlns:a16="http://schemas.microsoft.com/office/drawing/2014/main" id="{97C7ADEF-DBD6-31D5-0759-274830C30D5A}"/>
                  </a:ext>
                </a:extLst>
              </p:cNvPr>
              <p:cNvSpPr/>
              <p:nvPr/>
            </p:nvSpPr>
            <p:spPr>
              <a:xfrm>
                <a:off x="5148144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g1568">
                <a:extLst>
                  <a:ext uri="{FF2B5EF4-FFF2-40B4-BE49-F238E27FC236}">
                    <a16:creationId xmlns:a16="http://schemas.microsoft.com/office/drawing/2014/main" id="{DC5E0302-7CDF-197C-BFED-67EDDFE8BB4B}"/>
                  </a:ext>
                </a:extLst>
              </p:cNvPr>
              <p:cNvSpPr/>
              <p:nvPr/>
            </p:nvSpPr>
            <p:spPr>
              <a:xfrm>
                <a:off x="5159781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g1569">
                <a:extLst>
                  <a:ext uri="{FF2B5EF4-FFF2-40B4-BE49-F238E27FC236}">
                    <a16:creationId xmlns:a16="http://schemas.microsoft.com/office/drawing/2014/main" id="{5BDC90B8-7A12-217F-E049-EBB54E068610}"/>
                  </a:ext>
                </a:extLst>
              </p:cNvPr>
              <p:cNvSpPr/>
              <p:nvPr/>
            </p:nvSpPr>
            <p:spPr>
              <a:xfrm>
                <a:off x="5171419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g1570">
                <a:extLst>
                  <a:ext uri="{FF2B5EF4-FFF2-40B4-BE49-F238E27FC236}">
                    <a16:creationId xmlns:a16="http://schemas.microsoft.com/office/drawing/2014/main" id="{3DBB1D50-BFEC-6D35-789F-A8DEE89DF864}"/>
                  </a:ext>
                </a:extLst>
              </p:cNvPr>
              <p:cNvSpPr/>
              <p:nvPr/>
            </p:nvSpPr>
            <p:spPr>
              <a:xfrm>
                <a:off x="5183056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g1571">
                <a:extLst>
                  <a:ext uri="{FF2B5EF4-FFF2-40B4-BE49-F238E27FC236}">
                    <a16:creationId xmlns:a16="http://schemas.microsoft.com/office/drawing/2014/main" id="{7D35A4B2-C306-917D-8636-8923DA00DECE}"/>
                  </a:ext>
                </a:extLst>
              </p:cNvPr>
              <p:cNvSpPr/>
              <p:nvPr/>
            </p:nvSpPr>
            <p:spPr>
              <a:xfrm>
                <a:off x="5194693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g1572">
                <a:extLst>
                  <a:ext uri="{FF2B5EF4-FFF2-40B4-BE49-F238E27FC236}">
                    <a16:creationId xmlns:a16="http://schemas.microsoft.com/office/drawing/2014/main" id="{6F2E8ED1-1417-17C4-65E6-6EBD2DDC04F8}"/>
                  </a:ext>
                </a:extLst>
              </p:cNvPr>
              <p:cNvSpPr/>
              <p:nvPr/>
            </p:nvSpPr>
            <p:spPr>
              <a:xfrm>
                <a:off x="5206331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g1573">
                <a:extLst>
                  <a:ext uri="{FF2B5EF4-FFF2-40B4-BE49-F238E27FC236}">
                    <a16:creationId xmlns:a16="http://schemas.microsoft.com/office/drawing/2014/main" id="{752F8A85-669F-1C2E-A547-0066807827A0}"/>
                  </a:ext>
                </a:extLst>
              </p:cNvPr>
              <p:cNvSpPr/>
              <p:nvPr/>
            </p:nvSpPr>
            <p:spPr>
              <a:xfrm>
                <a:off x="5217968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g1574">
                <a:extLst>
                  <a:ext uri="{FF2B5EF4-FFF2-40B4-BE49-F238E27FC236}">
                    <a16:creationId xmlns:a16="http://schemas.microsoft.com/office/drawing/2014/main" id="{A435C9FE-AD31-A1FB-167F-2B9A86ECCCA2}"/>
                  </a:ext>
                </a:extLst>
              </p:cNvPr>
              <p:cNvSpPr/>
              <p:nvPr/>
            </p:nvSpPr>
            <p:spPr>
              <a:xfrm>
                <a:off x="5008496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g1575">
                <a:extLst>
                  <a:ext uri="{FF2B5EF4-FFF2-40B4-BE49-F238E27FC236}">
                    <a16:creationId xmlns:a16="http://schemas.microsoft.com/office/drawing/2014/main" id="{FB884662-9501-356F-1378-7B38F84B962F}"/>
                  </a:ext>
                </a:extLst>
              </p:cNvPr>
              <p:cNvSpPr/>
              <p:nvPr/>
            </p:nvSpPr>
            <p:spPr>
              <a:xfrm>
                <a:off x="502013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g1576">
                <a:extLst>
                  <a:ext uri="{FF2B5EF4-FFF2-40B4-BE49-F238E27FC236}">
                    <a16:creationId xmlns:a16="http://schemas.microsoft.com/office/drawing/2014/main" id="{8A6CC541-B8C0-7EE5-E223-F40FF729ECA3}"/>
                  </a:ext>
                </a:extLst>
              </p:cNvPr>
              <p:cNvSpPr/>
              <p:nvPr/>
            </p:nvSpPr>
            <p:spPr>
              <a:xfrm>
                <a:off x="503177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g1577">
                <a:extLst>
                  <a:ext uri="{FF2B5EF4-FFF2-40B4-BE49-F238E27FC236}">
                    <a16:creationId xmlns:a16="http://schemas.microsoft.com/office/drawing/2014/main" id="{0CB5C7FA-7F49-C071-7989-5ECA996CE9D7}"/>
                  </a:ext>
                </a:extLst>
              </p:cNvPr>
              <p:cNvSpPr/>
              <p:nvPr/>
            </p:nvSpPr>
            <p:spPr>
              <a:xfrm>
                <a:off x="5043408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g1578">
                <a:extLst>
                  <a:ext uri="{FF2B5EF4-FFF2-40B4-BE49-F238E27FC236}">
                    <a16:creationId xmlns:a16="http://schemas.microsoft.com/office/drawing/2014/main" id="{16557B21-5B46-7874-7413-ACBCEB469DED}"/>
                  </a:ext>
                </a:extLst>
              </p:cNvPr>
              <p:cNvSpPr/>
              <p:nvPr/>
            </p:nvSpPr>
            <p:spPr>
              <a:xfrm>
                <a:off x="5055045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g1579">
                <a:extLst>
                  <a:ext uri="{FF2B5EF4-FFF2-40B4-BE49-F238E27FC236}">
                    <a16:creationId xmlns:a16="http://schemas.microsoft.com/office/drawing/2014/main" id="{206B3BCD-1DAB-2644-44D3-662AA9DD53A4}"/>
                  </a:ext>
                </a:extLst>
              </p:cNvPr>
              <p:cNvSpPr/>
              <p:nvPr/>
            </p:nvSpPr>
            <p:spPr>
              <a:xfrm>
                <a:off x="506668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g1580">
                <a:extLst>
                  <a:ext uri="{FF2B5EF4-FFF2-40B4-BE49-F238E27FC236}">
                    <a16:creationId xmlns:a16="http://schemas.microsoft.com/office/drawing/2014/main" id="{3C9F325B-D0C6-92A3-8DDF-0F29543409DB}"/>
                  </a:ext>
                </a:extLst>
              </p:cNvPr>
              <p:cNvSpPr/>
              <p:nvPr/>
            </p:nvSpPr>
            <p:spPr>
              <a:xfrm>
                <a:off x="5078320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g1581">
                <a:extLst>
                  <a:ext uri="{FF2B5EF4-FFF2-40B4-BE49-F238E27FC236}">
                    <a16:creationId xmlns:a16="http://schemas.microsoft.com/office/drawing/2014/main" id="{C562C231-E672-A2A2-44B8-D2B687488779}"/>
                  </a:ext>
                </a:extLst>
              </p:cNvPr>
              <p:cNvSpPr/>
              <p:nvPr/>
            </p:nvSpPr>
            <p:spPr>
              <a:xfrm>
                <a:off x="5089957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g1582">
                <a:extLst>
                  <a:ext uri="{FF2B5EF4-FFF2-40B4-BE49-F238E27FC236}">
                    <a16:creationId xmlns:a16="http://schemas.microsoft.com/office/drawing/2014/main" id="{2AD12BEE-87FB-B580-59CB-26D5A99D6A9F}"/>
                  </a:ext>
                </a:extLst>
              </p:cNvPr>
              <p:cNvSpPr/>
              <p:nvPr/>
            </p:nvSpPr>
            <p:spPr>
              <a:xfrm>
                <a:off x="5101595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g1583">
                <a:extLst>
                  <a:ext uri="{FF2B5EF4-FFF2-40B4-BE49-F238E27FC236}">
                    <a16:creationId xmlns:a16="http://schemas.microsoft.com/office/drawing/2014/main" id="{F8A6FA7E-83A4-34FC-7FBA-3FF73D6B10C3}"/>
                  </a:ext>
                </a:extLst>
              </p:cNvPr>
              <p:cNvSpPr/>
              <p:nvPr/>
            </p:nvSpPr>
            <p:spPr>
              <a:xfrm>
                <a:off x="5113232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g1584">
                <a:extLst>
                  <a:ext uri="{FF2B5EF4-FFF2-40B4-BE49-F238E27FC236}">
                    <a16:creationId xmlns:a16="http://schemas.microsoft.com/office/drawing/2014/main" id="{9A1E3C2B-7C70-8649-FC31-994BC786F6B5}"/>
                  </a:ext>
                </a:extLst>
              </p:cNvPr>
              <p:cNvSpPr/>
              <p:nvPr/>
            </p:nvSpPr>
            <p:spPr>
              <a:xfrm>
                <a:off x="5124869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g1585">
                <a:extLst>
                  <a:ext uri="{FF2B5EF4-FFF2-40B4-BE49-F238E27FC236}">
                    <a16:creationId xmlns:a16="http://schemas.microsoft.com/office/drawing/2014/main" id="{F72C0A39-2998-F512-8401-A067BE0067DF}"/>
                  </a:ext>
                </a:extLst>
              </p:cNvPr>
              <p:cNvSpPr/>
              <p:nvPr/>
            </p:nvSpPr>
            <p:spPr>
              <a:xfrm>
                <a:off x="5136507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g1586">
                <a:extLst>
                  <a:ext uri="{FF2B5EF4-FFF2-40B4-BE49-F238E27FC236}">
                    <a16:creationId xmlns:a16="http://schemas.microsoft.com/office/drawing/2014/main" id="{6EB50FD8-2529-059D-C96B-2ABF7CF70532}"/>
                  </a:ext>
                </a:extLst>
              </p:cNvPr>
              <p:cNvSpPr/>
              <p:nvPr/>
            </p:nvSpPr>
            <p:spPr>
              <a:xfrm>
                <a:off x="5148144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g1587">
                <a:extLst>
                  <a:ext uri="{FF2B5EF4-FFF2-40B4-BE49-F238E27FC236}">
                    <a16:creationId xmlns:a16="http://schemas.microsoft.com/office/drawing/2014/main" id="{6C667BB0-AD7D-F9BD-996B-C2245A7861AB}"/>
                  </a:ext>
                </a:extLst>
              </p:cNvPr>
              <p:cNvSpPr/>
              <p:nvPr/>
            </p:nvSpPr>
            <p:spPr>
              <a:xfrm>
                <a:off x="515978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g1588">
                <a:extLst>
                  <a:ext uri="{FF2B5EF4-FFF2-40B4-BE49-F238E27FC236}">
                    <a16:creationId xmlns:a16="http://schemas.microsoft.com/office/drawing/2014/main" id="{D66983CC-C9A8-DAFE-20B7-65C12FCE0AA0}"/>
                  </a:ext>
                </a:extLst>
              </p:cNvPr>
              <p:cNvSpPr/>
              <p:nvPr/>
            </p:nvSpPr>
            <p:spPr>
              <a:xfrm>
                <a:off x="5171419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g1589">
                <a:extLst>
                  <a:ext uri="{FF2B5EF4-FFF2-40B4-BE49-F238E27FC236}">
                    <a16:creationId xmlns:a16="http://schemas.microsoft.com/office/drawing/2014/main" id="{F6A9739D-7E36-DCC5-84A8-2F6947B0C442}"/>
                  </a:ext>
                </a:extLst>
              </p:cNvPr>
              <p:cNvSpPr/>
              <p:nvPr/>
            </p:nvSpPr>
            <p:spPr>
              <a:xfrm>
                <a:off x="5183056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g1590">
                <a:extLst>
                  <a:ext uri="{FF2B5EF4-FFF2-40B4-BE49-F238E27FC236}">
                    <a16:creationId xmlns:a16="http://schemas.microsoft.com/office/drawing/2014/main" id="{C9D86ECC-B33F-ED03-25E1-B54C0E45DF35}"/>
                  </a:ext>
                </a:extLst>
              </p:cNvPr>
              <p:cNvSpPr/>
              <p:nvPr/>
            </p:nvSpPr>
            <p:spPr>
              <a:xfrm>
                <a:off x="519469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g1591">
                <a:extLst>
                  <a:ext uri="{FF2B5EF4-FFF2-40B4-BE49-F238E27FC236}">
                    <a16:creationId xmlns:a16="http://schemas.microsoft.com/office/drawing/2014/main" id="{E5CCAFEE-7F16-F3E5-D2B3-FE072A9049BE}"/>
                  </a:ext>
                </a:extLst>
              </p:cNvPr>
              <p:cNvSpPr/>
              <p:nvPr/>
            </p:nvSpPr>
            <p:spPr>
              <a:xfrm>
                <a:off x="520633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g1592">
                <a:extLst>
                  <a:ext uri="{FF2B5EF4-FFF2-40B4-BE49-F238E27FC236}">
                    <a16:creationId xmlns:a16="http://schemas.microsoft.com/office/drawing/2014/main" id="{4AB61A38-CD26-C94C-C287-D90328C234B5}"/>
                  </a:ext>
                </a:extLst>
              </p:cNvPr>
              <p:cNvSpPr/>
              <p:nvPr/>
            </p:nvSpPr>
            <p:spPr>
              <a:xfrm>
                <a:off x="499685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g1593">
                <a:extLst>
                  <a:ext uri="{FF2B5EF4-FFF2-40B4-BE49-F238E27FC236}">
                    <a16:creationId xmlns:a16="http://schemas.microsoft.com/office/drawing/2014/main" id="{83C5D297-058D-C85C-F83A-C49500B3FAEA}"/>
                  </a:ext>
                </a:extLst>
              </p:cNvPr>
              <p:cNvSpPr/>
              <p:nvPr/>
            </p:nvSpPr>
            <p:spPr>
              <a:xfrm>
                <a:off x="5008496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g1594">
                <a:extLst>
                  <a:ext uri="{FF2B5EF4-FFF2-40B4-BE49-F238E27FC236}">
                    <a16:creationId xmlns:a16="http://schemas.microsoft.com/office/drawing/2014/main" id="{49BFFC8E-5A85-0336-94B0-EBB3BC193513}"/>
                  </a:ext>
                </a:extLst>
              </p:cNvPr>
              <p:cNvSpPr/>
              <p:nvPr/>
            </p:nvSpPr>
            <p:spPr>
              <a:xfrm>
                <a:off x="502013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g1595">
                <a:extLst>
                  <a:ext uri="{FF2B5EF4-FFF2-40B4-BE49-F238E27FC236}">
                    <a16:creationId xmlns:a16="http://schemas.microsoft.com/office/drawing/2014/main" id="{27D72D00-AAEC-CAA1-050D-2ABDE260CE21}"/>
                  </a:ext>
                </a:extLst>
              </p:cNvPr>
              <p:cNvSpPr/>
              <p:nvPr/>
            </p:nvSpPr>
            <p:spPr>
              <a:xfrm>
                <a:off x="503177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g1596">
                <a:extLst>
                  <a:ext uri="{FF2B5EF4-FFF2-40B4-BE49-F238E27FC236}">
                    <a16:creationId xmlns:a16="http://schemas.microsoft.com/office/drawing/2014/main" id="{E44F7198-C272-2A3B-EA8B-06698C0CE36C}"/>
                  </a:ext>
                </a:extLst>
              </p:cNvPr>
              <p:cNvSpPr/>
              <p:nvPr/>
            </p:nvSpPr>
            <p:spPr>
              <a:xfrm>
                <a:off x="5043408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g1597">
                <a:extLst>
                  <a:ext uri="{FF2B5EF4-FFF2-40B4-BE49-F238E27FC236}">
                    <a16:creationId xmlns:a16="http://schemas.microsoft.com/office/drawing/2014/main" id="{6EDDE9F3-24F0-0043-9CFE-A2222876B645}"/>
                  </a:ext>
                </a:extLst>
              </p:cNvPr>
              <p:cNvSpPr/>
              <p:nvPr/>
            </p:nvSpPr>
            <p:spPr>
              <a:xfrm>
                <a:off x="5055045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g1598">
                <a:extLst>
                  <a:ext uri="{FF2B5EF4-FFF2-40B4-BE49-F238E27FC236}">
                    <a16:creationId xmlns:a16="http://schemas.microsoft.com/office/drawing/2014/main" id="{2F734535-1682-41A7-183A-6C331579EE6B}"/>
                  </a:ext>
                </a:extLst>
              </p:cNvPr>
              <p:cNvSpPr/>
              <p:nvPr/>
            </p:nvSpPr>
            <p:spPr>
              <a:xfrm>
                <a:off x="506668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g1599">
                <a:extLst>
                  <a:ext uri="{FF2B5EF4-FFF2-40B4-BE49-F238E27FC236}">
                    <a16:creationId xmlns:a16="http://schemas.microsoft.com/office/drawing/2014/main" id="{14B00006-210B-AFF5-6FE3-167A48BAEF47}"/>
                  </a:ext>
                </a:extLst>
              </p:cNvPr>
              <p:cNvSpPr/>
              <p:nvPr/>
            </p:nvSpPr>
            <p:spPr>
              <a:xfrm>
                <a:off x="5078320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g1600">
                <a:extLst>
                  <a:ext uri="{FF2B5EF4-FFF2-40B4-BE49-F238E27FC236}">
                    <a16:creationId xmlns:a16="http://schemas.microsoft.com/office/drawing/2014/main" id="{E8F06682-A3AD-D2CB-9BB1-52B0BFE783F4}"/>
                  </a:ext>
                </a:extLst>
              </p:cNvPr>
              <p:cNvSpPr/>
              <p:nvPr/>
            </p:nvSpPr>
            <p:spPr>
              <a:xfrm>
                <a:off x="5089957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g1601">
                <a:extLst>
                  <a:ext uri="{FF2B5EF4-FFF2-40B4-BE49-F238E27FC236}">
                    <a16:creationId xmlns:a16="http://schemas.microsoft.com/office/drawing/2014/main" id="{C9F6B05A-43B6-E482-EC46-9EE5C86DE9DD}"/>
                  </a:ext>
                </a:extLst>
              </p:cNvPr>
              <p:cNvSpPr/>
              <p:nvPr/>
            </p:nvSpPr>
            <p:spPr>
              <a:xfrm>
                <a:off x="5101595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g1602">
                <a:extLst>
                  <a:ext uri="{FF2B5EF4-FFF2-40B4-BE49-F238E27FC236}">
                    <a16:creationId xmlns:a16="http://schemas.microsoft.com/office/drawing/2014/main" id="{C0F2D950-30F8-EC1B-9E0B-29D3089C10F8}"/>
                  </a:ext>
                </a:extLst>
              </p:cNvPr>
              <p:cNvSpPr/>
              <p:nvPr/>
            </p:nvSpPr>
            <p:spPr>
              <a:xfrm>
                <a:off x="5113232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g1603">
                <a:extLst>
                  <a:ext uri="{FF2B5EF4-FFF2-40B4-BE49-F238E27FC236}">
                    <a16:creationId xmlns:a16="http://schemas.microsoft.com/office/drawing/2014/main" id="{E06BA3D5-D244-A7C4-5890-68B24E7A535A}"/>
                  </a:ext>
                </a:extLst>
              </p:cNvPr>
              <p:cNvSpPr/>
              <p:nvPr/>
            </p:nvSpPr>
            <p:spPr>
              <a:xfrm>
                <a:off x="512486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g1604">
                <a:extLst>
                  <a:ext uri="{FF2B5EF4-FFF2-40B4-BE49-F238E27FC236}">
                    <a16:creationId xmlns:a16="http://schemas.microsoft.com/office/drawing/2014/main" id="{3856F15B-5738-B46F-6575-A17A049BD9FE}"/>
                  </a:ext>
                </a:extLst>
              </p:cNvPr>
              <p:cNvSpPr/>
              <p:nvPr/>
            </p:nvSpPr>
            <p:spPr>
              <a:xfrm>
                <a:off x="5136507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g1605">
                <a:extLst>
                  <a:ext uri="{FF2B5EF4-FFF2-40B4-BE49-F238E27FC236}">
                    <a16:creationId xmlns:a16="http://schemas.microsoft.com/office/drawing/2014/main" id="{AA37D4C9-1E7D-B549-5F5C-7F12F4E13102}"/>
                  </a:ext>
                </a:extLst>
              </p:cNvPr>
              <p:cNvSpPr/>
              <p:nvPr/>
            </p:nvSpPr>
            <p:spPr>
              <a:xfrm>
                <a:off x="5148144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g1606">
                <a:extLst>
                  <a:ext uri="{FF2B5EF4-FFF2-40B4-BE49-F238E27FC236}">
                    <a16:creationId xmlns:a16="http://schemas.microsoft.com/office/drawing/2014/main" id="{6ED13D53-B677-D790-29B4-B18EED0DB234}"/>
                  </a:ext>
                </a:extLst>
              </p:cNvPr>
              <p:cNvSpPr/>
              <p:nvPr/>
            </p:nvSpPr>
            <p:spPr>
              <a:xfrm>
                <a:off x="515978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g1607">
                <a:extLst>
                  <a:ext uri="{FF2B5EF4-FFF2-40B4-BE49-F238E27FC236}">
                    <a16:creationId xmlns:a16="http://schemas.microsoft.com/office/drawing/2014/main" id="{CA127823-9994-B247-414C-7CD45A2B712B}"/>
                  </a:ext>
                </a:extLst>
              </p:cNvPr>
              <p:cNvSpPr/>
              <p:nvPr/>
            </p:nvSpPr>
            <p:spPr>
              <a:xfrm>
                <a:off x="517141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g1608">
                <a:extLst>
                  <a:ext uri="{FF2B5EF4-FFF2-40B4-BE49-F238E27FC236}">
                    <a16:creationId xmlns:a16="http://schemas.microsoft.com/office/drawing/2014/main" id="{453C9C2B-D721-19C5-61F6-8BBED59A3FC7}"/>
                  </a:ext>
                </a:extLst>
              </p:cNvPr>
              <p:cNvSpPr/>
              <p:nvPr/>
            </p:nvSpPr>
            <p:spPr>
              <a:xfrm>
                <a:off x="5183056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g1609">
                <a:extLst>
                  <a:ext uri="{FF2B5EF4-FFF2-40B4-BE49-F238E27FC236}">
                    <a16:creationId xmlns:a16="http://schemas.microsoft.com/office/drawing/2014/main" id="{6208FDD3-8074-63CA-9CC8-A0AA71115EB5}"/>
                  </a:ext>
                </a:extLst>
              </p:cNvPr>
              <p:cNvSpPr/>
              <p:nvPr/>
            </p:nvSpPr>
            <p:spPr>
              <a:xfrm>
                <a:off x="519469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g1610">
                <a:extLst>
                  <a:ext uri="{FF2B5EF4-FFF2-40B4-BE49-F238E27FC236}">
                    <a16:creationId xmlns:a16="http://schemas.microsoft.com/office/drawing/2014/main" id="{A9CA3ECC-0E0B-D20C-5D03-AF0769519D42}"/>
                  </a:ext>
                </a:extLst>
              </p:cNvPr>
              <p:cNvSpPr/>
              <p:nvPr/>
            </p:nvSpPr>
            <p:spPr>
              <a:xfrm>
                <a:off x="520633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g1611">
                <a:extLst>
                  <a:ext uri="{FF2B5EF4-FFF2-40B4-BE49-F238E27FC236}">
                    <a16:creationId xmlns:a16="http://schemas.microsoft.com/office/drawing/2014/main" id="{AC972053-4BEE-C9D4-5E95-6157FF67C428}"/>
                  </a:ext>
                </a:extLst>
              </p:cNvPr>
              <p:cNvSpPr/>
              <p:nvPr/>
            </p:nvSpPr>
            <p:spPr>
              <a:xfrm>
                <a:off x="499685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g1612">
                <a:extLst>
                  <a:ext uri="{FF2B5EF4-FFF2-40B4-BE49-F238E27FC236}">
                    <a16:creationId xmlns:a16="http://schemas.microsoft.com/office/drawing/2014/main" id="{912237C3-F5AE-9BEC-5799-3631428A98E3}"/>
                  </a:ext>
                </a:extLst>
              </p:cNvPr>
              <p:cNvSpPr/>
              <p:nvPr/>
            </p:nvSpPr>
            <p:spPr>
              <a:xfrm>
                <a:off x="5008496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g1613">
                <a:extLst>
                  <a:ext uri="{FF2B5EF4-FFF2-40B4-BE49-F238E27FC236}">
                    <a16:creationId xmlns:a16="http://schemas.microsoft.com/office/drawing/2014/main" id="{7DC2DDEF-70BE-97D9-3407-FE5B39F3EAD9}"/>
                  </a:ext>
                </a:extLst>
              </p:cNvPr>
              <p:cNvSpPr/>
              <p:nvPr/>
            </p:nvSpPr>
            <p:spPr>
              <a:xfrm>
                <a:off x="502013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g1614">
                <a:extLst>
                  <a:ext uri="{FF2B5EF4-FFF2-40B4-BE49-F238E27FC236}">
                    <a16:creationId xmlns:a16="http://schemas.microsoft.com/office/drawing/2014/main" id="{077C6238-62E0-ADA8-616E-52A90DACCECE}"/>
                  </a:ext>
                </a:extLst>
              </p:cNvPr>
              <p:cNvSpPr/>
              <p:nvPr/>
            </p:nvSpPr>
            <p:spPr>
              <a:xfrm>
                <a:off x="5031771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g1615">
                <a:extLst>
                  <a:ext uri="{FF2B5EF4-FFF2-40B4-BE49-F238E27FC236}">
                    <a16:creationId xmlns:a16="http://schemas.microsoft.com/office/drawing/2014/main" id="{A07C3030-9FBD-EDDC-A90A-B6BE97B05E8C}"/>
                  </a:ext>
                </a:extLst>
              </p:cNvPr>
              <p:cNvSpPr/>
              <p:nvPr/>
            </p:nvSpPr>
            <p:spPr>
              <a:xfrm>
                <a:off x="5043408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6">
                  <a:alpha val="100000"/>
                </a:srgbClr>
              </a:solidFill>
              <a:ln w="5420" cap="flat">
                <a:solidFill>
                  <a:srgbClr val="A0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g1616">
                <a:extLst>
                  <a:ext uri="{FF2B5EF4-FFF2-40B4-BE49-F238E27FC236}">
                    <a16:creationId xmlns:a16="http://schemas.microsoft.com/office/drawing/2014/main" id="{85D5BA91-0146-3085-FD4A-17E3EC8A24D6}"/>
                  </a:ext>
                </a:extLst>
              </p:cNvPr>
              <p:cNvSpPr/>
              <p:nvPr/>
            </p:nvSpPr>
            <p:spPr>
              <a:xfrm>
                <a:off x="5055045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8E3CA">
                  <a:alpha val="100000"/>
                </a:srgbClr>
              </a:solidFill>
              <a:ln w="5420" cap="flat">
                <a:solidFill>
                  <a:srgbClr val="A8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g1617">
                <a:extLst>
                  <a:ext uri="{FF2B5EF4-FFF2-40B4-BE49-F238E27FC236}">
                    <a16:creationId xmlns:a16="http://schemas.microsoft.com/office/drawing/2014/main" id="{58AF05A6-545B-6476-4E5C-699F144EE552}"/>
                  </a:ext>
                </a:extLst>
              </p:cNvPr>
              <p:cNvSpPr/>
              <p:nvPr/>
            </p:nvSpPr>
            <p:spPr>
              <a:xfrm>
                <a:off x="506668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g1618">
                <a:extLst>
                  <a:ext uri="{FF2B5EF4-FFF2-40B4-BE49-F238E27FC236}">
                    <a16:creationId xmlns:a16="http://schemas.microsoft.com/office/drawing/2014/main" id="{3235FDA9-78F4-0E7E-7EB1-1648F896576E}"/>
                  </a:ext>
                </a:extLst>
              </p:cNvPr>
              <p:cNvSpPr/>
              <p:nvPr/>
            </p:nvSpPr>
            <p:spPr>
              <a:xfrm>
                <a:off x="5078320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3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g1619">
                <a:extLst>
                  <a:ext uri="{FF2B5EF4-FFF2-40B4-BE49-F238E27FC236}">
                    <a16:creationId xmlns:a16="http://schemas.microsoft.com/office/drawing/2014/main" id="{91603927-1F30-50B3-789E-B1D0A5F84773}"/>
                  </a:ext>
                </a:extLst>
              </p:cNvPr>
              <p:cNvSpPr/>
              <p:nvPr/>
            </p:nvSpPr>
            <p:spPr>
              <a:xfrm>
                <a:off x="5089957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g1620">
                <a:extLst>
                  <a:ext uri="{FF2B5EF4-FFF2-40B4-BE49-F238E27FC236}">
                    <a16:creationId xmlns:a16="http://schemas.microsoft.com/office/drawing/2014/main" id="{D41E2B79-74DB-E07C-A8D6-C29690D357DD}"/>
                  </a:ext>
                </a:extLst>
              </p:cNvPr>
              <p:cNvSpPr/>
              <p:nvPr/>
            </p:nvSpPr>
            <p:spPr>
              <a:xfrm>
                <a:off x="5101595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g1621">
                <a:extLst>
                  <a:ext uri="{FF2B5EF4-FFF2-40B4-BE49-F238E27FC236}">
                    <a16:creationId xmlns:a16="http://schemas.microsoft.com/office/drawing/2014/main" id="{317EC899-95B3-A77B-7352-E69EFA391EE8}"/>
                  </a:ext>
                </a:extLst>
              </p:cNvPr>
              <p:cNvSpPr/>
              <p:nvPr/>
            </p:nvSpPr>
            <p:spPr>
              <a:xfrm>
                <a:off x="5113232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4E2C8">
                  <a:alpha val="100000"/>
                </a:srgbClr>
              </a:solidFill>
              <a:ln w="5420" cap="flat">
                <a:solidFill>
                  <a:srgbClr val="A4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g1622">
                <a:extLst>
                  <a:ext uri="{FF2B5EF4-FFF2-40B4-BE49-F238E27FC236}">
                    <a16:creationId xmlns:a16="http://schemas.microsoft.com/office/drawing/2014/main" id="{B147F522-18D4-D299-93A0-63BC7E688BDD}"/>
                  </a:ext>
                </a:extLst>
              </p:cNvPr>
              <p:cNvSpPr/>
              <p:nvPr/>
            </p:nvSpPr>
            <p:spPr>
              <a:xfrm>
                <a:off x="512486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g1623">
                <a:extLst>
                  <a:ext uri="{FF2B5EF4-FFF2-40B4-BE49-F238E27FC236}">
                    <a16:creationId xmlns:a16="http://schemas.microsoft.com/office/drawing/2014/main" id="{E774B02D-0C67-25D6-B1A0-6F81D100D192}"/>
                  </a:ext>
                </a:extLst>
              </p:cNvPr>
              <p:cNvSpPr/>
              <p:nvPr/>
            </p:nvSpPr>
            <p:spPr>
              <a:xfrm>
                <a:off x="5136507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g1624">
                <a:extLst>
                  <a:ext uri="{FF2B5EF4-FFF2-40B4-BE49-F238E27FC236}">
                    <a16:creationId xmlns:a16="http://schemas.microsoft.com/office/drawing/2014/main" id="{E16C615D-9CDA-980E-7352-B7D9FF3217B8}"/>
                  </a:ext>
                </a:extLst>
              </p:cNvPr>
              <p:cNvSpPr/>
              <p:nvPr/>
            </p:nvSpPr>
            <p:spPr>
              <a:xfrm>
                <a:off x="5148144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g1625">
                <a:extLst>
                  <a:ext uri="{FF2B5EF4-FFF2-40B4-BE49-F238E27FC236}">
                    <a16:creationId xmlns:a16="http://schemas.microsoft.com/office/drawing/2014/main" id="{44D2291C-CEBF-F108-6CE5-6A5E4DE68CEA}"/>
                  </a:ext>
                </a:extLst>
              </p:cNvPr>
              <p:cNvSpPr/>
              <p:nvPr/>
            </p:nvSpPr>
            <p:spPr>
              <a:xfrm>
                <a:off x="5159781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g1626">
                <a:extLst>
                  <a:ext uri="{FF2B5EF4-FFF2-40B4-BE49-F238E27FC236}">
                    <a16:creationId xmlns:a16="http://schemas.microsoft.com/office/drawing/2014/main" id="{95F6BC6E-B899-73EF-9E48-EFDE9D035492}"/>
                  </a:ext>
                </a:extLst>
              </p:cNvPr>
              <p:cNvSpPr/>
              <p:nvPr/>
            </p:nvSpPr>
            <p:spPr>
              <a:xfrm>
                <a:off x="517141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g1627">
                <a:extLst>
                  <a:ext uri="{FF2B5EF4-FFF2-40B4-BE49-F238E27FC236}">
                    <a16:creationId xmlns:a16="http://schemas.microsoft.com/office/drawing/2014/main" id="{37EF68C4-2198-05E6-FCBC-F6D63A6FC896}"/>
                  </a:ext>
                </a:extLst>
              </p:cNvPr>
              <p:cNvSpPr/>
              <p:nvPr/>
            </p:nvSpPr>
            <p:spPr>
              <a:xfrm>
                <a:off x="5183056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g1628">
                <a:extLst>
                  <a:ext uri="{FF2B5EF4-FFF2-40B4-BE49-F238E27FC236}">
                    <a16:creationId xmlns:a16="http://schemas.microsoft.com/office/drawing/2014/main" id="{F8ACE547-653E-A680-3EDC-9CB9DD090FF5}"/>
                  </a:ext>
                </a:extLst>
              </p:cNvPr>
              <p:cNvSpPr/>
              <p:nvPr/>
            </p:nvSpPr>
            <p:spPr>
              <a:xfrm>
                <a:off x="519469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g1629">
                <a:extLst>
                  <a:ext uri="{FF2B5EF4-FFF2-40B4-BE49-F238E27FC236}">
                    <a16:creationId xmlns:a16="http://schemas.microsoft.com/office/drawing/2014/main" id="{49944267-E005-2B81-EF78-52BE29CDB24F}"/>
                  </a:ext>
                </a:extLst>
              </p:cNvPr>
              <p:cNvSpPr/>
              <p:nvPr/>
            </p:nvSpPr>
            <p:spPr>
              <a:xfrm>
                <a:off x="499685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g1630">
                <a:extLst>
                  <a:ext uri="{FF2B5EF4-FFF2-40B4-BE49-F238E27FC236}">
                    <a16:creationId xmlns:a16="http://schemas.microsoft.com/office/drawing/2014/main" id="{BBCB9432-F0F8-2679-CE5B-CA1EF60E2E87}"/>
                  </a:ext>
                </a:extLst>
              </p:cNvPr>
              <p:cNvSpPr/>
              <p:nvPr/>
            </p:nvSpPr>
            <p:spPr>
              <a:xfrm>
                <a:off x="5008496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g1631">
                <a:extLst>
                  <a:ext uri="{FF2B5EF4-FFF2-40B4-BE49-F238E27FC236}">
                    <a16:creationId xmlns:a16="http://schemas.microsoft.com/office/drawing/2014/main" id="{574C29CB-6348-BC7F-01D3-32AF2740B872}"/>
                  </a:ext>
                </a:extLst>
              </p:cNvPr>
              <p:cNvSpPr/>
              <p:nvPr/>
            </p:nvSpPr>
            <p:spPr>
              <a:xfrm>
                <a:off x="5020133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g1632">
                <a:extLst>
                  <a:ext uri="{FF2B5EF4-FFF2-40B4-BE49-F238E27FC236}">
                    <a16:creationId xmlns:a16="http://schemas.microsoft.com/office/drawing/2014/main" id="{B671EDB7-260A-1BD0-A5EE-C2FE5A87EE4F}"/>
                  </a:ext>
                </a:extLst>
              </p:cNvPr>
              <p:cNvSpPr/>
              <p:nvPr/>
            </p:nvSpPr>
            <p:spPr>
              <a:xfrm>
                <a:off x="5031771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7">
                  <a:alpha val="100000"/>
                </a:srgbClr>
              </a:solidFill>
              <a:ln w="5420" cap="flat">
                <a:solidFill>
                  <a:srgbClr val="A0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g1633">
                <a:extLst>
                  <a:ext uri="{FF2B5EF4-FFF2-40B4-BE49-F238E27FC236}">
                    <a16:creationId xmlns:a16="http://schemas.microsoft.com/office/drawing/2014/main" id="{2B4B4DC7-3F3A-2B05-645C-EC8450D719FC}"/>
                  </a:ext>
                </a:extLst>
              </p:cNvPr>
              <p:cNvSpPr/>
              <p:nvPr/>
            </p:nvSpPr>
            <p:spPr>
              <a:xfrm>
                <a:off x="5043408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9E4CB">
                  <a:alpha val="100000"/>
                </a:srgbClr>
              </a:solidFill>
              <a:ln w="5420" cap="flat">
                <a:solidFill>
                  <a:srgbClr val="A9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g1634">
                <a:extLst>
                  <a:ext uri="{FF2B5EF4-FFF2-40B4-BE49-F238E27FC236}">
                    <a16:creationId xmlns:a16="http://schemas.microsoft.com/office/drawing/2014/main" id="{648BDD77-0ED1-C531-AB69-2498FC84524E}"/>
                  </a:ext>
                </a:extLst>
              </p:cNvPr>
              <p:cNvSpPr/>
              <p:nvPr/>
            </p:nvSpPr>
            <p:spPr>
              <a:xfrm>
                <a:off x="5055045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g1635">
                <a:extLst>
                  <a:ext uri="{FF2B5EF4-FFF2-40B4-BE49-F238E27FC236}">
                    <a16:creationId xmlns:a16="http://schemas.microsoft.com/office/drawing/2014/main" id="{5D3CFA33-4F40-17C0-2C27-B60AE693E8AF}"/>
                  </a:ext>
                </a:extLst>
              </p:cNvPr>
              <p:cNvSpPr/>
              <p:nvPr/>
            </p:nvSpPr>
            <p:spPr>
              <a:xfrm>
                <a:off x="5066683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9E9D3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g1636">
                <a:extLst>
                  <a:ext uri="{FF2B5EF4-FFF2-40B4-BE49-F238E27FC236}">
                    <a16:creationId xmlns:a16="http://schemas.microsoft.com/office/drawing/2014/main" id="{88F15185-BCB5-4BC0-FB3E-9EB8E13A22DD}"/>
                  </a:ext>
                </a:extLst>
              </p:cNvPr>
              <p:cNvSpPr/>
              <p:nvPr/>
            </p:nvSpPr>
            <p:spPr>
              <a:xfrm>
                <a:off x="5078320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g1637">
                <a:extLst>
                  <a:ext uri="{FF2B5EF4-FFF2-40B4-BE49-F238E27FC236}">
                    <a16:creationId xmlns:a16="http://schemas.microsoft.com/office/drawing/2014/main" id="{1D9C3D54-A535-96C2-47DE-BA030079291D}"/>
                  </a:ext>
                </a:extLst>
              </p:cNvPr>
              <p:cNvSpPr/>
              <p:nvPr/>
            </p:nvSpPr>
            <p:spPr>
              <a:xfrm>
                <a:off x="5089957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g1638">
                <a:extLst>
                  <a:ext uri="{FF2B5EF4-FFF2-40B4-BE49-F238E27FC236}">
                    <a16:creationId xmlns:a16="http://schemas.microsoft.com/office/drawing/2014/main" id="{85C2B4FC-C1E7-CF3D-D406-5D11938D483E}"/>
                  </a:ext>
                </a:extLst>
              </p:cNvPr>
              <p:cNvSpPr/>
              <p:nvPr/>
            </p:nvSpPr>
            <p:spPr>
              <a:xfrm>
                <a:off x="5101595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g1639">
                <a:extLst>
                  <a:ext uri="{FF2B5EF4-FFF2-40B4-BE49-F238E27FC236}">
                    <a16:creationId xmlns:a16="http://schemas.microsoft.com/office/drawing/2014/main" id="{C52DB9E6-3752-2066-5D35-7BC9E354A98E}"/>
                  </a:ext>
                </a:extLst>
              </p:cNvPr>
              <p:cNvSpPr/>
              <p:nvPr/>
            </p:nvSpPr>
            <p:spPr>
              <a:xfrm>
                <a:off x="5113232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g1640">
                <a:extLst>
                  <a:ext uri="{FF2B5EF4-FFF2-40B4-BE49-F238E27FC236}">
                    <a16:creationId xmlns:a16="http://schemas.microsoft.com/office/drawing/2014/main" id="{3399CD6D-53AA-C2D7-3C71-EA1088233D6A}"/>
                  </a:ext>
                </a:extLst>
              </p:cNvPr>
              <p:cNvSpPr/>
              <p:nvPr/>
            </p:nvSpPr>
            <p:spPr>
              <a:xfrm>
                <a:off x="512486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4E2C8">
                  <a:alpha val="100000"/>
                </a:srgbClr>
              </a:solidFill>
              <a:ln w="5420" cap="flat">
                <a:solidFill>
                  <a:srgbClr val="A4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g1641">
                <a:extLst>
                  <a:ext uri="{FF2B5EF4-FFF2-40B4-BE49-F238E27FC236}">
                    <a16:creationId xmlns:a16="http://schemas.microsoft.com/office/drawing/2014/main" id="{4B11EE15-FC92-A91A-DF22-5085D6B482F1}"/>
                  </a:ext>
                </a:extLst>
              </p:cNvPr>
              <p:cNvSpPr/>
              <p:nvPr/>
            </p:nvSpPr>
            <p:spPr>
              <a:xfrm>
                <a:off x="5136507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g1642">
                <a:extLst>
                  <a:ext uri="{FF2B5EF4-FFF2-40B4-BE49-F238E27FC236}">
                    <a16:creationId xmlns:a16="http://schemas.microsoft.com/office/drawing/2014/main" id="{039C7764-50F2-AD1C-FE15-1B7AF8DACA65}"/>
                  </a:ext>
                </a:extLst>
              </p:cNvPr>
              <p:cNvSpPr/>
              <p:nvPr/>
            </p:nvSpPr>
            <p:spPr>
              <a:xfrm>
                <a:off x="5148144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g1643">
                <a:extLst>
                  <a:ext uri="{FF2B5EF4-FFF2-40B4-BE49-F238E27FC236}">
                    <a16:creationId xmlns:a16="http://schemas.microsoft.com/office/drawing/2014/main" id="{DFBBD443-CC49-EA58-663C-AF6B16B4740E}"/>
                  </a:ext>
                </a:extLst>
              </p:cNvPr>
              <p:cNvSpPr/>
              <p:nvPr/>
            </p:nvSpPr>
            <p:spPr>
              <a:xfrm>
                <a:off x="5159781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g1644">
                <a:extLst>
                  <a:ext uri="{FF2B5EF4-FFF2-40B4-BE49-F238E27FC236}">
                    <a16:creationId xmlns:a16="http://schemas.microsoft.com/office/drawing/2014/main" id="{99CCBF31-EF7A-FB30-38B0-F68098B6D3F7}"/>
                  </a:ext>
                </a:extLst>
              </p:cNvPr>
              <p:cNvSpPr/>
              <p:nvPr/>
            </p:nvSpPr>
            <p:spPr>
              <a:xfrm>
                <a:off x="517141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g1645">
                <a:extLst>
                  <a:ext uri="{FF2B5EF4-FFF2-40B4-BE49-F238E27FC236}">
                    <a16:creationId xmlns:a16="http://schemas.microsoft.com/office/drawing/2014/main" id="{119E1E60-76B3-BBAF-D8F8-D79140679325}"/>
                  </a:ext>
                </a:extLst>
              </p:cNvPr>
              <p:cNvSpPr/>
              <p:nvPr/>
            </p:nvSpPr>
            <p:spPr>
              <a:xfrm>
                <a:off x="5183056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g1646">
                <a:extLst>
                  <a:ext uri="{FF2B5EF4-FFF2-40B4-BE49-F238E27FC236}">
                    <a16:creationId xmlns:a16="http://schemas.microsoft.com/office/drawing/2014/main" id="{86924827-6ED1-B5AD-E651-58DF18481A4D}"/>
                  </a:ext>
                </a:extLst>
              </p:cNvPr>
              <p:cNvSpPr/>
              <p:nvPr/>
            </p:nvSpPr>
            <p:spPr>
              <a:xfrm>
                <a:off x="5008496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g1647">
                <a:extLst>
                  <a:ext uri="{FF2B5EF4-FFF2-40B4-BE49-F238E27FC236}">
                    <a16:creationId xmlns:a16="http://schemas.microsoft.com/office/drawing/2014/main" id="{538544BC-BD7E-E179-CC86-C0603D8CEF5C}"/>
                  </a:ext>
                </a:extLst>
              </p:cNvPr>
              <p:cNvSpPr/>
              <p:nvPr/>
            </p:nvSpPr>
            <p:spPr>
              <a:xfrm>
                <a:off x="5020133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g1648">
                <a:extLst>
                  <a:ext uri="{FF2B5EF4-FFF2-40B4-BE49-F238E27FC236}">
                    <a16:creationId xmlns:a16="http://schemas.microsoft.com/office/drawing/2014/main" id="{32D77D92-6FD2-1235-06AE-FB7BE6C5EA02}"/>
                  </a:ext>
                </a:extLst>
              </p:cNvPr>
              <p:cNvSpPr/>
              <p:nvPr/>
            </p:nvSpPr>
            <p:spPr>
              <a:xfrm>
                <a:off x="5031771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6E3C9">
                  <a:alpha val="100000"/>
                </a:srgbClr>
              </a:solidFill>
              <a:ln w="5420" cap="flat">
                <a:solidFill>
                  <a:srgbClr val="A6E3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g1649">
                <a:extLst>
                  <a:ext uri="{FF2B5EF4-FFF2-40B4-BE49-F238E27FC236}">
                    <a16:creationId xmlns:a16="http://schemas.microsoft.com/office/drawing/2014/main" id="{81674F58-D924-D8A6-B73E-3D65DD0732DC}"/>
                  </a:ext>
                </a:extLst>
              </p:cNvPr>
              <p:cNvSpPr/>
              <p:nvPr/>
            </p:nvSpPr>
            <p:spPr>
              <a:xfrm>
                <a:off x="5043408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FE6CD">
                  <a:alpha val="100000"/>
                </a:srgbClr>
              </a:solidFill>
              <a:ln w="5420" cap="flat">
                <a:solidFill>
                  <a:srgbClr val="AFE6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g1650">
                <a:extLst>
                  <a:ext uri="{FF2B5EF4-FFF2-40B4-BE49-F238E27FC236}">
                    <a16:creationId xmlns:a16="http://schemas.microsoft.com/office/drawing/2014/main" id="{A50CA735-FEA8-E44C-C17E-C2B4D9C3883F}"/>
                  </a:ext>
                </a:extLst>
              </p:cNvPr>
              <p:cNvSpPr/>
              <p:nvPr/>
            </p:nvSpPr>
            <p:spPr>
              <a:xfrm>
                <a:off x="5055045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2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g1651">
                <a:extLst>
                  <a:ext uri="{FF2B5EF4-FFF2-40B4-BE49-F238E27FC236}">
                    <a16:creationId xmlns:a16="http://schemas.microsoft.com/office/drawing/2014/main" id="{F3784703-B14E-723B-3130-B47D3FDEE2B7}"/>
                  </a:ext>
                </a:extLst>
              </p:cNvPr>
              <p:cNvSpPr/>
              <p:nvPr/>
            </p:nvSpPr>
            <p:spPr>
              <a:xfrm>
                <a:off x="5066683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g1652">
                <a:extLst>
                  <a:ext uri="{FF2B5EF4-FFF2-40B4-BE49-F238E27FC236}">
                    <a16:creationId xmlns:a16="http://schemas.microsoft.com/office/drawing/2014/main" id="{CBB2C420-9776-E756-2FF2-07A377200078}"/>
                  </a:ext>
                </a:extLst>
              </p:cNvPr>
              <p:cNvSpPr/>
              <p:nvPr/>
            </p:nvSpPr>
            <p:spPr>
              <a:xfrm>
                <a:off x="5078320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g1653">
                <a:extLst>
                  <a:ext uri="{FF2B5EF4-FFF2-40B4-BE49-F238E27FC236}">
                    <a16:creationId xmlns:a16="http://schemas.microsoft.com/office/drawing/2014/main" id="{C08ED508-D8FA-E9A9-B4D0-55C33A0C62EA}"/>
                  </a:ext>
                </a:extLst>
              </p:cNvPr>
              <p:cNvSpPr/>
              <p:nvPr/>
            </p:nvSpPr>
            <p:spPr>
              <a:xfrm>
                <a:off x="5089957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6EDD9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g1654">
                <a:extLst>
                  <a:ext uri="{FF2B5EF4-FFF2-40B4-BE49-F238E27FC236}">
                    <a16:creationId xmlns:a16="http://schemas.microsoft.com/office/drawing/2014/main" id="{CFE9FF1C-782B-4D9E-0FDC-C53D12C8A3D2}"/>
                  </a:ext>
                </a:extLst>
              </p:cNvPr>
              <p:cNvSpPr/>
              <p:nvPr/>
            </p:nvSpPr>
            <p:spPr>
              <a:xfrm>
                <a:off x="5101595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g1655">
                <a:extLst>
                  <a:ext uri="{FF2B5EF4-FFF2-40B4-BE49-F238E27FC236}">
                    <a16:creationId xmlns:a16="http://schemas.microsoft.com/office/drawing/2014/main" id="{0704503F-D62C-162A-BB26-43E025AFFC4E}"/>
                  </a:ext>
                </a:extLst>
              </p:cNvPr>
              <p:cNvSpPr/>
              <p:nvPr/>
            </p:nvSpPr>
            <p:spPr>
              <a:xfrm>
                <a:off x="5113232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g1656">
                <a:extLst>
                  <a:ext uri="{FF2B5EF4-FFF2-40B4-BE49-F238E27FC236}">
                    <a16:creationId xmlns:a16="http://schemas.microsoft.com/office/drawing/2014/main" id="{E5C1E2A5-0973-9D33-6F44-5C35B78253A6}"/>
                  </a:ext>
                </a:extLst>
              </p:cNvPr>
              <p:cNvSpPr/>
              <p:nvPr/>
            </p:nvSpPr>
            <p:spPr>
              <a:xfrm>
                <a:off x="5124869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BE4CC">
                  <a:alpha val="100000"/>
                </a:srgbClr>
              </a:solidFill>
              <a:ln w="5420" cap="flat">
                <a:solidFill>
                  <a:srgbClr val="ABE4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g1657">
                <a:extLst>
                  <a:ext uri="{FF2B5EF4-FFF2-40B4-BE49-F238E27FC236}">
                    <a16:creationId xmlns:a16="http://schemas.microsoft.com/office/drawing/2014/main" id="{6B184106-AD0A-9550-53C7-6D92426E2F1D}"/>
                  </a:ext>
                </a:extLst>
              </p:cNvPr>
              <p:cNvSpPr/>
              <p:nvPr/>
            </p:nvSpPr>
            <p:spPr>
              <a:xfrm>
                <a:off x="5136507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0E1C6">
                  <a:alpha val="100000"/>
                </a:srgbClr>
              </a:solidFill>
              <a:ln w="5420" cap="flat">
                <a:solidFill>
                  <a:srgbClr val="A0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g1658">
                <a:extLst>
                  <a:ext uri="{FF2B5EF4-FFF2-40B4-BE49-F238E27FC236}">
                    <a16:creationId xmlns:a16="http://schemas.microsoft.com/office/drawing/2014/main" id="{6F9AE9C7-37D0-EC47-F647-93C85EA0565E}"/>
                  </a:ext>
                </a:extLst>
              </p:cNvPr>
              <p:cNvSpPr/>
              <p:nvPr/>
            </p:nvSpPr>
            <p:spPr>
              <a:xfrm>
                <a:off x="5148144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g1659">
                <a:extLst>
                  <a:ext uri="{FF2B5EF4-FFF2-40B4-BE49-F238E27FC236}">
                    <a16:creationId xmlns:a16="http://schemas.microsoft.com/office/drawing/2014/main" id="{03C91726-7C69-44CE-EFFB-9E38F8B6F60A}"/>
                  </a:ext>
                </a:extLst>
              </p:cNvPr>
              <p:cNvSpPr/>
              <p:nvPr/>
            </p:nvSpPr>
            <p:spPr>
              <a:xfrm>
                <a:off x="5159781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g1660">
                <a:extLst>
                  <a:ext uri="{FF2B5EF4-FFF2-40B4-BE49-F238E27FC236}">
                    <a16:creationId xmlns:a16="http://schemas.microsoft.com/office/drawing/2014/main" id="{9A9B7484-C62E-95AB-C3F9-425E0E94E4A1}"/>
                  </a:ext>
                </a:extLst>
              </p:cNvPr>
              <p:cNvSpPr/>
              <p:nvPr/>
            </p:nvSpPr>
            <p:spPr>
              <a:xfrm>
                <a:off x="5171419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g1661">
                <a:extLst>
                  <a:ext uri="{FF2B5EF4-FFF2-40B4-BE49-F238E27FC236}">
                    <a16:creationId xmlns:a16="http://schemas.microsoft.com/office/drawing/2014/main" id="{7DF4D640-D592-5002-4822-861EB2EBBB28}"/>
                  </a:ext>
                </a:extLst>
              </p:cNvPr>
              <p:cNvSpPr/>
              <p:nvPr/>
            </p:nvSpPr>
            <p:spPr>
              <a:xfrm>
                <a:off x="5043408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g1662">
                <a:extLst>
                  <a:ext uri="{FF2B5EF4-FFF2-40B4-BE49-F238E27FC236}">
                    <a16:creationId xmlns:a16="http://schemas.microsoft.com/office/drawing/2014/main" id="{7357C48E-30C5-5F36-6E5B-A207C84D1A66}"/>
                  </a:ext>
                </a:extLst>
              </p:cNvPr>
              <p:cNvSpPr/>
              <p:nvPr/>
            </p:nvSpPr>
            <p:spPr>
              <a:xfrm>
                <a:off x="5055045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g1663">
                <a:extLst>
                  <a:ext uri="{FF2B5EF4-FFF2-40B4-BE49-F238E27FC236}">
                    <a16:creationId xmlns:a16="http://schemas.microsoft.com/office/drawing/2014/main" id="{357B1541-3265-7A41-F3D2-2BC911A36F76}"/>
                  </a:ext>
                </a:extLst>
              </p:cNvPr>
              <p:cNvSpPr/>
              <p:nvPr/>
            </p:nvSpPr>
            <p:spPr>
              <a:xfrm>
                <a:off x="5066683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g1664">
                <a:extLst>
                  <a:ext uri="{FF2B5EF4-FFF2-40B4-BE49-F238E27FC236}">
                    <a16:creationId xmlns:a16="http://schemas.microsoft.com/office/drawing/2014/main" id="{A4D55B61-E04C-8E20-A15F-9B7C83CC105F}"/>
                  </a:ext>
                </a:extLst>
              </p:cNvPr>
              <p:cNvSpPr/>
              <p:nvPr/>
            </p:nvSpPr>
            <p:spPr>
              <a:xfrm>
                <a:off x="5078320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3ECD8">
                  <a:alpha val="100000"/>
                </a:srgbClr>
              </a:solidFill>
              <a:ln w="5420" cap="flat">
                <a:solidFill>
                  <a:srgbClr val="C3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g1665">
                <a:extLst>
                  <a:ext uri="{FF2B5EF4-FFF2-40B4-BE49-F238E27FC236}">
                    <a16:creationId xmlns:a16="http://schemas.microsoft.com/office/drawing/2014/main" id="{AB79A101-69C7-899F-7790-00F3A0F28C7D}"/>
                  </a:ext>
                </a:extLst>
              </p:cNvPr>
              <p:cNvSpPr/>
              <p:nvPr/>
            </p:nvSpPr>
            <p:spPr>
              <a:xfrm>
                <a:off x="5089957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5EDD8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g1666">
                <a:extLst>
                  <a:ext uri="{FF2B5EF4-FFF2-40B4-BE49-F238E27FC236}">
                    <a16:creationId xmlns:a16="http://schemas.microsoft.com/office/drawing/2014/main" id="{8569B95E-DA09-8116-9F37-79C687A2A565}"/>
                  </a:ext>
                </a:extLst>
              </p:cNvPr>
              <p:cNvSpPr/>
              <p:nvPr/>
            </p:nvSpPr>
            <p:spPr>
              <a:xfrm>
                <a:off x="5101595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g1667">
                <a:extLst>
                  <a:ext uri="{FF2B5EF4-FFF2-40B4-BE49-F238E27FC236}">
                    <a16:creationId xmlns:a16="http://schemas.microsoft.com/office/drawing/2014/main" id="{E6A4ACCD-A3F3-F396-52D2-AD2A743D634A}"/>
                  </a:ext>
                </a:extLst>
              </p:cNvPr>
              <p:cNvSpPr/>
              <p:nvPr/>
            </p:nvSpPr>
            <p:spPr>
              <a:xfrm>
                <a:off x="5113232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7E8D1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g1668">
                <a:extLst>
                  <a:ext uri="{FF2B5EF4-FFF2-40B4-BE49-F238E27FC236}">
                    <a16:creationId xmlns:a16="http://schemas.microsoft.com/office/drawing/2014/main" id="{6164FEEE-FFBC-8A69-09D0-24B9BEB1D700}"/>
                  </a:ext>
                </a:extLst>
              </p:cNvPr>
              <p:cNvSpPr/>
              <p:nvPr/>
            </p:nvSpPr>
            <p:spPr>
              <a:xfrm>
                <a:off x="5124869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g1669">
                <a:extLst>
                  <a:ext uri="{FF2B5EF4-FFF2-40B4-BE49-F238E27FC236}">
                    <a16:creationId xmlns:a16="http://schemas.microsoft.com/office/drawing/2014/main" id="{A1BB0720-7F88-E229-8AE6-482D90E1BCCC}"/>
                  </a:ext>
                </a:extLst>
              </p:cNvPr>
              <p:cNvSpPr/>
              <p:nvPr/>
            </p:nvSpPr>
            <p:spPr>
              <a:xfrm>
                <a:off x="5136507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g1670">
                <a:extLst>
                  <a:ext uri="{FF2B5EF4-FFF2-40B4-BE49-F238E27FC236}">
                    <a16:creationId xmlns:a16="http://schemas.microsoft.com/office/drawing/2014/main" id="{AE406229-0920-FD7E-2FE5-6B0FBED9B1A9}"/>
                  </a:ext>
                </a:extLst>
              </p:cNvPr>
              <p:cNvSpPr/>
              <p:nvPr/>
            </p:nvSpPr>
            <p:spPr>
              <a:xfrm>
                <a:off x="5148144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g1671">
                <a:extLst>
                  <a:ext uri="{FF2B5EF4-FFF2-40B4-BE49-F238E27FC236}">
                    <a16:creationId xmlns:a16="http://schemas.microsoft.com/office/drawing/2014/main" id="{CF1168EC-ECA7-0957-A1A8-888332A3A6AE}"/>
                  </a:ext>
                </a:extLst>
              </p:cNvPr>
              <p:cNvSpPr/>
              <p:nvPr/>
            </p:nvSpPr>
            <p:spPr>
              <a:xfrm>
                <a:off x="5159781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g1672">
                <a:extLst>
                  <a:ext uri="{FF2B5EF4-FFF2-40B4-BE49-F238E27FC236}">
                    <a16:creationId xmlns:a16="http://schemas.microsoft.com/office/drawing/2014/main" id="{D211FCC2-CF0C-55F9-B3E6-41DE07974F91}"/>
                  </a:ext>
                </a:extLst>
              </p:cNvPr>
              <p:cNvSpPr/>
              <p:nvPr/>
            </p:nvSpPr>
            <p:spPr>
              <a:xfrm>
                <a:off x="5171419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g1673">
                <a:extLst>
                  <a:ext uri="{FF2B5EF4-FFF2-40B4-BE49-F238E27FC236}">
                    <a16:creationId xmlns:a16="http://schemas.microsoft.com/office/drawing/2014/main" id="{EECF44A6-A04E-E2B3-D0E3-5CBD847237E9}"/>
                  </a:ext>
                </a:extLst>
              </p:cNvPr>
              <p:cNvSpPr/>
              <p:nvPr/>
            </p:nvSpPr>
            <p:spPr>
              <a:xfrm>
                <a:off x="5066683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BEAD3">
                  <a:alpha val="100000"/>
                </a:srgbClr>
              </a:solidFill>
              <a:ln w="5420" cap="flat">
                <a:solidFill>
                  <a:srgbClr val="BBEA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g1674">
                <a:extLst>
                  <a:ext uri="{FF2B5EF4-FFF2-40B4-BE49-F238E27FC236}">
                    <a16:creationId xmlns:a16="http://schemas.microsoft.com/office/drawing/2014/main" id="{3616C71D-4081-10AC-405E-34D6A8DA6CCF}"/>
                  </a:ext>
                </a:extLst>
              </p:cNvPr>
              <p:cNvSpPr/>
              <p:nvPr/>
            </p:nvSpPr>
            <p:spPr>
              <a:xfrm>
                <a:off x="5078320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FEBD5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g1675">
                <a:extLst>
                  <a:ext uri="{FF2B5EF4-FFF2-40B4-BE49-F238E27FC236}">
                    <a16:creationId xmlns:a16="http://schemas.microsoft.com/office/drawing/2014/main" id="{4BE5CD06-ECA1-1E78-0B98-48BC194B7FE5}"/>
                  </a:ext>
                </a:extLst>
              </p:cNvPr>
              <p:cNvSpPr/>
              <p:nvPr/>
            </p:nvSpPr>
            <p:spPr>
              <a:xfrm>
                <a:off x="5089957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g1676">
                <a:extLst>
                  <a:ext uri="{FF2B5EF4-FFF2-40B4-BE49-F238E27FC236}">
                    <a16:creationId xmlns:a16="http://schemas.microsoft.com/office/drawing/2014/main" id="{3474A159-F07D-FC7D-883F-737C2E69E29A}"/>
                  </a:ext>
                </a:extLst>
              </p:cNvPr>
              <p:cNvSpPr/>
              <p:nvPr/>
            </p:nvSpPr>
            <p:spPr>
              <a:xfrm>
                <a:off x="5101595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g1677">
                <a:extLst>
                  <a:ext uri="{FF2B5EF4-FFF2-40B4-BE49-F238E27FC236}">
                    <a16:creationId xmlns:a16="http://schemas.microsoft.com/office/drawing/2014/main" id="{33C24F3B-675B-C961-145E-6917268BDEFA}"/>
                  </a:ext>
                </a:extLst>
              </p:cNvPr>
              <p:cNvSpPr/>
              <p:nvPr/>
            </p:nvSpPr>
            <p:spPr>
              <a:xfrm>
                <a:off x="5113232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g1678">
                <a:extLst>
                  <a:ext uri="{FF2B5EF4-FFF2-40B4-BE49-F238E27FC236}">
                    <a16:creationId xmlns:a16="http://schemas.microsoft.com/office/drawing/2014/main" id="{56F06C89-110C-64E1-A62D-EB1CEA9E0F99}"/>
                  </a:ext>
                </a:extLst>
              </p:cNvPr>
              <p:cNvSpPr/>
              <p:nvPr/>
            </p:nvSpPr>
            <p:spPr>
              <a:xfrm>
                <a:off x="5124869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g1679">
                <a:extLst>
                  <a:ext uri="{FF2B5EF4-FFF2-40B4-BE49-F238E27FC236}">
                    <a16:creationId xmlns:a16="http://schemas.microsoft.com/office/drawing/2014/main" id="{D3D0962E-9C26-1943-FFC2-C1A74BC04B07}"/>
                  </a:ext>
                </a:extLst>
              </p:cNvPr>
              <p:cNvSpPr/>
              <p:nvPr/>
            </p:nvSpPr>
            <p:spPr>
              <a:xfrm>
                <a:off x="5136507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g1680">
                <a:extLst>
                  <a:ext uri="{FF2B5EF4-FFF2-40B4-BE49-F238E27FC236}">
                    <a16:creationId xmlns:a16="http://schemas.microsoft.com/office/drawing/2014/main" id="{155AC262-B281-BC5F-4951-164B13E9AA9A}"/>
                  </a:ext>
                </a:extLst>
              </p:cNvPr>
              <p:cNvSpPr/>
              <p:nvPr/>
            </p:nvSpPr>
            <p:spPr>
              <a:xfrm>
                <a:off x="5148144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g1681">
                <a:extLst>
                  <a:ext uri="{FF2B5EF4-FFF2-40B4-BE49-F238E27FC236}">
                    <a16:creationId xmlns:a16="http://schemas.microsoft.com/office/drawing/2014/main" id="{A983E545-BBC6-FCA5-EE8B-3DC4693889AF}"/>
                  </a:ext>
                </a:extLst>
              </p:cNvPr>
              <p:cNvSpPr/>
              <p:nvPr/>
            </p:nvSpPr>
            <p:spPr>
              <a:xfrm>
                <a:off x="5159781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g1682">
                <a:extLst>
                  <a:ext uri="{FF2B5EF4-FFF2-40B4-BE49-F238E27FC236}">
                    <a16:creationId xmlns:a16="http://schemas.microsoft.com/office/drawing/2014/main" id="{FED211C0-730E-29FE-3B53-8F63AA642754}"/>
                  </a:ext>
                </a:extLst>
              </p:cNvPr>
              <p:cNvSpPr/>
              <p:nvPr/>
            </p:nvSpPr>
            <p:spPr>
              <a:xfrm>
                <a:off x="5171419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g1683">
                <a:extLst>
                  <a:ext uri="{FF2B5EF4-FFF2-40B4-BE49-F238E27FC236}">
                    <a16:creationId xmlns:a16="http://schemas.microsoft.com/office/drawing/2014/main" id="{2182F181-3B66-C9EA-2106-3B316D762469}"/>
                  </a:ext>
                </a:extLst>
              </p:cNvPr>
              <p:cNvSpPr/>
              <p:nvPr/>
            </p:nvSpPr>
            <p:spPr>
              <a:xfrm>
                <a:off x="5078320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8D2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g1684">
                <a:extLst>
                  <a:ext uri="{FF2B5EF4-FFF2-40B4-BE49-F238E27FC236}">
                    <a16:creationId xmlns:a16="http://schemas.microsoft.com/office/drawing/2014/main" id="{C2BE0941-DF04-2833-F5D7-73CCD8C03F44}"/>
                  </a:ext>
                </a:extLst>
              </p:cNvPr>
              <p:cNvSpPr/>
              <p:nvPr/>
            </p:nvSpPr>
            <p:spPr>
              <a:xfrm>
                <a:off x="5089957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8E9D2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g1685">
                <a:extLst>
                  <a:ext uri="{FF2B5EF4-FFF2-40B4-BE49-F238E27FC236}">
                    <a16:creationId xmlns:a16="http://schemas.microsoft.com/office/drawing/2014/main" id="{D924A5CC-7568-1F96-8379-E79FFBF38709}"/>
                  </a:ext>
                </a:extLst>
              </p:cNvPr>
              <p:cNvSpPr/>
              <p:nvPr/>
            </p:nvSpPr>
            <p:spPr>
              <a:xfrm>
                <a:off x="5101595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g1686">
                <a:extLst>
                  <a:ext uri="{FF2B5EF4-FFF2-40B4-BE49-F238E27FC236}">
                    <a16:creationId xmlns:a16="http://schemas.microsoft.com/office/drawing/2014/main" id="{3DA067CA-B7BB-8EE9-16D9-D79DF1836D8C}"/>
                  </a:ext>
                </a:extLst>
              </p:cNvPr>
              <p:cNvSpPr/>
              <p:nvPr/>
            </p:nvSpPr>
            <p:spPr>
              <a:xfrm>
                <a:off x="5113232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g1687">
                <a:extLst>
                  <a:ext uri="{FF2B5EF4-FFF2-40B4-BE49-F238E27FC236}">
                    <a16:creationId xmlns:a16="http://schemas.microsoft.com/office/drawing/2014/main" id="{8DD82B08-B7A4-57F2-CE8F-B8C174B20FD9}"/>
                  </a:ext>
                </a:extLst>
              </p:cNvPr>
              <p:cNvSpPr/>
              <p:nvPr/>
            </p:nvSpPr>
            <p:spPr>
              <a:xfrm>
                <a:off x="5124869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8E3CA">
                  <a:alpha val="100000"/>
                </a:srgbClr>
              </a:solidFill>
              <a:ln w="5420" cap="flat">
                <a:solidFill>
                  <a:srgbClr val="A8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g1688">
                <a:extLst>
                  <a:ext uri="{FF2B5EF4-FFF2-40B4-BE49-F238E27FC236}">
                    <a16:creationId xmlns:a16="http://schemas.microsoft.com/office/drawing/2014/main" id="{A88AE838-0BE2-07C6-31EE-14B580719FFD}"/>
                  </a:ext>
                </a:extLst>
              </p:cNvPr>
              <p:cNvSpPr/>
              <p:nvPr/>
            </p:nvSpPr>
            <p:spPr>
              <a:xfrm>
                <a:off x="5136507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g1689">
                <a:extLst>
                  <a:ext uri="{FF2B5EF4-FFF2-40B4-BE49-F238E27FC236}">
                    <a16:creationId xmlns:a16="http://schemas.microsoft.com/office/drawing/2014/main" id="{BD6BE0BE-275B-3B2C-38FE-A68C4B5AC118}"/>
                  </a:ext>
                </a:extLst>
              </p:cNvPr>
              <p:cNvSpPr/>
              <p:nvPr/>
            </p:nvSpPr>
            <p:spPr>
              <a:xfrm>
                <a:off x="5148144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g1690">
                <a:extLst>
                  <a:ext uri="{FF2B5EF4-FFF2-40B4-BE49-F238E27FC236}">
                    <a16:creationId xmlns:a16="http://schemas.microsoft.com/office/drawing/2014/main" id="{B954AA52-F239-33C1-0EF2-5C726488D49B}"/>
                  </a:ext>
                </a:extLst>
              </p:cNvPr>
              <p:cNvSpPr/>
              <p:nvPr/>
            </p:nvSpPr>
            <p:spPr>
              <a:xfrm>
                <a:off x="5159781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g1691">
                <a:extLst>
                  <a:ext uri="{FF2B5EF4-FFF2-40B4-BE49-F238E27FC236}">
                    <a16:creationId xmlns:a16="http://schemas.microsoft.com/office/drawing/2014/main" id="{56935D12-15B7-5188-37F9-F3AD0FCA122D}"/>
                  </a:ext>
                </a:extLst>
              </p:cNvPr>
              <p:cNvSpPr/>
              <p:nvPr/>
            </p:nvSpPr>
            <p:spPr>
              <a:xfrm>
                <a:off x="5171419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g1692">
                <a:extLst>
                  <a:ext uri="{FF2B5EF4-FFF2-40B4-BE49-F238E27FC236}">
                    <a16:creationId xmlns:a16="http://schemas.microsoft.com/office/drawing/2014/main" id="{848218CF-5F46-5483-26C2-3D7D27CDA293}"/>
                  </a:ext>
                </a:extLst>
              </p:cNvPr>
              <p:cNvSpPr/>
              <p:nvPr/>
            </p:nvSpPr>
            <p:spPr>
              <a:xfrm>
                <a:off x="5089957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g1693">
                <a:extLst>
                  <a:ext uri="{FF2B5EF4-FFF2-40B4-BE49-F238E27FC236}">
                    <a16:creationId xmlns:a16="http://schemas.microsoft.com/office/drawing/2014/main" id="{CC555941-A8F9-CDCE-AF1E-8C9CE8C1ADF8}"/>
                  </a:ext>
                </a:extLst>
              </p:cNvPr>
              <p:cNvSpPr/>
              <p:nvPr/>
            </p:nvSpPr>
            <p:spPr>
              <a:xfrm>
                <a:off x="5101595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g1694">
                <a:extLst>
                  <a:ext uri="{FF2B5EF4-FFF2-40B4-BE49-F238E27FC236}">
                    <a16:creationId xmlns:a16="http://schemas.microsoft.com/office/drawing/2014/main" id="{5DD2D3FA-45EF-0174-87C1-EAE3525D6BB9}"/>
                  </a:ext>
                </a:extLst>
              </p:cNvPr>
              <p:cNvSpPr/>
              <p:nvPr/>
            </p:nvSpPr>
            <p:spPr>
              <a:xfrm>
                <a:off x="5113232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9E4CB">
                  <a:alpha val="100000"/>
                </a:srgbClr>
              </a:solidFill>
              <a:ln w="5420" cap="flat">
                <a:solidFill>
                  <a:srgbClr val="A9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g1695">
                <a:extLst>
                  <a:ext uri="{FF2B5EF4-FFF2-40B4-BE49-F238E27FC236}">
                    <a16:creationId xmlns:a16="http://schemas.microsoft.com/office/drawing/2014/main" id="{96C47F65-3019-BB36-FB13-D30D677B363A}"/>
                  </a:ext>
                </a:extLst>
              </p:cNvPr>
              <p:cNvSpPr/>
              <p:nvPr/>
            </p:nvSpPr>
            <p:spPr>
              <a:xfrm>
                <a:off x="5124869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g1696">
                <a:extLst>
                  <a:ext uri="{FF2B5EF4-FFF2-40B4-BE49-F238E27FC236}">
                    <a16:creationId xmlns:a16="http://schemas.microsoft.com/office/drawing/2014/main" id="{24859D83-8552-F3E9-468A-ADB830C799A6}"/>
                  </a:ext>
                </a:extLst>
              </p:cNvPr>
              <p:cNvSpPr/>
              <p:nvPr/>
            </p:nvSpPr>
            <p:spPr>
              <a:xfrm>
                <a:off x="5136507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g1697">
                <a:extLst>
                  <a:ext uri="{FF2B5EF4-FFF2-40B4-BE49-F238E27FC236}">
                    <a16:creationId xmlns:a16="http://schemas.microsoft.com/office/drawing/2014/main" id="{EB7B03D6-72DF-7509-0C9C-18A09AFC5F1B}"/>
                  </a:ext>
                </a:extLst>
              </p:cNvPr>
              <p:cNvSpPr/>
              <p:nvPr/>
            </p:nvSpPr>
            <p:spPr>
              <a:xfrm>
                <a:off x="5148144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g1698">
                <a:extLst>
                  <a:ext uri="{FF2B5EF4-FFF2-40B4-BE49-F238E27FC236}">
                    <a16:creationId xmlns:a16="http://schemas.microsoft.com/office/drawing/2014/main" id="{CD845FB8-B725-F01B-65AF-E4D46CACC935}"/>
                  </a:ext>
                </a:extLst>
              </p:cNvPr>
              <p:cNvSpPr/>
              <p:nvPr/>
            </p:nvSpPr>
            <p:spPr>
              <a:xfrm>
                <a:off x="5159781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g1699">
                <a:extLst>
                  <a:ext uri="{FF2B5EF4-FFF2-40B4-BE49-F238E27FC236}">
                    <a16:creationId xmlns:a16="http://schemas.microsoft.com/office/drawing/2014/main" id="{3326BC6A-FE6E-0C8B-1E82-A854C350C41C}"/>
                  </a:ext>
                </a:extLst>
              </p:cNvPr>
              <p:cNvSpPr/>
              <p:nvPr/>
            </p:nvSpPr>
            <p:spPr>
              <a:xfrm>
                <a:off x="5171419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g1700">
                <a:extLst>
                  <a:ext uri="{FF2B5EF4-FFF2-40B4-BE49-F238E27FC236}">
                    <a16:creationId xmlns:a16="http://schemas.microsoft.com/office/drawing/2014/main" id="{99C7235C-FC47-0EDC-AF78-6DE0075A2333}"/>
                  </a:ext>
                </a:extLst>
              </p:cNvPr>
              <p:cNvSpPr/>
              <p:nvPr/>
            </p:nvSpPr>
            <p:spPr>
              <a:xfrm>
                <a:off x="5183056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g1701">
                <a:extLst>
                  <a:ext uri="{FF2B5EF4-FFF2-40B4-BE49-F238E27FC236}">
                    <a16:creationId xmlns:a16="http://schemas.microsoft.com/office/drawing/2014/main" id="{2EDAA3B7-401C-A92A-089D-828104623120}"/>
                  </a:ext>
                </a:extLst>
              </p:cNvPr>
              <p:cNvSpPr/>
              <p:nvPr/>
            </p:nvSpPr>
            <p:spPr>
              <a:xfrm>
                <a:off x="5124869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g1702">
                <a:extLst>
                  <a:ext uri="{FF2B5EF4-FFF2-40B4-BE49-F238E27FC236}">
                    <a16:creationId xmlns:a16="http://schemas.microsoft.com/office/drawing/2014/main" id="{D50899A5-EA78-66EA-BCA2-9B723BE84451}"/>
                  </a:ext>
                </a:extLst>
              </p:cNvPr>
              <p:cNvSpPr/>
              <p:nvPr/>
            </p:nvSpPr>
            <p:spPr>
              <a:xfrm>
                <a:off x="5136507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EC3">
                  <a:alpha val="100000"/>
                </a:srgbClr>
              </a:solidFill>
              <a:ln w="5420" cap="flat">
                <a:solidFill>
                  <a:srgbClr val="99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g1703">
                <a:extLst>
                  <a:ext uri="{FF2B5EF4-FFF2-40B4-BE49-F238E27FC236}">
                    <a16:creationId xmlns:a16="http://schemas.microsoft.com/office/drawing/2014/main" id="{232F49DE-0C17-D50A-B701-AA258763C7FE}"/>
                  </a:ext>
                </a:extLst>
              </p:cNvPr>
              <p:cNvSpPr/>
              <p:nvPr/>
            </p:nvSpPr>
            <p:spPr>
              <a:xfrm>
                <a:off x="5148144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g1704">
                <a:extLst>
                  <a:ext uri="{FF2B5EF4-FFF2-40B4-BE49-F238E27FC236}">
                    <a16:creationId xmlns:a16="http://schemas.microsoft.com/office/drawing/2014/main" id="{433A1F1C-C638-6B5E-2DF2-0F75FC621B27}"/>
                  </a:ext>
                </a:extLst>
              </p:cNvPr>
              <p:cNvSpPr/>
              <p:nvPr/>
            </p:nvSpPr>
            <p:spPr>
              <a:xfrm>
                <a:off x="5159781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g1705">
                <a:extLst>
                  <a:ext uri="{FF2B5EF4-FFF2-40B4-BE49-F238E27FC236}">
                    <a16:creationId xmlns:a16="http://schemas.microsoft.com/office/drawing/2014/main" id="{C3B401BD-CFED-BB87-C602-A91EDE293FCB}"/>
                  </a:ext>
                </a:extLst>
              </p:cNvPr>
              <p:cNvSpPr/>
              <p:nvPr/>
            </p:nvSpPr>
            <p:spPr>
              <a:xfrm>
                <a:off x="5171419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g1706">
                <a:extLst>
                  <a:ext uri="{FF2B5EF4-FFF2-40B4-BE49-F238E27FC236}">
                    <a16:creationId xmlns:a16="http://schemas.microsoft.com/office/drawing/2014/main" id="{280FEA89-AB24-9D5A-503F-02424D9D6B3D}"/>
                  </a:ext>
                </a:extLst>
              </p:cNvPr>
              <p:cNvSpPr/>
              <p:nvPr/>
            </p:nvSpPr>
            <p:spPr>
              <a:xfrm>
                <a:off x="5183056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g1707">
                <a:extLst>
                  <a:ext uri="{FF2B5EF4-FFF2-40B4-BE49-F238E27FC236}">
                    <a16:creationId xmlns:a16="http://schemas.microsoft.com/office/drawing/2014/main" id="{2D996DE6-08C0-92A0-453A-E96A37659E90}"/>
                  </a:ext>
                </a:extLst>
              </p:cNvPr>
              <p:cNvSpPr/>
              <p:nvPr/>
            </p:nvSpPr>
            <p:spPr>
              <a:xfrm>
                <a:off x="5066683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g1708">
                <a:extLst>
                  <a:ext uri="{FF2B5EF4-FFF2-40B4-BE49-F238E27FC236}">
                    <a16:creationId xmlns:a16="http://schemas.microsoft.com/office/drawing/2014/main" id="{22690E6B-C9F7-4AD1-4E9A-07517B2AF912}"/>
                  </a:ext>
                </a:extLst>
              </p:cNvPr>
              <p:cNvSpPr/>
              <p:nvPr/>
            </p:nvSpPr>
            <p:spPr>
              <a:xfrm>
                <a:off x="5113232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g1709">
                <a:extLst>
                  <a:ext uri="{FF2B5EF4-FFF2-40B4-BE49-F238E27FC236}">
                    <a16:creationId xmlns:a16="http://schemas.microsoft.com/office/drawing/2014/main" id="{86E05FBD-2249-BDA5-3668-2B5052ADF6EC}"/>
                  </a:ext>
                </a:extLst>
              </p:cNvPr>
              <p:cNvSpPr/>
              <p:nvPr/>
            </p:nvSpPr>
            <p:spPr>
              <a:xfrm>
                <a:off x="5124869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g1710">
                <a:extLst>
                  <a:ext uri="{FF2B5EF4-FFF2-40B4-BE49-F238E27FC236}">
                    <a16:creationId xmlns:a16="http://schemas.microsoft.com/office/drawing/2014/main" id="{F8ED924E-A6DA-A85B-ED90-5839901E004E}"/>
                  </a:ext>
                </a:extLst>
              </p:cNvPr>
              <p:cNvSpPr/>
              <p:nvPr/>
            </p:nvSpPr>
            <p:spPr>
              <a:xfrm>
                <a:off x="5136507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g1711">
                <a:extLst>
                  <a:ext uri="{FF2B5EF4-FFF2-40B4-BE49-F238E27FC236}">
                    <a16:creationId xmlns:a16="http://schemas.microsoft.com/office/drawing/2014/main" id="{D91C6234-1F70-A491-1B6C-F106AEE0DF8E}"/>
                  </a:ext>
                </a:extLst>
              </p:cNvPr>
              <p:cNvSpPr/>
              <p:nvPr/>
            </p:nvSpPr>
            <p:spPr>
              <a:xfrm>
                <a:off x="5148144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g1712">
                <a:extLst>
                  <a:ext uri="{FF2B5EF4-FFF2-40B4-BE49-F238E27FC236}">
                    <a16:creationId xmlns:a16="http://schemas.microsoft.com/office/drawing/2014/main" id="{E1F1BCAC-CB75-7152-B731-2CB281D667E0}"/>
                  </a:ext>
                </a:extLst>
              </p:cNvPr>
              <p:cNvSpPr/>
              <p:nvPr/>
            </p:nvSpPr>
            <p:spPr>
              <a:xfrm>
                <a:off x="5159781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g1713">
                <a:extLst>
                  <a:ext uri="{FF2B5EF4-FFF2-40B4-BE49-F238E27FC236}">
                    <a16:creationId xmlns:a16="http://schemas.microsoft.com/office/drawing/2014/main" id="{4AE97079-2101-474E-A506-D945B768CFB7}"/>
                  </a:ext>
                </a:extLst>
              </p:cNvPr>
              <p:cNvSpPr/>
              <p:nvPr/>
            </p:nvSpPr>
            <p:spPr>
              <a:xfrm>
                <a:off x="5171419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g1714">
                <a:extLst>
                  <a:ext uri="{FF2B5EF4-FFF2-40B4-BE49-F238E27FC236}">
                    <a16:creationId xmlns:a16="http://schemas.microsoft.com/office/drawing/2014/main" id="{C7A23784-62AB-DD36-158D-296ADDA6B919}"/>
                  </a:ext>
                </a:extLst>
              </p:cNvPr>
              <p:cNvSpPr/>
              <p:nvPr/>
            </p:nvSpPr>
            <p:spPr>
              <a:xfrm>
                <a:off x="5183056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g1715">
                <a:extLst>
                  <a:ext uri="{FF2B5EF4-FFF2-40B4-BE49-F238E27FC236}">
                    <a16:creationId xmlns:a16="http://schemas.microsoft.com/office/drawing/2014/main" id="{75A2587F-CD7D-15A6-D4F5-6E5B880716E4}"/>
                  </a:ext>
                </a:extLst>
              </p:cNvPr>
              <p:cNvSpPr/>
              <p:nvPr/>
            </p:nvSpPr>
            <p:spPr>
              <a:xfrm>
                <a:off x="5055045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g1716">
                <a:extLst>
                  <a:ext uri="{FF2B5EF4-FFF2-40B4-BE49-F238E27FC236}">
                    <a16:creationId xmlns:a16="http://schemas.microsoft.com/office/drawing/2014/main" id="{15397780-DD53-ED9E-0090-9AAF45BA166C}"/>
                  </a:ext>
                </a:extLst>
              </p:cNvPr>
              <p:cNvSpPr/>
              <p:nvPr/>
            </p:nvSpPr>
            <p:spPr>
              <a:xfrm>
                <a:off x="5066683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g1717">
                <a:extLst>
                  <a:ext uri="{FF2B5EF4-FFF2-40B4-BE49-F238E27FC236}">
                    <a16:creationId xmlns:a16="http://schemas.microsoft.com/office/drawing/2014/main" id="{49D404DA-95DE-0141-631D-C5DB9E867953}"/>
                  </a:ext>
                </a:extLst>
              </p:cNvPr>
              <p:cNvSpPr/>
              <p:nvPr/>
            </p:nvSpPr>
            <p:spPr>
              <a:xfrm>
                <a:off x="5078320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g1718">
                <a:extLst>
                  <a:ext uri="{FF2B5EF4-FFF2-40B4-BE49-F238E27FC236}">
                    <a16:creationId xmlns:a16="http://schemas.microsoft.com/office/drawing/2014/main" id="{894A8BCF-1463-0652-240B-F213EA31C7EA}"/>
                  </a:ext>
                </a:extLst>
              </p:cNvPr>
              <p:cNvSpPr/>
              <p:nvPr/>
            </p:nvSpPr>
            <p:spPr>
              <a:xfrm>
                <a:off x="5089957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g1719">
                <a:extLst>
                  <a:ext uri="{FF2B5EF4-FFF2-40B4-BE49-F238E27FC236}">
                    <a16:creationId xmlns:a16="http://schemas.microsoft.com/office/drawing/2014/main" id="{F1DA2DB0-A114-2A9C-DD27-6CCAED383B7C}"/>
                  </a:ext>
                </a:extLst>
              </p:cNvPr>
              <p:cNvSpPr/>
              <p:nvPr/>
            </p:nvSpPr>
            <p:spPr>
              <a:xfrm>
                <a:off x="5101595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g1720">
                <a:extLst>
                  <a:ext uri="{FF2B5EF4-FFF2-40B4-BE49-F238E27FC236}">
                    <a16:creationId xmlns:a16="http://schemas.microsoft.com/office/drawing/2014/main" id="{C14403E5-A665-FFCD-5E63-C988F72CE109}"/>
                  </a:ext>
                </a:extLst>
              </p:cNvPr>
              <p:cNvSpPr/>
              <p:nvPr/>
            </p:nvSpPr>
            <p:spPr>
              <a:xfrm>
                <a:off x="5113232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g1721">
                <a:extLst>
                  <a:ext uri="{FF2B5EF4-FFF2-40B4-BE49-F238E27FC236}">
                    <a16:creationId xmlns:a16="http://schemas.microsoft.com/office/drawing/2014/main" id="{AB303E28-5F97-C80C-CA09-E9B04B299D70}"/>
                  </a:ext>
                </a:extLst>
              </p:cNvPr>
              <p:cNvSpPr/>
              <p:nvPr/>
            </p:nvSpPr>
            <p:spPr>
              <a:xfrm>
                <a:off x="5124869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g1722">
                <a:extLst>
                  <a:ext uri="{FF2B5EF4-FFF2-40B4-BE49-F238E27FC236}">
                    <a16:creationId xmlns:a16="http://schemas.microsoft.com/office/drawing/2014/main" id="{BE68ED6A-72EA-1F76-7016-512C532491C1}"/>
                  </a:ext>
                </a:extLst>
              </p:cNvPr>
              <p:cNvSpPr/>
              <p:nvPr/>
            </p:nvSpPr>
            <p:spPr>
              <a:xfrm>
                <a:off x="5136507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g1723">
                <a:extLst>
                  <a:ext uri="{FF2B5EF4-FFF2-40B4-BE49-F238E27FC236}">
                    <a16:creationId xmlns:a16="http://schemas.microsoft.com/office/drawing/2014/main" id="{73DEF6B7-B86D-4854-8D7B-293CFB3E5E59}"/>
                  </a:ext>
                </a:extLst>
              </p:cNvPr>
              <p:cNvSpPr/>
              <p:nvPr/>
            </p:nvSpPr>
            <p:spPr>
              <a:xfrm>
                <a:off x="5148144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g1724">
                <a:extLst>
                  <a:ext uri="{FF2B5EF4-FFF2-40B4-BE49-F238E27FC236}">
                    <a16:creationId xmlns:a16="http://schemas.microsoft.com/office/drawing/2014/main" id="{5CBB0E78-9D91-7F0A-D8FF-BAE583B12E7A}"/>
                  </a:ext>
                </a:extLst>
              </p:cNvPr>
              <p:cNvSpPr/>
              <p:nvPr/>
            </p:nvSpPr>
            <p:spPr>
              <a:xfrm>
                <a:off x="5159781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g1725">
                <a:extLst>
                  <a:ext uri="{FF2B5EF4-FFF2-40B4-BE49-F238E27FC236}">
                    <a16:creationId xmlns:a16="http://schemas.microsoft.com/office/drawing/2014/main" id="{FD302D6F-59E1-38C5-BE37-1681CA7901AD}"/>
                  </a:ext>
                </a:extLst>
              </p:cNvPr>
              <p:cNvSpPr/>
              <p:nvPr/>
            </p:nvSpPr>
            <p:spPr>
              <a:xfrm>
                <a:off x="5171419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g1726">
                <a:extLst>
                  <a:ext uri="{FF2B5EF4-FFF2-40B4-BE49-F238E27FC236}">
                    <a16:creationId xmlns:a16="http://schemas.microsoft.com/office/drawing/2014/main" id="{497492DF-0ADA-FA72-8827-91772AF9A6B1}"/>
                  </a:ext>
                </a:extLst>
              </p:cNvPr>
              <p:cNvSpPr/>
              <p:nvPr/>
            </p:nvSpPr>
            <p:spPr>
              <a:xfrm>
                <a:off x="5183056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g1727">
                <a:extLst>
                  <a:ext uri="{FF2B5EF4-FFF2-40B4-BE49-F238E27FC236}">
                    <a16:creationId xmlns:a16="http://schemas.microsoft.com/office/drawing/2014/main" id="{99DCC1E8-C108-C4C1-D966-B4AE6F2E3CA1}"/>
                  </a:ext>
                </a:extLst>
              </p:cNvPr>
              <p:cNvSpPr/>
              <p:nvPr/>
            </p:nvSpPr>
            <p:spPr>
              <a:xfrm>
                <a:off x="5043408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g1728">
                <a:extLst>
                  <a:ext uri="{FF2B5EF4-FFF2-40B4-BE49-F238E27FC236}">
                    <a16:creationId xmlns:a16="http://schemas.microsoft.com/office/drawing/2014/main" id="{5F2DF0F6-8F3B-6940-7F6B-E42BD2CD58B1}"/>
                  </a:ext>
                </a:extLst>
              </p:cNvPr>
              <p:cNvSpPr/>
              <p:nvPr/>
            </p:nvSpPr>
            <p:spPr>
              <a:xfrm>
                <a:off x="5055045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g1729">
                <a:extLst>
                  <a:ext uri="{FF2B5EF4-FFF2-40B4-BE49-F238E27FC236}">
                    <a16:creationId xmlns:a16="http://schemas.microsoft.com/office/drawing/2014/main" id="{14281C1C-4E6E-2CF5-C871-2229CF7E0061}"/>
                  </a:ext>
                </a:extLst>
              </p:cNvPr>
              <p:cNvSpPr/>
              <p:nvPr/>
            </p:nvSpPr>
            <p:spPr>
              <a:xfrm>
                <a:off x="5066683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g1730">
                <a:extLst>
                  <a:ext uri="{FF2B5EF4-FFF2-40B4-BE49-F238E27FC236}">
                    <a16:creationId xmlns:a16="http://schemas.microsoft.com/office/drawing/2014/main" id="{E485EF48-98FD-D0D5-0938-86D8D1D30CD7}"/>
                  </a:ext>
                </a:extLst>
              </p:cNvPr>
              <p:cNvSpPr/>
              <p:nvPr/>
            </p:nvSpPr>
            <p:spPr>
              <a:xfrm>
                <a:off x="5078320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g1731">
                <a:extLst>
                  <a:ext uri="{FF2B5EF4-FFF2-40B4-BE49-F238E27FC236}">
                    <a16:creationId xmlns:a16="http://schemas.microsoft.com/office/drawing/2014/main" id="{758D216F-D271-9603-F687-F10E615D564A}"/>
                  </a:ext>
                </a:extLst>
              </p:cNvPr>
              <p:cNvSpPr/>
              <p:nvPr/>
            </p:nvSpPr>
            <p:spPr>
              <a:xfrm>
                <a:off x="5089957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g1732">
                <a:extLst>
                  <a:ext uri="{FF2B5EF4-FFF2-40B4-BE49-F238E27FC236}">
                    <a16:creationId xmlns:a16="http://schemas.microsoft.com/office/drawing/2014/main" id="{352F1935-B9B8-B5C5-A0BC-25BB2B9124BA}"/>
                  </a:ext>
                </a:extLst>
              </p:cNvPr>
              <p:cNvSpPr/>
              <p:nvPr/>
            </p:nvSpPr>
            <p:spPr>
              <a:xfrm>
                <a:off x="5101595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g1733">
                <a:extLst>
                  <a:ext uri="{FF2B5EF4-FFF2-40B4-BE49-F238E27FC236}">
                    <a16:creationId xmlns:a16="http://schemas.microsoft.com/office/drawing/2014/main" id="{C27BD947-98CD-4CE7-6AC6-D2F82E080C85}"/>
                  </a:ext>
                </a:extLst>
              </p:cNvPr>
              <p:cNvSpPr/>
              <p:nvPr/>
            </p:nvSpPr>
            <p:spPr>
              <a:xfrm>
                <a:off x="5113232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g1734">
                <a:extLst>
                  <a:ext uri="{FF2B5EF4-FFF2-40B4-BE49-F238E27FC236}">
                    <a16:creationId xmlns:a16="http://schemas.microsoft.com/office/drawing/2014/main" id="{505CF374-DB18-5E0B-A44F-626D48984941}"/>
                  </a:ext>
                </a:extLst>
              </p:cNvPr>
              <p:cNvSpPr/>
              <p:nvPr/>
            </p:nvSpPr>
            <p:spPr>
              <a:xfrm>
                <a:off x="5124869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g1735">
                <a:extLst>
                  <a:ext uri="{FF2B5EF4-FFF2-40B4-BE49-F238E27FC236}">
                    <a16:creationId xmlns:a16="http://schemas.microsoft.com/office/drawing/2014/main" id="{AF526183-B1C4-9B1F-09D3-3E8A7C37CAB3}"/>
                  </a:ext>
                </a:extLst>
              </p:cNvPr>
              <p:cNvSpPr/>
              <p:nvPr/>
            </p:nvSpPr>
            <p:spPr>
              <a:xfrm>
                <a:off x="5136507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g1736">
                <a:extLst>
                  <a:ext uri="{FF2B5EF4-FFF2-40B4-BE49-F238E27FC236}">
                    <a16:creationId xmlns:a16="http://schemas.microsoft.com/office/drawing/2014/main" id="{0947C555-EF5C-1F7B-1B6F-C5698DE5298F}"/>
                  </a:ext>
                </a:extLst>
              </p:cNvPr>
              <p:cNvSpPr/>
              <p:nvPr/>
            </p:nvSpPr>
            <p:spPr>
              <a:xfrm>
                <a:off x="5148144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g1737">
                <a:extLst>
                  <a:ext uri="{FF2B5EF4-FFF2-40B4-BE49-F238E27FC236}">
                    <a16:creationId xmlns:a16="http://schemas.microsoft.com/office/drawing/2014/main" id="{13CA4196-E5CA-0779-26F3-58B52BEB2180}"/>
                  </a:ext>
                </a:extLst>
              </p:cNvPr>
              <p:cNvSpPr/>
              <p:nvPr/>
            </p:nvSpPr>
            <p:spPr>
              <a:xfrm>
                <a:off x="5159781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g1738">
                <a:extLst>
                  <a:ext uri="{FF2B5EF4-FFF2-40B4-BE49-F238E27FC236}">
                    <a16:creationId xmlns:a16="http://schemas.microsoft.com/office/drawing/2014/main" id="{14EC5B89-1CB7-240E-A1D8-ACE4ACCF96F5}"/>
                  </a:ext>
                </a:extLst>
              </p:cNvPr>
              <p:cNvSpPr/>
              <p:nvPr/>
            </p:nvSpPr>
            <p:spPr>
              <a:xfrm>
                <a:off x="5171419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g1739">
                <a:extLst>
                  <a:ext uri="{FF2B5EF4-FFF2-40B4-BE49-F238E27FC236}">
                    <a16:creationId xmlns:a16="http://schemas.microsoft.com/office/drawing/2014/main" id="{605CEA58-5DCB-E6F6-3630-7767C28AEE8D}"/>
                  </a:ext>
                </a:extLst>
              </p:cNvPr>
              <p:cNvSpPr/>
              <p:nvPr/>
            </p:nvSpPr>
            <p:spPr>
              <a:xfrm>
                <a:off x="5183056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g1740">
                <a:extLst>
                  <a:ext uri="{FF2B5EF4-FFF2-40B4-BE49-F238E27FC236}">
                    <a16:creationId xmlns:a16="http://schemas.microsoft.com/office/drawing/2014/main" id="{8D9CC227-8978-80A8-CB3D-D3D03208A80A}"/>
                  </a:ext>
                </a:extLst>
              </p:cNvPr>
              <p:cNvSpPr/>
              <p:nvPr/>
            </p:nvSpPr>
            <p:spPr>
              <a:xfrm>
                <a:off x="5194693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g1741">
                <a:extLst>
                  <a:ext uri="{FF2B5EF4-FFF2-40B4-BE49-F238E27FC236}">
                    <a16:creationId xmlns:a16="http://schemas.microsoft.com/office/drawing/2014/main" id="{185B3CDD-7AFB-D96C-7A92-5560E213F9A8}"/>
                  </a:ext>
                </a:extLst>
              </p:cNvPr>
              <p:cNvSpPr/>
              <p:nvPr/>
            </p:nvSpPr>
            <p:spPr>
              <a:xfrm>
                <a:off x="5043408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g1742">
                <a:extLst>
                  <a:ext uri="{FF2B5EF4-FFF2-40B4-BE49-F238E27FC236}">
                    <a16:creationId xmlns:a16="http://schemas.microsoft.com/office/drawing/2014/main" id="{84D77679-5113-8998-219F-99B33AA9CB8E}"/>
                  </a:ext>
                </a:extLst>
              </p:cNvPr>
              <p:cNvSpPr/>
              <p:nvPr/>
            </p:nvSpPr>
            <p:spPr>
              <a:xfrm>
                <a:off x="5055045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g1743">
                <a:extLst>
                  <a:ext uri="{FF2B5EF4-FFF2-40B4-BE49-F238E27FC236}">
                    <a16:creationId xmlns:a16="http://schemas.microsoft.com/office/drawing/2014/main" id="{75E08638-C9D4-DEA4-8277-917735E2DE87}"/>
                  </a:ext>
                </a:extLst>
              </p:cNvPr>
              <p:cNvSpPr/>
              <p:nvPr/>
            </p:nvSpPr>
            <p:spPr>
              <a:xfrm>
                <a:off x="5066683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g1744">
                <a:extLst>
                  <a:ext uri="{FF2B5EF4-FFF2-40B4-BE49-F238E27FC236}">
                    <a16:creationId xmlns:a16="http://schemas.microsoft.com/office/drawing/2014/main" id="{FCAD4BE9-736C-C41E-E8BA-0CA9E96D411B}"/>
                  </a:ext>
                </a:extLst>
              </p:cNvPr>
              <p:cNvSpPr/>
              <p:nvPr/>
            </p:nvSpPr>
            <p:spPr>
              <a:xfrm>
                <a:off x="5078320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g1745">
                <a:extLst>
                  <a:ext uri="{FF2B5EF4-FFF2-40B4-BE49-F238E27FC236}">
                    <a16:creationId xmlns:a16="http://schemas.microsoft.com/office/drawing/2014/main" id="{CAF2384A-B7EE-4BE7-95D1-BE03089F6786}"/>
                  </a:ext>
                </a:extLst>
              </p:cNvPr>
              <p:cNvSpPr/>
              <p:nvPr/>
            </p:nvSpPr>
            <p:spPr>
              <a:xfrm>
                <a:off x="5089957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g1746">
                <a:extLst>
                  <a:ext uri="{FF2B5EF4-FFF2-40B4-BE49-F238E27FC236}">
                    <a16:creationId xmlns:a16="http://schemas.microsoft.com/office/drawing/2014/main" id="{839FC5A0-5E11-64E9-6586-FBA2E114101D}"/>
                  </a:ext>
                </a:extLst>
              </p:cNvPr>
              <p:cNvSpPr/>
              <p:nvPr/>
            </p:nvSpPr>
            <p:spPr>
              <a:xfrm>
                <a:off x="5101595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g1747">
                <a:extLst>
                  <a:ext uri="{FF2B5EF4-FFF2-40B4-BE49-F238E27FC236}">
                    <a16:creationId xmlns:a16="http://schemas.microsoft.com/office/drawing/2014/main" id="{067B6628-B3B0-06B7-0D97-B731F52D8AA3}"/>
                  </a:ext>
                </a:extLst>
              </p:cNvPr>
              <p:cNvSpPr/>
              <p:nvPr/>
            </p:nvSpPr>
            <p:spPr>
              <a:xfrm>
                <a:off x="5113232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g1748">
                <a:extLst>
                  <a:ext uri="{FF2B5EF4-FFF2-40B4-BE49-F238E27FC236}">
                    <a16:creationId xmlns:a16="http://schemas.microsoft.com/office/drawing/2014/main" id="{D77D42DC-77CF-84E0-B7FD-80E204A462F2}"/>
                  </a:ext>
                </a:extLst>
              </p:cNvPr>
              <p:cNvSpPr/>
              <p:nvPr/>
            </p:nvSpPr>
            <p:spPr>
              <a:xfrm>
                <a:off x="5124869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g1749">
                <a:extLst>
                  <a:ext uri="{FF2B5EF4-FFF2-40B4-BE49-F238E27FC236}">
                    <a16:creationId xmlns:a16="http://schemas.microsoft.com/office/drawing/2014/main" id="{487D4640-AB3F-B2DC-AD52-2F8BF65940E0}"/>
                  </a:ext>
                </a:extLst>
              </p:cNvPr>
              <p:cNvSpPr/>
              <p:nvPr/>
            </p:nvSpPr>
            <p:spPr>
              <a:xfrm>
                <a:off x="5136507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g1750">
                <a:extLst>
                  <a:ext uri="{FF2B5EF4-FFF2-40B4-BE49-F238E27FC236}">
                    <a16:creationId xmlns:a16="http://schemas.microsoft.com/office/drawing/2014/main" id="{73D96C14-F73E-4A2D-1EAF-F942CB8E618B}"/>
                  </a:ext>
                </a:extLst>
              </p:cNvPr>
              <p:cNvSpPr/>
              <p:nvPr/>
            </p:nvSpPr>
            <p:spPr>
              <a:xfrm>
                <a:off x="5148144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g1751">
                <a:extLst>
                  <a:ext uri="{FF2B5EF4-FFF2-40B4-BE49-F238E27FC236}">
                    <a16:creationId xmlns:a16="http://schemas.microsoft.com/office/drawing/2014/main" id="{8F6FD875-E663-68F7-B934-015451AD4989}"/>
                  </a:ext>
                </a:extLst>
              </p:cNvPr>
              <p:cNvSpPr/>
              <p:nvPr/>
            </p:nvSpPr>
            <p:spPr>
              <a:xfrm>
                <a:off x="5159781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9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g1752">
                <a:extLst>
                  <a:ext uri="{FF2B5EF4-FFF2-40B4-BE49-F238E27FC236}">
                    <a16:creationId xmlns:a16="http://schemas.microsoft.com/office/drawing/2014/main" id="{4940CB18-0CFD-00D3-41F0-6DE2C365D01C}"/>
                  </a:ext>
                </a:extLst>
              </p:cNvPr>
              <p:cNvSpPr/>
              <p:nvPr/>
            </p:nvSpPr>
            <p:spPr>
              <a:xfrm>
                <a:off x="5171419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g1753">
                <a:extLst>
                  <a:ext uri="{FF2B5EF4-FFF2-40B4-BE49-F238E27FC236}">
                    <a16:creationId xmlns:a16="http://schemas.microsoft.com/office/drawing/2014/main" id="{7912CBA7-C405-8850-4670-446A828BE06F}"/>
                  </a:ext>
                </a:extLst>
              </p:cNvPr>
              <p:cNvSpPr/>
              <p:nvPr/>
            </p:nvSpPr>
            <p:spPr>
              <a:xfrm>
                <a:off x="5183056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g1754">
                <a:extLst>
                  <a:ext uri="{FF2B5EF4-FFF2-40B4-BE49-F238E27FC236}">
                    <a16:creationId xmlns:a16="http://schemas.microsoft.com/office/drawing/2014/main" id="{5E1F7245-C920-E21B-A596-770B525CA196}"/>
                  </a:ext>
                </a:extLst>
              </p:cNvPr>
              <p:cNvSpPr/>
              <p:nvPr/>
            </p:nvSpPr>
            <p:spPr>
              <a:xfrm>
                <a:off x="5194693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g1755">
                <a:extLst>
                  <a:ext uri="{FF2B5EF4-FFF2-40B4-BE49-F238E27FC236}">
                    <a16:creationId xmlns:a16="http://schemas.microsoft.com/office/drawing/2014/main" id="{966B870E-64A8-48AE-46B5-939B14A100E4}"/>
                  </a:ext>
                </a:extLst>
              </p:cNvPr>
              <p:cNvSpPr/>
              <p:nvPr/>
            </p:nvSpPr>
            <p:spPr>
              <a:xfrm>
                <a:off x="5206331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g1756">
                <a:extLst>
                  <a:ext uri="{FF2B5EF4-FFF2-40B4-BE49-F238E27FC236}">
                    <a16:creationId xmlns:a16="http://schemas.microsoft.com/office/drawing/2014/main" id="{9ECB2C06-3557-FE05-DA4B-162A1ACBC55B}"/>
                  </a:ext>
                </a:extLst>
              </p:cNvPr>
              <p:cNvSpPr/>
              <p:nvPr/>
            </p:nvSpPr>
            <p:spPr>
              <a:xfrm>
                <a:off x="5043408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g1757">
                <a:extLst>
                  <a:ext uri="{FF2B5EF4-FFF2-40B4-BE49-F238E27FC236}">
                    <a16:creationId xmlns:a16="http://schemas.microsoft.com/office/drawing/2014/main" id="{FF149776-ACA5-9053-02C2-272B4555042C}"/>
                  </a:ext>
                </a:extLst>
              </p:cNvPr>
              <p:cNvSpPr/>
              <p:nvPr/>
            </p:nvSpPr>
            <p:spPr>
              <a:xfrm>
                <a:off x="5055045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g1758">
                <a:extLst>
                  <a:ext uri="{FF2B5EF4-FFF2-40B4-BE49-F238E27FC236}">
                    <a16:creationId xmlns:a16="http://schemas.microsoft.com/office/drawing/2014/main" id="{15933E57-F09E-7C1C-A460-BDE1882F0537}"/>
                  </a:ext>
                </a:extLst>
              </p:cNvPr>
              <p:cNvSpPr/>
              <p:nvPr/>
            </p:nvSpPr>
            <p:spPr>
              <a:xfrm>
                <a:off x="5066683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9">
                  <a:alpha val="100000"/>
                </a:srgbClr>
              </a:solidFill>
              <a:ln w="5420" cap="flat">
                <a:solidFill>
                  <a:srgbClr val="83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g1759">
                <a:extLst>
                  <a:ext uri="{FF2B5EF4-FFF2-40B4-BE49-F238E27FC236}">
                    <a16:creationId xmlns:a16="http://schemas.microsoft.com/office/drawing/2014/main" id="{C438F9D2-A82E-DEE8-16E5-373D821E24D7}"/>
                  </a:ext>
                </a:extLst>
              </p:cNvPr>
              <p:cNvSpPr/>
              <p:nvPr/>
            </p:nvSpPr>
            <p:spPr>
              <a:xfrm>
                <a:off x="5078320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g1760">
                <a:extLst>
                  <a:ext uri="{FF2B5EF4-FFF2-40B4-BE49-F238E27FC236}">
                    <a16:creationId xmlns:a16="http://schemas.microsoft.com/office/drawing/2014/main" id="{6BF12388-FF22-9D90-6CF2-1692F06D2FFD}"/>
                  </a:ext>
                </a:extLst>
              </p:cNvPr>
              <p:cNvSpPr/>
              <p:nvPr/>
            </p:nvSpPr>
            <p:spPr>
              <a:xfrm>
                <a:off x="5089957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g1761">
                <a:extLst>
                  <a:ext uri="{FF2B5EF4-FFF2-40B4-BE49-F238E27FC236}">
                    <a16:creationId xmlns:a16="http://schemas.microsoft.com/office/drawing/2014/main" id="{5B1950D2-A9AA-F886-65DE-29923B1577A0}"/>
                  </a:ext>
                </a:extLst>
              </p:cNvPr>
              <p:cNvSpPr/>
              <p:nvPr/>
            </p:nvSpPr>
            <p:spPr>
              <a:xfrm>
                <a:off x="5101595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g1762">
                <a:extLst>
                  <a:ext uri="{FF2B5EF4-FFF2-40B4-BE49-F238E27FC236}">
                    <a16:creationId xmlns:a16="http://schemas.microsoft.com/office/drawing/2014/main" id="{A2F4BCB5-A6D8-ECC9-ADF4-A4D140B53A48}"/>
                  </a:ext>
                </a:extLst>
              </p:cNvPr>
              <p:cNvSpPr/>
              <p:nvPr/>
            </p:nvSpPr>
            <p:spPr>
              <a:xfrm>
                <a:off x="5113232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g1763">
                <a:extLst>
                  <a:ext uri="{FF2B5EF4-FFF2-40B4-BE49-F238E27FC236}">
                    <a16:creationId xmlns:a16="http://schemas.microsoft.com/office/drawing/2014/main" id="{4A1BB8A9-F01A-8050-F489-978DB6E2F64E}"/>
                  </a:ext>
                </a:extLst>
              </p:cNvPr>
              <p:cNvSpPr/>
              <p:nvPr/>
            </p:nvSpPr>
            <p:spPr>
              <a:xfrm>
                <a:off x="5124869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g1764">
                <a:extLst>
                  <a:ext uri="{FF2B5EF4-FFF2-40B4-BE49-F238E27FC236}">
                    <a16:creationId xmlns:a16="http://schemas.microsoft.com/office/drawing/2014/main" id="{65576F73-53C9-1302-2B14-53D004005D78}"/>
                  </a:ext>
                </a:extLst>
              </p:cNvPr>
              <p:cNvSpPr/>
              <p:nvPr/>
            </p:nvSpPr>
            <p:spPr>
              <a:xfrm>
                <a:off x="5136507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9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g1765">
                <a:extLst>
                  <a:ext uri="{FF2B5EF4-FFF2-40B4-BE49-F238E27FC236}">
                    <a16:creationId xmlns:a16="http://schemas.microsoft.com/office/drawing/2014/main" id="{F8DE6F1A-C398-EB76-34CC-5BF144D68BE4}"/>
                  </a:ext>
                </a:extLst>
              </p:cNvPr>
              <p:cNvSpPr/>
              <p:nvPr/>
            </p:nvSpPr>
            <p:spPr>
              <a:xfrm>
                <a:off x="5148144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g1766">
                <a:extLst>
                  <a:ext uri="{FF2B5EF4-FFF2-40B4-BE49-F238E27FC236}">
                    <a16:creationId xmlns:a16="http://schemas.microsoft.com/office/drawing/2014/main" id="{A4F530F0-F464-B9E8-AC2E-5D8785E10110}"/>
                  </a:ext>
                </a:extLst>
              </p:cNvPr>
              <p:cNvSpPr/>
              <p:nvPr/>
            </p:nvSpPr>
            <p:spPr>
              <a:xfrm>
                <a:off x="5159781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g1767">
                <a:extLst>
                  <a:ext uri="{FF2B5EF4-FFF2-40B4-BE49-F238E27FC236}">
                    <a16:creationId xmlns:a16="http://schemas.microsoft.com/office/drawing/2014/main" id="{B735AEDD-BF15-1085-6B45-885682202D63}"/>
                  </a:ext>
                </a:extLst>
              </p:cNvPr>
              <p:cNvSpPr/>
              <p:nvPr/>
            </p:nvSpPr>
            <p:spPr>
              <a:xfrm>
                <a:off x="5171419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g1768">
                <a:extLst>
                  <a:ext uri="{FF2B5EF4-FFF2-40B4-BE49-F238E27FC236}">
                    <a16:creationId xmlns:a16="http://schemas.microsoft.com/office/drawing/2014/main" id="{5D0DEAF2-49F0-12A9-817B-38D53EA78608}"/>
                  </a:ext>
                </a:extLst>
              </p:cNvPr>
              <p:cNvSpPr/>
              <p:nvPr/>
            </p:nvSpPr>
            <p:spPr>
              <a:xfrm>
                <a:off x="5183056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g1769">
                <a:extLst>
                  <a:ext uri="{FF2B5EF4-FFF2-40B4-BE49-F238E27FC236}">
                    <a16:creationId xmlns:a16="http://schemas.microsoft.com/office/drawing/2014/main" id="{002C35A5-4EB4-9BBD-DE32-D7AF1D0D05FE}"/>
                  </a:ext>
                </a:extLst>
              </p:cNvPr>
              <p:cNvSpPr/>
              <p:nvPr/>
            </p:nvSpPr>
            <p:spPr>
              <a:xfrm>
                <a:off x="5194693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g1770">
                <a:extLst>
                  <a:ext uri="{FF2B5EF4-FFF2-40B4-BE49-F238E27FC236}">
                    <a16:creationId xmlns:a16="http://schemas.microsoft.com/office/drawing/2014/main" id="{9E637554-84D9-0A0F-DB71-67EAF02A9632}"/>
                  </a:ext>
                </a:extLst>
              </p:cNvPr>
              <p:cNvSpPr/>
              <p:nvPr/>
            </p:nvSpPr>
            <p:spPr>
              <a:xfrm>
                <a:off x="5206331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g1771">
                <a:extLst>
                  <a:ext uri="{FF2B5EF4-FFF2-40B4-BE49-F238E27FC236}">
                    <a16:creationId xmlns:a16="http://schemas.microsoft.com/office/drawing/2014/main" id="{455EABFA-7BB7-C16B-16EB-A4E6A90E5411}"/>
                  </a:ext>
                </a:extLst>
              </p:cNvPr>
              <p:cNvSpPr/>
              <p:nvPr/>
            </p:nvSpPr>
            <p:spPr>
              <a:xfrm>
                <a:off x="5043408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g1772">
                <a:extLst>
                  <a:ext uri="{FF2B5EF4-FFF2-40B4-BE49-F238E27FC236}">
                    <a16:creationId xmlns:a16="http://schemas.microsoft.com/office/drawing/2014/main" id="{C5154472-9C79-F35B-609F-419DCE0F9CC0}"/>
                  </a:ext>
                </a:extLst>
              </p:cNvPr>
              <p:cNvSpPr/>
              <p:nvPr/>
            </p:nvSpPr>
            <p:spPr>
              <a:xfrm>
                <a:off x="5055045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g1773">
                <a:extLst>
                  <a:ext uri="{FF2B5EF4-FFF2-40B4-BE49-F238E27FC236}">
                    <a16:creationId xmlns:a16="http://schemas.microsoft.com/office/drawing/2014/main" id="{E6B69422-F8B6-141E-BBC5-EFBE17777C1A}"/>
                  </a:ext>
                </a:extLst>
              </p:cNvPr>
              <p:cNvSpPr/>
              <p:nvPr/>
            </p:nvSpPr>
            <p:spPr>
              <a:xfrm>
                <a:off x="5066683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g1774">
                <a:extLst>
                  <a:ext uri="{FF2B5EF4-FFF2-40B4-BE49-F238E27FC236}">
                    <a16:creationId xmlns:a16="http://schemas.microsoft.com/office/drawing/2014/main" id="{26FC8014-0B82-5F53-9637-794EA0CF12D8}"/>
                  </a:ext>
                </a:extLst>
              </p:cNvPr>
              <p:cNvSpPr/>
              <p:nvPr/>
            </p:nvSpPr>
            <p:spPr>
              <a:xfrm>
                <a:off x="5078320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g1775">
                <a:extLst>
                  <a:ext uri="{FF2B5EF4-FFF2-40B4-BE49-F238E27FC236}">
                    <a16:creationId xmlns:a16="http://schemas.microsoft.com/office/drawing/2014/main" id="{23B851BA-711B-11E2-D50D-149DD31D962C}"/>
                  </a:ext>
                </a:extLst>
              </p:cNvPr>
              <p:cNvSpPr/>
              <p:nvPr/>
            </p:nvSpPr>
            <p:spPr>
              <a:xfrm>
                <a:off x="5089957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g1776">
                <a:extLst>
                  <a:ext uri="{FF2B5EF4-FFF2-40B4-BE49-F238E27FC236}">
                    <a16:creationId xmlns:a16="http://schemas.microsoft.com/office/drawing/2014/main" id="{D649C2EA-B44F-62C1-9E41-B6AB79D88EE8}"/>
                  </a:ext>
                </a:extLst>
              </p:cNvPr>
              <p:cNvSpPr/>
              <p:nvPr/>
            </p:nvSpPr>
            <p:spPr>
              <a:xfrm>
                <a:off x="5101595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g1777">
                <a:extLst>
                  <a:ext uri="{FF2B5EF4-FFF2-40B4-BE49-F238E27FC236}">
                    <a16:creationId xmlns:a16="http://schemas.microsoft.com/office/drawing/2014/main" id="{A937CA68-A41F-0FE5-7FA8-F54FCAE99D8E}"/>
                  </a:ext>
                </a:extLst>
              </p:cNvPr>
              <p:cNvSpPr/>
              <p:nvPr/>
            </p:nvSpPr>
            <p:spPr>
              <a:xfrm>
                <a:off x="5113232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g1778">
                <a:extLst>
                  <a:ext uri="{FF2B5EF4-FFF2-40B4-BE49-F238E27FC236}">
                    <a16:creationId xmlns:a16="http://schemas.microsoft.com/office/drawing/2014/main" id="{B96D80C1-8948-75DF-9AA6-F87216A18F57}"/>
                  </a:ext>
                </a:extLst>
              </p:cNvPr>
              <p:cNvSpPr/>
              <p:nvPr/>
            </p:nvSpPr>
            <p:spPr>
              <a:xfrm>
                <a:off x="5124869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g1779">
                <a:extLst>
                  <a:ext uri="{FF2B5EF4-FFF2-40B4-BE49-F238E27FC236}">
                    <a16:creationId xmlns:a16="http://schemas.microsoft.com/office/drawing/2014/main" id="{2E92C9F9-DC56-DB12-C6BA-5D8A71CC46DF}"/>
                  </a:ext>
                </a:extLst>
              </p:cNvPr>
              <p:cNvSpPr/>
              <p:nvPr/>
            </p:nvSpPr>
            <p:spPr>
              <a:xfrm>
                <a:off x="5136507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g1780">
                <a:extLst>
                  <a:ext uri="{FF2B5EF4-FFF2-40B4-BE49-F238E27FC236}">
                    <a16:creationId xmlns:a16="http://schemas.microsoft.com/office/drawing/2014/main" id="{F457F5FA-EB84-AFAD-4484-CBA37E172A87}"/>
                  </a:ext>
                </a:extLst>
              </p:cNvPr>
              <p:cNvSpPr/>
              <p:nvPr/>
            </p:nvSpPr>
            <p:spPr>
              <a:xfrm>
                <a:off x="5148144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g1781">
                <a:extLst>
                  <a:ext uri="{FF2B5EF4-FFF2-40B4-BE49-F238E27FC236}">
                    <a16:creationId xmlns:a16="http://schemas.microsoft.com/office/drawing/2014/main" id="{9416D051-7E53-5B21-9C93-A5530A954A68}"/>
                  </a:ext>
                </a:extLst>
              </p:cNvPr>
              <p:cNvSpPr/>
              <p:nvPr/>
            </p:nvSpPr>
            <p:spPr>
              <a:xfrm>
                <a:off x="5159781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g1782">
                <a:extLst>
                  <a:ext uri="{FF2B5EF4-FFF2-40B4-BE49-F238E27FC236}">
                    <a16:creationId xmlns:a16="http://schemas.microsoft.com/office/drawing/2014/main" id="{58473EE8-A38C-F2DB-8DC2-ED1844B5CC33}"/>
                  </a:ext>
                </a:extLst>
              </p:cNvPr>
              <p:cNvSpPr/>
              <p:nvPr/>
            </p:nvSpPr>
            <p:spPr>
              <a:xfrm>
                <a:off x="5171419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g1783">
                <a:extLst>
                  <a:ext uri="{FF2B5EF4-FFF2-40B4-BE49-F238E27FC236}">
                    <a16:creationId xmlns:a16="http://schemas.microsoft.com/office/drawing/2014/main" id="{AC3FAB6B-2AE4-5903-C202-B8AA2F731A8E}"/>
                  </a:ext>
                </a:extLst>
              </p:cNvPr>
              <p:cNvSpPr/>
              <p:nvPr/>
            </p:nvSpPr>
            <p:spPr>
              <a:xfrm>
                <a:off x="5183056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g1784">
                <a:extLst>
                  <a:ext uri="{FF2B5EF4-FFF2-40B4-BE49-F238E27FC236}">
                    <a16:creationId xmlns:a16="http://schemas.microsoft.com/office/drawing/2014/main" id="{4CD8B91E-1DD8-8018-B80C-943DC8B74CC4}"/>
                  </a:ext>
                </a:extLst>
              </p:cNvPr>
              <p:cNvSpPr/>
              <p:nvPr/>
            </p:nvSpPr>
            <p:spPr>
              <a:xfrm>
                <a:off x="5194693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g1785">
                <a:extLst>
                  <a:ext uri="{FF2B5EF4-FFF2-40B4-BE49-F238E27FC236}">
                    <a16:creationId xmlns:a16="http://schemas.microsoft.com/office/drawing/2014/main" id="{48A439D7-9B67-2514-196E-DBE3BF9B1CC9}"/>
                  </a:ext>
                </a:extLst>
              </p:cNvPr>
              <p:cNvSpPr/>
              <p:nvPr/>
            </p:nvSpPr>
            <p:spPr>
              <a:xfrm>
                <a:off x="5206331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g1786">
                <a:extLst>
                  <a:ext uri="{FF2B5EF4-FFF2-40B4-BE49-F238E27FC236}">
                    <a16:creationId xmlns:a16="http://schemas.microsoft.com/office/drawing/2014/main" id="{95E48DC5-9D9C-AF99-48E5-E4536D989661}"/>
                  </a:ext>
                </a:extLst>
              </p:cNvPr>
              <p:cNvSpPr/>
              <p:nvPr/>
            </p:nvSpPr>
            <p:spPr>
              <a:xfrm>
                <a:off x="5217968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g1787">
                <a:extLst>
                  <a:ext uri="{FF2B5EF4-FFF2-40B4-BE49-F238E27FC236}">
                    <a16:creationId xmlns:a16="http://schemas.microsoft.com/office/drawing/2014/main" id="{A9191668-1B50-9D53-4387-6E7599010B1A}"/>
                  </a:ext>
                </a:extLst>
              </p:cNvPr>
              <p:cNvSpPr/>
              <p:nvPr/>
            </p:nvSpPr>
            <p:spPr>
              <a:xfrm>
                <a:off x="5055045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g1788">
                <a:extLst>
                  <a:ext uri="{FF2B5EF4-FFF2-40B4-BE49-F238E27FC236}">
                    <a16:creationId xmlns:a16="http://schemas.microsoft.com/office/drawing/2014/main" id="{B293D4EF-BAC0-A691-71C8-F058C35C9AC8}"/>
                  </a:ext>
                </a:extLst>
              </p:cNvPr>
              <p:cNvSpPr/>
              <p:nvPr/>
            </p:nvSpPr>
            <p:spPr>
              <a:xfrm>
                <a:off x="5066683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g1789">
                <a:extLst>
                  <a:ext uri="{FF2B5EF4-FFF2-40B4-BE49-F238E27FC236}">
                    <a16:creationId xmlns:a16="http://schemas.microsoft.com/office/drawing/2014/main" id="{EA838B2F-DDB7-9078-E50B-A91247C91A0C}"/>
                  </a:ext>
                </a:extLst>
              </p:cNvPr>
              <p:cNvSpPr/>
              <p:nvPr/>
            </p:nvSpPr>
            <p:spPr>
              <a:xfrm>
                <a:off x="5078320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g1790">
                <a:extLst>
                  <a:ext uri="{FF2B5EF4-FFF2-40B4-BE49-F238E27FC236}">
                    <a16:creationId xmlns:a16="http://schemas.microsoft.com/office/drawing/2014/main" id="{7BDBF47D-8B17-E138-E9A7-41C1984AFA15}"/>
                  </a:ext>
                </a:extLst>
              </p:cNvPr>
              <p:cNvSpPr/>
              <p:nvPr/>
            </p:nvSpPr>
            <p:spPr>
              <a:xfrm>
                <a:off x="5089957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g1791">
                <a:extLst>
                  <a:ext uri="{FF2B5EF4-FFF2-40B4-BE49-F238E27FC236}">
                    <a16:creationId xmlns:a16="http://schemas.microsoft.com/office/drawing/2014/main" id="{57C5A992-F09B-D046-6BE3-968261CE1A74}"/>
                  </a:ext>
                </a:extLst>
              </p:cNvPr>
              <p:cNvSpPr/>
              <p:nvPr/>
            </p:nvSpPr>
            <p:spPr>
              <a:xfrm>
                <a:off x="5101595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g1792">
                <a:extLst>
                  <a:ext uri="{FF2B5EF4-FFF2-40B4-BE49-F238E27FC236}">
                    <a16:creationId xmlns:a16="http://schemas.microsoft.com/office/drawing/2014/main" id="{9A4C58FF-2FDD-B039-B7EA-B6FEEADE506F}"/>
                  </a:ext>
                </a:extLst>
              </p:cNvPr>
              <p:cNvSpPr/>
              <p:nvPr/>
            </p:nvSpPr>
            <p:spPr>
              <a:xfrm>
                <a:off x="5113232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g1793">
                <a:extLst>
                  <a:ext uri="{FF2B5EF4-FFF2-40B4-BE49-F238E27FC236}">
                    <a16:creationId xmlns:a16="http://schemas.microsoft.com/office/drawing/2014/main" id="{EFDB6CBB-1F5E-1A7F-4675-6E852F41427D}"/>
                  </a:ext>
                </a:extLst>
              </p:cNvPr>
              <p:cNvSpPr/>
              <p:nvPr/>
            </p:nvSpPr>
            <p:spPr>
              <a:xfrm>
                <a:off x="5124869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g1794">
                <a:extLst>
                  <a:ext uri="{FF2B5EF4-FFF2-40B4-BE49-F238E27FC236}">
                    <a16:creationId xmlns:a16="http://schemas.microsoft.com/office/drawing/2014/main" id="{DC69B544-02A0-4DB4-22FF-6AF2C92989BF}"/>
                  </a:ext>
                </a:extLst>
              </p:cNvPr>
              <p:cNvSpPr/>
              <p:nvPr/>
            </p:nvSpPr>
            <p:spPr>
              <a:xfrm>
                <a:off x="5136507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g1795">
                <a:extLst>
                  <a:ext uri="{FF2B5EF4-FFF2-40B4-BE49-F238E27FC236}">
                    <a16:creationId xmlns:a16="http://schemas.microsoft.com/office/drawing/2014/main" id="{561D9E0C-3A26-E472-4721-8B26A300E4D9}"/>
                  </a:ext>
                </a:extLst>
              </p:cNvPr>
              <p:cNvSpPr/>
              <p:nvPr/>
            </p:nvSpPr>
            <p:spPr>
              <a:xfrm>
                <a:off x="5148144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g1796">
                <a:extLst>
                  <a:ext uri="{FF2B5EF4-FFF2-40B4-BE49-F238E27FC236}">
                    <a16:creationId xmlns:a16="http://schemas.microsoft.com/office/drawing/2014/main" id="{DEC9311D-550C-E704-5C4D-620F6CFFCB70}"/>
                  </a:ext>
                </a:extLst>
              </p:cNvPr>
              <p:cNvSpPr/>
              <p:nvPr/>
            </p:nvSpPr>
            <p:spPr>
              <a:xfrm>
                <a:off x="5159781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g1797">
                <a:extLst>
                  <a:ext uri="{FF2B5EF4-FFF2-40B4-BE49-F238E27FC236}">
                    <a16:creationId xmlns:a16="http://schemas.microsoft.com/office/drawing/2014/main" id="{D795789D-41AF-84B1-352D-F3C5C233A5C4}"/>
                  </a:ext>
                </a:extLst>
              </p:cNvPr>
              <p:cNvSpPr/>
              <p:nvPr/>
            </p:nvSpPr>
            <p:spPr>
              <a:xfrm>
                <a:off x="5171419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g1798">
                <a:extLst>
                  <a:ext uri="{FF2B5EF4-FFF2-40B4-BE49-F238E27FC236}">
                    <a16:creationId xmlns:a16="http://schemas.microsoft.com/office/drawing/2014/main" id="{7AF69D60-2501-A579-ECE0-70934B08B89B}"/>
                  </a:ext>
                </a:extLst>
              </p:cNvPr>
              <p:cNvSpPr/>
              <p:nvPr/>
            </p:nvSpPr>
            <p:spPr>
              <a:xfrm>
                <a:off x="5183056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g1799">
                <a:extLst>
                  <a:ext uri="{FF2B5EF4-FFF2-40B4-BE49-F238E27FC236}">
                    <a16:creationId xmlns:a16="http://schemas.microsoft.com/office/drawing/2014/main" id="{E2C0988B-48F6-5206-A764-A80FF65633D5}"/>
                  </a:ext>
                </a:extLst>
              </p:cNvPr>
              <p:cNvSpPr/>
              <p:nvPr/>
            </p:nvSpPr>
            <p:spPr>
              <a:xfrm>
                <a:off x="5194693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g1800">
                <a:extLst>
                  <a:ext uri="{FF2B5EF4-FFF2-40B4-BE49-F238E27FC236}">
                    <a16:creationId xmlns:a16="http://schemas.microsoft.com/office/drawing/2014/main" id="{B1464FAB-D3A8-09B1-5642-B50111E01E5C}"/>
                  </a:ext>
                </a:extLst>
              </p:cNvPr>
              <p:cNvSpPr/>
              <p:nvPr/>
            </p:nvSpPr>
            <p:spPr>
              <a:xfrm>
                <a:off x="5206331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g1801">
                <a:extLst>
                  <a:ext uri="{FF2B5EF4-FFF2-40B4-BE49-F238E27FC236}">
                    <a16:creationId xmlns:a16="http://schemas.microsoft.com/office/drawing/2014/main" id="{990158EE-5B8B-B7CC-20F3-62AFEC9BF60E}"/>
                  </a:ext>
                </a:extLst>
              </p:cNvPr>
              <p:cNvSpPr/>
              <p:nvPr/>
            </p:nvSpPr>
            <p:spPr>
              <a:xfrm>
                <a:off x="5217968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g1802">
                <a:extLst>
                  <a:ext uri="{FF2B5EF4-FFF2-40B4-BE49-F238E27FC236}">
                    <a16:creationId xmlns:a16="http://schemas.microsoft.com/office/drawing/2014/main" id="{B674A5CC-2D91-3DE2-246F-11569B183D25}"/>
                  </a:ext>
                </a:extLst>
              </p:cNvPr>
              <p:cNvSpPr/>
              <p:nvPr/>
            </p:nvSpPr>
            <p:spPr>
              <a:xfrm>
                <a:off x="502013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g1803">
                <a:extLst>
                  <a:ext uri="{FF2B5EF4-FFF2-40B4-BE49-F238E27FC236}">
                    <a16:creationId xmlns:a16="http://schemas.microsoft.com/office/drawing/2014/main" id="{287EB145-FFB6-0FE9-C152-6E9F48617803}"/>
                  </a:ext>
                </a:extLst>
              </p:cNvPr>
              <p:cNvSpPr/>
              <p:nvPr/>
            </p:nvSpPr>
            <p:spPr>
              <a:xfrm>
                <a:off x="503177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g1804">
                <a:extLst>
                  <a:ext uri="{FF2B5EF4-FFF2-40B4-BE49-F238E27FC236}">
                    <a16:creationId xmlns:a16="http://schemas.microsoft.com/office/drawing/2014/main" id="{9E14457A-4FE4-935E-5127-651BA1B56566}"/>
                  </a:ext>
                </a:extLst>
              </p:cNvPr>
              <p:cNvSpPr/>
              <p:nvPr/>
            </p:nvSpPr>
            <p:spPr>
              <a:xfrm>
                <a:off x="5043408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g1805">
                <a:extLst>
                  <a:ext uri="{FF2B5EF4-FFF2-40B4-BE49-F238E27FC236}">
                    <a16:creationId xmlns:a16="http://schemas.microsoft.com/office/drawing/2014/main" id="{9DFB485C-C51A-5321-7FFB-60C027884FEB}"/>
                  </a:ext>
                </a:extLst>
              </p:cNvPr>
              <p:cNvSpPr/>
              <p:nvPr/>
            </p:nvSpPr>
            <p:spPr>
              <a:xfrm>
                <a:off x="5055045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g1806">
                <a:extLst>
                  <a:ext uri="{FF2B5EF4-FFF2-40B4-BE49-F238E27FC236}">
                    <a16:creationId xmlns:a16="http://schemas.microsoft.com/office/drawing/2014/main" id="{657580A4-334C-4794-3EE9-9186C5FF2D5A}"/>
                  </a:ext>
                </a:extLst>
              </p:cNvPr>
              <p:cNvSpPr/>
              <p:nvPr/>
            </p:nvSpPr>
            <p:spPr>
              <a:xfrm>
                <a:off x="506668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g1807">
                <a:extLst>
                  <a:ext uri="{FF2B5EF4-FFF2-40B4-BE49-F238E27FC236}">
                    <a16:creationId xmlns:a16="http://schemas.microsoft.com/office/drawing/2014/main" id="{BCECEC26-5289-5210-79C6-6462D8B9ED2D}"/>
                  </a:ext>
                </a:extLst>
              </p:cNvPr>
              <p:cNvSpPr/>
              <p:nvPr/>
            </p:nvSpPr>
            <p:spPr>
              <a:xfrm>
                <a:off x="5078320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g1808">
                <a:extLst>
                  <a:ext uri="{FF2B5EF4-FFF2-40B4-BE49-F238E27FC236}">
                    <a16:creationId xmlns:a16="http://schemas.microsoft.com/office/drawing/2014/main" id="{4323F024-878F-05B8-EB3A-7A50CBA29908}"/>
                  </a:ext>
                </a:extLst>
              </p:cNvPr>
              <p:cNvSpPr/>
              <p:nvPr/>
            </p:nvSpPr>
            <p:spPr>
              <a:xfrm>
                <a:off x="5089957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g1809">
                <a:extLst>
                  <a:ext uri="{FF2B5EF4-FFF2-40B4-BE49-F238E27FC236}">
                    <a16:creationId xmlns:a16="http://schemas.microsoft.com/office/drawing/2014/main" id="{83859309-CED3-0B32-DFD8-0DE73D1DE805}"/>
                  </a:ext>
                </a:extLst>
              </p:cNvPr>
              <p:cNvSpPr/>
              <p:nvPr/>
            </p:nvSpPr>
            <p:spPr>
              <a:xfrm>
                <a:off x="5101595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g1810">
                <a:extLst>
                  <a:ext uri="{FF2B5EF4-FFF2-40B4-BE49-F238E27FC236}">
                    <a16:creationId xmlns:a16="http://schemas.microsoft.com/office/drawing/2014/main" id="{C27CC76B-B5FC-C796-273C-F4CDDB5A603B}"/>
                  </a:ext>
                </a:extLst>
              </p:cNvPr>
              <p:cNvSpPr/>
              <p:nvPr/>
            </p:nvSpPr>
            <p:spPr>
              <a:xfrm>
                <a:off x="5113232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g1811">
                <a:extLst>
                  <a:ext uri="{FF2B5EF4-FFF2-40B4-BE49-F238E27FC236}">
                    <a16:creationId xmlns:a16="http://schemas.microsoft.com/office/drawing/2014/main" id="{B57BF2F6-461B-0FCF-095F-316236227F9F}"/>
                  </a:ext>
                </a:extLst>
              </p:cNvPr>
              <p:cNvSpPr/>
              <p:nvPr/>
            </p:nvSpPr>
            <p:spPr>
              <a:xfrm>
                <a:off x="5124869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g1812">
                <a:extLst>
                  <a:ext uri="{FF2B5EF4-FFF2-40B4-BE49-F238E27FC236}">
                    <a16:creationId xmlns:a16="http://schemas.microsoft.com/office/drawing/2014/main" id="{0134E2ED-8F80-CDE7-C9DD-CD9DB26B6F2A}"/>
                  </a:ext>
                </a:extLst>
              </p:cNvPr>
              <p:cNvSpPr/>
              <p:nvPr/>
            </p:nvSpPr>
            <p:spPr>
              <a:xfrm>
                <a:off x="5136507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g1813">
                <a:extLst>
                  <a:ext uri="{FF2B5EF4-FFF2-40B4-BE49-F238E27FC236}">
                    <a16:creationId xmlns:a16="http://schemas.microsoft.com/office/drawing/2014/main" id="{C38390DB-6B82-4137-C137-04DC8806879E}"/>
                  </a:ext>
                </a:extLst>
              </p:cNvPr>
              <p:cNvSpPr/>
              <p:nvPr/>
            </p:nvSpPr>
            <p:spPr>
              <a:xfrm>
                <a:off x="5148144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g1814">
                <a:extLst>
                  <a:ext uri="{FF2B5EF4-FFF2-40B4-BE49-F238E27FC236}">
                    <a16:creationId xmlns:a16="http://schemas.microsoft.com/office/drawing/2014/main" id="{AE46F1C9-FE41-8CC5-4181-09B1787E712F}"/>
                  </a:ext>
                </a:extLst>
              </p:cNvPr>
              <p:cNvSpPr/>
              <p:nvPr/>
            </p:nvSpPr>
            <p:spPr>
              <a:xfrm>
                <a:off x="515978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g1815">
                <a:extLst>
                  <a:ext uri="{FF2B5EF4-FFF2-40B4-BE49-F238E27FC236}">
                    <a16:creationId xmlns:a16="http://schemas.microsoft.com/office/drawing/2014/main" id="{ADA6EA69-6749-EB13-941D-D07C19F1B695}"/>
                  </a:ext>
                </a:extLst>
              </p:cNvPr>
              <p:cNvSpPr/>
              <p:nvPr/>
            </p:nvSpPr>
            <p:spPr>
              <a:xfrm>
                <a:off x="5171419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4">
                  <a:alpha val="100000"/>
                </a:srgbClr>
              </a:solidFill>
              <a:ln w="5420" cap="flat">
                <a:solidFill>
                  <a:srgbClr val="77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g1816">
                <a:extLst>
                  <a:ext uri="{FF2B5EF4-FFF2-40B4-BE49-F238E27FC236}">
                    <a16:creationId xmlns:a16="http://schemas.microsoft.com/office/drawing/2014/main" id="{7B7184C2-4CDD-96EA-4637-BCC51E225030}"/>
                  </a:ext>
                </a:extLst>
              </p:cNvPr>
              <p:cNvSpPr/>
              <p:nvPr/>
            </p:nvSpPr>
            <p:spPr>
              <a:xfrm>
                <a:off x="5183056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g1817">
                <a:extLst>
                  <a:ext uri="{FF2B5EF4-FFF2-40B4-BE49-F238E27FC236}">
                    <a16:creationId xmlns:a16="http://schemas.microsoft.com/office/drawing/2014/main" id="{3B47C6DD-C8D2-46A4-87DD-C8BD1B1EC5BA}"/>
                  </a:ext>
                </a:extLst>
              </p:cNvPr>
              <p:cNvSpPr/>
              <p:nvPr/>
            </p:nvSpPr>
            <p:spPr>
              <a:xfrm>
                <a:off x="519469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g1818">
                <a:extLst>
                  <a:ext uri="{FF2B5EF4-FFF2-40B4-BE49-F238E27FC236}">
                    <a16:creationId xmlns:a16="http://schemas.microsoft.com/office/drawing/2014/main" id="{43B5EE50-C3A2-D64F-4B61-69CB84D8D6C0}"/>
                  </a:ext>
                </a:extLst>
              </p:cNvPr>
              <p:cNvSpPr/>
              <p:nvPr/>
            </p:nvSpPr>
            <p:spPr>
              <a:xfrm>
                <a:off x="520633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g1819">
                <a:extLst>
                  <a:ext uri="{FF2B5EF4-FFF2-40B4-BE49-F238E27FC236}">
                    <a16:creationId xmlns:a16="http://schemas.microsoft.com/office/drawing/2014/main" id="{531980DA-33B2-7067-0FA6-734E72BCE8BE}"/>
                  </a:ext>
                </a:extLst>
              </p:cNvPr>
              <p:cNvSpPr/>
              <p:nvPr/>
            </p:nvSpPr>
            <p:spPr>
              <a:xfrm>
                <a:off x="502013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g1820">
                <a:extLst>
                  <a:ext uri="{FF2B5EF4-FFF2-40B4-BE49-F238E27FC236}">
                    <a16:creationId xmlns:a16="http://schemas.microsoft.com/office/drawing/2014/main" id="{92429F43-2E2D-184A-7920-6DAFB1A4E890}"/>
                  </a:ext>
                </a:extLst>
              </p:cNvPr>
              <p:cNvSpPr/>
              <p:nvPr/>
            </p:nvSpPr>
            <p:spPr>
              <a:xfrm>
                <a:off x="5031771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g1821">
                <a:extLst>
                  <a:ext uri="{FF2B5EF4-FFF2-40B4-BE49-F238E27FC236}">
                    <a16:creationId xmlns:a16="http://schemas.microsoft.com/office/drawing/2014/main" id="{E294450C-C7BE-601C-8AB4-D5C5ABE83CC8}"/>
                  </a:ext>
                </a:extLst>
              </p:cNvPr>
              <p:cNvSpPr/>
              <p:nvPr/>
            </p:nvSpPr>
            <p:spPr>
              <a:xfrm>
                <a:off x="5043408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g1822">
                <a:extLst>
                  <a:ext uri="{FF2B5EF4-FFF2-40B4-BE49-F238E27FC236}">
                    <a16:creationId xmlns:a16="http://schemas.microsoft.com/office/drawing/2014/main" id="{5648E5F4-0051-0DBC-C848-BDEA4F519373}"/>
                  </a:ext>
                </a:extLst>
              </p:cNvPr>
              <p:cNvSpPr/>
              <p:nvPr/>
            </p:nvSpPr>
            <p:spPr>
              <a:xfrm>
                <a:off x="5055045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g1823">
                <a:extLst>
                  <a:ext uri="{FF2B5EF4-FFF2-40B4-BE49-F238E27FC236}">
                    <a16:creationId xmlns:a16="http://schemas.microsoft.com/office/drawing/2014/main" id="{3B5048E9-85FE-A187-3D18-BEAF00D4EFEF}"/>
                  </a:ext>
                </a:extLst>
              </p:cNvPr>
              <p:cNvSpPr/>
              <p:nvPr/>
            </p:nvSpPr>
            <p:spPr>
              <a:xfrm>
                <a:off x="506668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g1824">
                <a:extLst>
                  <a:ext uri="{FF2B5EF4-FFF2-40B4-BE49-F238E27FC236}">
                    <a16:creationId xmlns:a16="http://schemas.microsoft.com/office/drawing/2014/main" id="{B10BFB7B-C0CD-176D-DF7B-917EA0B29994}"/>
                  </a:ext>
                </a:extLst>
              </p:cNvPr>
              <p:cNvSpPr/>
              <p:nvPr/>
            </p:nvSpPr>
            <p:spPr>
              <a:xfrm>
                <a:off x="5078320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g1825">
                <a:extLst>
                  <a:ext uri="{FF2B5EF4-FFF2-40B4-BE49-F238E27FC236}">
                    <a16:creationId xmlns:a16="http://schemas.microsoft.com/office/drawing/2014/main" id="{B242C36B-F167-EEE4-2462-674FE0FD939B}"/>
                  </a:ext>
                </a:extLst>
              </p:cNvPr>
              <p:cNvSpPr/>
              <p:nvPr/>
            </p:nvSpPr>
            <p:spPr>
              <a:xfrm>
                <a:off x="5089957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g1826">
                <a:extLst>
                  <a:ext uri="{FF2B5EF4-FFF2-40B4-BE49-F238E27FC236}">
                    <a16:creationId xmlns:a16="http://schemas.microsoft.com/office/drawing/2014/main" id="{9AFC6B20-9000-44FD-745D-9D557C61C649}"/>
                  </a:ext>
                </a:extLst>
              </p:cNvPr>
              <p:cNvSpPr/>
              <p:nvPr/>
            </p:nvSpPr>
            <p:spPr>
              <a:xfrm>
                <a:off x="5101595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g1827">
                <a:extLst>
                  <a:ext uri="{FF2B5EF4-FFF2-40B4-BE49-F238E27FC236}">
                    <a16:creationId xmlns:a16="http://schemas.microsoft.com/office/drawing/2014/main" id="{9246D218-6672-D3E4-9BB0-272347074EDF}"/>
                  </a:ext>
                </a:extLst>
              </p:cNvPr>
              <p:cNvSpPr/>
              <p:nvPr/>
            </p:nvSpPr>
            <p:spPr>
              <a:xfrm>
                <a:off x="5113232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g1828">
                <a:extLst>
                  <a:ext uri="{FF2B5EF4-FFF2-40B4-BE49-F238E27FC236}">
                    <a16:creationId xmlns:a16="http://schemas.microsoft.com/office/drawing/2014/main" id="{171ABA0A-15B2-6E44-4363-7D0904FB5E9C}"/>
                  </a:ext>
                </a:extLst>
              </p:cNvPr>
              <p:cNvSpPr/>
              <p:nvPr/>
            </p:nvSpPr>
            <p:spPr>
              <a:xfrm>
                <a:off x="5124869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g1829">
                <a:extLst>
                  <a:ext uri="{FF2B5EF4-FFF2-40B4-BE49-F238E27FC236}">
                    <a16:creationId xmlns:a16="http://schemas.microsoft.com/office/drawing/2014/main" id="{0C5D78A6-C57D-7220-68D9-001AF698D6AA}"/>
                  </a:ext>
                </a:extLst>
              </p:cNvPr>
              <p:cNvSpPr/>
              <p:nvPr/>
            </p:nvSpPr>
            <p:spPr>
              <a:xfrm>
                <a:off x="5136507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g1830">
                <a:extLst>
                  <a:ext uri="{FF2B5EF4-FFF2-40B4-BE49-F238E27FC236}">
                    <a16:creationId xmlns:a16="http://schemas.microsoft.com/office/drawing/2014/main" id="{07E3A5FF-1120-75BE-4F48-3B5F2F435DC1}"/>
                  </a:ext>
                </a:extLst>
              </p:cNvPr>
              <p:cNvSpPr/>
              <p:nvPr/>
            </p:nvSpPr>
            <p:spPr>
              <a:xfrm>
                <a:off x="5148144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4">
                  <a:alpha val="100000"/>
                </a:srgbClr>
              </a:solidFill>
              <a:ln w="5420" cap="flat">
                <a:solidFill>
                  <a:srgbClr val="77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g1831">
                <a:extLst>
                  <a:ext uri="{FF2B5EF4-FFF2-40B4-BE49-F238E27FC236}">
                    <a16:creationId xmlns:a16="http://schemas.microsoft.com/office/drawing/2014/main" id="{D800DBC5-D9F0-DD89-6362-D080FA15305D}"/>
                  </a:ext>
                </a:extLst>
              </p:cNvPr>
              <p:cNvSpPr/>
              <p:nvPr/>
            </p:nvSpPr>
            <p:spPr>
              <a:xfrm>
                <a:off x="5159781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g1832">
                <a:extLst>
                  <a:ext uri="{FF2B5EF4-FFF2-40B4-BE49-F238E27FC236}">
                    <a16:creationId xmlns:a16="http://schemas.microsoft.com/office/drawing/2014/main" id="{A3220F53-3194-4DA8-5E70-897486A36FB7}"/>
                  </a:ext>
                </a:extLst>
              </p:cNvPr>
              <p:cNvSpPr/>
              <p:nvPr/>
            </p:nvSpPr>
            <p:spPr>
              <a:xfrm>
                <a:off x="5171419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g1833">
                <a:extLst>
                  <a:ext uri="{FF2B5EF4-FFF2-40B4-BE49-F238E27FC236}">
                    <a16:creationId xmlns:a16="http://schemas.microsoft.com/office/drawing/2014/main" id="{926BCB7E-3DC6-F2F5-75A9-DC6631B38CF8}"/>
                  </a:ext>
                </a:extLst>
              </p:cNvPr>
              <p:cNvSpPr/>
              <p:nvPr/>
            </p:nvSpPr>
            <p:spPr>
              <a:xfrm>
                <a:off x="5183056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g1834">
                <a:extLst>
                  <a:ext uri="{FF2B5EF4-FFF2-40B4-BE49-F238E27FC236}">
                    <a16:creationId xmlns:a16="http://schemas.microsoft.com/office/drawing/2014/main" id="{E7324E72-005A-1A14-5CAA-A861C3D56FC6}"/>
                  </a:ext>
                </a:extLst>
              </p:cNvPr>
              <p:cNvSpPr/>
              <p:nvPr/>
            </p:nvSpPr>
            <p:spPr>
              <a:xfrm>
                <a:off x="519469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g1835">
                <a:extLst>
                  <a:ext uri="{FF2B5EF4-FFF2-40B4-BE49-F238E27FC236}">
                    <a16:creationId xmlns:a16="http://schemas.microsoft.com/office/drawing/2014/main" id="{D37B180A-ADAA-461F-2EB8-C83232836EDC}"/>
                  </a:ext>
                </a:extLst>
              </p:cNvPr>
              <p:cNvSpPr/>
              <p:nvPr/>
            </p:nvSpPr>
            <p:spPr>
              <a:xfrm>
                <a:off x="5020133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g1836">
                <a:extLst>
                  <a:ext uri="{FF2B5EF4-FFF2-40B4-BE49-F238E27FC236}">
                    <a16:creationId xmlns:a16="http://schemas.microsoft.com/office/drawing/2014/main" id="{6DF08D1C-83AD-C496-0A03-D1AFCD8B0E5E}"/>
                  </a:ext>
                </a:extLst>
              </p:cNvPr>
              <p:cNvSpPr/>
              <p:nvPr/>
            </p:nvSpPr>
            <p:spPr>
              <a:xfrm>
                <a:off x="5031771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g1837">
                <a:extLst>
                  <a:ext uri="{FF2B5EF4-FFF2-40B4-BE49-F238E27FC236}">
                    <a16:creationId xmlns:a16="http://schemas.microsoft.com/office/drawing/2014/main" id="{E5BC083A-9CF2-00D4-5DE4-766912AAB2AC}"/>
                  </a:ext>
                </a:extLst>
              </p:cNvPr>
              <p:cNvSpPr/>
              <p:nvPr/>
            </p:nvSpPr>
            <p:spPr>
              <a:xfrm>
                <a:off x="5043408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g1838">
                <a:extLst>
                  <a:ext uri="{FF2B5EF4-FFF2-40B4-BE49-F238E27FC236}">
                    <a16:creationId xmlns:a16="http://schemas.microsoft.com/office/drawing/2014/main" id="{1B284D8A-127C-FBED-F312-01571AD96C40}"/>
                  </a:ext>
                </a:extLst>
              </p:cNvPr>
              <p:cNvSpPr/>
              <p:nvPr/>
            </p:nvSpPr>
            <p:spPr>
              <a:xfrm>
                <a:off x="5055045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g1839">
                <a:extLst>
                  <a:ext uri="{FF2B5EF4-FFF2-40B4-BE49-F238E27FC236}">
                    <a16:creationId xmlns:a16="http://schemas.microsoft.com/office/drawing/2014/main" id="{218FBE8F-376A-E890-3BBD-65808611D0C3}"/>
                  </a:ext>
                </a:extLst>
              </p:cNvPr>
              <p:cNvSpPr/>
              <p:nvPr/>
            </p:nvSpPr>
            <p:spPr>
              <a:xfrm>
                <a:off x="5066683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g1840">
                <a:extLst>
                  <a:ext uri="{FF2B5EF4-FFF2-40B4-BE49-F238E27FC236}">
                    <a16:creationId xmlns:a16="http://schemas.microsoft.com/office/drawing/2014/main" id="{FE0A21C7-D998-BD7C-A475-68E29AFC7A58}"/>
                  </a:ext>
                </a:extLst>
              </p:cNvPr>
              <p:cNvSpPr/>
              <p:nvPr/>
            </p:nvSpPr>
            <p:spPr>
              <a:xfrm>
                <a:off x="5078320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g1841">
                <a:extLst>
                  <a:ext uri="{FF2B5EF4-FFF2-40B4-BE49-F238E27FC236}">
                    <a16:creationId xmlns:a16="http://schemas.microsoft.com/office/drawing/2014/main" id="{3F70BE87-EB97-ED21-A2A0-E37B60C8DE47}"/>
                  </a:ext>
                </a:extLst>
              </p:cNvPr>
              <p:cNvSpPr/>
              <p:nvPr/>
            </p:nvSpPr>
            <p:spPr>
              <a:xfrm>
                <a:off x="5089957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g1842">
                <a:extLst>
                  <a:ext uri="{FF2B5EF4-FFF2-40B4-BE49-F238E27FC236}">
                    <a16:creationId xmlns:a16="http://schemas.microsoft.com/office/drawing/2014/main" id="{2F1EEEB8-6AE6-0877-3A7B-168B41CE016E}"/>
                  </a:ext>
                </a:extLst>
              </p:cNvPr>
              <p:cNvSpPr/>
              <p:nvPr/>
            </p:nvSpPr>
            <p:spPr>
              <a:xfrm>
                <a:off x="5101595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g1843">
                <a:extLst>
                  <a:ext uri="{FF2B5EF4-FFF2-40B4-BE49-F238E27FC236}">
                    <a16:creationId xmlns:a16="http://schemas.microsoft.com/office/drawing/2014/main" id="{73B8FD6F-138B-E6B7-BA7C-598A215ED3A1}"/>
                  </a:ext>
                </a:extLst>
              </p:cNvPr>
              <p:cNvSpPr/>
              <p:nvPr/>
            </p:nvSpPr>
            <p:spPr>
              <a:xfrm>
                <a:off x="5113232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g1844">
                <a:extLst>
                  <a:ext uri="{FF2B5EF4-FFF2-40B4-BE49-F238E27FC236}">
                    <a16:creationId xmlns:a16="http://schemas.microsoft.com/office/drawing/2014/main" id="{8083B376-4EE7-8BDC-C966-9F19B6BB08AB}"/>
                  </a:ext>
                </a:extLst>
              </p:cNvPr>
              <p:cNvSpPr/>
              <p:nvPr/>
            </p:nvSpPr>
            <p:spPr>
              <a:xfrm>
                <a:off x="5124869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g1845">
                <a:extLst>
                  <a:ext uri="{FF2B5EF4-FFF2-40B4-BE49-F238E27FC236}">
                    <a16:creationId xmlns:a16="http://schemas.microsoft.com/office/drawing/2014/main" id="{F72D53BF-DDFE-C0E1-65FC-6D38C51ECE53}"/>
                  </a:ext>
                </a:extLst>
              </p:cNvPr>
              <p:cNvSpPr/>
              <p:nvPr/>
            </p:nvSpPr>
            <p:spPr>
              <a:xfrm>
                <a:off x="5136507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g1846">
                <a:extLst>
                  <a:ext uri="{FF2B5EF4-FFF2-40B4-BE49-F238E27FC236}">
                    <a16:creationId xmlns:a16="http://schemas.microsoft.com/office/drawing/2014/main" id="{039E5324-553F-C3BA-7C1A-632499082737}"/>
                  </a:ext>
                </a:extLst>
              </p:cNvPr>
              <p:cNvSpPr/>
              <p:nvPr/>
            </p:nvSpPr>
            <p:spPr>
              <a:xfrm>
                <a:off x="5148144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g1847">
                <a:extLst>
                  <a:ext uri="{FF2B5EF4-FFF2-40B4-BE49-F238E27FC236}">
                    <a16:creationId xmlns:a16="http://schemas.microsoft.com/office/drawing/2014/main" id="{25046F6F-5311-FC22-EE6A-6CE7CE874F08}"/>
                  </a:ext>
                </a:extLst>
              </p:cNvPr>
              <p:cNvSpPr/>
              <p:nvPr/>
            </p:nvSpPr>
            <p:spPr>
              <a:xfrm>
                <a:off x="5159781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g1848">
                <a:extLst>
                  <a:ext uri="{FF2B5EF4-FFF2-40B4-BE49-F238E27FC236}">
                    <a16:creationId xmlns:a16="http://schemas.microsoft.com/office/drawing/2014/main" id="{416201E4-1DB1-F52C-C7BE-C48B1B990674}"/>
                  </a:ext>
                </a:extLst>
              </p:cNvPr>
              <p:cNvSpPr/>
              <p:nvPr/>
            </p:nvSpPr>
            <p:spPr>
              <a:xfrm>
                <a:off x="5171419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g1849">
                <a:extLst>
                  <a:ext uri="{FF2B5EF4-FFF2-40B4-BE49-F238E27FC236}">
                    <a16:creationId xmlns:a16="http://schemas.microsoft.com/office/drawing/2014/main" id="{F2BAF4AD-C07D-4FBB-B7D7-E9E3C274FC5F}"/>
                  </a:ext>
                </a:extLst>
              </p:cNvPr>
              <p:cNvSpPr/>
              <p:nvPr/>
            </p:nvSpPr>
            <p:spPr>
              <a:xfrm>
                <a:off x="5183056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g1850">
                <a:extLst>
                  <a:ext uri="{FF2B5EF4-FFF2-40B4-BE49-F238E27FC236}">
                    <a16:creationId xmlns:a16="http://schemas.microsoft.com/office/drawing/2014/main" id="{610F08B2-A929-CB10-DF12-3E159666B72E}"/>
                  </a:ext>
                </a:extLst>
              </p:cNvPr>
              <p:cNvSpPr/>
              <p:nvPr/>
            </p:nvSpPr>
            <p:spPr>
              <a:xfrm>
                <a:off x="5020133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4">
                  <a:alpha val="100000"/>
                </a:srgbClr>
              </a:solidFill>
              <a:ln w="5420" cap="flat">
                <a:solidFill>
                  <a:srgbClr val="77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g1851">
                <a:extLst>
                  <a:ext uri="{FF2B5EF4-FFF2-40B4-BE49-F238E27FC236}">
                    <a16:creationId xmlns:a16="http://schemas.microsoft.com/office/drawing/2014/main" id="{DA8D96F3-F724-6EE7-0E02-464BA535B893}"/>
                  </a:ext>
                </a:extLst>
              </p:cNvPr>
              <p:cNvSpPr/>
              <p:nvPr/>
            </p:nvSpPr>
            <p:spPr>
              <a:xfrm>
                <a:off x="5031771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g1852">
                <a:extLst>
                  <a:ext uri="{FF2B5EF4-FFF2-40B4-BE49-F238E27FC236}">
                    <a16:creationId xmlns:a16="http://schemas.microsoft.com/office/drawing/2014/main" id="{30D72C36-0801-3B82-AD7B-320787D94B42}"/>
                  </a:ext>
                </a:extLst>
              </p:cNvPr>
              <p:cNvSpPr/>
              <p:nvPr/>
            </p:nvSpPr>
            <p:spPr>
              <a:xfrm>
                <a:off x="5043408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g1853">
                <a:extLst>
                  <a:ext uri="{FF2B5EF4-FFF2-40B4-BE49-F238E27FC236}">
                    <a16:creationId xmlns:a16="http://schemas.microsoft.com/office/drawing/2014/main" id="{2DC314CC-D147-9B2A-B8D0-5F7317B1801F}"/>
                  </a:ext>
                </a:extLst>
              </p:cNvPr>
              <p:cNvSpPr/>
              <p:nvPr/>
            </p:nvSpPr>
            <p:spPr>
              <a:xfrm>
                <a:off x="5055045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g1854">
                <a:extLst>
                  <a:ext uri="{FF2B5EF4-FFF2-40B4-BE49-F238E27FC236}">
                    <a16:creationId xmlns:a16="http://schemas.microsoft.com/office/drawing/2014/main" id="{48DA645A-CCB9-9399-876E-86F7B32E9105}"/>
                  </a:ext>
                </a:extLst>
              </p:cNvPr>
              <p:cNvSpPr/>
              <p:nvPr/>
            </p:nvSpPr>
            <p:spPr>
              <a:xfrm>
                <a:off x="5066683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g1855">
                <a:extLst>
                  <a:ext uri="{FF2B5EF4-FFF2-40B4-BE49-F238E27FC236}">
                    <a16:creationId xmlns:a16="http://schemas.microsoft.com/office/drawing/2014/main" id="{2775642B-2306-DBB0-F8F1-A2AC9587303A}"/>
                  </a:ext>
                </a:extLst>
              </p:cNvPr>
              <p:cNvSpPr/>
              <p:nvPr/>
            </p:nvSpPr>
            <p:spPr>
              <a:xfrm>
                <a:off x="5078320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g1856">
                <a:extLst>
                  <a:ext uri="{FF2B5EF4-FFF2-40B4-BE49-F238E27FC236}">
                    <a16:creationId xmlns:a16="http://schemas.microsoft.com/office/drawing/2014/main" id="{EC88F5D8-CFA5-8413-31C5-D5982A46CD9C}"/>
                  </a:ext>
                </a:extLst>
              </p:cNvPr>
              <p:cNvSpPr/>
              <p:nvPr/>
            </p:nvSpPr>
            <p:spPr>
              <a:xfrm>
                <a:off x="5089957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g1857">
                <a:extLst>
                  <a:ext uri="{FF2B5EF4-FFF2-40B4-BE49-F238E27FC236}">
                    <a16:creationId xmlns:a16="http://schemas.microsoft.com/office/drawing/2014/main" id="{C2470D02-63CD-5972-FEAE-EA1B363DF2B2}"/>
                  </a:ext>
                </a:extLst>
              </p:cNvPr>
              <p:cNvSpPr/>
              <p:nvPr/>
            </p:nvSpPr>
            <p:spPr>
              <a:xfrm>
                <a:off x="5101595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g1858">
                <a:extLst>
                  <a:ext uri="{FF2B5EF4-FFF2-40B4-BE49-F238E27FC236}">
                    <a16:creationId xmlns:a16="http://schemas.microsoft.com/office/drawing/2014/main" id="{6C407946-8788-F7C4-8793-082C43E48852}"/>
                  </a:ext>
                </a:extLst>
              </p:cNvPr>
              <p:cNvSpPr/>
              <p:nvPr/>
            </p:nvSpPr>
            <p:spPr>
              <a:xfrm>
                <a:off x="5113232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g1859">
                <a:extLst>
                  <a:ext uri="{FF2B5EF4-FFF2-40B4-BE49-F238E27FC236}">
                    <a16:creationId xmlns:a16="http://schemas.microsoft.com/office/drawing/2014/main" id="{2CC0FE04-F483-DBB1-D224-7075BAD9B662}"/>
                  </a:ext>
                </a:extLst>
              </p:cNvPr>
              <p:cNvSpPr/>
              <p:nvPr/>
            </p:nvSpPr>
            <p:spPr>
              <a:xfrm>
                <a:off x="5124869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g1860">
                <a:extLst>
                  <a:ext uri="{FF2B5EF4-FFF2-40B4-BE49-F238E27FC236}">
                    <a16:creationId xmlns:a16="http://schemas.microsoft.com/office/drawing/2014/main" id="{F750BD49-F1E8-6E9E-060B-1E8F6123A0F3}"/>
                  </a:ext>
                </a:extLst>
              </p:cNvPr>
              <p:cNvSpPr/>
              <p:nvPr/>
            </p:nvSpPr>
            <p:spPr>
              <a:xfrm>
                <a:off x="5136507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g1861">
                <a:extLst>
                  <a:ext uri="{FF2B5EF4-FFF2-40B4-BE49-F238E27FC236}">
                    <a16:creationId xmlns:a16="http://schemas.microsoft.com/office/drawing/2014/main" id="{ADD39C18-8B9F-20DA-DE39-EB757A0FB8AD}"/>
                  </a:ext>
                </a:extLst>
              </p:cNvPr>
              <p:cNvSpPr/>
              <p:nvPr/>
            </p:nvSpPr>
            <p:spPr>
              <a:xfrm>
                <a:off x="5148144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g1862">
                <a:extLst>
                  <a:ext uri="{FF2B5EF4-FFF2-40B4-BE49-F238E27FC236}">
                    <a16:creationId xmlns:a16="http://schemas.microsoft.com/office/drawing/2014/main" id="{ADEAE611-60B0-90D8-CDF8-82CC6992CA70}"/>
                  </a:ext>
                </a:extLst>
              </p:cNvPr>
              <p:cNvSpPr/>
              <p:nvPr/>
            </p:nvSpPr>
            <p:spPr>
              <a:xfrm>
                <a:off x="5159781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g1863">
                <a:extLst>
                  <a:ext uri="{FF2B5EF4-FFF2-40B4-BE49-F238E27FC236}">
                    <a16:creationId xmlns:a16="http://schemas.microsoft.com/office/drawing/2014/main" id="{247B6522-9D0E-1C7A-A0C8-2C23FB8CC3C4}"/>
                  </a:ext>
                </a:extLst>
              </p:cNvPr>
              <p:cNvSpPr/>
              <p:nvPr/>
            </p:nvSpPr>
            <p:spPr>
              <a:xfrm>
                <a:off x="5171419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g1864">
                <a:extLst>
                  <a:ext uri="{FF2B5EF4-FFF2-40B4-BE49-F238E27FC236}">
                    <a16:creationId xmlns:a16="http://schemas.microsoft.com/office/drawing/2014/main" id="{DACF22EA-B8D9-0376-8741-C9EEFD41DE37}"/>
                  </a:ext>
                </a:extLst>
              </p:cNvPr>
              <p:cNvSpPr/>
              <p:nvPr/>
            </p:nvSpPr>
            <p:spPr>
              <a:xfrm>
                <a:off x="5008496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g1865">
                <a:extLst>
                  <a:ext uri="{FF2B5EF4-FFF2-40B4-BE49-F238E27FC236}">
                    <a16:creationId xmlns:a16="http://schemas.microsoft.com/office/drawing/2014/main" id="{8A75D882-71E0-BF0B-63B6-B5436E9F8292}"/>
                  </a:ext>
                </a:extLst>
              </p:cNvPr>
              <p:cNvSpPr/>
              <p:nvPr/>
            </p:nvSpPr>
            <p:spPr>
              <a:xfrm>
                <a:off x="5020133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g1866">
                <a:extLst>
                  <a:ext uri="{FF2B5EF4-FFF2-40B4-BE49-F238E27FC236}">
                    <a16:creationId xmlns:a16="http://schemas.microsoft.com/office/drawing/2014/main" id="{B1F16ECF-7928-FEAC-6B59-20E3B2C6331A}"/>
                  </a:ext>
                </a:extLst>
              </p:cNvPr>
              <p:cNvSpPr/>
              <p:nvPr/>
            </p:nvSpPr>
            <p:spPr>
              <a:xfrm>
                <a:off x="5031771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g1867">
                <a:extLst>
                  <a:ext uri="{FF2B5EF4-FFF2-40B4-BE49-F238E27FC236}">
                    <a16:creationId xmlns:a16="http://schemas.microsoft.com/office/drawing/2014/main" id="{35B3D81E-6BBE-04BF-8843-D15FCECA5EE6}"/>
                  </a:ext>
                </a:extLst>
              </p:cNvPr>
              <p:cNvSpPr/>
              <p:nvPr/>
            </p:nvSpPr>
            <p:spPr>
              <a:xfrm>
                <a:off x="5043408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g1868">
                <a:extLst>
                  <a:ext uri="{FF2B5EF4-FFF2-40B4-BE49-F238E27FC236}">
                    <a16:creationId xmlns:a16="http://schemas.microsoft.com/office/drawing/2014/main" id="{94878256-5E32-C8F8-BD2B-08DC1EA46F29}"/>
                  </a:ext>
                </a:extLst>
              </p:cNvPr>
              <p:cNvSpPr/>
              <p:nvPr/>
            </p:nvSpPr>
            <p:spPr>
              <a:xfrm>
                <a:off x="5055045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g1869">
                <a:extLst>
                  <a:ext uri="{FF2B5EF4-FFF2-40B4-BE49-F238E27FC236}">
                    <a16:creationId xmlns:a16="http://schemas.microsoft.com/office/drawing/2014/main" id="{A9651DE4-C6F9-195F-5854-703D0C60A708}"/>
                  </a:ext>
                </a:extLst>
              </p:cNvPr>
              <p:cNvSpPr/>
              <p:nvPr/>
            </p:nvSpPr>
            <p:spPr>
              <a:xfrm>
                <a:off x="5066683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g1870">
                <a:extLst>
                  <a:ext uri="{FF2B5EF4-FFF2-40B4-BE49-F238E27FC236}">
                    <a16:creationId xmlns:a16="http://schemas.microsoft.com/office/drawing/2014/main" id="{ED8BABFF-3263-5273-AF9D-7CD99DDD73DD}"/>
                  </a:ext>
                </a:extLst>
              </p:cNvPr>
              <p:cNvSpPr/>
              <p:nvPr/>
            </p:nvSpPr>
            <p:spPr>
              <a:xfrm>
                <a:off x="5078320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g1871">
                <a:extLst>
                  <a:ext uri="{FF2B5EF4-FFF2-40B4-BE49-F238E27FC236}">
                    <a16:creationId xmlns:a16="http://schemas.microsoft.com/office/drawing/2014/main" id="{18435F2D-E5FD-BE03-2259-1130ED02F3EF}"/>
                  </a:ext>
                </a:extLst>
              </p:cNvPr>
              <p:cNvSpPr/>
              <p:nvPr/>
            </p:nvSpPr>
            <p:spPr>
              <a:xfrm>
                <a:off x="5089957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g1872">
                <a:extLst>
                  <a:ext uri="{FF2B5EF4-FFF2-40B4-BE49-F238E27FC236}">
                    <a16:creationId xmlns:a16="http://schemas.microsoft.com/office/drawing/2014/main" id="{C4865930-13FA-C2E1-1AF3-2C0015BBF59C}"/>
                  </a:ext>
                </a:extLst>
              </p:cNvPr>
              <p:cNvSpPr/>
              <p:nvPr/>
            </p:nvSpPr>
            <p:spPr>
              <a:xfrm>
                <a:off x="5101595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g1873">
                <a:extLst>
                  <a:ext uri="{FF2B5EF4-FFF2-40B4-BE49-F238E27FC236}">
                    <a16:creationId xmlns:a16="http://schemas.microsoft.com/office/drawing/2014/main" id="{4661FB56-EA5B-89D1-7000-F22F02D303AF}"/>
                  </a:ext>
                </a:extLst>
              </p:cNvPr>
              <p:cNvSpPr/>
              <p:nvPr/>
            </p:nvSpPr>
            <p:spPr>
              <a:xfrm>
                <a:off x="5113232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g1874">
                <a:extLst>
                  <a:ext uri="{FF2B5EF4-FFF2-40B4-BE49-F238E27FC236}">
                    <a16:creationId xmlns:a16="http://schemas.microsoft.com/office/drawing/2014/main" id="{DB0475E9-CDA5-DCEF-DB15-9CA8D474F7D9}"/>
                  </a:ext>
                </a:extLst>
              </p:cNvPr>
              <p:cNvSpPr/>
              <p:nvPr/>
            </p:nvSpPr>
            <p:spPr>
              <a:xfrm>
                <a:off x="5124869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g1875">
                <a:extLst>
                  <a:ext uri="{FF2B5EF4-FFF2-40B4-BE49-F238E27FC236}">
                    <a16:creationId xmlns:a16="http://schemas.microsoft.com/office/drawing/2014/main" id="{1B9B7D5B-D36A-66B5-A38D-B575F22D9D5D}"/>
                  </a:ext>
                </a:extLst>
              </p:cNvPr>
              <p:cNvSpPr/>
              <p:nvPr/>
            </p:nvSpPr>
            <p:spPr>
              <a:xfrm>
                <a:off x="5136507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g1876">
                <a:extLst>
                  <a:ext uri="{FF2B5EF4-FFF2-40B4-BE49-F238E27FC236}">
                    <a16:creationId xmlns:a16="http://schemas.microsoft.com/office/drawing/2014/main" id="{0A2D99EE-EA2E-26F2-FFE9-A564AD3D865B}"/>
                  </a:ext>
                </a:extLst>
              </p:cNvPr>
              <p:cNvSpPr/>
              <p:nvPr/>
            </p:nvSpPr>
            <p:spPr>
              <a:xfrm>
                <a:off x="5148144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g1877">
                <a:extLst>
                  <a:ext uri="{FF2B5EF4-FFF2-40B4-BE49-F238E27FC236}">
                    <a16:creationId xmlns:a16="http://schemas.microsoft.com/office/drawing/2014/main" id="{E117A3EF-3BBF-0ACB-B06C-7650553B97AE}"/>
                  </a:ext>
                </a:extLst>
              </p:cNvPr>
              <p:cNvSpPr/>
              <p:nvPr/>
            </p:nvSpPr>
            <p:spPr>
              <a:xfrm>
                <a:off x="5008496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g1878">
                <a:extLst>
                  <a:ext uri="{FF2B5EF4-FFF2-40B4-BE49-F238E27FC236}">
                    <a16:creationId xmlns:a16="http://schemas.microsoft.com/office/drawing/2014/main" id="{EC5A0FA6-E05F-E827-C877-CF584450FC4F}"/>
                  </a:ext>
                </a:extLst>
              </p:cNvPr>
              <p:cNvSpPr/>
              <p:nvPr/>
            </p:nvSpPr>
            <p:spPr>
              <a:xfrm>
                <a:off x="5020133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g1879">
                <a:extLst>
                  <a:ext uri="{FF2B5EF4-FFF2-40B4-BE49-F238E27FC236}">
                    <a16:creationId xmlns:a16="http://schemas.microsoft.com/office/drawing/2014/main" id="{5088486D-FD4B-47EA-C451-9F05EDD90C47}"/>
                  </a:ext>
                </a:extLst>
              </p:cNvPr>
              <p:cNvSpPr/>
              <p:nvPr/>
            </p:nvSpPr>
            <p:spPr>
              <a:xfrm>
                <a:off x="5031771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g1880">
                <a:extLst>
                  <a:ext uri="{FF2B5EF4-FFF2-40B4-BE49-F238E27FC236}">
                    <a16:creationId xmlns:a16="http://schemas.microsoft.com/office/drawing/2014/main" id="{F94C855D-71B5-E855-A6E6-B9F1676AD12E}"/>
                  </a:ext>
                </a:extLst>
              </p:cNvPr>
              <p:cNvSpPr/>
              <p:nvPr/>
            </p:nvSpPr>
            <p:spPr>
              <a:xfrm>
                <a:off x="5043408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g1881">
                <a:extLst>
                  <a:ext uri="{FF2B5EF4-FFF2-40B4-BE49-F238E27FC236}">
                    <a16:creationId xmlns:a16="http://schemas.microsoft.com/office/drawing/2014/main" id="{B3A62898-2460-40D7-36E4-E644E4C6EEB4}"/>
                  </a:ext>
                </a:extLst>
              </p:cNvPr>
              <p:cNvSpPr/>
              <p:nvPr/>
            </p:nvSpPr>
            <p:spPr>
              <a:xfrm>
                <a:off x="5055045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g1882">
                <a:extLst>
                  <a:ext uri="{FF2B5EF4-FFF2-40B4-BE49-F238E27FC236}">
                    <a16:creationId xmlns:a16="http://schemas.microsoft.com/office/drawing/2014/main" id="{85B30FAD-110C-07B8-EE3F-D1734D1F288F}"/>
                  </a:ext>
                </a:extLst>
              </p:cNvPr>
              <p:cNvSpPr/>
              <p:nvPr/>
            </p:nvSpPr>
            <p:spPr>
              <a:xfrm>
                <a:off x="5066683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g1883">
                <a:extLst>
                  <a:ext uri="{FF2B5EF4-FFF2-40B4-BE49-F238E27FC236}">
                    <a16:creationId xmlns:a16="http://schemas.microsoft.com/office/drawing/2014/main" id="{4E90BE8A-6ACC-B7FB-6759-AC73E736E2CE}"/>
                  </a:ext>
                </a:extLst>
              </p:cNvPr>
              <p:cNvSpPr/>
              <p:nvPr/>
            </p:nvSpPr>
            <p:spPr>
              <a:xfrm>
                <a:off x="5078320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g1884">
                <a:extLst>
                  <a:ext uri="{FF2B5EF4-FFF2-40B4-BE49-F238E27FC236}">
                    <a16:creationId xmlns:a16="http://schemas.microsoft.com/office/drawing/2014/main" id="{9FE3E9A0-D501-A3A2-07B7-6BD02945180E}"/>
                  </a:ext>
                </a:extLst>
              </p:cNvPr>
              <p:cNvSpPr/>
              <p:nvPr/>
            </p:nvSpPr>
            <p:spPr>
              <a:xfrm>
                <a:off x="5089957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g1885">
                <a:extLst>
                  <a:ext uri="{FF2B5EF4-FFF2-40B4-BE49-F238E27FC236}">
                    <a16:creationId xmlns:a16="http://schemas.microsoft.com/office/drawing/2014/main" id="{B81D56E9-8BBF-5598-8866-507FB9BE7120}"/>
                  </a:ext>
                </a:extLst>
              </p:cNvPr>
              <p:cNvSpPr/>
              <p:nvPr/>
            </p:nvSpPr>
            <p:spPr>
              <a:xfrm>
                <a:off x="5101595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g1886">
                <a:extLst>
                  <a:ext uri="{FF2B5EF4-FFF2-40B4-BE49-F238E27FC236}">
                    <a16:creationId xmlns:a16="http://schemas.microsoft.com/office/drawing/2014/main" id="{93FEF2FA-5B68-9D5B-C027-9F00F7BCB0C5}"/>
                  </a:ext>
                </a:extLst>
              </p:cNvPr>
              <p:cNvSpPr/>
              <p:nvPr/>
            </p:nvSpPr>
            <p:spPr>
              <a:xfrm>
                <a:off x="5113232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g1887">
                <a:extLst>
                  <a:ext uri="{FF2B5EF4-FFF2-40B4-BE49-F238E27FC236}">
                    <a16:creationId xmlns:a16="http://schemas.microsoft.com/office/drawing/2014/main" id="{163D2D7A-7B9F-24E6-DEA4-7F02490B71A8}"/>
                  </a:ext>
                </a:extLst>
              </p:cNvPr>
              <p:cNvSpPr/>
              <p:nvPr/>
            </p:nvSpPr>
            <p:spPr>
              <a:xfrm>
                <a:off x="5124869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g1888">
                <a:extLst>
                  <a:ext uri="{FF2B5EF4-FFF2-40B4-BE49-F238E27FC236}">
                    <a16:creationId xmlns:a16="http://schemas.microsoft.com/office/drawing/2014/main" id="{7D6A7094-EE0C-DA22-C4DC-47E2CA114DE9}"/>
                  </a:ext>
                </a:extLst>
              </p:cNvPr>
              <p:cNvSpPr/>
              <p:nvPr/>
            </p:nvSpPr>
            <p:spPr>
              <a:xfrm>
                <a:off x="5136507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g1889">
                <a:extLst>
                  <a:ext uri="{FF2B5EF4-FFF2-40B4-BE49-F238E27FC236}">
                    <a16:creationId xmlns:a16="http://schemas.microsoft.com/office/drawing/2014/main" id="{13DADF3D-19F2-DD47-3B2D-A35F49FEFA5A}"/>
                  </a:ext>
                </a:extLst>
              </p:cNvPr>
              <p:cNvSpPr/>
              <p:nvPr/>
            </p:nvSpPr>
            <p:spPr>
              <a:xfrm>
                <a:off x="5008496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g1890">
                <a:extLst>
                  <a:ext uri="{FF2B5EF4-FFF2-40B4-BE49-F238E27FC236}">
                    <a16:creationId xmlns:a16="http://schemas.microsoft.com/office/drawing/2014/main" id="{7444AF9C-59D0-C8CF-8B11-D53F6E75A4F2}"/>
                  </a:ext>
                </a:extLst>
              </p:cNvPr>
              <p:cNvSpPr/>
              <p:nvPr/>
            </p:nvSpPr>
            <p:spPr>
              <a:xfrm>
                <a:off x="5020133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g1891">
                <a:extLst>
                  <a:ext uri="{FF2B5EF4-FFF2-40B4-BE49-F238E27FC236}">
                    <a16:creationId xmlns:a16="http://schemas.microsoft.com/office/drawing/2014/main" id="{E9C05FEB-E2B9-9AD2-E43F-B90C2ABD1ADE}"/>
                  </a:ext>
                </a:extLst>
              </p:cNvPr>
              <p:cNvSpPr/>
              <p:nvPr/>
            </p:nvSpPr>
            <p:spPr>
              <a:xfrm>
                <a:off x="5031771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g1892">
                <a:extLst>
                  <a:ext uri="{FF2B5EF4-FFF2-40B4-BE49-F238E27FC236}">
                    <a16:creationId xmlns:a16="http://schemas.microsoft.com/office/drawing/2014/main" id="{D6109DA8-2CDB-BB88-C7B3-E5AC1ECF189A}"/>
                  </a:ext>
                </a:extLst>
              </p:cNvPr>
              <p:cNvSpPr/>
              <p:nvPr/>
            </p:nvSpPr>
            <p:spPr>
              <a:xfrm>
                <a:off x="5043408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g1893">
                <a:extLst>
                  <a:ext uri="{FF2B5EF4-FFF2-40B4-BE49-F238E27FC236}">
                    <a16:creationId xmlns:a16="http://schemas.microsoft.com/office/drawing/2014/main" id="{8CF7522B-4A47-0E32-B61A-441D6A76AC3A}"/>
                  </a:ext>
                </a:extLst>
              </p:cNvPr>
              <p:cNvSpPr/>
              <p:nvPr/>
            </p:nvSpPr>
            <p:spPr>
              <a:xfrm>
                <a:off x="5055045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g1894">
                <a:extLst>
                  <a:ext uri="{FF2B5EF4-FFF2-40B4-BE49-F238E27FC236}">
                    <a16:creationId xmlns:a16="http://schemas.microsoft.com/office/drawing/2014/main" id="{7D0694C8-1E99-A71F-D087-8B531A8FE2F8}"/>
                  </a:ext>
                </a:extLst>
              </p:cNvPr>
              <p:cNvSpPr/>
              <p:nvPr/>
            </p:nvSpPr>
            <p:spPr>
              <a:xfrm>
                <a:off x="5066683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g1895">
                <a:extLst>
                  <a:ext uri="{FF2B5EF4-FFF2-40B4-BE49-F238E27FC236}">
                    <a16:creationId xmlns:a16="http://schemas.microsoft.com/office/drawing/2014/main" id="{586F06CF-81BA-B529-148C-D4D4B11F7F50}"/>
                  </a:ext>
                </a:extLst>
              </p:cNvPr>
              <p:cNvSpPr/>
              <p:nvPr/>
            </p:nvSpPr>
            <p:spPr>
              <a:xfrm>
                <a:off x="5078320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g1896">
                <a:extLst>
                  <a:ext uri="{FF2B5EF4-FFF2-40B4-BE49-F238E27FC236}">
                    <a16:creationId xmlns:a16="http://schemas.microsoft.com/office/drawing/2014/main" id="{0F8439CF-FE4B-1518-F622-86BF8E2E8AE2}"/>
                  </a:ext>
                </a:extLst>
              </p:cNvPr>
              <p:cNvSpPr/>
              <p:nvPr/>
            </p:nvSpPr>
            <p:spPr>
              <a:xfrm>
                <a:off x="5089957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g1897">
                <a:extLst>
                  <a:ext uri="{FF2B5EF4-FFF2-40B4-BE49-F238E27FC236}">
                    <a16:creationId xmlns:a16="http://schemas.microsoft.com/office/drawing/2014/main" id="{31674950-A75E-755E-47E0-A49ED5BB2E0D}"/>
                  </a:ext>
                </a:extLst>
              </p:cNvPr>
              <p:cNvSpPr/>
              <p:nvPr/>
            </p:nvSpPr>
            <p:spPr>
              <a:xfrm>
                <a:off x="5101595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g1898">
                <a:extLst>
                  <a:ext uri="{FF2B5EF4-FFF2-40B4-BE49-F238E27FC236}">
                    <a16:creationId xmlns:a16="http://schemas.microsoft.com/office/drawing/2014/main" id="{9E00D20B-050A-B02A-2A29-B432F9E06D14}"/>
                  </a:ext>
                </a:extLst>
              </p:cNvPr>
              <p:cNvSpPr/>
              <p:nvPr/>
            </p:nvSpPr>
            <p:spPr>
              <a:xfrm>
                <a:off x="5113232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g1899">
                <a:extLst>
                  <a:ext uri="{FF2B5EF4-FFF2-40B4-BE49-F238E27FC236}">
                    <a16:creationId xmlns:a16="http://schemas.microsoft.com/office/drawing/2014/main" id="{ECC455B3-3307-3E21-E907-C4BF82C59E36}"/>
                  </a:ext>
                </a:extLst>
              </p:cNvPr>
              <p:cNvSpPr/>
              <p:nvPr/>
            </p:nvSpPr>
            <p:spPr>
              <a:xfrm>
                <a:off x="5124869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g1900">
                <a:extLst>
                  <a:ext uri="{FF2B5EF4-FFF2-40B4-BE49-F238E27FC236}">
                    <a16:creationId xmlns:a16="http://schemas.microsoft.com/office/drawing/2014/main" id="{36C74E18-4F9D-CAC9-B13A-C2CD2517E56F}"/>
                  </a:ext>
                </a:extLst>
              </p:cNvPr>
              <p:cNvSpPr/>
              <p:nvPr/>
            </p:nvSpPr>
            <p:spPr>
              <a:xfrm>
                <a:off x="4985221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g1901">
                <a:extLst>
                  <a:ext uri="{FF2B5EF4-FFF2-40B4-BE49-F238E27FC236}">
                    <a16:creationId xmlns:a16="http://schemas.microsoft.com/office/drawing/2014/main" id="{AB137494-2A98-6148-D756-E016A433FBAD}"/>
                  </a:ext>
                </a:extLst>
              </p:cNvPr>
              <p:cNvSpPr/>
              <p:nvPr/>
            </p:nvSpPr>
            <p:spPr>
              <a:xfrm>
                <a:off x="4996859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g1902">
                <a:extLst>
                  <a:ext uri="{FF2B5EF4-FFF2-40B4-BE49-F238E27FC236}">
                    <a16:creationId xmlns:a16="http://schemas.microsoft.com/office/drawing/2014/main" id="{838BBD8D-43C7-294F-3874-CBA489CCC419}"/>
                  </a:ext>
                </a:extLst>
              </p:cNvPr>
              <p:cNvSpPr/>
              <p:nvPr/>
            </p:nvSpPr>
            <p:spPr>
              <a:xfrm>
                <a:off x="5008496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g1903">
                <a:extLst>
                  <a:ext uri="{FF2B5EF4-FFF2-40B4-BE49-F238E27FC236}">
                    <a16:creationId xmlns:a16="http://schemas.microsoft.com/office/drawing/2014/main" id="{2E18F195-A42C-5242-DC8D-EEF418557046}"/>
                  </a:ext>
                </a:extLst>
              </p:cNvPr>
              <p:cNvSpPr/>
              <p:nvPr/>
            </p:nvSpPr>
            <p:spPr>
              <a:xfrm>
                <a:off x="5020133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g1904">
                <a:extLst>
                  <a:ext uri="{FF2B5EF4-FFF2-40B4-BE49-F238E27FC236}">
                    <a16:creationId xmlns:a16="http://schemas.microsoft.com/office/drawing/2014/main" id="{5000207F-8695-0EAB-5C81-48FC73BEC8DE}"/>
                  </a:ext>
                </a:extLst>
              </p:cNvPr>
              <p:cNvSpPr/>
              <p:nvPr/>
            </p:nvSpPr>
            <p:spPr>
              <a:xfrm>
                <a:off x="5031771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g1905">
                <a:extLst>
                  <a:ext uri="{FF2B5EF4-FFF2-40B4-BE49-F238E27FC236}">
                    <a16:creationId xmlns:a16="http://schemas.microsoft.com/office/drawing/2014/main" id="{9CADEF62-7753-3DDE-47A6-517179F6120D}"/>
                  </a:ext>
                </a:extLst>
              </p:cNvPr>
              <p:cNvSpPr/>
              <p:nvPr/>
            </p:nvSpPr>
            <p:spPr>
              <a:xfrm>
                <a:off x="5043408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g1906">
                <a:extLst>
                  <a:ext uri="{FF2B5EF4-FFF2-40B4-BE49-F238E27FC236}">
                    <a16:creationId xmlns:a16="http://schemas.microsoft.com/office/drawing/2014/main" id="{EC22E42E-6463-063B-48CF-F2BE5D7A6730}"/>
                  </a:ext>
                </a:extLst>
              </p:cNvPr>
              <p:cNvSpPr/>
              <p:nvPr/>
            </p:nvSpPr>
            <p:spPr>
              <a:xfrm>
                <a:off x="5055045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g1907">
                <a:extLst>
                  <a:ext uri="{FF2B5EF4-FFF2-40B4-BE49-F238E27FC236}">
                    <a16:creationId xmlns:a16="http://schemas.microsoft.com/office/drawing/2014/main" id="{D91AC08C-09F0-5EDC-8498-82EDC732B58B}"/>
                  </a:ext>
                </a:extLst>
              </p:cNvPr>
              <p:cNvSpPr/>
              <p:nvPr/>
            </p:nvSpPr>
            <p:spPr>
              <a:xfrm>
                <a:off x="5066683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g1908">
                <a:extLst>
                  <a:ext uri="{FF2B5EF4-FFF2-40B4-BE49-F238E27FC236}">
                    <a16:creationId xmlns:a16="http://schemas.microsoft.com/office/drawing/2014/main" id="{92807EDC-8C9F-A0C7-BECA-73ACEF339689}"/>
                  </a:ext>
                </a:extLst>
              </p:cNvPr>
              <p:cNvSpPr/>
              <p:nvPr/>
            </p:nvSpPr>
            <p:spPr>
              <a:xfrm>
                <a:off x="5078320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g1909">
                <a:extLst>
                  <a:ext uri="{FF2B5EF4-FFF2-40B4-BE49-F238E27FC236}">
                    <a16:creationId xmlns:a16="http://schemas.microsoft.com/office/drawing/2014/main" id="{E4410772-E4F4-AEBA-08E0-476D447E593E}"/>
                  </a:ext>
                </a:extLst>
              </p:cNvPr>
              <p:cNvSpPr/>
              <p:nvPr/>
            </p:nvSpPr>
            <p:spPr>
              <a:xfrm>
                <a:off x="5089957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g1910">
                <a:extLst>
                  <a:ext uri="{FF2B5EF4-FFF2-40B4-BE49-F238E27FC236}">
                    <a16:creationId xmlns:a16="http://schemas.microsoft.com/office/drawing/2014/main" id="{707F853C-DF9F-FF56-DACE-F8560E3B086F}"/>
                  </a:ext>
                </a:extLst>
              </p:cNvPr>
              <p:cNvSpPr/>
              <p:nvPr/>
            </p:nvSpPr>
            <p:spPr>
              <a:xfrm>
                <a:off x="5101595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g1911">
                <a:extLst>
                  <a:ext uri="{FF2B5EF4-FFF2-40B4-BE49-F238E27FC236}">
                    <a16:creationId xmlns:a16="http://schemas.microsoft.com/office/drawing/2014/main" id="{8B47F59E-375E-0DC2-4697-79BAD5EB9C78}"/>
                  </a:ext>
                </a:extLst>
              </p:cNvPr>
              <p:cNvSpPr/>
              <p:nvPr/>
            </p:nvSpPr>
            <p:spPr>
              <a:xfrm>
                <a:off x="5113232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g1912">
                <a:extLst>
                  <a:ext uri="{FF2B5EF4-FFF2-40B4-BE49-F238E27FC236}">
                    <a16:creationId xmlns:a16="http://schemas.microsoft.com/office/drawing/2014/main" id="{A65B2FE2-74DC-229D-164E-119199830F49}"/>
                  </a:ext>
                </a:extLst>
              </p:cNvPr>
              <p:cNvSpPr/>
              <p:nvPr/>
            </p:nvSpPr>
            <p:spPr>
              <a:xfrm>
                <a:off x="5124869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g1913">
                <a:extLst>
                  <a:ext uri="{FF2B5EF4-FFF2-40B4-BE49-F238E27FC236}">
                    <a16:creationId xmlns:a16="http://schemas.microsoft.com/office/drawing/2014/main" id="{89E056D8-F0AD-E9F7-D7BB-83859529427B}"/>
                  </a:ext>
                </a:extLst>
              </p:cNvPr>
              <p:cNvSpPr/>
              <p:nvPr/>
            </p:nvSpPr>
            <p:spPr>
              <a:xfrm>
                <a:off x="4973584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g1914">
                <a:extLst>
                  <a:ext uri="{FF2B5EF4-FFF2-40B4-BE49-F238E27FC236}">
                    <a16:creationId xmlns:a16="http://schemas.microsoft.com/office/drawing/2014/main" id="{4E3C318E-1C95-27B6-611A-097C8509BD21}"/>
                  </a:ext>
                </a:extLst>
              </p:cNvPr>
              <p:cNvSpPr/>
              <p:nvPr/>
            </p:nvSpPr>
            <p:spPr>
              <a:xfrm>
                <a:off x="4985221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g1915">
                <a:extLst>
                  <a:ext uri="{FF2B5EF4-FFF2-40B4-BE49-F238E27FC236}">
                    <a16:creationId xmlns:a16="http://schemas.microsoft.com/office/drawing/2014/main" id="{04194657-F286-29CA-9C9A-4BEF85F2A530}"/>
                  </a:ext>
                </a:extLst>
              </p:cNvPr>
              <p:cNvSpPr/>
              <p:nvPr/>
            </p:nvSpPr>
            <p:spPr>
              <a:xfrm>
                <a:off x="4996859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g1916">
                <a:extLst>
                  <a:ext uri="{FF2B5EF4-FFF2-40B4-BE49-F238E27FC236}">
                    <a16:creationId xmlns:a16="http://schemas.microsoft.com/office/drawing/2014/main" id="{2FF0D1B6-FA5B-1723-7447-1E36769D7163}"/>
                  </a:ext>
                </a:extLst>
              </p:cNvPr>
              <p:cNvSpPr/>
              <p:nvPr/>
            </p:nvSpPr>
            <p:spPr>
              <a:xfrm>
                <a:off x="5008496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g1917">
                <a:extLst>
                  <a:ext uri="{FF2B5EF4-FFF2-40B4-BE49-F238E27FC236}">
                    <a16:creationId xmlns:a16="http://schemas.microsoft.com/office/drawing/2014/main" id="{3A8C89D4-A225-AEF3-4284-C26C2A610635}"/>
                  </a:ext>
                </a:extLst>
              </p:cNvPr>
              <p:cNvSpPr/>
              <p:nvPr/>
            </p:nvSpPr>
            <p:spPr>
              <a:xfrm>
                <a:off x="5020133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g1918">
                <a:extLst>
                  <a:ext uri="{FF2B5EF4-FFF2-40B4-BE49-F238E27FC236}">
                    <a16:creationId xmlns:a16="http://schemas.microsoft.com/office/drawing/2014/main" id="{4E7F92DE-F6A0-9B49-200F-701511B9292D}"/>
                  </a:ext>
                </a:extLst>
              </p:cNvPr>
              <p:cNvSpPr/>
              <p:nvPr/>
            </p:nvSpPr>
            <p:spPr>
              <a:xfrm>
                <a:off x="5031771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g1919">
                <a:extLst>
                  <a:ext uri="{FF2B5EF4-FFF2-40B4-BE49-F238E27FC236}">
                    <a16:creationId xmlns:a16="http://schemas.microsoft.com/office/drawing/2014/main" id="{14F991C3-B827-4E7D-0B1C-FB19D7AB33B0}"/>
                  </a:ext>
                </a:extLst>
              </p:cNvPr>
              <p:cNvSpPr/>
              <p:nvPr/>
            </p:nvSpPr>
            <p:spPr>
              <a:xfrm>
                <a:off x="5043408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g1920">
                <a:extLst>
                  <a:ext uri="{FF2B5EF4-FFF2-40B4-BE49-F238E27FC236}">
                    <a16:creationId xmlns:a16="http://schemas.microsoft.com/office/drawing/2014/main" id="{9482DAF1-7B9E-926F-6E8E-28BA8BF8B726}"/>
                  </a:ext>
                </a:extLst>
              </p:cNvPr>
              <p:cNvSpPr/>
              <p:nvPr/>
            </p:nvSpPr>
            <p:spPr>
              <a:xfrm>
                <a:off x="5055045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g1921">
                <a:extLst>
                  <a:ext uri="{FF2B5EF4-FFF2-40B4-BE49-F238E27FC236}">
                    <a16:creationId xmlns:a16="http://schemas.microsoft.com/office/drawing/2014/main" id="{5FC98A05-BF8B-F020-614E-253560627A52}"/>
                  </a:ext>
                </a:extLst>
              </p:cNvPr>
              <p:cNvSpPr/>
              <p:nvPr/>
            </p:nvSpPr>
            <p:spPr>
              <a:xfrm>
                <a:off x="5066683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g1922">
                <a:extLst>
                  <a:ext uri="{FF2B5EF4-FFF2-40B4-BE49-F238E27FC236}">
                    <a16:creationId xmlns:a16="http://schemas.microsoft.com/office/drawing/2014/main" id="{9A013864-1993-DB03-E513-5FD7180DFA22}"/>
                  </a:ext>
                </a:extLst>
              </p:cNvPr>
              <p:cNvSpPr/>
              <p:nvPr/>
            </p:nvSpPr>
            <p:spPr>
              <a:xfrm>
                <a:off x="5078320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g1923">
                <a:extLst>
                  <a:ext uri="{FF2B5EF4-FFF2-40B4-BE49-F238E27FC236}">
                    <a16:creationId xmlns:a16="http://schemas.microsoft.com/office/drawing/2014/main" id="{98973245-877D-3A11-35F0-2305B9B12A46}"/>
                  </a:ext>
                </a:extLst>
              </p:cNvPr>
              <p:cNvSpPr/>
              <p:nvPr/>
            </p:nvSpPr>
            <p:spPr>
              <a:xfrm>
                <a:off x="5089957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g1924">
                <a:extLst>
                  <a:ext uri="{FF2B5EF4-FFF2-40B4-BE49-F238E27FC236}">
                    <a16:creationId xmlns:a16="http://schemas.microsoft.com/office/drawing/2014/main" id="{84811459-7444-A227-2F21-E699143179AF}"/>
                  </a:ext>
                </a:extLst>
              </p:cNvPr>
              <p:cNvSpPr/>
              <p:nvPr/>
            </p:nvSpPr>
            <p:spPr>
              <a:xfrm>
                <a:off x="5101595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4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g1925">
                <a:extLst>
                  <a:ext uri="{FF2B5EF4-FFF2-40B4-BE49-F238E27FC236}">
                    <a16:creationId xmlns:a16="http://schemas.microsoft.com/office/drawing/2014/main" id="{0381D786-D3E6-69DB-50E3-6796FAE44BA8}"/>
                  </a:ext>
                </a:extLst>
              </p:cNvPr>
              <p:cNvSpPr/>
              <p:nvPr/>
            </p:nvSpPr>
            <p:spPr>
              <a:xfrm>
                <a:off x="5113232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g1926">
                <a:extLst>
                  <a:ext uri="{FF2B5EF4-FFF2-40B4-BE49-F238E27FC236}">
                    <a16:creationId xmlns:a16="http://schemas.microsoft.com/office/drawing/2014/main" id="{89638669-C997-E432-5F1A-2B086624CAED}"/>
                  </a:ext>
                </a:extLst>
              </p:cNvPr>
              <p:cNvSpPr/>
              <p:nvPr/>
            </p:nvSpPr>
            <p:spPr>
              <a:xfrm>
                <a:off x="5124869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g1927">
                <a:extLst>
                  <a:ext uri="{FF2B5EF4-FFF2-40B4-BE49-F238E27FC236}">
                    <a16:creationId xmlns:a16="http://schemas.microsoft.com/office/drawing/2014/main" id="{EBB6B142-CE74-9A48-E989-139E1F52C5A0}"/>
                  </a:ext>
                </a:extLst>
              </p:cNvPr>
              <p:cNvSpPr/>
              <p:nvPr/>
            </p:nvSpPr>
            <p:spPr>
              <a:xfrm>
                <a:off x="4973584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g1928">
                <a:extLst>
                  <a:ext uri="{FF2B5EF4-FFF2-40B4-BE49-F238E27FC236}">
                    <a16:creationId xmlns:a16="http://schemas.microsoft.com/office/drawing/2014/main" id="{5D74D7DF-3CEA-57DD-B4F1-A828761C1BE3}"/>
                  </a:ext>
                </a:extLst>
              </p:cNvPr>
              <p:cNvSpPr/>
              <p:nvPr/>
            </p:nvSpPr>
            <p:spPr>
              <a:xfrm>
                <a:off x="4985221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g1929">
                <a:extLst>
                  <a:ext uri="{FF2B5EF4-FFF2-40B4-BE49-F238E27FC236}">
                    <a16:creationId xmlns:a16="http://schemas.microsoft.com/office/drawing/2014/main" id="{101DC4EA-48DF-BCF3-0205-7204BC908478}"/>
                  </a:ext>
                </a:extLst>
              </p:cNvPr>
              <p:cNvSpPr/>
              <p:nvPr/>
            </p:nvSpPr>
            <p:spPr>
              <a:xfrm>
                <a:off x="4996859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g1930">
                <a:extLst>
                  <a:ext uri="{FF2B5EF4-FFF2-40B4-BE49-F238E27FC236}">
                    <a16:creationId xmlns:a16="http://schemas.microsoft.com/office/drawing/2014/main" id="{FCB3B028-2839-6A8A-6707-4DA1B149C8C7}"/>
                  </a:ext>
                </a:extLst>
              </p:cNvPr>
              <p:cNvSpPr/>
              <p:nvPr/>
            </p:nvSpPr>
            <p:spPr>
              <a:xfrm>
                <a:off x="5008496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g1931">
                <a:extLst>
                  <a:ext uri="{FF2B5EF4-FFF2-40B4-BE49-F238E27FC236}">
                    <a16:creationId xmlns:a16="http://schemas.microsoft.com/office/drawing/2014/main" id="{E87A6224-DC32-9D51-1370-4A8166F84B12}"/>
                  </a:ext>
                </a:extLst>
              </p:cNvPr>
              <p:cNvSpPr/>
              <p:nvPr/>
            </p:nvSpPr>
            <p:spPr>
              <a:xfrm>
                <a:off x="5020133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g1932">
                <a:extLst>
                  <a:ext uri="{FF2B5EF4-FFF2-40B4-BE49-F238E27FC236}">
                    <a16:creationId xmlns:a16="http://schemas.microsoft.com/office/drawing/2014/main" id="{B2C3EE20-B21F-FD62-B947-037FAFB6DBED}"/>
                  </a:ext>
                </a:extLst>
              </p:cNvPr>
              <p:cNvSpPr/>
              <p:nvPr/>
            </p:nvSpPr>
            <p:spPr>
              <a:xfrm>
                <a:off x="5031771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g1933">
                <a:extLst>
                  <a:ext uri="{FF2B5EF4-FFF2-40B4-BE49-F238E27FC236}">
                    <a16:creationId xmlns:a16="http://schemas.microsoft.com/office/drawing/2014/main" id="{1D51806A-9EBF-CE04-A9D1-4DE6A4F5ACCE}"/>
                  </a:ext>
                </a:extLst>
              </p:cNvPr>
              <p:cNvSpPr/>
              <p:nvPr/>
            </p:nvSpPr>
            <p:spPr>
              <a:xfrm>
                <a:off x="5043408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g1934">
                <a:extLst>
                  <a:ext uri="{FF2B5EF4-FFF2-40B4-BE49-F238E27FC236}">
                    <a16:creationId xmlns:a16="http://schemas.microsoft.com/office/drawing/2014/main" id="{0EEA14E8-D5EC-2560-C018-5578A869EFDA}"/>
                  </a:ext>
                </a:extLst>
              </p:cNvPr>
              <p:cNvSpPr/>
              <p:nvPr/>
            </p:nvSpPr>
            <p:spPr>
              <a:xfrm>
                <a:off x="5055045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g1935">
                <a:extLst>
                  <a:ext uri="{FF2B5EF4-FFF2-40B4-BE49-F238E27FC236}">
                    <a16:creationId xmlns:a16="http://schemas.microsoft.com/office/drawing/2014/main" id="{17783F05-FABA-3848-4BA5-3A8D608D140A}"/>
                  </a:ext>
                </a:extLst>
              </p:cNvPr>
              <p:cNvSpPr/>
              <p:nvPr/>
            </p:nvSpPr>
            <p:spPr>
              <a:xfrm>
                <a:off x="5066683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g1936">
                <a:extLst>
                  <a:ext uri="{FF2B5EF4-FFF2-40B4-BE49-F238E27FC236}">
                    <a16:creationId xmlns:a16="http://schemas.microsoft.com/office/drawing/2014/main" id="{1C00DE74-DA1E-A266-4790-7678F1F8EDD2}"/>
                  </a:ext>
                </a:extLst>
              </p:cNvPr>
              <p:cNvSpPr/>
              <p:nvPr/>
            </p:nvSpPr>
            <p:spPr>
              <a:xfrm>
                <a:off x="5078320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4">
                  <a:alpha val="100000"/>
                </a:srgbClr>
              </a:solidFill>
              <a:ln w="5420" cap="flat">
                <a:solidFill>
                  <a:srgbClr val="77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g1937">
                <a:extLst>
                  <a:ext uri="{FF2B5EF4-FFF2-40B4-BE49-F238E27FC236}">
                    <a16:creationId xmlns:a16="http://schemas.microsoft.com/office/drawing/2014/main" id="{60E716C8-DF6A-B061-88CD-76E2969AD0C3}"/>
                  </a:ext>
                </a:extLst>
              </p:cNvPr>
              <p:cNvSpPr/>
              <p:nvPr/>
            </p:nvSpPr>
            <p:spPr>
              <a:xfrm>
                <a:off x="5089957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g1938">
                <a:extLst>
                  <a:ext uri="{FF2B5EF4-FFF2-40B4-BE49-F238E27FC236}">
                    <a16:creationId xmlns:a16="http://schemas.microsoft.com/office/drawing/2014/main" id="{9EBB5041-4660-C6D7-F0C4-0F4409D224E1}"/>
                  </a:ext>
                </a:extLst>
              </p:cNvPr>
              <p:cNvSpPr/>
              <p:nvPr/>
            </p:nvSpPr>
            <p:spPr>
              <a:xfrm>
                <a:off x="5101595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g1939">
                <a:extLst>
                  <a:ext uri="{FF2B5EF4-FFF2-40B4-BE49-F238E27FC236}">
                    <a16:creationId xmlns:a16="http://schemas.microsoft.com/office/drawing/2014/main" id="{B5781245-F26E-1282-CD1E-685B1B20531E}"/>
                  </a:ext>
                </a:extLst>
              </p:cNvPr>
              <p:cNvSpPr/>
              <p:nvPr/>
            </p:nvSpPr>
            <p:spPr>
              <a:xfrm>
                <a:off x="5113232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g1940">
                <a:extLst>
                  <a:ext uri="{FF2B5EF4-FFF2-40B4-BE49-F238E27FC236}">
                    <a16:creationId xmlns:a16="http://schemas.microsoft.com/office/drawing/2014/main" id="{4BF75A48-E06A-BE7F-E83A-99DC4187B33C}"/>
                  </a:ext>
                </a:extLst>
              </p:cNvPr>
              <p:cNvSpPr/>
              <p:nvPr/>
            </p:nvSpPr>
            <p:spPr>
              <a:xfrm>
                <a:off x="4961947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g1941">
                <a:extLst>
                  <a:ext uri="{FF2B5EF4-FFF2-40B4-BE49-F238E27FC236}">
                    <a16:creationId xmlns:a16="http://schemas.microsoft.com/office/drawing/2014/main" id="{6F6FD332-1396-BE3F-36CA-81BC8687506C}"/>
                  </a:ext>
                </a:extLst>
              </p:cNvPr>
              <p:cNvSpPr/>
              <p:nvPr/>
            </p:nvSpPr>
            <p:spPr>
              <a:xfrm>
                <a:off x="4973584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g1942">
                <a:extLst>
                  <a:ext uri="{FF2B5EF4-FFF2-40B4-BE49-F238E27FC236}">
                    <a16:creationId xmlns:a16="http://schemas.microsoft.com/office/drawing/2014/main" id="{74935E8F-246A-DFE3-FD9E-5CE942CF7713}"/>
                  </a:ext>
                </a:extLst>
              </p:cNvPr>
              <p:cNvSpPr/>
              <p:nvPr/>
            </p:nvSpPr>
            <p:spPr>
              <a:xfrm>
                <a:off x="4985221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g1943">
                <a:extLst>
                  <a:ext uri="{FF2B5EF4-FFF2-40B4-BE49-F238E27FC236}">
                    <a16:creationId xmlns:a16="http://schemas.microsoft.com/office/drawing/2014/main" id="{47C9370A-A36A-E444-24EE-B107E48DE496}"/>
                  </a:ext>
                </a:extLst>
              </p:cNvPr>
              <p:cNvSpPr/>
              <p:nvPr/>
            </p:nvSpPr>
            <p:spPr>
              <a:xfrm>
                <a:off x="4996859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g1944">
                <a:extLst>
                  <a:ext uri="{FF2B5EF4-FFF2-40B4-BE49-F238E27FC236}">
                    <a16:creationId xmlns:a16="http://schemas.microsoft.com/office/drawing/2014/main" id="{281F5F16-8266-AC20-C7D8-EC1AA465E73C}"/>
                  </a:ext>
                </a:extLst>
              </p:cNvPr>
              <p:cNvSpPr/>
              <p:nvPr/>
            </p:nvSpPr>
            <p:spPr>
              <a:xfrm>
                <a:off x="5008496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g1945">
                <a:extLst>
                  <a:ext uri="{FF2B5EF4-FFF2-40B4-BE49-F238E27FC236}">
                    <a16:creationId xmlns:a16="http://schemas.microsoft.com/office/drawing/2014/main" id="{60F6E784-F022-2867-FEAB-84189AD3AC73}"/>
                  </a:ext>
                </a:extLst>
              </p:cNvPr>
              <p:cNvSpPr/>
              <p:nvPr/>
            </p:nvSpPr>
            <p:spPr>
              <a:xfrm>
                <a:off x="5020133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g1946">
                <a:extLst>
                  <a:ext uri="{FF2B5EF4-FFF2-40B4-BE49-F238E27FC236}">
                    <a16:creationId xmlns:a16="http://schemas.microsoft.com/office/drawing/2014/main" id="{4BE173C9-E6A9-0EA8-A3BF-E4202FDD4B89}"/>
                  </a:ext>
                </a:extLst>
              </p:cNvPr>
              <p:cNvSpPr/>
              <p:nvPr/>
            </p:nvSpPr>
            <p:spPr>
              <a:xfrm>
                <a:off x="5031771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g1947">
                <a:extLst>
                  <a:ext uri="{FF2B5EF4-FFF2-40B4-BE49-F238E27FC236}">
                    <a16:creationId xmlns:a16="http://schemas.microsoft.com/office/drawing/2014/main" id="{A6DC693A-E8D3-A541-1493-A3E5D5C4FDAD}"/>
                  </a:ext>
                </a:extLst>
              </p:cNvPr>
              <p:cNvSpPr/>
              <p:nvPr/>
            </p:nvSpPr>
            <p:spPr>
              <a:xfrm>
                <a:off x="5043408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g1948">
                <a:extLst>
                  <a:ext uri="{FF2B5EF4-FFF2-40B4-BE49-F238E27FC236}">
                    <a16:creationId xmlns:a16="http://schemas.microsoft.com/office/drawing/2014/main" id="{E6E8944E-1382-1DD6-77AB-FB7552348699}"/>
                  </a:ext>
                </a:extLst>
              </p:cNvPr>
              <p:cNvSpPr/>
              <p:nvPr/>
            </p:nvSpPr>
            <p:spPr>
              <a:xfrm>
                <a:off x="5055045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g1949">
                <a:extLst>
                  <a:ext uri="{FF2B5EF4-FFF2-40B4-BE49-F238E27FC236}">
                    <a16:creationId xmlns:a16="http://schemas.microsoft.com/office/drawing/2014/main" id="{6872EE34-1D84-B84B-F0ED-47607A6AACE8}"/>
                  </a:ext>
                </a:extLst>
              </p:cNvPr>
              <p:cNvSpPr/>
              <p:nvPr/>
            </p:nvSpPr>
            <p:spPr>
              <a:xfrm>
                <a:off x="5066683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g1950">
                <a:extLst>
                  <a:ext uri="{FF2B5EF4-FFF2-40B4-BE49-F238E27FC236}">
                    <a16:creationId xmlns:a16="http://schemas.microsoft.com/office/drawing/2014/main" id="{CA222C9C-9C2B-0F74-C5BE-D8AEDE4C6D5A}"/>
                  </a:ext>
                </a:extLst>
              </p:cNvPr>
              <p:cNvSpPr/>
              <p:nvPr/>
            </p:nvSpPr>
            <p:spPr>
              <a:xfrm>
                <a:off x="5078320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g1951">
                <a:extLst>
                  <a:ext uri="{FF2B5EF4-FFF2-40B4-BE49-F238E27FC236}">
                    <a16:creationId xmlns:a16="http://schemas.microsoft.com/office/drawing/2014/main" id="{81423D28-38C0-D84A-C405-155FE9749E01}"/>
                  </a:ext>
                </a:extLst>
              </p:cNvPr>
              <p:cNvSpPr/>
              <p:nvPr/>
            </p:nvSpPr>
            <p:spPr>
              <a:xfrm>
                <a:off x="5089957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g1952">
                <a:extLst>
                  <a:ext uri="{FF2B5EF4-FFF2-40B4-BE49-F238E27FC236}">
                    <a16:creationId xmlns:a16="http://schemas.microsoft.com/office/drawing/2014/main" id="{637C0F10-F47D-7538-5106-6AAAE29DCC7D}"/>
                  </a:ext>
                </a:extLst>
              </p:cNvPr>
              <p:cNvSpPr/>
              <p:nvPr/>
            </p:nvSpPr>
            <p:spPr>
              <a:xfrm>
                <a:off x="5101595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g1953">
                <a:extLst>
                  <a:ext uri="{FF2B5EF4-FFF2-40B4-BE49-F238E27FC236}">
                    <a16:creationId xmlns:a16="http://schemas.microsoft.com/office/drawing/2014/main" id="{70B3F066-DA21-5039-6E1D-A640F1523F7B}"/>
                  </a:ext>
                </a:extLst>
              </p:cNvPr>
              <p:cNvSpPr/>
              <p:nvPr/>
            </p:nvSpPr>
            <p:spPr>
              <a:xfrm>
                <a:off x="4950309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g1954">
                <a:extLst>
                  <a:ext uri="{FF2B5EF4-FFF2-40B4-BE49-F238E27FC236}">
                    <a16:creationId xmlns:a16="http://schemas.microsoft.com/office/drawing/2014/main" id="{C6F7EE79-147C-B36C-8E81-073997A8B29D}"/>
                  </a:ext>
                </a:extLst>
              </p:cNvPr>
              <p:cNvSpPr/>
              <p:nvPr/>
            </p:nvSpPr>
            <p:spPr>
              <a:xfrm>
                <a:off x="4961947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g1955">
                <a:extLst>
                  <a:ext uri="{FF2B5EF4-FFF2-40B4-BE49-F238E27FC236}">
                    <a16:creationId xmlns:a16="http://schemas.microsoft.com/office/drawing/2014/main" id="{3FD932DA-0056-B704-0CDB-D6DFD9C2320D}"/>
                  </a:ext>
                </a:extLst>
              </p:cNvPr>
              <p:cNvSpPr/>
              <p:nvPr/>
            </p:nvSpPr>
            <p:spPr>
              <a:xfrm>
                <a:off x="4973584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g1956">
                <a:extLst>
                  <a:ext uri="{FF2B5EF4-FFF2-40B4-BE49-F238E27FC236}">
                    <a16:creationId xmlns:a16="http://schemas.microsoft.com/office/drawing/2014/main" id="{181658BF-9D67-C67D-132E-A7EB8D6ED090}"/>
                  </a:ext>
                </a:extLst>
              </p:cNvPr>
              <p:cNvSpPr/>
              <p:nvPr/>
            </p:nvSpPr>
            <p:spPr>
              <a:xfrm>
                <a:off x="4985221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g1957">
                <a:extLst>
                  <a:ext uri="{FF2B5EF4-FFF2-40B4-BE49-F238E27FC236}">
                    <a16:creationId xmlns:a16="http://schemas.microsoft.com/office/drawing/2014/main" id="{9C4A0181-7D3E-B696-AAE6-2B065BA27077}"/>
                  </a:ext>
                </a:extLst>
              </p:cNvPr>
              <p:cNvSpPr/>
              <p:nvPr/>
            </p:nvSpPr>
            <p:spPr>
              <a:xfrm>
                <a:off x="4996859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g1958">
                <a:extLst>
                  <a:ext uri="{FF2B5EF4-FFF2-40B4-BE49-F238E27FC236}">
                    <a16:creationId xmlns:a16="http://schemas.microsoft.com/office/drawing/2014/main" id="{7949DC9C-3958-D5FB-D8A2-C7C9A44E5EBA}"/>
                  </a:ext>
                </a:extLst>
              </p:cNvPr>
              <p:cNvSpPr/>
              <p:nvPr/>
            </p:nvSpPr>
            <p:spPr>
              <a:xfrm>
                <a:off x="5008496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g1959">
                <a:extLst>
                  <a:ext uri="{FF2B5EF4-FFF2-40B4-BE49-F238E27FC236}">
                    <a16:creationId xmlns:a16="http://schemas.microsoft.com/office/drawing/2014/main" id="{4D225126-BFD5-F4C8-D783-B90D0EB9BA6F}"/>
                  </a:ext>
                </a:extLst>
              </p:cNvPr>
              <p:cNvSpPr/>
              <p:nvPr/>
            </p:nvSpPr>
            <p:spPr>
              <a:xfrm>
                <a:off x="5020133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g1960">
                <a:extLst>
                  <a:ext uri="{FF2B5EF4-FFF2-40B4-BE49-F238E27FC236}">
                    <a16:creationId xmlns:a16="http://schemas.microsoft.com/office/drawing/2014/main" id="{E97A4C35-7E1A-A589-A6A7-98EF43DCC54E}"/>
                  </a:ext>
                </a:extLst>
              </p:cNvPr>
              <p:cNvSpPr/>
              <p:nvPr/>
            </p:nvSpPr>
            <p:spPr>
              <a:xfrm>
                <a:off x="5031771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g1961">
                <a:extLst>
                  <a:ext uri="{FF2B5EF4-FFF2-40B4-BE49-F238E27FC236}">
                    <a16:creationId xmlns:a16="http://schemas.microsoft.com/office/drawing/2014/main" id="{FC653DB9-9E4D-13AC-0E64-96F5C92339E2}"/>
                  </a:ext>
                </a:extLst>
              </p:cNvPr>
              <p:cNvSpPr/>
              <p:nvPr/>
            </p:nvSpPr>
            <p:spPr>
              <a:xfrm>
                <a:off x="5043408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g1962">
                <a:extLst>
                  <a:ext uri="{FF2B5EF4-FFF2-40B4-BE49-F238E27FC236}">
                    <a16:creationId xmlns:a16="http://schemas.microsoft.com/office/drawing/2014/main" id="{2ACD8BA0-6482-32D4-3DA6-C4BF8879284F}"/>
                  </a:ext>
                </a:extLst>
              </p:cNvPr>
              <p:cNvSpPr/>
              <p:nvPr/>
            </p:nvSpPr>
            <p:spPr>
              <a:xfrm>
                <a:off x="5055045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g1963">
                <a:extLst>
                  <a:ext uri="{FF2B5EF4-FFF2-40B4-BE49-F238E27FC236}">
                    <a16:creationId xmlns:a16="http://schemas.microsoft.com/office/drawing/2014/main" id="{55C274EA-0246-D7B1-3566-012EEDCC48E4}"/>
                  </a:ext>
                </a:extLst>
              </p:cNvPr>
              <p:cNvSpPr/>
              <p:nvPr/>
            </p:nvSpPr>
            <p:spPr>
              <a:xfrm>
                <a:off x="5066683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g1964">
                <a:extLst>
                  <a:ext uri="{FF2B5EF4-FFF2-40B4-BE49-F238E27FC236}">
                    <a16:creationId xmlns:a16="http://schemas.microsoft.com/office/drawing/2014/main" id="{D69E146B-D5B2-89FB-D668-DAAF0A9310D5}"/>
                  </a:ext>
                </a:extLst>
              </p:cNvPr>
              <p:cNvSpPr/>
              <p:nvPr/>
            </p:nvSpPr>
            <p:spPr>
              <a:xfrm>
                <a:off x="5078320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g1965">
                <a:extLst>
                  <a:ext uri="{FF2B5EF4-FFF2-40B4-BE49-F238E27FC236}">
                    <a16:creationId xmlns:a16="http://schemas.microsoft.com/office/drawing/2014/main" id="{700C04FA-2132-FAF4-6573-9BD20E06F14E}"/>
                  </a:ext>
                </a:extLst>
              </p:cNvPr>
              <p:cNvSpPr/>
              <p:nvPr/>
            </p:nvSpPr>
            <p:spPr>
              <a:xfrm>
                <a:off x="4927035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g1966">
                <a:extLst>
                  <a:ext uri="{FF2B5EF4-FFF2-40B4-BE49-F238E27FC236}">
                    <a16:creationId xmlns:a16="http://schemas.microsoft.com/office/drawing/2014/main" id="{F246E343-1DBA-D995-C1F0-2B665E592894}"/>
                  </a:ext>
                </a:extLst>
              </p:cNvPr>
              <p:cNvSpPr/>
              <p:nvPr/>
            </p:nvSpPr>
            <p:spPr>
              <a:xfrm>
                <a:off x="4938672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g1967">
                <a:extLst>
                  <a:ext uri="{FF2B5EF4-FFF2-40B4-BE49-F238E27FC236}">
                    <a16:creationId xmlns:a16="http://schemas.microsoft.com/office/drawing/2014/main" id="{D7C6D6D8-C745-4D01-0246-55A88C5AC2FB}"/>
                  </a:ext>
                </a:extLst>
              </p:cNvPr>
              <p:cNvSpPr/>
              <p:nvPr/>
            </p:nvSpPr>
            <p:spPr>
              <a:xfrm>
                <a:off x="4950309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g1968">
                <a:extLst>
                  <a:ext uri="{FF2B5EF4-FFF2-40B4-BE49-F238E27FC236}">
                    <a16:creationId xmlns:a16="http://schemas.microsoft.com/office/drawing/2014/main" id="{202FCF94-C025-6CBD-4B28-3700E73AEC07}"/>
                  </a:ext>
                </a:extLst>
              </p:cNvPr>
              <p:cNvSpPr/>
              <p:nvPr/>
            </p:nvSpPr>
            <p:spPr>
              <a:xfrm>
                <a:off x="4961947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g1969">
                <a:extLst>
                  <a:ext uri="{FF2B5EF4-FFF2-40B4-BE49-F238E27FC236}">
                    <a16:creationId xmlns:a16="http://schemas.microsoft.com/office/drawing/2014/main" id="{2C9A4381-7E6E-2597-376F-D91F347918DB}"/>
                  </a:ext>
                </a:extLst>
              </p:cNvPr>
              <p:cNvSpPr/>
              <p:nvPr/>
            </p:nvSpPr>
            <p:spPr>
              <a:xfrm>
                <a:off x="4973584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g1970">
                <a:extLst>
                  <a:ext uri="{FF2B5EF4-FFF2-40B4-BE49-F238E27FC236}">
                    <a16:creationId xmlns:a16="http://schemas.microsoft.com/office/drawing/2014/main" id="{78F7DED3-8151-B2B6-B32C-8C3976DCFCF7}"/>
                  </a:ext>
                </a:extLst>
              </p:cNvPr>
              <p:cNvSpPr/>
              <p:nvPr/>
            </p:nvSpPr>
            <p:spPr>
              <a:xfrm>
                <a:off x="4985221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g1971">
                <a:extLst>
                  <a:ext uri="{FF2B5EF4-FFF2-40B4-BE49-F238E27FC236}">
                    <a16:creationId xmlns:a16="http://schemas.microsoft.com/office/drawing/2014/main" id="{FA5F17E0-F126-90AD-C1B5-45A2960D2775}"/>
                  </a:ext>
                </a:extLst>
              </p:cNvPr>
              <p:cNvSpPr/>
              <p:nvPr/>
            </p:nvSpPr>
            <p:spPr>
              <a:xfrm>
                <a:off x="4996859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g1972">
                <a:extLst>
                  <a:ext uri="{FF2B5EF4-FFF2-40B4-BE49-F238E27FC236}">
                    <a16:creationId xmlns:a16="http://schemas.microsoft.com/office/drawing/2014/main" id="{A37F2AD1-7442-1073-E15B-E9C839405C87}"/>
                  </a:ext>
                </a:extLst>
              </p:cNvPr>
              <p:cNvSpPr/>
              <p:nvPr/>
            </p:nvSpPr>
            <p:spPr>
              <a:xfrm>
                <a:off x="5008496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g1973">
                <a:extLst>
                  <a:ext uri="{FF2B5EF4-FFF2-40B4-BE49-F238E27FC236}">
                    <a16:creationId xmlns:a16="http://schemas.microsoft.com/office/drawing/2014/main" id="{04857A3D-BDAD-609A-7C07-2F81302F766F}"/>
                  </a:ext>
                </a:extLst>
              </p:cNvPr>
              <p:cNvSpPr/>
              <p:nvPr/>
            </p:nvSpPr>
            <p:spPr>
              <a:xfrm>
                <a:off x="5020133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g1974">
                <a:extLst>
                  <a:ext uri="{FF2B5EF4-FFF2-40B4-BE49-F238E27FC236}">
                    <a16:creationId xmlns:a16="http://schemas.microsoft.com/office/drawing/2014/main" id="{9DB0CB80-62A1-B65D-31D3-02E0555465E5}"/>
                  </a:ext>
                </a:extLst>
              </p:cNvPr>
              <p:cNvSpPr/>
              <p:nvPr/>
            </p:nvSpPr>
            <p:spPr>
              <a:xfrm>
                <a:off x="4915397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g1975">
                <a:extLst>
                  <a:ext uri="{FF2B5EF4-FFF2-40B4-BE49-F238E27FC236}">
                    <a16:creationId xmlns:a16="http://schemas.microsoft.com/office/drawing/2014/main" id="{42B20FB5-6756-996E-8CB8-E7098D2169C8}"/>
                  </a:ext>
                </a:extLst>
              </p:cNvPr>
              <p:cNvSpPr/>
              <p:nvPr/>
            </p:nvSpPr>
            <p:spPr>
              <a:xfrm>
                <a:off x="4927035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g1976">
                <a:extLst>
                  <a:ext uri="{FF2B5EF4-FFF2-40B4-BE49-F238E27FC236}">
                    <a16:creationId xmlns:a16="http://schemas.microsoft.com/office/drawing/2014/main" id="{D57F483C-8DCB-FC81-6BB7-4294132F2E72}"/>
                  </a:ext>
                </a:extLst>
              </p:cNvPr>
              <p:cNvSpPr/>
              <p:nvPr/>
            </p:nvSpPr>
            <p:spPr>
              <a:xfrm>
                <a:off x="4938672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g1977">
                <a:extLst>
                  <a:ext uri="{FF2B5EF4-FFF2-40B4-BE49-F238E27FC236}">
                    <a16:creationId xmlns:a16="http://schemas.microsoft.com/office/drawing/2014/main" id="{92405703-2FFA-B7AC-D75D-95548F1A5E2E}"/>
                  </a:ext>
                </a:extLst>
              </p:cNvPr>
              <p:cNvSpPr/>
              <p:nvPr/>
            </p:nvSpPr>
            <p:spPr>
              <a:xfrm>
                <a:off x="4950309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g1978">
                <a:extLst>
                  <a:ext uri="{FF2B5EF4-FFF2-40B4-BE49-F238E27FC236}">
                    <a16:creationId xmlns:a16="http://schemas.microsoft.com/office/drawing/2014/main" id="{B9070E94-2282-91CA-F421-5412D60D9B30}"/>
                  </a:ext>
                </a:extLst>
              </p:cNvPr>
              <p:cNvSpPr/>
              <p:nvPr/>
            </p:nvSpPr>
            <p:spPr>
              <a:xfrm>
                <a:off x="4961947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g1979">
                <a:extLst>
                  <a:ext uri="{FF2B5EF4-FFF2-40B4-BE49-F238E27FC236}">
                    <a16:creationId xmlns:a16="http://schemas.microsoft.com/office/drawing/2014/main" id="{6E55FC1D-FE74-D2C5-62E8-7452D69BD1DD}"/>
                  </a:ext>
                </a:extLst>
              </p:cNvPr>
              <p:cNvSpPr/>
              <p:nvPr/>
            </p:nvSpPr>
            <p:spPr>
              <a:xfrm>
                <a:off x="4973584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g1980">
                <a:extLst>
                  <a:ext uri="{FF2B5EF4-FFF2-40B4-BE49-F238E27FC236}">
                    <a16:creationId xmlns:a16="http://schemas.microsoft.com/office/drawing/2014/main" id="{19044046-BCB9-2F9A-EC3B-F5229837C1CD}"/>
                  </a:ext>
                </a:extLst>
              </p:cNvPr>
              <p:cNvSpPr/>
              <p:nvPr/>
            </p:nvSpPr>
            <p:spPr>
              <a:xfrm>
                <a:off x="4985221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g1981">
                <a:extLst>
                  <a:ext uri="{FF2B5EF4-FFF2-40B4-BE49-F238E27FC236}">
                    <a16:creationId xmlns:a16="http://schemas.microsoft.com/office/drawing/2014/main" id="{BC217C4B-F574-D12A-7928-28BB25BBEFA7}"/>
                  </a:ext>
                </a:extLst>
              </p:cNvPr>
              <p:cNvSpPr/>
              <p:nvPr/>
            </p:nvSpPr>
            <p:spPr>
              <a:xfrm>
                <a:off x="4996859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g1982">
                <a:extLst>
                  <a:ext uri="{FF2B5EF4-FFF2-40B4-BE49-F238E27FC236}">
                    <a16:creationId xmlns:a16="http://schemas.microsoft.com/office/drawing/2014/main" id="{3C82097E-CB4E-BF52-BC3E-F557CA7A99B3}"/>
                  </a:ext>
                </a:extLst>
              </p:cNvPr>
              <p:cNvSpPr/>
              <p:nvPr/>
            </p:nvSpPr>
            <p:spPr>
              <a:xfrm>
                <a:off x="4892123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g1983">
                <a:extLst>
                  <a:ext uri="{FF2B5EF4-FFF2-40B4-BE49-F238E27FC236}">
                    <a16:creationId xmlns:a16="http://schemas.microsoft.com/office/drawing/2014/main" id="{6144B112-BAEE-0FF7-20F0-C68F20478098}"/>
                  </a:ext>
                </a:extLst>
              </p:cNvPr>
              <p:cNvSpPr/>
              <p:nvPr/>
            </p:nvSpPr>
            <p:spPr>
              <a:xfrm>
                <a:off x="4903760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g1984">
                <a:extLst>
                  <a:ext uri="{FF2B5EF4-FFF2-40B4-BE49-F238E27FC236}">
                    <a16:creationId xmlns:a16="http://schemas.microsoft.com/office/drawing/2014/main" id="{F68AD256-1FD5-D987-44AA-44C200813FA1}"/>
                  </a:ext>
                </a:extLst>
              </p:cNvPr>
              <p:cNvSpPr/>
              <p:nvPr/>
            </p:nvSpPr>
            <p:spPr>
              <a:xfrm>
                <a:off x="4915397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g1985">
                <a:extLst>
                  <a:ext uri="{FF2B5EF4-FFF2-40B4-BE49-F238E27FC236}">
                    <a16:creationId xmlns:a16="http://schemas.microsoft.com/office/drawing/2014/main" id="{37562CF5-CF3A-A470-5FEE-1ECD9DEEC05E}"/>
                  </a:ext>
                </a:extLst>
              </p:cNvPr>
              <p:cNvSpPr/>
              <p:nvPr/>
            </p:nvSpPr>
            <p:spPr>
              <a:xfrm>
                <a:off x="4927035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g1986">
                <a:extLst>
                  <a:ext uri="{FF2B5EF4-FFF2-40B4-BE49-F238E27FC236}">
                    <a16:creationId xmlns:a16="http://schemas.microsoft.com/office/drawing/2014/main" id="{BD2E12A6-8C2D-6691-7955-666261CB26F0}"/>
                  </a:ext>
                </a:extLst>
              </p:cNvPr>
              <p:cNvSpPr/>
              <p:nvPr/>
            </p:nvSpPr>
            <p:spPr>
              <a:xfrm>
                <a:off x="4938672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g1987">
                <a:extLst>
                  <a:ext uri="{FF2B5EF4-FFF2-40B4-BE49-F238E27FC236}">
                    <a16:creationId xmlns:a16="http://schemas.microsoft.com/office/drawing/2014/main" id="{415EEAA1-555D-684F-B791-C6A4E0716D6A}"/>
                  </a:ext>
                </a:extLst>
              </p:cNvPr>
              <p:cNvSpPr/>
              <p:nvPr/>
            </p:nvSpPr>
            <p:spPr>
              <a:xfrm>
                <a:off x="4950309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g1988">
                <a:extLst>
                  <a:ext uri="{FF2B5EF4-FFF2-40B4-BE49-F238E27FC236}">
                    <a16:creationId xmlns:a16="http://schemas.microsoft.com/office/drawing/2014/main" id="{CB342203-E701-9245-4822-313F9BFF96E6}"/>
                  </a:ext>
                </a:extLst>
              </p:cNvPr>
              <p:cNvSpPr/>
              <p:nvPr/>
            </p:nvSpPr>
            <p:spPr>
              <a:xfrm>
                <a:off x="4961947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g1989">
                <a:extLst>
                  <a:ext uri="{FF2B5EF4-FFF2-40B4-BE49-F238E27FC236}">
                    <a16:creationId xmlns:a16="http://schemas.microsoft.com/office/drawing/2014/main" id="{66111A47-7841-B788-40CD-BD758AE9956A}"/>
                  </a:ext>
                </a:extLst>
              </p:cNvPr>
              <p:cNvSpPr/>
              <p:nvPr/>
            </p:nvSpPr>
            <p:spPr>
              <a:xfrm>
                <a:off x="4973584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g1990">
                <a:extLst>
                  <a:ext uri="{FF2B5EF4-FFF2-40B4-BE49-F238E27FC236}">
                    <a16:creationId xmlns:a16="http://schemas.microsoft.com/office/drawing/2014/main" id="{5472B1B6-C349-D706-73F7-CAFD237EA47F}"/>
                  </a:ext>
                </a:extLst>
              </p:cNvPr>
              <p:cNvSpPr/>
              <p:nvPr/>
            </p:nvSpPr>
            <p:spPr>
              <a:xfrm>
                <a:off x="4985221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g1991">
                <a:extLst>
                  <a:ext uri="{FF2B5EF4-FFF2-40B4-BE49-F238E27FC236}">
                    <a16:creationId xmlns:a16="http://schemas.microsoft.com/office/drawing/2014/main" id="{E09F9DFC-069C-0E19-9C56-F872947F2938}"/>
                  </a:ext>
                </a:extLst>
              </p:cNvPr>
              <p:cNvSpPr/>
              <p:nvPr/>
            </p:nvSpPr>
            <p:spPr>
              <a:xfrm>
                <a:off x="4857211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g1992">
                <a:extLst>
                  <a:ext uri="{FF2B5EF4-FFF2-40B4-BE49-F238E27FC236}">
                    <a16:creationId xmlns:a16="http://schemas.microsoft.com/office/drawing/2014/main" id="{86638217-BC5E-C6DA-2ED4-06A715E53AA7}"/>
                  </a:ext>
                </a:extLst>
              </p:cNvPr>
              <p:cNvSpPr/>
              <p:nvPr/>
            </p:nvSpPr>
            <p:spPr>
              <a:xfrm>
                <a:off x="4868848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g1993">
                <a:extLst>
                  <a:ext uri="{FF2B5EF4-FFF2-40B4-BE49-F238E27FC236}">
                    <a16:creationId xmlns:a16="http://schemas.microsoft.com/office/drawing/2014/main" id="{94E71255-536A-6738-C27D-CA66F8B165A6}"/>
                  </a:ext>
                </a:extLst>
              </p:cNvPr>
              <p:cNvSpPr/>
              <p:nvPr/>
            </p:nvSpPr>
            <p:spPr>
              <a:xfrm>
                <a:off x="4880485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g1994">
                <a:extLst>
                  <a:ext uri="{FF2B5EF4-FFF2-40B4-BE49-F238E27FC236}">
                    <a16:creationId xmlns:a16="http://schemas.microsoft.com/office/drawing/2014/main" id="{2BD1DA36-324C-7F59-E90E-E3CC7611907B}"/>
                  </a:ext>
                </a:extLst>
              </p:cNvPr>
              <p:cNvSpPr/>
              <p:nvPr/>
            </p:nvSpPr>
            <p:spPr>
              <a:xfrm>
                <a:off x="4892123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g1995">
                <a:extLst>
                  <a:ext uri="{FF2B5EF4-FFF2-40B4-BE49-F238E27FC236}">
                    <a16:creationId xmlns:a16="http://schemas.microsoft.com/office/drawing/2014/main" id="{80D4E4B0-7890-DEFB-7519-EF3109696044}"/>
                  </a:ext>
                </a:extLst>
              </p:cNvPr>
              <p:cNvSpPr/>
              <p:nvPr/>
            </p:nvSpPr>
            <p:spPr>
              <a:xfrm>
                <a:off x="4903760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g1996">
                <a:extLst>
                  <a:ext uri="{FF2B5EF4-FFF2-40B4-BE49-F238E27FC236}">
                    <a16:creationId xmlns:a16="http://schemas.microsoft.com/office/drawing/2014/main" id="{A054F1BF-8D1F-CEAF-3382-5422A47F6641}"/>
                  </a:ext>
                </a:extLst>
              </p:cNvPr>
              <p:cNvSpPr/>
              <p:nvPr/>
            </p:nvSpPr>
            <p:spPr>
              <a:xfrm>
                <a:off x="4915397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g1997">
                <a:extLst>
                  <a:ext uri="{FF2B5EF4-FFF2-40B4-BE49-F238E27FC236}">
                    <a16:creationId xmlns:a16="http://schemas.microsoft.com/office/drawing/2014/main" id="{DDD74A2A-82B0-3711-57D2-FF1778C9962E}"/>
                  </a:ext>
                </a:extLst>
              </p:cNvPr>
              <p:cNvSpPr/>
              <p:nvPr/>
            </p:nvSpPr>
            <p:spPr>
              <a:xfrm>
                <a:off x="4927035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g1998">
                <a:extLst>
                  <a:ext uri="{FF2B5EF4-FFF2-40B4-BE49-F238E27FC236}">
                    <a16:creationId xmlns:a16="http://schemas.microsoft.com/office/drawing/2014/main" id="{8A434F83-5C9F-97E5-C006-DBD0C0A6EFF6}"/>
                  </a:ext>
                </a:extLst>
              </p:cNvPr>
              <p:cNvSpPr/>
              <p:nvPr/>
            </p:nvSpPr>
            <p:spPr>
              <a:xfrm>
                <a:off x="4938672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g1999">
                <a:extLst>
                  <a:ext uri="{FF2B5EF4-FFF2-40B4-BE49-F238E27FC236}">
                    <a16:creationId xmlns:a16="http://schemas.microsoft.com/office/drawing/2014/main" id="{2A771B8E-E8DF-B20B-B67F-44B3CE61D3E7}"/>
                  </a:ext>
                </a:extLst>
              </p:cNvPr>
              <p:cNvSpPr/>
              <p:nvPr/>
            </p:nvSpPr>
            <p:spPr>
              <a:xfrm>
                <a:off x="4950309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g2000">
                <a:extLst>
                  <a:ext uri="{FF2B5EF4-FFF2-40B4-BE49-F238E27FC236}">
                    <a16:creationId xmlns:a16="http://schemas.microsoft.com/office/drawing/2014/main" id="{53693D7C-E044-5AA2-EDAB-9AB33FB20F74}"/>
                  </a:ext>
                </a:extLst>
              </p:cNvPr>
              <p:cNvSpPr/>
              <p:nvPr/>
            </p:nvSpPr>
            <p:spPr>
              <a:xfrm>
                <a:off x="4961947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g2001">
                <a:extLst>
                  <a:ext uri="{FF2B5EF4-FFF2-40B4-BE49-F238E27FC236}">
                    <a16:creationId xmlns:a16="http://schemas.microsoft.com/office/drawing/2014/main" id="{7E03DA97-2C94-DF12-95F2-F7CD40FCE952}"/>
                  </a:ext>
                </a:extLst>
              </p:cNvPr>
              <p:cNvSpPr/>
              <p:nvPr/>
            </p:nvSpPr>
            <p:spPr>
              <a:xfrm>
                <a:off x="4973584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g2002">
                <a:extLst>
                  <a:ext uri="{FF2B5EF4-FFF2-40B4-BE49-F238E27FC236}">
                    <a16:creationId xmlns:a16="http://schemas.microsoft.com/office/drawing/2014/main" id="{40681C35-63DE-A63D-B6A1-3605DE61DA52}"/>
                  </a:ext>
                </a:extLst>
              </p:cNvPr>
              <p:cNvSpPr/>
              <p:nvPr/>
            </p:nvSpPr>
            <p:spPr>
              <a:xfrm>
                <a:off x="4833936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g2003">
                <a:extLst>
                  <a:ext uri="{FF2B5EF4-FFF2-40B4-BE49-F238E27FC236}">
                    <a16:creationId xmlns:a16="http://schemas.microsoft.com/office/drawing/2014/main" id="{4457558D-E98E-23A0-2DD1-EC676A8A1D45}"/>
                  </a:ext>
                </a:extLst>
              </p:cNvPr>
              <p:cNvSpPr/>
              <p:nvPr/>
            </p:nvSpPr>
            <p:spPr>
              <a:xfrm>
                <a:off x="4845573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g2004">
                <a:extLst>
                  <a:ext uri="{FF2B5EF4-FFF2-40B4-BE49-F238E27FC236}">
                    <a16:creationId xmlns:a16="http://schemas.microsoft.com/office/drawing/2014/main" id="{59198966-DB1C-E930-DCCD-39C61DC826C9}"/>
                  </a:ext>
                </a:extLst>
              </p:cNvPr>
              <p:cNvSpPr/>
              <p:nvPr/>
            </p:nvSpPr>
            <p:spPr>
              <a:xfrm>
                <a:off x="4857211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g2005">
                <a:extLst>
                  <a:ext uri="{FF2B5EF4-FFF2-40B4-BE49-F238E27FC236}">
                    <a16:creationId xmlns:a16="http://schemas.microsoft.com/office/drawing/2014/main" id="{4A64BA77-61D4-8BBF-C249-2EFB0F8EDB00}"/>
                  </a:ext>
                </a:extLst>
              </p:cNvPr>
              <p:cNvSpPr/>
              <p:nvPr/>
            </p:nvSpPr>
            <p:spPr>
              <a:xfrm>
                <a:off x="4868848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g2006">
                <a:extLst>
                  <a:ext uri="{FF2B5EF4-FFF2-40B4-BE49-F238E27FC236}">
                    <a16:creationId xmlns:a16="http://schemas.microsoft.com/office/drawing/2014/main" id="{BEC8D8CF-31AE-0942-CFA6-8861DDA9ACF6}"/>
                  </a:ext>
                </a:extLst>
              </p:cNvPr>
              <p:cNvSpPr/>
              <p:nvPr/>
            </p:nvSpPr>
            <p:spPr>
              <a:xfrm>
                <a:off x="4880485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g2007">
                <a:extLst>
                  <a:ext uri="{FF2B5EF4-FFF2-40B4-BE49-F238E27FC236}">
                    <a16:creationId xmlns:a16="http://schemas.microsoft.com/office/drawing/2014/main" id="{03B86812-5B40-D690-635A-DA40F659BDDF}"/>
                  </a:ext>
                </a:extLst>
              </p:cNvPr>
              <p:cNvSpPr/>
              <p:nvPr/>
            </p:nvSpPr>
            <p:spPr>
              <a:xfrm>
                <a:off x="4892123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g2008">
                <a:extLst>
                  <a:ext uri="{FF2B5EF4-FFF2-40B4-BE49-F238E27FC236}">
                    <a16:creationId xmlns:a16="http://schemas.microsoft.com/office/drawing/2014/main" id="{EFDDC4B6-0A89-1C4B-E313-DA4A04A57544}"/>
                  </a:ext>
                </a:extLst>
              </p:cNvPr>
              <p:cNvSpPr/>
              <p:nvPr/>
            </p:nvSpPr>
            <p:spPr>
              <a:xfrm>
                <a:off x="4903760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g2009">
                <a:extLst>
                  <a:ext uri="{FF2B5EF4-FFF2-40B4-BE49-F238E27FC236}">
                    <a16:creationId xmlns:a16="http://schemas.microsoft.com/office/drawing/2014/main" id="{6B853FD0-F811-6424-30FC-919CA225748C}"/>
                  </a:ext>
                </a:extLst>
              </p:cNvPr>
              <p:cNvSpPr/>
              <p:nvPr/>
            </p:nvSpPr>
            <p:spPr>
              <a:xfrm>
                <a:off x="4915397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g2010">
                <a:extLst>
                  <a:ext uri="{FF2B5EF4-FFF2-40B4-BE49-F238E27FC236}">
                    <a16:creationId xmlns:a16="http://schemas.microsoft.com/office/drawing/2014/main" id="{37E0B89F-7AE3-3E51-6DD2-CFDA159B68B3}"/>
                  </a:ext>
                </a:extLst>
              </p:cNvPr>
              <p:cNvSpPr/>
              <p:nvPr/>
            </p:nvSpPr>
            <p:spPr>
              <a:xfrm>
                <a:off x="4927035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g2011">
                <a:extLst>
                  <a:ext uri="{FF2B5EF4-FFF2-40B4-BE49-F238E27FC236}">
                    <a16:creationId xmlns:a16="http://schemas.microsoft.com/office/drawing/2014/main" id="{F25CA72E-97D0-ADF9-8FAB-D25869A03F6A}"/>
                  </a:ext>
                </a:extLst>
              </p:cNvPr>
              <p:cNvSpPr/>
              <p:nvPr/>
            </p:nvSpPr>
            <p:spPr>
              <a:xfrm>
                <a:off x="4938672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EE0C6">
                  <a:alpha val="100000"/>
                </a:srgbClr>
              </a:solidFill>
              <a:ln w="5420" cap="flat">
                <a:solidFill>
                  <a:srgbClr val="9EE0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g2012">
                <a:extLst>
                  <a:ext uri="{FF2B5EF4-FFF2-40B4-BE49-F238E27FC236}">
                    <a16:creationId xmlns:a16="http://schemas.microsoft.com/office/drawing/2014/main" id="{E3EE6E8D-BB77-85C2-CFBF-B21D01E45ED8}"/>
                  </a:ext>
                </a:extLst>
              </p:cNvPr>
              <p:cNvSpPr/>
              <p:nvPr/>
            </p:nvSpPr>
            <p:spPr>
              <a:xfrm>
                <a:off x="4950309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g2013">
                <a:extLst>
                  <a:ext uri="{FF2B5EF4-FFF2-40B4-BE49-F238E27FC236}">
                    <a16:creationId xmlns:a16="http://schemas.microsoft.com/office/drawing/2014/main" id="{F90D27CE-B93E-DC81-679F-EA0A775ACCB7}"/>
                  </a:ext>
                </a:extLst>
              </p:cNvPr>
              <p:cNvSpPr/>
              <p:nvPr/>
            </p:nvSpPr>
            <p:spPr>
              <a:xfrm>
                <a:off x="4961947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g2014">
                <a:extLst>
                  <a:ext uri="{FF2B5EF4-FFF2-40B4-BE49-F238E27FC236}">
                    <a16:creationId xmlns:a16="http://schemas.microsoft.com/office/drawing/2014/main" id="{309D6BB4-8E8B-E196-F05A-F144B45951D1}"/>
                  </a:ext>
                </a:extLst>
              </p:cNvPr>
              <p:cNvSpPr/>
              <p:nvPr/>
            </p:nvSpPr>
            <p:spPr>
              <a:xfrm>
                <a:off x="4822299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g2015">
                <a:extLst>
                  <a:ext uri="{FF2B5EF4-FFF2-40B4-BE49-F238E27FC236}">
                    <a16:creationId xmlns:a16="http://schemas.microsoft.com/office/drawing/2014/main" id="{28E779C1-A293-9317-771F-9D73F36DB747}"/>
                  </a:ext>
                </a:extLst>
              </p:cNvPr>
              <p:cNvSpPr/>
              <p:nvPr/>
            </p:nvSpPr>
            <p:spPr>
              <a:xfrm>
                <a:off x="4833936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g2016">
                <a:extLst>
                  <a:ext uri="{FF2B5EF4-FFF2-40B4-BE49-F238E27FC236}">
                    <a16:creationId xmlns:a16="http://schemas.microsoft.com/office/drawing/2014/main" id="{502B4C26-41BE-20EC-DC49-DB8C0028AA0A}"/>
                  </a:ext>
                </a:extLst>
              </p:cNvPr>
              <p:cNvSpPr/>
              <p:nvPr/>
            </p:nvSpPr>
            <p:spPr>
              <a:xfrm>
                <a:off x="4845573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g2017">
                <a:extLst>
                  <a:ext uri="{FF2B5EF4-FFF2-40B4-BE49-F238E27FC236}">
                    <a16:creationId xmlns:a16="http://schemas.microsoft.com/office/drawing/2014/main" id="{1035F6EA-01F0-34D0-5E74-09027AF3B811}"/>
                  </a:ext>
                </a:extLst>
              </p:cNvPr>
              <p:cNvSpPr/>
              <p:nvPr/>
            </p:nvSpPr>
            <p:spPr>
              <a:xfrm>
                <a:off x="4857211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g2018">
                <a:extLst>
                  <a:ext uri="{FF2B5EF4-FFF2-40B4-BE49-F238E27FC236}">
                    <a16:creationId xmlns:a16="http://schemas.microsoft.com/office/drawing/2014/main" id="{B248C069-6F0F-674C-D5CC-C7E7BB4F2619}"/>
                  </a:ext>
                </a:extLst>
              </p:cNvPr>
              <p:cNvSpPr/>
              <p:nvPr/>
            </p:nvSpPr>
            <p:spPr>
              <a:xfrm>
                <a:off x="4868848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g2019">
                <a:extLst>
                  <a:ext uri="{FF2B5EF4-FFF2-40B4-BE49-F238E27FC236}">
                    <a16:creationId xmlns:a16="http://schemas.microsoft.com/office/drawing/2014/main" id="{801DD7E4-D351-8464-56CF-12C28D2C218D}"/>
                  </a:ext>
                </a:extLst>
              </p:cNvPr>
              <p:cNvSpPr/>
              <p:nvPr/>
            </p:nvSpPr>
            <p:spPr>
              <a:xfrm>
                <a:off x="4880485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g2020">
                <a:extLst>
                  <a:ext uri="{FF2B5EF4-FFF2-40B4-BE49-F238E27FC236}">
                    <a16:creationId xmlns:a16="http://schemas.microsoft.com/office/drawing/2014/main" id="{D378CB42-42D2-6B05-7744-F66AE49E88CF}"/>
                  </a:ext>
                </a:extLst>
              </p:cNvPr>
              <p:cNvSpPr/>
              <p:nvPr/>
            </p:nvSpPr>
            <p:spPr>
              <a:xfrm>
                <a:off x="4892123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g2021">
                <a:extLst>
                  <a:ext uri="{FF2B5EF4-FFF2-40B4-BE49-F238E27FC236}">
                    <a16:creationId xmlns:a16="http://schemas.microsoft.com/office/drawing/2014/main" id="{90049F17-C9BC-B1E1-D31F-8F201EFC4E02}"/>
                  </a:ext>
                </a:extLst>
              </p:cNvPr>
              <p:cNvSpPr/>
              <p:nvPr/>
            </p:nvSpPr>
            <p:spPr>
              <a:xfrm>
                <a:off x="4903760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g2022">
                <a:extLst>
                  <a:ext uri="{FF2B5EF4-FFF2-40B4-BE49-F238E27FC236}">
                    <a16:creationId xmlns:a16="http://schemas.microsoft.com/office/drawing/2014/main" id="{BD1BD3BA-17EB-EF2D-6803-4DEEE60F470E}"/>
                  </a:ext>
                </a:extLst>
              </p:cNvPr>
              <p:cNvSpPr/>
              <p:nvPr/>
            </p:nvSpPr>
            <p:spPr>
              <a:xfrm>
                <a:off x="4915397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g2023">
                <a:extLst>
                  <a:ext uri="{FF2B5EF4-FFF2-40B4-BE49-F238E27FC236}">
                    <a16:creationId xmlns:a16="http://schemas.microsoft.com/office/drawing/2014/main" id="{D0A3E682-DB39-A707-4CBA-FC979294F855}"/>
                  </a:ext>
                </a:extLst>
              </p:cNvPr>
              <p:cNvSpPr/>
              <p:nvPr/>
            </p:nvSpPr>
            <p:spPr>
              <a:xfrm>
                <a:off x="4927035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2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g2024">
                <a:extLst>
                  <a:ext uri="{FF2B5EF4-FFF2-40B4-BE49-F238E27FC236}">
                    <a16:creationId xmlns:a16="http://schemas.microsoft.com/office/drawing/2014/main" id="{8EC7C66A-F7E7-8F99-C324-C10EC7124386}"/>
                  </a:ext>
                </a:extLst>
              </p:cNvPr>
              <p:cNvSpPr/>
              <p:nvPr/>
            </p:nvSpPr>
            <p:spPr>
              <a:xfrm>
                <a:off x="4938672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g2025">
                <a:extLst>
                  <a:ext uri="{FF2B5EF4-FFF2-40B4-BE49-F238E27FC236}">
                    <a16:creationId xmlns:a16="http://schemas.microsoft.com/office/drawing/2014/main" id="{060B1617-278D-A748-7AAD-F9ADE9015D14}"/>
                  </a:ext>
                </a:extLst>
              </p:cNvPr>
              <p:cNvSpPr/>
              <p:nvPr/>
            </p:nvSpPr>
            <p:spPr>
              <a:xfrm>
                <a:off x="4950309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g2026">
                <a:extLst>
                  <a:ext uri="{FF2B5EF4-FFF2-40B4-BE49-F238E27FC236}">
                    <a16:creationId xmlns:a16="http://schemas.microsoft.com/office/drawing/2014/main" id="{243A0618-B30A-E7AF-EA90-E37B2D369D92}"/>
                  </a:ext>
                </a:extLst>
              </p:cNvPr>
              <p:cNvSpPr/>
              <p:nvPr/>
            </p:nvSpPr>
            <p:spPr>
              <a:xfrm>
                <a:off x="4961947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g2027">
                <a:extLst>
                  <a:ext uri="{FF2B5EF4-FFF2-40B4-BE49-F238E27FC236}">
                    <a16:creationId xmlns:a16="http://schemas.microsoft.com/office/drawing/2014/main" id="{4814E1FA-52C9-4F67-E943-F8B755DB3860}"/>
                  </a:ext>
                </a:extLst>
              </p:cNvPr>
              <p:cNvSpPr/>
              <p:nvPr/>
            </p:nvSpPr>
            <p:spPr>
              <a:xfrm>
                <a:off x="4810661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g2028">
                <a:extLst>
                  <a:ext uri="{FF2B5EF4-FFF2-40B4-BE49-F238E27FC236}">
                    <a16:creationId xmlns:a16="http://schemas.microsoft.com/office/drawing/2014/main" id="{D7EB7B95-301B-8B92-AAC4-3BE6BDBE2735}"/>
                  </a:ext>
                </a:extLst>
              </p:cNvPr>
              <p:cNvSpPr/>
              <p:nvPr/>
            </p:nvSpPr>
            <p:spPr>
              <a:xfrm>
                <a:off x="4822299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g2029">
                <a:extLst>
                  <a:ext uri="{FF2B5EF4-FFF2-40B4-BE49-F238E27FC236}">
                    <a16:creationId xmlns:a16="http://schemas.microsoft.com/office/drawing/2014/main" id="{22816D23-FE1A-EC9F-CFD4-4F76098909D4}"/>
                  </a:ext>
                </a:extLst>
              </p:cNvPr>
              <p:cNvSpPr/>
              <p:nvPr/>
            </p:nvSpPr>
            <p:spPr>
              <a:xfrm>
                <a:off x="4833936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g2030">
                <a:extLst>
                  <a:ext uri="{FF2B5EF4-FFF2-40B4-BE49-F238E27FC236}">
                    <a16:creationId xmlns:a16="http://schemas.microsoft.com/office/drawing/2014/main" id="{D627B8E8-A01C-1736-30AC-9F461FC074FE}"/>
                  </a:ext>
                </a:extLst>
              </p:cNvPr>
              <p:cNvSpPr/>
              <p:nvPr/>
            </p:nvSpPr>
            <p:spPr>
              <a:xfrm>
                <a:off x="4845573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g2031">
                <a:extLst>
                  <a:ext uri="{FF2B5EF4-FFF2-40B4-BE49-F238E27FC236}">
                    <a16:creationId xmlns:a16="http://schemas.microsoft.com/office/drawing/2014/main" id="{76642B49-00FA-7EC7-CA9F-09A9891548DB}"/>
                  </a:ext>
                </a:extLst>
              </p:cNvPr>
              <p:cNvSpPr/>
              <p:nvPr/>
            </p:nvSpPr>
            <p:spPr>
              <a:xfrm>
                <a:off x="4857211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g2032">
                <a:extLst>
                  <a:ext uri="{FF2B5EF4-FFF2-40B4-BE49-F238E27FC236}">
                    <a16:creationId xmlns:a16="http://schemas.microsoft.com/office/drawing/2014/main" id="{02012A08-62C4-05BC-077E-CF43C47EFB55}"/>
                  </a:ext>
                </a:extLst>
              </p:cNvPr>
              <p:cNvSpPr/>
              <p:nvPr/>
            </p:nvSpPr>
            <p:spPr>
              <a:xfrm>
                <a:off x="4868848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g2033">
                <a:extLst>
                  <a:ext uri="{FF2B5EF4-FFF2-40B4-BE49-F238E27FC236}">
                    <a16:creationId xmlns:a16="http://schemas.microsoft.com/office/drawing/2014/main" id="{DCE4ECCA-12A5-0012-2BA0-460B96849771}"/>
                  </a:ext>
                </a:extLst>
              </p:cNvPr>
              <p:cNvSpPr/>
              <p:nvPr/>
            </p:nvSpPr>
            <p:spPr>
              <a:xfrm>
                <a:off x="4880485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g2034">
                <a:extLst>
                  <a:ext uri="{FF2B5EF4-FFF2-40B4-BE49-F238E27FC236}">
                    <a16:creationId xmlns:a16="http://schemas.microsoft.com/office/drawing/2014/main" id="{E3D2CE1B-C746-C383-81EF-B30255B917FD}"/>
                  </a:ext>
                </a:extLst>
              </p:cNvPr>
              <p:cNvSpPr/>
              <p:nvPr/>
            </p:nvSpPr>
            <p:spPr>
              <a:xfrm>
                <a:off x="4892123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g2035">
                <a:extLst>
                  <a:ext uri="{FF2B5EF4-FFF2-40B4-BE49-F238E27FC236}">
                    <a16:creationId xmlns:a16="http://schemas.microsoft.com/office/drawing/2014/main" id="{3D773108-0A78-8EFB-3C10-D36F48C25A7E}"/>
                  </a:ext>
                </a:extLst>
              </p:cNvPr>
              <p:cNvSpPr/>
              <p:nvPr/>
            </p:nvSpPr>
            <p:spPr>
              <a:xfrm>
                <a:off x="4903760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g2036">
                <a:extLst>
                  <a:ext uri="{FF2B5EF4-FFF2-40B4-BE49-F238E27FC236}">
                    <a16:creationId xmlns:a16="http://schemas.microsoft.com/office/drawing/2014/main" id="{F8E4D5D1-28DE-F999-8AFF-C1C2649763F6}"/>
                  </a:ext>
                </a:extLst>
              </p:cNvPr>
              <p:cNvSpPr/>
              <p:nvPr/>
            </p:nvSpPr>
            <p:spPr>
              <a:xfrm>
                <a:off x="4915397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g2037">
                <a:extLst>
                  <a:ext uri="{FF2B5EF4-FFF2-40B4-BE49-F238E27FC236}">
                    <a16:creationId xmlns:a16="http://schemas.microsoft.com/office/drawing/2014/main" id="{73C220F2-6EDC-1AA0-33F7-E532C644B004}"/>
                  </a:ext>
                </a:extLst>
              </p:cNvPr>
              <p:cNvSpPr/>
              <p:nvPr/>
            </p:nvSpPr>
            <p:spPr>
              <a:xfrm>
                <a:off x="4927035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g2038">
                <a:extLst>
                  <a:ext uri="{FF2B5EF4-FFF2-40B4-BE49-F238E27FC236}">
                    <a16:creationId xmlns:a16="http://schemas.microsoft.com/office/drawing/2014/main" id="{DA1DBE5C-1E6C-A2D5-3453-DDC696BD0577}"/>
                  </a:ext>
                </a:extLst>
              </p:cNvPr>
              <p:cNvSpPr/>
              <p:nvPr/>
            </p:nvSpPr>
            <p:spPr>
              <a:xfrm>
                <a:off x="4938672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g2039">
                <a:extLst>
                  <a:ext uri="{FF2B5EF4-FFF2-40B4-BE49-F238E27FC236}">
                    <a16:creationId xmlns:a16="http://schemas.microsoft.com/office/drawing/2014/main" id="{052E9826-4DE0-E17D-7C26-0F07AA74460C}"/>
                  </a:ext>
                </a:extLst>
              </p:cNvPr>
              <p:cNvSpPr/>
              <p:nvPr/>
            </p:nvSpPr>
            <p:spPr>
              <a:xfrm>
                <a:off x="4950309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g2040">
                <a:extLst>
                  <a:ext uri="{FF2B5EF4-FFF2-40B4-BE49-F238E27FC236}">
                    <a16:creationId xmlns:a16="http://schemas.microsoft.com/office/drawing/2014/main" id="{249F387C-87E2-F4EF-3819-6EAEF060D17F}"/>
                  </a:ext>
                </a:extLst>
              </p:cNvPr>
              <p:cNvSpPr/>
              <p:nvPr/>
            </p:nvSpPr>
            <p:spPr>
              <a:xfrm>
                <a:off x="4799024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g2041">
                <a:extLst>
                  <a:ext uri="{FF2B5EF4-FFF2-40B4-BE49-F238E27FC236}">
                    <a16:creationId xmlns:a16="http://schemas.microsoft.com/office/drawing/2014/main" id="{C79EF5A8-80A2-EDF5-6FA1-D7A1104E0814}"/>
                  </a:ext>
                </a:extLst>
              </p:cNvPr>
              <p:cNvSpPr/>
              <p:nvPr/>
            </p:nvSpPr>
            <p:spPr>
              <a:xfrm>
                <a:off x="4810661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g2042">
                <a:extLst>
                  <a:ext uri="{FF2B5EF4-FFF2-40B4-BE49-F238E27FC236}">
                    <a16:creationId xmlns:a16="http://schemas.microsoft.com/office/drawing/2014/main" id="{DF5995BD-ECB2-1F89-375A-950F29EB5735}"/>
                  </a:ext>
                </a:extLst>
              </p:cNvPr>
              <p:cNvSpPr/>
              <p:nvPr/>
            </p:nvSpPr>
            <p:spPr>
              <a:xfrm>
                <a:off x="4822299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g2043">
                <a:extLst>
                  <a:ext uri="{FF2B5EF4-FFF2-40B4-BE49-F238E27FC236}">
                    <a16:creationId xmlns:a16="http://schemas.microsoft.com/office/drawing/2014/main" id="{39587A62-2BDD-FA8C-384C-26E91991BEB8}"/>
                  </a:ext>
                </a:extLst>
              </p:cNvPr>
              <p:cNvSpPr/>
              <p:nvPr/>
            </p:nvSpPr>
            <p:spPr>
              <a:xfrm>
                <a:off x="4833936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g2044">
                <a:extLst>
                  <a:ext uri="{FF2B5EF4-FFF2-40B4-BE49-F238E27FC236}">
                    <a16:creationId xmlns:a16="http://schemas.microsoft.com/office/drawing/2014/main" id="{00FA156D-AC6D-4642-862E-BAE7DBA319E6}"/>
                  </a:ext>
                </a:extLst>
              </p:cNvPr>
              <p:cNvSpPr/>
              <p:nvPr/>
            </p:nvSpPr>
            <p:spPr>
              <a:xfrm>
                <a:off x="4845573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g2045">
                <a:extLst>
                  <a:ext uri="{FF2B5EF4-FFF2-40B4-BE49-F238E27FC236}">
                    <a16:creationId xmlns:a16="http://schemas.microsoft.com/office/drawing/2014/main" id="{36708956-FA7D-3E71-D52A-06D7769C0949}"/>
                  </a:ext>
                </a:extLst>
              </p:cNvPr>
              <p:cNvSpPr/>
              <p:nvPr/>
            </p:nvSpPr>
            <p:spPr>
              <a:xfrm>
                <a:off x="4857211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g2046">
                <a:extLst>
                  <a:ext uri="{FF2B5EF4-FFF2-40B4-BE49-F238E27FC236}">
                    <a16:creationId xmlns:a16="http://schemas.microsoft.com/office/drawing/2014/main" id="{7D2C5F91-1D41-6744-F923-C682E4938F6A}"/>
                  </a:ext>
                </a:extLst>
              </p:cNvPr>
              <p:cNvSpPr/>
              <p:nvPr/>
            </p:nvSpPr>
            <p:spPr>
              <a:xfrm>
                <a:off x="4868848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g2047">
                <a:extLst>
                  <a:ext uri="{FF2B5EF4-FFF2-40B4-BE49-F238E27FC236}">
                    <a16:creationId xmlns:a16="http://schemas.microsoft.com/office/drawing/2014/main" id="{CEF9E8B3-EDC0-022A-789A-4B6A4FF33F7B}"/>
                  </a:ext>
                </a:extLst>
              </p:cNvPr>
              <p:cNvSpPr/>
              <p:nvPr/>
            </p:nvSpPr>
            <p:spPr>
              <a:xfrm>
                <a:off x="4787387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g2048">
                <a:extLst>
                  <a:ext uri="{FF2B5EF4-FFF2-40B4-BE49-F238E27FC236}">
                    <a16:creationId xmlns:a16="http://schemas.microsoft.com/office/drawing/2014/main" id="{E9956E6B-6F4D-3421-3EE4-7301C48A24D1}"/>
                  </a:ext>
                </a:extLst>
              </p:cNvPr>
              <p:cNvSpPr/>
              <p:nvPr/>
            </p:nvSpPr>
            <p:spPr>
              <a:xfrm>
                <a:off x="4799024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g2049">
                <a:extLst>
                  <a:ext uri="{FF2B5EF4-FFF2-40B4-BE49-F238E27FC236}">
                    <a16:creationId xmlns:a16="http://schemas.microsoft.com/office/drawing/2014/main" id="{CF77A003-40AC-FCB7-71FA-0D022E3E871A}"/>
                  </a:ext>
                </a:extLst>
              </p:cNvPr>
              <p:cNvSpPr/>
              <p:nvPr/>
            </p:nvSpPr>
            <p:spPr>
              <a:xfrm>
                <a:off x="4810661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g2050">
                <a:extLst>
                  <a:ext uri="{FF2B5EF4-FFF2-40B4-BE49-F238E27FC236}">
                    <a16:creationId xmlns:a16="http://schemas.microsoft.com/office/drawing/2014/main" id="{FB7F5AF8-B336-FCC9-9573-0B83AF724C58}"/>
                  </a:ext>
                </a:extLst>
              </p:cNvPr>
              <p:cNvSpPr/>
              <p:nvPr/>
            </p:nvSpPr>
            <p:spPr>
              <a:xfrm>
                <a:off x="4822299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g2051">
                <a:extLst>
                  <a:ext uri="{FF2B5EF4-FFF2-40B4-BE49-F238E27FC236}">
                    <a16:creationId xmlns:a16="http://schemas.microsoft.com/office/drawing/2014/main" id="{622BA8BA-5701-71FD-A51A-8F3D97872647}"/>
                  </a:ext>
                </a:extLst>
              </p:cNvPr>
              <p:cNvSpPr/>
              <p:nvPr/>
            </p:nvSpPr>
            <p:spPr>
              <a:xfrm>
                <a:off x="4833936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g2052">
                <a:extLst>
                  <a:ext uri="{FF2B5EF4-FFF2-40B4-BE49-F238E27FC236}">
                    <a16:creationId xmlns:a16="http://schemas.microsoft.com/office/drawing/2014/main" id="{321FC437-0641-804F-95B0-58D7B3E4F9FF}"/>
                  </a:ext>
                </a:extLst>
              </p:cNvPr>
              <p:cNvSpPr/>
              <p:nvPr/>
            </p:nvSpPr>
            <p:spPr>
              <a:xfrm>
                <a:off x="4845573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g2053">
                <a:extLst>
                  <a:ext uri="{FF2B5EF4-FFF2-40B4-BE49-F238E27FC236}">
                    <a16:creationId xmlns:a16="http://schemas.microsoft.com/office/drawing/2014/main" id="{ABA8F49E-2B98-AFE7-4B07-2EF3F8E5EDD5}"/>
                  </a:ext>
                </a:extLst>
              </p:cNvPr>
              <p:cNvSpPr/>
              <p:nvPr/>
            </p:nvSpPr>
            <p:spPr>
              <a:xfrm>
                <a:off x="4857211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g2054">
                <a:extLst>
                  <a:ext uri="{FF2B5EF4-FFF2-40B4-BE49-F238E27FC236}">
                    <a16:creationId xmlns:a16="http://schemas.microsoft.com/office/drawing/2014/main" id="{D381AF59-E64B-D632-E159-E27930DDA517}"/>
                  </a:ext>
                </a:extLst>
              </p:cNvPr>
              <p:cNvSpPr/>
              <p:nvPr/>
            </p:nvSpPr>
            <p:spPr>
              <a:xfrm>
                <a:off x="4775749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g2055">
                <a:extLst>
                  <a:ext uri="{FF2B5EF4-FFF2-40B4-BE49-F238E27FC236}">
                    <a16:creationId xmlns:a16="http://schemas.microsoft.com/office/drawing/2014/main" id="{F69CE3FC-F331-4E0A-AABD-A7D30712E4AE}"/>
                  </a:ext>
                </a:extLst>
              </p:cNvPr>
              <p:cNvSpPr/>
              <p:nvPr/>
            </p:nvSpPr>
            <p:spPr>
              <a:xfrm>
                <a:off x="4787387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g2056">
                <a:extLst>
                  <a:ext uri="{FF2B5EF4-FFF2-40B4-BE49-F238E27FC236}">
                    <a16:creationId xmlns:a16="http://schemas.microsoft.com/office/drawing/2014/main" id="{0988FA24-7AAD-5B06-C04A-0B759D055B3F}"/>
                  </a:ext>
                </a:extLst>
              </p:cNvPr>
              <p:cNvSpPr/>
              <p:nvPr/>
            </p:nvSpPr>
            <p:spPr>
              <a:xfrm>
                <a:off x="4799024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g2057">
                <a:extLst>
                  <a:ext uri="{FF2B5EF4-FFF2-40B4-BE49-F238E27FC236}">
                    <a16:creationId xmlns:a16="http://schemas.microsoft.com/office/drawing/2014/main" id="{703F5644-F712-986D-5CE0-AC740C9B8D2C}"/>
                  </a:ext>
                </a:extLst>
              </p:cNvPr>
              <p:cNvSpPr/>
              <p:nvPr/>
            </p:nvSpPr>
            <p:spPr>
              <a:xfrm>
                <a:off x="4810661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g2058">
                <a:extLst>
                  <a:ext uri="{FF2B5EF4-FFF2-40B4-BE49-F238E27FC236}">
                    <a16:creationId xmlns:a16="http://schemas.microsoft.com/office/drawing/2014/main" id="{F8C6FAFF-E62B-0872-32BE-59156B025053}"/>
                  </a:ext>
                </a:extLst>
              </p:cNvPr>
              <p:cNvSpPr/>
              <p:nvPr/>
            </p:nvSpPr>
            <p:spPr>
              <a:xfrm>
                <a:off x="4822299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g2059">
                <a:extLst>
                  <a:ext uri="{FF2B5EF4-FFF2-40B4-BE49-F238E27FC236}">
                    <a16:creationId xmlns:a16="http://schemas.microsoft.com/office/drawing/2014/main" id="{6D26964E-8300-F475-149E-7773C270C8F3}"/>
                  </a:ext>
                </a:extLst>
              </p:cNvPr>
              <p:cNvSpPr/>
              <p:nvPr/>
            </p:nvSpPr>
            <p:spPr>
              <a:xfrm>
                <a:off x="4833936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g2060">
                <a:extLst>
                  <a:ext uri="{FF2B5EF4-FFF2-40B4-BE49-F238E27FC236}">
                    <a16:creationId xmlns:a16="http://schemas.microsoft.com/office/drawing/2014/main" id="{D41F3AF8-0026-7C54-33CA-B3EAFA9F9EAC}"/>
                  </a:ext>
                </a:extLst>
              </p:cNvPr>
              <p:cNvSpPr/>
              <p:nvPr/>
            </p:nvSpPr>
            <p:spPr>
              <a:xfrm>
                <a:off x="4845573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g2061">
                <a:extLst>
                  <a:ext uri="{FF2B5EF4-FFF2-40B4-BE49-F238E27FC236}">
                    <a16:creationId xmlns:a16="http://schemas.microsoft.com/office/drawing/2014/main" id="{76DF7369-719D-A774-7824-2397093FB4D8}"/>
                  </a:ext>
                </a:extLst>
              </p:cNvPr>
              <p:cNvSpPr/>
              <p:nvPr/>
            </p:nvSpPr>
            <p:spPr>
              <a:xfrm>
                <a:off x="4775749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g2062">
                <a:extLst>
                  <a:ext uri="{FF2B5EF4-FFF2-40B4-BE49-F238E27FC236}">
                    <a16:creationId xmlns:a16="http://schemas.microsoft.com/office/drawing/2014/main" id="{11A85B20-89D2-5ABF-2169-7C8A94AB10A2}"/>
                  </a:ext>
                </a:extLst>
              </p:cNvPr>
              <p:cNvSpPr/>
              <p:nvPr/>
            </p:nvSpPr>
            <p:spPr>
              <a:xfrm>
                <a:off x="4787387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g2063">
                <a:extLst>
                  <a:ext uri="{FF2B5EF4-FFF2-40B4-BE49-F238E27FC236}">
                    <a16:creationId xmlns:a16="http://schemas.microsoft.com/office/drawing/2014/main" id="{03DE12A0-E3EA-02C2-CB69-A20C4C0299E4}"/>
                  </a:ext>
                </a:extLst>
              </p:cNvPr>
              <p:cNvSpPr/>
              <p:nvPr/>
            </p:nvSpPr>
            <p:spPr>
              <a:xfrm>
                <a:off x="4799024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85D8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g2064">
                <a:extLst>
                  <a:ext uri="{FF2B5EF4-FFF2-40B4-BE49-F238E27FC236}">
                    <a16:creationId xmlns:a16="http://schemas.microsoft.com/office/drawing/2014/main" id="{6FF2DAB6-F692-3A87-A9CE-B9295B79AE47}"/>
                  </a:ext>
                </a:extLst>
              </p:cNvPr>
              <p:cNvSpPr/>
              <p:nvPr/>
            </p:nvSpPr>
            <p:spPr>
              <a:xfrm>
                <a:off x="4810661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g2065">
                <a:extLst>
                  <a:ext uri="{FF2B5EF4-FFF2-40B4-BE49-F238E27FC236}">
                    <a16:creationId xmlns:a16="http://schemas.microsoft.com/office/drawing/2014/main" id="{AD289F0F-8BE3-15C7-0B68-C4ACAB5B7F9D}"/>
                  </a:ext>
                </a:extLst>
              </p:cNvPr>
              <p:cNvSpPr/>
              <p:nvPr/>
            </p:nvSpPr>
            <p:spPr>
              <a:xfrm>
                <a:off x="4822299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g2066">
                <a:extLst>
                  <a:ext uri="{FF2B5EF4-FFF2-40B4-BE49-F238E27FC236}">
                    <a16:creationId xmlns:a16="http://schemas.microsoft.com/office/drawing/2014/main" id="{63D59FE0-44A9-C7EC-5110-EFA547786E72}"/>
                  </a:ext>
                </a:extLst>
              </p:cNvPr>
              <p:cNvSpPr/>
              <p:nvPr/>
            </p:nvSpPr>
            <p:spPr>
              <a:xfrm>
                <a:off x="4833936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g2067">
                <a:extLst>
                  <a:ext uri="{FF2B5EF4-FFF2-40B4-BE49-F238E27FC236}">
                    <a16:creationId xmlns:a16="http://schemas.microsoft.com/office/drawing/2014/main" id="{8CF3A207-F30E-420C-2111-0C9788E66F5A}"/>
                  </a:ext>
                </a:extLst>
              </p:cNvPr>
              <p:cNvSpPr/>
              <p:nvPr/>
            </p:nvSpPr>
            <p:spPr>
              <a:xfrm>
                <a:off x="4752475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g2068">
                <a:extLst>
                  <a:ext uri="{FF2B5EF4-FFF2-40B4-BE49-F238E27FC236}">
                    <a16:creationId xmlns:a16="http://schemas.microsoft.com/office/drawing/2014/main" id="{461DAC44-0253-84AF-E54C-1090A0E2FADA}"/>
                  </a:ext>
                </a:extLst>
              </p:cNvPr>
              <p:cNvSpPr/>
              <p:nvPr/>
            </p:nvSpPr>
            <p:spPr>
              <a:xfrm>
                <a:off x="4764112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g2069">
                <a:extLst>
                  <a:ext uri="{FF2B5EF4-FFF2-40B4-BE49-F238E27FC236}">
                    <a16:creationId xmlns:a16="http://schemas.microsoft.com/office/drawing/2014/main" id="{CB28D5FA-D038-5DCB-C844-2607BF2891A3}"/>
                  </a:ext>
                </a:extLst>
              </p:cNvPr>
              <p:cNvSpPr/>
              <p:nvPr/>
            </p:nvSpPr>
            <p:spPr>
              <a:xfrm>
                <a:off x="4775749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g2070">
                <a:extLst>
                  <a:ext uri="{FF2B5EF4-FFF2-40B4-BE49-F238E27FC236}">
                    <a16:creationId xmlns:a16="http://schemas.microsoft.com/office/drawing/2014/main" id="{AC92993A-F7D0-A334-272A-8EBA6D13FF2D}"/>
                  </a:ext>
                </a:extLst>
              </p:cNvPr>
              <p:cNvSpPr/>
              <p:nvPr/>
            </p:nvSpPr>
            <p:spPr>
              <a:xfrm>
                <a:off x="4787387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g2071">
                <a:extLst>
                  <a:ext uri="{FF2B5EF4-FFF2-40B4-BE49-F238E27FC236}">
                    <a16:creationId xmlns:a16="http://schemas.microsoft.com/office/drawing/2014/main" id="{31B53036-B265-4387-1AA6-C12AD679C208}"/>
                  </a:ext>
                </a:extLst>
              </p:cNvPr>
              <p:cNvSpPr/>
              <p:nvPr/>
            </p:nvSpPr>
            <p:spPr>
              <a:xfrm>
                <a:off x="4799024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g2072">
                <a:extLst>
                  <a:ext uri="{FF2B5EF4-FFF2-40B4-BE49-F238E27FC236}">
                    <a16:creationId xmlns:a16="http://schemas.microsoft.com/office/drawing/2014/main" id="{C8F67057-ECEC-2DE2-FACD-AB0119E7402C}"/>
                  </a:ext>
                </a:extLst>
              </p:cNvPr>
              <p:cNvSpPr/>
              <p:nvPr/>
            </p:nvSpPr>
            <p:spPr>
              <a:xfrm>
                <a:off x="4810661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9">
                  <a:alpha val="100000"/>
                </a:srgbClr>
              </a:solidFill>
              <a:ln w="5420" cap="flat">
                <a:solidFill>
                  <a:srgbClr val="83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g2073">
                <a:extLst>
                  <a:ext uri="{FF2B5EF4-FFF2-40B4-BE49-F238E27FC236}">
                    <a16:creationId xmlns:a16="http://schemas.microsoft.com/office/drawing/2014/main" id="{A5AE1873-84E5-D08E-4B46-9F0814B8928B}"/>
                  </a:ext>
                </a:extLst>
              </p:cNvPr>
              <p:cNvSpPr/>
              <p:nvPr/>
            </p:nvSpPr>
            <p:spPr>
              <a:xfrm>
                <a:off x="4822299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g2074">
                <a:extLst>
                  <a:ext uri="{FF2B5EF4-FFF2-40B4-BE49-F238E27FC236}">
                    <a16:creationId xmlns:a16="http://schemas.microsoft.com/office/drawing/2014/main" id="{F23F1633-9152-07C0-7CBC-9D8BD40EB5DA}"/>
                  </a:ext>
                </a:extLst>
              </p:cNvPr>
              <p:cNvSpPr/>
              <p:nvPr/>
            </p:nvSpPr>
            <p:spPr>
              <a:xfrm>
                <a:off x="4740837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g2075">
                <a:extLst>
                  <a:ext uri="{FF2B5EF4-FFF2-40B4-BE49-F238E27FC236}">
                    <a16:creationId xmlns:a16="http://schemas.microsoft.com/office/drawing/2014/main" id="{F9BB2CF7-8D94-2D66-97A6-B2FC9A095F88}"/>
                  </a:ext>
                </a:extLst>
              </p:cNvPr>
              <p:cNvSpPr/>
              <p:nvPr/>
            </p:nvSpPr>
            <p:spPr>
              <a:xfrm>
                <a:off x="4752475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g2076">
                <a:extLst>
                  <a:ext uri="{FF2B5EF4-FFF2-40B4-BE49-F238E27FC236}">
                    <a16:creationId xmlns:a16="http://schemas.microsoft.com/office/drawing/2014/main" id="{76255607-44DB-F4F2-8177-593A70C67030}"/>
                  </a:ext>
                </a:extLst>
              </p:cNvPr>
              <p:cNvSpPr/>
              <p:nvPr/>
            </p:nvSpPr>
            <p:spPr>
              <a:xfrm>
                <a:off x="4764112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g2077">
                <a:extLst>
                  <a:ext uri="{FF2B5EF4-FFF2-40B4-BE49-F238E27FC236}">
                    <a16:creationId xmlns:a16="http://schemas.microsoft.com/office/drawing/2014/main" id="{968FC81C-6DC4-2B13-696C-FFB38C7FD8A5}"/>
                  </a:ext>
                </a:extLst>
              </p:cNvPr>
              <p:cNvSpPr/>
              <p:nvPr/>
            </p:nvSpPr>
            <p:spPr>
              <a:xfrm>
                <a:off x="4775749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g2078">
                <a:extLst>
                  <a:ext uri="{FF2B5EF4-FFF2-40B4-BE49-F238E27FC236}">
                    <a16:creationId xmlns:a16="http://schemas.microsoft.com/office/drawing/2014/main" id="{F1A84FAF-9B19-3F3D-21D7-EE5234A70B06}"/>
                  </a:ext>
                </a:extLst>
              </p:cNvPr>
              <p:cNvSpPr/>
              <p:nvPr/>
            </p:nvSpPr>
            <p:spPr>
              <a:xfrm>
                <a:off x="4787387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g2079">
                <a:extLst>
                  <a:ext uri="{FF2B5EF4-FFF2-40B4-BE49-F238E27FC236}">
                    <a16:creationId xmlns:a16="http://schemas.microsoft.com/office/drawing/2014/main" id="{F0C2D0FC-46AA-A2F5-0D28-5F536EF24B9E}"/>
                  </a:ext>
                </a:extLst>
              </p:cNvPr>
              <p:cNvSpPr/>
              <p:nvPr/>
            </p:nvSpPr>
            <p:spPr>
              <a:xfrm>
                <a:off x="4799024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g2080">
                <a:extLst>
                  <a:ext uri="{FF2B5EF4-FFF2-40B4-BE49-F238E27FC236}">
                    <a16:creationId xmlns:a16="http://schemas.microsoft.com/office/drawing/2014/main" id="{AE3E2853-FC4B-FB73-D335-9DB715717B6C}"/>
                  </a:ext>
                </a:extLst>
              </p:cNvPr>
              <p:cNvSpPr/>
              <p:nvPr/>
            </p:nvSpPr>
            <p:spPr>
              <a:xfrm>
                <a:off x="4810661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g2081">
                <a:extLst>
                  <a:ext uri="{FF2B5EF4-FFF2-40B4-BE49-F238E27FC236}">
                    <a16:creationId xmlns:a16="http://schemas.microsoft.com/office/drawing/2014/main" id="{1526F986-BCE9-E095-AB50-0D5BD1D9CD94}"/>
                  </a:ext>
                </a:extLst>
              </p:cNvPr>
              <p:cNvSpPr/>
              <p:nvPr/>
            </p:nvSpPr>
            <p:spPr>
              <a:xfrm>
                <a:off x="4822299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g2082">
                <a:extLst>
                  <a:ext uri="{FF2B5EF4-FFF2-40B4-BE49-F238E27FC236}">
                    <a16:creationId xmlns:a16="http://schemas.microsoft.com/office/drawing/2014/main" id="{957CD221-C77F-F076-76E6-042CA43A0C5F}"/>
                  </a:ext>
                </a:extLst>
              </p:cNvPr>
              <p:cNvSpPr/>
              <p:nvPr/>
            </p:nvSpPr>
            <p:spPr>
              <a:xfrm>
                <a:off x="4717563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g2083">
                <a:extLst>
                  <a:ext uri="{FF2B5EF4-FFF2-40B4-BE49-F238E27FC236}">
                    <a16:creationId xmlns:a16="http://schemas.microsoft.com/office/drawing/2014/main" id="{952B5A50-6B4C-6EEE-3606-0A591655CBE5}"/>
                  </a:ext>
                </a:extLst>
              </p:cNvPr>
              <p:cNvSpPr/>
              <p:nvPr/>
            </p:nvSpPr>
            <p:spPr>
              <a:xfrm>
                <a:off x="4729200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g2084">
                <a:extLst>
                  <a:ext uri="{FF2B5EF4-FFF2-40B4-BE49-F238E27FC236}">
                    <a16:creationId xmlns:a16="http://schemas.microsoft.com/office/drawing/2014/main" id="{DCEE4FBD-BEF1-53D9-362D-5BF952B68065}"/>
                  </a:ext>
                </a:extLst>
              </p:cNvPr>
              <p:cNvSpPr/>
              <p:nvPr/>
            </p:nvSpPr>
            <p:spPr>
              <a:xfrm>
                <a:off x="4740837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g2085">
                <a:extLst>
                  <a:ext uri="{FF2B5EF4-FFF2-40B4-BE49-F238E27FC236}">
                    <a16:creationId xmlns:a16="http://schemas.microsoft.com/office/drawing/2014/main" id="{5776D111-40CE-EBA2-BDD0-6C1E49FD22D1}"/>
                  </a:ext>
                </a:extLst>
              </p:cNvPr>
              <p:cNvSpPr/>
              <p:nvPr/>
            </p:nvSpPr>
            <p:spPr>
              <a:xfrm>
                <a:off x="4752475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g2086">
                <a:extLst>
                  <a:ext uri="{FF2B5EF4-FFF2-40B4-BE49-F238E27FC236}">
                    <a16:creationId xmlns:a16="http://schemas.microsoft.com/office/drawing/2014/main" id="{07743535-43FE-33C6-597A-3242E80AC51C}"/>
                  </a:ext>
                </a:extLst>
              </p:cNvPr>
              <p:cNvSpPr/>
              <p:nvPr/>
            </p:nvSpPr>
            <p:spPr>
              <a:xfrm>
                <a:off x="4764112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g2087">
                <a:extLst>
                  <a:ext uri="{FF2B5EF4-FFF2-40B4-BE49-F238E27FC236}">
                    <a16:creationId xmlns:a16="http://schemas.microsoft.com/office/drawing/2014/main" id="{41BA1B6E-DAB8-A732-B1C6-C9480B031112}"/>
                  </a:ext>
                </a:extLst>
              </p:cNvPr>
              <p:cNvSpPr/>
              <p:nvPr/>
            </p:nvSpPr>
            <p:spPr>
              <a:xfrm>
                <a:off x="4775749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67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g2088">
                <a:extLst>
                  <a:ext uri="{FF2B5EF4-FFF2-40B4-BE49-F238E27FC236}">
                    <a16:creationId xmlns:a16="http://schemas.microsoft.com/office/drawing/2014/main" id="{5C737407-F8AC-BC9A-90DF-88136711C361}"/>
                  </a:ext>
                </a:extLst>
              </p:cNvPr>
              <p:cNvSpPr/>
              <p:nvPr/>
            </p:nvSpPr>
            <p:spPr>
              <a:xfrm>
                <a:off x="4787387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g2089">
                <a:extLst>
                  <a:ext uri="{FF2B5EF4-FFF2-40B4-BE49-F238E27FC236}">
                    <a16:creationId xmlns:a16="http://schemas.microsoft.com/office/drawing/2014/main" id="{05F44051-C930-308D-EA46-510FF95F14D1}"/>
                  </a:ext>
                </a:extLst>
              </p:cNvPr>
              <p:cNvSpPr/>
              <p:nvPr/>
            </p:nvSpPr>
            <p:spPr>
              <a:xfrm>
                <a:off x="4799024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g2090">
                <a:extLst>
                  <a:ext uri="{FF2B5EF4-FFF2-40B4-BE49-F238E27FC236}">
                    <a16:creationId xmlns:a16="http://schemas.microsoft.com/office/drawing/2014/main" id="{9EF6B9A6-C48B-FFA1-7D27-A63D3ACC00DB}"/>
                  </a:ext>
                </a:extLst>
              </p:cNvPr>
              <p:cNvSpPr/>
              <p:nvPr/>
            </p:nvSpPr>
            <p:spPr>
              <a:xfrm>
                <a:off x="4810661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4">
                  <a:alpha val="100000"/>
                </a:srgbClr>
              </a:solidFill>
              <a:ln w="5420" cap="flat">
                <a:solidFill>
                  <a:srgbClr val="77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g2091">
                <a:extLst>
                  <a:ext uri="{FF2B5EF4-FFF2-40B4-BE49-F238E27FC236}">
                    <a16:creationId xmlns:a16="http://schemas.microsoft.com/office/drawing/2014/main" id="{FB5C95CF-1D15-095D-4D18-434BC92603B4}"/>
                  </a:ext>
                </a:extLst>
              </p:cNvPr>
              <p:cNvSpPr/>
              <p:nvPr/>
            </p:nvSpPr>
            <p:spPr>
              <a:xfrm>
                <a:off x="4705925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g2092">
                <a:extLst>
                  <a:ext uri="{FF2B5EF4-FFF2-40B4-BE49-F238E27FC236}">
                    <a16:creationId xmlns:a16="http://schemas.microsoft.com/office/drawing/2014/main" id="{C5CD9DE2-B215-C5A6-C106-EAF441A5A04F}"/>
                  </a:ext>
                </a:extLst>
              </p:cNvPr>
              <p:cNvSpPr/>
              <p:nvPr/>
            </p:nvSpPr>
            <p:spPr>
              <a:xfrm>
                <a:off x="4717563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g2093">
                <a:extLst>
                  <a:ext uri="{FF2B5EF4-FFF2-40B4-BE49-F238E27FC236}">
                    <a16:creationId xmlns:a16="http://schemas.microsoft.com/office/drawing/2014/main" id="{15B64B31-B9C2-B5E1-99F4-A522E595F1A5}"/>
                  </a:ext>
                </a:extLst>
              </p:cNvPr>
              <p:cNvSpPr/>
              <p:nvPr/>
            </p:nvSpPr>
            <p:spPr>
              <a:xfrm>
                <a:off x="4729200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g2094">
                <a:extLst>
                  <a:ext uri="{FF2B5EF4-FFF2-40B4-BE49-F238E27FC236}">
                    <a16:creationId xmlns:a16="http://schemas.microsoft.com/office/drawing/2014/main" id="{F64F4E81-8D3D-0A57-ED52-1DDBC83E8AD7}"/>
                  </a:ext>
                </a:extLst>
              </p:cNvPr>
              <p:cNvSpPr/>
              <p:nvPr/>
            </p:nvSpPr>
            <p:spPr>
              <a:xfrm>
                <a:off x="4740837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g2095">
                <a:extLst>
                  <a:ext uri="{FF2B5EF4-FFF2-40B4-BE49-F238E27FC236}">
                    <a16:creationId xmlns:a16="http://schemas.microsoft.com/office/drawing/2014/main" id="{473DAD79-EE36-940A-D6DC-34410404F5F5}"/>
                  </a:ext>
                </a:extLst>
              </p:cNvPr>
              <p:cNvSpPr/>
              <p:nvPr/>
            </p:nvSpPr>
            <p:spPr>
              <a:xfrm>
                <a:off x="4752475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g2096">
                <a:extLst>
                  <a:ext uri="{FF2B5EF4-FFF2-40B4-BE49-F238E27FC236}">
                    <a16:creationId xmlns:a16="http://schemas.microsoft.com/office/drawing/2014/main" id="{8A4C5FBC-857D-632F-DA27-0F250AA5BD7A}"/>
                  </a:ext>
                </a:extLst>
              </p:cNvPr>
              <p:cNvSpPr/>
              <p:nvPr/>
            </p:nvSpPr>
            <p:spPr>
              <a:xfrm>
                <a:off x="4764112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g2097">
                <a:extLst>
                  <a:ext uri="{FF2B5EF4-FFF2-40B4-BE49-F238E27FC236}">
                    <a16:creationId xmlns:a16="http://schemas.microsoft.com/office/drawing/2014/main" id="{7B9A2481-F0D5-54ED-9CEB-16DF1E760041}"/>
                  </a:ext>
                </a:extLst>
              </p:cNvPr>
              <p:cNvSpPr/>
              <p:nvPr/>
            </p:nvSpPr>
            <p:spPr>
              <a:xfrm>
                <a:off x="4775749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g2098">
                <a:extLst>
                  <a:ext uri="{FF2B5EF4-FFF2-40B4-BE49-F238E27FC236}">
                    <a16:creationId xmlns:a16="http://schemas.microsoft.com/office/drawing/2014/main" id="{FD6E3DE6-3107-188A-3DEA-DFA2B93172B1}"/>
                  </a:ext>
                </a:extLst>
              </p:cNvPr>
              <p:cNvSpPr/>
              <p:nvPr/>
            </p:nvSpPr>
            <p:spPr>
              <a:xfrm>
                <a:off x="4787387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g2099">
                <a:extLst>
                  <a:ext uri="{FF2B5EF4-FFF2-40B4-BE49-F238E27FC236}">
                    <a16:creationId xmlns:a16="http://schemas.microsoft.com/office/drawing/2014/main" id="{B70BCB78-7984-655E-1789-E6AE5C218ACF}"/>
                  </a:ext>
                </a:extLst>
              </p:cNvPr>
              <p:cNvSpPr/>
              <p:nvPr/>
            </p:nvSpPr>
            <p:spPr>
              <a:xfrm>
                <a:off x="4647739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g2100">
                <a:extLst>
                  <a:ext uri="{FF2B5EF4-FFF2-40B4-BE49-F238E27FC236}">
                    <a16:creationId xmlns:a16="http://schemas.microsoft.com/office/drawing/2014/main" id="{8F311418-265E-06A6-D5BA-849204010A0A}"/>
                  </a:ext>
                </a:extLst>
              </p:cNvPr>
              <p:cNvSpPr/>
              <p:nvPr/>
            </p:nvSpPr>
            <p:spPr>
              <a:xfrm>
                <a:off x="4659376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g2101">
                <a:extLst>
                  <a:ext uri="{FF2B5EF4-FFF2-40B4-BE49-F238E27FC236}">
                    <a16:creationId xmlns:a16="http://schemas.microsoft.com/office/drawing/2014/main" id="{7B1FA20B-A1C0-6CC0-8D51-3D3F3E77D396}"/>
                  </a:ext>
                </a:extLst>
              </p:cNvPr>
              <p:cNvSpPr/>
              <p:nvPr/>
            </p:nvSpPr>
            <p:spPr>
              <a:xfrm>
                <a:off x="4671013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g2102">
                <a:extLst>
                  <a:ext uri="{FF2B5EF4-FFF2-40B4-BE49-F238E27FC236}">
                    <a16:creationId xmlns:a16="http://schemas.microsoft.com/office/drawing/2014/main" id="{0F8FBCAE-87A3-EB41-CB10-C1E42838D0EA}"/>
                  </a:ext>
                </a:extLst>
              </p:cNvPr>
              <p:cNvSpPr/>
              <p:nvPr/>
            </p:nvSpPr>
            <p:spPr>
              <a:xfrm>
                <a:off x="4682651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g2103">
                <a:extLst>
                  <a:ext uri="{FF2B5EF4-FFF2-40B4-BE49-F238E27FC236}">
                    <a16:creationId xmlns:a16="http://schemas.microsoft.com/office/drawing/2014/main" id="{6FD33185-3EC9-F19E-4A8B-E36FBC035139}"/>
                  </a:ext>
                </a:extLst>
              </p:cNvPr>
              <p:cNvSpPr/>
              <p:nvPr/>
            </p:nvSpPr>
            <p:spPr>
              <a:xfrm>
                <a:off x="4694288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g2104">
                <a:extLst>
                  <a:ext uri="{FF2B5EF4-FFF2-40B4-BE49-F238E27FC236}">
                    <a16:creationId xmlns:a16="http://schemas.microsoft.com/office/drawing/2014/main" id="{0ADBBD66-65F5-597E-F14F-50029440BC3D}"/>
                  </a:ext>
                </a:extLst>
              </p:cNvPr>
              <p:cNvSpPr/>
              <p:nvPr/>
            </p:nvSpPr>
            <p:spPr>
              <a:xfrm>
                <a:off x="4705925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g2105">
                <a:extLst>
                  <a:ext uri="{FF2B5EF4-FFF2-40B4-BE49-F238E27FC236}">
                    <a16:creationId xmlns:a16="http://schemas.microsoft.com/office/drawing/2014/main" id="{D8CFF7D1-1913-9859-D320-F22EDD2E85E5}"/>
                  </a:ext>
                </a:extLst>
              </p:cNvPr>
              <p:cNvSpPr/>
              <p:nvPr/>
            </p:nvSpPr>
            <p:spPr>
              <a:xfrm>
                <a:off x="4717563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g2106">
                <a:extLst>
                  <a:ext uri="{FF2B5EF4-FFF2-40B4-BE49-F238E27FC236}">
                    <a16:creationId xmlns:a16="http://schemas.microsoft.com/office/drawing/2014/main" id="{2CF18EF8-7496-9197-E935-9E7FA868551D}"/>
                  </a:ext>
                </a:extLst>
              </p:cNvPr>
              <p:cNvSpPr/>
              <p:nvPr/>
            </p:nvSpPr>
            <p:spPr>
              <a:xfrm>
                <a:off x="4729200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g2107">
                <a:extLst>
                  <a:ext uri="{FF2B5EF4-FFF2-40B4-BE49-F238E27FC236}">
                    <a16:creationId xmlns:a16="http://schemas.microsoft.com/office/drawing/2014/main" id="{DA497EAF-7AA1-5268-5DE7-1F37029A1D14}"/>
                  </a:ext>
                </a:extLst>
              </p:cNvPr>
              <p:cNvSpPr/>
              <p:nvPr/>
            </p:nvSpPr>
            <p:spPr>
              <a:xfrm>
                <a:off x="4740837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g2108">
                <a:extLst>
                  <a:ext uri="{FF2B5EF4-FFF2-40B4-BE49-F238E27FC236}">
                    <a16:creationId xmlns:a16="http://schemas.microsoft.com/office/drawing/2014/main" id="{AED43DC2-B1CC-D23A-CAAF-E3FA2B1EE2A8}"/>
                  </a:ext>
                </a:extLst>
              </p:cNvPr>
              <p:cNvSpPr/>
              <p:nvPr/>
            </p:nvSpPr>
            <p:spPr>
              <a:xfrm>
                <a:off x="4752475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g2109">
                <a:extLst>
                  <a:ext uri="{FF2B5EF4-FFF2-40B4-BE49-F238E27FC236}">
                    <a16:creationId xmlns:a16="http://schemas.microsoft.com/office/drawing/2014/main" id="{00A0C461-F171-7790-8ED1-F1C3C49C4F86}"/>
                  </a:ext>
                </a:extLst>
              </p:cNvPr>
              <p:cNvSpPr/>
              <p:nvPr/>
            </p:nvSpPr>
            <p:spPr>
              <a:xfrm>
                <a:off x="4764112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g2110">
                <a:extLst>
                  <a:ext uri="{FF2B5EF4-FFF2-40B4-BE49-F238E27FC236}">
                    <a16:creationId xmlns:a16="http://schemas.microsoft.com/office/drawing/2014/main" id="{D2C59B88-EAB3-3483-FE8C-978C8EB75FEE}"/>
                  </a:ext>
                </a:extLst>
              </p:cNvPr>
              <p:cNvSpPr/>
              <p:nvPr/>
            </p:nvSpPr>
            <p:spPr>
              <a:xfrm>
                <a:off x="4775749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g2111">
                <a:extLst>
                  <a:ext uri="{FF2B5EF4-FFF2-40B4-BE49-F238E27FC236}">
                    <a16:creationId xmlns:a16="http://schemas.microsoft.com/office/drawing/2014/main" id="{FEB40D3B-26CB-AE67-EB57-E3497DD5F18C}"/>
                  </a:ext>
                </a:extLst>
              </p:cNvPr>
              <p:cNvSpPr/>
              <p:nvPr/>
            </p:nvSpPr>
            <p:spPr>
              <a:xfrm>
                <a:off x="4624464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g2112">
                <a:extLst>
                  <a:ext uri="{FF2B5EF4-FFF2-40B4-BE49-F238E27FC236}">
                    <a16:creationId xmlns:a16="http://schemas.microsoft.com/office/drawing/2014/main" id="{3B813B63-FF68-1629-70DB-384E9E9682B8}"/>
                  </a:ext>
                </a:extLst>
              </p:cNvPr>
              <p:cNvSpPr/>
              <p:nvPr/>
            </p:nvSpPr>
            <p:spPr>
              <a:xfrm>
                <a:off x="4636101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g2113">
                <a:extLst>
                  <a:ext uri="{FF2B5EF4-FFF2-40B4-BE49-F238E27FC236}">
                    <a16:creationId xmlns:a16="http://schemas.microsoft.com/office/drawing/2014/main" id="{12B26B9A-82E1-CA6F-62E3-BCFF4C689364}"/>
                  </a:ext>
                </a:extLst>
              </p:cNvPr>
              <p:cNvSpPr/>
              <p:nvPr/>
            </p:nvSpPr>
            <p:spPr>
              <a:xfrm>
                <a:off x="4647739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g2114">
                <a:extLst>
                  <a:ext uri="{FF2B5EF4-FFF2-40B4-BE49-F238E27FC236}">
                    <a16:creationId xmlns:a16="http://schemas.microsoft.com/office/drawing/2014/main" id="{A4225221-BF0A-8586-AE0F-99D88D891EDC}"/>
                  </a:ext>
                </a:extLst>
              </p:cNvPr>
              <p:cNvSpPr/>
              <p:nvPr/>
            </p:nvSpPr>
            <p:spPr>
              <a:xfrm>
                <a:off x="4659376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g2115">
                <a:extLst>
                  <a:ext uri="{FF2B5EF4-FFF2-40B4-BE49-F238E27FC236}">
                    <a16:creationId xmlns:a16="http://schemas.microsoft.com/office/drawing/2014/main" id="{2D983482-BF3D-426F-0635-9114D08DB976}"/>
                  </a:ext>
                </a:extLst>
              </p:cNvPr>
              <p:cNvSpPr/>
              <p:nvPr/>
            </p:nvSpPr>
            <p:spPr>
              <a:xfrm>
                <a:off x="4671013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g2116">
                <a:extLst>
                  <a:ext uri="{FF2B5EF4-FFF2-40B4-BE49-F238E27FC236}">
                    <a16:creationId xmlns:a16="http://schemas.microsoft.com/office/drawing/2014/main" id="{3344B0DA-1DD4-D159-D6EA-83D7A36CD24C}"/>
                  </a:ext>
                </a:extLst>
              </p:cNvPr>
              <p:cNvSpPr/>
              <p:nvPr/>
            </p:nvSpPr>
            <p:spPr>
              <a:xfrm>
                <a:off x="4682651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g2117">
                <a:extLst>
                  <a:ext uri="{FF2B5EF4-FFF2-40B4-BE49-F238E27FC236}">
                    <a16:creationId xmlns:a16="http://schemas.microsoft.com/office/drawing/2014/main" id="{0AABAE56-8AD2-5F5C-6B9C-1BA5014E9CFD}"/>
                  </a:ext>
                </a:extLst>
              </p:cNvPr>
              <p:cNvSpPr/>
              <p:nvPr/>
            </p:nvSpPr>
            <p:spPr>
              <a:xfrm>
                <a:off x="4694288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g2118">
                <a:extLst>
                  <a:ext uri="{FF2B5EF4-FFF2-40B4-BE49-F238E27FC236}">
                    <a16:creationId xmlns:a16="http://schemas.microsoft.com/office/drawing/2014/main" id="{21328D2E-8F43-380F-C56F-363822C4B782}"/>
                  </a:ext>
                </a:extLst>
              </p:cNvPr>
              <p:cNvSpPr/>
              <p:nvPr/>
            </p:nvSpPr>
            <p:spPr>
              <a:xfrm>
                <a:off x="4705925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g2119">
                <a:extLst>
                  <a:ext uri="{FF2B5EF4-FFF2-40B4-BE49-F238E27FC236}">
                    <a16:creationId xmlns:a16="http://schemas.microsoft.com/office/drawing/2014/main" id="{AAD2F946-A34E-292F-26C1-690B4B90777E}"/>
                  </a:ext>
                </a:extLst>
              </p:cNvPr>
              <p:cNvSpPr/>
              <p:nvPr/>
            </p:nvSpPr>
            <p:spPr>
              <a:xfrm>
                <a:off x="4717563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g2120">
                <a:extLst>
                  <a:ext uri="{FF2B5EF4-FFF2-40B4-BE49-F238E27FC236}">
                    <a16:creationId xmlns:a16="http://schemas.microsoft.com/office/drawing/2014/main" id="{98124D14-AE0F-53D4-570B-16B620BFBC38}"/>
                  </a:ext>
                </a:extLst>
              </p:cNvPr>
              <p:cNvSpPr/>
              <p:nvPr/>
            </p:nvSpPr>
            <p:spPr>
              <a:xfrm>
                <a:off x="4729200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g2121">
                <a:extLst>
                  <a:ext uri="{FF2B5EF4-FFF2-40B4-BE49-F238E27FC236}">
                    <a16:creationId xmlns:a16="http://schemas.microsoft.com/office/drawing/2014/main" id="{6559F8E8-2F08-0A33-FFB0-72DCD03088B4}"/>
                  </a:ext>
                </a:extLst>
              </p:cNvPr>
              <p:cNvSpPr/>
              <p:nvPr/>
            </p:nvSpPr>
            <p:spPr>
              <a:xfrm>
                <a:off x="4740837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g2122">
                <a:extLst>
                  <a:ext uri="{FF2B5EF4-FFF2-40B4-BE49-F238E27FC236}">
                    <a16:creationId xmlns:a16="http://schemas.microsoft.com/office/drawing/2014/main" id="{A95BA2DC-2FFF-016B-827B-C64E28351FE5}"/>
                  </a:ext>
                </a:extLst>
              </p:cNvPr>
              <p:cNvSpPr/>
              <p:nvPr/>
            </p:nvSpPr>
            <p:spPr>
              <a:xfrm>
                <a:off x="4752475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g2123">
                <a:extLst>
                  <a:ext uri="{FF2B5EF4-FFF2-40B4-BE49-F238E27FC236}">
                    <a16:creationId xmlns:a16="http://schemas.microsoft.com/office/drawing/2014/main" id="{516CFA0D-89FF-CD4D-54A1-09F824EBE62A}"/>
                  </a:ext>
                </a:extLst>
              </p:cNvPr>
              <p:cNvSpPr/>
              <p:nvPr/>
            </p:nvSpPr>
            <p:spPr>
              <a:xfrm>
                <a:off x="4764112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g2124">
                <a:extLst>
                  <a:ext uri="{FF2B5EF4-FFF2-40B4-BE49-F238E27FC236}">
                    <a16:creationId xmlns:a16="http://schemas.microsoft.com/office/drawing/2014/main" id="{48F00FA8-7A65-ADE9-123D-049DF38768A8}"/>
                  </a:ext>
                </a:extLst>
              </p:cNvPr>
              <p:cNvSpPr/>
              <p:nvPr/>
            </p:nvSpPr>
            <p:spPr>
              <a:xfrm>
                <a:off x="4612827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g2125">
                <a:extLst>
                  <a:ext uri="{FF2B5EF4-FFF2-40B4-BE49-F238E27FC236}">
                    <a16:creationId xmlns:a16="http://schemas.microsoft.com/office/drawing/2014/main" id="{0B0288E4-0C1F-B4E6-65DA-F54C05BEF63C}"/>
                  </a:ext>
                </a:extLst>
              </p:cNvPr>
              <p:cNvSpPr/>
              <p:nvPr/>
            </p:nvSpPr>
            <p:spPr>
              <a:xfrm>
                <a:off x="4624464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g2126">
                <a:extLst>
                  <a:ext uri="{FF2B5EF4-FFF2-40B4-BE49-F238E27FC236}">
                    <a16:creationId xmlns:a16="http://schemas.microsoft.com/office/drawing/2014/main" id="{C69C96FB-7379-D062-DE4A-B8B310F30CE2}"/>
                  </a:ext>
                </a:extLst>
              </p:cNvPr>
              <p:cNvSpPr/>
              <p:nvPr/>
            </p:nvSpPr>
            <p:spPr>
              <a:xfrm>
                <a:off x="4636101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85D8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g2127">
                <a:extLst>
                  <a:ext uri="{FF2B5EF4-FFF2-40B4-BE49-F238E27FC236}">
                    <a16:creationId xmlns:a16="http://schemas.microsoft.com/office/drawing/2014/main" id="{57CCA2A0-260E-1B9A-DF64-39D05BF5BC03}"/>
                  </a:ext>
                </a:extLst>
              </p:cNvPr>
              <p:cNvSpPr/>
              <p:nvPr/>
            </p:nvSpPr>
            <p:spPr>
              <a:xfrm>
                <a:off x="4647739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7B9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g2128">
                <a:extLst>
                  <a:ext uri="{FF2B5EF4-FFF2-40B4-BE49-F238E27FC236}">
                    <a16:creationId xmlns:a16="http://schemas.microsoft.com/office/drawing/2014/main" id="{1BD3A130-2EFB-E176-DFD8-1FC7E65E6F8C}"/>
                  </a:ext>
                </a:extLst>
              </p:cNvPr>
              <p:cNvSpPr/>
              <p:nvPr/>
            </p:nvSpPr>
            <p:spPr>
              <a:xfrm>
                <a:off x="4659376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g2129">
                <a:extLst>
                  <a:ext uri="{FF2B5EF4-FFF2-40B4-BE49-F238E27FC236}">
                    <a16:creationId xmlns:a16="http://schemas.microsoft.com/office/drawing/2014/main" id="{3840AC8D-B11D-C65D-DDA5-6A493221683B}"/>
                  </a:ext>
                </a:extLst>
              </p:cNvPr>
              <p:cNvSpPr/>
              <p:nvPr/>
            </p:nvSpPr>
            <p:spPr>
              <a:xfrm>
                <a:off x="4671013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g2130">
                <a:extLst>
                  <a:ext uri="{FF2B5EF4-FFF2-40B4-BE49-F238E27FC236}">
                    <a16:creationId xmlns:a16="http://schemas.microsoft.com/office/drawing/2014/main" id="{70FAB8A0-9440-89F0-DAA8-64601C130716}"/>
                  </a:ext>
                </a:extLst>
              </p:cNvPr>
              <p:cNvSpPr/>
              <p:nvPr/>
            </p:nvSpPr>
            <p:spPr>
              <a:xfrm>
                <a:off x="4682651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2B2">
                  <a:alpha val="100000"/>
                </a:srgbClr>
              </a:solidFill>
              <a:ln w="5420" cap="flat">
                <a:solidFill>
                  <a:srgbClr val="71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g2131">
                <a:extLst>
                  <a:ext uri="{FF2B5EF4-FFF2-40B4-BE49-F238E27FC236}">
                    <a16:creationId xmlns:a16="http://schemas.microsoft.com/office/drawing/2014/main" id="{FA6E7BC6-7884-86E6-B6AC-C5FB5E439643}"/>
                  </a:ext>
                </a:extLst>
              </p:cNvPr>
              <p:cNvSpPr/>
              <p:nvPr/>
            </p:nvSpPr>
            <p:spPr>
              <a:xfrm>
                <a:off x="4694288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g2132">
                <a:extLst>
                  <a:ext uri="{FF2B5EF4-FFF2-40B4-BE49-F238E27FC236}">
                    <a16:creationId xmlns:a16="http://schemas.microsoft.com/office/drawing/2014/main" id="{89EDCE2D-F2BB-66FB-3020-240B9546BEE1}"/>
                  </a:ext>
                </a:extLst>
              </p:cNvPr>
              <p:cNvSpPr/>
              <p:nvPr/>
            </p:nvSpPr>
            <p:spPr>
              <a:xfrm>
                <a:off x="4705925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g2133">
                <a:extLst>
                  <a:ext uri="{FF2B5EF4-FFF2-40B4-BE49-F238E27FC236}">
                    <a16:creationId xmlns:a16="http://schemas.microsoft.com/office/drawing/2014/main" id="{18B1ABC7-1476-0459-5BF6-5DD96F13A22B}"/>
                  </a:ext>
                </a:extLst>
              </p:cNvPr>
              <p:cNvSpPr/>
              <p:nvPr/>
            </p:nvSpPr>
            <p:spPr>
              <a:xfrm>
                <a:off x="4717563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g2134">
                <a:extLst>
                  <a:ext uri="{FF2B5EF4-FFF2-40B4-BE49-F238E27FC236}">
                    <a16:creationId xmlns:a16="http://schemas.microsoft.com/office/drawing/2014/main" id="{108262C4-8E64-EAF5-386D-9758703C25CA}"/>
                  </a:ext>
                </a:extLst>
              </p:cNvPr>
              <p:cNvSpPr/>
              <p:nvPr/>
            </p:nvSpPr>
            <p:spPr>
              <a:xfrm>
                <a:off x="4729200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g2135">
                <a:extLst>
                  <a:ext uri="{FF2B5EF4-FFF2-40B4-BE49-F238E27FC236}">
                    <a16:creationId xmlns:a16="http://schemas.microsoft.com/office/drawing/2014/main" id="{5576CA89-9C93-096A-2AF6-C853C5733C56}"/>
                  </a:ext>
                </a:extLst>
              </p:cNvPr>
              <p:cNvSpPr/>
              <p:nvPr/>
            </p:nvSpPr>
            <p:spPr>
              <a:xfrm>
                <a:off x="4740837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g2136">
                <a:extLst>
                  <a:ext uri="{FF2B5EF4-FFF2-40B4-BE49-F238E27FC236}">
                    <a16:creationId xmlns:a16="http://schemas.microsoft.com/office/drawing/2014/main" id="{F9D1EAAC-D082-1799-2756-1AD1BBD41C0C}"/>
                  </a:ext>
                </a:extLst>
              </p:cNvPr>
              <p:cNvSpPr/>
              <p:nvPr/>
            </p:nvSpPr>
            <p:spPr>
              <a:xfrm>
                <a:off x="4612827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g2137">
                <a:extLst>
                  <a:ext uri="{FF2B5EF4-FFF2-40B4-BE49-F238E27FC236}">
                    <a16:creationId xmlns:a16="http://schemas.microsoft.com/office/drawing/2014/main" id="{F0C37F9E-06ED-FE18-C978-5B173EE69708}"/>
                  </a:ext>
                </a:extLst>
              </p:cNvPr>
              <p:cNvSpPr/>
              <p:nvPr/>
            </p:nvSpPr>
            <p:spPr>
              <a:xfrm>
                <a:off x="4624464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g2138">
                <a:extLst>
                  <a:ext uri="{FF2B5EF4-FFF2-40B4-BE49-F238E27FC236}">
                    <a16:creationId xmlns:a16="http://schemas.microsoft.com/office/drawing/2014/main" id="{7F60379E-FD77-7660-8174-E76B2A18B8FD}"/>
                  </a:ext>
                </a:extLst>
              </p:cNvPr>
              <p:cNvSpPr/>
              <p:nvPr/>
            </p:nvSpPr>
            <p:spPr>
              <a:xfrm>
                <a:off x="4636101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g2139">
                <a:extLst>
                  <a:ext uri="{FF2B5EF4-FFF2-40B4-BE49-F238E27FC236}">
                    <a16:creationId xmlns:a16="http://schemas.microsoft.com/office/drawing/2014/main" id="{1C7F135B-B58F-33AA-8EE6-117BE218AE3C}"/>
                  </a:ext>
                </a:extLst>
              </p:cNvPr>
              <p:cNvSpPr/>
              <p:nvPr/>
            </p:nvSpPr>
            <p:spPr>
              <a:xfrm>
                <a:off x="4647739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g2140">
                <a:extLst>
                  <a:ext uri="{FF2B5EF4-FFF2-40B4-BE49-F238E27FC236}">
                    <a16:creationId xmlns:a16="http://schemas.microsoft.com/office/drawing/2014/main" id="{F67468C2-6C36-F157-4A24-831642B3CB3E}"/>
                  </a:ext>
                </a:extLst>
              </p:cNvPr>
              <p:cNvSpPr/>
              <p:nvPr/>
            </p:nvSpPr>
            <p:spPr>
              <a:xfrm>
                <a:off x="4659376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g2141">
                <a:extLst>
                  <a:ext uri="{FF2B5EF4-FFF2-40B4-BE49-F238E27FC236}">
                    <a16:creationId xmlns:a16="http://schemas.microsoft.com/office/drawing/2014/main" id="{D3A2D40E-E3E5-BF9A-3263-A1DAC79C66C8}"/>
                  </a:ext>
                </a:extLst>
              </p:cNvPr>
              <p:cNvSpPr/>
              <p:nvPr/>
            </p:nvSpPr>
            <p:spPr>
              <a:xfrm>
                <a:off x="4671013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g2142">
                <a:extLst>
                  <a:ext uri="{FF2B5EF4-FFF2-40B4-BE49-F238E27FC236}">
                    <a16:creationId xmlns:a16="http://schemas.microsoft.com/office/drawing/2014/main" id="{FD768883-AB04-6EC9-7DD2-96C146CF7DCA}"/>
                  </a:ext>
                </a:extLst>
              </p:cNvPr>
              <p:cNvSpPr/>
              <p:nvPr/>
            </p:nvSpPr>
            <p:spPr>
              <a:xfrm>
                <a:off x="4682651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g2143">
                <a:extLst>
                  <a:ext uri="{FF2B5EF4-FFF2-40B4-BE49-F238E27FC236}">
                    <a16:creationId xmlns:a16="http://schemas.microsoft.com/office/drawing/2014/main" id="{5C2BC7F2-A7F9-3EE3-861A-615AEAA4384D}"/>
                  </a:ext>
                </a:extLst>
              </p:cNvPr>
              <p:cNvSpPr/>
              <p:nvPr/>
            </p:nvSpPr>
            <p:spPr>
              <a:xfrm>
                <a:off x="4694288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g2144">
                <a:extLst>
                  <a:ext uri="{FF2B5EF4-FFF2-40B4-BE49-F238E27FC236}">
                    <a16:creationId xmlns:a16="http://schemas.microsoft.com/office/drawing/2014/main" id="{AA983AAD-07D7-E043-E411-C812B134B467}"/>
                  </a:ext>
                </a:extLst>
              </p:cNvPr>
              <p:cNvSpPr/>
              <p:nvPr/>
            </p:nvSpPr>
            <p:spPr>
              <a:xfrm>
                <a:off x="4705925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g2145">
                <a:extLst>
                  <a:ext uri="{FF2B5EF4-FFF2-40B4-BE49-F238E27FC236}">
                    <a16:creationId xmlns:a16="http://schemas.microsoft.com/office/drawing/2014/main" id="{092335DE-99EB-0AB9-083E-92D0A0D50549}"/>
                  </a:ext>
                </a:extLst>
              </p:cNvPr>
              <p:cNvSpPr/>
              <p:nvPr/>
            </p:nvSpPr>
            <p:spPr>
              <a:xfrm>
                <a:off x="4717563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g2146">
                <a:extLst>
                  <a:ext uri="{FF2B5EF4-FFF2-40B4-BE49-F238E27FC236}">
                    <a16:creationId xmlns:a16="http://schemas.microsoft.com/office/drawing/2014/main" id="{4B464DA6-EA57-D6C8-C625-AFB019FAA78C}"/>
                  </a:ext>
                </a:extLst>
              </p:cNvPr>
              <p:cNvSpPr/>
              <p:nvPr/>
            </p:nvSpPr>
            <p:spPr>
              <a:xfrm>
                <a:off x="4729200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g2147">
                <a:extLst>
                  <a:ext uri="{FF2B5EF4-FFF2-40B4-BE49-F238E27FC236}">
                    <a16:creationId xmlns:a16="http://schemas.microsoft.com/office/drawing/2014/main" id="{EF38F882-110A-6A91-953F-74B77A1F1127}"/>
                  </a:ext>
                </a:extLst>
              </p:cNvPr>
              <p:cNvSpPr/>
              <p:nvPr/>
            </p:nvSpPr>
            <p:spPr>
              <a:xfrm>
                <a:off x="4612827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g2148">
                <a:extLst>
                  <a:ext uri="{FF2B5EF4-FFF2-40B4-BE49-F238E27FC236}">
                    <a16:creationId xmlns:a16="http://schemas.microsoft.com/office/drawing/2014/main" id="{325E9F89-D82E-2528-1964-0B40ABA70FB9}"/>
                  </a:ext>
                </a:extLst>
              </p:cNvPr>
              <p:cNvSpPr/>
              <p:nvPr/>
            </p:nvSpPr>
            <p:spPr>
              <a:xfrm>
                <a:off x="4624464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g2149">
                <a:extLst>
                  <a:ext uri="{FF2B5EF4-FFF2-40B4-BE49-F238E27FC236}">
                    <a16:creationId xmlns:a16="http://schemas.microsoft.com/office/drawing/2014/main" id="{1E6F2A74-B891-1A81-7E9A-ED6B3E07060E}"/>
                  </a:ext>
                </a:extLst>
              </p:cNvPr>
              <p:cNvSpPr/>
              <p:nvPr/>
            </p:nvSpPr>
            <p:spPr>
              <a:xfrm>
                <a:off x="4636101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g2150">
                <a:extLst>
                  <a:ext uri="{FF2B5EF4-FFF2-40B4-BE49-F238E27FC236}">
                    <a16:creationId xmlns:a16="http://schemas.microsoft.com/office/drawing/2014/main" id="{6027CCDA-FCFD-3B70-7E66-82C2568FF76B}"/>
                  </a:ext>
                </a:extLst>
              </p:cNvPr>
              <p:cNvSpPr/>
              <p:nvPr/>
            </p:nvSpPr>
            <p:spPr>
              <a:xfrm>
                <a:off x="4647739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D">
                  <a:alpha val="100000"/>
                </a:srgbClr>
              </a:solidFill>
              <a:ln w="5420" cap="flat">
                <a:solidFill>
                  <a:srgbClr val="8CDB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g2151">
                <a:extLst>
                  <a:ext uri="{FF2B5EF4-FFF2-40B4-BE49-F238E27FC236}">
                    <a16:creationId xmlns:a16="http://schemas.microsoft.com/office/drawing/2014/main" id="{2184A7B3-96CB-9787-2FFC-98B98A556B45}"/>
                  </a:ext>
                </a:extLst>
              </p:cNvPr>
              <p:cNvSpPr/>
              <p:nvPr/>
            </p:nvSpPr>
            <p:spPr>
              <a:xfrm>
                <a:off x="4659376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g2152">
                <a:extLst>
                  <a:ext uri="{FF2B5EF4-FFF2-40B4-BE49-F238E27FC236}">
                    <a16:creationId xmlns:a16="http://schemas.microsoft.com/office/drawing/2014/main" id="{277330D2-9A64-A59B-E29C-B0FB3D9BEBD3}"/>
                  </a:ext>
                </a:extLst>
              </p:cNvPr>
              <p:cNvSpPr/>
              <p:nvPr/>
            </p:nvSpPr>
            <p:spPr>
              <a:xfrm>
                <a:off x="4671013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g2153">
                <a:extLst>
                  <a:ext uri="{FF2B5EF4-FFF2-40B4-BE49-F238E27FC236}">
                    <a16:creationId xmlns:a16="http://schemas.microsoft.com/office/drawing/2014/main" id="{57C6E3E1-1FE2-AA77-E04A-B63AD5CEB473}"/>
                  </a:ext>
                </a:extLst>
              </p:cNvPr>
              <p:cNvSpPr/>
              <p:nvPr/>
            </p:nvSpPr>
            <p:spPr>
              <a:xfrm>
                <a:off x="4682651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g2154">
                <a:extLst>
                  <a:ext uri="{FF2B5EF4-FFF2-40B4-BE49-F238E27FC236}">
                    <a16:creationId xmlns:a16="http://schemas.microsoft.com/office/drawing/2014/main" id="{D92E044E-53AF-99A2-DAA6-09F78656B608}"/>
                  </a:ext>
                </a:extLst>
              </p:cNvPr>
              <p:cNvSpPr/>
              <p:nvPr/>
            </p:nvSpPr>
            <p:spPr>
              <a:xfrm>
                <a:off x="4694288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g2155">
                <a:extLst>
                  <a:ext uri="{FF2B5EF4-FFF2-40B4-BE49-F238E27FC236}">
                    <a16:creationId xmlns:a16="http://schemas.microsoft.com/office/drawing/2014/main" id="{D0E954D0-0C70-3CCD-BF30-BA6CC3E6F100}"/>
                  </a:ext>
                </a:extLst>
              </p:cNvPr>
              <p:cNvSpPr/>
              <p:nvPr/>
            </p:nvSpPr>
            <p:spPr>
              <a:xfrm>
                <a:off x="4612827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g2156">
                <a:extLst>
                  <a:ext uri="{FF2B5EF4-FFF2-40B4-BE49-F238E27FC236}">
                    <a16:creationId xmlns:a16="http://schemas.microsoft.com/office/drawing/2014/main" id="{F3EBD401-6824-C298-2F94-A67C89FBC324}"/>
                  </a:ext>
                </a:extLst>
              </p:cNvPr>
              <p:cNvSpPr/>
              <p:nvPr/>
            </p:nvSpPr>
            <p:spPr>
              <a:xfrm>
                <a:off x="4624464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g2157">
                <a:extLst>
                  <a:ext uri="{FF2B5EF4-FFF2-40B4-BE49-F238E27FC236}">
                    <a16:creationId xmlns:a16="http://schemas.microsoft.com/office/drawing/2014/main" id="{8AA942AE-0CED-50A5-2D13-CD44DEC4E74B}"/>
                  </a:ext>
                </a:extLst>
              </p:cNvPr>
              <p:cNvSpPr/>
              <p:nvPr/>
            </p:nvSpPr>
            <p:spPr>
              <a:xfrm>
                <a:off x="4636101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g2158">
                <a:extLst>
                  <a:ext uri="{FF2B5EF4-FFF2-40B4-BE49-F238E27FC236}">
                    <a16:creationId xmlns:a16="http://schemas.microsoft.com/office/drawing/2014/main" id="{EBF45AB4-2A79-71C4-8693-4D0D43B6AFD1}"/>
                  </a:ext>
                </a:extLst>
              </p:cNvPr>
              <p:cNvSpPr/>
              <p:nvPr/>
            </p:nvSpPr>
            <p:spPr>
              <a:xfrm>
                <a:off x="4647739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g2159">
                <a:extLst>
                  <a:ext uri="{FF2B5EF4-FFF2-40B4-BE49-F238E27FC236}">
                    <a16:creationId xmlns:a16="http://schemas.microsoft.com/office/drawing/2014/main" id="{55BFC193-5EAE-3AF5-54DA-955072441F8E}"/>
                  </a:ext>
                </a:extLst>
              </p:cNvPr>
              <p:cNvSpPr/>
              <p:nvPr/>
            </p:nvSpPr>
            <p:spPr>
              <a:xfrm>
                <a:off x="4659376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g2160">
                <a:extLst>
                  <a:ext uri="{FF2B5EF4-FFF2-40B4-BE49-F238E27FC236}">
                    <a16:creationId xmlns:a16="http://schemas.microsoft.com/office/drawing/2014/main" id="{736EA92D-9B80-BC35-C445-BFAA0F3C674F}"/>
                  </a:ext>
                </a:extLst>
              </p:cNvPr>
              <p:cNvSpPr/>
              <p:nvPr/>
            </p:nvSpPr>
            <p:spPr>
              <a:xfrm>
                <a:off x="4671013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g2161">
                <a:extLst>
                  <a:ext uri="{FF2B5EF4-FFF2-40B4-BE49-F238E27FC236}">
                    <a16:creationId xmlns:a16="http://schemas.microsoft.com/office/drawing/2014/main" id="{AA8C2E5F-A57D-DC58-CAAC-87A6B87D72D7}"/>
                  </a:ext>
                </a:extLst>
              </p:cNvPr>
              <p:cNvSpPr/>
              <p:nvPr/>
            </p:nvSpPr>
            <p:spPr>
              <a:xfrm>
                <a:off x="4682651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g2162">
                <a:extLst>
                  <a:ext uri="{FF2B5EF4-FFF2-40B4-BE49-F238E27FC236}">
                    <a16:creationId xmlns:a16="http://schemas.microsoft.com/office/drawing/2014/main" id="{D4E44C3B-DB94-1F4F-31C3-1A2AA710AB80}"/>
                  </a:ext>
                </a:extLst>
              </p:cNvPr>
              <p:cNvSpPr/>
              <p:nvPr/>
            </p:nvSpPr>
            <p:spPr>
              <a:xfrm>
                <a:off x="4589552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g2163">
                <a:extLst>
                  <a:ext uri="{FF2B5EF4-FFF2-40B4-BE49-F238E27FC236}">
                    <a16:creationId xmlns:a16="http://schemas.microsoft.com/office/drawing/2014/main" id="{5E82862A-2D7B-996E-9F19-87403A61F9FE}"/>
                  </a:ext>
                </a:extLst>
              </p:cNvPr>
              <p:cNvSpPr/>
              <p:nvPr/>
            </p:nvSpPr>
            <p:spPr>
              <a:xfrm>
                <a:off x="4601190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g2164">
                <a:extLst>
                  <a:ext uri="{FF2B5EF4-FFF2-40B4-BE49-F238E27FC236}">
                    <a16:creationId xmlns:a16="http://schemas.microsoft.com/office/drawing/2014/main" id="{3A88575F-E66D-5CD9-645F-1C510D36DE4F}"/>
                  </a:ext>
                </a:extLst>
              </p:cNvPr>
              <p:cNvSpPr/>
              <p:nvPr/>
            </p:nvSpPr>
            <p:spPr>
              <a:xfrm>
                <a:off x="4612827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g2165">
                <a:extLst>
                  <a:ext uri="{FF2B5EF4-FFF2-40B4-BE49-F238E27FC236}">
                    <a16:creationId xmlns:a16="http://schemas.microsoft.com/office/drawing/2014/main" id="{1869D7F4-90C6-534B-8496-265EDE938CCB}"/>
                  </a:ext>
                </a:extLst>
              </p:cNvPr>
              <p:cNvSpPr/>
              <p:nvPr/>
            </p:nvSpPr>
            <p:spPr>
              <a:xfrm>
                <a:off x="4624464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g2166">
                <a:extLst>
                  <a:ext uri="{FF2B5EF4-FFF2-40B4-BE49-F238E27FC236}">
                    <a16:creationId xmlns:a16="http://schemas.microsoft.com/office/drawing/2014/main" id="{A894F9E7-50DB-A81D-7142-ADE1C34457A4}"/>
                  </a:ext>
                </a:extLst>
              </p:cNvPr>
              <p:cNvSpPr/>
              <p:nvPr/>
            </p:nvSpPr>
            <p:spPr>
              <a:xfrm>
                <a:off x="4636101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g2167">
                <a:extLst>
                  <a:ext uri="{FF2B5EF4-FFF2-40B4-BE49-F238E27FC236}">
                    <a16:creationId xmlns:a16="http://schemas.microsoft.com/office/drawing/2014/main" id="{FA519C18-DBFA-91A5-A47D-633B29390A63}"/>
                  </a:ext>
                </a:extLst>
              </p:cNvPr>
              <p:cNvSpPr/>
              <p:nvPr/>
            </p:nvSpPr>
            <p:spPr>
              <a:xfrm>
                <a:off x="4647739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g2168">
                <a:extLst>
                  <a:ext uri="{FF2B5EF4-FFF2-40B4-BE49-F238E27FC236}">
                    <a16:creationId xmlns:a16="http://schemas.microsoft.com/office/drawing/2014/main" id="{40E7EDDE-EB09-440C-5422-57253F899FEE}"/>
                  </a:ext>
                </a:extLst>
              </p:cNvPr>
              <p:cNvSpPr/>
              <p:nvPr/>
            </p:nvSpPr>
            <p:spPr>
              <a:xfrm>
                <a:off x="4659376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g2169">
                <a:extLst>
                  <a:ext uri="{FF2B5EF4-FFF2-40B4-BE49-F238E27FC236}">
                    <a16:creationId xmlns:a16="http://schemas.microsoft.com/office/drawing/2014/main" id="{10FD159D-8A48-6B18-E8AD-9A743D904857}"/>
                  </a:ext>
                </a:extLst>
              </p:cNvPr>
              <p:cNvSpPr/>
              <p:nvPr/>
            </p:nvSpPr>
            <p:spPr>
              <a:xfrm>
                <a:off x="4671013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g2170">
                <a:extLst>
                  <a:ext uri="{FF2B5EF4-FFF2-40B4-BE49-F238E27FC236}">
                    <a16:creationId xmlns:a16="http://schemas.microsoft.com/office/drawing/2014/main" id="{07763196-5C34-1609-C5D6-A77E481014C8}"/>
                  </a:ext>
                </a:extLst>
              </p:cNvPr>
              <p:cNvSpPr/>
              <p:nvPr/>
            </p:nvSpPr>
            <p:spPr>
              <a:xfrm>
                <a:off x="4589552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g2171">
                <a:extLst>
                  <a:ext uri="{FF2B5EF4-FFF2-40B4-BE49-F238E27FC236}">
                    <a16:creationId xmlns:a16="http://schemas.microsoft.com/office/drawing/2014/main" id="{9F644766-C7F3-32F2-F10D-91596E04A340}"/>
                  </a:ext>
                </a:extLst>
              </p:cNvPr>
              <p:cNvSpPr/>
              <p:nvPr/>
            </p:nvSpPr>
            <p:spPr>
              <a:xfrm>
                <a:off x="4601190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g2172">
                <a:extLst>
                  <a:ext uri="{FF2B5EF4-FFF2-40B4-BE49-F238E27FC236}">
                    <a16:creationId xmlns:a16="http://schemas.microsoft.com/office/drawing/2014/main" id="{722C67C8-47D5-1A8D-102D-D544791FD108}"/>
                  </a:ext>
                </a:extLst>
              </p:cNvPr>
              <p:cNvSpPr/>
              <p:nvPr/>
            </p:nvSpPr>
            <p:spPr>
              <a:xfrm>
                <a:off x="4612827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g2173">
                <a:extLst>
                  <a:ext uri="{FF2B5EF4-FFF2-40B4-BE49-F238E27FC236}">
                    <a16:creationId xmlns:a16="http://schemas.microsoft.com/office/drawing/2014/main" id="{D2159F5B-E650-A99F-E3F1-4C5A3EAC9C84}"/>
                  </a:ext>
                </a:extLst>
              </p:cNvPr>
              <p:cNvSpPr/>
              <p:nvPr/>
            </p:nvSpPr>
            <p:spPr>
              <a:xfrm>
                <a:off x="4624464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g2174">
                <a:extLst>
                  <a:ext uri="{FF2B5EF4-FFF2-40B4-BE49-F238E27FC236}">
                    <a16:creationId xmlns:a16="http://schemas.microsoft.com/office/drawing/2014/main" id="{D21E227D-B071-AB3F-5E71-E9F644BDBD4E}"/>
                  </a:ext>
                </a:extLst>
              </p:cNvPr>
              <p:cNvSpPr/>
              <p:nvPr/>
            </p:nvSpPr>
            <p:spPr>
              <a:xfrm>
                <a:off x="4636101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8DEC3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g2175">
                <a:extLst>
                  <a:ext uri="{FF2B5EF4-FFF2-40B4-BE49-F238E27FC236}">
                    <a16:creationId xmlns:a16="http://schemas.microsoft.com/office/drawing/2014/main" id="{DE0F72F2-2BEA-DFDF-1229-CD193A350F9B}"/>
                  </a:ext>
                </a:extLst>
              </p:cNvPr>
              <p:cNvSpPr/>
              <p:nvPr/>
            </p:nvSpPr>
            <p:spPr>
              <a:xfrm>
                <a:off x="4647739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g2176">
                <a:extLst>
                  <a:ext uri="{FF2B5EF4-FFF2-40B4-BE49-F238E27FC236}">
                    <a16:creationId xmlns:a16="http://schemas.microsoft.com/office/drawing/2014/main" id="{CE5FE70D-86B1-073C-C514-2547B4361F8F}"/>
                  </a:ext>
                </a:extLst>
              </p:cNvPr>
              <p:cNvSpPr/>
              <p:nvPr/>
            </p:nvSpPr>
            <p:spPr>
              <a:xfrm>
                <a:off x="4659376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g2177">
                <a:extLst>
                  <a:ext uri="{FF2B5EF4-FFF2-40B4-BE49-F238E27FC236}">
                    <a16:creationId xmlns:a16="http://schemas.microsoft.com/office/drawing/2014/main" id="{D982F084-5823-1C05-7EB1-D516CF3210FA}"/>
                  </a:ext>
                </a:extLst>
              </p:cNvPr>
              <p:cNvSpPr/>
              <p:nvPr/>
            </p:nvSpPr>
            <p:spPr>
              <a:xfrm>
                <a:off x="4577915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g2178">
                <a:extLst>
                  <a:ext uri="{FF2B5EF4-FFF2-40B4-BE49-F238E27FC236}">
                    <a16:creationId xmlns:a16="http://schemas.microsoft.com/office/drawing/2014/main" id="{412CEA22-956F-211D-80F6-2F13A651EAE0}"/>
                  </a:ext>
                </a:extLst>
              </p:cNvPr>
              <p:cNvSpPr/>
              <p:nvPr/>
            </p:nvSpPr>
            <p:spPr>
              <a:xfrm>
                <a:off x="4589552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g2179">
                <a:extLst>
                  <a:ext uri="{FF2B5EF4-FFF2-40B4-BE49-F238E27FC236}">
                    <a16:creationId xmlns:a16="http://schemas.microsoft.com/office/drawing/2014/main" id="{2BA13943-74E5-7FC9-ACF8-2D85FB3BB5D6}"/>
                  </a:ext>
                </a:extLst>
              </p:cNvPr>
              <p:cNvSpPr/>
              <p:nvPr/>
            </p:nvSpPr>
            <p:spPr>
              <a:xfrm>
                <a:off x="4601190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g2180">
                <a:extLst>
                  <a:ext uri="{FF2B5EF4-FFF2-40B4-BE49-F238E27FC236}">
                    <a16:creationId xmlns:a16="http://schemas.microsoft.com/office/drawing/2014/main" id="{39260611-D5BE-69D3-F02F-6CA315C066BC}"/>
                  </a:ext>
                </a:extLst>
              </p:cNvPr>
              <p:cNvSpPr/>
              <p:nvPr/>
            </p:nvSpPr>
            <p:spPr>
              <a:xfrm>
                <a:off x="4612827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g2181">
                <a:extLst>
                  <a:ext uri="{FF2B5EF4-FFF2-40B4-BE49-F238E27FC236}">
                    <a16:creationId xmlns:a16="http://schemas.microsoft.com/office/drawing/2014/main" id="{CE7A64D0-FB45-15A5-4346-C2DB39A56A84}"/>
                  </a:ext>
                </a:extLst>
              </p:cNvPr>
              <p:cNvSpPr/>
              <p:nvPr/>
            </p:nvSpPr>
            <p:spPr>
              <a:xfrm>
                <a:off x="4624464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g2182">
                <a:extLst>
                  <a:ext uri="{FF2B5EF4-FFF2-40B4-BE49-F238E27FC236}">
                    <a16:creationId xmlns:a16="http://schemas.microsoft.com/office/drawing/2014/main" id="{93AC6158-7C34-7865-5825-6A6C9DDAED7F}"/>
                  </a:ext>
                </a:extLst>
              </p:cNvPr>
              <p:cNvSpPr/>
              <p:nvPr/>
            </p:nvSpPr>
            <p:spPr>
              <a:xfrm>
                <a:off x="4636101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5DDC1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g2183">
                <a:extLst>
                  <a:ext uri="{FF2B5EF4-FFF2-40B4-BE49-F238E27FC236}">
                    <a16:creationId xmlns:a16="http://schemas.microsoft.com/office/drawing/2014/main" id="{CCE9E8CC-731E-C87F-5606-99B1E0460FA4}"/>
                  </a:ext>
                </a:extLst>
              </p:cNvPr>
              <p:cNvSpPr/>
              <p:nvPr/>
            </p:nvSpPr>
            <p:spPr>
              <a:xfrm>
                <a:off x="4647739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g2184">
                <a:extLst>
                  <a:ext uri="{FF2B5EF4-FFF2-40B4-BE49-F238E27FC236}">
                    <a16:creationId xmlns:a16="http://schemas.microsoft.com/office/drawing/2014/main" id="{66286213-E46B-E5E9-9036-DC06668924F7}"/>
                  </a:ext>
                </a:extLst>
              </p:cNvPr>
              <p:cNvSpPr/>
              <p:nvPr/>
            </p:nvSpPr>
            <p:spPr>
              <a:xfrm>
                <a:off x="4577915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g2185">
                <a:extLst>
                  <a:ext uri="{FF2B5EF4-FFF2-40B4-BE49-F238E27FC236}">
                    <a16:creationId xmlns:a16="http://schemas.microsoft.com/office/drawing/2014/main" id="{9FE624F1-CA4B-3787-DED5-F31122B31F1C}"/>
                  </a:ext>
                </a:extLst>
              </p:cNvPr>
              <p:cNvSpPr/>
              <p:nvPr/>
            </p:nvSpPr>
            <p:spPr>
              <a:xfrm>
                <a:off x="4589552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g2186">
                <a:extLst>
                  <a:ext uri="{FF2B5EF4-FFF2-40B4-BE49-F238E27FC236}">
                    <a16:creationId xmlns:a16="http://schemas.microsoft.com/office/drawing/2014/main" id="{AFA8C6C0-6B0B-1030-6707-BD473CC31541}"/>
                  </a:ext>
                </a:extLst>
              </p:cNvPr>
              <p:cNvSpPr/>
              <p:nvPr/>
            </p:nvSpPr>
            <p:spPr>
              <a:xfrm>
                <a:off x="4601190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g2187">
                <a:extLst>
                  <a:ext uri="{FF2B5EF4-FFF2-40B4-BE49-F238E27FC236}">
                    <a16:creationId xmlns:a16="http://schemas.microsoft.com/office/drawing/2014/main" id="{3B74C74C-8F6C-D15F-40D3-2658676193EC}"/>
                  </a:ext>
                </a:extLst>
              </p:cNvPr>
              <p:cNvSpPr/>
              <p:nvPr/>
            </p:nvSpPr>
            <p:spPr>
              <a:xfrm>
                <a:off x="4612827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g2188">
                <a:extLst>
                  <a:ext uri="{FF2B5EF4-FFF2-40B4-BE49-F238E27FC236}">
                    <a16:creationId xmlns:a16="http://schemas.microsoft.com/office/drawing/2014/main" id="{F72CAEC7-A04E-C38F-06E2-C8127031C04D}"/>
                  </a:ext>
                </a:extLst>
              </p:cNvPr>
              <p:cNvSpPr/>
              <p:nvPr/>
            </p:nvSpPr>
            <p:spPr>
              <a:xfrm>
                <a:off x="4624464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g2189">
                <a:extLst>
                  <a:ext uri="{FF2B5EF4-FFF2-40B4-BE49-F238E27FC236}">
                    <a16:creationId xmlns:a16="http://schemas.microsoft.com/office/drawing/2014/main" id="{82EDD0A0-AD9C-FD4F-C92E-74A7898C0B19}"/>
                  </a:ext>
                </a:extLst>
              </p:cNvPr>
              <p:cNvSpPr/>
              <p:nvPr/>
            </p:nvSpPr>
            <p:spPr>
              <a:xfrm>
                <a:off x="4636101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g2190">
                <a:extLst>
                  <a:ext uri="{FF2B5EF4-FFF2-40B4-BE49-F238E27FC236}">
                    <a16:creationId xmlns:a16="http://schemas.microsoft.com/office/drawing/2014/main" id="{17330953-1A24-8E4E-2906-AD3A62B17EFF}"/>
                  </a:ext>
                </a:extLst>
              </p:cNvPr>
              <p:cNvSpPr/>
              <p:nvPr/>
            </p:nvSpPr>
            <p:spPr>
              <a:xfrm>
                <a:off x="4566278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g2191">
                <a:extLst>
                  <a:ext uri="{FF2B5EF4-FFF2-40B4-BE49-F238E27FC236}">
                    <a16:creationId xmlns:a16="http://schemas.microsoft.com/office/drawing/2014/main" id="{E9546246-F878-1F7D-7513-90CD679BE69C}"/>
                  </a:ext>
                </a:extLst>
              </p:cNvPr>
              <p:cNvSpPr/>
              <p:nvPr/>
            </p:nvSpPr>
            <p:spPr>
              <a:xfrm>
                <a:off x="4577915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g2192">
                <a:extLst>
                  <a:ext uri="{FF2B5EF4-FFF2-40B4-BE49-F238E27FC236}">
                    <a16:creationId xmlns:a16="http://schemas.microsoft.com/office/drawing/2014/main" id="{78BE6444-DA11-C731-BD00-30C89F861392}"/>
                  </a:ext>
                </a:extLst>
              </p:cNvPr>
              <p:cNvSpPr/>
              <p:nvPr/>
            </p:nvSpPr>
            <p:spPr>
              <a:xfrm>
                <a:off x="4589552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g2193">
                <a:extLst>
                  <a:ext uri="{FF2B5EF4-FFF2-40B4-BE49-F238E27FC236}">
                    <a16:creationId xmlns:a16="http://schemas.microsoft.com/office/drawing/2014/main" id="{AEB00C4F-27EE-0492-1C95-98FEA891E880}"/>
                  </a:ext>
                </a:extLst>
              </p:cNvPr>
              <p:cNvSpPr/>
              <p:nvPr/>
            </p:nvSpPr>
            <p:spPr>
              <a:xfrm>
                <a:off x="4601190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g2194">
                <a:extLst>
                  <a:ext uri="{FF2B5EF4-FFF2-40B4-BE49-F238E27FC236}">
                    <a16:creationId xmlns:a16="http://schemas.microsoft.com/office/drawing/2014/main" id="{4A1830D9-C7F6-C8C7-B25D-654B7319D22A}"/>
                  </a:ext>
                </a:extLst>
              </p:cNvPr>
              <p:cNvSpPr/>
              <p:nvPr/>
            </p:nvSpPr>
            <p:spPr>
              <a:xfrm>
                <a:off x="4612827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g2195">
                <a:extLst>
                  <a:ext uri="{FF2B5EF4-FFF2-40B4-BE49-F238E27FC236}">
                    <a16:creationId xmlns:a16="http://schemas.microsoft.com/office/drawing/2014/main" id="{21833BA0-6DEA-86FF-13AF-A9597B53AE34}"/>
                  </a:ext>
                </a:extLst>
              </p:cNvPr>
              <p:cNvSpPr/>
              <p:nvPr/>
            </p:nvSpPr>
            <p:spPr>
              <a:xfrm>
                <a:off x="4624464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g2196">
                <a:extLst>
                  <a:ext uri="{FF2B5EF4-FFF2-40B4-BE49-F238E27FC236}">
                    <a16:creationId xmlns:a16="http://schemas.microsoft.com/office/drawing/2014/main" id="{4D857FA0-C553-C567-F209-EF5287967905}"/>
                  </a:ext>
                </a:extLst>
              </p:cNvPr>
              <p:cNvSpPr/>
              <p:nvPr/>
            </p:nvSpPr>
            <p:spPr>
              <a:xfrm>
                <a:off x="4566278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g2197">
                <a:extLst>
                  <a:ext uri="{FF2B5EF4-FFF2-40B4-BE49-F238E27FC236}">
                    <a16:creationId xmlns:a16="http://schemas.microsoft.com/office/drawing/2014/main" id="{F70E1877-FCCA-C6D2-8122-3EDD8140A4BB}"/>
                  </a:ext>
                </a:extLst>
              </p:cNvPr>
              <p:cNvSpPr/>
              <p:nvPr/>
            </p:nvSpPr>
            <p:spPr>
              <a:xfrm>
                <a:off x="4577915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g2198">
                <a:extLst>
                  <a:ext uri="{FF2B5EF4-FFF2-40B4-BE49-F238E27FC236}">
                    <a16:creationId xmlns:a16="http://schemas.microsoft.com/office/drawing/2014/main" id="{574B1CB5-325F-F70F-1C43-86BD4E5BD34A}"/>
                  </a:ext>
                </a:extLst>
              </p:cNvPr>
              <p:cNvSpPr/>
              <p:nvPr/>
            </p:nvSpPr>
            <p:spPr>
              <a:xfrm>
                <a:off x="4589552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g2199">
                <a:extLst>
                  <a:ext uri="{FF2B5EF4-FFF2-40B4-BE49-F238E27FC236}">
                    <a16:creationId xmlns:a16="http://schemas.microsoft.com/office/drawing/2014/main" id="{808F2BF1-EE0B-C8A4-6A7B-3D43F112E485}"/>
                  </a:ext>
                </a:extLst>
              </p:cNvPr>
              <p:cNvSpPr/>
              <p:nvPr/>
            </p:nvSpPr>
            <p:spPr>
              <a:xfrm>
                <a:off x="4601190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g2200">
                <a:extLst>
                  <a:ext uri="{FF2B5EF4-FFF2-40B4-BE49-F238E27FC236}">
                    <a16:creationId xmlns:a16="http://schemas.microsoft.com/office/drawing/2014/main" id="{D194EC30-27F6-5E4F-ABF5-789534BDD87F}"/>
                  </a:ext>
                </a:extLst>
              </p:cNvPr>
              <p:cNvSpPr/>
              <p:nvPr/>
            </p:nvSpPr>
            <p:spPr>
              <a:xfrm>
                <a:off x="4612827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g2201">
                <a:extLst>
                  <a:ext uri="{FF2B5EF4-FFF2-40B4-BE49-F238E27FC236}">
                    <a16:creationId xmlns:a16="http://schemas.microsoft.com/office/drawing/2014/main" id="{622DA2B3-0DFE-5B67-285A-2CEBE60FFD27}"/>
                  </a:ext>
                </a:extLst>
              </p:cNvPr>
              <p:cNvSpPr/>
              <p:nvPr/>
            </p:nvSpPr>
            <p:spPr>
              <a:xfrm>
                <a:off x="4554640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g2202">
                <a:extLst>
                  <a:ext uri="{FF2B5EF4-FFF2-40B4-BE49-F238E27FC236}">
                    <a16:creationId xmlns:a16="http://schemas.microsoft.com/office/drawing/2014/main" id="{B38A36B2-5865-5F75-F6D2-C04448F4D542}"/>
                  </a:ext>
                </a:extLst>
              </p:cNvPr>
              <p:cNvSpPr/>
              <p:nvPr/>
            </p:nvSpPr>
            <p:spPr>
              <a:xfrm>
                <a:off x="4566278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g2203">
                <a:extLst>
                  <a:ext uri="{FF2B5EF4-FFF2-40B4-BE49-F238E27FC236}">
                    <a16:creationId xmlns:a16="http://schemas.microsoft.com/office/drawing/2014/main" id="{2CDA45BA-01A4-00E4-3050-078C2AD68087}"/>
                  </a:ext>
                </a:extLst>
              </p:cNvPr>
              <p:cNvSpPr/>
              <p:nvPr/>
            </p:nvSpPr>
            <p:spPr>
              <a:xfrm>
                <a:off x="4577915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g2204">
                <a:extLst>
                  <a:ext uri="{FF2B5EF4-FFF2-40B4-BE49-F238E27FC236}">
                    <a16:creationId xmlns:a16="http://schemas.microsoft.com/office/drawing/2014/main" id="{248C7E46-F8CC-0DB0-8F34-8EDBD781FCF2}"/>
                  </a:ext>
                </a:extLst>
              </p:cNvPr>
              <p:cNvSpPr/>
              <p:nvPr/>
            </p:nvSpPr>
            <p:spPr>
              <a:xfrm>
                <a:off x="4589552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4DDC1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g2205">
                <a:extLst>
                  <a:ext uri="{FF2B5EF4-FFF2-40B4-BE49-F238E27FC236}">
                    <a16:creationId xmlns:a16="http://schemas.microsoft.com/office/drawing/2014/main" id="{3BA05C31-6755-3B0A-3B63-31EBA0EC72B9}"/>
                  </a:ext>
                </a:extLst>
              </p:cNvPr>
              <p:cNvSpPr/>
              <p:nvPr/>
            </p:nvSpPr>
            <p:spPr>
              <a:xfrm>
                <a:off x="4601190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g2206">
                <a:extLst>
                  <a:ext uri="{FF2B5EF4-FFF2-40B4-BE49-F238E27FC236}">
                    <a16:creationId xmlns:a16="http://schemas.microsoft.com/office/drawing/2014/main" id="{3090911F-77E7-EDEC-81AB-E8979ED927F6}"/>
                  </a:ext>
                </a:extLst>
              </p:cNvPr>
              <p:cNvSpPr/>
              <p:nvPr/>
            </p:nvSpPr>
            <p:spPr>
              <a:xfrm>
                <a:off x="4612827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g2207">
                <a:extLst>
                  <a:ext uri="{FF2B5EF4-FFF2-40B4-BE49-F238E27FC236}">
                    <a16:creationId xmlns:a16="http://schemas.microsoft.com/office/drawing/2014/main" id="{1C6EA900-7B90-D26A-1A86-8779F9C4676A}"/>
                  </a:ext>
                </a:extLst>
              </p:cNvPr>
              <p:cNvSpPr/>
              <p:nvPr/>
            </p:nvSpPr>
            <p:spPr>
              <a:xfrm>
                <a:off x="4554640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g2208">
                <a:extLst>
                  <a:ext uri="{FF2B5EF4-FFF2-40B4-BE49-F238E27FC236}">
                    <a16:creationId xmlns:a16="http://schemas.microsoft.com/office/drawing/2014/main" id="{62DA0373-06E5-20AF-35EC-7497151BC61F}"/>
                  </a:ext>
                </a:extLst>
              </p:cNvPr>
              <p:cNvSpPr/>
              <p:nvPr/>
            </p:nvSpPr>
            <p:spPr>
              <a:xfrm>
                <a:off x="4566278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g2209">
                <a:extLst>
                  <a:ext uri="{FF2B5EF4-FFF2-40B4-BE49-F238E27FC236}">
                    <a16:creationId xmlns:a16="http://schemas.microsoft.com/office/drawing/2014/main" id="{8DD3BF62-538A-172F-CB1C-5E8CE274D234}"/>
                  </a:ext>
                </a:extLst>
              </p:cNvPr>
              <p:cNvSpPr/>
              <p:nvPr/>
            </p:nvSpPr>
            <p:spPr>
              <a:xfrm>
                <a:off x="4577915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g2210">
                <a:extLst>
                  <a:ext uri="{FF2B5EF4-FFF2-40B4-BE49-F238E27FC236}">
                    <a16:creationId xmlns:a16="http://schemas.microsoft.com/office/drawing/2014/main" id="{44B4DA7A-A908-EAE8-8D4D-27342EBDD90A}"/>
                  </a:ext>
                </a:extLst>
              </p:cNvPr>
              <p:cNvSpPr/>
              <p:nvPr/>
            </p:nvSpPr>
            <p:spPr>
              <a:xfrm>
                <a:off x="4589552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g2211">
                <a:extLst>
                  <a:ext uri="{FF2B5EF4-FFF2-40B4-BE49-F238E27FC236}">
                    <a16:creationId xmlns:a16="http://schemas.microsoft.com/office/drawing/2014/main" id="{8AA15C5F-55C3-A5E1-C559-4603648D3D8A}"/>
                  </a:ext>
                </a:extLst>
              </p:cNvPr>
              <p:cNvSpPr/>
              <p:nvPr/>
            </p:nvSpPr>
            <p:spPr>
              <a:xfrm>
                <a:off x="4601190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g2212">
                <a:extLst>
                  <a:ext uri="{FF2B5EF4-FFF2-40B4-BE49-F238E27FC236}">
                    <a16:creationId xmlns:a16="http://schemas.microsoft.com/office/drawing/2014/main" id="{FBF8A8EC-65F8-2E1C-4F80-26A7B70CC20D}"/>
                  </a:ext>
                </a:extLst>
              </p:cNvPr>
              <p:cNvSpPr/>
              <p:nvPr/>
            </p:nvSpPr>
            <p:spPr>
              <a:xfrm>
                <a:off x="4543003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g2213">
                <a:extLst>
                  <a:ext uri="{FF2B5EF4-FFF2-40B4-BE49-F238E27FC236}">
                    <a16:creationId xmlns:a16="http://schemas.microsoft.com/office/drawing/2014/main" id="{740F03EB-EC2D-4B43-0B9F-410FD43AF5C1}"/>
                  </a:ext>
                </a:extLst>
              </p:cNvPr>
              <p:cNvSpPr/>
              <p:nvPr/>
            </p:nvSpPr>
            <p:spPr>
              <a:xfrm>
                <a:off x="4554640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g2214">
                <a:extLst>
                  <a:ext uri="{FF2B5EF4-FFF2-40B4-BE49-F238E27FC236}">
                    <a16:creationId xmlns:a16="http://schemas.microsoft.com/office/drawing/2014/main" id="{C76534BE-51E3-1A08-B4B3-ECAA1315BD5A}"/>
                  </a:ext>
                </a:extLst>
              </p:cNvPr>
              <p:cNvSpPr/>
              <p:nvPr/>
            </p:nvSpPr>
            <p:spPr>
              <a:xfrm>
                <a:off x="4566278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g2215">
                <a:extLst>
                  <a:ext uri="{FF2B5EF4-FFF2-40B4-BE49-F238E27FC236}">
                    <a16:creationId xmlns:a16="http://schemas.microsoft.com/office/drawing/2014/main" id="{B873E230-9794-28D1-4A0A-803FEE52E880}"/>
                  </a:ext>
                </a:extLst>
              </p:cNvPr>
              <p:cNvSpPr/>
              <p:nvPr/>
            </p:nvSpPr>
            <p:spPr>
              <a:xfrm>
                <a:off x="4577915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g2216">
                <a:extLst>
                  <a:ext uri="{FF2B5EF4-FFF2-40B4-BE49-F238E27FC236}">
                    <a16:creationId xmlns:a16="http://schemas.microsoft.com/office/drawing/2014/main" id="{D98BCFF4-C98F-5212-0831-61DA2D3CA7CE}"/>
                  </a:ext>
                </a:extLst>
              </p:cNvPr>
              <p:cNvSpPr/>
              <p:nvPr/>
            </p:nvSpPr>
            <p:spPr>
              <a:xfrm>
                <a:off x="4589552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g2217">
                <a:extLst>
                  <a:ext uri="{FF2B5EF4-FFF2-40B4-BE49-F238E27FC236}">
                    <a16:creationId xmlns:a16="http://schemas.microsoft.com/office/drawing/2014/main" id="{C9E2EF1A-3021-853C-59EC-6E58A7DE815C}"/>
                  </a:ext>
                </a:extLst>
              </p:cNvPr>
              <p:cNvSpPr/>
              <p:nvPr/>
            </p:nvSpPr>
            <p:spPr>
              <a:xfrm>
                <a:off x="4601190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g2218">
                <a:extLst>
                  <a:ext uri="{FF2B5EF4-FFF2-40B4-BE49-F238E27FC236}">
                    <a16:creationId xmlns:a16="http://schemas.microsoft.com/office/drawing/2014/main" id="{A153615B-D722-37D1-B07F-E79C193E6F77}"/>
                  </a:ext>
                </a:extLst>
              </p:cNvPr>
              <p:cNvSpPr/>
              <p:nvPr/>
            </p:nvSpPr>
            <p:spPr>
              <a:xfrm>
                <a:off x="4543003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g2219">
                <a:extLst>
                  <a:ext uri="{FF2B5EF4-FFF2-40B4-BE49-F238E27FC236}">
                    <a16:creationId xmlns:a16="http://schemas.microsoft.com/office/drawing/2014/main" id="{9F7EC355-FCF7-9127-275D-57084F925610}"/>
                  </a:ext>
                </a:extLst>
              </p:cNvPr>
              <p:cNvSpPr/>
              <p:nvPr/>
            </p:nvSpPr>
            <p:spPr>
              <a:xfrm>
                <a:off x="4554640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g2220">
                <a:extLst>
                  <a:ext uri="{FF2B5EF4-FFF2-40B4-BE49-F238E27FC236}">
                    <a16:creationId xmlns:a16="http://schemas.microsoft.com/office/drawing/2014/main" id="{10B5CDB3-80B2-A03C-46BB-F52802B443C4}"/>
                  </a:ext>
                </a:extLst>
              </p:cNvPr>
              <p:cNvSpPr/>
              <p:nvPr/>
            </p:nvSpPr>
            <p:spPr>
              <a:xfrm>
                <a:off x="4566278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g2221">
                <a:extLst>
                  <a:ext uri="{FF2B5EF4-FFF2-40B4-BE49-F238E27FC236}">
                    <a16:creationId xmlns:a16="http://schemas.microsoft.com/office/drawing/2014/main" id="{8EEDA69B-D13A-F792-CB0A-B722270C4FA8}"/>
                  </a:ext>
                </a:extLst>
              </p:cNvPr>
              <p:cNvSpPr/>
              <p:nvPr/>
            </p:nvSpPr>
            <p:spPr>
              <a:xfrm>
                <a:off x="4577915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g2222">
                <a:extLst>
                  <a:ext uri="{FF2B5EF4-FFF2-40B4-BE49-F238E27FC236}">
                    <a16:creationId xmlns:a16="http://schemas.microsoft.com/office/drawing/2014/main" id="{BA5039FA-8803-01E3-84B6-0CF923C13609}"/>
                  </a:ext>
                </a:extLst>
              </p:cNvPr>
              <p:cNvSpPr/>
              <p:nvPr/>
            </p:nvSpPr>
            <p:spPr>
              <a:xfrm>
                <a:off x="4589552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g2223">
                <a:extLst>
                  <a:ext uri="{FF2B5EF4-FFF2-40B4-BE49-F238E27FC236}">
                    <a16:creationId xmlns:a16="http://schemas.microsoft.com/office/drawing/2014/main" id="{A672FD15-C889-09AF-588C-1A1F3F239F41}"/>
                  </a:ext>
                </a:extLst>
              </p:cNvPr>
              <p:cNvSpPr/>
              <p:nvPr/>
            </p:nvSpPr>
            <p:spPr>
              <a:xfrm>
                <a:off x="4601190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g2224">
                <a:extLst>
                  <a:ext uri="{FF2B5EF4-FFF2-40B4-BE49-F238E27FC236}">
                    <a16:creationId xmlns:a16="http://schemas.microsoft.com/office/drawing/2014/main" id="{B6758CDB-1AEC-D669-E42E-801FDEC46A36}"/>
                  </a:ext>
                </a:extLst>
              </p:cNvPr>
              <p:cNvSpPr/>
              <p:nvPr/>
            </p:nvSpPr>
            <p:spPr>
              <a:xfrm>
                <a:off x="4543003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C">
                  <a:alpha val="100000"/>
                </a:srgbClr>
              </a:solidFill>
              <a:ln w="5420" cap="flat">
                <a:solidFill>
                  <a:srgbClr val="8A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g2225">
                <a:extLst>
                  <a:ext uri="{FF2B5EF4-FFF2-40B4-BE49-F238E27FC236}">
                    <a16:creationId xmlns:a16="http://schemas.microsoft.com/office/drawing/2014/main" id="{CEC4E608-E724-3EE4-E2EB-9240D99C02F5}"/>
                  </a:ext>
                </a:extLst>
              </p:cNvPr>
              <p:cNvSpPr/>
              <p:nvPr/>
            </p:nvSpPr>
            <p:spPr>
              <a:xfrm>
                <a:off x="4554640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g2226">
                <a:extLst>
                  <a:ext uri="{FF2B5EF4-FFF2-40B4-BE49-F238E27FC236}">
                    <a16:creationId xmlns:a16="http://schemas.microsoft.com/office/drawing/2014/main" id="{9D720E08-3EA5-1788-6FBC-6259338A4EDC}"/>
                  </a:ext>
                </a:extLst>
              </p:cNvPr>
              <p:cNvSpPr/>
              <p:nvPr/>
            </p:nvSpPr>
            <p:spPr>
              <a:xfrm>
                <a:off x="4566278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g2227">
                <a:extLst>
                  <a:ext uri="{FF2B5EF4-FFF2-40B4-BE49-F238E27FC236}">
                    <a16:creationId xmlns:a16="http://schemas.microsoft.com/office/drawing/2014/main" id="{4DEB3731-E051-CF0C-4630-5DA3F9EBC0F2}"/>
                  </a:ext>
                </a:extLst>
              </p:cNvPr>
              <p:cNvSpPr/>
              <p:nvPr/>
            </p:nvSpPr>
            <p:spPr>
              <a:xfrm>
                <a:off x="4577915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g2228">
                <a:extLst>
                  <a:ext uri="{FF2B5EF4-FFF2-40B4-BE49-F238E27FC236}">
                    <a16:creationId xmlns:a16="http://schemas.microsoft.com/office/drawing/2014/main" id="{4321D593-E2FD-C751-559A-7BEBE6C08F1B}"/>
                  </a:ext>
                </a:extLst>
              </p:cNvPr>
              <p:cNvSpPr/>
              <p:nvPr/>
            </p:nvSpPr>
            <p:spPr>
              <a:xfrm>
                <a:off x="4589552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g2229">
                <a:extLst>
                  <a:ext uri="{FF2B5EF4-FFF2-40B4-BE49-F238E27FC236}">
                    <a16:creationId xmlns:a16="http://schemas.microsoft.com/office/drawing/2014/main" id="{935BA1BB-C8B6-ABFB-0447-EAA44C7BF188}"/>
                  </a:ext>
                </a:extLst>
              </p:cNvPr>
              <p:cNvSpPr/>
              <p:nvPr/>
            </p:nvSpPr>
            <p:spPr>
              <a:xfrm>
                <a:off x="3856400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g2230">
                <a:extLst>
                  <a:ext uri="{FF2B5EF4-FFF2-40B4-BE49-F238E27FC236}">
                    <a16:creationId xmlns:a16="http://schemas.microsoft.com/office/drawing/2014/main" id="{E19551CA-A670-9CAA-715A-8448FBC64E52}"/>
                  </a:ext>
                </a:extLst>
              </p:cNvPr>
              <p:cNvSpPr/>
              <p:nvPr/>
            </p:nvSpPr>
            <p:spPr>
              <a:xfrm>
                <a:off x="3868038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g2231">
                <a:extLst>
                  <a:ext uri="{FF2B5EF4-FFF2-40B4-BE49-F238E27FC236}">
                    <a16:creationId xmlns:a16="http://schemas.microsoft.com/office/drawing/2014/main" id="{35C9F2DA-0F47-D95D-DEBC-E742BB346FD5}"/>
                  </a:ext>
                </a:extLst>
              </p:cNvPr>
              <p:cNvSpPr/>
              <p:nvPr/>
            </p:nvSpPr>
            <p:spPr>
              <a:xfrm>
                <a:off x="3879675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g2232">
                <a:extLst>
                  <a:ext uri="{FF2B5EF4-FFF2-40B4-BE49-F238E27FC236}">
                    <a16:creationId xmlns:a16="http://schemas.microsoft.com/office/drawing/2014/main" id="{7CD79738-27BA-A511-185A-113319F3FAE8}"/>
                  </a:ext>
                </a:extLst>
              </p:cNvPr>
              <p:cNvSpPr/>
              <p:nvPr/>
            </p:nvSpPr>
            <p:spPr>
              <a:xfrm>
                <a:off x="3891312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g2233">
                <a:extLst>
                  <a:ext uri="{FF2B5EF4-FFF2-40B4-BE49-F238E27FC236}">
                    <a16:creationId xmlns:a16="http://schemas.microsoft.com/office/drawing/2014/main" id="{27DE163C-804C-3C31-B4CD-73821211F3A4}"/>
                  </a:ext>
                </a:extLst>
              </p:cNvPr>
              <p:cNvSpPr/>
              <p:nvPr/>
            </p:nvSpPr>
            <p:spPr>
              <a:xfrm>
                <a:off x="4543003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g2234">
                <a:extLst>
                  <a:ext uri="{FF2B5EF4-FFF2-40B4-BE49-F238E27FC236}">
                    <a16:creationId xmlns:a16="http://schemas.microsoft.com/office/drawing/2014/main" id="{6E3BD330-78E9-2FD8-90FC-41CCD85B199F}"/>
                  </a:ext>
                </a:extLst>
              </p:cNvPr>
              <p:cNvSpPr/>
              <p:nvPr/>
            </p:nvSpPr>
            <p:spPr>
              <a:xfrm>
                <a:off x="4554640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g2235">
                <a:extLst>
                  <a:ext uri="{FF2B5EF4-FFF2-40B4-BE49-F238E27FC236}">
                    <a16:creationId xmlns:a16="http://schemas.microsoft.com/office/drawing/2014/main" id="{06D0DABD-BD50-85C2-5852-B2D0AB6B2C4E}"/>
                  </a:ext>
                </a:extLst>
              </p:cNvPr>
              <p:cNvSpPr/>
              <p:nvPr/>
            </p:nvSpPr>
            <p:spPr>
              <a:xfrm>
                <a:off x="4566278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g2236">
                <a:extLst>
                  <a:ext uri="{FF2B5EF4-FFF2-40B4-BE49-F238E27FC236}">
                    <a16:creationId xmlns:a16="http://schemas.microsoft.com/office/drawing/2014/main" id="{C4F74672-6D06-EFC8-D39D-60DA60E5530C}"/>
                  </a:ext>
                </a:extLst>
              </p:cNvPr>
              <p:cNvSpPr/>
              <p:nvPr/>
            </p:nvSpPr>
            <p:spPr>
              <a:xfrm>
                <a:off x="4577915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g2237">
                <a:extLst>
                  <a:ext uri="{FF2B5EF4-FFF2-40B4-BE49-F238E27FC236}">
                    <a16:creationId xmlns:a16="http://schemas.microsoft.com/office/drawing/2014/main" id="{9DADCFAE-E4F7-651A-680A-FB2A63B2C9DE}"/>
                  </a:ext>
                </a:extLst>
              </p:cNvPr>
              <p:cNvSpPr/>
              <p:nvPr/>
            </p:nvSpPr>
            <p:spPr>
              <a:xfrm>
                <a:off x="385640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g2238">
                <a:extLst>
                  <a:ext uri="{FF2B5EF4-FFF2-40B4-BE49-F238E27FC236}">
                    <a16:creationId xmlns:a16="http://schemas.microsoft.com/office/drawing/2014/main" id="{3C15EBB1-80DD-A4B9-76FF-864614ED4B02}"/>
                  </a:ext>
                </a:extLst>
              </p:cNvPr>
              <p:cNvSpPr/>
              <p:nvPr/>
            </p:nvSpPr>
            <p:spPr>
              <a:xfrm>
                <a:off x="386803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g2239">
                <a:extLst>
                  <a:ext uri="{FF2B5EF4-FFF2-40B4-BE49-F238E27FC236}">
                    <a16:creationId xmlns:a16="http://schemas.microsoft.com/office/drawing/2014/main" id="{733269F5-5B0D-393F-B2B7-4682081F8944}"/>
                  </a:ext>
                </a:extLst>
              </p:cNvPr>
              <p:cNvSpPr/>
              <p:nvPr/>
            </p:nvSpPr>
            <p:spPr>
              <a:xfrm>
                <a:off x="3879675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g2240">
                <a:extLst>
                  <a:ext uri="{FF2B5EF4-FFF2-40B4-BE49-F238E27FC236}">
                    <a16:creationId xmlns:a16="http://schemas.microsoft.com/office/drawing/2014/main" id="{C86DF991-BD60-2CB2-603B-934A54CC824C}"/>
                  </a:ext>
                </a:extLst>
              </p:cNvPr>
              <p:cNvSpPr/>
              <p:nvPr/>
            </p:nvSpPr>
            <p:spPr>
              <a:xfrm>
                <a:off x="3891312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g2241">
                <a:extLst>
                  <a:ext uri="{FF2B5EF4-FFF2-40B4-BE49-F238E27FC236}">
                    <a16:creationId xmlns:a16="http://schemas.microsoft.com/office/drawing/2014/main" id="{97D407BC-AF6F-8DEB-581A-E45465EE0CCA}"/>
                  </a:ext>
                </a:extLst>
              </p:cNvPr>
              <p:cNvSpPr/>
              <p:nvPr/>
            </p:nvSpPr>
            <p:spPr>
              <a:xfrm>
                <a:off x="390295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g2242">
                <a:extLst>
                  <a:ext uri="{FF2B5EF4-FFF2-40B4-BE49-F238E27FC236}">
                    <a16:creationId xmlns:a16="http://schemas.microsoft.com/office/drawing/2014/main" id="{242EE991-4641-72D2-9BBF-E693C1BAAFC0}"/>
                  </a:ext>
                </a:extLst>
              </p:cNvPr>
              <p:cNvSpPr/>
              <p:nvPr/>
            </p:nvSpPr>
            <p:spPr>
              <a:xfrm>
                <a:off x="3949499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g2243">
                <a:extLst>
                  <a:ext uri="{FF2B5EF4-FFF2-40B4-BE49-F238E27FC236}">
                    <a16:creationId xmlns:a16="http://schemas.microsoft.com/office/drawing/2014/main" id="{6CD42449-620F-0A0F-160D-9EAD347EB03A}"/>
                  </a:ext>
                </a:extLst>
              </p:cNvPr>
              <p:cNvSpPr/>
              <p:nvPr/>
            </p:nvSpPr>
            <p:spPr>
              <a:xfrm>
                <a:off x="3961136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g2244">
                <a:extLst>
                  <a:ext uri="{FF2B5EF4-FFF2-40B4-BE49-F238E27FC236}">
                    <a16:creationId xmlns:a16="http://schemas.microsoft.com/office/drawing/2014/main" id="{5941EE09-2C21-248B-2471-F49B47A4729F}"/>
                  </a:ext>
                </a:extLst>
              </p:cNvPr>
              <p:cNvSpPr/>
              <p:nvPr/>
            </p:nvSpPr>
            <p:spPr>
              <a:xfrm>
                <a:off x="3972774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g2245">
                <a:extLst>
                  <a:ext uri="{FF2B5EF4-FFF2-40B4-BE49-F238E27FC236}">
                    <a16:creationId xmlns:a16="http://schemas.microsoft.com/office/drawing/2014/main" id="{4F2AFB37-0B8E-6D9F-C930-E895FC38819D}"/>
                  </a:ext>
                </a:extLst>
              </p:cNvPr>
              <p:cNvSpPr/>
              <p:nvPr/>
            </p:nvSpPr>
            <p:spPr>
              <a:xfrm>
                <a:off x="3984411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g2246">
                <a:extLst>
                  <a:ext uri="{FF2B5EF4-FFF2-40B4-BE49-F238E27FC236}">
                    <a16:creationId xmlns:a16="http://schemas.microsoft.com/office/drawing/2014/main" id="{4EA410E7-033E-8089-0A59-8158D0D04604}"/>
                  </a:ext>
                </a:extLst>
              </p:cNvPr>
              <p:cNvSpPr/>
              <p:nvPr/>
            </p:nvSpPr>
            <p:spPr>
              <a:xfrm>
                <a:off x="399604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g2247">
                <a:extLst>
                  <a:ext uri="{FF2B5EF4-FFF2-40B4-BE49-F238E27FC236}">
                    <a16:creationId xmlns:a16="http://schemas.microsoft.com/office/drawing/2014/main" id="{202FFA80-FA83-A47C-CC05-F37F914CFE98}"/>
                  </a:ext>
                </a:extLst>
              </p:cNvPr>
              <p:cNvSpPr/>
              <p:nvPr/>
            </p:nvSpPr>
            <p:spPr>
              <a:xfrm>
                <a:off x="4543003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g2248">
                <a:extLst>
                  <a:ext uri="{FF2B5EF4-FFF2-40B4-BE49-F238E27FC236}">
                    <a16:creationId xmlns:a16="http://schemas.microsoft.com/office/drawing/2014/main" id="{7A806E2B-BCCB-951E-D837-DC23930AFD84}"/>
                  </a:ext>
                </a:extLst>
              </p:cNvPr>
              <p:cNvSpPr/>
              <p:nvPr/>
            </p:nvSpPr>
            <p:spPr>
              <a:xfrm>
                <a:off x="455464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g2249">
                <a:extLst>
                  <a:ext uri="{FF2B5EF4-FFF2-40B4-BE49-F238E27FC236}">
                    <a16:creationId xmlns:a16="http://schemas.microsoft.com/office/drawing/2014/main" id="{925EF054-4ED6-5A00-420A-4FEBFF0D98CD}"/>
                  </a:ext>
                </a:extLst>
              </p:cNvPr>
              <p:cNvSpPr/>
              <p:nvPr/>
            </p:nvSpPr>
            <p:spPr>
              <a:xfrm>
                <a:off x="456627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g2250">
                <a:extLst>
                  <a:ext uri="{FF2B5EF4-FFF2-40B4-BE49-F238E27FC236}">
                    <a16:creationId xmlns:a16="http://schemas.microsoft.com/office/drawing/2014/main" id="{10BFA117-FB51-1C73-514E-065FCE445944}"/>
                  </a:ext>
                </a:extLst>
              </p:cNvPr>
              <p:cNvSpPr/>
              <p:nvPr/>
            </p:nvSpPr>
            <p:spPr>
              <a:xfrm>
                <a:off x="4577915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g2251">
                <a:extLst>
                  <a:ext uri="{FF2B5EF4-FFF2-40B4-BE49-F238E27FC236}">
                    <a16:creationId xmlns:a16="http://schemas.microsoft.com/office/drawing/2014/main" id="{EA7ED74A-B67C-3CA4-C571-3C2FDE062809}"/>
                  </a:ext>
                </a:extLst>
              </p:cNvPr>
              <p:cNvSpPr/>
              <p:nvPr/>
            </p:nvSpPr>
            <p:spPr>
              <a:xfrm>
                <a:off x="4589552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g2252">
                <a:extLst>
                  <a:ext uri="{FF2B5EF4-FFF2-40B4-BE49-F238E27FC236}">
                    <a16:creationId xmlns:a16="http://schemas.microsoft.com/office/drawing/2014/main" id="{E51B801D-12CA-9B82-4916-084C8760896A}"/>
                  </a:ext>
                </a:extLst>
              </p:cNvPr>
              <p:cNvSpPr/>
              <p:nvPr/>
            </p:nvSpPr>
            <p:spPr>
              <a:xfrm>
                <a:off x="3774939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g2253">
                <a:extLst>
                  <a:ext uri="{FF2B5EF4-FFF2-40B4-BE49-F238E27FC236}">
                    <a16:creationId xmlns:a16="http://schemas.microsoft.com/office/drawing/2014/main" id="{BA80298C-A725-81E9-378E-D2428AD0903E}"/>
                  </a:ext>
                </a:extLst>
              </p:cNvPr>
              <p:cNvSpPr/>
              <p:nvPr/>
            </p:nvSpPr>
            <p:spPr>
              <a:xfrm>
                <a:off x="378657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g2254">
                <a:extLst>
                  <a:ext uri="{FF2B5EF4-FFF2-40B4-BE49-F238E27FC236}">
                    <a16:creationId xmlns:a16="http://schemas.microsoft.com/office/drawing/2014/main" id="{34684CDD-E885-672A-DFED-CB572F9ACAA4}"/>
                  </a:ext>
                </a:extLst>
              </p:cNvPr>
              <p:cNvSpPr/>
              <p:nvPr/>
            </p:nvSpPr>
            <p:spPr>
              <a:xfrm>
                <a:off x="384476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g2255">
                <a:extLst>
                  <a:ext uri="{FF2B5EF4-FFF2-40B4-BE49-F238E27FC236}">
                    <a16:creationId xmlns:a16="http://schemas.microsoft.com/office/drawing/2014/main" id="{BB07B1D2-E7B3-C6A8-D26A-86663F516CA2}"/>
                  </a:ext>
                </a:extLst>
              </p:cNvPr>
              <p:cNvSpPr/>
              <p:nvPr/>
            </p:nvSpPr>
            <p:spPr>
              <a:xfrm>
                <a:off x="385640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g2256">
                <a:extLst>
                  <a:ext uri="{FF2B5EF4-FFF2-40B4-BE49-F238E27FC236}">
                    <a16:creationId xmlns:a16="http://schemas.microsoft.com/office/drawing/2014/main" id="{9C3F0818-3F42-0955-5EEB-D686B8950C41}"/>
                  </a:ext>
                </a:extLst>
              </p:cNvPr>
              <p:cNvSpPr/>
              <p:nvPr/>
            </p:nvSpPr>
            <p:spPr>
              <a:xfrm>
                <a:off x="386803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g2257">
                <a:extLst>
                  <a:ext uri="{FF2B5EF4-FFF2-40B4-BE49-F238E27FC236}">
                    <a16:creationId xmlns:a16="http://schemas.microsoft.com/office/drawing/2014/main" id="{B70E5B5B-85A7-EED0-BB52-4480BFEFBC83}"/>
                  </a:ext>
                </a:extLst>
              </p:cNvPr>
              <p:cNvSpPr/>
              <p:nvPr/>
            </p:nvSpPr>
            <p:spPr>
              <a:xfrm>
                <a:off x="387967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g2258">
                <a:extLst>
                  <a:ext uri="{FF2B5EF4-FFF2-40B4-BE49-F238E27FC236}">
                    <a16:creationId xmlns:a16="http://schemas.microsoft.com/office/drawing/2014/main" id="{2829ECF4-0ECC-6CE3-D856-47A1756AE3BC}"/>
                  </a:ext>
                </a:extLst>
              </p:cNvPr>
              <p:cNvSpPr/>
              <p:nvPr/>
            </p:nvSpPr>
            <p:spPr>
              <a:xfrm>
                <a:off x="389131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g2259">
                <a:extLst>
                  <a:ext uri="{FF2B5EF4-FFF2-40B4-BE49-F238E27FC236}">
                    <a16:creationId xmlns:a16="http://schemas.microsoft.com/office/drawing/2014/main" id="{F05BF91D-0288-19F3-A2D4-8DDB5A8CBE6E}"/>
                  </a:ext>
                </a:extLst>
              </p:cNvPr>
              <p:cNvSpPr/>
              <p:nvPr/>
            </p:nvSpPr>
            <p:spPr>
              <a:xfrm>
                <a:off x="390295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g2260">
                <a:extLst>
                  <a:ext uri="{FF2B5EF4-FFF2-40B4-BE49-F238E27FC236}">
                    <a16:creationId xmlns:a16="http://schemas.microsoft.com/office/drawing/2014/main" id="{9FBC981A-F051-54C7-0225-BB65F7FF2337}"/>
                  </a:ext>
                </a:extLst>
              </p:cNvPr>
              <p:cNvSpPr/>
              <p:nvPr/>
            </p:nvSpPr>
            <p:spPr>
              <a:xfrm>
                <a:off x="3949499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g2261">
                <a:extLst>
                  <a:ext uri="{FF2B5EF4-FFF2-40B4-BE49-F238E27FC236}">
                    <a16:creationId xmlns:a16="http://schemas.microsoft.com/office/drawing/2014/main" id="{D51C8F14-9B5C-6F63-05A3-29331DCCC1F5}"/>
                  </a:ext>
                </a:extLst>
              </p:cNvPr>
              <p:cNvSpPr/>
              <p:nvPr/>
            </p:nvSpPr>
            <p:spPr>
              <a:xfrm>
                <a:off x="396113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g2262">
                <a:extLst>
                  <a:ext uri="{FF2B5EF4-FFF2-40B4-BE49-F238E27FC236}">
                    <a16:creationId xmlns:a16="http://schemas.microsoft.com/office/drawing/2014/main" id="{6FF19A38-DDA0-D2C6-AC17-BA08103271FB}"/>
                  </a:ext>
                </a:extLst>
              </p:cNvPr>
              <p:cNvSpPr/>
              <p:nvPr/>
            </p:nvSpPr>
            <p:spPr>
              <a:xfrm>
                <a:off x="3972774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g2263">
                <a:extLst>
                  <a:ext uri="{FF2B5EF4-FFF2-40B4-BE49-F238E27FC236}">
                    <a16:creationId xmlns:a16="http://schemas.microsoft.com/office/drawing/2014/main" id="{9471D311-EC21-31AB-3069-9781EE18DF20}"/>
                  </a:ext>
                </a:extLst>
              </p:cNvPr>
              <p:cNvSpPr/>
              <p:nvPr/>
            </p:nvSpPr>
            <p:spPr>
              <a:xfrm>
                <a:off x="3984411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g2264">
                <a:extLst>
                  <a:ext uri="{FF2B5EF4-FFF2-40B4-BE49-F238E27FC236}">
                    <a16:creationId xmlns:a16="http://schemas.microsoft.com/office/drawing/2014/main" id="{75A1968A-2D2A-1110-FF65-BB4749F7BD02}"/>
                  </a:ext>
                </a:extLst>
              </p:cNvPr>
              <p:cNvSpPr/>
              <p:nvPr/>
            </p:nvSpPr>
            <p:spPr>
              <a:xfrm>
                <a:off x="399604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g2265">
                <a:extLst>
                  <a:ext uri="{FF2B5EF4-FFF2-40B4-BE49-F238E27FC236}">
                    <a16:creationId xmlns:a16="http://schemas.microsoft.com/office/drawing/2014/main" id="{9F46AE50-EFC5-E9B2-B032-B961B2E5AB1D}"/>
                  </a:ext>
                </a:extLst>
              </p:cNvPr>
              <p:cNvSpPr/>
              <p:nvPr/>
            </p:nvSpPr>
            <p:spPr>
              <a:xfrm>
                <a:off x="400768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g2266">
                <a:extLst>
                  <a:ext uri="{FF2B5EF4-FFF2-40B4-BE49-F238E27FC236}">
                    <a16:creationId xmlns:a16="http://schemas.microsoft.com/office/drawing/2014/main" id="{63A7C3C3-9817-C242-8786-14B36D93831C}"/>
                  </a:ext>
                </a:extLst>
              </p:cNvPr>
              <p:cNvSpPr/>
              <p:nvPr/>
            </p:nvSpPr>
            <p:spPr>
              <a:xfrm>
                <a:off x="401932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g2267">
                <a:extLst>
                  <a:ext uri="{FF2B5EF4-FFF2-40B4-BE49-F238E27FC236}">
                    <a16:creationId xmlns:a16="http://schemas.microsoft.com/office/drawing/2014/main" id="{4A4884C1-4D6E-EEBD-97B5-0E99167C8AB2}"/>
                  </a:ext>
                </a:extLst>
              </p:cNvPr>
              <p:cNvSpPr/>
              <p:nvPr/>
            </p:nvSpPr>
            <p:spPr>
              <a:xfrm>
                <a:off x="403096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g2268">
                <a:extLst>
                  <a:ext uri="{FF2B5EF4-FFF2-40B4-BE49-F238E27FC236}">
                    <a16:creationId xmlns:a16="http://schemas.microsoft.com/office/drawing/2014/main" id="{5E0FDE0A-26E8-22D0-C768-AAF9C7AD7805}"/>
                  </a:ext>
                </a:extLst>
              </p:cNvPr>
              <p:cNvSpPr/>
              <p:nvPr/>
            </p:nvSpPr>
            <p:spPr>
              <a:xfrm>
                <a:off x="404259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g2269">
                <a:extLst>
                  <a:ext uri="{FF2B5EF4-FFF2-40B4-BE49-F238E27FC236}">
                    <a16:creationId xmlns:a16="http://schemas.microsoft.com/office/drawing/2014/main" id="{E1BACF15-0AAD-358E-A132-F0A4A0D50048}"/>
                  </a:ext>
                </a:extLst>
              </p:cNvPr>
              <p:cNvSpPr/>
              <p:nvPr/>
            </p:nvSpPr>
            <p:spPr>
              <a:xfrm>
                <a:off x="405423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g2270">
                <a:extLst>
                  <a:ext uri="{FF2B5EF4-FFF2-40B4-BE49-F238E27FC236}">
                    <a16:creationId xmlns:a16="http://schemas.microsoft.com/office/drawing/2014/main" id="{BF3D30BB-D6B8-F726-3A75-3AB17F5D01F7}"/>
                  </a:ext>
                </a:extLst>
              </p:cNvPr>
              <p:cNvSpPr/>
              <p:nvPr/>
            </p:nvSpPr>
            <p:spPr>
              <a:xfrm>
                <a:off x="406587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g2271">
                <a:extLst>
                  <a:ext uri="{FF2B5EF4-FFF2-40B4-BE49-F238E27FC236}">
                    <a16:creationId xmlns:a16="http://schemas.microsoft.com/office/drawing/2014/main" id="{45EED397-1E30-DE19-889A-269E1DD5E779}"/>
                  </a:ext>
                </a:extLst>
              </p:cNvPr>
              <p:cNvSpPr/>
              <p:nvPr/>
            </p:nvSpPr>
            <p:spPr>
              <a:xfrm>
                <a:off x="407751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g2272">
                <a:extLst>
                  <a:ext uri="{FF2B5EF4-FFF2-40B4-BE49-F238E27FC236}">
                    <a16:creationId xmlns:a16="http://schemas.microsoft.com/office/drawing/2014/main" id="{142E31C7-D0E0-8839-B54B-6720EAE3B47A}"/>
                  </a:ext>
                </a:extLst>
              </p:cNvPr>
              <p:cNvSpPr/>
              <p:nvPr/>
            </p:nvSpPr>
            <p:spPr>
              <a:xfrm>
                <a:off x="454300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g2273">
                <a:extLst>
                  <a:ext uri="{FF2B5EF4-FFF2-40B4-BE49-F238E27FC236}">
                    <a16:creationId xmlns:a16="http://schemas.microsoft.com/office/drawing/2014/main" id="{A066771E-F251-F043-0379-07045897C43E}"/>
                  </a:ext>
                </a:extLst>
              </p:cNvPr>
              <p:cNvSpPr/>
              <p:nvPr/>
            </p:nvSpPr>
            <p:spPr>
              <a:xfrm>
                <a:off x="455464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g2274">
                <a:extLst>
                  <a:ext uri="{FF2B5EF4-FFF2-40B4-BE49-F238E27FC236}">
                    <a16:creationId xmlns:a16="http://schemas.microsoft.com/office/drawing/2014/main" id="{0975BE82-5390-8605-C2E3-1388DF0041FA}"/>
                  </a:ext>
                </a:extLst>
              </p:cNvPr>
              <p:cNvSpPr/>
              <p:nvPr/>
            </p:nvSpPr>
            <p:spPr>
              <a:xfrm>
                <a:off x="456627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g2275">
                <a:extLst>
                  <a:ext uri="{FF2B5EF4-FFF2-40B4-BE49-F238E27FC236}">
                    <a16:creationId xmlns:a16="http://schemas.microsoft.com/office/drawing/2014/main" id="{0AB7FAB1-F720-FF9B-F298-693E0E9385A4}"/>
                  </a:ext>
                </a:extLst>
              </p:cNvPr>
              <p:cNvSpPr/>
              <p:nvPr/>
            </p:nvSpPr>
            <p:spPr>
              <a:xfrm>
                <a:off x="457791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g2276">
                <a:extLst>
                  <a:ext uri="{FF2B5EF4-FFF2-40B4-BE49-F238E27FC236}">
                    <a16:creationId xmlns:a16="http://schemas.microsoft.com/office/drawing/2014/main" id="{C0AD5FB9-CF12-A1A9-EDD8-CB7019E41CFB}"/>
                  </a:ext>
                </a:extLst>
              </p:cNvPr>
              <p:cNvSpPr/>
              <p:nvPr/>
            </p:nvSpPr>
            <p:spPr>
              <a:xfrm>
                <a:off x="458955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g2277">
                <a:extLst>
                  <a:ext uri="{FF2B5EF4-FFF2-40B4-BE49-F238E27FC236}">
                    <a16:creationId xmlns:a16="http://schemas.microsoft.com/office/drawing/2014/main" id="{6D89D2EC-A690-C870-E6AF-068B710A8428}"/>
                  </a:ext>
                </a:extLst>
              </p:cNvPr>
              <p:cNvSpPr/>
              <p:nvPr/>
            </p:nvSpPr>
            <p:spPr>
              <a:xfrm>
                <a:off x="362365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g2278">
                <a:extLst>
                  <a:ext uri="{FF2B5EF4-FFF2-40B4-BE49-F238E27FC236}">
                    <a16:creationId xmlns:a16="http://schemas.microsoft.com/office/drawing/2014/main" id="{E4E12D46-52B8-E85E-B7F0-008EB72BE3F3}"/>
                  </a:ext>
                </a:extLst>
              </p:cNvPr>
              <p:cNvSpPr/>
              <p:nvPr/>
            </p:nvSpPr>
            <p:spPr>
              <a:xfrm>
                <a:off x="363529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g2279">
                <a:extLst>
                  <a:ext uri="{FF2B5EF4-FFF2-40B4-BE49-F238E27FC236}">
                    <a16:creationId xmlns:a16="http://schemas.microsoft.com/office/drawing/2014/main" id="{817E36BF-B93F-8B34-5DB1-C9EB98C889E9}"/>
                  </a:ext>
                </a:extLst>
              </p:cNvPr>
              <p:cNvSpPr/>
              <p:nvPr/>
            </p:nvSpPr>
            <p:spPr>
              <a:xfrm>
                <a:off x="364692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g2280">
                <a:extLst>
                  <a:ext uri="{FF2B5EF4-FFF2-40B4-BE49-F238E27FC236}">
                    <a16:creationId xmlns:a16="http://schemas.microsoft.com/office/drawing/2014/main" id="{956F8750-80DF-3061-9A78-CDC9E39081C2}"/>
                  </a:ext>
                </a:extLst>
              </p:cNvPr>
              <p:cNvSpPr/>
              <p:nvPr/>
            </p:nvSpPr>
            <p:spPr>
              <a:xfrm>
                <a:off x="365856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g2281">
                <a:extLst>
                  <a:ext uri="{FF2B5EF4-FFF2-40B4-BE49-F238E27FC236}">
                    <a16:creationId xmlns:a16="http://schemas.microsoft.com/office/drawing/2014/main" id="{2DEE3623-F1CC-1563-324C-31B30AE2B918}"/>
                  </a:ext>
                </a:extLst>
              </p:cNvPr>
              <p:cNvSpPr/>
              <p:nvPr/>
            </p:nvSpPr>
            <p:spPr>
              <a:xfrm>
                <a:off x="367020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g2282">
                <a:extLst>
                  <a:ext uri="{FF2B5EF4-FFF2-40B4-BE49-F238E27FC236}">
                    <a16:creationId xmlns:a16="http://schemas.microsoft.com/office/drawing/2014/main" id="{202C649E-B745-8ECE-9529-5FDAC8A67F31}"/>
                  </a:ext>
                </a:extLst>
              </p:cNvPr>
              <p:cNvSpPr/>
              <p:nvPr/>
            </p:nvSpPr>
            <p:spPr>
              <a:xfrm>
                <a:off x="372839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g2283">
                <a:extLst>
                  <a:ext uri="{FF2B5EF4-FFF2-40B4-BE49-F238E27FC236}">
                    <a16:creationId xmlns:a16="http://schemas.microsoft.com/office/drawing/2014/main" id="{7D71610B-C893-F0E2-72FB-8A202628605F}"/>
                  </a:ext>
                </a:extLst>
              </p:cNvPr>
              <p:cNvSpPr/>
              <p:nvPr/>
            </p:nvSpPr>
            <p:spPr>
              <a:xfrm>
                <a:off x="374002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g2284">
                <a:extLst>
                  <a:ext uri="{FF2B5EF4-FFF2-40B4-BE49-F238E27FC236}">
                    <a16:creationId xmlns:a16="http://schemas.microsoft.com/office/drawing/2014/main" id="{8BFF7825-7C9E-AF3F-E2A5-914BA4C4312F}"/>
                  </a:ext>
                </a:extLst>
              </p:cNvPr>
              <p:cNvSpPr/>
              <p:nvPr/>
            </p:nvSpPr>
            <p:spPr>
              <a:xfrm>
                <a:off x="375166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g2285">
                <a:extLst>
                  <a:ext uri="{FF2B5EF4-FFF2-40B4-BE49-F238E27FC236}">
                    <a16:creationId xmlns:a16="http://schemas.microsoft.com/office/drawing/2014/main" id="{1900909D-D8FF-5898-48BD-33133B746C71}"/>
                  </a:ext>
                </a:extLst>
              </p:cNvPr>
              <p:cNvSpPr/>
              <p:nvPr/>
            </p:nvSpPr>
            <p:spPr>
              <a:xfrm>
                <a:off x="376330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g2286">
                <a:extLst>
                  <a:ext uri="{FF2B5EF4-FFF2-40B4-BE49-F238E27FC236}">
                    <a16:creationId xmlns:a16="http://schemas.microsoft.com/office/drawing/2014/main" id="{9965D126-1FCE-2412-1060-CD91DF027CB1}"/>
                  </a:ext>
                </a:extLst>
              </p:cNvPr>
              <p:cNvSpPr/>
              <p:nvPr/>
            </p:nvSpPr>
            <p:spPr>
              <a:xfrm>
                <a:off x="377493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g2287">
                <a:extLst>
                  <a:ext uri="{FF2B5EF4-FFF2-40B4-BE49-F238E27FC236}">
                    <a16:creationId xmlns:a16="http://schemas.microsoft.com/office/drawing/2014/main" id="{60DBE7AF-2D14-647B-6DA0-DA6EFA23CAAB}"/>
                  </a:ext>
                </a:extLst>
              </p:cNvPr>
              <p:cNvSpPr/>
              <p:nvPr/>
            </p:nvSpPr>
            <p:spPr>
              <a:xfrm>
                <a:off x="378657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g2288">
                <a:extLst>
                  <a:ext uri="{FF2B5EF4-FFF2-40B4-BE49-F238E27FC236}">
                    <a16:creationId xmlns:a16="http://schemas.microsoft.com/office/drawing/2014/main" id="{68AE86DD-737F-5C77-EF2F-F1241A47685D}"/>
                  </a:ext>
                </a:extLst>
              </p:cNvPr>
              <p:cNvSpPr/>
              <p:nvPr/>
            </p:nvSpPr>
            <p:spPr>
              <a:xfrm>
                <a:off x="379821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g2289">
                <a:extLst>
                  <a:ext uri="{FF2B5EF4-FFF2-40B4-BE49-F238E27FC236}">
                    <a16:creationId xmlns:a16="http://schemas.microsoft.com/office/drawing/2014/main" id="{8C13F329-9153-3D41-5AB2-E76542D474F3}"/>
                  </a:ext>
                </a:extLst>
              </p:cNvPr>
              <p:cNvSpPr/>
              <p:nvPr/>
            </p:nvSpPr>
            <p:spPr>
              <a:xfrm>
                <a:off x="380985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g2290">
                <a:extLst>
                  <a:ext uri="{FF2B5EF4-FFF2-40B4-BE49-F238E27FC236}">
                    <a16:creationId xmlns:a16="http://schemas.microsoft.com/office/drawing/2014/main" id="{C1CF8050-CA75-2F66-8881-6AF0A4C5F6D1}"/>
                  </a:ext>
                </a:extLst>
              </p:cNvPr>
              <p:cNvSpPr/>
              <p:nvPr/>
            </p:nvSpPr>
            <p:spPr>
              <a:xfrm>
                <a:off x="382148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g2291">
                <a:extLst>
                  <a:ext uri="{FF2B5EF4-FFF2-40B4-BE49-F238E27FC236}">
                    <a16:creationId xmlns:a16="http://schemas.microsoft.com/office/drawing/2014/main" id="{C060502A-6274-C8C5-6BDF-8B6D8A9AC2F9}"/>
                  </a:ext>
                </a:extLst>
              </p:cNvPr>
              <p:cNvSpPr/>
              <p:nvPr/>
            </p:nvSpPr>
            <p:spPr>
              <a:xfrm>
                <a:off x="383312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g2292">
                <a:extLst>
                  <a:ext uri="{FF2B5EF4-FFF2-40B4-BE49-F238E27FC236}">
                    <a16:creationId xmlns:a16="http://schemas.microsoft.com/office/drawing/2014/main" id="{65A12B74-3169-7F1E-F041-D8C1DF1624F3}"/>
                  </a:ext>
                </a:extLst>
              </p:cNvPr>
              <p:cNvSpPr/>
              <p:nvPr/>
            </p:nvSpPr>
            <p:spPr>
              <a:xfrm>
                <a:off x="384476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g2293">
                <a:extLst>
                  <a:ext uri="{FF2B5EF4-FFF2-40B4-BE49-F238E27FC236}">
                    <a16:creationId xmlns:a16="http://schemas.microsoft.com/office/drawing/2014/main" id="{6CB400CE-E4A7-5958-9FD0-A6D2025DB019}"/>
                  </a:ext>
                </a:extLst>
              </p:cNvPr>
              <p:cNvSpPr/>
              <p:nvPr/>
            </p:nvSpPr>
            <p:spPr>
              <a:xfrm>
                <a:off x="385640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g2294">
                <a:extLst>
                  <a:ext uri="{FF2B5EF4-FFF2-40B4-BE49-F238E27FC236}">
                    <a16:creationId xmlns:a16="http://schemas.microsoft.com/office/drawing/2014/main" id="{9B9DF830-9FBC-6281-977F-CD7EAB930DD7}"/>
                  </a:ext>
                </a:extLst>
              </p:cNvPr>
              <p:cNvSpPr/>
              <p:nvPr/>
            </p:nvSpPr>
            <p:spPr>
              <a:xfrm>
                <a:off x="386803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g2295">
                <a:extLst>
                  <a:ext uri="{FF2B5EF4-FFF2-40B4-BE49-F238E27FC236}">
                    <a16:creationId xmlns:a16="http://schemas.microsoft.com/office/drawing/2014/main" id="{B64264DA-C5DD-C754-466B-993959DAA9F4}"/>
                  </a:ext>
                </a:extLst>
              </p:cNvPr>
              <p:cNvSpPr/>
              <p:nvPr/>
            </p:nvSpPr>
            <p:spPr>
              <a:xfrm>
                <a:off x="387967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g2296">
                <a:extLst>
                  <a:ext uri="{FF2B5EF4-FFF2-40B4-BE49-F238E27FC236}">
                    <a16:creationId xmlns:a16="http://schemas.microsoft.com/office/drawing/2014/main" id="{CEF63B28-2E23-B7CF-37D4-5619483B0239}"/>
                  </a:ext>
                </a:extLst>
              </p:cNvPr>
              <p:cNvSpPr/>
              <p:nvPr/>
            </p:nvSpPr>
            <p:spPr>
              <a:xfrm>
                <a:off x="389131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g2297">
                <a:extLst>
                  <a:ext uri="{FF2B5EF4-FFF2-40B4-BE49-F238E27FC236}">
                    <a16:creationId xmlns:a16="http://schemas.microsoft.com/office/drawing/2014/main" id="{EE1C69AC-577E-E13C-A00B-E06EDD43A81B}"/>
                  </a:ext>
                </a:extLst>
              </p:cNvPr>
              <p:cNvSpPr/>
              <p:nvPr/>
            </p:nvSpPr>
            <p:spPr>
              <a:xfrm>
                <a:off x="390295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g2298">
                <a:extLst>
                  <a:ext uri="{FF2B5EF4-FFF2-40B4-BE49-F238E27FC236}">
                    <a16:creationId xmlns:a16="http://schemas.microsoft.com/office/drawing/2014/main" id="{B151E4D7-43BA-4E14-C303-818BE130B53E}"/>
                  </a:ext>
                </a:extLst>
              </p:cNvPr>
              <p:cNvSpPr/>
              <p:nvPr/>
            </p:nvSpPr>
            <p:spPr>
              <a:xfrm>
                <a:off x="391458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g2299">
                <a:extLst>
                  <a:ext uri="{FF2B5EF4-FFF2-40B4-BE49-F238E27FC236}">
                    <a16:creationId xmlns:a16="http://schemas.microsoft.com/office/drawing/2014/main" id="{CCDAB402-873D-0CED-4C77-2483744B31CF}"/>
                  </a:ext>
                </a:extLst>
              </p:cNvPr>
              <p:cNvSpPr/>
              <p:nvPr/>
            </p:nvSpPr>
            <p:spPr>
              <a:xfrm>
                <a:off x="392622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g2300">
                <a:extLst>
                  <a:ext uri="{FF2B5EF4-FFF2-40B4-BE49-F238E27FC236}">
                    <a16:creationId xmlns:a16="http://schemas.microsoft.com/office/drawing/2014/main" id="{D49233F3-4BD9-8136-ED24-3A7498641DE9}"/>
                  </a:ext>
                </a:extLst>
              </p:cNvPr>
              <p:cNvSpPr/>
              <p:nvPr/>
            </p:nvSpPr>
            <p:spPr>
              <a:xfrm>
                <a:off x="393786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g2301">
                <a:extLst>
                  <a:ext uri="{FF2B5EF4-FFF2-40B4-BE49-F238E27FC236}">
                    <a16:creationId xmlns:a16="http://schemas.microsoft.com/office/drawing/2014/main" id="{2557E445-6B36-C21C-6270-B4A5FA82ADB1}"/>
                  </a:ext>
                </a:extLst>
              </p:cNvPr>
              <p:cNvSpPr/>
              <p:nvPr/>
            </p:nvSpPr>
            <p:spPr>
              <a:xfrm>
                <a:off x="394949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g2302">
                <a:extLst>
                  <a:ext uri="{FF2B5EF4-FFF2-40B4-BE49-F238E27FC236}">
                    <a16:creationId xmlns:a16="http://schemas.microsoft.com/office/drawing/2014/main" id="{7D89FA0A-5868-196C-2D23-39D160E2EDFD}"/>
                  </a:ext>
                </a:extLst>
              </p:cNvPr>
              <p:cNvSpPr/>
              <p:nvPr/>
            </p:nvSpPr>
            <p:spPr>
              <a:xfrm>
                <a:off x="396113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g2303">
                <a:extLst>
                  <a:ext uri="{FF2B5EF4-FFF2-40B4-BE49-F238E27FC236}">
                    <a16:creationId xmlns:a16="http://schemas.microsoft.com/office/drawing/2014/main" id="{B0E0500C-5BEB-74D3-D616-A118906E47C7}"/>
                  </a:ext>
                </a:extLst>
              </p:cNvPr>
              <p:cNvSpPr/>
              <p:nvPr/>
            </p:nvSpPr>
            <p:spPr>
              <a:xfrm>
                <a:off x="397277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g2304">
                <a:extLst>
                  <a:ext uri="{FF2B5EF4-FFF2-40B4-BE49-F238E27FC236}">
                    <a16:creationId xmlns:a16="http://schemas.microsoft.com/office/drawing/2014/main" id="{89777FDB-9909-597D-FF3D-2FD21374021D}"/>
                  </a:ext>
                </a:extLst>
              </p:cNvPr>
              <p:cNvSpPr/>
              <p:nvPr/>
            </p:nvSpPr>
            <p:spPr>
              <a:xfrm>
                <a:off x="398441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g2305">
                <a:extLst>
                  <a:ext uri="{FF2B5EF4-FFF2-40B4-BE49-F238E27FC236}">
                    <a16:creationId xmlns:a16="http://schemas.microsoft.com/office/drawing/2014/main" id="{59D11EE3-F31C-D918-C5CF-5AED2EE46DBA}"/>
                  </a:ext>
                </a:extLst>
              </p:cNvPr>
              <p:cNvSpPr/>
              <p:nvPr/>
            </p:nvSpPr>
            <p:spPr>
              <a:xfrm>
                <a:off x="399604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g2306">
                <a:extLst>
                  <a:ext uri="{FF2B5EF4-FFF2-40B4-BE49-F238E27FC236}">
                    <a16:creationId xmlns:a16="http://schemas.microsoft.com/office/drawing/2014/main" id="{08ABCBE2-8A0E-50FD-C2E3-069E75B817F1}"/>
                  </a:ext>
                </a:extLst>
              </p:cNvPr>
              <p:cNvSpPr/>
              <p:nvPr/>
            </p:nvSpPr>
            <p:spPr>
              <a:xfrm>
                <a:off x="400768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g2307">
                <a:extLst>
                  <a:ext uri="{FF2B5EF4-FFF2-40B4-BE49-F238E27FC236}">
                    <a16:creationId xmlns:a16="http://schemas.microsoft.com/office/drawing/2014/main" id="{1820FBF7-1B8C-6B38-15A6-20D5F0D657EA}"/>
                  </a:ext>
                </a:extLst>
              </p:cNvPr>
              <p:cNvSpPr/>
              <p:nvPr/>
            </p:nvSpPr>
            <p:spPr>
              <a:xfrm>
                <a:off x="401932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g2308">
                <a:extLst>
                  <a:ext uri="{FF2B5EF4-FFF2-40B4-BE49-F238E27FC236}">
                    <a16:creationId xmlns:a16="http://schemas.microsoft.com/office/drawing/2014/main" id="{4BD82DE0-55B0-F144-4F50-623239332D13}"/>
                  </a:ext>
                </a:extLst>
              </p:cNvPr>
              <p:cNvSpPr/>
              <p:nvPr/>
            </p:nvSpPr>
            <p:spPr>
              <a:xfrm>
                <a:off x="403096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g2309">
                <a:extLst>
                  <a:ext uri="{FF2B5EF4-FFF2-40B4-BE49-F238E27FC236}">
                    <a16:creationId xmlns:a16="http://schemas.microsoft.com/office/drawing/2014/main" id="{ABC76966-2FF5-BA7B-E723-991A39BCC825}"/>
                  </a:ext>
                </a:extLst>
              </p:cNvPr>
              <p:cNvSpPr/>
              <p:nvPr/>
            </p:nvSpPr>
            <p:spPr>
              <a:xfrm>
                <a:off x="404259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g2310">
                <a:extLst>
                  <a:ext uri="{FF2B5EF4-FFF2-40B4-BE49-F238E27FC236}">
                    <a16:creationId xmlns:a16="http://schemas.microsoft.com/office/drawing/2014/main" id="{35D31AD5-6D4C-E60F-4D1A-73D338C29128}"/>
                  </a:ext>
                </a:extLst>
              </p:cNvPr>
              <p:cNvSpPr/>
              <p:nvPr/>
            </p:nvSpPr>
            <p:spPr>
              <a:xfrm>
                <a:off x="405423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g2311">
                <a:extLst>
                  <a:ext uri="{FF2B5EF4-FFF2-40B4-BE49-F238E27FC236}">
                    <a16:creationId xmlns:a16="http://schemas.microsoft.com/office/drawing/2014/main" id="{C6F8B48F-9508-0017-BCC6-B96E053021EC}"/>
                  </a:ext>
                </a:extLst>
              </p:cNvPr>
              <p:cNvSpPr/>
              <p:nvPr/>
            </p:nvSpPr>
            <p:spPr>
              <a:xfrm>
                <a:off x="406587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g2312">
                <a:extLst>
                  <a:ext uri="{FF2B5EF4-FFF2-40B4-BE49-F238E27FC236}">
                    <a16:creationId xmlns:a16="http://schemas.microsoft.com/office/drawing/2014/main" id="{5A937CA6-E6E5-FA9E-343D-D945CF252192}"/>
                  </a:ext>
                </a:extLst>
              </p:cNvPr>
              <p:cNvSpPr/>
              <p:nvPr/>
            </p:nvSpPr>
            <p:spPr>
              <a:xfrm>
                <a:off x="407751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g2313">
                <a:extLst>
                  <a:ext uri="{FF2B5EF4-FFF2-40B4-BE49-F238E27FC236}">
                    <a16:creationId xmlns:a16="http://schemas.microsoft.com/office/drawing/2014/main" id="{B0B5B900-A75A-6D8D-C61D-687170957D62}"/>
                  </a:ext>
                </a:extLst>
              </p:cNvPr>
              <p:cNvSpPr/>
              <p:nvPr/>
            </p:nvSpPr>
            <p:spPr>
              <a:xfrm>
                <a:off x="408914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g2314">
                <a:extLst>
                  <a:ext uri="{FF2B5EF4-FFF2-40B4-BE49-F238E27FC236}">
                    <a16:creationId xmlns:a16="http://schemas.microsoft.com/office/drawing/2014/main" id="{1420CF4B-F815-F814-0EF8-FF39A30416B3}"/>
                  </a:ext>
                </a:extLst>
              </p:cNvPr>
              <p:cNvSpPr/>
              <p:nvPr/>
            </p:nvSpPr>
            <p:spPr>
              <a:xfrm>
                <a:off x="412405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g2315">
                <a:extLst>
                  <a:ext uri="{FF2B5EF4-FFF2-40B4-BE49-F238E27FC236}">
                    <a16:creationId xmlns:a16="http://schemas.microsoft.com/office/drawing/2014/main" id="{CBDBE16D-5C73-2864-55F3-672E46CF808E}"/>
                  </a:ext>
                </a:extLst>
              </p:cNvPr>
              <p:cNvSpPr/>
              <p:nvPr/>
            </p:nvSpPr>
            <p:spPr>
              <a:xfrm>
                <a:off x="454300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g2316">
                <a:extLst>
                  <a:ext uri="{FF2B5EF4-FFF2-40B4-BE49-F238E27FC236}">
                    <a16:creationId xmlns:a16="http://schemas.microsoft.com/office/drawing/2014/main" id="{0256EB03-104E-D892-FBDD-64771534A321}"/>
                  </a:ext>
                </a:extLst>
              </p:cNvPr>
              <p:cNvSpPr/>
              <p:nvPr/>
            </p:nvSpPr>
            <p:spPr>
              <a:xfrm>
                <a:off x="455464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g2317">
                <a:extLst>
                  <a:ext uri="{FF2B5EF4-FFF2-40B4-BE49-F238E27FC236}">
                    <a16:creationId xmlns:a16="http://schemas.microsoft.com/office/drawing/2014/main" id="{2945CCBB-6E33-B84D-5632-C1278A28162C}"/>
                  </a:ext>
                </a:extLst>
              </p:cNvPr>
              <p:cNvSpPr/>
              <p:nvPr/>
            </p:nvSpPr>
            <p:spPr>
              <a:xfrm>
                <a:off x="456627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g2318">
                <a:extLst>
                  <a:ext uri="{FF2B5EF4-FFF2-40B4-BE49-F238E27FC236}">
                    <a16:creationId xmlns:a16="http://schemas.microsoft.com/office/drawing/2014/main" id="{509DA7F7-D17D-C3A3-8384-A9B64455BD3A}"/>
                  </a:ext>
                </a:extLst>
              </p:cNvPr>
              <p:cNvSpPr/>
              <p:nvPr/>
            </p:nvSpPr>
            <p:spPr>
              <a:xfrm>
                <a:off x="457791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g2319">
                <a:extLst>
                  <a:ext uri="{FF2B5EF4-FFF2-40B4-BE49-F238E27FC236}">
                    <a16:creationId xmlns:a16="http://schemas.microsoft.com/office/drawing/2014/main" id="{C7817DEB-87BA-D65A-9DE5-874544A46B14}"/>
                  </a:ext>
                </a:extLst>
              </p:cNvPr>
              <p:cNvSpPr/>
              <p:nvPr/>
            </p:nvSpPr>
            <p:spPr>
              <a:xfrm>
                <a:off x="458955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g2320">
                <a:extLst>
                  <a:ext uri="{FF2B5EF4-FFF2-40B4-BE49-F238E27FC236}">
                    <a16:creationId xmlns:a16="http://schemas.microsoft.com/office/drawing/2014/main" id="{602E9DD1-F5C5-9BC7-53C1-9782800713C6}"/>
                  </a:ext>
                </a:extLst>
              </p:cNvPr>
              <p:cNvSpPr/>
              <p:nvPr/>
            </p:nvSpPr>
            <p:spPr>
              <a:xfrm>
                <a:off x="361201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g2321">
                <a:extLst>
                  <a:ext uri="{FF2B5EF4-FFF2-40B4-BE49-F238E27FC236}">
                    <a16:creationId xmlns:a16="http://schemas.microsoft.com/office/drawing/2014/main" id="{24E2D2E5-9916-A145-C6B1-A5DDF62129FA}"/>
                  </a:ext>
                </a:extLst>
              </p:cNvPr>
              <p:cNvSpPr/>
              <p:nvPr/>
            </p:nvSpPr>
            <p:spPr>
              <a:xfrm>
                <a:off x="362365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g2322">
                <a:extLst>
                  <a:ext uri="{FF2B5EF4-FFF2-40B4-BE49-F238E27FC236}">
                    <a16:creationId xmlns:a16="http://schemas.microsoft.com/office/drawing/2014/main" id="{84B5C81D-E385-E41A-A65B-7A214072A2A8}"/>
                  </a:ext>
                </a:extLst>
              </p:cNvPr>
              <p:cNvSpPr/>
              <p:nvPr/>
            </p:nvSpPr>
            <p:spPr>
              <a:xfrm>
                <a:off x="363529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g2323">
                <a:extLst>
                  <a:ext uri="{FF2B5EF4-FFF2-40B4-BE49-F238E27FC236}">
                    <a16:creationId xmlns:a16="http://schemas.microsoft.com/office/drawing/2014/main" id="{7A91D158-3730-D0EF-04E1-C270124B668A}"/>
                  </a:ext>
                </a:extLst>
              </p:cNvPr>
              <p:cNvSpPr/>
              <p:nvPr/>
            </p:nvSpPr>
            <p:spPr>
              <a:xfrm>
                <a:off x="364692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g2324">
                <a:extLst>
                  <a:ext uri="{FF2B5EF4-FFF2-40B4-BE49-F238E27FC236}">
                    <a16:creationId xmlns:a16="http://schemas.microsoft.com/office/drawing/2014/main" id="{2D9CDE03-DD05-C72C-8BE4-5EAFEB562074}"/>
                  </a:ext>
                </a:extLst>
              </p:cNvPr>
              <p:cNvSpPr/>
              <p:nvPr/>
            </p:nvSpPr>
            <p:spPr>
              <a:xfrm>
                <a:off x="365856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7">
                  <a:alpha val="100000"/>
                </a:srgbClr>
              </a:solidFill>
              <a:ln w="5420" cap="flat">
                <a:solidFill>
                  <a:srgbClr val="3B4F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g2325">
                <a:extLst>
                  <a:ext uri="{FF2B5EF4-FFF2-40B4-BE49-F238E27FC236}">
                    <a16:creationId xmlns:a16="http://schemas.microsoft.com/office/drawing/2014/main" id="{2B22238D-1C0D-9B89-0F65-0C86F88146A4}"/>
                  </a:ext>
                </a:extLst>
              </p:cNvPr>
              <p:cNvSpPr/>
              <p:nvPr/>
            </p:nvSpPr>
            <p:spPr>
              <a:xfrm>
                <a:off x="367020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g2326">
                <a:extLst>
                  <a:ext uri="{FF2B5EF4-FFF2-40B4-BE49-F238E27FC236}">
                    <a16:creationId xmlns:a16="http://schemas.microsoft.com/office/drawing/2014/main" id="{B610C4A6-CABD-FEA8-C674-8CE3E725BE1E}"/>
                  </a:ext>
                </a:extLst>
              </p:cNvPr>
              <p:cNvSpPr/>
              <p:nvPr/>
            </p:nvSpPr>
            <p:spPr>
              <a:xfrm>
                <a:off x="368184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g2327">
                <a:extLst>
                  <a:ext uri="{FF2B5EF4-FFF2-40B4-BE49-F238E27FC236}">
                    <a16:creationId xmlns:a16="http://schemas.microsoft.com/office/drawing/2014/main" id="{A097FCF2-E3E5-0F99-C307-AF029E48CCA1}"/>
                  </a:ext>
                </a:extLst>
              </p:cNvPr>
              <p:cNvSpPr/>
              <p:nvPr/>
            </p:nvSpPr>
            <p:spPr>
              <a:xfrm>
                <a:off x="369347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E">
                  <a:alpha val="100000"/>
                </a:srgbClr>
              </a:solidFill>
              <a:ln w="5420" cap="flat">
                <a:solidFill>
                  <a:srgbClr val="3B54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g2328">
                <a:extLst>
                  <a:ext uri="{FF2B5EF4-FFF2-40B4-BE49-F238E27FC236}">
                    <a16:creationId xmlns:a16="http://schemas.microsoft.com/office/drawing/2014/main" id="{306AD5E4-1B8D-FDFF-2C47-9ABE22D0C002}"/>
                  </a:ext>
                </a:extLst>
              </p:cNvPr>
              <p:cNvSpPr/>
              <p:nvPr/>
            </p:nvSpPr>
            <p:spPr>
              <a:xfrm>
                <a:off x="370511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g2329">
                <a:extLst>
                  <a:ext uri="{FF2B5EF4-FFF2-40B4-BE49-F238E27FC236}">
                    <a16:creationId xmlns:a16="http://schemas.microsoft.com/office/drawing/2014/main" id="{D41791F4-AF94-CD30-22AC-28D9D5128F75}"/>
                  </a:ext>
                </a:extLst>
              </p:cNvPr>
              <p:cNvSpPr/>
              <p:nvPr/>
            </p:nvSpPr>
            <p:spPr>
              <a:xfrm>
                <a:off x="371675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g2330">
                <a:extLst>
                  <a:ext uri="{FF2B5EF4-FFF2-40B4-BE49-F238E27FC236}">
                    <a16:creationId xmlns:a16="http://schemas.microsoft.com/office/drawing/2014/main" id="{F0650080-35CF-7CFC-49BB-1BAF666A9495}"/>
                  </a:ext>
                </a:extLst>
              </p:cNvPr>
              <p:cNvSpPr/>
              <p:nvPr/>
            </p:nvSpPr>
            <p:spPr>
              <a:xfrm>
                <a:off x="372839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g2331">
                <a:extLst>
                  <a:ext uri="{FF2B5EF4-FFF2-40B4-BE49-F238E27FC236}">
                    <a16:creationId xmlns:a16="http://schemas.microsoft.com/office/drawing/2014/main" id="{5ED606C6-7EE3-1425-48D5-6882EFE750CA}"/>
                  </a:ext>
                </a:extLst>
              </p:cNvPr>
              <p:cNvSpPr/>
              <p:nvPr/>
            </p:nvSpPr>
            <p:spPr>
              <a:xfrm>
                <a:off x="374002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g2332">
                <a:extLst>
                  <a:ext uri="{FF2B5EF4-FFF2-40B4-BE49-F238E27FC236}">
                    <a16:creationId xmlns:a16="http://schemas.microsoft.com/office/drawing/2014/main" id="{2AB7502B-9026-67A2-33FF-E1F9782D0258}"/>
                  </a:ext>
                </a:extLst>
              </p:cNvPr>
              <p:cNvSpPr/>
              <p:nvPr/>
            </p:nvSpPr>
            <p:spPr>
              <a:xfrm>
                <a:off x="375166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g2333">
                <a:extLst>
                  <a:ext uri="{FF2B5EF4-FFF2-40B4-BE49-F238E27FC236}">
                    <a16:creationId xmlns:a16="http://schemas.microsoft.com/office/drawing/2014/main" id="{6883D126-9450-6A83-37C2-5E5D6182251A}"/>
                  </a:ext>
                </a:extLst>
              </p:cNvPr>
              <p:cNvSpPr/>
              <p:nvPr/>
            </p:nvSpPr>
            <p:spPr>
              <a:xfrm>
                <a:off x="376330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g2334">
                <a:extLst>
                  <a:ext uri="{FF2B5EF4-FFF2-40B4-BE49-F238E27FC236}">
                    <a16:creationId xmlns:a16="http://schemas.microsoft.com/office/drawing/2014/main" id="{83E7626A-0F97-00C5-8B3F-0606056144DB}"/>
                  </a:ext>
                </a:extLst>
              </p:cNvPr>
              <p:cNvSpPr/>
              <p:nvPr/>
            </p:nvSpPr>
            <p:spPr>
              <a:xfrm>
                <a:off x="377493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g2335">
                <a:extLst>
                  <a:ext uri="{FF2B5EF4-FFF2-40B4-BE49-F238E27FC236}">
                    <a16:creationId xmlns:a16="http://schemas.microsoft.com/office/drawing/2014/main" id="{CFE076AF-328E-91BE-57DB-B07ADF1E3D74}"/>
                  </a:ext>
                </a:extLst>
              </p:cNvPr>
              <p:cNvSpPr/>
              <p:nvPr/>
            </p:nvSpPr>
            <p:spPr>
              <a:xfrm>
                <a:off x="378657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g2336">
                <a:extLst>
                  <a:ext uri="{FF2B5EF4-FFF2-40B4-BE49-F238E27FC236}">
                    <a16:creationId xmlns:a16="http://schemas.microsoft.com/office/drawing/2014/main" id="{86BB2057-F38C-FBC0-CA7D-83878035C621}"/>
                  </a:ext>
                </a:extLst>
              </p:cNvPr>
              <p:cNvSpPr/>
              <p:nvPr/>
            </p:nvSpPr>
            <p:spPr>
              <a:xfrm>
                <a:off x="379821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g2337">
                <a:extLst>
                  <a:ext uri="{FF2B5EF4-FFF2-40B4-BE49-F238E27FC236}">
                    <a16:creationId xmlns:a16="http://schemas.microsoft.com/office/drawing/2014/main" id="{264DC54F-3146-6364-2E78-0853F69A205E}"/>
                  </a:ext>
                </a:extLst>
              </p:cNvPr>
              <p:cNvSpPr/>
              <p:nvPr/>
            </p:nvSpPr>
            <p:spPr>
              <a:xfrm>
                <a:off x="380985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g2338">
                <a:extLst>
                  <a:ext uri="{FF2B5EF4-FFF2-40B4-BE49-F238E27FC236}">
                    <a16:creationId xmlns:a16="http://schemas.microsoft.com/office/drawing/2014/main" id="{92F3FC77-5FA8-E0CD-50CB-B14321527F98}"/>
                  </a:ext>
                </a:extLst>
              </p:cNvPr>
              <p:cNvSpPr/>
              <p:nvPr/>
            </p:nvSpPr>
            <p:spPr>
              <a:xfrm>
                <a:off x="382148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g2339">
                <a:extLst>
                  <a:ext uri="{FF2B5EF4-FFF2-40B4-BE49-F238E27FC236}">
                    <a16:creationId xmlns:a16="http://schemas.microsoft.com/office/drawing/2014/main" id="{7EB7EB92-64A4-EEE4-F908-EE705440E9C3}"/>
                  </a:ext>
                </a:extLst>
              </p:cNvPr>
              <p:cNvSpPr/>
              <p:nvPr/>
            </p:nvSpPr>
            <p:spPr>
              <a:xfrm>
                <a:off x="383312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g2340">
                <a:extLst>
                  <a:ext uri="{FF2B5EF4-FFF2-40B4-BE49-F238E27FC236}">
                    <a16:creationId xmlns:a16="http://schemas.microsoft.com/office/drawing/2014/main" id="{446BC142-ED4E-E74C-6D80-7E85A1BB24BA}"/>
                  </a:ext>
                </a:extLst>
              </p:cNvPr>
              <p:cNvSpPr/>
              <p:nvPr/>
            </p:nvSpPr>
            <p:spPr>
              <a:xfrm>
                <a:off x="384476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g2341">
                <a:extLst>
                  <a:ext uri="{FF2B5EF4-FFF2-40B4-BE49-F238E27FC236}">
                    <a16:creationId xmlns:a16="http://schemas.microsoft.com/office/drawing/2014/main" id="{7D34C437-88AC-630C-F031-49A8256142A3}"/>
                  </a:ext>
                </a:extLst>
              </p:cNvPr>
              <p:cNvSpPr/>
              <p:nvPr/>
            </p:nvSpPr>
            <p:spPr>
              <a:xfrm>
                <a:off x="385640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g2342">
                <a:extLst>
                  <a:ext uri="{FF2B5EF4-FFF2-40B4-BE49-F238E27FC236}">
                    <a16:creationId xmlns:a16="http://schemas.microsoft.com/office/drawing/2014/main" id="{A5337D1E-82E1-A5DB-3D75-4C3155274752}"/>
                  </a:ext>
                </a:extLst>
              </p:cNvPr>
              <p:cNvSpPr/>
              <p:nvPr/>
            </p:nvSpPr>
            <p:spPr>
              <a:xfrm>
                <a:off x="386803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g2343">
                <a:extLst>
                  <a:ext uri="{FF2B5EF4-FFF2-40B4-BE49-F238E27FC236}">
                    <a16:creationId xmlns:a16="http://schemas.microsoft.com/office/drawing/2014/main" id="{2D916974-375C-D9CC-F7D0-CFA9CFCE2807}"/>
                  </a:ext>
                </a:extLst>
              </p:cNvPr>
              <p:cNvSpPr/>
              <p:nvPr/>
            </p:nvSpPr>
            <p:spPr>
              <a:xfrm>
                <a:off x="387967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g2344">
                <a:extLst>
                  <a:ext uri="{FF2B5EF4-FFF2-40B4-BE49-F238E27FC236}">
                    <a16:creationId xmlns:a16="http://schemas.microsoft.com/office/drawing/2014/main" id="{ECC704E9-9CF3-62B1-417F-5B698C1A8E15}"/>
                  </a:ext>
                </a:extLst>
              </p:cNvPr>
              <p:cNvSpPr/>
              <p:nvPr/>
            </p:nvSpPr>
            <p:spPr>
              <a:xfrm>
                <a:off x="389131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g2345">
                <a:extLst>
                  <a:ext uri="{FF2B5EF4-FFF2-40B4-BE49-F238E27FC236}">
                    <a16:creationId xmlns:a16="http://schemas.microsoft.com/office/drawing/2014/main" id="{84F6C25D-6258-8B17-743D-ED049C4D4448}"/>
                  </a:ext>
                </a:extLst>
              </p:cNvPr>
              <p:cNvSpPr/>
              <p:nvPr/>
            </p:nvSpPr>
            <p:spPr>
              <a:xfrm>
                <a:off x="390295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g2346">
                <a:extLst>
                  <a:ext uri="{FF2B5EF4-FFF2-40B4-BE49-F238E27FC236}">
                    <a16:creationId xmlns:a16="http://schemas.microsoft.com/office/drawing/2014/main" id="{16AF5D22-8672-62A1-BC55-B4E5097CA7D8}"/>
                  </a:ext>
                </a:extLst>
              </p:cNvPr>
              <p:cNvSpPr/>
              <p:nvPr/>
            </p:nvSpPr>
            <p:spPr>
              <a:xfrm>
                <a:off x="391458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g2347">
                <a:extLst>
                  <a:ext uri="{FF2B5EF4-FFF2-40B4-BE49-F238E27FC236}">
                    <a16:creationId xmlns:a16="http://schemas.microsoft.com/office/drawing/2014/main" id="{3CC76325-E38B-4852-79CB-28216956A0D6}"/>
                  </a:ext>
                </a:extLst>
              </p:cNvPr>
              <p:cNvSpPr/>
              <p:nvPr/>
            </p:nvSpPr>
            <p:spPr>
              <a:xfrm>
                <a:off x="392622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g2348">
                <a:extLst>
                  <a:ext uri="{FF2B5EF4-FFF2-40B4-BE49-F238E27FC236}">
                    <a16:creationId xmlns:a16="http://schemas.microsoft.com/office/drawing/2014/main" id="{D289881C-73BD-CFA4-F6DF-284C64ECA961}"/>
                  </a:ext>
                </a:extLst>
              </p:cNvPr>
              <p:cNvSpPr/>
              <p:nvPr/>
            </p:nvSpPr>
            <p:spPr>
              <a:xfrm>
                <a:off x="393786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g2349">
                <a:extLst>
                  <a:ext uri="{FF2B5EF4-FFF2-40B4-BE49-F238E27FC236}">
                    <a16:creationId xmlns:a16="http://schemas.microsoft.com/office/drawing/2014/main" id="{3758BEA8-EB5F-3C86-2114-6323C0771F1C}"/>
                  </a:ext>
                </a:extLst>
              </p:cNvPr>
              <p:cNvSpPr/>
              <p:nvPr/>
            </p:nvSpPr>
            <p:spPr>
              <a:xfrm>
                <a:off x="394949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g2350">
                <a:extLst>
                  <a:ext uri="{FF2B5EF4-FFF2-40B4-BE49-F238E27FC236}">
                    <a16:creationId xmlns:a16="http://schemas.microsoft.com/office/drawing/2014/main" id="{3E4D66DD-3BC7-02F5-C70B-D4C55447D92F}"/>
                  </a:ext>
                </a:extLst>
              </p:cNvPr>
              <p:cNvSpPr/>
              <p:nvPr/>
            </p:nvSpPr>
            <p:spPr>
              <a:xfrm>
                <a:off x="396113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g2351">
                <a:extLst>
                  <a:ext uri="{FF2B5EF4-FFF2-40B4-BE49-F238E27FC236}">
                    <a16:creationId xmlns:a16="http://schemas.microsoft.com/office/drawing/2014/main" id="{A0C09DFE-4C5B-8B1A-ADA5-799C14AB2AFE}"/>
                  </a:ext>
                </a:extLst>
              </p:cNvPr>
              <p:cNvSpPr/>
              <p:nvPr/>
            </p:nvSpPr>
            <p:spPr>
              <a:xfrm>
                <a:off x="397277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g2352">
                <a:extLst>
                  <a:ext uri="{FF2B5EF4-FFF2-40B4-BE49-F238E27FC236}">
                    <a16:creationId xmlns:a16="http://schemas.microsoft.com/office/drawing/2014/main" id="{02872A1D-5CD2-5C55-429C-B2E5CD1D9579}"/>
                  </a:ext>
                </a:extLst>
              </p:cNvPr>
              <p:cNvSpPr/>
              <p:nvPr/>
            </p:nvSpPr>
            <p:spPr>
              <a:xfrm>
                <a:off x="398441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g2353">
                <a:extLst>
                  <a:ext uri="{FF2B5EF4-FFF2-40B4-BE49-F238E27FC236}">
                    <a16:creationId xmlns:a16="http://schemas.microsoft.com/office/drawing/2014/main" id="{BA7ECCC2-BF8F-7ADB-6660-8EA4294DF5C2}"/>
                  </a:ext>
                </a:extLst>
              </p:cNvPr>
              <p:cNvSpPr/>
              <p:nvPr/>
            </p:nvSpPr>
            <p:spPr>
              <a:xfrm>
                <a:off x="399604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g2354">
                <a:extLst>
                  <a:ext uri="{FF2B5EF4-FFF2-40B4-BE49-F238E27FC236}">
                    <a16:creationId xmlns:a16="http://schemas.microsoft.com/office/drawing/2014/main" id="{CC70F430-30E8-D481-460F-244CA296E34A}"/>
                  </a:ext>
                </a:extLst>
              </p:cNvPr>
              <p:cNvSpPr/>
              <p:nvPr/>
            </p:nvSpPr>
            <p:spPr>
              <a:xfrm>
                <a:off x="400768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g2355">
                <a:extLst>
                  <a:ext uri="{FF2B5EF4-FFF2-40B4-BE49-F238E27FC236}">
                    <a16:creationId xmlns:a16="http://schemas.microsoft.com/office/drawing/2014/main" id="{E598E5AD-5163-4667-E3D4-0B55ACFC3E7F}"/>
                  </a:ext>
                </a:extLst>
              </p:cNvPr>
              <p:cNvSpPr/>
              <p:nvPr/>
            </p:nvSpPr>
            <p:spPr>
              <a:xfrm>
                <a:off x="401932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g2356">
                <a:extLst>
                  <a:ext uri="{FF2B5EF4-FFF2-40B4-BE49-F238E27FC236}">
                    <a16:creationId xmlns:a16="http://schemas.microsoft.com/office/drawing/2014/main" id="{24E0E513-65C1-F0C6-D95B-537E6D22CCBF}"/>
                  </a:ext>
                </a:extLst>
              </p:cNvPr>
              <p:cNvSpPr/>
              <p:nvPr/>
            </p:nvSpPr>
            <p:spPr>
              <a:xfrm>
                <a:off x="403096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g2357">
                <a:extLst>
                  <a:ext uri="{FF2B5EF4-FFF2-40B4-BE49-F238E27FC236}">
                    <a16:creationId xmlns:a16="http://schemas.microsoft.com/office/drawing/2014/main" id="{A903B658-36B1-6BD3-A10D-F3BB81136B14}"/>
                  </a:ext>
                </a:extLst>
              </p:cNvPr>
              <p:cNvSpPr/>
              <p:nvPr/>
            </p:nvSpPr>
            <p:spPr>
              <a:xfrm>
                <a:off x="404259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g2358">
                <a:extLst>
                  <a:ext uri="{FF2B5EF4-FFF2-40B4-BE49-F238E27FC236}">
                    <a16:creationId xmlns:a16="http://schemas.microsoft.com/office/drawing/2014/main" id="{3D251EB3-4B52-453E-29B3-C43D0A8447F5}"/>
                  </a:ext>
                </a:extLst>
              </p:cNvPr>
              <p:cNvSpPr/>
              <p:nvPr/>
            </p:nvSpPr>
            <p:spPr>
              <a:xfrm>
                <a:off x="405423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g2359">
                <a:extLst>
                  <a:ext uri="{FF2B5EF4-FFF2-40B4-BE49-F238E27FC236}">
                    <a16:creationId xmlns:a16="http://schemas.microsoft.com/office/drawing/2014/main" id="{DA71C03E-F455-BBA0-6DAB-2CA7C2397F3A}"/>
                  </a:ext>
                </a:extLst>
              </p:cNvPr>
              <p:cNvSpPr/>
              <p:nvPr/>
            </p:nvSpPr>
            <p:spPr>
              <a:xfrm>
                <a:off x="406587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g2360">
                <a:extLst>
                  <a:ext uri="{FF2B5EF4-FFF2-40B4-BE49-F238E27FC236}">
                    <a16:creationId xmlns:a16="http://schemas.microsoft.com/office/drawing/2014/main" id="{15E7D2DD-4671-9233-03AB-D98DA4D24CB8}"/>
                  </a:ext>
                </a:extLst>
              </p:cNvPr>
              <p:cNvSpPr/>
              <p:nvPr/>
            </p:nvSpPr>
            <p:spPr>
              <a:xfrm>
                <a:off x="407751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g2361">
                <a:extLst>
                  <a:ext uri="{FF2B5EF4-FFF2-40B4-BE49-F238E27FC236}">
                    <a16:creationId xmlns:a16="http://schemas.microsoft.com/office/drawing/2014/main" id="{155D10F2-E2FD-0F02-EDB5-63F40439D969}"/>
                  </a:ext>
                </a:extLst>
              </p:cNvPr>
              <p:cNvSpPr/>
              <p:nvPr/>
            </p:nvSpPr>
            <p:spPr>
              <a:xfrm>
                <a:off x="408914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g2362">
                <a:extLst>
                  <a:ext uri="{FF2B5EF4-FFF2-40B4-BE49-F238E27FC236}">
                    <a16:creationId xmlns:a16="http://schemas.microsoft.com/office/drawing/2014/main" id="{FFB1DBB4-ECCF-2CDB-28FF-ADF699AF1181}"/>
                  </a:ext>
                </a:extLst>
              </p:cNvPr>
              <p:cNvSpPr/>
              <p:nvPr/>
            </p:nvSpPr>
            <p:spPr>
              <a:xfrm>
                <a:off x="410078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g2363">
                <a:extLst>
                  <a:ext uri="{FF2B5EF4-FFF2-40B4-BE49-F238E27FC236}">
                    <a16:creationId xmlns:a16="http://schemas.microsoft.com/office/drawing/2014/main" id="{019BBAD0-66F0-85A0-AF0E-A998E7C2AB3E}"/>
                  </a:ext>
                </a:extLst>
              </p:cNvPr>
              <p:cNvSpPr/>
              <p:nvPr/>
            </p:nvSpPr>
            <p:spPr>
              <a:xfrm>
                <a:off x="411242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g2364">
                <a:extLst>
                  <a:ext uri="{FF2B5EF4-FFF2-40B4-BE49-F238E27FC236}">
                    <a16:creationId xmlns:a16="http://schemas.microsoft.com/office/drawing/2014/main" id="{F42CB89D-A22D-5F87-4FE8-10325D6AE740}"/>
                  </a:ext>
                </a:extLst>
              </p:cNvPr>
              <p:cNvSpPr/>
              <p:nvPr/>
            </p:nvSpPr>
            <p:spPr>
              <a:xfrm>
                <a:off x="412405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g2365">
                <a:extLst>
                  <a:ext uri="{FF2B5EF4-FFF2-40B4-BE49-F238E27FC236}">
                    <a16:creationId xmlns:a16="http://schemas.microsoft.com/office/drawing/2014/main" id="{6A0B879C-C291-C6F8-9FDA-FDCA1AAA8E2F}"/>
                  </a:ext>
                </a:extLst>
              </p:cNvPr>
              <p:cNvSpPr/>
              <p:nvPr/>
            </p:nvSpPr>
            <p:spPr>
              <a:xfrm>
                <a:off x="413569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g2366">
                <a:extLst>
                  <a:ext uri="{FF2B5EF4-FFF2-40B4-BE49-F238E27FC236}">
                    <a16:creationId xmlns:a16="http://schemas.microsoft.com/office/drawing/2014/main" id="{71DEFDE1-2C5F-CDA8-5014-3FFE2072E1FD}"/>
                  </a:ext>
                </a:extLst>
              </p:cNvPr>
              <p:cNvSpPr/>
              <p:nvPr/>
            </p:nvSpPr>
            <p:spPr>
              <a:xfrm>
                <a:off x="414733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g2367">
                <a:extLst>
                  <a:ext uri="{FF2B5EF4-FFF2-40B4-BE49-F238E27FC236}">
                    <a16:creationId xmlns:a16="http://schemas.microsoft.com/office/drawing/2014/main" id="{295093CD-6E18-3315-2C3D-DCE49DE7A1D7}"/>
                  </a:ext>
                </a:extLst>
              </p:cNvPr>
              <p:cNvSpPr/>
              <p:nvPr/>
            </p:nvSpPr>
            <p:spPr>
              <a:xfrm>
                <a:off x="455464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g2368">
                <a:extLst>
                  <a:ext uri="{FF2B5EF4-FFF2-40B4-BE49-F238E27FC236}">
                    <a16:creationId xmlns:a16="http://schemas.microsoft.com/office/drawing/2014/main" id="{393B92BE-DE2C-4CD4-152F-D08B5509CE4C}"/>
                  </a:ext>
                </a:extLst>
              </p:cNvPr>
              <p:cNvSpPr/>
              <p:nvPr/>
            </p:nvSpPr>
            <p:spPr>
              <a:xfrm>
                <a:off x="456627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g2369">
                <a:extLst>
                  <a:ext uri="{FF2B5EF4-FFF2-40B4-BE49-F238E27FC236}">
                    <a16:creationId xmlns:a16="http://schemas.microsoft.com/office/drawing/2014/main" id="{F9CA0B28-632C-7CCF-A4BD-9D980F9EDBEC}"/>
                  </a:ext>
                </a:extLst>
              </p:cNvPr>
              <p:cNvSpPr/>
              <p:nvPr/>
            </p:nvSpPr>
            <p:spPr>
              <a:xfrm>
                <a:off x="457791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g2370">
                <a:extLst>
                  <a:ext uri="{FF2B5EF4-FFF2-40B4-BE49-F238E27FC236}">
                    <a16:creationId xmlns:a16="http://schemas.microsoft.com/office/drawing/2014/main" id="{718AE855-C151-9667-430B-9A3AFDCC6AC3}"/>
                  </a:ext>
                </a:extLst>
              </p:cNvPr>
              <p:cNvSpPr/>
              <p:nvPr/>
            </p:nvSpPr>
            <p:spPr>
              <a:xfrm>
                <a:off x="458955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g2371">
                <a:extLst>
                  <a:ext uri="{FF2B5EF4-FFF2-40B4-BE49-F238E27FC236}">
                    <a16:creationId xmlns:a16="http://schemas.microsoft.com/office/drawing/2014/main" id="{7E855B49-33E2-44FD-C51A-C7C96B564B58}"/>
                  </a:ext>
                </a:extLst>
              </p:cNvPr>
              <p:cNvSpPr/>
              <p:nvPr/>
            </p:nvSpPr>
            <p:spPr>
              <a:xfrm>
                <a:off x="360037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g2372">
                <a:extLst>
                  <a:ext uri="{FF2B5EF4-FFF2-40B4-BE49-F238E27FC236}">
                    <a16:creationId xmlns:a16="http://schemas.microsoft.com/office/drawing/2014/main" id="{C78ED226-33F8-7751-4227-DE627EB37699}"/>
                  </a:ext>
                </a:extLst>
              </p:cNvPr>
              <p:cNvSpPr/>
              <p:nvPr/>
            </p:nvSpPr>
            <p:spPr>
              <a:xfrm>
                <a:off x="361201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g2373">
                <a:extLst>
                  <a:ext uri="{FF2B5EF4-FFF2-40B4-BE49-F238E27FC236}">
                    <a16:creationId xmlns:a16="http://schemas.microsoft.com/office/drawing/2014/main" id="{E894FBBE-F9AF-E668-4E99-016980B9F4C0}"/>
                  </a:ext>
                </a:extLst>
              </p:cNvPr>
              <p:cNvSpPr/>
              <p:nvPr/>
            </p:nvSpPr>
            <p:spPr>
              <a:xfrm>
                <a:off x="362365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g2374">
                <a:extLst>
                  <a:ext uri="{FF2B5EF4-FFF2-40B4-BE49-F238E27FC236}">
                    <a16:creationId xmlns:a16="http://schemas.microsoft.com/office/drawing/2014/main" id="{3E9AAE18-8131-C83A-33F5-772F916BDB09}"/>
                  </a:ext>
                </a:extLst>
              </p:cNvPr>
              <p:cNvSpPr/>
              <p:nvPr/>
            </p:nvSpPr>
            <p:spPr>
              <a:xfrm>
                <a:off x="363529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g2375">
                <a:extLst>
                  <a:ext uri="{FF2B5EF4-FFF2-40B4-BE49-F238E27FC236}">
                    <a16:creationId xmlns:a16="http://schemas.microsoft.com/office/drawing/2014/main" id="{61619820-053A-481B-8944-E9D9591B4F31}"/>
                  </a:ext>
                </a:extLst>
              </p:cNvPr>
              <p:cNvSpPr/>
              <p:nvPr/>
            </p:nvSpPr>
            <p:spPr>
              <a:xfrm>
                <a:off x="364692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g2376">
                <a:extLst>
                  <a:ext uri="{FF2B5EF4-FFF2-40B4-BE49-F238E27FC236}">
                    <a16:creationId xmlns:a16="http://schemas.microsoft.com/office/drawing/2014/main" id="{B339D2FD-8C8E-B819-B2F8-662B900714B6}"/>
                  </a:ext>
                </a:extLst>
              </p:cNvPr>
              <p:cNvSpPr/>
              <p:nvPr/>
            </p:nvSpPr>
            <p:spPr>
              <a:xfrm>
                <a:off x="365856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g2377">
                <a:extLst>
                  <a:ext uri="{FF2B5EF4-FFF2-40B4-BE49-F238E27FC236}">
                    <a16:creationId xmlns:a16="http://schemas.microsoft.com/office/drawing/2014/main" id="{451C0BBC-73FD-CE2A-9DB3-651DFF829F57}"/>
                  </a:ext>
                </a:extLst>
              </p:cNvPr>
              <p:cNvSpPr/>
              <p:nvPr/>
            </p:nvSpPr>
            <p:spPr>
              <a:xfrm>
                <a:off x="367020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g2378">
                <a:extLst>
                  <a:ext uri="{FF2B5EF4-FFF2-40B4-BE49-F238E27FC236}">
                    <a16:creationId xmlns:a16="http://schemas.microsoft.com/office/drawing/2014/main" id="{2F29934A-87FD-A9A5-E63E-DF3D9FEB6D18}"/>
                  </a:ext>
                </a:extLst>
              </p:cNvPr>
              <p:cNvSpPr/>
              <p:nvPr/>
            </p:nvSpPr>
            <p:spPr>
              <a:xfrm>
                <a:off x="368184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g2379">
                <a:extLst>
                  <a:ext uri="{FF2B5EF4-FFF2-40B4-BE49-F238E27FC236}">
                    <a16:creationId xmlns:a16="http://schemas.microsoft.com/office/drawing/2014/main" id="{0B067900-A4EB-0F5A-1ECC-5B40D05D4C2A}"/>
                  </a:ext>
                </a:extLst>
              </p:cNvPr>
              <p:cNvSpPr/>
              <p:nvPr/>
            </p:nvSpPr>
            <p:spPr>
              <a:xfrm>
                <a:off x="369347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g2380">
                <a:extLst>
                  <a:ext uri="{FF2B5EF4-FFF2-40B4-BE49-F238E27FC236}">
                    <a16:creationId xmlns:a16="http://schemas.microsoft.com/office/drawing/2014/main" id="{374AA0B7-041B-81F1-6508-5854E998180D}"/>
                  </a:ext>
                </a:extLst>
              </p:cNvPr>
              <p:cNvSpPr/>
              <p:nvPr/>
            </p:nvSpPr>
            <p:spPr>
              <a:xfrm>
                <a:off x="370511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g2381">
                <a:extLst>
                  <a:ext uri="{FF2B5EF4-FFF2-40B4-BE49-F238E27FC236}">
                    <a16:creationId xmlns:a16="http://schemas.microsoft.com/office/drawing/2014/main" id="{F1C0B73C-C13F-4000-1F44-50079D3C7D94}"/>
                  </a:ext>
                </a:extLst>
              </p:cNvPr>
              <p:cNvSpPr/>
              <p:nvPr/>
            </p:nvSpPr>
            <p:spPr>
              <a:xfrm>
                <a:off x="371675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g2382">
                <a:extLst>
                  <a:ext uri="{FF2B5EF4-FFF2-40B4-BE49-F238E27FC236}">
                    <a16:creationId xmlns:a16="http://schemas.microsoft.com/office/drawing/2014/main" id="{6D35549A-032B-5933-0AF7-24ABF6B27F08}"/>
                  </a:ext>
                </a:extLst>
              </p:cNvPr>
              <p:cNvSpPr/>
              <p:nvPr/>
            </p:nvSpPr>
            <p:spPr>
              <a:xfrm>
                <a:off x="372839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g2383">
                <a:extLst>
                  <a:ext uri="{FF2B5EF4-FFF2-40B4-BE49-F238E27FC236}">
                    <a16:creationId xmlns:a16="http://schemas.microsoft.com/office/drawing/2014/main" id="{07DE811D-D7E1-0A93-5207-C2DE15C706D8}"/>
                  </a:ext>
                </a:extLst>
              </p:cNvPr>
              <p:cNvSpPr/>
              <p:nvPr/>
            </p:nvSpPr>
            <p:spPr>
              <a:xfrm>
                <a:off x="374002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g2384">
                <a:extLst>
                  <a:ext uri="{FF2B5EF4-FFF2-40B4-BE49-F238E27FC236}">
                    <a16:creationId xmlns:a16="http://schemas.microsoft.com/office/drawing/2014/main" id="{ED6CAC0F-3245-930D-2F38-2629586D3F32}"/>
                  </a:ext>
                </a:extLst>
              </p:cNvPr>
              <p:cNvSpPr/>
              <p:nvPr/>
            </p:nvSpPr>
            <p:spPr>
              <a:xfrm>
                <a:off x="375166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g2385">
                <a:extLst>
                  <a:ext uri="{FF2B5EF4-FFF2-40B4-BE49-F238E27FC236}">
                    <a16:creationId xmlns:a16="http://schemas.microsoft.com/office/drawing/2014/main" id="{9D681826-FD22-B311-3394-0C68FE02B719}"/>
                  </a:ext>
                </a:extLst>
              </p:cNvPr>
              <p:cNvSpPr/>
              <p:nvPr/>
            </p:nvSpPr>
            <p:spPr>
              <a:xfrm>
                <a:off x="376330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g2386">
                <a:extLst>
                  <a:ext uri="{FF2B5EF4-FFF2-40B4-BE49-F238E27FC236}">
                    <a16:creationId xmlns:a16="http://schemas.microsoft.com/office/drawing/2014/main" id="{75DE9A1B-DFBF-7BF9-E955-A003A6E49355}"/>
                  </a:ext>
                </a:extLst>
              </p:cNvPr>
              <p:cNvSpPr/>
              <p:nvPr/>
            </p:nvSpPr>
            <p:spPr>
              <a:xfrm>
                <a:off x="377493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g2387">
                <a:extLst>
                  <a:ext uri="{FF2B5EF4-FFF2-40B4-BE49-F238E27FC236}">
                    <a16:creationId xmlns:a16="http://schemas.microsoft.com/office/drawing/2014/main" id="{804E6230-9187-E552-5D2C-92FCB68DDE4B}"/>
                  </a:ext>
                </a:extLst>
              </p:cNvPr>
              <p:cNvSpPr/>
              <p:nvPr/>
            </p:nvSpPr>
            <p:spPr>
              <a:xfrm>
                <a:off x="378657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g2388">
                <a:extLst>
                  <a:ext uri="{FF2B5EF4-FFF2-40B4-BE49-F238E27FC236}">
                    <a16:creationId xmlns:a16="http://schemas.microsoft.com/office/drawing/2014/main" id="{3EB60C84-14D6-65F3-141A-AF9958A96609}"/>
                  </a:ext>
                </a:extLst>
              </p:cNvPr>
              <p:cNvSpPr/>
              <p:nvPr/>
            </p:nvSpPr>
            <p:spPr>
              <a:xfrm>
                <a:off x="379821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g2389">
                <a:extLst>
                  <a:ext uri="{FF2B5EF4-FFF2-40B4-BE49-F238E27FC236}">
                    <a16:creationId xmlns:a16="http://schemas.microsoft.com/office/drawing/2014/main" id="{1823B1AB-2622-5B53-3493-87276D557399}"/>
                  </a:ext>
                </a:extLst>
              </p:cNvPr>
              <p:cNvSpPr/>
              <p:nvPr/>
            </p:nvSpPr>
            <p:spPr>
              <a:xfrm>
                <a:off x="380985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g2390">
                <a:extLst>
                  <a:ext uri="{FF2B5EF4-FFF2-40B4-BE49-F238E27FC236}">
                    <a16:creationId xmlns:a16="http://schemas.microsoft.com/office/drawing/2014/main" id="{FE720D37-AB18-2163-C02F-174CC4C7B418}"/>
                  </a:ext>
                </a:extLst>
              </p:cNvPr>
              <p:cNvSpPr/>
              <p:nvPr/>
            </p:nvSpPr>
            <p:spPr>
              <a:xfrm>
                <a:off x="382148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g2391">
                <a:extLst>
                  <a:ext uri="{FF2B5EF4-FFF2-40B4-BE49-F238E27FC236}">
                    <a16:creationId xmlns:a16="http://schemas.microsoft.com/office/drawing/2014/main" id="{65141902-AF80-6BA2-1D53-A00C63001B1C}"/>
                  </a:ext>
                </a:extLst>
              </p:cNvPr>
              <p:cNvSpPr/>
              <p:nvPr/>
            </p:nvSpPr>
            <p:spPr>
              <a:xfrm>
                <a:off x="383312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g2392">
                <a:extLst>
                  <a:ext uri="{FF2B5EF4-FFF2-40B4-BE49-F238E27FC236}">
                    <a16:creationId xmlns:a16="http://schemas.microsoft.com/office/drawing/2014/main" id="{E5083B10-83DB-2F83-8A8C-88E22FF636BD}"/>
                  </a:ext>
                </a:extLst>
              </p:cNvPr>
              <p:cNvSpPr/>
              <p:nvPr/>
            </p:nvSpPr>
            <p:spPr>
              <a:xfrm>
                <a:off x="384476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g2393">
                <a:extLst>
                  <a:ext uri="{FF2B5EF4-FFF2-40B4-BE49-F238E27FC236}">
                    <a16:creationId xmlns:a16="http://schemas.microsoft.com/office/drawing/2014/main" id="{BCA548E5-6677-8B85-A8BF-C818BFD64470}"/>
                  </a:ext>
                </a:extLst>
              </p:cNvPr>
              <p:cNvSpPr/>
              <p:nvPr/>
            </p:nvSpPr>
            <p:spPr>
              <a:xfrm>
                <a:off x="385640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g2394">
                <a:extLst>
                  <a:ext uri="{FF2B5EF4-FFF2-40B4-BE49-F238E27FC236}">
                    <a16:creationId xmlns:a16="http://schemas.microsoft.com/office/drawing/2014/main" id="{4BF4D3AD-9D4D-59B5-8996-35E5F052588A}"/>
                  </a:ext>
                </a:extLst>
              </p:cNvPr>
              <p:cNvSpPr/>
              <p:nvPr/>
            </p:nvSpPr>
            <p:spPr>
              <a:xfrm>
                <a:off x="386803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g2395">
                <a:extLst>
                  <a:ext uri="{FF2B5EF4-FFF2-40B4-BE49-F238E27FC236}">
                    <a16:creationId xmlns:a16="http://schemas.microsoft.com/office/drawing/2014/main" id="{0DC3D703-ABE6-F049-DF24-2E11CA5E775E}"/>
                  </a:ext>
                </a:extLst>
              </p:cNvPr>
              <p:cNvSpPr/>
              <p:nvPr/>
            </p:nvSpPr>
            <p:spPr>
              <a:xfrm>
                <a:off x="387967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g2396">
                <a:extLst>
                  <a:ext uri="{FF2B5EF4-FFF2-40B4-BE49-F238E27FC236}">
                    <a16:creationId xmlns:a16="http://schemas.microsoft.com/office/drawing/2014/main" id="{E52BB9CF-2121-6E3B-A8A9-ECBDACFCA571}"/>
                  </a:ext>
                </a:extLst>
              </p:cNvPr>
              <p:cNvSpPr/>
              <p:nvPr/>
            </p:nvSpPr>
            <p:spPr>
              <a:xfrm>
                <a:off x="389131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g2397">
                <a:extLst>
                  <a:ext uri="{FF2B5EF4-FFF2-40B4-BE49-F238E27FC236}">
                    <a16:creationId xmlns:a16="http://schemas.microsoft.com/office/drawing/2014/main" id="{0A41DDA5-A206-76AB-3CC2-473F9FE5E7F2}"/>
                  </a:ext>
                </a:extLst>
              </p:cNvPr>
              <p:cNvSpPr/>
              <p:nvPr/>
            </p:nvSpPr>
            <p:spPr>
              <a:xfrm>
                <a:off x="390295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g2398">
                <a:extLst>
                  <a:ext uri="{FF2B5EF4-FFF2-40B4-BE49-F238E27FC236}">
                    <a16:creationId xmlns:a16="http://schemas.microsoft.com/office/drawing/2014/main" id="{C508F678-3976-8E85-B1DA-F14123C48A6B}"/>
                  </a:ext>
                </a:extLst>
              </p:cNvPr>
              <p:cNvSpPr/>
              <p:nvPr/>
            </p:nvSpPr>
            <p:spPr>
              <a:xfrm>
                <a:off x="391458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g2399">
                <a:extLst>
                  <a:ext uri="{FF2B5EF4-FFF2-40B4-BE49-F238E27FC236}">
                    <a16:creationId xmlns:a16="http://schemas.microsoft.com/office/drawing/2014/main" id="{622A4C0F-D149-AE81-92A1-DF34571F7E28}"/>
                  </a:ext>
                </a:extLst>
              </p:cNvPr>
              <p:cNvSpPr/>
              <p:nvPr/>
            </p:nvSpPr>
            <p:spPr>
              <a:xfrm>
                <a:off x="392622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g2400">
                <a:extLst>
                  <a:ext uri="{FF2B5EF4-FFF2-40B4-BE49-F238E27FC236}">
                    <a16:creationId xmlns:a16="http://schemas.microsoft.com/office/drawing/2014/main" id="{25AF1058-E91F-5701-C89E-5BC9ED76D7B8}"/>
                  </a:ext>
                </a:extLst>
              </p:cNvPr>
              <p:cNvSpPr/>
              <p:nvPr/>
            </p:nvSpPr>
            <p:spPr>
              <a:xfrm>
                <a:off x="393786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g2401">
                <a:extLst>
                  <a:ext uri="{FF2B5EF4-FFF2-40B4-BE49-F238E27FC236}">
                    <a16:creationId xmlns:a16="http://schemas.microsoft.com/office/drawing/2014/main" id="{18615758-B954-B442-DCDA-BB905A113C3D}"/>
                  </a:ext>
                </a:extLst>
              </p:cNvPr>
              <p:cNvSpPr/>
              <p:nvPr/>
            </p:nvSpPr>
            <p:spPr>
              <a:xfrm>
                <a:off x="394949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g2402">
                <a:extLst>
                  <a:ext uri="{FF2B5EF4-FFF2-40B4-BE49-F238E27FC236}">
                    <a16:creationId xmlns:a16="http://schemas.microsoft.com/office/drawing/2014/main" id="{6F6B1D63-55ED-D8F9-37A8-96C034E5B1F8}"/>
                  </a:ext>
                </a:extLst>
              </p:cNvPr>
              <p:cNvSpPr/>
              <p:nvPr/>
            </p:nvSpPr>
            <p:spPr>
              <a:xfrm>
                <a:off x="396113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g2403">
                <a:extLst>
                  <a:ext uri="{FF2B5EF4-FFF2-40B4-BE49-F238E27FC236}">
                    <a16:creationId xmlns:a16="http://schemas.microsoft.com/office/drawing/2014/main" id="{EA1080DB-B6E6-1443-CC68-E3470BC40649}"/>
                  </a:ext>
                </a:extLst>
              </p:cNvPr>
              <p:cNvSpPr/>
              <p:nvPr/>
            </p:nvSpPr>
            <p:spPr>
              <a:xfrm>
                <a:off x="397277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g2404">
                <a:extLst>
                  <a:ext uri="{FF2B5EF4-FFF2-40B4-BE49-F238E27FC236}">
                    <a16:creationId xmlns:a16="http://schemas.microsoft.com/office/drawing/2014/main" id="{E75A6680-29B8-9BB0-1836-F6D5851D6DF2}"/>
                  </a:ext>
                </a:extLst>
              </p:cNvPr>
              <p:cNvSpPr/>
              <p:nvPr/>
            </p:nvSpPr>
            <p:spPr>
              <a:xfrm>
                <a:off x="398441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g2405">
                <a:extLst>
                  <a:ext uri="{FF2B5EF4-FFF2-40B4-BE49-F238E27FC236}">
                    <a16:creationId xmlns:a16="http://schemas.microsoft.com/office/drawing/2014/main" id="{91B59067-90BB-3C29-A8D2-61B4BDA5DCF8}"/>
                  </a:ext>
                </a:extLst>
              </p:cNvPr>
              <p:cNvSpPr/>
              <p:nvPr/>
            </p:nvSpPr>
            <p:spPr>
              <a:xfrm>
                <a:off x="399604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g2406">
                <a:extLst>
                  <a:ext uri="{FF2B5EF4-FFF2-40B4-BE49-F238E27FC236}">
                    <a16:creationId xmlns:a16="http://schemas.microsoft.com/office/drawing/2014/main" id="{A3904FFB-A737-5EBE-AD89-2F2DE7D8CA95}"/>
                  </a:ext>
                </a:extLst>
              </p:cNvPr>
              <p:cNvSpPr/>
              <p:nvPr/>
            </p:nvSpPr>
            <p:spPr>
              <a:xfrm>
                <a:off x="400768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g2407">
                <a:extLst>
                  <a:ext uri="{FF2B5EF4-FFF2-40B4-BE49-F238E27FC236}">
                    <a16:creationId xmlns:a16="http://schemas.microsoft.com/office/drawing/2014/main" id="{31FA15F1-931A-B6FD-974D-12BCAB6CC24A}"/>
                  </a:ext>
                </a:extLst>
              </p:cNvPr>
              <p:cNvSpPr/>
              <p:nvPr/>
            </p:nvSpPr>
            <p:spPr>
              <a:xfrm>
                <a:off x="401932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g2408">
                <a:extLst>
                  <a:ext uri="{FF2B5EF4-FFF2-40B4-BE49-F238E27FC236}">
                    <a16:creationId xmlns:a16="http://schemas.microsoft.com/office/drawing/2014/main" id="{EDE1A7B4-BB0C-9F99-E9C4-56351F54BCC6}"/>
                  </a:ext>
                </a:extLst>
              </p:cNvPr>
              <p:cNvSpPr/>
              <p:nvPr/>
            </p:nvSpPr>
            <p:spPr>
              <a:xfrm>
                <a:off x="403096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g2409">
                <a:extLst>
                  <a:ext uri="{FF2B5EF4-FFF2-40B4-BE49-F238E27FC236}">
                    <a16:creationId xmlns:a16="http://schemas.microsoft.com/office/drawing/2014/main" id="{504F8A85-C0C2-5554-95FA-CCBB9936D3F3}"/>
                  </a:ext>
                </a:extLst>
              </p:cNvPr>
              <p:cNvSpPr/>
              <p:nvPr/>
            </p:nvSpPr>
            <p:spPr>
              <a:xfrm>
                <a:off x="404259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g2410">
                <a:extLst>
                  <a:ext uri="{FF2B5EF4-FFF2-40B4-BE49-F238E27FC236}">
                    <a16:creationId xmlns:a16="http://schemas.microsoft.com/office/drawing/2014/main" id="{D2A84477-14DA-28D4-8E6E-02B074E1CCC5}"/>
                  </a:ext>
                </a:extLst>
              </p:cNvPr>
              <p:cNvSpPr/>
              <p:nvPr/>
            </p:nvSpPr>
            <p:spPr>
              <a:xfrm>
                <a:off x="405423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g2411">
                <a:extLst>
                  <a:ext uri="{FF2B5EF4-FFF2-40B4-BE49-F238E27FC236}">
                    <a16:creationId xmlns:a16="http://schemas.microsoft.com/office/drawing/2014/main" id="{26539EA0-EC52-12FD-E8E3-9C365C9C64EB}"/>
                  </a:ext>
                </a:extLst>
              </p:cNvPr>
              <p:cNvSpPr/>
              <p:nvPr/>
            </p:nvSpPr>
            <p:spPr>
              <a:xfrm>
                <a:off x="406587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g2412">
                <a:extLst>
                  <a:ext uri="{FF2B5EF4-FFF2-40B4-BE49-F238E27FC236}">
                    <a16:creationId xmlns:a16="http://schemas.microsoft.com/office/drawing/2014/main" id="{82853B37-7F04-4274-8896-726E33D37D53}"/>
                  </a:ext>
                </a:extLst>
              </p:cNvPr>
              <p:cNvSpPr/>
              <p:nvPr/>
            </p:nvSpPr>
            <p:spPr>
              <a:xfrm>
                <a:off x="407751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g2413">
                <a:extLst>
                  <a:ext uri="{FF2B5EF4-FFF2-40B4-BE49-F238E27FC236}">
                    <a16:creationId xmlns:a16="http://schemas.microsoft.com/office/drawing/2014/main" id="{33F9670B-65B8-3985-1E18-2EEAD0BA3276}"/>
                  </a:ext>
                </a:extLst>
              </p:cNvPr>
              <p:cNvSpPr/>
              <p:nvPr/>
            </p:nvSpPr>
            <p:spPr>
              <a:xfrm>
                <a:off x="408914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g2414">
                <a:extLst>
                  <a:ext uri="{FF2B5EF4-FFF2-40B4-BE49-F238E27FC236}">
                    <a16:creationId xmlns:a16="http://schemas.microsoft.com/office/drawing/2014/main" id="{35B06A5D-A2A3-8273-6A8A-00EB55B20AA5}"/>
                  </a:ext>
                </a:extLst>
              </p:cNvPr>
              <p:cNvSpPr/>
              <p:nvPr/>
            </p:nvSpPr>
            <p:spPr>
              <a:xfrm>
                <a:off x="410078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g2415">
                <a:extLst>
                  <a:ext uri="{FF2B5EF4-FFF2-40B4-BE49-F238E27FC236}">
                    <a16:creationId xmlns:a16="http://schemas.microsoft.com/office/drawing/2014/main" id="{5E57D3A0-5391-2B8F-1C2F-D6C238883C18}"/>
                  </a:ext>
                </a:extLst>
              </p:cNvPr>
              <p:cNvSpPr/>
              <p:nvPr/>
            </p:nvSpPr>
            <p:spPr>
              <a:xfrm>
                <a:off x="411242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g2416">
                <a:extLst>
                  <a:ext uri="{FF2B5EF4-FFF2-40B4-BE49-F238E27FC236}">
                    <a16:creationId xmlns:a16="http://schemas.microsoft.com/office/drawing/2014/main" id="{8836F160-3F7B-F84C-4FE2-5A8546582F71}"/>
                  </a:ext>
                </a:extLst>
              </p:cNvPr>
              <p:cNvSpPr/>
              <p:nvPr/>
            </p:nvSpPr>
            <p:spPr>
              <a:xfrm>
                <a:off x="412405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g2417">
                <a:extLst>
                  <a:ext uri="{FF2B5EF4-FFF2-40B4-BE49-F238E27FC236}">
                    <a16:creationId xmlns:a16="http://schemas.microsoft.com/office/drawing/2014/main" id="{C99108D3-BDCB-D5C4-B4F8-612FBB92A564}"/>
                  </a:ext>
                </a:extLst>
              </p:cNvPr>
              <p:cNvSpPr/>
              <p:nvPr/>
            </p:nvSpPr>
            <p:spPr>
              <a:xfrm>
                <a:off x="413569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g2418">
                <a:extLst>
                  <a:ext uri="{FF2B5EF4-FFF2-40B4-BE49-F238E27FC236}">
                    <a16:creationId xmlns:a16="http://schemas.microsoft.com/office/drawing/2014/main" id="{26D5BC9F-3C73-2A04-5BE2-0110B3EC9BAF}"/>
                  </a:ext>
                </a:extLst>
              </p:cNvPr>
              <p:cNvSpPr/>
              <p:nvPr/>
            </p:nvSpPr>
            <p:spPr>
              <a:xfrm>
                <a:off x="414733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g2419">
                <a:extLst>
                  <a:ext uri="{FF2B5EF4-FFF2-40B4-BE49-F238E27FC236}">
                    <a16:creationId xmlns:a16="http://schemas.microsoft.com/office/drawing/2014/main" id="{42BC7542-B39B-6FE9-A46C-7C0994C31812}"/>
                  </a:ext>
                </a:extLst>
              </p:cNvPr>
              <p:cNvSpPr/>
              <p:nvPr/>
            </p:nvSpPr>
            <p:spPr>
              <a:xfrm>
                <a:off x="426370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g2420">
                <a:extLst>
                  <a:ext uri="{FF2B5EF4-FFF2-40B4-BE49-F238E27FC236}">
                    <a16:creationId xmlns:a16="http://schemas.microsoft.com/office/drawing/2014/main" id="{541B629E-89A3-DA44-E8E6-B85BED811322}"/>
                  </a:ext>
                </a:extLst>
              </p:cNvPr>
              <p:cNvSpPr/>
              <p:nvPr/>
            </p:nvSpPr>
            <p:spPr>
              <a:xfrm>
                <a:off x="427534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g2421">
                <a:extLst>
                  <a:ext uri="{FF2B5EF4-FFF2-40B4-BE49-F238E27FC236}">
                    <a16:creationId xmlns:a16="http://schemas.microsoft.com/office/drawing/2014/main" id="{DFA449A5-5A21-503C-B049-207E9E8D49A4}"/>
                  </a:ext>
                </a:extLst>
              </p:cNvPr>
              <p:cNvSpPr/>
              <p:nvPr/>
            </p:nvSpPr>
            <p:spPr>
              <a:xfrm>
                <a:off x="428698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g2422">
                <a:extLst>
                  <a:ext uri="{FF2B5EF4-FFF2-40B4-BE49-F238E27FC236}">
                    <a16:creationId xmlns:a16="http://schemas.microsoft.com/office/drawing/2014/main" id="{281E59FF-B43F-B55E-4026-13DD4CDCC5F8}"/>
                  </a:ext>
                </a:extLst>
              </p:cNvPr>
              <p:cNvSpPr/>
              <p:nvPr/>
            </p:nvSpPr>
            <p:spPr>
              <a:xfrm>
                <a:off x="429861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g2423">
                <a:extLst>
                  <a:ext uri="{FF2B5EF4-FFF2-40B4-BE49-F238E27FC236}">
                    <a16:creationId xmlns:a16="http://schemas.microsoft.com/office/drawing/2014/main" id="{2A67BB90-14F5-97CB-C8B6-AB6C7129F118}"/>
                  </a:ext>
                </a:extLst>
              </p:cNvPr>
              <p:cNvSpPr/>
              <p:nvPr/>
            </p:nvSpPr>
            <p:spPr>
              <a:xfrm>
                <a:off x="455464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F">
                  <a:alpha val="100000"/>
                </a:srgbClr>
              </a:solidFill>
              <a:ln w="5420" cap="flat">
                <a:solidFill>
                  <a:srgbClr val="8E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g2424">
                <a:extLst>
                  <a:ext uri="{FF2B5EF4-FFF2-40B4-BE49-F238E27FC236}">
                    <a16:creationId xmlns:a16="http://schemas.microsoft.com/office/drawing/2014/main" id="{258CFF12-58FA-ABC4-1A6C-C7E26842AE88}"/>
                  </a:ext>
                </a:extLst>
              </p:cNvPr>
              <p:cNvSpPr/>
              <p:nvPr/>
            </p:nvSpPr>
            <p:spPr>
              <a:xfrm>
                <a:off x="456627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g2425">
                <a:extLst>
                  <a:ext uri="{FF2B5EF4-FFF2-40B4-BE49-F238E27FC236}">
                    <a16:creationId xmlns:a16="http://schemas.microsoft.com/office/drawing/2014/main" id="{528ED8CD-C824-649B-AE87-19C952BC4BD9}"/>
                  </a:ext>
                </a:extLst>
              </p:cNvPr>
              <p:cNvSpPr/>
              <p:nvPr/>
            </p:nvSpPr>
            <p:spPr>
              <a:xfrm>
                <a:off x="457791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g2426">
                <a:extLst>
                  <a:ext uri="{FF2B5EF4-FFF2-40B4-BE49-F238E27FC236}">
                    <a16:creationId xmlns:a16="http://schemas.microsoft.com/office/drawing/2014/main" id="{2F870254-F389-64E5-51D7-7AC3249B449A}"/>
                  </a:ext>
                </a:extLst>
              </p:cNvPr>
              <p:cNvSpPr/>
              <p:nvPr/>
            </p:nvSpPr>
            <p:spPr>
              <a:xfrm>
                <a:off x="458955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8E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g2427">
                <a:extLst>
                  <a:ext uri="{FF2B5EF4-FFF2-40B4-BE49-F238E27FC236}">
                    <a16:creationId xmlns:a16="http://schemas.microsoft.com/office/drawing/2014/main" id="{7BD19C1E-EDE0-B072-95C3-36BBA5CE7696}"/>
                  </a:ext>
                </a:extLst>
              </p:cNvPr>
              <p:cNvSpPr/>
              <p:nvPr/>
            </p:nvSpPr>
            <p:spPr>
              <a:xfrm>
                <a:off x="460119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g2428">
                <a:extLst>
                  <a:ext uri="{FF2B5EF4-FFF2-40B4-BE49-F238E27FC236}">
                    <a16:creationId xmlns:a16="http://schemas.microsoft.com/office/drawing/2014/main" id="{F7F0DE7A-BC0C-1B64-587A-3016C4739240}"/>
                  </a:ext>
                </a:extLst>
              </p:cNvPr>
              <p:cNvSpPr/>
              <p:nvPr/>
            </p:nvSpPr>
            <p:spPr>
              <a:xfrm>
                <a:off x="325125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g2429">
                <a:extLst>
                  <a:ext uri="{FF2B5EF4-FFF2-40B4-BE49-F238E27FC236}">
                    <a16:creationId xmlns:a16="http://schemas.microsoft.com/office/drawing/2014/main" id="{D58C1CF8-8200-FDAC-1A9D-F03DFECE010B}"/>
                  </a:ext>
                </a:extLst>
              </p:cNvPr>
              <p:cNvSpPr/>
              <p:nvPr/>
            </p:nvSpPr>
            <p:spPr>
              <a:xfrm>
                <a:off x="326289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g2430">
                <a:extLst>
                  <a:ext uri="{FF2B5EF4-FFF2-40B4-BE49-F238E27FC236}">
                    <a16:creationId xmlns:a16="http://schemas.microsoft.com/office/drawing/2014/main" id="{BEC00284-4770-2830-33E1-AF9744772E13}"/>
                  </a:ext>
                </a:extLst>
              </p:cNvPr>
              <p:cNvSpPr/>
              <p:nvPr/>
            </p:nvSpPr>
            <p:spPr>
              <a:xfrm>
                <a:off x="360037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g2431">
                <a:extLst>
                  <a:ext uri="{FF2B5EF4-FFF2-40B4-BE49-F238E27FC236}">
                    <a16:creationId xmlns:a16="http://schemas.microsoft.com/office/drawing/2014/main" id="{1C2C83E8-3788-EFDB-D5A8-A63C593D95FD}"/>
                  </a:ext>
                </a:extLst>
              </p:cNvPr>
              <p:cNvSpPr/>
              <p:nvPr/>
            </p:nvSpPr>
            <p:spPr>
              <a:xfrm>
                <a:off x="361201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D">
                  <a:alpha val="100000"/>
                </a:srgbClr>
              </a:solidFill>
              <a:ln w="5420" cap="flat">
                <a:solidFill>
                  <a:srgbClr val="3C48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g2432">
                <a:extLst>
                  <a:ext uri="{FF2B5EF4-FFF2-40B4-BE49-F238E27FC236}">
                    <a16:creationId xmlns:a16="http://schemas.microsoft.com/office/drawing/2014/main" id="{7E512375-5376-D45C-E407-E52F31C07C8E}"/>
                  </a:ext>
                </a:extLst>
              </p:cNvPr>
              <p:cNvSpPr/>
              <p:nvPr/>
            </p:nvSpPr>
            <p:spPr>
              <a:xfrm>
                <a:off x="362365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g2433">
                <a:extLst>
                  <a:ext uri="{FF2B5EF4-FFF2-40B4-BE49-F238E27FC236}">
                    <a16:creationId xmlns:a16="http://schemas.microsoft.com/office/drawing/2014/main" id="{E6845EFB-4CCA-3BA7-9492-855FAD32654C}"/>
                  </a:ext>
                </a:extLst>
              </p:cNvPr>
              <p:cNvSpPr/>
              <p:nvPr/>
            </p:nvSpPr>
            <p:spPr>
              <a:xfrm>
                <a:off x="363529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g2434">
                <a:extLst>
                  <a:ext uri="{FF2B5EF4-FFF2-40B4-BE49-F238E27FC236}">
                    <a16:creationId xmlns:a16="http://schemas.microsoft.com/office/drawing/2014/main" id="{02D6D895-4155-3DC5-6F72-BCCE5C02AC76}"/>
                  </a:ext>
                </a:extLst>
              </p:cNvPr>
              <p:cNvSpPr/>
              <p:nvPr/>
            </p:nvSpPr>
            <p:spPr>
              <a:xfrm>
                <a:off x="364692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g2435">
                <a:extLst>
                  <a:ext uri="{FF2B5EF4-FFF2-40B4-BE49-F238E27FC236}">
                    <a16:creationId xmlns:a16="http://schemas.microsoft.com/office/drawing/2014/main" id="{3C0F9CDF-539A-564E-DA50-FA0B45D8924F}"/>
                  </a:ext>
                </a:extLst>
              </p:cNvPr>
              <p:cNvSpPr/>
              <p:nvPr/>
            </p:nvSpPr>
            <p:spPr>
              <a:xfrm>
                <a:off x="365856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g2436">
                <a:extLst>
                  <a:ext uri="{FF2B5EF4-FFF2-40B4-BE49-F238E27FC236}">
                    <a16:creationId xmlns:a16="http://schemas.microsoft.com/office/drawing/2014/main" id="{DD3A1AB3-3C01-024E-6EF4-DBC67BBA9773}"/>
                  </a:ext>
                </a:extLst>
              </p:cNvPr>
              <p:cNvSpPr/>
              <p:nvPr/>
            </p:nvSpPr>
            <p:spPr>
              <a:xfrm>
                <a:off x="367020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g2437">
                <a:extLst>
                  <a:ext uri="{FF2B5EF4-FFF2-40B4-BE49-F238E27FC236}">
                    <a16:creationId xmlns:a16="http://schemas.microsoft.com/office/drawing/2014/main" id="{C10109E7-D5C3-6A10-4075-B418FC65F222}"/>
                  </a:ext>
                </a:extLst>
              </p:cNvPr>
              <p:cNvSpPr/>
              <p:nvPr/>
            </p:nvSpPr>
            <p:spPr>
              <a:xfrm>
                <a:off x="368184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g2438">
                <a:extLst>
                  <a:ext uri="{FF2B5EF4-FFF2-40B4-BE49-F238E27FC236}">
                    <a16:creationId xmlns:a16="http://schemas.microsoft.com/office/drawing/2014/main" id="{792DA0E2-2E02-48D0-8427-10488E585A9F}"/>
                  </a:ext>
                </a:extLst>
              </p:cNvPr>
              <p:cNvSpPr/>
              <p:nvPr/>
            </p:nvSpPr>
            <p:spPr>
              <a:xfrm>
                <a:off x="369347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7">
                  <a:alpha val="100000"/>
                </a:srgbClr>
              </a:solidFill>
              <a:ln w="5420" cap="flat">
                <a:solidFill>
                  <a:srgbClr val="3B4F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g2439">
                <a:extLst>
                  <a:ext uri="{FF2B5EF4-FFF2-40B4-BE49-F238E27FC236}">
                    <a16:creationId xmlns:a16="http://schemas.microsoft.com/office/drawing/2014/main" id="{5863606C-6A14-5676-DD0C-036D0968DB7B}"/>
                  </a:ext>
                </a:extLst>
              </p:cNvPr>
              <p:cNvSpPr/>
              <p:nvPr/>
            </p:nvSpPr>
            <p:spPr>
              <a:xfrm>
                <a:off x="370511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g2440">
                <a:extLst>
                  <a:ext uri="{FF2B5EF4-FFF2-40B4-BE49-F238E27FC236}">
                    <a16:creationId xmlns:a16="http://schemas.microsoft.com/office/drawing/2014/main" id="{B748EAD0-88CD-DE4D-2FD7-2F27493CF173}"/>
                  </a:ext>
                </a:extLst>
              </p:cNvPr>
              <p:cNvSpPr/>
              <p:nvPr/>
            </p:nvSpPr>
            <p:spPr>
              <a:xfrm>
                <a:off x="371675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g2441">
                <a:extLst>
                  <a:ext uri="{FF2B5EF4-FFF2-40B4-BE49-F238E27FC236}">
                    <a16:creationId xmlns:a16="http://schemas.microsoft.com/office/drawing/2014/main" id="{DDCF4293-E8D0-46C1-5C5E-C93316E920B9}"/>
                  </a:ext>
                </a:extLst>
              </p:cNvPr>
              <p:cNvSpPr/>
              <p:nvPr/>
            </p:nvSpPr>
            <p:spPr>
              <a:xfrm>
                <a:off x="372839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g2442">
                <a:extLst>
                  <a:ext uri="{FF2B5EF4-FFF2-40B4-BE49-F238E27FC236}">
                    <a16:creationId xmlns:a16="http://schemas.microsoft.com/office/drawing/2014/main" id="{4E2C926E-9E30-33F4-C347-5CC8A966C9EB}"/>
                  </a:ext>
                </a:extLst>
              </p:cNvPr>
              <p:cNvSpPr/>
              <p:nvPr/>
            </p:nvSpPr>
            <p:spPr>
              <a:xfrm>
                <a:off x="374002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g2443">
                <a:extLst>
                  <a:ext uri="{FF2B5EF4-FFF2-40B4-BE49-F238E27FC236}">
                    <a16:creationId xmlns:a16="http://schemas.microsoft.com/office/drawing/2014/main" id="{DC368C18-1412-81C7-51BF-44A7D4CDCDE0}"/>
                  </a:ext>
                </a:extLst>
              </p:cNvPr>
              <p:cNvSpPr/>
              <p:nvPr/>
            </p:nvSpPr>
            <p:spPr>
              <a:xfrm>
                <a:off x="375166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g2444">
                <a:extLst>
                  <a:ext uri="{FF2B5EF4-FFF2-40B4-BE49-F238E27FC236}">
                    <a16:creationId xmlns:a16="http://schemas.microsoft.com/office/drawing/2014/main" id="{ABE27378-1262-8770-52BD-F44936BE144B}"/>
                  </a:ext>
                </a:extLst>
              </p:cNvPr>
              <p:cNvSpPr/>
              <p:nvPr/>
            </p:nvSpPr>
            <p:spPr>
              <a:xfrm>
                <a:off x="376330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g2445">
                <a:extLst>
                  <a:ext uri="{FF2B5EF4-FFF2-40B4-BE49-F238E27FC236}">
                    <a16:creationId xmlns:a16="http://schemas.microsoft.com/office/drawing/2014/main" id="{7D74F78C-30E4-5B82-D615-9239EB054B80}"/>
                  </a:ext>
                </a:extLst>
              </p:cNvPr>
              <p:cNvSpPr/>
              <p:nvPr/>
            </p:nvSpPr>
            <p:spPr>
              <a:xfrm>
                <a:off x="377493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g2446">
                <a:extLst>
                  <a:ext uri="{FF2B5EF4-FFF2-40B4-BE49-F238E27FC236}">
                    <a16:creationId xmlns:a16="http://schemas.microsoft.com/office/drawing/2014/main" id="{366CC79C-AAF1-6AA1-BECD-654E6465C783}"/>
                  </a:ext>
                </a:extLst>
              </p:cNvPr>
              <p:cNvSpPr/>
              <p:nvPr/>
            </p:nvSpPr>
            <p:spPr>
              <a:xfrm>
                <a:off x="378657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g2447">
                <a:extLst>
                  <a:ext uri="{FF2B5EF4-FFF2-40B4-BE49-F238E27FC236}">
                    <a16:creationId xmlns:a16="http://schemas.microsoft.com/office/drawing/2014/main" id="{23B7FA12-2DEB-6E2A-EAEA-3BE592FDC45E}"/>
                  </a:ext>
                </a:extLst>
              </p:cNvPr>
              <p:cNvSpPr/>
              <p:nvPr/>
            </p:nvSpPr>
            <p:spPr>
              <a:xfrm>
                <a:off x="379821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g2448">
                <a:extLst>
                  <a:ext uri="{FF2B5EF4-FFF2-40B4-BE49-F238E27FC236}">
                    <a16:creationId xmlns:a16="http://schemas.microsoft.com/office/drawing/2014/main" id="{17B3CFC2-3BE2-8857-82F0-B028ADB8653E}"/>
                  </a:ext>
                </a:extLst>
              </p:cNvPr>
              <p:cNvSpPr/>
              <p:nvPr/>
            </p:nvSpPr>
            <p:spPr>
              <a:xfrm>
                <a:off x="380985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g2449">
                <a:extLst>
                  <a:ext uri="{FF2B5EF4-FFF2-40B4-BE49-F238E27FC236}">
                    <a16:creationId xmlns:a16="http://schemas.microsoft.com/office/drawing/2014/main" id="{74BDDE69-4549-6076-F302-E31DE5FF31B7}"/>
                  </a:ext>
                </a:extLst>
              </p:cNvPr>
              <p:cNvSpPr/>
              <p:nvPr/>
            </p:nvSpPr>
            <p:spPr>
              <a:xfrm>
                <a:off x="382148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g2450">
                <a:extLst>
                  <a:ext uri="{FF2B5EF4-FFF2-40B4-BE49-F238E27FC236}">
                    <a16:creationId xmlns:a16="http://schemas.microsoft.com/office/drawing/2014/main" id="{08628198-F114-FF56-6B4E-ECF988D50B93}"/>
                  </a:ext>
                </a:extLst>
              </p:cNvPr>
              <p:cNvSpPr/>
              <p:nvPr/>
            </p:nvSpPr>
            <p:spPr>
              <a:xfrm>
                <a:off x="383312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g2451">
                <a:extLst>
                  <a:ext uri="{FF2B5EF4-FFF2-40B4-BE49-F238E27FC236}">
                    <a16:creationId xmlns:a16="http://schemas.microsoft.com/office/drawing/2014/main" id="{7B1949B7-41E4-BFA0-F9E1-DB02592D3008}"/>
                  </a:ext>
                </a:extLst>
              </p:cNvPr>
              <p:cNvSpPr/>
              <p:nvPr/>
            </p:nvSpPr>
            <p:spPr>
              <a:xfrm>
                <a:off x="384476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g2452">
                <a:extLst>
                  <a:ext uri="{FF2B5EF4-FFF2-40B4-BE49-F238E27FC236}">
                    <a16:creationId xmlns:a16="http://schemas.microsoft.com/office/drawing/2014/main" id="{3426B41A-50B0-0633-887B-E5061EAFFB64}"/>
                  </a:ext>
                </a:extLst>
              </p:cNvPr>
              <p:cNvSpPr/>
              <p:nvPr/>
            </p:nvSpPr>
            <p:spPr>
              <a:xfrm>
                <a:off x="385640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g2453">
                <a:extLst>
                  <a:ext uri="{FF2B5EF4-FFF2-40B4-BE49-F238E27FC236}">
                    <a16:creationId xmlns:a16="http://schemas.microsoft.com/office/drawing/2014/main" id="{88CA4367-7A12-93E9-1338-68ABFA8F1E96}"/>
                  </a:ext>
                </a:extLst>
              </p:cNvPr>
              <p:cNvSpPr/>
              <p:nvPr/>
            </p:nvSpPr>
            <p:spPr>
              <a:xfrm>
                <a:off x="386803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g2454">
                <a:extLst>
                  <a:ext uri="{FF2B5EF4-FFF2-40B4-BE49-F238E27FC236}">
                    <a16:creationId xmlns:a16="http://schemas.microsoft.com/office/drawing/2014/main" id="{CC7B45BE-CB51-2463-A1DB-B2BF12FBD62A}"/>
                  </a:ext>
                </a:extLst>
              </p:cNvPr>
              <p:cNvSpPr/>
              <p:nvPr/>
            </p:nvSpPr>
            <p:spPr>
              <a:xfrm>
                <a:off x="387967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g2455">
                <a:extLst>
                  <a:ext uri="{FF2B5EF4-FFF2-40B4-BE49-F238E27FC236}">
                    <a16:creationId xmlns:a16="http://schemas.microsoft.com/office/drawing/2014/main" id="{8B0DAFF6-494C-D22C-00A4-5A2D592EC5D0}"/>
                  </a:ext>
                </a:extLst>
              </p:cNvPr>
              <p:cNvSpPr/>
              <p:nvPr/>
            </p:nvSpPr>
            <p:spPr>
              <a:xfrm>
                <a:off x="389131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g2456">
                <a:extLst>
                  <a:ext uri="{FF2B5EF4-FFF2-40B4-BE49-F238E27FC236}">
                    <a16:creationId xmlns:a16="http://schemas.microsoft.com/office/drawing/2014/main" id="{DCCFAE21-CC90-ED24-9C3F-14DE1B428E08}"/>
                  </a:ext>
                </a:extLst>
              </p:cNvPr>
              <p:cNvSpPr/>
              <p:nvPr/>
            </p:nvSpPr>
            <p:spPr>
              <a:xfrm>
                <a:off x="390295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g2457">
                <a:extLst>
                  <a:ext uri="{FF2B5EF4-FFF2-40B4-BE49-F238E27FC236}">
                    <a16:creationId xmlns:a16="http://schemas.microsoft.com/office/drawing/2014/main" id="{AD90EDFA-4E67-338C-B713-96385DDFD30D}"/>
                  </a:ext>
                </a:extLst>
              </p:cNvPr>
              <p:cNvSpPr/>
              <p:nvPr/>
            </p:nvSpPr>
            <p:spPr>
              <a:xfrm>
                <a:off x="391458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g2458">
                <a:extLst>
                  <a:ext uri="{FF2B5EF4-FFF2-40B4-BE49-F238E27FC236}">
                    <a16:creationId xmlns:a16="http://schemas.microsoft.com/office/drawing/2014/main" id="{AE58E8B7-8386-9231-ACDA-BAE812AF7578}"/>
                  </a:ext>
                </a:extLst>
              </p:cNvPr>
              <p:cNvSpPr/>
              <p:nvPr/>
            </p:nvSpPr>
            <p:spPr>
              <a:xfrm>
                <a:off x="392622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g2459">
                <a:extLst>
                  <a:ext uri="{FF2B5EF4-FFF2-40B4-BE49-F238E27FC236}">
                    <a16:creationId xmlns:a16="http://schemas.microsoft.com/office/drawing/2014/main" id="{2723C1C4-59A7-D721-44DF-F997017C819F}"/>
                  </a:ext>
                </a:extLst>
              </p:cNvPr>
              <p:cNvSpPr/>
              <p:nvPr/>
            </p:nvSpPr>
            <p:spPr>
              <a:xfrm>
                <a:off x="393786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g2460">
                <a:extLst>
                  <a:ext uri="{FF2B5EF4-FFF2-40B4-BE49-F238E27FC236}">
                    <a16:creationId xmlns:a16="http://schemas.microsoft.com/office/drawing/2014/main" id="{126BFF94-27CD-C9F7-C3D9-FDF09689CE5F}"/>
                  </a:ext>
                </a:extLst>
              </p:cNvPr>
              <p:cNvSpPr/>
              <p:nvPr/>
            </p:nvSpPr>
            <p:spPr>
              <a:xfrm>
                <a:off x="394949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g2461">
                <a:extLst>
                  <a:ext uri="{FF2B5EF4-FFF2-40B4-BE49-F238E27FC236}">
                    <a16:creationId xmlns:a16="http://schemas.microsoft.com/office/drawing/2014/main" id="{7214AA52-939A-AA2B-82E8-D60BEE9FC800}"/>
                  </a:ext>
                </a:extLst>
              </p:cNvPr>
              <p:cNvSpPr/>
              <p:nvPr/>
            </p:nvSpPr>
            <p:spPr>
              <a:xfrm>
                <a:off x="396113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g2462">
                <a:extLst>
                  <a:ext uri="{FF2B5EF4-FFF2-40B4-BE49-F238E27FC236}">
                    <a16:creationId xmlns:a16="http://schemas.microsoft.com/office/drawing/2014/main" id="{7DDB730A-B8B5-99C8-F8DB-250D33F7B40E}"/>
                  </a:ext>
                </a:extLst>
              </p:cNvPr>
              <p:cNvSpPr/>
              <p:nvPr/>
            </p:nvSpPr>
            <p:spPr>
              <a:xfrm>
                <a:off x="397277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g2463">
                <a:extLst>
                  <a:ext uri="{FF2B5EF4-FFF2-40B4-BE49-F238E27FC236}">
                    <a16:creationId xmlns:a16="http://schemas.microsoft.com/office/drawing/2014/main" id="{2CB59232-66AD-55E8-024C-8E0A294EAA24}"/>
                  </a:ext>
                </a:extLst>
              </p:cNvPr>
              <p:cNvSpPr/>
              <p:nvPr/>
            </p:nvSpPr>
            <p:spPr>
              <a:xfrm>
                <a:off x="398441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g2464">
                <a:extLst>
                  <a:ext uri="{FF2B5EF4-FFF2-40B4-BE49-F238E27FC236}">
                    <a16:creationId xmlns:a16="http://schemas.microsoft.com/office/drawing/2014/main" id="{5ABEFFD9-6AC9-BE9D-0F2B-A40C8520C40D}"/>
                  </a:ext>
                </a:extLst>
              </p:cNvPr>
              <p:cNvSpPr/>
              <p:nvPr/>
            </p:nvSpPr>
            <p:spPr>
              <a:xfrm>
                <a:off x="399604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g2465">
                <a:extLst>
                  <a:ext uri="{FF2B5EF4-FFF2-40B4-BE49-F238E27FC236}">
                    <a16:creationId xmlns:a16="http://schemas.microsoft.com/office/drawing/2014/main" id="{53D7CDB4-9D16-7126-74A3-FF59A9813181}"/>
                  </a:ext>
                </a:extLst>
              </p:cNvPr>
              <p:cNvSpPr/>
              <p:nvPr/>
            </p:nvSpPr>
            <p:spPr>
              <a:xfrm>
                <a:off x="400768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g2466">
                <a:extLst>
                  <a:ext uri="{FF2B5EF4-FFF2-40B4-BE49-F238E27FC236}">
                    <a16:creationId xmlns:a16="http://schemas.microsoft.com/office/drawing/2014/main" id="{C98018CC-5278-D5D8-7E5D-D3BE1ECDEAD4}"/>
                  </a:ext>
                </a:extLst>
              </p:cNvPr>
              <p:cNvSpPr/>
              <p:nvPr/>
            </p:nvSpPr>
            <p:spPr>
              <a:xfrm>
                <a:off x="401932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g2467">
                <a:extLst>
                  <a:ext uri="{FF2B5EF4-FFF2-40B4-BE49-F238E27FC236}">
                    <a16:creationId xmlns:a16="http://schemas.microsoft.com/office/drawing/2014/main" id="{E2A8E22C-A922-9819-15F6-2A8517AEC530}"/>
                  </a:ext>
                </a:extLst>
              </p:cNvPr>
              <p:cNvSpPr/>
              <p:nvPr/>
            </p:nvSpPr>
            <p:spPr>
              <a:xfrm>
                <a:off x="403096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g2468">
                <a:extLst>
                  <a:ext uri="{FF2B5EF4-FFF2-40B4-BE49-F238E27FC236}">
                    <a16:creationId xmlns:a16="http://schemas.microsoft.com/office/drawing/2014/main" id="{FC884703-3EF9-D5CF-9D84-99A005A6F398}"/>
                  </a:ext>
                </a:extLst>
              </p:cNvPr>
              <p:cNvSpPr/>
              <p:nvPr/>
            </p:nvSpPr>
            <p:spPr>
              <a:xfrm>
                <a:off x="404259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g2469">
                <a:extLst>
                  <a:ext uri="{FF2B5EF4-FFF2-40B4-BE49-F238E27FC236}">
                    <a16:creationId xmlns:a16="http://schemas.microsoft.com/office/drawing/2014/main" id="{4BD80E70-DC75-9E42-B5FC-C9E797A86A8F}"/>
                  </a:ext>
                </a:extLst>
              </p:cNvPr>
              <p:cNvSpPr/>
              <p:nvPr/>
            </p:nvSpPr>
            <p:spPr>
              <a:xfrm>
                <a:off x="405423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g2470">
                <a:extLst>
                  <a:ext uri="{FF2B5EF4-FFF2-40B4-BE49-F238E27FC236}">
                    <a16:creationId xmlns:a16="http://schemas.microsoft.com/office/drawing/2014/main" id="{17711AFD-5052-A961-0686-AA6B29361FA6}"/>
                  </a:ext>
                </a:extLst>
              </p:cNvPr>
              <p:cNvSpPr/>
              <p:nvPr/>
            </p:nvSpPr>
            <p:spPr>
              <a:xfrm>
                <a:off x="406587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g2471">
                <a:extLst>
                  <a:ext uri="{FF2B5EF4-FFF2-40B4-BE49-F238E27FC236}">
                    <a16:creationId xmlns:a16="http://schemas.microsoft.com/office/drawing/2014/main" id="{68D2B193-36B4-6F1D-152A-3BB6AD5207DA}"/>
                  </a:ext>
                </a:extLst>
              </p:cNvPr>
              <p:cNvSpPr/>
              <p:nvPr/>
            </p:nvSpPr>
            <p:spPr>
              <a:xfrm>
                <a:off x="407751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g2472">
                <a:extLst>
                  <a:ext uri="{FF2B5EF4-FFF2-40B4-BE49-F238E27FC236}">
                    <a16:creationId xmlns:a16="http://schemas.microsoft.com/office/drawing/2014/main" id="{30997A26-DFFE-8B28-A4EC-144875D6470B}"/>
                  </a:ext>
                </a:extLst>
              </p:cNvPr>
              <p:cNvSpPr/>
              <p:nvPr/>
            </p:nvSpPr>
            <p:spPr>
              <a:xfrm>
                <a:off x="408914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g2473">
                <a:extLst>
                  <a:ext uri="{FF2B5EF4-FFF2-40B4-BE49-F238E27FC236}">
                    <a16:creationId xmlns:a16="http://schemas.microsoft.com/office/drawing/2014/main" id="{50F78BCD-BDF8-566A-4DE0-D51D7CE2EDF7}"/>
                  </a:ext>
                </a:extLst>
              </p:cNvPr>
              <p:cNvSpPr/>
              <p:nvPr/>
            </p:nvSpPr>
            <p:spPr>
              <a:xfrm>
                <a:off x="410078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g2474">
                <a:extLst>
                  <a:ext uri="{FF2B5EF4-FFF2-40B4-BE49-F238E27FC236}">
                    <a16:creationId xmlns:a16="http://schemas.microsoft.com/office/drawing/2014/main" id="{F3F676CD-2FC8-8D83-69F4-19090E5FAFAC}"/>
                  </a:ext>
                </a:extLst>
              </p:cNvPr>
              <p:cNvSpPr/>
              <p:nvPr/>
            </p:nvSpPr>
            <p:spPr>
              <a:xfrm>
                <a:off x="411242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g2475">
                <a:extLst>
                  <a:ext uri="{FF2B5EF4-FFF2-40B4-BE49-F238E27FC236}">
                    <a16:creationId xmlns:a16="http://schemas.microsoft.com/office/drawing/2014/main" id="{BC96E7BE-8B79-B52F-0A49-2BF92646E72C}"/>
                  </a:ext>
                </a:extLst>
              </p:cNvPr>
              <p:cNvSpPr/>
              <p:nvPr/>
            </p:nvSpPr>
            <p:spPr>
              <a:xfrm>
                <a:off x="412405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g2476">
                <a:extLst>
                  <a:ext uri="{FF2B5EF4-FFF2-40B4-BE49-F238E27FC236}">
                    <a16:creationId xmlns:a16="http://schemas.microsoft.com/office/drawing/2014/main" id="{CAF41118-0734-FC3A-4E4C-CF9F60D1DDB7}"/>
                  </a:ext>
                </a:extLst>
              </p:cNvPr>
              <p:cNvSpPr/>
              <p:nvPr/>
            </p:nvSpPr>
            <p:spPr>
              <a:xfrm>
                <a:off x="413569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g2477">
                <a:extLst>
                  <a:ext uri="{FF2B5EF4-FFF2-40B4-BE49-F238E27FC236}">
                    <a16:creationId xmlns:a16="http://schemas.microsoft.com/office/drawing/2014/main" id="{6D19889A-E874-185E-6834-7A033EDD2D72}"/>
                  </a:ext>
                </a:extLst>
              </p:cNvPr>
              <p:cNvSpPr/>
              <p:nvPr/>
            </p:nvSpPr>
            <p:spPr>
              <a:xfrm>
                <a:off x="414733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g2478">
                <a:extLst>
                  <a:ext uri="{FF2B5EF4-FFF2-40B4-BE49-F238E27FC236}">
                    <a16:creationId xmlns:a16="http://schemas.microsoft.com/office/drawing/2014/main" id="{8C78347E-CD06-6AB4-DBF7-1C9CB20ED527}"/>
                  </a:ext>
                </a:extLst>
              </p:cNvPr>
              <p:cNvSpPr/>
              <p:nvPr/>
            </p:nvSpPr>
            <p:spPr>
              <a:xfrm>
                <a:off x="425207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g2479">
                <a:extLst>
                  <a:ext uri="{FF2B5EF4-FFF2-40B4-BE49-F238E27FC236}">
                    <a16:creationId xmlns:a16="http://schemas.microsoft.com/office/drawing/2014/main" id="{DFC45C06-7A39-F1B8-ACA3-10AD4B347525}"/>
                  </a:ext>
                </a:extLst>
              </p:cNvPr>
              <p:cNvSpPr/>
              <p:nvPr/>
            </p:nvSpPr>
            <p:spPr>
              <a:xfrm>
                <a:off x="426370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g2480">
                <a:extLst>
                  <a:ext uri="{FF2B5EF4-FFF2-40B4-BE49-F238E27FC236}">
                    <a16:creationId xmlns:a16="http://schemas.microsoft.com/office/drawing/2014/main" id="{72FCE1A2-FEE7-247B-FF55-50880966B2A8}"/>
                  </a:ext>
                </a:extLst>
              </p:cNvPr>
              <p:cNvSpPr/>
              <p:nvPr/>
            </p:nvSpPr>
            <p:spPr>
              <a:xfrm>
                <a:off x="427534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g2481">
                <a:extLst>
                  <a:ext uri="{FF2B5EF4-FFF2-40B4-BE49-F238E27FC236}">
                    <a16:creationId xmlns:a16="http://schemas.microsoft.com/office/drawing/2014/main" id="{2BE75377-1A95-585A-B21D-E67B241953A9}"/>
                  </a:ext>
                </a:extLst>
              </p:cNvPr>
              <p:cNvSpPr/>
              <p:nvPr/>
            </p:nvSpPr>
            <p:spPr>
              <a:xfrm>
                <a:off x="428698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g2482">
                <a:extLst>
                  <a:ext uri="{FF2B5EF4-FFF2-40B4-BE49-F238E27FC236}">
                    <a16:creationId xmlns:a16="http://schemas.microsoft.com/office/drawing/2014/main" id="{B2C80648-E470-B075-825C-9605D3FC5B87}"/>
                  </a:ext>
                </a:extLst>
              </p:cNvPr>
              <p:cNvSpPr/>
              <p:nvPr/>
            </p:nvSpPr>
            <p:spPr>
              <a:xfrm>
                <a:off x="429861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g2483">
                <a:extLst>
                  <a:ext uri="{FF2B5EF4-FFF2-40B4-BE49-F238E27FC236}">
                    <a16:creationId xmlns:a16="http://schemas.microsoft.com/office/drawing/2014/main" id="{718EB063-7B7C-9F7C-92C1-38ABC60ABECA}"/>
                  </a:ext>
                </a:extLst>
              </p:cNvPr>
              <p:cNvSpPr/>
              <p:nvPr/>
            </p:nvSpPr>
            <p:spPr>
              <a:xfrm>
                <a:off x="431025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g2484">
                <a:extLst>
                  <a:ext uri="{FF2B5EF4-FFF2-40B4-BE49-F238E27FC236}">
                    <a16:creationId xmlns:a16="http://schemas.microsoft.com/office/drawing/2014/main" id="{1FA741E5-C036-B0CE-E13A-5425660A7E03}"/>
                  </a:ext>
                </a:extLst>
              </p:cNvPr>
              <p:cNvSpPr/>
              <p:nvPr/>
            </p:nvSpPr>
            <p:spPr>
              <a:xfrm>
                <a:off x="432189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g2485">
                <a:extLst>
                  <a:ext uri="{FF2B5EF4-FFF2-40B4-BE49-F238E27FC236}">
                    <a16:creationId xmlns:a16="http://schemas.microsoft.com/office/drawing/2014/main" id="{04CAF522-A591-B46C-0B61-5A42DFE85C76}"/>
                  </a:ext>
                </a:extLst>
              </p:cNvPr>
              <p:cNvSpPr/>
              <p:nvPr/>
            </p:nvSpPr>
            <p:spPr>
              <a:xfrm>
                <a:off x="455464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g2486">
                <a:extLst>
                  <a:ext uri="{FF2B5EF4-FFF2-40B4-BE49-F238E27FC236}">
                    <a16:creationId xmlns:a16="http://schemas.microsoft.com/office/drawing/2014/main" id="{018AA8D8-4299-7077-813A-AF2980223900}"/>
                  </a:ext>
                </a:extLst>
              </p:cNvPr>
              <p:cNvSpPr/>
              <p:nvPr/>
            </p:nvSpPr>
            <p:spPr>
              <a:xfrm>
                <a:off x="456627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g2487">
                <a:extLst>
                  <a:ext uri="{FF2B5EF4-FFF2-40B4-BE49-F238E27FC236}">
                    <a16:creationId xmlns:a16="http://schemas.microsoft.com/office/drawing/2014/main" id="{12230D8A-6EE7-EC76-5F7F-A6906E7186E1}"/>
                  </a:ext>
                </a:extLst>
              </p:cNvPr>
              <p:cNvSpPr/>
              <p:nvPr/>
            </p:nvSpPr>
            <p:spPr>
              <a:xfrm>
                <a:off x="457791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g2488">
                <a:extLst>
                  <a:ext uri="{FF2B5EF4-FFF2-40B4-BE49-F238E27FC236}">
                    <a16:creationId xmlns:a16="http://schemas.microsoft.com/office/drawing/2014/main" id="{D1511186-8B98-CF6B-BD19-9750C18A7CA7}"/>
                  </a:ext>
                </a:extLst>
              </p:cNvPr>
              <p:cNvSpPr/>
              <p:nvPr/>
            </p:nvSpPr>
            <p:spPr>
              <a:xfrm>
                <a:off x="458955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CDABD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g2489">
                <a:extLst>
                  <a:ext uri="{FF2B5EF4-FFF2-40B4-BE49-F238E27FC236}">
                    <a16:creationId xmlns:a16="http://schemas.microsoft.com/office/drawing/2014/main" id="{A425017E-B2AB-CA5F-AC7D-A94FE59AD8FB}"/>
                  </a:ext>
                </a:extLst>
              </p:cNvPr>
              <p:cNvSpPr/>
              <p:nvPr/>
            </p:nvSpPr>
            <p:spPr>
              <a:xfrm>
                <a:off x="460119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g2490">
                <a:extLst>
                  <a:ext uri="{FF2B5EF4-FFF2-40B4-BE49-F238E27FC236}">
                    <a16:creationId xmlns:a16="http://schemas.microsoft.com/office/drawing/2014/main" id="{4EDF721A-0628-FE7F-6D9C-9059293A10A4}"/>
                  </a:ext>
                </a:extLst>
              </p:cNvPr>
              <p:cNvSpPr/>
              <p:nvPr/>
            </p:nvSpPr>
            <p:spPr>
              <a:xfrm>
                <a:off x="323962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g2491">
                <a:extLst>
                  <a:ext uri="{FF2B5EF4-FFF2-40B4-BE49-F238E27FC236}">
                    <a16:creationId xmlns:a16="http://schemas.microsoft.com/office/drawing/2014/main" id="{C8DC4416-0333-F83E-FE63-ABE4D362589D}"/>
                  </a:ext>
                </a:extLst>
              </p:cNvPr>
              <p:cNvSpPr/>
              <p:nvPr/>
            </p:nvSpPr>
            <p:spPr>
              <a:xfrm>
                <a:off x="325125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g2492">
                <a:extLst>
                  <a:ext uri="{FF2B5EF4-FFF2-40B4-BE49-F238E27FC236}">
                    <a16:creationId xmlns:a16="http://schemas.microsoft.com/office/drawing/2014/main" id="{686C9C7A-BC61-D4C6-F87E-AAF6F8113C25}"/>
                  </a:ext>
                </a:extLst>
              </p:cNvPr>
              <p:cNvSpPr/>
              <p:nvPr/>
            </p:nvSpPr>
            <p:spPr>
              <a:xfrm>
                <a:off x="326289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g2493">
                <a:extLst>
                  <a:ext uri="{FF2B5EF4-FFF2-40B4-BE49-F238E27FC236}">
                    <a16:creationId xmlns:a16="http://schemas.microsoft.com/office/drawing/2014/main" id="{A81E7B07-69D0-11C0-C612-BE384B826513}"/>
                  </a:ext>
                </a:extLst>
              </p:cNvPr>
              <p:cNvSpPr/>
              <p:nvPr/>
            </p:nvSpPr>
            <p:spPr>
              <a:xfrm>
                <a:off x="327453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g2494">
                <a:extLst>
                  <a:ext uri="{FF2B5EF4-FFF2-40B4-BE49-F238E27FC236}">
                    <a16:creationId xmlns:a16="http://schemas.microsoft.com/office/drawing/2014/main" id="{BC35369B-1DC9-31F6-8B4E-8B74D672A9F7}"/>
                  </a:ext>
                </a:extLst>
              </p:cNvPr>
              <p:cNvSpPr/>
              <p:nvPr/>
            </p:nvSpPr>
            <p:spPr>
              <a:xfrm>
                <a:off x="328617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g2495">
                <a:extLst>
                  <a:ext uri="{FF2B5EF4-FFF2-40B4-BE49-F238E27FC236}">
                    <a16:creationId xmlns:a16="http://schemas.microsoft.com/office/drawing/2014/main" id="{C57E0AEA-AABD-01DD-202E-2E6B8C2BE2E2}"/>
                  </a:ext>
                </a:extLst>
              </p:cNvPr>
              <p:cNvSpPr/>
              <p:nvPr/>
            </p:nvSpPr>
            <p:spPr>
              <a:xfrm>
                <a:off x="360037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g2496">
                <a:extLst>
                  <a:ext uri="{FF2B5EF4-FFF2-40B4-BE49-F238E27FC236}">
                    <a16:creationId xmlns:a16="http://schemas.microsoft.com/office/drawing/2014/main" id="{6B71778B-EAF5-84FD-FAA1-FA96E402E7A8}"/>
                  </a:ext>
                </a:extLst>
              </p:cNvPr>
              <p:cNvSpPr/>
              <p:nvPr/>
            </p:nvSpPr>
            <p:spPr>
              <a:xfrm>
                <a:off x="361201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g2497">
                <a:extLst>
                  <a:ext uri="{FF2B5EF4-FFF2-40B4-BE49-F238E27FC236}">
                    <a16:creationId xmlns:a16="http://schemas.microsoft.com/office/drawing/2014/main" id="{BC17A6DC-C856-94AA-3E41-2FD0A3A2B7C8}"/>
                  </a:ext>
                </a:extLst>
              </p:cNvPr>
              <p:cNvSpPr/>
              <p:nvPr/>
            </p:nvSpPr>
            <p:spPr>
              <a:xfrm>
                <a:off x="362365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g2498">
                <a:extLst>
                  <a:ext uri="{FF2B5EF4-FFF2-40B4-BE49-F238E27FC236}">
                    <a16:creationId xmlns:a16="http://schemas.microsoft.com/office/drawing/2014/main" id="{F50F772A-856D-D8CD-CA57-C8BF2EABC4FB}"/>
                  </a:ext>
                </a:extLst>
              </p:cNvPr>
              <p:cNvSpPr/>
              <p:nvPr/>
            </p:nvSpPr>
            <p:spPr>
              <a:xfrm>
                <a:off x="363529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g2499">
                <a:extLst>
                  <a:ext uri="{FF2B5EF4-FFF2-40B4-BE49-F238E27FC236}">
                    <a16:creationId xmlns:a16="http://schemas.microsoft.com/office/drawing/2014/main" id="{FE239BA1-13A4-1359-04F0-E038ABCDBB90}"/>
                  </a:ext>
                </a:extLst>
              </p:cNvPr>
              <p:cNvSpPr/>
              <p:nvPr/>
            </p:nvSpPr>
            <p:spPr>
              <a:xfrm>
                <a:off x="364692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g2500">
                <a:extLst>
                  <a:ext uri="{FF2B5EF4-FFF2-40B4-BE49-F238E27FC236}">
                    <a16:creationId xmlns:a16="http://schemas.microsoft.com/office/drawing/2014/main" id="{55E8BDE1-83BB-12C0-92F3-32E5D86D048D}"/>
                  </a:ext>
                </a:extLst>
              </p:cNvPr>
              <p:cNvSpPr/>
              <p:nvPr/>
            </p:nvSpPr>
            <p:spPr>
              <a:xfrm>
                <a:off x="365856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F">
                  <a:alpha val="100000"/>
                </a:srgbClr>
              </a:solidFill>
              <a:ln w="5420" cap="flat">
                <a:solidFill>
                  <a:srgbClr val="3C48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g2501">
                <a:extLst>
                  <a:ext uri="{FF2B5EF4-FFF2-40B4-BE49-F238E27FC236}">
                    <a16:creationId xmlns:a16="http://schemas.microsoft.com/office/drawing/2014/main" id="{1A7F6A73-94ED-FDF8-684F-83777F67F696}"/>
                  </a:ext>
                </a:extLst>
              </p:cNvPr>
              <p:cNvSpPr/>
              <p:nvPr/>
            </p:nvSpPr>
            <p:spPr>
              <a:xfrm>
                <a:off x="3670203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g2502">
                <a:extLst>
                  <a:ext uri="{FF2B5EF4-FFF2-40B4-BE49-F238E27FC236}">
                    <a16:creationId xmlns:a16="http://schemas.microsoft.com/office/drawing/2014/main" id="{FBC89651-F66C-582E-E8F5-A08F4F0D6EB7}"/>
                  </a:ext>
                </a:extLst>
              </p:cNvPr>
              <p:cNvSpPr/>
              <p:nvPr/>
            </p:nvSpPr>
            <p:spPr>
              <a:xfrm>
                <a:off x="368184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g2503">
                <a:extLst>
                  <a:ext uri="{FF2B5EF4-FFF2-40B4-BE49-F238E27FC236}">
                    <a16:creationId xmlns:a16="http://schemas.microsoft.com/office/drawing/2014/main" id="{7B535A08-241E-718A-6132-D8D5E0AC60E1}"/>
                  </a:ext>
                </a:extLst>
              </p:cNvPr>
              <p:cNvSpPr/>
              <p:nvPr/>
            </p:nvSpPr>
            <p:spPr>
              <a:xfrm>
                <a:off x="369347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g2504">
                <a:extLst>
                  <a:ext uri="{FF2B5EF4-FFF2-40B4-BE49-F238E27FC236}">
                    <a16:creationId xmlns:a16="http://schemas.microsoft.com/office/drawing/2014/main" id="{EF346BD7-71C8-0A97-9265-BC630960A364}"/>
                  </a:ext>
                </a:extLst>
              </p:cNvPr>
              <p:cNvSpPr/>
              <p:nvPr/>
            </p:nvSpPr>
            <p:spPr>
              <a:xfrm>
                <a:off x="370511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g2505">
                <a:extLst>
                  <a:ext uri="{FF2B5EF4-FFF2-40B4-BE49-F238E27FC236}">
                    <a16:creationId xmlns:a16="http://schemas.microsoft.com/office/drawing/2014/main" id="{D9306224-F4F5-4F91-D7D2-825C904061E0}"/>
                  </a:ext>
                </a:extLst>
              </p:cNvPr>
              <p:cNvSpPr/>
              <p:nvPr/>
            </p:nvSpPr>
            <p:spPr>
              <a:xfrm>
                <a:off x="371675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g2506">
                <a:extLst>
                  <a:ext uri="{FF2B5EF4-FFF2-40B4-BE49-F238E27FC236}">
                    <a16:creationId xmlns:a16="http://schemas.microsoft.com/office/drawing/2014/main" id="{65A0D670-EF0C-CEB8-C774-C0E59E0EC2B4}"/>
                  </a:ext>
                </a:extLst>
              </p:cNvPr>
              <p:cNvSpPr/>
              <p:nvPr/>
            </p:nvSpPr>
            <p:spPr>
              <a:xfrm>
                <a:off x="372839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g2507">
                <a:extLst>
                  <a:ext uri="{FF2B5EF4-FFF2-40B4-BE49-F238E27FC236}">
                    <a16:creationId xmlns:a16="http://schemas.microsoft.com/office/drawing/2014/main" id="{26D6AC26-D72F-81F3-E7D4-F9D0548B85D6}"/>
                  </a:ext>
                </a:extLst>
              </p:cNvPr>
              <p:cNvSpPr/>
              <p:nvPr/>
            </p:nvSpPr>
            <p:spPr>
              <a:xfrm>
                <a:off x="374002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g2508">
                <a:extLst>
                  <a:ext uri="{FF2B5EF4-FFF2-40B4-BE49-F238E27FC236}">
                    <a16:creationId xmlns:a16="http://schemas.microsoft.com/office/drawing/2014/main" id="{CD36DF54-4400-57C8-1446-696BB09A706B}"/>
                  </a:ext>
                </a:extLst>
              </p:cNvPr>
              <p:cNvSpPr/>
              <p:nvPr/>
            </p:nvSpPr>
            <p:spPr>
              <a:xfrm>
                <a:off x="375166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g2509">
                <a:extLst>
                  <a:ext uri="{FF2B5EF4-FFF2-40B4-BE49-F238E27FC236}">
                    <a16:creationId xmlns:a16="http://schemas.microsoft.com/office/drawing/2014/main" id="{D8617150-AE31-45E4-0014-672DB73D92D3}"/>
                  </a:ext>
                </a:extLst>
              </p:cNvPr>
              <p:cNvSpPr/>
              <p:nvPr/>
            </p:nvSpPr>
            <p:spPr>
              <a:xfrm>
                <a:off x="385640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g2510">
                <a:extLst>
                  <a:ext uri="{FF2B5EF4-FFF2-40B4-BE49-F238E27FC236}">
                    <a16:creationId xmlns:a16="http://schemas.microsoft.com/office/drawing/2014/main" id="{60E6C88B-F31A-3E82-D13C-D90E79667DB4}"/>
                  </a:ext>
                </a:extLst>
              </p:cNvPr>
              <p:cNvSpPr/>
              <p:nvPr/>
            </p:nvSpPr>
            <p:spPr>
              <a:xfrm>
                <a:off x="386803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g2511">
                <a:extLst>
                  <a:ext uri="{FF2B5EF4-FFF2-40B4-BE49-F238E27FC236}">
                    <a16:creationId xmlns:a16="http://schemas.microsoft.com/office/drawing/2014/main" id="{F5AF6C9A-46B0-5C91-9238-81D748D7BC04}"/>
                  </a:ext>
                </a:extLst>
              </p:cNvPr>
              <p:cNvSpPr/>
              <p:nvPr/>
            </p:nvSpPr>
            <p:spPr>
              <a:xfrm>
                <a:off x="387967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g2512">
                <a:extLst>
                  <a:ext uri="{FF2B5EF4-FFF2-40B4-BE49-F238E27FC236}">
                    <a16:creationId xmlns:a16="http://schemas.microsoft.com/office/drawing/2014/main" id="{4A243E4A-8EF1-6075-409F-5C3FC0188867}"/>
                  </a:ext>
                </a:extLst>
              </p:cNvPr>
              <p:cNvSpPr/>
              <p:nvPr/>
            </p:nvSpPr>
            <p:spPr>
              <a:xfrm>
                <a:off x="389131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g2513">
                <a:extLst>
                  <a:ext uri="{FF2B5EF4-FFF2-40B4-BE49-F238E27FC236}">
                    <a16:creationId xmlns:a16="http://schemas.microsoft.com/office/drawing/2014/main" id="{1B6675BC-658D-B713-F565-2572A3F10ADD}"/>
                  </a:ext>
                </a:extLst>
              </p:cNvPr>
              <p:cNvSpPr/>
              <p:nvPr/>
            </p:nvSpPr>
            <p:spPr>
              <a:xfrm>
                <a:off x="390295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g2514">
                <a:extLst>
                  <a:ext uri="{FF2B5EF4-FFF2-40B4-BE49-F238E27FC236}">
                    <a16:creationId xmlns:a16="http://schemas.microsoft.com/office/drawing/2014/main" id="{9A6C0AEE-73B8-3B26-B7D2-E7F79F446F07}"/>
                  </a:ext>
                </a:extLst>
              </p:cNvPr>
              <p:cNvSpPr/>
              <p:nvPr/>
            </p:nvSpPr>
            <p:spPr>
              <a:xfrm>
                <a:off x="391458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g2515">
                <a:extLst>
                  <a:ext uri="{FF2B5EF4-FFF2-40B4-BE49-F238E27FC236}">
                    <a16:creationId xmlns:a16="http://schemas.microsoft.com/office/drawing/2014/main" id="{1211D101-0793-3ADC-7190-F7B3AF3CA82E}"/>
                  </a:ext>
                </a:extLst>
              </p:cNvPr>
              <p:cNvSpPr/>
              <p:nvPr/>
            </p:nvSpPr>
            <p:spPr>
              <a:xfrm>
                <a:off x="392622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g2516">
                <a:extLst>
                  <a:ext uri="{FF2B5EF4-FFF2-40B4-BE49-F238E27FC236}">
                    <a16:creationId xmlns:a16="http://schemas.microsoft.com/office/drawing/2014/main" id="{8B37B7FA-2265-92C0-77B2-E8AFDD3DD464}"/>
                  </a:ext>
                </a:extLst>
              </p:cNvPr>
              <p:cNvSpPr/>
              <p:nvPr/>
            </p:nvSpPr>
            <p:spPr>
              <a:xfrm>
                <a:off x="393786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g2517">
                <a:extLst>
                  <a:ext uri="{FF2B5EF4-FFF2-40B4-BE49-F238E27FC236}">
                    <a16:creationId xmlns:a16="http://schemas.microsoft.com/office/drawing/2014/main" id="{1B3E15A7-71D2-7E88-94FE-70ED2CDBBAA6}"/>
                  </a:ext>
                </a:extLst>
              </p:cNvPr>
              <p:cNvSpPr/>
              <p:nvPr/>
            </p:nvSpPr>
            <p:spPr>
              <a:xfrm>
                <a:off x="394949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g2518">
                <a:extLst>
                  <a:ext uri="{FF2B5EF4-FFF2-40B4-BE49-F238E27FC236}">
                    <a16:creationId xmlns:a16="http://schemas.microsoft.com/office/drawing/2014/main" id="{0BD65C6F-C2F4-CCEF-5848-9F20E05FF2A5}"/>
                  </a:ext>
                </a:extLst>
              </p:cNvPr>
              <p:cNvSpPr/>
              <p:nvPr/>
            </p:nvSpPr>
            <p:spPr>
              <a:xfrm>
                <a:off x="396113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g2519">
                <a:extLst>
                  <a:ext uri="{FF2B5EF4-FFF2-40B4-BE49-F238E27FC236}">
                    <a16:creationId xmlns:a16="http://schemas.microsoft.com/office/drawing/2014/main" id="{04936483-06E3-10A4-D95C-66B7CD893451}"/>
                  </a:ext>
                </a:extLst>
              </p:cNvPr>
              <p:cNvSpPr/>
              <p:nvPr/>
            </p:nvSpPr>
            <p:spPr>
              <a:xfrm>
                <a:off x="406587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g2520">
                <a:extLst>
                  <a:ext uri="{FF2B5EF4-FFF2-40B4-BE49-F238E27FC236}">
                    <a16:creationId xmlns:a16="http://schemas.microsoft.com/office/drawing/2014/main" id="{9F86EFE8-BF8C-E444-D088-E9FCB43F65D2}"/>
                  </a:ext>
                </a:extLst>
              </p:cNvPr>
              <p:cNvSpPr/>
              <p:nvPr/>
            </p:nvSpPr>
            <p:spPr>
              <a:xfrm>
                <a:off x="407751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g2521">
                <a:extLst>
                  <a:ext uri="{FF2B5EF4-FFF2-40B4-BE49-F238E27FC236}">
                    <a16:creationId xmlns:a16="http://schemas.microsoft.com/office/drawing/2014/main" id="{D1ED8034-5750-A07A-AE90-4119429AEC90}"/>
                  </a:ext>
                </a:extLst>
              </p:cNvPr>
              <p:cNvSpPr/>
              <p:nvPr/>
            </p:nvSpPr>
            <p:spPr>
              <a:xfrm>
                <a:off x="408914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g2522">
                <a:extLst>
                  <a:ext uri="{FF2B5EF4-FFF2-40B4-BE49-F238E27FC236}">
                    <a16:creationId xmlns:a16="http://schemas.microsoft.com/office/drawing/2014/main" id="{C3BCDB48-D411-0733-9BB8-FF7BE31ABFE6}"/>
                  </a:ext>
                </a:extLst>
              </p:cNvPr>
              <p:cNvSpPr/>
              <p:nvPr/>
            </p:nvSpPr>
            <p:spPr>
              <a:xfrm>
                <a:off x="410078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g2523">
                <a:extLst>
                  <a:ext uri="{FF2B5EF4-FFF2-40B4-BE49-F238E27FC236}">
                    <a16:creationId xmlns:a16="http://schemas.microsoft.com/office/drawing/2014/main" id="{48C1FF2D-9B39-7A57-4901-0663B5DCF387}"/>
                  </a:ext>
                </a:extLst>
              </p:cNvPr>
              <p:cNvSpPr/>
              <p:nvPr/>
            </p:nvSpPr>
            <p:spPr>
              <a:xfrm>
                <a:off x="411242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g2524">
                <a:extLst>
                  <a:ext uri="{FF2B5EF4-FFF2-40B4-BE49-F238E27FC236}">
                    <a16:creationId xmlns:a16="http://schemas.microsoft.com/office/drawing/2014/main" id="{27F51B4E-A812-EE0A-5ED2-5B0118FF5CDB}"/>
                  </a:ext>
                </a:extLst>
              </p:cNvPr>
              <p:cNvSpPr/>
              <p:nvPr/>
            </p:nvSpPr>
            <p:spPr>
              <a:xfrm>
                <a:off x="412405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g2525">
                <a:extLst>
                  <a:ext uri="{FF2B5EF4-FFF2-40B4-BE49-F238E27FC236}">
                    <a16:creationId xmlns:a16="http://schemas.microsoft.com/office/drawing/2014/main" id="{7DF81BF9-C33F-4601-D5CF-8E5B3C085789}"/>
                  </a:ext>
                </a:extLst>
              </p:cNvPr>
              <p:cNvSpPr/>
              <p:nvPr/>
            </p:nvSpPr>
            <p:spPr>
              <a:xfrm>
                <a:off x="413569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g2526">
                <a:extLst>
                  <a:ext uri="{FF2B5EF4-FFF2-40B4-BE49-F238E27FC236}">
                    <a16:creationId xmlns:a16="http://schemas.microsoft.com/office/drawing/2014/main" id="{1DD2CB36-F02C-3D31-1E35-12AC085301AA}"/>
                  </a:ext>
                </a:extLst>
              </p:cNvPr>
              <p:cNvSpPr/>
              <p:nvPr/>
            </p:nvSpPr>
            <p:spPr>
              <a:xfrm>
                <a:off x="414733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g2527">
                <a:extLst>
                  <a:ext uri="{FF2B5EF4-FFF2-40B4-BE49-F238E27FC236}">
                    <a16:creationId xmlns:a16="http://schemas.microsoft.com/office/drawing/2014/main" id="{FEBCC069-855C-B716-7D5C-2681B6B01736}"/>
                  </a:ext>
                </a:extLst>
              </p:cNvPr>
              <p:cNvSpPr/>
              <p:nvPr/>
            </p:nvSpPr>
            <p:spPr>
              <a:xfrm>
                <a:off x="415897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g2528">
                <a:extLst>
                  <a:ext uri="{FF2B5EF4-FFF2-40B4-BE49-F238E27FC236}">
                    <a16:creationId xmlns:a16="http://schemas.microsoft.com/office/drawing/2014/main" id="{CA6FD65A-CAB3-E220-4C3A-ECB375DC0089}"/>
                  </a:ext>
                </a:extLst>
              </p:cNvPr>
              <p:cNvSpPr/>
              <p:nvPr/>
            </p:nvSpPr>
            <p:spPr>
              <a:xfrm>
                <a:off x="422879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g2529">
                <a:extLst>
                  <a:ext uri="{FF2B5EF4-FFF2-40B4-BE49-F238E27FC236}">
                    <a16:creationId xmlns:a16="http://schemas.microsoft.com/office/drawing/2014/main" id="{566AFCB4-D890-6D88-6387-5057FB507571}"/>
                  </a:ext>
                </a:extLst>
              </p:cNvPr>
              <p:cNvSpPr/>
              <p:nvPr/>
            </p:nvSpPr>
            <p:spPr>
              <a:xfrm>
                <a:off x="424043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g2530">
                <a:extLst>
                  <a:ext uri="{FF2B5EF4-FFF2-40B4-BE49-F238E27FC236}">
                    <a16:creationId xmlns:a16="http://schemas.microsoft.com/office/drawing/2014/main" id="{7197CD75-5597-7F58-672C-84F4A906699B}"/>
                  </a:ext>
                </a:extLst>
              </p:cNvPr>
              <p:cNvSpPr/>
              <p:nvPr/>
            </p:nvSpPr>
            <p:spPr>
              <a:xfrm>
                <a:off x="425207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g2531">
                <a:extLst>
                  <a:ext uri="{FF2B5EF4-FFF2-40B4-BE49-F238E27FC236}">
                    <a16:creationId xmlns:a16="http://schemas.microsoft.com/office/drawing/2014/main" id="{029A8C54-8CCB-E1C9-6660-42673C035051}"/>
                  </a:ext>
                </a:extLst>
              </p:cNvPr>
              <p:cNvSpPr/>
              <p:nvPr/>
            </p:nvSpPr>
            <p:spPr>
              <a:xfrm>
                <a:off x="426370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g2532">
                <a:extLst>
                  <a:ext uri="{FF2B5EF4-FFF2-40B4-BE49-F238E27FC236}">
                    <a16:creationId xmlns:a16="http://schemas.microsoft.com/office/drawing/2014/main" id="{D2731791-31E3-E249-5CFA-A692FC825A2D}"/>
                  </a:ext>
                </a:extLst>
              </p:cNvPr>
              <p:cNvSpPr/>
              <p:nvPr/>
            </p:nvSpPr>
            <p:spPr>
              <a:xfrm>
                <a:off x="427534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g2533">
                <a:extLst>
                  <a:ext uri="{FF2B5EF4-FFF2-40B4-BE49-F238E27FC236}">
                    <a16:creationId xmlns:a16="http://schemas.microsoft.com/office/drawing/2014/main" id="{97FD9915-BEEA-B659-A944-0902A4288CF1}"/>
                  </a:ext>
                </a:extLst>
              </p:cNvPr>
              <p:cNvSpPr/>
              <p:nvPr/>
            </p:nvSpPr>
            <p:spPr>
              <a:xfrm>
                <a:off x="428698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g2534">
                <a:extLst>
                  <a:ext uri="{FF2B5EF4-FFF2-40B4-BE49-F238E27FC236}">
                    <a16:creationId xmlns:a16="http://schemas.microsoft.com/office/drawing/2014/main" id="{B96F91E9-70ED-F38D-DE3A-AD22D5961A71}"/>
                  </a:ext>
                </a:extLst>
              </p:cNvPr>
              <p:cNvSpPr/>
              <p:nvPr/>
            </p:nvSpPr>
            <p:spPr>
              <a:xfrm>
                <a:off x="429861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g2535">
                <a:extLst>
                  <a:ext uri="{FF2B5EF4-FFF2-40B4-BE49-F238E27FC236}">
                    <a16:creationId xmlns:a16="http://schemas.microsoft.com/office/drawing/2014/main" id="{E0D1BBAA-1BB5-B1CC-6701-7DF6EF1B52A2}"/>
                  </a:ext>
                </a:extLst>
              </p:cNvPr>
              <p:cNvSpPr/>
              <p:nvPr/>
            </p:nvSpPr>
            <p:spPr>
              <a:xfrm>
                <a:off x="431025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g2536">
                <a:extLst>
                  <a:ext uri="{FF2B5EF4-FFF2-40B4-BE49-F238E27FC236}">
                    <a16:creationId xmlns:a16="http://schemas.microsoft.com/office/drawing/2014/main" id="{FD673011-91FA-72E8-445B-9092A489BD32}"/>
                  </a:ext>
                </a:extLst>
              </p:cNvPr>
              <p:cNvSpPr/>
              <p:nvPr/>
            </p:nvSpPr>
            <p:spPr>
              <a:xfrm>
                <a:off x="432189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g2537">
                <a:extLst>
                  <a:ext uri="{FF2B5EF4-FFF2-40B4-BE49-F238E27FC236}">
                    <a16:creationId xmlns:a16="http://schemas.microsoft.com/office/drawing/2014/main" id="{27870B15-2947-CAB3-A92D-E805874E2C5B}"/>
                  </a:ext>
                </a:extLst>
              </p:cNvPr>
              <p:cNvSpPr/>
              <p:nvPr/>
            </p:nvSpPr>
            <p:spPr>
              <a:xfrm>
                <a:off x="433353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g2538">
                <a:extLst>
                  <a:ext uri="{FF2B5EF4-FFF2-40B4-BE49-F238E27FC236}">
                    <a16:creationId xmlns:a16="http://schemas.microsoft.com/office/drawing/2014/main" id="{3D07897C-49ED-F6A9-ED22-7F3F76BD309A}"/>
                  </a:ext>
                </a:extLst>
              </p:cNvPr>
              <p:cNvSpPr/>
              <p:nvPr/>
            </p:nvSpPr>
            <p:spPr>
              <a:xfrm>
                <a:off x="434516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g2539">
                <a:extLst>
                  <a:ext uri="{FF2B5EF4-FFF2-40B4-BE49-F238E27FC236}">
                    <a16:creationId xmlns:a16="http://schemas.microsoft.com/office/drawing/2014/main" id="{E6506E3E-7DD0-8A87-95FB-D627736FD68A}"/>
                  </a:ext>
                </a:extLst>
              </p:cNvPr>
              <p:cNvSpPr/>
              <p:nvPr/>
            </p:nvSpPr>
            <p:spPr>
              <a:xfrm>
                <a:off x="455464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g2540">
                <a:extLst>
                  <a:ext uri="{FF2B5EF4-FFF2-40B4-BE49-F238E27FC236}">
                    <a16:creationId xmlns:a16="http://schemas.microsoft.com/office/drawing/2014/main" id="{FAC5893D-DFFF-E687-1E4F-163506495B82}"/>
                  </a:ext>
                </a:extLst>
              </p:cNvPr>
              <p:cNvSpPr/>
              <p:nvPr/>
            </p:nvSpPr>
            <p:spPr>
              <a:xfrm>
                <a:off x="456627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g2541">
                <a:extLst>
                  <a:ext uri="{FF2B5EF4-FFF2-40B4-BE49-F238E27FC236}">
                    <a16:creationId xmlns:a16="http://schemas.microsoft.com/office/drawing/2014/main" id="{FD878B5A-1683-DD7D-70B3-325A05033569}"/>
                  </a:ext>
                </a:extLst>
              </p:cNvPr>
              <p:cNvSpPr/>
              <p:nvPr/>
            </p:nvSpPr>
            <p:spPr>
              <a:xfrm>
                <a:off x="457791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g2542">
                <a:extLst>
                  <a:ext uri="{FF2B5EF4-FFF2-40B4-BE49-F238E27FC236}">
                    <a16:creationId xmlns:a16="http://schemas.microsoft.com/office/drawing/2014/main" id="{AD107CF0-A64D-8194-8019-28C2973BE1AB}"/>
                  </a:ext>
                </a:extLst>
              </p:cNvPr>
              <p:cNvSpPr/>
              <p:nvPr/>
            </p:nvSpPr>
            <p:spPr>
              <a:xfrm>
                <a:off x="458955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g2543">
                <a:extLst>
                  <a:ext uri="{FF2B5EF4-FFF2-40B4-BE49-F238E27FC236}">
                    <a16:creationId xmlns:a16="http://schemas.microsoft.com/office/drawing/2014/main" id="{D3390793-1D89-0F34-664B-DB146607B48B}"/>
                  </a:ext>
                </a:extLst>
              </p:cNvPr>
              <p:cNvSpPr/>
              <p:nvPr/>
            </p:nvSpPr>
            <p:spPr>
              <a:xfrm>
                <a:off x="460119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g2544">
                <a:extLst>
                  <a:ext uri="{FF2B5EF4-FFF2-40B4-BE49-F238E27FC236}">
                    <a16:creationId xmlns:a16="http://schemas.microsoft.com/office/drawing/2014/main" id="{A87D154E-5FE0-CEDC-0F6D-2F84F78843EB}"/>
                  </a:ext>
                </a:extLst>
              </p:cNvPr>
              <p:cNvSpPr/>
              <p:nvPr/>
            </p:nvSpPr>
            <p:spPr>
              <a:xfrm>
                <a:off x="314652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g2545">
                <a:extLst>
                  <a:ext uri="{FF2B5EF4-FFF2-40B4-BE49-F238E27FC236}">
                    <a16:creationId xmlns:a16="http://schemas.microsoft.com/office/drawing/2014/main" id="{42BE70C0-26DE-48A4-E6C7-0D20E5992D84}"/>
                  </a:ext>
                </a:extLst>
              </p:cNvPr>
              <p:cNvSpPr/>
              <p:nvPr/>
            </p:nvSpPr>
            <p:spPr>
              <a:xfrm>
                <a:off x="315816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g2546">
                <a:extLst>
                  <a:ext uri="{FF2B5EF4-FFF2-40B4-BE49-F238E27FC236}">
                    <a16:creationId xmlns:a16="http://schemas.microsoft.com/office/drawing/2014/main" id="{04128109-9F86-61F6-B8F7-86D61006F574}"/>
                  </a:ext>
                </a:extLst>
              </p:cNvPr>
              <p:cNvSpPr/>
              <p:nvPr/>
            </p:nvSpPr>
            <p:spPr>
              <a:xfrm>
                <a:off x="316979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g2547">
                <a:extLst>
                  <a:ext uri="{FF2B5EF4-FFF2-40B4-BE49-F238E27FC236}">
                    <a16:creationId xmlns:a16="http://schemas.microsoft.com/office/drawing/2014/main" id="{D7646519-0BE7-5106-9799-7CA26F21E9CA}"/>
                  </a:ext>
                </a:extLst>
              </p:cNvPr>
              <p:cNvSpPr/>
              <p:nvPr/>
            </p:nvSpPr>
            <p:spPr>
              <a:xfrm>
                <a:off x="322798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g2548">
                <a:extLst>
                  <a:ext uri="{FF2B5EF4-FFF2-40B4-BE49-F238E27FC236}">
                    <a16:creationId xmlns:a16="http://schemas.microsoft.com/office/drawing/2014/main" id="{A71DCF97-576A-E0C8-8FE4-D7E2F9C14ABD}"/>
                  </a:ext>
                </a:extLst>
              </p:cNvPr>
              <p:cNvSpPr/>
              <p:nvPr/>
            </p:nvSpPr>
            <p:spPr>
              <a:xfrm>
                <a:off x="323962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g2549">
                <a:extLst>
                  <a:ext uri="{FF2B5EF4-FFF2-40B4-BE49-F238E27FC236}">
                    <a16:creationId xmlns:a16="http://schemas.microsoft.com/office/drawing/2014/main" id="{FF5514BD-2129-3CCC-4532-1F9C76E822CD}"/>
                  </a:ext>
                </a:extLst>
              </p:cNvPr>
              <p:cNvSpPr/>
              <p:nvPr/>
            </p:nvSpPr>
            <p:spPr>
              <a:xfrm>
                <a:off x="325125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g2550">
                <a:extLst>
                  <a:ext uri="{FF2B5EF4-FFF2-40B4-BE49-F238E27FC236}">
                    <a16:creationId xmlns:a16="http://schemas.microsoft.com/office/drawing/2014/main" id="{75B14E23-111E-14F9-FEB6-8979EB235441}"/>
                  </a:ext>
                </a:extLst>
              </p:cNvPr>
              <p:cNvSpPr/>
              <p:nvPr/>
            </p:nvSpPr>
            <p:spPr>
              <a:xfrm>
                <a:off x="326289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g2551">
                <a:extLst>
                  <a:ext uri="{FF2B5EF4-FFF2-40B4-BE49-F238E27FC236}">
                    <a16:creationId xmlns:a16="http://schemas.microsoft.com/office/drawing/2014/main" id="{11463B3F-19C5-5DBB-76D7-01676137E12C}"/>
                  </a:ext>
                </a:extLst>
              </p:cNvPr>
              <p:cNvSpPr/>
              <p:nvPr/>
            </p:nvSpPr>
            <p:spPr>
              <a:xfrm>
                <a:off x="327453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g2552">
                <a:extLst>
                  <a:ext uri="{FF2B5EF4-FFF2-40B4-BE49-F238E27FC236}">
                    <a16:creationId xmlns:a16="http://schemas.microsoft.com/office/drawing/2014/main" id="{E3586EE9-ADAB-1C81-EFB3-06D8A8097EAF}"/>
                  </a:ext>
                </a:extLst>
              </p:cNvPr>
              <p:cNvSpPr/>
              <p:nvPr/>
            </p:nvSpPr>
            <p:spPr>
              <a:xfrm>
                <a:off x="328617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g2553">
                <a:extLst>
                  <a:ext uri="{FF2B5EF4-FFF2-40B4-BE49-F238E27FC236}">
                    <a16:creationId xmlns:a16="http://schemas.microsoft.com/office/drawing/2014/main" id="{0B9DB1B3-E0BB-F1E6-AB21-6BA1FBEF8057}"/>
                  </a:ext>
                </a:extLst>
              </p:cNvPr>
              <p:cNvSpPr/>
              <p:nvPr/>
            </p:nvSpPr>
            <p:spPr>
              <a:xfrm>
                <a:off x="329780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g2554">
                <a:extLst>
                  <a:ext uri="{FF2B5EF4-FFF2-40B4-BE49-F238E27FC236}">
                    <a16:creationId xmlns:a16="http://schemas.microsoft.com/office/drawing/2014/main" id="{5A9002A5-D2FF-749D-28C2-4841A751AEF8}"/>
                  </a:ext>
                </a:extLst>
              </p:cNvPr>
              <p:cNvSpPr/>
              <p:nvPr/>
            </p:nvSpPr>
            <p:spPr>
              <a:xfrm>
                <a:off x="330944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g2555">
                <a:extLst>
                  <a:ext uri="{FF2B5EF4-FFF2-40B4-BE49-F238E27FC236}">
                    <a16:creationId xmlns:a16="http://schemas.microsoft.com/office/drawing/2014/main" id="{976F8EA1-DFCC-0E15-51D6-9CA415C720EC}"/>
                  </a:ext>
                </a:extLst>
              </p:cNvPr>
              <p:cNvSpPr/>
              <p:nvPr/>
            </p:nvSpPr>
            <p:spPr>
              <a:xfrm>
                <a:off x="332108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g2556">
                <a:extLst>
                  <a:ext uri="{FF2B5EF4-FFF2-40B4-BE49-F238E27FC236}">
                    <a16:creationId xmlns:a16="http://schemas.microsoft.com/office/drawing/2014/main" id="{F2C0A779-D7EF-2336-7C19-9841B7AC99E6}"/>
                  </a:ext>
                </a:extLst>
              </p:cNvPr>
              <p:cNvSpPr/>
              <p:nvPr/>
            </p:nvSpPr>
            <p:spPr>
              <a:xfrm>
                <a:off x="333272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g2557">
                <a:extLst>
                  <a:ext uri="{FF2B5EF4-FFF2-40B4-BE49-F238E27FC236}">
                    <a16:creationId xmlns:a16="http://schemas.microsoft.com/office/drawing/2014/main" id="{9C573F10-7637-1F5C-C35D-5858F44E23F5}"/>
                  </a:ext>
                </a:extLst>
              </p:cNvPr>
              <p:cNvSpPr/>
              <p:nvPr/>
            </p:nvSpPr>
            <p:spPr>
              <a:xfrm>
                <a:off x="334435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g2558">
                <a:extLst>
                  <a:ext uri="{FF2B5EF4-FFF2-40B4-BE49-F238E27FC236}">
                    <a16:creationId xmlns:a16="http://schemas.microsoft.com/office/drawing/2014/main" id="{90C7969E-19ED-2D10-CE7A-203EBBF5A9B3}"/>
                  </a:ext>
                </a:extLst>
              </p:cNvPr>
              <p:cNvSpPr/>
              <p:nvPr/>
            </p:nvSpPr>
            <p:spPr>
              <a:xfrm>
                <a:off x="343745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g2559">
                <a:extLst>
                  <a:ext uri="{FF2B5EF4-FFF2-40B4-BE49-F238E27FC236}">
                    <a16:creationId xmlns:a16="http://schemas.microsoft.com/office/drawing/2014/main" id="{D9FFFC63-BB71-B014-94AD-1616821742AC}"/>
                  </a:ext>
                </a:extLst>
              </p:cNvPr>
              <p:cNvSpPr/>
              <p:nvPr/>
            </p:nvSpPr>
            <p:spPr>
              <a:xfrm>
                <a:off x="344909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g2560">
                <a:extLst>
                  <a:ext uri="{FF2B5EF4-FFF2-40B4-BE49-F238E27FC236}">
                    <a16:creationId xmlns:a16="http://schemas.microsoft.com/office/drawing/2014/main" id="{7A764835-F599-8FDD-E551-211A39CE8C8C}"/>
                  </a:ext>
                </a:extLst>
              </p:cNvPr>
              <p:cNvSpPr/>
              <p:nvPr/>
            </p:nvSpPr>
            <p:spPr>
              <a:xfrm>
                <a:off x="346073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g2561">
                <a:extLst>
                  <a:ext uri="{FF2B5EF4-FFF2-40B4-BE49-F238E27FC236}">
                    <a16:creationId xmlns:a16="http://schemas.microsoft.com/office/drawing/2014/main" id="{6076FDD1-C945-8391-478E-35914767985C}"/>
                  </a:ext>
                </a:extLst>
              </p:cNvPr>
              <p:cNvSpPr/>
              <p:nvPr/>
            </p:nvSpPr>
            <p:spPr>
              <a:xfrm>
                <a:off x="347236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g2562">
                <a:extLst>
                  <a:ext uri="{FF2B5EF4-FFF2-40B4-BE49-F238E27FC236}">
                    <a16:creationId xmlns:a16="http://schemas.microsoft.com/office/drawing/2014/main" id="{E391C0EF-05D0-7312-8B1E-2B2705C2EEDA}"/>
                  </a:ext>
                </a:extLst>
              </p:cNvPr>
              <p:cNvSpPr/>
              <p:nvPr/>
            </p:nvSpPr>
            <p:spPr>
              <a:xfrm>
                <a:off x="348400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g2563">
                <a:extLst>
                  <a:ext uri="{FF2B5EF4-FFF2-40B4-BE49-F238E27FC236}">
                    <a16:creationId xmlns:a16="http://schemas.microsoft.com/office/drawing/2014/main" id="{A07CC8EC-AF81-2E18-9E50-76081E10D080}"/>
                  </a:ext>
                </a:extLst>
              </p:cNvPr>
              <p:cNvSpPr/>
              <p:nvPr/>
            </p:nvSpPr>
            <p:spPr>
              <a:xfrm>
                <a:off x="360037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g2564">
                <a:extLst>
                  <a:ext uri="{FF2B5EF4-FFF2-40B4-BE49-F238E27FC236}">
                    <a16:creationId xmlns:a16="http://schemas.microsoft.com/office/drawing/2014/main" id="{7A44A954-4FE1-A4ED-8484-A8CA48ACCD7E}"/>
                  </a:ext>
                </a:extLst>
              </p:cNvPr>
              <p:cNvSpPr/>
              <p:nvPr/>
            </p:nvSpPr>
            <p:spPr>
              <a:xfrm>
                <a:off x="361201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g2565">
                <a:extLst>
                  <a:ext uri="{FF2B5EF4-FFF2-40B4-BE49-F238E27FC236}">
                    <a16:creationId xmlns:a16="http://schemas.microsoft.com/office/drawing/2014/main" id="{7725185B-4651-D080-758A-A275630FFB65}"/>
                  </a:ext>
                </a:extLst>
              </p:cNvPr>
              <p:cNvSpPr/>
              <p:nvPr/>
            </p:nvSpPr>
            <p:spPr>
              <a:xfrm>
                <a:off x="362365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g2566">
                <a:extLst>
                  <a:ext uri="{FF2B5EF4-FFF2-40B4-BE49-F238E27FC236}">
                    <a16:creationId xmlns:a16="http://schemas.microsoft.com/office/drawing/2014/main" id="{5A13EC9A-DD78-F8F4-573C-BC484C5880A1}"/>
                  </a:ext>
                </a:extLst>
              </p:cNvPr>
              <p:cNvSpPr/>
              <p:nvPr/>
            </p:nvSpPr>
            <p:spPr>
              <a:xfrm>
                <a:off x="363529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g2567">
                <a:extLst>
                  <a:ext uri="{FF2B5EF4-FFF2-40B4-BE49-F238E27FC236}">
                    <a16:creationId xmlns:a16="http://schemas.microsoft.com/office/drawing/2014/main" id="{5C197746-288D-20DA-360D-56DC3E9C94C0}"/>
                  </a:ext>
                </a:extLst>
              </p:cNvPr>
              <p:cNvSpPr/>
              <p:nvPr/>
            </p:nvSpPr>
            <p:spPr>
              <a:xfrm>
                <a:off x="364692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g2568">
                <a:extLst>
                  <a:ext uri="{FF2B5EF4-FFF2-40B4-BE49-F238E27FC236}">
                    <a16:creationId xmlns:a16="http://schemas.microsoft.com/office/drawing/2014/main" id="{5F262045-79B0-E081-DEA8-E6BD03FF88CD}"/>
                  </a:ext>
                </a:extLst>
              </p:cNvPr>
              <p:cNvSpPr/>
              <p:nvPr/>
            </p:nvSpPr>
            <p:spPr>
              <a:xfrm>
                <a:off x="365856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g2569">
                <a:extLst>
                  <a:ext uri="{FF2B5EF4-FFF2-40B4-BE49-F238E27FC236}">
                    <a16:creationId xmlns:a16="http://schemas.microsoft.com/office/drawing/2014/main" id="{7D457EE5-48B4-7373-3598-736BCFAD1678}"/>
                  </a:ext>
                </a:extLst>
              </p:cNvPr>
              <p:cNvSpPr/>
              <p:nvPr/>
            </p:nvSpPr>
            <p:spPr>
              <a:xfrm>
                <a:off x="367020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g2570">
                <a:extLst>
                  <a:ext uri="{FF2B5EF4-FFF2-40B4-BE49-F238E27FC236}">
                    <a16:creationId xmlns:a16="http://schemas.microsoft.com/office/drawing/2014/main" id="{D38D2D33-D6F0-1524-1D3C-A2A9A8224932}"/>
                  </a:ext>
                </a:extLst>
              </p:cNvPr>
              <p:cNvSpPr/>
              <p:nvPr/>
            </p:nvSpPr>
            <p:spPr>
              <a:xfrm>
                <a:off x="368184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g2571">
                <a:extLst>
                  <a:ext uri="{FF2B5EF4-FFF2-40B4-BE49-F238E27FC236}">
                    <a16:creationId xmlns:a16="http://schemas.microsoft.com/office/drawing/2014/main" id="{D0EC1395-4AA4-2F9F-5262-C5383A93EAC3}"/>
                  </a:ext>
                </a:extLst>
              </p:cNvPr>
              <p:cNvSpPr/>
              <p:nvPr/>
            </p:nvSpPr>
            <p:spPr>
              <a:xfrm>
                <a:off x="369347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g2572">
                <a:extLst>
                  <a:ext uri="{FF2B5EF4-FFF2-40B4-BE49-F238E27FC236}">
                    <a16:creationId xmlns:a16="http://schemas.microsoft.com/office/drawing/2014/main" id="{1EAA77BB-98FC-0989-C248-16AC40661421}"/>
                  </a:ext>
                </a:extLst>
              </p:cNvPr>
              <p:cNvSpPr/>
              <p:nvPr/>
            </p:nvSpPr>
            <p:spPr>
              <a:xfrm>
                <a:off x="370511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g2573">
                <a:extLst>
                  <a:ext uri="{FF2B5EF4-FFF2-40B4-BE49-F238E27FC236}">
                    <a16:creationId xmlns:a16="http://schemas.microsoft.com/office/drawing/2014/main" id="{82E5594C-ACB4-C2C5-E45F-7EDF4D8DEC06}"/>
                  </a:ext>
                </a:extLst>
              </p:cNvPr>
              <p:cNvSpPr/>
              <p:nvPr/>
            </p:nvSpPr>
            <p:spPr>
              <a:xfrm>
                <a:off x="371675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g2574">
                <a:extLst>
                  <a:ext uri="{FF2B5EF4-FFF2-40B4-BE49-F238E27FC236}">
                    <a16:creationId xmlns:a16="http://schemas.microsoft.com/office/drawing/2014/main" id="{C59C1AD4-B6D1-84E0-4518-E8D9A16778BF}"/>
                  </a:ext>
                </a:extLst>
              </p:cNvPr>
              <p:cNvSpPr/>
              <p:nvPr/>
            </p:nvSpPr>
            <p:spPr>
              <a:xfrm>
                <a:off x="372839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g2575">
                <a:extLst>
                  <a:ext uri="{FF2B5EF4-FFF2-40B4-BE49-F238E27FC236}">
                    <a16:creationId xmlns:a16="http://schemas.microsoft.com/office/drawing/2014/main" id="{7D930914-EAF5-4656-FA33-C30115ABC87F}"/>
                  </a:ext>
                </a:extLst>
              </p:cNvPr>
              <p:cNvSpPr/>
              <p:nvPr/>
            </p:nvSpPr>
            <p:spPr>
              <a:xfrm>
                <a:off x="374002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g2576">
                <a:extLst>
                  <a:ext uri="{FF2B5EF4-FFF2-40B4-BE49-F238E27FC236}">
                    <a16:creationId xmlns:a16="http://schemas.microsoft.com/office/drawing/2014/main" id="{95F9A655-1ED6-502C-28BF-410B77CD445D}"/>
                  </a:ext>
                </a:extLst>
              </p:cNvPr>
              <p:cNvSpPr/>
              <p:nvPr/>
            </p:nvSpPr>
            <p:spPr>
              <a:xfrm>
                <a:off x="375166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g2577">
                <a:extLst>
                  <a:ext uri="{FF2B5EF4-FFF2-40B4-BE49-F238E27FC236}">
                    <a16:creationId xmlns:a16="http://schemas.microsoft.com/office/drawing/2014/main" id="{3AA0D9A4-6553-0AEA-A1E1-9449635B5D81}"/>
                  </a:ext>
                </a:extLst>
              </p:cNvPr>
              <p:cNvSpPr/>
              <p:nvPr/>
            </p:nvSpPr>
            <p:spPr>
              <a:xfrm>
                <a:off x="410078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g2578">
                <a:extLst>
                  <a:ext uri="{FF2B5EF4-FFF2-40B4-BE49-F238E27FC236}">
                    <a16:creationId xmlns:a16="http://schemas.microsoft.com/office/drawing/2014/main" id="{709116EF-C9AB-2BDA-84F8-B7CED0FD943F}"/>
                  </a:ext>
                </a:extLst>
              </p:cNvPr>
              <p:cNvSpPr/>
              <p:nvPr/>
            </p:nvSpPr>
            <p:spPr>
              <a:xfrm>
                <a:off x="411242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g2579">
                <a:extLst>
                  <a:ext uri="{FF2B5EF4-FFF2-40B4-BE49-F238E27FC236}">
                    <a16:creationId xmlns:a16="http://schemas.microsoft.com/office/drawing/2014/main" id="{7E31D9B8-2407-EE44-400E-A4E161A9FE2A}"/>
                  </a:ext>
                </a:extLst>
              </p:cNvPr>
              <p:cNvSpPr/>
              <p:nvPr/>
            </p:nvSpPr>
            <p:spPr>
              <a:xfrm>
                <a:off x="412405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g2580">
                <a:extLst>
                  <a:ext uri="{FF2B5EF4-FFF2-40B4-BE49-F238E27FC236}">
                    <a16:creationId xmlns:a16="http://schemas.microsoft.com/office/drawing/2014/main" id="{2B6FE7A1-FBE9-2372-AF29-6ED2EA8BECFE}"/>
                  </a:ext>
                </a:extLst>
              </p:cNvPr>
              <p:cNvSpPr/>
              <p:nvPr/>
            </p:nvSpPr>
            <p:spPr>
              <a:xfrm>
                <a:off x="413569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g2581">
                <a:extLst>
                  <a:ext uri="{FF2B5EF4-FFF2-40B4-BE49-F238E27FC236}">
                    <a16:creationId xmlns:a16="http://schemas.microsoft.com/office/drawing/2014/main" id="{125ED287-941E-3173-6DB4-E862B42515B5}"/>
                  </a:ext>
                </a:extLst>
              </p:cNvPr>
              <p:cNvSpPr/>
              <p:nvPr/>
            </p:nvSpPr>
            <p:spPr>
              <a:xfrm>
                <a:off x="414733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g2582">
                <a:extLst>
                  <a:ext uri="{FF2B5EF4-FFF2-40B4-BE49-F238E27FC236}">
                    <a16:creationId xmlns:a16="http://schemas.microsoft.com/office/drawing/2014/main" id="{1C701731-7241-0C6E-D815-CF9D5DA596BC}"/>
                  </a:ext>
                </a:extLst>
              </p:cNvPr>
              <p:cNvSpPr/>
              <p:nvPr/>
            </p:nvSpPr>
            <p:spPr>
              <a:xfrm>
                <a:off x="415897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g2583">
                <a:extLst>
                  <a:ext uri="{FF2B5EF4-FFF2-40B4-BE49-F238E27FC236}">
                    <a16:creationId xmlns:a16="http://schemas.microsoft.com/office/drawing/2014/main" id="{68AA63D5-E092-BB7E-435A-3FD75601648C}"/>
                  </a:ext>
                </a:extLst>
              </p:cNvPr>
              <p:cNvSpPr/>
              <p:nvPr/>
            </p:nvSpPr>
            <p:spPr>
              <a:xfrm>
                <a:off x="417060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g2584">
                <a:extLst>
                  <a:ext uri="{FF2B5EF4-FFF2-40B4-BE49-F238E27FC236}">
                    <a16:creationId xmlns:a16="http://schemas.microsoft.com/office/drawing/2014/main" id="{3D5102B0-5618-EF3E-00EA-B03E50ACDC94}"/>
                  </a:ext>
                </a:extLst>
              </p:cNvPr>
              <p:cNvSpPr/>
              <p:nvPr/>
            </p:nvSpPr>
            <p:spPr>
              <a:xfrm>
                <a:off x="419388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g2585">
                <a:extLst>
                  <a:ext uri="{FF2B5EF4-FFF2-40B4-BE49-F238E27FC236}">
                    <a16:creationId xmlns:a16="http://schemas.microsoft.com/office/drawing/2014/main" id="{F4CA4F4A-781A-27A0-9B52-3CB2886FAE09}"/>
                  </a:ext>
                </a:extLst>
              </p:cNvPr>
              <p:cNvSpPr/>
              <p:nvPr/>
            </p:nvSpPr>
            <p:spPr>
              <a:xfrm>
                <a:off x="420552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g2586">
                <a:extLst>
                  <a:ext uri="{FF2B5EF4-FFF2-40B4-BE49-F238E27FC236}">
                    <a16:creationId xmlns:a16="http://schemas.microsoft.com/office/drawing/2014/main" id="{BD8FC56A-956E-65B3-4427-8442319FB0FE}"/>
                  </a:ext>
                </a:extLst>
              </p:cNvPr>
              <p:cNvSpPr/>
              <p:nvPr/>
            </p:nvSpPr>
            <p:spPr>
              <a:xfrm>
                <a:off x="421715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g2587">
                <a:extLst>
                  <a:ext uri="{FF2B5EF4-FFF2-40B4-BE49-F238E27FC236}">
                    <a16:creationId xmlns:a16="http://schemas.microsoft.com/office/drawing/2014/main" id="{FC1E06A5-3FD7-F081-0476-68E8E350CF99}"/>
                  </a:ext>
                </a:extLst>
              </p:cNvPr>
              <p:cNvSpPr/>
              <p:nvPr/>
            </p:nvSpPr>
            <p:spPr>
              <a:xfrm>
                <a:off x="422879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g2588">
                <a:extLst>
                  <a:ext uri="{FF2B5EF4-FFF2-40B4-BE49-F238E27FC236}">
                    <a16:creationId xmlns:a16="http://schemas.microsoft.com/office/drawing/2014/main" id="{53608FF2-4D70-F288-2229-4980B0648523}"/>
                  </a:ext>
                </a:extLst>
              </p:cNvPr>
              <p:cNvSpPr/>
              <p:nvPr/>
            </p:nvSpPr>
            <p:spPr>
              <a:xfrm>
                <a:off x="424043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g2589">
                <a:extLst>
                  <a:ext uri="{FF2B5EF4-FFF2-40B4-BE49-F238E27FC236}">
                    <a16:creationId xmlns:a16="http://schemas.microsoft.com/office/drawing/2014/main" id="{77591981-7B5E-B9E8-E60D-2D42F3C29528}"/>
                  </a:ext>
                </a:extLst>
              </p:cNvPr>
              <p:cNvSpPr/>
              <p:nvPr/>
            </p:nvSpPr>
            <p:spPr>
              <a:xfrm>
                <a:off x="425207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g2590">
                <a:extLst>
                  <a:ext uri="{FF2B5EF4-FFF2-40B4-BE49-F238E27FC236}">
                    <a16:creationId xmlns:a16="http://schemas.microsoft.com/office/drawing/2014/main" id="{F4383D5B-B773-3C9F-2D15-4611D07A02D2}"/>
                  </a:ext>
                </a:extLst>
              </p:cNvPr>
              <p:cNvSpPr/>
              <p:nvPr/>
            </p:nvSpPr>
            <p:spPr>
              <a:xfrm>
                <a:off x="426370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g2591">
                <a:extLst>
                  <a:ext uri="{FF2B5EF4-FFF2-40B4-BE49-F238E27FC236}">
                    <a16:creationId xmlns:a16="http://schemas.microsoft.com/office/drawing/2014/main" id="{06B2CC06-E3D3-854B-AC6A-ED9B836371C0}"/>
                  </a:ext>
                </a:extLst>
              </p:cNvPr>
              <p:cNvSpPr/>
              <p:nvPr/>
            </p:nvSpPr>
            <p:spPr>
              <a:xfrm>
                <a:off x="427534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g2592">
                <a:extLst>
                  <a:ext uri="{FF2B5EF4-FFF2-40B4-BE49-F238E27FC236}">
                    <a16:creationId xmlns:a16="http://schemas.microsoft.com/office/drawing/2014/main" id="{064FF7E0-3EFB-04A2-89FC-A3B6569B843E}"/>
                  </a:ext>
                </a:extLst>
              </p:cNvPr>
              <p:cNvSpPr/>
              <p:nvPr/>
            </p:nvSpPr>
            <p:spPr>
              <a:xfrm>
                <a:off x="428698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g2593">
                <a:extLst>
                  <a:ext uri="{FF2B5EF4-FFF2-40B4-BE49-F238E27FC236}">
                    <a16:creationId xmlns:a16="http://schemas.microsoft.com/office/drawing/2014/main" id="{1F34E99A-A95C-BADF-026F-4163B88B7175}"/>
                  </a:ext>
                </a:extLst>
              </p:cNvPr>
              <p:cNvSpPr/>
              <p:nvPr/>
            </p:nvSpPr>
            <p:spPr>
              <a:xfrm>
                <a:off x="429861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g2594">
                <a:extLst>
                  <a:ext uri="{FF2B5EF4-FFF2-40B4-BE49-F238E27FC236}">
                    <a16:creationId xmlns:a16="http://schemas.microsoft.com/office/drawing/2014/main" id="{D8BAB753-AE3A-2C63-8ED4-22A0FA4F0693}"/>
                  </a:ext>
                </a:extLst>
              </p:cNvPr>
              <p:cNvSpPr/>
              <p:nvPr/>
            </p:nvSpPr>
            <p:spPr>
              <a:xfrm>
                <a:off x="431025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g2595">
                <a:extLst>
                  <a:ext uri="{FF2B5EF4-FFF2-40B4-BE49-F238E27FC236}">
                    <a16:creationId xmlns:a16="http://schemas.microsoft.com/office/drawing/2014/main" id="{7A132C2A-2157-FAE8-3D94-7E41C256831A}"/>
                  </a:ext>
                </a:extLst>
              </p:cNvPr>
              <p:cNvSpPr/>
              <p:nvPr/>
            </p:nvSpPr>
            <p:spPr>
              <a:xfrm>
                <a:off x="432189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g2596">
                <a:extLst>
                  <a:ext uri="{FF2B5EF4-FFF2-40B4-BE49-F238E27FC236}">
                    <a16:creationId xmlns:a16="http://schemas.microsoft.com/office/drawing/2014/main" id="{86DA0FAB-C947-9265-EE31-B4C848EBBBB9}"/>
                  </a:ext>
                </a:extLst>
              </p:cNvPr>
              <p:cNvSpPr/>
              <p:nvPr/>
            </p:nvSpPr>
            <p:spPr>
              <a:xfrm>
                <a:off x="433353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g2597">
                <a:extLst>
                  <a:ext uri="{FF2B5EF4-FFF2-40B4-BE49-F238E27FC236}">
                    <a16:creationId xmlns:a16="http://schemas.microsoft.com/office/drawing/2014/main" id="{D251B182-694F-BA37-E5F0-18D0C454DAAD}"/>
                  </a:ext>
                </a:extLst>
              </p:cNvPr>
              <p:cNvSpPr/>
              <p:nvPr/>
            </p:nvSpPr>
            <p:spPr>
              <a:xfrm>
                <a:off x="434516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g2598">
                <a:extLst>
                  <a:ext uri="{FF2B5EF4-FFF2-40B4-BE49-F238E27FC236}">
                    <a16:creationId xmlns:a16="http://schemas.microsoft.com/office/drawing/2014/main" id="{E82CEE1A-A2BE-6606-9EF5-71AD7AB0092F}"/>
                  </a:ext>
                </a:extLst>
              </p:cNvPr>
              <p:cNvSpPr/>
              <p:nvPr/>
            </p:nvSpPr>
            <p:spPr>
              <a:xfrm>
                <a:off x="435680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g2599">
                <a:extLst>
                  <a:ext uri="{FF2B5EF4-FFF2-40B4-BE49-F238E27FC236}">
                    <a16:creationId xmlns:a16="http://schemas.microsoft.com/office/drawing/2014/main" id="{E68ED9B2-B733-8531-5128-19A9A683D3D3}"/>
                  </a:ext>
                </a:extLst>
              </p:cNvPr>
              <p:cNvSpPr/>
              <p:nvPr/>
            </p:nvSpPr>
            <p:spPr>
              <a:xfrm>
                <a:off x="456627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g2600">
                <a:extLst>
                  <a:ext uri="{FF2B5EF4-FFF2-40B4-BE49-F238E27FC236}">
                    <a16:creationId xmlns:a16="http://schemas.microsoft.com/office/drawing/2014/main" id="{69A7A5DE-76F4-DE79-9907-463F7CA601E7}"/>
                  </a:ext>
                </a:extLst>
              </p:cNvPr>
              <p:cNvSpPr/>
              <p:nvPr/>
            </p:nvSpPr>
            <p:spPr>
              <a:xfrm>
                <a:off x="457791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g2601">
                <a:extLst>
                  <a:ext uri="{FF2B5EF4-FFF2-40B4-BE49-F238E27FC236}">
                    <a16:creationId xmlns:a16="http://schemas.microsoft.com/office/drawing/2014/main" id="{6D76F361-EAB0-4F40-AAA4-364E2C33DECF}"/>
                  </a:ext>
                </a:extLst>
              </p:cNvPr>
              <p:cNvSpPr/>
              <p:nvPr/>
            </p:nvSpPr>
            <p:spPr>
              <a:xfrm>
                <a:off x="458955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5D8BA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g2602">
                <a:extLst>
                  <a:ext uri="{FF2B5EF4-FFF2-40B4-BE49-F238E27FC236}">
                    <a16:creationId xmlns:a16="http://schemas.microsoft.com/office/drawing/2014/main" id="{C3272F5E-4995-5161-228E-0128CAC36EA6}"/>
                  </a:ext>
                </a:extLst>
              </p:cNvPr>
              <p:cNvSpPr/>
              <p:nvPr/>
            </p:nvSpPr>
            <p:spPr>
              <a:xfrm>
                <a:off x="460119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g2603">
                <a:extLst>
                  <a:ext uri="{FF2B5EF4-FFF2-40B4-BE49-F238E27FC236}">
                    <a16:creationId xmlns:a16="http://schemas.microsoft.com/office/drawing/2014/main" id="{F2BEE644-70FA-7D65-A208-63DBBB65AE60}"/>
                  </a:ext>
                </a:extLst>
              </p:cNvPr>
              <p:cNvSpPr/>
              <p:nvPr/>
            </p:nvSpPr>
            <p:spPr>
              <a:xfrm>
                <a:off x="312324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g2604">
                <a:extLst>
                  <a:ext uri="{FF2B5EF4-FFF2-40B4-BE49-F238E27FC236}">
                    <a16:creationId xmlns:a16="http://schemas.microsoft.com/office/drawing/2014/main" id="{EFC0EA8B-2E21-5CB3-1437-4E5DB6EF3951}"/>
                  </a:ext>
                </a:extLst>
              </p:cNvPr>
              <p:cNvSpPr/>
              <p:nvPr/>
            </p:nvSpPr>
            <p:spPr>
              <a:xfrm>
                <a:off x="313488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g2605">
                <a:extLst>
                  <a:ext uri="{FF2B5EF4-FFF2-40B4-BE49-F238E27FC236}">
                    <a16:creationId xmlns:a16="http://schemas.microsoft.com/office/drawing/2014/main" id="{55EED4C8-61EA-63F3-272A-BD3C37196FB0}"/>
                  </a:ext>
                </a:extLst>
              </p:cNvPr>
              <p:cNvSpPr/>
              <p:nvPr/>
            </p:nvSpPr>
            <p:spPr>
              <a:xfrm>
                <a:off x="314652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g2606">
                <a:extLst>
                  <a:ext uri="{FF2B5EF4-FFF2-40B4-BE49-F238E27FC236}">
                    <a16:creationId xmlns:a16="http://schemas.microsoft.com/office/drawing/2014/main" id="{2450ADD5-DCE9-6D36-D761-1240347CF505}"/>
                  </a:ext>
                </a:extLst>
              </p:cNvPr>
              <p:cNvSpPr/>
              <p:nvPr/>
            </p:nvSpPr>
            <p:spPr>
              <a:xfrm>
                <a:off x="315816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g2607">
                <a:extLst>
                  <a:ext uri="{FF2B5EF4-FFF2-40B4-BE49-F238E27FC236}">
                    <a16:creationId xmlns:a16="http://schemas.microsoft.com/office/drawing/2014/main" id="{893012B8-A98E-DE5A-CA79-4712AE487D04}"/>
                  </a:ext>
                </a:extLst>
              </p:cNvPr>
              <p:cNvSpPr/>
              <p:nvPr/>
            </p:nvSpPr>
            <p:spPr>
              <a:xfrm>
                <a:off x="316979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g2608">
                <a:extLst>
                  <a:ext uri="{FF2B5EF4-FFF2-40B4-BE49-F238E27FC236}">
                    <a16:creationId xmlns:a16="http://schemas.microsoft.com/office/drawing/2014/main" id="{9857DDCD-9ED7-AA4A-F2F6-E9374E73A4F6}"/>
                  </a:ext>
                </a:extLst>
              </p:cNvPr>
              <p:cNvSpPr/>
              <p:nvPr/>
            </p:nvSpPr>
            <p:spPr>
              <a:xfrm>
                <a:off x="318143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g2609">
                <a:extLst>
                  <a:ext uri="{FF2B5EF4-FFF2-40B4-BE49-F238E27FC236}">
                    <a16:creationId xmlns:a16="http://schemas.microsoft.com/office/drawing/2014/main" id="{07774CBA-1791-9093-262E-ACD1048FC090}"/>
                  </a:ext>
                </a:extLst>
              </p:cNvPr>
              <p:cNvSpPr/>
              <p:nvPr/>
            </p:nvSpPr>
            <p:spPr>
              <a:xfrm>
                <a:off x="321634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g2610">
                <a:extLst>
                  <a:ext uri="{FF2B5EF4-FFF2-40B4-BE49-F238E27FC236}">
                    <a16:creationId xmlns:a16="http://schemas.microsoft.com/office/drawing/2014/main" id="{97B3B75B-78BC-672C-EF75-83D76034E46A}"/>
                  </a:ext>
                </a:extLst>
              </p:cNvPr>
              <p:cNvSpPr/>
              <p:nvPr/>
            </p:nvSpPr>
            <p:spPr>
              <a:xfrm>
                <a:off x="322798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g2611">
                <a:extLst>
                  <a:ext uri="{FF2B5EF4-FFF2-40B4-BE49-F238E27FC236}">
                    <a16:creationId xmlns:a16="http://schemas.microsoft.com/office/drawing/2014/main" id="{E59F77EB-597B-362B-B2FD-A8ADB528CD4C}"/>
                  </a:ext>
                </a:extLst>
              </p:cNvPr>
              <p:cNvSpPr/>
              <p:nvPr/>
            </p:nvSpPr>
            <p:spPr>
              <a:xfrm>
                <a:off x="323962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g2612">
                <a:extLst>
                  <a:ext uri="{FF2B5EF4-FFF2-40B4-BE49-F238E27FC236}">
                    <a16:creationId xmlns:a16="http://schemas.microsoft.com/office/drawing/2014/main" id="{078B8B7D-483A-DE60-364E-5656A7A14A57}"/>
                  </a:ext>
                </a:extLst>
              </p:cNvPr>
              <p:cNvSpPr/>
              <p:nvPr/>
            </p:nvSpPr>
            <p:spPr>
              <a:xfrm>
                <a:off x="325125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g2613">
                <a:extLst>
                  <a:ext uri="{FF2B5EF4-FFF2-40B4-BE49-F238E27FC236}">
                    <a16:creationId xmlns:a16="http://schemas.microsoft.com/office/drawing/2014/main" id="{D9D3877B-5073-FF73-7B00-9F9D7CF7040E}"/>
                  </a:ext>
                </a:extLst>
              </p:cNvPr>
              <p:cNvSpPr/>
              <p:nvPr/>
            </p:nvSpPr>
            <p:spPr>
              <a:xfrm>
                <a:off x="326289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g2614">
                <a:extLst>
                  <a:ext uri="{FF2B5EF4-FFF2-40B4-BE49-F238E27FC236}">
                    <a16:creationId xmlns:a16="http://schemas.microsoft.com/office/drawing/2014/main" id="{9E440B4F-E3F9-6BF4-B9C0-24D006E3F161}"/>
                  </a:ext>
                </a:extLst>
              </p:cNvPr>
              <p:cNvSpPr/>
              <p:nvPr/>
            </p:nvSpPr>
            <p:spPr>
              <a:xfrm>
                <a:off x="327453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g2615">
                <a:extLst>
                  <a:ext uri="{FF2B5EF4-FFF2-40B4-BE49-F238E27FC236}">
                    <a16:creationId xmlns:a16="http://schemas.microsoft.com/office/drawing/2014/main" id="{4F329712-77C9-2769-0B2A-EAF272591159}"/>
                  </a:ext>
                </a:extLst>
              </p:cNvPr>
              <p:cNvSpPr/>
              <p:nvPr/>
            </p:nvSpPr>
            <p:spPr>
              <a:xfrm>
                <a:off x="328617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g2616">
                <a:extLst>
                  <a:ext uri="{FF2B5EF4-FFF2-40B4-BE49-F238E27FC236}">
                    <a16:creationId xmlns:a16="http://schemas.microsoft.com/office/drawing/2014/main" id="{1974A522-E6DF-28D2-8BDF-7A850BBB9D91}"/>
                  </a:ext>
                </a:extLst>
              </p:cNvPr>
              <p:cNvSpPr/>
              <p:nvPr/>
            </p:nvSpPr>
            <p:spPr>
              <a:xfrm>
                <a:off x="329780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g2617">
                <a:extLst>
                  <a:ext uri="{FF2B5EF4-FFF2-40B4-BE49-F238E27FC236}">
                    <a16:creationId xmlns:a16="http://schemas.microsoft.com/office/drawing/2014/main" id="{D89B6CEB-0A1F-9D77-4553-A8BF486C0225}"/>
                  </a:ext>
                </a:extLst>
              </p:cNvPr>
              <p:cNvSpPr/>
              <p:nvPr/>
            </p:nvSpPr>
            <p:spPr>
              <a:xfrm>
                <a:off x="330944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g2618">
                <a:extLst>
                  <a:ext uri="{FF2B5EF4-FFF2-40B4-BE49-F238E27FC236}">
                    <a16:creationId xmlns:a16="http://schemas.microsoft.com/office/drawing/2014/main" id="{6218E415-673F-9C0B-91B2-5748FFD839C3}"/>
                  </a:ext>
                </a:extLst>
              </p:cNvPr>
              <p:cNvSpPr/>
              <p:nvPr/>
            </p:nvSpPr>
            <p:spPr>
              <a:xfrm>
                <a:off x="332108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g2619">
                <a:extLst>
                  <a:ext uri="{FF2B5EF4-FFF2-40B4-BE49-F238E27FC236}">
                    <a16:creationId xmlns:a16="http://schemas.microsoft.com/office/drawing/2014/main" id="{733D4BD8-E1A2-EDF1-CD77-6FBA603B66A2}"/>
                  </a:ext>
                </a:extLst>
              </p:cNvPr>
              <p:cNvSpPr/>
              <p:nvPr/>
            </p:nvSpPr>
            <p:spPr>
              <a:xfrm>
                <a:off x="333272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g2620">
                <a:extLst>
                  <a:ext uri="{FF2B5EF4-FFF2-40B4-BE49-F238E27FC236}">
                    <a16:creationId xmlns:a16="http://schemas.microsoft.com/office/drawing/2014/main" id="{AB0A6E23-BFCD-76E6-DEDD-8C8CDEF7EBA5}"/>
                  </a:ext>
                </a:extLst>
              </p:cNvPr>
              <p:cNvSpPr/>
              <p:nvPr/>
            </p:nvSpPr>
            <p:spPr>
              <a:xfrm>
                <a:off x="334435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g2621">
                <a:extLst>
                  <a:ext uri="{FF2B5EF4-FFF2-40B4-BE49-F238E27FC236}">
                    <a16:creationId xmlns:a16="http://schemas.microsoft.com/office/drawing/2014/main" id="{5D5F7B3B-ADA8-E441-2DB5-05F342CBC183}"/>
                  </a:ext>
                </a:extLst>
              </p:cNvPr>
              <p:cNvSpPr/>
              <p:nvPr/>
            </p:nvSpPr>
            <p:spPr>
              <a:xfrm>
                <a:off x="335599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g2622">
                <a:extLst>
                  <a:ext uri="{FF2B5EF4-FFF2-40B4-BE49-F238E27FC236}">
                    <a16:creationId xmlns:a16="http://schemas.microsoft.com/office/drawing/2014/main" id="{2EA76CB0-A16B-D619-5E81-17627C46143C}"/>
                  </a:ext>
                </a:extLst>
              </p:cNvPr>
              <p:cNvSpPr/>
              <p:nvPr/>
            </p:nvSpPr>
            <p:spPr>
              <a:xfrm>
                <a:off x="336763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g2623">
                <a:extLst>
                  <a:ext uri="{FF2B5EF4-FFF2-40B4-BE49-F238E27FC236}">
                    <a16:creationId xmlns:a16="http://schemas.microsoft.com/office/drawing/2014/main" id="{617DAB2F-9D2E-02AE-40D9-08B563D7AA24}"/>
                  </a:ext>
                </a:extLst>
              </p:cNvPr>
              <p:cNvSpPr/>
              <p:nvPr/>
            </p:nvSpPr>
            <p:spPr>
              <a:xfrm>
                <a:off x="342581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g2624">
                <a:extLst>
                  <a:ext uri="{FF2B5EF4-FFF2-40B4-BE49-F238E27FC236}">
                    <a16:creationId xmlns:a16="http://schemas.microsoft.com/office/drawing/2014/main" id="{A30D2CE4-BF54-CC4D-46D6-8D601F540980}"/>
                  </a:ext>
                </a:extLst>
              </p:cNvPr>
              <p:cNvSpPr/>
              <p:nvPr/>
            </p:nvSpPr>
            <p:spPr>
              <a:xfrm>
                <a:off x="343745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g2625">
                <a:extLst>
                  <a:ext uri="{FF2B5EF4-FFF2-40B4-BE49-F238E27FC236}">
                    <a16:creationId xmlns:a16="http://schemas.microsoft.com/office/drawing/2014/main" id="{0F0F095E-F082-4174-02F5-8047E9A6C190}"/>
                  </a:ext>
                </a:extLst>
              </p:cNvPr>
              <p:cNvSpPr/>
              <p:nvPr/>
            </p:nvSpPr>
            <p:spPr>
              <a:xfrm>
                <a:off x="344909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g2626">
                <a:extLst>
                  <a:ext uri="{FF2B5EF4-FFF2-40B4-BE49-F238E27FC236}">
                    <a16:creationId xmlns:a16="http://schemas.microsoft.com/office/drawing/2014/main" id="{B14B4373-B5F2-A6F8-9141-DDB38F0CF1C7}"/>
                  </a:ext>
                </a:extLst>
              </p:cNvPr>
              <p:cNvSpPr/>
              <p:nvPr/>
            </p:nvSpPr>
            <p:spPr>
              <a:xfrm>
                <a:off x="346073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563">
                  <a:alpha val="100000"/>
                </a:srgbClr>
              </a:solidFill>
              <a:ln w="5420" cap="flat">
                <a:solidFill>
                  <a:srgbClr val="3A35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g2627">
                <a:extLst>
                  <a:ext uri="{FF2B5EF4-FFF2-40B4-BE49-F238E27FC236}">
                    <a16:creationId xmlns:a16="http://schemas.microsoft.com/office/drawing/2014/main" id="{3C4D753F-73DA-2139-9658-031B5FBBD8E7}"/>
                  </a:ext>
                </a:extLst>
              </p:cNvPr>
              <p:cNvSpPr/>
              <p:nvPr/>
            </p:nvSpPr>
            <p:spPr>
              <a:xfrm>
                <a:off x="347236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461">
                  <a:alpha val="100000"/>
                </a:srgbClr>
              </a:solidFill>
              <a:ln w="5420" cap="flat">
                <a:solidFill>
                  <a:srgbClr val="3A34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g2628">
                <a:extLst>
                  <a:ext uri="{FF2B5EF4-FFF2-40B4-BE49-F238E27FC236}">
                    <a16:creationId xmlns:a16="http://schemas.microsoft.com/office/drawing/2014/main" id="{199D72E5-F665-C2B7-15D4-F43AFDCF5977}"/>
                  </a:ext>
                </a:extLst>
              </p:cNvPr>
              <p:cNvSpPr/>
              <p:nvPr/>
            </p:nvSpPr>
            <p:spPr>
              <a:xfrm>
                <a:off x="348400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361">
                  <a:alpha val="100000"/>
                </a:srgbClr>
              </a:solidFill>
              <a:ln w="5420" cap="flat">
                <a:solidFill>
                  <a:srgbClr val="3A33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g2629">
                <a:extLst>
                  <a:ext uri="{FF2B5EF4-FFF2-40B4-BE49-F238E27FC236}">
                    <a16:creationId xmlns:a16="http://schemas.microsoft.com/office/drawing/2014/main" id="{195C6E4E-F46F-4966-739F-1CBD25D555A3}"/>
                  </a:ext>
                </a:extLst>
              </p:cNvPr>
              <p:cNvSpPr/>
              <p:nvPr/>
            </p:nvSpPr>
            <p:spPr>
              <a:xfrm>
                <a:off x="349564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461">
                  <a:alpha val="100000"/>
                </a:srgbClr>
              </a:solidFill>
              <a:ln w="5420" cap="flat">
                <a:solidFill>
                  <a:srgbClr val="3A34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g2630">
                <a:extLst>
                  <a:ext uri="{FF2B5EF4-FFF2-40B4-BE49-F238E27FC236}">
                    <a16:creationId xmlns:a16="http://schemas.microsoft.com/office/drawing/2014/main" id="{087D495D-FC5D-49E6-857D-459ED4E249DC}"/>
                  </a:ext>
                </a:extLst>
              </p:cNvPr>
              <p:cNvSpPr/>
              <p:nvPr/>
            </p:nvSpPr>
            <p:spPr>
              <a:xfrm>
                <a:off x="350728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462">
                  <a:alpha val="100000"/>
                </a:srgbClr>
              </a:solidFill>
              <a:ln w="5420" cap="flat">
                <a:solidFill>
                  <a:srgbClr val="3A34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g2631">
                <a:extLst>
                  <a:ext uri="{FF2B5EF4-FFF2-40B4-BE49-F238E27FC236}">
                    <a16:creationId xmlns:a16="http://schemas.microsoft.com/office/drawing/2014/main" id="{56E75448-F424-14CE-C900-B0A75BF1756D}"/>
                  </a:ext>
                </a:extLst>
              </p:cNvPr>
              <p:cNvSpPr/>
              <p:nvPr/>
            </p:nvSpPr>
            <p:spPr>
              <a:xfrm>
                <a:off x="362365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g2632">
                <a:extLst>
                  <a:ext uri="{FF2B5EF4-FFF2-40B4-BE49-F238E27FC236}">
                    <a16:creationId xmlns:a16="http://schemas.microsoft.com/office/drawing/2014/main" id="{E6644E7E-2672-CB62-E382-0B9E63AFD682}"/>
                  </a:ext>
                </a:extLst>
              </p:cNvPr>
              <p:cNvSpPr/>
              <p:nvPr/>
            </p:nvSpPr>
            <p:spPr>
              <a:xfrm>
                <a:off x="363529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g2633">
                <a:extLst>
                  <a:ext uri="{FF2B5EF4-FFF2-40B4-BE49-F238E27FC236}">
                    <a16:creationId xmlns:a16="http://schemas.microsoft.com/office/drawing/2014/main" id="{86D3D2E6-7716-C219-2217-C0D12B175596}"/>
                  </a:ext>
                </a:extLst>
              </p:cNvPr>
              <p:cNvSpPr/>
              <p:nvPr/>
            </p:nvSpPr>
            <p:spPr>
              <a:xfrm>
                <a:off x="364692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g2634">
                <a:extLst>
                  <a:ext uri="{FF2B5EF4-FFF2-40B4-BE49-F238E27FC236}">
                    <a16:creationId xmlns:a16="http://schemas.microsoft.com/office/drawing/2014/main" id="{DAEA483E-2F07-7451-D27A-284CD6DFA7EC}"/>
                  </a:ext>
                </a:extLst>
              </p:cNvPr>
              <p:cNvSpPr/>
              <p:nvPr/>
            </p:nvSpPr>
            <p:spPr>
              <a:xfrm>
                <a:off x="365856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g2635">
                <a:extLst>
                  <a:ext uri="{FF2B5EF4-FFF2-40B4-BE49-F238E27FC236}">
                    <a16:creationId xmlns:a16="http://schemas.microsoft.com/office/drawing/2014/main" id="{616095F6-3A5D-B54D-1450-485329205425}"/>
                  </a:ext>
                </a:extLst>
              </p:cNvPr>
              <p:cNvSpPr/>
              <p:nvPr/>
            </p:nvSpPr>
            <p:spPr>
              <a:xfrm>
                <a:off x="367020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g2636">
                <a:extLst>
                  <a:ext uri="{FF2B5EF4-FFF2-40B4-BE49-F238E27FC236}">
                    <a16:creationId xmlns:a16="http://schemas.microsoft.com/office/drawing/2014/main" id="{6C9220B7-2BA4-2229-26A6-85441DEB559B}"/>
                  </a:ext>
                </a:extLst>
              </p:cNvPr>
              <p:cNvSpPr/>
              <p:nvPr/>
            </p:nvSpPr>
            <p:spPr>
              <a:xfrm>
                <a:off x="368184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g2637">
                <a:extLst>
                  <a:ext uri="{FF2B5EF4-FFF2-40B4-BE49-F238E27FC236}">
                    <a16:creationId xmlns:a16="http://schemas.microsoft.com/office/drawing/2014/main" id="{03342BF8-382F-7D67-2F80-CD93653E2C2E}"/>
                  </a:ext>
                </a:extLst>
              </p:cNvPr>
              <p:cNvSpPr/>
              <p:nvPr/>
            </p:nvSpPr>
            <p:spPr>
              <a:xfrm>
                <a:off x="369347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g2638">
                <a:extLst>
                  <a:ext uri="{FF2B5EF4-FFF2-40B4-BE49-F238E27FC236}">
                    <a16:creationId xmlns:a16="http://schemas.microsoft.com/office/drawing/2014/main" id="{EA3BFCFA-55E4-5E0B-D38E-A7A31E47866C}"/>
                  </a:ext>
                </a:extLst>
              </p:cNvPr>
              <p:cNvSpPr/>
              <p:nvPr/>
            </p:nvSpPr>
            <p:spPr>
              <a:xfrm>
                <a:off x="370511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g2639">
                <a:extLst>
                  <a:ext uri="{FF2B5EF4-FFF2-40B4-BE49-F238E27FC236}">
                    <a16:creationId xmlns:a16="http://schemas.microsoft.com/office/drawing/2014/main" id="{CDC2DF7B-7B77-3432-48DB-684A3AFAF40E}"/>
                  </a:ext>
                </a:extLst>
              </p:cNvPr>
              <p:cNvSpPr/>
              <p:nvPr/>
            </p:nvSpPr>
            <p:spPr>
              <a:xfrm>
                <a:off x="371675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g2640">
                <a:extLst>
                  <a:ext uri="{FF2B5EF4-FFF2-40B4-BE49-F238E27FC236}">
                    <a16:creationId xmlns:a16="http://schemas.microsoft.com/office/drawing/2014/main" id="{36554BF2-9159-15F5-342D-CDDFF0D0E818}"/>
                  </a:ext>
                </a:extLst>
              </p:cNvPr>
              <p:cNvSpPr/>
              <p:nvPr/>
            </p:nvSpPr>
            <p:spPr>
              <a:xfrm>
                <a:off x="372839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g2641">
                <a:extLst>
                  <a:ext uri="{FF2B5EF4-FFF2-40B4-BE49-F238E27FC236}">
                    <a16:creationId xmlns:a16="http://schemas.microsoft.com/office/drawing/2014/main" id="{D92013C8-DC36-D1E0-69E3-F28399DDC2FE}"/>
                  </a:ext>
                </a:extLst>
              </p:cNvPr>
              <p:cNvSpPr/>
              <p:nvPr/>
            </p:nvSpPr>
            <p:spPr>
              <a:xfrm>
                <a:off x="374002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g2642">
                <a:extLst>
                  <a:ext uri="{FF2B5EF4-FFF2-40B4-BE49-F238E27FC236}">
                    <a16:creationId xmlns:a16="http://schemas.microsoft.com/office/drawing/2014/main" id="{F77219BF-BCA2-7F2D-06F5-1D583226CA42}"/>
                  </a:ext>
                </a:extLst>
              </p:cNvPr>
              <p:cNvSpPr/>
              <p:nvPr/>
            </p:nvSpPr>
            <p:spPr>
              <a:xfrm>
                <a:off x="375166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g2643">
                <a:extLst>
                  <a:ext uri="{FF2B5EF4-FFF2-40B4-BE49-F238E27FC236}">
                    <a16:creationId xmlns:a16="http://schemas.microsoft.com/office/drawing/2014/main" id="{27366A2D-BBC9-3DB0-4FFE-0AA50B0B6EE1}"/>
                  </a:ext>
                </a:extLst>
              </p:cNvPr>
              <p:cNvSpPr/>
              <p:nvPr/>
            </p:nvSpPr>
            <p:spPr>
              <a:xfrm>
                <a:off x="411242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g2644">
                <a:extLst>
                  <a:ext uri="{FF2B5EF4-FFF2-40B4-BE49-F238E27FC236}">
                    <a16:creationId xmlns:a16="http://schemas.microsoft.com/office/drawing/2014/main" id="{572DE399-6009-FF6A-5D21-C5AE6F023828}"/>
                  </a:ext>
                </a:extLst>
              </p:cNvPr>
              <p:cNvSpPr/>
              <p:nvPr/>
            </p:nvSpPr>
            <p:spPr>
              <a:xfrm>
                <a:off x="412405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g2645">
                <a:extLst>
                  <a:ext uri="{FF2B5EF4-FFF2-40B4-BE49-F238E27FC236}">
                    <a16:creationId xmlns:a16="http://schemas.microsoft.com/office/drawing/2014/main" id="{0E8483C9-CE9C-134D-1058-8463A7E68638}"/>
                  </a:ext>
                </a:extLst>
              </p:cNvPr>
              <p:cNvSpPr/>
              <p:nvPr/>
            </p:nvSpPr>
            <p:spPr>
              <a:xfrm>
                <a:off x="413569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g2646">
                <a:extLst>
                  <a:ext uri="{FF2B5EF4-FFF2-40B4-BE49-F238E27FC236}">
                    <a16:creationId xmlns:a16="http://schemas.microsoft.com/office/drawing/2014/main" id="{D043D7F6-B889-D75A-2FBB-5A09473B7521}"/>
                  </a:ext>
                </a:extLst>
              </p:cNvPr>
              <p:cNvSpPr/>
              <p:nvPr/>
            </p:nvSpPr>
            <p:spPr>
              <a:xfrm>
                <a:off x="414733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g2647">
                <a:extLst>
                  <a:ext uri="{FF2B5EF4-FFF2-40B4-BE49-F238E27FC236}">
                    <a16:creationId xmlns:a16="http://schemas.microsoft.com/office/drawing/2014/main" id="{26D39A7D-8AA1-0520-B9C9-F6C3D7A037F2}"/>
                  </a:ext>
                </a:extLst>
              </p:cNvPr>
              <p:cNvSpPr/>
              <p:nvPr/>
            </p:nvSpPr>
            <p:spPr>
              <a:xfrm>
                <a:off x="415897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g2648">
                <a:extLst>
                  <a:ext uri="{FF2B5EF4-FFF2-40B4-BE49-F238E27FC236}">
                    <a16:creationId xmlns:a16="http://schemas.microsoft.com/office/drawing/2014/main" id="{76C10234-AABB-FAA1-E020-DDD4AFC86D92}"/>
                  </a:ext>
                </a:extLst>
              </p:cNvPr>
              <p:cNvSpPr/>
              <p:nvPr/>
            </p:nvSpPr>
            <p:spPr>
              <a:xfrm>
                <a:off x="417060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g2649">
                <a:extLst>
                  <a:ext uri="{FF2B5EF4-FFF2-40B4-BE49-F238E27FC236}">
                    <a16:creationId xmlns:a16="http://schemas.microsoft.com/office/drawing/2014/main" id="{A50DE250-8DD4-2D36-74C1-68E42610A45C}"/>
                  </a:ext>
                </a:extLst>
              </p:cNvPr>
              <p:cNvSpPr/>
              <p:nvPr/>
            </p:nvSpPr>
            <p:spPr>
              <a:xfrm>
                <a:off x="418224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g2650">
                <a:extLst>
                  <a:ext uri="{FF2B5EF4-FFF2-40B4-BE49-F238E27FC236}">
                    <a16:creationId xmlns:a16="http://schemas.microsoft.com/office/drawing/2014/main" id="{D8557D28-536A-F113-3335-22BA292CEE3D}"/>
                  </a:ext>
                </a:extLst>
              </p:cNvPr>
              <p:cNvSpPr/>
              <p:nvPr/>
            </p:nvSpPr>
            <p:spPr>
              <a:xfrm>
                <a:off x="419388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g2651">
                <a:extLst>
                  <a:ext uri="{FF2B5EF4-FFF2-40B4-BE49-F238E27FC236}">
                    <a16:creationId xmlns:a16="http://schemas.microsoft.com/office/drawing/2014/main" id="{A01B67D8-6FAE-5351-398C-FD9A97A15208}"/>
                  </a:ext>
                </a:extLst>
              </p:cNvPr>
              <p:cNvSpPr/>
              <p:nvPr/>
            </p:nvSpPr>
            <p:spPr>
              <a:xfrm>
                <a:off x="420552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g2652">
                <a:extLst>
                  <a:ext uri="{FF2B5EF4-FFF2-40B4-BE49-F238E27FC236}">
                    <a16:creationId xmlns:a16="http://schemas.microsoft.com/office/drawing/2014/main" id="{747EF4AA-E7EA-AEB8-3DF8-3057B618D8FF}"/>
                  </a:ext>
                </a:extLst>
              </p:cNvPr>
              <p:cNvSpPr/>
              <p:nvPr/>
            </p:nvSpPr>
            <p:spPr>
              <a:xfrm>
                <a:off x="421715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g2653">
                <a:extLst>
                  <a:ext uri="{FF2B5EF4-FFF2-40B4-BE49-F238E27FC236}">
                    <a16:creationId xmlns:a16="http://schemas.microsoft.com/office/drawing/2014/main" id="{A417427E-9CBF-AF52-E9D1-283B8EE244B5}"/>
                  </a:ext>
                </a:extLst>
              </p:cNvPr>
              <p:cNvSpPr/>
              <p:nvPr/>
            </p:nvSpPr>
            <p:spPr>
              <a:xfrm>
                <a:off x="422879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g2654">
                <a:extLst>
                  <a:ext uri="{FF2B5EF4-FFF2-40B4-BE49-F238E27FC236}">
                    <a16:creationId xmlns:a16="http://schemas.microsoft.com/office/drawing/2014/main" id="{EBC02C7B-CC79-B5B1-A50A-C529AE662348}"/>
                  </a:ext>
                </a:extLst>
              </p:cNvPr>
              <p:cNvSpPr/>
              <p:nvPr/>
            </p:nvSpPr>
            <p:spPr>
              <a:xfrm>
                <a:off x="424043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g2655">
                <a:extLst>
                  <a:ext uri="{FF2B5EF4-FFF2-40B4-BE49-F238E27FC236}">
                    <a16:creationId xmlns:a16="http://schemas.microsoft.com/office/drawing/2014/main" id="{25CCE590-7118-05CF-A9B8-CE7B3CF1020E}"/>
                  </a:ext>
                </a:extLst>
              </p:cNvPr>
              <p:cNvSpPr/>
              <p:nvPr/>
            </p:nvSpPr>
            <p:spPr>
              <a:xfrm>
                <a:off x="425207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g2656">
                <a:extLst>
                  <a:ext uri="{FF2B5EF4-FFF2-40B4-BE49-F238E27FC236}">
                    <a16:creationId xmlns:a16="http://schemas.microsoft.com/office/drawing/2014/main" id="{84ABB7CA-285C-4236-EA89-15E74486023F}"/>
                  </a:ext>
                </a:extLst>
              </p:cNvPr>
              <p:cNvSpPr/>
              <p:nvPr/>
            </p:nvSpPr>
            <p:spPr>
              <a:xfrm>
                <a:off x="426370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g2657">
                <a:extLst>
                  <a:ext uri="{FF2B5EF4-FFF2-40B4-BE49-F238E27FC236}">
                    <a16:creationId xmlns:a16="http://schemas.microsoft.com/office/drawing/2014/main" id="{3419AA92-30B5-14F0-373B-549E9B6D2AF6}"/>
                  </a:ext>
                </a:extLst>
              </p:cNvPr>
              <p:cNvSpPr/>
              <p:nvPr/>
            </p:nvSpPr>
            <p:spPr>
              <a:xfrm>
                <a:off x="427534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g2658">
                <a:extLst>
                  <a:ext uri="{FF2B5EF4-FFF2-40B4-BE49-F238E27FC236}">
                    <a16:creationId xmlns:a16="http://schemas.microsoft.com/office/drawing/2014/main" id="{260EA86B-E6EF-F94F-8386-4CB1B93B5324}"/>
                  </a:ext>
                </a:extLst>
              </p:cNvPr>
              <p:cNvSpPr/>
              <p:nvPr/>
            </p:nvSpPr>
            <p:spPr>
              <a:xfrm>
                <a:off x="428698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g2659">
                <a:extLst>
                  <a:ext uri="{FF2B5EF4-FFF2-40B4-BE49-F238E27FC236}">
                    <a16:creationId xmlns:a16="http://schemas.microsoft.com/office/drawing/2014/main" id="{70C60AE4-1958-D226-BF17-341EAB3F61F0}"/>
                  </a:ext>
                </a:extLst>
              </p:cNvPr>
              <p:cNvSpPr/>
              <p:nvPr/>
            </p:nvSpPr>
            <p:spPr>
              <a:xfrm>
                <a:off x="429861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g2660">
                <a:extLst>
                  <a:ext uri="{FF2B5EF4-FFF2-40B4-BE49-F238E27FC236}">
                    <a16:creationId xmlns:a16="http://schemas.microsoft.com/office/drawing/2014/main" id="{06425301-1821-32CE-8E96-00500EC44453}"/>
                  </a:ext>
                </a:extLst>
              </p:cNvPr>
              <p:cNvSpPr/>
              <p:nvPr/>
            </p:nvSpPr>
            <p:spPr>
              <a:xfrm>
                <a:off x="431025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g2661">
                <a:extLst>
                  <a:ext uri="{FF2B5EF4-FFF2-40B4-BE49-F238E27FC236}">
                    <a16:creationId xmlns:a16="http://schemas.microsoft.com/office/drawing/2014/main" id="{165F6C55-724B-AA37-CF92-CA48F0FC605F}"/>
                  </a:ext>
                </a:extLst>
              </p:cNvPr>
              <p:cNvSpPr/>
              <p:nvPr/>
            </p:nvSpPr>
            <p:spPr>
              <a:xfrm>
                <a:off x="432189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g2662">
                <a:extLst>
                  <a:ext uri="{FF2B5EF4-FFF2-40B4-BE49-F238E27FC236}">
                    <a16:creationId xmlns:a16="http://schemas.microsoft.com/office/drawing/2014/main" id="{2663BB73-4A6F-6B07-F32D-D0982F869D4B}"/>
                  </a:ext>
                </a:extLst>
              </p:cNvPr>
              <p:cNvSpPr/>
              <p:nvPr/>
            </p:nvSpPr>
            <p:spPr>
              <a:xfrm>
                <a:off x="433353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g2663">
                <a:extLst>
                  <a:ext uri="{FF2B5EF4-FFF2-40B4-BE49-F238E27FC236}">
                    <a16:creationId xmlns:a16="http://schemas.microsoft.com/office/drawing/2014/main" id="{D8CB2BE2-8F12-4016-A2AB-CE315091439F}"/>
                  </a:ext>
                </a:extLst>
              </p:cNvPr>
              <p:cNvSpPr/>
              <p:nvPr/>
            </p:nvSpPr>
            <p:spPr>
              <a:xfrm>
                <a:off x="434516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g2664">
                <a:extLst>
                  <a:ext uri="{FF2B5EF4-FFF2-40B4-BE49-F238E27FC236}">
                    <a16:creationId xmlns:a16="http://schemas.microsoft.com/office/drawing/2014/main" id="{60C08532-D05E-0265-2D54-AFA451F7E241}"/>
                  </a:ext>
                </a:extLst>
              </p:cNvPr>
              <p:cNvSpPr/>
              <p:nvPr/>
            </p:nvSpPr>
            <p:spPr>
              <a:xfrm>
                <a:off x="435680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g2665">
                <a:extLst>
                  <a:ext uri="{FF2B5EF4-FFF2-40B4-BE49-F238E27FC236}">
                    <a16:creationId xmlns:a16="http://schemas.microsoft.com/office/drawing/2014/main" id="{E0E9A9AE-BAB7-F75E-65BD-49E36CB5A8AB}"/>
                  </a:ext>
                </a:extLst>
              </p:cNvPr>
              <p:cNvSpPr/>
              <p:nvPr/>
            </p:nvSpPr>
            <p:spPr>
              <a:xfrm>
                <a:off x="436844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g2666">
                <a:extLst>
                  <a:ext uri="{FF2B5EF4-FFF2-40B4-BE49-F238E27FC236}">
                    <a16:creationId xmlns:a16="http://schemas.microsoft.com/office/drawing/2014/main" id="{87E4A0CD-9F8F-C1AE-900B-B71321D9D025}"/>
                  </a:ext>
                </a:extLst>
              </p:cNvPr>
              <p:cNvSpPr/>
              <p:nvPr/>
            </p:nvSpPr>
            <p:spPr>
              <a:xfrm>
                <a:off x="456627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g2667">
                <a:extLst>
                  <a:ext uri="{FF2B5EF4-FFF2-40B4-BE49-F238E27FC236}">
                    <a16:creationId xmlns:a16="http://schemas.microsoft.com/office/drawing/2014/main" id="{4E5343AF-E108-9DAF-9E36-E54D41DA0494}"/>
                  </a:ext>
                </a:extLst>
              </p:cNvPr>
              <p:cNvSpPr/>
              <p:nvPr/>
            </p:nvSpPr>
            <p:spPr>
              <a:xfrm>
                <a:off x="457791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g2668">
                <a:extLst>
                  <a:ext uri="{FF2B5EF4-FFF2-40B4-BE49-F238E27FC236}">
                    <a16:creationId xmlns:a16="http://schemas.microsoft.com/office/drawing/2014/main" id="{4317368B-539C-4254-9D49-852DC7C729E0}"/>
                  </a:ext>
                </a:extLst>
              </p:cNvPr>
              <p:cNvSpPr/>
              <p:nvPr/>
            </p:nvSpPr>
            <p:spPr>
              <a:xfrm>
                <a:off x="458955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g2669">
                <a:extLst>
                  <a:ext uri="{FF2B5EF4-FFF2-40B4-BE49-F238E27FC236}">
                    <a16:creationId xmlns:a16="http://schemas.microsoft.com/office/drawing/2014/main" id="{41DDE86D-8274-B3E5-2A5A-81B761E2633E}"/>
                  </a:ext>
                </a:extLst>
              </p:cNvPr>
              <p:cNvSpPr/>
              <p:nvPr/>
            </p:nvSpPr>
            <p:spPr>
              <a:xfrm>
                <a:off x="460119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g2670">
                <a:extLst>
                  <a:ext uri="{FF2B5EF4-FFF2-40B4-BE49-F238E27FC236}">
                    <a16:creationId xmlns:a16="http://schemas.microsoft.com/office/drawing/2014/main" id="{576F3927-4A02-EDAE-A7B4-0649643B0AEB}"/>
                  </a:ext>
                </a:extLst>
              </p:cNvPr>
              <p:cNvSpPr/>
              <p:nvPr/>
            </p:nvSpPr>
            <p:spPr>
              <a:xfrm>
                <a:off x="461282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g2671">
                <a:extLst>
                  <a:ext uri="{FF2B5EF4-FFF2-40B4-BE49-F238E27FC236}">
                    <a16:creationId xmlns:a16="http://schemas.microsoft.com/office/drawing/2014/main" id="{D6A47A1D-49D0-DBC0-ABAA-D6270A28A1A3}"/>
                  </a:ext>
                </a:extLst>
              </p:cNvPr>
              <p:cNvSpPr/>
              <p:nvPr/>
            </p:nvSpPr>
            <p:spPr>
              <a:xfrm>
                <a:off x="311161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g2672">
                <a:extLst>
                  <a:ext uri="{FF2B5EF4-FFF2-40B4-BE49-F238E27FC236}">
                    <a16:creationId xmlns:a16="http://schemas.microsoft.com/office/drawing/2014/main" id="{E5DFBAC6-22AB-5AFE-BADB-3F5BA02C0DFB}"/>
                  </a:ext>
                </a:extLst>
              </p:cNvPr>
              <p:cNvSpPr/>
              <p:nvPr/>
            </p:nvSpPr>
            <p:spPr>
              <a:xfrm>
                <a:off x="312324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g2673">
                <a:extLst>
                  <a:ext uri="{FF2B5EF4-FFF2-40B4-BE49-F238E27FC236}">
                    <a16:creationId xmlns:a16="http://schemas.microsoft.com/office/drawing/2014/main" id="{3659AE78-6F77-41B8-B729-CF2082EF8B72}"/>
                  </a:ext>
                </a:extLst>
              </p:cNvPr>
              <p:cNvSpPr/>
              <p:nvPr/>
            </p:nvSpPr>
            <p:spPr>
              <a:xfrm>
                <a:off x="313488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g2674">
                <a:extLst>
                  <a:ext uri="{FF2B5EF4-FFF2-40B4-BE49-F238E27FC236}">
                    <a16:creationId xmlns:a16="http://schemas.microsoft.com/office/drawing/2014/main" id="{34B8FD59-48BF-212E-43E7-7940731F7DEA}"/>
                  </a:ext>
                </a:extLst>
              </p:cNvPr>
              <p:cNvSpPr/>
              <p:nvPr/>
            </p:nvSpPr>
            <p:spPr>
              <a:xfrm>
                <a:off x="314652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g2675">
                <a:extLst>
                  <a:ext uri="{FF2B5EF4-FFF2-40B4-BE49-F238E27FC236}">
                    <a16:creationId xmlns:a16="http://schemas.microsoft.com/office/drawing/2014/main" id="{255FA241-EDC4-7977-239D-4B1EDCA15AAB}"/>
                  </a:ext>
                </a:extLst>
              </p:cNvPr>
              <p:cNvSpPr/>
              <p:nvPr/>
            </p:nvSpPr>
            <p:spPr>
              <a:xfrm>
                <a:off x="315816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g2676">
                <a:extLst>
                  <a:ext uri="{FF2B5EF4-FFF2-40B4-BE49-F238E27FC236}">
                    <a16:creationId xmlns:a16="http://schemas.microsoft.com/office/drawing/2014/main" id="{052D05EC-4165-BEC2-4AC4-601007AA963C}"/>
                  </a:ext>
                </a:extLst>
              </p:cNvPr>
              <p:cNvSpPr/>
              <p:nvPr/>
            </p:nvSpPr>
            <p:spPr>
              <a:xfrm>
                <a:off x="316979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g2677">
                <a:extLst>
                  <a:ext uri="{FF2B5EF4-FFF2-40B4-BE49-F238E27FC236}">
                    <a16:creationId xmlns:a16="http://schemas.microsoft.com/office/drawing/2014/main" id="{CE7B60FE-5830-4DAF-2F71-0845047AF26F}"/>
                  </a:ext>
                </a:extLst>
              </p:cNvPr>
              <p:cNvSpPr/>
              <p:nvPr/>
            </p:nvSpPr>
            <p:spPr>
              <a:xfrm>
                <a:off x="318143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g2678">
                <a:extLst>
                  <a:ext uri="{FF2B5EF4-FFF2-40B4-BE49-F238E27FC236}">
                    <a16:creationId xmlns:a16="http://schemas.microsoft.com/office/drawing/2014/main" id="{28CD5684-2012-DC6C-4DC3-BE8AF9777B09}"/>
                  </a:ext>
                </a:extLst>
              </p:cNvPr>
              <p:cNvSpPr/>
              <p:nvPr/>
            </p:nvSpPr>
            <p:spPr>
              <a:xfrm>
                <a:off x="319307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g2679">
                <a:extLst>
                  <a:ext uri="{FF2B5EF4-FFF2-40B4-BE49-F238E27FC236}">
                    <a16:creationId xmlns:a16="http://schemas.microsoft.com/office/drawing/2014/main" id="{58D76C08-B231-9E60-240E-A4E9242E5A41}"/>
                  </a:ext>
                </a:extLst>
              </p:cNvPr>
              <p:cNvSpPr/>
              <p:nvPr/>
            </p:nvSpPr>
            <p:spPr>
              <a:xfrm>
                <a:off x="320471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g2680">
                <a:extLst>
                  <a:ext uri="{FF2B5EF4-FFF2-40B4-BE49-F238E27FC236}">
                    <a16:creationId xmlns:a16="http://schemas.microsoft.com/office/drawing/2014/main" id="{1E824A00-158B-20F4-A130-DB571E090C80}"/>
                  </a:ext>
                </a:extLst>
              </p:cNvPr>
              <p:cNvSpPr/>
              <p:nvPr/>
            </p:nvSpPr>
            <p:spPr>
              <a:xfrm>
                <a:off x="321634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g2681">
                <a:extLst>
                  <a:ext uri="{FF2B5EF4-FFF2-40B4-BE49-F238E27FC236}">
                    <a16:creationId xmlns:a16="http://schemas.microsoft.com/office/drawing/2014/main" id="{5052803A-256B-A75C-E6C2-2A11D5507DAB}"/>
                  </a:ext>
                </a:extLst>
              </p:cNvPr>
              <p:cNvSpPr/>
              <p:nvPr/>
            </p:nvSpPr>
            <p:spPr>
              <a:xfrm>
                <a:off x="322798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g2682">
                <a:extLst>
                  <a:ext uri="{FF2B5EF4-FFF2-40B4-BE49-F238E27FC236}">
                    <a16:creationId xmlns:a16="http://schemas.microsoft.com/office/drawing/2014/main" id="{8CE45C4B-234B-514A-83B8-EAA0B35989F2}"/>
                  </a:ext>
                </a:extLst>
              </p:cNvPr>
              <p:cNvSpPr/>
              <p:nvPr/>
            </p:nvSpPr>
            <p:spPr>
              <a:xfrm>
                <a:off x="323962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g2683">
                <a:extLst>
                  <a:ext uri="{FF2B5EF4-FFF2-40B4-BE49-F238E27FC236}">
                    <a16:creationId xmlns:a16="http://schemas.microsoft.com/office/drawing/2014/main" id="{C90C8756-1A18-26D1-6698-B06DD3DDA953}"/>
                  </a:ext>
                </a:extLst>
              </p:cNvPr>
              <p:cNvSpPr/>
              <p:nvPr/>
            </p:nvSpPr>
            <p:spPr>
              <a:xfrm>
                <a:off x="325125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g2684">
                <a:extLst>
                  <a:ext uri="{FF2B5EF4-FFF2-40B4-BE49-F238E27FC236}">
                    <a16:creationId xmlns:a16="http://schemas.microsoft.com/office/drawing/2014/main" id="{E97BEB2B-14D9-4E3B-49C0-9300EC61EB48}"/>
                  </a:ext>
                </a:extLst>
              </p:cNvPr>
              <p:cNvSpPr/>
              <p:nvPr/>
            </p:nvSpPr>
            <p:spPr>
              <a:xfrm>
                <a:off x="326289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g2685">
                <a:extLst>
                  <a:ext uri="{FF2B5EF4-FFF2-40B4-BE49-F238E27FC236}">
                    <a16:creationId xmlns:a16="http://schemas.microsoft.com/office/drawing/2014/main" id="{116C9A18-B490-86EF-84CB-BA6DE1CBED7D}"/>
                  </a:ext>
                </a:extLst>
              </p:cNvPr>
              <p:cNvSpPr/>
              <p:nvPr/>
            </p:nvSpPr>
            <p:spPr>
              <a:xfrm>
                <a:off x="327453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g2686">
                <a:extLst>
                  <a:ext uri="{FF2B5EF4-FFF2-40B4-BE49-F238E27FC236}">
                    <a16:creationId xmlns:a16="http://schemas.microsoft.com/office/drawing/2014/main" id="{43CCCA9B-66B1-162B-74E9-5F8EE46F26A3}"/>
                  </a:ext>
                </a:extLst>
              </p:cNvPr>
              <p:cNvSpPr/>
              <p:nvPr/>
            </p:nvSpPr>
            <p:spPr>
              <a:xfrm>
                <a:off x="328617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g2687">
                <a:extLst>
                  <a:ext uri="{FF2B5EF4-FFF2-40B4-BE49-F238E27FC236}">
                    <a16:creationId xmlns:a16="http://schemas.microsoft.com/office/drawing/2014/main" id="{B6F190CB-B166-2132-E550-657FD40A67BA}"/>
                  </a:ext>
                </a:extLst>
              </p:cNvPr>
              <p:cNvSpPr/>
              <p:nvPr/>
            </p:nvSpPr>
            <p:spPr>
              <a:xfrm>
                <a:off x="329780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g2688">
                <a:extLst>
                  <a:ext uri="{FF2B5EF4-FFF2-40B4-BE49-F238E27FC236}">
                    <a16:creationId xmlns:a16="http://schemas.microsoft.com/office/drawing/2014/main" id="{065B94EF-7CCF-5ACB-CDDC-7B6458B11862}"/>
                  </a:ext>
                </a:extLst>
              </p:cNvPr>
              <p:cNvSpPr/>
              <p:nvPr/>
            </p:nvSpPr>
            <p:spPr>
              <a:xfrm>
                <a:off x="330944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g2689">
                <a:extLst>
                  <a:ext uri="{FF2B5EF4-FFF2-40B4-BE49-F238E27FC236}">
                    <a16:creationId xmlns:a16="http://schemas.microsoft.com/office/drawing/2014/main" id="{8DD8BEE3-D12C-103C-4A13-CC36D12B10C9}"/>
                  </a:ext>
                </a:extLst>
              </p:cNvPr>
              <p:cNvSpPr/>
              <p:nvPr/>
            </p:nvSpPr>
            <p:spPr>
              <a:xfrm>
                <a:off x="332108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g2690">
                <a:extLst>
                  <a:ext uri="{FF2B5EF4-FFF2-40B4-BE49-F238E27FC236}">
                    <a16:creationId xmlns:a16="http://schemas.microsoft.com/office/drawing/2014/main" id="{FBA6109D-1207-BA48-17C6-F2113EF6105B}"/>
                  </a:ext>
                </a:extLst>
              </p:cNvPr>
              <p:cNvSpPr/>
              <p:nvPr/>
            </p:nvSpPr>
            <p:spPr>
              <a:xfrm>
                <a:off x="333272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g2691">
                <a:extLst>
                  <a:ext uri="{FF2B5EF4-FFF2-40B4-BE49-F238E27FC236}">
                    <a16:creationId xmlns:a16="http://schemas.microsoft.com/office/drawing/2014/main" id="{0AA768BE-9F55-0003-FC13-E9C0AEFD7D9F}"/>
                  </a:ext>
                </a:extLst>
              </p:cNvPr>
              <p:cNvSpPr/>
              <p:nvPr/>
            </p:nvSpPr>
            <p:spPr>
              <a:xfrm>
                <a:off x="334435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g2692">
                <a:extLst>
                  <a:ext uri="{FF2B5EF4-FFF2-40B4-BE49-F238E27FC236}">
                    <a16:creationId xmlns:a16="http://schemas.microsoft.com/office/drawing/2014/main" id="{45BC149D-E6C9-0E74-A043-C1D9138F99AE}"/>
                  </a:ext>
                </a:extLst>
              </p:cNvPr>
              <p:cNvSpPr/>
              <p:nvPr/>
            </p:nvSpPr>
            <p:spPr>
              <a:xfrm>
                <a:off x="335599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g2693">
                <a:extLst>
                  <a:ext uri="{FF2B5EF4-FFF2-40B4-BE49-F238E27FC236}">
                    <a16:creationId xmlns:a16="http://schemas.microsoft.com/office/drawing/2014/main" id="{CBE4F37A-A433-9E07-065B-863882119ED1}"/>
                  </a:ext>
                </a:extLst>
              </p:cNvPr>
              <p:cNvSpPr/>
              <p:nvPr/>
            </p:nvSpPr>
            <p:spPr>
              <a:xfrm>
                <a:off x="336763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g2694">
                <a:extLst>
                  <a:ext uri="{FF2B5EF4-FFF2-40B4-BE49-F238E27FC236}">
                    <a16:creationId xmlns:a16="http://schemas.microsoft.com/office/drawing/2014/main" id="{D54CB09F-FD8C-4850-445B-8A47ED94FD55}"/>
                  </a:ext>
                </a:extLst>
              </p:cNvPr>
              <p:cNvSpPr/>
              <p:nvPr/>
            </p:nvSpPr>
            <p:spPr>
              <a:xfrm>
                <a:off x="337927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g2695">
                <a:extLst>
                  <a:ext uri="{FF2B5EF4-FFF2-40B4-BE49-F238E27FC236}">
                    <a16:creationId xmlns:a16="http://schemas.microsoft.com/office/drawing/2014/main" id="{B0F03DA6-B73B-0CE2-CEC4-ECA437D1900C}"/>
                  </a:ext>
                </a:extLst>
              </p:cNvPr>
              <p:cNvSpPr/>
              <p:nvPr/>
            </p:nvSpPr>
            <p:spPr>
              <a:xfrm>
                <a:off x="339090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g2696">
                <a:extLst>
                  <a:ext uri="{FF2B5EF4-FFF2-40B4-BE49-F238E27FC236}">
                    <a16:creationId xmlns:a16="http://schemas.microsoft.com/office/drawing/2014/main" id="{638D7B4D-756F-2104-19BF-DCBA5F91CFAE}"/>
                  </a:ext>
                </a:extLst>
              </p:cNvPr>
              <p:cNvSpPr/>
              <p:nvPr/>
            </p:nvSpPr>
            <p:spPr>
              <a:xfrm>
                <a:off x="340254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g2697">
                <a:extLst>
                  <a:ext uri="{FF2B5EF4-FFF2-40B4-BE49-F238E27FC236}">
                    <a16:creationId xmlns:a16="http://schemas.microsoft.com/office/drawing/2014/main" id="{11F57E38-7181-F141-47A1-40EB603158AB}"/>
                  </a:ext>
                </a:extLst>
              </p:cNvPr>
              <p:cNvSpPr/>
              <p:nvPr/>
            </p:nvSpPr>
            <p:spPr>
              <a:xfrm>
                <a:off x="341418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g2698">
                <a:extLst>
                  <a:ext uri="{FF2B5EF4-FFF2-40B4-BE49-F238E27FC236}">
                    <a16:creationId xmlns:a16="http://schemas.microsoft.com/office/drawing/2014/main" id="{0EBE4982-4D7B-0D4D-C32B-6B3B8CDC5C33}"/>
                  </a:ext>
                </a:extLst>
              </p:cNvPr>
              <p:cNvSpPr/>
              <p:nvPr/>
            </p:nvSpPr>
            <p:spPr>
              <a:xfrm>
                <a:off x="342581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g2699">
                <a:extLst>
                  <a:ext uri="{FF2B5EF4-FFF2-40B4-BE49-F238E27FC236}">
                    <a16:creationId xmlns:a16="http://schemas.microsoft.com/office/drawing/2014/main" id="{410E595B-440A-60AB-1FBE-BBFC65B0DA7E}"/>
                  </a:ext>
                </a:extLst>
              </p:cNvPr>
              <p:cNvSpPr/>
              <p:nvPr/>
            </p:nvSpPr>
            <p:spPr>
              <a:xfrm>
                <a:off x="343745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g2700">
                <a:extLst>
                  <a:ext uri="{FF2B5EF4-FFF2-40B4-BE49-F238E27FC236}">
                    <a16:creationId xmlns:a16="http://schemas.microsoft.com/office/drawing/2014/main" id="{4CA8E343-D62F-3829-BDEB-48508E6D9EC4}"/>
                  </a:ext>
                </a:extLst>
              </p:cNvPr>
              <p:cNvSpPr/>
              <p:nvPr/>
            </p:nvSpPr>
            <p:spPr>
              <a:xfrm>
                <a:off x="344909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5">
                  <a:alpha val="100000"/>
                </a:srgbClr>
              </a:solidFill>
              <a:ln w="5420" cap="flat">
                <a:solidFill>
                  <a:srgbClr val="3B37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g2701">
                <a:extLst>
                  <a:ext uri="{FF2B5EF4-FFF2-40B4-BE49-F238E27FC236}">
                    <a16:creationId xmlns:a16="http://schemas.microsoft.com/office/drawing/2014/main" id="{BDDA392E-DEDA-10C5-5E39-45BED1D61F56}"/>
                  </a:ext>
                </a:extLst>
              </p:cNvPr>
              <p:cNvSpPr/>
              <p:nvPr/>
            </p:nvSpPr>
            <p:spPr>
              <a:xfrm>
                <a:off x="346073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305C">
                  <a:alpha val="100000"/>
                </a:srgbClr>
              </a:solidFill>
              <a:ln w="5420" cap="flat">
                <a:solidFill>
                  <a:srgbClr val="393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g2702">
                <a:extLst>
                  <a:ext uri="{FF2B5EF4-FFF2-40B4-BE49-F238E27FC236}">
                    <a16:creationId xmlns:a16="http://schemas.microsoft.com/office/drawing/2014/main" id="{4E8B481A-ED5E-FB4E-3DB8-9266073C8227}"/>
                  </a:ext>
                </a:extLst>
              </p:cNvPr>
              <p:cNvSpPr/>
              <p:nvPr/>
            </p:nvSpPr>
            <p:spPr>
              <a:xfrm>
                <a:off x="347236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2E59">
                  <a:alpha val="100000"/>
                </a:srgbClr>
              </a:solidFill>
              <a:ln w="5420" cap="flat">
                <a:solidFill>
                  <a:srgbClr val="392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g2703">
                <a:extLst>
                  <a:ext uri="{FF2B5EF4-FFF2-40B4-BE49-F238E27FC236}">
                    <a16:creationId xmlns:a16="http://schemas.microsoft.com/office/drawing/2014/main" id="{7B6057A2-8C81-578F-3225-07C39112A74A}"/>
                  </a:ext>
                </a:extLst>
              </p:cNvPr>
              <p:cNvSpPr/>
              <p:nvPr/>
            </p:nvSpPr>
            <p:spPr>
              <a:xfrm>
                <a:off x="348400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2E59">
                  <a:alpha val="100000"/>
                </a:srgbClr>
              </a:solidFill>
              <a:ln w="5420" cap="flat">
                <a:solidFill>
                  <a:srgbClr val="392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g2704">
                <a:extLst>
                  <a:ext uri="{FF2B5EF4-FFF2-40B4-BE49-F238E27FC236}">
                    <a16:creationId xmlns:a16="http://schemas.microsoft.com/office/drawing/2014/main" id="{01F46CE5-91FC-C342-ED56-2F5F4234A29D}"/>
                  </a:ext>
                </a:extLst>
              </p:cNvPr>
              <p:cNvSpPr/>
              <p:nvPr/>
            </p:nvSpPr>
            <p:spPr>
              <a:xfrm>
                <a:off x="349564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2F5A">
                  <a:alpha val="100000"/>
                </a:srgbClr>
              </a:solidFill>
              <a:ln w="5420" cap="flat">
                <a:solidFill>
                  <a:srgbClr val="392F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g2705">
                <a:extLst>
                  <a:ext uri="{FF2B5EF4-FFF2-40B4-BE49-F238E27FC236}">
                    <a16:creationId xmlns:a16="http://schemas.microsoft.com/office/drawing/2014/main" id="{3BDB7C05-B9D8-1A69-17F9-166406810A20}"/>
                  </a:ext>
                </a:extLst>
              </p:cNvPr>
              <p:cNvSpPr/>
              <p:nvPr/>
            </p:nvSpPr>
            <p:spPr>
              <a:xfrm>
                <a:off x="350728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15D">
                  <a:alpha val="100000"/>
                </a:srgbClr>
              </a:solidFill>
              <a:ln w="5420" cap="flat">
                <a:solidFill>
                  <a:srgbClr val="3A31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g2706">
                <a:extLst>
                  <a:ext uri="{FF2B5EF4-FFF2-40B4-BE49-F238E27FC236}">
                    <a16:creationId xmlns:a16="http://schemas.microsoft.com/office/drawing/2014/main" id="{3B235EBB-93E3-638F-58FA-6B89C5FB2795}"/>
                  </a:ext>
                </a:extLst>
              </p:cNvPr>
              <p:cNvSpPr/>
              <p:nvPr/>
            </p:nvSpPr>
            <p:spPr>
              <a:xfrm>
                <a:off x="351891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360">
                  <a:alpha val="100000"/>
                </a:srgbClr>
              </a:solidFill>
              <a:ln w="5420" cap="flat">
                <a:solidFill>
                  <a:srgbClr val="3A33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g2707">
                <a:extLst>
                  <a:ext uri="{FF2B5EF4-FFF2-40B4-BE49-F238E27FC236}">
                    <a16:creationId xmlns:a16="http://schemas.microsoft.com/office/drawing/2014/main" id="{1590B1BD-DA2F-0CD4-1AA9-1570B0FB0C8C}"/>
                  </a:ext>
                </a:extLst>
              </p:cNvPr>
              <p:cNvSpPr/>
              <p:nvPr/>
            </p:nvSpPr>
            <p:spPr>
              <a:xfrm>
                <a:off x="353055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g2708">
                <a:extLst>
                  <a:ext uri="{FF2B5EF4-FFF2-40B4-BE49-F238E27FC236}">
                    <a16:creationId xmlns:a16="http://schemas.microsoft.com/office/drawing/2014/main" id="{0E733B15-8465-77CC-28C3-6F607B1FB97F}"/>
                  </a:ext>
                </a:extLst>
              </p:cNvPr>
              <p:cNvSpPr/>
              <p:nvPr/>
            </p:nvSpPr>
            <p:spPr>
              <a:xfrm>
                <a:off x="354219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g2709">
                <a:extLst>
                  <a:ext uri="{FF2B5EF4-FFF2-40B4-BE49-F238E27FC236}">
                    <a16:creationId xmlns:a16="http://schemas.microsoft.com/office/drawing/2014/main" id="{3C4BB62D-750A-DBEE-BB90-EFBD904B943B}"/>
                  </a:ext>
                </a:extLst>
              </p:cNvPr>
              <p:cNvSpPr/>
              <p:nvPr/>
            </p:nvSpPr>
            <p:spPr>
              <a:xfrm>
                <a:off x="363529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g2710">
                <a:extLst>
                  <a:ext uri="{FF2B5EF4-FFF2-40B4-BE49-F238E27FC236}">
                    <a16:creationId xmlns:a16="http://schemas.microsoft.com/office/drawing/2014/main" id="{B1A8FC0D-9D4D-EA2D-94ED-1FB5C5FAA5A6}"/>
                  </a:ext>
                </a:extLst>
              </p:cNvPr>
              <p:cNvSpPr/>
              <p:nvPr/>
            </p:nvSpPr>
            <p:spPr>
              <a:xfrm>
                <a:off x="364692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5">
                  <a:alpha val="100000"/>
                </a:srgbClr>
              </a:solidFill>
              <a:ln w="5420" cap="flat">
                <a:solidFill>
                  <a:srgbClr val="3C41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g2711">
                <a:extLst>
                  <a:ext uri="{FF2B5EF4-FFF2-40B4-BE49-F238E27FC236}">
                    <a16:creationId xmlns:a16="http://schemas.microsoft.com/office/drawing/2014/main" id="{84A04520-9C9A-3ECF-F8AC-311238B8326D}"/>
                  </a:ext>
                </a:extLst>
              </p:cNvPr>
              <p:cNvSpPr/>
              <p:nvPr/>
            </p:nvSpPr>
            <p:spPr>
              <a:xfrm>
                <a:off x="365856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g2712">
                <a:extLst>
                  <a:ext uri="{FF2B5EF4-FFF2-40B4-BE49-F238E27FC236}">
                    <a16:creationId xmlns:a16="http://schemas.microsoft.com/office/drawing/2014/main" id="{2B9BAF92-D754-1CC3-4B5D-EDD4B8F590D9}"/>
                  </a:ext>
                </a:extLst>
              </p:cNvPr>
              <p:cNvSpPr/>
              <p:nvPr/>
            </p:nvSpPr>
            <p:spPr>
              <a:xfrm>
                <a:off x="368184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g2713">
                <a:extLst>
                  <a:ext uri="{FF2B5EF4-FFF2-40B4-BE49-F238E27FC236}">
                    <a16:creationId xmlns:a16="http://schemas.microsoft.com/office/drawing/2014/main" id="{F97638EE-2009-8805-A343-FBD3D2EECDD7}"/>
                  </a:ext>
                </a:extLst>
              </p:cNvPr>
              <p:cNvSpPr/>
              <p:nvPr/>
            </p:nvSpPr>
            <p:spPr>
              <a:xfrm>
                <a:off x="369347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g2714">
                <a:extLst>
                  <a:ext uri="{FF2B5EF4-FFF2-40B4-BE49-F238E27FC236}">
                    <a16:creationId xmlns:a16="http://schemas.microsoft.com/office/drawing/2014/main" id="{953D5AB8-153C-0282-1030-754FE21EA00A}"/>
                  </a:ext>
                </a:extLst>
              </p:cNvPr>
              <p:cNvSpPr/>
              <p:nvPr/>
            </p:nvSpPr>
            <p:spPr>
              <a:xfrm>
                <a:off x="370511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g2715">
                <a:extLst>
                  <a:ext uri="{FF2B5EF4-FFF2-40B4-BE49-F238E27FC236}">
                    <a16:creationId xmlns:a16="http://schemas.microsoft.com/office/drawing/2014/main" id="{781218E1-691F-EE4E-551A-43017C2E3D4D}"/>
                  </a:ext>
                </a:extLst>
              </p:cNvPr>
              <p:cNvSpPr/>
              <p:nvPr/>
            </p:nvSpPr>
            <p:spPr>
              <a:xfrm>
                <a:off x="371675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g2716">
                <a:extLst>
                  <a:ext uri="{FF2B5EF4-FFF2-40B4-BE49-F238E27FC236}">
                    <a16:creationId xmlns:a16="http://schemas.microsoft.com/office/drawing/2014/main" id="{F98B5045-33C6-3145-820C-6102542A7F74}"/>
                  </a:ext>
                </a:extLst>
              </p:cNvPr>
              <p:cNvSpPr/>
              <p:nvPr/>
            </p:nvSpPr>
            <p:spPr>
              <a:xfrm>
                <a:off x="372839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g2717">
                <a:extLst>
                  <a:ext uri="{FF2B5EF4-FFF2-40B4-BE49-F238E27FC236}">
                    <a16:creationId xmlns:a16="http://schemas.microsoft.com/office/drawing/2014/main" id="{CCC0DDDA-8CDD-CEDF-2D09-B7F14DCBDE11}"/>
                  </a:ext>
                </a:extLst>
              </p:cNvPr>
              <p:cNvSpPr/>
              <p:nvPr/>
            </p:nvSpPr>
            <p:spPr>
              <a:xfrm>
                <a:off x="374002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g2718">
                <a:extLst>
                  <a:ext uri="{FF2B5EF4-FFF2-40B4-BE49-F238E27FC236}">
                    <a16:creationId xmlns:a16="http://schemas.microsoft.com/office/drawing/2014/main" id="{DABBCBC4-5417-9C5D-0C79-21D1B1DB49CA}"/>
                  </a:ext>
                </a:extLst>
              </p:cNvPr>
              <p:cNvSpPr/>
              <p:nvPr/>
            </p:nvSpPr>
            <p:spPr>
              <a:xfrm>
                <a:off x="375166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g2719">
                <a:extLst>
                  <a:ext uri="{FF2B5EF4-FFF2-40B4-BE49-F238E27FC236}">
                    <a16:creationId xmlns:a16="http://schemas.microsoft.com/office/drawing/2014/main" id="{54240380-6BB3-283E-E186-E70AA150BA61}"/>
                  </a:ext>
                </a:extLst>
              </p:cNvPr>
              <p:cNvSpPr/>
              <p:nvPr/>
            </p:nvSpPr>
            <p:spPr>
              <a:xfrm>
                <a:off x="412405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g2720">
                <a:extLst>
                  <a:ext uri="{FF2B5EF4-FFF2-40B4-BE49-F238E27FC236}">
                    <a16:creationId xmlns:a16="http://schemas.microsoft.com/office/drawing/2014/main" id="{2381D861-D647-0B9C-2EAC-1294905B13EC}"/>
                  </a:ext>
                </a:extLst>
              </p:cNvPr>
              <p:cNvSpPr/>
              <p:nvPr/>
            </p:nvSpPr>
            <p:spPr>
              <a:xfrm>
                <a:off x="413569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g2721">
                <a:extLst>
                  <a:ext uri="{FF2B5EF4-FFF2-40B4-BE49-F238E27FC236}">
                    <a16:creationId xmlns:a16="http://schemas.microsoft.com/office/drawing/2014/main" id="{A66A9F7B-46D1-8E76-497F-8CBA11920014}"/>
                  </a:ext>
                </a:extLst>
              </p:cNvPr>
              <p:cNvSpPr/>
              <p:nvPr/>
            </p:nvSpPr>
            <p:spPr>
              <a:xfrm>
                <a:off x="414733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g2722">
                <a:extLst>
                  <a:ext uri="{FF2B5EF4-FFF2-40B4-BE49-F238E27FC236}">
                    <a16:creationId xmlns:a16="http://schemas.microsoft.com/office/drawing/2014/main" id="{B364D8D9-08E0-D7E5-DE02-90C0741A1957}"/>
                  </a:ext>
                </a:extLst>
              </p:cNvPr>
              <p:cNvSpPr/>
              <p:nvPr/>
            </p:nvSpPr>
            <p:spPr>
              <a:xfrm>
                <a:off x="415897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g2723">
                <a:extLst>
                  <a:ext uri="{FF2B5EF4-FFF2-40B4-BE49-F238E27FC236}">
                    <a16:creationId xmlns:a16="http://schemas.microsoft.com/office/drawing/2014/main" id="{132357B1-0EEA-6559-5A92-611E953FF5FE}"/>
                  </a:ext>
                </a:extLst>
              </p:cNvPr>
              <p:cNvSpPr/>
              <p:nvPr/>
            </p:nvSpPr>
            <p:spPr>
              <a:xfrm>
                <a:off x="417060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g2724">
                <a:extLst>
                  <a:ext uri="{FF2B5EF4-FFF2-40B4-BE49-F238E27FC236}">
                    <a16:creationId xmlns:a16="http://schemas.microsoft.com/office/drawing/2014/main" id="{DE94B43B-A426-E007-FA86-8B04E6DF4909}"/>
                  </a:ext>
                </a:extLst>
              </p:cNvPr>
              <p:cNvSpPr/>
              <p:nvPr/>
            </p:nvSpPr>
            <p:spPr>
              <a:xfrm>
                <a:off x="418224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g2725">
                <a:extLst>
                  <a:ext uri="{FF2B5EF4-FFF2-40B4-BE49-F238E27FC236}">
                    <a16:creationId xmlns:a16="http://schemas.microsoft.com/office/drawing/2014/main" id="{3CCD950E-D8C9-7479-3D55-D27EA6B1E594}"/>
                  </a:ext>
                </a:extLst>
              </p:cNvPr>
              <p:cNvSpPr/>
              <p:nvPr/>
            </p:nvSpPr>
            <p:spPr>
              <a:xfrm>
                <a:off x="419388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g2726">
                <a:extLst>
                  <a:ext uri="{FF2B5EF4-FFF2-40B4-BE49-F238E27FC236}">
                    <a16:creationId xmlns:a16="http://schemas.microsoft.com/office/drawing/2014/main" id="{7463C7D6-98ED-8CFA-5FFF-8A7749F3D412}"/>
                  </a:ext>
                </a:extLst>
              </p:cNvPr>
              <p:cNvSpPr/>
              <p:nvPr/>
            </p:nvSpPr>
            <p:spPr>
              <a:xfrm>
                <a:off x="420552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g2727">
                <a:extLst>
                  <a:ext uri="{FF2B5EF4-FFF2-40B4-BE49-F238E27FC236}">
                    <a16:creationId xmlns:a16="http://schemas.microsoft.com/office/drawing/2014/main" id="{D903AC45-3AE4-14DB-3D57-B9278D1E29DA}"/>
                  </a:ext>
                </a:extLst>
              </p:cNvPr>
              <p:cNvSpPr/>
              <p:nvPr/>
            </p:nvSpPr>
            <p:spPr>
              <a:xfrm>
                <a:off x="421715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g2728">
                <a:extLst>
                  <a:ext uri="{FF2B5EF4-FFF2-40B4-BE49-F238E27FC236}">
                    <a16:creationId xmlns:a16="http://schemas.microsoft.com/office/drawing/2014/main" id="{EBCD460E-EB4B-2874-16BB-070BC1EDE94D}"/>
                  </a:ext>
                </a:extLst>
              </p:cNvPr>
              <p:cNvSpPr/>
              <p:nvPr/>
            </p:nvSpPr>
            <p:spPr>
              <a:xfrm>
                <a:off x="422879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g2729">
                <a:extLst>
                  <a:ext uri="{FF2B5EF4-FFF2-40B4-BE49-F238E27FC236}">
                    <a16:creationId xmlns:a16="http://schemas.microsoft.com/office/drawing/2014/main" id="{84592950-7750-7C30-B910-F3276909C9CE}"/>
                  </a:ext>
                </a:extLst>
              </p:cNvPr>
              <p:cNvSpPr/>
              <p:nvPr/>
            </p:nvSpPr>
            <p:spPr>
              <a:xfrm>
                <a:off x="424043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g2730">
                <a:extLst>
                  <a:ext uri="{FF2B5EF4-FFF2-40B4-BE49-F238E27FC236}">
                    <a16:creationId xmlns:a16="http://schemas.microsoft.com/office/drawing/2014/main" id="{C5819913-EAD9-7F25-5818-8F3F4C49E7C4}"/>
                  </a:ext>
                </a:extLst>
              </p:cNvPr>
              <p:cNvSpPr/>
              <p:nvPr/>
            </p:nvSpPr>
            <p:spPr>
              <a:xfrm>
                <a:off x="425207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g2731">
                <a:extLst>
                  <a:ext uri="{FF2B5EF4-FFF2-40B4-BE49-F238E27FC236}">
                    <a16:creationId xmlns:a16="http://schemas.microsoft.com/office/drawing/2014/main" id="{90507471-7B12-7655-02BC-3FC8F38BEA53}"/>
                  </a:ext>
                </a:extLst>
              </p:cNvPr>
              <p:cNvSpPr/>
              <p:nvPr/>
            </p:nvSpPr>
            <p:spPr>
              <a:xfrm>
                <a:off x="426370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g2732">
                <a:extLst>
                  <a:ext uri="{FF2B5EF4-FFF2-40B4-BE49-F238E27FC236}">
                    <a16:creationId xmlns:a16="http://schemas.microsoft.com/office/drawing/2014/main" id="{86770AFC-3CAB-BC42-F554-97432B60070D}"/>
                  </a:ext>
                </a:extLst>
              </p:cNvPr>
              <p:cNvSpPr/>
              <p:nvPr/>
            </p:nvSpPr>
            <p:spPr>
              <a:xfrm>
                <a:off x="427534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g2733">
                <a:extLst>
                  <a:ext uri="{FF2B5EF4-FFF2-40B4-BE49-F238E27FC236}">
                    <a16:creationId xmlns:a16="http://schemas.microsoft.com/office/drawing/2014/main" id="{770350F3-26C5-81B7-A2C1-85B03EA6565B}"/>
                  </a:ext>
                </a:extLst>
              </p:cNvPr>
              <p:cNvSpPr/>
              <p:nvPr/>
            </p:nvSpPr>
            <p:spPr>
              <a:xfrm>
                <a:off x="431025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g2734">
                <a:extLst>
                  <a:ext uri="{FF2B5EF4-FFF2-40B4-BE49-F238E27FC236}">
                    <a16:creationId xmlns:a16="http://schemas.microsoft.com/office/drawing/2014/main" id="{24149C63-3253-4F5D-5839-F4A113FE7EFD}"/>
                  </a:ext>
                </a:extLst>
              </p:cNvPr>
              <p:cNvSpPr/>
              <p:nvPr/>
            </p:nvSpPr>
            <p:spPr>
              <a:xfrm>
                <a:off x="432189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g2735">
                <a:extLst>
                  <a:ext uri="{FF2B5EF4-FFF2-40B4-BE49-F238E27FC236}">
                    <a16:creationId xmlns:a16="http://schemas.microsoft.com/office/drawing/2014/main" id="{1CF0C133-94AC-EA1A-4557-A853727031E7}"/>
                  </a:ext>
                </a:extLst>
              </p:cNvPr>
              <p:cNvSpPr/>
              <p:nvPr/>
            </p:nvSpPr>
            <p:spPr>
              <a:xfrm>
                <a:off x="433353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g2736">
                <a:extLst>
                  <a:ext uri="{FF2B5EF4-FFF2-40B4-BE49-F238E27FC236}">
                    <a16:creationId xmlns:a16="http://schemas.microsoft.com/office/drawing/2014/main" id="{E7BE8821-CA76-832B-A70D-8801236E6D03}"/>
                  </a:ext>
                </a:extLst>
              </p:cNvPr>
              <p:cNvSpPr/>
              <p:nvPr/>
            </p:nvSpPr>
            <p:spPr>
              <a:xfrm>
                <a:off x="434516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g2737">
                <a:extLst>
                  <a:ext uri="{FF2B5EF4-FFF2-40B4-BE49-F238E27FC236}">
                    <a16:creationId xmlns:a16="http://schemas.microsoft.com/office/drawing/2014/main" id="{F360A42F-F7CB-A7A9-3128-505E6C6A2FC2}"/>
                  </a:ext>
                </a:extLst>
              </p:cNvPr>
              <p:cNvSpPr/>
              <p:nvPr/>
            </p:nvSpPr>
            <p:spPr>
              <a:xfrm>
                <a:off x="435680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g2738">
                <a:extLst>
                  <a:ext uri="{FF2B5EF4-FFF2-40B4-BE49-F238E27FC236}">
                    <a16:creationId xmlns:a16="http://schemas.microsoft.com/office/drawing/2014/main" id="{2E92B267-A2CA-4ED6-008A-1588A865AA73}"/>
                  </a:ext>
                </a:extLst>
              </p:cNvPr>
              <p:cNvSpPr/>
              <p:nvPr/>
            </p:nvSpPr>
            <p:spPr>
              <a:xfrm>
                <a:off x="436844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g2739">
                <a:extLst>
                  <a:ext uri="{FF2B5EF4-FFF2-40B4-BE49-F238E27FC236}">
                    <a16:creationId xmlns:a16="http://schemas.microsoft.com/office/drawing/2014/main" id="{62F9FDE4-A64A-F82E-386E-F2EA6CAEF1F9}"/>
                  </a:ext>
                </a:extLst>
              </p:cNvPr>
              <p:cNvSpPr/>
              <p:nvPr/>
            </p:nvSpPr>
            <p:spPr>
              <a:xfrm>
                <a:off x="438008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g2740">
                <a:extLst>
                  <a:ext uri="{FF2B5EF4-FFF2-40B4-BE49-F238E27FC236}">
                    <a16:creationId xmlns:a16="http://schemas.microsoft.com/office/drawing/2014/main" id="{3C4C8E7A-7886-6C65-5100-7835B1B57976}"/>
                  </a:ext>
                </a:extLst>
              </p:cNvPr>
              <p:cNvSpPr/>
              <p:nvPr/>
            </p:nvSpPr>
            <p:spPr>
              <a:xfrm>
                <a:off x="456627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g2741">
                <a:extLst>
                  <a:ext uri="{FF2B5EF4-FFF2-40B4-BE49-F238E27FC236}">
                    <a16:creationId xmlns:a16="http://schemas.microsoft.com/office/drawing/2014/main" id="{6A273DAD-2E1E-B3E3-91B5-71A9E4E48EC6}"/>
                  </a:ext>
                </a:extLst>
              </p:cNvPr>
              <p:cNvSpPr/>
              <p:nvPr/>
            </p:nvSpPr>
            <p:spPr>
              <a:xfrm>
                <a:off x="457791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g2742">
                <a:extLst>
                  <a:ext uri="{FF2B5EF4-FFF2-40B4-BE49-F238E27FC236}">
                    <a16:creationId xmlns:a16="http://schemas.microsoft.com/office/drawing/2014/main" id="{F3A09790-359C-CB92-64F8-41FBA28A06BD}"/>
                  </a:ext>
                </a:extLst>
              </p:cNvPr>
              <p:cNvSpPr/>
              <p:nvPr/>
            </p:nvSpPr>
            <p:spPr>
              <a:xfrm>
                <a:off x="458955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g2743">
                <a:extLst>
                  <a:ext uri="{FF2B5EF4-FFF2-40B4-BE49-F238E27FC236}">
                    <a16:creationId xmlns:a16="http://schemas.microsoft.com/office/drawing/2014/main" id="{CF59E7A6-E9CD-E1F6-3876-95BA90DF8B19}"/>
                  </a:ext>
                </a:extLst>
              </p:cNvPr>
              <p:cNvSpPr/>
              <p:nvPr/>
            </p:nvSpPr>
            <p:spPr>
              <a:xfrm>
                <a:off x="460119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g2744">
                <a:extLst>
                  <a:ext uri="{FF2B5EF4-FFF2-40B4-BE49-F238E27FC236}">
                    <a16:creationId xmlns:a16="http://schemas.microsoft.com/office/drawing/2014/main" id="{EC231CB2-FA3A-F1C1-E785-7B1EB539191C}"/>
                  </a:ext>
                </a:extLst>
              </p:cNvPr>
              <p:cNvSpPr/>
              <p:nvPr/>
            </p:nvSpPr>
            <p:spPr>
              <a:xfrm>
                <a:off x="461282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g2745">
                <a:extLst>
                  <a:ext uri="{FF2B5EF4-FFF2-40B4-BE49-F238E27FC236}">
                    <a16:creationId xmlns:a16="http://schemas.microsoft.com/office/drawing/2014/main" id="{78A64D13-53B6-4C27-F6A3-7F431BFA124B}"/>
                  </a:ext>
                </a:extLst>
              </p:cNvPr>
              <p:cNvSpPr/>
              <p:nvPr/>
            </p:nvSpPr>
            <p:spPr>
              <a:xfrm>
                <a:off x="311161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g2746">
                <a:extLst>
                  <a:ext uri="{FF2B5EF4-FFF2-40B4-BE49-F238E27FC236}">
                    <a16:creationId xmlns:a16="http://schemas.microsoft.com/office/drawing/2014/main" id="{F92CD819-7933-1F84-2D14-C0AA81BED033}"/>
                  </a:ext>
                </a:extLst>
              </p:cNvPr>
              <p:cNvSpPr/>
              <p:nvPr/>
            </p:nvSpPr>
            <p:spPr>
              <a:xfrm>
                <a:off x="312324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g2747">
                <a:extLst>
                  <a:ext uri="{FF2B5EF4-FFF2-40B4-BE49-F238E27FC236}">
                    <a16:creationId xmlns:a16="http://schemas.microsoft.com/office/drawing/2014/main" id="{74C8C4C2-FC6B-1D96-6FF7-CBAFFEEE8D8C}"/>
                  </a:ext>
                </a:extLst>
              </p:cNvPr>
              <p:cNvSpPr/>
              <p:nvPr/>
            </p:nvSpPr>
            <p:spPr>
              <a:xfrm>
                <a:off x="313488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g2748">
                <a:extLst>
                  <a:ext uri="{FF2B5EF4-FFF2-40B4-BE49-F238E27FC236}">
                    <a16:creationId xmlns:a16="http://schemas.microsoft.com/office/drawing/2014/main" id="{B1EE6E34-259B-7F1C-BCA8-6DA36962CD26}"/>
                  </a:ext>
                </a:extLst>
              </p:cNvPr>
              <p:cNvSpPr/>
              <p:nvPr/>
            </p:nvSpPr>
            <p:spPr>
              <a:xfrm>
                <a:off x="314652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g2749">
                <a:extLst>
                  <a:ext uri="{FF2B5EF4-FFF2-40B4-BE49-F238E27FC236}">
                    <a16:creationId xmlns:a16="http://schemas.microsoft.com/office/drawing/2014/main" id="{37A4A4AE-D41F-B1DF-BD42-CDD682377453}"/>
                  </a:ext>
                </a:extLst>
              </p:cNvPr>
              <p:cNvSpPr/>
              <p:nvPr/>
            </p:nvSpPr>
            <p:spPr>
              <a:xfrm>
                <a:off x="315816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g2750">
                <a:extLst>
                  <a:ext uri="{FF2B5EF4-FFF2-40B4-BE49-F238E27FC236}">
                    <a16:creationId xmlns:a16="http://schemas.microsoft.com/office/drawing/2014/main" id="{D269BBAB-5332-85B6-519E-B41D9A0111EE}"/>
                  </a:ext>
                </a:extLst>
              </p:cNvPr>
              <p:cNvSpPr/>
              <p:nvPr/>
            </p:nvSpPr>
            <p:spPr>
              <a:xfrm>
                <a:off x="316979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g2751">
                <a:extLst>
                  <a:ext uri="{FF2B5EF4-FFF2-40B4-BE49-F238E27FC236}">
                    <a16:creationId xmlns:a16="http://schemas.microsoft.com/office/drawing/2014/main" id="{53DBBF14-5247-3E4E-4C68-2567FF5BDB58}"/>
                  </a:ext>
                </a:extLst>
              </p:cNvPr>
              <p:cNvSpPr/>
              <p:nvPr/>
            </p:nvSpPr>
            <p:spPr>
              <a:xfrm>
                <a:off x="318143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g2752">
                <a:extLst>
                  <a:ext uri="{FF2B5EF4-FFF2-40B4-BE49-F238E27FC236}">
                    <a16:creationId xmlns:a16="http://schemas.microsoft.com/office/drawing/2014/main" id="{B52BC5FE-B619-CE9A-3E08-B3848067D5E3}"/>
                  </a:ext>
                </a:extLst>
              </p:cNvPr>
              <p:cNvSpPr/>
              <p:nvPr/>
            </p:nvSpPr>
            <p:spPr>
              <a:xfrm>
                <a:off x="319307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g2753">
                <a:extLst>
                  <a:ext uri="{FF2B5EF4-FFF2-40B4-BE49-F238E27FC236}">
                    <a16:creationId xmlns:a16="http://schemas.microsoft.com/office/drawing/2014/main" id="{675FB3E1-4037-5BF7-1441-0195163C0132}"/>
                  </a:ext>
                </a:extLst>
              </p:cNvPr>
              <p:cNvSpPr/>
              <p:nvPr/>
            </p:nvSpPr>
            <p:spPr>
              <a:xfrm>
                <a:off x="320471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g2754">
                <a:extLst>
                  <a:ext uri="{FF2B5EF4-FFF2-40B4-BE49-F238E27FC236}">
                    <a16:creationId xmlns:a16="http://schemas.microsoft.com/office/drawing/2014/main" id="{1D03C19F-98B1-3500-A53A-6CE60DB816D9}"/>
                  </a:ext>
                </a:extLst>
              </p:cNvPr>
              <p:cNvSpPr/>
              <p:nvPr/>
            </p:nvSpPr>
            <p:spPr>
              <a:xfrm>
                <a:off x="321634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g2755">
                <a:extLst>
                  <a:ext uri="{FF2B5EF4-FFF2-40B4-BE49-F238E27FC236}">
                    <a16:creationId xmlns:a16="http://schemas.microsoft.com/office/drawing/2014/main" id="{A023E00C-A74D-2F3C-B6D8-37814C60B106}"/>
                  </a:ext>
                </a:extLst>
              </p:cNvPr>
              <p:cNvSpPr/>
              <p:nvPr/>
            </p:nvSpPr>
            <p:spPr>
              <a:xfrm>
                <a:off x="322798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g2756">
                <a:extLst>
                  <a:ext uri="{FF2B5EF4-FFF2-40B4-BE49-F238E27FC236}">
                    <a16:creationId xmlns:a16="http://schemas.microsoft.com/office/drawing/2014/main" id="{1897557F-D3D6-2C9B-CFDE-671CAB01055A}"/>
                  </a:ext>
                </a:extLst>
              </p:cNvPr>
              <p:cNvSpPr/>
              <p:nvPr/>
            </p:nvSpPr>
            <p:spPr>
              <a:xfrm>
                <a:off x="323962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g2757">
                <a:extLst>
                  <a:ext uri="{FF2B5EF4-FFF2-40B4-BE49-F238E27FC236}">
                    <a16:creationId xmlns:a16="http://schemas.microsoft.com/office/drawing/2014/main" id="{974140D0-7E6A-14EF-459E-9E4E8865B31C}"/>
                  </a:ext>
                </a:extLst>
              </p:cNvPr>
              <p:cNvSpPr/>
              <p:nvPr/>
            </p:nvSpPr>
            <p:spPr>
              <a:xfrm>
                <a:off x="325125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g2758">
                <a:extLst>
                  <a:ext uri="{FF2B5EF4-FFF2-40B4-BE49-F238E27FC236}">
                    <a16:creationId xmlns:a16="http://schemas.microsoft.com/office/drawing/2014/main" id="{FE21E06E-DBF6-6423-F8B0-7721C50483AD}"/>
                  </a:ext>
                </a:extLst>
              </p:cNvPr>
              <p:cNvSpPr/>
              <p:nvPr/>
            </p:nvSpPr>
            <p:spPr>
              <a:xfrm>
                <a:off x="326289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g2759">
                <a:extLst>
                  <a:ext uri="{FF2B5EF4-FFF2-40B4-BE49-F238E27FC236}">
                    <a16:creationId xmlns:a16="http://schemas.microsoft.com/office/drawing/2014/main" id="{55E20D92-9915-4E83-9388-46CF22271212}"/>
                  </a:ext>
                </a:extLst>
              </p:cNvPr>
              <p:cNvSpPr/>
              <p:nvPr/>
            </p:nvSpPr>
            <p:spPr>
              <a:xfrm>
                <a:off x="327453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g2760">
                <a:extLst>
                  <a:ext uri="{FF2B5EF4-FFF2-40B4-BE49-F238E27FC236}">
                    <a16:creationId xmlns:a16="http://schemas.microsoft.com/office/drawing/2014/main" id="{B8FC9898-D067-2092-9394-F26F6BD6831A}"/>
                  </a:ext>
                </a:extLst>
              </p:cNvPr>
              <p:cNvSpPr/>
              <p:nvPr/>
            </p:nvSpPr>
            <p:spPr>
              <a:xfrm>
                <a:off x="328617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g2761">
                <a:extLst>
                  <a:ext uri="{FF2B5EF4-FFF2-40B4-BE49-F238E27FC236}">
                    <a16:creationId xmlns:a16="http://schemas.microsoft.com/office/drawing/2014/main" id="{CBB8308B-AEB6-548E-B0A9-BB67B4E3460E}"/>
                  </a:ext>
                </a:extLst>
              </p:cNvPr>
              <p:cNvSpPr/>
              <p:nvPr/>
            </p:nvSpPr>
            <p:spPr>
              <a:xfrm>
                <a:off x="329780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g2762">
                <a:extLst>
                  <a:ext uri="{FF2B5EF4-FFF2-40B4-BE49-F238E27FC236}">
                    <a16:creationId xmlns:a16="http://schemas.microsoft.com/office/drawing/2014/main" id="{C651130B-772A-0596-2686-79CCFAE1B8DD}"/>
                  </a:ext>
                </a:extLst>
              </p:cNvPr>
              <p:cNvSpPr/>
              <p:nvPr/>
            </p:nvSpPr>
            <p:spPr>
              <a:xfrm>
                <a:off x="330944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g2763">
                <a:extLst>
                  <a:ext uri="{FF2B5EF4-FFF2-40B4-BE49-F238E27FC236}">
                    <a16:creationId xmlns:a16="http://schemas.microsoft.com/office/drawing/2014/main" id="{862D33DA-34CE-0EE8-C65F-5CFE295AA0A3}"/>
                  </a:ext>
                </a:extLst>
              </p:cNvPr>
              <p:cNvSpPr/>
              <p:nvPr/>
            </p:nvSpPr>
            <p:spPr>
              <a:xfrm>
                <a:off x="332108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g2764">
                <a:extLst>
                  <a:ext uri="{FF2B5EF4-FFF2-40B4-BE49-F238E27FC236}">
                    <a16:creationId xmlns:a16="http://schemas.microsoft.com/office/drawing/2014/main" id="{0E4889FE-E334-C77C-3BBF-E2EEE2A17A6B}"/>
                  </a:ext>
                </a:extLst>
              </p:cNvPr>
              <p:cNvSpPr/>
              <p:nvPr/>
            </p:nvSpPr>
            <p:spPr>
              <a:xfrm>
                <a:off x="333272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g2765">
                <a:extLst>
                  <a:ext uri="{FF2B5EF4-FFF2-40B4-BE49-F238E27FC236}">
                    <a16:creationId xmlns:a16="http://schemas.microsoft.com/office/drawing/2014/main" id="{9C4A795E-9856-7942-6761-1DF5A97FB116}"/>
                  </a:ext>
                </a:extLst>
              </p:cNvPr>
              <p:cNvSpPr/>
              <p:nvPr/>
            </p:nvSpPr>
            <p:spPr>
              <a:xfrm>
                <a:off x="334435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g2766">
                <a:extLst>
                  <a:ext uri="{FF2B5EF4-FFF2-40B4-BE49-F238E27FC236}">
                    <a16:creationId xmlns:a16="http://schemas.microsoft.com/office/drawing/2014/main" id="{9646A68B-86C2-3170-757B-1A5A2605A49C}"/>
                  </a:ext>
                </a:extLst>
              </p:cNvPr>
              <p:cNvSpPr/>
              <p:nvPr/>
            </p:nvSpPr>
            <p:spPr>
              <a:xfrm>
                <a:off x="335599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g2767">
                <a:extLst>
                  <a:ext uri="{FF2B5EF4-FFF2-40B4-BE49-F238E27FC236}">
                    <a16:creationId xmlns:a16="http://schemas.microsoft.com/office/drawing/2014/main" id="{2C75900D-715F-7EDD-9A2F-C68095B7F926}"/>
                  </a:ext>
                </a:extLst>
              </p:cNvPr>
              <p:cNvSpPr/>
              <p:nvPr/>
            </p:nvSpPr>
            <p:spPr>
              <a:xfrm>
                <a:off x="336763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g2768">
                <a:extLst>
                  <a:ext uri="{FF2B5EF4-FFF2-40B4-BE49-F238E27FC236}">
                    <a16:creationId xmlns:a16="http://schemas.microsoft.com/office/drawing/2014/main" id="{CB9F55C7-CC09-12EA-D538-F47C4B2404B9}"/>
                  </a:ext>
                </a:extLst>
              </p:cNvPr>
              <p:cNvSpPr/>
              <p:nvPr/>
            </p:nvSpPr>
            <p:spPr>
              <a:xfrm>
                <a:off x="337927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g2769">
                <a:extLst>
                  <a:ext uri="{FF2B5EF4-FFF2-40B4-BE49-F238E27FC236}">
                    <a16:creationId xmlns:a16="http://schemas.microsoft.com/office/drawing/2014/main" id="{90AACA8F-48AE-B9FF-7F4D-32937802F22E}"/>
                  </a:ext>
                </a:extLst>
              </p:cNvPr>
              <p:cNvSpPr/>
              <p:nvPr/>
            </p:nvSpPr>
            <p:spPr>
              <a:xfrm>
                <a:off x="339090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g2770">
                <a:extLst>
                  <a:ext uri="{FF2B5EF4-FFF2-40B4-BE49-F238E27FC236}">
                    <a16:creationId xmlns:a16="http://schemas.microsoft.com/office/drawing/2014/main" id="{416C603A-AABE-88C4-1F3F-0730AE6A40B0}"/>
                  </a:ext>
                </a:extLst>
              </p:cNvPr>
              <p:cNvSpPr/>
              <p:nvPr/>
            </p:nvSpPr>
            <p:spPr>
              <a:xfrm>
                <a:off x="340254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g2771">
                <a:extLst>
                  <a:ext uri="{FF2B5EF4-FFF2-40B4-BE49-F238E27FC236}">
                    <a16:creationId xmlns:a16="http://schemas.microsoft.com/office/drawing/2014/main" id="{C4471E29-55E7-2788-3828-71AEA6B599DC}"/>
                  </a:ext>
                </a:extLst>
              </p:cNvPr>
              <p:cNvSpPr/>
              <p:nvPr/>
            </p:nvSpPr>
            <p:spPr>
              <a:xfrm>
                <a:off x="341418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g2772">
                <a:extLst>
                  <a:ext uri="{FF2B5EF4-FFF2-40B4-BE49-F238E27FC236}">
                    <a16:creationId xmlns:a16="http://schemas.microsoft.com/office/drawing/2014/main" id="{F1CDDA2E-C07B-1FB5-350F-68D29603A136}"/>
                  </a:ext>
                </a:extLst>
              </p:cNvPr>
              <p:cNvSpPr/>
              <p:nvPr/>
            </p:nvSpPr>
            <p:spPr>
              <a:xfrm>
                <a:off x="342581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g2773">
                <a:extLst>
                  <a:ext uri="{FF2B5EF4-FFF2-40B4-BE49-F238E27FC236}">
                    <a16:creationId xmlns:a16="http://schemas.microsoft.com/office/drawing/2014/main" id="{2B06CEBF-7956-C658-5A2B-FD2C3B0B6EFA}"/>
                  </a:ext>
                </a:extLst>
              </p:cNvPr>
              <p:cNvSpPr/>
              <p:nvPr/>
            </p:nvSpPr>
            <p:spPr>
              <a:xfrm>
                <a:off x="343745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g2774">
                <a:extLst>
                  <a:ext uri="{FF2B5EF4-FFF2-40B4-BE49-F238E27FC236}">
                    <a16:creationId xmlns:a16="http://schemas.microsoft.com/office/drawing/2014/main" id="{4E2343BB-2E3B-8602-92EC-93BE563DE66E}"/>
                  </a:ext>
                </a:extLst>
              </p:cNvPr>
              <p:cNvSpPr/>
              <p:nvPr/>
            </p:nvSpPr>
            <p:spPr>
              <a:xfrm>
                <a:off x="344909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25F">
                  <a:alpha val="100000"/>
                </a:srgbClr>
              </a:solidFill>
              <a:ln w="5420" cap="flat">
                <a:solidFill>
                  <a:srgbClr val="3A32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g2775">
                <a:extLst>
                  <a:ext uri="{FF2B5EF4-FFF2-40B4-BE49-F238E27FC236}">
                    <a16:creationId xmlns:a16="http://schemas.microsoft.com/office/drawing/2014/main" id="{56C14726-E8CE-CDE2-2472-697B5D57B1E7}"/>
                  </a:ext>
                </a:extLst>
              </p:cNvPr>
              <p:cNvSpPr/>
              <p:nvPr/>
            </p:nvSpPr>
            <p:spPr>
              <a:xfrm>
                <a:off x="346073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2A54">
                  <a:alpha val="100000"/>
                </a:srgbClr>
              </a:solidFill>
              <a:ln w="5420" cap="flat">
                <a:solidFill>
                  <a:srgbClr val="382A5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g2776">
                <a:extLst>
                  <a:ext uri="{FF2B5EF4-FFF2-40B4-BE49-F238E27FC236}">
                    <a16:creationId xmlns:a16="http://schemas.microsoft.com/office/drawing/2014/main" id="{C8ABEFF8-F7F2-27D0-9B3A-868AE47CF688}"/>
                  </a:ext>
                </a:extLst>
              </p:cNvPr>
              <p:cNvSpPr/>
              <p:nvPr/>
            </p:nvSpPr>
            <p:spPr>
              <a:xfrm>
                <a:off x="347236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2951">
                  <a:alpha val="100000"/>
                </a:srgbClr>
              </a:solidFill>
              <a:ln w="5420" cap="flat">
                <a:solidFill>
                  <a:srgbClr val="3629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g2777">
                <a:extLst>
                  <a:ext uri="{FF2B5EF4-FFF2-40B4-BE49-F238E27FC236}">
                    <a16:creationId xmlns:a16="http://schemas.microsoft.com/office/drawing/2014/main" id="{C79538D8-7093-144F-7620-6DB73A598E73}"/>
                  </a:ext>
                </a:extLst>
              </p:cNvPr>
              <p:cNvSpPr/>
              <p:nvPr/>
            </p:nvSpPr>
            <p:spPr>
              <a:xfrm>
                <a:off x="348400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2951">
                  <a:alpha val="100000"/>
                </a:srgbClr>
              </a:solidFill>
              <a:ln w="5420" cap="flat">
                <a:solidFill>
                  <a:srgbClr val="36295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g2778">
                <a:extLst>
                  <a:ext uri="{FF2B5EF4-FFF2-40B4-BE49-F238E27FC236}">
                    <a16:creationId xmlns:a16="http://schemas.microsoft.com/office/drawing/2014/main" id="{1949CC0E-5D34-1831-7267-DB1B5E57BDC4}"/>
                  </a:ext>
                </a:extLst>
              </p:cNvPr>
              <p:cNvSpPr/>
              <p:nvPr/>
            </p:nvSpPr>
            <p:spPr>
              <a:xfrm>
                <a:off x="349564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2A53">
                  <a:alpha val="100000"/>
                </a:srgbClr>
              </a:solidFill>
              <a:ln w="5420" cap="flat">
                <a:solidFill>
                  <a:srgbClr val="382A5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g2779">
                <a:extLst>
                  <a:ext uri="{FF2B5EF4-FFF2-40B4-BE49-F238E27FC236}">
                    <a16:creationId xmlns:a16="http://schemas.microsoft.com/office/drawing/2014/main" id="{256718C2-EDA4-FD28-CA6B-143E9B2660B0}"/>
                  </a:ext>
                </a:extLst>
              </p:cNvPr>
              <p:cNvSpPr/>
              <p:nvPr/>
            </p:nvSpPr>
            <p:spPr>
              <a:xfrm>
                <a:off x="350728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2C57">
                  <a:alpha val="100000"/>
                </a:srgbClr>
              </a:solidFill>
              <a:ln w="5420" cap="flat">
                <a:solidFill>
                  <a:srgbClr val="392C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g2780">
                <a:extLst>
                  <a:ext uri="{FF2B5EF4-FFF2-40B4-BE49-F238E27FC236}">
                    <a16:creationId xmlns:a16="http://schemas.microsoft.com/office/drawing/2014/main" id="{46711784-D4BC-7A83-0C44-A95FEE0E116F}"/>
                  </a:ext>
                </a:extLst>
              </p:cNvPr>
              <p:cNvSpPr/>
              <p:nvPr/>
            </p:nvSpPr>
            <p:spPr>
              <a:xfrm>
                <a:off x="351891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305D">
                  <a:alpha val="100000"/>
                </a:srgbClr>
              </a:solidFill>
              <a:ln w="5420" cap="flat">
                <a:solidFill>
                  <a:srgbClr val="3930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g2781">
                <a:extLst>
                  <a:ext uri="{FF2B5EF4-FFF2-40B4-BE49-F238E27FC236}">
                    <a16:creationId xmlns:a16="http://schemas.microsoft.com/office/drawing/2014/main" id="{710A3FBF-655E-D075-3468-77FA137864E1}"/>
                  </a:ext>
                </a:extLst>
              </p:cNvPr>
              <p:cNvSpPr/>
              <p:nvPr/>
            </p:nvSpPr>
            <p:spPr>
              <a:xfrm>
                <a:off x="353055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462">
                  <a:alpha val="100000"/>
                </a:srgbClr>
              </a:solidFill>
              <a:ln w="5420" cap="flat">
                <a:solidFill>
                  <a:srgbClr val="3A34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g2782">
                <a:extLst>
                  <a:ext uri="{FF2B5EF4-FFF2-40B4-BE49-F238E27FC236}">
                    <a16:creationId xmlns:a16="http://schemas.microsoft.com/office/drawing/2014/main" id="{5F2D1F74-27A4-357B-1E81-246B4B113A47}"/>
                  </a:ext>
                </a:extLst>
              </p:cNvPr>
              <p:cNvSpPr/>
              <p:nvPr/>
            </p:nvSpPr>
            <p:spPr>
              <a:xfrm>
                <a:off x="354219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g2783">
                <a:extLst>
                  <a:ext uri="{FF2B5EF4-FFF2-40B4-BE49-F238E27FC236}">
                    <a16:creationId xmlns:a16="http://schemas.microsoft.com/office/drawing/2014/main" id="{161960EC-D699-CAE8-4610-3C40F0E70FAE}"/>
                  </a:ext>
                </a:extLst>
              </p:cNvPr>
              <p:cNvSpPr/>
              <p:nvPr/>
            </p:nvSpPr>
            <p:spPr>
              <a:xfrm>
                <a:off x="355383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g2784">
                <a:extLst>
                  <a:ext uri="{FF2B5EF4-FFF2-40B4-BE49-F238E27FC236}">
                    <a16:creationId xmlns:a16="http://schemas.microsoft.com/office/drawing/2014/main" id="{413AC21B-5784-CBC2-64CE-BACCE32EDB8B}"/>
                  </a:ext>
                </a:extLst>
              </p:cNvPr>
              <p:cNvSpPr/>
              <p:nvPr/>
            </p:nvSpPr>
            <p:spPr>
              <a:xfrm>
                <a:off x="362365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g2785">
                <a:extLst>
                  <a:ext uri="{FF2B5EF4-FFF2-40B4-BE49-F238E27FC236}">
                    <a16:creationId xmlns:a16="http://schemas.microsoft.com/office/drawing/2014/main" id="{922A03DF-6402-B92F-622F-CC0ABC5A32A6}"/>
                  </a:ext>
                </a:extLst>
              </p:cNvPr>
              <p:cNvSpPr/>
              <p:nvPr/>
            </p:nvSpPr>
            <p:spPr>
              <a:xfrm>
                <a:off x="363529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g2786">
                <a:extLst>
                  <a:ext uri="{FF2B5EF4-FFF2-40B4-BE49-F238E27FC236}">
                    <a16:creationId xmlns:a16="http://schemas.microsoft.com/office/drawing/2014/main" id="{E3AE817E-CD72-74A6-0DFA-2B6B02C4AAEC}"/>
                  </a:ext>
                </a:extLst>
              </p:cNvPr>
              <p:cNvSpPr/>
              <p:nvPr/>
            </p:nvSpPr>
            <p:spPr>
              <a:xfrm>
                <a:off x="364692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g2787">
                <a:extLst>
                  <a:ext uri="{FF2B5EF4-FFF2-40B4-BE49-F238E27FC236}">
                    <a16:creationId xmlns:a16="http://schemas.microsoft.com/office/drawing/2014/main" id="{B711B4E8-D4DC-5D47-3A8B-584A157DAEEC}"/>
                  </a:ext>
                </a:extLst>
              </p:cNvPr>
              <p:cNvSpPr/>
              <p:nvPr/>
            </p:nvSpPr>
            <p:spPr>
              <a:xfrm>
                <a:off x="365856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g2788">
                <a:extLst>
                  <a:ext uri="{FF2B5EF4-FFF2-40B4-BE49-F238E27FC236}">
                    <a16:creationId xmlns:a16="http://schemas.microsoft.com/office/drawing/2014/main" id="{8E0BC51F-6426-9463-76A7-70DED7A0F876}"/>
                  </a:ext>
                </a:extLst>
              </p:cNvPr>
              <p:cNvSpPr/>
              <p:nvPr/>
            </p:nvSpPr>
            <p:spPr>
              <a:xfrm>
                <a:off x="367020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g2789">
                <a:extLst>
                  <a:ext uri="{FF2B5EF4-FFF2-40B4-BE49-F238E27FC236}">
                    <a16:creationId xmlns:a16="http://schemas.microsoft.com/office/drawing/2014/main" id="{5AEFEB3E-2E44-6BCF-C98E-FD7A47CE815C}"/>
                  </a:ext>
                </a:extLst>
              </p:cNvPr>
              <p:cNvSpPr/>
              <p:nvPr/>
            </p:nvSpPr>
            <p:spPr>
              <a:xfrm>
                <a:off x="368184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g2790">
                <a:extLst>
                  <a:ext uri="{FF2B5EF4-FFF2-40B4-BE49-F238E27FC236}">
                    <a16:creationId xmlns:a16="http://schemas.microsoft.com/office/drawing/2014/main" id="{005A5106-ADEC-F9B6-1347-2F095552D2D3}"/>
                  </a:ext>
                </a:extLst>
              </p:cNvPr>
              <p:cNvSpPr/>
              <p:nvPr/>
            </p:nvSpPr>
            <p:spPr>
              <a:xfrm>
                <a:off x="369347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D">
                  <a:alpha val="100000"/>
                </a:srgbClr>
              </a:solidFill>
              <a:ln w="5420" cap="flat">
                <a:solidFill>
                  <a:srgbClr val="3C48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g2791">
                <a:extLst>
                  <a:ext uri="{FF2B5EF4-FFF2-40B4-BE49-F238E27FC236}">
                    <a16:creationId xmlns:a16="http://schemas.microsoft.com/office/drawing/2014/main" id="{1F380236-6A9A-16CB-6B9C-375239722BE4}"/>
                  </a:ext>
                </a:extLst>
              </p:cNvPr>
              <p:cNvSpPr/>
              <p:nvPr/>
            </p:nvSpPr>
            <p:spPr>
              <a:xfrm>
                <a:off x="370511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g2792">
                <a:extLst>
                  <a:ext uri="{FF2B5EF4-FFF2-40B4-BE49-F238E27FC236}">
                    <a16:creationId xmlns:a16="http://schemas.microsoft.com/office/drawing/2014/main" id="{6F0F565E-B188-1DB4-82C8-B46EC394F5C3}"/>
                  </a:ext>
                </a:extLst>
              </p:cNvPr>
              <p:cNvSpPr/>
              <p:nvPr/>
            </p:nvSpPr>
            <p:spPr>
              <a:xfrm>
                <a:off x="371675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g2793">
                <a:extLst>
                  <a:ext uri="{FF2B5EF4-FFF2-40B4-BE49-F238E27FC236}">
                    <a16:creationId xmlns:a16="http://schemas.microsoft.com/office/drawing/2014/main" id="{E9714E8E-3401-6B92-0225-952257DEEEB2}"/>
                  </a:ext>
                </a:extLst>
              </p:cNvPr>
              <p:cNvSpPr/>
              <p:nvPr/>
            </p:nvSpPr>
            <p:spPr>
              <a:xfrm>
                <a:off x="372839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g2794">
                <a:extLst>
                  <a:ext uri="{FF2B5EF4-FFF2-40B4-BE49-F238E27FC236}">
                    <a16:creationId xmlns:a16="http://schemas.microsoft.com/office/drawing/2014/main" id="{56E6248E-73B9-69A0-66A2-5CC5D1E70044}"/>
                  </a:ext>
                </a:extLst>
              </p:cNvPr>
              <p:cNvSpPr/>
              <p:nvPr/>
            </p:nvSpPr>
            <p:spPr>
              <a:xfrm>
                <a:off x="374002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g2795">
                <a:extLst>
                  <a:ext uri="{FF2B5EF4-FFF2-40B4-BE49-F238E27FC236}">
                    <a16:creationId xmlns:a16="http://schemas.microsoft.com/office/drawing/2014/main" id="{BC678518-E378-36C5-623E-01EB09E6402C}"/>
                  </a:ext>
                </a:extLst>
              </p:cNvPr>
              <p:cNvSpPr/>
              <p:nvPr/>
            </p:nvSpPr>
            <p:spPr>
              <a:xfrm>
                <a:off x="413569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g2796">
                <a:extLst>
                  <a:ext uri="{FF2B5EF4-FFF2-40B4-BE49-F238E27FC236}">
                    <a16:creationId xmlns:a16="http://schemas.microsoft.com/office/drawing/2014/main" id="{E52084D3-01D2-A641-7A6E-BB70B542F43C}"/>
                  </a:ext>
                </a:extLst>
              </p:cNvPr>
              <p:cNvSpPr/>
              <p:nvPr/>
            </p:nvSpPr>
            <p:spPr>
              <a:xfrm>
                <a:off x="414733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g2797">
                <a:extLst>
                  <a:ext uri="{FF2B5EF4-FFF2-40B4-BE49-F238E27FC236}">
                    <a16:creationId xmlns:a16="http://schemas.microsoft.com/office/drawing/2014/main" id="{53CC98CC-77DF-0133-D58C-5451E48FABD4}"/>
                  </a:ext>
                </a:extLst>
              </p:cNvPr>
              <p:cNvSpPr/>
              <p:nvPr/>
            </p:nvSpPr>
            <p:spPr>
              <a:xfrm>
                <a:off x="415897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g2798">
                <a:extLst>
                  <a:ext uri="{FF2B5EF4-FFF2-40B4-BE49-F238E27FC236}">
                    <a16:creationId xmlns:a16="http://schemas.microsoft.com/office/drawing/2014/main" id="{9357B8C6-4E6E-7B6E-31E0-49100C7AA1E5}"/>
                  </a:ext>
                </a:extLst>
              </p:cNvPr>
              <p:cNvSpPr/>
              <p:nvPr/>
            </p:nvSpPr>
            <p:spPr>
              <a:xfrm>
                <a:off x="417060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g2799">
                <a:extLst>
                  <a:ext uri="{FF2B5EF4-FFF2-40B4-BE49-F238E27FC236}">
                    <a16:creationId xmlns:a16="http://schemas.microsoft.com/office/drawing/2014/main" id="{7EF78ED7-CB06-8848-0248-E34A99626ECA}"/>
                  </a:ext>
                </a:extLst>
              </p:cNvPr>
              <p:cNvSpPr/>
              <p:nvPr/>
            </p:nvSpPr>
            <p:spPr>
              <a:xfrm>
                <a:off x="418224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g2800">
                <a:extLst>
                  <a:ext uri="{FF2B5EF4-FFF2-40B4-BE49-F238E27FC236}">
                    <a16:creationId xmlns:a16="http://schemas.microsoft.com/office/drawing/2014/main" id="{EB259FDF-6A13-17A0-E568-ACD54F724906}"/>
                  </a:ext>
                </a:extLst>
              </p:cNvPr>
              <p:cNvSpPr/>
              <p:nvPr/>
            </p:nvSpPr>
            <p:spPr>
              <a:xfrm>
                <a:off x="419388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g2801">
                <a:extLst>
                  <a:ext uri="{FF2B5EF4-FFF2-40B4-BE49-F238E27FC236}">
                    <a16:creationId xmlns:a16="http://schemas.microsoft.com/office/drawing/2014/main" id="{CAED5A81-2DB3-D7C6-9172-2D9513376943}"/>
                  </a:ext>
                </a:extLst>
              </p:cNvPr>
              <p:cNvSpPr/>
              <p:nvPr/>
            </p:nvSpPr>
            <p:spPr>
              <a:xfrm>
                <a:off x="420552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g2802">
                <a:extLst>
                  <a:ext uri="{FF2B5EF4-FFF2-40B4-BE49-F238E27FC236}">
                    <a16:creationId xmlns:a16="http://schemas.microsoft.com/office/drawing/2014/main" id="{5EB394FE-CF39-701C-EAA6-FA1A31066AD7}"/>
                  </a:ext>
                </a:extLst>
              </p:cNvPr>
              <p:cNvSpPr/>
              <p:nvPr/>
            </p:nvSpPr>
            <p:spPr>
              <a:xfrm>
                <a:off x="421715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g2803">
                <a:extLst>
                  <a:ext uri="{FF2B5EF4-FFF2-40B4-BE49-F238E27FC236}">
                    <a16:creationId xmlns:a16="http://schemas.microsoft.com/office/drawing/2014/main" id="{5A87B4B8-2BE1-1B9D-5C80-487228043639}"/>
                  </a:ext>
                </a:extLst>
              </p:cNvPr>
              <p:cNvSpPr/>
              <p:nvPr/>
            </p:nvSpPr>
            <p:spPr>
              <a:xfrm>
                <a:off x="422879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g2804">
                <a:extLst>
                  <a:ext uri="{FF2B5EF4-FFF2-40B4-BE49-F238E27FC236}">
                    <a16:creationId xmlns:a16="http://schemas.microsoft.com/office/drawing/2014/main" id="{88BA3758-EE42-34C0-D24E-EAC8061553E2}"/>
                  </a:ext>
                </a:extLst>
              </p:cNvPr>
              <p:cNvSpPr/>
              <p:nvPr/>
            </p:nvSpPr>
            <p:spPr>
              <a:xfrm>
                <a:off x="424043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g2805">
                <a:extLst>
                  <a:ext uri="{FF2B5EF4-FFF2-40B4-BE49-F238E27FC236}">
                    <a16:creationId xmlns:a16="http://schemas.microsoft.com/office/drawing/2014/main" id="{0192CB44-87AB-4137-659D-835EF6569A16}"/>
                  </a:ext>
                </a:extLst>
              </p:cNvPr>
              <p:cNvSpPr/>
              <p:nvPr/>
            </p:nvSpPr>
            <p:spPr>
              <a:xfrm>
                <a:off x="432189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g2806">
                <a:extLst>
                  <a:ext uri="{FF2B5EF4-FFF2-40B4-BE49-F238E27FC236}">
                    <a16:creationId xmlns:a16="http://schemas.microsoft.com/office/drawing/2014/main" id="{1A9948EA-00AE-B0F3-2E4D-44090CA455FE}"/>
                  </a:ext>
                </a:extLst>
              </p:cNvPr>
              <p:cNvSpPr/>
              <p:nvPr/>
            </p:nvSpPr>
            <p:spPr>
              <a:xfrm>
                <a:off x="433353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g2807">
                <a:extLst>
                  <a:ext uri="{FF2B5EF4-FFF2-40B4-BE49-F238E27FC236}">
                    <a16:creationId xmlns:a16="http://schemas.microsoft.com/office/drawing/2014/main" id="{750CBAB4-670F-7E74-C4B8-CAE820FFE6D4}"/>
                  </a:ext>
                </a:extLst>
              </p:cNvPr>
              <p:cNvSpPr/>
              <p:nvPr/>
            </p:nvSpPr>
            <p:spPr>
              <a:xfrm>
                <a:off x="434516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g2808">
                <a:extLst>
                  <a:ext uri="{FF2B5EF4-FFF2-40B4-BE49-F238E27FC236}">
                    <a16:creationId xmlns:a16="http://schemas.microsoft.com/office/drawing/2014/main" id="{09A87034-D6E2-3EC2-9002-873EEF6D157B}"/>
                  </a:ext>
                </a:extLst>
              </p:cNvPr>
              <p:cNvSpPr/>
              <p:nvPr/>
            </p:nvSpPr>
            <p:spPr>
              <a:xfrm>
                <a:off x="435680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g2809">
                <a:extLst>
                  <a:ext uri="{FF2B5EF4-FFF2-40B4-BE49-F238E27FC236}">
                    <a16:creationId xmlns:a16="http://schemas.microsoft.com/office/drawing/2014/main" id="{A3638519-3491-4B61-E8FB-44BC13F247D1}"/>
                  </a:ext>
                </a:extLst>
              </p:cNvPr>
              <p:cNvSpPr/>
              <p:nvPr/>
            </p:nvSpPr>
            <p:spPr>
              <a:xfrm>
                <a:off x="436844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g2810">
                <a:extLst>
                  <a:ext uri="{FF2B5EF4-FFF2-40B4-BE49-F238E27FC236}">
                    <a16:creationId xmlns:a16="http://schemas.microsoft.com/office/drawing/2014/main" id="{53871467-CD32-D4F5-76BC-B1554243366F}"/>
                  </a:ext>
                </a:extLst>
              </p:cNvPr>
              <p:cNvSpPr/>
              <p:nvPr/>
            </p:nvSpPr>
            <p:spPr>
              <a:xfrm>
                <a:off x="438008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g2811">
                <a:extLst>
                  <a:ext uri="{FF2B5EF4-FFF2-40B4-BE49-F238E27FC236}">
                    <a16:creationId xmlns:a16="http://schemas.microsoft.com/office/drawing/2014/main" id="{B9412344-0B5B-0D4F-32F5-3D844CB09D4A}"/>
                  </a:ext>
                </a:extLst>
              </p:cNvPr>
              <p:cNvSpPr/>
              <p:nvPr/>
            </p:nvSpPr>
            <p:spPr>
              <a:xfrm>
                <a:off x="457791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g2812">
                <a:extLst>
                  <a:ext uri="{FF2B5EF4-FFF2-40B4-BE49-F238E27FC236}">
                    <a16:creationId xmlns:a16="http://schemas.microsoft.com/office/drawing/2014/main" id="{9C991E48-C415-3A56-1691-2A59901B7B77}"/>
                  </a:ext>
                </a:extLst>
              </p:cNvPr>
              <p:cNvSpPr/>
              <p:nvPr/>
            </p:nvSpPr>
            <p:spPr>
              <a:xfrm>
                <a:off x="458955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g2813">
                <a:extLst>
                  <a:ext uri="{FF2B5EF4-FFF2-40B4-BE49-F238E27FC236}">
                    <a16:creationId xmlns:a16="http://schemas.microsoft.com/office/drawing/2014/main" id="{CB448770-7E6A-3FDE-EF1B-7C36D3A5119C}"/>
                  </a:ext>
                </a:extLst>
              </p:cNvPr>
              <p:cNvSpPr/>
              <p:nvPr/>
            </p:nvSpPr>
            <p:spPr>
              <a:xfrm>
                <a:off x="460119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g2814">
                <a:extLst>
                  <a:ext uri="{FF2B5EF4-FFF2-40B4-BE49-F238E27FC236}">
                    <a16:creationId xmlns:a16="http://schemas.microsoft.com/office/drawing/2014/main" id="{BF54E8F0-FFE9-E535-5FEE-714E19D45AC7}"/>
                  </a:ext>
                </a:extLst>
              </p:cNvPr>
              <p:cNvSpPr/>
              <p:nvPr/>
            </p:nvSpPr>
            <p:spPr>
              <a:xfrm>
                <a:off x="461282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g2815">
                <a:extLst>
                  <a:ext uri="{FF2B5EF4-FFF2-40B4-BE49-F238E27FC236}">
                    <a16:creationId xmlns:a16="http://schemas.microsoft.com/office/drawing/2014/main" id="{4470D490-B86E-8750-1FE6-D7DF77E8C3AF}"/>
                  </a:ext>
                </a:extLst>
              </p:cNvPr>
              <p:cNvSpPr/>
              <p:nvPr/>
            </p:nvSpPr>
            <p:spPr>
              <a:xfrm>
                <a:off x="462446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g2816">
                <a:extLst>
                  <a:ext uri="{FF2B5EF4-FFF2-40B4-BE49-F238E27FC236}">
                    <a16:creationId xmlns:a16="http://schemas.microsoft.com/office/drawing/2014/main" id="{9969BA77-00B2-9752-E296-64C6D3EA7AAC}"/>
                  </a:ext>
                </a:extLst>
              </p:cNvPr>
              <p:cNvSpPr/>
              <p:nvPr/>
            </p:nvSpPr>
            <p:spPr>
              <a:xfrm>
                <a:off x="311161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g2817">
                <a:extLst>
                  <a:ext uri="{FF2B5EF4-FFF2-40B4-BE49-F238E27FC236}">
                    <a16:creationId xmlns:a16="http://schemas.microsoft.com/office/drawing/2014/main" id="{683E065B-3B8E-1297-5264-E9501C64CFFF}"/>
                  </a:ext>
                </a:extLst>
              </p:cNvPr>
              <p:cNvSpPr/>
              <p:nvPr/>
            </p:nvSpPr>
            <p:spPr>
              <a:xfrm>
                <a:off x="312324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g2818">
                <a:extLst>
                  <a:ext uri="{FF2B5EF4-FFF2-40B4-BE49-F238E27FC236}">
                    <a16:creationId xmlns:a16="http://schemas.microsoft.com/office/drawing/2014/main" id="{BC87C89D-4120-50EE-8CF7-67410CCE9501}"/>
                  </a:ext>
                </a:extLst>
              </p:cNvPr>
              <p:cNvSpPr/>
              <p:nvPr/>
            </p:nvSpPr>
            <p:spPr>
              <a:xfrm>
                <a:off x="313488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g2819">
                <a:extLst>
                  <a:ext uri="{FF2B5EF4-FFF2-40B4-BE49-F238E27FC236}">
                    <a16:creationId xmlns:a16="http://schemas.microsoft.com/office/drawing/2014/main" id="{53BE04E4-AB4C-F9A2-2E3B-DEF01C9F07D6}"/>
                  </a:ext>
                </a:extLst>
              </p:cNvPr>
              <p:cNvSpPr/>
              <p:nvPr/>
            </p:nvSpPr>
            <p:spPr>
              <a:xfrm>
                <a:off x="314652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g2820">
                <a:extLst>
                  <a:ext uri="{FF2B5EF4-FFF2-40B4-BE49-F238E27FC236}">
                    <a16:creationId xmlns:a16="http://schemas.microsoft.com/office/drawing/2014/main" id="{CCAAF7C2-CDCC-4EFF-500D-B9EB5534D6BB}"/>
                  </a:ext>
                </a:extLst>
              </p:cNvPr>
              <p:cNvSpPr/>
              <p:nvPr/>
            </p:nvSpPr>
            <p:spPr>
              <a:xfrm>
                <a:off x="315816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g2821">
                <a:extLst>
                  <a:ext uri="{FF2B5EF4-FFF2-40B4-BE49-F238E27FC236}">
                    <a16:creationId xmlns:a16="http://schemas.microsoft.com/office/drawing/2014/main" id="{3B2421F2-51C9-75FA-7F67-2CC414783024}"/>
                  </a:ext>
                </a:extLst>
              </p:cNvPr>
              <p:cNvSpPr/>
              <p:nvPr/>
            </p:nvSpPr>
            <p:spPr>
              <a:xfrm>
                <a:off x="316979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g2822">
                <a:extLst>
                  <a:ext uri="{FF2B5EF4-FFF2-40B4-BE49-F238E27FC236}">
                    <a16:creationId xmlns:a16="http://schemas.microsoft.com/office/drawing/2014/main" id="{D0A4E7C0-5C38-3540-AA7C-27C6F22C3006}"/>
                  </a:ext>
                </a:extLst>
              </p:cNvPr>
              <p:cNvSpPr/>
              <p:nvPr/>
            </p:nvSpPr>
            <p:spPr>
              <a:xfrm>
                <a:off x="318143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g2823">
                <a:extLst>
                  <a:ext uri="{FF2B5EF4-FFF2-40B4-BE49-F238E27FC236}">
                    <a16:creationId xmlns:a16="http://schemas.microsoft.com/office/drawing/2014/main" id="{1A777441-9098-D044-CA1B-CB4AA76AB00E}"/>
                  </a:ext>
                </a:extLst>
              </p:cNvPr>
              <p:cNvSpPr/>
              <p:nvPr/>
            </p:nvSpPr>
            <p:spPr>
              <a:xfrm>
                <a:off x="319307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g2824">
                <a:extLst>
                  <a:ext uri="{FF2B5EF4-FFF2-40B4-BE49-F238E27FC236}">
                    <a16:creationId xmlns:a16="http://schemas.microsoft.com/office/drawing/2014/main" id="{CAC79C5D-C092-5204-9462-B53656EB645B}"/>
                  </a:ext>
                </a:extLst>
              </p:cNvPr>
              <p:cNvSpPr/>
              <p:nvPr/>
            </p:nvSpPr>
            <p:spPr>
              <a:xfrm>
                <a:off x="320471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g2825">
                <a:extLst>
                  <a:ext uri="{FF2B5EF4-FFF2-40B4-BE49-F238E27FC236}">
                    <a16:creationId xmlns:a16="http://schemas.microsoft.com/office/drawing/2014/main" id="{8F2A029E-F2CD-3F36-7096-2468B5A3C07A}"/>
                  </a:ext>
                </a:extLst>
              </p:cNvPr>
              <p:cNvSpPr/>
              <p:nvPr/>
            </p:nvSpPr>
            <p:spPr>
              <a:xfrm>
                <a:off x="321634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g2826">
                <a:extLst>
                  <a:ext uri="{FF2B5EF4-FFF2-40B4-BE49-F238E27FC236}">
                    <a16:creationId xmlns:a16="http://schemas.microsoft.com/office/drawing/2014/main" id="{E3954014-C1AE-DB42-055B-0C82C4A97469}"/>
                  </a:ext>
                </a:extLst>
              </p:cNvPr>
              <p:cNvSpPr/>
              <p:nvPr/>
            </p:nvSpPr>
            <p:spPr>
              <a:xfrm>
                <a:off x="322798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g2827">
                <a:extLst>
                  <a:ext uri="{FF2B5EF4-FFF2-40B4-BE49-F238E27FC236}">
                    <a16:creationId xmlns:a16="http://schemas.microsoft.com/office/drawing/2014/main" id="{598A49D4-F9F9-A091-0859-EF0F2D2D9155}"/>
                  </a:ext>
                </a:extLst>
              </p:cNvPr>
              <p:cNvSpPr/>
              <p:nvPr/>
            </p:nvSpPr>
            <p:spPr>
              <a:xfrm>
                <a:off x="323962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g2828">
                <a:extLst>
                  <a:ext uri="{FF2B5EF4-FFF2-40B4-BE49-F238E27FC236}">
                    <a16:creationId xmlns:a16="http://schemas.microsoft.com/office/drawing/2014/main" id="{1EBF25E0-89C9-E913-5B9B-01DA5F9871C6}"/>
                  </a:ext>
                </a:extLst>
              </p:cNvPr>
              <p:cNvSpPr/>
              <p:nvPr/>
            </p:nvSpPr>
            <p:spPr>
              <a:xfrm>
                <a:off x="325125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g2829">
                <a:extLst>
                  <a:ext uri="{FF2B5EF4-FFF2-40B4-BE49-F238E27FC236}">
                    <a16:creationId xmlns:a16="http://schemas.microsoft.com/office/drawing/2014/main" id="{7B6FB07C-6B0A-669F-32B2-C1980E6E913A}"/>
                  </a:ext>
                </a:extLst>
              </p:cNvPr>
              <p:cNvSpPr/>
              <p:nvPr/>
            </p:nvSpPr>
            <p:spPr>
              <a:xfrm>
                <a:off x="326289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g2830">
                <a:extLst>
                  <a:ext uri="{FF2B5EF4-FFF2-40B4-BE49-F238E27FC236}">
                    <a16:creationId xmlns:a16="http://schemas.microsoft.com/office/drawing/2014/main" id="{2465116F-CE2C-DBB9-0265-0252ECFF77D4}"/>
                  </a:ext>
                </a:extLst>
              </p:cNvPr>
              <p:cNvSpPr/>
              <p:nvPr/>
            </p:nvSpPr>
            <p:spPr>
              <a:xfrm>
                <a:off x="327453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g2831">
                <a:extLst>
                  <a:ext uri="{FF2B5EF4-FFF2-40B4-BE49-F238E27FC236}">
                    <a16:creationId xmlns:a16="http://schemas.microsoft.com/office/drawing/2014/main" id="{D208AFFC-ADCA-1D6F-AFD6-A19343564DDB}"/>
                  </a:ext>
                </a:extLst>
              </p:cNvPr>
              <p:cNvSpPr/>
              <p:nvPr/>
            </p:nvSpPr>
            <p:spPr>
              <a:xfrm>
                <a:off x="328617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g2832">
                <a:extLst>
                  <a:ext uri="{FF2B5EF4-FFF2-40B4-BE49-F238E27FC236}">
                    <a16:creationId xmlns:a16="http://schemas.microsoft.com/office/drawing/2014/main" id="{32633403-F631-4654-1F1C-8A5A9C7DE572}"/>
                  </a:ext>
                </a:extLst>
              </p:cNvPr>
              <p:cNvSpPr/>
              <p:nvPr/>
            </p:nvSpPr>
            <p:spPr>
              <a:xfrm>
                <a:off x="329780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g2833">
                <a:extLst>
                  <a:ext uri="{FF2B5EF4-FFF2-40B4-BE49-F238E27FC236}">
                    <a16:creationId xmlns:a16="http://schemas.microsoft.com/office/drawing/2014/main" id="{19B73BB1-0C3B-D0D9-5B94-2275F489E70A}"/>
                  </a:ext>
                </a:extLst>
              </p:cNvPr>
              <p:cNvSpPr/>
              <p:nvPr/>
            </p:nvSpPr>
            <p:spPr>
              <a:xfrm>
                <a:off x="330944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g2834">
                <a:extLst>
                  <a:ext uri="{FF2B5EF4-FFF2-40B4-BE49-F238E27FC236}">
                    <a16:creationId xmlns:a16="http://schemas.microsoft.com/office/drawing/2014/main" id="{8763F2C4-725E-3E2D-34B4-594B2DF34D78}"/>
                  </a:ext>
                </a:extLst>
              </p:cNvPr>
              <p:cNvSpPr/>
              <p:nvPr/>
            </p:nvSpPr>
            <p:spPr>
              <a:xfrm>
                <a:off x="332108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g2835">
                <a:extLst>
                  <a:ext uri="{FF2B5EF4-FFF2-40B4-BE49-F238E27FC236}">
                    <a16:creationId xmlns:a16="http://schemas.microsoft.com/office/drawing/2014/main" id="{EA6E2040-B3BC-5BD1-1F99-ED3052C89122}"/>
                  </a:ext>
                </a:extLst>
              </p:cNvPr>
              <p:cNvSpPr/>
              <p:nvPr/>
            </p:nvSpPr>
            <p:spPr>
              <a:xfrm>
                <a:off x="333272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g2836">
                <a:extLst>
                  <a:ext uri="{FF2B5EF4-FFF2-40B4-BE49-F238E27FC236}">
                    <a16:creationId xmlns:a16="http://schemas.microsoft.com/office/drawing/2014/main" id="{F3703753-7068-FA76-40B1-D5CDBC222F01}"/>
                  </a:ext>
                </a:extLst>
              </p:cNvPr>
              <p:cNvSpPr/>
              <p:nvPr/>
            </p:nvSpPr>
            <p:spPr>
              <a:xfrm>
                <a:off x="334435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g2837">
                <a:extLst>
                  <a:ext uri="{FF2B5EF4-FFF2-40B4-BE49-F238E27FC236}">
                    <a16:creationId xmlns:a16="http://schemas.microsoft.com/office/drawing/2014/main" id="{5B54E207-327D-71B5-EBE0-C2B817ADAEB6}"/>
                  </a:ext>
                </a:extLst>
              </p:cNvPr>
              <p:cNvSpPr/>
              <p:nvPr/>
            </p:nvSpPr>
            <p:spPr>
              <a:xfrm>
                <a:off x="335599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g2838">
                <a:extLst>
                  <a:ext uri="{FF2B5EF4-FFF2-40B4-BE49-F238E27FC236}">
                    <a16:creationId xmlns:a16="http://schemas.microsoft.com/office/drawing/2014/main" id="{44A05B79-3F1C-6B61-7C74-109F0CE26731}"/>
                  </a:ext>
                </a:extLst>
              </p:cNvPr>
              <p:cNvSpPr/>
              <p:nvPr/>
            </p:nvSpPr>
            <p:spPr>
              <a:xfrm>
                <a:off x="336763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g2839">
                <a:extLst>
                  <a:ext uri="{FF2B5EF4-FFF2-40B4-BE49-F238E27FC236}">
                    <a16:creationId xmlns:a16="http://schemas.microsoft.com/office/drawing/2014/main" id="{66137543-BCB4-ABD7-17B8-D49720604EE7}"/>
                  </a:ext>
                </a:extLst>
              </p:cNvPr>
              <p:cNvSpPr/>
              <p:nvPr/>
            </p:nvSpPr>
            <p:spPr>
              <a:xfrm>
                <a:off x="337927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E">
                  <a:alpha val="100000"/>
                </a:srgbClr>
              </a:solidFill>
              <a:ln w="5420" cap="flat">
                <a:solidFill>
                  <a:srgbClr val="3B54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g2840">
                <a:extLst>
                  <a:ext uri="{FF2B5EF4-FFF2-40B4-BE49-F238E27FC236}">
                    <a16:creationId xmlns:a16="http://schemas.microsoft.com/office/drawing/2014/main" id="{E6043051-1A7C-7AF8-DAE9-D9FC2FD496ED}"/>
                  </a:ext>
                </a:extLst>
              </p:cNvPr>
              <p:cNvSpPr/>
              <p:nvPr/>
            </p:nvSpPr>
            <p:spPr>
              <a:xfrm>
                <a:off x="339090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g2841">
                <a:extLst>
                  <a:ext uri="{FF2B5EF4-FFF2-40B4-BE49-F238E27FC236}">
                    <a16:creationId xmlns:a16="http://schemas.microsoft.com/office/drawing/2014/main" id="{46CFF38B-0CD5-A62A-BD25-98C327004249}"/>
                  </a:ext>
                </a:extLst>
              </p:cNvPr>
              <p:cNvSpPr/>
              <p:nvPr/>
            </p:nvSpPr>
            <p:spPr>
              <a:xfrm>
                <a:off x="340254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g2842">
                <a:extLst>
                  <a:ext uri="{FF2B5EF4-FFF2-40B4-BE49-F238E27FC236}">
                    <a16:creationId xmlns:a16="http://schemas.microsoft.com/office/drawing/2014/main" id="{A5AE1662-6F66-535B-C498-1444305209D2}"/>
                  </a:ext>
                </a:extLst>
              </p:cNvPr>
              <p:cNvSpPr/>
              <p:nvPr/>
            </p:nvSpPr>
            <p:spPr>
              <a:xfrm>
                <a:off x="341418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g2843">
                <a:extLst>
                  <a:ext uri="{FF2B5EF4-FFF2-40B4-BE49-F238E27FC236}">
                    <a16:creationId xmlns:a16="http://schemas.microsoft.com/office/drawing/2014/main" id="{A40CC5B4-B96E-67C7-6108-C0BECD8B1496}"/>
                  </a:ext>
                </a:extLst>
              </p:cNvPr>
              <p:cNvSpPr/>
              <p:nvPr/>
            </p:nvSpPr>
            <p:spPr>
              <a:xfrm>
                <a:off x="342581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g2844">
                <a:extLst>
                  <a:ext uri="{FF2B5EF4-FFF2-40B4-BE49-F238E27FC236}">
                    <a16:creationId xmlns:a16="http://schemas.microsoft.com/office/drawing/2014/main" id="{F9472F2F-2552-851C-41C5-C0C8766AFDDB}"/>
                  </a:ext>
                </a:extLst>
              </p:cNvPr>
              <p:cNvSpPr/>
              <p:nvPr/>
            </p:nvSpPr>
            <p:spPr>
              <a:xfrm>
                <a:off x="343745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25F">
                  <a:alpha val="100000"/>
                </a:srgbClr>
              </a:solidFill>
              <a:ln w="5420" cap="flat">
                <a:solidFill>
                  <a:srgbClr val="3A32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g2845">
                <a:extLst>
                  <a:ext uri="{FF2B5EF4-FFF2-40B4-BE49-F238E27FC236}">
                    <a16:creationId xmlns:a16="http://schemas.microsoft.com/office/drawing/2014/main" id="{2242F0FE-27E7-7ADF-ACF9-FFFFC101FA3C}"/>
                  </a:ext>
                </a:extLst>
              </p:cNvPr>
              <p:cNvSpPr/>
              <p:nvPr/>
            </p:nvSpPr>
            <p:spPr>
              <a:xfrm>
                <a:off x="344909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2B56">
                  <a:alpha val="100000"/>
                </a:srgbClr>
              </a:solidFill>
              <a:ln w="5420" cap="flat">
                <a:solidFill>
                  <a:srgbClr val="382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g2846">
                <a:extLst>
                  <a:ext uri="{FF2B5EF4-FFF2-40B4-BE49-F238E27FC236}">
                    <a16:creationId xmlns:a16="http://schemas.microsoft.com/office/drawing/2014/main" id="{E8AE4C58-DB1B-FF4A-2C9D-BF9CC541E376}"/>
                  </a:ext>
                </a:extLst>
              </p:cNvPr>
              <p:cNvSpPr/>
              <p:nvPr/>
            </p:nvSpPr>
            <p:spPr>
              <a:xfrm>
                <a:off x="346073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12447">
                  <a:alpha val="100000"/>
                </a:srgbClr>
              </a:solidFill>
              <a:ln w="5420" cap="flat">
                <a:solidFill>
                  <a:srgbClr val="31244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g2847">
                <a:extLst>
                  <a:ext uri="{FF2B5EF4-FFF2-40B4-BE49-F238E27FC236}">
                    <a16:creationId xmlns:a16="http://schemas.microsoft.com/office/drawing/2014/main" id="{64C4EE7D-2FF9-0ABA-9A11-CF83F286A02B}"/>
                  </a:ext>
                </a:extLst>
              </p:cNvPr>
              <p:cNvSpPr/>
              <p:nvPr/>
            </p:nvSpPr>
            <p:spPr>
              <a:xfrm>
                <a:off x="347236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2E2242">
                  <a:alpha val="100000"/>
                </a:srgbClr>
              </a:solidFill>
              <a:ln w="5420" cap="flat">
                <a:solidFill>
                  <a:srgbClr val="2E22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g2848">
                <a:extLst>
                  <a:ext uri="{FF2B5EF4-FFF2-40B4-BE49-F238E27FC236}">
                    <a16:creationId xmlns:a16="http://schemas.microsoft.com/office/drawing/2014/main" id="{24D87EC8-8086-9EB3-2983-5B785909F122}"/>
                  </a:ext>
                </a:extLst>
              </p:cNvPr>
              <p:cNvSpPr/>
              <p:nvPr/>
            </p:nvSpPr>
            <p:spPr>
              <a:xfrm>
                <a:off x="348400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2E2242">
                  <a:alpha val="100000"/>
                </a:srgbClr>
              </a:solidFill>
              <a:ln w="5420" cap="flat">
                <a:solidFill>
                  <a:srgbClr val="2E224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g2849">
                <a:extLst>
                  <a:ext uri="{FF2B5EF4-FFF2-40B4-BE49-F238E27FC236}">
                    <a16:creationId xmlns:a16="http://schemas.microsoft.com/office/drawing/2014/main" id="{757D7012-1A3A-BE94-F3D4-BF3EA095DA12}"/>
                  </a:ext>
                </a:extLst>
              </p:cNvPr>
              <p:cNvSpPr/>
              <p:nvPr/>
            </p:nvSpPr>
            <p:spPr>
              <a:xfrm>
                <a:off x="349564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02445">
                  <a:alpha val="100000"/>
                </a:srgbClr>
              </a:solidFill>
              <a:ln w="5420" cap="flat">
                <a:solidFill>
                  <a:srgbClr val="30244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g2850">
                <a:extLst>
                  <a:ext uri="{FF2B5EF4-FFF2-40B4-BE49-F238E27FC236}">
                    <a16:creationId xmlns:a16="http://schemas.microsoft.com/office/drawing/2014/main" id="{C4B260BD-D9F0-4EB2-5A80-EDC99D7F6058}"/>
                  </a:ext>
                </a:extLst>
              </p:cNvPr>
              <p:cNvSpPr/>
              <p:nvPr/>
            </p:nvSpPr>
            <p:spPr>
              <a:xfrm>
                <a:off x="350728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274D">
                  <a:alpha val="100000"/>
                </a:srgbClr>
              </a:solidFill>
              <a:ln w="5420" cap="flat">
                <a:solidFill>
                  <a:srgbClr val="34274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g2851">
                <a:extLst>
                  <a:ext uri="{FF2B5EF4-FFF2-40B4-BE49-F238E27FC236}">
                    <a16:creationId xmlns:a16="http://schemas.microsoft.com/office/drawing/2014/main" id="{9CCD12E9-EDC6-678B-B35F-35A59FEF1752}"/>
                  </a:ext>
                </a:extLst>
              </p:cNvPr>
              <p:cNvSpPr/>
              <p:nvPr/>
            </p:nvSpPr>
            <p:spPr>
              <a:xfrm>
                <a:off x="351891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2C57">
                  <a:alpha val="100000"/>
                </a:srgbClr>
              </a:solidFill>
              <a:ln w="5420" cap="flat">
                <a:solidFill>
                  <a:srgbClr val="382C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g2852">
                <a:extLst>
                  <a:ext uri="{FF2B5EF4-FFF2-40B4-BE49-F238E27FC236}">
                    <a16:creationId xmlns:a16="http://schemas.microsoft.com/office/drawing/2014/main" id="{9AC7205B-EB91-FBAD-B13D-D9CDDC618805}"/>
                  </a:ext>
                </a:extLst>
              </p:cNvPr>
              <p:cNvSpPr/>
              <p:nvPr/>
            </p:nvSpPr>
            <p:spPr>
              <a:xfrm>
                <a:off x="353055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25F">
                  <a:alpha val="100000"/>
                </a:srgbClr>
              </a:solidFill>
              <a:ln w="5420" cap="flat">
                <a:solidFill>
                  <a:srgbClr val="3A32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g2853">
                <a:extLst>
                  <a:ext uri="{FF2B5EF4-FFF2-40B4-BE49-F238E27FC236}">
                    <a16:creationId xmlns:a16="http://schemas.microsoft.com/office/drawing/2014/main" id="{7D8200F4-1E05-2887-1F8F-15478BDDDFC7}"/>
                  </a:ext>
                </a:extLst>
              </p:cNvPr>
              <p:cNvSpPr/>
              <p:nvPr/>
            </p:nvSpPr>
            <p:spPr>
              <a:xfrm>
                <a:off x="354219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g2854">
                <a:extLst>
                  <a:ext uri="{FF2B5EF4-FFF2-40B4-BE49-F238E27FC236}">
                    <a16:creationId xmlns:a16="http://schemas.microsoft.com/office/drawing/2014/main" id="{340BC571-F52A-109C-FDBD-8724E7CF02DD}"/>
                  </a:ext>
                </a:extLst>
              </p:cNvPr>
              <p:cNvSpPr/>
              <p:nvPr/>
            </p:nvSpPr>
            <p:spPr>
              <a:xfrm>
                <a:off x="355383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g2855">
                <a:extLst>
                  <a:ext uri="{FF2B5EF4-FFF2-40B4-BE49-F238E27FC236}">
                    <a16:creationId xmlns:a16="http://schemas.microsoft.com/office/drawing/2014/main" id="{665EB9FB-E7BF-B750-4A44-D7BFDB3AB0F4}"/>
                  </a:ext>
                </a:extLst>
              </p:cNvPr>
              <p:cNvSpPr/>
              <p:nvPr/>
            </p:nvSpPr>
            <p:spPr>
              <a:xfrm>
                <a:off x="361201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g2856">
                <a:extLst>
                  <a:ext uri="{FF2B5EF4-FFF2-40B4-BE49-F238E27FC236}">
                    <a16:creationId xmlns:a16="http://schemas.microsoft.com/office/drawing/2014/main" id="{4CAB5CCC-9260-48AD-F994-2671522746AC}"/>
                  </a:ext>
                </a:extLst>
              </p:cNvPr>
              <p:cNvSpPr/>
              <p:nvPr/>
            </p:nvSpPr>
            <p:spPr>
              <a:xfrm>
                <a:off x="362365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g2857">
                <a:extLst>
                  <a:ext uri="{FF2B5EF4-FFF2-40B4-BE49-F238E27FC236}">
                    <a16:creationId xmlns:a16="http://schemas.microsoft.com/office/drawing/2014/main" id="{A2B391DD-23B3-A317-CC1E-B1F7DB6EA866}"/>
                  </a:ext>
                </a:extLst>
              </p:cNvPr>
              <p:cNvSpPr/>
              <p:nvPr/>
            </p:nvSpPr>
            <p:spPr>
              <a:xfrm>
                <a:off x="363529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g2858">
                <a:extLst>
                  <a:ext uri="{FF2B5EF4-FFF2-40B4-BE49-F238E27FC236}">
                    <a16:creationId xmlns:a16="http://schemas.microsoft.com/office/drawing/2014/main" id="{03791647-BDBD-2577-57CA-01F9CDDE891D}"/>
                  </a:ext>
                </a:extLst>
              </p:cNvPr>
              <p:cNvSpPr/>
              <p:nvPr/>
            </p:nvSpPr>
            <p:spPr>
              <a:xfrm>
                <a:off x="364692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g2859">
                <a:extLst>
                  <a:ext uri="{FF2B5EF4-FFF2-40B4-BE49-F238E27FC236}">
                    <a16:creationId xmlns:a16="http://schemas.microsoft.com/office/drawing/2014/main" id="{A8AA5852-5ACD-75B6-B707-BF0F5E94BAE3}"/>
                  </a:ext>
                </a:extLst>
              </p:cNvPr>
              <p:cNvSpPr/>
              <p:nvPr/>
            </p:nvSpPr>
            <p:spPr>
              <a:xfrm>
                <a:off x="365856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g2860">
                <a:extLst>
                  <a:ext uri="{FF2B5EF4-FFF2-40B4-BE49-F238E27FC236}">
                    <a16:creationId xmlns:a16="http://schemas.microsoft.com/office/drawing/2014/main" id="{D034A160-BAFE-A9E7-CC2B-37076070CBB5}"/>
                  </a:ext>
                </a:extLst>
              </p:cNvPr>
              <p:cNvSpPr/>
              <p:nvPr/>
            </p:nvSpPr>
            <p:spPr>
              <a:xfrm>
                <a:off x="367020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g2861">
                <a:extLst>
                  <a:ext uri="{FF2B5EF4-FFF2-40B4-BE49-F238E27FC236}">
                    <a16:creationId xmlns:a16="http://schemas.microsoft.com/office/drawing/2014/main" id="{38D66719-D443-7F1C-241C-50091CB2611E}"/>
                  </a:ext>
                </a:extLst>
              </p:cNvPr>
              <p:cNvSpPr/>
              <p:nvPr/>
            </p:nvSpPr>
            <p:spPr>
              <a:xfrm>
                <a:off x="368184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g2862">
                <a:extLst>
                  <a:ext uri="{FF2B5EF4-FFF2-40B4-BE49-F238E27FC236}">
                    <a16:creationId xmlns:a16="http://schemas.microsoft.com/office/drawing/2014/main" id="{F474F3AE-CF32-187F-B7F1-82A0FD49D332}"/>
                  </a:ext>
                </a:extLst>
              </p:cNvPr>
              <p:cNvSpPr/>
              <p:nvPr/>
            </p:nvSpPr>
            <p:spPr>
              <a:xfrm>
                <a:off x="369347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g2863">
                <a:extLst>
                  <a:ext uri="{FF2B5EF4-FFF2-40B4-BE49-F238E27FC236}">
                    <a16:creationId xmlns:a16="http://schemas.microsoft.com/office/drawing/2014/main" id="{1D1A2D79-BA40-4987-162E-1278513D34AC}"/>
                  </a:ext>
                </a:extLst>
              </p:cNvPr>
              <p:cNvSpPr/>
              <p:nvPr/>
            </p:nvSpPr>
            <p:spPr>
              <a:xfrm>
                <a:off x="370511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g2864">
                <a:extLst>
                  <a:ext uri="{FF2B5EF4-FFF2-40B4-BE49-F238E27FC236}">
                    <a16:creationId xmlns:a16="http://schemas.microsoft.com/office/drawing/2014/main" id="{BC693003-203D-3297-C59A-483DDA0BD4C5}"/>
                  </a:ext>
                </a:extLst>
              </p:cNvPr>
              <p:cNvSpPr/>
              <p:nvPr/>
            </p:nvSpPr>
            <p:spPr>
              <a:xfrm>
                <a:off x="371675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g2865">
                <a:extLst>
                  <a:ext uri="{FF2B5EF4-FFF2-40B4-BE49-F238E27FC236}">
                    <a16:creationId xmlns:a16="http://schemas.microsoft.com/office/drawing/2014/main" id="{9B7DCDBC-CD90-D3B6-C805-8787BE9499D6}"/>
                  </a:ext>
                </a:extLst>
              </p:cNvPr>
              <p:cNvSpPr/>
              <p:nvPr/>
            </p:nvSpPr>
            <p:spPr>
              <a:xfrm>
                <a:off x="372839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g2866">
                <a:extLst>
                  <a:ext uri="{FF2B5EF4-FFF2-40B4-BE49-F238E27FC236}">
                    <a16:creationId xmlns:a16="http://schemas.microsoft.com/office/drawing/2014/main" id="{B098F3ED-62CF-F97E-1CC5-75D780D2FC17}"/>
                  </a:ext>
                </a:extLst>
              </p:cNvPr>
              <p:cNvSpPr/>
              <p:nvPr/>
            </p:nvSpPr>
            <p:spPr>
              <a:xfrm>
                <a:off x="374002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g2867">
                <a:extLst>
                  <a:ext uri="{FF2B5EF4-FFF2-40B4-BE49-F238E27FC236}">
                    <a16:creationId xmlns:a16="http://schemas.microsoft.com/office/drawing/2014/main" id="{8656ED89-99BB-26FC-54E1-C08C4FCAC1EE}"/>
                  </a:ext>
                </a:extLst>
              </p:cNvPr>
              <p:cNvSpPr/>
              <p:nvPr/>
            </p:nvSpPr>
            <p:spPr>
              <a:xfrm>
                <a:off x="375166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g2868">
                <a:extLst>
                  <a:ext uri="{FF2B5EF4-FFF2-40B4-BE49-F238E27FC236}">
                    <a16:creationId xmlns:a16="http://schemas.microsoft.com/office/drawing/2014/main" id="{3EAFC376-E40A-8FC2-05FD-8949F935484A}"/>
                  </a:ext>
                </a:extLst>
              </p:cNvPr>
              <p:cNvSpPr/>
              <p:nvPr/>
            </p:nvSpPr>
            <p:spPr>
              <a:xfrm>
                <a:off x="376330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g2869">
                <a:extLst>
                  <a:ext uri="{FF2B5EF4-FFF2-40B4-BE49-F238E27FC236}">
                    <a16:creationId xmlns:a16="http://schemas.microsoft.com/office/drawing/2014/main" id="{2F3ADBF4-CD22-8D9F-4D87-BCFC79BEC8D9}"/>
                  </a:ext>
                </a:extLst>
              </p:cNvPr>
              <p:cNvSpPr/>
              <p:nvPr/>
            </p:nvSpPr>
            <p:spPr>
              <a:xfrm>
                <a:off x="413569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g2870">
                <a:extLst>
                  <a:ext uri="{FF2B5EF4-FFF2-40B4-BE49-F238E27FC236}">
                    <a16:creationId xmlns:a16="http://schemas.microsoft.com/office/drawing/2014/main" id="{B0A7CE26-1D1A-1680-E061-3DAF543164CA}"/>
                  </a:ext>
                </a:extLst>
              </p:cNvPr>
              <p:cNvSpPr/>
              <p:nvPr/>
            </p:nvSpPr>
            <p:spPr>
              <a:xfrm>
                <a:off x="414733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g2871">
                <a:extLst>
                  <a:ext uri="{FF2B5EF4-FFF2-40B4-BE49-F238E27FC236}">
                    <a16:creationId xmlns:a16="http://schemas.microsoft.com/office/drawing/2014/main" id="{15525743-2F56-7236-466B-C2B01FEE42CB}"/>
                  </a:ext>
                </a:extLst>
              </p:cNvPr>
              <p:cNvSpPr/>
              <p:nvPr/>
            </p:nvSpPr>
            <p:spPr>
              <a:xfrm>
                <a:off x="415897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g2872">
                <a:extLst>
                  <a:ext uri="{FF2B5EF4-FFF2-40B4-BE49-F238E27FC236}">
                    <a16:creationId xmlns:a16="http://schemas.microsoft.com/office/drawing/2014/main" id="{A515D165-E8D7-0ACF-F369-8985CE024C55}"/>
                  </a:ext>
                </a:extLst>
              </p:cNvPr>
              <p:cNvSpPr/>
              <p:nvPr/>
            </p:nvSpPr>
            <p:spPr>
              <a:xfrm>
                <a:off x="417060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g2873">
                <a:extLst>
                  <a:ext uri="{FF2B5EF4-FFF2-40B4-BE49-F238E27FC236}">
                    <a16:creationId xmlns:a16="http://schemas.microsoft.com/office/drawing/2014/main" id="{7EEE76B5-B0CA-5415-0E95-148362C21139}"/>
                  </a:ext>
                </a:extLst>
              </p:cNvPr>
              <p:cNvSpPr/>
              <p:nvPr/>
            </p:nvSpPr>
            <p:spPr>
              <a:xfrm>
                <a:off x="418224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8">
                  <a:alpha val="100000"/>
                </a:srgbClr>
              </a:solidFill>
              <a:ln w="5420" cap="flat">
                <a:solidFill>
                  <a:srgbClr val="3595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g2874">
                <a:extLst>
                  <a:ext uri="{FF2B5EF4-FFF2-40B4-BE49-F238E27FC236}">
                    <a16:creationId xmlns:a16="http://schemas.microsoft.com/office/drawing/2014/main" id="{EF7FC84D-56F9-4FB7-FE98-8A2C9626C7A1}"/>
                  </a:ext>
                </a:extLst>
              </p:cNvPr>
              <p:cNvSpPr/>
              <p:nvPr/>
            </p:nvSpPr>
            <p:spPr>
              <a:xfrm>
                <a:off x="419388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g2875">
                <a:extLst>
                  <a:ext uri="{FF2B5EF4-FFF2-40B4-BE49-F238E27FC236}">
                    <a16:creationId xmlns:a16="http://schemas.microsoft.com/office/drawing/2014/main" id="{0E9ADC1F-DB4F-C42B-F5AE-8DEA0AC3D09D}"/>
                  </a:ext>
                </a:extLst>
              </p:cNvPr>
              <p:cNvSpPr/>
              <p:nvPr/>
            </p:nvSpPr>
            <p:spPr>
              <a:xfrm>
                <a:off x="420552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g2876">
                <a:extLst>
                  <a:ext uri="{FF2B5EF4-FFF2-40B4-BE49-F238E27FC236}">
                    <a16:creationId xmlns:a16="http://schemas.microsoft.com/office/drawing/2014/main" id="{44D7B8EE-9C91-268F-FB30-290EA76FAD6B}"/>
                  </a:ext>
                </a:extLst>
              </p:cNvPr>
              <p:cNvSpPr/>
              <p:nvPr/>
            </p:nvSpPr>
            <p:spPr>
              <a:xfrm>
                <a:off x="421715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g2877">
                <a:extLst>
                  <a:ext uri="{FF2B5EF4-FFF2-40B4-BE49-F238E27FC236}">
                    <a16:creationId xmlns:a16="http://schemas.microsoft.com/office/drawing/2014/main" id="{A88F1184-EE7F-F071-A423-E79EC4996B8F}"/>
                  </a:ext>
                </a:extLst>
              </p:cNvPr>
              <p:cNvSpPr/>
              <p:nvPr/>
            </p:nvSpPr>
            <p:spPr>
              <a:xfrm>
                <a:off x="433353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g2878">
                <a:extLst>
                  <a:ext uri="{FF2B5EF4-FFF2-40B4-BE49-F238E27FC236}">
                    <a16:creationId xmlns:a16="http://schemas.microsoft.com/office/drawing/2014/main" id="{ADD77A53-C691-25AD-25E5-99077EA1BE01}"/>
                  </a:ext>
                </a:extLst>
              </p:cNvPr>
              <p:cNvSpPr/>
              <p:nvPr/>
            </p:nvSpPr>
            <p:spPr>
              <a:xfrm>
                <a:off x="434516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g2879">
                <a:extLst>
                  <a:ext uri="{FF2B5EF4-FFF2-40B4-BE49-F238E27FC236}">
                    <a16:creationId xmlns:a16="http://schemas.microsoft.com/office/drawing/2014/main" id="{4E86E32D-BBFA-E2EF-BB1C-7F1E31242BD1}"/>
                  </a:ext>
                </a:extLst>
              </p:cNvPr>
              <p:cNvSpPr/>
              <p:nvPr/>
            </p:nvSpPr>
            <p:spPr>
              <a:xfrm>
                <a:off x="435680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AAA">
                  <a:alpha val="100000"/>
                </a:srgbClr>
              </a:solidFill>
              <a:ln w="5420" cap="flat">
                <a:solidFill>
                  <a:srgbClr val="47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g2880">
                <a:extLst>
                  <a:ext uri="{FF2B5EF4-FFF2-40B4-BE49-F238E27FC236}">
                    <a16:creationId xmlns:a16="http://schemas.microsoft.com/office/drawing/2014/main" id="{477115E9-37BD-9DBE-3045-9148F0035B22}"/>
                  </a:ext>
                </a:extLst>
              </p:cNvPr>
              <p:cNvSpPr/>
              <p:nvPr/>
            </p:nvSpPr>
            <p:spPr>
              <a:xfrm>
                <a:off x="436844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g2881">
                <a:extLst>
                  <a:ext uri="{FF2B5EF4-FFF2-40B4-BE49-F238E27FC236}">
                    <a16:creationId xmlns:a16="http://schemas.microsoft.com/office/drawing/2014/main" id="{B6BEE07B-B49A-0BF5-B772-6378154DBFFA}"/>
                  </a:ext>
                </a:extLst>
              </p:cNvPr>
              <p:cNvSpPr/>
              <p:nvPr/>
            </p:nvSpPr>
            <p:spPr>
              <a:xfrm>
                <a:off x="438008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g2882">
                <a:extLst>
                  <a:ext uri="{FF2B5EF4-FFF2-40B4-BE49-F238E27FC236}">
                    <a16:creationId xmlns:a16="http://schemas.microsoft.com/office/drawing/2014/main" id="{B2A3832D-A447-CAD8-227A-2F588117E108}"/>
                  </a:ext>
                </a:extLst>
              </p:cNvPr>
              <p:cNvSpPr/>
              <p:nvPr/>
            </p:nvSpPr>
            <p:spPr>
              <a:xfrm>
                <a:off x="439171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g2883">
                <a:extLst>
                  <a:ext uri="{FF2B5EF4-FFF2-40B4-BE49-F238E27FC236}">
                    <a16:creationId xmlns:a16="http://schemas.microsoft.com/office/drawing/2014/main" id="{AFB39187-1259-55F9-DFA6-F5C7FED31B91}"/>
                  </a:ext>
                </a:extLst>
              </p:cNvPr>
              <p:cNvSpPr/>
              <p:nvPr/>
            </p:nvSpPr>
            <p:spPr>
              <a:xfrm>
                <a:off x="440335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g2884">
                <a:extLst>
                  <a:ext uri="{FF2B5EF4-FFF2-40B4-BE49-F238E27FC236}">
                    <a16:creationId xmlns:a16="http://schemas.microsoft.com/office/drawing/2014/main" id="{19B548AA-0628-6894-E969-753C6B8E9F41}"/>
                  </a:ext>
                </a:extLst>
              </p:cNvPr>
              <p:cNvSpPr/>
              <p:nvPr/>
            </p:nvSpPr>
            <p:spPr>
              <a:xfrm>
                <a:off x="457791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1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g2885">
                <a:extLst>
                  <a:ext uri="{FF2B5EF4-FFF2-40B4-BE49-F238E27FC236}">
                    <a16:creationId xmlns:a16="http://schemas.microsoft.com/office/drawing/2014/main" id="{FBC3FB6B-232D-AE4D-3858-01AA098CC5F7}"/>
                  </a:ext>
                </a:extLst>
              </p:cNvPr>
              <p:cNvSpPr/>
              <p:nvPr/>
            </p:nvSpPr>
            <p:spPr>
              <a:xfrm>
                <a:off x="458955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g2886">
                <a:extLst>
                  <a:ext uri="{FF2B5EF4-FFF2-40B4-BE49-F238E27FC236}">
                    <a16:creationId xmlns:a16="http://schemas.microsoft.com/office/drawing/2014/main" id="{AC578002-4D76-DD30-BFD8-7A7F8D71D162}"/>
                  </a:ext>
                </a:extLst>
              </p:cNvPr>
              <p:cNvSpPr/>
              <p:nvPr/>
            </p:nvSpPr>
            <p:spPr>
              <a:xfrm>
                <a:off x="460119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g2887">
                <a:extLst>
                  <a:ext uri="{FF2B5EF4-FFF2-40B4-BE49-F238E27FC236}">
                    <a16:creationId xmlns:a16="http://schemas.microsoft.com/office/drawing/2014/main" id="{96CEB6AE-806E-63DE-F50A-09A17AB6288A}"/>
                  </a:ext>
                </a:extLst>
              </p:cNvPr>
              <p:cNvSpPr/>
              <p:nvPr/>
            </p:nvSpPr>
            <p:spPr>
              <a:xfrm>
                <a:off x="461282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g2888">
                <a:extLst>
                  <a:ext uri="{FF2B5EF4-FFF2-40B4-BE49-F238E27FC236}">
                    <a16:creationId xmlns:a16="http://schemas.microsoft.com/office/drawing/2014/main" id="{4F27B8D6-1E7F-F5C3-9D8C-F8E912CBEE36}"/>
                  </a:ext>
                </a:extLst>
              </p:cNvPr>
              <p:cNvSpPr/>
              <p:nvPr/>
            </p:nvSpPr>
            <p:spPr>
              <a:xfrm>
                <a:off x="462446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g2889">
                <a:extLst>
                  <a:ext uri="{FF2B5EF4-FFF2-40B4-BE49-F238E27FC236}">
                    <a16:creationId xmlns:a16="http://schemas.microsoft.com/office/drawing/2014/main" id="{3D2AB3F4-48DA-FF45-AFAE-C12F3E32A260}"/>
                  </a:ext>
                </a:extLst>
              </p:cNvPr>
              <p:cNvSpPr/>
              <p:nvPr/>
            </p:nvSpPr>
            <p:spPr>
              <a:xfrm>
                <a:off x="311161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g2890">
                <a:extLst>
                  <a:ext uri="{FF2B5EF4-FFF2-40B4-BE49-F238E27FC236}">
                    <a16:creationId xmlns:a16="http://schemas.microsoft.com/office/drawing/2014/main" id="{B08D2B4A-F018-6545-A14F-48C305F03BE4}"/>
                  </a:ext>
                </a:extLst>
              </p:cNvPr>
              <p:cNvSpPr/>
              <p:nvPr/>
            </p:nvSpPr>
            <p:spPr>
              <a:xfrm>
                <a:off x="312324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g2891">
                <a:extLst>
                  <a:ext uri="{FF2B5EF4-FFF2-40B4-BE49-F238E27FC236}">
                    <a16:creationId xmlns:a16="http://schemas.microsoft.com/office/drawing/2014/main" id="{B9434546-71A4-CD88-821F-5EDEA5C7628D}"/>
                  </a:ext>
                </a:extLst>
              </p:cNvPr>
              <p:cNvSpPr/>
              <p:nvPr/>
            </p:nvSpPr>
            <p:spPr>
              <a:xfrm>
                <a:off x="313488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g2892">
                <a:extLst>
                  <a:ext uri="{FF2B5EF4-FFF2-40B4-BE49-F238E27FC236}">
                    <a16:creationId xmlns:a16="http://schemas.microsoft.com/office/drawing/2014/main" id="{DA11CD4B-DA77-AE46-2019-E96CA214D6F5}"/>
                  </a:ext>
                </a:extLst>
              </p:cNvPr>
              <p:cNvSpPr/>
              <p:nvPr/>
            </p:nvSpPr>
            <p:spPr>
              <a:xfrm>
                <a:off x="314652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g2893">
                <a:extLst>
                  <a:ext uri="{FF2B5EF4-FFF2-40B4-BE49-F238E27FC236}">
                    <a16:creationId xmlns:a16="http://schemas.microsoft.com/office/drawing/2014/main" id="{755D570A-15EC-30AE-209E-B8998C2BA788}"/>
                  </a:ext>
                </a:extLst>
              </p:cNvPr>
              <p:cNvSpPr/>
              <p:nvPr/>
            </p:nvSpPr>
            <p:spPr>
              <a:xfrm>
                <a:off x="315816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g2894">
                <a:extLst>
                  <a:ext uri="{FF2B5EF4-FFF2-40B4-BE49-F238E27FC236}">
                    <a16:creationId xmlns:a16="http://schemas.microsoft.com/office/drawing/2014/main" id="{BE6140B0-F536-F23D-A0BD-5E6CAA1AF998}"/>
                  </a:ext>
                </a:extLst>
              </p:cNvPr>
              <p:cNvSpPr/>
              <p:nvPr/>
            </p:nvSpPr>
            <p:spPr>
              <a:xfrm>
                <a:off x="316979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g2895">
                <a:extLst>
                  <a:ext uri="{FF2B5EF4-FFF2-40B4-BE49-F238E27FC236}">
                    <a16:creationId xmlns:a16="http://schemas.microsoft.com/office/drawing/2014/main" id="{C6990060-0DF0-697B-88B0-E9AF5AC8FE24}"/>
                  </a:ext>
                </a:extLst>
              </p:cNvPr>
              <p:cNvSpPr/>
              <p:nvPr/>
            </p:nvSpPr>
            <p:spPr>
              <a:xfrm>
                <a:off x="318143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g2896">
                <a:extLst>
                  <a:ext uri="{FF2B5EF4-FFF2-40B4-BE49-F238E27FC236}">
                    <a16:creationId xmlns:a16="http://schemas.microsoft.com/office/drawing/2014/main" id="{B4CE0B59-7CC0-69C6-3C6A-56D89D7868DF}"/>
                  </a:ext>
                </a:extLst>
              </p:cNvPr>
              <p:cNvSpPr/>
              <p:nvPr/>
            </p:nvSpPr>
            <p:spPr>
              <a:xfrm>
                <a:off x="319307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g2897">
                <a:extLst>
                  <a:ext uri="{FF2B5EF4-FFF2-40B4-BE49-F238E27FC236}">
                    <a16:creationId xmlns:a16="http://schemas.microsoft.com/office/drawing/2014/main" id="{674A686E-62D0-BC43-BD1D-6B17A560950D}"/>
                  </a:ext>
                </a:extLst>
              </p:cNvPr>
              <p:cNvSpPr/>
              <p:nvPr/>
            </p:nvSpPr>
            <p:spPr>
              <a:xfrm>
                <a:off x="320471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g2898">
                <a:extLst>
                  <a:ext uri="{FF2B5EF4-FFF2-40B4-BE49-F238E27FC236}">
                    <a16:creationId xmlns:a16="http://schemas.microsoft.com/office/drawing/2014/main" id="{BDA82D0F-78D6-0DC8-C0AE-139D37009A67}"/>
                  </a:ext>
                </a:extLst>
              </p:cNvPr>
              <p:cNvSpPr/>
              <p:nvPr/>
            </p:nvSpPr>
            <p:spPr>
              <a:xfrm>
                <a:off x="321634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g2899">
                <a:extLst>
                  <a:ext uri="{FF2B5EF4-FFF2-40B4-BE49-F238E27FC236}">
                    <a16:creationId xmlns:a16="http://schemas.microsoft.com/office/drawing/2014/main" id="{36F84377-2972-B134-40DA-D01F469C19A4}"/>
                  </a:ext>
                </a:extLst>
              </p:cNvPr>
              <p:cNvSpPr/>
              <p:nvPr/>
            </p:nvSpPr>
            <p:spPr>
              <a:xfrm>
                <a:off x="322798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g2900">
                <a:extLst>
                  <a:ext uri="{FF2B5EF4-FFF2-40B4-BE49-F238E27FC236}">
                    <a16:creationId xmlns:a16="http://schemas.microsoft.com/office/drawing/2014/main" id="{EEFA24E5-C158-9137-FD5E-B541C3F7978D}"/>
                  </a:ext>
                </a:extLst>
              </p:cNvPr>
              <p:cNvSpPr/>
              <p:nvPr/>
            </p:nvSpPr>
            <p:spPr>
              <a:xfrm>
                <a:off x="323962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g2901">
                <a:extLst>
                  <a:ext uri="{FF2B5EF4-FFF2-40B4-BE49-F238E27FC236}">
                    <a16:creationId xmlns:a16="http://schemas.microsoft.com/office/drawing/2014/main" id="{96F128F9-15ED-536B-F9D9-395E5F5D55AA}"/>
                  </a:ext>
                </a:extLst>
              </p:cNvPr>
              <p:cNvSpPr/>
              <p:nvPr/>
            </p:nvSpPr>
            <p:spPr>
              <a:xfrm>
                <a:off x="335599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g2902">
                <a:extLst>
                  <a:ext uri="{FF2B5EF4-FFF2-40B4-BE49-F238E27FC236}">
                    <a16:creationId xmlns:a16="http://schemas.microsoft.com/office/drawing/2014/main" id="{556B0324-884F-4815-C274-A944995D6369}"/>
                  </a:ext>
                </a:extLst>
              </p:cNvPr>
              <p:cNvSpPr/>
              <p:nvPr/>
            </p:nvSpPr>
            <p:spPr>
              <a:xfrm>
                <a:off x="336763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g2903">
                <a:extLst>
                  <a:ext uri="{FF2B5EF4-FFF2-40B4-BE49-F238E27FC236}">
                    <a16:creationId xmlns:a16="http://schemas.microsoft.com/office/drawing/2014/main" id="{E04887AC-6BA5-92A4-6CA8-7C152945FD6A}"/>
                  </a:ext>
                </a:extLst>
              </p:cNvPr>
              <p:cNvSpPr/>
              <p:nvPr/>
            </p:nvSpPr>
            <p:spPr>
              <a:xfrm>
                <a:off x="337927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g2904">
                <a:extLst>
                  <a:ext uri="{FF2B5EF4-FFF2-40B4-BE49-F238E27FC236}">
                    <a16:creationId xmlns:a16="http://schemas.microsoft.com/office/drawing/2014/main" id="{F44166C4-13E7-1AB1-995A-AC59EA2360AF}"/>
                  </a:ext>
                </a:extLst>
              </p:cNvPr>
              <p:cNvSpPr/>
              <p:nvPr/>
            </p:nvSpPr>
            <p:spPr>
              <a:xfrm>
                <a:off x="339090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g2905">
                <a:extLst>
                  <a:ext uri="{FF2B5EF4-FFF2-40B4-BE49-F238E27FC236}">
                    <a16:creationId xmlns:a16="http://schemas.microsoft.com/office/drawing/2014/main" id="{7B57B826-2B73-7959-9DE0-00D0A3D04AF2}"/>
                  </a:ext>
                </a:extLst>
              </p:cNvPr>
              <p:cNvSpPr/>
              <p:nvPr/>
            </p:nvSpPr>
            <p:spPr>
              <a:xfrm>
                <a:off x="340254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g2906">
                <a:extLst>
                  <a:ext uri="{FF2B5EF4-FFF2-40B4-BE49-F238E27FC236}">
                    <a16:creationId xmlns:a16="http://schemas.microsoft.com/office/drawing/2014/main" id="{F341B4BE-B2AF-475C-FEB8-732CC5FE4B5E}"/>
                  </a:ext>
                </a:extLst>
              </p:cNvPr>
              <p:cNvSpPr/>
              <p:nvPr/>
            </p:nvSpPr>
            <p:spPr>
              <a:xfrm>
                <a:off x="341418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g2907">
                <a:extLst>
                  <a:ext uri="{FF2B5EF4-FFF2-40B4-BE49-F238E27FC236}">
                    <a16:creationId xmlns:a16="http://schemas.microsoft.com/office/drawing/2014/main" id="{4057BBA2-6321-E47A-295F-9DBA8A45CF4D}"/>
                  </a:ext>
                </a:extLst>
              </p:cNvPr>
              <p:cNvSpPr/>
              <p:nvPr/>
            </p:nvSpPr>
            <p:spPr>
              <a:xfrm>
                <a:off x="342581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g2908">
                <a:extLst>
                  <a:ext uri="{FF2B5EF4-FFF2-40B4-BE49-F238E27FC236}">
                    <a16:creationId xmlns:a16="http://schemas.microsoft.com/office/drawing/2014/main" id="{8C064F1F-E8AF-9719-1C1A-4391FABE8608}"/>
                  </a:ext>
                </a:extLst>
              </p:cNvPr>
              <p:cNvSpPr/>
              <p:nvPr/>
            </p:nvSpPr>
            <p:spPr>
              <a:xfrm>
                <a:off x="343745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15D">
                  <a:alpha val="100000"/>
                </a:srgbClr>
              </a:solidFill>
              <a:ln w="5420" cap="flat">
                <a:solidFill>
                  <a:srgbClr val="3A31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g2909">
                <a:extLst>
                  <a:ext uri="{FF2B5EF4-FFF2-40B4-BE49-F238E27FC236}">
                    <a16:creationId xmlns:a16="http://schemas.microsoft.com/office/drawing/2014/main" id="{EFAAB078-CBB0-A2E3-4590-D150961F492F}"/>
                  </a:ext>
                </a:extLst>
              </p:cNvPr>
              <p:cNvSpPr/>
              <p:nvPr/>
            </p:nvSpPr>
            <p:spPr>
              <a:xfrm>
                <a:off x="344909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2A55">
                  <a:alpha val="100000"/>
                </a:srgbClr>
              </a:solidFill>
              <a:ln w="5420" cap="flat">
                <a:solidFill>
                  <a:srgbClr val="382A5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g2910">
                <a:extLst>
                  <a:ext uri="{FF2B5EF4-FFF2-40B4-BE49-F238E27FC236}">
                    <a16:creationId xmlns:a16="http://schemas.microsoft.com/office/drawing/2014/main" id="{36CFA1A3-ABED-8400-4F0F-3C6CE35FBC06}"/>
                  </a:ext>
                </a:extLst>
              </p:cNvPr>
              <p:cNvSpPr/>
              <p:nvPr/>
            </p:nvSpPr>
            <p:spPr>
              <a:xfrm>
                <a:off x="346073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12446">
                  <a:alpha val="100000"/>
                </a:srgbClr>
              </a:solidFill>
              <a:ln w="5420" cap="flat">
                <a:solidFill>
                  <a:srgbClr val="31244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g2911">
                <a:extLst>
                  <a:ext uri="{FF2B5EF4-FFF2-40B4-BE49-F238E27FC236}">
                    <a16:creationId xmlns:a16="http://schemas.microsoft.com/office/drawing/2014/main" id="{F9FFBC60-AE75-D884-6B1F-D18FDCA3A952}"/>
                  </a:ext>
                </a:extLst>
              </p:cNvPr>
              <p:cNvSpPr/>
              <p:nvPr/>
            </p:nvSpPr>
            <p:spPr>
              <a:xfrm>
                <a:off x="348400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2D2240">
                  <a:alpha val="100000"/>
                </a:srgbClr>
              </a:solidFill>
              <a:ln w="5420" cap="flat">
                <a:solidFill>
                  <a:srgbClr val="2D224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g2912">
                <a:extLst>
                  <a:ext uri="{FF2B5EF4-FFF2-40B4-BE49-F238E27FC236}">
                    <a16:creationId xmlns:a16="http://schemas.microsoft.com/office/drawing/2014/main" id="{3B723430-517F-80F5-7E94-97CE70C10ED4}"/>
                  </a:ext>
                </a:extLst>
              </p:cNvPr>
              <p:cNvSpPr/>
              <p:nvPr/>
            </p:nvSpPr>
            <p:spPr>
              <a:xfrm>
                <a:off x="349564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2F2344">
                  <a:alpha val="100000"/>
                </a:srgbClr>
              </a:solidFill>
              <a:ln w="5420" cap="flat">
                <a:solidFill>
                  <a:srgbClr val="2F234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g2913">
                <a:extLst>
                  <a:ext uri="{FF2B5EF4-FFF2-40B4-BE49-F238E27FC236}">
                    <a16:creationId xmlns:a16="http://schemas.microsoft.com/office/drawing/2014/main" id="{F5B74054-6A66-C42A-D8DA-BDBCC058AD18}"/>
                  </a:ext>
                </a:extLst>
              </p:cNvPr>
              <p:cNvSpPr/>
              <p:nvPr/>
            </p:nvSpPr>
            <p:spPr>
              <a:xfrm>
                <a:off x="350728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274C">
                  <a:alpha val="100000"/>
                </a:srgbClr>
              </a:solidFill>
              <a:ln w="5420" cap="flat">
                <a:solidFill>
                  <a:srgbClr val="34274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g2914">
                <a:extLst>
                  <a:ext uri="{FF2B5EF4-FFF2-40B4-BE49-F238E27FC236}">
                    <a16:creationId xmlns:a16="http://schemas.microsoft.com/office/drawing/2014/main" id="{6410FB34-6E6E-DB32-581C-2E802CEB75E2}"/>
                  </a:ext>
                </a:extLst>
              </p:cNvPr>
              <p:cNvSpPr/>
              <p:nvPr/>
            </p:nvSpPr>
            <p:spPr>
              <a:xfrm>
                <a:off x="351891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2C57">
                  <a:alpha val="100000"/>
                </a:srgbClr>
              </a:solidFill>
              <a:ln w="5420" cap="flat">
                <a:solidFill>
                  <a:srgbClr val="392C5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g2915">
                <a:extLst>
                  <a:ext uri="{FF2B5EF4-FFF2-40B4-BE49-F238E27FC236}">
                    <a16:creationId xmlns:a16="http://schemas.microsoft.com/office/drawing/2014/main" id="{50E710F1-7A7E-6C8C-AC62-9C2600C192D2}"/>
                  </a:ext>
                </a:extLst>
              </p:cNvPr>
              <p:cNvSpPr/>
              <p:nvPr/>
            </p:nvSpPr>
            <p:spPr>
              <a:xfrm>
                <a:off x="353055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360">
                  <a:alpha val="100000"/>
                </a:srgbClr>
              </a:solidFill>
              <a:ln w="5420" cap="flat">
                <a:solidFill>
                  <a:srgbClr val="3A33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g2916">
                <a:extLst>
                  <a:ext uri="{FF2B5EF4-FFF2-40B4-BE49-F238E27FC236}">
                    <a16:creationId xmlns:a16="http://schemas.microsoft.com/office/drawing/2014/main" id="{970ADE3C-14FF-46DA-84AC-D0CD625A642F}"/>
                  </a:ext>
                </a:extLst>
              </p:cNvPr>
              <p:cNvSpPr/>
              <p:nvPr/>
            </p:nvSpPr>
            <p:spPr>
              <a:xfrm>
                <a:off x="354219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g2917">
                <a:extLst>
                  <a:ext uri="{FF2B5EF4-FFF2-40B4-BE49-F238E27FC236}">
                    <a16:creationId xmlns:a16="http://schemas.microsoft.com/office/drawing/2014/main" id="{438D2ACC-698C-E1FC-D89D-CA215CACB011}"/>
                  </a:ext>
                </a:extLst>
              </p:cNvPr>
              <p:cNvSpPr/>
              <p:nvPr/>
            </p:nvSpPr>
            <p:spPr>
              <a:xfrm>
                <a:off x="355383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g2918">
                <a:extLst>
                  <a:ext uri="{FF2B5EF4-FFF2-40B4-BE49-F238E27FC236}">
                    <a16:creationId xmlns:a16="http://schemas.microsoft.com/office/drawing/2014/main" id="{32EA1A34-229E-5B81-64F3-720E96325173}"/>
                  </a:ext>
                </a:extLst>
              </p:cNvPr>
              <p:cNvSpPr/>
              <p:nvPr/>
            </p:nvSpPr>
            <p:spPr>
              <a:xfrm>
                <a:off x="356546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g2919">
                <a:extLst>
                  <a:ext uri="{FF2B5EF4-FFF2-40B4-BE49-F238E27FC236}">
                    <a16:creationId xmlns:a16="http://schemas.microsoft.com/office/drawing/2014/main" id="{D28254C6-AC4F-BC36-4ECE-22695FA77230}"/>
                  </a:ext>
                </a:extLst>
              </p:cNvPr>
              <p:cNvSpPr/>
              <p:nvPr/>
            </p:nvSpPr>
            <p:spPr>
              <a:xfrm>
                <a:off x="358874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g2920">
                <a:extLst>
                  <a:ext uri="{FF2B5EF4-FFF2-40B4-BE49-F238E27FC236}">
                    <a16:creationId xmlns:a16="http://schemas.microsoft.com/office/drawing/2014/main" id="{BE10AD7F-7F6A-CC9B-3A85-6B2BD146D639}"/>
                  </a:ext>
                </a:extLst>
              </p:cNvPr>
              <p:cNvSpPr/>
              <p:nvPr/>
            </p:nvSpPr>
            <p:spPr>
              <a:xfrm>
                <a:off x="360037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g2921">
                <a:extLst>
                  <a:ext uri="{FF2B5EF4-FFF2-40B4-BE49-F238E27FC236}">
                    <a16:creationId xmlns:a16="http://schemas.microsoft.com/office/drawing/2014/main" id="{30DF1027-9F03-9A3E-C2C4-D88CD7CA038F}"/>
                  </a:ext>
                </a:extLst>
              </p:cNvPr>
              <p:cNvSpPr/>
              <p:nvPr/>
            </p:nvSpPr>
            <p:spPr>
              <a:xfrm>
                <a:off x="361201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g2922">
                <a:extLst>
                  <a:ext uri="{FF2B5EF4-FFF2-40B4-BE49-F238E27FC236}">
                    <a16:creationId xmlns:a16="http://schemas.microsoft.com/office/drawing/2014/main" id="{4ACCF100-A6F1-96BE-F8EE-182772246471}"/>
                  </a:ext>
                </a:extLst>
              </p:cNvPr>
              <p:cNvSpPr/>
              <p:nvPr/>
            </p:nvSpPr>
            <p:spPr>
              <a:xfrm>
                <a:off x="362365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g2923">
                <a:extLst>
                  <a:ext uri="{FF2B5EF4-FFF2-40B4-BE49-F238E27FC236}">
                    <a16:creationId xmlns:a16="http://schemas.microsoft.com/office/drawing/2014/main" id="{DE7F4EED-BC4F-1959-D57C-382F8C905FA0}"/>
                  </a:ext>
                </a:extLst>
              </p:cNvPr>
              <p:cNvSpPr/>
              <p:nvPr/>
            </p:nvSpPr>
            <p:spPr>
              <a:xfrm>
                <a:off x="363529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g2924">
                <a:extLst>
                  <a:ext uri="{FF2B5EF4-FFF2-40B4-BE49-F238E27FC236}">
                    <a16:creationId xmlns:a16="http://schemas.microsoft.com/office/drawing/2014/main" id="{1D098603-09D8-642D-DB6D-1BC5A0A721BD}"/>
                  </a:ext>
                </a:extLst>
              </p:cNvPr>
              <p:cNvSpPr/>
              <p:nvPr/>
            </p:nvSpPr>
            <p:spPr>
              <a:xfrm>
                <a:off x="364692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g2925">
                <a:extLst>
                  <a:ext uri="{FF2B5EF4-FFF2-40B4-BE49-F238E27FC236}">
                    <a16:creationId xmlns:a16="http://schemas.microsoft.com/office/drawing/2014/main" id="{8FF738FD-2544-45FD-9E66-CFFB4DEC759C}"/>
                  </a:ext>
                </a:extLst>
              </p:cNvPr>
              <p:cNvSpPr/>
              <p:nvPr/>
            </p:nvSpPr>
            <p:spPr>
              <a:xfrm>
                <a:off x="365856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g2926">
                <a:extLst>
                  <a:ext uri="{FF2B5EF4-FFF2-40B4-BE49-F238E27FC236}">
                    <a16:creationId xmlns:a16="http://schemas.microsoft.com/office/drawing/2014/main" id="{8DD3204B-5B95-A5E7-2263-72E582BEA291}"/>
                  </a:ext>
                </a:extLst>
              </p:cNvPr>
              <p:cNvSpPr/>
              <p:nvPr/>
            </p:nvSpPr>
            <p:spPr>
              <a:xfrm>
                <a:off x="367020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g2927">
                <a:extLst>
                  <a:ext uri="{FF2B5EF4-FFF2-40B4-BE49-F238E27FC236}">
                    <a16:creationId xmlns:a16="http://schemas.microsoft.com/office/drawing/2014/main" id="{C7365B3B-3D1C-D117-D0BF-0CC6151CD975}"/>
                  </a:ext>
                </a:extLst>
              </p:cNvPr>
              <p:cNvSpPr/>
              <p:nvPr/>
            </p:nvSpPr>
            <p:spPr>
              <a:xfrm>
                <a:off x="368184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g2928">
                <a:extLst>
                  <a:ext uri="{FF2B5EF4-FFF2-40B4-BE49-F238E27FC236}">
                    <a16:creationId xmlns:a16="http://schemas.microsoft.com/office/drawing/2014/main" id="{2FAAC9E5-C620-7386-437B-6348265B6CF7}"/>
                  </a:ext>
                </a:extLst>
              </p:cNvPr>
              <p:cNvSpPr/>
              <p:nvPr/>
            </p:nvSpPr>
            <p:spPr>
              <a:xfrm>
                <a:off x="369347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g2929">
                <a:extLst>
                  <a:ext uri="{FF2B5EF4-FFF2-40B4-BE49-F238E27FC236}">
                    <a16:creationId xmlns:a16="http://schemas.microsoft.com/office/drawing/2014/main" id="{183845BF-B464-063E-DB19-2D2FAF6C17F0}"/>
                  </a:ext>
                </a:extLst>
              </p:cNvPr>
              <p:cNvSpPr/>
              <p:nvPr/>
            </p:nvSpPr>
            <p:spPr>
              <a:xfrm>
                <a:off x="370511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g2930">
                <a:extLst>
                  <a:ext uri="{FF2B5EF4-FFF2-40B4-BE49-F238E27FC236}">
                    <a16:creationId xmlns:a16="http://schemas.microsoft.com/office/drawing/2014/main" id="{345E8AA8-087A-84DC-F4C2-3E010B5427F9}"/>
                  </a:ext>
                </a:extLst>
              </p:cNvPr>
              <p:cNvSpPr/>
              <p:nvPr/>
            </p:nvSpPr>
            <p:spPr>
              <a:xfrm>
                <a:off x="371675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g2931">
                <a:extLst>
                  <a:ext uri="{FF2B5EF4-FFF2-40B4-BE49-F238E27FC236}">
                    <a16:creationId xmlns:a16="http://schemas.microsoft.com/office/drawing/2014/main" id="{795EFD30-092D-88C7-F123-3330D93F676A}"/>
                  </a:ext>
                </a:extLst>
              </p:cNvPr>
              <p:cNvSpPr/>
              <p:nvPr/>
            </p:nvSpPr>
            <p:spPr>
              <a:xfrm>
                <a:off x="372839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g2932">
                <a:extLst>
                  <a:ext uri="{FF2B5EF4-FFF2-40B4-BE49-F238E27FC236}">
                    <a16:creationId xmlns:a16="http://schemas.microsoft.com/office/drawing/2014/main" id="{071B5828-AC58-5D87-A8F5-E01EA7027723}"/>
                  </a:ext>
                </a:extLst>
              </p:cNvPr>
              <p:cNvSpPr/>
              <p:nvPr/>
            </p:nvSpPr>
            <p:spPr>
              <a:xfrm>
                <a:off x="374002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g2933">
                <a:extLst>
                  <a:ext uri="{FF2B5EF4-FFF2-40B4-BE49-F238E27FC236}">
                    <a16:creationId xmlns:a16="http://schemas.microsoft.com/office/drawing/2014/main" id="{E28D6506-0ECB-7339-CAAC-321E80C3442B}"/>
                  </a:ext>
                </a:extLst>
              </p:cNvPr>
              <p:cNvSpPr/>
              <p:nvPr/>
            </p:nvSpPr>
            <p:spPr>
              <a:xfrm>
                <a:off x="375166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g2934">
                <a:extLst>
                  <a:ext uri="{FF2B5EF4-FFF2-40B4-BE49-F238E27FC236}">
                    <a16:creationId xmlns:a16="http://schemas.microsoft.com/office/drawing/2014/main" id="{739478F5-9CB9-58F0-1B55-D79FB362D2D1}"/>
                  </a:ext>
                </a:extLst>
              </p:cNvPr>
              <p:cNvSpPr/>
              <p:nvPr/>
            </p:nvSpPr>
            <p:spPr>
              <a:xfrm>
                <a:off x="376330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g2935">
                <a:extLst>
                  <a:ext uri="{FF2B5EF4-FFF2-40B4-BE49-F238E27FC236}">
                    <a16:creationId xmlns:a16="http://schemas.microsoft.com/office/drawing/2014/main" id="{C5594C17-7824-CE51-6875-0F7E04DA24FA}"/>
                  </a:ext>
                </a:extLst>
              </p:cNvPr>
              <p:cNvSpPr/>
              <p:nvPr/>
            </p:nvSpPr>
            <p:spPr>
              <a:xfrm>
                <a:off x="377493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g2936">
                <a:extLst>
                  <a:ext uri="{FF2B5EF4-FFF2-40B4-BE49-F238E27FC236}">
                    <a16:creationId xmlns:a16="http://schemas.microsoft.com/office/drawing/2014/main" id="{B87C2E07-4D60-A284-70DC-586EFAA29FD3}"/>
                  </a:ext>
                </a:extLst>
              </p:cNvPr>
              <p:cNvSpPr/>
              <p:nvPr/>
            </p:nvSpPr>
            <p:spPr>
              <a:xfrm>
                <a:off x="415897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g2937">
                <a:extLst>
                  <a:ext uri="{FF2B5EF4-FFF2-40B4-BE49-F238E27FC236}">
                    <a16:creationId xmlns:a16="http://schemas.microsoft.com/office/drawing/2014/main" id="{85CA29CC-1D8A-E382-36D1-1060D9E90810}"/>
                  </a:ext>
                </a:extLst>
              </p:cNvPr>
              <p:cNvSpPr/>
              <p:nvPr/>
            </p:nvSpPr>
            <p:spPr>
              <a:xfrm>
                <a:off x="434516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g2938">
                <a:extLst>
                  <a:ext uri="{FF2B5EF4-FFF2-40B4-BE49-F238E27FC236}">
                    <a16:creationId xmlns:a16="http://schemas.microsoft.com/office/drawing/2014/main" id="{F508B6B1-667A-ED4D-1C7A-75D95976038F}"/>
                  </a:ext>
                </a:extLst>
              </p:cNvPr>
              <p:cNvSpPr/>
              <p:nvPr/>
            </p:nvSpPr>
            <p:spPr>
              <a:xfrm>
                <a:off x="435680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g2939">
                <a:extLst>
                  <a:ext uri="{FF2B5EF4-FFF2-40B4-BE49-F238E27FC236}">
                    <a16:creationId xmlns:a16="http://schemas.microsoft.com/office/drawing/2014/main" id="{28C4B029-AA71-E820-C9ED-5504AC9384EE}"/>
                  </a:ext>
                </a:extLst>
              </p:cNvPr>
              <p:cNvSpPr/>
              <p:nvPr/>
            </p:nvSpPr>
            <p:spPr>
              <a:xfrm>
                <a:off x="436844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g2940">
                <a:extLst>
                  <a:ext uri="{FF2B5EF4-FFF2-40B4-BE49-F238E27FC236}">
                    <a16:creationId xmlns:a16="http://schemas.microsoft.com/office/drawing/2014/main" id="{21B91A11-603F-B116-9E79-DF5018A11576}"/>
                  </a:ext>
                </a:extLst>
              </p:cNvPr>
              <p:cNvSpPr/>
              <p:nvPr/>
            </p:nvSpPr>
            <p:spPr>
              <a:xfrm>
                <a:off x="438008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g2941">
                <a:extLst>
                  <a:ext uri="{FF2B5EF4-FFF2-40B4-BE49-F238E27FC236}">
                    <a16:creationId xmlns:a16="http://schemas.microsoft.com/office/drawing/2014/main" id="{2F586FFB-FF73-D8F4-583E-03183A65D7AD}"/>
                  </a:ext>
                </a:extLst>
              </p:cNvPr>
              <p:cNvSpPr/>
              <p:nvPr/>
            </p:nvSpPr>
            <p:spPr>
              <a:xfrm>
                <a:off x="439171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g2942">
                <a:extLst>
                  <a:ext uri="{FF2B5EF4-FFF2-40B4-BE49-F238E27FC236}">
                    <a16:creationId xmlns:a16="http://schemas.microsoft.com/office/drawing/2014/main" id="{F2845303-1926-843F-D175-6D889BF14C51}"/>
                  </a:ext>
                </a:extLst>
              </p:cNvPr>
              <p:cNvSpPr/>
              <p:nvPr/>
            </p:nvSpPr>
            <p:spPr>
              <a:xfrm>
                <a:off x="440335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g2943">
                <a:extLst>
                  <a:ext uri="{FF2B5EF4-FFF2-40B4-BE49-F238E27FC236}">
                    <a16:creationId xmlns:a16="http://schemas.microsoft.com/office/drawing/2014/main" id="{200D4416-87DF-15FE-FF48-934E7FF69009}"/>
                  </a:ext>
                </a:extLst>
              </p:cNvPr>
              <p:cNvSpPr/>
              <p:nvPr/>
            </p:nvSpPr>
            <p:spPr>
              <a:xfrm>
                <a:off x="441499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g2944">
                <a:extLst>
                  <a:ext uri="{FF2B5EF4-FFF2-40B4-BE49-F238E27FC236}">
                    <a16:creationId xmlns:a16="http://schemas.microsoft.com/office/drawing/2014/main" id="{98EBD655-2044-595A-1741-8954A0F3728E}"/>
                  </a:ext>
                </a:extLst>
              </p:cNvPr>
              <p:cNvSpPr/>
              <p:nvPr/>
            </p:nvSpPr>
            <p:spPr>
              <a:xfrm>
                <a:off x="457791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g2945">
                <a:extLst>
                  <a:ext uri="{FF2B5EF4-FFF2-40B4-BE49-F238E27FC236}">
                    <a16:creationId xmlns:a16="http://schemas.microsoft.com/office/drawing/2014/main" id="{B9F7A79E-05CA-FA48-97E5-5682018C64A6}"/>
                  </a:ext>
                </a:extLst>
              </p:cNvPr>
              <p:cNvSpPr/>
              <p:nvPr/>
            </p:nvSpPr>
            <p:spPr>
              <a:xfrm>
                <a:off x="458955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g2946">
                <a:extLst>
                  <a:ext uri="{FF2B5EF4-FFF2-40B4-BE49-F238E27FC236}">
                    <a16:creationId xmlns:a16="http://schemas.microsoft.com/office/drawing/2014/main" id="{FAAFD7F6-CD3A-49D2-459A-50BB2C6DF8DE}"/>
                  </a:ext>
                </a:extLst>
              </p:cNvPr>
              <p:cNvSpPr/>
              <p:nvPr/>
            </p:nvSpPr>
            <p:spPr>
              <a:xfrm>
                <a:off x="460119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g2947">
                <a:extLst>
                  <a:ext uri="{FF2B5EF4-FFF2-40B4-BE49-F238E27FC236}">
                    <a16:creationId xmlns:a16="http://schemas.microsoft.com/office/drawing/2014/main" id="{854CE63B-8093-BEB3-FCDC-1C5FFCBDCAC7}"/>
                  </a:ext>
                </a:extLst>
              </p:cNvPr>
              <p:cNvSpPr/>
              <p:nvPr/>
            </p:nvSpPr>
            <p:spPr>
              <a:xfrm>
                <a:off x="461282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g2948">
                <a:extLst>
                  <a:ext uri="{FF2B5EF4-FFF2-40B4-BE49-F238E27FC236}">
                    <a16:creationId xmlns:a16="http://schemas.microsoft.com/office/drawing/2014/main" id="{FDEADCA1-7B7B-B4FD-3545-99B065FDB383}"/>
                  </a:ext>
                </a:extLst>
              </p:cNvPr>
              <p:cNvSpPr/>
              <p:nvPr/>
            </p:nvSpPr>
            <p:spPr>
              <a:xfrm>
                <a:off x="462446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g2949">
                <a:extLst>
                  <a:ext uri="{FF2B5EF4-FFF2-40B4-BE49-F238E27FC236}">
                    <a16:creationId xmlns:a16="http://schemas.microsoft.com/office/drawing/2014/main" id="{56CA41DD-FE58-D090-2D69-028DF48A1F74}"/>
                  </a:ext>
                </a:extLst>
              </p:cNvPr>
              <p:cNvSpPr/>
              <p:nvPr/>
            </p:nvSpPr>
            <p:spPr>
              <a:xfrm>
                <a:off x="309997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g2950">
                <a:extLst>
                  <a:ext uri="{FF2B5EF4-FFF2-40B4-BE49-F238E27FC236}">
                    <a16:creationId xmlns:a16="http://schemas.microsoft.com/office/drawing/2014/main" id="{BDA24E3E-D4FE-455C-89C0-5E47C69BAAC3}"/>
                  </a:ext>
                </a:extLst>
              </p:cNvPr>
              <p:cNvSpPr/>
              <p:nvPr/>
            </p:nvSpPr>
            <p:spPr>
              <a:xfrm>
                <a:off x="311161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g2951">
                <a:extLst>
                  <a:ext uri="{FF2B5EF4-FFF2-40B4-BE49-F238E27FC236}">
                    <a16:creationId xmlns:a16="http://schemas.microsoft.com/office/drawing/2014/main" id="{6C18227C-A54D-910B-5956-BF3B9F5E0C09}"/>
                  </a:ext>
                </a:extLst>
              </p:cNvPr>
              <p:cNvSpPr/>
              <p:nvPr/>
            </p:nvSpPr>
            <p:spPr>
              <a:xfrm>
                <a:off x="312324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g2952">
                <a:extLst>
                  <a:ext uri="{FF2B5EF4-FFF2-40B4-BE49-F238E27FC236}">
                    <a16:creationId xmlns:a16="http://schemas.microsoft.com/office/drawing/2014/main" id="{E525C534-0653-DDE8-1CDB-2661050F72D3}"/>
                  </a:ext>
                </a:extLst>
              </p:cNvPr>
              <p:cNvSpPr/>
              <p:nvPr/>
            </p:nvSpPr>
            <p:spPr>
              <a:xfrm>
                <a:off x="313488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g2953">
                <a:extLst>
                  <a:ext uri="{FF2B5EF4-FFF2-40B4-BE49-F238E27FC236}">
                    <a16:creationId xmlns:a16="http://schemas.microsoft.com/office/drawing/2014/main" id="{C899C4A6-1FB7-C47A-A17B-F0E88B396765}"/>
                  </a:ext>
                </a:extLst>
              </p:cNvPr>
              <p:cNvSpPr/>
              <p:nvPr/>
            </p:nvSpPr>
            <p:spPr>
              <a:xfrm>
                <a:off x="314652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g2954">
                <a:extLst>
                  <a:ext uri="{FF2B5EF4-FFF2-40B4-BE49-F238E27FC236}">
                    <a16:creationId xmlns:a16="http://schemas.microsoft.com/office/drawing/2014/main" id="{AF523645-8B60-35AF-17FA-DF11CF86C562}"/>
                  </a:ext>
                </a:extLst>
              </p:cNvPr>
              <p:cNvSpPr/>
              <p:nvPr/>
            </p:nvSpPr>
            <p:spPr>
              <a:xfrm>
                <a:off x="315816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g2955">
                <a:extLst>
                  <a:ext uri="{FF2B5EF4-FFF2-40B4-BE49-F238E27FC236}">
                    <a16:creationId xmlns:a16="http://schemas.microsoft.com/office/drawing/2014/main" id="{351AAFBD-DDC0-5133-299A-0BE5B4941E35}"/>
                  </a:ext>
                </a:extLst>
              </p:cNvPr>
              <p:cNvSpPr/>
              <p:nvPr/>
            </p:nvSpPr>
            <p:spPr>
              <a:xfrm>
                <a:off x="316979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g2956">
                <a:extLst>
                  <a:ext uri="{FF2B5EF4-FFF2-40B4-BE49-F238E27FC236}">
                    <a16:creationId xmlns:a16="http://schemas.microsoft.com/office/drawing/2014/main" id="{B1E672C2-3148-7E07-0DFA-0622758EB16F}"/>
                  </a:ext>
                </a:extLst>
              </p:cNvPr>
              <p:cNvSpPr/>
              <p:nvPr/>
            </p:nvSpPr>
            <p:spPr>
              <a:xfrm>
                <a:off x="318143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g2957">
                <a:extLst>
                  <a:ext uri="{FF2B5EF4-FFF2-40B4-BE49-F238E27FC236}">
                    <a16:creationId xmlns:a16="http://schemas.microsoft.com/office/drawing/2014/main" id="{04AD4D89-C58D-E83B-1D5B-34F7C961CD91}"/>
                  </a:ext>
                </a:extLst>
              </p:cNvPr>
              <p:cNvSpPr/>
              <p:nvPr/>
            </p:nvSpPr>
            <p:spPr>
              <a:xfrm>
                <a:off x="319307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g2958">
                <a:extLst>
                  <a:ext uri="{FF2B5EF4-FFF2-40B4-BE49-F238E27FC236}">
                    <a16:creationId xmlns:a16="http://schemas.microsoft.com/office/drawing/2014/main" id="{765F16E6-A094-E123-9105-D5403C3828AD}"/>
                  </a:ext>
                </a:extLst>
              </p:cNvPr>
              <p:cNvSpPr/>
              <p:nvPr/>
            </p:nvSpPr>
            <p:spPr>
              <a:xfrm>
                <a:off x="320471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g2959">
                <a:extLst>
                  <a:ext uri="{FF2B5EF4-FFF2-40B4-BE49-F238E27FC236}">
                    <a16:creationId xmlns:a16="http://schemas.microsoft.com/office/drawing/2014/main" id="{AB2F129B-6174-A876-9231-6D2E5BFC1B05}"/>
                  </a:ext>
                </a:extLst>
              </p:cNvPr>
              <p:cNvSpPr/>
              <p:nvPr/>
            </p:nvSpPr>
            <p:spPr>
              <a:xfrm>
                <a:off x="341418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g2960">
                <a:extLst>
                  <a:ext uri="{FF2B5EF4-FFF2-40B4-BE49-F238E27FC236}">
                    <a16:creationId xmlns:a16="http://schemas.microsoft.com/office/drawing/2014/main" id="{0F3E79D2-5A47-C46D-363D-D5BE02ADCDD0}"/>
                  </a:ext>
                </a:extLst>
              </p:cNvPr>
              <p:cNvSpPr/>
              <p:nvPr/>
            </p:nvSpPr>
            <p:spPr>
              <a:xfrm>
                <a:off x="342581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g2961">
                <a:extLst>
                  <a:ext uri="{FF2B5EF4-FFF2-40B4-BE49-F238E27FC236}">
                    <a16:creationId xmlns:a16="http://schemas.microsoft.com/office/drawing/2014/main" id="{4AD9347B-5F5C-E5B2-268D-DC3C04BB20BA}"/>
                  </a:ext>
                </a:extLst>
              </p:cNvPr>
              <p:cNvSpPr/>
              <p:nvPr/>
            </p:nvSpPr>
            <p:spPr>
              <a:xfrm>
                <a:off x="349564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12548">
                  <a:alpha val="100000"/>
                </a:srgbClr>
              </a:solidFill>
              <a:ln w="5420" cap="flat">
                <a:solidFill>
                  <a:srgbClr val="31254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g2962">
                <a:extLst>
                  <a:ext uri="{FF2B5EF4-FFF2-40B4-BE49-F238E27FC236}">
                    <a16:creationId xmlns:a16="http://schemas.microsoft.com/office/drawing/2014/main" id="{72B2D167-D8E1-69DE-615A-12DE73E4B7ED}"/>
                  </a:ext>
                </a:extLst>
              </p:cNvPr>
              <p:cNvSpPr/>
              <p:nvPr/>
            </p:nvSpPr>
            <p:spPr>
              <a:xfrm>
                <a:off x="350728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2850">
                  <a:alpha val="100000"/>
                </a:srgbClr>
              </a:solidFill>
              <a:ln w="5420" cap="flat">
                <a:solidFill>
                  <a:srgbClr val="36285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g2963">
                <a:extLst>
                  <a:ext uri="{FF2B5EF4-FFF2-40B4-BE49-F238E27FC236}">
                    <a16:creationId xmlns:a16="http://schemas.microsoft.com/office/drawing/2014/main" id="{BFBD4171-4907-6358-14D9-88E39C1236AC}"/>
                  </a:ext>
                </a:extLst>
              </p:cNvPr>
              <p:cNvSpPr/>
              <p:nvPr/>
            </p:nvSpPr>
            <p:spPr>
              <a:xfrm>
                <a:off x="351891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2E59">
                  <a:alpha val="100000"/>
                </a:srgbClr>
              </a:solidFill>
              <a:ln w="5420" cap="flat">
                <a:solidFill>
                  <a:srgbClr val="392E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g2964">
                <a:extLst>
                  <a:ext uri="{FF2B5EF4-FFF2-40B4-BE49-F238E27FC236}">
                    <a16:creationId xmlns:a16="http://schemas.microsoft.com/office/drawing/2014/main" id="{BF32BD11-8602-E44D-DC9A-77F0DA000089}"/>
                  </a:ext>
                </a:extLst>
              </p:cNvPr>
              <p:cNvSpPr/>
              <p:nvPr/>
            </p:nvSpPr>
            <p:spPr>
              <a:xfrm>
                <a:off x="353055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462">
                  <a:alpha val="100000"/>
                </a:srgbClr>
              </a:solidFill>
              <a:ln w="5420" cap="flat">
                <a:solidFill>
                  <a:srgbClr val="3A34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g2965">
                <a:extLst>
                  <a:ext uri="{FF2B5EF4-FFF2-40B4-BE49-F238E27FC236}">
                    <a16:creationId xmlns:a16="http://schemas.microsoft.com/office/drawing/2014/main" id="{3C01E6A6-6531-EE4D-8D70-F44E37CBC85D}"/>
                  </a:ext>
                </a:extLst>
              </p:cNvPr>
              <p:cNvSpPr/>
              <p:nvPr/>
            </p:nvSpPr>
            <p:spPr>
              <a:xfrm>
                <a:off x="354219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g2966">
                <a:extLst>
                  <a:ext uri="{FF2B5EF4-FFF2-40B4-BE49-F238E27FC236}">
                    <a16:creationId xmlns:a16="http://schemas.microsoft.com/office/drawing/2014/main" id="{70D2C91F-5F09-7583-2B56-E559A7D2E46C}"/>
                  </a:ext>
                </a:extLst>
              </p:cNvPr>
              <p:cNvSpPr/>
              <p:nvPr/>
            </p:nvSpPr>
            <p:spPr>
              <a:xfrm>
                <a:off x="355383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g2967">
                <a:extLst>
                  <a:ext uri="{FF2B5EF4-FFF2-40B4-BE49-F238E27FC236}">
                    <a16:creationId xmlns:a16="http://schemas.microsoft.com/office/drawing/2014/main" id="{29D09374-0238-CF76-D3FB-1A7AD4C263BF}"/>
                  </a:ext>
                </a:extLst>
              </p:cNvPr>
              <p:cNvSpPr/>
              <p:nvPr/>
            </p:nvSpPr>
            <p:spPr>
              <a:xfrm>
                <a:off x="356546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g2968">
                <a:extLst>
                  <a:ext uri="{FF2B5EF4-FFF2-40B4-BE49-F238E27FC236}">
                    <a16:creationId xmlns:a16="http://schemas.microsoft.com/office/drawing/2014/main" id="{E929E2A6-4BB3-C194-842C-85BE9A06AC50}"/>
                  </a:ext>
                </a:extLst>
              </p:cNvPr>
              <p:cNvSpPr/>
              <p:nvPr/>
            </p:nvSpPr>
            <p:spPr>
              <a:xfrm>
                <a:off x="357710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g2969">
                <a:extLst>
                  <a:ext uri="{FF2B5EF4-FFF2-40B4-BE49-F238E27FC236}">
                    <a16:creationId xmlns:a16="http://schemas.microsoft.com/office/drawing/2014/main" id="{CB8F5711-5F7D-CF31-34C3-5CC539E349A9}"/>
                  </a:ext>
                </a:extLst>
              </p:cNvPr>
              <p:cNvSpPr/>
              <p:nvPr/>
            </p:nvSpPr>
            <p:spPr>
              <a:xfrm>
                <a:off x="358874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g2970">
                <a:extLst>
                  <a:ext uri="{FF2B5EF4-FFF2-40B4-BE49-F238E27FC236}">
                    <a16:creationId xmlns:a16="http://schemas.microsoft.com/office/drawing/2014/main" id="{56A9F897-86EA-7EAB-2FC7-EAB0BB52BAF5}"/>
                  </a:ext>
                </a:extLst>
              </p:cNvPr>
              <p:cNvSpPr/>
              <p:nvPr/>
            </p:nvSpPr>
            <p:spPr>
              <a:xfrm>
                <a:off x="360037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g2971">
                <a:extLst>
                  <a:ext uri="{FF2B5EF4-FFF2-40B4-BE49-F238E27FC236}">
                    <a16:creationId xmlns:a16="http://schemas.microsoft.com/office/drawing/2014/main" id="{09CF523C-0088-EA92-9624-050C17144357}"/>
                  </a:ext>
                </a:extLst>
              </p:cNvPr>
              <p:cNvSpPr/>
              <p:nvPr/>
            </p:nvSpPr>
            <p:spPr>
              <a:xfrm>
                <a:off x="361201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g2972">
                <a:extLst>
                  <a:ext uri="{FF2B5EF4-FFF2-40B4-BE49-F238E27FC236}">
                    <a16:creationId xmlns:a16="http://schemas.microsoft.com/office/drawing/2014/main" id="{CD37F282-DFE2-C884-349E-798609018A0A}"/>
                  </a:ext>
                </a:extLst>
              </p:cNvPr>
              <p:cNvSpPr/>
              <p:nvPr/>
            </p:nvSpPr>
            <p:spPr>
              <a:xfrm>
                <a:off x="362365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g2973">
                <a:extLst>
                  <a:ext uri="{FF2B5EF4-FFF2-40B4-BE49-F238E27FC236}">
                    <a16:creationId xmlns:a16="http://schemas.microsoft.com/office/drawing/2014/main" id="{DF3D1E7A-C9F5-DBAE-03FF-70B23EF6473E}"/>
                  </a:ext>
                </a:extLst>
              </p:cNvPr>
              <p:cNvSpPr/>
              <p:nvPr/>
            </p:nvSpPr>
            <p:spPr>
              <a:xfrm>
                <a:off x="363529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g2974">
                <a:extLst>
                  <a:ext uri="{FF2B5EF4-FFF2-40B4-BE49-F238E27FC236}">
                    <a16:creationId xmlns:a16="http://schemas.microsoft.com/office/drawing/2014/main" id="{425ECEF5-368E-A702-E15C-C02933ACF70E}"/>
                  </a:ext>
                </a:extLst>
              </p:cNvPr>
              <p:cNvSpPr/>
              <p:nvPr/>
            </p:nvSpPr>
            <p:spPr>
              <a:xfrm>
                <a:off x="364692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g2975">
                <a:extLst>
                  <a:ext uri="{FF2B5EF4-FFF2-40B4-BE49-F238E27FC236}">
                    <a16:creationId xmlns:a16="http://schemas.microsoft.com/office/drawing/2014/main" id="{F55E924C-5721-46F6-192D-CF4ECBCC6328}"/>
                  </a:ext>
                </a:extLst>
              </p:cNvPr>
              <p:cNvSpPr/>
              <p:nvPr/>
            </p:nvSpPr>
            <p:spPr>
              <a:xfrm>
                <a:off x="365856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g2976">
                <a:extLst>
                  <a:ext uri="{FF2B5EF4-FFF2-40B4-BE49-F238E27FC236}">
                    <a16:creationId xmlns:a16="http://schemas.microsoft.com/office/drawing/2014/main" id="{663E15B9-0FC7-8435-44D5-D1E123914D80}"/>
                  </a:ext>
                </a:extLst>
              </p:cNvPr>
              <p:cNvSpPr/>
              <p:nvPr/>
            </p:nvSpPr>
            <p:spPr>
              <a:xfrm>
                <a:off x="367020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g2977">
                <a:extLst>
                  <a:ext uri="{FF2B5EF4-FFF2-40B4-BE49-F238E27FC236}">
                    <a16:creationId xmlns:a16="http://schemas.microsoft.com/office/drawing/2014/main" id="{127B2E06-59FE-CCA4-89C8-12B15CEBBE67}"/>
                  </a:ext>
                </a:extLst>
              </p:cNvPr>
              <p:cNvSpPr/>
              <p:nvPr/>
            </p:nvSpPr>
            <p:spPr>
              <a:xfrm>
                <a:off x="368184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g2978">
                <a:extLst>
                  <a:ext uri="{FF2B5EF4-FFF2-40B4-BE49-F238E27FC236}">
                    <a16:creationId xmlns:a16="http://schemas.microsoft.com/office/drawing/2014/main" id="{B65B4E6D-35E3-B653-6B41-D166E52BFF04}"/>
                  </a:ext>
                </a:extLst>
              </p:cNvPr>
              <p:cNvSpPr/>
              <p:nvPr/>
            </p:nvSpPr>
            <p:spPr>
              <a:xfrm>
                <a:off x="369347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6">
                  <a:alpha val="100000"/>
                </a:srgbClr>
              </a:solidFill>
              <a:ln w="5420" cap="flat">
                <a:solidFill>
                  <a:srgbClr val="3C43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g2979">
                <a:extLst>
                  <a:ext uri="{FF2B5EF4-FFF2-40B4-BE49-F238E27FC236}">
                    <a16:creationId xmlns:a16="http://schemas.microsoft.com/office/drawing/2014/main" id="{7537C156-507B-EC4F-AB6D-FB34DF511CD3}"/>
                  </a:ext>
                </a:extLst>
              </p:cNvPr>
              <p:cNvSpPr/>
              <p:nvPr/>
            </p:nvSpPr>
            <p:spPr>
              <a:xfrm>
                <a:off x="370511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g2980">
                <a:extLst>
                  <a:ext uri="{FF2B5EF4-FFF2-40B4-BE49-F238E27FC236}">
                    <a16:creationId xmlns:a16="http://schemas.microsoft.com/office/drawing/2014/main" id="{A060C733-1353-3B9F-B1C6-870F07C7BA11}"/>
                  </a:ext>
                </a:extLst>
              </p:cNvPr>
              <p:cNvSpPr/>
              <p:nvPr/>
            </p:nvSpPr>
            <p:spPr>
              <a:xfrm>
                <a:off x="371675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g2981">
                <a:extLst>
                  <a:ext uri="{FF2B5EF4-FFF2-40B4-BE49-F238E27FC236}">
                    <a16:creationId xmlns:a16="http://schemas.microsoft.com/office/drawing/2014/main" id="{E6C83418-557F-A5D4-57FA-CE30F8EFCFA3}"/>
                  </a:ext>
                </a:extLst>
              </p:cNvPr>
              <p:cNvSpPr/>
              <p:nvPr/>
            </p:nvSpPr>
            <p:spPr>
              <a:xfrm>
                <a:off x="372839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g2982">
                <a:extLst>
                  <a:ext uri="{FF2B5EF4-FFF2-40B4-BE49-F238E27FC236}">
                    <a16:creationId xmlns:a16="http://schemas.microsoft.com/office/drawing/2014/main" id="{DC375C9C-D8F4-17F2-8BB0-392F586BAE3F}"/>
                  </a:ext>
                </a:extLst>
              </p:cNvPr>
              <p:cNvSpPr/>
              <p:nvPr/>
            </p:nvSpPr>
            <p:spPr>
              <a:xfrm>
                <a:off x="374002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2">
                  <a:alpha val="100000"/>
                </a:srgbClr>
              </a:solidFill>
              <a:ln w="5420" cap="flat">
                <a:solidFill>
                  <a:srgbClr val="3C4A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g2983">
                <a:extLst>
                  <a:ext uri="{FF2B5EF4-FFF2-40B4-BE49-F238E27FC236}">
                    <a16:creationId xmlns:a16="http://schemas.microsoft.com/office/drawing/2014/main" id="{19BFBD84-A9BF-6E53-E71C-B22E375D910A}"/>
                  </a:ext>
                </a:extLst>
              </p:cNvPr>
              <p:cNvSpPr/>
              <p:nvPr/>
            </p:nvSpPr>
            <p:spPr>
              <a:xfrm>
                <a:off x="375166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g2984">
                <a:extLst>
                  <a:ext uri="{FF2B5EF4-FFF2-40B4-BE49-F238E27FC236}">
                    <a16:creationId xmlns:a16="http://schemas.microsoft.com/office/drawing/2014/main" id="{4C565C71-F157-7401-5DDA-110FB2B8C344}"/>
                  </a:ext>
                </a:extLst>
              </p:cNvPr>
              <p:cNvSpPr/>
              <p:nvPr/>
            </p:nvSpPr>
            <p:spPr>
              <a:xfrm>
                <a:off x="376330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7">
                  <a:alpha val="100000"/>
                </a:srgbClr>
              </a:solidFill>
              <a:ln w="5420" cap="flat">
                <a:solidFill>
                  <a:srgbClr val="3B4F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g2985">
                <a:extLst>
                  <a:ext uri="{FF2B5EF4-FFF2-40B4-BE49-F238E27FC236}">
                    <a16:creationId xmlns:a16="http://schemas.microsoft.com/office/drawing/2014/main" id="{7124FA6E-AFA7-3C99-2736-1B2C27BCF420}"/>
                  </a:ext>
                </a:extLst>
              </p:cNvPr>
              <p:cNvSpPr/>
              <p:nvPr/>
            </p:nvSpPr>
            <p:spPr>
              <a:xfrm>
                <a:off x="377493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g2986">
                <a:extLst>
                  <a:ext uri="{FF2B5EF4-FFF2-40B4-BE49-F238E27FC236}">
                    <a16:creationId xmlns:a16="http://schemas.microsoft.com/office/drawing/2014/main" id="{2B6CA10B-01F5-0856-3AA6-475C9C36C9D8}"/>
                  </a:ext>
                </a:extLst>
              </p:cNvPr>
              <p:cNvSpPr/>
              <p:nvPr/>
            </p:nvSpPr>
            <p:spPr>
              <a:xfrm>
                <a:off x="378657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g2987">
                <a:extLst>
                  <a:ext uri="{FF2B5EF4-FFF2-40B4-BE49-F238E27FC236}">
                    <a16:creationId xmlns:a16="http://schemas.microsoft.com/office/drawing/2014/main" id="{8F791CD4-F356-DD99-D665-0E54E3CA5584}"/>
                  </a:ext>
                </a:extLst>
              </p:cNvPr>
              <p:cNvSpPr/>
              <p:nvPr/>
            </p:nvSpPr>
            <p:spPr>
              <a:xfrm>
                <a:off x="435680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g2988">
                <a:extLst>
                  <a:ext uri="{FF2B5EF4-FFF2-40B4-BE49-F238E27FC236}">
                    <a16:creationId xmlns:a16="http://schemas.microsoft.com/office/drawing/2014/main" id="{1C15F165-6E48-E487-F8D0-42E9BDEB27A8}"/>
                  </a:ext>
                </a:extLst>
              </p:cNvPr>
              <p:cNvSpPr/>
              <p:nvPr/>
            </p:nvSpPr>
            <p:spPr>
              <a:xfrm>
                <a:off x="436844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g2989">
                <a:extLst>
                  <a:ext uri="{FF2B5EF4-FFF2-40B4-BE49-F238E27FC236}">
                    <a16:creationId xmlns:a16="http://schemas.microsoft.com/office/drawing/2014/main" id="{1F12CD2B-DD2C-5227-7008-2C92046DE48F}"/>
                  </a:ext>
                </a:extLst>
              </p:cNvPr>
              <p:cNvSpPr/>
              <p:nvPr/>
            </p:nvSpPr>
            <p:spPr>
              <a:xfrm>
                <a:off x="438008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g2990">
                <a:extLst>
                  <a:ext uri="{FF2B5EF4-FFF2-40B4-BE49-F238E27FC236}">
                    <a16:creationId xmlns:a16="http://schemas.microsoft.com/office/drawing/2014/main" id="{0EBBE373-BAC2-E90E-0B3D-BC829F89E70A}"/>
                  </a:ext>
                </a:extLst>
              </p:cNvPr>
              <p:cNvSpPr/>
              <p:nvPr/>
            </p:nvSpPr>
            <p:spPr>
              <a:xfrm>
                <a:off x="439171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g2991">
                <a:extLst>
                  <a:ext uri="{FF2B5EF4-FFF2-40B4-BE49-F238E27FC236}">
                    <a16:creationId xmlns:a16="http://schemas.microsoft.com/office/drawing/2014/main" id="{EEC0C09B-DBAC-A654-3153-ECFB6C66BE2A}"/>
                  </a:ext>
                </a:extLst>
              </p:cNvPr>
              <p:cNvSpPr/>
              <p:nvPr/>
            </p:nvSpPr>
            <p:spPr>
              <a:xfrm>
                <a:off x="440335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g2992">
                <a:extLst>
                  <a:ext uri="{FF2B5EF4-FFF2-40B4-BE49-F238E27FC236}">
                    <a16:creationId xmlns:a16="http://schemas.microsoft.com/office/drawing/2014/main" id="{666D6AFD-E78C-D30C-144D-10B54AE61BDA}"/>
                  </a:ext>
                </a:extLst>
              </p:cNvPr>
              <p:cNvSpPr/>
              <p:nvPr/>
            </p:nvSpPr>
            <p:spPr>
              <a:xfrm>
                <a:off x="441499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g2993">
                <a:extLst>
                  <a:ext uri="{FF2B5EF4-FFF2-40B4-BE49-F238E27FC236}">
                    <a16:creationId xmlns:a16="http://schemas.microsoft.com/office/drawing/2014/main" id="{9E12E5FC-0441-129E-1719-A8855954CB87}"/>
                  </a:ext>
                </a:extLst>
              </p:cNvPr>
              <p:cNvSpPr/>
              <p:nvPr/>
            </p:nvSpPr>
            <p:spPr>
              <a:xfrm>
                <a:off x="442663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g2994">
                <a:extLst>
                  <a:ext uri="{FF2B5EF4-FFF2-40B4-BE49-F238E27FC236}">
                    <a16:creationId xmlns:a16="http://schemas.microsoft.com/office/drawing/2014/main" id="{1F311EDE-DAE6-C6A7-85CF-0BD85762E757}"/>
                  </a:ext>
                </a:extLst>
              </p:cNvPr>
              <p:cNvSpPr/>
              <p:nvPr/>
            </p:nvSpPr>
            <p:spPr>
              <a:xfrm>
                <a:off x="458955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67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g2995">
                <a:extLst>
                  <a:ext uri="{FF2B5EF4-FFF2-40B4-BE49-F238E27FC236}">
                    <a16:creationId xmlns:a16="http://schemas.microsoft.com/office/drawing/2014/main" id="{5275D914-63C1-5578-9879-EDDF80C4A59A}"/>
                  </a:ext>
                </a:extLst>
              </p:cNvPr>
              <p:cNvSpPr/>
              <p:nvPr/>
            </p:nvSpPr>
            <p:spPr>
              <a:xfrm>
                <a:off x="460119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g2996">
                <a:extLst>
                  <a:ext uri="{FF2B5EF4-FFF2-40B4-BE49-F238E27FC236}">
                    <a16:creationId xmlns:a16="http://schemas.microsoft.com/office/drawing/2014/main" id="{885CFDA5-B36E-CBAE-DA5C-1F79D4DC09FE}"/>
                  </a:ext>
                </a:extLst>
              </p:cNvPr>
              <p:cNvSpPr/>
              <p:nvPr/>
            </p:nvSpPr>
            <p:spPr>
              <a:xfrm>
                <a:off x="461282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g2997">
                <a:extLst>
                  <a:ext uri="{FF2B5EF4-FFF2-40B4-BE49-F238E27FC236}">
                    <a16:creationId xmlns:a16="http://schemas.microsoft.com/office/drawing/2014/main" id="{76E32B65-57AE-524C-D4B8-05D53C11DF7A}"/>
                  </a:ext>
                </a:extLst>
              </p:cNvPr>
              <p:cNvSpPr/>
              <p:nvPr/>
            </p:nvSpPr>
            <p:spPr>
              <a:xfrm>
                <a:off x="462446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g2998">
                <a:extLst>
                  <a:ext uri="{FF2B5EF4-FFF2-40B4-BE49-F238E27FC236}">
                    <a16:creationId xmlns:a16="http://schemas.microsoft.com/office/drawing/2014/main" id="{59382066-FDAF-CC69-3512-9B47E3B1FFD5}"/>
                  </a:ext>
                </a:extLst>
              </p:cNvPr>
              <p:cNvSpPr/>
              <p:nvPr/>
            </p:nvSpPr>
            <p:spPr>
              <a:xfrm>
                <a:off x="463610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g2999">
                <a:extLst>
                  <a:ext uri="{FF2B5EF4-FFF2-40B4-BE49-F238E27FC236}">
                    <a16:creationId xmlns:a16="http://schemas.microsoft.com/office/drawing/2014/main" id="{042452FF-F44C-E3E6-CD15-4B5B6B993D95}"/>
                  </a:ext>
                </a:extLst>
              </p:cNvPr>
              <p:cNvSpPr/>
              <p:nvPr/>
            </p:nvSpPr>
            <p:spPr>
              <a:xfrm>
                <a:off x="309997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g3000">
                <a:extLst>
                  <a:ext uri="{FF2B5EF4-FFF2-40B4-BE49-F238E27FC236}">
                    <a16:creationId xmlns:a16="http://schemas.microsoft.com/office/drawing/2014/main" id="{46B73509-88A4-4467-89DF-75F00B69B107}"/>
                  </a:ext>
                </a:extLst>
              </p:cNvPr>
              <p:cNvSpPr/>
              <p:nvPr/>
            </p:nvSpPr>
            <p:spPr>
              <a:xfrm>
                <a:off x="311161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g3001">
                <a:extLst>
                  <a:ext uri="{FF2B5EF4-FFF2-40B4-BE49-F238E27FC236}">
                    <a16:creationId xmlns:a16="http://schemas.microsoft.com/office/drawing/2014/main" id="{E23FE5FA-18D4-01A0-D48B-ADBA76EF90A8}"/>
                  </a:ext>
                </a:extLst>
              </p:cNvPr>
              <p:cNvSpPr/>
              <p:nvPr/>
            </p:nvSpPr>
            <p:spPr>
              <a:xfrm>
                <a:off x="312324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g3002">
                <a:extLst>
                  <a:ext uri="{FF2B5EF4-FFF2-40B4-BE49-F238E27FC236}">
                    <a16:creationId xmlns:a16="http://schemas.microsoft.com/office/drawing/2014/main" id="{24E74648-F732-7EC5-A905-B3BBDE414174}"/>
                  </a:ext>
                </a:extLst>
              </p:cNvPr>
              <p:cNvSpPr/>
              <p:nvPr/>
            </p:nvSpPr>
            <p:spPr>
              <a:xfrm>
                <a:off x="313488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g3003">
                <a:extLst>
                  <a:ext uri="{FF2B5EF4-FFF2-40B4-BE49-F238E27FC236}">
                    <a16:creationId xmlns:a16="http://schemas.microsoft.com/office/drawing/2014/main" id="{B485BE2A-7920-8D90-8AB1-40FEDE37B171}"/>
                  </a:ext>
                </a:extLst>
              </p:cNvPr>
              <p:cNvSpPr/>
              <p:nvPr/>
            </p:nvSpPr>
            <p:spPr>
              <a:xfrm>
                <a:off x="314652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g3004">
                <a:extLst>
                  <a:ext uri="{FF2B5EF4-FFF2-40B4-BE49-F238E27FC236}">
                    <a16:creationId xmlns:a16="http://schemas.microsoft.com/office/drawing/2014/main" id="{12AA807E-EBE6-DC74-798F-C9469F951538}"/>
                  </a:ext>
                </a:extLst>
              </p:cNvPr>
              <p:cNvSpPr/>
              <p:nvPr/>
            </p:nvSpPr>
            <p:spPr>
              <a:xfrm>
                <a:off x="315816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g3005">
                <a:extLst>
                  <a:ext uri="{FF2B5EF4-FFF2-40B4-BE49-F238E27FC236}">
                    <a16:creationId xmlns:a16="http://schemas.microsoft.com/office/drawing/2014/main" id="{3FA1F517-4983-3A6C-2023-6FFE54C0B3FE}"/>
                  </a:ext>
                </a:extLst>
              </p:cNvPr>
              <p:cNvSpPr/>
              <p:nvPr/>
            </p:nvSpPr>
            <p:spPr>
              <a:xfrm>
                <a:off x="316979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g3006">
                <a:extLst>
                  <a:ext uri="{FF2B5EF4-FFF2-40B4-BE49-F238E27FC236}">
                    <a16:creationId xmlns:a16="http://schemas.microsoft.com/office/drawing/2014/main" id="{DD5B1D90-3729-975A-74FD-7EFE96A83963}"/>
                  </a:ext>
                </a:extLst>
              </p:cNvPr>
              <p:cNvSpPr/>
              <p:nvPr/>
            </p:nvSpPr>
            <p:spPr>
              <a:xfrm>
                <a:off x="318143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g3007">
                <a:extLst>
                  <a:ext uri="{FF2B5EF4-FFF2-40B4-BE49-F238E27FC236}">
                    <a16:creationId xmlns:a16="http://schemas.microsoft.com/office/drawing/2014/main" id="{9D445678-D440-ACE0-509F-A3F885374D87}"/>
                  </a:ext>
                </a:extLst>
              </p:cNvPr>
              <p:cNvSpPr/>
              <p:nvPr/>
            </p:nvSpPr>
            <p:spPr>
              <a:xfrm>
                <a:off x="350728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2B56">
                  <a:alpha val="100000"/>
                </a:srgbClr>
              </a:solidFill>
              <a:ln w="5420" cap="flat">
                <a:solidFill>
                  <a:srgbClr val="382B5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g3008">
                <a:extLst>
                  <a:ext uri="{FF2B5EF4-FFF2-40B4-BE49-F238E27FC236}">
                    <a16:creationId xmlns:a16="http://schemas.microsoft.com/office/drawing/2014/main" id="{9AC9FD2B-1782-DEEC-6EF2-EC0D0FFD1AEE}"/>
                  </a:ext>
                </a:extLst>
              </p:cNvPr>
              <p:cNvSpPr/>
              <p:nvPr/>
            </p:nvSpPr>
            <p:spPr>
              <a:xfrm>
                <a:off x="351891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315D">
                  <a:alpha val="100000"/>
                </a:srgbClr>
              </a:solidFill>
              <a:ln w="5420" cap="flat">
                <a:solidFill>
                  <a:srgbClr val="3931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g3009">
                <a:extLst>
                  <a:ext uri="{FF2B5EF4-FFF2-40B4-BE49-F238E27FC236}">
                    <a16:creationId xmlns:a16="http://schemas.microsoft.com/office/drawing/2014/main" id="{1924B558-AFA4-9F7D-D4FC-2426682553CE}"/>
                  </a:ext>
                </a:extLst>
              </p:cNvPr>
              <p:cNvSpPr/>
              <p:nvPr/>
            </p:nvSpPr>
            <p:spPr>
              <a:xfrm>
                <a:off x="353055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564">
                  <a:alpha val="100000"/>
                </a:srgbClr>
              </a:solidFill>
              <a:ln w="5420" cap="flat">
                <a:solidFill>
                  <a:srgbClr val="3A35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g3010">
                <a:extLst>
                  <a:ext uri="{FF2B5EF4-FFF2-40B4-BE49-F238E27FC236}">
                    <a16:creationId xmlns:a16="http://schemas.microsoft.com/office/drawing/2014/main" id="{3D763F27-8F4A-4036-1546-B1869D5A37A6}"/>
                  </a:ext>
                </a:extLst>
              </p:cNvPr>
              <p:cNvSpPr/>
              <p:nvPr/>
            </p:nvSpPr>
            <p:spPr>
              <a:xfrm>
                <a:off x="354219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g3011">
                <a:extLst>
                  <a:ext uri="{FF2B5EF4-FFF2-40B4-BE49-F238E27FC236}">
                    <a16:creationId xmlns:a16="http://schemas.microsoft.com/office/drawing/2014/main" id="{4CBDA5AC-B39A-82B2-B207-DA7BDDA7CA3A}"/>
                  </a:ext>
                </a:extLst>
              </p:cNvPr>
              <p:cNvSpPr/>
              <p:nvPr/>
            </p:nvSpPr>
            <p:spPr>
              <a:xfrm>
                <a:off x="355383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g3012">
                <a:extLst>
                  <a:ext uri="{FF2B5EF4-FFF2-40B4-BE49-F238E27FC236}">
                    <a16:creationId xmlns:a16="http://schemas.microsoft.com/office/drawing/2014/main" id="{021DC2AE-76B3-39A3-B7B6-C32B8576CEB2}"/>
                  </a:ext>
                </a:extLst>
              </p:cNvPr>
              <p:cNvSpPr/>
              <p:nvPr/>
            </p:nvSpPr>
            <p:spPr>
              <a:xfrm>
                <a:off x="356546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g3013">
                <a:extLst>
                  <a:ext uri="{FF2B5EF4-FFF2-40B4-BE49-F238E27FC236}">
                    <a16:creationId xmlns:a16="http://schemas.microsoft.com/office/drawing/2014/main" id="{DA38318A-87D8-E3FC-EA73-05F18E2DA9AC}"/>
                  </a:ext>
                </a:extLst>
              </p:cNvPr>
              <p:cNvSpPr/>
              <p:nvPr/>
            </p:nvSpPr>
            <p:spPr>
              <a:xfrm>
                <a:off x="357710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g3014">
                <a:extLst>
                  <a:ext uri="{FF2B5EF4-FFF2-40B4-BE49-F238E27FC236}">
                    <a16:creationId xmlns:a16="http://schemas.microsoft.com/office/drawing/2014/main" id="{2B8FEF7E-1455-324D-71AD-FF22F969ACC1}"/>
                  </a:ext>
                </a:extLst>
              </p:cNvPr>
              <p:cNvSpPr/>
              <p:nvPr/>
            </p:nvSpPr>
            <p:spPr>
              <a:xfrm>
                <a:off x="358874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g3015">
                <a:extLst>
                  <a:ext uri="{FF2B5EF4-FFF2-40B4-BE49-F238E27FC236}">
                    <a16:creationId xmlns:a16="http://schemas.microsoft.com/office/drawing/2014/main" id="{99A51149-3245-5A91-61C5-07CFD90812A8}"/>
                  </a:ext>
                </a:extLst>
              </p:cNvPr>
              <p:cNvSpPr/>
              <p:nvPr/>
            </p:nvSpPr>
            <p:spPr>
              <a:xfrm>
                <a:off x="360037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g3016">
                <a:extLst>
                  <a:ext uri="{FF2B5EF4-FFF2-40B4-BE49-F238E27FC236}">
                    <a16:creationId xmlns:a16="http://schemas.microsoft.com/office/drawing/2014/main" id="{A63E0AF3-5568-061C-1649-C5CC359C911A}"/>
                  </a:ext>
                </a:extLst>
              </p:cNvPr>
              <p:cNvSpPr/>
              <p:nvPr/>
            </p:nvSpPr>
            <p:spPr>
              <a:xfrm>
                <a:off x="361201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g3017">
                <a:extLst>
                  <a:ext uri="{FF2B5EF4-FFF2-40B4-BE49-F238E27FC236}">
                    <a16:creationId xmlns:a16="http://schemas.microsoft.com/office/drawing/2014/main" id="{2A1CF558-825D-5CA6-81CB-6B41BFD2A3A0}"/>
                  </a:ext>
                </a:extLst>
              </p:cNvPr>
              <p:cNvSpPr/>
              <p:nvPr/>
            </p:nvSpPr>
            <p:spPr>
              <a:xfrm>
                <a:off x="362365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g3018">
                <a:extLst>
                  <a:ext uri="{FF2B5EF4-FFF2-40B4-BE49-F238E27FC236}">
                    <a16:creationId xmlns:a16="http://schemas.microsoft.com/office/drawing/2014/main" id="{DBDD3D2E-46CF-6698-04A2-AD249D432A27}"/>
                  </a:ext>
                </a:extLst>
              </p:cNvPr>
              <p:cNvSpPr/>
              <p:nvPr/>
            </p:nvSpPr>
            <p:spPr>
              <a:xfrm>
                <a:off x="363529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g3019">
                <a:extLst>
                  <a:ext uri="{FF2B5EF4-FFF2-40B4-BE49-F238E27FC236}">
                    <a16:creationId xmlns:a16="http://schemas.microsoft.com/office/drawing/2014/main" id="{47B2E0DF-F6C7-6315-5C81-5F335E0C36E3}"/>
                  </a:ext>
                </a:extLst>
              </p:cNvPr>
              <p:cNvSpPr/>
              <p:nvPr/>
            </p:nvSpPr>
            <p:spPr>
              <a:xfrm>
                <a:off x="364692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g3020">
                <a:extLst>
                  <a:ext uri="{FF2B5EF4-FFF2-40B4-BE49-F238E27FC236}">
                    <a16:creationId xmlns:a16="http://schemas.microsoft.com/office/drawing/2014/main" id="{D03829B8-8FCE-00BC-8F2D-85C1D4C2F0D9}"/>
                  </a:ext>
                </a:extLst>
              </p:cNvPr>
              <p:cNvSpPr/>
              <p:nvPr/>
            </p:nvSpPr>
            <p:spPr>
              <a:xfrm>
                <a:off x="365856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g3021">
                <a:extLst>
                  <a:ext uri="{FF2B5EF4-FFF2-40B4-BE49-F238E27FC236}">
                    <a16:creationId xmlns:a16="http://schemas.microsoft.com/office/drawing/2014/main" id="{B156CB89-8F68-B63D-F597-2A139A795823}"/>
                  </a:ext>
                </a:extLst>
              </p:cNvPr>
              <p:cNvSpPr/>
              <p:nvPr/>
            </p:nvSpPr>
            <p:spPr>
              <a:xfrm>
                <a:off x="367020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g3022">
                <a:extLst>
                  <a:ext uri="{FF2B5EF4-FFF2-40B4-BE49-F238E27FC236}">
                    <a16:creationId xmlns:a16="http://schemas.microsoft.com/office/drawing/2014/main" id="{39B8F3B9-E16D-C34D-44A8-62D30B293EFD}"/>
                  </a:ext>
                </a:extLst>
              </p:cNvPr>
              <p:cNvSpPr/>
              <p:nvPr/>
            </p:nvSpPr>
            <p:spPr>
              <a:xfrm>
                <a:off x="368184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g3023">
                <a:extLst>
                  <a:ext uri="{FF2B5EF4-FFF2-40B4-BE49-F238E27FC236}">
                    <a16:creationId xmlns:a16="http://schemas.microsoft.com/office/drawing/2014/main" id="{5F4EEF4C-B3E8-7D96-5AEA-FCBDC0BED295}"/>
                  </a:ext>
                </a:extLst>
              </p:cNvPr>
              <p:cNvSpPr/>
              <p:nvPr/>
            </p:nvSpPr>
            <p:spPr>
              <a:xfrm>
                <a:off x="369347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g3024">
                <a:extLst>
                  <a:ext uri="{FF2B5EF4-FFF2-40B4-BE49-F238E27FC236}">
                    <a16:creationId xmlns:a16="http://schemas.microsoft.com/office/drawing/2014/main" id="{04243D83-05B8-4B05-02EC-7268141DD229}"/>
                  </a:ext>
                </a:extLst>
              </p:cNvPr>
              <p:cNvSpPr/>
              <p:nvPr/>
            </p:nvSpPr>
            <p:spPr>
              <a:xfrm>
                <a:off x="370511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g3025">
                <a:extLst>
                  <a:ext uri="{FF2B5EF4-FFF2-40B4-BE49-F238E27FC236}">
                    <a16:creationId xmlns:a16="http://schemas.microsoft.com/office/drawing/2014/main" id="{A7C4B3A4-55D7-4787-E825-FE6EA3139D24}"/>
                  </a:ext>
                </a:extLst>
              </p:cNvPr>
              <p:cNvSpPr/>
              <p:nvPr/>
            </p:nvSpPr>
            <p:spPr>
              <a:xfrm>
                <a:off x="371675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g3026">
                <a:extLst>
                  <a:ext uri="{FF2B5EF4-FFF2-40B4-BE49-F238E27FC236}">
                    <a16:creationId xmlns:a16="http://schemas.microsoft.com/office/drawing/2014/main" id="{24CFB036-CF33-0CD1-670A-A4B278598CD5}"/>
                  </a:ext>
                </a:extLst>
              </p:cNvPr>
              <p:cNvSpPr/>
              <p:nvPr/>
            </p:nvSpPr>
            <p:spPr>
              <a:xfrm>
                <a:off x="372839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g3027">
                <a:extLst>
                  <a:ext uri="{FF2B5EF4-FFF2-40B4-BE49-F238E27FC236}">
                    <a16:creationId xmlns:a16="http://schemas.microsoft.com/office/drawing/2014/main" id="{9E644244-C97B-89E5-70BE-85CB1F62F0AF}"/>
                  </a:ext>
                </a:extLst>
              </p:cNvPr>
              <p:cNvSpPr/>
              <p:nvPr/>
            </p:nvSpPr>
            <p:spPr>
              <a:xfrm>
                <a:off x="374002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g3028">
                <a:extLst>
                  <a:ext uri="{FF2B5EF4-FFF2-40B4-BE49-F238E27FC236}">
                    <a16:creationId xmlns:a16="http://schemas.microsoft.com/office/drawing/2014/main" id="{48B2446F-0AE2-D262-5E38-75E964D22920}"/>
                  </a:ext>
                </a:extLst>
              </p:cNvPr>
              <p:cNvSpPr/>
              <p:nvPr/>
            </p:nvSpPr>
            <p:spPr>
              <a:xfrm>
                <a:off x="375166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g3029">
                <a:extLst>
                  <a:ext uri="{FF2B5EF4-FFF2-40B4-BE49-F238E27FC236}">
                    <a16:creationId xmlns:a16="http://schemas.microsoft.com/office/drawing/2014/main" id="{A9F348F3-3BD0-CEA8-35E4-2A2A831039D3}"/>
                  </a:ext>
                </a:extLst>
              </p:cNvPr>
              <p:cNvSpPr/>
              <p:nvPr/>
            </p:nvSpPr>
            <p:spPr>
              <a:xfrm>
                <a:off x="376330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g3030">
                <a:extLst>
                  <a:ext uri="{FF2B5EF4-FFF2-40B4-BE49-F238E27FC236}">
                    <a16:creationId xmlns:a16="http://schemas.microsoft.com/office/drawing/2014/main" id="{2F0BB019-5DA1-03FF-550F-90C01FEC5F9E}"/>
                  </a:ext>
                </a:extLst>
              </p:cNvPr>
              <p:cNvSpPr/>
              <p:nvPr/>
            </p:nvSpPr>
            <p:spPr>
              <a:xfrm>
                <a:off x="377493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g3031">
                <a:extLst>
                  <a:ext uri="{FF2B5EF4-FFF2-40B4-BE49-F238E27FC236}">
                    <a16:creationId xmlns:a16="http://schemas.microsoft.com/office/drawing/2014/main" id="{1CC482AE-B855-0F11-8F00-3AA8CF27442A}"/>
                  </a:ext>
                </a:extLst>
              </p:cNvPr>
              <p:cNvSpPr/>
              <p:nvPr/>
            </p:nvSpPr>
            <p:spPr>
              <a:xfrm>
                <a:off x="378657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g3032">
                <a:extLst>
                  <a:ext uri="{FF2B5EF4-FFF2-40B4-BE49-F238E27FC236}">
                    <a16:creationId xmlns:a16="http://schemas.microsoft.com/office/drawing/2014/main" id="{FD8305B9-94AA-2B79-5958-35CF67BB3D8A}"/>
                  </a:ext>
                </a:extLst>
              </p:cNvPr>
              <p:cNvSpPr/>
              <p:nvPr/>
            </p:nvSpPr>
            <p:spPr>
              <a:xfrm>
                <a:off x="436844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g3033">
                <a:extLst>
                  <a:ext uri="{FF2B5EF4-FFF2-40B4-BE49-F238E27FC236}">
                    <a16:creationId xmlns:a16="http://schemas.microsoft.com/office/drawing/2014/main" id="{BDE334CD-18D3-2D59-3C08-CA81CC4E70DD}"/>
                  </a:ext>
                </a:extLst>
              </p:cNvPr>
              <p:cNvSpPr/>
              <p:nvPr/>
            </p:nvSpPr>
            <p:spPr>
              <a:xfrm>
                <a:off x="438008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g3034">
                <a:extLst>
                  <a:ext uri="{FF2B5EF4-FFF2-40B4-BE49-F238E27FC236}">
                    <a16:creationId xmlns:a16="http://schemas.microsoft.com/office/drawing/2014/main" id="{E2269F10-5277-54CE-8046-57488240DA81}"/>
                  </a:ext>
                </a:extLst>
              </p:cNvPr>
              <p:cNvSpPr/>
              <p:nvPr/>
            </p:nvSpPr>
            <p:spPr>
              <a:xfrm>
                <a:off x="439171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g3035">
                <a:extLst>
                  <a:ext uri="{FF2B5EF4-FFF2-40B4-BE49-F238E27FC236}">
                    <a16:creationId xmlns:a16="http://schemas.microsoft.com/office/drawing/2014/main" id="{699A5028-7CC7-24A3-BD98-598A598EC7DF}"/>
                  </a:ext>
                </a:extLst>
              </p:cNvPr>
              <p:cNvSpPr/>
              <p:nvPr/>
            </p:nvSpPr>
            <p:spPr>
              <a:xfrm>
                <a:off x="440335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g3036">
                <a:extLst>
                  <a:ext uri="{FF2B5EF4-FFF2-40B4-BE49-F238E27FC236}">
                    <a16:creationId xmlns:a16="http://schemas.microsoft.com/office/drawing/2014/main" id="{9BD47302-7FC6-D49F-A366-48C6E1056736}"/>
                  </a:ext>
                </a:extLst>
              </p:cNvPr>
              <p:cNvSpPr/>
              <p:nvPr/>
            </p:nvSpPr>
            <p:spPr>
              <a:xfrm>
                <a:off x="441499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g3037">
                <a:extLst>
                  <a:ext uri="{FF2B5EF4-FFF2-40B4-BE49-F238E27FC236}">
                    <a16:creationId xmlns:a16="http://schemas.microsoft.com/office/drawing/2014/main" id="{91176A85-D049-2526-86E0-561D3634280E}"/>
                  </a:ext>
                </a:extLst>
              </p:cNvPr>
              <p:cNvSpPr/>
              <p:nvPr/>
            </p:nvSpPr>
            <p:spPr>
              <a:xfrm>
                <a:off x="442663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g3038">
                <a:extLst>
                  <a:ext uri="{FF2B5EF4-FFF2-40B4-BE49-F238E27FC236}">
                    <a16:creationId xmlns:a16="http://schemas.microsoft.com/office/drawing/2014/main" id="{C4F07D31-896B-C1B5-733C-A3A380674ABF}"/>
                  </a:ext>
                </a:extLst>
              </p:cNvPr>
              <p:cNvSpPr/>
              <p:nvPr/>
            </p:nvSpPr>
            <p:spPr>
              <a:xfrm>
                <a:off x="443826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g3039">
                <a:extLst>
                  <a:ext uri="{FF2B5EF4-FFF2-40B4-BE49-F238E27FC236}">
                    <a16:creationId xmlns:a16="http://schemas.microsoft.com/office/drawing/2014/main" id="{63E6B70D-A10E-1AC9-05A0-C48F64036DB6}"/>
                  </a:ext>
                </a:extLst>
              </p:cNvPr>
              <p:cNvSpPr/>
              <p:nvPr/>
            </p:nvSpPr>
            <p:spPr>
              <a:xfrm>
                <a:off x="458955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g3040">
                <a:extLst>
                  <a:ext uri="{FF2B5EF4-FFF2-40B4-BE49-F238E27FC236}">
                    <a16:creationId xmlns:a16="http://schemas.microsoft.com/office/drawing/2014/main" id="{3718802A-8BEA-7C4E-9E29-F346CA8D30BB}"/>
                  </a:ext>
                </a:extLst>
              </p:cNvPr>
              <p:cNvSpPr/>
              <p:nvPr/>
            </p:nvSpPr>
            <p:spPr>
              <a:xfrm>
                <a:off x="460119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g3041">
                <a:extLst>
                  <a:ext uri="{FF2B5EF4-FFF2-40B4-BE49-F238E27FC236}">
                    <a16:creationId xmlns:a16="http://schemas.microsoft.com/office/drawing/2014/main" id="{1175D4A6-0E4B-240C-9C9B-B405356146F2}"/>
                  </a:ext>
                </a:extLst>
              </p:cNvPr>
              <p:cNvSpPr/>
              <p:nvPr/>
            </p:nvSpPr>
            <p:spPr>
              <a:xfrm>
                <a:off x="461282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g3042">
                <a:extLst>
                  <a:ext uri="{FF2B5EF4-FFF2-40B4-BE49-F238E27FC236}">
                    <a16:creationId xmlns:a16="http://schemas.microsoft.com/office/drawing/2014/main" id="{D19E2F0E-95B8-1DD3-AF48-C701577D6F45}"/>
                  </a:ext>
                </a:extLst>
              </p:cNvPr>
              <p:cNvSpPr/>
              <p:nvPr/>
            </p:nvSpPr>
            <p:spPr>
              <a:xfrm>
                <a:off x="462446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4CFAE">
                  <a:alpha val="100000"/>
                </a:srgbClr>
              </a:solidFill>
              <a:ln w="5420" cap="flat">
                <a:solidFill>
                  <a:srgbClr val="64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g3043">
                <a:extLst>
                  <a:ext uri="{FF2B5EF4-FFF2-40B4-BE49-F238E27FC236}">
                    <a16:creationId xmlns:a16="http://schemas.microsoft.com/office/drawing/2014/main" id="{53A97A41-DF48-A12F-F540-E90A6D05471A}"/>
                  </a:ext>
                </a:extLst>
              </p:cNvPr>
              <p:cNvSpPr/>
              <p:nvPr/>
            </p:nvSpPr>
            <p:spPr>
              <a:xfrm>
                <a:off x="463610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g3044">
                <a:extLst>
                  <a:ext uri="{FF2B5EF4-FFF2-40B4-BE49-F238E27FC236}">
                    <a16:creationId xmlns:a16="http://schemas.microsoft.com/office/drawing/2014/main" id="{17CF1DC8-0D59-2306-19CA-79E3788071F1}"/>
                  </a:ext>
                </a:extLst>
              </p:cNvPr>
              <p:cNvSpPr/>
              <p:nvPr/>
            </p:nvSpPr>
            <p:spPr>
              <a:xfrm>
                <a:off x="308833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g3045">
                <a:extLst>
                  <a:ext uri="{FF2B5EF4-FFF2-40B4-BE49-F238E27FC236}">
                    <a16:creationId xmlns:a16="http://schemas.microsoft.com/office/drawing/2014/main" id="{99CBD717-9DC4-FF9B-2183-D436653CFE71}"/>
                  </a:ext>
                </a:extLst>
              </p:cNvPr>
              <p:cNvSpPr/>
              <p:nvPr/>
            </p:nvSpPr>
            <p:spPr>
              <a:xfrm>
                <a:off x="309997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g3046">
                <a:extLst>
                  <a:ext uri="{FF2B5EF4-FFF2-40B4-BE49-F238E27FC236}">
                    <a16:creationId xmlns:a16="http://schemas.microsoft.com/office/drawing/2014/main" id="{63B8EB3D-2717-35E0-4418-6EA55AD4445F}"/>
                  </a:ext>
                </a:extLst>
              </p:cNvPr>
              <p:cNvSpPr/>
              <p:nvPr/>
            </p:nvSpPr>
            <p:spPr>
              <a:xfrm>
                <a:off x="311161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g3047">
                <a:extLst>
                  <a:ext uri="{FF2B5EF4-FFF2-40B4-BE49-F238E27FC236}">
                    <a16:creationId xmlns:a16="http://schemas.microsoft.com/office/drawing/2014/main" id="{D7A944BA-3B7F-D124-F266-17BDDEF6BF8D}"/>
                  </a:ext>
                </a:extLst>
              </p:cNvPr>
              <p:cNvSpPr/>
              <p:nvPr/>
            </p:nvSpPr>
            <p:spPr>
              <a:xfrm>
                <a:off x="312324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g3048">
                <a:extLst>
                  <a:ext uri="{FF2B5EF4-FFF2-40B4-BE49-F238E27FC236}">
                    <a16:creationId xmlns:a16="http://schemas.microsoft.com/office/drawing/2014/main" id="{F52AA5DE-AA02-3256-51E2-780056AA29A3}"/>
                  </a:ext>
                </a:extLst>
              </p:cNvPr>
              <p:cNvSpPr/>
              <p:nvPr/>
            </p:nvSpPr>
            <p:spPr>
              <a:xfrm>
                <a:off x="313488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g3049">
                <a:extLst>
                  <a:ext uri="{FF2B5EF4-FFF2-40B4-BE49-F238E27FC236}">
                    <a16:creationId xmlns:a16="http://schemas.microsoft.com/office/drawing/2014/main" id="{A62DA7AB-CF8A-CC15-D436-FDB11EF576AD}"/>
                  </a:ext>
                </a:extLst>
              </p:cNvPr>
              <p:cNvSpPr/>
              <p:nvPr/>
            </p:nvSpPr>
            <p:spPr>
              <a:xfrm>
                <a:off x="314652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g3050">
                <a:extLst>
                  <a:ext uri="{FF2B5EF4-FFF2-40B4-BE49-F238E27FC236}">
                    <a16:creationId xmlns:a16="http://schemas.microsoft.com/office/drawing/2014/main" id="{E503ACBB-7456-B037-3DB9-8BDAD62F67DC}"/>
                  </a:ext>
                </a:extLst>
              </p:cNvPr>
              <p:cNvSpPr/>
              <p:nvPr/>
            </p:nvSpPr>
            <p:spPr>
              <a:xfrm>
                <a:off x="351891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361">
                  <a:alpha val="100000"/>
                </a:srgbClr>
              </a:solidFill>
              <a:ln w="5420" cap="flat">
                <a:solidFill>
                  <a:srgbClr val="3A33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g3051">
                <a:extLst>
                  <a:ext uri="{FF2B5EF4-FFF2-40B4-BE49-F238E27FC236}">
                    <a16:creationId xmlns:a16="http://schemas.microsoft.com/office/drawing/2014/main" id="{3C31EB63-C3EA-53FE-12D8-01C242593ACF}"/>
                  </a:ext>
                </a:extLst>
              </p:cNvPr>
              <p:cNvSpPr/>
              <p:nvPr/>
            </p:nvSpPr>
            <p:spPr>
              <a:xfrm>
                <a:off x="353055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g3052">
                <a:extLst>
                  <a:ext uri="{FF2B5EF4-FFF2-40B4-BE49-F238E27FC236}">
                    <a16:creationId xmlns:a16="http://schemas.microsoft.com/office/drawing/2014/main" id="{86A03A1B-34C7-63FC-DE0F-6C13BE41A66E}"/>
                  </a:ext>
                </a:extLst>
              </p:cNvPr>
              <p:cNvSpPr/>
              <p:nvPr/>
            </p:nvSpPr>
            <p:spPr>
              <a:xfrm>
                <a:off x="354219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g3053">
                <a:extLst>
                  <a:ext uri="{FF2B5EF4-FFF2-40B4-BE49-F238E27FC236}">
                    <a16:creationId xmlns:a16="http://schemas.microsoft.com/office/drawing/2014/main" id="{9F1C1CA3-A391-F287-3BE9-8BFEE28013AD}"/>
                  </a:ext>
                </a:extLst>
              </p:cNvPr>
              <p:cNvSpPr/>
              <p:nvPr/>
            </p:nvSpPr>
            <p:spPr>
              <a:xfrm>
                <a:off x="355383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g3054">
                <a:extLst>
                  <a:ext uri="{FF2B5EF4-FFF2-40B4-BE49-F238E27FC236}">
                    <a16:creationId xmlns:a16="http://schemas.microsoft.com/office/drawing/2014/main" id="{4F710FDD-B634-8D7D-8490-95A4CD455C64}"/>
                  </a:ext>
                </a:extLst>
              </p:cNvPr>
              <p:cNvSpPr/>
              <p:nvPr/>
            </p:nvSpPr>
            <p:spPr>
              <a:xfrm>
                <a:off x="356546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g3055">
                <a:extLst>
                  <a:ext uri="{FF2B5EF4-FFF2-40B4-BE49-F238E27FC236}">
                    <a16:creationId xmlns:a16="http://schemas.microsoft.com/office/drawing/2014/main" id="{9D829C09-2E3A-52B6-1FDB-8A213CB81C4F}"/>
                  </a:ext>
                </a:extLst>
              </p:cNvPr>
              <p:cNvSpPr/>
              <p:nvPr/>
            </p:nvSpPr>
            <p:spPr>
              <a:xfrm>
                <a:off x="357710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g3056">
                <a:extLst>
                  <a:ext uri="{FF2B5EF4-FFF2-40B4-BE49-F238E27FC236}">
                    <a16:creationId xmlns:a16="http://schemas.microsoft.com/office/drawing/2014/main" id="{BF90FB85-2E19-CF05-2087-33956978B174}"/>
                  </a:ext>
                </a:extLst>
              </p:cNvPr>
              <p:cNvSpPr/>
              <p:nvPr/>
            </p:nvSpPr>
            <p:spPr>
              <a:xfrm>
                <a:off x="358874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g3057">
                <a:extLst>
                  <a:ext uri="{FF2B5EF4-FFF2-40B4-BE49-F238E27FC236}">
                    <a16:creationId xmlns:a16="http://schemas.microsoft.com/office/drawing/2014/main" id="{73C7B113-A28F-B247-1EAB-F322C5A8C470}"/>
                  </a:ext>
                </a:extLst>
              </p:cNvPr>
              <p:cNvSpPr/>
              <p:nvPr/>
            </p:nvSpPr>
            <p:spPr>
              <a:xfrm>
                <a:off x="360037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g3058">
                <a:extLst>
                  <a:ext uri="{FF2B5EF4-FFF2-40B4-BE49-F238E27FC236}">
                    <a16:creationId xmlns:a16="http://schemas.microsoft.com/office/drawing/2014/main" id="{FE97161D-3161-39B6-A985-7F8B6372D42E}"/>
                  </a:ext>
                </a:extLst>
              </p:cNvPr>
              <p:cNvSpPr/>
              <p:nvPr/>
            </p:nvSpPr>
            <p:spPr>
              <a:xfrm>
                <a:off x="361201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g3059">
                <a:extLst>
                  <a:ext uri="{FF2B5EF4-FFF2-40B4-BE49-F238E27FC236}">
                    <a16:creationId xmlns:a16="http://schemas.microsoft.com/office/drawing/2014/main" id="{C705313C-D519-33E3-FC64-CC93D099E926}"/>
                  </a:ext>
                </a:extLst>
              </p:cNvPr>
              <p:cNvSpPr/>
              <p:nvPr/>
            </p:nvSpPr>
            <p:spPr>
              <a:xfrm>
                <a:off x="362365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g3060">
                <a:extLst>
                  <a:ext uri="{FF2B5EF4-FFF2-40B4-BE49-F238E27FC236}">
                    <a16:creationId xmlns:a16="http://schemas.microsoft.com/office/drawing/2014/main" id="{34148F43-09EF-643A-B4D8-0822B8CDAC30}"/>
                  </a:ext>
                </a:extLst>
              </p:cNvPr>
              <p:cNvSpPr/>
              <p:nvPr/>
            </p:nvSpPr>
            <p:spPr>
              <a:xfrm>
                <a:off x="363529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g3061">
                <a:extLst>
                  <a:ext uri="{FF2B5EF4-FFF2-40B4-BE49-F238E27FC236}">
                    <a16:creationId xmlns:a16="http://schemas.microsoft.com/office/drawing/2014/main" id="{BB17AA58-CEB9-D551-E3A9-487869ADFFC3}"/>
                  </a:ext>
                </a:extLst>
              </p:cNvPr>
              <p:cNvSpPr/>
              <p:nvPr/>
            </p:nvSpPr>
            <p:spPr>
              <a:xfrm>
                <a:off x="364692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g3062">
                <a:extLst>
                  <a:ext uri="{FF2B5EF4-FFF2-40B4-BE49-F238E27FC236}">
                    <a16:creationId xmlns:a16="http://schemas.microsoft.com/office/drawing/2014/main" id="{B56E29EF-8C94-4DE1-78F7-491B8CE079E9}"/>
                  </a:ext>
                </a:extLst>
              </p:cNvPr>
              <p:cNvSpPr/>
              <p:nvPr/>
            </p:nvSpPr>
            <p:spPr>
              <a:xfrm>
                <a:off x="365856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g3063">
                <a:extLst>
                  <a:ext uri="{FF2B5EF4-FFF2-40B4-BE49-F238E27FC236}">
                    <a16:creationId xmlns:a16="http://schemas.microsoft.com/office/drawing/2014/main" id="{A86415C0-F3FD-A821-4E31-3CD4F3379AC3}"/>
                  </a:ext>
                </a:extLst>
              </p:cNvPr>
              <p:cNvSpPr/>
              <p:nvPr/>
            </p:nvSpPr>
            <p:spPr>
              <a:xfrm>
                <a:off x="367020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g3064">
                <a:extLst>
                  <a:ext uri="{FF2B5EF4-FFF2-40B4-BE49-F238E27FC236}">
                    <a16:creationId xmlns:a16="http://schemas.microsoft.com/office/drawing/2014/main" id="{ADE46CE6-5F2C-E559-C9F5-1FA2B89CF293}"/>
                  </a:ext>
                </a:extLst>
              </p:cNvPr>
              <p:cNvSpPr/>
              <p:nvPr/>
            </p:nvSpPr>
            <p:spPr>
              <a:xfrm>
                <a:off x="368184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g3065">
                <a:extLst>
                  <a:ext uri="{FF2B5EF4-FFF2-40B4-BE49-F238E27FC236}">
                    <a16:creationId xmlns:a16="http://schemas.microsoft.com/office/drawing/2014/main" id="{53840471-9C25-768E-DF4D-FB4193B2F3DD}"/>
                  </a:ext>
                </a:extLst>
              </p:cNvPr>
              <p:cNvSpPr/>
              <p:nvPr/>
            </p:nvSpPr>
            <p:spPr>
              <a:xfrm>
                <a:off x="369347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g3066">
                <a:extLst>
                  <a:ext uri="{FF2B5EF4-FFF2-40B4-BE49-F238E27FC236}">
                    <a16:creationId xmlns:a16="http://schemas.microsoft.com/office/drawing/2014/main" id="{24BA583D-4DC9-3A22-2D4F-4E8D3BF939FD}"/>
                  </a:ext>
                </a:extLst>
              </p:cNvPr>
              <p:cNvSpPr/>
              <p:nvPr/>
            </p:nvSpPr>
            <p:spPr>
              <a:xfrm>
                <a:off x="370511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g3067">
                <a:extLst>
                  <a:ext uri="{FF2B5EF4-FFF2-40B4-BE49-F238E27FC236}">
                    <a16:creationId xmlns:a16="http://schemas.microsoft.com/office/drawing/2014/main" id="{A4670F1D-8016-2B2F-D9D5-E49B7040B1C2}"/>
                  </a:ext>
                </a:extLst>
              </p:cNvPr>
              <p:cNvSpPr/>
              <p:nvPr/>
            </p:nvSpPr>
            <p:spPr>
              <a:xfrm>
                <a:off x="371675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g3068">
                <a:extLst>
                  <a:ext uri="{FF2B5EF4-FFF2-40B4-BE49-F238E27FC236}">
                    <a16:creationId xmlns:a16="http://schemas.microsoft.com/office/drawing/2014/main" id="{AF04034F-58B8-D677-6502-F31FE53D26BE}"/>
                  </a:ext>
                </a:extLst>
              </p:cNvPr>
              <p:cNvSpPr/>
              <p:nvPr/>
            </p:nvSpPr>
            <p:spPr>
              <a:xfrm>
                <a:off x="372839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g3069">
                <a:extLst>
                  <a:ext uri="{FF2B5EF4-FFF2-40B4-BE49-F238E27FC236}">
                    <a16:creationId xmlns:a16="http://schemas.microsoft.com/office/drawing/2014/main" id="{C301EFD0-097F-203E-D612-8E214407D3DA}"/>
                  </a:ext>
                </a:extLst>
              </p:cNvPr>
              <p:cNvSpPr/>
              <p:nvPr/>
            </p:nvSpPr>
            <p:spPr>
              <a:xfrm>
                <a:off x="374002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g3070">
                <a:extLst>
                  <a:ext uri="{FF2B5EF4-FFF2-40B4-BE49-F238E27FC236}">
                    <a16:creationId xmlns:a16="http://schemas.microsoft.com/office/drawing/2014/main" id="{FD9FFE19-8995-BCB4-2BB3-E1E3C78BD56A}"/>
                  </a:ext>
                </a:extLst>
              </p:cNvPr>
              <p:cNvSpPr/>
              <p:nvPr/>
            </p:nvSpPr>
            <p:spPr>
              <a:xfrm>
                <a:off x="375166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g3071">
                <a:extLst>
                  <a:ext uri="{FF2B5EF4-FFF2-40B4-BE49-F238E27FC236}">
                    <a16:creationId xmlns:a16="http://schemas.microsoft.com/office/drawing/2014/main" id="{46BADDCF-8EB1-DD32-7711-9C11CC44122D}"/>
                  </a:ext>
                </a:extLst>
              </p:cNvPr>
              <p:cNvSpPr/>
              <p:nvPr/>
            </p:nvSpPr>
            <p:spPr>
              <a:xfrm>
                <a:off x="376330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9">
                  <a:alpha val="100000"/>
                </a:srgbClr>
              </a:solidFill>
              <a:ln w="5420" cap="flat">
                <a:solidFill>
                  <a:srgbClr val="3B4F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g3072">
                <a:extLst>
                  <a:ext uri="{FF2B5EF4-FFF2-40B4-BE49-F238E27FC236}">
                    <a16:creationId xmlns:a16="http://schemas.microsoft.com/office/drawing/2014/main" id="{CB8BB1C1-A69F-F9D1-C486-E7BDC2DAC37E}"/>
                  </a:ext>
                </a:extLst>
              </p:cNvPr>
              <p:cNvSpPr/>
              <p:nvPr/>
            </p:nvSpPr>
            <p:spPr>
              <a:xfrm>
                <a:off x="377493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g3073">
                <a:extLst>
                  <a:ext uri="{FF2B5EF4-FFF2-40B4-BE49-F238E27FC236}">
                    <a16:creationId xmlns:a16="http://schemas.microsoft.com/office/drawing/2014/main" id="{3804E456-2CCD-893A-9661-0161AB80E556}"/>
                  </a:ext>
                </a:extLst>
              </p:cNvPr>
              <p:cNvSpPr/>
              <p:nvPr/>
            </p:nvSpPr>
            <p:spPr>
              <a:xfrm>
                <a:off x="378657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g3074">
                <a:extLst>
                  <a:ext uri="{FF2B5EF4-FFF2-40B4-BE49-F238E27FC236}">
                    <a16:creationId xmlns:a16="http://schemas.microsoft.com/office/drawing/2014/main" id="{3AA51917-31BF-DD45-0CF5-160ABEC3AFDA}"/>
                  </a:ext>
                </a:extLst>
              </p:cNvPr>
              <p:cNvSpPr/>
              <p:nvPr/>
            </p:nvSpPr>
            <p:spPr>
              <a:xfrm>
                <a:off x="438008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g3075">
                <a:extLst>
                  <a:ext uri="{FF2B5EF4-FFF2-40B4-BE49-F238E27FC236}">
                    <a16:creationId xmlns:a16="http://schemas.microsoft.com/office/drawing/2014/main" id="{6A1BA0FC-64EE-F480-7C6B-BBEC8A1A6EA1}"/>
                  </a:ext>
                </a:extLst>
              </p:cNvPr>
              <p:cNvSpPr/>
              <p:nvPr/>
            </p:nvSpPr>
            <p:spPr>
              <a:xfrm>
                <a:off x="439171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g3076">
                <a:extLst>
                  <a:ext uri="{FF2B5EF4-FFF2-40B4-BE49-F238E27FC236}">
                    <a16:creationId xmlns:a16="http://schemas.microsoft.com/office/drawing/2014/main" id="{0A8FDE5E-88BA-3473-EBD3-B7519EDC7E27}"/>
                  </a:ext>
                </a:extLst>
              </p:cNvPr>
              <p:cNvSpPr/>
              <p:nvPr/>
            </p:nvSpPr>
            <p:spPr>
              <a:xfrm>
                <a:off x="440335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g3077">
                <a:extLst>
                  <a:ext uri="{FF2B5EF4-FFF2-40B4-BE49-F238E27FC236}">
                    <a16:creationId xmlns:a16="http://schemas.microsoft.com/office/drawing/2014/main" id="{1DDC3617-F4EB-3284-0C9D-95C44EB89B1C}"/>
                  </a:ext>
                </a:extLst>
              </p:cNvPr>
              <p:cNvSpPr/>
              <p:nvPr/>
            </p:nvSpPr>
            <p:spPr>
              <a:xfrm>
                <a:off x="441499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g3078">
                <a:extLst>
                  <a:ext uri="{FF2B5EF4-FFF2-40B4-BE49-F238E27FC236}">
                    <a16:creationId xmlns:a16="http://schemas.microsoft.com/office/drawing/2014/main" id="{19939719-0E17-D049-4338-909E785E780B}"/>
                  </a:ext>
                </a:extLst>
              </p:cNvPr>
              <p:cNvSpPr/>
              <p:nvPr/>
            </p:nvSpPr>
            <p:spPr>
              <a:xfrm>
                <a:off x="442663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g3079">
                <a:extLst>
                  <a:ext uri="{FF2B5EF4-FFF2-40B4-BE49-F238E27FC236}">
                    <a16:creationId xmlns:a16="http://schemas.microsoft.com/office/drawing/2014/main" id="{FCE0EA25-C78E-079D-E01A-737F8D84D91F}"/>
                  </a:ext>
                </a:extLst>
              </p:cNvPr>
              <p:cNvSpPr/>
              <p:nvPr/>
            </p:nvSpPr>
            <p:spPr>
              <a:xfrm>
                <a:off x="443826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g3080">
                <a:extLst>
                  <a:ext uri="{FF2B5EF4-FFF2-40B4-BE49-F238E27FC236}">
                    <a16:creationId xmlns:a16="http://schemas.microsoft.com/office/drawing/2014/main" id="{33FE17A2-DA55-C4FC-5EB0-C78821DEC1D9}"/>
                  </a:ext>
                </a:extLst>
              </p:cNvPr>
              <p:cNvSpPr/>
              <p:nvPr/>
            </p:nvSpPr>
            <p:spPr>
              <a:xfrm>
                <a:off x="444990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g3081">
                <a:extLst>
                  <a:ext uri="{FF2B5EF4-FFF2-40B4-BE49-F238E27FC236}">
                    <a16:creationId xmlns:a16="http://schemas.microsoft.com/office/drawing/2014/main" id="{A3E90907-007C-9772-D29D-1594CB7E6617}"/>
                  </a:ext>
                </a:extLst>
              </p:cNvPr>
              <p:cNvSpPr/>
              <p:nvPr/>
            </p:nvSpPr>
            <p:spPr>
              <a:xfrm>
                <a:off x="460119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g3082">
                <a:extLst>
                  <a:ext uri="{FF2B5EF4-FFF2-40B4-BE49-F238E27FC236}">
                    <a16:creationId xmlns:a16="http://schemas.microsoft.com/office/drawing/2014/main" id="{93623EC9-73B1-E518-C197-62BE30C8B19C}"/>
                  </a:ext>
                </a:extLst>
              </p:cNvPr>
              <p:cNvSpPr/>
              <p:nvPr/>
            </p:nvSpPr>
            <p:spPr>
              <a:xfrm>
                <a:off x="461282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g3083">
                <a:extLst>
                  <a:ext uri="{FF2B5EF4-FFF2-40B4-BE49-F238E27FC236}">
                    <a16:creationId xmlns:a16="http://schemas.microsoft.com/office/drawing/2014/main" id="{ECFF93D0-65F2-960E-91AC-FB77A49A32D9}"/>
                  </a:ext>
                </a:extLst>
              </p:cNvPr>
              <p:cNvSpPr/>
              <p:nvPr/>
            </p:nvSpPr>
            <p:spPr>
              <a:xfrm>
                <a:off x="462446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g3084">
                <a:extLst>
                  <a:ext uri="{FF2B5EF4-FFF2-40B4-BE49-F238E27FC236}">
                    <a16:creationId xmlns:a16="http://schemas.microsoft.com/office/drawing/2014/main" id="{6CBC0439-3D5C-D458-D21F-C41C4B47CA5D}"/>
                  </a:ext>
                </a:extLst>
              </p:cNvPr>
              <p:cNvSpPr/>
              <p:nvPr/>
            </p:nvSpPr>
            <p:spPr>
              <a:xfrm>
                <a:off x="463610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g3085">
                <a:extLst>
                  <a:ext uri="{FF2B5EF4-FFF2-40B4-BE49-F238E27FC236}">
                    <a16:creationId xmlns:a16="http://schemas.microsoft.com/office/drawing/2014/main" id="{B04B7D87-54FB-7B30-B8DA-EF7AA88BD295}"/>
                  </a:ext>
                </a:extLst>
              </p:cNvPr>
              <p:cNvSpPr/>
              <p:nvPr/>
            </p:nvSpPr>
            <p:spPr>
              <a:xfrm>
                <a:off x="464773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g3086">
                <a:extLst>
                  <a:ext uri="{FF2B5EF4-FFF2-40B4-BE49-F238E27FC236}">
                    <a16:creationId xmlns:a16="http://schemas.microsoft.com/office/drawing/2014/main" id="{518DBB2A-6515-9E1C-206C-52DECBE2243F}"/>
                  </a:ext>
                </a:extLst>
              </p:cNvPr>
              <p:cNvSpPr/>
              <p:nvPr/>
            </p:nvSpPr>
            <p:spPr>
              <a:xfrm>
                <a:off x="306506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g3087">
                <a:extLst>
                  <a:ext uri="{FF2B5EF4-FFF2-40B4-BE49-F238E27FC236}">
                    <a16:creationId xmlns:a16="http://schemas.microsoft.com/office/drawing/2014/main" id="{070EA2C9-E90F-1FFF-B8E9-C67BC6FFB7CB}"/>
                  </a:ext>
                </a:extLst>
              </p:cNvPr>
              <p:cNvSpPr/>
              <p:nvPr/>
            </p:nvSpPr>
            <p:spPr>
              <a:xfrm>
                <a:off x="307669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g3088">
                <a:extLst>
                  <a:ext uri="{FF2B5EF4-FFF2-40B4-BE49-F238E27FC236}">
                    <a16:creationId xmlns:a16="http://schemas.microsoft.com/office/drawing/2014/main" id="{241F7608-8E19-49F1-E964-5FC670BBD3FA}"/>
                  </a:ext>
                </a:extLst>
              </p:cNvPr>
              <p:cNvSpPr/>
              <p:nvPr/>
            </p:nvSpPr>
            <p:spPr>
              <a:xfrm>
                <a:off x="308833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g3089">
                <a:extLst>
                  <a:ext uri="{FF2B5EF4-FFF2-40B4-BE49-F238E27FC236}">
                    <a16:creationId xmlns:a16="http://schemas.microsoft.com/office/drawing/2014/main" id="{FF3E8109-B5CC-C203-366D-2322E169FC3B}"/>
                  </a:ext>
                </a:extLst>
              </p:cNvPr>
              <p:cNvSpPr/>
              <p:nvPr/>
            </p:nvSpPr>
            <p:spPr>
              <a:xfrm>
                <a:off x="309997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g3090">
                <a:extLst>
                  <a:ext uri="{FF2B5EF4-FFF2-40B4-BE49-F238E27FC236}">
                    <a16:creationId xmlns:a16="http://schemas.microsoft.com/office/drawing/2014/main" id="{4980C245-CC89-D155-CAB9-029442722BA9}"/>
                  </a:ext>
                </a:extLst>
              </p:cNvPr>
              <p:cNvSpPr/>
              <p:nvPr/>
            </p:nvSpPr>
            <p:spPr>
              <a:xfrm>
                <a:off x="311161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g3091">
                <a:extLst>
                  <a:ext uri="{FF2B5EF4-FFF2-40B4-BE49-F238E27FC236}">
                    <a16:creationId xmlns:a16="http://schemas.microsoft.com/office/drawing/2014/main" id="{8AD67D48-14A0-626B-B609-E10DF9507062}"/>
                  </a:ext>
                </a:extLst>
              </p:cNvPr>
              <p:cNvSpPr/>
              <p:nvPr/>
            </p:nvSpPr>
            <p:spPr>
              <a:xfrm>
                <a:off x="312324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g3092">
                <a:extLst>
                  <a:ext uri="{FF2B5EF4-FFF2-40B4-BE49-F238E27FC236}">
                    <a16:creationId xmlns:a16="http://schemas.microsoft.com/office/drawing/2014/main" id="{A3CF77DB-6787-EBCD-5D24-A2E3954867FF}"/>
                  </a:ext>
                </a:extLst>
              </p:cNvPr>
              <p:cNvSpPr/>
              <p:nvPr/>
            </p:nvSpPr>
            <p:spPr>
              <a:xfrm>
                <a:off x="313488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g3093">
                <a:extLst>
                  <a:ext uri="{FF2B5EF4-FFF2-40B4-BE49-F238E27FC236}">
                    <a16:creationId xmlns:a16="http://schemas.microsoft.com/office/drawing/2014/main" id="{A6D586FA-3DF3-2E81-3D18-D3C9E0AC5058}"/>
                  </a:ext>
                </a:extLst>
              </p:cNvPr>
              <p:cNvSpPr/>
              <p:nvPr/>
            </p:nvSpPr>
            <p:spPr>
              <a:xfrm>
                <a:off x="3542193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g3094">
                <a:extLst>
                  <a:ext uri="{FF2B5EF4-FFF2-40B4-BE49-F238E27FC236}">
                    <a16:creationId xmlns:a16="http://schemas.microsoft.com/office/drawing/2014/main" id="{65467B03-BE70-D396-0B62-462A0E6309A8}"/>
                  </a:ext>
                </a:extLst>
              </p:cNvPr>
              <p:cNvSpPr/>
              <p:nvPr/>
            </p:nvSpPr>
            <p:spPr>
              <a:xfrm>
                <a:off x="355383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g3095">
                <a:extLst>
                  <a:ext uri="{FF2B5EF4-FFF2-40B4-BE49-F238E27FC236}">
                    <a16:creationId xmlns:a16="http://schemas.microsoft.com/office/drawing/2014/main" id="{5C52A852-A18A-B09B-5C31-B90A89E89971}"/>
                  </a:ext>
                </a:extLst>
              </p:cNvPr>
              <p:cNvSpPr/>
              <p:nvPr/>
            </p:nvSpPr>
            <p:spPr>
              <a:xfrm>
                <a:off x="356546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g3096">
                <a:extLst>
                  <a:ext uri="{FF2B5EF4-FFF2-40B4-BE49-F238E27FC236}">
                    <a16:creationId xmlns:a16="http://schemas.microsoft.com/office/drawing/2014/main" id="{DC231187-8356-6925-A9DB-0CFB515C882C}"/>
                  </a:ext>
                </a:extLst>
              </p:cNvPr>
              <p:cNvSpPr/>
              <p:nvPr/>
            </p:nvSpPr>
            <p:spPr>
              <a:xfrm>
                <a:off x="357710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g3097">
                <a:extLst>
                  <a:ext uri="{FF2B5EF4-FFF2-40B4-BE49-F238E27FC236}">
                    <a16:creationId xmlns:a16="http://schemas.microsoft.com/office/drawing/2014/main" id="{1444CCC2-E172-A36B-42CD-60316A9D7BAE}"/>
                  </a:ext>
                </a:extLst>
              </p:cNvPr>
              <p:cNvSpPr/>
              <p:nvPr/>
            </p:nvSpPr>
            <p:spPr>
              <a:xfrm>
                <a:off x="358874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g3098">
                <a:extLst>
                  <a:ext uri="{FF2B5EF4-FFF2-40B4-BE49-F238E27FC236}">
                    <a16:creationId xmlns:a16="http://schemas.microsoft.com/office/drawing/2014/main" id="{DC2A4CA3-FC0E-BD26-5AA2-066317D9B837}"/>
                  </a:ext>
                </a:extLst>
              </p:cNvPr>
              <p:cNvSpPr/>
              <p:nvPr/>
            </p:nvSpPr>
            <p:spPr>
              <a:xfrm>
                <a:off x="360037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g3099">
                <a:extLst>
                  <a:ext uri="{FF2B5EF4-FFF2-40B4-BE49-F238E27FC236}">
                    <a16:creationId xmlns:a16="http://schemas.microsoft.com/office/drawing/2014/main" id="{AB0B6849-CF65-9061-3B66-B220D6A8F1B6}"/>
                  </a:ext>
                </a:extLst>
              </p:cNvPr>
              <p:cNvSpPr/>
              <p:nvPr/>
            </p:nvSpPr>
            <p:spPr>
              <a:xfrm>
                <a:off x="361201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g3100">
                <a:extLst>
                  <a:ext uri="{FF2B5EF4-FFF2-40B4-BE49-F238E27FC236}">
                    <a16:creationId xmlns:a16="http://schemas.microsoft.com/office/drawing/2014/main" id="{5559428A-B698-0605-0694-408064064E00}"/>
                  </a:ext>
                </a:extLst>
              </p:cNvPr>
              <p:cNvSpPr/>
              <p:nvPr/>
            </p:nvSpPr>
            <p:spPr>
              <a:xfrm>
                <a:off x="362365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g3101">
                <a:extLst>
                  <a:ext uri="{FF2B5EF4-FFF2-40B4-BE49-F238E27FC236}">
                    <a16:creationId xmlns:a16="http://schemas.microsoft.com/office/drawing/2014/main" id="{74413823-4AA8-C214-3754-73FE20B9A8FA}"/>
                  </a:ext>
                </a:extLst>
              </p:cNvPr>
              <p:cNvSpPr/>
              <p:nvPr/>
            </p:nvSpPr>
            <p:spPr>
              <a:xfrm>
                <a:off x="363529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g3102">
                <a:extLst>
                  <a:ext uri="{FF2B5EF4-FFF2-40B4-BE49-F238E27FC236}">
                    <a16:creationId xmlns:a16="http://schemas.microsoft.com/office/drawing/2014/main" id="{5E5FF108-3A36-17FC-FBFF-C60FF7C07926}"/>
                  </a:ext>
                </a:extLst>
              </p:cNvPr>
              <p:cNvSpPr/>
              <p:nvPr/>
            </p:nvSpPr>
            <p:spPr>
              <a:xfrm>
                <a:off x="3646928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g3103">
                <a:extLst>
                  <a:ext uri="{FF2B5EF4-FFF2-40B4-BE49-F238E27FC236}">
                    <a16:creationId xmlns:a16="http://schemas.microsoft.com/office/drawing/2014/main" id="{64ED954C-8006-2627-242C-2FD2D0691429}"/>
                  </a:ext>
                </a:extLst>
              </p:cNvPr>
              <p:cNvSpPr/>
              <p:nvPr/>
            </p:nvSpPr>
            <p:spPr>
              <a:xfrm>
                <a:off x="365856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g3104">
                <a:extLst>
                  <a:ext uri="{FF2B5EF4-FFF2-40B4-BE49-F238E27FC236}">
                    <a16:creationId xmlns:a16="http://schemas.microsoft.com/office/drawing/2014/main" id="{A63BBACE-CA4E-B8B4-313F-5888F36EC578}"/>
                  </a:ext>
                </a:extLst>
              </p:cNvPr>
              <p:cNvSpPr/>
              <p:nvPr/>
            </p:nvSpPr>
            <p:spPr>
              <a:xfrm>
                <a:off x="3670203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g3105">
                <a:extLst>
                  <a:ext uri="{FF2B5EF4-FFF2-40B4-BE49-F238E27FC236}">
                    <a16:creationId xmlns:a16="http://schemas.microsoft.com/office/drawing/2014/main" id="{E13530FF-2B5A-71E8-A3FC-04B1534C960F}"/>
                  </a:ext>
                </a:extLst>
              </p:cNvPr>
              <p:cNvSpPr/>
              <p:nvPr/>
            </p:nvSpPr>
            <p:spPr>
              <a:xfrm>
                <a:off x="370511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g3106">
                <a:extLst>
                  <a:ext uri="{FF2B5EF4-FFF2-40B4-BE49-F238E27FC236}">
                    <a16:creationId xmlns:a16="http://schemas.microsoft.com/office/drawing/2014/main" id="{5C59BF96-517D-C6B8-7BC2-63B8BFA99DCF}"/>
                  </a:ext>
                </a:extLst>
              </p:cNvPr>
              <p:cNvSpPr/>
              <p:nvPr/>
            </p:nvSpPr>
            <p:spPr>
              <a:xfrm>
                <a:off x="371675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g3107">
                <a:extLst>
                  <a:ext uri="{FF2B5EF4-FFF2-40B4-BE49-F238E27FC236}">
                    <a16:creationId xmlns:a16="http://schemas.microsoft.com/office/drawing/2014/main" id="{04D255EB-4D48-F18C-7AC3-C905B904C7B1}"/>
                  </a:ext>
                </a:extLst>
              </p:cNvPr>
              <p:cNvSpPr/>
              <p:nvPr/>
            </p:nvSpPr>
            <p:spPr>
              <a:xfrm>
                <a:off x="372839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g3108">
                <a:extLst>
                  <a:ext uri="{FF2B5EF4-FFF2-40B4-BE49-F238E27FC236}">
                    <a16:creationId xmlns:a16="http://schemas.microsoft.com/office/drawing/2014/main" id="{991E268E-F007-0B03-EEFF-74FA1A2B8B2D}"/>
                  </a:ext>
                </a:extLst>
              </p:cNvPr>
              <p:cNvSpPr/>
              <p:nvPr/>
            </p:nvSpPr>
            <p:spPr>
              <a:xfrm>
                <a:off x="374002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g3109">
                <a:extLst>
                  <a:ext uri="{FF2B5EF4-FFF2-40B4-BE49-F238E27FC236}">
                    <a16:creationId xmlns:a16="http://schemas.microsoft.com/office/drawing/2014/main" id="{55A99313-B6B4-06BB-32F0-E6506E9085DD}"/>
                  </a:ext>
                </a:extLst>
              </p:cNvPr>
              <p:cNvSpPr/>
              <p:nvPr/>
            </p:nvSpPr>
            <p:spPr>
              <a:xfrm>
                <a:off x="375166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g3110">
                <a:extLst>
                  <a:ext uri="{FF2B5EF4-FFF2-40B4-BE49-F238E27FC236}">
                    <a16:creationId xmlns:a16="http://schemas.microsoft.com/office/drawing/2014/main" id="{256A95D6-AC8D-6123-A845-0D843147DF76}"/>
                  </a:ext>
                </a:extLst>
              </p:cNvPr>
              <p:cNvSpPr/>
              <p:nvPr/>
            </p:nvSpPr>
            <p:spPr>
              <a:xfrm>
                <a:off x="376330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g3111">
                <a:extLst>
                  <a:ext uri="{FF2B5EF4-FFF2-40B4-BE49-F238E27FC236}">
                    <a16:creationId xmlns:a16="http://schemas.microsoft.com/office/drawing/2014/main" id="{66ED3F12-F717-48E2-3741-5873224CC21F}"/>
                  </a:ext>
                </a:extLst>
              </p:cNvPr>
              <p:cNvSpPr/>
              <p:nvPr/>
            </p:nvSpPr>
            <p:spPr>
              <a:xfrm>
                <a:off x="377493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g3112">
                <a:extLst>
                  <a:ext uri="{FF2B5EF4-FFF2-40B4-BE49-F238E27FC236}">
                    <a16:creationId xmlns:a16="http://schemas.microsoft.com/office/drawing/2014/main" id="{CF6F52F4-93AB-9BFE-24B7-1F4DE8EDD022}"/>
                  </a:ext>
                </a:extLst>
              </p:cNvPr>
              <p:cNvSpPr/>
              <p:nvPr/>
            </p:nvSpPr>
            <p:spPr>
              <a:xfrm>
                <a:off x="378657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g3113">
                <a:extLst>
                  <a:ext uri="{FF2B5EF4-FFF2-40B4-BE49-F238E27FC236}">
                    <a16:creationId xmlns:a16="http://schemas.microsoft.com/office/drawing/2014/main" id="{E4FB5A11-3BBA-BE10-FFD5-5BEB89A4C08A}"/>
                  </a:ext>
                </a:extLst>
              </p:cNvPr>
              <p:cNvSpPr/>
              <p:nvPr/>
            </p:nvSpPr>
            <p:spPr>
              <a:xfrm>
                <a:off x="440335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g3114">
                <a:extLst>
                  <a:ext uri="{FF2B5EF4-FFF2-40B4-BE49-F238E27FC236}">
                    <a16:creationId xmlns:a16="http://schemas.microsoft.com/office/drawing/2014/main" id="{3BDC88AD-1CFA-A035-7E69-1470C73E850B}"/>
                  </a:ext>
                </a:extLst>
              </p:cNvPr>
              <p:cNvSpPr/>
              <p:nvPr/>
            </p:nvSpPr>
            <p:spPr>
              <a:xfrm>
                <a:off x="441499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g3115">
                <a:extLst>
                  <a:ext uri="{FF2B5EF4-FFF2-40B4-BE49-F238E27FC236}">
                    <a16:creationId xmlns:a16="http://schemas.microsoft.com/office/drawing/2014/main" id="{6BCC8C30-856F-8FE7-5D75-D0B585926110}"/>
                  </a:ext>
                </a:extLst>
              </p:cNvPr>
              <p:cNvSpPr/>
              <p:nvPr/>
            </p:nvSpPr>
            <p:spPr>
              <a:xfrm>
                <a:off x="442663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g3116">
                <a:extLst>
                  <a:ext uri="{FF2B5EF4-FFF2-40B4-BE49-F238E27FC236}">
                    <a16:creationId xmlns:a16="http://schemas.microsoft.com/office/drawing/2014/main" id="{1BA94FA2-EAD2-ECB3-410C-0891F5F739F0}"/>
                  </a:ext>
                </a:extLst>
              </p:cNvPr>
              <p:cNvSpPr/>
              <p:nvPr/>
            </p:nvSpPr>
            <p:spPr>
              <a:xfrm>
                <a:off x="443826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g3117">
                <a:extLst>
                  <a:ext uri="{FF2B5EF4-FFF2-40B4-BE49-F238E27FC236}">
                    <a16:creationId xmlns:a16="http://schemas.microsoft.com/office/drawing/2014/main" id="{83DC6C44-CA8E-5210-7726-3F9685AB283A}"/>
                  </a:ext>
                </a:extLst>
              </p:cNvPr>
              <p:cNvSpPr/>
              <p:nvPr/>
            </p:nvSpPr>
            <p:spPr>
              <a:xfrm>
                <a:off x="444990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g3118">
                <a:extLst>
                  <a:ext uri="{FF2B5EF4-FFF2-40B4-BE49-F238E27FC236}">
                    <a16:creationId xmlns:a16="http://schemas.microsoft.com/office/drawing/2014/main" id="{FFEEE746-E50B-846B-E196-F01155B5C04E}"/>
                  </a:ext>
                </a:extLst>
              </p:cNvPr>
              <p:cNvSpPr/>
              <p:nvPr/>
            </p:nvSpPr>
            <p:spPr>
              <a:xfrm>
                <a:off x="446154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g3119">
                <a:extLst>
                  <a:ext uri="{FF2B5EF4-FFF2-40B4-BE49-F238E27FC236}">
                    <a16:creationId xmlns:a16="http://schemas.microsoft.com/office/drawing/2014/main" id="{6430AFCB-CA4F-9E50-157A-A4BD7F48C26B}"/>
                  </a:ext>
                </a:extLst>
              </p:cNvPr>
              <p:cNvSpPr/>
              <p:nvPr/>
            </p:nvSpPr>
            <p:spPr>
              <a:xfrm>
                <a:off x="460119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g3120">
                <a:extLst>
                  <a:ext uri="{FF2B5EF4-FFF2-40B4-BE49-F238E27FC236}">
                    <a16:creationId xmlns:a16="http://schemas.microsoft.com/office/drawing/2014/main" id="{3C10BCF3-4F3D-B8C4-5390-FFD7877955E2}"/>
                  </a:ext>
                </a:extLst>
              </p:cNvPr>
              <p:cNvSpPr/>
              <p:nvPr/>
            </p:nvSpPr>
            <p:spPr>
              <a:xfrm>
                <a:off x="461282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g3121">
                <a:extLst>
                  <a:ext uri="{FF2B5EF4-FFF2-40B4-BE49-F238E27FC236}">
                    <a16:creationId xmlns:a16="http://schemas.microsoft.com/office/drawing/2014/main" id="{C001669B-F619-35AB-A200-9BF066E6B99C}"/>
                  </a:ext>
                </a:extLst>
              </p:cNvPr>
              <p:cNvSpPr/>
              <p:nvPr/>
            </p:nvSpPr>
            <p:spPr>
              <a:xfrm>
                <a:off x="462446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g3122">
                <a:extLst>
                  <a:ext uri="{FF2B5EF4-FFF2-40B4-BE49-F238E27FC236}">
                    <a16:creationId xmlns:a16="http://schemas.microsoft.com/office/drawing/2014/main" id="{DC37DADB-7055-B7A0-1CD6-72D1A2E409F5}"/>
                  </a:ext>
                </a:extLst>
              </p:cNvPr>
              <p:cNvSpPr/>
              <p:nvPr/>
            </p:nvSpPr>
            <p:spPr>
              <a:xfrm>
                <a:off x="463610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g3123">
                <a:extLst>
                  <a:ext uri="{FF2B5EF4-FFF2-40B4-BE49-F238E27FC236}">
                    <a16:creationId xmlns:a16="http://schemas.microsoft.com/office/drawing/2014/main" id="{6A4253F1-8811-5162-A184-96A9239B274B}"/>
                  </a:ext>
                </a:extLst>
              </p:cNvPr>
              <p:cNvSpPr/>
              <p:nvPr/>
            </p:nvSpPr>
            <p:spPr>
              <a:xfrm>
                <a:off x="464773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g3124">
                <a:extLst>
                  <a:ext uri="{FF2B5EF4-FFF2-40B4-BE49-F238E27FC236}">
                    <a16:creationId xmlns:a16="http://schemas.microsoft.com/office/drawing/2014/main" id="{2A5FD497-1B90-35B2-13D4-06C4DCAD3314}"/>
                  </a:ext>
                </a:extLst>
              </p:cNvPr>
              <p:cNvSpPr/>
              <p:nvPr/>
            </p:nvSpPr>
            <p:spPr>
              <a:xfrm>
                <a:off x="465937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g3125">
                <a:extLst>
                  <a:ext uri="{FF2B5EF4-FFF2-40B4-BE49-F238E27FC236}">
                    <a16:creationId xmlns:a16="http://schemas.microsoft.com/office/drawing/2014/main" id="{AE468609-911D-7C3B-9A10-4FCDD909456B}"/>
                  </a:ext>
                </a:extLst>
              </p:cNvPr>
              <p:cNvSpPr/>
              <p:nvPr/>
            </p:nvSpPr>
            <p:spPr>
              <a:xfrm>
                <a:off x="294868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g3126">
                <a:extLst>
                  <a:ext uri="{FF2B5EF4-FFF2-40B4-BE49-F238E27FC236}">
                    <a16:creationId xmlns:a16="http://schemas.microsoft.com/office/drawing/2014/main" id="{FCB40E66-3C96-45E4-0B92-DA675783D42F}"/>
                  </a:ext>
                </a:extLst>
              </p:cNvPr>
              <p:cNvSpPr/>
              <p:nvPr/>
            </p:nvSpPr>
            <p:spPr>
              <a:xfrm>
                <a:off x="2960326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g3127">
                <a:extLst>
                  <a:ext uri="{FF2B5EF4-FFF2-40B4-BE49-F238E27FC236}">
                    <a16:creationId xmlns:a16="http://schemas.microsoft.com/office/drawing/2014/main" id="{1DA07ECA-093E-3D73-5908-8A666552F777}"/>
                  </a:ext>
                </a:extLst>
              </p:cNvPr>
              <p:cNvSpPr/>
              <p:nvPr/>
            </p:nvSpPr>
            <p:spPr>
              <a:xfrm>
                <a:off x="2971963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g3128">
                <a:extLst>
                  <a:ext uri="{FF2B5EF4-FFF2-40B4-BE49-F238E27FC236}">
                    <a16:creationId xmlns:a16="http://schemas.microsoft.com/office/drawing/2014/main" id="{6B8356B1-F191-92C8-DA84-FD64A53B7DFD}"/>
                  </a:ext>
                </a:extLst>
              </p:cNvPr>
              <p:cNvSpPr/>
              <p:nvPr/>
            </p:nvSpPr>
            <p:spPr>
              <a:xfrm>
                <a:off x="298360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g3129">
                <a:extLst>
                  <a:ext uri="{FF2B5EF4-FFF2-40B4-BE49-F238E27FC236}">
                    <a16:creationId xmlns:a16="http://schemas.microsoft.com/office/drawing/2014/main" id="{C824B60B-D6C4-75A2-85BA-EFFC55DCF2F9}"/>
                  </a:ext>
                </a:extLst>
              </p:cNvPr>
              <p:cNvSpPr/>
              <p:nvPr/>
            </p:nvSpPr>
            <p:spPr>
              <a:xfrm>
                <a:off x="2995238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g3130">
                <a:extLst>
                  <a:ext uri="{FF2B5EF4-FFF2-40B4-BE49-F238E27FC236}">
                    <a16:creationId xmlns:a16="http://schemas.microsoft.com/office/drawing/2014/main" id="{EE971634-A2AE-1C00-1D6C-0268133B6132}"/>
                  </a:ext>
                </a:extLst>
              </p:cNvPr>
              <p:cNvSpPr/>
              <p:nvPr/>
            </p:nvSpPr>
            <p:spPr>
              <a:xfrm>
                <a:off x="3006875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g3131">
                <a:extLst>
                  <a:ext uri="{FF2B5EF4-FFF2-40B4-BE49-F238E27FC236}">
                    <a16:creationId xmlns:a16="http://schemas.microsoft.com/office/drawing/2014/main" id="{8FB7DE4A-06A6-8E9A-6D83-E023922064A8}"/>
                  </a:ext>
                </a:extLst>
              </p:cNvPr>
              <p:cNvSpPr/>
              <p:nvPr/>
            </p:nvSpPr>
            <p:spPr>
              <a:xfrm>
                <a:off x="304178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g3132">
                <a:extLst>
                  <a:ext uri="{FF2B5EF4-FFF2-40B4-BE49-F238E27FC236}">
                    <a16:creationId xmlns:a16="http://schemas.microsoft.com/office/drawing/2014/main" id="{B467E433-3E49-07E0-9D12-47C531651E0D}"/>
                  </a:ext>
                </a:extLst>
              </p:cNvPr>
              <p:cNvSpPr/>
              <p:nvPr/>
            </p:nvSpPr>
            <p:spPr>
              <a:xfrm>
                <a:off x="3053425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g3133">
                <a:extLst>
                  <a:ext uri="{FF2B5EF4-FFF2-40B4-BE49-F238E27FC236}">
                    <a16:creationId xmlns:a16="http://schemas.microsoft.com/office/drawing/2014/main" id="{244352EF-F9BE-A6AE-3C08-A8D809F2DF70}"/>
                  </a:ext>
                </a:extLst>
              </p:cNvPr>
              <p:cNvSpPr/>
              <p:nvPr/>
            </p:nvSpPr>
            <p:spPr>
              <a:xfrm>
                <a:off x="306506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g3134">
                <a:extLst>
                  <a:ext uri="{FF2B5EF4-FFF2-40B4-BE49-F238E27FC236}">
                    <a16:creationId xmlns:a16="http://schemas.microsoft.com/office/drawing/2014/main" id="{5B77B70E-B400-A517-0346-64A65858A685}"/>
                  </a:ext>
                </a:extLst>
              </p:cNvPr>
              <p:cNvSpPr/>
              <p:nvPr/>
            </p:nvSpPr>
            <p:spPr>
              <a:xfrm>
                <a:off x="307669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g3135">
                <a:extLst>
                  <a:ext uri="{FF2B5EF4-FFF2-40B4-BE49-F238E27FC236}">
                    <a16:creationId xmlns:a16="http://schemas.microsoft.com/office/drawing/2014/main" id="{6B66308D-0D96-8FEF-FBBE-8D23624223D8}"/>
                  </a:ext>
                </a:extLst>
              </p:cNvPr>
              <p:cNvSpPr/>
              <p:nvPr/>
            </p:nvSpPr>
            <p:spPr>
              <a:xfrm>
                <a:off x="308833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g3136">
                <a:extLst>
                  <a:ext uri="{FF2B5EF4-FFF2-40B4-BE49-F238E27FC236}">
                    <a16:creationId xmlns:a16="http://schemas.microsoft.com/office/drawing/2014/main" id="{2306D88C-792A-3830-7170-67968012C9F9}"/>
                  </a:ext>
                </a:extLst>
              </p:cNvPr>
              <p:cNvSpPr/>
              <p:nvPr/>
            </p:nvSpPr>
            <p:spPr>
              <a:xfrm>
                <a:off x="309997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g3137">
                <a:extLst>
                  <a:ext uri="{FF2B5EF4-FFF2-40B4-BE49-F238E27FC236}">
                    <a16:creationId xmlns:a16="http://schemas.microsoft.com/office/drawing/2014/main" id="{1D90B38D-6DF1-C5D4-D2B4-0DFA4864904C}"/>
                  </a:ext>
                </a:extLst>
              </p:cNvPr>
              <p:cNvSpPr/>
              <p:nvPr/>
            </p:nvSpPr>
            <p:spPr>
              <a:xfrm>
                <a:off x="311161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g3138">
                <a:extLst>
                  <a:ext uri="{FF2B5EF4-FFF2-40B4-BE49-F238E27FC236}">
                    <a16:creationId xmlns:a16="http://schemas.microsoft.com/office/drawing/2014/main" id="{653B0467-5785-BC70-5D85-A5E586EDF419}"/>
                  </a:ext>
                </a:extLst>
              </p:cNvPr>
              <p:cNvSpPr/>
              <p:nvPr/>
            </p:nvSpPr>
            <p:spPr>
              <a:xfrm>
                <a:off x="312324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g3139">
                <a:extLst>
                  <a:ext uri="{FF2B5EF4-FFF2-40B4-BE49-F238E27FC236}">
                    <a16:creationId xmlns:a16="http://schemas.microsoft.com/office/drawing/2014/main" id="{7092AD30-0CAD-989F-7772-6B60879D3CD4}"/>
                  </a:ext>
                </a:extLst>
              </p:cNvPr>
              <p:cNvSpPr/>
              <p:nvPr/>
            </p:nvSpPr>
            <p:spPr>
              <a:xfrm>
                <a:off x="363529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g3140">
                <a:extLst>
                  <a:ext uri="{FF2B5EF4-FFF2-40B4-BE49-F238E27FC236}">
                    <a16:creationId xmlns:a16="http://schemas.microsoft.com/office/drawing/2014/main" id="{37EFA3B8-3761-FD22-8DC0-B9EBE5E8ABAC}"/>
                  </a:ext>
                </a:extLst>
              </p:cNvPr>
              <p:cNvSpPr/>
              <p:nvPr/>
            </p:nvSpPr>
            <p:spPr>
              <a:xfrm>
                <a:off x="3646928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5">
                  <a:alpha val="100000"/>
                </a:srgbClr>
              </a:solidFill>
              <a:ln w="5420" cap="flat">
                <a:solidFill>
                  <a:srgbClr val="3C41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g3141">
                <a:extLst>
                  <a:ext uri="{FF2B5EF4-FFF2-40B4-BE49-F238E27FC236}">
                    <a16:creationId xmlns:a16="http://schemas.microsoft.com/office/drawing/2014/main" id="{872D26B2-2F09-0DEF-4172-12B3F17EA34F}"/>
                  </a:ext>
                </a:extLst>
              </p:cNvPr>
              <p:cNvSpPr/>
              <p:nvPr/>
            </p:nvSpPr>
            <p:spPr>
              <a:xfrm>
                <a:off x="371675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g3142">
                <a:extLst>
                  <a:ext uri="{FF2B5EF4-FFF2-40B4-BE49-F238E27FC236}">
                    <a16:creationId xmlns:a16="http://schemas.microsoft.com/office/drawing/2014/main" id="{419660F6-0101-62C5-D222-766732DEE43F}"/>
                  </a:ext>
                </a:extLst>
              </p:cNvPr>
              <p:cNvSpPr/>
              <p:nvPr/>
            </p:nvSpPr>
            <p:spPr>
              <a:xfrm>
                <a:off x="3728390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g3143">
                <a:extLst>
                  <a:ext uri="{FF2B5EF4-FFF2-40B4-BE49-F238E27FC236}">
                    <a16:creationId xmlns:a16="http://schemas.microsoft.com/office/drawing/2014/main" id="{FB1BB71C-8738-69DD-91D0-C525F11238CA}"/>
                  </a:ext>
                </a:extLst>
              </p:cNvPr>
              <p:cNvSpPr/>
              <p:nvPr/>
            </p:nvSpPr>
            <p:spPr>
              <a:xfrm>
                <a:off x="374002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g3144">
                <a:extLst>
                  <a:ext uri="{FF2B5EF4-FFF2-40B4-BE49-F238E27FC236}">
                    <a16:creationId xmlns:a16="http://schemas.microsoft.com/office/drawing/2014/main" id="{2BEE5709-CF82-5CB8-1423-A7AB31CE9FE1}"/>
                  </a:ext>
                </a:extLst>
              </p:cNvPr>
              <p:cNvSpPr/>
              <p:nvPr/>
            </p:nvSpPr>
            <p:spPr>
              <a:xfrm>
                <a:off x="375166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g3145">
                <a:extLst>
                  <a:ext uri="{FF2B5EF4-FFF2-40B4-BE49-F238E27FC236}">
                    <a16:creationId xmlns:a16="http://schemas.microsoft.com/office/drawing/2014/main" id="{11BA4770-E949-FD05-2304-4123B2B5A869}"/>
                  </a:ext>
                </a:extLst>
              </p:cNvPr>
              <p:cNvSpPr/>
              <p:nvPr/>
            </p:nvSpPr>
            <p:spPr>
              <a:xfrm>
                <a:off x="376330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g3146">
                <a:extLst>
                  <a:ext uri="{FF2B5EF4-FFF2-40B4-BE49-F238E27FC236}">
                    <a16:creationId xmlns:a16="http://schemas.microsoft.com/office/drawing/2014/main" id="{4A794E26-0078-189B-40F1-F39ADDE172F9}"/>
                  </a:ext>
                </a:extLst>
              </p:cNvPr>
              <p:cNvSpPr/>
              <p:nvPr/>
            </p:nvSpPr>
            <p:spPr>
              <a:xfrm>
                <a:off x="377493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g3147">
                <a:extLst>
                  <a:ext uri="{FF2B5EF4-FFF2-40B4-BE49-F238E27FC236}">
                    <a16:creationId xmlns:a16="http://schemas.microsoft.com/office/drawing/2014/main" id="{5D6925D0-CBF9-1C77-0A8F-54A88769ED7E}"/>
                  </a:ext>
                </a:extLst>
              </p:cNvPr>
              <p:cNvSpPr/>
              <p:nvPr/>
            </p:nvSpPr>
            <p:spPr>
              <a:xfrm>
                <a:off x="441499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g3148">
                <a:extLst>
                  <a:ext uri="{FF2B5EF4-FFF2-40B4-BE49-F238E27FC236}">
                    <a16:creationId xmlns:a16="http://schemas.microsoft.com/office/drawing/2014/main" id="{5CAB6801-7E3D-AC4D-9003-314554502635}"/>
                  </a:ext>
                </a:extLst>
              </p:cNvPr>
              <p:cNvSpPr/>
              <p:nvPr/>
            </p:nvSpPr>
            <p:spPr>
              <a:xfrm>
                <a:off x="4426630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g3149">
                <a:extLst>
                  <a:ext uri="{FF2B5EF4-FFF2-40B4-BE49-F238E27FC236}">
                    <a16:creationId xmlns:a16="http://schemas.microsoft.com/office/drawing/2014/main" id="{95E3D5D8-B3DE-12A5-C822-8BAFAB4B5AC1}"/>
                  </a:ext>
                </a:extLst>
              </p:cNvPr>
              <p:cNvSpPr/>
              <p:nvPr/>
            </p:nvSpPr>
            <p:spPr>
              <a:xfrm>
                <a:off x="443826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g3150">
                <a:extLst>
                  <a:ext uri="{FF2B5EF4-FFF2-40B4-BE49-F238E27FC236}">
                    <a16:creationId xmlns:a16="http://schemas.microsoft.com/office/drawing/2014/main" id="{C4D3CF78-B24B-D143-081C-860FB2B87050}"/>
                  </a:ext>
                </a:extLst>
              </p:cNvPr>
              <p:cNvSpPr/>
              <p:nvPr/>
            </p:nvSpPr>
            <p:spPr>
              <a:xfrm>
                <a:off x="444990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g3151">
                <a:extLst>
                  <a:ext uri="{FF2B5EF4-FFF2-40B4-BE49-F238E27FC236}">
                    <a16:creationId xmlns:a16="http://schemas.microsoft.com/office/drawing/2014/main" id="{6E8F503C-B71C-85DB-08F4-5FBE0B336508}"/>
                  </a:ext>
                </a:extLst>
              </p:cNvPr>
              <p:cNvSpPr/>
              <p:nvPr/>
            </p:nvSpPr>
            <p:spPr>
              <a:xfrm>
                <a:off x="446154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g3152">
                <a:extLst>
                  <a:ext uri="{FF2B5EF4-FFF2-40B4-BE49-F238E27FC236}">
                    <a16:creationId xmlns:a16="http://schemas.microsoft.com/office/drawing/2014/main" id="{FFCC1C21-14C9-3E92-EC2A-BCE8B535142F}"/>
                  </a:ext>
                </a:extLst>
              </p:cNvPr>
              <p:cNvSpPr/>
              <p:nvPr/>
            </p:nvSpPr>
            <p:spPr>
              <a:xfrm>
                <a:off x="461282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g3153">
                <a:extLst>
                  <a:ext uri="{FF2B5EF4-FFF2-40B4-BE49-F238E27FC236}">
                    <a16:creationId xmlns:a16="http://schemas.microsoft.com/office/drawing/2014/main" id="{4C13F68D-1B06-0801-5FAF-8D0F35C00721}"/>
                  </a:ext>
                </a:extLst>
              </p:cNvPr>
              <p:cNvSpPr/>
              <p:nvPr/>
            </p:nvSpPr>
            <p:spPr>
              <a:xfrm>
                <a:off x="462446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g3154">
                <a:extLst>
                  <a:ext uri="{FF2B5EF4-FFF2-40B4-BE49-F238E27FC236}">
                    <a16:creationId xmlns:a16="http://schemas.microsoft.com/office/drawing/2014/main" id="{360D64E0-C826-1829-5340-F683E7169DEF}"/>
                  </a:ext>
                </a:extLst>
              </p:cNvPr>
              <p:cNvSpPr/>
              <p:nvPr/>
            </p:nvSpPr>
            <p:spPr>
              <a:xfrm>
                <a:off x="463610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g3155">
                <a:extLst>
                  <a:ext uri="{FF2B5EF4-FFF2-40B4-BE49-F238E27FC236}">
                    <a16:creationId xmlns:a16="http://schemas.microsoft.com/office/drawing/2014/main" id="{7E9DB301-5B70-47CA-A51F-8C4758569414}"/>
                  </a:ext>
                </a:extLst>
              </p:cNvPr>
              <p:cNvSpPr/>
              <p:nvPr/>
            </p:nvSpPr>
            <p:spPr>
              <a:xfrm>
                <a:off x="464773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g3156">
                <a:extLst>
                  <a:ext uri="{FF2B5EF4-FFF2-40B4-BE49-F238E27FC236}">
                    <a16:creationId xmlns:a16="http://schemas.microsoft.com/office/drawing/2014/main" id="{21235C64-E9DE-4E35-87CA-725F86405664}"/>
                  </a:ext>
                </a:extLst>
              </p:cNvPr>
              <p:cNvSpPr/>
              <p:nvPr/>
            </p:nvSpPr>
            <p:spPr>
              <a:xfrm>
                <a:off x="4659376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g3157">
                <a:extLst>
                  <a:ext uri="{FF2B5EF4-FFF2-40B4-BE49-F238E27FC236}">
                    <a16:creationId xmlns:a16="http://schemas.microsoft.com/office/drawing/2014/main" id="{9BC7817E-7F42-D13C-F11F-961794C42130}"/>
                  </a:ext>
                </a:extLst>
              </p:cNvPr>
              <p:cNvSpPr/>
              <p:nvPr/>
            </p:nvSpPr>
            <p:spPr>
              <a:xfrm>
                <a:off x="293705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g3158">
                <a:extLst>
                  <a:ext uri="{FF2B5EF4-FFF2-40B4-BE49-F238E27FC236}">
                    <a16:creationId xmlns:a16="http://schemas.microsoft.com/office/drawing/2014/main" id="{14D895C7-0965-9D24-31C0-989C6C298BD0}"/>
                  </a:ext>
                </a:extLst>
              </p:cNvPr>
              <p:cNvSpPr/>
              <p:nvPr/>
            </p:nvSpPr>
            <p:spPr>
              <a:xfrm>
                <a:off x="294868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g3159">
                <a:extLst>
                  <a:ext uri="{FF2B5EF4-FFF2-40B4-BE49-F238E27FC236}">
                    <a16:creationId xmlns:a16="http://schemas.microsoft.com/office/drawing/2014/main" id="{FA02C842-C90B-BDB3-46CF-03313BADA02E}"/>
                  </a:ext>
                </a:extLst>
              </p:cNvPr>
              <p:cNvSpPr/>
              <p:nvPr/>
            </p:nvSpPr>
            <p:spPr>
              <a:xfrm>
                <a:off x="2960326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g3160">
                <a:extLst>
                  <a:ext uri="{FF2B5EF4-FFF2-40B4-BE49-F238E27FC236}">
                    <a16:creationId xmlns:a16="http://schemas.microsoft.com/office/drawing/2014/main" id="{23304C73-FF10-E1F7-74D2-E46C0C4D968A}"/>
                  </a:ext>
                </a:extLst>
              </p:cNvPr>
              <p:cNvSpPr/>
              <p:nvPr/>
            </p:nvSpPr>
            <p:spPr>
              <a:xfrm>
                <a:off x="297196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g3161">
                <a:extLst>
                  <a:ext uri="{FF2B5EF4-FFF2-40B4-BE49-F238E27FC236}">
                    <a16:creationId xmlns:a16="http://schemas.microsoft.com/office/drawing/2014/main" id="{4E785778-484B-32ED-FF8D-16B787F5C906}"/>
                  </a:ext>
                </a:extLst>
              </p:cNvPr>
              <p:cNvSpPr/>
              <p:nvPr/>
            </p:nvSpPr>
            <p:spPr>
              <a:xfrm>
                <a:off x="298360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g3162">
                <a:extLst>
                  <a:ext uri="{FF2B5EF4-FFF2-40B4-BE49-F238E27FC236}">
                    <a16:creationId xmlns:a16="http://schemas.microsoft.com/office/drawing/2014/main" id="{9D2CDA3F-C753-96FB-AAB8-EB1149925FE8}"/>
                  </a:ext>
                </a:extLst>
              </p:cNvPr>
              <p:cNvSpPr/>
              <p:nvPr/>
            </p:nvSpPr>
            <p:spPr>
              <a:xfrm>
                <a:off x="2995238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g3163">
                <a:extLst>
                  <a:ext uri="{FF2B5EF4-FFF2-40B4-BE49-F238E27FC236}">
                    <a16:creationId xmlns:a16="http://schemas.microsoft.com/office/drawing/2014/main" id="{D8131B09-9549-2DEE-5420-7F9E924CFE28}"/>
                  </a:ext>
                </a:extLst>
              </p:cNvPr>
              <p:cNvSpPr/>
              <p:nvPr/>
            </p:nvSpPr>
            <p:spPr>
              <a:xfrm>
                <a:off x="3006875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g3164">
                <a:extLst>
                  <a:ext uri="{FF2B5EF4-FFF2-40B4-BE49-F238E27FC236}">
                    <a16:creationId xmlns:a16="http://schemas.microsoft.com/office/drawing/2014/main" id="{57CAF856-00A0-F220-BB04-E66A7973138B}"/>
                  </a:ext>
                </a:extLst>
              </p:cNvPr>
              <p:cNvSpPr/>
              <p:nvPr/>
            </p:nvSpPr>
            <p:spPr>
              <a:xfrm>
                <a:off x="301851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g3165">
                <a:extLst>
                  <a:ext uri="{FF2B5EF4-FFF2-40B4-BE49-F238E27FC236}">
                    <a16:creationId xmlns:a16="http://schemas.microsoft.com/office/drawing/2014/main" id="{A9420699-930B-1CAB-BEC9-83DADDEE743F}"/>
                  </a:ext>
                </a:extLst>
              </p:cNvPr>
              <p:cNvSpPr/>
              <p:nvPr/>
            </p:nvSpPr>
            <p:spPr>
              <a:xfrm>
                <a:off x="303015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g3166">
                <a:extLst>
                  <a:ext uri="{FF2B5EF4-FFF2-40B4-BE49-F238E27FC236}">
                    <a16:creationId xmlns:a16="http://schemas.microsoft.com/office/drawing/2014/main" id="{38BA53EE-83F3-8DE5-99B6-DD89C99CCB1E}"/>
                  </a:ext>
                </a:extLst>
              </p:cNvPr>
              <p:cNvSpPr/>
              <p:nvPr/>
            </p:nvSpPr>
            <p:spPr>
              <a:xfrm>
                <a:off x="304178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g3167">
                <a:extLst>
                  <a:ext uri="{FF2B5EF4-FFF2-40B4-BE49-F238E27FC236}">
                    <a16:creationId xmlns:a16="http://schemas.microsoft.com/office/drawing/2014/main" id="{BF5B01CB-5F75-24B6-6283-CF45AE69E544}"/>
                  </a:ext>
                </a:extLst>
              </p:cNvPr>
              <p:cNvSpPr/>
              <p:nvPr/>
            </p:nvSpPr>
            <p:spPr>
              <a:xfrm>
                <a:off x="3053425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g3168">
                <a:extLst>
                  <a:ext uri="{FF2B5EF4-FFF2-40B4-BE49-F238E27FC236}">
                    <a16:creationId xmlns:a16="http://schemas.microsoft.com/office/drawing/2014/main" id="{82D46EDC-0210-7926-5BB4-67D4E2ED061C}"/>
                  </a:ext>
                </a:extLst>
              </p:cNvPr>
              <p:cNvSpPr/>
              <p:nvPr/>
            </p:nvSpPr>
            <p:spPr>
              <a:xfrm>
                <a:off x="306506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g3169">
                <a:extLst>
                  <a:ext uri="{FF2B5EF4-FFF2-40B4-BE49-F238E27FC236}">
                    <a16:creationId xmlns:a16="http://schemas.microsoft.com/office/drawing/2014/main" id="{72930C39-2C22-C53F-5899-4CEAA8BFFCA3}"/>
                  </a:ext>
                </a:extLst>
              </p:cNvPr>
              <p:cNvSpPr/>
              <p:nvPr/>
            </p:nvSpPr>
            <p:spPr>
              <a:xfrm>
                <a:off x="307669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g3170">
                <a:extLst>
                  <a:ext uri="{FF2B5EF4-FFF2-40B4-BE49-F238E27FC236}">
                    <a16:creationId xmlns:a16="http://schemas.microsoft.com/office/drawing/2014/main" id="{9A9F0171-9AE6-6868-201C-F005B82C320B}"/>
                  </a:ext>
                </a:extLst>
              </p:cNvPr>
              <p:cNvSpPr/>
              <p:nvPr/>
            </p:nvSpPr>
            <p:spPr>
              <a:xfrm>
                <a:off x="308833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g3171">
                <a:extLst>
                  <a:ext uri="{FF2B5EF4-FFF2-40B4-BE49-F238E27FC236}">
                    <a16:creationId xmlns:a16="http://schemas.microsoft.com/office/drawing/2014/main" id="{D21064BA-7CCF-915F-C401-0386A94422CC}"/>
                  </a:ext>
                </a:extLst>
              </p:cNvPr>
              <p:cNvSpPr/>
              <p:nvPr/>
            </p:nvSpPr>
            <p:spPr>
              <a:xfrm>
                <a:off x="309997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g3172">
                <a:extLst>
                  <a:ext uri="{FF2B5EF4-FFF2-40B4-BE49-F238E27FC236}">
                    <a16:creationId xmlns:a16="http://schemas.microsoft.com/office/drawing/2014/main" id="{261C2BF7-AA41-70DA-8F75-B9D41F71376D}"/>
                  </a:ext>
                </a:extLst>
              </p:cNvPr>
              <p:cNvSpPr/>
              <p:nvPr/>
            </p:nvSpPr>
            <p:spPr>
              <a:xfrm>
                <a:off x="311161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g3173">
                <a:extLst>
                  <a:ext uri="{FF2B5EF4-FFF2-40B4-BE49-F238E27FC236}">
                    <a16:creationId xmlns:a16="http://schemas.microsoft.com/office/drawing/2014/main" id="{DFFEB1D6-5C76-5144-7F5A-3330361844D5}"/>
                  </a:ext>
                </a:extLst>
              </p:cNvPr>
              <p:cNvSpPr/>
              <p:nvPr/>
            </p:nvSpPr>
            <p:spPr>
              <a:xfrm>
                <a:off x="371675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g3174">
                <a:extLst>
                  <a:ext uri="{FF2B5EF4-FFF2-40B4-BE49-F238E27FC236}">
                    <a16:creationId xmlns:a16="http://schemas.microsoft.com/office/drawing/2014/main" id="{EC178612-C765-1FE2-99D3-07482FDCA82C}"/>
                  </a:ext>
                </a:extLst>
              </p:cNvPr>
              <p:cNvSpPr/>
              <p:nvPr/>
            </p:nvSpPr>
            <p:spPr>
              <a:xfrm>
                <a:off x="372839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g3175">
                <a:extLst>
                  <a:ext uri="{FF2B5EF4-FFF2-40B4-BE49-F238E27FC236}">
                    <a16:creationId xmlns:a16="http://schemas.microsoft.com/office/drawing/2014/main" id="{B9AC8607-F201-B276-25B5-BE934A34D3B4}"/>
                  </a:ext>
                </a:extLst>
              </p:cNvPr>
              <p:cNvSpPr/>
              <p:nvPr/>
            </p:nvSpPr>
            <p:spPr>
              <a:xfrm>
                <a:off x="374002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g3176">
                <a:extLst>
                  <a:ext uri="{FF2B5EF4-FFF2-40B4-BE49-F238E27FC236}">
                    <a16:creationId xmlns:a16="http://schemas.microsoft.com/office/drawing/2014/main" id="{E2C2A615-F3BC-96CF-305D-50800446FAD4}"/>
                  </a:ext>
                </a:extLst>
              </p:cNvPr>
              <p:cNvSpPr/>
              <p:nvPr/>
            </p:nvSpPr>
            <p:spPr>
              <a:xfrm>
                <a:off x="375166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g3177">
                <a:extLst>
                  <a:ext uri="{FF2B5EF4-FFF2-40B4-BE49-F238E27FC236}">
                    <a16:creationId xmlns:a16="http://schemas.microsoft.com/office/drawing/2014/main" id="{B8092E80-EAAD-209E-8EE6-7B4A05D788C7}"/>
                  </a:ext>
                </a:extLst>
              </p:cNvPr>
              <p:cNvSpPr/>
              <p:nvPr/>
            </p:nvSpPr>
            <p:spPr>
              <a:xfrm>
                <a:off x="441499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g3178">
                <a:extLst>
                  <a:ext uri="{FF2B5EF4-FFF2-40B4-BE49-F238E27FC236}">
                    <a16:creationId xmlns:a16="http://schemas.microsoft.com/office/drawing/2014/main" id="{04A775BA-75FB-7D56-0965-AF559B105C71}"/>
                  </a:ext>
                </a:extLst>
              </p:cNvPr>
              <p:cNvSpPr/>
              <p:nvPr/>
            </p:nvSpPr>
            <p:spPr>
              <a:xfrm>
                <a:off x="442663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g3179">
                <a:extLst>
                  <a:ext uri="{FF2B5EF4-FFF2-40B4-BE49-F238E27FC236}">
                    <a16:creationId xmlns:a16="http://schemas.microsoft.com/office/drawing/2014/main" id="{9878534A-289F-95B9-F0F8-2BBB10FC82C5}"/>
                  </a:ext>
                </a:extLst>
              </p:cNvPr>
              <p:cNvSpPr/>
              <p:nvPr/>
            </p:nvSpPr>
            <p:spPr>
              <a:xfrm>
                <a:off x="443826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g3180">
                <a:extLst>
                  <a:ext uri="{FF2B5EF4-FFF2-40B4-BE49-F238E27FC236}">
                    <a16:creationId xmlns:a16="http://schemas.microsoft.com/office/drawing/2014/main" id="{8819BF24-0119-A7CE-A16B-B8BB528972D2}"/>
                  </a:ext>
                </a:extLst>
              </p:cNvPr>
              <p:cNvSpPr/>
              <p:nvPr/>
            </p:nvSpPr>
            <p:spPr>
              <a:xfrm>
                <a:off x="444990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g3181">
                <a:extLst>
                  <a:ext uri="{FF2B5EF4-FFF2-40B4-BE49-F238E27FC236}">
                    <a16:creationId xmlns:a16="http://schemas.microsoft.com/office/drawing/2014/main" id="{3825BC50-25B8-D07C-ED6A-F8D8EF3E1C44}"/>
                  </a:ext>
                </a:extLst>
              </p:cNvPr>
              <p:cNvSpPr/>
              <p:nvPr/>
            </p:nvSpPr>
            <p:spPr>
              <a:xfrm>
                <a:off x="446154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g3182">
                <a:extLst>
                  <a:ext uri="{FF2B5EF4-FFF2-40B4-BE49-F238E27FC236}">
                    <a16:creationId xmlns:a16="http://schemas.microsoft.com/office/drawing/2014/main" id="{405730C7-C88C-3221-FE88-3EC4F270E518}"/>
                  </a:ext>
                </a:extLst>
              </p:cNvPr>
              <p:cNvSpPr/>
              <p:nvPr/>
            </p:nvSpPr>
            <p:spPr>
              <a:xfrm>
                <a:off x="461282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g3183">
                <a:extLst>
                  <a:ext uri="{FF2B5EF4-FFF2-40B4-BE49-F238E27FC236}">
                    <a16:creationId xmlns:a16="http://schemas.microsoft.com/office/drawing/2014/main" id="{931C0710-CB79-DB10-0AC6-F573973D0056}"/>
                  </a:ext>
                </a:extLst>
              </p:cNvPr>
              <p:cNvSpPr/>
              <p:nvPr/>
            </p:nvSpPr>
            <p:spPr>
              <a:xfrm>
                <a:off x="462446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g3184">
                <a:extLst>
                  <a:ext uri="{FF2B5EF4-FFF2-40B4-BE49-F238E27FC236}">
                    <a16:creationId xmlns:a16="http://schemas.microsoft.com/office/drawing/2014/main" id="{69B8058A-B050-69F9-44BE-B5DBE12D60A3}"/>
                  </a:ext>
                </a:extLst>
              </p:cNvPr>
              <p:cNvSpPr/>
              <p:nvPr/>
            </p:nvSpPr>
            <p:spPr>
              <a:xfrm>
                <a:off x="463610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g3185">
                <a:extLst>
                  <a:ext uri="{FF2B5EF4-FFF2-40B4-BE49-F238E27FC236}">
                    <a16:creationId xmlns:a16="http://schemas.microsoft.com/office/drawing/2014/main" id="{365CE615-058D-CA8D-06D2-81242F880F4F}"/>
                  </a:ext>
                </a:extLst>
              </p:cNvPr>
              <p:cNvSpPr/>
              <p:nvPr/>
            </p:nvSpPr>
            <p:spPr>
              <a:xfrm>
                <a:off x="464773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g3186">
                <a:extLst>
                  <a:ext uri="{FF2B5EF4-FFF2-40B4-BE49-F238E27FC236}">
                    <a16:creationId xmlns:a16="http://schemas.microsoft.com/office/drawing/2014/main" id="{F3CFD9F5-7396-92A9-CBC3-4E19A9B589D8}"/>
                  </a:ext>
                </a:extLst>
              </p:cNvPr>
              <p:cNvSpPr/>
              <p:nvPr/>
            </p:nvSpPr>
            <p:spPr>
              <a:xfrm>
                <a:off x="4659376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g3187">
                <a:extLst>
                  <a:ext uri="{FF2B5EF4-FFF2-40B4-BE49-F238E27FC236}">
                    <a16:creationId xmlns:a16="http://schemas.microsoft.com/office/drawing/2014/main" id="{3DBFCAF9-8B34-28BA-4658-4AF1BF1980DC}"/>
                  </a:ext>
                </a:extLst>
              </p:cNvPr>
              <p:cNvSpPr/>
              <p:nvPr/>
            </p:nvSpPr>
            <p:spPr>
              <a:xfrm>
                <a:off x="467101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g3188">
                <a:extLst>
                  <a:ext uri="{FF2B5EF4-FFF2-40B4-BE49-F238E27FC236}">
                    <a16:creationId xmlns:a16="http://schemas.microsoft.com/office/drawing/2014/main" id="{0373BACB-3E30-4573-BAF1-8DD840B47A7E}"/>
                  </a:ext>
                </a:extLst>
              </p:cNvPr>
              <p:cNvSpPr/>
              <p:nvPr/>
            </p:nvSpPr>
            <p:spPr>
              <a:xfrm>
                <a:off x="293705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g3189">
                <a:extLst>
                  <a:ext uri="{FF2B5EF4-FFF2-40B4-BE49-F238E27FC236}">
                    <a16:creationId xmlns:a16="http://schemas.microsoft.com/office/drawing/2014/main" id="{F0A6A038-35A1-19D4-9D74-3B16C226176A}"/>
                  </a:ext>
                </a:extLst>
              </p:cNvPr>
              <p:cNvSpPr/>
              <p:nvPr/>
            </p:nvSpPr>
            <p:spPr>
              <a:xfrm>
                <a:off x="294868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g3190">
                <a:extLst>
                  <a:ext uri="{FF2B5EF4-FFF2-40B4-BE49-F238E27FC236}">
                    <a16:creationId xmlns:a16="http://schemas.microsoft.com/office/drawing/2014/main" id="{7074FE74-004D-4672-F505-E01105A3FD27}"/>
                  </a:ext>
                </a:extLst>
              </p:cNvPr>
              <p:cNvSpPr/>
              <p:nvPr/>
            </p:nvSpPr>
            <p:spPr>
              <a:xfrm>
                <a:off x="2960326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g3191">
                <a:extLst>
                  <a:ext uri="{FF2B5EF4-FFF2-40B4-BE49-F238E27FC236}">
                    <a16:creationId xmlns:a16="http://schemas.microsoft.com/office/drawing/2014/main" id="{22270B7D-1EB4-5430-BFAE-FC070511B2C0}"/>
                  </a:ext>
                </a:extLst>
              </p:cNvPr>
              <p:cNvSpPr/>
              <p:nvPr/>
            </p:nvSpPr>
            <p:spPr>
              <a:xfrm>
                <a:off x="297196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g3192">
                <a:extLst>
                  <a:ext uri="{FF2B5EF4-FFF2-40B4-BE49-F238E27FC236}">
                    <a16:creationId xmlns:a16="http://schemas.microsoft.com/office/drawing/2014/main" id="{7650C319-BE0C-F2A0-C388-12EE19A39DB3}"/>
                  </a:ext>
                </a:extLst>
              </p:cNvPr>
              <p:cNvSpPr/>
              <p:nvPr/>
            </p:nvSpPr>
            <p:spPr>
              <a:xfrm>
                <a:off x="298360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g3193">
                <a:extLst>
                  <a:ext uri="{FF2B5EF4-FFF2-40B4-BE49-F238E27FC236}">
                    <a16:creationId xmlns:a16="http://schemas.microsoft.com/office/drawing/2014/main" id="{11EA8E89-5391-C8B6-2577-A0F33E0A0713}"/>
                  </a:ext>
                </a:extLst>
              </p:cNvPr>
              <p:cNvSpPr/>
              <p:nvPr/>
            </p:nvSpPr>
            <p:spPr>
              <a:xfrm>
                <a:off x="2995238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g3194">
                <a:extLst>
                  <a:ext uri="{FF2B5EF4-FFF2-40B4-BE49-F238E27FC236}">
                    <a16:creationId xmlns:a16="http://schemas.microsoft.com/office/drawing/2014/main" id="{41E5A1A3-1E4E-CFAB-6456-86598A527C0C}"/>
                  </a:ext>
                </a:extLst>
              </p:cNvPr>
              <p:cNvSpPr/>
              <p:nvPr/>
            </p:nvSpPr>
            <p:spPr>
              <a:xfrm>
                <a:off x="3006875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g3195">
                <a:extLst>
                  <a:ext uri="{FF2B5EF4-FFF2-40B4-BE49-F238E27FC236}">
                    <a16:creationId xmlns:a16="http://schemas.microsoft.com/office/drawing/2014/main" id="{DF7508BE-8C33-3815-98D5-DF197EF2740C}"/>
                  </a:ext>
                </a:extLst>
              </p:cNvPr>
              <p:cNvSpPr/>
              <p:nvPr/>
            </p:nvSpPr>
            <p:spPr>
              <a:xfrm>
                <a:off x="301851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g3196">
                <a:extLst>
                  <a:ext uri="{FF2B5EF4-FFF2-40B4-BE49-F238E27FC236}">
                    <a16:creationId xmlns:a16="http://schemas.microsoft.com/office/drawing/2014/main" id="{3641BA58-09E4-08DE-D675-A4679A7DA6C2}"/>
                  </a:ext>
                </a:extLst>
              </p:cNvPr>
              <p:cNvSpPr/>
              <p:nvPr/>
            </p:nvSpPr>
            <p:spPr>
              <a:xfrm>
                <a:off x="3030150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g3197">
                <a:extLst>
                  <a:ext uri="{FF2B5EF4-FFF2-40B4-BE49-F238E27FC236}">
                    <a16:creationId xmlns:a16="http://schemas.microsoft.com/office/drawing/2014/main" id="{700A7574-42EB-C517-00FE-CC42A0A9B876}"/>
                  </a:ext>
                </a:extLst>
              </p:cNvPr>
              <p:cNvSpPr/>
              <p:nvPr/>
            </p:nvSpPr>
            <p:spPr>
              <a:xfrm>
                <a:off x="304178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g3198">
                <a:extLst>
                  <a:ext uri="{FF2B5EF4-FFF2-40B4-BE49-F238E27FC236}">
                    <a16:creationId xmlns:a16="http://schemas.microsoft.com/office/drawing/2014/main" id="{60DD94D2-A336-D7CD-F6C7-7C665BFB738F}"/>
                  </a:ext>
                </a:extLst>
              </p:cNvPr>
              <p:cNvSpPr/>
              <p:nvPr/>
            </p:nvSpPr>
            <p:spPr>
              <a:xfrm>
                <a:off x="3053425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g3199">
                <a:extLst>
                  <a:ext uri="{FF2B5EF4-FFF2-40B4-BE49-F238E27FC236}">
                    <a16:creationId xmlns:a16="http://schemas.microsoft.com/office/drawing/2014/main" id="{F15E4DE3-C503-A235-B32B-7AFD10486466}"/>
                  </a:ext>
                </a:extLst>
              </p:cNvPr>
              <p:cNvSpPr/>
              <p:nvPr/>
            </p:nvSpPr>
            <p:spPr>
              <a:xfrm>
                <a:off x="306506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g3200">
                <a:extLst>
                  <a:ext uri="{FF2B5EF4-FFF2-40B4-BE49-F238E27FC236}">
                    <a16:creationId xmlns:a16="http://schemas.microsoft.com/office/drawing/2014/main" id="{41B17A2D-7FFD-94AD-4E94-3DE7B4B60024}"/>
                  </a:ext>
                </a:extLst>
              </p:cNvPr>
              <p:cNvSpPr/>
              <p:nvPr/>
            </p:nvSpPr>
            <p:spPr>
              <a:xfrm>
                <a:off x="307669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g3201">
                <a:extLst>
                  <a:ext uri="{FF2B5EF4-FFF2-40B4-BE49-F238E27FC236}">
                    <a16:creationId xmlns:a16="http://schemas.microsoft.com/office/drawing/2014/main" id="{82516679-BD9A-EE44-8E39-9D631CA83F2C}"/>
                  </a:ext>
                </a:extLst>
              </p:cNvPr>
              <p:cNvSpPr/>
              <p:nvPr/>
            </p:nvSpPr>
            <p:spPr>
              <a:xfrm>
                <a:off x="308833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g3202">
                <a:extLst>
                  <a:ext uri="{FF2B5EF4-FFF2-40B4-BE49-F238E27FC236}">
                    <a16:creationId xmlns:a16="http://schemas.microsoft.com/office/drawing/2014/main" id="{79BFF5D8-46A4-16E1-9DAB-469193CEC94C}"/>
                  </a:ext>
                </a:extLst>
              </p:cNvPr>
              <p:cNvSpPr/>
              <p:nvPr/>
            </p:nvSpPr>
            <p:spPr>
              <a:xfrm>
                <a:off x="309997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g3203">
                <a:extLst>
                  <a:ext uri="{FF2B5EF4-FFF2-40B4-BE49-F238E27FC236}">
                    <a16:creationId xmlns:a16="http://schemas.microsoft.com/office/drawing/2014/main" id="{283CD0E6-C15C-A8CC-C67E-5614FC71F3C1}"/>
                  </a:ext>
                </a:extLst>
              </p:cNvPr>
              <p:cNvSpPr/>
              <p:nvPr/>
            </p:nvSpPr>
            <p:spPr>
              <a:xfrm>
                <a:off x="441499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g3204">
                <a:extLst>
                  <a:ext uri="{FF2B5EF4-FFF2-40B4-BE49-F238E27FC236}">
                    <a16:creationId xmlns:a16="http://schemas.microsoft.com/office/drawing/2014/main" id="{B8C52344-AFC6-FA4F-D6CF-4B7BD78088CB}"/>
                  </a:ext>
                </a:extLst>
              </p:cNvPr>
              <p:cNvSpPr/>
              <p:nvPr/>
            </p:nvSpPr>
            <p:spPr>
              <a:xfrm>
                <a:off x="4426630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g3205">
                <a:extLst>
                  <a:ext uri="{FF2B5EF4-FFF2-40B4-BE49-F238E27FC236}">
                    <a16:creationId xmlns:a16="http://schemas.microsoft.com/office/drawing/2014/main" id="{234D6895-428D-B199-21C3-0E1B59AD83E5}"/>
                  </a:ext>
                </a:extLst>
              </p:cNvPr>
              <p:cNvSpPr/>
              <p:nvPr/>
            </p:nvSpPr>
            <p:spPr>
              <a:xfrm>
                <a:off x="443826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g3206">
                <a:extLst>
                  <a:ext uri="{FF2B5EF4-FFF2-40B4-BE49-F238E27FC236}">
                    <a16:creationId xmlns:a16="http://schemas.microsoft.com/office/drawing/2014/main" id="{A06E7315-9D1F-9001-008B-09F3FCCCE739}"/>
                  </a:ext>
                </a:extLst>
              </p:cNvPr>
              <p:cNvSpPr/>
              <p:nvPr/>
            </p:nvSpPr>
            <p:spPr>
              <a:xfrm>
                <a:off x="444990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g3207">
                <a:extLst>
                  <a:ext uri="{FF2B5EF4-FFF2-40B4-BE49-F238E27FC236}">
                    <a16:creationId xmlns:a16="http://schemas.microsoft.com/office/drawing/2014/main" id="{55369590-644B-B346-AB23-0853BACA0692}"/>
                  </a:ext>
                </a:extLst>
              </p:cNvPr>
              <p:cNvSpPr/>
              <p:nvPr/>
            </p:nvSpPr>
            <p:spPr>
              <a:xfrm>
                <a:off x="446154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g3208">
                <a:extLst>
                  <a:ext uri="{FF2B5EF4-FFF2-40B4-BE49-F238E27FC236}">
                    <a16:creationId xmlns:a16="http://schemas.microsoft.com/office/drawing/2014/main" id="{4564E353-AFA3-6059-B226-04521D299F86}"/>
                  </a:ext>
                </a:extLst>
              </p:cNvPr>
              <p:cNvSpPr/>
              <p:nvPr/>
            </p:nvSpPr>
            <p:spPr>
              <a:xfrm>
                <a:off x="461282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g3209">
                <a:extLst>
                  <a:ext uri="{FF2B5EF4-FFF2-40B4-BE49-F238E27FC236}">
                    <a16:creationId xmlns:a16="http://schemas.microsoft.com/office/drawing/2014/main" id="{DB35F714-99F3-B4F9-C7E8-16C34FFAAB22}"/>
                  </a:ext>
                </a:extLst>
              </p:cNvPr>
              <p:cNvSpPr/>
              <p:nvPr/>
            </p:nvSpPr>
            <p:spPr>
              <a:xfrm>
                <a:off x="462446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g3210">
                <a:extLst>
                  <a:ext uri="{FF2B5EF4-FFF2-40B4-BE49-F238E27FC236}">
                    <a16:creationId xmlns:a16="http://schemas.microsoft.com/office/drawing/2014/main" id="{8DFB9FE7-2B10-4317-BE23-D2A4C776B4D7}"/>
                  </a:ext>
                </a:extLst>
              </p:cNvPr>
              <p:cNvSpPr/>
              <p:nvPr/>
            </p:nvSpPr>
            <p:spPr>
              <a:xfrm>
                <a:off x="463610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g3211">
                <a:extLst>
                  <a:ext uri="{FF2B5EF4-FFF2-40B4-BE49-F238E27FC236}">
                    <a16:creationId xmlns:a16="http://schemas.microsoft.com/office/drawing/2014/main" id="{17090A18-F92B-6B08-FD32-4776F1F29492}"/>
                  </a:ext>
                </a:extLst>
              </p:cNvPr>
              <p:cNvSpPr/>
              <p:nvPr/>
            </p:nvSpPr>
            <p:spPr>
              <a:xfrm>
                <a:off x="464773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g3212">
                <a:extLst>
                  <a:ext uri="{FF2B5EF4-FFF2-40B4-BE49-F238E27FC236}">
                    <a16:creationId xmlns:a16="http://schemas.microsoft.com/office/drawing/2014/main" id="{A6AF89D4-5145-6DB7-A540-D5D6073C7E77}"/>
                  </a:ext>
                </a:extLst>
              </p:cNvPr>
              <p:cNvSpPr/>
              <p:nvPr/>
            </p:nvSpPr>
            <p:spPr>
              <a:xfrm>
                <a:off x="4659376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g3213">
                <a:extLst>
                  <a:ext uri="{FF2B5EF4-FFF2-40B4-BE49-F238E27FC236}">
                    <a16:creationId xmlns:a16="http://schemas.microsoft.com/office/drawing/2014/main" id="{660A69C8-BEB0-98CD-3D5C-EB4420ACD58A}"/>
                  </a:ext>
                </a:extLst>
              </p:cNvPr>
              <p:cNvSpPr/>
              <p:nvPr/>
            </p:nvSpPr>
            <p:spPr>
              <a:xfrm>
                <a:off x="467101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g3214">
                <a:extLst>
                  <a:ext uri="{FF2B5EF4-FFF2-40B4-BE49-F238E27FC236}">
                    <a16:creationId xmlns:a16="http://schemas.microsoft.com/office/drawing/2014/main" id="{4F713641-543D-2FE2-93ED-0386F406C656}"/>
                  </a:ext>
                </a:extLst>
              </p:cNvPr>
              <p:cNvSpPr/>
              <p:nvPr/>
            </p:nvSpPr>
            <p:spPr>
              <a:xfrm>
                <a:off x="468265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g3215">
                <a:extLst>
                  <a:ext uri="{FF2B5EF4-FFF2-40B4-BE49-F238E27FC236}">
                    <a16:creationId xmlns:a16="http://schemas.microsoft.com/office/drawing/2014/main" id="{E3888DEF-7CD3-83D0-F197-B7BCA19239F3}"/>
                  </a:ext>
                </a:extLst>
              </p:cNvPr>
              <p:cNvSpPr/>
              <p:nvPr/>
            </p:nvSpPr>
            <p:spPr>
              <a:xfrm>
                <a:off x="292541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g3216">
                <a:extLst>
                  <a:ext uri="{FF2B5EF4-FFF2-40B4-BE49-F238E27FC236}">
                    <a16:creationId xmlns:a16="http://schemas.microsoft.com/office/drawing/2014/main" id="{9D48B4CE-C109-9DAC-3201-056F3F0006C3}"/>
                  </a:ext>
                </a:extLst>
              </p:cNvPr>
              <p:cNvSpPr/>
              <p:nvPr/>
            </p:nvSpPr>
            <p:spPr>
              <a:xfrm>
                <a:off x="293705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g3217">
                <a:extLst>
                  <a:ext uri="{FF2B5EF4-FFF2-40B4-BE49-F238E27FC236}">
                    <a16:creationId xmlns:a16="http://schemas.microsoft.com/office/drawing/2014/main" id="{1ED64183-3599-A6D4-4707-DCF47EA0927B}"/>
                  </a:ext>
                </a:extLst>
              </p:cNvPr>
              <p:cNvSpPr/>
              <p:nvPr/>
            </p:nvSpPr>
            <p:spPr>
              <a:xfrm>
                <a:off x="294868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g3218">
                <a:extLst>
                  <a:ext uri="{FF2B5EF4-FFF2-40B4-BE49-F238E27FC236}">
                    <a16:creationId xmlns:a16="http://schemas.microsoft.com/office/drawing/2014/main" id="{EDE6E206-ECF7-50F7-5813-D8469E46F023}"/>
                  </a:ext>
                </a:extLst>
              </p:cNvPr>
              <p:cNvSpPr/>
              <p:nvPr/>
            </p:nvSpPr>
            <p:spPr>
              <a:xfrm>
                <a:off x="2960326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g3219">
                <a:extLst>
                  <a:ext uri="{FF2B5EF4-FFF2-40B4-BE49-F238E27FC236}">
                    <a16:creationId xmlns:a16="http://schemas.microsoft.com/office/drawing/2014/main" id="{482D19EA-8E93-22AB-CA66-405A9E995AD5}"/>
                  </a:ext>
                </a:extLst>
              </p:cNvPr>
              <p:cNvSpPr/>
              <p:nvPr/>
            </p:nvSpPr>
            <p:spPr>
              <a:xfrm>
                <a:off x="297196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g3220">
                <a:extLst>
                  <a:ext uri="{FF2B5EF4-FFF2-40B4-BE49-F238E27FC236}">
                    <a16:creationId xmlns:a16="http://schemas.microsoft.com/office/drawing/2014/main" id="{CF7AFA51-F155-F5BF-0747-B88054B86829}"/>
                  </a:ext>
                </a:extLst>
              </p:cNvPr>
              <p:cNvSpPr/>
              <p:nvPr/>
            </p:nvSpPr>
            <p:spPr>
              <a:xfrm>
                <a:off x="298360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g3221">
                <a:extLst>
                  <a:ext uri="{FF2B5EF4-FFF2-40B4-BE49-F238E27FC236}">
                    <a16:creationId xmlns:a16="http://schemas.microsoft.com/office/drawing/2014/main" id="{9D369E81-D159-EA9C-1465-05EEB03D766C}"/>
                  </a:ext>
                </a:extLst>
              </p:cNvPr>
              <p:cNvSpPr/>
              <p:nvPr/>
            </p:nvSpPr>
            <p:spPr>
              <a:xfrm>
                <a:off x="2995238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g3222">
                <a:extLst>
                  <a:ext uri="{FF2B5EF4-FFF2-40B4-BE49-F238E27FC236}">
                    <a16:creationId xmlns:a16="http://schemas.microsoft.com/office/drawing/2014/main" id="{0668F7BC-A4C7-8FD5-2C85-3369008652A6}"/>
                  </a:ext>
                </a:extLst>
              </p:cNvPr>
              <p:cNvSpPr/>
              <p:nvPr/>
            </p:nvSpPr>
            <p:spPr>
              <a:xfrm>
                <a:off x="3006875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g3223">
                <a:extLst>
                  <a:ext uri="{FF2B5EF4-FFF2-40B4-BE49-F238E27FC236}">
                    <a16:creationId xmlns:a16="http://schemas.microsoft.com/office/drawing/2014/main" id="{EB8F62D7-B9FF-E5D7-F022-5E0BC494580F}"/>
                  </a:ext>
                </a:extLst>
              </p:cNvPr>
              <p:cNvSpPr/>
              <p:nvPr/>
            </p:nvSpPr>
            <p:spPr>
              <a:xfrm>
                <a:off x="301851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g3224">
                <a:extLst>
                  <a:ext uri="{FF2B5EF4-FFF2-40B4-BE49-F238E27FC236}">
                    <a16:creationId xmlns:a16="http://schemas.microsoft.com/office/drawing/2014/main" id="{BAE529BC-A431-B6B5-E5F3-6590D3440176}"/>
                  </a:ext>
                </a:extLst>
              </p:cNvPr>
              <p:cNvSpPr/>
              <p:nvPr/>
            </p:nvSpPr>
            <p:spPr>
              <a:xfrm>
                <a:off x="3030150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g3225">
                <a:extLst>
                  <a:ext uri="{FF2B5EF4-FFF2-40B4-BE49-F238E27FC236}">
                    <a16:creationId xmlns:a16="http://schemas.microsoft.com/office/drawing/2014/main" id="{0DF80A1B-498D-F083-C946-1BB1F6EECDCE}"/>
                  </a:ext>
                </a:extLst>
              </p:cNvPr>
              <p:cNvSpPr/>
              <p:nvPr/>
            </p:nvSpPr>
            <p:spPr>
              <a:xfrm>
                <a:off x="304178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g3226">
                <a:extLst>
                  <a:ext uri="{FF2B5EF4-FFF2-40B4-BE49-F238E27FC236}">
                    <a16:creationId xmlns:a16="http://schemas.microsoft.com/office/drawing/2014/main" id="{B73F4B9D-1B5C-EB15-B5A6-8B7E60AE1F87}"/>
                  </a:ext>
                </a:extLst>
              </p:cNvPr>
              <p:cNvSpPr/>
              <p:nvPr/>
            </p:nvSpPr>
            <p:spPr>
              <a:xfrm>
                <a:off x="3053425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g3227">
                <a:extLst>
                  <a:ext uri="{FF2B5EF4-FFF2-40B4-BE49-F238E27FC236}">
                    <a16:creationId xmlns:a16="http://schemas.microsoft.com/office/drawing/2014/main" id="{6FDDF936-B236-7FBE-011B-F5164461D472}"/>
                  </a:ext>
                </a:extLst>
              </p:cNvPr>
              <p:cNvSpPr/>
              <p:nvPr/>
            </p:nvSpPr>
            <p:spPr>
              <a:xfrm>
                <a:off x="306506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g3228">
                <a:extLst>
                  <a:ext uri="{FF2B5EF4-FFF2-40B4-BE49-F238E27FC236}">
                    <a16:creationId xmlns:a16="http://schemas.microsoft.com/office/drawing/2014/main" id="{EE2686CD-0433-BD13-9CAE-DDEB6D818601}"/>
                  </a:ext>
                </a:extLst>
              </p:cNvPr>
              <p:cNvSpPr/>
              <p:nvPr/>
            </p:nvSpPr>
            <p:spPr>
              <a:xfrm>
                <a:off x="307669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g3229">
                <a:extLst>
                  <a:ext uri="{FF2B5EF4-FFF2-40B4-BE49-F238E27FC236}">
                    <a16:creationId xmlns:a16="http://schemas.microsoft.com/office/drawing/2014/main" id="{589EFA19-E6E1-613D-9F31-2403A5F193FE}"/>
                  </a:ext>
                </a:extLst>
              </p:cNvPr>
              <p:cNvSpPr/>
              <p:nvPr/>
            </p:nvSpPr>
            <p:spPr>
              <a:xfrm>
                <a:off x="441499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g3230">
                <a:extLst>
                  <a:ext uri="{FF2B5EF4-FFF2-40B4-BE49-F238E27FC236}">
                    <a16:creationId xmlns:a16="http://schemas.microsoft.com/office/drawing/2014/main" id="{39701842-0394-FADA-F931-8F2BAD01CC97}"/>
                  </a:ext>
                </a:extLst>
              </p:cNvPr>
              <p:cNvSpPr/>
              <p:nvPr/>
            </p:nvSpPr>
            <p:spPr>
              <a:xfrm>
                <a:off x="4426630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g3231">
                <a:extLst>
                  <a:ext uri="{FF2B5EF4-FFF2-40B4-BE49-F238E27FC236}">
                    <a16:creationId xmlns:a16="http://schemas.microsoft.com/office/drawing/2014/main" id="{5F24EEA5-E44B-D208-19AE-55E9423A743B}"/>
                  </a:ext>
                </a:extLst>
              </p:cNvPr>
              <p:cNvSpPr/>
              <p:nvPr/>
            </p:nvSpPr>
            <p:spPr>
              <a:xfrm>
                <a:off x="443826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g3232">
                <a:extLst>
                  <a:ext uri="{FF2B5EF4-FFF2-40B4-BE49-F238E27FC236}">
                    <a16:creationId xmlns:a16="http://schemas.microsoft.com/office/drawing/2014/main" id="{4E2143BF-4473-786A-9DDC-F535D4732FDD}"/>
                  </a:ext>
                </a:extLst>
              </p:cNvPr>
              <p:cNvSpPr/>
              <p:nvPr/>
            </p:nvSpPr>
            <p:spPr>
              <a:xfrm>
                <a:off x="444990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g3233">
                <a:extLst>
                  <a:ext uri="{FF2B5EF4-FFF2-40B4-BE49-F238E27FC236}">
                    <a16:creationId xmlns:a16="http://schemas.microsoft.com/office/drawing/2014/main" id="{27C44E0A-488C-7F8A-B657-D764438824F4}"/>
                  </a:ext>
                </a:extLst>
              </p:cNvPr>
              <p:cNvSpPr/>
              <p:nvPr/>
            </p:nvSpPr>
            <p:spPr>
              <a:xfrm>
                <a:off x="446154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g3234">
                <a:extLst>
                  <a:ext uri="{FF2B5EF4-FFF2-40B4-BE49-F238E27FC236}">
                    <a16:creationId xmlns:a16="http://schemas.microsoft.com/office/drawing/2014/main" id="{B44546D8-9DD8-7F85-C126-D99DCEA8645B}"/>
                  </a:ext>
                </a:extLst>
              </p:cNvPr>
              <p:cNvSpPr/>
              <p:nvPr/>
            </p:nvSpPr>
            <p:spPr>
              <a:xfrm>
                <a:off x="461282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g3235">
                <a:extLst>
                  <a:ext uri="{FF2B5EF4-FFF2-40B4-BE49-F238E27FC236}">
                    <a16:creationId xmlns:a16="http://schemas.microsoft.com/office/drawing/2014/main" id="{2E2AE1DB-9E7C-7094-659F-29ED548DC613}"/>
                  </a:ext>
                </a:extLst>
              </p:cNvPr>
              <p:cNvSpPr/>
              <p:nvPr/>
            </p:nvSpPr>
            <p:spPr>
              <a:xfrm>
                <a:off x="462446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g3236">
                <a:extLst>
                  <a:ext uri="{FF2B5EF4-FFF2-40B4-BE49-F238E27FC236}">
                    <a16:creationId xmlns:a16="http://schemas.microsoft.com/office/drawing/2014/main" id="{BEFC60BD-A503-2C4A-2CBF-CA86E2FB546A}"/>
                  </a:ext>
                </a:extLst>
              </p:cNvPr>
              <p:cNvSpPr/>
              <p:nvPr/>
            </p:nvSpPr>
            <p:spPr>
              <a:xfrm>
                <a:off x="463610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8AC">
                  <a:alpha val="100000"/>
                </a:srgbClr>
              </a:solidFill>
              <a:ln w="5420" cap="flat">
                <a:solidFill>
                  <a:srgbClr val="5D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g3237">
                <a:extLst>
                  <a:ext uri="{FF2B5EF4-FFF2-40B4-BE49-F238E27FC236}">
                    <a16:creationId xmlns:a16="http://schemas.microsoft.com/office/drawing/2014/main" id="{F0FF6F6E-F570-DCE7-8CC1-FCD4327A500A}"/>
                  </a:ext>
                </a:extLst>
              </p:cNvPr>
              <p:cNvSpPr/>
              <p:nvPr/>
            </p:nvSpPr>
            <p:spPr>
              <a:xfrm>
                <a:off x="464773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g3238">
                <a:extLst>
                  <a:ext uri="{FF2B5EF4-FFF2-40B4-BE49-F238E27FC236}">
                    <a16:creationId xmlns:a16="http://schemas.microsoft.com/office/drawing/2014/main" id="{D3162019-A3D4-0ABD-825A-7B4E94488D72}"/>
                  </a:ext>
                </a:extLst>
              </p:cNvPr>
              <p:cNvSpPr/>
              <p:nvPr/>
            </p:nvSpPr>
            <p:spPr>
              <a:xfrm>
                <a:off x="4659376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g3239">
                <a:extLst>
                  <a:ext uri="{FF2B5EF4-FFF2-40B4-BE49-F238E27FC236}">
                    <a16:creationId xmlns:a16="http://schemas.microsoft.com/office/drawing/2014/main" id="{DC91A7EB-291E-00CE-3CA5-D5D9CC3AA53D}"/>
                  </a:ext>
                </a:extLst>
              </p:cNvPr>
              <p:cNvSpPr/>
              <p:nvPr/>
            </p:nvSpPr>
            <p:spPr>
              <a:xfrm>
                <a:off x="467101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g3240">
                <a:extLst>
                  <a:ext uri="{FF2B5EF4-FFF2-40B4-BE49-F238E27FC236}">
                    <a16:creationId xmlns:a16="http://schemas.microsoft.com/office/drawing/2014/main" id="{02348A20-6E9C-EB85-644A-6D257B7A4D4B}"/>
                  </a:ext>
                </a:extLst>
              </p:cNvPr>
              <p:cNvSpPr/>
              <p:nvPr/>
            </p:nvSpPr>
            <p:spPr>
              <a:xfrm>
                <a:off x="468265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g3241">
                <a:extLst>
                  <a:ext uri="{FF2B5EF4-FFF2-40B4-BE49-F238E27FC236}">
                    <a16:creationId xmlns:a16="http://schemas.microsoft.com/office/drawing/2014/main" id="{0F45029B-F4CC-0819-DC67-CB6270B1752C}"/>
                  </a:ext>
                </a:extLst>
              </p:cNvPr>
              <p:cNvSpPr/>
              <p:nvPr/>
            </p:nvSpPr>
            <p:spPr>
              <a:xfrm>
                <a:off x="292541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g3242">
                <a:extLst>
                  <a:ext uri="{FF2B5EF4-FFF2-40B4-BE49-F238E27FC236}">
                    <a16:creationId xmlns:a16="http://schemas.microsoft.com/office/drawing/2014/main" id="{A9F3E2BC-4EDB-FD22-A16B-437031C84907}"/>
                  </a:ext>
                </a:extLst>
              </p:cNvPr>
              <p:cNvSpPr/>
              <p:nvPr/>
            </p:nvSpPr>
            <p:spPr>
              <a:xfrm>
                <a:off x="293705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g3243">
                <a:extLst>
                  <a:ext uri="{FF2B5EF4-FFF2-40B4-BE49-F238E27FC236}">
                    <a16:creationId xmlns:a16="http://schemas.microsoft.com/office/drawing/2014/main" id="{2846BA7C-B799-C009-A929-8716A5D2DF2F}"/>
                  </a:ext>
                </a:extLst>
              </p:cNvPr>
              <p:cNvSpPr/>
              <p:nvPr/>
            </p:nvSpPr>
            <p:spPr>
              <a:xfrm>
                <a:off x="2948689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g3244">
                <a:extLst>
                  <a:ext uri="{FF2B5EF4-FFF2-40B4-BE49-F238E27FC236}">
                    <a16:creationId xmlns:a16="http://schemas.microsoft.com/office/drawing/2014/main" id="{DB6C9EB4-F5F8-7690-7C95-76DD58192B20}"/>
                  </a:ext>
                </a:extLst>
              </p:cNvPr>
              <p:cNvSpPr/>
              <p:nvPr/>
            </p:nvSpPr>
            <p:spPr>
              <a:xfrm>
                <a:off x="2960326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g3245">
                <a:extLst>
                  <a:ext uri="{FF2B5EF4-FFF2-40B4-BE49-F238E27FC236}">
                    <a16:creationId xmlns:a16="http://schemas.microsoft.com/office/drawing/2014/main" id="{4425F5C2-62D3-6E19-BC46-9511AB2E5412}"/>
                  </a:ext>
                </a:extLst>
              </p:cNvPr>
              <p:cNvSpPr/>
              <p:nvPr/>
            </p:nvSpPr>
            <p:spPr>
              <a:xfrm>
                <a:off x="297196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g3246">
                <a:extLst>
                  <a:ext uri="{FF2B5EF4-FFF2-40B4-BE49-F238E27FC236}">
                    <a16:creationId xmlns:a16="http://schemas.microsoft.com/office/drawing/2014/main" id="{15C31FC5-226B-CDAC-2709-573E107377C5}"/>
                  </a:ext>
                </a:extLst>
              </p:cNvPr>
              <p:cNvSpPr/>
              <p:nvPr/>
            </p:nvSpPr>
            <p:spPr>
              <a:xfrm>
                <a:off x="298360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g3247">
                <a:extLst>
                  <a:ext uri="{FF2B5EF4-FFF2-40B4-BE49-F238E27FC236}">
                    <a16:creationId xmlns:a16="http://schemas.microsoft.com/office/drawing/2014/main" id="{93A96F44-7A62-761E-6EC8-0785AB9E1DA9}"/>
                  </a:ext>
                </a:extLst>
              </p:cNvPr>
              <p:cNvSpPr/>
              <p:nvPr/>
            </p:nvSpPr>
            <p:spPr>
              <a:xfrm>
                <a:off x="2995238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g3248">
                <a:extLst>
                  <a:ext uri="{FF2B5EF4-FFF2-40B4-BE49-F238E27FC236}">
                    <a16:creationId xmlns:a16="http://schemas.microsoft.com/office/drawing/2014/main" id="{DF13C356-87AE-46BF-20B7-B89E0EDBF31F}"/>
                  </a:ext>
                </a:extLst>
              </p:cNvPr>
              <p:cNvSpPr/>
              <p:nvPr/>
            </p:nvSpPr>
            <p:spPr>
              <a:xfrm>
                <a:off x="3006875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g3249">
                <a:extLst>
                  <a:ext uri="{FF2B5EF4-FFF2-40B4-BE49-F238E27FC236}">
                    <a16:creationId xmlns:a16="http://schemas.microsoft.com/office/drawing/2014/main" id="{214A5DC9-4BBF-1213-149F-B36645275DD8}"/>
                  </a:ext>
                </a:extLst>
              </p:cNvPr>
              <p:cNvSpPr/>
              <p:nvPr/>
            </p:nvSpPr>
            <p:spPr>
              <a:xfrm>
                <a:off x="301851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g3250">
                <a:extLst>
                  <a:ext uri="{FF2B5EF4-FFF2-40B4-BE49-F238E27FC236}">
                    <a16:creationId xmlns:a16="http://schemas.microsoft.com/office/drawing/2014/main" id="{AD2D5959-6A38-7DD9-6591-E7B991A4A588}"/>
                  </a:ext>
                </a:extLst>
              </p:cNvPr>
              <p:cNvSpPr/>
              <p:nvPr/>
            </p:nvSpPr>
            <p:spPr>
              <a:xfrm>
                <a:off x="3030150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g3251">
                <a:extLst>
                  <a:ext uri="{FF2B5EF4-FFF2-40B4-BE49-F238E27FC236}">
                    <a16:creationId xmlns:a16="http://schemas.microsoft.com/office/drawing/2014/main" id="{090731CD-08B7-6385-58D7-C2C3F4CD5C1D}"/>
                  </a:ext>
                </a:extLst>
              </p:cNvPr>
              <p:cNvSpPr/>
              <p:nvPr/>
            </p:nvSpPr>
            <p:spPr>
              <a:xfrm>
                <a:off x="3041787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g3252">
                <a:extLst>
                  <a:ext uri="{FF2B5EF4-FFF2-40B4-BE49-F238E27FC236}">
                    <a16:creationId xmlns:a16="http://schemas.microsoft.com/office/drawing/2014/main" id="{55C8E2FC-3877-299A-559F-8B1B56CF5963}"/>
                  </a:ext>
                </a:extLst>
              </p:cNvPr>
              <p:cNvSpPr/>
              <p:nvPr/>
            </p:nvSpPr>
            <p:spPr>
              <a:xfrm>
                <a:off x="3053425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2">
                  <a:alpha val="100000"/>
                </a:srgbClr>
              </a:solidFill>
              <a:ln w="5420" cap="flat">
                <a:solidFill>
                  <a:srgbClr val="3A74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g3253">
                <a:extLst>
                  <a:ext uri="{FF2B5EF4-FFF2-40B4-BE49-F238E27FC236}">
                    <a16:creationId xmlns:a16="http://schemas.microsoft.com/office/drawing/2014/main" id="{F72E868E-54AD-05DA-AC42-9A4D9E628DB1}"/>
                  </a:ext>
                </a:extLst>
              </p:cNvPr>
              <p:cNvSpPr/>
              <p:nvPr/>
            </p:nvSpPr>
            <p:spPr>
              <a:xfrm>
                <a:off x="4414992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g3254">
                <a:extLst>
                  <a:ext uri="{FF2B5EF4-FFF2-40B4-BE49-F238E27FC236}">
                    <a16:creationId xmlns:a16="http://schemas.microsoft.com/office/drawing/2014/main" id="{AFFE490A-D8C1-C8A4-3A0D-5E9D0C181E21}"/>
                  </a:ext>
                </a:extLst>
              </p:cNvPr>
              <p:cNvSpPr/>
              <p:nvPr/>
            </p:nvSpPr>
            <p:spPr>
              <a:xfrm>
                <a:off x="4426630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g3255">
                <a:extLst>
                  <a:ext uri="{FF2B5EF4-FFF2-40B4-BE49-F238E27FC236}">
                    <a16:creationId xmlns:a16="http://schemas.microsoft.com/office/drawing/2014/main" id="{9CAD5FC9-82DD-2787-612A-CF4597455F90}"/>
                  </a:ext>
                </a:extLst>
              </p:cNvPr>
              <p:cNvSpPr/>
              <p:nvPr/>
            </p:nvSpPr>
            <p:spPr>
              <a:xfrm>
                <a:off x="4438267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g3256">
                <a:extLst>
                  <a:ext uri="{FF2B5EF4-FFF2-40B4-BE49-F238E27FC236}">
                    <a16:creationId xmlns:a16="http://schemas.microsoft.com/office/drawing/2014/main" id="{607AAAF2-A92B-2F9D-C55D-B6A52E62D060}"/>
                  </a:ext>
                </a:extLst>
              </p:cNvPr>
              <p:cNvSpPr/>
              <p:nvPr/>
            </p:nvSpPr>
            <p:spPr>
              <a:xfrm>
                <a:off x="444990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g3257">
                <a:extLst>
                  <a:ext uri="{FF2B5EF4-FFF2-40B4-BE49-F238E27FC236}">
                    <a16:creationId xmlns:a16="http://schemas.microsoft.com/office/drawing/2014/main" id="{1BC228D4-5FD0-2268-F490-81231CD1C029}"/>
                  </a:ext>
                </a:extLst>
              </p:cNvPr>
              <p:cNvSpPr/>
              <p:nvPr/>
            </p:nvSpPr>
            <p:spPr>
              <a:xfrm>
                <a:off x="4461542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g3258">
                <a:extLst>
                  <a:ext uri="{FF2B5EF4-FFF2-40B4-BE49-F238E27FC236}">
                    <a16:creationId xmlns:a16="http://schemas.microsoft.com/office/drawing/2014/main" id="{AEFF5021-482F-EE17-A6B4-141BC8B89BA0}"/>
                  </a:ext>
                </a:extLst>
              </p:cNvPr>
              <p:cNvSpPr/>
              <p:nvPr/>
            </p:nvSpPr>
            <p:spPr>
              <a:xfrm>
                <a:off x="462446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g3259">
                <a:extLst>
                  <a:ext uri="{FF2B5EF4-FFF2-40B4-BE49-F238E27FC236}">
                    <a16:creationId xmlns:a16="http://schemas.microsoft.com/office/drawing/2014/main" id="{186D5ADA-1AC5-FBF3-F096-05F69D7843A8}"/>
                  </a:ext>
                </a:extLst>
              </p:cNvPr>
              <p:cNvSpPr/>
              <p:nvPr/>
            </p:nvSpPr>
            <p:spPr>
              <a:xfrm>
                <a:off x="463610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g3260">
                <a:extLst>
                  <a:ext uri="{FF2B5EF4-FFF2-40B4-BE49-F238E27FC236}">
                    <a16:creationId xmlns:a16="http://schemas.microsoft.com/office/drawing/2014/main" id="{C221156E-FD9D-B1A4-69B7-7A387C93C082}"/>
                  </a:ext>
                </a:extLst>
              </p:cNvPr>
              <p:cNvSpPr/>
              <p:nvPr/>
            </p:nvSpPr>
            <p:spPr>
              <a:xfrm>
                <a:off x="4647739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g3261">
                <a:extLst>
                  <a:ext uri="{FF2B5EF4-FFF2-40B4-BE49-F238E27FC236}">
                    <a16:creationId xmlns:a16="http://schemas.microsoft.com/office/drawing/2014/main" id="{957E84CC-A8FC-38FE-8BAE-311218F18931}"/>
                  </a:ext>
                </a:extLst>
              </p:cNvPr>
              <p:cNvSpPr/>
              <p:nvPr/>
            </p:nvSpPr>
            <p:spPr>
              <a:xfrm>
                <a:off x="4659376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g3262">
                <a:extLst>
                  <a:ext uri="{FF2B5EF4-FFF2-40B4-BE49-F238E27FC236}">
                    <a16:creationId xmlns:a16="http://schemas.microsoft.com/office/drawing/2014/main" id="{2FE1BDAA-D662-13D8-D55D-6CE849DEA63B}"/>
                  </a:ext>
                </a:extLst>
              </p:cNvPr>
              <p:cNvSpPr/>
              <p:nvPr/>
            </p:nvSpPr>
            <p:spPr>
              <a:xfrm>
                <a:off x="467101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g3263">
                <a:extLst>
                  <a:ext uri="{FF2B5EF4-FFF2-40B4-BE49-F238E27FC236}">
                    <a16:creationId xmlns:a16="http://schemas.microsoft.com/office/drawing/2014/main" id="{33A00C4F-F683-AC37-090D-1B64B0F5C5CF}"/>
                  </a:ext>
                </a:extLst>
              </p:cNvPr>
              <p:cNvSpPr/>
              <p:nvPr/>
            </p:nvSpPr>
            <p:spPr>
              <a:xfrm>
                <a:off x="468265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g3264">
                <a:extLst>
                  <a:ext uri="{FF2B5EF4-FFF2-40B4-BE49-F238E27FC236}">
                    <a16:creationId xmlns:a16="http://schemas.microsoft.com/office/drawing/2014/main" id="{C9D7F01C-7E44-A42A-BD0D-05DC1818A2C1}"/>
                  </a:ext>
                </a:extLst>
              </p:cNvPr>
              <p:cNvSpPr/>
              <p:nvPr/>
            </p:nvSpPr>
            <p:spPr>
              <a:xfrm>
                <a:off x="289050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g3265">
                <a:extLst>
                  <a:ext uri="{FF2B5EF4-FFF2-40B4-BE49-F238E27FC236}">
                    <a16:creationId xmlns:a16="http://schemas.microsoft.com/office/drawing/2014/main" id="{A19328B1-CF97-4B8A-04E1-F1547AD74A53}"/>
                  </a:ext>
                </a:extLst>
              </p:cNvPr>
              <p:cNvSpPr/>
              <p:nvPr/>
            </p:nvSpPr>
            <p:spPr>
              <a:xfrm>
                <a:off x="290213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g3266">
                <a:extLst>
                  <a:ext uri="{FF2B5EF4-FFF2-40B4-BE49-F238E27FC236}">
                    <a16:creationId xmlns:a16="http://schemas.microsoft.com/office/drawing/2014/main" id="{8C77CECA-569A-B704-3C0C-FA59BB382CC1}"/>
                  </a:ext>
                </a:extLst>
              </p:cNvPr>
              <p:cNvSpPr/>
              <p:nvPr/>
            </p:nvSpPr>
            <p:spPr>
              <a:xfrm>
                <a:off x="2913777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g3267">
                <a:extLst>
                  <a:ext uri="{FF2B5EF4-FFF2-40B4-BE49-F238E27FC236}">
                    <a16:creationId xmlns:a16="http://schemas.microsoft.com/office/drawing/2014/main" id="{90BF45C2-5870-A84C-3F9A-3341A3B7A0F6}"/>
                  </a:ext>
                </a:extLst>
              </p:cNvPr>
              <p:cNvSpPr/>
              <p:nvPr/>
            </p:nvSpPr>
            <p:spPr>
              <a:xfrm>
                <a:off x="292541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g3268">
                <a:extLst>
                  <a:ext uri="{FF2B5EF4-FFF2-40B4-BE49-F238E27FC236}">
                    <a16:creationId xmlns:a16="http://schemas.microsoft.com/office/drawing/2014/main" id="{99856447-1C73-FC4F-9230-0D6E6CB3F2AC}"/>
                  </a:ext>
                </a:extLst>
              </p:cNvPr>
              <p:cNvSpPr/>
              <p:nvPr/>
            </p:nvSpPr>
            <p:spPr>
              <a:xfrm>
                <a:off x="293705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g3269">
                <a:extLst>
                  <a:ext uri="{FF2B5EF4-FFF2-40B4-BE49-F238E27FC236}">
                    <a16:creationId xmlns:a16="http://schemas.microsoft.com/office/drawing/2014/main" id="{C4598909-57F2-A53E-1E73-DBA6B44C4E00}"/>
                  </a:ext>
                </a:extLst>
              </p:cNvPr>
              <p:cNvSpPr/>
              <p:nvPr/>
            </p:nvSpPr>
            <p:spPr>
              <a:xfrm>
                <a:off x="294868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g3270">
                <a:extLst>
                  <a:ext uri="{FF2B5EF4-FFF2-40B4-BE49-F238E27FC236}">
                    <a16:creationId xmlns:a16="http://schemas.microsoft.com/office/drawing/2014/main" id="{4CB75541-433B-BA93-C08C-F1B4E61438F3}"/>
                  </a:ext>
                </a:extLst>
              </p:cNvPr>
              <p:cNvSpPr/>
              <p:nvPr/>
            </p:nvSpPr>
            <p:spPr>
              <a:xfrm>
                <a:off x="2960326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g3271">
                <a:extLst>
                  <a:ext uri="{FF2B5EF4-FFF2-40B4-BE49-F238E27FC236}">
                    <a16:creationId xmlns:a16="http://schemas.microsoft.com/office/drawing/2014/main" id="{A8D36386-4F5C-68EE-1D72-11CFF0C31EE6}"/>
                  </a:ext>
                </a:extLst>
              </p:cNvPr>
              <p:cNvSpPr/>
              <p:nvPr/>
            </p:nvSpPr>
            <p:spPr>
              <a:xfrm>
                <a:off x="297196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g3272">
                <a:extLst>
                  <a:ext uri="{FF2B5EF4-FFF2-40B4-BE49-F238E27FC236}">
                    <a16:creationId xmlns:a16="http://schemas.microsoft.com/office/drawing/2014/main" id="{309808BA-09A3-FE23-18F1-E2ED82CBBE9E}"/>
                  </a:ext>
                </a:extLst>
              </p:cNvPr>
              <p:cNvSpPr/>
              <p:nvPr/>
            </p:nvSpPr>
            <p:spPr>
              <a:xfrm>
                <a:off x="298360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g3273">
                <a:extLst>
                  <a:ext uri="{FF2B5EF4-FFF2-40B4-BE49-F238E27FC236}">
                    <a16:creationId xmlns:a16="http://schemas.microsoft.com/office/drawing/2014/main" id="{013C7A50-1EF1-0287-B5ED-58C816D15158}"/>
                  </a:ext>
                </a:extLst>
              </p:cNvPr>
              <p:cNvSpPr/>
              <p:nvPr/>
            </p:nvSpPr>
            <p:spPr>
              <a:xfrm>
                <a:off x="2995238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g3274">
                <a:extLst>
                  <a:ext uri="{FF2B5EF4-FFF2-40B4-BE49-F238E27FC236}">
                    <a16:creationId xmlns:a16="http://schemas.microsoft.com/office/drawing/2014/main" id="{0E7BB814-489E-0D52-F50D-C2D515CC362F}"/>
                  </a:ext>
                </a:extLst>
              </p:cNvPr>
              <p:cNvSpPr/>
              <p:nvPr/>
            </p:nvSpPr>
            <p:spPr>
              <a:xfrm>
                <a:off x="3006875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g3275">
                <a:extLst>
                  <a:ext uri="{FF2B5EF4-FFF2-40B4-BE49-F238E27FC236}">
                    <a16:creationId xmlns:a16="http://schemas.microsoft.com/office/drawing/2014/main" id="{4B9E6C39-7AD9-2AE6-D393-1D2EBED5E156}"/>
                  </a:ext>
                </a:extLst>
              </p:cNvPr>
              <p:cNvSpPr/>
              <p:nvPr/>
            </p:nvSpPr>
            <p:spPr>
              <a:xfrm>
                <a:off x="301851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g3276">
                <a:extLst>
                  <a:ext uri="{FF2B5EF4-FFF2-40B4-BE49-F238E27FC236}">
                    <a16:creationId xmlns:a16="http://schemas.microsoft.com/office/drawing/2014/main" id="{B180026D-3D67-8533-97C9-18B68EBA5EE3}"/>
                  </a:ext>
                </a:extLst>
              </p:cNvPr>
              <p:cNvSpPr/>
              <p:nvPr/>
            </p:nvSpPr>
            <p:spPr>
              <a:xfrm>
                <a:off x="3030150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g3277">
                <a:extLst>
                  <a:ext uri="{FF2B5EF4-FFF2-40B4-BE49-F238E27FC236}">
                    <a16:creationId xmlns:a16="http://schemas.microsoft.com/office/drawing/2014/main" id="{7FA54248-ED36-3E0D-71D9-F58735D9B06A}"/>
                  </a:ext>
                </a:extLst>
              </p:cNvPr>
              <p:cNvSpPr/>
              <p:nvPr/>
            </p:nvSpPr>
            <p:spPr>
              <a:xfrm>
                <a:off x="441499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g3278">
                <a:extLst>
                  <a:ext uri="{FF2B5EF4-FFF2-40B4-BE49-F238E27FC236}">
                    <a16:creationId xmlns:a16="http://schemas.microsoft.com/office/drawing/2014/main" id="{BB4277B4-684B-47E7-C0BE-A2819A9FA020}"/>
                  </a:ext>
                </a:extLst>
              </p:cNvPr>
              <p:cNvSpPr/>
              <p:nvPr/>
            </p:nvSpPr>
            <p:spPr>
              <a:xfrm>
                <a:off x="4426630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g3279">
                <a:extLst>
                  <a:ext uri="{FF2B5EF4-FFF2-40B4-BE49-F238E27FC236}">
                    <a16:creationId xmlns:a16="http://schemas.microsoft.com/office/drawing/2014/main" id="{25AA22D5-C1F0-7182-769C-ADE6038A7C3A}"/>
                  </a:ext>
                </a:extLst>
              </p:cNvPr>
              <p:cNvSpPr/>
              <p:nvPr/>
            </p:nvSpPr>
            <p:spPr>
              <a:xfrm>
                <a:off x="4438267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g3280">
                <a:extLst>
                  <a:ext uri="{FF2B5EF4-FFF2-40B4-BE49-F238E27FC236}">
                    <a16:creationId xmlns:a16="http://schemas.microsoft.com/office/drawing/2014/main" id="{D3B778A9-8EEA-DB9D-C3C1-A02FF1A1D171}"/>
                  </a:ext>
                </a:extLst>
              </p:cNvPr>
              <p:cNvSpPr/>
              <p:nvPr/>
            </p:nvSpPr>
            <p:spPr>
              <a:xfrm>
                <a:off x="444990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g3281">
                <a:extLst>
                  <a:ext uri="{FF2B5EF4-FFF2-40B4-BE49-F238E27FC236}">
                    <a16:creationId xmlns:a16="http://schemas.microsoft.com/office/drawing/2014/main" id="{01ED0867-0C9B-4BBF-5F9D-04A2642D8A22}"/>
                  </a:ext>
                </a:extLst>
              </p:cNvPr>
              <p:cNvSpPr/>
              <p:nvPr/>
            </p:nvSpPr>
            <p:spPr>
              <a:xfrm>
                <a:off x="446154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g3282">
                <a:extLst>
                  <a:ext uri="{FF2B5EF4-FFF2-40B4-BE49-F238E27FC236}">
                    <a16:creationId xmlns:a16="http://schemas.microsoft.com/office/drawing/2014/main" id="{D7D8CF10-FE6A-2010-7786-3A56DFC8D0AB}"/>
                  </a:ext>
                </a:extLst>
              </p:cNvPr>
              <p:cNvSpPr/>
              <p:nvPr/>
            </p:nvSpPr>
            <p:spPr>
              <a:xfrm>
                <a:off x="462446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g3283">
                <a:extLst>
                  <a:ext uri="{FF2B5EF4-FFF2-40B4-BE49-F238E27FC236}">
                    <a16:creationId xmlns:a16="http://schemas.microsoft.com/office/drawing/2014/main" id="{660A3C6B-6AF0-AFF5-4E0C-388761961427}"/>
                  </a:ext>
                </a:extLst>
              </p:cNvPr>
              <p:cNvSpPr/>
              <p:nvPr/>
            </p:nvSpPr>
            <p:spPr>
              <a:xfrm>
                <a:off x="463610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g3284">
                <a:extLst>
                  <a:ext uri="{FF2B5EF4-FFF2-40B4-BE49-F238E27FC236}">
                    <a16:creationId xmlns:a16="http://schemas.microsoft.com/office/drawing/2014/main" id="{1E8752BD-8449-65DD-2A4F-8E70C13DBDC9}"/>
                  </a:ext>
                </a:extLst>
              </p:cNvPr>
              <p:cNvSpPr/>
              <p:nvPr/>
            </p:nvSpPr>
            <p:spPr>
              <a:xfrm>
                <a:off x="464773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g3285">
                <a:extLst>
                  <a:ext uri="{FF2B5EF4-FFF2-40B4-BE49-F238E27FC236}">
                    <a16:creationId xmlns:a16="http://schemas.microsoft.com/office/drawing/2014/main" id="{7DB0F08C-8389-6970-7D42-9AF2A6A67C49}"/>
                  </a:ext>
                </a:extLst>
              </p:cNvPr>
              <p:cNvSpPr/>
              <p:nvPr/>
            </p:nvSpPr>
            <p:spPr>
              <a:xfrm>
                <a:off x="4659376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g3286">
                <a:extLst>
                  <a:ext uri="{FF2B5EF4-FFF2-40B4-BE49-F238E27FC236}">
                    <a16:creationId xmlns:a16="http://schemas.microsoft.com/office/drawing/2014/main" id="{B97D06C6-26A2-6B48-DFE4-8B5201E34D65}"/>
                  </a:ext>
                </a:extLst>
              </p:cNvPr>
              <p:cNvSpPr/>
              <p:nvPr/>
            </p:nvSpPr>
            <p:spPr>
              <a:xfrm>
                <a:off x="467101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g3287">
                <a:extLst>
                  <a:ext uri="{FF2B5EF4-FFF2-40B4-BE49-F238E27FC236}">
                    <a16:creationId xmlns:a16="http://schemas.microsoft.com/office/drawing/2014/main" id="{4E22FBAE-32E8-456B-5AE3-808F99021BC5}"/>
                  </a:ext>
                </a:extLst>
              </p:cNvPr>
              <p:cNvSpPr/>
              <p:nvPr/>
            </p:nvSpPr>
            <p:spPr>
              <a:xfrm>
                <a:off x="468265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g3288">
                <a:extLst>
                  <a:ext uri="{FF2B5EF4-FFF2-40B4-BE49-F238E27FC236}">
                    <a16:creationId xmlns:a16="http://schemas.microsoft.com/office/drawing/2014/main" id="{7C25E1D4-AD2C-2640-E8D2-B4F14CEB8DBB}"/>
                  </a:ext>
                </a:extLst>
              </p:cNvPr>
              <p:cNvSpPr/>
              <p:nvPr/>
            </p:nvSpPr>
            <p:spPr>
              <a:xfrm>
                <a:off x="2890502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g3289">
                <a:extLst>
                  <a:ext uri="{FF2B5EF4-FFF2-40B4-BE49-F238E27FC236}">
                    <a16:creationId xmlns:a16="http://schemas.microsoft.com/office/drawing/2014/main" id="{34D3B32D-0C53-77F2-EB97-D9C8F0A3ABBD}"/>
                  </a:ext>
                </a:extLst>
              </p:cNvPr>
              <p:cNvSpPr/>
              <p:nvPr/>
            </p:nvSpPr>
            <p:spPr>
              <a:xfrm>
                <a:off x="290213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g3290">
                <a:extLst>
                  <a:ext uri="{FF2B5EF4-FFF2-40B4-BE49-F238E27FC236}">
                    <a16:creationId xmlns:a16="http://schemas.microsoft.com/office/drawing/2014/main" id="{80922687-FBD9-5E22-E917-3E1208F0DBDD}"/>
                  </a:ext>
                </a:extLst>
              </p:cNvPr>
              <p:cNvSpPr/>
              <p:nvPr/>
            </p:nvSpPr>
            <p:spPr>
              <a:xfrm>
                <a:off x="2913777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g3291">
                <a:extLst>
                  <a:ext uri="{FF2B5EF4-FFF2-40B4-BE49-F238E27FC236}">
                    <a16:creationId xmlns:a16="http://schemas.microsoft.com/office/drawing/2014/main" id="{50BE6AD3-3E7C-B6B3-8BAD-37840CCFA134}"/>
                  </a:ext>
                </a:extLst>
              </p:cNvPr>
              <p:cNvSpPr/>
              <p:nvPr/>
            </p:nvSpPr>
            <p:spPr>
              <a:xfrm>
                <a:off x="292541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g3292">
                <a:extLst>
                  <a:ext uri="{FF2B5EF4-FFF2-40B4-BE49-F238E27FC236}">
                    <a16:creationId xmlns:a16="http://schemas.microsoft.com/office/drawing/2014/main" id="{A8BA640F-70CC-3C55-6C28-A4F4C42179A2}"/>
                  </a:ext>
                </a:extLst>
              </p:cNvPr>
              <p:cNvSpPr/>
              <p:nvPr/>
            </p:nvSpPr>
            <p:spPr>
              <a:xfrm>
                <a:off x="293705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g3293">
                <a:extLst>
                  <a:ext uri="{FF2B5EF4-FFF2-40B4-BE49-F238E27FC236}">
                    <a16:creationId xmlns:a16="http://schemas.microsoft.com/office/drawing/2014/main" id="{27296069-94F2-1EA2-615A-AF364BDCC6F8}"/>
                  </a:ext>
                </a:extLst>
              </p:cNvPr>
              <p:cNvSpPr/>
              <p:nvPr/>
            </p:nvSpPr>
            <p:spPr>
              <a:xfrm>
                <a:off x="294868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g3294">
                <a:extLst>
                  <a:ext uri="{FF2B5EF4-FFF2-40B4-BE49-F238E27FC236}">
                    <a16:creationId xmlns:a16="http://schemas.microsoft.com/office/drawing/2014/main" id="{1DAF5DF0-0723-FFF3-FA85-A35B6728A757}"/>
                  </a:ext>
                </a:extLst>
              </p:cNvPr>
              <p:cNvSpPr/>
              <p:nvPr/>
            </p:nvSpPr>
            <p:spPr>
              <a:xfrm>
                <a:off x="2960326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g3295">
                <a:extLst>
                  <a:ext uri="{FF2B5EF4-FFF2-40B4-BE49-F238E27FC236}">
                    <a16:creationId xmlns:a16="http://schemas.microsoft.com/office/drawing/2014/main" id="{66A8C03D-68F6-7377-ABC7-C7D6F1AA32AB}"/>
                  </a:ext>
                </a:extLst>
              </p:cNvPr>
              <p:cNvSpPr/>
              <p:nvPr/>
            </p:nvSpPr>
            <p:spPr>
              <a:xfrm>
                <a:off x="2971963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g3296">
                <a:extLst>
                  <a:ext uri="{FF2B5EF4-FFF2-40B4-BE49-F238E27FC236}">
                    <a16:creationId xmlns:a16="http://schemas.microsoft.com/office/drawing/2014/main" id="{3CF9D8BE-229C-70B9-4DD5-419E98378AC1}"/>
                  </a:ext>
                </a:extLst>
              </p:cNvPr>
              <p:cNvSpPr/>
              <p:nvPr/>
            </p:nvSpPr>
            <p:spPr>
              <a:xfrm>
                <a:off x="298360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g3297">
                <a:extLst>
                  <a:ext uri="{FF2B5EF4-FFF2-40B4-BE49-F238E27FC236}">
                    <a16:creationId xmlns:a16="http://schemas.microsoft.com/office/drawing/2014/main" id="{478F29DF-7793-68F4-B195-E0D537801E4F}"/>
                  </a:ext>
                </a:extLst>
              </p:cNvPr>
              <p:cNvSpPr/>
              <p:nvPr/>
            </p:nvSpPr>
            <p:spPr>
              <a:xfrm>
                <a:off x="4403355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g3298">
                <a:extLst>
                  <a:ext uri="{FF2B5EF4-FFF2-40B4-BE49-F238E27FC236}">
                    <a16:creationId xmlns:a16="http://schemas.microsoft.com/office/drawing/2014/main" id="{A90B8A86-23FB-2CDC-55DB-0B38CEE21E8B}"/>
                  </a:ext>
                </a:extLst>
              </p:cNvPr>
              <p:cNvSpPr/>
              <p:nvPr/>
            </p:nvSpPr>
            <p:spPr>
              <a:xfrm>
                <a:off x="4414992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g3299">
                <a:extLst>
                  <a:ext uri="{FF2B5EF4-FFF2-40B4-BE49-F238E27FC236}">
                    <a16:creationId xmlns:a16="http://schemas.microsoft.com/office/drawing/2014/main" id="{50FCABCE-3973-856C-524D-3EDAC24925A0}"/>
                  </a:ext>
                </a:extLst>
              </p:cNvPr>
              <p:cNvSpPr/>
              <p:nvPr/>
            </p:nvSpPr>
            <p:spPr>
              <a:xfrm>
                <a:off x="4426630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g3300">
                <a:extLst>
                  <a:ext uri="{FF2B5EF4-FFF2-40B4-BE49-F238E27FC236}">
                    <a16:creationId xmlns:a16="http://schemas.microsoft.com/office/drawing/2014/main" id="{4E8DF23B-9020-06C1-4001-5771D267E084}"/>
                  </a:ext>
                </a:extLst>
              </p:cNvPr>
              <p:cNvSpPr/>
              <p:nvPr/>
            </p:nvSpPr>
            <p:spPr>
              <a:xfrm>
                <a:off x="4438267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g3301">
                <a:extLst>
                  <a:ext uri="{FF2B5EF4-FFF2-40B4-BE49-F238E27FC236}">
                    <a16:creationId xmlns:a16="http://schemas.microsoft.com/office/drawing/2014/main" id="{AF6AA0CC-49D3-0DD8-42CC-231310487BD6}"/>
                  </a:ext>
                </a:extLst>
              </p:cNvPr>
              <p:cNvSpPr/>
              <p:nvPr/>
            </p:nvSpPr>
            <p:spPr>
              <a:xfrm>
                <a:off x="444990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g3302">
                <a:extLst>
                  <a:ext uri="{FF2B5EF4-FFF2-40B4-BE49-F238E27FC236}">
                    <a16:creationId xmlns:a16="http://schemas.microsoft.com/office/drawing/2014/main" id="{2D308429-8320-09D2-8F48-438FD8CA5DF9}"/>
                  </a:ext>
                </a:extLst>
              </p:cNvPr>
              <p:cNvSpPr/>
              <p:nvPr/>
            </p:nvSpPr>
            <p:spPr>
              <a:xfrm>
                <a:off x="462446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g3303">
                <a:extLst>
                  <a:ext uri="{FF2B5EF4-FFF2-40B4-BE49-F238E27FC236}">
                    <a16:creationId xmlns:a16="http://schemas.microsoft.com/office/drawing/2014/main" id="{47C82F8D-5A4E-3BA4-27D8-206FF7D031A3}"/>
                  </a:ext>
                </a:extLst>
              </p:cNvPr>
              <p:cNvSpPr/>
              <p:nvPr/>
            </p:nvSpPr>
            <p:spPr>
              <a:xfrm>
                <a:off x="463610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g3304">
                <a:extLst>
                  <a:ext uri="{FF2B5EF4-FFF2-40B4-BE49-F238E27FC236}">
                    <a16:creationId xmlns:a16="http://schemas.microsoft.com/office/drawing/2014/main" id="{3C303040-1EDA-B32A-AACA-B6AADE18913B}"/>
                  </a:ext>
                </a:extLst>
              </p:cNvPr>
              <p:cNvSpPr/>
              <p:nvPr/>
            </p:nvSpPr>
            <p:spPr>
              <a:xfrm>
                <a:off x="464773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g3305">
                <a:extLst>
                  <a:ext uri="{FF2B5EF4-FFF2-40B4-BE49-F238E27FC236}">
                    <a16:creationId xmlns:a16="http://schemas.microsoft.com/office/drawing/2014/main" id="{979E579A-608B-3FD6-49AA-377B7ADA65D2}"/>
                  </a:ext>
                </a:extLst>
              </p:cNvPr>
              <p:cNvSpPr/>
              <p:nvPr/>
            </p:nvSpPr>
            <p:spPr>
              <a:xfrm>
                <a:off x="4659376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g3306">
                <a:extLst>
                  <a:ext uri="{FF2B5EF4-FFF2-40B4-BE49-F238E27FC236}">
                    <a16:creationId xmlns:a16="http://schemas.microsoft.com/office/drawing/2014/main" id="{F0F35C31-E5C3-6486-6F6C-3D067782937B}"/>
                  </a:ext>
                </a:extLst>
              </p:cNvPr>
              <p:cNvSpPr/>
              <p:nvPr/>
            </p:nvSpPr>
            <p:spPr>
              <a:xfrm>
                <a:off x="4671013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g3307">
                <a:extLst>
                  <a:ext uri="{FF2B5EF4-FFF2-40B4-BE49-F238E27FC236}">
                    <a16:creationId xmlns:a16="http://schemas.microsoft.com/office/drawing/2014/main" id="{3C994489-EF9A-EB6F-48C1-5EC24022DE91}"/>
                  </a:ext>
                </a:extLst>
              </p:cNvPr>
              <p:cNvSpPr/>
              <p:nvPr/>
            </p:nvSpPr>
            <p:spPr>
              <a:xfrm>
                <a:off x="468265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g3308">
                <a:extLst>
                  <a:ext uri="{FF2B5EF4-FFF2-40B4-BE49-F238E27FC236}">
                    <a16:creationId xmlns:a16="http://schemas.microsoft.com/office/drawing/2014/main" id="{47A10977-67B6-1057-384F-2F7AFC3C4ED3}"/>
                  </a:ext>
                </a:extLst>
              </p:cNvPr>
              <p:cNvSpPr/>
              <p:nvPr/>
            </p:nvSpPr>
            <p:spPr>
              <a:xfrm>
                <a:off x="2878865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g3309">
                <a:extLst>
                  <a:ext uri="{FF2B5EF4-FFF2-40B4-BE49-F238E27FC236}">
                    <a16:creationId xmlns:a16="http://schemas.microsoft.com/office/drawing/2014/main" id="{A4C1671D-D530-9FF9-7E1B-A461C3F32CEB}"/>
                  </a:ext>
                </a:extLst>
              </p:cNvPr>
              <p:cNvSpPr/>
              <p:nvPr/>
            </p:nvSpPr>
            <p:spPr>
              <a:xfrm>
                <a:off x="289050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g3310">
                <a:extLst>
                  <a:ext uri="{FF2B5EF4-FFF2-40B4-BE49-F238E27FC236}">
                    <a16:creationId xmlns:a16="http://schemas.microsoft.com/office/drawing/2014/main" id="{2C6592B0-C3D6-2C17-10F9-3FAFD6C53D1E}"/>
                  </a:ext>
                </a:extLst>
              </p:cNvPr>
              <p:cNvSpPr/>
              <p:nvPr/>
            </p:nvSpPr>
            <p:spPr>
              <a:xfrm>
                <a:off x="290213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g3311">
                <a:extLst>
                  <a:ext uri="{FF2B5EF4-FFF2-40B4-BE49-F238E27FC236}">
                    <a16:creationId xmlns:a16="http://schemas.microsoft.com/office/drawing/2014/main" id="{F9B9C8E1-C5CF-72F0-7178-3F640CC245BD}"/>
                  </a:ext>
                </a:extLst>
              </p:cNvPr>
              <p:cNvSpPr/>
              <p:nvPr/>
            </p:nvSpPr>
            <p:spPr>
              <a:xfrm>
                <a:off x="2913777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g3312">
                <a:extLst>
                  <a:ext uri="{FF2B5EF4-FFF2-40B4-BE49-F238E27FC236}">
                    <a16:creationId xmlns:a16="http://schemas.microsoft.com/office/drawing/2014/main" id="{7370786F-A3C9-156E-3D98-D02B806F941D}"/>
                  </a:ext>
                </a:extLst>
              </p:cNvPr>
              <p:cNvSpPr/>
              <p:nvPr/>
            </p:nvSpPr>
            <p:spPr>
              <a:xfrm>
                <a:off x="2925414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g3313">
                <a:extLst>
                  <a:ext uri="{FF2B5EF4-FFF2-40B4-BE49-F238E27FC236}">
                    <a16:creationId xmlns:a16="http://schemas.microsoft.com/office/drawing/2014/main" id="{8812A293-7178-6126-C2F1-81DBCC786FBB}"/>
                  </a:ext>
                </a:extLst>
              </p:cNvPr>
              <p:cNvSpPr/>
              <p:nvPr/>
            </p:nvSpPr>
            <p:spPr>
              <a:xfrm>
                <a:off x="293705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g3314">
                <a:extLst>
                  <a:ext uri="{FF2B5EF4-FFF2-40B4-BE49-F238E27FC236}">
                    <a16:creationId xmlns:a16="http://schemas.microsoft.com/office/drawing/2014/main" id="{DF8D396E-7DBD-E1E8-48BE-B3A40896012D}"/>
                  </a:ext>
                </a:extLst>
              </p:cNvPr>
              <p:cNvSpPr/>
              <p:nvPr/>
            </p:nvSpPr>
            <p:spPr>
              <a:xfrm>
                <a:off x="294868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g3315">
                <a:extLst>
                  <a:ext uri="{FF2B5EF4-FFF2-40B4-BE49-F238E27FC236}">
                    <a16:creationId xmlns:a16="http://schemas.microsoft.com/office/drawing/2014/main" id="{3E305A8D-66E2-D6BC-5609-B2210A2C5FAA}"/>
                  </a:ext>
                </a:extLst>
              </p:cNvPr>
              <p:cNvSpPr/>
              <p:nvPr/>
            </p:nvSpPr>
            <p:spPr>
              <a:xfrm>
                <a:off x="2960326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g3316">
                <a:extLst>
                  <a:ext uri="{FF2B5EF4-FFF2-40B4-BE49-F238E27FC236}">
                    <a16:creationId xmlns:a16="http://schemas.microsoft.com/office/drawing/2014/main" id="{29B81E47-201A-29C1-4B09-9524B0D04E0B}"/>
                  </a:ext>
                </a:extLst>
              </p:cNvPr>
              <p:cNvSpPr/>
              <p:nvPr/>
            </p:nvSpPr>
            <p:spPr>
              <a:xfrm>
                <a:off x="4403355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g3317">
                <a:extLst>
                  <a:ext uri="{FF2B5EF4-FFF2-40B4-BE49-F238E27FC236}">
                    <a16:creationId xmlns:a16="http://schemas.microsoft.com/office/drawing/2014/main" id="{C38A0D21-A9AD-A41D-E7AE-DDA3B5359C95}"/>
                  </a:ext>
                </a:extLst>
              </p:cNvPr>
              <p:cNvSpPr/>
              <p:nvPr/>
            </p:nvSpPr>
            <p:spPr>
              <a:xfrm>
                <a:off x="441499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g3318">
                <a:extLst>
                  <a:ext uri="{FF2B5EF4-FFF2-40B4-BE49-F238E27FC236}">
                    <a16:creationId xmlns:a16="http://schemas.microsoft.com/office/drawing/2014/main" id="{7C37B885-7B7A-3198-15CE-63BE8A35A93C}"/>
                  </a:ext>
                </a:extLst>
              </p:cNvPr>
              <p:cNvSpPr/>
              <p:nvPr/>
            </p:nvSpPr>
            <p:spPr>
              <a:xfrm>
                <a:off x="4426630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g3319">
                <a:extLst>
                  <a:ext uri="{FF2B5EF4-FFF2-40B4-BE49-F238E27FC236}">
                    <a16:creationId xmlns:a16="http://schemas.microsoft.com/office/drawing/2014/main" id="{E7EAC355-59D9-7D46-D84E-2FEA4DAEB46E}"/>
                  </a:ext>
                </a:extLst>
              </p:cNvPr>
              <p:cNvSpPr/>
              <p:nvPr/>
            </p:nvSpPr>
            <p:spPr>
              <a:xfrm>
                <a:off x="4438267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g3320">
                <a:extLst>
                  <a:ext uri="{FF2B5EF4-FFF2-40B4-BE49-F238E27FC236}">
                    <a16:creationId xmlns:a16="http://schemas.microsoft.com/office/drawing/2014/main" id="{F9E91AF5-2A04-6150-BA86-423B6AD03EDE}"/>
                  </a:ext>
                </a:extLst>
              </p:cNvPr>
              <p:cNvSpPr/>
              <p:nvPr/>
            </p:nvSpPr>
            <p:spPr>
              <a:xfrm>
                <a:off x="4449904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g3321">
                <a:extLst>
                  <a:ext uri="{FF2B5EF4-FFF2-40B4-BE49-F238E27FC236}">
                    <a16:creationId xmlns:a16="http://schemas.microsoft.com/office/drawing/2014/main" id="{0BAD4BAD-6386-C7DC-2D99-F3DEA645FDC8}"/>
                  </a:ext>
                </a:extLst>
              </p:cNvPr>
              <p:cNvSpPr/>
              <p:nvPr/>
            </p:nvSpPr>
            <p:spPr>
              <a:xfrm>
                <a:off x="446154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g3322">
                <a:extLst>
                  <a:ext uri="{FF2B5EF4-FFF2-40B4-BE49-F238E27FC236}">
                    <a16:creationId xmlns:a16="http://schemas.microsoft.com/office/drawing/2014/main" id="{A97F7108-5EF2-E9AF-AEA8-A5ABF1CF315F}"/>
                  </a:ext>
                </a:extLst>
              </p:cNvPr>
              <p:cNvSpPr/>
              <p:nvPr/>
            </p:nvSpPr>
            <p:spPr>
              <a:xfrm>
                <a:off x="447317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g3323">
                <a:extLst>
                  <a:ext uri="{FF2B5EF4-FFF2-40B4-BE49-F238E27FC236}">
                    <a16:creationId xmlns:a16="http://schemas.microsoft.com/office/drawing/2014/main" id="{5AE5AC18-2C7E-D11C-6F1C-C1F3EC1A64BE}"/>
                  </a:ext>
                </a:extLst>
              </p:cNvPr>
              <p:cNvSpPr/>
              <p:nvPr/>
            </p:nvSpPr>
            <p:spPr>
              <a:xfrm>
                <a:off x="463610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g3324">
                <a:extLst>
                  <a:ext uri="{FF2B5EF4-FFF2-40B4-BE49-F238E27FC236}">
                    <a16:creationId xmlns:a16="http://schemas.microsoft.com/office/drawing/2014/main" id="{8E9C078A-DA5E-ECE5-D2D7-95835CD4229F}"/>
                  </a:ext>
                </a:extLst>
              </p:cNvPr>
              <p:cNvSpPr/>
              <p:nvPr/>
            </p:nvSpPr>
            <p:spPr>
              <a:xfrm>
                <a:off x="464773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g3325">
                <a:extLst>
                  <a:ext uri="{FF2B5EF4-FFF2-40B4-BE49-F238E27FC236}">
                    <a16:creationId xmlns:a16="http://schemas.microsoft.com/office/drawing/2014/main" id="{301CFD7D-ECFC-72EB-F378-D89D622CB1B0}"/>
                  </a:ext>
                </a:extLst>
              </p:cNvPr>
              <p:cNvSpPr/>
              <p:nvPr/>
            </p:nvSpPr>
            <p:spPr>
              <a:xfrm>
                <a:off x="4659376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g3326">
                <a:extLst>
                  <a:ext uri="{FF2B5EF4-FFF2-40B4-BE49-F238E27FC236}">
                    <a16:creationId xmlns:a16="http://schemas.microsoft.com/office/drawing/2014/main" id="{784F2747-916F-621B-5FA2-388008146CCD}"/>
                  </a:ext>
                </a:extLst>
              </p:cNvPr>
              <p:cNvSpPr/>
              <p:nvPr/>
            </p:nvSpPr>
            <p:spPr>
              <a:xfrm>
                <a:off x="4671013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g3327">
                <a:extLst>
                  <a:ext uri="{FF2B5EF4-FFF2-40B4-BE49-F238E27FC236}">
                    <a16:creationId xmlns:a16="http://schemas.microsoft.com/office/drawing/2014/main" id="{77A00064-DCAD-4844-E6DD-CB030485E4E0}"/>
                  </a:ext>
                </a:extLst>
              </p:cNvPr>
              <p:cNvSpPr/>
              <p:nvPr/>
            </p:nvSpPr>
            <p:spPr>
              <a:xfrm>
                <a:off x="468265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g3328">
                <a:extLst>
                  <a:ext uri="{FF2B5EF4-FFF2-40B4-BE49-F238E27FC236}">
                    <a16:creationId xmlns:a16="http://schemas.microsoft.com/office/drawing/2014/main" id="{66B8702F-6E6F-5433-A769-CC5AF8A33137}"/>
                  </a:ext>
                </a:extLst>
              </p:cNvPr>
              <p:cNvSpPr/>
              <p:nvPr/>
            </p:nvSpPr>
            <p:spPr>
              <a:xfrm>
                <a:off x="286722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g3329">
                <a:extLst>
                  <a:ext uri="{FF2B5EF4-FFF2-40B4-BE49-F238E27FC236}">
                    <a16:creationId xmlns:a16="http://schemas.microsoft.com/office/drawing/2014/main" id="{DACE48A0-A084-232C-FB7F-83C9B9B8BD2F}"/>
                  </a:ext>
                </a:extLst>
              </p:cNvPr>
              <p:cNvSpPr/>
              <p:nvPr/>
            </p:nvSpPr>
            <p:spPr>
              <a:xfrm>
                <a:off x="2878865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g3330">
                <a:extLst>
                  <a:ext uri="{FF2B5EF4-FFF2-40B4-BE49-F238E27FC236}">
                    <a16:creationId xmlns:a16="http://schemas.microsoft.com/office/drawing/2014/main" id="{EF598C98-1DE2-35A7-79D7-DFB74ED9C9CE}"/>
                  </a:ext>
                </a:extLst>
              </p:cNvPr>
              <p:cNvSpPr/>
              <p:nvPr/>
            </p:nvSpPr>
            <p:spPr>
              <a:xfrm>
                <a:off x="289050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g3331">
                <a:extLst>
                  <a:ext uri="{FF2B5EF4-FFF2-40B4-BE49-F238E27FC236}">
                    <a16:creationId xmlns:a16="http://schemas.microsoft.com/office/drawing/2014/main" id="{9A6D8B8E-CA3A-ABD8-CCEF-A0515125D41C}"/>
                  </a:ext>
                </a:extLst>
              </p:cNvPr>
              <p:cNvSpPr/>
              <p:nvPr/>
            </p:nvSpPr>
            <p:spPr>
              <a:xfrm>
                <a:off x="290213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g3332">
                <a:extLst>
                  <a:ext uri="{FF2B5EF4-FFF2-40B4-BE49-F238E27FC236}">
                    <a16:creationId xmlns:a16="http://schemas.microsoft.com/office/drawing/2014/main" id="{307A6C14-B17A-DDF4-C553-4DDB7DECF35C}"/>
                  </a:ext>
                </a:extLst>
              </p:cNvPr>
              <p:cNvSpPr/>
              <p:nvPr/>
            </p:nvSpPr>
            <p:spPr>
              <a:xfrm>
                <a:off x="291377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g3333">
                <a:extLst>
                  <a:ext uri="{FF2B5EF4-FFF2-40B4-BE49-F238E27FC236}">
                    <a16:creationId xmlns:a16="http://schemas.microsoft.com/office/drawing/2014/main" id="{1165C8F2-B972-3BFE-E174-8E5CDEFAD578}"/>
                  </a:ext>
                </a:extLst>
              </p:cNvPr>
              <p:cNvSpPr/>
              <p:nvPr/>
            </p:nvSpPr>
            <p:spPr>
              <a:xfrm>
                <a:off x="2925414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g3334">
                <a:extLst>
                  <a:ext uri="{FF2B5EF4-FFF2-40B4-BE49-F238E27FC236}">
                    <a16:creationId xmlns:a16="http://schemas.microsoft.com/office/drawing/2014/main" id="{28ABBE07-BF52-846D-737D-DAAC06FAEE16}"/>
                  </a:ext>
                </a:extLst>
              </p:cNvPr>
              <p:cNvSpPr/>
              <p:nvPr/>
            </p:nvSpPr>
            <p:spPr>
              <a:xfrm>
                <a:off x="293705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g3335">
                <a:extLst>
                  <a:ext uri="{FF2B5EF4-FFF2-40B4-BE49-F238E27FC236}">
                    <a16:creationId xmlns:a16="http://schemas.microsoft.com/office/drawing/2014/main" id="{5D5ACB8A-CD42-3E71-4090-8B2505A69BB1}"/>
                  </a:ext>
                </a:extLst>
              </p:cNvPr>
              <p:cNvSpPr/>
              <p:nvPr/>
            </p:nvSpPr>
            <p:spPr>
              <a:xfrm>
                <a:off x="294868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g3336">
                <a:extLst>
                  <a:ext uri="{FF2B5EF4-FFF2-40B4-BE49-F238E27FC236}">
                    <a16:creationId xmlns:a16="http://schemas.microsoft.com/office/drawing/2014/main" id="{47944C0D-363B-EDE6-5C6E-6542BA076C66}"/>
                  </a:ext>
                </a:extLst>
              </p:cNvPr>
              <p:cNvSpPr/>
              <p:nvPr/>
            </p:nvSpPr>
            <p:spPr>
              <a:xfrm>
                <a:off x="4403355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g3337">
                <a:extLst>
                  <a:ext uri="{FF2B5EF4-FFF2-40B4-BE49-F238E27FC236}">
                    <a16:creationId xmlns:a16="http://schemas.microsoft.com/office/drawing/2014/main" id="{0F86029B-4E4A-7ED1-F1B3-447F12DBC06D}"/>
                  </a:ext>
                </a:extLst>
              </p:cNvPr>
              <p:cNvSpPr/>
              <p:nvPr/>
            </p:nvSpPr>
            <p:spPr>
              <a:xfrm>
                <a:off x="441499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g3338">
                <a:extLst>
                  <a:ext uri="{FF2B5EF4-FFF2-40B4-BE49-F238E27FC236}">
                    <a16:creationId xmlns:a16="http://schemas.microsoft.com/office/drawing/2014/main" id="{22762B55-F6D7-7012-43B9-5EA7829EC41A}"/>
                  </a:ext>
                </a:extLst>
              </p:cNvPr>
              <p:cNvSpPr/>
              <p:nvPr/>
            </p:nvSpPr>
            <p:spPr>
              <a:xfrm>
                <a:off x="4426630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g3339">
                <a:extLst>
                  <a:ext uri="{FF2B5EF4-FFF2-40B4-BE49-F238E27FC236}">
                    <a16:creationId xmlns:a16="http://schemas.microsoft.com/office/drawing/2014/main" id="{99BAF557-430D-FE42-049E-45CBB4A5F46A}"/>
                  </a:ext>
                </a:extLst>
              </p:cNvPr>
              <p:cNvSpPr/>
              <p:nvPr/>
            </p:nvSpPr>
            <p:spPr>
              <a:xfrm>
                <a:off x="443826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g3340">
                <a:extLst>
                  <a:ext uri="{FF2B5EF4-FFF2-40B4-BE49-F238E27FC236}">
                    <a16:creationId xmlns:a16="http://schemas.microsoft.com/office/drawing/2014/main" id="{25707428-F9CB-678F-2690-62A5ADCFB7AF}"/>
                  </a:ext>
                </a:extLst>
              </p:cNvPr>
              <p:cNvSpPr/>
              <p:nvPr/>
            </p:nvSpPr>
            <p:spPr>
              <a:xfrm>
                <a:off x="4449904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g3341">
                <a:extLst>
                  <a:ext uri="{FF2B5EF4-FFF2-40B4-BE49-F238E27FC236}">
                    <a16:creationId xmlns:a16="http://schemas.microsoft.com/office/drawing/2014/main" id="{98AE0418-9764-E380-2AF7-D9526E5B32A2}"/>
                  </a:ext>
                </a:extLst>
              </p:cNvPr>
              <p:cNvSpPr/>
              <p:nvPr/>
            </p:nvSpPr>
            <p:spPr>
              <a:xfrm>
                <a:off x="446154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g3342">
                <a:extLst>
                  <a:ext uri="{FF2B5EF4-FFF2-40B4-BE49-F238E27FC236}">
                    <a16:creationId xmlns:a16="http://schemas.microsoft.com/office/drawing/2014/main" id="{80B8560D-E8F0-A256-25A5-9D0CCB05BFA4}"/>
                  </a:ext>
                </a:extLst>
              </p:cNvPr>
              <p:cNvSpPr/>
              <p:nvPr/>
            </p:nvSpPr>
            <p:spPr>
              <a:xfrm>
                <a:off x="447317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g3343">
                <a:extLst>
                  <a:ext uri="{FF2B5EF4-FFF2-40B4-BE49-F238E27FC236}">
                    <a16:creationId xmlns:a16="http://schemas.microsoft.com/office/drawing/2014/main" id="{336D6435-2D2F-9FF5-8913-4E647D13AB44}"/>
                  </a:ext>
                </a:extLst>
              </p:cNvPr>
              <p:cNvSpPr/>
              <p:nvPr/>
            </p:nvSpPr>
            <p:spPr>
              <a:xfrm>
                <a:off x="4484816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g3344">
                <a:extLst>
                  <a:ext uri="{FF2B5EF4-FFF2-40B4-BE49-F238E27FC236}">
                    <a16:creationId xmlns:a16="http://schemas.microsoft.com/office/drawing/2014/main" id="{BAD88DB1-FE6B-0F7D-6B50-9606D6A7D1FB}"/>
                  </a:ext>
                </a:extLst>
              </p:cNvPr>
              <p:cNvSpPr/>
              <p:nvPr/>
            </p:nvSpPr>
            <p:spPr>
              <a:xfrm>
                <a:off x="463610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2AC">
                  <a:alpha val="100000"/>
                </a:srgbClr>
              </a:solidFill>
              <a:ln w="5420" cap="flat">
                <a:solidFill>
                  <a:srgbClr val="59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g3345">
                <a:extLst>
                  <a:ext uri="{FF2B5EF4-FFF2-40B4-BE49-F238E27FC236}">
                    <a16:creationId xmlns:a16="http://schemas.microsoft.com/office/drawing/2014/main" id="{A714C0B5-0E3B-AA52-B7A1-B646285E6068}"/>
                  </a:ext>
                </a:extLst>
              </p:cNvPr>
              <p:cNvSpPr/>
              <p:nvPr/>
            </p:nvSpPr>
            <p:spPr>
              <a:xfrm>
                <a:off x="464773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g3346">
                <a:extLst>
                  <a:ext uri="{FF2B5EF4-FFF2-40B4-BE49-F238E27FC236}">
                    <a16:creationId xmlns:a16="http://schemas.microsoft.com/office/drawing/2014/main" id="{1DEB1948-1DE5-6B8E-56D4-94E187E32064}"/>
                  </a:ext>
                </a:extLst>
              </p:cNvPr>
              <p:cNvSpPr/>
              <p:nvPr/>
            </p:nvSpPr>
            <p:spPr>
              <a:xfrm>
                <a:off x="4659376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g3347">
                <a:extLst>
                  <a:ext uri="{FF2B5EF4-FFF2-40B4-BE49-F238E27FC236}">
                    <a16:creationId xmlns:a16="http://schemas.microsoft.com/office/drawing/2014/main" id="{74FC1798-498D-CE23-3857-8339B50E142E}"/>
                  </a:ext>
                </a:extLst>
              </p:cNvPr>
              <p:cNvSpPr/>
              <p:nvPr/>
            </p:nvSpPr>
            <p:spPr>
              <a:xfrm>
                <a:off x="4671013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g3348">
                <a:extLst>
                  <a:ext uri="{FF2B5EF4-FFF2-40B4-BE49-F238E27FC236}">
                    <a16:creationId xmlns:a16="http://schemas.microsoft.com/office/drawing/2014/main" id="{203F6A08-5012-071F-01ED-EDAC743B455F}"/>
                  </a:ext>
                </a:extLst>
              </p:cNvPr>
              <p:cNvSpPr/>
              <p:nvPr/>
            </p:nvSpPr>
            <p:spPr>
              <a:xfrm>
                <a:off x="468265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g3349">
                <a:extLst>
                  <a:ext uri="{FF2B5EF4-FFF2-40B4-BE49-F238E27FC236}">
                    <a16:creationId xmlns:a16="http://schemas.microsoft.com/office/drawing/2014/main" id="{B3819E00-F127-D79A-E78E-B7353318E507}"/>
                  </a:ext>
                </a:extLst>
              </p:cNvPr>
              <p:cNvSpPr/>
              <p:nvPr/>
            </p:nvSpPr>
            <p:spPr>
              <a:xfrm>
                <a:off x="4694288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g3350">
                <a:extLst>
                  <a:ext uri="{FF2B5EF4-FFF2-40B4-BE49-F238E27FC236}">
                    <a16:creationId xmlns:a16="http://schemas.microsoft.com/office/drawing/2014/main" id="{842504AD-0327-A759-305E-DA83881B4496}"/>
                  </a:ext>
                </a:extLst>
              </p:cNvPr>
              <p:cNvSpPr/>
              <p:nvPr/>
            </p:nvSpPr>
            <p:spPr>
              <a:xfrm>
                <a:off x="2855590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g3351">
                <a:extLst>
                  <a:ext uri="{FF2B5EF4-FFF2-40B4-BE49-F238E27FC236}">
                    <a16:creationId xmlns:a16="http://schemas.microsoft.com/office/drawing/2014/main" id="{1FF87B01-E730-C468-0750-1E02F98E812D}"/>
                  </a:ext>
                </a:extLst>
              </p:cNvPr>
              <p:cNvSpPr/>
              <p:nvPr/>
            </p:nvSpPr>
            <p:spPr>
              <a:xfrm>
                <a:off x="286722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g3352">
                <a:extLst>
                  <a:ext uri="{FF2B5EF4-FFF2-40B4-BE49-F238E27FC236}">
                    <a16:creationId xmlns:a16="http://schemas.microsoft.com/office/drawing/2014/main" id="{0A1CBD64-535D-45C2-B743-99FDE27915BD}"/>
                  </a:ext>
                </a:extLst>
              </p:cNvPr>
              <p:cNvSpPr/>
              <p:nvPr/>
            </p:nvSpPr>
            <p:spPr>
              <a:xfrm>
                <a:off x="2878865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g3353">
                <a:extLst>
                  <a:ext uri="{FF2B5EF4-FFF2-40B4-BE49-F238E27FC236}">
                    <a16:creationId xmlns:a16="http://schemas.microsoft.com/office/drawing/2014/main" id="{EAA89BE5-55B7-CD2C-42A6-B1663344DB7C}"/>
                  </a:ext>
                </a:extLst>
              </p:cNvPr>
              <p:cNvSpPr/>
              <p:nvPr/>
            </p:nvSpPr>
            <p:spPr>
              <a:xfrm>
                <a:off x="289050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g3354">
                <a:extLst>
                  <a:ext uri="{FF2B5EF4-FFF2-40B4-BE49-F238E27FC236}">
                    <a16:creationId xmlns:a16="http://schemas.microsoft.com/office/drawing/2014/main" id="{ED2EE92B-54C9-0310-6193-5D89427A96E6}"/>
                  </a:ext>
                </a:extLst>
              </p:cNvPr>
              <p:cNvSpPr/>
              <p:nvPr/>
            </p:nvSpPr>
            <p:spPr>
              <a:xfrm>
                <a:off x="290213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g3355">
                <a:extLst>
                  <a:ext uri="{FF2B5EF4-FFF2-40B4-BE49-F238E27FC236}">
                    <a16:creationId xmlns:a16="http://schemas.microsoft.com/office/drawing/2014/main" id="{FAA31B54-6375-E829-FA9B-35214EDADE81}"/>
                  </a:ext>
                </a:extLst>
              </p:cNvPr>
              <p:cNvSpPr/>
              <p:nvPr/>
            </p:nvSpPr>
            <p:spPr>
              <a:xfrm>
                <a:off x="291377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g3356">
                <a:extLst>
                  <a:ext uri="{FF2B5EF4-FFF2-40B4-BE49-F238E27FC236}">
                    <a16:creationId xmlns:a16="http://schemas.microsoft.com/office/drawing/2014/main" id="{7D6D190E-8EA4-50D4-20E9-D15741468ADF}"/>
                  </a:ext>
                </a:extLst>
              </p:cNvPr>
              <p:cNvSpPr/>
              <p:nvPr/>
            </p:nvSpPr>
            <p:spPr>
              <a:xfrm>
                <a:off x="2925414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g3357">
                <a:extLst>
                  <a:ext uri="{FF2B5EF4-FFF2-40B4-BE49-F238E27FC236}">
                    <a16:creationId xmlns:a16="http://schemas.microsoft.com/office/drawing/2014/main" id="{F34875EE-06DF-2124-E749-DA8241D72AA4}"/>
                  </a:ext>
                </a:extLst>
              </p:cNvPr>
              <p:cNvSpPr/>
              <p:nvPr/>
            </p:nvSpPr>
            <p:spPr>
              <a:xfrm>
                <a:off x="2937051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g3358">
                <a:extLst>
                  <a:ext uri="{FF2B5EF4-FFF2-40B4-BE49-F238E27FC236}">
                    <a16:creationId xmlns:a16="http://schemas.microsoft.com/office/drawing/2014/main" id="{F5917A36-CF7E-E3F1-F50E-F91F57D955A6}"/>
                  </a:ext>
                </a:extLst>
              </p:cNvPr>
              <p:cNvSpPr/>
              <p:nvPr/>
            </p:nvSpPr>
            <p:spPr>
              <a:xfrm>
                <a:off x="4403355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g3359">
                <a:extLst>
                  <a:ext uri="{FF2B5EF4-FFF2-40B4-BE49-F238E27FC236}">
                    <a16:creationId xmlns:a16="http://schemas.microsoft.com/office/drawing/2014/main" id="{CA6494F7-BA2E-1F8F-122D-1C420F88ABFA}"/>
                  </a:ext>
                </a:extLst>
              </p:cNvPr>
              <p:cNvSpPr/>
              <p:nvPr/>
            </p:nvSpPr>
            <p:spPr>
              <a:xfrm>
                <a:off x="441499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g3360">
                <a:extLst>
                  <a:ext uri="{FF2B5EF4-FFF2-40B4-BE49-F238E27FC236}">
                    <a16:creationId xmlns:a16="http://schemas.microsoft.com/office/drawing/2014/main" id="{E4346F29-7AF8-3441-1C27-E04FEE54EF25}"/>
                  </a:ext>
                </a:extLst>
              </p:cNvPr>
              <p:cNvSpPr/>
              <p:nvPr/>
            </p:nvSpPr>
            <p:spPr>
              <a:xfrm>
                <a:off x="4426630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g3361">
                <a:extLst>
                  <a:ext uri="{FF2B5EF4-FFF2-40B4-BE49-F238E27FC236}">
                    <a16:creationId xmlns:a16="http://schemas.microsoft.com/office/drawing/2014/main" id="{5347E630-87E4-43A3-9EC0-336404DC8280}"/>
                  </a:ext>
                </a:extLst>
              </p:cNvPr>
              <p:cNvSpPr/>
              <p:nvPr/>
            </p:nvSpPr>
            <p:spPr>
              <a:xfrm>
                <a:off x="443826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g3362">
                <a:extLst>
                  <a:ext uri="{FF2B5EF4-FFF2-40B4-BE49-F238E27FC236}">
                    <a16:creationId xmlns:a16="http://schemas.microsoft.com/office/drawing/2014/main" id="{507905BA-5E74-11E7-84D7-6B7C69B0AD16}"/>
                  </a:ext>
                </a:extLst>
              </p:cNvPr>
              <p:cNvSpPr/>
              <p:nvPr/>
            </p:nvSpPr>
            <p:spPr>
              <a:xfrm>
                <a:off x="4449904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g3363">
                <a:extLst>
                  <a:ext uri="{FF2B5EF4-FFF2-40B4-BE49-F238E27FC236}">
                    <a16:creationId xmlns:a16="http://schemas.microsoft.com/office/drawing/2014/main" id="{5B0086BC-61D0-86A8-B136-B4E1DC87DA6B}"/>
                  </a:ext>
                </a:extLst>
              </p:cNvPr>
              <p:cNvSpPr/>
              <p:nvPr/>
            </p:nvSpPr>
            <p:spPr>
              <a:xfrm>
                <a:off x="446154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g3364">
                <a:extLst>
                  <a:ext uri="{FF2B5EF4-FFF2-40B4-BE49-F238E27FC236}">
                    <a16:creationId xmlns:a16="http://schemas.microsoft.com/office/drawing/2014/main" id="{443A0205-C4D9-2FB5-1B72-7321B3B634F8}"/>
                  </a:ext>
                </a:extLst>
              </p:cNvPr>
              <p:cNvSpPr/>
              <p:nvPr/>
            </p:nvSpPr>
            <p:spPr>
              <a:xfrm>
                <a:off x="447317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g3365">
                <a:extLst>
                  <a:ext uri="{FF2B5EF4-FFF2-40B4-BE49-F238E27FC236}">
                    <a16:creationId xmlns:a16="http://schemas.microsoft.com/office/drawing/2014/main" id="{4F8C3B2D-989B-6679-A240-2E05D59CA0FA}"/>
                  </a:ext>
                </a:extLst>
              </p:cNvPr>
              <p:cNvSpPr/>
              <p:nvPr/>
            </p:nvSpPr>
            <p:spPr>
              <a:xfrm>
                <a:off x="4484816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g3366">
                <a:extLst>
                  <a:ext uri="{FF2B5EF4-FFF2-40B4-BE49-F238E27FC236}">
                    <a16:creationId xmlns:a16="http://schemas.microsoft.com/office/drawing/2014/main" id="{00FEE6B7-9C9F-AF2C-B9AF-5A02F7B2F7BE}"/>
                  </a:ext>
                </a:extLst>
              </p:cNvPr>
              <p:cNvSpPr/>
              <p:nvPr/>
            </p:nvSpPr>
            <p:spPr>
              <a:xfrm>
                <a:off x="464773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g3367">
                <a:extLst>
                  <a:ext uri="{FF2B5EF4-FFF2-40B4-BE49-F238E27FC236}">
                    <a16:creationId xmlns:a16="http://schemas.microsoft.com/office/drawing/2014/main" id="{6FA52713-BC0F-5857-05A9-40147752FC10}"/>
                  </a:ext>
                </a:extLst>
              </p:cNvPr>
              <p:cNvSpPr/>
              <p:nvPr/>
            </p:nvSpPr>
            <p:spPr>
              <a:xfrm>
                <a:off x="4659376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g3368">
                <a:extLst>
                  <a:ext uri="{FF2B5EF4-FFF2-40B4-BE49-F238E27FC236}">
                    <a16:creationId xmlns:a16="http://schemas.microsoft.com/office/drawing/2014/main" id="{8259F9F0-D1EB-D0CE-FBF8-141BFD573E9B}"/>
                  </a:ext>
                </a:extLst>
              </p:cNvPr>
              <p:cNvSpPr/>
              <p:nvPr/>
            </p:nvSpPr>
            <p:spPr>
              <a:xfrm>
                <a:off x="4671013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g3369">
                <a:extLst>
                  <a:ext uri="{FF2B5EF4-FFF2-40B4-BE49-F238E27FC236}">
                    <a16:creationId xmlns:a16="http://schemas.microsoft.com/office/drawing/2014/main" id="{9C48E2D9-7B91-2AD0-1814-83A5F4D5A2B7}"/>
                  </a:ext>
                </a:extLst>
              </p:cNvPr>
              <p:cNvSpPr/>
              <p:nvPr/>
            </p:nvSpPr>
            <p:spPr>
              <a:xfrm>
                <a:off x="4682651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g3370">
                <a:extLst>
                  <a:ext uri="{FF2B5EF4-FFF2-40B4-BE49-F238E27FC236}">
                    <a16:creationId xmlns:a16="http://schemas.microsoft.com/office/drawing/2014/main" id="{291D54F0-E5E4-1894-4EE2-49530C6593C3}"/>
                  </a:ext>
                </a:extLst>
              </p:cNvPr>
              <p:cNvSpPr/>
              <p:nvPr/>
            </p:nvSpPr>
            <p:spPr>
              <a:xfrm>
                <a:off x="4694288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g3371">
                <a:extLst>
                  <a:ext uri="{FF2B5EF4-FFF2-40B4-BE49-F238E27FC236}">
                    <a16:creationId xmlns:a16="http://schemas.microsoft.com/office/drawing/2014/main" id="{0D07F1D2-ED79-A77B-D884-2FA0ECCE56D6}"/>
                  </a:ext>
                </a:extLst>
              </p:cNvPr>
              <p:cNvSpPr/>
              <p:nvPr/>
            </p:nvSpPr>
            <p:spPr>
              <a:xfrm>
                <a:off x="2855590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g3372">
                <a:extLst>
                  <a:ext uri="{FF2B5EF4-FFF2-40B4-BE49-F238E27FC236}">
                    <a16:creationId xmlns:a16="http://schemas.microsoft.com/office/drawing/2014/main" id="{675AD7A9-833A-4806-3561-5A49224125D7}"/>
                  </a:ext>
                </a:extLst>
              </p:cNvPr>
              <p:cNvSpPr/>
              <p:nvPr/>
            </p:nvSpPr>
            <p:spPr>
              <a:xfrm>
                <a:off x="286722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g3373">
                <a:extLst>
                  <a:ext uri="{FF2B5EF4-FFF2-40B4-BE49-F238E27FC236}">
                    <a16:creationId xmlns:a16="http://schemas.microsoft.com/office/drawing/2014/main" id="{425ED074-21B1-B756-8CD9-2CFAB5E7FA1D}"/>
                  </a:ext>
                </a:extLst>
              </p:cNvPr>
              <p:cNvSpPr/>
              <p:nvPr/>
            </p:nvSpPr>
            <p:spPr>
              <a:xfrm>
                <a:off x="2878865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g3374">
                <a:extLst>
                  <a:ext uri="{FF2B5EF4-FFF2-40B4-BE49-F238E27FC236}">
                    <a16:creationId xmlns:a16="http://schemas.microsoft.com/office/drawing/2014/main" id="{15FFA362-5F89-A2C0-87F3-B1CA26FA5F44}"/>
                  </a:ext>
                </a:extLst>
              </p:cNvPr>
              <p:cNvSpPr/>
              <p:nvPr/>
            </p:nvSpPr>
            <p:spPr>
              <a:xfrm>
                <a:off x="289050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g3375">
                <a:extLst>
                  <a:ext uri="{FF2B5EF4-FFF2-40B4-BE49-F238E27FC236}">
                    <a16:creationId xmlns:a16="http://schemas.microsoft.com/office/drawing/2014/main" id="{32B5CEA4-4EA4-B13E-6601-E315858D6EAF}"/>
                  </a:ext>
                </a:extLst>
              </p:cNvPr>
              <p:cNvSpPr/>
              <p:nvPr/>
            </p:nvSpPr>
            <p:spPr>
              <a:xfrm>
                <a:off x="290213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g3376">
                <a:extLst>
                  <a:ext uri="{FF2B5EF4-FFF2-40B4-BE49-F238E27FC236}">
                    <a16:creationId xmlns:a16="http://schemas.microsoft.com/office/drawing/2014/main" id="{77E5A60E-1F84-9F55-E880-3E80F2AC96CE}"/>
                  </a:ext>
                </a:extLst>
              </p:cNvPr>
              <p:cNvSpPr/>
              <p:nvPr/>
            </p:nvSpPr>
            <p:spPr>
              <a:xfrm>
                <a:off x="291377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g3377">
                <a:extLst>
                  <a:ext uri="{FF2B5EF4-FFF2-40B4-BE49-F238E27FC236}">
                    <a16:creationId xmlns:a16="http://schemas.microsoft.com/office/drawing/2014/main" id="{6E24023B-700D-C359-D342-158BAA18B9F9}"/>
                  </a:ext>
                </a:extLst>
              </p:cNvPr>
              <p:cNvSpPr/>
              <p:nvPr/>
            </p:nvSpPr>
            <p:spPr>
              <a:xfrm>
                <a:off x="2925414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g3378">
                <a:extLst>
                  <a:ext uri="{FF2B5EF4-FFF2-40B4-BE49-F238E27FC236}">
                    <a16:creationId xmlns:a16="http://schemas.microsoft.com/office/drawing/2014/main" id="{5887BBB0-A90E-AA1A-E109-BCB28FEAC72D}"/>
                  </a:ext>
                </a:extLst>
              </p:cNvPr>
              <p:cNvSpPr/>
              <p:nvPr/>
            </p:nvSpPr>
            <p:spPr>
              <a:xfrm>
                <a:off x="4403355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g3379">
                <a:extLst>
                  <a:ext uri="{FF2B5EF4-FFF2-40B4-BE49-F238E27FC236}">
                    <a16:creationId xmlns:a16="http://schemas.microsoft.com/office/drawing/2014/main" id="{A6A8428B-452F-8C13-7567-810347CE6DA6}"/>
                  </a:ext>
                </a:extLst>
              </p:cNvPr>
              <p:cNvSpPr/>
              <p:nvPr/>
            </p:nvSpPr>
            <p:spPr>
              <a:xfrm>
                <a:off x="441499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g3380">
                <a:extLst>
                  <a:ext uri="{FF2B5EF4-FFF2-40B4-BE49-F238E27FC236}">
                    <a16:creationId xmlns:a16="http://schemas.microsoft.com/office/drawing/2014/main" id="{13E3A5DC-2C69-B2DA-C75E-C537EBCF5C47}"/>
                  </a:ext>
                </a:extLst>
              </p:cNvPr>
              <p:cNvSpPr/>
              <p:nvPr/>
            </p:nvSpPr>
            <p:spPr>
              <a:xfrm>
                <a:off x="4426630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g3381">
                <a:extLst>
                  <a:ext uri="{FF2B5EF4-FFF2-40B4-BE49-F238E27FC236}">
                    <a16:creationId xmlns:a16="http://schemas.microsoft.com/office/drawing/2014/main" id="{4D98569B-C941-9302-E32B-77F277B1A9FF}"/>
                  </a:ext>
                </a:extLst>
              </p:cNvPr>
              <p:cNvSpPr/>
              <p:nvPr/>
            </p:nvSpPr>
            <p:spPr>
              <a:xfrm>
                <a:off x="443826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g3382">
                <a:extLst>
                  <a:ext uri="{FF2B5EF4-FFF2-40B4-BE49-F238E27FC236}">
                    <a16:creationId xmlns:a16="http://schemas.microsoft.com/office/drawing/2014/main" id="{59FC3C43-CB71-BCF1-2B44-5B3721CCCE23}"/>
                  </a:ext>
                </a:extLst>
              </p:cNvPr>
              <p:cNvSpPr/>
              <p:nvPr/>
            </p:nvSpPr>
            <p:spPr>
              <a:xfrm>
                <a:off x="4449904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g3383">
                <a:extLst>
                  <a:ext uri="{FF2B5EF4-FFF2-40B4-BE49-F238E27FC236}">
                    <a16:creationId xmlns:a16="http://schemas.microsoft.com/office/drawing/2014/main" id="{0FD33B46-3775-658C-1F5E-F19ED5B52610}"/>
                  </a:ext>
                </a:extLst>
              </p:cNvPr>
              <p:cNvSpPr/>
              <p:nvPr/>
            </p:nvSpPr>
            <p:spPr>
              <a:xfrm>
                <a:off x="446154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g3384">
                <a:extLst>
                  <a:ext uri="{FF2B5EF4-FFF2-40B4-BE49-F238E27FC236}">
                    <a16:creationId xmlns:a16="http://schemas.microsoft.com/office/drawing/2014/main" id="{C5774376-D11C-5698-F227-E96E2017D025}"/>
                  </a:ext>
                </a:extLst>
              </p:cNvPr>
              <p:cNvSpPr/>
              <p:nvPr/>
            </p:nvSpPr>
            <p:spPr>
              <a:xfrm>
                <a:off x="447317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g3385">
                <a:extLst>
                  <a:ext uri="{FF2B5EF4-FFF2-40B4-BE49-F238E27FC236}">
                    <a16:creationId xmlns:a16="http://schemas.microsoft.com/office/drawing/2014/main" id="{3E65BFD9-34B0-4AA4-45D1-5A39E6748E55}"/>
                  </a:ext>
                </a:extLst>
              </p:cNvPr>
              <p:cNvSpPr/>
              <p:nvPr/>
            </p:nvSpPr>
            <p:spPr>
              <a:xfrm>
                <a:off x="4484816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g3386">
                <a:extLst>
                  <a:ext uri="{FF2B5EF4-FFF2-40B4-BE49-F238E27FC236}">
                    <a16:creationId xmlns:a16="http://schemas.microsoft.com/office/drawing/2014/main" id="{EB4568E5-7C17-B69C-A6A4-0A1DB9692A3B}"/>
                  </a:ext>
                </a:extLst>
              </p:cNvPr>
              <p:cNvSpPr/>
              <p:nvPr/>
            </p:nvSpPr>
            <p:spPr>
              <a:xfrm>
                <a:off x="464773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g3387">
                <a:extLst>
                  <a:ext uri="{FF2B5EF4-FFF2-40B4-BE49-F238E27FC236}">
                    <a16:creationId xmlns:a16="http://schemas.microsoft.com/office/drawing/2014/main" id="{8BF7E3C1-09BE-72BB-4FBF-9372EDA80090}"/>
                  </a:ext>
                </a:extLst>
              </p:cNvPr>
              <p:cNvSpPr/>
              <p:nvPr/>
            </p:nvSpPr>
            <p:spPr>
              <a:xfrm>
                <a:off x="4659376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g3388">
                <a:extLst>
                  <a:ext uri="{FF2B5EF4-FFF2-40B4-BE49-F238E27FC236}">
                    <a16:creationId xmlns:a16="http://schemas.microsoft.com/office/drawing/2014/main" id="{CCDC0C3B-F02F-DB3A-2D91-107DD365F4EF}"/>
                  </a:ext>
                </a:extLst>
              </p:cNvPr>
              <p:cNvSpPr/>
              <p:nvPr/>
            </p:nvSpPr>
            <p:spPr>
              <a:xfrm>
                <a:off x="4671013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g3389">
                <a:extLst>
                  <a:ext uri="{FF2B5EF4-FFF2-40B4-BE49-F238E27FC236}">
                    <a16:creationId xmlns:a16="http://schemas.microsoft.com/office/drawing/2014/main" id="{907F8975-4331-4959-8B43-232A4D44C6E2}"/>
                  </a:ext>
                </a:extLst>
              </p:cNvPr>
              <p:cNvSpPr/>
              <p:nvPr/>
            </p:nvSpPr>
            <p:spPr>
              <a:xfrm>
                <a:off x="4682651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g3390">
                <a:extLst>
                  <a:ext uri="{FF2B5EF4-FFF2-40B4-BE49-F238E27FC236}">
                    <a16:creationId xmlns:a16="http://schemas.microsoft.com/office/drawing/2014/main" id="{50667C07-EC51-23E2-5675-722D44B5E514}"/>
                  </a:ext>
                </a:extLst>
              </p:cNvPr>
              <p:cNvSpPr/>
              <p:nvPr/>
            </p:nvSpPr>
            <p:spPr>
              <a:xfrm>
                <a:off x="4694288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g3391">
                <a:extLst>
                  <a:ext uri="{FF2B5EF4-FFF2-40B4-BE49-F238E27FC236}">
                    <a16:creationId xmlns:a16="http://schemas.microsoft.com/office/drawing/2014/main" id="{64401B18-EB19-3B24-2B4E-B69543C489C0}"/>
                  </a:ext>
                </a:extLst>
              </p:cNvPr>
              <p:cNvSpPr/>
              <p:nvPr/>
            </p:nvSpPr>
            <p:spPr>
              <a:xfrm>
                <a:off x="283231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g3392">
                <a:extLst>
                  <a:ext uri="{FF2B5EF4-FFF2-40B4-BE49-F238E27FC236}">
                    <a16:creationId xmlns:a16="http://schemas.microsoft.com/office/drawing/2014/main" id="{F4910179-2CF4-30AA-6813-AFE2AD69F4CE}"/>
                  </a:ext>
                </a:extLst>
              </p:cNvPr>
              <p:cNvSpPr/>
              <p:nvPr/>
            </p:nvSpPr>
            <p:spPr>
              <a:xfrm>
                <a:off x="2843953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g3393">
                <a:extLst>
                  <a:ext uri="{FF2B5EF4-FFF2-40B4-BE49-F238E27FC236}">
                    <a16:creationId xmlns:a16="http://schemas.microsoft.com/office/drawing/2014/main" id="{2020A993-A04A-7DAF-94E7-0870975BC8DF}"/>
                  </a:ext>
                </a:extLst>
              </p:cNvPr>
              <p:cNvSpPr/>
              <p:nvPr/>
            </p:nvSpPr>
            <p:spPr>
              <a:xfrm>
                <a:off x="286722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g3394">
                <a:extLst>
                  <a:ext uri="{FF2B5EF4-FFF2-40B4-BE49-F238E27FC236}">
                    <a16:creationId xmlns:a16="http://schemas.microsoft.com/office/drawing/2014/main" id="{605546F2-9902-8C4F-E600-BD78FF3A38D2}"/>
                  </a:ext>
                </a:extLst>
              </p:cNvPr>
              <p:cNvSpPr/>
              <p:nvPr/>
            </p:nvSpPr>
            <p:spPr>
              <a:xfrm>
                <a:off x="287886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g3395">
                <a:extLst>
                  <a:ext uri="{FF2B5EF4-FFF2-40B4-BE49-F238E27FC236}">
                    <a16:creationId xmlns:a16="http://schemas.microsoft.com/office/drawing/2014/main" id="{AD0B6D93-5E6B-3D4D-1682-7520BBC2FC52}"/>
                  </a:ext>
                </a:extLst>
              </p:cNvPr>
              <p:cNvSpPr/>
              <p:nvPr/>
            </p:nvSpPr>
            <p:spPr>
              <a:xfrm>
                <a:off x="289050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g3396">
                <a:extLst>
                  <a:ext uri="{FF2B5EF4-FFF2-40B4-BE49-F238E27FC236}">
                    <a16:creationId xmlns:a16="http://schemas.microsoft.com/office/drawing/2014/main" id="{029C4735-0529-19FB-F5F8-619F102B3739}"/>
                  </a:ext>
                </a:extLst>
              </p:cNvPr>
              <p:cNvSpPr/>
              <p:nvPr/>
            </p:nvSpPr>
            <p:spPr>
              <a:xfrm>
                <a:off x="290213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g3397">
                <a:extLst>
                  <a:ext uri="{FF2B5EF4-FFF2-40B4-BE49-F238E27FC236}">
                    <a16:creationId xmlns:a16="http://schemas.microsoft.com/office/drawing/2014/main" id="{01AD450A-EB01-BD57-468D-DBA8099D3831}"/>
                  </a:ext>
                </a:extLst>
              </p:cNvPr>
              <p:cNvSpPr/>
              <p:nvPr/>
            </p:nvSpPr>
            <p:spPr>
              <a:xfrm>
                <a:off x="291377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g3398">
                <a:extLst>
                  <a:ext uri="{FF2B5EF4-FFF2-40B4-BE49-F238E27FC236}">
                    <a16:creationId xmlns:a16="http://schemas.microsoft.com/office/drawing/2014/main" id="{4CB8627B-E273-C8F8-0A9E-9768DDDA6368}"/>
                  </a:ext>
                </a:extLst>
              </p:cNvPr>
              <p:cNvSpPr/>
              <p:nvPr/>
            </p:nvSpPr>
            <p:spPr>
              <a:xfrm>
                <a:off x="440335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g3399">
                <a:extLst>
                  <a:ext uri="{FF2B5EF4-FFF2-40B4-BE49-F238E27FC236}">
                    <a16:creationId xmlns:a16="http://schemas.microsoft.com/office/drawing/2014/main" id="{B23D73F8-6A48-1398-85A2-875FA28BA29E}"/>
                  </a:ext>
                </a:extLst>
              </p:cNvPr>
              <p:cNvSpPr/>
              <p:nvPr/>
            </p:nvSpPr>
            <p:spPr>
              <a:xfrm>
                <a:off x="441499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g3400">
                <a:extLst>
                  <a:ext uri="{FF2B5EF4-FFF2-40B4-BE49-F238E27FC236}">
                    <a16:creationId xmlns:a16="http://schemas.microsoft.com/office/drawing/2014/main" id="{B8F3FED4-8EFC-295F-DFDE-3C4FD8F4E300}"/>
                  </a:ext>
                </a:extLst>
              </p:cNvPr>
              <p:cNvSpPr/>
              <p:nvPr/>
            </p:nvSpPr>
            <p:spPr>
              <a:xfrm>
                <a:off x="4426630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g3401">
                <a:extLst>
                  <a:ext uri="{FF2B5EF4-FFF2-40B4-BE49-F238E27FC236}">
                    <a16:creationId xmlns:a16="http://schemas.microsoft.com/office/drawing/2014/main" id="{D2AD39D7-1E30-63F5-21E5-EA9D39472E18}"/>
                  </a:ext>
                </a:extLst>
              </p:cNvPr>
              <p:cNvSpPr/>
              <p:nvPr/>
            </p:nvSpPr>
            <p:spPr>
              <a:xfrm>
                <a:off x="443826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g3402">
                <a:extLst>
                  <a:ext uri="{FF2B5EF4-FFF2-40B4-BE49-F238E27FC236}">
                    <a16:creationId xmlns:a16="http://schemas.microsoft.com/office/drawing/2014/main" id="{4F7B5942-7A4E-0875-6BA3-107467722A7F}"/>
                  </a:ext>
                </a:extLst>
              </p:cNvPr>
              <p:cNvSpPr/>
              <p:nvPr/>
            </p:nvSpPr>
            <p:spPr>
              <a:xfrm>
                <a:off x="4449904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g3403">
                <a:extLst>
                  <a:ext uri="{FF2B5EF4-FFF2-40B4-BE49-F238E27FC236}">
                    <a16:creationId xmlns:a16="http://schemas.microsoft.com/office/drawing/2014/main" id="{9200F5F6-19EA-38C7-756C-F8B9FBA36C66}"/>
                  </a:ext>
                </a:extLst>
              </p:cNvPr>
              <p:cNvSpPr/>
              <p:nvPr/>
            </p:nvSpPr>
            <p:spPr>
              <a:xfrm>
                <a:off x="446154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g3404">
                <a:extLst>
                  <a:ext uri="{FF2B5EF4-FFF2-40B4-BE49-F238E27FC236}">
                    <a16:creationId xmlns:a16="http://schemas.microsoft.com/office/drawing/2014/main" id="{7D8A4224-BA8D-7850-C8F5-8276F895490A}"/>
                  </a:ext>
                </a:extLst>
              </p:cNvPr>
              <p:cNvSpPr/>
              <p:nvPr/>
            </p:nvSpPr>
            <p:spPr>
              <a:xfrm>
                <a:off x="447317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g3405">
                <a:extLst>
                  <a:ext uri="{FF2B5EF4-FFF2-40B4-BE49-F238E27FC236}">
                    <a16:creationId xmlns:a16="http://schemas.microsoft.com/office/drawing/2014/main" id="{030ADEFF-0C8A-DCA7-6268-21B76E00298C}"/>
                  </a:ext>
                </a:extLst>
              </p:cNvPr>
              <p:cNvSpPr/>
              <p:nvPr/>
            </p:nvSpPr>
            <p:spPr>
              <a:xfrm>
                <a:off x="4484816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g3406">
                <a:extLst>
                  <a:ext uri="{FF2B5EF4-FFF2-40B4-BE49-F238E27FC236}">
                    <a16:creationId xmlns:a16="http://schemas.microsoft.com/office/drawing/2014/main" id="{BAA5F7F5-97E8-2485-5AF0-9182FBE1DDB3}"/>
                  </a:ext>
                </a:extLst>
              </p:cNvPr>
              <p:cNvSpPr/>
              <p:nvPr/>
            </p:nvSpPr>
            <p:spPr>
              <a:xfrm>
                <a:off x="464773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g3407">
                <a:extLst>
                  <a:ext uri="{FF2B5EF4-FFF2-40B4-BE49-F238E27FC236}">
                    <a16:creationId xmlns:a16="http://schemas.microsoft.com/office/drawing/2014/main" id="{58C11C61-543A-AA04-1418-2690CFBF1067}"/>
                  </a:ext>
                </a:extLst>
              </p:cNvPr>
              <p:cNvSpPr/>
              <p:nvPr/>
            </p:nvSpPr>
            <p:spPr>
              <a:xfrm>
                <a:off x="4659376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g3408">
                <a:extLst>
                  <a:ext uri="{FF2B5EF4-FFF2-40B4-BE49-F238E27FC236}">
                    <a16:creationId xmlns:a16="http://schemas.microsoft.com/office/drawing/2014/main" id="{E6CD79DB-93F6-CD47-9F05-0D1F15F02A31}"/>
                  </a:ext>
                </a:extLst>
              </p:cNvPr>
              <p:cNvSpPr/>
              <p:nvPr/>
            </p:nvSpPr>
            <p:spPr>
              <a:xfrm>
                <a:off x="4671013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g3409">
                <a:extLst>
                  <a:ext uri="{FF2B5EF4-FFF2-40B4-BE49-F238E27FC236}">
                    <a16:creationId xmlns:a16="http://schemas.microsoft.com/office/drawing/2014/main" id="{1949EDB5-74F1-C86B-DB10-9B0E221FB3A9}"/>
                  </a:ext>
                </a:extLst>
              </p:cNvPr>
              <p:cNvSpPr/>
              <p:nvPr/>
            </p:nvSpPr>
            <p:spPr>
              <a:xfrm>
                <a:off x="4682651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g3410">
                <a:extLst>
                  <a:ext uri="{FF2B5EF4-FFF2-40B4-BE49-F238E27FC236}">
                    <a16:creationId xmlns:a16="http://schemas.microsoft.com/office/drawing/2014/main" id="{5F201CAE-2509-A37D-6842-26054DCCB9E7}"/>
                  </a:ext>
                </a:extLst>
              </p:cNvPr>
              <p:cNvSpPr/>
              <p:nvPr/>
            </p:nvSpPr>
            <p:spPr>
              <a:xfrm>
                <a:off x="4694288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g3411">
                <a:extLst>
                  <a:ext uri="{FF2B5EF4-FFF2-40B4-BE49-F238E27FC236}">
                    <a16:creationId xmlns:a16="http://schemas.microsoft.com/office/drawing/2014/main" id="{9CE15D13-CD80-D8ED-F5F1-B131106F88D7}"/>
                  </a:ext>
                </a:extLst>
              </p:cNvPr>
              <p:cNvSpPr/>
              <p:nvPr/>
            </p:nvSpPr>
            <p:spPr>
              <a:xfrm>
                <a:off x="2820678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g3412">
                <a:extLst>
                  <a:ext uri="{FF2B5EF4-FFF2-40B4-BE49-F238E27FC236}">
                    <a16:creationId xmlns:a16="http://schemas.microsoft.com/office/drawing/2014/main" id="{EAFD5D18-45B2-21C4-A549-B0A984070BE0}"/>
                  </a:ext>
                </a:extLst>
              </p:cNvPr>
              <p:cNvSpPr/>
              <p:nvPr/>
            </p:nvSpPr>
            <p:spPr>
              <a:xfrm>
                <a:off x="283231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g3413">
                <a:extLst>
                  <a:ext uri="{FF2B5EF4-FFF2-40B4-BE49-F238E27FC236}">
                    <a16:creationId xmlns:a16="http://schemas.microsoft.com/office/drawing/2014/main" id="{3A1FA7F6-D7CF-4245-BB5C-37F71463AD46}"/>
                  </a:ext>
                </a:extLst>
              </p:cNvPr>
              <p:cNvSpPr/>
              <p:nvPr/>
            </p:nvSpPr>
            <p:spPr>
              <a:xfrm>
                <a:off x="2843953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g3414">
                <a:extLst>
                  <a:ext uri="{FF2B5EF4-FFF2-40B4-BE49-F238E27FC236}">
                    <a16:creationId xmlns:a16="http://schemas.microsoft.com/office/drawing/2014/main" id="{F0B20B28-5E38-2DA5-DA05-05C2F16ABE09}"/>
                  </a:ext>
                </a:extLst>
              </p:cNvPr>
              <p:cNvSpPr/>
              <p:nvPr/>
            </p:nvSpPr>
            <p:spPr>
              <a:xfrm>
                <a:off x="2855590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g3415">
                <a:extLst>
                  <a:ext uri="{FF2B5EF4-FFF2-40B4-BE49-F238E27FC236}">
                    <a16:creationId xmlns:a16="http://schemas.microsoft.com/office/drawing/2014/main" id="{7DCF38BE-3028-C696-FD40-471ACAFA8FD1}"/>
                  </a:ext>
                </a:extLst>
              </p:cNvPr>
              <p:cNvSpPr/>
              <p:nvPr/>
            </p:nvSpPr>
            <p:spPr>
              <a:xfrm>
                <a:off x="286722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g3416">
                <a:extLst>
                  <a:ext uri="{FF2B5EF4-FFF2-40B4-BE49-F238E27FC236}">
                    <a16:creationId xmlns:a16="http://schemas.microsoft.com/office/drawing/2014/main" id="{259CEF88-88CF-DE96-F3C2-91786246B16D}"/>
                  </a:ext>
                </a:extLst>
              </p:cNvPr>
              <p:cNvSpPr/>
              <p:nvPr/>
            </p:nvSpPr>
            <p:spPr>
              <a:xfrm>
                <a:off x="287886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g3417">
                <a:extLst>
                  <a:ext uri="{FF2B5EF4-FFF2-40B4-BE49-F238E27FC236}">
                    <a16:creationId xmlns:a16="http://schemas.microsoft.com/office/drawing/2014/main" id="{68E55165-825B-8263-4F17-ED5CA80CEED8}"/>
                  </a:ext>
                </a:extLst>
              </p:cNvPr>
              <p:cNvSpPr/>
              <p:nvPr/>
            </p:nvSpPr>
            <p:spPr>
              <a:xfrm>
                <a:off x="289050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g3418">
                <a:extLst>
                  <a:ext uri="{FF2B5EF4-FFF2-40B4-BE49-F238E27FC236}">
                    <a16:creationId xmlns:a16="http://schemas.microsoft.com/office/drawing/2014/main" id="{77B384B7-4277-6D95-1D18-C3496FCA7A9A}"/>
                  </a:ext>
                </a:extLst>
              </p:cNvPr>
              <p:cNvSpPr/>
              <p:nvPr/>
            </p:nvSpPr>
            <p:spPr>
              <a:xfrm>
                <a:off x="2902139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g3419">
                <a:extLst>
                  <a:ext uri="{FF2B5EF4-FFF2-40B4-BE49-F238E27FC236}">
                    <a16:creationId xmlns:a16="http://schemas.microsoft.com/office/drawing/2014/main" id="{CE557480-C731-BE54-AF53-72C7EBD7D75C}"/>
                  </a:ext>
                </a:extLst>
              </p:cNvPr>
              <p:cNvSpPr/>
              <p:nvPr/>
            </p:nvSpPr>
            <p:spPr>
              <a:xfrm>
                <a:off x="291377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g3420">
                <a:extLst>
                  <a:ext uri="{FF2B5EF4-FFF2-40B4-BE49-F238E27FC236}">
                    <a16:creationId xmlns:a16="http://schemas.microsoft.com/office/drawing/2014/main" id="{65DCCA11-CB13-5401-A134-F881F74DBBE7}"/>
                  </a:ext>
                </a:extLst>
              </p:cNvPr>
              <p:cNvSpPr/>
              <p:nvPr/>
            </p:nvSpPr>
            <p:spPr>
              <a:xfrm>
                <a:off x="441499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g3421">
                <a:extLst>
                  <a:ext uri="{FF2B5EF4-FFF2-40B4-BE49-F238E27FC236}">
                    <a16:creationId xmlns:a16="http://schemas.microsoft.com/office/drawing/2014/main" id="{954C28C2-84A6-5A85-2331-DE2B398A6D3E}"/>
                  </a:ext>
                </a:extLst>
              </p:cNvPr>
              <p:cNvSpPr/>
              <p:nvPr/>
            </p:nvSpPr>
            <p:spPr>
              <a:xfrm>
                <a:off x="4426630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g3422">
                <a:extLst>
                  <a:ext uri="{FF2B5EF4-FFF2-40B4-BE49-F238E27FC236}">
                    <a16:creationId xmlns:a16="http://schemas.microsoft.com/office/drawing/2014/main" id="{C450CAD9-1F51-FA2A-A09B-E86534BFFB7F}"/>
                  </a:ext>
                </a:extLst>
              </p:cNvPr>
              <p:cNvSpPr/>
              <p:nvPr/>
            </p:nvSpPr>
            <p:spPr>
              <a:xfrm>
                <a:off x="443826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g3423">
                <a:extLst>
                  <a:ext uri="{FF2B5EF4-FFF2-40B4-BE49-F238E27FC236}">
                    <a16:creationId xmlns:a16="http://schemas.microsoft.com/office/drawing/2014/main" id="{DC7D1593-D291-C8E6-F430-E0EDFC4C0C93}"/>
                  </a:ext>
                </a:extLst>
              </p:cNvPr>
              <p:cNvSpPr/>
              <p:nvPr/>
            </p:nvSpPr>
            <p:spPr>
              <a:xfrm>
                <a:off x="4449904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g3424">
                <a:extLst>
                  <a:ext uri="{FF2B5EF4-FFF2-40B4-BE49-F238E27FC236}">
                    <a16:creationId xmlns:a16="http://schemas.microsoft.com/office/drawing/2014/main" id="{5F20309B-4775-93DD-C0F2-767DA6A6E00F}"/>
                  </a:ext>
                </a:extLst>
              </p:cNvPr>
              <p:cNvSpPr/>
              <p:nvPr/>
            </p:nvSpPr>
            <p:spPr>
              <a:xfrm>
                <a:off x="446154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g3425">
                <a:extLst>
                  <a:ext uri="{FF2B5EF4-FFF2-40B4-BE49-F238E27FC236}">
                    <a16:creationId xmlns:a16="http://schemas.microsoft.com/office/drawing/2014/main" id="{7F1EF028-FF29-0630-E2CC-3C0AE824D4EE}"/>
                  </a:ext>
                </a:extLst>
              </p:cNvPr>
              <p:cNvSpPr/>
              <p:nvPr/>
            </p:nvSpPr>
            <p:spPr>
              <a:xfrm>
                <a:off x="4473179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g3426">
                <a:extLst>
                  <a:ext uri="{FF2B5EF4-FFF2-40B4-BE49-F238E27FC236}">
                    <a16:creationId xmlns:a16="http://schemas.microsoft.com/office/drawing/2014/main" id="{57881C97-4E34-D5E9-AA6D-577C19B4CBBE}"/>
                  </a:ext>
                </a:extLst>
              </p:cNvPr>
              <p:cNvSpPr/>
              <p:nvPr/>
            </p:nvSpPr>
            <p:spPr>
              <a:xfrm>
                <a:off x="4659376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g3427">
                <a:extLst>
                  <a:ext uri="{FF2B5EF4-FFF2-40B4-BE49-F238E27FC236}">
                    <a16:creationId xmlns:a16="http://schemas.microsoft.com/office/drawing/2014/main" id="{EBE6A764-C2E3-B326-B84A-87037BE66DB6}"/>
                  </a:ext>
                </a:extLst>
              </p:cNvPr>
              <p:cNvSpPr/>
              <p:nvPr/>
            </p:nvSpPr>
            <p:spPr>
              <a:xfrm>
                <a:off x="4671013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g3428">
                <a:extLst>
                  <a:ext uri="{FF2B5EF4-FFF2-40B4-BE49-F238E27FC236}">
                    <a16:creationId xmlns:a16="http://schemas.microsoft.com/office/drawing/2014/main" id="{38BA4C98-64C8-99F0-11BB-CAE3C50AFE3E}"/>
                  </a:ext>
                </a:extLst>
              </p:cNvPr>
              <p:cNvSpPr/>
              <p:nvPr/>
            </p:nvSpPr>
            <p:spPr>
              <a:xfrm>
                <a:off x="4682651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g3429">
                <a:extLst>
                  <a:ext uri="{FF2B5EF4-FFF2-40B4-BE49-F238E27FC236}">
                    <a16:creationId xmlns:a16="http://schemas.microsoft.com/office/drawing/2014/main" id="{2D47DED9-9473-19DD-C321-6B291F511E26}"/>
                  </a:ext>
                </a:extLst>
              </p:cNvPr>
              <p:cNvSpPr/>
              <p:nvPr/>
            </p:nvSpPr>
            <p:spPr>
              <a:xfrm>
                <a:off x="4694288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g3430">
                <a:extLst>
                  <a:ext uri="{FF2B5EF4-FFF2-40B4-BE49-F238E27FC236}">
                    <a16:creationId xmlns:a16="http://schemas.microsoft.com/office/drawing/2014/main" id="{CBBC8A8E-5D44-0D04-7B0C-714D7786B9F3}"/>
                  </a:ext>
                </a:extLst>
              </p:cNvPr>
              <p:cNvSpPr/>
              <p:nvPr/>
            </p:nvSpPr>
            <p:spPr>
              <a:xfrm>
                <a:off x="470592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g3431">
                <a:extLst>
                  <a:ext uri="{FF2B5EF4-FFF2-40B4-BE49-F238E27FC236}">
                    <a16:creationId xmlns:a16="http://schemas.microsoft.com/office/drawing/2014/main" id="{8E4339A1-7D7E-C1BF-612C-D5B1219E976E}"/>
                  </a:ext>
                </a:extLst>
              </p:cNvPr>
              <p:cNvSpPr/>
              <p:nvPr/>
            </p:nvSpPr>
            <p:spPr>
              <a:xfrm>
                <a:off x="2820678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g3432">
                <a:extLst>
                  <a:ext uri="{FF2B5EF4-FFF2-40B4-BE49-F238E27FC236}">
                    <a16:creationId xmlns:a16="http://schemas.microsoft.com/office/drawing/2014/main" id="{2953DC83-78E1-8A1A-3307-1C5D7F0552D2}"/>
                  </a:ext>
                </a:extLst>
              </p:cNvPr>
              <p:cNvSpPr/>
              <p:nvPr/>
            </p:nvSpPr>
            <p:spPr>
              <a:xfrm>
                <a:off x="283231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g3433">
                <a:extLst>
                  <a:ext uri="{FF2B5EF4-FFF2-40B4-BE49-F238E27FC236}">
                    <a16:creationId xmlns:a16="http://schemas.microsoft.com/office/drawing/2014/main" id="{60208CB7-97EA-9C48-64E4-C6F6715C7AA4}"/>
                  </a:ext>
                </a:extLst>
              </p:cNvPr>
              <p:cNvSpPr/>
              <p:nvPr/>
            </p:nvSpPr>
            <p:spPr>
              <a:xfrm>
                <a:off x="2843953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g3434">
                <a:extLst>
                  <a:ext uri="{FF2B5EF4-FFF2-40B4-BE49-F238E27FC236}">
                    <a16:creationId xmlns:a16="http://schemas.microsoft.com/office/drawing/2014/main" id="{FF88EA08-BE7E-50B7-F499-483D90E62972}"/>
                  </a:ext>
                </a:extLst>
              </p:cNvPr>
              <p:cNvSpPr/>
              <p:nvPr/>
            </p:nvSpPr>
            <p:spPr>
              <a:xfrm>
                <a:off x="2855590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g3435">
                <a:extLst>
                  <a:ext uri="{FF2B5EF4-FFF2-40B4-BE49-F238E27FC236}">
                    <a16:creationId xmlns:a16="http://schemas.microsoft.com/office/drawing/2014/main" id="{9153C79B-E7D9-292D-6354-27D3166F9480}"/>
                  </a:ext>
                </a:extLst>
              </p:cNvPr>
              <p:cNvSpPr/>
              <p:nvPr/>
            </p:nvSpPr>
            <p:spPr>
              <a:xfrm>
                <a:off x="2867227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g3436">
                <a:extLst>
                  <a:ext uri="{FF2B5EF4-FFF2-40B4-BE49-F238E27FC236}">
                    <a16:creationId xmlns:a16="http://schemas.microsoft.com/office/drawing/2014/main" id="{EA978AB4-2A84-0A39-DEA7-AF9551F96E3A}"/>
                  </a:ext>
                </a:extLst>
              </p:cNvPr>
              <p:cNvSpPr/>
              <p:nvPr/>
            </p:nvSpPr>
            <p:spPr>
              <a:xfrm>
                <a:off x="287886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g3437">
                <a:extLst>
                  <a:ext uri="{FF2B5EF4-FFF2-40B4-BE49-F238E27FC236}">
                    <a16:creationId xmlns:a16="http://schemas.microsoft.com/office/drawing/2014/main" id="{45D76D79-5F44-EAE5-CE69-A209A4702F50}"/>
                  </a:ext>
                </a:extLst>
              </p:cNvPr>
              <p:cNvSpPr/>
              <p:nvPr/>
            </p:nvSpPr>
            <p:spPr>
              <a:xfrm>
                <a:off x="289050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g3438">
                <a:extLst>
                  <a:ext uri="{FF2B5EF4-FFF2-40B4-BE49-F238E27FC236}">
                    <a16:creationId xmlns:a16="http://schemas.microsoft.com/office/drawing/2014/main" id="{C721BCFE-FACE-B3FD-C359-D257A191D3C3}"/>
                  </a:ext>
                </a:extLst>
              </p:cNvPr>
              <p:cNvSpPr/>
              <p:nvPr/>
            </p:nvSpPr>
            <p:spPr>
              <a:xfrm>
                <a:off x="2902139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g3439">
                <a:extLst>
                  <a:ext uri="{FF2B5EF4-FFF2-40B4-BE49-F238E27FC236}">
                    <a16:creationId xmlns:a16="http://schemas.microsoft.com/office/drawing/2014/main" id="{26C240A8-B6F9-E3E4-CD2D-B00D0DFE5BFE}"/>
                  </a:ext>
                </a:extLst>
              </p:cNvPr>
              <p:cNvSpPr/>
              <p:nvPr/>
            </p:nvSpPr>
            <p:spPr>
              <a:xfrm>
                <a:off x="441499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g3440">
                <a:extLst>
                  <a:ext uri="{FF2B5EF4-FFF2-40B4-BE49-F238E27FC236}">
                    <a16:creationId xmlns:a16="http://schemas.microsoft.com/office/drawing/2014/main" id="{56823451-E3FB-1819-2207-A587833608B8}"/>
                  </a:ext>
                </a:extLst>
              </p:cNvPr>
              <p:cNvSpPr/>
              <p:nvPr/>
            </p:nvSpPr>
            <p:spPr>
              <a:xfrm>
                <a:off x="4426630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g3441">
                <a:extLst>
                  <a:ext uri="{FF2B5EF4-FFF2-40B4-BE49-F238E27FC236}">
                    <a16:creationId xmlns:a16="http://schemas.microsoft.com/office/drawing/2014/main" id="{22E0FACD-6442-47F4-B99D-8010A2BB29B2}"/>
                  </a:ext>
                </a:extLst>
              </p:cNvPr>
              <p:cNvSpPr/>
              <p:nvPr/>
            </p:nvSpPr>
            <p:spPr>
              <a:xfrm>
                <a:off x="4438267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g3442">
                <a:extLst>
                  <a:ext uri="{FF2B5EF4-FFF2-40B4-BE49-F238E27FC236}">
                    <a16:creationId xmlns:a16="http://schemas.microsoft.com/office/drawing/2014/main" id="{F94920DC-0EC6-D50F-9BFF-40596DBFAE1D}"/>
                  </a:ext>
                </a:extLst>
              </p:cNvPr>
              <p:cNvSpPr/>
              <p:nvPr/>
            </p:nvSpPr>
            <p:spPr>
              <a:xfrm>
                <a:off x="4449904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g3443">
                <a:extLst>
                  <a:ext uri="{FF2B5EF4-FFF2-40B4-BE49-F238E27FC236}">
                    <a16:creationId xmlns:a16="http://schemas.microsoft.com/office/drawing/2014/main" id="{C508A89B-98F8-4D81-0D2C-E0788511CCDC}"/>
                  </a:ext>
                </a:extLst>
              </p:cNvPr>
              <p:cNvSpPr/>
              <p:nvPr/>
            </p:nvSpPr>
            <p:spPr>
              <a:xfrm>
                <a:off x="446154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g3444">
                <a:extLst>
                  <a:ext uri="{FF2B5EF4-FFF2-40B4-BE49-F238E27FC236}">
                    <a16:creationId xmlns:a16="http://schemas.microsoft.com/office/drawing/2014/main" id="{6FDD2959-3152-31F3-666E-8262F1FA2B43}"/>
                  </a:ext>
                </a:extLst>
              </p:cNvPr>
              <p:cNvSpPr/>
              <p:nvPr/>
            </p:nvSpPr>
            <p:spPr>
              <a:xfrm>
                <a:off x="4659376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g3445">
                <a:extLst>
                  <a:ext uri="{FF2B5EF4-FFF2-40B4-BE49-F238E27FC236}">
                    <a16:creationId xmlns:a16="http://schemas.microsoft.com/office/drawing/2014/main" id="{C1E32F3F-1570-DC07-1212-CDCB0892E0D7}"/>
                  </a:ext>
                </a:extLst>
              </p:cNvPr>
              <p:cNvSpPr/>
              <p:nvPr/>
            </p:nvSpPr>
            <p:spPr>
              <a:xfrm>
                <a:off x="4671013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g3446">
                <a:extLst>
                  <a:ext uri="{FF2B5EF4-FFF2-40B4-BE49-F238E27FC236}">
                    <a16:creationId xmlns:a16="http://schemas.microsoft.com/office/drawing/2014/main" id="{41DFC399-5176-A69A-B934-DBA92EDE4508}"/>
                  </a:ext>
                </a:extLst>
              </p:cNvPr>
              <p:cNvSpPr/>
              <p:nvPr/>
            </p:nvSpPr>
            <p:spPr>
              <a:xfrm>
                <a:off x="4682651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g3447">
                <a:extLst>
                  <a:ext uri="{FF2B5EF4-FFF2-40B4-BE49-F238E27FC236}">
                    <a16:creationId xmlns:a16="http://schemas.microsoft.com/office/drawing/2014/main" id="{998BE3C4-E555-047A-7C7E-5CB4CF58827F}"/>
                  </a:ext>
                </a:extLst>
              </p:cNvPr>
              <p:cNvSpPr/>
              <p:nvPr/>
            </p:nvSpPr>
            <p:spPr>
              <a:xfrm>
                <a:off x="4694288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g3448">
                <a:extLst>
                  <a:ext uri="{FF2B5EF4-FFF2-40B4-BE49-F238E27FC236}">
                    <a16:creationId xmlns:a16="http://schemas.microsoft.com/office/drawing/2014/main" id="{574B8CB2-B189-EF35-150C-96870DC6066E}"/>
                  </a:ext>
                </a:extLst>
              </p:cNvPr>
              <p:cNvSpPr/>
              <p:nvPr/>
            </p:nvSpPr>
            <p:spPr>
              <a:xfrm>
                <a:off x="470592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g3449">
                <a:extLst>
                  <a:ext uri="{FF2B5EF4-FFF2-40B4-BE49-F238E27FC236}">
                    <a16:creationId xmlns:a16="http://schemas.microsoft.com/office/drawing/2014/main" id="{24B88768-4D5B-CF6C-218D-299644C95C89}"/>
                  </a:ext>
                </a:extLst>
              </p:cNvPr>
              <p:cNvSpPr/>
              <p:nvPr/>
            </p:nvSpPr>
            <p:spPr>
              <a:xfrm>
                <a:off x="2820678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g3450">
                <a:extLst>
                  <a:ext uri="{FF2B5EF4-FFF2-40B4-BE49-F238E27FC236}">
                    <a16:creationId xmlns:a16="http://schemas.microsoft.com/office/drawing/2014/main" id="{E8C99046-AA5C-C4F3-EADA-93C9AE38D25C}"/>
                  </a:ext>
                </a:extLst>
              </p:cNvPr>
              <p:cNvSpPr/>
              <p:nvPr/>
            </p:nvSpPr>
            <p:spPr>
              <a:xfrm>
                <a:off x="283231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g3451">
                <a:extLst>
                  <a:ext uri="{FF2B5EF4-FFF2-40B4-BE49-F238E27FC236}">
                    <a16:creationId xmlns:a16="http://schemas.microsoft.com/office/drawing/2014/main" id="{60B10220-F7DC-53F2-9A66-DC2085F4CA6C}"/>
                  </a:ext>
                </a:extLst>
              </p:cNvPr>
              <p:cNvSpPr/>
              <p:nvPr/>
            </p:nvSpPr>
            <p:spPr>
              <a:xfrm>
                <a:off x="284395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g3452">
                <a:extLst>
                  <a:ext uri="{FF2B5EF4-FFF2-40B4-BE49-F238E27FC236}">
                    <a16:creationId xmlns:a16="http://schemas.microsoft.com/office/drawing/2014/main" id="{FF55D3A1-A800-5947-D676-0B6C331A2C91}"/>
                  </a:ext>
                </a:extLst>
              </p:cNvPr>
              <p:cNvSpPr/>
              <p:nvPr/>
            </p:nvSpPr>
            <p:spPr>
              <a:xfrm>
                <a:off x="2855590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g3453">
                <a:extLst>
                  <a:ext uri="{FF2B5EF4-FFF2-40B4-BE49-F238E27FC236}">
                    <a16:creationId xmlns:a16="http://schemas.microsoft.com/office/drawing/2014/main" id="{8DE4B054-3408-FD01-F8C9-10E8EEE88A58}"/>
                  </a:ext>
                </a:extLst>
              </p:cNvPr>
              <p:cNvSpPr/>
              <p:nvPr/>
            </p:nvSpPr>
            <p:spPr>
              <a:xfrm>
                <a:off x="2867227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g3454">
                <a:extLst>
                  <a:ext uri="{FF2B5EF4-FFF2-40B4-BE49-F238E27FC236}">
                    <a16:creationId xmlns:a16="http://schemas.microsoft.com/office/drawing/2014/main" id="{884BCF41-B9D1-7DD3-518C-F611ABC70CA1}"/>
                  </a:ext>
                </a:extLst>
              </p:cNvPr>
              <p:cNvSpPr/>
              <p:nvPr/>
            </p:nvSpPr>
            <p:spPr>
              <a:xfrm>
                <a:off x="287886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g3455">
                <a:extLst>
                  <a:ext uri="{FF2B5EF4-FFF2-40B4-BE49-F238E27FC236}">
                    <a16:creationId xmlns:a16="http://schemas.microsoft.com/office/drawing/2014/main" id="{536E5292-CC10-94F9-6654-7962777BF9B4}"/>
                  </a:ext>
                </a:extLst>
              </p:cNvPr>
              <p:cNvSpPr/>
              <p:nvPr/>
            </p:nvSpPr>
            <p:spPr>
              <a:xfrm>
                <a:off x="289050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g3456">
                <a:extLst>
                  <a:ext uri="{FF2B5EF4-FFF2-40B4-BE49-F238E27FC236}">
                    <a16:creationId xmlns:a16="http://schemas.microsoft.com/office/drawing/2014/main" id="{A3599B17-D7CD-ED40-8A15-418B0B1610FC}"/>
                  </a:ext>
                </a:extLst>
              </p:cNvPr>
              <p:cNvSpPr/>
              <p:nvPr/>
            </p:nvSpPr>
            <p:spPr>
              <a:xfrm>
                <a:off x="2902139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g3457">
                <a:extLst>
                  <a:ext uri="{FF2B5EF4-FFF2-40B4-BE49-F238E27FC236}">
                    <a16:creationId xmlns:a16="http://schemas.microsoft.com/office/drawing/2014/main" id="{8D902DD2-2A14-146E-CED8-924599804029}"/>
                  </a:ext>
                </a:extLst>
              </p:cNvPr>
              <p:cNvSpPr/>
              <p:nvPr/>
            </p:nvSpPr>
            <p:spPr>
              <a:xfrm>
                <a:off x="441499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g3458">
                <a:extLst>
                  <a:ext uri="{FF2B5EF4-FFF2-40B4-BE49-F238E27FC236}">
                    <a16:creationId xmlns:a16="http://schemas.microsoft.com/office/drawing/2014/main" id="{A975D19A-90F2-4140-4420-0E7351DF6756}"/>
                  </a:ext>
                </a:extLst>
              </p:cNvPr>
              <p:cNvSpPr/>
              <p:nvPr/>
            </p:nvSpPr>
            <p:spPr>
              <a:xfrm>
                <a:off x="4426630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g3459">
                <a:extLst>
                  <a:ext uri="{FF2B5EF4-FFF2-40B4-BE49-F238E27FC236}">
                    <a16:creationId xmlns:a16="http://schemas.microsoft.com/office/drawing/2014/main" id="{584836B6-0762-E3A3-A6C0-57A1E0DE6FE3}"/>
                  </a:ext>
                </a:extLst>
              </p:cNvPr>
              <p:cNvSpPr/>
              <p:nvPr/>
            </p:nvSpPr>
            <p:spPr>
              <a:xfrm>
                <a:off x="4438267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g3460">
                <a:extLst>
                  <a:ext uri="{FF2B5EF4-FFF2-40B4-BE49-F238E27FC236}">
                    <a16:creationId xmlns:a16="http://schemas.microsoft.com/office/drawing/2014/main" id="{B04A1D1C-2439-A9ED-F489-DB669B20177A}"/>
                  </a:ext>
                </a:extLst>
              </p:cNvPr>
              <p:cNvSpPr/>
              <p:nvPr/>
            </p:nvSpPr>
            <p:spPr>
              <a:xfrm>
                <a:off x="4449904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g3461">
                <a:extLst>
                  <a:ext uri="{FF2B5EF4-FFF2-40B4-BE49-F238E27FC236}">
                    <a16:creationId xmlns:a16="http://schemas.microsoft.com/office/drawing/2014/main" id="{7589DF98-90C0-2D2F-47D9-F3A604E2F9A3}"/>
                  </a:ext>
                </a:extLst>
              </p:cNvPr>
              <p:cNvSpPr/>
              <p:nvPr/>
            </p:nvSpPr>
            <p:spPr>
              <a:xfrm>
                <a:off x="446154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g3462">
                <a:extLst>
                  <a:ext uri="{FF2B5EF4-FFF2-40B4-BE49-F238E27FC236}">
                    <a16:creationId xmlns:a16="http://schemas.microsoft.com/office/drawing/2014/main" id="{8D63FBD3-676E-0ECC-CC6F-B40EB2C79D6C}"/>
                  </a:ext>
                </a:extLst>
              </p:cNvPr>
              <p:cNvSpPr/>
              <p:nvPr/>
            </p:nvSpPr>
            <p:spPr>
              <a:xfrm>
                <a:off x="4473179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g3463">
                <a:extLst>
                  <a:ext uri="{FF2B5EF4-FFF2-40B4-BE49-F238E27FC236}">
                    <a16:creationId xmlns:a16="http://schemas.microsoft.com/office/drawing/2014/main" id="{04173534-D8C6-CE15-C13D-C7A6A2D3471D}"/>
                  </a:ext>
                </a:extLst>
              </p:cNvPr>
              <p:cNvSpPr/>
              <p:nvPr/>
            </p:nvSpPr>
            <p:spPr>
              <a:xfrm>
                <a:off x="467101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g3464">
                <a:extLst>
                  <a:ext uri="{FF2B5EF4-FFF2-40B4-BE49-F238E27FC236}">
                    <a16:creationId xmlns:a16="http://schemas.microsoft.com/office/drawing/2014/main" id="{89026E2F-DC90-C087-6588-9479296E7C4E}"/>
                  </a:ext>
                </a:extLst>
              </p:cNvPr>
              <p:cNvSpPr/>
              <p:nvPr/>
            </p:nvSpPr>
            <p:spPr>
              <a:xfrm>
                <a:off x="4682651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g3465">
                <a:extLst>
                  <a:ext uri="{FF2B5EF4-FFF2-40B4-BE49-F238E27FC236}">
                    <a16:creationId xmlns:a16="http://schemas.microsoft.com/office/drawing/2014/main" id="{6A05DE10-9CD0-6B35-915F-A0B210C490D6}"/>
                  </a:ext>
                </a:extLst>
              </p:cNvPr>
              <p:cNvSpPr/>
              <p:nvPr/>
            </p:nvSpPr>
            <p:spPr>
              <a:xfrm>
                <a:off x="4694288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g3466">
                <a:extLst>
                  <a:ext uri="{FF2B5EF4-FFF2-40B4-BE49-F238E27FC236}">
                    <a16:creationId xmlns:a16="http://schemas.microsoft.com/office/drawing/2014/main" id="{4C0CDE7D-B268-58D1-7093-03071E6777BB}"/>
                  </a:ext>
                </a:extLst>
              </p:cNvPr>
              <p:cNvSpPr/>
              <p:nvPr/>
            </p:nvSpPr>
            <p:spPr>
              <a:xfrm>
                <a:off x="470592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g3467">
                <a:extLst>
                  <a:ext uri="{FF2B5EF4-FFF2-40B4-BE49-F238E27FC236}">
                    <a16:creationId xmlns:a16="http://schemas.microsoft.com/office/drawing/2014/main" id="{DFE0548D-5170-BCDD-15C6-2F6B181D3C1D}"/>
                  </a:ext>
                </a:extLst>
              </p:cNvPr>
              <p:cNvSpPr/>
              <p:nvPr/>
            </p:nvSpPr>
            <p:spPr>
              <a:xfrm>
                <a:off x="471756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g3468">
                <a:extLst>
                  <a:ext uri="{FF2B5EF4-FFF2-40B4-BE49-F238E27FC236}">
                    <a16:creationId xmlns:a16="http://schemas.microsoft.com/office/drawing/2014/main" id="{541BAB1C-B1DE-23C0-A43A-049E4A5ADBA6}"/>
                  </a:ext>
                </a:extLst>
              </p:cNvPr>
              <p:cNvSpPr/>
              <p:nvPr/>
            </p:nvSpPr>
            <p:spPr>
              <a:xfrm>
                <a:off x="283231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g3469">
                <a:extLst>
                  <a:ext uri="{FF2B5EF4-FFF2-40B4-BE49-F238E27FC236}">
                    <a16:creationId xmlns:a16="http://schemas.microsoft.com/office/drawing/2014/main" id="{6D460422-C9C8-E5C8-D61A-24A143224C44}"/>
                  </a:ext>
                </a:extLst>
              </p:cNvPr>
              <p:cNvSpPr/>
              <p:nvPr/>
            </p:nvSpPr>
            <p:spPr>
              <a:xfrm>
                <a:off x="284395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g3470">
                <a:extLst>
                  <a:ext uri="{FF2B5EF4-FFF2-40B4-BE49-F238E27FC236}">
                    <a16:creationId xmlns:a16="http://schemas.microsoft.com/office/drawing/2014/main" id="{6323BD45-EC0F-D131-F318-E20B7822ECCF}"/>
                  </a:ext>
                </a:extLst>
              </p:cNvPr>
              <p:cNvSpPr/>
              <p:nvPr/>
            </p:nvSpPr>
            <p:spPr>
              <a:xfrm>
                <a:off x="285559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g3471">
                <a:extLst>
                  <a:ext uri="{FF2B5EF4-FFF2-40B4-BE49-F238E27FC236}">
                    <a16:creationId xmlns:a16="http://schemas.microsoft.com/office/drawing/2014/main" id="{5179368D-9025-290B-AEDF-2D6432C56E4A}"/>
                  </a:ext>
                </a:extLst>
              </p:cNvPr>
              <p:cNvSpPr/>
              <p:nvPr/>
            </p:nvSpPr>
            <p:spPr>
              <a:xfrm>
                <a:off x="2867227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g3472">
                <a:extLst>
                  <a:ext uri="{FF2B5EF4-FFF2-40B4-BE49-F238E27FC236}">
                    <a16:creationId xmlns:a16="http://schemas.microsoft.com/office/drawing/2014/main" id="{6130FAE6-E322-F163-528C-BB7C20EBE17A}"/>
                  </a:ext>
                </a:extLst>
              </p:cNvPr>
              <p:cNvSpPr/>
              <p:nvPr/>
            </p:nvSpPr>
            <p:spPr>
              <a:xfrm>
                <a:off x="287886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g3473">
                <a:extLst>
                  <a:ext uri="{FF2B5EF4-FFF2-40B4-BE49-F238E27FC236}">
                    <a16:creationId xmlns:a16="http://schemas.microsoft.com/office/drawing/2014/main" id="{076702E1-B1B5-C1A1-1998-ED6DAE8FFE46}"/>
                  </a:ext>
                </a:extLst>
              </p:cNvPr>
              <p:cNvSpPr/>
              <p:nvPr/>
            </p:nvSpPr>
            <p:spPr>
              <a:xfrm>
                <a:off x="2890502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g3474">
                <a:extLst>
                  <a:ext uri="{FF2B5EF4-FFF2-40B4-BE49-F238E27FC236}">
                    <a16:creationId xmlns:a16="http://schemas.microsoft.com/office/drawing/2014/main" id="{6C59D5B6-6C0D-5E4B-4DC7-29F358F00682}"/>
                  </a:ext>
                </a:extLst>
              </p:cNvPr>
              <p:cNvSpPr/>
              <p:nvPr/>
            </p:nvSpPr>
            <p:spPr>
              <a:xfrm>
                <a:off x="442663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g3475">
                <a:extLst>
                  <a:ext uri="{FF2B5EF4-FFF2-40B4-BE49-F238E27FC236}">
                    <a16:creationId xmlns:a16="http://schemas.microsoft.com/office/drawing/2014/main" id="{93369AE0-F91D-5384-0809-74A83C2800C2}"/>
                  </a:ext>
                </a:extLst>
              </p:cNvPr>
              <p:cNvSpPr/>
              <p:nvPr/>
            </p:nvSpPr>
            <p:spPr>
              <a:xfrm>
                <a:off x="4438267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g3476">
                <a:extLst>
                  <a:ext uri="{FF2B5EF4-FFF2-40B4-BE49-F238E27FC236}">
                    <a16:creationId xmlns:a16="http://schemas.microsoft.com/office/drawing/2014/main" id="{90F019F9-4E7C-2537-4CDB-0A0379363ABB}"/>
                  </a:ext>
                </a:extLst>
              </p:cNvPr>
              <p:cNvSpPr/>
              <p:nvPr/>
            </p:nvSpPr>
            <p:spPr>
              <a:xfrm>
                <a:off x="4449904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g3477">
                <a:extLst>
                  <a:ext uri="{FF2B5EF4-FFF2-40B4-BE49-F238E27FC236}">
                    <a16:creationId xmlns:a16="http://schemas.microsoft.com/office/drawing/2014/main" id="{367EC3C2-9611-C2C2-E012-4577EFA1FA81}"/>
                  </a:ext>
                </a:extLst>
              </p:cNvPr>
              <p:cNvSpPr/>
              <p:nvPr/>
            </p:nvSpPr>
            <p:spPr>
              <a:xfrm>
                <a:off x="4461542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g3478">
                <a:extLst>
                  <a:ext uri="{FF2B5EF4-FFF2-40B4-BE49-F238E27FC236}">
                    <a16:creationId xmlns:a16="http://schemas.microsoft.com/office/drawing/2014/main" id="{F90BBFDE-2F61-E2AA-8199-8EDC74999D25}"/>
                  </a:ext>
                </a:extLst>
              </p:cNvPr>
              <p:cNvSpPr/>
              <p:nvPr/>
            </p:nvSpPr>
            <p:spPr>
              <a:xfrm>
                <a:off x="4473179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g3479">
                <a:extLst>
                  <a:ext uri="{FF2B5EF4-FFF2-40B4-BE49-F238E27FC236}">
                    <a16:creationId xmlns:a16="http://schemas.microsoft.com/office/drawing/2014/main" id="{56755AC8-DD46-6866-8487-F39397B3B616}"/>
                  </a:ext>
                </a:extLst>
              </p:cNvPr>
              <p:cNvSpPr/>
              <p:nvPr/>
            </p:nvSpPr>
            <p:spPr>
              <a:xfrm>
                <a:off x="467101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g3480">
                <a:extLst>
                  <a:ext uri="{FF2B5EF4-FFF2-40B4-BE49-F238E27FC236}">
                    <a16:creationId xmlns:a16="http://schemas.microsoft.com/office/drawing/2014/main" id="{E55B392F-BE55-7EC0-206A-E98B3322CC9C}"/>
                  </a:ext>
                </a:extLst>
              </p:cNvPr>
              <p:cNvSpPr/>
              <p:nvPr/>
            </p:nvSpPr>
            <p:spPr>
              <a:xfrm>
                <a:off x="4682651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g3481">
                <a:extLst>
                  <a:ext uri="{FF2B5EF4-FFF2-40B4-BE49-F238E27FC236}">
                    <a16:creationId xmlns:a16="http://schemas.microsoft.com/office/drawing/2014/main" id="{400DCBE5-A353-63D5-9A9E-3F916DD4D9B3}"/>
                  </a:ext>
                </a:extLst>
              </p:cNvPr>
              <p:cNvSpPr/>
              <p:nvPr/>
            </p:nvSpPr>
            <p:spPr>
              <a:xfrm>
                <a:off x="4694288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g3482">
                <a:extLst>
                  <a:ext uri="{FF2B5EF4-FFF2-40B4-BE49-F238E27FC236}">
                    <a16:creationId xmlns:a16="http://schemas.microsoft.com/office/drawing/2014/main" id="{0E4D33A4-4F8C-BEB5-226C-2A5079F133CD}"/>
                  </a:ext>
                </a:extLst>
              </p:cNvPr>
              <p:cNvSpPr/>
              <p:nvPr/>
            </p:nvSpPr>
            <p:spPr>
              <a:xfrm>
                <a:off x="470592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g3483">
                <a:extLst>
                  <a:ext uri="{FF2B5EF4-FFF2-40B4-BE49-F238E27FC236}">
                    <a16:creationId xmlns:a16="http://schemas.microsoft.com/office/drawing/2014/main" id="{8A98416A-C61A-B07C-65D0-7A24BB15391E}"/>
                  </a:ext>
                </a:extLst>
              </p:cNvPr>
              <p:cNvSpPr/>
              <p:nvPr/>
            </p:nvSpPr>
            <p:spPr>
              <a:xfrm>
                <a:off x="471756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g3484">
                <a:extLst>
                  <a:ext uri="{FF2B5EF4-FFF2-40B4-BE49-F238E27FC236}">
                    <a16:creationId xmlns:a16="http://schemas.microsoft.com/office/drawing/2014/main" id="{A818F775-5F98-14B0-72E9-BD27F41DB398}"/>
                  </a:ext>
                </a:extLst>
              </p:cNvPr>
              <p:cNvSpPr/>
              <p:nvPr/>
            </p:nvSpPr>
            <p:spPr>
              <a:xfrm>
                <a:off x="472920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g3485">
                <a:extLst>
                  <a:ext uri="{FF2B5EF4-FFF2-40B4-BE49-F238E27FC236}">
                    <a16:creationId xmlns:a16="http://schemas.microsoft.com/office/drawing/2014/main" id="{51FE32D4-468E-C163-D759-6DEE338DB91C}"/>
                  </a:ext>
                </a:extLst>
              </p:cNvPr>
              <p:cNvSpPr/>
              <p:nvPr/>
            </p:nvSpPr>
            <p:spPr>
              <a:xfrm>
                <a:off x="283231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g3486">
                <a:extLst>
                  <a:ext uri="{FF2B5EF4-FFF2-40B4-BE49-F238E27FC236}">
                    <a16:creationId xmlns:a16="http://schemas.microsoft.com/office/drawing/2014/main" id="{02BA3968-318B-9534-92D2-DEC07BD7E5CF}"/>
                  </a:ext>
                </a:extLst>
              </p:cNvPr>
              <p:cNvSpPr/>
              <p:nvPr/>
            </p:nvSpPr>
            <p:spPr>
              <a:xfrm>
                <a:off x="2843953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g3487">
                <a:extLst>
                  <a:ext uri="{FF2B5EF4-FFF2-40B4-BE49-F238E27FC236}">
                    <a16:creationId xmlns:a16="http://schemas.microsoft.com/office/drawing/2014/main" id="{852F1D32-511E-41CC-CF6F-BBA140BBC635}"/>
                  </a:ext>
                </a:extLst>
              </p:cNvPr>
              <p:cNvSpPr/>
              <p:nvPr/>
            </p:nvSpPr>
            <p:spPr>
              <a:xfrm>
                <a:off x="2855590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g3488">
                <a:extLst>
                  <a:ext uri="{FF2B5EF4-FFF2-40B4-BE49-F238E27FC236}">
                    <a16:creationId xmlns:a16="http://schemas.microsoft.com/office/drawing/2014/main" id="{075713C4-C24E-C016-F061-F87AE97563B6}"/>
                  </a:ext>
                </a:extLst>
              </p:cNvPr>
              <p:cNvSpPr/>
              <p:nvPr/>
            </p:nvSpPr>
            <p:spPr>
              <a:xfrm>
                <a:off x="2867227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g3489">
                <a:extLst>
                  <a:ext uri="{FF2B5EF4-FFF2-40B4-BE49-F238E27FC236}">
                    <a16:creationId xmlns:a16="http://schemas.microsoft.com/office/drawing/2014/main" id="{94365420-E1C5-D29A-0783-79A272FE5B1A}"/>
                  </a:ext>
                </a:extLst>
              </p:cNvPr>
              <p:cNvSpPr/>
              <p:nvPr/>
            </p:nvSpPr>
            <p:spPr>
              <a:xfrm>
                <a:off x="287886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g3490">
                <a:extLst>
                  <a:ext uri="{FF2B5EF4-FFF2-40B4-BE49-F238E27FC236}">
                    <a16:creationId xmlns:a16="http://schemas.microsoft.com/office/drawing/2014/main" id="{FF3ECC87-7327-1B58-FA20-7987B6E63F2F}"/>
                  </a:ext>
                </a:extLst>
              </p:cNvPr>
              <p:cNvSpPr/>
              <p:nvPr/>
            </p:nvSpPr>
            <p:spPr>
              <a:xfrm>
                <a:off x="2890502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g3491">
                <a:extLst>
                  <a:ext uri="{FF2B5EF4-FFF2-40B4-BE49-F238E27FC236}">
                    <a16:creationId xmlns:a16="http://schemas.microsoft.com/office/drawing/2014/main" id="{7716638E-C929-FFD9-7F65-8E9104690E20}"/>
                  </a:ext>
                </a:extLst>
              </p:cNvPr>
              <p:cNvSpPr/>
              <p:nvPr/>
            </p:nvSpPr>
            <p:spPr>
              <a:xfrm>
                <a:off x="4438267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g3492">
                <a:extLst>
                  <a:ext uri="{FF2B5EF4-FFF2-40B4-BE49-F238E27FC236}">
                    <a16:creationId xmlns:a16="http://schemas.microsoft.com/office/drawing/2014/main" id="{7A75BD05-3FFF-8C32-DBDE-578263C10609}"/>
                  </a:ext>
                </a:extLst>
              </p:cNvPr>
              <p:cNvSpPr/>
              <p:nvPr/>
            </p:nvSpPr>
            <p:spPr>
              <a:xfrm>
                <a:off x="4449904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g3493">
                <a:extLst>
                  <a:ext uri="{FF2B5EF4-FFF2-40B4-BE49-F238E27FC236}">
                    <a16:creationId xmlns:a16="http://schemas.microsoft.com/office/drawing/2014/main" id="{A3413A71-71DE-6567-5C6D-7DD659E7D910}"/>
                  </a:ext>
                </a:extLst>
              </p:cNvPr>
              <p:cNvSpPr/>
              <p:nvPr/>
            </p:nvSpPr>
            <p:spPr>
              <a:xfrm>
                <a:off x="4461542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g3494">
                <a:extLst>
                  <a:ext uri="{FF2B5EF4-FFF2-40B4-BE49-F238E27FC236}">
                    <a16:creationId xmlns:a16="http://schemas.microsoft.com/office/drawing/2014/main" id="{49B8C9A9-A02B-5B34-8253-03ED012BE1C6}"/>
                  </a:ext>
                </a:extLst>
              </p:cNvPr>
              <p:cNvSpPr/>
              <p:nvPr/>
            </p:nvSpPr>
            <p:spPr>
              <a:xfrm>
                <a:off x="4473179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g3495">
                <a:extLst>
                  <a:ext uri="{FF2B5EF4-FFF2-40B4-BE49-F238E27FC236}">
                    <a16:creationId xmlns:a16="http://schemas.microsoft.com/office/drawing/2014/main" id="{09B01B3A-0F2B-D2EC-2912-DE42A4DE550D}"/>
                  </a:ext>
                </a:extLst>
              </p:cNvPr>
              <p:cNvSpPr/>
              <p:nvPr/>
            </p:nvSpPr>
            <p:spPr>
              <a:xfrm>
                <a:off x="4484816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g3496">
                <a:extLst>
                  <a:ext uri="{FF2B5EF4-FFF2-40B4-BE49-F238E27FC236}">
                    <a16:creationId xmlns:a16="http://schemas.microsoft.com/office/drawing/2014/main" id="{5B23A30A-F4C1-AD20-DB43-15E995D2BB5D}"/>
                  </a:ext>
                </a:extLst>
              </p:cNvPr>
              <p:cNvSpPr/>
              <p:nvPr/>
            </p:nvSpPr>
            <p:spPr>
              <a:xfrm>
                <a:off x="4496454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g3497">
                <a:extLst>
                  <a:ext uri="{FF2B5EF4-FFF2-40B4-BE49-F238E27FC236}">
                    <a16:creationId xmlns:a16="http://schemas.microsoft.com/office/drawing/2014/main" id="{71BD2471-A3D7-66BE-0C2C-0B53A5F047F3}"/>
                  </a:ext>
                </a:extLst>
              </p:cNvPr>
              <p:cNvSpPr/>
              <p:nvPr/>
            </p:nvSpPr>
            <p:spPr>
              <a:xfrm>
                <a:off x="4508091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g3498">
                <a:extLst>
                  <a:ext uri="{FF2B5EF4-FFF2-40B4-BE49-F238E27FC236}">
                    <a16:creationId xmlns:a16="http://schemas.microsoft.com/office/drawing/2014/main" id="{A6D072C3-D2C5-FF0A-51E7-0716AB8DF132}"/>
                  </a:ext>
                </a:extLst>
              </p:cNvPr>
              <p:cNvSpPr/>
              <p:nvPr/>
            </p:nvSpPr>
            <p:spPr>
              <a:xfrm>
                <a:off x="4519728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g3499">
                <a:extLst>
                  <a:ext uri="{FF2B5EF4-FFF2-40B4-BE49-F238E27FC236}">
                    <a16:creationId xmlns:a16="http://schemas.microsoft.com/office/drawing/2014/main" id="{15776DEE-B9EF-572E-6D70-61E61A1097AE}"/>
                  </a:ext>
                </a:extLst>
              </p:cNvPr>
              <p:cNvSpPr/>
              <p:nvPr/>
            </p:nvSpPr>
            <p:spPr>
              <a:xfrm>
                <a:off x="4682651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g3500">
                <a:extLst>
                  <a:ext uri="{FF2B5EF4-FFF2-40B4-BE49-F238E27FC236}">
                    <a16:creationId xmlns:a16="http://schemas.microsoft.com/office/drawing/2014/main" id="{C0021A5A-602A-FBDF-F69B-989B2F416E7D}"/>
                  </a:ext>
                </a:extLst>
              </p:cNvPr>
              <p:cNvSpPr/>
              <p:nvPr/>
            </p:nvSpPr>
            <p:spPr>
              <a:xfrm>
                <a:off x="4694288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g3501">
                <a:extLst>
                  <a:ext uri="{FF2B5EF4-FFF2-40B4-BE49-F238E27FC236}">
                    <a16:creationId xmlns:a16="http://schemas.microsoft.com/office/drawing/2014/main" id="{72D6375F-36B0-A59E-72AC-10D4124D6BAD}"/>
                  </a:ext>
                </a:extLst>
              </p:cNvPr>
              <p:cNvSpPr/>
              <p:nvPr/>
            </p:nvSpPr>
            <p:spPr>
              <a:xfrm>
                <a:off x="470592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g3502">
                <a:extLst>
                  <a:ext uri="{FF2B5EF4-FFF2-40B4-BE49-F238E27FC236}">
                    <a16:creationId xmlns:a16="http://schemas.microsoft.com/office/drawing/2014/main" id="{AE37CF6B-9875-FF09-1300-F6F9A8C5E7EB}"/>
                  </a:ext>
                </a:extLst>
              </p:cNvPr>
              <p:cNvSpPr/>
              <p:nvPr/>
            </p:nvSpPr>
            <p:spPr>
              <a:xfrm>
                <a:off x="4717563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g3503">
                <a:extLst>
                  <a:ext uri="{FF2B5EF4-FFF2-40B4-BE49-F238E27FC236}">
                    <a16:creationId xmlns:a16="http://schemas.microsoft.com/office/drawing/2014/main" id="{EF1EDAF1-6D7A-FC1F-C945-B9D20C60D924}"/>
                  </a:ext>
                </a:extLst>
              </p:cNvPr>
              <p:cNvSpPr/>
              <p:nvPr/>
            </p:nvSpPr>
            <p:spPr>
              <a:xfrm>
                <a:off x="4729200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g3504">
                <a:extLst>
                  <a:ext uri="{FF2B5EF4-FFF2-40B4-BE49-F238E27FC236}">
                    <a16:creationId xmlns:a16="http://schemas.microsoft.com/office/drawing/2014/main" id="{CDFD41F3-FAEA-A036-5C38-86C87A8CB0ED}"/>
                  </a:ext>
                </a:extLst>
              </p:cNvPr>
              <p:cNvSpPr/>
              <p:nvPr/>
            </p:nvSpPr>
            <p:spPr>
              <a:xfrm>
                <a:off x="2843953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g3505">
                <a:extLst>
                  <a:ext uri="{FF2B5EF4-FFF2-40B4-BE49-F238E27FC236}">
                    <a16:creationId xmlns:a16="http://schemas.microsoft.com/office/drawing/2014/main" id="{934DA94C-37C5-6C68-F1E5-AF67E061E118}"/>
                  </a:ext>
                </a:extLst>
              </p:cNvPr>
              <p:cNvSpPr/>
              <p:nvPr/>
            </p:nvSpPr>
            <p:spPr>
              <a:xfrm>
                <a:off x="2855590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g3506">
                <a:extLst>
                  <a:ext uri="{FF2B5EF4-FFF2-40B4-BE49-F238E27FC236}">
                    <a16:creationId xmlns:a16="http://schemas.microsoft.com/office/drawing/2014/main" id="{56B66A39-44E0-FE9C-4DF4-926130FDBDD3}"/>
                  </a:ext>
                </a:extLst>
              </p:cNvPr>
              <p:cNvSpPr/>
              <p:nvPr/>
            </p:nvSpPr>
            <p:spPr>
              <a:xfrm>
                <a:off x="2867227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g3507">
                <a:extLst>
                  <a:ext uri="{FF2B5EF4-FFF2-40B4-BE49-F238E27FC236}">
                    <a16:creationId xmlns:a16="http://schemas.microsoft.com/office/drawing/2014/main" id="{4BBC159E-AA6B-7FF9-B26E-1FAE796CE9BF}"/>
                  </a:ext>
                </a:extLst>
              </p:cNvPr>
              <p:cNvSpPr/>
              <p:nvPr/>
            </p:nvSpPr>
            <p:spPr>
              <a:xfrm>
                <a:off x="2878865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g3508">
                <a:extLst>
                  <a:ext uri="{FF2B5EF4-FFF2-40B4-BE49-F238E27FC236}">
                    <a16:creationId xmlns:a16="http://schemas.microsoft.com/office/drawing/2014/main" id="{4DE3C099-E4F6-EBC0-93CD-5A75FD7C5E47}"/>
                  </a:ext>
                </a:extLst>
              </p:cNvPr>
              <p:cNvSpPr/>
              <p:nvPr/>
            </p:nvSpPr>
            <p:spPr>
              <a:xfrm>
                <a:off x="2890502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g3509">
                <a:extLst>
                  <a:ext uri="{FF2B5EF4-FFF2-40B4-BE49-F238E27FC236}">
                    <a16:creationId xmlns:a16="http://schemas.microsoft.com/office/drawing/2014/main" id="{C2EF168E-8588-DF24-1974-2FCCE34A9581}"/>
                  </a:ext>
                </a:extLst>
              </p:cNvPr>
              <p:cNvSpPr/>
              <p:nvPr/>
            </p:nvSpPr>
            <p:spPr>
              <a:xfrm>
                <a:off x="4438267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g3510">
                <a:extLst>
                  <a:ext uri="{FF2B5EF4-FFF2-40B4-BE49-F238E27FC236}">
                    <a16:creationId xmlns:a16="http://schemas.microsoft.com/office/drawing/2014/main" id="{E4808DA4-B1F7-564B-8431-15BD6AC2811B}"/>
                  </a:ext>
                </a:extLst>
              </p:cNvPr>
              <p:cNvSpPr/>
              <p:nvPr/>
            </p:nvSpPr>
            <p:spPr>
              <a:xfrm>
                <a:off x="4449904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g3511">
                <a:extLst>
                  <a:ext uri="{FF2B5EF4-FFF2-40B4-BE49-F238E27FC236}">
                    <a16:creationId xmlns:a16="http://schemas.microsoft.com/office/drawing/2014/main" id="{5CCB48D8-246D-113B-1D2C-FF3EFBF17757}"/>
                  </a:ext>
                </a:extLst>
              </p:cNvPr>
              <p:cNvSpPr/>
              <p:nvPr/>
            </p:nvSpPr>
            <p:spPr>
              <a:xfrm>
                <a:off x="4461542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g3512">
                <a:extLst>
                  <a:ext uri="{FF2B5EF4-FFF2-40B4-BE49-F238E27FC236}">
                    <a16:creationId xmlns:a16="http://schemas.microsoft.com/office/drawing/2014/main" id="{CA37F769-D968-6465-84DD-430E4A60BB6D}"/>
                  </a:ext>
                </a:extLst>
              </p:cNvPr>
              <p:cNvSpPr/>
              <p:nvPr/>
            </p:nvSpPr>
            <p:spPr>
              <a:xfrm>
                <a:off x="4473179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g3513">
                <a:extLst>
                  <a:ext uri="{FF2B5EF4-FFF2-40B4-BE49-F238E27FC236}">
                    <a16:creationId xmlns:a16="http://schemas.microsoft.com/office/drawing/2014/main" id="{7CB19A35-9D48-BED6-EBDB-49A1AF032807}"/>
                  </a:ext>
                </a:extLst>
              </p:cNvPr>
              <p:cNvSpPr/>
              <p:nvPr/>
            </p:nvSpPr>
            <p:spPr>
              <a:xfrm>
                <a:off x="4484816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g3514">
                <a:extLst>
                  <a:ext uri="{FF2B5EF4-FFF2-40B4-BE49-F238E27FC236}">
                    <a16:creationId xmlns:a16="http://schemas.microsoft.com/office/drawing/2014/main" id="{8A4DEA56-8DBE-95FA-0A78-505A8377F280}"/>
                  </a:ext>
                </a:extLst>
              </p:cNvPr>
              <p:cNvSpPr/>
              <p:nvPr/>
            </p:nvSpPr>
            <p:spPr>
              <a:xfrm>
                <a:off x="4496454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g3515">
                <a:extLst>
                  <a:ext uri="{FF2B5EF4-FFF2-40B4-BE49-F238E27FC236}">
                    <a16:creationId xmlns:a16="http://schemas.microsoft.com/office/drawing/2014/main" id="{F44D6B7B-72D3-F2E1-E2B9-CC58BBA9119D}"/>
                  </a:ext>
                </a:extLst>
              </p:cNvPr>
              <p:cNvSpPr/>
              <p:nvPr/>
            </p:nvSpPr>
            <p:spPr>
              <a:xfrm>
                <a:off x="4508091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g3516">
                <a:extLst>
                  <a:ext uri="{FF2B5EF4-FFF2-40B4-BE49-F238E27FC236}">
                    <a16:creationId xmlns:a16="http://schemas.microsoft.com/office/drawing/2014/main" id="{7DA5CD84-BD73-A07A-2948-15EF3908A658}"/>
                  </a:ext>
                </a:extLst>
              </p:cNvPr>
              <p:cNvSpPr/>
              <p:nvPr/>
            </p:nvSpPr>
            <p:spPr>
              <a:xfrm>
                <a:off x="4519728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g3517">
                <a:extLst>
                  <a:ext uri="{FF2B5EF4-FFF2-40B4-BE49-F238E27FC236}">
                    <a16:creationId xmlns:a16="http://schemas.microsoft.com/office/drawing/2014/main" id="{88BCFE0F-C112-3349-4121-28D5DDD42825}"/>
                  </a:ext>
                </a:extLst>
              </p:cNvPr>
              <p:cNvSpPr/>
              <p:nvPr/>
            </p:nvSpPr>
            <p:spPr>
              <a:xfrm>
                <a:off x="4531366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g3518">
                <a:extLst>
                  <a:ext uri="{FF2B5EF4-FFF2-40B4-BE49-F238E27FC236}">
                    <a16:creationId xmlns:a16="http://schemas.microsoft.com/office/drawing/2014/main" id="{272AA959-26FF-8AC5-9F35-26A646C997E2}"/>
                  </a:ext>
                </a:extLst>
              </p:cNvPr>
              <p:cNvSpPr/>
              <p:nvPr/>
            </p:nvSpPr>
            <p:spPr>
              <a:xfrm>
                <a:off x="4682651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g3519">
                <a:extLst>
                  <a:ext uri="{FF2B5EF4-FFF2-40B4-BE49-F238E27FC236}">
                    <a16:creationId xmlns:a16="http://schemas.microsoft.com/office/drawing/2014/main" id="{7AFD810E-40F2-1F7C-CEAA-347E56DA4A80}"/>
                  </a:ext>
                </a:extLst>
              </p:cNvPr>
              <p:cNvSpPr/>
              <p:nvPr/>
            </p:nvSpPr>
            <p:spPr>
              <a:xfrm>
                <a:off x="4694288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g3520">
                <a:extLst>
                  <a:ext uri="{FF2B5EF4-FFF2-40B4-BE49-F238E27FC236}">
                    <a16:creationId xmlns:a16="http://schemas.microsoft.com/office/drawing/2014/main" id="{148DEA0D-CFDD-8B3E-B1DD-653381A68237}"/>
                  </a:ext>
                </a:extLst>
              </p:cNvPr>
              <p:cNvSpPr/>
              <p:nvPr/>
            </p:nvSpPr>
            <p:spPr>
              <a:xfrm>
                <a:off x="4705925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g3521">
                <a:extLst>
                  <a:ext uri="{FF2B5EF4-FFF2-40B4-BE49-F238E27FC236}">
                    <a16:creationId xmlns:a16="http://schemas.microsoft.com/office/drawing/2014/main" id="{52A9E9A9-29D5-13CA-5CED-905ACE22DDE2}"/>
                  </a:ext>
                </a:extLst>
              </p:cNvPr>
              <p:cNvSpPr/>
              <p:nvPr/>
            </p:nvSpPr>
            <p:spPr>
              <a:xfrm>
                <a:off x="4717563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g3522">
                <a:extLst>
                  <a:ext uri="{FF2B5EF4-FFF2-40B4-BE49-F238E27FC236}">
                    <a16:creationId xmlns:a16="http://schemas.microsoft.com/office/drawing/2014/main" id="{1494FE68-4D73-D4A5-AC73-41FE26DF2548}"/>
                  </a:ext>
                </a:extLst>
              </p:cNvPr>
              <p:cNvSpPr/>
              <p:nvPr/>
            </p:nvSpPr>
            <p:spPr>
              <a:xfrm>
                <a:off x="4729200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g3523">
                <a:extLst>
                  <a:ext uri="{FF2B5EF4-FFF2-40B4-BE49-F238E27FC236}">
                    <a16:creationId xmlns:a16="http://schemas.microsoft.com/office/drawing/2014/main" id="{4F4122C7-22F0-8EAE-C8C4-37F6278D5077}"/>
                  </a:ext>
                </a:extLst>
              </p:cNvPr>
              <p:cNvSpPr/>
              <p:nvPr/>
            </p:nvSpPr>
            <p:spPr>
              <a:xfrm>
                <a:off x="2843953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g3524">
                <a:extLst>
                  <a:ext uri="{FF2B5EF4-FFF2-40B4-BE49-F238E27FC236}">
                    <a16:creationId xmlns:a16="http://schemas.microsoft.com/office/drawing/2014/main" id="{06F4AFCE-0719-A9CE-C4C6-830485F04B87}"/>
                  </a:ext>
                </a:extLst>
              </p:cNvPr>
              <p:cNvSpPr/>
              <p:nvPr/>
            </p:nvSpPr>
            <p:spPr>
              <a:xfrm>
                <a:off x="2855590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g3525">
                <a:extLst>
                  <a:ext uri="{FF2B5EF4-FFF2-40B4-BE49-F238E27FC236}">
                    <a16:creationId xmlns:a16="http://schemas.microsoft.com/office/drawing/2014/main" id="{AFBB7154-8252-E217-7C94-3E1CDAF71B91}"/>
                  </a:ext>
                </a:extLst>
              </p:cNvPr>
              <p:cNvSpPr/>
              <p:nvPr/>
            </p:nvSpPr>
            <p:spPr>
              <a:xfrm>
                <a:off x="2867227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g3526">
                <a:extLst>
                  <a:ext uri="{FF2B5EF4-FFF2-40B4-BE49-F238E27FC236}">
                    <a16:creationId xmlns:a16="http://schemas.microsoft.com/office/drawing/2014/main" id="{2740450A-F4D8-CEED-5C8D-D20A1CF40965}"/>
                  </a:ext>
                </a:extLst>
              </p:cNvPr>
              <p:cNvSpPr/>
              <p:nvPr/>
            </p:nvSpPr>
            <p:spPr>
              <a:xfrm>
                <a:off x="2878865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g3527">
                <a:extLst>
                  <a:ext uri="{FF2B5EF4-FFF2-40B4-BE49-F238E27FC236}">
                    <a16:creationId xmlns:a16="http://schemas.microsoft.com/office/drawing/2014/main" id="{99B2DC4A-A0F7-C413-28FE-6EFA16582637}"/>
                  </a:ext>
                </a:extLst>
              </p:cNvPr>
              <p:cNvSpPr/>
              <p:nvPr/>
            </p:nvSpPr>
            <p:spPr>
              <a:xfrm>
                <a:off x="2890502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g3528">
                <a:extLst>
                  <a:ext uri="{FF2B5EF4-FFF2-40B4-BE49-F238E27FC236}">
                    <a16:creationId xmlns:a16="http://schemas.microsoft.com/office/drawing/2014/main" id="{CC61E2B8-4561-47D8-2F99-634EDEFBED57}"/>
                  </a:ext>
                </a:extLst>
              </p:cNvPr>
              <p:cNvSpPr/>
              <p:nvPr/>
            </p:nvSpPr>
            <p:spPr>
              <a:xfrm>
                <a:off x="4449904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g3529">
                <a:extLst>
                  <a:ext uri="{FF2B5EF4-FFF2-40B4-BE49-F238E27FC236}">
                    <a16:creationId xmlns:a16="http://schemas.microsoft.com/office/drawing/2014/main" id="{696F6AF8-0B34-198D-57C8-F05DF5E5E11C}"/>
                  </a:ext>
                </a:extLst>
              </p:cNvPr>
              <p:cNvSpPr/>
              <p:nvPr/>
            </p:nvSpPr>
            <p:spPr>
              <a:xfrm>
                <a:off x="4461542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g3530">
                <a:extLst>
                  <a:ext uri="{FF2B5EF4-FFF2-40B4-BE49-F238E27FC236}">
                    <a16:creationId xmlns:a16="http://schemas.microsoft.com/office/drawing/2014/main" id="{DF927ADF-57C3-0D72-3920-3D4D2ABE7267}"/>
                  </a:ext>
                </a:extLst>
              </p:cNvPr>
              <p:cNvSpPr/>
              <p:nvPr/>
            </p:nvSpPr>
            <p:spPr>
              <a:xfrm>
                <a:off x="4473179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g3531">
                <a:extLst>
                  <a:ext uri="{FF2B5EF4-FFF2-40B4-BE49-F238E27FC236}">
                    <a16:creationId xmlns:a16="http://schemas.microsoft.com/office/drawing/2014/main" id="{8E2E228C-0259-04D3-5215-EAB8D153E8FB}"/>
                  </a:ext>
                </a:extLst>
              </p:cNvPr>
              <p:cNvSpPr/>
              <p:nvPr/>
            </p:nvSpPr>
            <p:spPr>
              <a:xfrm>
                <a:off x="4484816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g3532">
                <a:extLst>
                  <a:ext uri="{FF2B5EF4-FFF2-40B4-BE49-F238E27FC236}">
                    <a16:creationId xmlns:a16="http://schemas.microsoft.com/office/drawing/2014/main" id="{DCEC61CC-675F-A6A0-9B7B-FD00BE7B2165}"/>
                  </a:ext>
                </a:extLst>
              </p:cNvPr>
              <p:cNvSpPr/>
              <p:nvPr/>
            </p:nvSpPr>
            <p:spPr>
              <a:xfrm>
                <a:off x="4496454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g3533">
                <a:extLst>
                  <a:ext uri="{FF2B5EF4-FFF2-40B4-BE49-F238E27FC236}">
                    <a16:creationId xmlns:a16="http://schemas.microsoft.com/office/drawing/2014/main" id="{77C5EC2C-8CD1-56B9-8D1D-F5C7B0A262DF}"/>
                  </a:ext>
                </a:extLst>
              </p:cNvPr>
              <p:cNvSpPr/>
              <p:nvPr/>
            </p:nvSpPr>
            <p:spPr>
              <a:xfrm>
                <a:off x="4508091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g3534">
                <a:extLst>
                  <a:ext uri="{FF2B5EF4-FFF2-40B4-BE49-F238E27FC236}">
                    <a16:creationId xmlns:a16="http://schemas.microsoft.com/office/drawing/2014/main" id="{D72A0467-9B76-A206-2F3D-C073CF67BC8A}"/>
                  </a:ext>
                </a:extLst>
              </p:cNvPr>
              <p:cNvSpPr/>
              <p:nvPr/>
            </p:nvSpPr>
            <p:spPr>
              <a:xfrm>
                <a:off x="4519728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g3535">
                <a:extLst>
                  <a:ext uri="{FF2B5EF4-FFF2-40B4-BE49-F238E27FC236}">
                    <a16:creationId xmlns:a16="http://schemas.microsoft.com/office/drawing/2014/main" id="{459962C5-EC56-AE7C-4E03-D6CB1502D1F9}"/>
                  </a:ext>
                </a:extLst>
              </p:cNvPr>
              <p:cNvSpPr/>
              <p:nvPr/>
            </p:nvSpPr>
            <p:spPr>
              <a:xfrm>
                <a:off x="4531366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g3536">
                <a:extLst>
                  <a:ext uri="{FF2B5EF4-FFF2-40B4-BE49-F238E27FC236}">
                    <a16:creationId xmlns:a16="http://schemas.microsoft.com/office/drawing/2014/main" id="{B050D1ED-0CAA-CB97-6576-10F01BD01C70}"/>
                  </a:ext>
                </a:extLst>
              </p:cNvPr>
              <p:cNvSpPr/>
              <p:nvPr/>
            </p:nvSpPr>
            <p:spPr>
              <a:xfrm>
                <a:off x="4694288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g3537">
                <a:extLst>
                  <a:ext uri="{FF2B5EF4-FFF2-40B4-BE49-F238E27FC236}">
                    <a16:creationId xmlns:a16="http://schemas.microsoft.com/office/drawing/2014/main" id="{B2718401-1088-7C7A-857B-250E675EA61C}"/>
                  </a:ext>
                </a:extLst>
              </p:cNvPr>
              <p:cNvSpPr/>
              <p:nvPr/>
            </p:nvSpPr>
            <p:spPr>
              <a:xfrm>
                <a:off x="4705925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g3538">
                <a:extLst>
                  <a:ext uri="{FF2B5EF4-FFF2-40B4-BE49-F238E27FC236}">
                    <a16:creationId xmlns:a16="http://schemas.microsoft.com/office/drawing/2014/main" id="{26BF522E-D21E-3D43-597A-A69B04801153}"/>
                  </a:ext>
                </a:extLst>
              </p:cNvPr>
              <p:cNvSpPr/>
              <p:nvPr/>
            </p:nvSpPr>
            <p:spPr>
              <a:xfrm>
                <a:off x="4717563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g3539">
                <a:extLst>
                  <a:ext uri="{FF2B5EF4-FFF2-40B4-BE49-F238E27FC236}">
                    <a16:creationId xmlns:a16="http://schemas.microsoft.com/office/drawing/2014/main" id="{624932BD-BE19-E0E5-4B1C-18C5E86C43D7}"/>
                  </a:ext>
                </a:extLst>
              </p:cNvPr>
              <p:cNvSpPr/>
              <p:nvPr/>
            </p:nvSpPr>
            <p:spPr>
              <a:xfrm>
                <a:off x="4729200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g3540">
                <a:extLst>
                  <a:ext uri="{FF2B5EF4-FFF2-40B4-BE49-F238E27FC236}">
                    <a16:creationId xmlns:a16="http://schemas.microsoft.com/office/drawing/2014/main" id="{305BD1F3-3E21-07FF-57B0-EFC667ACCF79}"/>
                  </a:ext>
                </a:extLst>
              </p:cNvPr>
              <p:cNvSpPr/>
              <p:nvPr/>
            </p:nvSpPr>
            <p:spPr>
              <a:xfrm>
                <a:off x="4740837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g3541">
                <a:extLst>
                  <a:ext uri="{FF2B5EF4-FFF2-40B4-BE49-F238E27FC236}">
                    <a16:creationId xmlns:a16="http://schemas.microsoft.com/office/drawing/2014/main" id="{C2E5934D-F41B-B7C7-CF70-4837BFA0B2F5}"/>
                  </a:ext>
                </a:extLst>
              </p:cNvPr>
              <p:cNvSpPr/>
              <p:nvPr/>
            </p:nvSpPr>
            <p:spPr>
              <a:xfrm>
                <a:off x="284395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g3542">
                <a:extLst>
                  <a:ext uri="{FF2B5EF4-FFF2-40B4-BE49-F238E27FC236}">
                    <a16:creationId xmlns:a16="http://schemas.microsoft.com/office/drawing/2014/main" id="{7EA88938-55B2-6389-CC84-150FAE262DE6}"/>
                  </a:ext>
                </a:extLst>
              </p:cNvPr>
              <p:cNvSpPr/>
              <p:nvPr/>
            </p:nvSpPr>
            <p:spPr>
              <a:xfrm>
                <a:off x="2855590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g3543">
                <a:extLst>
                  <a:ext uri="{FF2B5EF4-FFF2-40B4-BE49-F238E27FC236}">
                    <a16:creationId xmlns:a16="http://schemas.microsoft.com/office/drawing/2014/main" id="{33CE1DD9-3D8D-F856-B7BF-AE88CE07FBDA}"/>
                  </a:ext>
                </a:extLst>
              </p:cNvPr>
              <p:cNvSpPr/>
              <p:nvPr/>
            </p:nvSpPr>
            <p:spPr>
              <a:xfrm>
                <a:off x="2867227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g3544">
                <a:extLst>
                  <a:ext uri="{FF2B5EF4-FFF2-40B4-BE49-F238E27FC236}">
                    <a16:creationId xmlns:a16="http://schemas.microsoft.com/office/drawing/2014/main" id="{CD3BEA35-252D-37C3-D10B-0AB9797B5C72}"/>
                  </a:ext>
                </a:extLst>
              </p:cNvPr>
              <p:cNvSpPr/>
              <p:nvPr/>
            </p:nvSpPr>
            <p:spPr>
              <a:xfrm>
                <a:off x="2878865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g3545">
                <a:extLst>
                  <a:ext uri="{FF2B5EF4-FFF2-40B4-BE49-F238E27FC236}">
                    <a16:creationId xmlns:a16="http://schemas.microsoft.com/office/drawing/2014/main" id="{1A3EAC3A-61A7-2818-7921-FC0454A28302}"/>
                  </a:ext>
                </a:extLst>
              </p:cNvPr>
              <p:cNvSpPr/>
              <p:nvPr/>
            </p:nvSpPr>
            <p:spPr>
              <a:xfrm>
                <a:off x="2890502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g3546">
                <a:extLst>
                  <a:ext uri="{FF2B5EF4-FFF2-40B4-BE49-F238E27FC236}">
                    <a16:creationId xmlns:a16="http://schemas.microsoft.com/office/drawing/2014/main" id="{64D616D2-FBD8-5E1B-62AF-A77F823BE9D3}"/>
                  </a:ext>
                </a:extLst>
              </p:cNvPr>
              <p:cNvSpPr/>
              <p:nvPr/>
            </p:nvSpPr>
            <p:spPr>
              <a:xfrm>
                <a:off x="4461542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g3547">
                <a:extLst>
                  <a:ext uri="{FF2B5EF4-FFF2-40B4-BE49-F238E27FC236}">
                    <a16:creationId xmlns:a16="http://schemas.microsoft.com/office/drawing/2014/main" id="{F30E1BC9-5DEB-D7B4-5AAD-0E88DA4E65CC}"/>
                  </a:ext>
                </a:extLst>
              </p:cNvPr>
              <p:cNvSpPr/>
              <p:nvPr/>
            </p:nvSpPr>
            <p:spPr>
              <a:xfrm>
                <a:off x="4473179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g3548">
                <a:extLst>
                  <a:ext uri="{FF2B5EF4-FFF2-40B4-BE49-F238E27FC236}">
                    <a16:creationId xmlns:a16="http://schemas.microsoft.com/office/drawing/2014/main" id="{DA378276-1575-7334-74BC-C2D420954BB8}"/>
                  </a:ext>
                </a:extLst>
              </p:cNvPr>
              <p:cNvSpPr/>
              <p:nvPr/>
            </p:nvSpPr>
            <p:spPr>
              <a:xfrm>
                <a:off x="4484816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g3549">
                <a:extLst>
                  <a:ext uri="{FF2B5EF4-FFF2-40B4-BE49-F238E27FC236}">
                    <a16:creationId xmlns:a16="http://schemas.microsoft.com/office/drawing/2014/main" id="{8F97F7E4-941D-84AE-3579-8E8EC7C5697D}"/>
                  </a:ext>
                </a:extLst>
              </p:cNvPr>
              <p:cNvSpPr/>
              <p:nvPr/>
            </p:nvSpPr>
            <p:spPr>
              <a:xfrm>
                <a:off x="4496454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g3550">
                <a:extLst>
                  <a:ext uri="{FF2B5EF4-FFF2-40B4-BE49-F238E27FC236}">
                    <a16:creationId xmlns:a16="http://schemas.microsoft.com/office/drawing/2014/main" id="{AA177F88-CF45-3CB4-5DE1-3B475D2984DB}"/>
                  </a:ext>
                </a:extLst>
              </p:cNvPr>
              <p:cNvSpPr/>
              <p:nvPr/>
            </p:nvSpPr>
            <p:spPr>
              <a:xfrm>
                <a:off x="4508091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g3551">
                <a:extLst>
                  <a:ext uri="{FF2B5EF4-FFF2-40B4-BE49-F238E27FC236}">
                    <a16:creationId xmlns:a16="http://schemas.microsoft.com/office/drawing/2014/main" id="{B82F7E7C-3E91-3B65-710C-CCC104F05010}"/>
                  </a:ext>
                </a:extLst>
              </p:cNvPr>
              <p:cNvSpPr/>
              <p:nvPr/>
            </p:nvSpPr>
            <p:spPr>
              <a:xfrm>
                <a:off x="4519728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g3552">
                <a:extLst>
                  <a:ext uri="{FF2B5EF4-FFF2-40B4-BE49-F238E27FC236}">
                    <a16:creationId xmlns:a16="http://schemas.microsoft.com/office/drawing/2014/main" id="{E87B4908-4B6C-A163-25EF-18A867DCAC53}"/>
                  </a:ext>
                </a:extLst>
              </p:cNvPr>
              <p:cNvSpPr/>
              <p:nvPr/>
            </p:nvSpPr>
            <p:spPr>
              <a:xfrm>
                <a:off x="4531366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g3553">
                <a:extLst>
                  <a:ext uri="{FF2B5EF4-FFF2-40B4-BE49-F238E27FC236}">
                    <a16:creationId xmlns:a16="http://schemas.microsoft.com/office/drawing/2014/main" id="{9184B60B-C5F7-D542-6510-AAD2F8F3CABD}"/>
                  </a:ext>
                </a:extLst>
              </p:cNvPr>
              <p:cNvSpPr/>
              <p:nvPr/>
            </p:nvSpPr>
            <p:spPr>
              <a:xfrm>
                <a:off x="454300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g3554">
                <a:extLst>
                  <a:ext uri="{FF2B5EF4-FFF2-40B4-BE49-F238E27FC236}">
                    <a16:creationId xmlns:a16="http://schemas.microsoft.com/office/drawing/2014/main" id="{685661A2-52FB-F0AF-DEF1-B8495E666C9A}"/>
                  </a:ext>
                </a:extLst>
              </p:cNvPr>
              <p:cNvSpPr/>
              <p:nvPr/>
            </p:nvSpPr>
            <p:spPr>
              <a:xfrm>
                <a:off x="4694288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g3555">
                <a:extLst>
                  <a:ext uri="{FF2B5EF4-FFF2-40B4-BE49-F238E27FC236}">
                    <a16:creationId xmlns:a16="http://schemas.microsoft.com/office/drawing/2014/main" id="{24C4403F-2A88-9F00-190A-BA137B3AA44B}"/>
                  </a:ext>
                </a:extLst>
              </p:cNvPr>
              <p:cNvSpPr/>
              <p:nvPr/>
            </p:nvSpPr>
            <p:spPr>
              <a:xfrm>
                <a:off x="4705925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g3556">
                <a:extLst>
                  <a:ext uri="{FF2B5EF4-FFF2-40B4-BE49-F238E27FC236}">
                    <a16:creationId xmlns:a16="http://schemas.microsoft.com/office/drawing/2014/main" id="{03266EE5-31A2-17F2-8A13-F21573741ABC}"/>
                  </a:ext>
                </a:extLst>
              </p:cNvPr>
              <p:cNvSpPr/>
              <p:nvPr/>
            </p:nvSpPr>
            <p:spPr>
              <a:xfrm>
                <a:off x="471756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g3557">
                <a:extLst>
                  <a:ext uri="{FF2B5EF4-FFF2-40B4-BE49-F238E27FC236}">
                    <a16:creationId xmlns:a16="http://schemas.microsoft.com/office/drawing/2014/main" id="{788311FE-FEE0-2EE7-015C-0409CBA57069}"/>
                  </a:ext>
                </a:extLst>
              </p:cNvPr>
              <p:cNvSpPr/>
              <p:nvPr/>
            </p:nvSpPr>
            <p:spPr>
              <a:xfrm>
                <a:off x="4729200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g3558">
                <a:extLst>
                  <a:ext uri="{FF2B5EF4-FFF2-40B4-BE49-F238E27FC236}">
                    <a16:creationId xmlns:a16="http://schemas.microsoft.com/office/drawing/2014/main" id="{289D457F-5953-229F-B706-252A2EEED48C}"/>
                  </a:ext>
                </a:extLst>
              </p:cNvPr>
              <p:cNvSpPr/>
              <p:nvPr/>
            </p:nvSpPr>
            <p:spPr>
              <a:xfrm>
                <a:off x="4740837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g3559">
                <a:extLst>
                  <a:ext uri="{FF2B5EF4-FFF2-40B4-BE49-F238E27FC236}">
                    <a16:creationId xmlns:a16="http://schemas.microsoft.com/office/drawing/2014/main" id="{673DFE96-0379-9C17-C619-FF154290F60E}"/>
                  </a:ext>
                </a:extLst>
              </p:cNvPr>
              <p:cNvSpPr/>
              <p:nvPr/>
            </p:nvSpPr>
            <p:spPr>
              <a:xfrm>
                <a:off x="285559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g3560">
                <a:extLst>
                  <a:ext uri="{FF2B5EF4-FFF2-40B4-BE49-F238E27FC236}">
                    <a16:creationId xmlns:a16="http://schemas.microsoft.com/office/drawing/2014/main" id="{00AD909B-4111-DE13-0802-C4C39900FEB6}"/>
                  </a:ext>
                </a:extLst>
              </p:cNvPr>
              <p:cNvSpPr/>
              <p:nvPr/>
            </p:nvSpPr>
            <p:spPr>
              <a:xfrm>
                <a:off x="2867227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g3561">
                <a:extLst>
                  <a:ext uri="{FF2B5EF4-FFF2-40B4-BE49-F238E27FC236}">
                    <a16:creationId xmlns:a16="http://schemas.microsoft.com/office/drawing/2014/main" id="{DDEE275B-E262-8662-8FFE-4E0302D7DCB3}"/>
                  </a:ext>
                </a:extLst>
              </p:cNvPr>
              <p:cNvSpPr/>
              <p:nvPr/>
            </p:nvSpPr>
            <p:spPr>
              <a:xfrm>
                <a:off x="2878865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g3562">
                <a:extLst>
                  <a:ext uri="{FF2B5EF4-FFF2-40B4-BE49-F238E27FC236}">
                    <a16:creationId xmlns:a16="http://schemas.microsoft.com/office/drawing/2014/main" id="{58FC7878-38C9-1F4E-CECE-121792EBA969}"/>
                  </a:ext>
                </a:extLst>
              </p:cNvPr>
              <p:cNvSpPr/>
              <p:nvPr/>
            </p:nvSpPr>
            <p:spPr>
              <a:xfrm>
                <a:off x="2890502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g3563">
                <a:extLst>
                  <a:ext uri="{FF2B5EF4-FFF2-40B4-BE49-F238E27FC236}">
                    <a16:creationId xmlns:a16="http://schemas.microsoft.com/office/drawing/2014/main" id="{8EC231C6-4029-26FE-6C06-1B1BE5355EC8}"/>
                  </a:ext>
                </a:extLst>
              </p:cNvPr>
              <p:cNvSpPr/>
              <p:nvPr/>
            </p:nvSpPr>
            <p:spPr>
              <a:xfrm>
                <a:off x="4473179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g3564">
                <a:extLst>
                  <a:ext uri="{FF2B5EF4-FFF2-40B4-BE49-F238E27FC236}">
                    <a16:creationId xmlns:a16="http://schemas.microsoft.com/office/drawing/2014/main" id="{849B1157-AC0B-40BF-A6C5-36608DE0FCEB}"/>
                  </a:ext>
                </a:extLst>
              </p:cNvPr>
              <p:cNvSpPr/>
              <p:nvPr/>
            </p:nvSpPr>
            <p:spPr>
              <a:xfrm>
                <a:off x="4484816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g3565">
                <a:extLst>
                  <a:ext uri="{FF2B5EF4-FFF2-40B4-BE49-F238E27FC236}">
                    <a16:creationId xmlns:a16="http://schemas.microsoft.com/office/drawing/2014/main" id="{75E1D72B-6A74-9492-87C6-49678431527D}"/>
                  </a:ext>
                </a:extLst>
              </p:cNvPr>
              <p:cNvSpPr/>
              <p:nvPr/>
            </p:nvSpPr>
            <p:spPr>
              <a:xfrm>
                <a:off x="4496454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g3566">
                <a:extLst>
                  <a:ext uri="{FF2B5EF4-FFF2-40B4-BE49-F238E27FC236}">
                    <a16:creationId xmlns:a16="http://schemas.microsoft.com/office/drawing/2014/main" id="{39FB46ED-31EA-78D1-D087-17DFAD704046}"/>
                  </a:ext>
                </a:extLst>
              </p:cNvPr>
              <p:cNvSpPr/>
              <p:nvPr/>
            </p:nvSpPr>
            <p:spPr>
              <a:xfrm>
                <a:off x="4508091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g3567">
                <a:extLst>
                  <a:ext uri="{FF2B5EF4-FFF2-40B4-BE49-F238E27FC236}">
                    <a16:creationId xmlns:a16="http://schemas.microsoft.com/office/drawing/2014/main" id="{BC7B13A8-8D95-DAD2-6480-8E5A02431CAE}"/>
                  </a:ext>
                </a:extLst>
              </p:cNvPr>
              <p:cNvSpPr/>
              <p:nvPr/>
            </p:nvSpPr>
            <p:spPr>
              <a:xfrm>
                <a:off x="4519728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g3568">
                <a:extLst>
                  <a:ext uri="{FF2B5EF4-FFF2-40B4-BE49-F238E27FC236}">
                    <a16:creationId xmlns:a16="http://schemas.microsoft.com/office/drawing/2014/main" id="{37451490-5836-7452-97B9-50D88AEC004A}"/>
                  </a:ext>
                </a:extLst>
              </p:cNvPr>
              <p:cNvSpPr/>
              <p:nvPr/>
            </p:nvSpPr>
            <p:spPr>
              <a:xfrm>
                <a:off x="4531366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g3569">
                <a:extLst>
                  <a:ext uri="{FF2B5EF4-FFF2-40B4-BE49-F238E27FC236}">
                    <a16:creationId xmlns:a16="http://schemas.microsoft.com/office/drawing/2014/main" id="{7B24DFED-7B6A-30C3-8D4B-E1EECCC614CB}"/>
                  </a:ext>
                </a:extLst>
              </p:cNvPr>
              <p:cNvSpPr/>
              <p:nvPr/>
            </p:nvSpPr>
            <p:spPr>
              <a:xfrm>
                <a:off x="4543003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g3570">
                <a:extLst>
                  <a:ext uri="{FF2B5EF4-FFF2-40B4-BE49-F238E27FC236}">
                    <a16:creationId xmlns:a16="http://schemas.microsoft.com/office/drawing/2014/main" id="{A394AF4E-F9BE-61F9-52D1-CBF4CDA17423}"/>
                  </a:ext>
                </a:extLst>
              </p:cNvPr>
              <p:cNvSpPr/>
              <p:nvPr/>
            </p:nvSpPr>
            <p:spPr>
              <a:xfrm>
                <a:off x="455464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g3571">
                <a:extLst>
                  <a:ext uri="{FF2B5EF4-FFF2-40B4-BE49-F238E27FC236}">
                    <a16:creationId xmlns:a16="http://schemas.microsoft.com/office/drawing/2014/main" id="{65370FD8-A895-7E5E-A29D-E8C55644497B}"/>
                  </a:ext>
                </a:extLst>
              </p:cNvPr>
              <p:cNvSpPr/>
              <p:nvPr/>
            </p:nvSpPr>
            <p:spPr>
              <a:xfrm>
                <a:off x="4694288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g3572">
                <a:extLst>
                  <a:ext uri="{FF2B5EF4-FFF2-40B4-BE49-F238E27FC236}">
                    <a16:creationId xmlns:a16="http://schemas.microsoft.com/office/drawing/2014/main" id="{E711CDE6-44F1-BB08-8B6B-19FEB256F984}"/>
                  </a:ext>
                </a:extLst>
              </p:cNvPr>
              <p:cNvSpPr/>
              <p:nvPr/>
            </p:nvSpPr>
            <p:spPr>
              <a:xfrm>
                <a:off x="4705925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g3573">
                <a:extLst>
                  <a:ext uri="{FF2B5EF4-FFF2-40B4-BE49-F238E27FC236}">
                    <a16:creationId xmlns:a16="http://schemas.microsoft.com/office/drawing/2014/main" id="{380FA546-E967-F502-B878-1BE9134F6CA3}"/>
                  </a:ext>
                </a:extLst>
              </p:cNvPr>
              <p:cNvSpPr/>
              <p:nvPr/>
            </p:nvSpPr>
            <p:spPr>
              <a:xfrm>
                <a:off x="4717563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g3574">
                <a:extLst>
                  <a:ext uri="{FF2B5EF4-FFF2-40B4-BE49-F238E27FC236}">
                    <a16:creationId xmlns:a16="http://schemas.microsoft.com/office/drawing/2014/main" id="{0075D641-0A54-DAAD-D6E4-46C63E2EF6EC}"/>
                  </a:ext>
                </a:extLst>
              </p:cNvPr>
              <p:cNvSpPr/>
              <p:nvPr/>
            </p:nvSpPr>
            <p:spPr>
              <a:xfrm>
                <a:off x="472920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g3575">
                <a:extLst>
                  <a:ext uri="{FF2B5EF4-FFF2-40B4-BE49-F238E27FC236}">
                    <a16:creationId xmlns:a16="http://schemas.microsoft.com/office/drawing/2014/main" id="{9FF73803-2D12-ADD9-4CF8-8975906424C1}"/>
                  </a:ext>
                </a:extLst>
              </p:cNvPr>
              <p:cNvSpPr/>
              <p:nvPr/>
            </p:nvSpPr>
            <p:spPr>
              <a:xfrm>
                <a:off x="4740837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g3576">
                <a:extLst>
                  <a:ext uri="{FF2B5EF4-FFF2-40B4-BE49-F238E27FC236}">
                    <a16:creationId xmlns:a16="http://schemas.microsoft.com/office/drawing/2014/main" id="{8A1EF34B-37DC-C11D-BA4A-92571AB33E46}"/>
                  </a:ext>
                </a:extLst>
              </p:cNvPr>
              <p:cNvSpPr/>
              <p:nvPr/>
            </p:nvSpPr>
            <p:spPr>
              <a:xfrm>
                <a:off x="2855590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g3577">
                <a:extLst>
                  <a:ext uri="{FF2B5EF4-FFF2-40B4-BE49-F238E27FC236}">
                    <a16:creationId xmlns:a16="http://schemas.microsoft.com/office/drawing/2014/main" id="{165B03A9-6855-1674-35E5-6D224E38D39B}"/>
                  </a:ext>
                </a:extLst>
              </p:cNvPr>
              <p:cNvSpPr/>
              <p:nvPr/>
            </p:nvSpPr>
            <p:spPr>
              <a:xfrm>
                <a:off x="2867227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g3578">
                <a:extLst>
                  <a:ext uri="{FF2B5EF4-FFF2-40B4-BE49-F238E27FC236}">
                    <a16:creationId xmlns:a16="http://schemas.microsoft.com/office/drawing/2014/main" id="{1266D277-E6DD-4200-564C-A2CC8884122F}"/>
                  </a:ext>
                </a:extLst>
              </p:cNvPr>
              <p:cNvSpPr/>
              <p:nvPr/>
            </p:nvSpPr>
            <p:spPr>
              <a:xfrm>
                <a:off x="2878865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g3579">
                <a:extLst>
                  <a:ext uri="{FF2B5EF4-FFF2-40B4-BE49-F238E27FC236}">
                    <a16:creationId xmlns:a16="http://schemas.microsoft.com/office/drawing/2014/main" id="{F05A7FAF-5E41-7996-4FDE-B3A8DAF9DFA5}"/>
                  </a:ext>
                </a:extLst>
              </p:cNvPr>
              <p:cNvSpPr/>
              <p:nvPr/>
            </p:nvSpPr>
            <p:spPr>
              <a:xfrm>
                <a:off x="2890502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g3580">
                <a:extLst>
                  <a:ext uri="{FF2B5EF4-FFF2-40B4-BE49-F238E27FC236}">
                    <a16:creationId xmlns:a16="http://schemas.microsoft.com/office/drawing/2014/main" id="{ED27BB7B-2029-4B6C-3DDB-47ECF0A970A6}"/>
                  </a:ext>
                </a:extLst>
              </p:cNvPr>
              <p:cNvSpPr/>
              <p:nvPr/>
            </p:nvSpPr>
            <p:spPr>
              <a:xfrm>
                <a:off x="4484816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g3581">
                <a:extLst>
                  <a:ext uri="{FF2B5EF4-FFF2-40B4-BE49-F238E27FC236}">
                    <a16:creationId xmlns:a16="http://schemas.microsoft.com/office/drawing/2014/main" id="{3ADAEAE9-C963-911F-C564-8DD13E13B089}"/>
                  </a:ext>
                </a:extLst>
              </p:cNvPr>
              <p:cNvSpPr/>
              <p:nvPr/>
            </p:nvSpPr>
            <p:spPr>
              <a:xfrm>
                <a:off x="4496454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g3582">
                <a:extLst>
                  <a:ext uri="{FF2B5EF4-FFF2-40B4-BE49-F238E27FC236}">
                    <a16:creationId xmlns:a16="http://schemas.microsoft.com/office/drawing/2014/main" id="{0719E0D1-D402-200D-BF41-220DC142BE97}"/>
                  </a:ext>
                </a:extLst>
              </p:cNvPr>
              <p:cNvSpPr/>
              <p:nvPr/>
            </p:nvSpPr>
            <p:spPr>
              <a:xfrm>
                <a:off x="4508091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g3583">
                <a:extLst>
                  <a:ext uri="{FF2B5EF4-FFF2-40B4-BE49-F238E27FC236}">
                    <a16:creationId xmlns:a16="http://schemas.microsoft.com/office/drawing/2014/main" id="{716BC1FA-72CF-3E9F-4601-70FC7F40CAC0}"/>
                  </a:ext>
                </a:extLst>
              </p:cNvPr>
              <p:cNvSpPr/>
              <p:nvPr/>
            </p:nvSpPr>
            <p:spPr>
              <a:xfrm>
                <a:off x="4519728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g3584">
                <a:extLst>
                  <a:ext uri="{FF2B5EF4-FFF2-40B4-BE49-F238E27FC236}">
                    <a16:creationId xmlns:a16="http://schemas.microsoft.com/office/drawing/2014/main" id="{683D193C-290E-9A7A-D8DE-12068740B2B7}"/>
                  </a:ext>
                </a:extLst>
              </p:cNvPr>
              <p:cNvSpPr/>
              <p:nvPr/>
            </p:nvSpPr>
            <p:spPr>
              <a:xfrm>
                <a:off x="4531366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g3585">
                <a:extLst>
                  <a:ext uri="{FF2B5EF4-FFF2-40B4-BE49-F238E27FC236}">
                    <a16:creationId xmlns:a16="http://schemas.microsoft.com/office/drawing/2014/main" id="{CF281FDB-A147-ADDA-A599-9A2288F2CABE}"/>
                  </a:ext>
                </a:extLst>
              </p:cNvPr>
              <p:cNvSpPr/>
              <p:nvPr/>
            </p:nvSpPr>
            <p:spPr>
              <a:xfrm>
                <a:off x="4543003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g3586">
                <a:extLst>
                  <a:ext uri="{FF2B5EF4-FFF2-40B4-BE49-F238E27FC236}">
                    <a16:creationId xmlns:a16="http://schemas.microsoft.com/office/drawing/2014/main" id="{27C211D6-9FAD-2642-C6B7-7D3F62A42A0C}"/>
                  </a:ext>
                </a:extLst>
              </p:cNvPr>
              <p:cNvSpPr/>
              <p:nvPr/>
            </p:nvSpPr>
            <p:spPr>
              <a:xfrm>
                <a:off x="4694288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g3587">
                <a:extLst>
                  <a:ext uri="{FF2B5EF4-FFF2-40B4-BE49-F238E27FC236}">
                    <a16:creationId xmlns:a16="http://schemas.microsoft.com/office/drawing/2014/main" id="{07FB0B3F-9301-4589-3782-673B2DA33369}"/>
                  </a:ext>
                </a:extLst>
              </p:cNvPr>
              <p:cNvSpPr/>
              <p:nvPr/>
            </p:nvSpPr>
            <p:spPr>
              <a:xfrm>
                <a:off x="4705925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g3588">
                <a:extLst>
                  <a:ext uri="{FF2B5EF4-FFF2-40B4-BE49-F238E27FC236}">
                    <a16:creationId xmlns:a16="http://schemas.microsoft.com/office/drawing/2014/main" id="{CD04F493-C699-B978-815A-545307DAFFB0}"/>
                  </a:ext>
                </a:extLst>
              </p:cNvPr>
              <p:cNvSpPr/>
              <p:nvPr/>
            </p:nvSpPr>
            <p:spPr>
              <a:xfrm>
                <a:off x="4717563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g3589">
                <a:extLst>
                  <a:ext uri="{FF2B5EF4-FFF2-40B4-BE49-F238E27FC236}">
                    <a16:creationId xmlns:a16="http://schemas.microsoft.com/office/drawing/2014/main" id="{F6D570E5-A3DE-3485-D1DF-BF7F476DA663}"/>
                  </a:ext>
                </a:extLst>
              </p:cNvPr>
              <p:cNvSpPr/>
              <p:nvPr/>
            </p:nvSpPr>
            <p:spPr>
              <a:xfrm>
                <a:off x="4729200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g3590">
                <a:extLst>
                  <a:ext uri="{FF2B5EF4-FFF2-40B4-BE49-F238E27FC236}">
                    <a16:creationId xmlns:a16="http://schemas.microsoft.com/office/drawing/2014/main" id="{4CF47EF1-8760-3D01-8885-DE6C9EFA9056}"/>
                  </a:ext>
                </a:extLst>
              </p:cNvPr>
              <p:cNvSpPr/>
              <p:nvPr/>
            </p:nvSpPr>
            <p:spPr>
              <a:xfrm>
                <a:off x="4740837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g3591">
                <a:extLst>
                  <a:ext uri="{FF2B5EF4-FFF2-40B4-BE49-F238E27FC236}">
                    <a16:creationId xmlns:a16="http://schemas.microsoft.com/office/drawing/2014/main" id="{0E6F9F8C-7A6E-FF5E-DDEB-5699A6FD93EA}"/>
                  </a:ext>
                </a:extLst>
              </p:cNvPr>
              <p:cNvSpPr/>
              <p:nvPr/>
            </p:nvSpPr>
            <p:spPr>
              <a:xfrm>
                <a:off x="2855590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g3592">
                <a:extLst>
                  <a:ext uri="{FF2B5EF4-FFF2-40B4-BE49-F238E27FC236}">
                    <a16:creationId xmlns:a16="http://schemas.microsoft.com/office/drawing/2014/main" id="{B6D2BF9E-F774-7028-46EC-9D7B586C4AA1}"/>
                  </a:ext>
                </a:extLst>
              </p:cNvPr>
              <p:cNvSpPr/>
              <p:nvPr/>
            </p:nvSpPr>
            <p:spPr>
              <a:xfrm>
                <a:off x="2867227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g3593">
                <a:extLst>
                  <a:ext uri="{FF2B5EF4-FFF2-40B4-BE49-F238E27FC236}">
                    <a16:creationId xmlns:a16="http://schemas.microsoft.com/office/drawing/2014/main" id="{9314399C-A911-FD22-BF48-31AA8667254B}"/>
                  </a:ext>
                </a:extLst>
              </p:cNvPr>
              <p:cNvSpPr/>
              <p:nvPr/>
            </p:nvSpPr>
            <p:spPr>
              <a:xfrm>
                <a:off x="2878865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g3594">
                <a:extLst>
                  <a:ext uri="{FF2B5EF4-FFF2-40B4-BE49-F238E27FC236}">
                    <a16:creationId xmlns:a16="http://schemas.microsoft.com/office/drawing/2014/main" id="{6B49A82A-259E-DDE4-85DE-D07DA28E132C}"/>
                  </a:ext>
                </a:extLst>
              </p:cNvPr>
              <p:cNvSpPr/>
              <p:nvPr/>
            </p:nvSpPr>
            <p:spPr>
              <a:xfrm>
                <a:off x="2890502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g3595">
                <a:extLst>
                  <a:ext uri="{FF2B5EF4-FFF2-40B4-BE49-F238E27FC236}">
                    <a16:creationId xmlns:a16="http://schemas.microsoft.com/office/drawing/2014/main" id="{AE6F5A84-45D5-F470-90FA-2FEA34B516EC}"/>
                  </a:ext>
                </a:extLst>
              </p:cNvPr>
              <p:cNvSpPr/>
              <p:nvPr/>
            </p:nvSpPr>
            <p:spPr>
              <a:xfrm>
                <a:off x="2902139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g3596">
                <a:extLst>
                  <a:ext uri="{FF2B5EF4-FFF2-40B4-BE49-F238E27FC236}">
                    <a16:creationId xmlns:a16="http://schemas.microsoft.com/office/drawing/2014/main" id="{A6F5F362-4942-AF56-1A70-CAAFF88995A7}"/>
                  </a:ext>
                </a:extLst>
              </p:cNvPr>
              <p:cNvSpPr/>
              <p:nvPr/>
            </p:nvSpPr>
            <p:spPr>
              <a:xfrm>
                <a:off x="4484816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g3597">
                <a:extLst>
                  <a:ext uri="{FF2B5EF4-FFF2-40B4-BE49-F238E27FC236}">
                    <a16:creationId xmlns:a16="http://schemas.microsoft.com/office/drawing/2014/main" id="{02F924E6-9B3C-6BDE-A507-4349E2C83A99}"/>
                  </a:ext>
                </a:extLst>
              </p:cNvPr>
              <p:cNvSpPr/>
              <p:nvPr/>
            </p:nvSpPr>
            <p:spPr>
              <a:xfrm>
                <a:off x="4496454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g3598">
                <a:extLst>
                  <a:ext uri="{FF2B5EF4-FFF2-40B4-BE49-F238E27FC236}">
                    <a16:creationId xmlns:a16="http://schemas.microsoft.com/office/drawing/2014/main" id="{B7436977-CA43-1F9F-5C5B-17EFA58599E4}"/>
                  </a:ext>
                </a:extLst>
              </p:cNvPr>
              <p:cNvSpPr/>
              <p:nvPr/>
            </p:nvSpPr>
            <p:spPr>
              <a:xfrm>
                <a:off x="4508091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g3599">
                <a:extLst>
                  <a:ext uri="{FF2B5EF4-FFF2-40B4-BE49-F238E27FC236}">
                    <a16:creationId xmlns:a16="http://schemas.microsoft.com/office/drawing/2014/main" id="{909CC27C-C6F2-850E-94DF-6329DEEEEC10}"/>
                  </a:ext>
                </a:extLst>
              </p:cNvPr>
              <p:cNvSpPr/>
              <p:nvPr/>
            </p:nvSpPr>
            <p:spPr>
              <a:xfrm>
                <a:off x="4519728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g3600">
                <a:extLst>
                  <a:ext uri="{FF2B5EF4-FFF2-40B4-BE49-F238E27FC236}">
                    <a16:creationId xmlns:a16="http://schemas.microsoft.com/office/drawing/2014/main" id="{C1E9E1CF-FCE1-B2B3-A28D-2FB888F2B460}"/>
                  </a:ext>
                </a:extLst>
              </p:cNvPr>
              <p:cNvSpPr/>
              <p:nvPr/>
            </p:nvSpPr>
            <p:spPr>
              <a:xfrm>
                <a:off x="4531366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g3601">
                <a:extLst>
                  <a:ext uri="{FF2B5EF4-FFF2-40B4-BE49-F238E27FC236}">
                    <a16:creationId xmlns:a16="http://schemas.microsoft.com/office/drawing/2014/main" id="{924332AF-59CE-DC08-1512-2A7E0BC653AA}"/>
                  </a:ext>
                </a:extLst>
              </p:cNvPr>
              <p:cNvSpPr/>
              <p:nvPr/>
            </p:nvSpPr>
            <p:spPr>
              <a:xfrm>
                <a:off x="4543003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g3602">
                <a:extLst>
                  <a:ext uri="{FF2B5EF4-FFF2-40B4-BE49-F238E27FC236}">
                    <a16:creationId xmlns:a16="http://schemas.microsoft.com/office/drawing/2014/main" id="{6580CF15-91C9-34EA-253E-857ADD859877}"/>
                  </a:ext>
                </a:extLst>
              </p:cNvPr>
              <p:cNvSpPr/>
              <p:nvPr/>
            </p:nvSpPr>
            <p:spPr>
              <a:xfrm>
                <a:off x="4694288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g3603">
                <a:extLst>
                  <a:ext uri="{FF2B5EF4-FFF2-40B4-BE49-F238E27FC236}">
                    <a16:creationId xmlns:a16="http://schemas.microsoft.com/office/drawing/2014/main" id="{42A5100C-7565-829C-C70F-00754D7ABC9A}"/>
                  </a:ext>
                </a:extLst>
              </p:cNvPr>
              <p:cNvSpPr/>
              <p:nvPr/>
            </p:nvSpPr>
            <p:spPr>
              <a:xfrm>
                <a:off x="4705925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g3604">
                <a:extLst>
                  <a:ext uri="{FF2B5EF4-FFF2-40B4-BE49-F238E27FC236}">
                    <a16:creationId xmlns:a16="http://schemas.microsoft.com/office/drawing/2014/main" id="{BDE3BFA8-50DB-9259-D6E5-9B07FCAE726C}"/>
                  </a:ext>
                </a:extLst>
              </p:cNvPr>
              <p:cNvSpPr/>
              <p:nvPr/>
            </p:nvSpPr>
            <p:spPr>
              <a:xfrm>
                <a:off x="4717563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g3605">
                <a:extLst>
                  <a:ext uri="{FF2B5EF4-FFF2-40B4-BE49-F238E27FC236}">
                    <a16:creationId xmlns:a16="http://schemas.microsoft.com/office/drawing/2014/main" id="{4C1BE2C0-028A-518A-0AC3-DEF3BFD5A331}"/>
                  </a:ext>
                </a:extLst>
              </p:cNvPr>
              <p:cNvSpPr/>
              <p:nvPr/>
            </p:nvSpPr>
            <p:spPr>
              <a:xfrm>
                <a:off x="4729200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g3606">
                <a:extLst>
                  <a:ext uri="{FF2B5EF4-FFF2-40B4-BE49-F238E27FC236}">
                    <a16:creationId xmlns:a16="http://schemas.microsoft.com/office/drawing/2014/main" id="{A518D13D-D33C-2200-9EAF-9F22BDF5BAE4}"/>
                  </a:ext>
                </a:extLst>
              </p:cNvPr>
              <p:cNvSpPr/>
              <p:nvPr/>
            </p:nvSpPr>
            <p:spPr>
              <a:xfrm>
                <a:off x="4740837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g3607">
                <a:extLst>
                  <a:ext uri="{FF2B5EF4-FFF2-40B4-BE49-F238E27FC236}">
                    <a16:creationId xmlns:a16="http://schemas.microsoft.com/office/drawing/2014/main" id="{A0EEC480-8E44-F270-2DB1-5E0F37E7D7EC}"/>
                  </a:ext>
                </a:extLst>
              </p:cNvPr>
              <p:cNvSpPr/>
              <p:nvPr/>
            </p:nvSpPr>
            <p:spPr>
              <a:xfrm>
                <a:off x="2855590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g3608">
                <a:extLst>
                  <a:ext uri="{FF2B5EF4-FFF2-40B4-BE49-F238E27FC236}">
                    <a16:creationId xmlns:a16="http://schemas.microsoft.com/office/drawing/2014/main" id="{5D251039-6203-C7F1-B685-E18C8461ECAC}"/>
                  </a:ext>
                </a:extLst>
              </p:cNvPr>
              <p:cNvSpPr/>
              <p:nvPr/>
            </p:nvSpPr>
            <p:spPr>
              <a:xfrm>
                <a:off x="2867227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g3609">
                <a:extLst>
                  <a:ext uri="{FF2B5EF4-FFF2-40B4-BE49-F238E27FC236}">
                    <a16:creationId xmlns:a16="http://schemas.microsoft.com/office/drawing/2014/main" id="{B67694B1-FCCE-E461-9EAD-7B40F45877B9}"/>
                  </a:ext>
                </a:extLst>
              </p:cNvPr>
              <p:cNvSpPr/>
              <p:nvPr/>
            </p:nvSpPr>
            <p:spPr>
              <a:xfrm>
                <a:off x="2878865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g3610">
                <a:extLst>
                  <a:ext uri="{FF2B5EF4-FFF2-40B4-BE49-F238E27FC236}">
                    <a16:creationId xmlns:a16="http://schemas.microsoft.com/office/drawing/2014/main" id="{12CE4F5D-DF35-6DAB-6131-E1D48EFC10E3}"/>
                  </a:ext>
                </a:extLst>
              </p:cNvPr>
              <p:cNvSpPr/>
              <p:nvPr/>
            </p:nvSpPr>
            <p:spPr>
              <a:xfrm>
                <a:off x="2890502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g3611">
                <a:extLst>
                  <a:ext uri="{FF2B5EF4-FFF2-40B4-BE49-F238E27FC236}">
                    <a16:creationId xmlns:a16="http://schemas.microsoft.com/office/drawing/2014/main" id="{F9903655-753C-AD07-1C85-E8CD951E2D2A}"/>
                  </a:ext>
                </a:extLst>
              </p:cNvPr>
              <p:cNvSpPr/>
              <p:nvPr/>
            </p:nvSpPr>
            <p:spPr>
              <a:xfrm>
                <a:off x="2902139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g3612">
                <a:extLst>
                  <a:ext uri="{FF2B5EF4-FFF2-40B4-BE49-F238E27FC236}">
                    <a16:creationId xmlns:a16="http://schemas.microsoft.com/office/drawing/2014/main" id="{ACE7C23A-5C27-2EFB-3D03-5FDD9D691424}"/>
                  </a:ext>
                </a:extLst>
              </p:cNvPr>
              <p:cNvSpPr/>
              <p:nvPr/>
            </p:nvSpPr>
            <p:spPr>
              <a:xfrm>
                <a:off x="4496454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g3613">
                <a:extLst>
                  <a:ext uri="{FF2B5EF4-FFF2-40B4-BE49-F238E27FC236}">
                    <a16:creationId xmlns:a16="http://schemas.microsoft.com/office/drawing/2014/main" id="{DBB8D18B-B547-574C-9259-B90D23290E13}"/>
                  </a:ext>
                </a:extLst>
              </p:cNvPr>
              <p:cNvSpPr/>
              <p:nvPr/>
            </p:nvSpPr>
            <p:spPr>
              <a:xfrm>
                <a:off x="4508091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g3614">
                <a:extLst>
                  <a:ext uri="{FF2B5EF4-FFF2-40B4-BE49-F238E27FC236}">
                    <a16:creationId xmlns:a16="http://schemas.microsoft.com/office/drawing/2014/main" id="{BD91B1B2-75F9-C463-2F01-27907F19CAB7}"/>
                  </a:ext>
                </a:extLst>
              </p:cNvPr>
              <p:cNvSpPr/>
              <p:nvPr/>
            </p:nvSpPr>
            <p:spPr>
              <a:xfrm>
                <a:off x="4519728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g3615">
                <a:extLst>
                  <a:ext uri="{FF2B5EF4-FFF2-40B4-BE49-F238E27FC236}">
                    <a16:creationId xmlns:a16="http://schemas.microsoft.com/office/drawing/2014/main" id="{0E1EFB8A-245C-5C4B-F8FE-5C53DB256918}"/>
                  </a:ext>
                </a:extLst>
              </p:cNvPr>
              <p:cNvSpPr/>
              <p:nvPr/>
            </p:nvSpPr>
            <p:spPr>
              <a:xfrm>
                <a:off x="4531366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g3616">
                <a:extLst>
                  <a:ext uri="{FF2B5EF4-FFF2-40B4-BE49-F238E27FC236}">
                    <a16:creationId xmlns:a16="http://schemas.microsoft.com/office/drawing/2014/main" id="{BA1FD34E-7F63-542B-5D19-249F91DCA25B}"/>
                  </a:ext>
                </a:extLst>
              </p:cNvPr>
              <p:cNvSpPr/>
              <p:nvPr/>
            </p:nvSpPr>
            <p:spPr>
              <a:xfrm>
                <a:off x="4543003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g3617">
                <a:extLst>
                  <a:ext uri="{FF2B5EF4-FFF2-40B4-BE49-F238E27FC236}">
                    <a16:creationId xmlns:a16="http://schemas.microsoft.com/office/drawing/2014/main" id="{D13A152A-2F31-E1C6-64DD-D9B5D3D5C0FC}"/>
                  </a:ext>
                </a:extLst>
              </p:cNvPr>
              <p:cNvSpPr/>
              <p:nvPr/>
            </p:nvSpPr>
            <p:spPr>
              <a:xfrm>
                <a:off x="4694288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g3618">
                <a:extLst>
                  <a:ext uri="{FF2B5EF4-FFF2-40B4-BE49-F238E27FC236}">
                    <a16:creationId xmlns:a16="http://schemas.microsoft.com/office/drawing/2014/main" id="{198D0E05-58BA-C778-A3CA-EF9F3FC0D6C7}"/>
                  </a:ext>
                </a:extLst>
              </p:cNvPr>
              <p:cNvSpPr/>
              <p:nvPr/>
            </p:nvSpPr>
            <p:spPr>
              <a:xfrm>
                <a:off x="4705925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g3619">
                <a:extLst>
                  <a:ext uri="{FF2B5EF4-FFF2-40B4-BE49-F238E27FC236}">
                    <a16:creationId xmlns:a16="http://schemas.microsoft.com/office/drawing/2014/main" id="{2859CA76-250A-F1CC-4740-7AC3212E02A9}"/>
                  </a:ext>
                </a:extLst>
              </p:cNvPr>
              <p:cNvSpPr/>
              <p:nvPr/>
            </p:nvSpPr>
            <p:spPr>
              <a:xfrm>
                <a:off x="4717563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g3620">
                <a:extLst>
                  <a:ext uri="{FF2B5EF4-FFF2-40B4-BE49-F238E27FC236}">
                    <a16:creationId xmlns:a16="http://schemas.microsoft.com/office/drawing/2014/main" id="{6B54C1B7-4FE5-F395-3869-6D93A1C633A0}"/>
                  </a:ext>
                </a:extLst>
              </p:cNvPr>
              <p:cNvSpPr/>
              <p:nvPr/>
            </p:nvSpPr>
            <p:spPr>
              <a:xfrm>
                <a:off x="4729200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g3621">
                <a:extLst>
                  <a:ext uri="{FF2B5EF4-FFF2-40B4-BE49-F238E27FC236}">
                    <a16:creationId xmlns:a16="http://schemas.microsoft.com/office/drawing/2014/main" id="{4BCD85EE-2A3F-4EC8-6B9A-938B0CC562D9}"/>
                  </a:ext>
                </a:extLst>
              </p:cNvPr>
              <p:cNvSpPr/>
              <p:nvPr/>
            </p:nvSpPr>
            <p:spPr>
              <a:xfrm>
                <a:off x="2867227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g3622">
                <a:extLst>
                  <a:ext uri="{FF2B5EF4-FFF2-40B4-BE49-F238E27FC236}">
                    <a16:creationId xmlns:a16="http://schemas.microsoft.com/office/drawing/2014/main" id="{35301207-93CC-0000-7FF8-102294CDF72F}"/>
                  </a:ext>
                </a:extLst>
              </p:cNvPr>
              <p:cNvSpPr/>
              <p:nvPr/>
            </p:nvSpPr>
            <p:spPr>
              <a:xfrm>
                <a:off x="2878865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g3623">
                <a:extLst>
                  <a:ext uri="{FF2B5EF4-FFF2-40B4-BE49-F238E27FC236}">
                    <a16:creationId xmlns:a16="http://schemas.microsoft.com/office/drawing/2014/main" id="{E1376050-2AF4-0AD6-B92B-BCB20279E496}"/>
                  </a:ext>
                </a:extLst>
              </p:cNvPr>
              <p:cNvSpPr/>
              <p:nvPr/>
            </p:nvSpPr>
            <p:spPr>
              <a:xfrm>
                <a:off x="2890502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g3624">
                <a:extLst>
                  <a:ext uri="{FF2B5EF4-FFF2-40B4-BE49-F238E27FC236}">
                    <a16:creationId xmlns:a16="http://schemas.microsoft.com/office/drawing/2014/main" id="{B169292D-20D0-0F1F-BC46-E3E1A6231136}"/>
                  </a:ext>
                </a:extLst>
              </p:cNvPr>
              <p:cNvSpPr/>
              <p:nvPr/>
            </p:nvSpPr>
            <p:spPr>
              <a:xfrm>
                <a:off x="2902139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g3625">
                <a:extLst>
                  <a:ext uri="{FF2B5EF4-FFF2-40B4-BE49-F238E27FC236}">
                    <a16:creationId xmlns:a16="http://schemas.microsoft.com/office/drawing/2014/main" id="{28540DAE-3F78-036E-A0B2-22FEE05AF640}"/>
                  </a:ext>
                </a:extLst>
              </p:cNvPr>
              <p:cNvSpPr/>
              <p:nvPr/>
            </p:nvSpPr>
            <p:spPr>
              <a:xfrm>
                <a:off x="2913777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g3626">
                <a:extLst>
                  <a:ext uri="{FF2B5EF4-FFF2-40B4-BE49-F238E27FC236}">
                    <a16:creationId xmlns:a16="http://schemas.microsoft.com/office/drawing/2014/main" id="{EB5CD90B-3913-5DA8-91E8-8CB562784155}"/>
                  </a:ext>
                </a:extLst>
              </p:cNvPr>
              <p:cNvSpPr/>
              <p:nvPr/>
            </p:nvSpPr>
            <p:spPr>
              <a:xfrm>
                <a:off x="4508091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g3627">
                <a:extLst>
                  <a:ext uri="{FF2B5EF4-FFF2-40B4-BE49-F238E27FC236}">
                    <a16:creationId xmlns:a16="http://schemas.microsoft.com/office/drawing/2014/main" id="{E3AD44B8-73E1-2BB1-D2D5-D7A8AFD38A20}"/>
                  </a:ext>
                </a:extLst>
              </p:cNvPr>
              <p:cNvSpPr/>
              <p:nvPr/>
            </p:nvSpPr>
            <p:spPr>
              <a:xfrm>
                <a:off x="4519728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g3628">
                <a:extLst>
                  <a:ext uri="{FF2B5EF4-FFF2-40B4-BE49-F238E27FC236}">
                    <a16:creationId xmlns:a16="http://schemas.microsoft.com/office/drawing/2014/main" id="{C5278566-3B7F-9068-5507-DA2369A23FFF}"/>
                  </a:ext>
                </a:extLst>
              </p:cNvPr>
              <p:cNvSpPr/>
              <p:nvPr/>
            </p:nvSpPr>
            <p:spPr>
              <a:xfrm>
                <a:off x="4531366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g3629">
                <a:extLst>
                  <a:ext uri="{FF2B5EF4-FFF2-40B4-BE49-F238E27FC236}">
                    <a16:creationId xmlns:a16="http://schemas.microsoft.com/office/drawing/2014/main" id="{A928C4EB-7118-487B-B506-DE77963CC69A}"/>
                  </a:ext>
                </a:extLst>
              </p:cNvPr>
              <p:cNvSpPr/>
              <p:nvPr/>
            </p:nvSpPr>
            <p:spPr>
              <a:xfrm>
                <a:off x="4543003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g3630">
                <a:extLst>
                  <a:ext uri="{FF2B5EF4-FFF2-40B4-BE49-F238E27FC236}">
                    <a16:creationId xmlns:a16="http://schemas.microsoft.com/office/drawing/2014/main" id="{F406445E-D4CA-278E-472E-D7C8DC086B28}"/>
                  </a:ext>
                </a:extLst>
              </p:cNvPr>
              <p:cNvSpPr/>
              <p:nvPr/>
            </p:nvSpPr>
            <p:spPr>
              <a:xfrm>
                <a:off x="4554640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g3631">
                <a:extLst>
                  <a:ext uri="{FF2B5EF4-FFF2-40B4-BE49-F238E27FC236}">
                    <a16:creationId xmlns:a16="http://schemas.microsoft.com/office/drawing/2014/main" id="{EEE61EE1-7DD8-34F4-E222-A0689BE479B2}"/>
                  </a:ext>
                </a:extLst>
              </p:cNvPr>
              <p:cNvSpPr/>
              <p:nvPr/>
            </p:nvSpPr>
            <p:spPr>
              <a:xfrm>
                <a:off x="4694288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g3632">
                <a:extLst>
                  <a:ext uri="{FF2B5EF4-FFF2-40B4-BE49-F238E27FC236}">
                    <a16:creationId xmlns:a16="http://schemas.microsoft.com/office/drawing/2014/main" id="{5598E606-2DDE-FFAE-1B34-A176B00DFF9C}"/>
                  </a:ext>
                </a:extLst>
              </p:cNvPr>
              <p:cNvSpPr/>
              <p:nvPr/>
            </p:nvSpPr>
            <p:spPr>
              <a:xfrm>
                <a:off x="4705925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g3633">
                <a:extLst>
                  <a:ext uri="{FF2B5EF4-FFF2-40B4-BE49-F238E27FC236}">
                    <a16:creationId xmlns:a16="http://schemas.microsoft.com/office/drawing/2014/main" id="{876C94EE-2FD5-C5D9-034C-57CF79EE1EF4}"/>
                  </a:ext>
                </a:extLst>
              </p:cNvPr>
              <p:cNvSpPr/>
              <p:nvPr/>
            </p:nvSpPr>
            <p:spPr>
              <a:xfrm>
                <a:off x="4717563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g3634">
                <a:extLst>
                  <a:ext uri="{FF2B5EF4-FFF2-40B4-BE49-F238E27FC236}">
                    <a16:creationId xmlns:a16="http://schemas.microsoft.com/office/drawing/2014/main" id="{117D2BA8-09D4-C25B-8C24-388E34C1CEB0}"/>
                  </a:ext>
                </a:extLst>
              </p:cNvPr>
              <p:cNvSpPr/>
              <p:nvPr/>
            </p:nvSpPr>
            <p:spPr>
              <a:xfrm>
                <a:off x="4729200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g3635">
                <a:extLst>
                  <a:ext uri="{FF2B5EF4-FFF2-40B4-BE49-F238E27FC236}">
                    <a16:creationId xmlns:a16="http://schemas.microsoft.com/office/drawing/2014/main" id="{D517689B-CEBC-E707-6781-0D19EFD99448}"/>
                  </a:ext>
                </a:extLst>
              </p:cNvPr>
              <p:cNvSpPr/>
              <p:nvPr/>
            </p:nvSpPr>
            <p:spPr>
              <a:xfrm>
                <a:off x="2867227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g3636">
                <a:extLst>
                  <a:ext uri="{FF2B5EF4-FFF2-40B4-BE49-F238E27FC236}">
                    <a16:creationId xmlns:a16="http://schemas.microsoft.com/office/drawing/2014/main" id="{62537634-A505-DB5F-74E4-69657565CBDF}"/>
                  </a:ext>
                </a:extLst>
              </p:cNvPr>
              <p:cNvSpPr/>
              <p:nvPr/>
            </p:nvSpPr>
            <p:spPr>
              <a:xfrm>
                <a:off x="2878865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g3637">
                <a:extLst>
                  <a:ext uri="{FF2B5EF4-FFF2-40B4-BE49-F238E27FC236}">
                    <a16:creationId xmlns:a16="http://schemas.microsoft.com/office/drawing/2014/main" id="{30E21270-504F-B2C2-8623-C639A98C5768}"/>
                  </a:ext>
                </a:extLst>
              </p:cNvPr>
              <p:cNvSpPr/>
              <p:nvPr/>
            </p:nvSpPr>
            <p:spPr>
              <a:xfrm>
                <a:off x="2890502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g3638">
                <a:extLst>
                  <a:ext uri="{FF2B5EF4-FFF2-40B4-BE49-F238E27FC236}">
                    <a16:creationId xmlns:a16="http://schemas.microsoft.com/office/drawing/2014/main" id="{5D91B5D4-2014-32BF-BC1A-B1E3980353F4}"/>
                  </a:ext>
                </a:extLst>
              </p:cNvPr>
              <p:cNvSpPr/>
              <p:nvPr/>
            </p:nvSpPr>
            <p:spPr>
              <a:xfrm>
                <a:off x="2902139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g3639">
                <a:extLst>
                  <a:ext uri="{FF2B5EF4-FFF2-40B4-BE49-F238E27FC236}">
                    <a16:creationId xmlns:a16="http://schemas.microsoft.com/office/drawing/2014/main" id="{5FBDD90F-3F3A-E3AD-8071-A1B95F96E208}"/>
                  </a:ext>
                </a:extLst>
              </p:cNvPr>
              <p:cNvSpPr/>
              <p:nvPr/>
            </p:nvSpPr>
            <p:spPr>
              <a:xfrm>
                <a:off x="2913777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g3640">
                <a:extLst>
                  <a:ext uri="{FF2B5EF4-FFF2-40B4-BE49-F238E27FC236}">
                    <a16:creationId xmlns:a16="http://schemas.microsoft.com/office/drawing/2014/main" id="{029DF131-7A7F-B34D-0CEF-9A5154E8A219}"/>
                  </a:ext>
                </a:extLst>
              </p:cNvPr>
              <p:cNvSpPr/>
              <p:nvPr/>
            </p:nvSpPr>
            <p:spPr>
              <a:xfrm>
                <a:off x="2925414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g3641">
                <a:extLst>
                  <a:ext uri="{FF2B5EF4-FFF2-40B4-BE49-F238E27FC236}">
                    <a16:creationId xmlns:a16="http://schemas.microsoft.com/office/drawing/2014/main" id="{44D0B8B7-3FD1-96A6-7C8A-BB4B132F91B5}"/>
                  </a:ext>
                </a:extLst>
              </p:cNvPr>
              <p:cNvSpPr/>
              <p:nvPr/>
            </p:nvSpPr>
            <p:spPr>
              <a:xfrm>
                <a:off x="4508091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g3642">
                <a:extLst>
                  <a:ext uri="{FF2B5EF4-FFF2-40B4-BE49-F238E27FC236}">
                    <a16:creationId xmlns:a16="http://schemas.microsoft.com/office/drawing/2014/main" id="{D43FEB3C-818A-28CC-DD54-F8913088583D}"/>
                  </a:ext>
                </a:extLst>
              </p:cNvPr>
              <p:cNvSpPr/>
              <p:nvPr/>
            </p:nvSpPr>
            <p:spPr>
              <a:xfrm>
                <a:off x="4519728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g3643">
                <a:extLst>
                  <a:ext uri="{FF2B5EF4-FFF2-40B4-BE49-F238E27FC236}">
                    <a16:creationId xmlns:a16="http://schemas.microsoft.com/office/drawing/2014/main" id="{EE1BED9A-6169-8771-CCF7-C2F1342D5F8E}"/>
                  </a:ext>
                </a:extLst>
              </p:cNvPr>
              <p:cNvSpPr/>
              <p:nvPr/>
            </p:nvSpPr>
            <p:spPr>
              <a:xfrm>
                <a:off x="4531366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g3644">
                <a:extLst>
                  <a:ext uri="{FF2B5EF4-FFF2-40B4-BE49-F238E27FC236}">
                    <a16:creationId xmlns:a16="http://schemas.microsoft.com/office/drawing/2014/main" id="{CB33DE87-91DD-890F-5816-7A70C213877F}"/>
                  </a:ext>
                </a:extLst>
              </p:cNvPr>
              <p:cNvSpPr/>
              <p:nvPr/>
            </p:nvSpPr>
            <p:spPr>
              <a:xfrm>
                <a:off x="4543003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g3645">
                <a:extLst>
                  <a:ext uri="{FF2B5EF4-FFF2-40B4-BE49-F238E27FC236}">
                    <a16:creationId xmlns:a16="http://schemas.microsoft.com/office/drawing/2014/main" id="{51FCF8F5-322F-D331-0CA9-E9DBFE167B74}"/>
                  </a:ext>
                </a:extLst>
              </p:cNvPr>
              <p:cNvSpPr/>
              <p:nvPr/>
            </p:nvSpPr>
            <p:spPr>
              <a:xfrm>
                <a:off x="4554640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g3646">
                <a:extLst>
                  <a:ext uri="{FF2B5EF4-FFF2-40B4-BE49-F238E27FC236}">
                    <a16:creationId xmlns:a16="http://schemas.microsoft.com/office/drawing/2014/main" id="{CC5499E8-B4B9-AE2D-6BB2-67A5B90F304A}"/>
                  </a:ext>
                </a:extLst>
              </p:cNvPr>
              <p:cNvSpPr/>
              <p:nvPr/>
            </p:nvSpPr>
            <p:spPr>
              <a:xfrm>
                <a:off x="4694288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g3647">
                <a:extLst>
                  <a:ext uri="{FF2B5EF4-FFF2-40B4-BE49-F238E27FC236}">
                    <a16:creationId xmlns:a16="http://schemas.microsoft.com/office/drawing/2014/main" id="{E8E71546-F316-B4C8-19B2-3EF6C1016D72}"/>
                  </a:ext>
                </a:extLst>
              </p:cNvPr>
              <p:cNvSpPr/>
              <p:nvPr/>
            </p:nvSpPr>
            <p:spPr>
              <a:xfrm>
                <a:off x="4705925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g3648">
                <a:extLst>
                  <a:ext uri="{FF2B5EF4-FFF2-40B4-BE49-F238E27FC236}">
                    <a16:creationId xmlns:a16="http://schemas.microsoft.com/office/drawing/2014/main" id="{24696671-114B-0D5A-1A1B-5F9F6ED16463}"/>
                  </a:ext>
                </a:extLst>
              </p:cNvPr>
              <p:cNvSpPr/>
              <p:nvPr/>
            </p:nvSpPr>
            <p:spPr>
              <a:xfrm>
                <a:off x="4717563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g3649">
                <a:extLst>
                  <a:ext uri="{FF2B5EF4-FFF2-40B4-BE49-F238E27FC236}">
                    <a16:creationId xmlns:a16="http://schemas.microsoft.com/office/drawing/2014/main" id="{F38ECA9F-0538-380A-1037-374E404F904E}"/>
                  </a:ext>
                </a:extLst>
              </p:cNvPr>
              <p:cNvSpPr/>
              <p:nvPr/>
            </p:nvSpPr>
            <p:spPr>
              <a:xfrm>
                <a:off x="4729200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g3650">
                <a:extLst>
                  <a:ext uri="{FF2B5EF4-FFF2-40B4-BE49-F238E27FC236}">
                    <a16:creationId xmlns:a16="http://schemas.microsoft.com/office/drawing/2014/main" id="{30D26E97-55BC-959C-F9FB-00DFD7CFE8A1}"/>
                  </a:ext>
                </a:extLst>
              </p:cNvPr>
              <p:cNvSpPr/>
              <p:nvPr/>
            </p:nvSpPr>
            <p:spPr>
              <a:xfrm>
                <a:off x="287886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g3651">
                <a:extLst>
                  <a:ext uri="{FF2B5EF4-FFF2-40B4-BE49-F238E27FC236}">
                    <a16:creationId xmlns:a16="http://schemas.microsoft.com/office/drawing/2014/main" id="{BE92C9F0-7302-CC0F-2689-3E9C374ECB25}"/>
                  </a:ext>
                </a:extLst>
              </p:cNvPr>
              <p:cNvSpPr/>
              <p:nvPr/>
            </p:nvSpPr>
            <p:spPr>
              <a:xfrm>
                <a:off x="2890502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g3652">
                <a:extLst>
                  <a:ext uri="{FF2B5EF4-FFF2-40B4-BE49-F238E27FC236}">
                    <a16:creationId xmlns:a16="http://schemas.microsoft.com/office/drawing/2014/main" id="{7DA19D82-ECEC-58A2-9574-31D8F3C4D49B}"/>
                  </a:ext>
                </a:extLst>
              </p:cNvPr>
              <p:cNvSpPr/>
              <p:nvPr/>
            </p:nvSpPr>
            <p:spPr>
              <a:xfrm>
                <a:off x="2902139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g3653">
                <a:extLst>
                  <a:ext uri="{FF2B5EF4-FFF2-40B4-BE49-F238E27FC236}">
                    <a16:creationId xmlns:a16="http://schemas.microsoft.com/office/drawing/2014/main" id="{1CFBD8E1-54D1-0840-F443-B733B08FB0C1}"/>
                  </a:ext>
                </a:extLst>
              </p:cNvPr>
              <p:cNvSpPr/>
              <p:nvPr/>
            </p:nvSpPr>
            <p:spPr>
              <a:xfrm>
                <a:off x="2913777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g3654">
                <a:extLst>
                  <a:ext uri="{FF2B5EF4-FFF2-40B4-BE49-F238E27FC236}">
                    <a16:creationId xmlns:a16="http://schemas.microsoft.com/office/drawing/2014/main" id="{FC4ACA05-E1F8-17D4-2B76-186D192AC77F}"/>
                  </a:ext>
                </a:extLst>
              </p:cNvPr>
              <p:cNvSpPr/>
              <p:nvPr/>
            </p:nvSpPr>
            <p:spPr>
              <a:xfrm>
                <a:off x="2925414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g3655">
                <a:extLst>
                  <a:ext uri="{FF2B5EF4-FFF2-40B4-BE49-F238E27FC236}">
                    <a16:creationId xmlns:a16="http://schemas.microsoft.com/office/drawing/2014/main" id="{40D51090-034B-3CF9-AD0B-1CAC6FFDC0B4}"/>
                  </a:ext>
                </a:extLst>
              </p:cNvPr>
              <p:cNvSpPr/>
              <p:nvPr/>
            </p:nvSpPr>
            <p:spPr>
              <a:xfrm>
                <a:off x="4508091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g3656">
                <a:extLst>
                  <a:ext uri="{FF2B5EF4-FFF2-40B4-BE49-F238E27FC236}">
                    <a16:creationId xmlns:a16="http://schemas.microsoft.com/office/drawing/2014/main" id="{2376BD46-6083-45D0-28DE-587A83407AC3}"/>
                  </a:ext>
                </a:extLst>
              </p:cNvPr>
              <p:cNvSpPr/>
              <p:nvPr/>
            </p:nvSpPr>
            <p:spPr>
              <a:xfrm>
                <a:off x="451972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g3657">
                <a:extLst>
                  <a:ext uri="{FF2B5EF4-FFF2-40B4-BE49-F238E27FC236}">
                    <a16:creationId xmlns:a16="http://schemas.microsoft.com/office/drawing/2014/main" id="{CE38476F-3C91-A83A-AE8C-73C27440FB6B}"/>
                  </a:ext>
                </a:extLst>
              </p:cNvPr>
              <p:cNvSpPr/>
              <p:nvPr/>
            </p:nvSpPr>
            <p:spPr>
              <a:xfrm>
                <a:off x="4531366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g3658">
                <a:extLst>
                  <a:ext uri="{FF2B5EF4-FFF2-40B4-BE49-F238E27FC236}">
                    <a16:creationId xmlns:a16="http://schemas.microsoft.com/office/drawing/2014/main" id="{B5305692-AA00-97EE-9BEC-927D0E2F21DD}"/>
                  </a:ext>
                </a:extLst>
              </p:cNvPr>
              <p:cNvSpPr/>
              <p:nvPr/>
            </p:nvSpPr>
            <p:spPr>
              <a:xfrm>
                <a:off x="4543003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g3659">
                <a:extLst>
                  <a:ext uri="{FF2B5EF4-FFF2-40B4-BE49-F238E27FC236}">
                    <a16:creationId xmlns:a16="http://schemas.microsoft.com/office/drawing/2014/main" id="{34DBA130-1E80-3716-B0F2-EB239AF3C77D}"/>
                  </a:ext>
                </a:extLst>
              </p:cNvPr>
              <p:cNvSpPr/>
              <p:nvPr/>
            </p:nvSpPr>
            <p:spPr>
              <a:xfrm>
                <a:off x="4554640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g3660">
                <a:extLst>
                  <a:ext uri="{FF2B5EF4-FFF2-40B4-BE49-F238E27FC236}">
                    <a16:creationId xmlns:a16="http://schemas.microsoft.com/office/drawing/2014/main" id="{A627CA4C-26E4-3BF8-81B8-5F54EACA5F1E}"/>
                  </a:ext>
                </a:extLst>
              </p:cNvPr>
              <p:cNvSpPr/>
              <p:nvPr/>
            </p:nvSpPr>
            <p:spPr>
              <a:xfrm>
                <a:off x="456627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g3661">
                <a:extLst>
                  <a:ext uri="{FF2B5EF4-FFF2-40B4-BE49-F238E27FC236}">
                    <a16:creationId xmlns:a16="http://schemas.microsoft.com/office/drawing/2014/main" id="{56B68B6C-276C-04C3-7EFA-2B31853DB86F}"/>
                  </a:ext>
                </a:extLst>
              </p:cNvPr>
              <p:cNvSpPr/>
              <p:nvPr/>
            </p:nvSpPr>
            <p:spPr>
              <a:xfrm>
                <a:off x="457791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g3662">
                <a:extLst>
                  <a:ext uri="{FF2B5EF4-FFF2-40B4-BE49-F238E27FC236}">
                    <a16:creationId xmlns:a16="http://schemas.microsoft.com/office/drawing/2014/main" id="{FC9CD740-3550-C598-AC51-FCEEE8D4FFA9}"/>
                  </a:ext>
                </a:extLst>
              </p:cNvPr>
              <p:cNvSpPr/>
              <p:nvPr/>
            </p:nvSpPr>
            <p:spPr>
              <a:xfrm>
                <a:off x="4589552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g3663">
                <a:extLst>
                  <a:ext uri="{FF2B5EF4-FFF2-40B4-BE49-F238E27FC236}">
                    <a16:creationId xmlns:a16="http://schemas.microsoft.com/office/drawing/2014/main" id="{128D8E48-C3D6-E99D-2E3A-CEEE9509E4B8}"/>
                  </a:ext>
                </a:extLst>
              </p:cNvPr>
              <p:cNvSpPr/>
              <p:nvPr/>
            </p:nvSpPr>
            <p:spPr>
              <a:xfrm>
                <a:off x="469428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g3664">
                <a:extLst>
                  <a:ext uri="{FF2B5EF4-FFF2-40B4-BE49-F238E27FC236}">
                    <a16:creationId xmlns:a16="http://schemas.microsoft.com/office/drawing/2014/main" id="{0D9F1DD8-7594-2585-92EC-9560117CD252}"/>
                  </a:ext>
                </a:extLst>
              </p:cNvPr>
              <p:cNvSpPr/>
              <p:nvPr/>
            </p:nvSpPr>
            <p:spPr>
              <a:xfrm>
                <a:off x="470592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g3665">
                <a:extLst>
                  <a:ext uri="{FF2B5EF4-FFF2-40B4-BE49-F238E27FC236}">
                    <a16:creationId xmlns:a16="http://schemas.microsoft.com/office/drawing/2014/main" id="{9244ECE7-6D57-0CA2-2910-87CC45DC1FE3}"/>
                  </a:ext>
                </a:extLst>
              </p:cNvPr>
              <p:cNvSpPr/>
              <p:nvPr/>
            </p:nvSpPr>
            <p:spPr>
              <a:xfrm>
                <a:off x="4717563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g3666">
                <a:extLst>
                  <a:ext uri="{FF2B5EF4-FFF2-40B4-BE49-F238E27FC236}">
                    <a16:creationId xmlns:a16="http://schemas.microsoft.com/office/drawing/2014/main" id="{BC0A406A-47BE-529F-31F9-951DFCEF21A8}"/>
                  </a:ext>
                </a:extLst>
              </p:cNvPr>
              <p:cNvSpPr/>
              <p:nvPr/>
            </p:nvSpPr>
            <p:spPr>
              <a:xfrm>
                <a:off x="4729200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g3667">
                <a:extLst>
                  <a:ext uri="{FF2B5EF4-FFF2-40B4-BE49-F238E27FC236}">
                    <a16:creationId xmlns:a16="http://schemas.microsoft.com/office/drawing/2014/main" id="{E725250C-583F-9659-11AF-84708F597B2A}"/>
                  </a:ext>
                </a:extLst>
              </p:cNvPr>
              <p:cNvSpPr/>
              <p:nvPr/>
            </p:nvSpPr>
            <p:spPr>
              <a:xfrm>
                <a:off x="2890502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g3668">
                <a:extLst>
                  <a:ext uri="{FF2B5EF4-FFF2-40B4-BE49-F238E27FC236}">
                    <a16:creationId xmlns:a16="http://schemas.microsoft.com/office/drawing/2014/main" id="{0263CFBD-3509-2EEF-6014-498E6232DE8C}"/>
                  </a:ext>
                </a:extLst>
              </p:cNvPr>
              <p:cNvSpPr/>
              <p:nvPr/>
            </p:nvSpPr>
            <p:spPr>
              <a:xfrm>
                <a:off x="2902139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g3669">
                <a:extLst>
                  <a:ext uri="{FF2B5EF4-FFF2-40B4-BE49-F238E27FC236}">
                    <a16:creationId xmlns:a16="http://schemas.microsoft.com/office/drawing/2014/main" id="{0F7E5A04-74EE-DA55-36AB-BEB700D0C87E}"/>
                  </a:ext>
                </a:extLst>
              </p:cNvPr>
              <p:cNvSpPr/>
              <p:nvPr/>
            </p:nvSpPr>
            <p:spPr>
              <a:xfrm>
                <a:off x="2913777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g3670">
                <a:extLst>
                  <a:ext uri="{FF2B5EF4-FFF2-40B4-BE49-F238E27FC236}">
                    <a16:creationId xmlns:a16="http://schemas.microsoft.com/office/drawing/2014/main" id="{E87CCE56-DC6B-581B-B365-A407A2DB5E7D}"/>
                  </a:ext>
                </a:extLst>
              </p:cNvPr>
              <p:cNvSpPr/>
              <p:nvPr/>
            </p:nvSpPr>
            <p:spPr>
              <a:xfrm>
                <a:off x="2925414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g3671">
                <a:extLst>
                  <a:ext uri="{FF2B5EF4-FFF2-40B4-BE49-F238E27FC236}">
                    <a16:creationId xmlns:a16="http://schemas.microsoft.com/office/drawing/2014/main" id="{4538E3E4-5AB2-AE9A-F229-BD55038389B0}"/>
                  </a:ext>
                </a:extLst>
              </p:cNvPr>
              <p:cNvSpPr/>
              <p:nvPr/>
            </p:nvSpPr>
            <p:spPr>
              <a:xfrm>
                <a:off x="451972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g3672">
                <a:extLst>
                  <a:ext uri="{FF2B5EF4-FFF2-40B4-BE49-F238E27FC236}">
                    <a16:creationId xmlns:a16="http://schemas.microsoft.com/office/drawing/2014/main" id="{A29AEC9B-B3CF-BFB8-021A-EB722546F026}"/>
                  </a:ext>
                </a:extLst>
              </p:cNvPr>
              <p:cNvSpPr/>
              <p:nvPr/>
            </p:nvSpPr>
            <p:spPr>
              <a:xfrm>
                <a:off x="4531366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g3673">
                <a:extLst>
                  <a:ext uri="{FF2B5EF4-FFF2-40B4-BE49-F238E27FC236}">
                    <a16:creationId xmlns:a16="http://schemas.microsoft.com/office/drawing/2014/main" id="{E15AA968-2C74-B5EB-4125-800F936E5E13}"/>
                  </a:ext>
                </a:extLst>
              </p:cNvPr>
              <p:cNvSpPr/>
              <p:nvPr/>
            </p:nvSpPr>
            <p:spPr>
              <a:xfrm>
                <a:off x="4543003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g3674">
                <a:extLst>
                  <a:ext uri="{FF2B5EF4-FFF2-40B4-BE49-F238E27FC236}">
                    <a16:creationId xmlns:a16="http://schemas.microsoft.com/office/drawing/2014/main" id="{EF25CB40-9CE8-B7BA-69D1-F5982B1F6B8A}"/>
                  </a:ext>
                </a:extLst>
              </p:cNvPr>
              <p:cNvSpPr/>
              <p:nvPr/>
            </p:nvSpPr>
            <p:spPr>
              <a:xfrm>
                <a:off x="455464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g3675">
                <a:extLst>
                  <a:ext uri="{FF2B5EF4-FFF2-40B4-BE49-F238E27FC236}">
                    <a16:creationId xmlns:a16="http://schemas.microsoft.com/office/drawing/2014/main" id="{8A3FF41B-B583-84F9-1990-75104C5DAF44}"/>
                  </a:ext>
                </a:extLst>
              </p:cNvPr>
              <p:cNvSpPr/>
              <p:nvPr/>
            </p:nvSpPr>
            <p:spPr>
              <a:xfrm>
                <a:off x="456627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g3676">
                <a:extLst>
                  <a:ext uri="{FF2B5EF4-FFF2-40B4-BE49-F238E27FC236}">
                    <a16:creationId xmlns:a16="http://schemas.microsoft.com/office/drawing/2014/main" id="{E2B6ABBC-C7EF-215A-51F4-EFEBC860B989}"/>
                  </a:ext>
                </a:extLst>
              </p:cNvPr>
              <p:cNvSpPr/>
              <p:nvPr/>
            </p:nvSpPr>
            <p:spPr>
              <a:xfrm>
                <a:off x="4577915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g3677">
                <a:extLst>
                  <a:ext uri="{FF2B5EF4-FFF2-40B4-BE49-F238E27FC236}">
                    <a16:creationId xmlns:a16="http://schemas.microsoft.com/office/drawing/2014/main" id="{38C073A2-E8D1-28DA-9BD1-F5E89DD9228A}"/>
                  </a:ext>
                </a:extLst>
              </p:cNvPr>
              <p:cNvSpPr/>
              <p:nvPr/>
            </p:nvSpPr>
            <p:spPr>
              <a:xfrm>
                <a:off x="4589552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g3678">
                <a:extLst>
                  <a:ext uri="{FF2B5EF4-FFF2-40B4-BE49-F238E27FC236}">
                    <a16:creationId xmlns:a16="http://schemas.microsoft.com/office/drawing/2014/main" id="{AAEB39AF-D8DA-D25E-22AB-C76687925909}"/>
                  </a:ext>
                </a:extLst>
              </p:cNvPr>
              <p:cNvSpPr/>
              <p:nvPr/>
            </p:nvSpPr>
            <p:spPr>
              <a:xfrm>
                <a:off x="460119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g3679">
                <a:extLst>
                  <a:ext uri="{FF2B5EF4-FFF2-40B4-BE49-F238E27FC236}">
                    <a16:creationId xmlns:a16="http://schemas.microsoft.com/office/drawing/2014/main" id="{3328D7A0-12C2-DB21-AAE6-116AE5FAC5BC}"/>
                  </a:ext>
                </a:extLst>
              </p:cNvPr>
              <p:cNvSpPr/>
              <p:nvPr/>
            </p:nvSpPr>
            <p:spPr>
              <a:xfrm>
                <a:off x="4682651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g3680">
                <a:extLst>
                  <a:ext uri="{FF2B5EF4-FFF2-40B4-BE49-F238E27FC236}">
                    <a16:creationId xmlns:a16="http://schemas.microsoft.com/office/drawing/2014/main" id="{456E0BCD-DE35-AF78-70F7-E89601AFC102}"/>
                  </a:ext>
                </a:extLst>
              </p:cNvPr>
              <p:cNvSpPr/>
              <p:nvPr/>
            </p:nvSpPr>
            <p:spPr>
              <a:xfrm>
                <a:off x="469428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g3681">
                <a:extLst>
                  <a:ext uri="{FF2B5EF4-FFF2-40B4-BE49-F238E27FC236}">
                    <a16:creationId xmlns:a16="http://schemas.microsoft.com/office/drawing/2014/main" id="{B2D938FD-83D5-834A-6B8A-B13BA029F848}"/>
                  </a:ext>
                </a:extLst>
              </p:cNvPr>
              <p:cNvSpPr/>
              <p:nvPr/>
            </p:nvSpPr>
            <p:spPr>
              <a:xfrm>
                <a:off x="4705925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g3682">
                <a:extLst>
                  <a:ext uri="{FF2B5EF4-FFF2-40B4-BE49-F238E27FC236}">
                    <a16:creationId xmlns:a16="http://schemas.microsoft.com/office/drawing/2014/main" id="{E29E37C5-EF6B-44CA-CA41-CCDBF6351112}"/>
                  </a:ext>
                </a:extLst>
              </p:cNvPr>
              <p:cNvSpPr/>
              <p:nvPr/>
            </p:nvSpPr>
            <p:spPr>
              <a:xfrm>
                <a:off x="4717563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g3683">
                <a:extLst>
                  <a:ext uri="{FF2B5EF4-FFF2-40B4-BE49-F238E27FC236}">
                    <a16:creationId xmlns:a16="http://schemas.microsoft.com/office/drawing/2014/main" id="{F99B216B-DBE8-54E3-0C4F-A7E759822227}"/>
                  </a:ext>
                </a:extLst>
              </p:cNvPr>
              <p:cNvSpPr/>
              <p:nvPr/>
            </p:nvSpPr>
            <p:spPr>
              <a:xfrm>
                <a:off x="472920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g3684">
                <a:extLst>
                  <a:ext uri="{FF2B5EF4-FFF2-40B4-BE49-F238E27FC236}">
                    <a16:creationId xmlns:a16="http://schemas.microsoft.com/office/drawing/2014/main" id="{9BF25511-FD2E-F4FE-DD32-752D8B814978}"/>
                  </a:ext>
                </a:extLst>
              </p:cNvPr>
              <p:cNvSpPr/>
              <p:nvPr/>
            </p:nvSpPr>
            <p:spPr>
              <a:xfrm>
                <a:off x="2890502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g3685">
                <a:extLst>
                  <a:ext uri="{FF2B5EF4-FFF2-40B4-BE49-F238E27FC236}">
                    <a16:creationId xmlns:a16="http://schemas.microsoft.com/office/drawing/2014/main" id="{6368375E-7C30-EA8E-27EE-6545A4746006}"/>
                  </a:ext>
                </a:extLst>
              </p:cNvPr>
              <p:cNvSpPr/>
              <p:nvPr/>
            </p:nvSpPr>
            <p:spPr>
              <a:xfrm>
                <a:off x="2902139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g3686">
                <a:extLst>
                  <a:ext uri="{FF2B5EF4-FFF2-40B4-BE49-F238E27FC236}">
                    <a16:creationId xmlns:a16="http://schemas.microsoft.com/office/drawing/2014/main" id="{AC5E9355-4F5D-1E50-D46B-2413A636704F}"/>
                  </a:ext>
                </a:extLst>
              </p:cNvPr>
              <p:cNvSpPr/>
              <p:nvPr/>
            </p:nvSpPr>
            <p:spPr>
              <a:xfrm>
                <a:off x="2913777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g3687">
                <a:extLst>
                  <a:ext uri="{FF2B5EF4-FFF2-40B4-BE49-F238E27FC236}">
                    <a16:creationId xmlns:a16="http://schemas.microsoft.com/office/drawing/2014/main" id="{F045FDB7-D221-9A63-DC28-E8E2A12FCEE0}"/>
                  </a:ext>
                </a:extLst>
              </p:cNvPr>
              <p:cNvSpPr/>
              <p:nvPr/>
            </p:nvSpPr>
            <p:spPr>
              <a:xfrm>
                <a:off x="2925414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g3688">
                <a:extLst>
                  <a:ext uri="{FF2B5EF4-FFF2-40B4-BE49-F238E27FC236}">
                    <a16:creationId xmlns:a16="http://schemas.microsoft.com/office/drawing/2014/main" id="{702EA625-9AB7-5C14-EC63-B37E51522179}"/>
                  </a:ext>
                </a:extLst>
              </p:cNvPr>
              <p:cNvSpPr/>
              <p:nvPr/>
            </p:nvSpPr>
            <p:spPr>
              <a:xfrm>
                <a:off x="4531366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g3689">
                <a:extLst>
                  <a:ext uri="{FF2B5EF4-FFF2-40B4-BE49-F238E27FC236}">
                    <a16:creationId xmlns:a16="http://schemas.microsoft.com/office/drawing/2014/main" id="{7DD82D8F-9C0E-E88A-8B6C-B878832D7B65}"/>
                  </a:ext>
                </a:extLst>
              </p:cNvPr>
              <p:cNvSpPr/>
              <p:nvPr/>
            </p:nvSpPr>
            <p:spPr>
              <a:xfrm>
                <a:off x="4543003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g3690">
                <a:extLst>
                  <a:ext uri="{FF2B5EF4-FFF2-40B4-BE49-F238E27FC236}">
                    <a16:creationId xmlns:a16="http://schemas.microsoft.com/office/drawing/2014/main" id="{1E4B58A3-C6F9-6CF2-C9A8-60E2C59FA310}"/>
                  </a:ext>
                </a:extLst>
              </p:cNvPr>
              <p:cNvSpPr/>
              <p:nvPr/>
            </p:nvSpPr>
            <p:spPr>
              <a:xfrm>
                <a:off x="455464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g3691">
                <a:extLst>
                  <a:ext uri="{FF2B5EF4-FFF2-40B4-BE49-F238E27FC236}">
                    <a16:creationId xmlns:a16="http://schemas.microsoft.com/office/drawing/2014/main" id="{35518DE4-608E-6E22-49C6-B4A38724C8AA}"/>
                  </a:ext>
                </a:extLst>
              </p:cNvPr>
              <p:cNvSpPr/>
              <p:nvPr/>
            </p:nvSpPr>
            <p:spPr>
              <a:xfrm>
                <a:off x="4566278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g3692">
                <a:extLst>
                  <a:ext uri="{FF2B5EF4-FFF2-40B4-BE49-F238E27FC236}">
                    <a16:creationId xmlns:a16="http://schemas.microsoft.com/office/drawing/2014/main" id="{5D814A38-F7FB-3265-5CA9-8C645FF2EC7B}"/>
                  </a:ext>
                </a:extLst>
              </p:cNvPr>
              <p:cNvSpPr/>
              <p:nvPr/>
            </p:nvSpPr>
            <p:spPr>
              <a:xfrm>
                <a:off x="4577915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g3693">
                <a:extLst>
                  <a:ext uri="{FF2B5EF4-FFF2-40B4-BE49-F238E27FC236}">
                    <a16:creationId xmlns:a16="http://schemas.microsoft.com/office/drawing/2014/main" id="{3FA37CE1-9D4F-E89C-AB90-F6BCAE403132}"/>
                  </a:ext>
                </a:extLst>
              </p:cNvPr>
              <p:cNvSpPr/>
              <p:nvPr/>
            </p:nvSpPr>
            <p:spPr>
              <a:xfrm>
                <a:off x="4589552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g3694">
                <a:extLst>
                  <a:ext uri="{FF2B5EF4-FFF2-40B4-BE49-F238E27FC236}">
                    <a16:creationId xmlns:a16="http://schemas.microsoft.com/office/drawing/2014/main" id="{ED74D22E-D61C-54B4-79C5-78A90C3C6693}"/>
                  </a:ext>
                </a:extLst>
              </p:cNvPr>
              <p:cNvSpPr/>
              <p:nvPr/>
            </p:nvSpPr>
            <p:spPr>
              <a:xfrm>
                <a:off x="460119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g3695">
                <a:extLst>
                  <a:ext uri="{FF2B5EF4-FFF2-40B4-BE49-F238E27FC236}">
                    <a16:creationId xmlns:a16="http://schemas.microsoft.com/office/drawing/2014/main" id="{622CCE5B-2FB3-9F27-3E67-FE7BE485F4AF}"/>
                  </a:ext>
                </a:extLst>
              </p:cNvPr>
              <p:cNvSpPr/>
              <p:nvPr/>
            </p:nvSpPr>
            <p:spPr>
              <a:xfrm>
                <a:off x="4682651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g3696">
                <a:extLst>
                  <a:ext uri="{FF2B5EF4-FFF2-40B4-BE49-F238E27FC236}">
                    <a16:creationId xmlns:a16="http://schemas.microsoft.com/office/drawing/2014/main" id="{48D27DF3-8FF3-A3D5-3028-7C4C3C810F79}"/>
                  </a:ext>
                </a:extLst>
              </p:cNvPr>
              <p:cNvSpPr/>
              <p:nvPr/>
            </p:nvSpPr>
            <p:spPr>
              <a:xfrm>
                <a:off x="4694288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g3697">
                <a:extLst>
                  <a:ext uri="{FF2B5EF4-FFF2-40B4-BE49-F238E27FC236}">
                    <a16:creationId xmlns:a16="http://schemas.microsoft.com/office/drawing/2014/main" id="{8721E79D-18F2-52B5-6E9D-7CA09417CDA4}"/>
                  </a:ext>
                </a:extLst>
              </p:cNvPr>
              <p:cNvSpPr/>
              <p:nvPr/>
            </p:nvSpPr>
            <p:spPr>
              <a:xfrm>
                <a:off x="4705925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g3698">
                <a:extLst>
                  <a:ext uri="{FF2B5EF4-FFF2-40B4-BE49-F238E27FC236}">
                    <a16:creationId xmlns:a16="http://schemas.microsoft.com/office/drawing/2014/main" id="{903F7691-4F65-8CF4-EE24-780BDF787B78}"/>
                  </a:ext>
                </a:extLst>
              </p:cNvPr>
              <p:cNvSpPr/>
              <p:nvPr/>
            </p:nvSpPr>
            <p:spPr>
              <a:xfrm>
                <a:off x="4717563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g3699">
                <a:extLst>
                  <a:ext uri="{FF2B5EF4-FFF2-40B4-BE49-F238E27FC236}">
                    <a16:creationId xmlns:a16="http://schemas.microsoft.com/office/drawing/2014/main" id="{7ADA1C79-4195-E1FE-0F6C-EDEE8742D017}"/>
                  </a:ext>
                </a:extLst>
              </p:cNvPr>
              <p:cNvSpPr/>
              <p:nvPr/>
            </p:nvSpPr>
            <p:spPr>
              <a:xfrm>
                <a:off x="472920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g3700">
                <a:extLst>
                  <a:ext uri="{FF2B5EF4-FFF2-40B4-BE49-F238E27FC236}">
                    <a16:creationId xmlns:a16="http://schemas.microsoft.com/office/drawing/2014/main" id="{A67F8ACA-35A6-8106-25BB-A8D00F3451E4}"/>
                  </a:ext>
                </a:extLst>
              </p:cNvPr>
              <p:cNvSpPr/>
              <p:nvPr/>
            </p:nvSpPr>
            <p:spPr>
              <a:xfrm>
                <a:off x="287886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g3701">
                <a:extLst>
                  <a:ext uri="{FF2B5EF4-FFF2-40B4-BE49-F238E27FC236}">
                    <a16:creationId xmlns:a16="http://schemas.microsoft.com/office/drawing/2014/main" id="{7C6B39C9-44B3-9209-761B-0754D03508F5}"/>
                  </a:ext>
                </a:extLst>
              </p:cNvPr>
              <p:cNvSpPr/>
              <p:nvPr/>
            </p:nvSpPr>
            <p:spPr>
              <a:xfrm>
                <a:off x="2890502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g3702">
                <a:extLst>
                  <a:ext uri="{FF2B5EF4-FFF2-40B4-BE49-F238E27FC236}">
                    <a16:creationId xmlns:a16="http://schemas.microsoft.com/office/drawing/2014/main" id="{3047B1AD-8290-0C2D-D097-A9570CA1C1BA}"/>
                  </a:ext>
                </a:extLst>
              </p:cNvPr>
              <p:cNvSpPr/>
              <p:nvPr/>
            </p:nvSpPr>
            <p:spPr>
              <a:xfrm>
                <a:off x="2902139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g3703">
                <a:extLst>
                  <a:ext uri="{FF2B5EF4-FFF2-40B4-BE49-F238E27FC236}">
                    <a16:creationId xmlns:a16="http://schemas.microsoft.com/office/drawing/2014/main" id="{04CA1A15-F5A9-5DD1-6515-4BA4871000C4}"/>
                  </a:ext>
                </a:extLst>
              </p:cNvPr>
              <p:cNvSpPr/>
              <p:nvPr/>
            </p:nvSpPr>
            <p:spPr>
              <a:xfrm>
                <a:off x="2913777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g3704">
                <a:extLst>
                  <a:ext uri="{FF2B5EF4-FFF2-40B4-BE49-F238E27FC236}">
                    <a16:creationId xmlns:a16="http://schemas.microsoft.com/office/drawing/2014/main" id="{52365D7F-EE03-AD91-BF5C-EE0F6F17AA29}"/>
                  </a:ext>
                </a:extLst>
              </p:cNvPr>
              <p:cNvSpPr/>
              <p:nvPr/>
            </p:nvSpPr>
            <p:spPr>
              <a:xfrm>
                <a:off x="2925414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g3705">
                <a:extLst>
                  <a:ext uri="{FF2B5EF4-FFF2-40B4-BE49-F238E27FC236}">
                    <a16:creationId xmlns:a16="http://schemas.microsoft.com/office/drawing/2014/main" id="{99631552-E9E1-836F-250F-41132DF3B6F2}"/>
                  </a:ext>
                </a:extLst>
              </p:cNvPr>
              <p:cNvSpPr/>
              <p:nvPr/>
            </p:nvSpPr>
            <p:spPr>
              <a:xfrm>
                <a:off x="454300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g3706">
                <a:extLst>
                  <a:ext uri="{FF2B5EF4-FFF2-40B4-BE49-F238E27FC236}">
                    <a16:creationId xmlns:a16="http://schemas.microsoft.com/office/drawing/2014/main" id="{7DF15F1F-2CDB-DCFA-552C-C458AE0EF4EF}"/>
                  </a:ext>
                </a:extLst>
              </p:cNvPr>
              <p:cNvSpPr/>
              <p:nvPr/>
            </p:nvSpPr>
            <p:spPr>
              <a:xfrm>
                <a:off x="455464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g3707">
                <a:extLst>
                  <a:ext uri="{FF2B5EF4-FFF2-40B4-BE49-F238E27FC236}">
                    <a16:creationId xmlns:a16="http://schemas.microsoft.com/office/drawing/2014/main" id="{3A021A06-3C22-5BA7-0E83-C8AB1748595A}"/>
                  </a:ext>
                </a:extLst>
              </p:cNvPr>
              <p:cNvSpPr/>
              <p:nvPr/>
            </p:nvSpPr>
            <p:spPr>
              <a:xfrm>
                <a:off x="4566278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g3708">
                <a:extLst>
                  <a:ext uri="{FF2B5EF4-FFF2-40B4-BE49-F238E27FC236}">
                    <a16:creationId xmlns:a16="http://schemas.microsoft.com/office/drawing/2014/main" id="{32714283-A3F1-A70A-47B5-9A6C6D13C891}"/>
                  </a:ext>
                </a:extLst>
              </p:cNvPr>
              <p:cNvSpPr/>
              <p:nvPr/>
            </p:nvSpPr>
            <p:spPr>
              <a:xfrm>
                <a:off x="457791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g3709">
                <a:extLst>
                  <a:ext uri="{FF2B5EF4-FFF2-40B4-BE49-F238E27FC236}">
                    <a16:creationId xmlns:a16="http://schemas.microsoft.com/office/drawing/2014/main" id="{05DA5705-4882-4ABC-462B-996AF0C3C5DA}"/>
                  </a:ext>
                </a:extLst>
              </p:cNvPr>
              <p:cNvSpPr/>
              <p:nvPr/>
            </p:nvSpPr>
            <p:spPr>
              <a:xfrm>
                <a:off x="4589552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g3710">
                <a:extLst>
                  <a:ext uri="{FF2B5EF4-FFF2-40B4-BE49-F238E27FC236}">
                    <a16:creationId xmlns:a16="http://schemas.microsoft.com/office/drawing/2014/main" id="{DAAB5792-778F-09D4-0BC7-9EA052EC5367}"/>
                  </a:ext>
                </a:extLst>
              </p:cNvPr>
              <p:cNvSpPr/>
              <p:nvPr/>
            </p:nvSpPr>
            <p:spPr>
              <a:xfrm>
                <a:off x="460119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g3711">
                <a:extLst>
                  <a:ext uri="{FF2B5EF4-FFF2-40B4-BE49-F238E27FC236}">
                    <a16:creationId xmlns:a16="http://schemas.microsoft.com/office/drawing/2014/main" id="{01A9AA17-C134-F4B9-7E0E-23B11646FDD0}"/>
                  </a:ext>
                </a:extLst>
              </p:cNvPr>
              <p:cNvSpPr/>
              <p:nvPr/>
            </p:nvSpPr>
            <p:spPr>
              <a:xfrm>
                <a:off x="4612827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g3712">
                <a:extLst>
                  <a:ext uri="{FF2B5EF4-FFF2-40B4-BE49-F238E27FC236}">
                    <a16:creationId xmlns:a16="http://schemas.microsoft.com/office/drawing/2014/main" id="{80B40F28-E021-7659-95AE-87BB95DA1F66}"/>
                  </a:ext>
                </a:extLst>
              </p:cNvPr>
              <p:cNvSpPr/>
              <p:nvPr/>
            </p:nvSpPr>
            <p:spPr>
              <a:xfrm>
                <a:off x="467101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g3713">
                <a:extLst>
                  <a:ext uri="{FF2B5EF4-FFF2-40B4-BE49-F238E27FC236}">
                    <a16:creationId xmlns:a16="http://schemas.microsoft.com/office/drawing/2014/main" id="{384AA936-3CE3-2ADD-F34F-AEC712774D1A}"/>
                  </a:ext>
                </a:extLst>
              </p:cNvPr>
              <p:cNvSpPr/>
              <p:nvPr/>
            </p:nvSpPr>
            <p:spPr>
              <a:xfrm>
                <a:off x="4682651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g3714">
                <a:extLst>
                  <a:ext uri="{FF2B5EF4-FFF2-40B4-BE49-F238E27FC236}">
                    <a16:creationId xmlns:a16="http://schemas.microsoft.com/office/drawing/2014/main" id="{2C133E0A-9C4C-2C2D-6CF8-05DF5B7710E8}"/>
                  </a:ext>
                </a:extLst>
              </p:cNvPr>
              <p:cNvSpPr/>
              <p:nvPr/>
            </p:nvSpPr>
            <p:spPr>
              <a:xfrm>
                <a:off x="4694288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g3715">
                <a:extLst>
                  <a:ext uri="{FF2B5EF4-FFF2-40B4-BE49-F238E27FC236}">
                    <a16:creationId xmlns:a16="http://schemas.microsoft.com/office/drawing/2014/main" id="{AEE6713F-FAEB-317B-8043-D4836BCF31B5}"/>
                  </a:ext>
                </a:extLst>
              </p:cNvPr>
              <p:cNvSpPr/>
              <p:nvPr/>
            </p:nvSpPr>
            <p:spPr>
              <a:xfrm>
                <a:off x="470592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g3716">
                <a:extLst>
                  <a:ext uri="{FF2B5EF4-FFF2-40B4-BE49-F238E27FC236}">
                    <a16:creationId xmlns:a16="http://schemas.microsoft.com/office/drawing/2014/main" id="{C21339F5-3234-C7EF-76AD-9AB865542C33}"/>
                  </a:ext>
                </a:extLst>
              </p:cNvPr>
              <p:cNvSpPr/>
              <p:nvPr/>
            </p:nvSpPr>
            <p:spPr>
              <a:xfrm>
                <a:off x="471756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g3717">
                <a:extLst>
                  <a:ext uri="{FF2B5EF4-FFF2-40B4-BE49-F238E27FC236}">
                    <a16:creationId xmlns:a16="http://schemas.microsoft.com/office/drawing/2014/main" id="{323A7C5E-178A-ED16-1AA3-A7B1CF3ABA0E}"/>
                  </a:ext>
                </a:extLst>
              </p:cNvPr>
              <p:cNvSpPr/>
              <p:nvPr/>
            </p:nvSpPr>
            <p:spPr>
              <a:xfrm>
                <a:off x="472920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g3718">
                <a:extLst>
                  <a:ext uri="{FF2B5EF4-FFF2-40B4-BE49-F238E27FC236}">
                    <a16:creationId xmlns:a16="http://schemas.microsoft.com/office/drawing/2014/main" id="{192D7B49-1CD2-26DF-A560-FC0915B8AA64}"/>
                  </a:ext>
                </a:extLst>
              </p:cNvPr>
              <p:cNvSpPr/>
              <p:nvPr/>
            </p:nvSpPr>
            <p:spPr>
              <a:xfrm>
                <a:off x="287886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g3719">
                <a:extLst>
                  <a:ext uri="{FF2B5EF4-FFF2-40B4-BE49-F238E27FC236}">
                    <a16:creationId xmlns:a16="http://schemas.microsoft.com/office/drawing/2014/main" id="{4084B29F-04C4-C451-7958-10CDA4BF6259}"/>
                  </a:ext>
                </a:extLst>
              </p:cNvPr>
              <p:cNvSpPr/>
              <p:nvPr/>
            </p:nvSpPr>
            <p:spPr>
              <a:xfrm>
                <a:off x="2890502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g3720">
                <a:extLst>
                  <a:ext uri="{FF2B5EF4-FFF2-40B4-BE49-F238E27FC236}">
                    <a16:creationId xmlns:a16="http://schemas.microsoft.com/office/drawing/2014/main" id="{28FB4E26-5AFB-89B3-93C5-61A97A9A3C93}"/>
                  </a:ext>
                </a:extLst>
              </p:cNvPr>
              <p:cNvSpPr/>
              <p:nvPr/>
            </p:nvSpPr>
            <p:spPr>
              <a:xfrm>
                <a:off x="2902139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g3721">
                <a:extLst>
                  <a:ext uri="{FF2B5EF4-FFF2-40B4-BE49-F238E27FC236}">
                    <a16:creationId xmlns:a16="http://schemas.microsoft.com/office/drawing/2014/main" id="{26E807BB-8F4B-0A47-21C2-80A7403DEEDA}"/>
                  </a:ext>
                </a:extLst>
              </p:cNvPr>
              <p:cNvSpPr/>
              <p:nvPr/>
            </p:nvSpPr>
            <p:spPr>
              <a:xfrm>
                <a:off x="2913777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g3722">
                <a:extLst>
                  <a:ext uri="{FF2B5EF4-FFF2-40B4-BE49-F238E27FC236}">
                    <a16:creationId xmlns:a16="http://schemas.microsoft.com/office/drawing/2014/main" id="{41A4B53D-A6AB-CC18-91D2-8434BEABA439}"/>
                  </a:ext>
                </a:extLst>
              </p:cNvPr>
              <p:cNvSpPr/>
              <p:nvPr/>
            </p:nvSpPr>
            <p:spPr>
              <a:xfrm>
                <a:off x="2925414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g3723">
                <a:extLst>
                  <a:ext uri="{FF2B5EF4-FFF2-40B4-BE49-F238E27FC236}">
                    <a16:creationId xmlns:a16="http://schemas.microsoft.com/office/drawing/2014/main" id="{0438EBB4-3D66-DD65-C00D-18FDF09E5851}"/>
                  </a:ext>
                </a:extLst>
              </p:cNvPr>
              <p:cNvSpPr/>
              <p:nvPr/>
            </p:nvSpPr>
            <p:spPr>
              <a:xfrm>
                <a:off x="4566278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g3724">
                <a:extLst>
                  <a:ext uri="{FF2B5EF4-FFF2-40B4-BE49-F238E27FC236}">
                    <a16:creationId xmlns:a16="http://schemas.microsoft.com/office/drawing/2014/main" id="{7CEFDBDF-CF53-248D-1B38-64E24F42E87A}"/>
                  </a:ext>
                </a:extLst>
              </p:cNvPr>
              <p:cNvSpPr/>
              <p:nvPr/>
            </p:nvSpPr>
            <p:spPr>
              <a:xfrm>
                <a:off x="457791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g3725">
                <a:extLst>
                  <a:ext uri="{FF2B5EF4-FFF2-40B4-BE49-F238E27FC236}">
                    <a16:creationId xmlns:a16="http://schemas.microsoft.com/office/drawing/2014/main" id="{815AAA8E-1427-1A83-D8C6-905F89199989}"/>
                  </a:ext>
                </a:extLst>
              </p:cNvPr>
              <p:cNvSpPr/>
              <p:nvPr/>
            </p:nvSpPr>
            <p:spPr>
              <a:xfrm>
                <a:off x="4589552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g3726">
                <a:extLst>
                  <a:ext uri="{FF2B5EF4-FFF2-40B4-BE49-F238E27FC236}">
                    <a16:creationId xmlns:a16="http://schemas.microsoft.com/office/drawing/2014/main" id="{DFF6C9B6-AE58-2B0A-EE10-D4B54A2873D1}"/>
                  </a:ext>
                </a:extLst>
              </p:cNvPr>
              <p:cNvSpPr/>
              <p:nvPr/>
            </p:nvSpPr>
            <p:spPr>
              <a:xfrm>
                <a:off x="4601190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g3727">
                <a:extLst>
                  <a:ext uri="{FF2B5EF4-FFF2-40B4-BE49-F238E27FC236}">
                    <a16:creationId xmlns:a16="http://schemas.microsoft.com/office/drawing/2014/main" id="{C6A39A0B-7F54-2ABB-B278-30AB2A459F08}"/>
                  </a:ext>
                </a:extLst>
              </p:cNvPr>
              <p:cNvSpPr/>
              <p:nvPr/>
            </p:nvSpPr>
            <p:spPr>
              <a:xfrm>
                <a:off x="4612827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g3728">
                <a:extLst>
                  <a:ext uri="{FF2B5EF4-FFF2-40B4-BE49-F238E27FC236}">
                    <a16:creationId xmlns:a16="http://schemas.microsoft.com/office/drawing/2014/main" id="{4BDA5037-AC41-DCC9-8A27-5D44D35D6854}"/>
                  </a:ext>
                </a:extLst>
              </p:cNvPr>
              <p:cNvSpPr/>
              <p:nvPr/>
            </p:nvSpPr>
            <p:spPr>
              <a:xfrm>
                <a:off x="4671013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g3729">
                <a:extLst>
                  <a:ext uri="{FF2B5EF4-FFF2-40B4-BE49-F238E27FC236}">
                    <a16:creationId xmlns:a16="http://schemas.microsoft.com/office/drawing/2014/main" id="{296EF1EB-7C5C-FA2D-E48B-EA1B5093F009}"/>
                  </a:ext>
                </a:extLst>
              </p:cNvPr>
              <p:cNvSpPr/>
              <p:nvPr/>
            </p:nvSpPr>
            <p:spPr>
              <a:xfrm>
                <a:off x="4682651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g3730">
                <a:extLst>
                  <a:ext uri="{FF2B5EF4-FFF2-40B4-BE49-F238E27FC236}">
                    <a16:creationId xmlns:a16="http://schemas.microsoft.com/office/drawing/2014/main" id="{0F41CB3B-A29F-7DCE-391A-F09AB950863F}"/>
                  </a:ext>
                </a:extLst>
              </p:cNvPr>
              <p:cNvSpPr/>
              <p:nvPr/>
            </p:nvSpPr>
            <p:spPr>
              <a:xfrm>
                <a:off x="4694288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g3731">
                <a:extLst>
                  <a:ext uri="{FF2B5EF4-FFF2-40B4-BE49-F238E27FC236}">
                    <a16:creationId xmlns:a16="http://schemas.microsoft.com/office/drawing/2014/main" id="{0D3E8796-1FF6-10CC-DBE3-2A7F84088243}"/>
                  </a:ext>
                </a:extLst>
              </p:cNvPr>
              <p:cNvSpPr/>
              <p:nvPr/>
            </p:nvSpPr>
            <p:spPr>
              <a:xfrm>
                <a:off x="470592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g3732">
                <a:extLst>
                  <a:ext uri="{FF2B5EF4-FFF2-40B4-BE49-F238E27FC236}">
                    <a16:creationId xmlns:a16="http://schemas.microsoft.com/office/drawing/2014/main" id="{D7E98867-7731-DBC6-F21C-43C868A3B941}"/>
                  </a:ext>
                </a:extLst>
              </p:cNvPr>
              <p:cNvSpPr/>
              <p:nvPr/>
            </p:nvSpPr>
            <p:spPr>
              <a:xfrm>
                <a:off x="4717563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g3733">
                <a:extLst>
                  <a:ext uri="{FF2B5EF4-FFF2-40B4-BE49-F238E27FC236}">
                    <a16:creationId xmlns:a16="http://schemas.microsoft.com/office/drawing/2014/main" id="{C26F8DAA-0571-E9B7-CD2B-3F5C02936FC7}"/>
                  </a:ext>
                </a:extLst>
              </p:cNvPr>
              <p:cNvSpPr/>
              <p:nvPr/>
            </p:nvSpPr>
            <p:spPr>
              <a:xfrm>
                <a:off x="286722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g3734">
                <a:extLst>
                  <a:ext uri="{FF2B5EF4-FFF2-40B4-BE49-F238E27FC236}">
                    <a16:creationId xmlns:a16="http://schemas.microsoft.com/office/drawing/2014/main" id="{CEF4B4D1-BCE4-AE8B-0757-DA1C32488C04}"/>
                  </a:ext>
                </a:extLst>
              </p:cNvPr>
              <p:cNvSpPr/>
              <p:nvPr/>
            </p:nvSpPr>
            <p:spPr>
              <a:xfrm>
                <a:off x="287886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g3735">
                <a:extLst>
                  <a:ext uri="{FF2B5EF4-FFF2-40B4-BE49-F238E27FC236}">
                    <a16:creationId xmlns:a16="http://schemas.microsoft.com/office/drawing/2014/main" id="{BCEA1BF9-4794-782D-FFBB-0553B339B30C}"/>
                  </a:ext>
                </a:extLst>
              </p:cNvPr>
              <p:cNvSpPr/>
              <p:nvPr/>
            </p:nvSpPr>
            <p:spPr>
              <a:xfrm>
                <a:off x="2890502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g3736">
                <a:extLst>
                  <a:ext uri="{FF2B5EF4-FFF2-40B4-BE49-F238E27FC236}">
                    <a16:creationId xmlns:a16="http://schemas.microsoft.com/office/drawing/2014/main" id="{30AC0776-0027-8455-D2EC-4882034662C1}"/>
                  </a:ext>
                </a:extLst>
              </p:cNvPr>
              <p:cNvSpPr/>
              <p:nvPr/>
            </p:nvSpPr>
            <p:spPr>
              <a:xfrm>
                <a:off x="2902139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g3737">
                <a:extLst>
                  <a:ext uri="{FF2B5EF4-FFF2-40B4-BE49-F238E27FC236}">
                    <a16:creationId xmlns:a16="http://schemas.microsoft.com/office/drawing/2014/main" id="{95FCE073-E5FB-EFF2-ACF0-114D3ABB2364}"/>
                  </a:ext>
                </a:extLst>
              </p:cNvPr>
              <p:cNvSpPr/>
              <p:nvPr/>
            </p:nvSpPr>
            <p:spPr>
              <a:xfrm>
                <a:off x="291377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g3738">
                <a:extLst>
                  <a:ext uri="{FF2B5EF4-FFF2-40B4-BE49-F238E27FC236}">
                    <a16:creationId xmlns:a16="http://schemas.microsoft.com/office/drawing/2014/main" id="{75662AD6-62CC-1686-29B1-95D0DCF7D4EA}"/>
                  </a:ext>
                </a:extLst>
              </p:cNvPr>
              <p:cNvSpPr/>
              <p:nvPr/>
            </p:nvSpPr>
            <p:spPr>
              <a:xfrm>
                <a:off x="457791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g3739">
                <a:extLst>
                  <a:ext uri="{FF2B5EF4-FFF2-40B4-BE49-F238E27FC236}">
                    <a16:creationId xmlns:a16="http://schemas.microsoft.com/office/drawing/2014/main" id="{D3CCA878-6E40-DAD2-C1CA-D7CA114068CC}"/>
                  </a:ext>
                </a:extLst>
              </p:cNvPr>
              <p:cNvSpPr/>
              <p:nvPr/>
            </p:nvSpPr>
            <p:spPr>
              <a:xfrm>
                <a:off x="4589552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g3740">
                <a:extLst>
                  <a:ext uri="{FF2B5EF4-FFF2-40B4-BE49-F238E27FC236}">
                    <a16:creationId xmlns:a16="http://schemas.microsoft.com/office/drawing/2014/main" id="{33E75B61-2418-705F-F604-7F68ECCDD644}"/>
                  </a:ext>
                </a:extLst>
              </p:cNvPr>
              <p:cNvSpPr/>
              <p:nvPr/>
            </p:nvSpPr>
            <p:spPr>
              <a:xfrm>
                <a:off x="4601190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g3741">
                <a:extLst>
                  <a:ext uri="{FF2B5EF4-FFF2-40B4-BE49-F238E27FC236}">
                    <a16:creationId xmlns:a16="http://schemas.microsoft.com/office/drawing/2014/main" id="{E8468EDF-6552-0881-BE15-78DBD52B7EB9}"/>
                  </a:ext>
                </a:extLst>
              </p:cNvPr>
              <p:cNvSpPr/>
              <p:nvPr/>
            </p:nvSpPr>
            <p:spPr>
              <a:xfrm>
                <a:off x="461282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g3742">
                <a:extLst>
                  <a:ext uri="{FF2B5EF4-FFF2-40B4-BE49-F238E27FC236}">
                    <a16:creationId xmlns:a16="http://schemas.microsoft.com/office/drawing/2014/main" id="{A6836DB9-5F63-D920-FE29-EDC5BDCE311C}"/>
                  </a:ext>
                </a:extLst>
              </p:cNvPr>
              <p:cNvSpPr/>
              <p:nvPr/>
            </p:nvSpPr>
            <p:spPr>
              <a:xfrm>
                <a:off x="4624464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g3743">
                <a:extLst>
                  <a:ext uri="{FF2B5EF4-FFF2-40B4-BE49-F238E27FC236}">
                    <a16:creationId xmlns:a16="http://schemas.microsoft.com/office/drawing/2014/main" id="{C41351CE-5E93-E73B-3BE3-7007B92E23AA}"/>
                  </a:ext>
                </a:extLst>
              </p:cNvPr>
              <p:cNvSpPr/>
              <p:nvPr/>
            </p:nvSpPr>
            <p:spPr>
              <a:xfrm>
                <a:off x="4636101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g3744">
                <a:extLst>
                  <a:ext uri="{FF2B5EF4-FFF2-40B4-BE49-F238E27FC236}">
                    <a16:creationId xmlns:a16="http://schemas.microsoft.com/office/drawing/2014/main" id="{D989AD84-4117-0734-5467-1C979D97D1DF}"/>
                  </a:ext>
                </a:extLst>
              </p:cNvPr>
              <p:cNvSpPr/>
              <p:nvPr/>
            </p:nvSpPr>
            <p:spPr>
              <a:xfrm>
                <a:off x="4659376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g3745">
                <a:extLst>
                  <a:ext uri="{FF2B5EF4-FFF2-40B4-BE49-F238E27FC236}">
                    <a16:creationId xmlns:a16="http://schemas.microsoft.com/office/drawing/2014/main" id="{54ABB394-0EB5-A2D8-717D-DF7350ECFA53}"/>
                  </a:ext>
                </a:extLst>
              </p:cNvPr>
              <p:cNvSpPr/>
              <p:nvPr/>
            </p:nvSpPr>
            <p:spPr>
              <a:xfrm>
                <a:off x="4671013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g3746">
                <a:extLst>
                  <a:ext uri="{FF2B5EF4-FFF2-40B4-BE49-F238E27FC236}">
                    <a16:creationId xmlns:a16="http://schemas.microsoft.com/office/drawing/2014/main" id="{B6FCBBC2-DDB3-0F9D-ABF5-449581F0176D}"/>
                  </a:ext>
                </a:extLst>
              </p:cNvPr>
              <p:cNvSpPr/>
              <p:nvPr/>
            </p:nvSpPr>
            <p:spPr>
              <a:xfrm>
                <a:off x="4682651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g3747">
                <a:extLst>
                  <a:ext uri="{FF2B5EF4-FFF2-40B4-BE49-F238E27FC236}">
                    <a16:creationId xmlns:a16="http://schemas.microsoft.com/office/drawing/2014/main" id="{B49EE1D3-C20A-D128-B6F5-2FF8FE8F47CA}"/>
                  </a:ext>
                </a:extLst>
              </p:cNvPr>
              <p:cNvSpPr/>
              <p:nvPr/>
            </p:nvSpPr>
            <p:spPr>
              <a:xfrm>
                <a:off x="4694288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g3748">
                <a:extLst>
                  <a:ext uri="{FF2B5EF4-FFF2-40B4-BE49-F238E27FC236}">
                    <a16:creationId xmlns:a16="http://schemas.microsoft.com/office/drawing/2014/main" id="{387A569B-FCEF-2F15-3E8A-A279C33859CB}"/>
                  </a:ext>
                </a:extLst>
              </p:cNvPr>
              <p:cNvSpPr/>
              <p:nvPr/>
            </p:nvSpPr>
            <p:spPr>
              <a:xfrm>
                <a:off x="470592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g3749">
                <a:extLst>
                  <a:ext uri="{FF2B5EF4-FFF2-40B4-BE49-F238E27FC236}">
                    <a16:creationId xmlns:a16="http://schemas.microsoft.com/office/drawing/2014/main" id="{2E1B0598-F3E4-337B-CD8F-9E77126F6C2E}"/>
                  </a:ext>
                </a:extLst>
              </p:cNvPr>
              <p:cNvSpPr/>
              <p:nvPr/>
            </p:nvSpPr>
            <p:spPr>
              <a:xfrm>
                <a:off x="2855590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g3750">
                <a:extLst>
                  <a:ext uri="{FF2B5EF4-FFF2-40B4-BE49-F238E27FC236}">
                    <a16:creationId xmlns:a16="http://schemas.microsoft.com/office/drawing/2014/main" id="{077C9907-8108-444A-BDB3-D204AA09A840}"/>
                  </a:ext>
                </a:extLst>
              </p:cNvPr>
              <p:cNvSpPr/>
              <p:nvPr/>
            </p:nvSpPr>
            <p:spPr>
              <a:xfrm>
                <a:off x="286722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g3751">
                <a:extLst>
                  <a:ext uri="{FF2B5EF4-FFF2-40B4-BE49-F238E27FC236}">
                    <a16:creationId xmlns:a16="http://schemas.microsoft.com/office/drawing/2014/main" id="{635BC0F6-F4C6-13DC-D234-B83AC08A352E}"/>
                  </a:ext>
                </a:extLst>
              </p:cNvPr>
              <p:cNvSpPr/>
              <p:nvPr/>
            </p:nvSpPr>
            <p:spPr>
              <a:xfrm>
                <a:off x="287886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g3752">
                <a:extLst>
                  <a:ext uri="{FF2B5EF4-FFF2-40B4-BE49-F238E27FC236}">
                    <a16:creationId xmlns:a16="http://schemas.microsoft.com/office/drawing/2014/main" id="{0BC7941B-F3BD-68FD-8C53-F26787CF7BF3}"/>
                  </a:ext>
                </a:extLst>
              </p:cNvPr>
              <p:cNvSpPr/>
              <p:nvPr/>
            </p:nvSpPr>
            <p:spPr>
              <a:xfrm>
                <a:off x="2890502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g3753">
                <a:extLst>
                  <a:ext uri="{FF2B5EF4-FFF2-40B4-BE49-F238E27FC236}">
                    <a16:creationId xmlns:a16="http://schemas.microsoft.com/office/drawing/2014/main" id="{10E08CD6-FB28-4087-80AE-34FFB3758504}"/>
                  </a:ext>
                </a:extLst>
              </p:cNvPr>
              <p:cNvSpPr/>
              <p:nvPr/>
            </p:nvSpPr>
            <p:spPr>
              <a:xfrm>
                <a:off x="2902139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g3754">
                <a:extLst>
                  <a:ext uri="{FF2B5EF4-FFF2-40B4-BE49-F238E27FC236}">
                    <a16:creationId xmlns:a16="http://schemas.microsoft.com/office/drawing/2014/main" id="{3108363E-0249-C1BA-F1C8-998AC3F873F5}"/>
                  </a:ext>
                </a:extLst>
              </p:cNvPr>
              <p:cNvSpPr/>
              <p:nvPr/>
            </p:nvSpPr>
            <p:spPr>
              <a:xfrm>
                <a:off x="291377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g3755">
                <a:extLst>
                  <a:ext uri="{FF2B5EF4-FFF2-40B4-BE49-F238E27FC236}">
                    <a16:creationId xmlns:a16="http://schemas.microsoft.com/office/drawing/2014/main" id="{38252661-AAB0-23BA-C032-A18FC4C52436}"/>
                  </a:ext>
                </a:extLst>
              </p:cNvPr>
              <p:cNvSpPr/>
              <p:nvPr/>
            </p:nvSpPr>
            <p:spPr>
              <a:xfrm>
                <a:off x="457791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g3756">
                <a:extLst>
                  <a:ext uri="{FF2B5EF4-FFF2-40B4-BE49-F238E27FC236}">
                    <a16:creationId xmlns:a16="http://schemas.microsoft.com/office/drawing/2014/main" id="{3F585F20-579B-464B-4C3E-2CA877A16F0B}"/>
                  </a:ext>
                </a:extLst>
              </p:cNvPr>
              <p:cNvSpPr/>
              <p:nvPr/>
            </p:nvSpPr>
            <p:spPr>
              <a:xfrm>
                <a:off x="4589552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g3757">
                <a:extLst>
                  <a:ext uri="{FF2B5EF4-FFF2-40B4-BE49-F238E27FC236}">
                    <a16:creationId xmlns:a16="http://schemas.microsoft.com/office/drawing/2014/main" id="{165CA4BB-1278-3147-D19F-093287E2E43C}"/>
                  </a:ext>
                </a:extLst>
              </p:cNvPr>
              <p:cNvSpPr/>
              <p:nvPr/>
            </p:nvSpPr>
            <p:spPr>
              <a:xfrm>
                <a:off x="4601190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g3758">
                <a:extLst>
                  <a:ext uri="{FF2B5EF4-FFF2-40B4-BE49-F238E27FC236}">
                    <a16:creationId xmlns:a16="http://schemas.microsoft.com/office/drawing/2014/main" id="{6417C45D-2AF4-E929-EA1A-3D3564B741ED}"/>
                  </a:ext>
                </a:extLst>
              </p:cNvPr>
              <p:cNvSpPr/>
              <p:nvPr/>
            </p:nvSpPr>
            <p:spPr>
              <a:xfrm>
                <a:off x="461282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g3759">
                <a:extLst>
                  <a:ext uri="{FF2B5EF4-FFF2-40B4-BE49-F238E27FC236}">
                    <a16:creationId xmlns:a16="http://schemas.microsoft.com/office/drawing/2014/main" id="{E5B4E124-9508-2378-B52C-35272BDBD4C8}"/>
                  </a:ext>
                </a:extLst>
              </p:cNvPr>
              <p:cNvSpPr/>
              <p:nvPr/>
            </p:nvSpPr>
            <p:spPr>
              <a:xfrm>
                <a:off x="4624464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g3760">
                <a:extLst>
                  <a:ext uri="{FF2B5EF4-FFF2-40B4-BE49-F238E27FC236}">
                    <a16:creationId xmlns:a16="http://schemas.microsoft.com/office/drawing/2014/main" id="{5BBEF5E7-46E8-B844-DF50-04D1E4310B66}"/>
                  </a:ext>
                </a:extLst>
              </p:cNvPr>
              <p:cNvSpPr/>
              <p:nvPr/>
            </p:nvSpPr>
            <p:spPr>
              <a:xfrm>
                <a:off x="4636101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g3761">
                <a:extLst>
                  <a:ext uri="{FF2B5EF4-FFF2-40B4-BE49-F238E27FC236}">
                    <a16:creationId xmlns:a16="http://schemas.microsoft.com/office/drawing/2014/main" id="{EDEB72DA-B352-3662-608C-CF24D00A618D}"/>
                  </a:ext>
                </a:extLst>
              </p:cNvPr>
              <p:cNvSpPr/>
              <p:nvPr/>
            </p:nvSpPr>
            <p:spPr>
              <a:xfrm>
                <a:off x="4647739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g3762">
                <a:extLst>
                  <a:ext uri="{FF2B5EF4-FFF2-40B4-BE49-F238E27FC236}">
                    <a16:creationId xmlns:a16="http://schemas.microsoft.com/office/drawing/2014/main" id="{8CFAD327-DD07-2812-CC84-B8B9AA28A0FD}"/>
                  </a:ext>
                </a:extLst>
              </p:cNvPr>
              <p:cNvSpPr/>
              <p:nvPr/>
            </p:nvSpPr>
            <p:spPr>
              <a:xfrm>
                <a:off x="4659376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g3763">
                <a:extLst>
                  <a:ext uri="{FF2B5EF4-FFF2-40B4-BE49-F238E27FC236}">
                    <a16:creationId xmlns:a16="http://schemas.microsoft.com/office/drawing/2014/main" id="{BBB286CD-8D0C-5415-33DC-7643F5182FD7}"/>
                  </a:ext>
                </a:extLst>
              </p:cNvPr>
              <p:cNvSpPr/>
              <p:nvPr/>
            </p:nvSpPr>
            <p:spPr>
              <a:xfrm>
                <a:off x="4671013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g3764">
                <a:extLst>
                  <a:ext uri="{FF2B5EF4-FFF2-40B4-BE49-F238E27FC236}">
                    <a16:creationId xmlns:a16="http://schemas.microsoft.com/office/drawing/2014/main" id="{932ADBCE-27AA-D232-06CE-FDDC32BEA0F6}"/>
                  </a:ext>
                </a:extLst>
              </p:cNvPr>
              <p:cNvSpPr/>
              <p:nvPr/>
            </p:nvSpPr>
            <p:spPr>
              <a:xfrm>
                <a:off x="4682651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g3765">
                <a:extLst>
                  <a:ext uri="{FF2B5EF4-FFF2-40B4-BE49-F238E27FC236}">
                    <a16:creationId xmlns:a16="http://schemas.microsoft.com/office/drawing/2014/main" id="{FF221A30-A526-57B9-423F-8B18129214F0}"/>
                  </a:ext>
                </a:extLst>
              </p:cNvPr>
              <p:cNvSpPr/>
              <p:nvPr/>
            </p:nvSpPr>
            <p:spPr>
              <a:xfrm>
                <a:off x="4694288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g3766">
                <a:extLst>
                  <a:ext uri="{FF2B5EF4-FFF2-40B4-BE49-F238E27FC236}">
                    <a16:creationId xmlns:a16="http://schemas.microsoft.com/office/drawing/2014/main" id="{6EDB16AE-E385-8529-897C-F55D5C91210B}"/>
                  </a:ext>
                </a:extLst>
              </p:cNvPr>
              <p:cNvSpPr/>
              <p:nvPr/>
            </p:nvSpPr>
            <p:spPr>
              <a:xfrm>
                <a:off x="470592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g3767">
                <a:extLst>
                  <a:ext uri="{FF2B5EF4-FFF2-40B4-BE49-F238E27FC236}">
                    <a16:creationId xmlns:a16="http://schemas.microsoft.com/office/drawing/2014/main" id="{1B4BADEA-E549-403E-99BC-714C86FE9CE7}"/>
                  </a:ext>
                </a:extLst>
              </p:cNvPr>
              <p:cNvSpPr/>
              <p:nvPr/>
            </p:nvSpPr>
            <p:spPr>
              <a:xfrm>
                <a:off x="2855590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g3768">
                <a:extLst>
                  <a:ext uri="{FF2B5EF4-FFF2-40B4-BE49-F238E27FC236}">
                    <a16:creationId xmlns:a16="http://schemas.microsoft.com/office/drawing/2014/main" id="{8A1A755E-C8BC-C32B-176D-34110973B104}"/>
                  </a:ext>
                </a:extLst>
              </p:cNvPr>
              <p:cNvSpPr/>
              <p:nvPr/>
            </p:nvSpPr>
            <p:spPr>
              <a:xfrm>
                <a:off x="2867227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g3769">
                <a:extLst>
                  <a:ext uri="{FF2B5EF4-FFF2-40B4-BE49-F238E27FC236}">
                    <a16:creationId xmlns:a16="http://schemas.microsoft.com/office/drawing/2014/main" id="{B1D77F1B-FF50-70A6-CF1A-27D985E328AA}"/>
                  </a:ext>
                </a:extLst>
              </p:cNvPr>
              <p:cNvSpPr/>
              <p:nvPr/>
            </p:nvSpPr>
            <p:spPr>
              <a:xfrm>
                <a:off x="287886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g3770">
                <a:extLst>
                  <a:ext uri="{FF2B5EF4-FFF2-40B4-BE49-F238E27FC236}">
                    <a16:creationId xmlns:a16="http://schemas.microsoft.com/office/drawing/2014/main" id="{0CBAA248-C5E5-9D07-EA20-6CA960989052}"/>
                  </a:ext>
                </a:extLst>
              </p:cNvPr>
              <p:cNvSpPr/>
              <p:nvPr/>
            </p:nvSpPr>
            <p:spPr>
              <a:xfrm>
                <a:off x="2890502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g3771">
                <a:extLst>
                  <a:ext uri="{FF2B5EF4-FFF2-40B4-BE49-F238E27FC236}">
                    <a16:creationId xmlns:a16="http://schemas.microsoft.com/office/drawing/2014/main" id="{961237F3-FB89-D052-6093-5DD91B2DE0EB}"/>
                  </a:ext>
                </a:extLst>
              </p:cNvPr>
              <p:cNvSpPr/>
              <p:nvPr/>
            </p:nvSpPr>
            <p:spPr>
              <a:xfrm>
                <a:off x="2902139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g3772">
                <a:extLst>
                  <a:ext uri="{FF2B5EF4-FFF2-40B4-BE49-F238E27FC236}">
                    <a16:creationId xmlns:a16="http://schemas.microsoft.com/office/drawing/2014/main" id="{9E7AA096-4D01-403F-C2E4-778440AA0B92}"/>
                  </a:ext>
                </a:extLst>
              </p:cNvPr>
              <p:cNvSpPr/>
              <p:nvPr/>
            </p:nvSpPr>
            <p:spPr>
              <a:xfrm>
                <a:off x="457791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g3773">
                <a:extLst>
                  <a:ext uri="{FF2B5EF4-FFF2-40B4-BE49-F238E27FC236}">
                    <a16:creationId xmlns:a16="http://schemas.microsoft.com/office/drawing/2014/main" id="{91BFD087-A5E6-47A3-8D43-9D1BB673EE43}"/>
                  </a:ext>
                </a:extLst>
              </p:cNvPr>
              <p:cNvSpPr/>
              <p:nvPr/>
            </p:nvSpPr>
            <p:spPr>
              <a:xfrm>
                <a:off x="4589552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g3774">
                <a:extLst>
                  <a:ext uri="{FF2B5EF4-FFF2-40B4-BE49-F238E27FC236}">
                    <a16:creationId xmlns:a16="http://schemas.microsoft.com/office/drawing/2014/main" id="{AE218B15-7395-F0E4-F15E-3ABAEFC602FC}"/>
                  </a:ext>
                </a:extLst>
              </p:cNvPr>
              <p:cNvSpPr/>
              <p:nvPr/>
            </p:nvSpPr>
            <p:spPr>
              <a:xfrm>
                <a:off x="4601190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g3775">
                <a:extLst>
                  <a:ext uri="{FF2B5EF4-FFF2-40B4-BE49-F238E27FC236}">
                    <a16:creationId xmlns:a16="http://schemas.microsoft.com/office/drawing/2014/main" id="{47630ACF-C642-9D9E-69C3-1748CAA1FECD}"/>
                  </a:ext>
                </a:extLst>
              </p:cNvPr>
              <p:cNvSpPr/>
              <p:nvPr/>
            </p:nvSpPr>
            <p:spPr>
              <a:xfrm>
                <a:off x="4612827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g3776">
                <a:extLst>
                  <a:ext uri="{FF2B5EF4-FFF2-40B4-BE49-F238E27FC236}">
                    <a16:creationId xmlns:a16="http://schemas.microsoft.com/office/drawing/2014/main" id="{64618F1A-4D1D-CEAB-E261-7FA34D7F67CA}"/>
                  </a:ext>
                </a:extLst>
              </p:cNvPr>
              <p:cNvSpPr/>
              <p:nvPr/>
            </p:nvSpPr>
            <p:spPr>
              <a:xfrm>
                <a:off x="4624464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g3777">
                <a:extLst>
                  <a:ext uri="{FF2B5EF4-FFF2-40B4-BE49-F238E27FC236}">
                    <a16:creationId xmlns:a16="http://schemas.microsoft.com/office/drawing/2014/main" id="{87960963-B5F3-7F23-BFB7-E9B20C0DBDE8}"/>
                  </a:ext>
                </a:extLst>
              </p:cNvPr>
              <p:cNvSpPr/>
              <p:nvPr/>
            </p:nvSpPr>
            <p:spPr>
              <a:xfrm>
                <a:off x="4636101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g3778">
                <a:extLst>
                  <a:ext uri="{FF2B5EF4-FFF2-40B4-BE49-F238E27FC236}">
                    <a16:creationId xmlns:a16="http://schemas.microsoft.com/office/drawing/2014/main" id="{BBCD8EC4-5025-973F-A099-E43C6C08B415}"/>
                  </a:ext>
                </a:extLst>
              </p:cNvPr>
              <p:cNvSpPr/>
              <p:nvPr/>
            </p:nvSpPr>
            <p:spPr>
              <a:xfrm>
                <a:off x="4647739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g3779">
                <a:extLst>
                  <a:ext uri="{FF2B5EF4-FFF2-40B4-BE49-F238E27FC236}">
                    <a16:creationId xmlns:a16="http://schemas.microsoft.com/office/drawing/2014/main" id="{A632CF89-49A7-BAC6-71D6-94D7D6DF0564}"/>
                  </a:ext>
                </a:extLst>
              </p:cNvPr>
              <p:cNvSpPr/>
              <p:nvPr/>
            </p:nvSpPr>
            <p:spPr>
              <a:xfrm>
                <a:off x="4659376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g3780">
                <a:extLst>
                  <a:ext uri="{FF2B5EF4-FFF2-40B4-BE49-F238E27FC236}">
                    <a16:creationId xmlns:a16="http://schemas.microsoft.com/office/drawing/2014/main" id="{24C9A3A0-5F9E-A616-6D16-FDA0D8A67E92}"/>
                  </a:ext>
                </a:extLst>
              </p:cNvPr>
              <p:cNvSpPr/>
              <p:nvPr/>
            </p:nvSpPr>
            <p:spPr>
              <a:xfrm>
                <a:off x="4671013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g3781">
                <a:extLst>
                  <a:ext uri="{FF2B5EF4-FFF2-40B4-BE49-F238E27FC236}">
                    <a16:creationId xmlns:a16="http://schemas.microsoft.com/office/drawing/2014/main" id="{6DFC2AFD-19F9-8DD8-AC60-3AE9690FFA8E}"/>
                  </a:ext>
                </a:extLst>
              </p:cNvPr>
              <p:cNvSpPr/>
              <p:nvPr/>
            </p:nvSpPr>
            <p:spPr>
              <a:xfrm>
                <a:off x="4682651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g3782">
                <a:extLst>
                  <a:ext uri="{FF2B5EF4-FFF2-40B4-BE49-F238E27FC236}">
                    <a16:creationId xmlns:a16="http://schemas.microsoft.com/office/drawing/2014/main" id="{634D434A-C211-494C-D9CA-8C7FDDDFC95D}"/>
                  </a:ext>
                </a:extLst>
              </p:cNvPr>
              <p:cNvSpPr/>
              <p:nvPr/>
            </p:nvSpPr>
            <p:spPr>
              <a:xfrm>
                <a:off x="4694288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g3783">
                <a:extLst>
                  <a:ext uri="{FF2B5EF4-FFF2-40B4-BE49-F238E27FC236}">
                    <a16:creationId xmlns:a16="http://schemas.microsoft.com/office/drawing/2014/main" id="{57449901-BB8E-251F-FC06-A4116F12902B}"/>
                  </a:ext>
                </a:extLst>
              </p:cNvPr>
              <p:cNvSpPr/>
              <p:nvPr/>
            </p:nvSpPr>
            <p:spPr>
              <a:xfrm>
                <a:off x="470592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g3784">
                <a:extLst>
                  <a:ext uri="{FF2B5EF4-FFF2-40B4-BE49-F238E27FC236}">
                    <a16:creationId xmlns:a16="http://schemas.microsoft.com/office/drawing/2014/main" id="{B559D918-C639-446B-F702-C0C981B99EB7}"/>
                  </a:ext>
                </a:extLst>
              </p:cNvPr>
              <p:cNvSpPr/>
              <p:nvPr/>
            </p:nvSpPr>
            <p:spPr>
              <a:xfrm>
                <a:off x="2855590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g3785">
                <a:extLst>
                  <a:ext uri="{FF2B5EF4-FFF2-40B4-BE49-F238E27FC236}">
                    <a16:creationId xmlns:a16="http://schemas.microsoft.com/office/drawing/2014/main" id="{07CE1C01-F46D-C243-DB96-B6B6C2DB1327}"/>
                  </a:ext>
                </a:extLst>
              </p:cNvPr>
              <p:cNvSpPr/>
              <p:nvPr/>
            </p:nvSpPr>
            <p:spPr>
              <a:xfrm>
                <a:off x="2867227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g3786">
                <a:extLst>
                  <a:ext uri="{FF2B5EF4-FFF2-40B4-BE49-F238E27FC236}">
                    <a16:creationId xmlns:a16="http://schemas.microsoft.com/office/drawing/2014/main" id="{90F2C4FF-C01D-956F-1DDF-0AD9C53761E2}"/>
                  </a:ext>
                </a:extLst>
              </p:cNvPr>
              <p:cNvSpPr/>
              <p:nvPr/>
            </p:nvSpPr>
            <p:spPr>
              <a:xfrm>
                <a:off x="2878865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g3787">
                <a:extLst>
                  <a:ext uri="{FF2B5EF4-FFF2-40B4-BE49-F238E27FC236}">
                    <a16:creationId xmlns:a16="http://schemas.microsoft.com/office/drawing/2014/main" id="{4763C0E7-9A08-54DD-93FD-5E5847EF9DA2}"/>
                  </a:ext>
                </a:extLst>
              </p:cNvPr>
              <p:cNvSpPr/>
              <p:nvPr/>
            </p:nvSpPr>
            <p:spPr>
              <a:xfrm>
                <a:off x="2890502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g3788">
                <a:extLst>
                  <a:ext uri="{FF2B5EF4-FFF2-40B4-BE49-F238E27FC236}">
                    <a16:creationId xmlns:a16="http://schemas.microsoft.com/office/drawing/2014/main" id="{8EE14478-CCE6-1107-F609-5E68271389C3}"/>
                  </a:ext>
                </a:extLst>
              </p:cNvPr>
              <p:cNvSpPr/>
              <p:nvPr/>
            </p:nvSpPr>
            <p:spPr>
              <a:xfrm>
                <a:off x="2902139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g3789">
                <a:extLst>
                  <a:ext uri="{FF2B5EF4-FFF2-40B4-BE49-F238E27FC236}">
                    <a16:creationId xmlns:a16="http://schemas.microsoft.com/office/drawing/2014/main" id="{0EC44C28-5659-6BF9-7C4B-1E6A597F735C}"/>
                  </a:ext>
                </a:extLst>
              </p:cNvPr>
              <p:cNvSpPr/>
              <p:nvPr/>
            </p:nvSpPr>
            <p:spPr>
              <a:xfrm>
                <a:off x="4577915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g3790">
                <a:extLst>
                  <a:ext uri="{FF2B5EF4-FFF2-40B4-BE49-F238E27FC236}">
                    <a16:creationId xmlns:a16="http://schemas.microsoft.com/office/drawing/2014/main" id="{83744313-F59B-C315-08BC-77FDD47F2044}"/>
                  </a:ext>
                </a:extLst>
              </p:cNvPr>
              <p:cNvSpPr/>
              <p:nvPr/>
            </p:nvSpPr>
            <p:spPr>
              <a:xfrm>
                <a:off x="4589552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g3791">
                <a:extLst>
                  <a:ext uri="{FF2B5EF4-FFF2-40B4-BE49-F238E27FC236}">
                    <a16:creationId xmlns:a16="http://schemas.microsoft.com/office/drawing/2014/main" id="{5F1989BA-7889-CBB3-4203-1E49FD84C42D}"/>
                  </a:ext>
                </a:extLst>
              </p:cNvPr>
              <p:cNvSpPr/>
              <p:nvPr/>
            </p:nvSpPr>
            <p:spPr>
              <a:xfrm>
                <a:off x="4601190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g3792">
                <a:extLst>
                  <a:ext uri="{FF2B5EF4-FFF2-40B4-BE49-F238E27FC236}">
                    <a16:creationId xmlns:a16="http://schemas.microsoft.com/office/drawing/2014/main" id="{1378F3A4-35CE-A447-FB7D-AC67B8142BA7}"/>
                  </a:ext>
                </a:extLst>
              </p:cNvPr>
              <p:cNvSpPr/>
              <p:nvPr/>
            </p:nvSpPr>
            <p:spPr>
              <a:xfrm>
                <a:off x="4612827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g3793">
                <a:extLst>
                  <a:ext uri="{FF2B5EF4-FFF2-40B4-BE49-F238E27FC236}">
                    <a16:creationId xmlns:a16="http://schemas.microsoft.com/office/drawing/2014/main" id="{B6C9AD6F-A8EA-B6F0-5E32-629054BEDDC2}"/>
                  </a:ext>
                </a:extLst>
              </p:cNvPr>
              <p:cNvSpPr/>
              <p:nvPr/>
            </p:nvSpPr>
            <p:spPr>
              <a:xfrm>
                <a:off x="4624464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g3794">
                <a:extLst>
                  <a:ext uri="{FF2B5EF4-FFF2-40B4-BE49-F238E27FC236}">
                    <a16:creationId xmlns:a16="http://schemas.microsoft.com/office/drawing/2014/main" id="{A5610517-8856-F07C-45AA-D171A8D69C38}"/>
                  </a:ext>
                </a:extLst>
              </p:cNvPr>
              <p:cNvSpPr/>
              <p:nvPr/>
            </p:nvSpPr>
            <p:spPr>
              <a:xfrm>
                <a:off x="4636101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g3795">
                <a:extLst>
                  <a:ext uri="{FF2B5EF4-FFF2-40B4-BE49-F238E27FC236}">
                    <a16:creationId xmlns:a16="http://schemas.microsoft.com/office/drawing/2014/main" id="{3AF65119-09EC-3F59-1714-992DB699CDCE}"/>
                  </a:ext>
                </a:extLst>
              </p:cNvPr>
              <p:cNvSpPr/>
              <p:nvPr/>
            </p:nvSpPr>
            <p:spPr>
              <a:xfrm>
                <a:off x="4647739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g3796">
                <a:extLst>
                  <a:ext uri="{FF2B5EF4-FFF2-40B4-BE49-F238E27FC236}">
                    <a16:creationId xmlns:a16="http://schemas.microsoft.com/office/drawing/2014/main" id="{E8986E95-66A1-29CB-A507-B31481173A4C}"/>
                  </a:ext>
                </a:extLst>
              </p:cNvPr>
              <p:cNvSpPr/>
              <p:nvPr/>
            </p:nvSpPr>
            <p:spPr>
              <a:xfrm>
                <a:off x="4659376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g3797">
                <a:extLst>
                  <a:ext uri="{FF2B5EF4-FFF2-40B4-BE49-F238E27FC236}">
                    <a16:creationId xmlns:a16="http://schemas.microsoft.com/office/drawing/2014/main" id="{52314D73-5D21-3D60-4660-5F5F2FF35ACE}"/>
                  </a:ext>
                </a:extLst>
              </p:cNvPr>
              <p:cNvSpPr/>
              <p:nvPr/>
            </p:nvSpPr>
            <p:spPr>
              <a:xfrm>
                <a:off x="4671013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g3798">
                <a:extLst>
                  <a:ext uri="{FF2B5EF4-FFF2-40B4-BE49-F238E27FC236}">
                    <a16:creationId xmlns:a16="http://schemas.microsoft.com/office/drawing/2014/main" id="{A5592AEE-09F1-B415-627F-45BB4EC2B4CA}"/>
                  </a:ext>
                </a:extLst>
              </p:cNvPr>
              <p:cNvSpPr/>
              <p:nvPr/>
            </p:nvSpPr>
            <p:spPr>
              <a:xfrm>
                <a:off x="4682651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g3799">
                <a:extLst>
                  <a:ext uri="{FF2B5EF4-FFF2-40B4-BE49-F238E27FC236}">
                    <a16:creationId xmlns:a16="http://schemas.microsoft.com/office/drawing/2014/main" id="{55DAD404-A284-6BF8-7868-9A56B27BCE46}"/>
                  </a:ext>
                </a:extLst>
              </p:cNvPr>
              <p:cNvSpPr/>
              <p:nvPr/>
            </p:nvSpPr>
            <p:spPr>
              <a:xfrm>
                <a:off x="4694288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g3800">
                <a:extLst>
                  <a:ext uri="{FF2B5EF4-FFF2-40B4-BE49-F238E27FC236}">
                    <a16:creationId xmlns:a16="http://schemas.microsoft.com/office/drawing/2014/main" id="{D1C88C6C-6513-46E0-ECC9-EF935A1A7EB1}"/>
                  </a:ext>
                </a:extLst>
              </p:cNvPr>
              <p:cNvSpPr/>
              <p:nvPr/>
            </p:nvSpPr>
            <p:spPr>
              <a:xfrm>
                <a:off x="2843953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g3801">
                <a:extLst>
                  <a:ext uri="{FF2B5EF4-FFF2-40B4-BE49-F238E27FC236}">
                    <a16:creationId xmlns:a16="http://schemas.microsoft.com/office/drawing/2014/main" id="{739F2095-78F2-4F85-2F7F-783D88C859F4}"/>
                  </a:ext>
                </a:extLst>
              </p:cNvPr>
              <p:cNvSpPr/>
              <p:nvPr/>
            </p:nvSpPr>
            <p:spPr>
              <a:xfrm>
                <a:off x="2855590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g3802">
                <a:extLst>
                  <a:ext uri="{FF2B5EF4-FFF2-40B4-BE49-F238E27FC236}">
                    <a16:creationId xmlns:a16="http://schemas.microsoft.com/office/drawing/2014/main" id="{92DCF80F-2919-FEEA-D01D-754D44DF97DC}"/>
                  </a:ext>
                </a:extLst>
              </p:cNvPr>
              <p:cNvSpPr/>
              <p:nvPr/>
            </p:nvSpPr>
            <p:spPr>
              <a:xfrm>
                <a:off x="2867227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g3803">
                <a:extLst>
                  <a:ext uri="{FF2B5EF4-FFF2-40B4-BE49-F238E27FC236}">
                    <a16:creationId xmlns:a16="http://schemas.microsoft.com/office/drawing/2014/main" id="{DD6E59AD-B123-31CA-3384-E2B42C12A643}"/>
                  </a:ext>
                </a:extLst>
              </p:cNvPr>
              <p:cNvSpPr/>
              <p:nvPr/>
            </p:nvSpPr>
            <p:spPr>
              <a:xfrm>
                <a:off x="2878865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g3804">
                <a:extLst>
                  <a:ext uri="{FF2B5EF4-FFF2-40B4-BE49-F238E27FC236}">
                    <a16:creationId xmlns:a16="http://schemas.microsoft.com/office/drawing/2014/main" id="{94EF5DDF-80A6-46C2-17A5-8767D15D69B3}"/>
                  </a:ext>
                </a:extLst>
              </p:cNvPr>
              <p:cNvSpPr/>
              <p:nvPr/>
            </p:nvSpPr>
            <p:spPr>
              <a:xfrm>
                <a:off x="2890502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g3805">
                <a:extLst>
                  <a:ext uri="{FF2B5EF4-FFF2-40B4-BE49-F238E27FC236}">
                    <a16:creationId xmlns:a16="http://schemas.microsoft.com/office/drawing/2014/main" id="{9124AF57-5DB4-D6E1-A85E-E1E2455B991E}"/>
                  </a:ext>
                </a:extLst>
              </p:cNvPr>
              <p:cNvSpPr/>
              <p:nvPr/>
            </p:nvSpPr>
            <p:spPr>
              <a:xfrm>
                <a:off x="4589552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g3806">
                <a:extLst>
                  <a:ext uri="{FF2B5EF4-FFF2-40B4-BE49-F238E27FC236}">
                    <a16:creationId xmlns:a16="http://schemas.microsoft.com/office/drawing/2014/main" id="{1BB7C3D1-1E68-80E6-37E7-1C8D77717F06}"/>
                  </a:ext>
                </a:extLst>
              </p:cNvPr>
              <p:cNvSpPr/>
              <p:nvPr/>
            </p:nvSpPr>
            <p:spPr>
              <a:xfrm>
                <a:off x="4601190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g3807">
                <a:extLst>
                  <a:ext uri="{FF2B5EF4-FFF2-40B4-BE49-F238E27FC236}">
                    <a16:creationId xmlns:a16="http://schemas.microsoft.com/office/drawing/2014/main" id="{445EF4DF-7112-0A4B-8944-E0800736755A}"/>
                  </a:ext>
                </a:extLst>
              </p:cNvPr>
              <p:cNvSpPr/>
              <p:nvPr/>
            </p:nvSpPr>
            <p:spPr>
              <a:xfrm>
                <a:off x="4612827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g3808">
                <a:extLst>
                  <a:ext uri="{FF2B5EF4-FFF2-40B4-BE49-F238E27FC236}">
                    <a16:creationId xmlns:a16="http://schemas.microsoft.com/office/drawing/2014/main" id="{83530DBE-F4B6-10F7-DA2D-B5E2BC578510}"/>
                  </a:ext>
                </a:extLst>
              </p:cNvPr>
              <p:cNvSpPr/>
              <p:nvPr/>
            </p:nvSpPr>
            <p:spPr>
              <a:xfrm>
                <a:off x="4624464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g3809">
                <a:extLst>
                  <a:ext uri="{FF2B5EF4-FFF2-40B4-BE49-F238E27FC236}">
                    <a16:creationId xmlns:a16="http://schemas.microsoft.com/office/drawing/2014/main" id="{171FC486-5875-9D9A-247E-6B93871DC835}"/>
                  </a:ext>
                </a:extLst>
              </p:cNvPr>
              <p:cNvSpPr/>
              <p:nvPr/>
            </p:nvSpPr>
            <p:spPr>
              <a:xfrm>
                <a:off x="4636101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g3810">
                <a:extLst>
                  <a:ext uri="{FF2B5EF4-FFF2-40B4-BE49-F238E27FC236}">
                    <a16:creationId xmlns:a16="http://schemas.microsoft.com/office/drawing/2014/main" id="{6172AF36-320D-A851-C3EB-7AB5F4964D57}"/>
                  </a:ext>
                </a:extLst>
              </p:cNvPr>
              <p:cNvSpPr/>
              <p:nvPr/>
            </p:nvSpPr>
            <p:spPr>
              <a:xfrm>
                <a:off x="4647739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g3811">
                <a:extLst>
                  <a:ext uri="{FF2B5EF4-FFF2-40B4-BE49-F238E27FC236}">
                    <a16:creationId xmlns:a16="http://schemas.microsoft.com/office/drawing/2014/main" id="{FCA84084-B8B6-306D-E5D2-DC3599D00C20}"/>
                  </a:ext>
                </a:extLst>
              </p:cNvPr>
              <p:cNvSpPr/>
              <p:nvPr/>
            </p:nvSpPr>
            <p:spPr>
              <a:xfrm>
                <a:off x="4659376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g3812">
                <a:extLst>
                  <a:ext uri="{FF2B5EF4-FFF2-40B4-BE49-F238E27FC236}">
                    <a16:creationId xmlns:a16="http://schemas.microsoft.com/office/drawing/2014/main" id="{5A211A23-DF89-2328-3B5C-CCCB928C7D81}"/>
                  </a:ext>
                </a:extLst>
              </p:cNvPr>
              <p:cNvSpPr/>
              <p:nvPr/>
            </p:nvSpPr>
            <p:spPr>
              <a:xfrm>
                <a:off x="4671013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g3813">
                <a:extLst>
                  <a:ext uri="{FF2B5EF4-FFF2-40B4-BE49-F238E27FC236}">
                    <a16:creationId xmlns:a16="http://schemas.microsoft.com/office/drawing/2014/main" id="{680EA918-A8A1-D17C-6AA8-49A3DB2A6201}"/>
                  </a:ext>
                </a:extLst>
              </p:cNvPr>
              <p:cNvSpPr/>
              <p:nvPr/>
            </p:nvSpPr>
            <p:spPr>
              <a:xfrm>
                <a:off x="4682651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g3814">
                <a:extLst>
                  <a:ext uri="{FF2B5EF4-FFF2-40B4-BE49-F238E27FC236}">
                    <a16:creationId xmlns:a16="http://schemas.microsoft.com/office/drawing/2014/main" id="{D67D738B-B7C1-7925-E98D-94BEF23F30AA}"/>
                  </a:ext>
                </a:extLst>
              </p:cNvPr>
              <p:cNvSpPr/>
              <p:nvPr/>
            </p:nvSpPr>
            <p:spPr>
              <a:xfrm>
                <a:off x="2843953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g3815">
                <a:extLst>
                  <a:ext uri="{FF2B5EF4-FFF2-40B4-BE49-F238E27FC236}">
                    <a16:creationId xmlns:a16="http://schemas.microsoft.com/office/drawing/2014/main" id="{E5359778-632C-F206-9F19-E42B47A343CB}"/>
                  </a:ext>
                </a:extLst>
              </p:cNvPr>
              <p:cNvSpPr/>
              <p:nvPr/>
            </p:nvSpPr>
            <p:spPr>
              <a:xfrm>
                <a:off x="2855590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g3816">
                <a:extLst>
                  <a:ext uri="{FF2B5EF4-FFF2-40B4-BE49-F238E27FC236}">
                    <a16:creationId xmlns:a16="http://schemas.microsoft.com/office/drawing/2014/main" id="{412A7FB5-FD8E-A401-5EA7-45E86E789048}"/>
                  </a:ext>
                </a:extLst>
              </p:cNvPr>
              <p:cNvSpPr/>
              <p:nvPr/>
            </p:nvSpPr>
            <p:spPr>
              <a:xfrm>
                <a:off x="2867227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g3817">
                <a:extLst>
                  <a:ext uri="{FF2B5EF4-FFF2-40B4-BE49-F238E27FC236}">
                    <a16:creationId xmlns:a16="http://schemas.microsoft.com/office/drawing/2014/main" id="{CC3C3D4D-DAA0-4D30-A212-3B561317FCC4}"/>
                  </a:ext>
                </a:extLst>
              </p:cNvPr>
              <p:cNvSpPr/>
              <p:nvPr/>
            </p:nvSpPr>
            <p:spPr>
              <a:xfrm>
                <a:off x="2878865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g3818">
                <a:extLst>
                  <a:ext uri="{FF2B5EF4-FFF2-40B4-BE49-F238E27FC236}">
                    <a16:creationId xmlns:a16="http://schemas.microsoft.com/office/drawing/2014/main" id="{0EF4D4F2-727D-186C-5A69-F9519A16D903}"/>
                  </a:ext>
                </a:extLst>
              </p:cNvPr>
              <p:cNvSpPr/>
              <p:nvPr/>
            </p:nvSpPr>
            <p:spPr>
              <a:xfrm>
                <a:off x="2890502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g3819">
                <a:extLst>
                  <a:ext uri="{FF2B5EF4-FFF2-40B4-BE49-F238E27FC236}">
                    <a16:creationId xmlns:a16="http://schemas.microsoft.com/office/drawing/2014/main" id="{CDA530F9-0427-7504-C444-E1195F2F8B0E}"/>
                  </a:ext>
                </a:extLst>
              </p:cNvPr>
              <p:cNvSpPr/>
              <p:nvPr/>
            </p:nvSpPr>
            <p:spPr>
              <a:xfrm>
                <a:off x="4601190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g3820">
                <a:extLst>
                  <a:ext uri="{FF2B5EF4-FFF2-40B4-BE49-F238E27FC236}">
                    <a16:creationId xmlns:a16="http://schemas.microsoft.com/office/drawing/2014/main" id="{AAF9227E-78BD-772B-5A7A-E62ABAF3C972}"/>
                  </a:ext>
                </a:extLst>
              </p:cNvPr>
              <p:cNvSpPr/>
              <p:nvPr/>
            </p:nvSpPr>
            <p:spPr>
              <a:xfrm>
                <a:off x="4612827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g3821">
                <a:extLst>
                  <a:ext uri="{FF2B5EF4-FFF2-40B4-BE49-F238E27FC236}">
                    <a16:creationId xmlns:a16="http://schemas.microsoft.com/office/drawing/2014/main" id="{748E5500-1CD2-6F7A-BCB0-F33F1A60C978}"/>
                  </a:ext>
                </a:extLst>
              </p:cNvPr>
              <p:cNvSpPr/>
              <p:nvPr/>
            </p:nvSpPr>
            <p:spPr>
              <a:xfrm>
                <a:off x="4624464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g3822">
                <a:extLst>
                  <a:ext uri="{FF2B5EF4-FFF2-40B4-BE49-F238E27FC236}">
                    <a16:creationId xmlns:a16="http://schemas.microsoft.com/office/drawing/2014/main" id="{72088F6A-EC43-9F21-8265-7323C5DAA120}"/>
                  </a:ext>
                </a:extLst>
              </p:cNvPr>
              <p:cNvSpPr/>
              <p:nvPr/>
            </p:nvSpPr>
            <p:spPr>
              <a:xfrm>
                <a:off x="4636101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g3823">
                <a:extLst>
                  <a:ext uri="{FF2B5EF4-FFF2-40B4-BE49-F238E27FC236}">
                    <a16:creationId xmlns:a16="http://schemas.microsoft.com/office/drawing/2014/main" id="{0E66254D-A123-6C3D-0149-78A4BDD42CF5}"/>
                  </a:ext>
                </a:extLst>
              </p:cNvPr>
              <p:cNvSpPr/>
              <p:nvPr/>
            </p:nvSpPr>
            <p:spPr>
              <a:xfrm>
                <a:off x="4647739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g3824">
                <a:extLst>
                  <a:ext uri="{FF2B5EF4-FFF2-40B4-BE49-F238E27FC236}">
                    <a16:creationId xmlns:a16="http://schemas.microsoft.com/office/drawing/2014/main" id="{C511CF79-073B-8057-E329-9ECCA023B3E8}"/>
                  </a:ext>
                </a:extLst>
              </p:cNvPr>
              <p:cNvSpPr/>
              <p:nvPr/>
            </p:nvSpPr>
            <p:spPr>
              <a:xfrm>
                <a:off x="2843953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g3825">
                <a:extLst>
                  <a:ext uri="{FF2B5EF4-FFF2-40B4-BE49-F238E27FC236}">
                    <a16:creationId xmlns:a16="http://schemas.microsoft.com/office/drawing/2014/main" id="{7F5CE396-037D-7079-4116-F07AF51232F1}"/>
                  </a:ext>
                </a:extLst>
              </p:cNvPr>
              <p:cNvSpPr/>
              <p:nvPr/>
            </p:nvSpPr>
            <p:spPr>
              <a:xfrm>
                <a:off x="2855590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g3826">
                <a:extLst>
                  <a:ext uri="{FF2B5EF4-FFF2-40B4-BE49-F238E27FC236}">
                    <a16:creationId xmlns:a16="http://schemas.microsoft.com/office/drawing/2014/main" id="{E8B6D0CA-2D3F-919C-C511-1321E3B43E94}"/>
                  </a:ext>
                </a:extLst>
              </p:cNvPr>
              <p:cNvSpPr/>
              <p:nvPr/>
            </p:nvSpPr>
            <p:spPr>
              <a:xfrm>
                <a:off x="2867227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g3827">
                <a:extLst>
                  <a:ext uri="{FF2B5EF4-FFF2-40B4-BE49-F238E27FC236}">
                    <a16:creationId xmlns:a16="http://schemas.microsoft.com/office/drawing/2014/main" id="{550721B6-2AFC-943D-1194-F388E4908CE2}"/>
                  </a:ext>
                </a:extLst>
              </p:cNvPr>
              <p:cNvSpPr/>
              <p:nvPr/>
            </p:nvSpPr>
            <p:spPr>
              <a:xfrm>
                <a:off x="2878865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g3828">
                <a:extLst>
                  <a:ext uri="{FF2B5EF4-FFF2-40B4-BE49-F238E27FC236}">
                    <a16:creationId xmlns:a16="http://schemas.microsoft.com/office/drawing/2014/main" id="{5229609C-5D8D-8846-C8F9-96A3A0F8D782}"/>
                  </a:ext>
                </a:extLst>
              </p:cNvPr>
              <p:cNvSpPr/>
              <p:nvPr/>
            </p:nvSpPr>
            <p:spPr>
              <a:xfrm>
                <a:off x="2890502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g3829">
                <a:extLst>
                  <a:ext uri="{FF2B5EF4-FFF2-40B4-BE49-F238E27FC236}">
                    <a16:creationId xmlns:a16="http://schemas.microsoft.com/office/drawing/2014/main" id="{E8B0C66A-2FA5-49C7-B0F6-07DEB2409709}"/>
                  </a:ext>
                </a:extLst>
              </p:cNvPr>
              <p:cNvSpPr/>
              <p:nvPr/>
            </p:nvSpPr>
            <p:spPr>
              <a:xfrm>
                <a:off x="2843953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g3830">
                <a:extLst>
                  <a:ext uri="{FF2B5EF4-FFF2-40B4-BE49-F238E27FC236}">
                    <a16:creationId xmlns:a16="http://schemas.microsoft.com/office/drawing/2014/main" id="{BDF5CBCB-E656-43C1-68F9-58652102E321}"/>
                  </a:ext>
                </a:extLst>
              </p:cNvPr>
              <p:cNvSpPr/>
              <p:nvPr/>
            </p:nvSpPr>
            <p:spPr>
              <a:xfrm>
                <a:off x="2855590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g3831">
                <a:extLst>
                  <a:ext uri="{FF2B5EF4-FFF2-40B4-BE49-F238E27FC236}">
                    <a16:creationId xmlns:a16="http://schemas.microsoft.com/office/drawing/2014/main" id="{7CE11669-0B3B-6DFA-934C-5E15F53A0F06}"/>
                  </a:ext>
                </a:extLst>
              </p:cNvPr>
              <p:cNvSpPr/>
              <p:nvPr/>
            </p:nvSpPr>
            <p:spPr>
              <a:xfrm>
                <a:off x="2867227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g3832">
                <a:extLst>
                  <a:ext uri="{FF2B5EF4-FFF2-40B4-BE49-F238E27FC236}">
                    <a16:creationId xmlns:a16="http://schemas.microsoft.com/office/drawing/2014/main" id="{1F7C1D55-3F41-931D-E247-DD898CF26B01}"/>
                  </a:ext>
                </a:extLst>
              </p:cNvPr>
              <p:cNvSpPr/>
              <p:nvPr/>
            </p:nvSpPr>
            <p:spPr>
              <a:xfrm>
                <a:off x="2878865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g3833">
                <a:extLst>
                  <a:ext uri="{FF2B5EF4-FFF2-40B4-BE49-F238E27FC236}">
                    <a16:creationId xmlns:a16="http://schemas.microsoft.com/office/drawing/2014/main" id="{CD74C233-EDC8-E748-B47B-3DF02382091A}"/>
                  </a:ext>
                </a:extLst>
              </p:cNvPr>
              <p:cNvSpPr/>
              <p:nvPr/>
            </p:nvSpPr>
            <p:spPr>
              <a:xfrm>
                <a:off x="2832315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g3834">
                <a:extLst>
                  <a:ext uri="{FF2B5EF4-FFF2-40B4-BE49-F238E27FC236}">
                    <a16:creationId xmlns:a16="http://schemas.microsoft.com/office/drawing/2014/main" id="{A5542FCC-FC44-2752-3285-DF4D9DC6892C}"/>
                  </a:ext>
                </a:extLst>
              </p:cNvPr>
              <p:cNvSpPr/>
              <p:nvPr/>
            </p:nvSpPr>
            <p:spPr>
              <a:xfrm>
                <a:off x="2843953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g3835">
                <a:extLst>
                  <a:ext uri="{FF2B5EF4-FFF2-40B4-BE49-F238E27FC236}">
                    <a16:creationId xmlns:a16="http://schemas.microsoft.com/office/drawing/2014/main" id="{E9361525-4893-0216-32AE-9F43E77420A9}"/>
                  </a:ext>
                </a:extLst>
              </p:cNvPr>
              <p:cNvSpPr/>
              <p:nvPr/>
            </p:nvSpPr>
            <p:spPr>
              <a:xfrm>
                <a:off x="2855590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g3836">
                <a:extLst>
                  <a:ext uri="{FF2B5EF4-FFF2-40B4-BE49-F238E27FC236}">
                    <a16:creationId xmlns:a16="http://schemas.microsoft.com/office/drawing/2014/main" id="{E4F2F889-5601-A4C4-B98A-646B6D96362F}"/>
                  </a:ext>
                </a:extLst>
              </p:cNvPr>
              <p:cNvSpPr/>
              <p:nvPr/>
            </p:nvSpPr>
            <p:spPr>
              <a:xfrm>
                <a:off x="2867227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g3837">
                <a:extLst>
                  <a:ext uri="{FF2B5EF4-FFF2-40B4-BE49-F238E27FC236}">
                    <a16:creationId xmlns:a16="http://schemas.microsoft.com/office/drawing/2014/main" id="{6C2FD6A5-A829-0667-8393-94539A9D5F99}"/>
                  </a:ext>
                </a:extLst>
              </p:cNvPr>
              <p:cNvSpPr/>
              <p:nvPr/>
            </p:nvSpPr>
            <p:spPr>
              <a:xfrm>
                <a:off x="2878865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g3838">
                <a:extLst>
                  <a:ext uri="{FF2B5EF4-FFF2-40B4-BE49-F238E27FC236}">
                    <a16:creationId xmlns:a16="http://schemas.microsoft.com/office/drawing/2014/main" id="{87DFD9BE-A47E-F6E9-3ED3-D08C68894E94}"/>
                  </a:ext>
                </a:extLst>
              </p:cNvPr>
              <p:cNvSpPr/>
              <p:nvPr/>
            </p:nvSpPr>
            <p:spPr>
              <a:xfrm>
                <a:off x="2832315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g3839">
                <a:extLst>
                  <a:ext uri="{FF2B5EF4-FFF2-40B4-BE49-F238E27FC236}">
                    <a16:creationId xmlns:a16="http://schemas.microsoft.com/office/drawing/2014/main" id="{9B7E2F02-3B2D-168E-5459-725E8839CD8A}"/>
                  </a:ext>
                </a:extLst>
              </p:cNvPr>
              <p:cNvSpPr/>
              <p:nvPr/>
            </p:nvSpPr>
            <p:spPr>
              <a:xfrm>
                <a:off x="2843953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g3840">
                <a:extLst>
                  <a:ext uri="{FF2B5EF4-FFF2-40B4-BE49-F238E27FC236}">
                    <a16:creationId xmlns:a16="http://schemas.microsoft.com/office/drawing/2014/main" id="{36F2ABBC-0D76-3C3C-EB6D-FDEBA61271A1}"/>
                  </a:ext>
                </a:extLst>
              </p:cNvPr>
              <p:cNvSpPr/>
              <p:nvPr/>
            </p:nvSpPr>
            <p:spPr>
              <a:xfrm>
                <a:off x="2855590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g3841">
                <a:extLst>
                  <a:ext uri="{FF2B5EF4-FFF2-40B4-BE49-F238E27FC236}">
                    <a16:creationId xmlns:a16="http://schemas.microsoft.com/office/drawing/2014/main" id="{DF918489-5170-735E-C2B0-F432C26D6580}"/>
                  </a:ext>
                </a:extLst>
              </p:cNvPr>
              <p:cNvSpPr/>
              <p:nvPr/>
            </p:nvSpPr>
            <p:spPr>
              <a:xfrm>
                <a:off x="2867227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g3842">
                <a:extLst>
                  <a:ext uri="{FF2B5EF4-FFF2-40B4-BE49-F238E27FC236}">
                    <a16:creationId xmlns:a16="http://schemas.microsoft.com/office/drawing/2014/main" id="{2F3CE2DC-D341-F651-79D5-8A46299ABAB8}"/>
                  </a:ext>
                </a:extLst>
              </p:cNvPr>
              <p:cNvSpPr/>
              <p:nvPr/>
            </p:nvSpPr>
            <p:spPr>
              <a:xfrm>
                <a:off x="2878865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g3843">
                <a:extLst>
                  <a:ext uri="{FF2B5EF4-FFF2-40B4-BE49-F238E27FC236}">
                    <a16:creationId xmlns:a16="http://schemas.microsoft.com/office/drawing/2014/main" id="{DD031B3A-2A06-4318-D460-9995E70189D5}"/>
                  </a:ext>
                </a:extLst>
              </p:cNvPr>
              <p:cNvSpPr/>
              <p:nvPr/>
            </p:nvSpPr>
            <p:spPr>
              <a:xfrm>
                <a:off x="2832315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g3844">
                <a:extLst>
                  <a:ext uri="{FF2B5EF4-FFF2-40B4-BE49-F238E27FC236}">
                    <a16:creationId xmlns:a16="http://schemas.microsoft.com/office/drawing/2014/main" id="{0503CAF9-77D4-409B-106E-6067E45E1CBA}"/>
                  </a:ext>
                </a:extLst>
              </p:cNvPr>
              <p:cNvSpPr/>
              <p:nvPr/>
            </p:nvSpPr>
            <p:spPr>
              <a:xfrm>
                <a:off x="2843953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g3845">
                <a:extLst>
                  <a:ext uri="{FF2B5EF4-FFF2-40B4-BE49-F238E27FC236}">
                    <a16:creationId xmlns:a16="http://schemas.microsoft.com/office/drawing/2014/main" id="{B7F1D73B-EBD8-DC80-980F-B38F82DEBF37}"/>
                  </a:ext>
                </a:extLst>
              </p:cNvPr>
              <p:cNvSpPr/>
              <p:nvPr/>
            </p:nvSpPr>
            <p:spPr>
              <a:xfrm>
                <a:off x="2855590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g3846">
                <a:extLst>
                  <a:ext uri="{FF2B5EF4-FFF2-40B4-BE49-F238E27FC236}">
                    <a16:creationId xmlns:a16="http://schemas.microsoft.com/office/drawing/2014/main" id="{6D3682EC-85E3-EC38-8E47-CF6D69BB9404}"/>
                  </a:ext>
                </a:extLst>
              </p:cNvPr>
              <p:cNvSpPr/>
              <p:nvPr/>
            </p:nvSpPr>
            <p:spPr>
              <a:xfrm>
                <a:off x="2867227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g3847">
                <a:extLst>
                  <a:ext uri="{FF2B5EF4-FFF2-40B4-BE49-F238E27FC236}">
                    <a16:creationId xmlns:a16="http://schemas.microsoft.com/office/drawing/2014/main" id="{454EC5BC-C88B-C1ED-358F-41614412D776}"/>
                  </a:ext>
                </a:extLst>
              </p:cNvPr>
              <p:cNvSpPr/>
              <p:nvPr/>
            </p:nvSpPr>
            <p:spPr>
              <a:xfrm>
                <a:off x="2878865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g3848">
                <a:extLst>
                  <a:ext uri="{FF2B5EF4-FFF2-40B4-BE49-F238E27FC236}">
                    <a16:creationId xmlns:a16="http://schemas.microsoft.com/office/drawing/2014/main" id="{8237EE30-5817-73F9-AA01-C6386B3C84B8}"/>
                  </a:ext>
                </a:extLst>
              </p:cNvPr>
              <p:cNvSpPr/>
              <p:nvPr/>
            </p:nvSpPr>
            <p:spPr>
              <a:xfrm>
                <a:off x="2832315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g3849">
                <a:extLst>
                  <a:ext uri="{FF2B5EF4-FFF2-40B4-BE49-F238E27FC236}">
                    <a16:creationId xmlns:a16="http://schemas.microsoft.com/office/drawing/2014/main" id="{81C1DCF6-A84A-7503-B122-DC4B304F2845}"/>
                  </a:ext>
                </a:extLst>
              </p:cNvPr>
              <p:cNvSpPr/>
              <p:nvPr/>
            </p:nvSpPr>
            <p:spPr>
              <a:xfrm>
                <a:off x="2843953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g3850">
                <a:extLst>
                  <a:ext uri="{FF2B5EF4-FFF2-40B4-BE49-F238E27FC236}">
                    <a16:creationId xmlns:a16="http://schemas.microsoft.com/office/drawing/2014/main" id="{88E72E3F-EF5A-5F8B-BE3F-D85424BBC0A7}"/>
                  </a:ext>
                </a:extLst>
              </p:cNvPr>
              <p:cNvSpPr/>
              <p:nvPr/>
            </p:nvSpPr>
            <p:spPr>
              <a:xfrm>
                <a:off x="2855590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g3851">
                <a:extLst>
                  <a:ext uri="{FF2B5EF4-FFF2-40B4-BE49-F238E27FC236}">
                    <a16:creationId xmlns:a16="http://schemas.microsoft.com/office/drawing/2014/main" id="{3E604326-932C-DE6F-7220-328B3277DB55}"/>
                  </a:ext>
                </a:extLst>
              </p:cNvPr>
              <p:cNvSpPr/>
              <p:nvPr/>
            </p:nvSpPr>
            <p:spPr>
              <a:xfrm>
                <a:off x="2867227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g3852">
                <a:extLst>
                  <a:ext uri="{FF2B5EF4-FFF2-40B4-BE49-F238E27FC236}">
                    <a16:creationId xmlns:a16="http://schemas.microsoft.com/office/drawing/2014/main" id="{B15BD2A4-2413-F187-8F9B-A827B530D0B3}"/>
                  </a:ext>
                </a:extLst>
              </p:cNvPr>
              <p:cNvSpPr/>
              <p:nvPr/>
            </p:nvSpPr>
            <p:spPr>
              <a:xfrm>
                <a:off x="2832315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g3853">
                <a:extLst>
                  <a:ext uri="{FF2B5EF4-FFF2-40B4-BE49-F238E27FC236}">
                    <a16:creationId xmlns:a16="http://schemas.microsoft.com/office/drawing/2014/main" id="{F1EE6044-C887-B435-AA8A-E4B02A0A2D57}"/>
                  </a:ext>
                </a:extLst>
              </p:cNvPr>
              <p:cNvSpPr/>
              <p:nvPr/>
            </p:nvSpPr>
            <p:spPr>
              <a:xfrm>
                <a:off x="2843953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g3854">
                <a:extLst>
                  <a:ext uri="{FF2B5EF4-FFF2-40B4-BE49-F238E27FC236}">
                    <a16:creationId xmlns:a16="http://schemas.microsoft.com/office/drawing/2014/main" id="{AF294A86-3048-C1B3-6986-99AD694A2207}"/>
                  </a:ext>
                </a:extLst>
              </p:cNvPr>
              <p:cNvSpPr/>
              <p:nvPr/>
            </p:nvSpPr>
            <p:spPr>
              <a:xfrm>
                <a:off x="2855590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g3855">
                <a:extLst>
                  <a:ext uri="{FF2B5EF4-FFF2-40B4-BE49-F238E27FC236}">
                    <a16:creationId xmlns:a16="http://schemas.microsoft.com/office/drawing/2014/main" id="{D35DF829-2999-8C7B-061E-162C8A7F6BD8}"/>
                  </a:ext>
                </a:extLst>
              </p:cNvPr>
              <p:cNvSpPr/>
              <p:nvPr/>
            </p:nvSpPr>
            <p:spPr>
              <a:xfrm>
                <a:off x="2867227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g3856">
                <a:extLst>
                  <a:ext uri="{FF2B5EF4-FFF2-40B4-BE49-F238E27FC236}">
                    <a16:creationId xmlns:a16="http://schemas.microsoft.com/office/drawing/2014/main" id="{3F0E5235-BAA9-2722-42F3-B90742659C53}"/>
                  </a:ext>
                </a:extLst>
              </p:cNvPr>
              <p:cNvSpPr/>
              <p:nvPr/>
            </p:nvSpPr>
            <p:spPr>
              <a:xfrm>
                <a:off x="2832315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g3857">
                <a:extLst>
                  <a:ext uri="{FF2B5EF4-FFF2-40B4-BE49-F238E27FC236}">
                    <a16:creationId xmlns:a16="http://schemas.microsoft.com/office/drawing/2014/main" id="{44BB054C-61DE-F8F9-30B2-76A7291C68B3}"/>
                  </a:ext>
                </a:extLst>
              </p:cNvPr>
              <p:cNvSpPr/>
              <p:nvPr/>
            </p:nvSpPr>
            <p:spPr>
              <a:xfrm>
                <a:off x="2843953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g3858">
                <a:extLst>
                  <a:ext uri="{FF2B5EF4-FFF2-40B4-BE49-F238E27FC236}">
                    <a16:creationId xmlns:a16="http://schemas.microsoft.com/office/drawing/2014/main" id="{6166F5D3-72D3-C565-4E0B-64012A5AEC0E}"/>
                  </a:ext>
                </a:extLst>
              </p:cNvPr>
              <p:cNvSpPr/>
              <p:nvPr/>
            </p:nvSpPr>
            <p:spPr>
              <a:xfrm>
                <a:off x="2855590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g3859">
                <a:extLst>
                  <a:ext uri="{FF2B5EF4-FFF2-40B4-BE49-F238E27FC236}">
                    <a16:creationId xmlns:a16="http://schemas.microsoft.com/office/drawing/2014/main" id="{83DA0E5D-1E43-BC37-FB89-C156257EF08C}"/>
                  </a:ext>
                </a:extLst>
              </p:cNvPr>
              <p:cNvSpPr/>
              <p:nvPr/>
            </p:nvSpPr>
            <p:spPr>
              <a:xfrm>
                <a:off x="2867227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g3860">
                <a:extLst>
                  <a:ext uri="{FF2B5EF4-FFF2-40B4-BE49-F238E27FC236}">
                    <a16:creationId xmlns:a16="http://schemas.microsoft.com/office/drawing/2014/main" id="{5FF83CE8-8636-C52B-02AC-FC423F457F89}"/>
                  </a:ext>
                </a:extLst>
              </p:cNvPr>
              <p:cNvSpPr/>
              <p:nvPr/>
            </p:nvSpPr>
            <p:spPr>
              <a:xfrm>
                <a:off x="2832315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g3861">
                <a:extLst>
                  <a:ext uri="{FF2B5EF4-FFF2-40B4-BE49-F238E27FC236}">
                    <a16:creationId xmlns:a16="http://schemas.microsoft.com/office/drawing/2014/main" id="{48EC9075-6085-19AC-DAFF-4D8E1CA0986A}"/>
                  </a:ext>
                </a:extLst>
              </p:cNvPr>
              <p:cNvSpPr/>
              <p:nvPr/>
            </p:nvSpPr>
            <p:spPr>
              <a:xfrm>
                <a:off x="2843953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g3862">
                <a:extLst>
                  <a:ext uri="{FF2B5EF4-FFF2-40B4-BE49-F238E27FC236}">
                    <a16:creationId xmlns:a16="http://schemas.microsoft.com/office/drawing/2014/main" id="{BF493A5E-19B1-9F87-F744-3ADAF6695246}"/>
                  </a:ext>
                </a:extLst>
              </p:cNvPr>
              <p:cNvSpPr/>
              <p:nvPr/>
            </p:nvSpPr>
            <p:spPr>
              <a:xfrm>
                <a:off x="2855590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g3863">
                <a:extLst>
                  <a:ext uri="{FF2B5EF4-FFF2-40B4-BE49-F238E27FC236}">
                    <a16:creationId xmlns:a16="http://schemas.microsoft.com/office/drawing/2014/main" id="{F3A63461-9CCC-933F-DCFC-EEA92E39B288}"/>
                  </a:ext>
                </a:extLst>
              </p:cNvPr>
              <p:cNvSpPr/>
              <p:nvPr/>
            </p:nvSpPr>
            <p:spPr>
              <a:xfrm>
                <a:off x="2867227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g3864">
                <a:extLst>
                  <a:ext uri="{FF2B5EF4-FFF2-40B4-BE49-F238E27FC236}">
                    <a16:creationId xmlns:a16="http://schemas.microsoft.com/office/drawing/2014/main" id="{BBDB2EF8-61EF-DA4B-B529-8CBF5BE6F5C4}"/>
                  </a:ext>
                </a:extLst>
              </p:cNvPr>
              <p:cNvSpPr/>
              <p:nvPr/>
            </p:nvSpPr>
            <p:spPr>
              <a:xfrm>
                <a:off x="2832315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g3865">
                <a:extLst>
                  <a:ext uri="{FF2B5EF4-FFF2-40B4-BE49-F238E27FC236}">
                    <a16:creationId xmlns:a16="http://schemas.microsoft.com/office/drawing/2014/main" id="{FDD4D336-1E80-D341-764F-2F47D3B7D978}"/>
                  </a:ext>
                </a:extLst>
              </p:cNvPr>
              <p:cNvSpPr/>
              <p:nvPr/>
            </p:nvSpPr>
            <p:spPr>
              <a:xfrm>
                <a:off x="2843953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g3866">
                <a:extLst>
                  <a:ext uri="{FF2B5EF4-FFF2-40B4-BE49-F238E27FC236}">
                    <a16:creationId xmlns:a16="http://schemas.microsoft.com/office/drawing/2014/main" id="{5EB1A6D5-AA0B-A9CB-2B63-2DD887A751B8}"/>
                  </a:ext>
                </a:extLst>
              </p:cNvPr>
              <p:cNvSpPr/>
              <p:nvPr/>
            </p:nvSpPr>
            <p:spPr>
              <a:xfrm>
                <a:off x="2855590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g3867">
                <a:extLst>
                  <a:ext uri="{FF2B5EF4-FFF2-40B4-BE49-F238E27FC236}">
                    <a16:creationId xmlns:a16="http://schemas.microsoft.com/office/drawing/2014/main" id="{32065079-03F2-1E2D-26BF-9E38EE5E6E2A}"/>
                  </a:ext>
                </a:extLst>
              </p:cNvPr>
              <p:cNvSpPr/>
              <p:nvPr/>
            </p:nvSpPr>
            <p:spPr>
              <a:xfrm>
                <a:off x="2399291" y="2540116"/>
                <a:ext cx="3705599" cy="2850404"/>
              </a:xfrm>
              <a:custGeom>
                <a:avLst/>
                <a:gdLst/>
                <a:ahLst/>
                <a:cxnLst/>
                <a:rect l="0" t="0" r="0" b="0"/>
                <a:pathLst>
                  <a:path w="3705599" h="2850404">
                    <a:moveTo>
                      <a:pt x="2893187" y="266106"/>
                    </a:moveTo>
                    <a:lnTo>
                      <a:pt x="2917831" y="266068"/>
                    </a:lnTo>
                    <a:lnTo>
                      <a:pt x="2961871" y="266005"/>
                    </a:lnTo>
                    <a:lnTo>
                      <a:pt x="3005910" y="265941"/>
                    </a:lnTo>
                    <a:lnTo>
                      <a:pt x="3049950" y="265884"/>
                    </a:lnTo>
                    <a:lnTo>
                      <a:pt x="3093989" y="265820"/>
                    </a:lnTo>
                    <a:lnTo>
                      <a:pt x="3138033" y="265757"/>
                    </a:lnTo>
                    <a:lnTo>
                      <a:pt x="3182073" y="265693"/>
                    </a:lnTo>
                    <a:lnTo>
                      <a:pt x="3226112" y="265630"/>
                    </a:lnTo>
                    <a:lnTo>
                      <a:pt x="3236535" y="240559"/>
                    </a:lnTo>
                    <a:lnTo>
                      <a:pt x="3246246" y="228887"/>
                    </a:lnTo>
                    <a:lnTo>
                      <a:pt x="3259547" y="232754"/>
                    </a:lnTo>
                    <a:lnTo>
                      <a:pt x="3266632" y="232430"/>
                    </a:lnTo>
                    <a:lnTo>
                      <a:pt x="3274508" y="226410"/>
                    </a:lnTo>
                    <a:lnTo>
                      <a:pt x="3280895" y="222752"/>
                    </a:lnTo>
                    <a:lnTo>
                      <a:pt x="3285102" y="223292"/>
                    </a:lnTo>
                    <a:lnTo>
                      <a:pt x="3288693" y="228804"/>
                    </a:lnTo>
                    <a:lnTo>
                      <a:pt x="3291680" y="232481"/>
                    </a:lnTo>
                    <a:lnTo>
                      <a:pt x="3295168" y="231408"/>
                    </a:lnTo>
                    <a:lnTo>
                      <a:pt x="3298155" y="226207"/>
                    </a:lnTo>
                    <a:lnTo>
                      <a:pt x="3298052" y="218993"/>
                    </a:lnTo>
                    <a:lnTo>
                      <a:pt x="3302140" y="213970"/>
                    </a:lnTo>
                    <a:lnTo>
                      <a:pt x="3306992" y="213201"/>
                    </a:lnTo>
                    <a:lnTo>
                      <a:pt x="3311478" y="213360"/>
                    </a:lnTo>
                    <a:lnTo>
                      <a:pt x="3313715" y="210909"/>
                    </a:lnTo>
                    <a:lnTo>
                      <a:pt x="3313467" y="207391"/>
                    </a:lnTo>
                    <a:lnTo>
                      <a:pt x="3311850" y="201726"/>
                    </a:lnTo>
                    <a:lnTo>
                      <a:pt x="3312398" y="194906"/>
                    </a:lnTo>
                    <a:lnTo>
                      <a:pt x="3323601" y="182859"/>
                    </a:lnTo>
                    <a:lnTo>
                      <a:pt x="3337337" y="174686"/>
                    </a:lnTo>
                    <a:lnTo>
                      <a:pt x="3342153" y="170603"/>
                    </a:lnTo>
                    <a:lnTo>
                      <a:pt x="3343554" y="162322"/>
                    </a:lnTo>
                    <a:lnTo>
                      <a:pt x="3351429" y="153717"/>
                    </a:lnTo>
                    <a:lnTo>
                      <a:pt x="3355367" y="148770"/>
                    </a:lnTo>
                    <a:lnTo>
                      <a:pt x="3356328" y="144471"/>
                    </a:lnTo>
                    <a:lnTo>
                      <a:pt x="3354287" y="139181"/>
                    </a:lnTo>
                    <a:lnTo>
                      <a:pt x="3354494" y="129097"/>
                    </a:lnTo>
                    <a:lnTo>
                      <a:pt x="3357202" y="117050"/>
                    </a:lnTo>
                    <a:lnTo>
                      <a:pt x="3360442" y="103930"/>
                    </a:lnTo>
                    <a:lnTo>
                      <a:pt x="3367703" y="92099"/>
                    </a:lnTo>
                    <a:lnTo>
                      <a:pt x="3379609" y="79195"/>
                    </a:lnTo>
                    <a:lnTo>
                      <a:pt x="3382673" y="62240"/>
                    </a:lnTo>
                    <a:lnTo>
                      <a:pt x="3385903" y="44357"/>
                    </a:lnTo>
                    <a:lnTo>
                      <a:pt x="3400295" y="26932"/>
                    </a:lnTo>
                    <a:lnTo>
                      <a:pt x="3416615" y="7169"/>
                    </a:lnTo>
                    <a:lnTo>
                      <a:pt x="3422535" y="0"/>
                    </a:lnTo>
                    <a:lnTo>
                      <a:pt x="3618932" y="0"/>
                    </a:lnTo>
                    <a:lnTo>
                      <a:pt x="3619257" y="14859"/>
                    </a:lnTo>
                    <a:lnTo>
                      <a:pt x="3619521" y="35130"/>
                    </a:lnTo>
                    <a:lnTo>
                      <a:pt x="3619800" y="56493"/>
                    </a:lnTo>
                    <a:lnTo>
                      <a:pt x="3620001" y="71740"/>
                    </a:lnTo>
                    <a:lnTo>
                      <a:pt x="3620347" y="92677"/>
                    </a:lnTo>
                    <a:lnTo>
                      <a:pt x="3620621" y="109334"/>
                    </a:lnTo>
                    <a:lnTo>
                      <a:pt x="3620988" y="131078"/>
                    </a:lnTo>
                    <a:lnTo>
                      <a:pt x="3621179" y="142699"/>
                    </a:lnTo>
                    <a:lnTo>
                      <a:pt x="3623045" y="146052"/>
                    </a:lnTo>
                    <a:lnTo>
                      <a:pt x="3621924" y="150631"/>
                    </a:lnTo>
                    <a:lnTo>
                      <a:pt x="3621433" y="152923"/>
                    </a:lnTo>
                    <a:lnTo>
                      <a:pt x="3621552" y="154746"/>
                    </a:lnTo>
                    <a:lnTo>
                      <a:pt x="3622296" y="157038"/>
                    </a:lnTo>
                    <a:lnTo>
                      <a:pt x="3622172" y="160245"/>
                    </a:lnTo>
                    <a:lnTo>
                      <a:pt x="3620435" y="163147"/>
                    </a:lnTo>
                    <a:lnTo>
                      <a:pt x="3619567" y="166500"/>
                    </a:lnTo>
                    <a:lnTo>
                      <a:pt x="3619319" y="171993"/>
                    </a:lnTo>
                    <a:lnTo>
                      <a:pt x="3621179" y="175353"/>
                    </a:lnTo>
                    <a:lnTo>
                      <a:pt x="3624285" y="177334"/>
                    </a:lnTo>
                    <a:lnTo>
                      <a:pt x="3626895" y="177334"/>
                    </a:lnTo>
                    <a:lnTo>
                      <a:pt x="3630249" y="179322"/>
                    </a:lnTo>
                    <a:lnTo>
                      <a:pt x="3634595" y="182834"/>
                    </a:lnTo>
                    <a:lnTo>
                      <a:pt x="3641173" y="185882"/>
                    </a:lnTo>
                    <a:lnTo>
                      <a:pt x="3648005" y="186949"/>
                    </a:lnTo>
                    <a:lnTo>
                      <a:pt x="3652723" y="186187"/>
                    </a:lnTo>
                    <a:lnTo>
                      <a:pt x="3658434" y="188174"/>
                    </a:lnTo>
                    <a:lnTo>
                      <a:pt x="3660423" y="193058"/>
                    </a:lnTo>
                    <a:lnTo>
                      <a:pt x="3659307" y="197630"/>
                    </a:lnTo>
                    <a:lnTo>
                      <a:pt x="3656077" y="199770"/>
                    </a:lnTo>
                    <a:lnTo>
                      <a:pt x="3652599" y="201453"/>
                    </a:lnTo>
                    <a:lnTo>
                      <a:pt x="3651979" y="204958"/>
                    </a:lnTo>
                    <a:lnTo>
                      <a:pt x="3653715" y="208623"/>
                    </a:lnTo>
                    <a:lnTo>
                      <a:pt x="3656201" y="211829"/>
                    </a:lnTo>
                    <a:lnTo>
                      <a:pt x="3658935" y="217462"/>
                    </a:lnTo>
                    <a:lnTo>
                      <a:pt x="3657813" y="222346"/>
                    </a:lnTo>
                    <a:lnTo>
                      <a:pt x="3655333" y="226467"/>
                    </a:lnTo>
                    <a:lnTo>
                      <a:pt x="3654212" y="230735"/>
                    </a:lnTo>
                    <a:lnTo>
                      <a:pt x="3656325" y="234405"/>
                    </a:lnTo>
                    <a:lnTo>
                      <a:pt x="3661912" y="239282"/>
                    </a:lnTo>
                    <a:lnTo>
                      <a:pt x="3665389" y="244013"/>
                    </a:lnTo>
                    <a:lnTo>
                      <a:pt x="3670857" y="246611"/>
                    </a:lnTo>
                    <a:lnTo>
                      <a:pt x="3673461" y="244775"/>
                    </a:lnTo>
                    <a:lnTo>
                      <a:pt x="3675575" y="242330"/>
                    </a:lnTo>
                    <a:lnTo>
                      <a:pt x="3677807" y="240501"/>
                    </a:lnTo>
                    <a:lnTo>
                      <a:pt x="3681657" y="241575"/>
                    </a:lnTo>
                    <a:lnTo>
                      <a:pt x="3686127" y="242946"/>
                    </a:lnTo>
                    <a:lnTo>
                      <a:pt x="3691011" y="244578"/>
                    </a:lnTo>
                    <a:lnTo>
                      <a:pt x="3690427" y="248535"/>
                    </a:lnTo>
                    <a:lnTo>
                      <a:pt x="3693404" y="255203"/>
                    </a:lnTo>
                    <a:lnTo>
                      <a:pt x="3695708" y="268024"/>
                    </a:lnTo>
                    <a:lnTo>
                      <a:pt x="3692169" y="273847"/>
                    </a:lnTo>
                    <a:lnTo>
                      <a:pt x="3692928" y="281563"/>
                    </a:lnTo>
                    <a:lnTo>
                      <a:pt x="3702742" y="283811"/>
                    </a:lnTo>
                    <a:lnTo>
                      <a:pt x="3705129" y="286173"/>
                    </a:lnTo>
                    <a:lnTo>
                      <a:pt x="3705599" y="289025"/>
                    </a:lnTo>
                    <a:lnTo>
                      <a:pt x="3683983" y="308806"/>
                    </a:lnTo>
                    <a:lnTo>
                      <a:pt x="3665694" y="306037"/>
                    </a:lnTo>
                    <a:lnTo>
                      <a:pt x="3655772" y="311283"/>
                    </a:lnTo>
                    <a:lnTo>
                      <a:pt x="3645380" y="312813"/>
                    </a:lnTo>
                    <a:lnTo>
                      <a:pt x="3640822" y="321653"/>
                    </a:lnTo>
                    <a:lnTo>
                      <a:pt x="3635117" y="323526"/>
                    </a:lnTo>
                    <a:lnTo>
                      <a:pt x="3627303" y="322993"/>
                    </a:lnTo>
                    <a:lnTo>
                      <a:pt x="3620565" y="320497"/>
                    </a:lnTo>
                    <a:lnTo>
                      <a:pt x="3615423" y="321723"/>
                    </a:lnTo>
                    <a:lnTo>
                      <a:pt x="3608229" y="337675"/>
                    </a:lnTo>
                    <a:lnTo>
                      <a:pt x="3602338" y="336284"/>
                    </a:lnTo>
                    <a:lnTo>
                      <a:pt x="3599992" y="342025"/>
                    </a:lnTo>
                    <a:lnTo>
                      <a:pt x="3596912" y="344534"/>
                    </a:lnTo>
                    <a:lnTo>
                      <a:pt x="3592395" y="346686"/>
                    </a:lnTo>
                    <a:lnTo>
                      <a:pt x="3588473" y="339599"/>
                    </a:lnTo>
                    <a:lnTo>
                      <a:pt x="3585977" y="332862"/>
                    </a:lnTo>
                    <a:lnTo>
                      <a:pt x="3582298" y="331382"/>
                    </a:lnTo>
                    <a:lnTo>
                      <a:pt x="3577409" y="329661"/>
                    </a:lnTo>
                    <a:lnTo>
                      <a:pt x="3572381" y="329718"/>
                    </a:lnTo>
                    <a:lnTo>
                      <a:pt x="3569027" y="330683"/>
                    </a:lnTo>
                    <a:lnTo>
                      <a:pt x="3564867" y="335040"/>
                    </a:lnTo>
                    <a:lnTo>
                      <a:pt x="3558836" y="338780"/>
                    </a:lnTo>
                    <a:lnTo>
                      <a:pt x="3554273" y="335662"/>
                    </a:lnTo>
                    <a:lnTo>
                      <a:pt x="3550702" y="330652"/>
                    </a:lnTo>
                    <a:lnTo>
                      <a:pt x="3547648" y="338710"/>
                    </a:lnTo>
                    <a:lnTo>
                      <a:pt x="3543204" y="347220"/>
                    </a:lnTo>
                    <a:lnTo>
                      <a:pt x="3543943" y="357145"/>
                    </a:lnTo>
                    <a:lnTo>
                      <a:pt x="3542031" y="363032"/>
                    </a:lnTo>
                    <a:lnTo>
                      <a:pt x="3537814" y="361445"/>
                    </a:lnTo>
                    <a:lnTo>
                      <a:pt x="3533618" y="356282"/>
                    </a:lnTo>
                    <a:lnTo>
                      <a:pt x="3521840" y="352154"/>
                    </a:lnTo>
                    <a:lnTo>
                      <a:pt x="3512461" y="352535"/>
                    </a:lnTo>
                    <a:lnTo>
                      <a:pt x="3514368" y="347023"/>
                    </a:lnTo>
                    <a:lnTo>
                      <a:pt x="3523236" y="339110"/>
                    </a:lnTo>
                    <a:lnTo>
                      <a:pt x="3520507" y="337561"/>
                    </a:lnTo>
                    <a:lnTo>
                      <a:pt x="3516156" y="338659"/>
                    </a:lnTo>
                    <a:lnTo>
                      <a:pt x="3514259" y="337561"/>
                    </a:lnTo>
                    <a:lnTo>
                      <a:pt x="3517370" y="330372"/>
                    </a:lnTo>
                    <a:lnTo>
                      <a:pt x="3517670" y="322441"/>
                    </a:lnTo>
                    <a:lnTo>
                      <a:pt x="3513701" y="325216"/>
                    </a:lnTo>
                    <a:lnTo>
                      <a:pt x="3508709" y="333585"/>
                    </a:lnTo>
                    <a:lnTo>
                      <a:pt x="3496632" y="340247"/>
                    </a:lnTo>
                    <a:lnTo>
                      <a:pt x="3497195" y="351398"/>
                    </a:lnTo>
                    <a:lnTo>
                      <a:pt x="3485826" y="374253"/>
                    </a:lnTo>
                    <a:lnTo>
                      <a:pt x="3485320" y="383982"/>
                    </a:lnTo>
                    <a:lnTo>
                      <a:pt x="3478028" y="391749"/>
                    </a:lnTo>
                    <a:lnTo>
                      <a:pt x="3468628" y="398429"/>
                    </a:lnTo>
                    <a:lnTo>
                      <a:pt x="3456091" y="396550"/>
                    </a:lnTo>
                    <a:lnTo>
                      <a:pt x="3446521" y="402354"/>
                    </a:lnTo>
                    <a:lnTo>
                      <a:pt x="3441663" y="409015"/>
                    </a:lnTo>
                    <a:lnTo>
                      <a:pt x="3437441" y="410019"/>
                    </a:lnTo>
                    <a:lnTo>
                      <a:pt x="3435240" y="401535"/>
                    </a:lnTo>
                    <a:lnTo>
                      <a:pt x="3433638" y="398912"/>
                    </a:lnTo>
                    <a:lnTo>
                      <a:pt x="3430113" y="411422"/>
                    </a:lnTo>
                    <a:lnTo>
                      <a:pt x="3426522" y="412197"/>
                    </a:lnTo>
                    <a:lnTo>
                      <a:pt x="3425163" y="403325"/>
                    </a:lnTo>
                    <a:lnTo>
                      <a:pt x="3423457" y="397464"/>
                    </a:lnTo>
                    <a:lnTo>
                      <a:pt x="3418563" y="402519"/>
                    </a:lnTo>
                    <a:lnTo>
                      <a:pt x="3415313" y="415918"/>
                    </a:lnTo>
                    <a:lnTo>
                      <a:pt x="3411907" y="414788"/>
                    </a:lnTo>
                    <a:lnTo>
                      <a:pt x="3410822" y="409803"/>
                    </a:lnTo>
                    <a:lnTo>
                      <a:pt x="3408383" y="408291"/>
                    </a:lnTo>
                    <a:lnTo>
                      <a:pt x="3407546" y="413988"/>
                    </a:lnTo>
                    <a:lnTo>
                      <a:pt x="3408776" y="422002"/>
                    </a:lnTo>
                    <a:lnTo>
                      <a:pt x="3407003" y="426282"/>
                    </a:lnTo>
                    <a:lnTo>
                      <a:pt x="3403618" y="423996"/>
                    </a:lnTo>
                    <a:lnTo>
                      <a:pt x="3400213" y="420141"/>
                    </a:lnTo>
                    <a:lnTo>
                      <a:pt x="3394595" y="423069"/>
                    </a:lnTo>
                    <a:lnTo>
                      <a:pt x="3389438" y="424256"/>
                    </a:lnTo>
                    <a:lnTo>
                      <a:pt x="3389417" y="420332"/>
                    </a:lnTo>
                    <a:lnTo>
                      <a:pt x="3390399" y="415518"/>
                    </a:lnTo>
                    <a:lnTo>
                      <a:pt x="3380121" y="418179"/>
                    </a:lnTo>
                    <a:lnTo>
                      <a:pt x="3367796" y="427057"/>
                    </a:lnTo>
                    <a:lnTo>
                      <a:pt x="3358225" y="439339"/>
                    </a:lnTo>
                    <a:lnTo>
                      <a:pt x="3361543" y="441383"/>
                    </a:lnTo>
                    <a:lnTo>
                      <a:pt x="3365279" y="445295"/>
                    </a:lnTo>
                    <a:lnTo>
                      <a:pt x="3348654" y="464270"/>
                    </a:lnTo>
                    <a:lnTo>
                      <a:pt x="3331611" y="481359"/>
                    </a:lnTo>
                    <a:lnTo>
                      <a:pt x="3318738" y="509244"/>
                    </a:lnTo>
                    <a:lnTo>
                      <a:pt x="3313571" y="512508"/>
                    </a:lnTo>
                    <a:lnTo>
                      <a:pt x="3309132" y="517620"/>
                    </a:lnTo>
                    <a:lnTo>
                      <a:pt x="3304419" y="534455"/>
                    </a:lnTo>
                    <a:lnTo>
                      <a:pt x="3298977" y="549442"/>
                    </a:lnTo>
                    <a:lnTo>
                      <a:pt x="3302021" y="556116"/>
                    </a:lnTo>
                    <a:lnTo>
                      <a:pt x="3304026" y="562981"/>
                    </a:lnTo>
                    <a:lnTo>
                      <a:pt x="3308858" y="569737"/>
                    </a:lnTo>
                    <a:lnTo>
                      <a:pt x="3312966" y="570347"/>
                    </a:lnTo>
                    <a:lnTo>
                      <a:pt x="3317415" y="569128"/>
                    </a:lnTo>
                    <a:lnTo>
                      <a:pt x="3320681" y="569414"/>
                    </a:lnTo>
                    <a:lnTo>
                      <a:pt x="3322780" y="572284"/>
                    </a:lnTo>
                    <a:lnTo>
                      <a:pt x="3321849" y="575726"/>
                    </a:lnTo>
                    <a:lnTo>
                      <a:pt x="3316718" y="576583"/>
                    </a:lnTo>
                    <a:lnTo>
                      <a:pt x="3307147" y="582603"/>
                    </a:lnTo>
                    <a:lnTo>
                      <a:pt x="3298755" y="584915"/>
                    </a:lnTo>
                    <a:lnTo>
                      <a:pt x="3294548" y="592192"/>
                    </a:lnTo>
                    <a:lnTo>
                      <a:pt x="3288244" y="600600"/>
                    </a:lnTo>
                    <a:lnTo>
                      <a:pt x="3275996" y="613720"/>
                    </a:lnTo>
                    <a:lnTo>
                      <a:pt x="3281231" y="617765"/>
                    </a:lnTo>
                    <a:lnTo>
                      <a:pt x="3300150" y="622325"/>
                    </a:lnTo>
                    <a:lnTo>
                      <a:pt x="3308584" y="627018"/>
                    </a:lnTo>
                    <a:lnTo>
                      <a:pt x="3321348" y="651524"/>
                    </a:lnTo>
                    <a:lnTo>
                      <a:pt x="3318433" y="653975"/>
                    </a:lnTo>
                    <a:lnTo>
                      <a:pt x="3317276" y="658465"/>
                    </a:lnTo>
                    <a:lnTo>
                      <a:pt x="3328624" y="664765"/>
                    </a:lnTo>
                    <a:lnTo>
                      <a:pt x="3332247" y="682362"/>
                    </a:lnTo>
                    <a:lnTo>
                      <a:pt x="3341564" y="688350"/>
                    </a:lnTo>
                    <a:lnTo>
                      <a:pt x="3355450" y="692033"/>
                    </a:lnTo>
                    <a:lnTo>
                      <a:pt x="3372431" y="686712"/>
                    </a:lnTo>
                    <a:lnTo>
                      <a:pt x="3386570" y="679390"/>
                    </a:lnTo>
                    <a:lnTo>
                      <a:pt x="3386074" y="673388"/>
                    </a:lnTo>
                    <a:lnTo>
                      <a:pt x="3377191" y="659424"/>
                    </a:lnTo>
                    <a:lnTo>
                      <a:pt x="3375051" y="652864"/>
                    </a:lnTo>
                    <a:lnTo>
                      <a:pt x="3368457" y="648616"/>
                    </a:lnTo>
                    <a:lnTo>
                      <a:pt x="3365951" y="652216"/>
                    </a:lnTo>
                    <a:lnTo>
                      <a:pt x="3361687" y="647542"/>
                    </a:lnTo>
                    <a:lnTo>
                      <a:pt x="3361207" y="644920"/>
                    </a:lnTo>
                    <a:lnTo>
                      <a:pt x="3365181" y="643643"/>
                    </a:lnTo>
                    <a:lnTo>
                      <a:pt x="3369801" y="644151"/>
                    </a:lnTo>
                    <a:lnTo>
                      <a:pt x="3375191" y="646596"/>
                    </a:lnTo>
                    <a:lnTo>
                      <a:pt x="3389061" y="661818"/>
                    </a:lnTo>
                    <a:lnTo>
                      <a:pt x="3392900" y="681771"/>
                    </a:lnTo>
                    <a:lnTo>
                      <a:pt x="3393722" y="694440"/>
                    </a:lnTo>
                    <a:lnTo>
                      <a:pt x="3392156" y="698771"/>
                    </a:lnTo>
                    <a:lnTo>
                      <a:pt x="3388120" y="697882"/>
                    </a:lnTo>
                    <a:lnTo>
                      <a:pt x="3380420" y="698746"/>
                    </a:lnTo>
                    <a:lnTo>
                      <a:pt x="3343890" y="705306"/>
                    </a:lnTo>
                    <a:lnTo>
                      <a:pt x="3335776" y="711084"/>
                    </a:lnTo>
                    <a:lnTo>
                      <a:pt x="3317173" y="717359"/>
                    </a:lnTo>
                    <a:lnTo>
                      <a:pt x="3316015" y="714228"/>
                    </a:lnTo>
                    <a:lnTo>
                      <a:pt x="3317359" y="707750"/>
                    </a:lnTo>
                    <a:lnTo>
                      <a:pt x="3316186" y="694484"/>
                    </a:lnTo>
                    <a:lnTo>
                      <a:pt x="3312516" y="693868"/>
                    </a:lnTo>
                    <a:lnTo>
                      <a:pt x="3283613" y="715498"/>
                    </a:lnTo>
                    <a:lnTo>
                      <a:pt x="3272441" y="716857"/>
                    </a:lnTo>
                    <a:lnTo>
                      <a:pt x="3263046" y="723188"/>
                    </a:lnTo>
                    <a:lnTo>
                      <a:pt x="3260943" y="719676"/>
                    </a:lnTo>
                    <a:lnTo>
                      <a:pt x="3259263" y="703458"/>
                    </a:lnTo>
                    <a:lnTo>
                      <a:pt x="3265144" y="689855"/>
                    </a:lnTo>
                    <a:lnTo>
                      <a:pt x="3262012" y="690071"/>
                    </a:lnTo>
                    <a:lnTo>
                      <a:pt x="3252194" y="698238"/>
                    </a:lnTo>
                    <a:lnTo>
                      <a:pt x="3247997" y="693214"/>
                    </a:lnTo>
                    <a:lnTo>
                      <a:pt x="3245894" y="687702"/>
                    </a:lnTo>
                    <a:lnTo>
                      <a:pt x="3242871" y="684584"/>
                    </a:lnTo>
                    <a:lnTo>
                      <a:pt x="3239595" y="683403"/>
                    </a:lnTo>
                    <a:lnTo>
                      <a:pt x="3242396" y="695443"/>
                    </a:lnTo>
                    <a:lnTo>
                      <a:pt x="3235740" y="704474"/>
                    </a:lnTo>
                    <a:lnTo>
                      <a:pt x="3233915" y="727830"/>
                    </a:lnTo>
                    <a:lnTo>
                      <a:pt x="3225549" y="737553"/>
                    </a:lnTo>
                    <a:lnTo>
                      <a:pt x="3199467" y="743802"/>
                    </a:lnTo>
                    <a:lnTo>
                      <a:pt x="3182465" y="742481"/>
                    </a:lnTo>
                    <a:lnTo>
                      <a:pt x="3167231" y="744424"/>
                    </a:lnTo>
                    <a:lnTo>
                      <a:pt x="3146974" y="748907"/>
                    </a:lnTo>
                    <a:lnTo>
                      <a:pt x="3135780" y="746240"/>
                    </a:lnTo>
                    <a:lnTo>
                      <a:pt x="3124313" y="750971"/>
                    </a:lnTo>
                    <a:lnTo>
                      <a:pt x="3085390" y="752260"/>
                    </a:lnTo>
                    <a:lnTo>
                      <a:pt x="3077183" y="749752"/>
                    </a:lnTo>
                    <a:lnTo>
                      <a:pt x="3066703" y="758687"/>
                    </a:lnTo>
                    <a:lnTo>
                      <a:pt x="3049924" y="763970"/>
                    </a:lnTo>
                    <a:lnTo>
                      <a:pt x="3007512" y="783993"/>
                    </a:lnTo>
                    <a:lnTo>
                      <a:pt x="2998159" y="791277"/>
                    </a:lnTo>
                    <a:lnTo>
                      <a:pt x="2986769" y="802651"/>
                    </a:lnTo>
                    <a:lnTo>
                      <a:pt x="2979121" y="808766"/>
                    </a:lnTo>
                    <a:lnTo>
                      <a:pt x="2972832" y="810754"/>
                    </a:lnTo>
                    <a:lnTo>
                      <a:pt x="2968966" y="815847"/>
                    </a:lnTo>
                    <a:lnTo>
                      <a:pt x="2964744" y="819174"/>
                    </a:lnTo>
                    <a:lnTo>
                      <a:pt x="2968821" y="807807"/>
                    </a:lnTo>
                    <a:lnTo>
                      <a:pt x="2973250" y="798224"/>
                    </a:lnTo>
                    <a:lnTo>
                      <a:pt x="2976930" y="779662"/>
                    </a:lnTo>
                    <a:lnTo>
                      <a:pt x="2975844" y="764650"/>
                    </a:lnTo>
                    <a:lnTo>
                      <a:pt x="2971281" y="758477"/>
                    </a:lnTo>
                    <a:lnTo>
                      <a:pt x="2966563" y="754362"/>
                    </a:lnTo>
                    <a:lnTo>
                      <a:pt x="2972093" y="769178"/>
                    </a:lnTo>
                    <a:lnTo>
                      <a:pt x="2972987" y="787346"/>
                    </a:lnTo>
                    <a:lnTo>
                      <a:pt x="2971085" y="797989"/>
                    </a:lnTo>
                    <a:lnTo>
                      <a:pt x="2960682" y="818520"/>
                    </a:lnTo>
                    <a:lnTo>
                      <a:pt x="2956253" y="823302"/>
                    </a:lnTo>
                    <a:lnTo>
                      <a:pt x="2951075" y="827506"/>
                    </a:lnTo>
                    <a:lnTo>
                      <a:pt x="2947174" y="829335"/>
                    </a:lnTo>
                    <a:lnTo>
                      <a:pt x="2943572" y="832618"/>
                    </a:lnTo>
                    <a:lnTo>
                      <a:pt x="2939386" y="837819"/>
                    </a:lnTo>
                    <a:lnTo>
                      <a:pt x="2935417" y="848145"/>
                    </a:lnTo>
                    <a:lnTo>
                      <a:pt x="2937820" y="857556"/>
                    </a:lnTo>
                    <a:lnTo>
                      <a:pt x="2958104" y="860992"/>
                    </a:lnTo>
                    <a:lnTo>
                      <a:pt x="2963545" y="858090"/>
                    </a:lnTo>
                    <a:lnTo>
                      <a:pt x="2966315" y="864827"/>
                    </a:lnTo>
                    <a:lnTo>
                      <a:pt x="2967865" y="874188"/>
                    </a:lnTo>
                    <a:lnTo>
                      <a:pt x="2966346" y="884310"/>
                    </a:lnTo>
                    <a:lnTo>
                      <a:pt x="2962956" y="894611"/>
                    </a:lnTo>
                    <a:lnTo>
                      <a:pt x="2960382" y="907400"/>
                    </a:lnTo>
                    <a:lnTo>
                      <a:pt x="2958202" y="926902"/>
                    </a:lnTo>
                    <a:lnTo>
                      <a:pt x="2954920" y="944449"/>
                    </a:lnTo>
                    <a:lnTo>
                      <a:pt x="2954491" y="939121"/>
                    </a:lnTo>
                    <a:lnTo>
                      <a:pt x="2956543" y="917790"/>
                    </a:lnTo>
                    <a:lnTo>
                      <a:pt x="2953220" y="920019"/>
                    </a:lnTo>
                    <a:lnTo>
                      <a:pt x="2950931" y="924940"/>
                    </a:lnTo>
                    <a:lnTo>
                      <a:pt x="2944740" y="952450"/>
                    </a:lnTo>
                    <a:lnTo>
                      <a:pt x="2936229" y="967113"/>
                    </a:lnTo>
                    <a:lnTo>
                      <a:pt x="2928389" y="977255"/>
                    </a:lnTo>
                    <a:lnTo>
                      <a:pt x="2920302" y="975578"/>
                    </a:lnTo>
                    <a:lnTo>
                      <a:pt x="2922121" y="983637"/>
                    </a:lnTo>
                    <a:lnTo>
                      <a:pt x="2919899" y="987834"/>
                    </a:lnTo>
                    <a:lnTo>
                      <a:pt x="2917997" y="996592"/>
                    </a:lnTo>
                    <a:lnTo>
                      <a:pt x="2913175" y="1002396"/>
                    </a:lnTo>
                    <a:lnTo>
                      <a:pt x="2908643" y="1001837"/>
                    </a:lnTo>
                    <a:lnTo>
                      <a:pt x="2902132" y="1005838"/>
                    </a:lnTo>
                    <a:lnTo>
                      <a:pt x="2899564" y="1008899"/>
                    </a:lnTo>
                    <a:lnTo>
                      <a:pt x="2899372" y="1014760"/>
                    </a:lnTo>
                    <a:lnTo>
                      <a:pt x="2895016" y="1019917"/>
                    </a:lnTo>
                    <a:lnTo>
                      <a:pt x="2879296" y="1046703"/>
                    </a:lnTo>
                    <a:lnTo>
                      <a:pt x="2865648" y="1054609"/>
                    </a:lnTo>
                    <a:lnTo>
                      <a:pt x="2862382" y="1053459"/>
                    </a:lnTo>
                    <a:lnTo>
                      <a:pt x="2865978" y="1040816"/>
                    </a:lnTo>
                    <a:lnTo>
                      <a:pt x="2868443" y="1028032"/>
                    </a:lnTo>
                    <a:lnTo>
                      <a:pt x="2860160" y="1022469"/>
                    </a:lnTo>
                    <a:lnTo>
                      <a:pt x="2852232" y="1019529"/>
                    </a:lnTo>
                    <a:lnTo>
                      <a:pt x="2843137" y="1019917"/>
                    </a:lnTo>
                    <a:lnTo>
                      <a:pt x="2833091" y="1009978"/>
                    </a:lnTo>
                    <a:lnTo>
                      <a:pt x="2820141" y="1002751"/>
                    </a:lnTo>
                    <a:lnTo>
                      <a:pt x="2802064" y="983199"/>
                    </a:lnTo>
                    <a:lnTo>
                      <a:pt x="2802591" y="977775"/>
                    </a:lnTo>
                    <a:lnTo>
                      <a:pt x="2802136" y="968675"/>
                    </a:lnTo>
                    <a:lnTo>
                      <a:pt x="2807630" y="954298"/>
                    </a:lnTo>
                    <a:lnTo>
                      <a:pt x="2812896" y="944245"/>
                    </a:lnTo>
                    <a:lnTo>
                      <a:pt x="2820167" y="939038"/>
                    </a:lnTo>
                    <a:lnTo>
                      <a:pt x="2841266" y="933735"/>
                    </a:lnTo>
                    <a:lnTo>
                      <a:pt x="2846558" y="925759"/>
                    </a:lnTo>
                    <a:lnTo>
                      <a:pt x="2849695" y="919041"/>
                    </a:lnTo>
                    <a:lnTo>
                      <a:pt x="2839241" y="930579"/>
                    </a:lnTo>
                    <a:lnTo>
                      <a:pt x="2823582" y="934491"/>
                    </a:lnTo>
                    <a:lnTo>
                      <a:pt x="2815144" y="938797"/>
                    </a:lnTo>
                    <a:lnTo>
                      <a:pt x="2808395" y="945382"/>
                    </a:lnTo>
                    <a:lnTo>
                      <a:pt x="2804400" y="953650"/>
                    </a:lnTo>
                    <a:lnTo>
                      <a:pt x="2795356" y="963614"/>
                    </a:lnTo>
                    <a:lnTo>
                      <a:pt x="2795992" y="970288"/>
                    </a:lnTo>
                    <a:lnTo>
                      <a:pt x="2797506" y="975032"/>
                    </a:lnTo>
                    <a:lnTo>
                      <a:pt x="2796808" y="984920"/>
                    </a:lnTo>
                    <a:lnTo>
                      <a:pt x="2802529" y="994559"/>
                    </a:lnTo>
                    <a:lnTo>
                      <a:pt x="2813872" y="1010353"/>
                    </a:lnTo>
                    <a:lnTo>
                      <a:pt x="2816038" y="1034884"/>
                    </a:lnTo>
                    <a:lnTo>
                      <a:pt x="2824694" y="1051300"/>
                    </a:lnTo>
                    <a:lnTo>
                      <a:pt x="2837959" y="1070440"/>
                    </a:lnTo>
                    <a:lnTo>
                      <a:pt x="2848160" y="1075883"/>
                    </a:lnTo>
                    <a:lnTo>
                      <a:pt x="2848656" y="1083001"/>
                    </a:lnTo>
                    <a:lnTo>
                      <a:pt x="2843948" y="1094756"/>
                    </a:lnTo>
                    <a:lnTo>
                      <a:pt x="2837742" y="1100128"/>
                    </a:lnTo>
                    <a:lnTo>
                      <a:pt x="2845814" y="1099055"/>
                    </a:lnTo>
                    <a:lnTo>
                      <a:pt x="2849835" y="1101741"/>
                    </a:lnTo>
                    <a:lnTo>
                      <a:pt x="2853746" y="1111546"/>
                    </a:lnTo>
                    <a:lnTo>
                      <a:pt x="2853442" y="1121555"/>
                    </a:lnTo>
                    <a:lnTo>
                      <a:pt x="2852119" y="1127194"/>
                    </a:lnTo>
                    <a:lnTo>
                      <a:pt x="2849674" y="1129442"/>
                    </a:lnTo>
                    <a:lnTo>
                      <a:pt x="2849778" y="1123682"/>
                    </a:lnTo>
                    <a:lnTo>
                      <a:pt x="2848046" y="1121682"/>
                    </a:lnTo>
                    <a:lnTo>
                      <a:pt x="2845189" y="1124177"/>
                    </a:lnTo>
                    <a:lnTo>
                      <a:pt x="2843339" y="1127022"/>
                    </a:lnTo>
                    <a:lnTo>
                      <a:pt x="2842569" y="1138231"/>
                    </a:lnTo>
                    <a:lnTo>
                      <a:pt x="2840610" y="1143832"/>
                    </a:lnTo>
                    <a:lnTo>
                      <a:pt x="2833685" y="1145496"/>
                    </a:lnTo>
                    <a:lnTo>
                      <a:pt x="2826662" y="1160203"/>
                    </a:lnTo>
                    <a:lnTo>
                      <a:pt x="2820130" y="1168547"/>
                    </a:lnTo>
                    <a:lnTo>
                      <a:pt x="2794426" y="1224971"/>
                    </a:lnTo>
                    <a:lnTo>
                      <a:pt x="2795408" y="1234401"/>
                    </a:lnTo>
                    <a:lnTo>
                      <a:pt x="2790705" y="1237436"/>
                    </a:lnTo>
                    <a:lnTo>
                      <a:pt x="2783584" y="1239907"/>
                    </a:lnTo>
                    <a:lnTo>
                      <a:pt x="2776380" y="1245546"/>
                    </a:lnTo>
                    <a:lnTo>
                      <a:pt x="2771600" y="1251763"/>
                    </a:lnTo>
                    <a:lnTo>
                      <a:pt x="2767161" y="1268484"/>
                    </a:lnTo>
                    <a:lnTo>
                      <a:pt x="2758655" y="1287306"/>
                    </a:lnTo>
                    <a:lnTo>
                      <a:pt x="2753348" y="1279463"/>
                    </a:lnTo>
                    <a:lnTo>
                      <a:pt x="2751989" y="1272751"/>
                    </a:lnTo>
                    <a:lnTo>
                      <a:pt x="2754350" y="1255243"/>
                    </a:lnTo>
                    <a:lnTo>
                      <a:pt x="2763549" y="1226539"/>
                    </a:lnTo>
                    <a:lnTo>
                      <a:pt x="2773683" y="1208695"/>
                    </a:lnTo>
                    <a:lnTo>
                      <a:pt x="2781414" y="1200236"/>
                    </a:lnTo>
                    <a:lnTo>
                      <a:pt x="2787770" y="1182995"/>
                    </a:lnTo>
                    <a:lnTo>
                      <a:pt x="2779739" y="1180423"/>
                    </a:lnTo>
                    <a:lnTo>
                      <a:pt x="2767497" y="1180702"/>
                    </a:lnTo>
                    <a:lnTo>
                      <a:pt x="2769802" y="1172745"/>
                    </a:lnTo>
                    <a:lnTo>
                      <a:pt x="2773373" y="1165734"/>
                    </a:lnTo>
                    <a:lnTo>
                      <a:pt x="2766991" y="1158749"/>
                    </a:lnTo>
                    <a:lnTo>
                      <a:pt x="2763213" y="1157860"/>
                    </a:lnTo>
                    <a:lnTo>
                      <a:pt x="2759322" y="1154996"/>
                    </a:lnTo>
                    <a:lnTo>
                      <a:pt x="2763885" y="1149179"/>
                    </a:lnTo>
                    <a:lnTo>
                      <a:pt x="2766112" y="1143032"/>
                    </a:lnTo>
                    <a:lnTo>
                      <a:pt x="2764753" y="1135551"/>
                    </a:lnTo>
                    <a:lnTo>
                      <a:pt x="2766665" y="1129918"/>
                    </a:lnTo>
                    <a:lnTo>
                      <a:pt x="2763477" y="1130769"/>
                    </a:lnTo>
                    <a:lnTo>
                      <a:pt x="2758350" y="1136732"/>
                    </a:lnTo>
                    <a:lnTo>
                      <a:pt x="2755162" y="1139113"/>
                    </a:lnTo>
                    <a:lnTo>
                      <a:pt x="2753219" y="1133836"/>
                    </a:lnTo>
                    <a:lnTo>
                      <a:pt x="2751002" y="1135030"/>
                    </a:lnTo>
                    <a:lnTo>
                      <a:pt x="2749560" y="1138656"/>
                    </a:lnTo>
                    <a:lnTo>
                      <a:pt x="2746289" y="1140650"/>
                    </a:lnTo>
                    <a:lnTo>
                      <a:pt x="2739380" y="1135691"/>
                    </a:lnTo>
                    <a:lnTo>
                      <a:pt x="2729308" y="1130013"/>
                    </a:lnTo>
                    <a:lnTo>
                      <a:pt x="2723701" y="1120246"/>
                    </a:lnTo>
                    <a:lnTo>
                      <a:pt x="2720502" y="1112677"/>
                    </a:lnTo>
                    <a:lnTo>
                      <a:pt x="2723752" y="1098979"/>
                    </a:lnTo>
                    <a:lnTo>
                      <a:pt x="2730713" y="1096547"/>
                    </a:lnTo>
                    <a:lnTo>
                      <a:pt x="2739757" y="1098769"/>
                    </a:lnTo>
                    <a:lnTo>
                      <a:pt x="2751612" y="1098750"/>
                    </a:lnTo>
                    <a:lnTo>
                      <a:pt x="2749917" y="1095708"/>
                    </a:lnTo>
                    <a:lnTo>
                      <a:pt x="2745684" y="1096210"/>
                    </a:lnTo>
                    <a:lnTo>
                      <a:pt x="2733189" y="1085097"/>
                    </a:lnTo>
                    <a:lnTo>
                      <a:pt x="2729168" y="1078385"/>
                    </a:lnTo>
                    <a:lnTo>
                      <a:pt x="2722254" y="1076543"/>
                    </a:lnTo>
                    <a:lnTo>
                      <a:pt x="2719101" y="1082995"/>
                    </a:lnTo>
                    <a:lnTo>
                      <a:pt x="2715603" y="1084710"/>
                    </a:lnTo>
                    <a:lnTo>
                      <a:pt x="2719923" y="1070593"/>
                    </a:lnTo>
                    <a:lnTo>
                      <a:pt x="2725571" y="1070015"/>
                    </a:lnTo>
                    <a:lnTo>
                      <a:pt x="2733912" y="1066103"/>
                    </a:lnTo>
                    <a:lnTo>
                      <a:pt x="2731488" y="1057930"/>
                    </a:lnTo>
                    <a:lnTo>
                      <a:pt x="2726223" y="1054355"/>
                    </a:lnTo>
                    <a:lnTo>
                      <a:pt x="2716714" y="1058838"/>
                    </a:lnTo>
                    <a:lnTo>
                      <a:pt x="2716828" y="1053091"/>
                    </a:lnTo>
                    <a:lnTo>
                      <a:pt x="2718610" y="1045731"/>
                    </a:lnTo>
                    <a:lnTo>
                      <a:pt x="2725778" y="1045756"/>
                    </a:lnTo>
                    <a:lnTo>
                      <a:pt x="2732057" y="1048157"/>
                    </a:lnTo>
                    <a:lnTo>
                      <a:pt x="2737400" y="1036269"/>
                    </a:lnTo>
                    <a:lnTo>
                      <a:pt x="2737638" y="1030960"/>
                    </a:lnTo>
                    <a:lnTo>
                      <a:pt x="2728760" y="1038676"/>
                    </a:lnTo>
                    <a:lnTo>
                      <a:pt x="2726765" y="1022031"/>
                    </a:lnTo>
                    <a:lnTo>
                      <a:pt x="2735504" y="1005977"/>
                    </a:lnTo>
                    <a:lnTo>
                      <a:pt x="2743839" y="998979"/>
                    </a:lnTo>
                    <a:lnTo>
                      <a:pt x="2754252" y="999183"/>
                    </a:lnTo>
                    <a:lnTo>
                      <a:pt x="2764836" y="998052"/>
                    </a:lnTo>
                    <a:lnTo>
                      <a:pt x="2758195" y="995112"/>
                    </a:lnTo>
                    <a:lnTo>
                      <a:pt x="2751379" y="993518"/>
                    </a:lnTo>
                    <a:lnTo>
                      <a:pt x="2756500" y="987174"/>
                    </a:lnTo>
                    <a:lnTo>
                      <a:pt x="2760867" y="986037"/>
                    </a:lnTo>
                    <a:lnTo>
                      <a:pt x="2765156" y="980506"/>
                    </a:lnTo>
                    <a:lnTo>
                      <a:pt x="2754841" y="981325"/>
                    </a:lnTo>
                    <a:lnTo>
                      <a:pt x="2756056" y="970860"/>
                    </a:lnTo>
                    <a:lnTo>
                      <a:pt x="2751043" y="972987"/>
                    </a:lnTo>
                    <a:lnTo>
                      <a:pt x="2745043" y="973971"/>
                    </a:lnTo>
                    <a:lnTo>
                      <a:pt x="2742708" y="978410"/>
                    </a:lnTo>
                    <a:lnTo>
                      <a:pt x="2743168" y="985783"/>
                    </a:lnTo>
                    <a:lnTo>
                      <a:pt x="2741416" y="990622"/>
                    </a:lnTo>
                    <a:lnTo>
                      <a:pt x="2736749" y="994509"/>
                    </a:lnTo>
                    <a:lnTo>
                      <a:pt x="2728868" y="997538"/>
                    </a:lnTo>
                    <a:lnTo>
                      <a:pt x="2728104" y="992286"/>
                    </a:lnTo>
                    <a:lnTo>
                      <a:pt x="2725499" y="989905"/>
                    </a:lnTo>
                    <a:lnTo>
                      <a:pt x="2724528" y="1001151"/>
                    </a:lnTo>
                    <a:lnTo>
                      <a:pt x="2722460" y="1004974"/>
                    </a:lnTo>
                    <a:lnTo>
                      <a:pt x="2716698" y="994420"/>
                    </a:lnTo>
                    <a:lnTo>
                      <a:pt x="2714967" y="996547"/>
                    </a:lnTo>
                    <a:lnTo>
                      <a:pt x="2715189" y="999545"/>
                    </a:lnTo>
                    <a:lnTo>
                      <a:pt x="2713717" y="1004726"/>
                    </a:lnTo>
                    <a:lnTo>
                      <a:pt x="2708776" y="1007425"/>
                    </a:lnTo>
                    <a:lnTo>
                      <a:pt x="2709081" y="1014068"/>
                    </a:lnTo>
                    <a:lnTo>
                      <a:pt x="2707164" y="1017688"/>
                    </a:lnTo>
                    <a:lnTo>
                      <a:pt x="2691340" y="1011921"/>
                    </a:lnTo>
                    <a:lnTo>
                      <a:pt x="2690968" y="1013877"/>
                    </a:lnTo>
                    <a:lnTo>
                      <a:pt x="2699919" y="1026311"/>
                    </a:lnTo>
                    <a:lnTo>
                      <a:pt x="2706456" y="1030560"/>
                    </a:lnTo>
                    <a:lnTo>
                      <a:pt x="2707252" y="1037342"/>
                    </a:lnTo>
                    <a:lnTo>
                      <a:pt x="2701640" y="1042968"/>
                    </a:lnTo>
                    <a:lnTo>
                      <a:pt x="2693898" y="1038110"/>
                    </a:lnTo>
                    <a:lnTo>
                      <a:pt x="2692596" y="1038466"/>
                    </a:lnTo>
                    <a:lnTo>
                      <a:pt x="2696803" y="1046798"/>
                    </a:lnTo>
                    <a:lnTo>
                      <a:pt x="2699454" y="1054075"/>
                    </a:lnTo>
                    <a:lnTo>
                      <a:pt x="2696725" y="1060172"/>
                    </a:lnTo>
                    <a:lnTo>
                      <a:pt x="2697149" y="1067678"/>
                    </a:lnTo>
                    <a:lnTo>
                      <a:pt x="2696560" y="1074485"/>
                    </a:lnTo>
                    <a:lnTo>
                      <a:pt x="2694891" y="1080423"/>
                    </a:lnTo>
                    <a:lnTo>
                      <a:pt x="2698653" y="1107793"/>
                    </a:lnTo>
                    <a:lnTo>
                      <a:pt x="2703185" y="1115236"/>
                    </a:lnTo>
                    <a:lnTo>
                      <a:pt x="2707639" y="1122355"/>
                    </a:lnTo>
                    <a:lnTo>
                      <a:pt x="2710001" y="1129016"/>
                    </a:lnTo>
                    <a:lnTo>
                      <a:pt x="2705273" y="1129988"/>
                    </a:lnTo>
                    <a:lnTo>
                      <a:pt x="2697743" y="1124507"/>
                    </a:lnTo>
                    <a:lnTo>
                      <a:pt x="2691129" y="1120329"/>
                    </a:lnTo>
                    <a:lnTo>
                      <a:pt x="2683248" y="1106968"/>
                    </a:lnTo>
                    <a:lnTo>
                      <a:pt x="2681945" y="1101633"/>
                    </a:lnTo>
                    <a:lnTo>
                      <a:pt x="2680023" y="1097417"/>
                    </a:lnTo>
                    <a:lnTo>
                      <a:pt x="2680953" y="1107101"/>
                    </a:lnTo>
                    <a:lnTo>
                      <a:pt x="2683765" y="1117916"/>
                    </a:lnTo>
                    <a:lnTo>
                      <a:pt x="2708446" y="1142117"/>
                    </a:lnTo>
                    <a:lnTo>
                      <a:pt x="2713003" y="1151401"/>
                    </a:lnTo>
                    <a:lnTo>
                      <a:pt x="2716476" y="1158698"/>
                    </a:lnTo>
                    <a:lnTo>
                      <a:pt x="2715603" y="1165690"/>
                    </a:lnTo>
                    <a:lnTo>
                      <a:pt x="2709169" y="1160743"/>
                    </a:lnTo>
                    <a:lnTo>
                      <a:pt x="2703619" y="1154437"/>
                    </a:lnTo>
                    <a:lnTo>
                      <a:pt x="2688886" y="1147312"/>
                    </a:lnTo>
                    <a:lnTo>
                      <a:pt x="2670308" y="1142809"/>
                    </a:lnTo>
                    <a:lnTo>
                      <a:pt x="2659833" y="1126247"/>
                    </a:lnTo>
                    <a:lnTo>
                      <a:pt x="2659869" y="1133157"/>
                    </a:lnTo>
                    <a:lnTo>
                      <a:pt x="2657543" y="1139018"/>
                    </a:lnTo>
                    <a:lnTo>
                      <a:pt x="2651141" y="1131874"/>
                    </a:lnTo>
                    <a:lnTo>
                      <a:pt x="2647105" y="1125778"/>
                    </a:lnTo>
                    <a:lnTo>
                      <a:pt x="2645751" y="1119097"/>
                    </a:lnTo>
                    <a:lnTo>
                      <a:pt x="2637756" y="1119554"/>
                    </a:lnTo>
                    <a:lnTo>
                      <a:pt x="2629374" y="1125358"/>
                    </a:lnTo>
                    <a:lnTo>
                      <a:pt x="2621266" y="1123980"/>
                    </a:lnTo>
                    <a:lnTo>
                      <a:pt x="2620305" y="1112651"/>
                    </a:lnTo>
                    <a:lnTo>
                      <a:pt x="2622496" y="1106650"/>
                    </a:lnTo>
                    <a:lnTo>
                      <a:pt x="2631596" y="1092457"/>
                    </a:lnTo>
                    <a:lnTo>
                      <a:pt x="2640170" y="1085211"/>
                    </a:lnTo>
                    <a:lnTo>
                      <a:pt x="2643952" y="1075857"/>
                    </a:lnTo>
                    <a:lnTo>
                      <a:pt x="2642660" y="1061353"/>
                    </a:lnTo>
                    <a:lnTo>
                      <a:pt x="2641048" y="1076111"/>
                    </a:lnTo>
                    <a:lnTo>
                      <a:pt x="2636149" y="1083427"/>
                    </a:lnTo>
                    <a:lnTo>
                      <a:pt x="2628449" y="1089015"/>
                    </a:lnTo>
                    <a:lnTo>
                      <a:pt x="2618315" y="1098973"/>
                    </a:lnTo>
                    <a:lnTo>
                      <a:pt x="2615840" y="1108181"/>
                    </a:lnTo>
                    <a:lnTo>
                      <a:pt x="2612677" y="1125422"/>
                    </a:lnTo>
                    <a:lnTo>
                      <a:pt x="2616956" y="1131258"/>
                    </a:lnTo>
                    <a:lnTo>
                      <a:pt x="2621328" y="1132782"/>
                    </a:lnTo>
                    <a:lnTo>
                      <a:pt x="2634242" y="1128870"/>
                    </a:lnTo>
                    <a:lnTo>
                      <a:pt x="2640924" y="1130617"/>
                    </a:lnTo>
                    <a:lnTo>
                      <a:pt x="2655786" y="1151376"/>
                    </a:lnTo>
                    <a:lnTo>
                      <a:pt x="2683460" y="1159587"/>
                    </a:lnTo>
                    <a:lnTo>
                      <a:pt x="2693552" y="1164718"/>
                    </a:lnTo>
                    <a:lnTo>
                      <a:pt x="2701779" y="1175552"/>
                    </a:lnTo>
                    <a:lnTo>
                      <a:pt x="2714146" y="1181788"/>
                    </a:lnTo>
                    <a:lnTo>
                      <a:pt x="2723742" y="1190850"/>
                    </a:lnTo>
                    <a:lnTo>
                      <a:pt x="2724000" y="1196762"/>
                    </a:lnTo>
                    <a:lnTo>
                      <a:pt x="2720678" y="1203754"/>
                    </a:lnTo>
                    <a:lnTo>
                      <a:pt x="2719365" y="1213216"/>
                    </a:lnTo>
                    <a:lnTo>
                      <a:pt x="2715288" y="1219185"/>
                    </a:lnTo>
                    <a:lnTo>
                      <a:pt x="2705500" y="1219871"/>
                    </a:lnTo>
                    <a:lnTo>
                      <a:pt x="2699588" y="1218334"/>
                    </a:lnTo>
                    <a:lnTo>
                      <a:pt x="2667807" y="1185071"/>
                    </a:lnTo>
                    <a:lnTo>
                      <a:pt x="2664013" y="1182010"/>
                    </a:lnTo>
                    <a:lnTo>
                      <a:pt x="2652226" y="1164591"/>
                    </a:lnTo>
                    <a:lnTo>
                      <a:pt x="2638397" y="1155262"/>
                    </a:lnTo>
                    <a:lnTo>
                      <a:pt x="2634118" y="1155459"/>
                    </a:lnTo>
                    <a:lnTo>
                      <a:pt x="2653802" y="1172713"/>
                    </a:lnTo>
                    <a:lnTo>
                      <a:pt x="2661838" y="1184779"/>
                    </a:lnTo>
                    <a:lnTo>
                      <a:pt x="2675992" y="1201696"/>
                    </a:lnTo>
                    <a:lnTo>
                      <a:pt x="2686111" y="1208860"/>
                    </a:lnTo>
                    <a:lnTo>
                      <a:pt x="2693557" y="1220036"/>
                    </a:lnTo>
                    <a:lnTo>
                      <a:pt x="2700477" y="1225275"/>
                    </a:lnTo>
                    <a:lnTo>
                      <a:pt x="2719370" y="1232737"/>
                    </a:lnTo>
                    <a:lnTo>
                      <a:pt x="2712802" y="1238097"/>
                    </a:lnTo>
                    <a:lnTo>
                      <a:pt x="2723287" y="1242663"/>
                    </a:lnTo>
                    <a:lnTo>
                      <a:pt x="2724786" y="1251058"/>
                    </a:lnTo>
                    <a:lnTo>
                      <a:pt x="2723825" y="1260628"/>
                    </a:lnTo>
                    <a:lnTo>
                      <a:pt x="2709272" y="1256843"/>
                    </a:lnTo>
                    <a:lnTo>
                      <a:pt x="2708797" y="1263892"/>
                    </a:lnTo>
                    <a:lnTo>
                      <a:pt x="2710099" y="1268052"/>
                    </a:lnTo>
                    <a:lnTo>
                      <a:pt x="2703671" y="1271487"/>
                    </a:lnTo>
                    <a:lnTo>
                      <a:pt x="2694730" y="1266826"/>
                    </a:lnTo>
                    <a:lnTo>
                      <a:pt x="2671517" y="1241329"/>
                    </a:lnTo>
                    <a:lnTo>
                      <a:pt x="2671713" y="1244739"/>
                    </a:lnTo>
                    <a:lnTo>
                      <a:pt x="2673594" y="1248696"/>
                    </a:lnTo>
                    <a:lnTo>
                      <a:pt x="2687056" y="1265111"/>
                    </a:lnTo>
                    <a:lnTo>
                      <a:pt x="2699071" y="1274955"/>
                    </a:lnTo>
                    <a:lnTo>
                      <a:pt x="2709257" y="1279400"/>
                    </a:lnTo>
                    <a:lnTo>
                      <a:pt x="2717107" y="1287649"/>
                    </a:lnTo>
                    <a:lnTo>
                      <a:pt x="2719877" y="1292640"/>
                    </a:lnTo>
                    <a:lnTo>
                      <a:pt x="2721727" y="1300210"/>
                    </a:lnTo>
                    <a:lnTo>
                      <a:pt x="2715908" y="1305354"/>
                    </a:lnTo>
                    <a:lnTo>
                      <a:pt x="2709283" y="1308193"/>
                    </a:lnTo>
                    <a:lnTo>
                      <a:pt x="2702813" y="1303061"/>
                    </a:lnTo>
                    <a:lnTo>
                      <a:pt x="2698069" y="1297657"/>
                    </a:lnTo>
                    <a:lnTo>
                      <a:pt x="2687966" y="1288481"/>
                    </a:lnTo>
                    <a:lnTo>
                      <a:pt x="2684938" y="1278225"/>
                    </a:lnTo>
                    <a:lnTo>
                      <a:pt x="2677253" y="1278752"/>
                    </a:lnTo>
                    <a:lnTo>
                      <a:pt x="2645136" y="1265747"/>
                    </a:lnTo>
                    <a:lnTo>
                      <a:pt x="2619323" y="1264248"/>
                    </a:lnTo>
                    <a:lnTo>
                      <a:pt x="2621845" y="1266864"/>
                    </a:lnTo>
                    <a:lnTo>
                      <a:pt x="2625111" y="1268604"/>
                    </a:lnTo>
                    <a:lnTo>
                      <a:pt x="2645668" y="1271811"/>
                    </a:lnTo>
                    <a:lnTo>
                      <a:pt x="2653792" y="1277800"/>
                    </a:lnTo>
                    <a:lnTo>
                      <a:pt x="2670700" y="1283115"/>
                    </a:lnTo>
                    <a:lnTo>
                      <a:pt x="2680602" y="1284569"/>
                    </a:lnTo>
                    <a:lnTo>
                      <a:pt x="2684617" y="1300896"/>
                    </a:lnTo>
                    <a:lnTo>
                      <a:pt x="2698301" y="1312130"/>
                    </a:lnTo>
                    <a:lnTo>
                      <a:pt x="2700079" y="1320455"/>
                    </a:lnTo>
                    <a:lnTo>
                      <a:pt x="2709422" y="1321389"/>
                    </a:lnTo>
                    <a:lnTo>
                      <a:pt x="2725861" y="1313222"/>
                    </a:lnTo>
                    <a:lnTo>
                      <a:pt x="2736470" y="1316086"/>
                    </a:lnTo>
                    <a:lnTo>
                      <a:pt x="2751772" y="1318423"/>
                    </a:lnTo>
                    <a:lnTo>
                      <a:pt x="2755270" y="1325015"/>
                    </a:lnTo>
                    <a:lnTo>
                      <a:pt x="2757896" y="1337557"/>
                    </a:lnTo>
                    <a:lnTo>
                      <a:pt x="2763306" y="1351667"/>
                    </a:lnTo>
                    <a:lnTo>
                      <a:pt x="2777337" y="1407303"/>
                    </a:lnTo>
                    <a:lnTo>
                      <a:pt x="2798416" y="1452810"/>
                    </a:lnTo>
                    <a:lnTo>
                      <a:pt x="2801010" y="1460646"/>
                    </a:lnTo>
                    <a:lnTo>
                      <a:pt x="2796111" y="1453769"/>
                    </a:lnTo>
                    <a:lnTo>
                      <a:pt x="2780473" y="1423630"/>
                    </a:lnTo>
                    <a:lnTo>
                      <a:pt x="2771843" y="1401867"/>
                    </a:lnTo>
                    <a:lnTo>
                      <a:pt x="2762975" y="1363441"/>
                    </a:lnTo>
                    <a:lnTo>
                      <a:pt x="2760402" y="1354836"/>
                    </a:lnTo>
                    <a:lnTo>
                      <a:pt x="2757374" y="1351401"/>
                    </a:lnTo>
                    <a:lnTo>
                      <a:pt x="2755379" y="1354195"/>
                    </a:lnTo>
                    <a:lnTo>
                      <a:pt x="2754521" y="1359091"/>
                    </a:lnTo>
                    <a:lnTo>
                      <a:pt x="2755968" y="1362850"/>
                    </a:lnTo>
                    <a:lnTo>
                      <a:pt x="2752475" y="1375500"/>
                    </a:lnTo>
                    <a:lnTo>
                      <a:pt x="2753989" y="1381305"/>
                    </a:lnTo>
                    <a:lnTo>
                      <a:pt x="2759663" y="1387306"/>
                    </a:lnTo>
                    <a:lnTo>
                      <a:pt x="2765828" y="1402280"/>
                    </a:lnTo>
                    <a:lnTo>
                      <a:pt x="2770753" y="1422442"/>
                    </a:lnTo>
                    <a:lnTo>
                      <a:pt x="2764092" y="1414269"/>
                    </a:lnTo>
                    <a:lnTo>
                      <a:pt x="2756981" y="1409938"/>
                    </a:lnTo>
                    <a:lnTo>
                      <a:pt x="2745917" y="1406617"/>
                    </a:lnTo>
                    <a:lnTo>
                      <a:pt x="2736062" y="1400794"/>
                    </a:lnTo>
                    <a:lnTo>
                      <a:pt x="2736780" y="1409145"/>
                    </a:lnTo>
                    <a:lnTo>
                      <a:pt x="2735835" y="1418162"/>
                    </a:lnTo>
                    <a:lnTo>
                      <a:pt x="2728238" y="1415412"/>
                    </a:lnTo>
                    <a:lnTo>
                      <a:pt x="2723070" y="1412421"/>
                    </a:lnTo>
                    <a:lnTo>
                      <a:pt x="2727644" y="1422030"/>
                    </a:lnTo>
                    <a:lnTo>
                      <a:pt x="2717716" y="1419147"/>
                    </a:lnTo>
                    <a:lnTo>
                      <a:pt x="2711102" y="1419750"/>
                    </a:lnTo>
                    <a:lnTo>
                      <a:pt x="2706802" y="1428278"/>
                    </a:lnTo>
                    <a:lnTo>
                      <a:pt x="2701035" y="1433454"/>
                    </a:lnTo>
                    <a:lnTo>
                      <a:pt x="2692508" y="1435124"/>
                    </a:lnTo>
                    <a:lnTo>
                      <a:pt x="2679858" y="1427326"/>
                    </a:lnTo>
                    <a:lnTo>
                      <a:pt x="2675760" y="1417857"/>
                    </a:lnTo>
                    <a:lnTo>
                      <a:pt x="2674065" y="1407316"/>
                    </a:lnTo>
                    <a:lnTo>
                      <a:pt x="2673388" y="1419782"/>
                    </a:lnTo>
                    <a:lnTo>
                      <a:pt x="2675641" y="1432762"/>
                    </a:lnTo>
                    <a:lnTo>
                      <a:pt x="2674850" y="1442630"/>
                    </a:lnTo>
                    <a:lnTo>
                      <a:pt x="2687031" y="1444446"/>
                    </a:lnTo>
                    <a:lnTo>
                      <a:pt x="2698420" y="1442833"/>
                    </a:lnTo>
                    <a:lnTo>
                      <a:pt x="2713789" y="1443246"/>
                    </a:lnTo>
                    <a:lnTo>
                      <a:pt x="2723814" y="1441398"/>
                    </a:lnTo>
                    <a:lnTo>
                      <a:pt x="2729850" y="1438261"/>
                    </a:lnTo>
                    <a:lnTo>
                      <a:pt x="2744325" y="1440979"/>
                    </a:lnTo>
                    <a:lnTo>
                      <a:pt x="2745353" y="1452899"/>
                    </a:lnTo>
                    <a:lnTo>
                      <a:pt x="2743700" y="1464749"/>
                    </a:lnTo>
                    <a:lnTo>
                      <a:pt x="2742863" y="1477367"/>
                    </a:lnTo>
                    <a:lnTo>
                      <a:pt x="2746873" y="1477284"/>
                    </a:lnTo>
                    <a:lnTo>
                      <a:pt x="2751586" y="1473252"/>
                    </a:lnTo>
                    <a:lnTo>
                      <a:pt x="2753942" y="1450651"/>
                    </a:lnTo>
                    <a:lnTo>
                      <a:pt x="2767172" y="1442300"/>
                    </a:lnTo>
                    <a:lnTo>
                      <a:pt x="2771605" y="1442872"/>
                    </a:lnTo>
                    <a:lnTo>
                      <a:pt x="2775817" y="1450136"/>
                    </a:lnTo>
                    <a:lnTo>
                      <a:pt x="2777233" y="1457503"/>
                    </a:lnTo>
                    <a:lnTo>
                      <a:pt x="2778727" y="1467619"/>
                    </a:lnTo>
                    <a:lnTo>
                      <a:pt x="2775636" y="1483031"/>
                    </a:lnTo>
                    <a:lnTo>
                      <a:pt x="2755312" y="1501054"/>
                    </a:lnTo>
                    <a:lnTo>
                      <a:pt x="2740754" y="1517717"/>
                    </a:lnTo>
                    <a:lnTo>
                      <a:pt x="2733313" y="1521115"/>
                    </a:lnTo>
                    <a:lnTo>
                      <a:pt x="2722579" y="1519178"/>
                    </a:lnTo>
                    <a:lnTo>
                      <a:pt x="2710409" y="1514987"/>
                    </a:lnTo>
                    <a:lnTo>
                      <a:pt x="2704441" y="1514142"/>
                    </a:lnTo>
                    <a:lnTo>
                      <a:pt x="2699903" y="1515539"/>
                    </a:lnTo>
                    <a:lnTo>
                      <a:pt x="2697139" y="1510408"/>
                    </a:lnTo>
                    <a:lnTo>
                      <a:pt x="2695356" y="1501047"/>
                    </a:lnTo>
                    <a:lnTo>
                      <a:pt x="2690622" y="1497942"/>
                    </a:lnTo>
                    <a:lnTo>
                      <a:pt x="2687041" y="1498285"/>
                    </a:lnTo>
                    <a:lnTo>
                      <a:pt x="2684597" y="1508230"/>
                    </a:lnTo>
                    <a:lnTo>
                      <a:pt x="2673243" y="1511056"/>
                    </a:lnTo>
                    <a:lnTo>
                      <a:pt x="2657807" y="1506947"/>
                    </a:lnTo>
                    <a:lnTo>
                      <a:pt x="2641642" y="1498584"/>
                    </a:lnTo>
                    <a:lnTo>
                      <a:pt x="2648577" y="1507557"/>
                    </a:lnTo>
                    <a:lnTo>
                      <a:pt x="2688689" y="1524296"/>
                    </a:lnTo>
                    <a:lnTo>
                      <a:pt x="2693206" y="1527427"/>
                    </a:lnTo>
                    <a:lnTo>
                      <a:pt x="2697423" y="1532006"/>
                    </a:lnTo>
                    <a:lnTo>
                      <a:pt x="2691811" y="1539188"/>
                    </a:lnTo>
                    <a:lnTo>
                      <a:pt x="2687413" y="1547278"/>
                    </a:lnTo>
                    <a:lnTo>
                      <a:pt x="2686793" y="1553629"/>
                    </a:lnTo>
                    <a:lnTo>
                      <a:pt x="2685242" y="1557636"/>
                    </a:lnTo>
                    <a:lnTo>
                      <a:pt x="2669248" y="1568431"/>
                    </a:lnTo>
                    <a:lnTo>
                      <a:pt x="2660582" y="1566526"/>
                    </a:lnTo>
                    <a:lnTo>
                      <a:pt x="2638438" y="1547062"/>
                    </a:lnTo>
                    <a:lnTo>
                      <a:pt x="2648526" y="1563897"/>
                    </a:lnTo>
                    <a:lnTo>
                      <a:pt x="2656603" y="1571041"/>
                    </a:lnTo>
                    <a:lnTo>
                      <a:pt x="2672866" y="1574852"/>
                    </a:lnTo>
                    <a:lnTo>
                      <a:pt x="2703371" y="1568558"/>
                    </a:lnTo>
                    <a:lnTo>
                      <a:pt x="2713376" y="1575430"/>
                    </a:lnTo>
                    <a:lnTo>
                      <a:pt x="2705164" y="1587603"/>
                    </a:lnTo>
                    <a:lnTo>
                      <a:pt x="2697004" y="1596145"/>
                    </a:lnTo>
                    <a:lnTo>
                      <a:pt x="2686302" y="1597097"/>
                    </a:lnTo>
                    <a:lnTo>
                      <a:pt x="2676876" y="1599409"/>
                    </a:lnTo>
                    <a:lnTo>
                      <a:pt x="2674111" y="1605283"/>
                    </a:lnTo>
                    <a:lnTo>
                      <a:pt x="2667393" y="1605651"/>
                    </a:lnTo>
                    <a:lnTo>
                      <a:pt x="2656892" y="1606000"/>
                    </a:lnTo>
                    <a:lnTo>
                      <a:pt x="2640635" y="1606534"/>
                    </a:lnTo>
                    <a:lnTo>
                      <a:pt x="2631705" y="1605162"/>
                    </a:lnTo>
                    <a:lnTo>
                      <a:pt x="2619230" y="1617164"/>
                    </a:lnTo>
                    <a:lnTo>
                      <a:pt x="2614522" y="1618815"/>
                    </a:lnTo>
                    <a:lnTo>
                      <a:pt x="2607944" y="1616561"/>
                    </a:lnTo>
                    <a:lnTo>
                      <a:pt x="2605184" y="1606921"/>
                    </a:lnTo>
                    <a:lnTo>
                      <a:pt x="2602244" y="1602184"/>
                    </a:lnTo>
                    <a:lnTo>
                      <a:pt x="2602171" y="1620219"/>
                    </a:lnTo>
                    <a:lnTo>
                      <a:pt x="2603324" y="1625077"/>
                    </a:lnTo>
                    <a:lnTo>
                      <a:pt x="2605680" y="1628741"/>
                    </a:lnTo>
                    <a:lnTo>
                      <a:pt x="2591087" y="1638527"/>
                    </a:lnTo>
                    <a:lnTo>
                      <a:pt x="2577118" y="1650733"/>
                    </a:lnTo>
                    <a:lnTo>
                      <a:pt x="2572111" y="1654054"/>
                    </a:lnTo>
                    <a:lnTo>
                      <a:pt x="2566421" y="1660169"/>
                    </a:lnTo>
                    <a:lnTo>
                      <a:pt x="2554768" y="1677830"/>
                    </a:lnTo>
                    <a:lnTo>
                      <a:pt x="2551889" y="1690708"/>
                    </a:lnTo>
                    <a:lnTo>
                      <a:pt x="2547678" y="1705066"/>
                    </a:lnTo>
                    <a:lnTo>
                      <a:pt x="2547145" y="1698602"/>
                    </a:lnTo>
                    <a:lnTo>
                      <a:pt x="2547869" y="1687717"/>
                    </a:lnTo>
                    <a:lnTo>
                      <a:pt x="2544985" y="1675251"/>
                    </a:lnTo>
                    <a:lnTo>
                      <a:pt x="2543156" y="1698087"/>
                    </a:lnTo>
                    <a:lnTo>
                      <a:pt x="2538629" y="1708699"/>
                    </a:lnTo>
                    <a:lnTo>
                      <a:pt x="2497086" y="1707950"/>
                    </a:lnTo>
                    <a:lnTo>
                      <a:pt x="2478900" y="1713716"/>
                    </a:lnTo>
                    <a:lnTo>
                      <a:pt x="2450984" y="1733116"/>
                    </a:lnTo>
                    <a:lnTo>
                      <a:pt x="2442638" y="1741619"/>
                    </a:lnTo>
                    <a:lnTo>
                      <a:pt x="2419580" y="1774495"/>
                    </a:lnTo>
                    <a:lnTo>
                      <a:pt x="2413694" y="1795534"/>
                    </a:lnTo>
                    <a:lnTo>
                      <a:pt x="2408976" y="1786688"/>
                    </a:lnTo>
                    <a:lnTo>
                      <a:pt x="2410144" y="1780052"/>
                    </a:lnTo>
                    <a:lnTo>
                      <a:pt x="2410237" y="1774629"/>
                    </a:lnTo>
                    <a:lnTo>
                      <a:pt x="2404428" y="1786263"/>
                    </a:lnTo>
                    <a:lnTo>
                      <a:pt x="2409942" y="1803205"/>
                    </a:lnTo>
                    <a:lnTo>
                      <a:pt x="2404992" y="1809676"/>
                    </a:lnTo>
                    <a:lnTo>
                      <a:pt x="2389762" y="1821755"/>
                    </a:lnTo>
                    <a:lnTo>
                      <a:pt x="2381427" y="1823736"/>
                    </a:lnTo>
                    <a:lnTo>
                      <a:pt x="2372068" y="1827172"/>
                    </a:lnTo>
                    <a:lnTo>
                      <a:pt x="2369122" y="1839085"/>
                    </a:lnTo>
                    <a:lnTo>
                      <a:pt x="2356415" y="1850071"/>
                    </a:lnTo>
                    <a:lnTo>
                      <a:pt x="2349010" y="1854936"/>
                    </a:lnTo>
                    <a:lnTo>
                      <a:pt x="2335449" y="1851989"/>
                    </a:lnTo>
                    <a:lnTo>
                      <a:pt x="2339625" y="1862569"/>
                    </a:lnTo>
                    <a:lnTo>
                      <a:pt x="2334643" y="1870577"/>
                    </a:lnTo>
                    <a:lnTo>
                      <a:pt x="2326065" y="1876718"/>
                    </a:lnTo>
                    <a:lnTo>
                      <a:pt x="2315399" y="1880725"/>
                    </a:lnTo>
                    <a:lnTo>
                      <a:pt x="2309285" y="1880236"/>
                    </a:lnTo>
                    <a:lnTo>
                      <a:pt x="2304061" y="1882363"/>
                    </a:lnTo>
                    <a:lnTo>
                      <a:pt x="2299968" y="1887456"/>
                    </a:lnTo>
                    <a:lnTo>
                      <a:pt x="2289968" y="1892219"/>
                    </a:lnTo>
                    <a:lnTo>
                      <a:pt x="2279581" y="1889539"/>
                    </a:lnTo>
                    <a:lnTo>
                      <a:pt x="2267809" y="1887932"/>
                    </a:lnTo>
                    <a:lnTo>
                      <a:pt x="2261251" y="1890790"/>
                    </a:lnTo>
                    <a:lnTo>
                      <a:pt x="2272274" y="1895515"/>
                    </a:lnTo>
                    <a:lnTo>
                      <a:pt x="2278176" y="1902360"/>
                    </a:lnTo>
                    <a:lnTo>
                      <a:pt x="2276961" y="1911588"/>
                    </a:lnTo>
                    <a:lnTo>
                      <a:pt x="2274010" y="1915150"/>
                    </a:lnTo>
                    <a:lnTo>
                      <a:pt x="2267055" y="1919976"/>
                    </a:lnTo>
                    <a:lnTo>
                      <a:pt x="2264001" y="1919259"/>
                    </a:lnTo>
                    <a:lnTo>
                      <a:pt x="2262135" y="1914909"/>
                    </a:lnTo>
                    <a:lnTo>
                      <a:pt x="2259872" y="1905847"/>
                    </a:lnTo>
                    <a:lnTo>
                      <a:pt x="2256637" y="1907777"/>
                    </a:lnTo>
                    <a:lnTo>
                      <a:pt x="2256078" y="1912000"/>
                    </a:lnTo>
                    <a:lnTo>
                      <a:pt x="2253298" y="1913505"/>
                    </a:lnTo>
                    <a:lnTo>
                      <a:pt x="2243433" y="1899071"/>
                    </a:lnTo>
                    <a:lnTo>
                      <a:pt x="2243924" y="1910082"/>
                    </a:lnTo>
                    <a:lnTo>
                      <a:pt x="2247371" y="1918541"/>
                    </a:lnTo>
                    <a:lnTo>
                      <a:pt x="2250704" y="1922834"/>
                    </a:lnTo>
                    <a:lnTo>
                      <a:pt x="2254068" y="1925361"/>
                    </a:lnTo>
                    <a:lnTo>
                      <a:pt x="2254895" y="1929286"/>
                    </a:lnTo>
                    <a:lnTo>
                      <a:pt x="2248146" y="1938850"/>
                    </a:lnTo>
                    <a:lnTo>
                      <a:pt x="2244673" y="1940977"/>
                    </a:lnTo>
                    <a:lnTo>
                      <a:pt x="2238493" y="1942527"/>
                    </a:lnTo>
                    <a:lnTo>
                      <a:pt x="2235015" y="1948420"/>
                    </a:lnTo>
                    <a:lnTo>
                      <a:pt x="2236043" y="1953494"/>
                    </a:lnTo>
                    <a:lnTo>
                      <a:pt x="2230638" y="1964505"/>
                    </a:lnTo>
                    <a:lnTo>
                      <a:pt x="2217713" y="1971383"/>
                    </a:lnTo>
                    <a:lnTo>
                      <a:pt x="2213765" y="1971116"/>
                    </a:lnTo>
                    <a:lnTo>
                      <a:pt x="2210546" y="1973129"/>
                    </a:lnTo>
                    <a:lnTo>
                      <a:pt x="2212427" y="1978032"/>
                    </a:lnTo>
                    <a:lnTo>
                      <a:pt x="2215651" y="1981601"/>
                    </a:lnTo>
                    <a:lnTo>
                      <a:pt x="2215538" y="1984915"/>
                    </a:lnTo>
                    <a:lnTo>
                      <a:pt x="2212122" y="1989418"/>
                    </a:lnTo>
                    <a:lnTo>
                      <a:pt x="2205378" y="1990675"/>
                    </a:lnTo>
                    <a:lnTo>
                      <a:pt x="2201590" y="1995813"/>
                    </a:lnTo>
                    <a:lnTo>
                      <a:pt x="2202789" y="2000658"/>
                    </a:lnTo>
                    <a:lnTo>
                      <a:pt x="2205016" y="2003363"/>
                    </a:lnTo>
                    <a:lnTo>
                      <a:pt x="2204551" y="2008025"/>
                    </a:lnTo>
                    <a:lnTo>
                      <a:pt x="2196882" y="2012705"/>
                    </a:lnTo>
                    <a:lnTo>
                      <a:pt x="2195084" y="2017309"/>
                    </a:lnTo>
                    <a:lnTo>
                      <a:pt x="2198892" y="2018668"/>
                    </a:lnTo>
                    <a:lnTo>
                      <a:pt x="2201822" y="2017309"/>
                    </a:lnTo>
                    <a:lnTo>
                      <a:pt x="2203967" y="2018299"/>
                    </a:lnTo>
                    <a:lnTo>
                      <a:pt x="2199368" y="2025996"/>
                    </a:lnTo>
                    <a:lnTo>
                      <a:pt x="2195239" y="2030689"/>
                    </a:lnTo>
                    <a:lnTo>
                      <a:pt x="2191316" y="2039122"/>
                    </a:lnTo>
                    <a:lnTo>
                      <a:pt x="2182216" y="2041453"/>
                    </a:lnTo>
                    <a:lnTo>
                      <a:pt x="2182557" y="2044177"/>
                    </a:lnTo>
                    <a:lnTo>
                      <a:pt x="2187699" y="2046590"/>
                    </a:lnTo>
                    <a:lnTo>
                      <a:pt x="2192004" y="2053074"/>
                    </a:lnTo>
                    <a:lnTo>
                      <a:pt x="2183916" y="2065045"/>
                    </a:lnTo>
                    <a:lnTo>
                      <a:pt x="2178867" y="2064060"/>
                    </a:lnTo>
                    <a:lnTo>
                      <a:pt x="2175782" y="2061425"/>
                    </a:lnTo>
                    <a:lnTo>
                      <a:pt x="2173813" y="2070874"/>
                    </a:lnTo>
                    <a:lnTo>
                      <a:pt x="2174568" y="2075917"/>
                    </a:lnTo>
                    <a:lnTo>
                      <a:pt x="2172645" y="2086223"/>
                    </a:lnTo>
                    <a:lnTo>
                      <a:pt x="2169555" y="2098613"/>
                    </a:lnTo>
                    <a:lnTo>
                      <a:pt x="2167457" y="2103699"/>
                    </a:lnTo>
                    <a:lnTo>
                      <a:pt x="2167902" y="2113174"/>
                    </a:lnTo>
                    <a:lnTo>
                      <a:pt x="2169199" y="2122325"/>
                    </a:lnTo>
                    <a:lnTo>
                      <a:pt x="2174149" y="2134118"/>
                    </a:lnTo>
                    <a:lnTo>
                      <a:pt x="2181710" y="2182343"/>
                    </a:lnTo>
                    <a:lnTo>
                      <a:pt x="2186857" y="2199089"/>
                    </a:lnTo>
                    <a:lnTo>
                      <a:pt x="2196128" y="2244272"/>
                    </a:lnTo>
                    <a:lnTo>
                      <a:pt x="2211471" y="2288077"/>
                    </a:lnTo>
                    <a:lnTo>
                      <a:pt x="2233118" y="2341026"/>
                    </a:lnTo>
                    <a:lnTo>
                      <a:pt x="2268646" y="2405203"/>
                    </a:lnTo>
                    <a:lnTo>
                      <a:pt x="2272899" y="2414348"/>
                    </a:lnTo>
                    <a:lnTo>
                      <a:pt x="2268274" y="2422102"/>
                    </a:lnTo>
                    <a:lnTo>
                      <a:pt x="2266863" y="2430135"/>
                    </a:lnTo>
                    <a:lnTo>
                      <a:pt x="2266460" y="2442245"/>
                    </a:lnTo>
                    <a:lnTo>
                      <a:pt x="2267742" y="2454044"/>
                    </a:lnTo>
                    <a:lnTo>
                      <a:pt x="2271943" y="2468453"/>
                    </a:lnTo>
                    <a:lnTo>
                      <a:pt x="2280015" y="2490483"/>
                    </a:lnTo>
                    <a:lnTo>
                      <a:pt x="2275499" y="2486088"/>
                    </a:lnTo>
                    <a:lnTo>
                      <a:pt x="2263809" y="2454470"/>
                    </a:lnTo>
                    <a:lnTo>
                      <a:pt x="2262450" y="2435901"/>
                    </a:lnTo>
                    <a:lnTo>
                      <a:pt x="2264135" y="2409560"/>
                    </a:lnTo>
                    <a:lnTo>
                      <a:pt x="2261391" y="2410195"/>
                    </a:lnTo>
                    <a:lnTo>
                      <a:pt x="2259164" y="2418755"/>
                    </a:lnTo>
                    <a:lnTo>
                      <a:pt x="2257939" y="2428808"/>
                    </a:lnTo>
                    <a:lnTo>
                      <a:pt x="2254973" y="2432700"/>
                    </a:lnTo>
                    <a:lnTo>
                      <a:pt x="2250926" y="2417364"/>
                    </a:lnTo>
                    <a:lnTo>
                      <a:pt x="2251210" y="2410430"/>
                    </a:lnTo>
                    <a:lnTo>
                      <a:pt x="2255505" y="2402327"/>
                    </a:lnTo>
                    <a:lnTo>
                      <a:pt x="2254259" y="2399412"/>
                    </a:lnTo>
                    <a:lnTo>
                      <a:pt x="2247309" y="2395265"/>
                    </a:lnTo>
                    <a:lnTo>
                      <a:pt x="2245831" y="2388743"/>
                    </a:lnTo>
                    <a:lnTo>
                      <a:pt x="2246771" y="2382304"/>
                    </a:lnTo>
                    <a:lnTo>
                      <a:pt x="2242782" y="2378862"/>
                    </a:lnTo>
                    <a:lnTo>
                      <a:pt x="2239661" y="2379027"/>
                    </a:lnTo>
                    <a:lnTo>
                      <a:pt x="2241753" y="2394903"/>
                    </a:lnTo>
                    <a:lnTo>
                      <a:pt x="2245056" y="2404651"/>
                    </a:lnTo>
                    <a:lnTo>
                      <a:pt x="2249138" y="2428014"/>
                    </a:lnTo>
                    <a:lnTo>
                      <a:pt x="2255727" y="2442169"/>
                    </a:lnTo>
                    <a:lnTo>
                      <a:pt x="2259567" y="2454038"/>
                    </a:lnTo>
                    <a:lnTo>
                      <a:pt x="2304438" y="2580696"/>
                    </a:lnTo>
                    <a:lnTo>
                      <a:pt x="2315058" y="2596826"/>
                    </a:lnTo>
                    <a:lnTo>
                      <a:pt x="2318985" y="2608409"/>
                    </a:lnTo>
                    <a:lnTo>
                      <a:pt x="2323073" y="2632630"/>
                    </a:lnTo>
                    <a:lnTo>
                      <a:pt x="2323998" y="2663728"/>
                    </a:lnTo>
                    <a:lnTo>
                      <a:pt x="2316665" y="2720564"/>
                    </a:lnTo>
                    <a:lnTo>
                      <a:pt x="2314996" y="2759333"/>
                    </a:lnTo>
                    <a:lnTo>
                      <a:pt x="2313947" y="2758145"/>
                    </a:lnTo>
                    <a:lnTo>
                      <a:pt x="2313244" y="2754062"/>
                    </a:lnTo>
                    <a:lnTo>
                      <a:pt x="2311549" y="2753503"/>
                    </a:lnTo>
                    <a:lnTo>
                      <a:pt x="2305182" y="2771265"/>
                    </a:lnTo>
                    <a:lnTo>
                      <a:pt x="2296531" y="2787287"/>
                    </a:lnTo>
                    <a:lnTo>
                      <a:pt x="2293684" y="2812187"/>
                    </a:lnTo>
                    <a:lnTo>
                      <a:pt x="2289534" y="2824653"/>
                    </a:lnTo>
                    <a:lnTo>
                      <a:pt x="2277075" y="2837843"/>
                    </a:lnTo>
                    <a:lnTo>
                      <a:pt x="2269354" y="2837506"/>
                    </a:lnTo>
                    <a:lnTo>
                      <a:pt x="2250420" y="2847400"/>
                    </a:lnTo>
                    <a:lnTo>
                      <a:pt x="2237118" y="2844822"/>
                    </a:lnTo>
                    <a:lnTo>
                      <a:pt x="2221269" y="2850404"/>
                    </a:lnTo>
                    <a:lnTo>
                      <a:pt x="2210840" y="2849781"/>
                    </a:lnTo>
                    <a:lnTo>
                      <a:pt x="2204820" y="2838014"/>
                    </a:lnTo>
                    <a:lnTo>
                      <a:pt x="2205740" y="2832750"/>
                    </a:lnTo>
                    <a:lnTo>
                      <a:pt x="2208137" y="2827460"/>
                    </a:lnTo>
                    <a:lnTo>
                      <a:pt x="2212199" y="2826228"/>
                    </a:lnTo>
                    <a:lnTo>
                      <a:pt x="2226199" y="2838560"/>
                    </a:lnTo>
                    <a:lnTo>
                      <a:pt x="2228839" y="2833372"/>
                    </a:lnTo>
                    <a:lnTo>
                      <a:pt x="2224612" y="2827199"/>
                    </a:lnTo>
                    <a:lnTo>
                      <a:pt x="2216519" y="2823757"/>
                    </a:lnTo>
                    <a:lnTo>
                      <a:pt x="2210540" y="2819973"/>
                    </a:lnTo>
                    <a:lnTo>
                      <a:pt x="2198494" y="2791859"/>
                    </a:lnTo>
                    <a:lnTo>
                      <a:pt x="2186014" y="2772554"/>
                    </a:lnTo>
                    <a:lnTo>
                      <a:pt x="2183911" y="2759650"/>
                    </a:lnTo>
                    <a:lnTo>
                      <a:pt x="2162393" y="2751782"/>
                    </a:lnTo>
                    <a:lnTo>
                      <a:pt x="2146812" y="2739869"/>
                    </a:lnTo>
                    <a:lnTo>
                      <a:pt x="2136652" y="2718678"/>
                    </a:lnTo>
                    <a:lnTo>
                      <a:pt x="2130823" y="2681102"/>
                    </a:lnTo>
                    <a:lnTo>
                      <a:pt x="2123950" y="2676879"/>
                    </a:lnTo>
                    <a:lnTo>
                      <a:pt x="2121046" y="2673958"/>
                    </a:lnTo>
                    <a:lnTo>
                      <a:pt x="2127759" y="2660013"/>
                    </a:lnTo>
                    <a:lnTo>
                      <a:pt x="2134833" y="2648322"/>
                    </a:lnTo>
                    <a:lnTo>
                      <a:pt x="2129237" y="2651230"/>
                    </a:lnTo>
                    <a:lnTo>
                      <a:pt x="2125108" y="2655555"/>
                    </a:lnTo>
                    <a:lnTo>
                      <a:pt x="2119857" y="2665880"/>
                    </a:lnTo>
                    <a:lnTo>
                      <a:pt x="2116023" y="2667468"/>
                    </a:lnTo>
                    <a:lnTo>
                      <a:pt x="2112509" y="2665880"/>
                    </a:lnTo>
                    <a:lnTo>
                      <a:pt x="2108457" y="2646074"/>
                    </a:lnTo>
                    <a:lnTo>
                      <a:pt x="2109615" y="2621726"/>
                    </a:lnTo>
                    <a:lnTo>
                      <a:pt x="2115294" y="2612620"/>
                    </a:lnTo>
                    <a:lnTo>
                      <a:pt x="2106571" y="2612378"/>
                    </a:lnTo>
                    <a:lnTo>
                      <a:pt x="2097533" y="2615846"/>
                    </a:lnTo>
                    <a:lnTo>
                      <a:pt x="2098856" y="2623962"/>
                    </a:lnTo>
                    <a:lnTo>
                      <a:pt x="2097579" y="2628420"/>
                    </a:lnTo>
                    <a:lnTo>
                      <a:pt x="2090995" y="2627276"/>
                    </a:lnTo>
                    <a:lnTo>
                      <a:pt x="2086003" y="2624425"/>
                    </a:lnTo>
                    <a:lnTo>
                      <a:pt x="2079229" y="2615979"/>
                    </a:lnTo>
                    <a:lnTo>
                      <a:pt x="2069989" y="2599862"/>
                    </a:lnTo>
                    <a:lnTo>
                      <a:pt x="2051033" y="2555460"/>
                    </a:lnTo>
                    <a:lnTo>
                      <a:pt x="2047338" y="2549198"/>
                    </a:lnTo>
                    <a:lnTo>
                      <a:pt x="2041070" y="2542645"/>
                    </a:lnTo>
                    <a:lnTo>
                      <a:pt x="2044021" y="2540606"/>
                    </a:lnTo>
                    <a:lnTo>
                      <a:pt x="2049406" y="2539400"/>
                    </a:lnTo>
                    <a:lnTo>
                      <a:pt x="2061576" y="2519409"/>
                    </a:lnTo>
                    <a:lnTo>
                      <a:pt x="2071136" y="2507330"/>
                    </a:lnTo>
                    <a:lnTo>
                      <a:pt x="2074309" y="2498973"/>
                    </a:lnTo>
                    <a:lnTo>
                      <a:pt x="2073756" y="2495398"/>
                    </a:lnTo>
                    <a:lnTo>
                      <a:pt x="2069529" y="2490203"/>
                    </a:lnTo>
                    <a:lnTo>
                      <a:pt x="2063979" y="2494744"/>
                    </a:lnTo>
                    <a:lnTo>
                      <a:pt x="2061601" y="2493448"/>
                    </a:lnTo>
                    <a:lnTo>
                      <a:pt x="2055359" y="2482970"/>
                    </a:lnTo>
                    <a:lnTo>
                      <a:pt x="2049395" y="2480011"/>
                    </a:lnTo>
                    <a:lnTo>
                      <a:pt x="2045240" y="2482278"/>
                    </a:lnTo>
                    <a:lnTo>
                      <a:pt x="2049623" y="2490864"/>
                    </a:lnTo>
                    <a:lnTo>
                      <a:pt x="2053560" y="2494052"/>
                    </a:lnTo>
                    <a:lnTo>
                      <a:pt x="2052036" y="2506536"/>
                    </a:lnTo>
                    <a:lnTo>
                      <a:pt x="2050444" y="2510601"/>
                    </a:lnTo>
                    <a:lnTo>
                      <a:pt x="2046755" y="2514189"/>
                    </a:lnTo>
                    <a:lnTo>
                      <a:pt x="2040993" y="2512277"/>
                    </a:lnTo>
                    <a:lnTo>
                      <a:pt x="2038078" y="2515364"/>
                    </a:lnTo>
                    <a:lnTo>
                      <a:pt x="2034647" y="2512112"/>
                    </a:lnTo>
                    <a:lnTo>
                      <a:pt x="2031231" y="2506625"/>
                    </a:lnTo>
                    <a:lnTo>
                      <a:pt x="2027427" y="2497595"/>
                    </a:lnTo>
                    <a:lnTo>
                      <a:pt x="2037478" y="2446767"/>
                    </a:lnTo>
                    <a:lnTo>
                      <a:pt x="2046780" y="2414380"/>
                    </a:lnTo>
                    <a:lnTo>
                      <a:pt x="2047845" y="2377433"/>
                    </a:lnTo>
                    <a:lnTo>
                      <a:pt x="2048537" y="2371959"/>
                    </a:lnTo>
                    <a:lnTo>
                      <a:pt x="2047752" y="2362141"/>
                    </a:lnTo>
                    <a:lnTo>
                      <a:pt x="2035277" y="2340804"/>
                    </a:lnTo>
                    <a:lnTo>
                      <a:pt x="1980122" y="2288737"/>
                    </a:lnTo>
                    <a:lnTo>
                      <a:pt x="1937374" y="2227081"/>
                    </a:lnTo>
                    <a:lnTo>
                      <a:pt x="1900348" y="2203953"/>
                    </a:lnTo>
                    <a:lnTo>
                      <a:pt x="1872256" y="2209033"/>
                    </a:lnTo>
                    <a:lnTo>
                      <a:pt x="1867393" y="2213682"/>
                    </a:lnTo>
                    <a:lnTo>
                      <a:pt x="1865305" y="2219759"/>
                    </a:lnTo>
                    <a:lnTo>
                      <a:pt x="1867068" y="2226637"/>
                    </a:lnTo>
                    <a:lnTo>
                      <a:pt x="1864515" y="2229501"/>
                    </a:lnTo>
                    <a:lnTo>
                      <a:pt x="1856975" y="2229139"/>
                    </a:lnTo>
                    <a:lnTo>
                      <a:pt x="1846820" y="2230739"/>
                    </a:lnTo>
                    <a:lnTo>
                      <a:pt x="1820305" y="2246971"/>
                    </a:lnTo>
                    <a:lnTo>
                      <a:pt x="1810951" y="2246374"/>
                    </a:lnTo>
                    <a:lnTo>
                      <a:pt x="1802455" y="2250578"/>
                    </a:lnTo>
                    <a:lnTo>
                      <a:pt x="1796094" y="2253727"/>
                    </a:lnTo>
                    <a:lnTo>
                      <a:pt x="1779506" y="2255442"/>
                    </a:lnTo>
                    <a:lnTo>
                      <a:pt x="1765439" y="2259043"/>
                    </a:lnTo>
                    <a:lnTo>
                      <a:pt x="1759362" y="2257093"/>
                    </a:lnTo>
                    <a:lnTo>
                      <a:pt x="1755398" y="2247682"/>
                    </a:lnTo>
                    <a:lnTo>
                      <a:pt x="1755398" y="2237940"/>
                    </a:lnTo>
                    <a:lnTo>
                      <a:pt x="1758613" y="2245408"/>
                    </a:lnTo>
                    <a:lnTo>
                      <a:pt x="1763589" y="2251251"/>
                    </a:lnTo>
                    <a:lnTo>
                      <a:pt x="1765868" y="2248914"/>
                    </a:lnTo>
                    <a:lnTo>
                      <a:pt x="1766721" y="2243745"/>
                    </a:lnTo>
                    <a:lnTo>
                      <a:pt x="1761770" y="2233616"/>
                    </a:lnTo>
                    <a:lnTo>
                      <a:pt x="1745822" y="2220604"/>
                    </a:lnTo>
                    <a:lnTo>
                      <a:pt x="1727673" y="2201597"/>
                    </a:lnTo>
                    <a:lnTo>
                      <a:pt x="1733208" y="2202226"/>
                    </a:lnTo>
                    <a:lnTo>
                      <a:pt x="1734608" y="2198155"/>
                    </a:lnTo>
                    <a:lnTo>
                      <a:pt x="1728981" y="2192815"/>
                    </a:lnTo>
                    <a:lnTo>
                      <a:pt x="1731358" y="2186642"/>
                    </a:lnTo>
                    <a:lnTo>
                      <a:pt x="1735322" y="2180158"/>
                    </a:lnTo>
                    <a:lnTo>
                      <a:pt x="1727663" y="2181130"/>
                    </a:lnTo>
                    <a:lnTo>
                      <a:pt x="1720790" y="2185670"/>
                    </a:lnTo>
                    <a:lnTo>
                      <a:pt x="1720563" y="2191278"/>
                    </a:lnTo>
                    <a:lnTo>
                      <a:pt x="1719203" y="2195736"/>
                    </a:lnTo>
                    <a:lnTo>
                      <a:pt x="1715503" y="2195088"/>
                    </a:lnTo>
                    <a:lnTo>
                      <a:pt x="1708635" y="2189569"/>
                    </a:lnTo>
                    <a:lnTo>
                      <a:pt x="1674823" y="2174208"/>
                    </a:lnTo>
                    <a:lnTo>
                      <a:pt x="1645264" y="2165546"/>
                    </a:lnTo>
                    <a:lnTo>
                      <a:pt x="1667950" y="2161647"/>
                    </a:lnTo>
                    <a:lnTo>
                      <a:pt x="1680254" y="2164676"/>
                    </a:lnTo>
                    <a:lnTo>
                      <a:pt x="1678787" y="2160027"/>
                    </a:lnTo>
                    <a:lnTo>
                      <a:pt x="1675826" y="2157075"/>
                    </a:lnTo>
                    <a:lnTo>
                      <a:pt x="1666121" y="2153334"/>
                    </a:lnTo>
                    <a:lnTo>
                      <a:pt x="1653759" y="2154757"/>
                    </a:lnTo>
                    <a:lnTo>
                      <a:pt x="1645951" y="2152998"/>
                    </a:lnTo>
                    <a:lnTo>
                      <a:pt x="1637967" y="2156706"/>
                    </a:lnTo>
                    <a:lnTo>
                      <a:pt x="1629218" y="2162218"/>
                    </a:lnTo>
                    <a:lnTo>
                      <a:pt x="1621430" y="2165057"/>
                    </a:lnTo>
                    <a:lnTo>
                      <a:pt x="1590951" y="2169026"/>
                    </a:lnTo>
                    <a:lnTo>
                      <a:pt x="1566234" y="2173332"/>
                    </a:lnTo>
                    <a:lnTo>
                      <a:pt x="1570197" y="2168785"/>
                    </a:lnTo>
                    <a:lnTo>
                      <a:pt x="1574424" y="2165863"/>
                    </a:lnTo>
                    <a:lnTo>
                      <a:pt x="1589028" y="2161418"/>
                    </a:lnTo>
                    <a:lnTo>
                      <a:pt x="1591214" y="2152178"/>
                    </a:lnTo>
                    <a:lnTo>
                      <a:pt x="1587783" y="2143281"/>
                    </a:lnTo>
                    <a:lnTo>
                      <a:pt x="1583938" y="2145415"/>
                    </a:lnTo>
                    <a:lnTo>
                      <a:pt x="1579902" y="2152369"/>
                    </a:lnTo>
                    <a:lnTo>
                      <a:pt x="1574952" y="2147358"/>
                    </a:lnTo>
                    <a:lnTo>
                      <a:pt x="1569469" y="2147384"/>
                    </a:lnTo>
                    <a:lnTo>
                      <a:pt x="1567980" y="2158446"/>
                    </a:lnTo>
                    <a:lnTo>
                      <a:pt x="1560952" y="2165863"/>
                    </a:lnTo>
                    <a:lnTo>
                      <a:pt x="1557779" y="2173332"/>
                    </a:lnTo>
                    <a:lnTo>
                      <a:pt x="1537170" y="2179180"/>
                    </a:lnTo>
                    <a:lnTo>
                      <a:pt x="1534530" y="2177231"/>
                    </a:lnTo>
                    <a:lnTo>
                      <a:pt x="1540560" y="2170137"/>
                    </a:lnTo>
                    <a:lnTo>
                      <a:pt x="1540080" y="2166194"/>
                    </a:lnTo>
                    <a:lnTo>
                      <a:pt x="1533202" y="2169578"/>
                    </a:lnTo>
                    <a:lnTo>
                      <a:pt x="1521667" y="2183022"/>
                    </a:lnTo>
                    <a:lnTo>
                      <a:pt x="1481059" y="2187423"/>
                    </a:lnTo>
                    <a:lnTo>
                      <a:pt x="1483276" y="2184368"/>
                    </a:lnTo>
                    <a:lnTo>
                      <a:pt x="1491849" y="2183759"/>
                    </a:lnTo>
                    <a:lnTo>
                      <a:pt x="1503885" y="2179504"/>
                    </a:lnTo>
                    <a:lnTo>
                      <a:pt x="1501451" y="2172341"/>
                    </a:lnTo>
                    <a:lnTo>
                      <a:pt x="1496810" y="2164466"/>
                    </a:lnTo>
                    <a:lnTo>
                      <a:pt x="1492526" y="2163590"/>
                    </a:lnTo>
                    <a:lnTo>
                      <a:pt x="1489700" y="2158973"/>
                    </a:lnTo>
                    <a:lnTo>
                      <a:pt x="1489839" y="2144425"/>
                    </a:lnTo>
                    <a:lnTo>
                      <a:pt x="1487100" y="2135921"/>
                    </a:lnTo>
                    <a:lnTo>
                      <a:pt x="1480491" y="2127171"/>
                    </a:lnTo>
                    <a:lnTo>
                      <a:pt x="1478258" y="2128853"/>
                    </a:lnTo>
                    <a:lnTo>
                      <a:pt x="1473395" y="2143815"/>
                    </a:lnTo>
                    <a:lnTo>
                      <a:pt x="1469354" y="2163438"/>
                    </a:lnTo>
                    <a:lnTo>
                      <a:pt x="1467354" y="2169775"/>
                    </a:lnTo>
                    <a:lnTo>
                      <a:pt x="1455314" y="2170220"/>
                    </a:lnTo>
                    <a:lnTo>
                      <a:pt x="1444658" y="2168880"/>
                    </a:lnTo>
                    <a:lnTo>
                      <a:pt x="1408442" y="2171236"/>
                    </a:lnTo>
                    <a:lnTo>
                      <a:pt x="1394913" y="2164587"/>
                    </a:lnTo>
                    <a:lnTo>
                      <a:pt x="1389301" y="2163311"/>
                    </a:lnTo>
                    <a:lnTo>
                      <a:pt x="1385885" y="2163463"/>
                    </a:lnTo>
                    <a:lnTo>
                      <a:pt x="1370134" y="2169559"/>
                    </a:lnTo>
                    <a:lnTo>
                      <a:pt x="1352186" y="2174227"/>
                    </a:lnTo>
                    <a:lnTo>
                      <a:pt x="1347959" y="2172760"/>
                    </a:lnTo>
                    <a:lnTo>
                      <a:pt x="1341929" y="2172544"/>
                    </a:lnTo>
                    <a:lnTo>
                      <a:pt x="1328916" y="2188433"/>
                    </a:lnTo>
                    <a:lnTo>
                      <a:pt x="1313573" y="2195869"/>
                    </a:lnTo>
                    <a:lnTo>
                      <a:pt x="1274862" y="2182501"/>
                    </a:lnTo>
                    <a:lnTo>
                      <a:pt x="1265234" y="2171750"/>
                    </a:lnTo>
                    <a:lnTo>
                      <a:pt x="1256687" y="2169451"/>
                    </a:lnTo>
                    <a:lnTo>
                      <a:pt x="1246176" y="2168124"/>
                    </a:lnTo>
                    <a:lnTo>
                      <a:pt x="1234884" y="2181352"/>
                    </a:lnTo>
                    <a:lnTo>
                      <a:pt x="1226306" y="2199203"/>
                    </a:lnTo>
                    <a:lnTo>
                      <a:pt x="1239861" y="2208989"/>
                    </a:lnTo>
                    <a:lnTo>
                      <a:pt x="1251462" y="2213669"/>
                    </a:lnTo>
                    <a:lnTo>
                      <a:pt x="1270635" y="2209745"/>
                    </a:lnTo>
                    <a:lnTo>
                      <a:pt x="1281234" y="2201083"/>
                    </a:lnTo>
                    <a:lnTo>
                      <a:pt x="1289890" y="2201368"/>
                    </a:lnTo>
                    <a:lnTo>
                      <a:pt x="1294029" y="2199609"/>
                    </a:lnTo>
                    <a:lnTo>
                      <a:pt x="1297806" y="2195088"/>
                    </a:lnTo>
                    <a:lnTo>
                      <a:pt x="1305207" y="2198657"/>
                    </a:lnTo>
                    <a:lnTo>
                      <a:pt x="1305470" y="2202232"/>
                    </a:lnTo>
                    <a:lnTo>
                      <a:pt x="1300215" y="2207268"/>
                    </a:lnTo>
                    <a:lnTo>
                      <a:pt x="1293595" y="2211510"/>
                    </a:lnTo>
                    <a:lnTo>
                      <a:pt x="1289579" y="2216508"/>
                    </a:lnTo>
                    <a:lnTo>
                      <a:pt x="1297135" y="2226580"/>
                    </a:lnTo>
                    <a:lnTo>
                      <a:pt x="1309000" y="2229964"/>
                    </a:lnTo>
                    <a:lnTo>
                      <a:pt x="1313465" y="2228504"/>
                    </a:lnTo>
                    <a:lnTo>
                      <a:pt x="1316229" y="2217181"/>
                    </a:lnTo>
                    <a:lnTo>
                      <a:pt x="1323526" y="2209891"/>
                    </a:lnTo>
                    <a:lnTo>
                      <a:pt x="1333443" y="2211466"/>
                    </a:lnTo>
                    <a:lnTo>
                      <a:pt x="1332032" y="2216038"/>
                    </a:lnTo>
                    <a:lnTo>
                      <a:pt x="1333422" y="2220356"/>
                    </a:lnTo>
                    <a:lnTo>
                      <a:pt x="1337980" y="2227729"/>
                    </a:lnTo>
                    <a:lnTo>
                      <a:pt x="1337458" y="2238290"/>
                    </a:lnTo>
                    <a:lnTo>
                      <a:pt x="1338342" y="2240836"/>
                    </a:lnTo>
                    <a:lnTo>
                      <a:pt x="1327655" y="2245497"/>
                    </a:lnTo>
                    <a:lnTo>
                      <a:pt x="1319692" y="2247079"/>
                    </a:lnTo>
                    <a:lnTo>
                      <a:pt x="1313320" y="2253181"/>
                    </a:lnTo>
                    <a:lnTo>
                      <a:pt x="1316658" y="2256725"/>
                    </a:lnTo>
                    <a:lnTo>
                      <a:pt x="1310168" y="2259837"/>
                    </a:lnTo>
                    <a:lnTo>
                      <a:pt x="1305780" y="2258592"/>
                    </a:lnTo>
                    <a:lnTo>
                      <a:pt x="1303574" y="2259741"/>
                    </a:lnTo>
                    <a:lnTo>
                      <a:pt x="1302912" y="2263488"/>
                    </a:lnTo>
                    <a:lnTo>
                      <a:pt x="1299558" y="2266968"/>
                    </a:lnTo>
                    <a:lnTo>
                      <a:pt x="1304437" y="2277453"/>
                    </a:lnTo>
                    <a:lnTo>
                      <a:pt x="1314436" y="2284298"/>
                    </a:lnTo>
                    <a:lnTo>
                      <a:pt x="1321490" y="2292878"/>
                    </a:lnTo>
                    <a:lnTo>
                      <a:pt x="1349851" y="2304175"/>
                    </a:lnTo>
                    <a:lnTo>
                      <a:pt x="1356724" y="2303851"/>
                    </a:lnTo>
                    <a:lnTo>
                      <a:pt x="1363488" y="2315225"/>
                    </a:lnTo>
                    <a:lnTo>
                      <a:pt x="1368940" y="2319136"/>
                    </a:lnTo>
                    <a:lnTo>
                      <a:pt x="1374191" y="2321124"/>
                    </a:lnTo>
                    <a:lnTo>
                      <a:pt x="1373591" y="2328948"/>
                    </a:lnTo>
                    <a:lnTo>
                      <a:pt x="1364263" y="2334676"/>
                    </a:lnTo>
                    <a:lnTo>
                      <a:pt x="1361742" y="2341509"/>
                    </a:lnTo>
                    <a:lnTo>
                      <a:pt x="1359395" y="2345351"/>
                    </a:lnTo>
                    <a:lnTo>
                      <a:pt x="1355189" y="2340486"/>
                    </a:lnTo>
                    <a:lnTo>
                      <a:pt x="1350869" y="2336962"/>
                    </a:lnTo>
                    <a:lnTo>
                      <a:pt x="1340869" y="2347681"/>
                    </a:lnTo>
                    <a:lnTo>
                      <a:pt x="1336048" y="2349936"/>
                    </a:lnTo>
                    <a:lnTo>
                      <a:pt x="1338440" y="2338378"/>
                    </a:lnTo>
                    <a:lnTo>
                      <a:pt x="1334663" y="2333850"/>
                    </a:lnTo>
                    <a:lnTo>
                      <a:pt x="1328952" y="2322261"/>
                    </a:lnTo>
                    <a:lnTo>
                      <a:pt x="1320632" y="2315091"/>
                    </a:lnTo>
                    <a:lnTo>
                      <a:pt x="1314772" y="2312716"/>
                    </a:lnTo>
                    <a:lnTo>
                      <a:pt x="1310209" y="2308182"/>
                    </a:lnTo>
                    <a:lnTo>
                      <a:pt x="1304685" y="2306347"/>
                    </a:lnTo>
                    <a:lnTo>
                      <a:pt x="1299972" y="2306817"/>
                    </a:lnTo>
                    <a:lnTo>
                      <a:pt x="1291993" y="2304175"/>
                    </a:lnTo>
                    <a:lnTo>
                      <a:pt x="1291466" y="2298009"/>
                    </a:lnTo>
                    <a:lnTo>
                      <a:pt x="1289254" y="2293392"/>
                    </a:lnTo>
                    <a:lnTo>
                      <a:pt x="1283011" y="2287943"/>
                    </a:lnTo>
                    <a:lnTo>
                      <a:pt x="1253183" y="2277649"/>
                    </a:lnTo>
                    <a:lnTo>
                      <a:pt x="1253002" y="2281910"/>
                    </a:lnTo>
                    <a:lnTo>
                      <a:pt x="1255069" y="2285117"/>
                    </a:lnTo>
                    <a:lnTo>
                      <a:pt x="1259353" y="2287251"/>
                    </a:lnTo>
                    <a:lnTo>
                      <a:pt x="1264480" y="2291404"/>
                    </a:lnTo>
                    <a:lnTo>
                      <a:pt x="1264433" y="2303705"/>
                    </a:lnTo>
                    <a:lnTo>
                      <a:pt x="1262216" y="2308912"/>
                    </a:lnTo>
                    <a:lnTo>
                      <a:pt x="1261265" y="2316330"/>
                    </a:lnTo>
                    <a:lnTo>
                      <a:pt x="1259291" y="2323868"/>
                    </a:lnTo>
                    <a:lnTo>
                      <a:pt x="1255643" y="2329811"/>
                    </a:lnTo>
                    <a:lnTo>
                      <a:pt x="1247499" y="2333863"/>
                    </a:lnTo>
                    <a:lnTo>
                      <a:pt x="1243907" y="2330472"/>
                    </a:lnTo>
                    <a:lnTo>
                      <a:pt x="1238099" y="2314240"/>
                    </a:lnTo>
                    <a:lnTo>
                      <a:pt x="1229887" y="2309128"/>
                    </a:lnTo>
                    <a:lnTo>
                      <a:pt x="1216839" y="2308525"/>
                    </a:lnTo>
                    <a:lnTo>
                      <a:pt x="1207976" y="2312195"/>
                    </a:lnTo>
                    <a:lnTo>
                      <a:pt x="1198317" y="2327919"/>
                    </a:lnTo>
                    <a:lnTo>
                      <a:pt x="1190535" y="2330491"/>
                    </a:lnTo>
                    <a:lnTo>
                      <a:pt x="1163895" y="2322343"/>
                    </a:lnTo>
                    <a:lnTo>
                      <a:pt x="1133478" y="2309928"/>
                    </a:lnTo>
                    <a:lnTo>
                      <a:pt x="1134263" y="2305794"/>
                    </a:lnTo>
                    <a:lnTo>
                      <a:pt x="1139049" y="2304467"/>
                    </a:lnTo>
                    <a:lnTo>
                      <a:pt x="1148227" y="2306163"/>
                    </a:lnTo>
                    <a:lnTo>
                      <a:pt x="1147741" y="2301902"/>
                    </a:lnTo>
                    <a:lnTo>
                      <a:pt x="1138361" y="2288032"/>
                    </a:lnTo>
                    <a:lnTo>
                      <a:pt x="1136641" y="2281771"/>
                    </a:lnTo>
                    <a:lnTo>
                      <a:pt x="1137850" y="2274131"/>
                    </a:lnTo>
                    <a:lnTo>
                      <a:pt x="1134791" y="2274303"/>
                    </a:lnTo>
                    <a:lnTo>
                      <a:pt x="1129158" y="2280717"/>
                    </a:lnTo>
                    <a:lnTo>
                      <a:pt x="1109763" y="2275281"/>
                    </a:lnTo>
                    <a:lnTo>
                      <a:pt x="1104410" y="2268784"/>
                    </a:lnTo>
                    <a:lnTo>
                      <a:pt x="1093015" y="2250476"/>
                    </a:lnTo>
                    <a:lnTo>
                      <a:pt x="1076933" y="2249879"/>
                    </a:lnTo>
                    <a:lnTo>
                      <a:pt x="1069657" y="2238779"/>
                    </a:lnTo>
                    <a:lnTo>
                      <a:pt x="1056515" y="2243427"/>
                    </a:lnTo>
                    <a:lnTo>
                      <a:pt x="1049859" y="2248571"/>
                    </a:lnTo>
                    <a:lnTo>
                      <a:pt x="1044009" y="2256541"/>
                    </a:lnTo>
                    <a:lnTo>
                      <a:pt x="1046288" y="2260675"/>
                    </a:lnTo>
                    <a:lnTo>
                      <a:pt x="1052117" y="2267241"/>
                    </a:lnTo>
                    <a:lnTo>
                      <a:pt x="1049456" y="2270410"/>
                    </a:lnTo>
                    <a:lnTo>
                      <a:pt x="1030744" y="2275090"/>
                    </a:lnTo>
                    <a:lnTo>
                      <a:pt x="987304" y="2269857"/>
                    </a:lnTo>
                    <a:lnTo>
                      <a:pt x="974601" y="2264968"/>
                    </a:lnTo>
                    <a:lnTo>
                      <a:pt x="957553" y="2254629"/>
                    </a:lnTo>
                    <a:lnTo>
                      <a:pt x="933921" y="2246202"/>
                    </a:lnTo>
                    <a:lnTo>
                      <a:pt x="922542" y="2244843"/>
                    </a:lnTo>
                    <a:lnTo>
                      <a:pt x="911400" y="2246513"/>
                    </a:lnTo>
                    <a:lnTo>
                      <a:pt x="878978" y="2247377"/>
                    </a:lnTo>
                    <a:lnTo>
                      <a:pt x="871454" y="2249619"/>
                    </a:lnTo>
                    <a:lnTo>
                      <a:pt x="865046" y="2253200"/>
                    </a:lnTo>
                    <a:lnTo>
                      <a:pt x="860891" y="2249238"/>
                    </a:lnTo>
                    <a:lnTo>
                      <a:pt x="858968" y="2242163"/>
                    </a:lnTo>
                    <a:lnTo>
                      <a:pt x="862731" y="2241014"/>
                    </a:lnTo>
                    <a:lnTo>
                      <a:pt x="866916" y="2236854"/>
                    </a:lnTo>
                    <a:lnTo>
                      <a:pt x="870694" y="2228631"/>
                    </a:lnTo>
                    <a:lnTo>
                      <a:pt x="871123" y="2223658"/>
                    </a:lnTo>
                    <a:lnTo>
                      <a:pt x="868482" y="2220413"/>
                    </a:lnTo>
                    <a:lnTo>
                      <a:pt x="863459" y="2220089"/>
                    </a:lnTo>
                    <a:lnTo>
                      <a:pt x="852364" y="2241516"/>
                    </a:lnTo>
                    <a:lnTo>
                      <a:pt x="858705" y="2253524"/>
                    </a:lnTo>
                    <a:lnTo>
                      <a:pt x="858271" y="2257855"/>
                    </a:lnTo>
                    <a:lnTo>
                      <a:pt x="836132" y="2260319"/>
                    </a:lnTo>
                    <a:lnTo>
                      <a:pt x="785881" y="2284495"/>
                    </a:lnTo>
                    <a:lnTo>
                      <a:pt x="766285" y="2297532"/>
                    </a:lnTo>
                    <a:lnTo>
                      <a:pt x="767288" y="2293144"/>
                    </a:lnTo>
                    <a:lnTo>
                      <a:pt x="790982" y="2276246"/>
                    </a:lnTo>
                    <a:lnTo>
                      <a:pt x="782615" y="2273661"/>
                    </a:lnTo>
                    <a:lnTo>
                      <a:pt x="769143" y="2277884"/>
                    </a:lnTo>
                    <a:lnTo>
                      <a:pt x="764311" y="2276259"/>
                    </a:lnTo>
                    <a:lnTo>
                      <a:pt x="770016" y="2262288"/>
                    </a:lnTo>
                    <a:lnTo>
                      <a:pt x="768156" y="2249968"/>
                    </a:lnTo>
                    <a:lnTo>
                      <a:pt x="758591" y="2249631"/>
                    </a:lnTo>
                    <a:lnTo>
                      <a:pt x="752498" y="2259468"/>
                    </a:lnTo>
                    <a:lnTo>
                      <a:pt x="748265" y="2259049"/>
                    </a:lnTo>
                    <a:lnTo>
                      <a:pt x="742720" y="2254832"/>
                    </a:lnTo>
                    <a:lnTo>
                      <a:pt x="738426" y="2256166"/>
                    </a:lnTo>
                    <a:lnTo>
                      <a:pt x="741604" y="2278456"/>
                    </a:lnTo>
                    <a:lnTo>
                      <a:pt x="747630" y="2287626"/>
                    </a:lnTo>
                    <a:lnTo>
                      <a:pt x="752668" y="2299317"/>
                    </a:lnTo>
                    <a:lnTo>
                      <a:pt x="738907" y="2313764"/>
                    </a:lnTo>
                    <a:lnTo>
                      <a:pt x="726127" y="2325684"/>
                    </a:lnTo>
                    <a:lnTo>
                      <a:pt x="724742" y="2337203"/>
                    </a:lnTo>
                    <a:lnTo>
                      <a:pt x="711900" y="2352209"/>
                    </a:lnTo>
                    <a:lnTo>
                      <a:pt x="699818" y="2360719"/>
                    </a:lnTo>
                    <a:lnTo>
                      <a:pt x="671432" y="2380723"/>
                    </a:lnTo>
                    <a:lnTo>
                      <a:pt x="663334" y="2385003"/>
                    </a:lnTo>
                    <a:lnTo>
                      <a:pt x="650523" y="2394287"/>
                    </a:lnTo>
                    <a:lnTo>
                      <a:pt x="632849" y="2401247"/>
                    </a:lnTo>
                    <a:lnTo>
                      <a:pt x="615904" y="2412297"/>
                    </a:lnTo>
                    <a:lnTo>
                      <a:pt x="610189" y="2413973"/>
                    </a:lnTo>
                    <a:lnTo>
                      <a:pt x="621010" y="2404619"/>
                    </a:lnTo>
                    <a:lnTo>
                      <a:pt x="633842" y="2395379"/>
                    </a:lnTo>
                    <a:lnTo>
                      <a:pt x="622834" y="2396643"/>
                    </a:lnTo>
                    <a:lnTo>
                      <a:pt x="605869" y="2392363"/>
                    </a:lnTo>
                    <a:lnTo>
                      <a:pt x="595487" y="2392115"/>
                    </a:lnTo>
                    <a:lnTo>
                      <a:pt x="595414" y="2395487"/>
                    </a:lnTo>
                    <a:lnTo>
                      <a:pt x="587518" y="2400250"/>
                    </a:lnTo>
                    <a:lnTo>
                      <a:pt x="579338" y="2393252"/>
                    </a:lnTo>
                    <a:lnTo>
                      <a:pt x="575772" y="2388546"/>
                    </a:lnTo>
                    <a:lnTo>
                      <a:pt x="574082" y="2384482"/>
                    </a:lnTo>
                    <a:lnTo>
                      <a:pt x="570609" y="2383498"/>
                    </a:lnTo>
                    <a:lnTo>
                      <a:pt x="567271" y="2385384"/>
                    </a:lnTo>
                    <a:lnTo>
                      <a:pt x="579482" y="2414005"/>
                    </a:lnTo>
                    <a:lnTo>
                      <a:pt x="584686" y="2415243"/>
                    </a:lnTo>
                    <a:lnTo>
                      <a:pt x="590443" y="2418088"/>
                    </a:lnTo>
                    <a:lnTo>
                      <a:pt x="583275" y="2424756"/>
                    </a:lnTo>
                    <a:lnTo>
                      <a:pt x="575560" y="2429817"/>
                    </a:lnTo>
                    <a:lnTo>
                      <a:pt x="563426" y="2433177"/>
                    </a:lnTo>
                    <a:lnTo>
                      <a:pt x="553142" y="2422730"/>
                    </a:lnTo>
                    <a:lnTo>
                      <a:pt x="550915" y="2435838"/>
                    </a:lnTo>
                    <a:lnTo>
                      <a:pt x="549613" y="2448926"/>
                    </a:lnTo>
                    <a:lnTo>
                      <a:pt x="546161" y="2452285"/>
                    </a:lnTo>
                    <a:lnTo>
                      <a:pt x="540647" y="2457073"/>
                    </a:lnTo>
                    <a:lnTo>
                      <a:pt x="537655" y="2453460"/>
                    </a:lnTo>
                    <a:lnTo>
                      <a:pt x="536234" y="2448399"/>
                    </a:lnTo>
                    <a:lnTo>
                      <a:pt x="532704" y="2452914"/>
                    </a:lnTo>
                    <a:lnTo>
                      <a:pt x="527536" y="2456305"/>
                    </a:lnTo>
                    <a:lnTo>
                      <a:pt x="519010" y="2456984"/>
                    </a:lnTo>
                    <a:lnTo>
                      <a:pt x="512612" y="2458794"/>
                    </a:lnTo>
                    <a:lnTo>
                      <a:pt x="512762" y="2464217"/>
                    </a:lnTo>
                    <a:lnTo>
                      <a:pt x="514224" y="2469666"/>
                    </a:lnTo>
                    <a:lnTo>
                      <a:pt x="525542" y="2465361"/>
                    </a:lnTo>
                    <a:lnTo>
                      <a:pt x="521438" y="2479376"/>
                    </a:lnTo>
                    <a:lnTo>
                      <a:pt x="511031" y="2493226"/>
                    </a:lnTo>
                    <a:lnTo>
                      <a:pt x="502550" y="2496497"/>
                    </a:lnTo>
                    <a:lnTo>
                      <a:pt x="489579" y="2494471"/>
                    </a:lnTo>
                    <a:lnTo>
                      <a:pt x="486375" y="2495861"/>
                    </a:lnTo>
                    <a:lnTo>
                      <a:pt x="483507" y="2498738"/>
                    </a:lnTo>
                    <a:lnTo>
                      <a:pt x="498618" y="2520406"/>
                    </a:lnTo>
                    <a:lnTo>
                      <a:pt x="488908" y="2553085"/>
                    </a:lnTo>
                    <a:lnTo>
                      <a:pt x="482701" y="2564928"/>
                    </a:lnTo>
                    <a:lnTo>
                      <a:pt x="478396" y="2566446"/>
                    </a:lnTo>
                    <a:lnTo>
                      <a:pt x="473730" y="2566789"/>
                    </a:lnTo>
                    <a:lnTo>
                      <a:pt x="456981" y="2556260"/>
                    </a:lnTo>
                    <a:lnTo>
                      <a:pt x="447845" y="2548119"/>
                    </a:lnTo>
                    <a:lnTo>
                      <a:pt x="455896" y="2570275"/>
                    </a:lnTo>
                    <a:lnTo>
                      <a:pt x="477833" y="2576746"/>
                    </a:lnTo>
                    <a:lnTo>
                      <a:pt x="478955" y="2585129"/>
                    </a:lnTo>
                    <a:lnTo>
                      <a:pt x="478831" y="2592292"/>
                    </a:lnTo>
                    <a:lnTo>
                      <a:pt x="474510" y="2600700"/>
                    </a:lnTo>
                    <a:lnTo>
                      <a:pt x="470469" y="2611870"/>
                    </a:lnTo>
                    <a:lnTo>
                      <a:pt x="473451" y="2619650"/>
                    </a:lnTo>
                    <a:lnTo>
                      <a:pt x="476913" y="2638885"/>
                    </a:lnTo>
                    <a:lnTo>
                      <a:pt x="479874" y="2647712"/>
                    </a:lnTo>
                    <a:lnTo>
                      <a:pt x="483130" y="2674492"/>
                    </a:lnTo>
                    <a:lnTo>
                      <a:pt x="486592" y="2686106"/>
                    </a:lnTo>
                    <a:lnTo>
                      <a:pt x="506535" y="2728851"/>
                    </a:lnTo>
                    <a:lnTo>
                      <a:pt x="513258" y="2729181"/>
                    </a:lnTo>
                    <a:lnTo>
                      <a:pt x="514338" y="2733811"/>
                    </a:lnTo>
                    <a:lnTo>
                      <a:pt x="513697" y="2742688"/>
                    </a:lnTo>
                    <a:lnTo>
                      <a:pt x="499352" y="2745273"/>
                    </a:lnTo>
                    <a:lnTo>
                      <a:pt x="493331" y="2749229"/>
                    </a:lnTo>
                    <a:lnTo>
                      <a:pt x="492158" y="2752665"/>
                    </a:lnTo>
                    <a:lnTo>
                      <a:pt x="491269" y="2754519"/>
                    </a:lnTo>
                    <a:lnTo>
                      <a:pt x="489419" y="2754348"/>
                    </a:lnTo>
                    <a:lnTo>
                      <a:pt x="482577" y="2751877"/>
                    </a:lnTo>
                    <a:lnTo>
                      <a:pt x="467022" y="2739735"/>
                    </a:lnTo>
                    <a:lnTo>
                      <a:pt x="444357" y="2732210"/>
                    </a:lnTo>
                    <a:lnTo>
                      <a:pt x="414575" y="2729295"/>
                    </a:lnTo>
                    <a:lnTo>
                      <a:pt x="394230" y="2723218"/>
                    </a:lnTo>
                    <a:lnTo>
                      <a:pt x="383321" y="2713959"/>
                    </a:lnTo>
                    <a:lnTo>
                      <a:pt x="371916" y="2708473"/>
                    </a:lnTo>
                    <a:lnTo>
                      <a:pt x="360019" y="2706745"/>
                    </a:lnTo>
                    <a:lnTo>
                      <a:pt x="350165" y="2701722"/>
                    </a:lnTo>
                    <a:lnTo>
                      <a:pt x="342351" y="2693403"/>
                    </a:lnTo>
                    <a:lnTo>
                      <a:pt x="330925" y="2688094"/>
                    </a:lnTo>
                    <a:lnTo>
                      <a:pt x="315887" y="2685789"/>
                    </a:lnTo>
                    <a:lnTo>
                      <a:pt x="306099" y="2679553"/>
                    </a:lnTo>
                    <a:lnTo>
                      <a:pt x="299293" y="2664306"/>
                    </a:lnTo>
                    <a:lnTo>
                      <a:pt x="299262" y="2664077"/>
                    </a:lnTo>
                    <a:lnTo>
                      <a:pt x="293170" y="2638586"/>
                    </a:lnTo>
                    <a:lnTo>
                      <a:pt x="285496" y="2622615"/>
                    </a:lnTo>
                    <a:lnTo>
                      <a:pt x="270561" y="2602853"/>
                    </a:lnTo>
                    <a:lnTo>
                      <a:pt x="269186" y="2600249"/>
                    </a:lnTo>
                    <a:lnTo>
                      <a:pt x="269062" y="2596998"/>
                    </a:lnTo>
                    <a:lnTo>
                      <a:pt x="270912" y="2585497"/>
                    </a:lnTo>
                    <a:lnTo>
                      <a:pt x="269336" y="2577229"/>
                    </a:lnTo>
                    <a:lnTo>
                      <a:pt x="264608" y="2570491"/>
                    </a:lnTo>
                    <a:lnTo>
                      <a:pt x="263522" y="2563360"/>
                    </a:lnTo>
                    <a:lnTo>
                      <a:pt x="266086" y="2555854"/>
                    </a:lnTo>
                    <a:lnTo>
                      <a:pt x="266251" y="2546836"/>
                    </a:lnTo>
                    <a:lnTo>
                      <a:pt x="264024" y="2536307"/>
                    </a:lnTo>
                    <a:lnTo>
                      <a:pt x="254500" y="2524921"/>
                    </a:lnTo>
                    <a:lnTo>
                      <a:pt x="237679" y="2512690"/>
                    </a:lnTo>
                    <a:lnTo>
                      <a:pt x="223349" y="2494826"/>
                    </a:lnTo>
                    <a:lnTo>
                      <a:pt x="211520" y="2471343"/>
                    </a:lnTo>
                    <a:lnTo>
                      <a:pt x="199820" y="2455073"/>
                    </a:lnTo>
                    <a:lnTo>
                      <a:pt x="188249" y="2446011"/>
                    </a:lnTo>
                    <a:lnTo>
                      <a:pt x="180338" y="2434949"/>
                    </a:lnTo>
                    <a:lnTo>
                      <a:pt x="176079" y="2421886"/>
                    </a:lnTo>
                    <a:lnTo>
                      <a:pt x="174824" y="2414303"/>
                    </a:lnTo>
                    <a:lnTo>
                      <a:pt x="176560" y="2412208"/>
                    </a:lnTo>
                    <a:lnTo>
                      <a:pt x="169449" y="2397684"/>
                    </a:lnTo>
                    <a:lnTo>
                      <a:pt x="153491" y="2370746"/>
                    </a:lnTo>
                    <a:lnTo>
                      <a:pt x="144324" y="2351047"/>
                    </a:lnTo>
                    <a:lnTo>
                      <a:pt x="141962" y="2338594"/>
                    </a:lnTo>
                    <a:lnTo>
                      <a:pt x="131807" y="2323772"/>
                    </a:lnTo>
                    <a:lnTo>
                      <a:pt x="113865" y="2306582"/>
                    </a:lnTo>
                    <a:lnTo>
                      <a:pt x="104108" y="2295399"/>
                    </a:lnTo>
                    <a:lnTo>
                      <a:pt x="101711" y="2287632"/>
                    </a:lnTo>
                    <a:lnTo>
                      <a:pt x="73712" y="2265044"/>
                    </a:lnTo>
                    <a:lnTo>
                      <a:pt x="65578" y="2250933"/>
                    </a:lnTo>
                    <a:lnTo>
                      <a:pt x="59227" y="2246475"/>
                    </a:lnTo>
                    <a:lnTo>
                      <a:pt x="51935" y="2246958"/>
                    </a:lnTo>
                    <a:lnTo>
                      <a:pt x="48194" y="2245605"/>
                    </a:lnTo>
                    <a:lnTo>
                      <a:pt x="48008" y="2242417"/>
                    </a:lnTo>
                    <a:lnTo>
                      <a:pt x="45646" y="2242265"/>
                    </a:lnTo>
                    <a:lnTo>
                      <a:pt x="41104" y="2245161"/>
                    </a:lnTo>
                    <a:lnTo>
                      <a:pt x="26210" y="2245745"/>
                    </a:lnTo>
                    <a:lnTo>
                      <a:pt x="961" y="2244024"/>
                    </a:lnTo>
                    <a:lnTo>
                      <a:pt x="0" y="2243821"/>
                    </a:lnTo>
                    <a:lnTo>
                      <a:pt x="0" y="0"/>
                    </a:lnTo>
                    <a:lnTo>
                      <a:pt x="1773799" y="0"/>
                    </a:lnTo>
                    <a:lnTo>
                      <a:pt x="1791779" y="9112"/>
                    </a:lnTo>
                    <a:lnTo>
                      <a:pt x="1812321" y="19521"/>
                    </a:lnTo>
                    <a:lnTo>
                      <a:pt x="1817499" y="36825"/>
                    </a:lnTo>
                    <a:lnTo>
                      <a:pt x="1822542" y="53673"/>
                    </a:lnTo>
                    <a:lnTo>
                      <a:pt x="1834568" y="65904"/>
                    </a:lnTo>
                    <a:lnTo>
                      <a:pt x="1845575" y="77074"/>
                    </a:lnTo>
                    <a:lnTo>
                      <a:pt x="1851947" y="76490"/>
                    </a:lnTo>
                    <a:lnTo>
                      <a:pt x="1858412" y="71772"/>
                    </a:lnTo>
                    <a:lnTo>
                      <a:pt x="1862515" y="69498"/>
                    </a:lnTo>
                    <a:lnTo>
                      <a:pt x="1869393" y="69123"/>
                    </a:lnTo>
                    <a:lnTo>
                      <a:pt x="1884690" y="65085"/>
                    </a:lnTo>
                    <a:lnTo>
                      <a:pt x="1889211" y="65967"/>
                    </a:lnTo>
                    <a:lnTo>
                      <a:pt x="1891780" y="67987"/>
                    </a:lnTo>
                    <a:lnTo>
                      <a:pt x="1891992" y="71149"/>
                    </a:lnTo>
                    <a:lnTo>
                      <a:pt x="1891470" y="73664"/>
                    </a:lnTo>
                    <a:lnTo>
                      <a:pt x="1889103" y="78713"/>
                    </a:lnTo>
                    <a:lnTo>
                      <a:pt x="1892839" y="88333"/>
                    </a:lnTo>
                    <a:lnTo>
                      <a:pt x="1893625" y="99021"/>
                    </a:lnTo>
                    <a:lnTo>
                      <a:pt x="1895676" y="107099"/>
                    </a:lnTo>
                    <a:lnTo>
                      <a:pt x="1901939" y="117437"/>
                    </a:lnTo>
                    <a:lnTo>
                      <a:pt x="1907381" y="125515"/>
                    </a:lnTo>
                    <a:lnTo>
                      <a:pt x="1914233" y="127077"/>
                    </a:lnTo>
                    <a:lnTo>
                      <a:pt x="1930093" y="122372"/>
                    </a:lnTo>
                    <a:lnTo>
                      <a:pt x="1940031" y="120593"/>
                    </a:lnTo>
                    <a:lnTo>
                      <a:pt x="1945674" y="121362"/>
                    </a:lnTo>
                    <a:lnTo>
                      <a:pt x="1955327" y="128925"/>
                    </a:lnTo>
                    <a:lnTo>
                      <a:pt x="1960050" y="133472"/>
                    </a:lnTo>
                    <a:lnTo>
                      <a:pt x="1961177" y="137250"/>
                    </a:lnTo>
                    <a:lnTo>
                      <a:pt x="1948139" y="160340"/>
                    </a:lnTo>
                    <a:lnTo>
                      <a:pt x="1968815" y="171797"/>
                    </a:lnTo>
                    <a:lnTo>
                      <a:pt x="1991889" y="184320"/>
                    </a:lnTo>
                    <a:lnTo>
                      <a:pt x="2019402" y="199249"/>
                    </a:lnTo>
                    <a:lnTo>
                      <a:pt x="2036223" y="208388"/>
                    </a:lnTo>
                    <a:lnTo>
                      <a:pt x="2058377" y="221438"/>
                    </a:lnTo>
                    <a:lnTo>
                      <a:pt x="2062170" y="240032"/>
                    </a:lnTo>
                    <a:lnTo>
                      <a:pt x="2065364" y="255723"/>
                    </a:lnTo>
                    <a:lnTo>
                      <a:pt x="2069436" y="277600"/>
                    </a:lnTo>
                    <a:lnTo>
                      <a:pt x="2073585" y="299916"/>
                    </a:lnTo>
                    <a:lnTo>
                      <a:pt x="2077725" y="322148"/>
                    </a:lnTo>
                    <a:lnTo>
                      <a:pt x="2082112" y="345746"/>
                    </a:lnTo>
                    <a:lnTo>
                      <a:pt x="2086934" y="371669"/>
                    </a:lnTo>
                    <a:lnTo>
                      <a:pt x="2091218" y="394676"/>
                    </a:lnTo>
                    <a:lnTo>
                      <a:pt x="2095894" y="419792"/>
                    </a:lnTo>
                    <a:lnTo>
                      <a:pt x="2102111" y="452477"/>
                    </a:lnTo>
                    <a:lnTo>
                      <a:pt x="2096551" y="465070"/>
                    </a:lnTo>
                    <a:lnTo>
                      <a:pt x="2084443" y="492491"/>
                    </a:lnTo>
                    <a:lnTo>
                      <a:pt x="2073498" y="517277"/>
                    </a:lnTo>
                    <a:lnTo>
                      <a:pt x="2072541" y="524465"/>
                    </a:lnTo>
                    <a:lnTo>
                      <a:pt x="2065017" y="560606"/>
                    </a:lnTo>
                    <a:lnTo>
                      <a:pt x="2058987" y="575535"/>
                    </a:lnTo>
                    <a:lnTo>
                      <a:pt x="2048424" y="584204"/>
                    </a:lnTo>
                    <a:lnTo>
                      <a:pt x="2037938" y="592605"/>
                    </a:lnTo>
                    <a:lnTo>
                      <a:pt x="2024859" y="606684"/>
                    </a:lnTo>
                    <a:lnTo>
                      <a:pt x="2010472" y="613638"/>
                    </a:lnTo>
                    <a:lnTo>
                      <a:pt x="2003123" y="617727"/>
                    </a:lnTo>
                    <a:lnTo>
                      <a:pt x="1999273" y="624179"/>
                    </a:lnTo>
                    <a:lnTo>
                      <a:pt x="1995026" y="638322"/>
                    </a:lnTo>
                    <a:lnTo>
                      <a:pt x="1995842" y="659919"/>
                    </a:lnTo>
                    <a:lnTo>
                      <a:pt x="2007692" y="678507"/>
                    </a:lnTo>
                    <a:lnTo>
                      <a:pt x="2025024" y="688902"/>
                    </a:lnTo>
                    <a:lnTo>
                      <a:pt x="2043669" y="699025"/>
                    </a:lnTo>
                    <a:lnTo>
                      <a:pt x="2070232" y="699069"/>
                    </a:lnTo>
                    <a:lnTo>
                      <a:pt x="2094122" y="685562"/>
                    </a:lnTo>
                    <a:lnTo>
                      <a:pt x="2119433" y="671255"/>
                    </a:lnTo>
                    <a:lnTo>
                      <a:pt x="2142001" y="658497"/>
                    </a:lnTo>
                    <a:lnTo>
                      <a:pt x="2168842" y="643326"/>
                    </a:lnTo>
                    <a:lnTo>
                      <a:pt x="2193151" y="629577"/>
                    </a:lnTo>
                    <a:lnTo>
                      <a:pt x="2219548" y="624637"/>
                    </a:lnTo>
                    <a:lnTo>
                      <a:pt x="2256125" y="617797"/>
                    </a:lnTo>
                    <a:lnTo>
                      <a:pt x="2302169" y="609180"/>
                    </a:lnTo>
                    <a:lnTo>
                      <a:pt x="2324587" y="599368"/>
                    </a:lnTo>
                    <a:lnTo>
                      <a:pt x="2353557" y="586687"/>
                    </a:lnTo>
                    <a:lnTo>
                      <a:pt x="2386977" y="572055"/>
                    </a:lnTo>
                    <a:lnTo>
                      <a:pt x="2415818" y="559431"/>
                    </a:lnTo>
                    <a:lnTo>
                      <a:pt x="2430319" y="552433"/>
                    </a:lnTo>
                    <a:lnTo>
                      <a:pt x="2440633" y="544450"/>
                    </a:lnTo>
                    <a:lnTo>
                      <a:pt x="2443191" y="538544"/>
                    </a:lnTo>
                    <a:lnTo>
                      <a:pt x="2442582" y="535153"/>
                    </a:lnTo>
                    <a:lnTo>
                      <a:pt x="2439920" y="531756"/>
                    </a:lnTo>
                    <a:lnTo>
                      <a:pt x="2436241" y="529247"/>
                    </a:lnTo>
                    <a:lnTo>
                      <a:pt x="2432970" y="527114"/>
                    </a:lnTo>
                    <a:lnTo>
                      <a:pt x="2431435" y="524472"/>
                    </a:lnTo>
                    <a:lnTo>
                      <a:pt x="2431130" y="518693"/>
                    </a:lnTo>
                    <a:lnTo>
                      <a:pt x="2429125" y="515372"/>
                    </a:lnTo>
                    <a:lnTo>
                      <a:pt x="2427213" y="512927"/>
                    </a:lnTo>
                    <a:lnTo>
                      <a:pt x="2427936" y="490561"/>
                    </a:lnTo>
                    <a:lnTo>
                      <a:pt x="2425414" y="483626"/>
                    </a:lnTo>
                    <a:lnTo>
                      <a:pt x="2416014" y="466048"/>
                    </a:lnTo>
                    <a:lnTo>
                      <a:pt x="2433941" y="458167"/>
                    </a:lnTo>
                    <a:lnTo>
                      <a:pt x="2450550" y="450858"/>
                    </a:lnTo>
                    <a:lnTo>
                      <a:pt x="2463795" y="445448"/>
                    </a:lnTo>
                    <a:lnTo>
                      <a:pt x="2491541" y="444597"/>
                    </a:lnTo>
                    <a:lnTo>
                      <a:pt x="2517307" y="444705"/>
                    </a:lnTo>
                    <a:lnTo>
                      <a:pt x="2552820" y="444851"/>
                    </a:lnTo>
                    <a:lnTo>
                      <a:pt x="2582741" y="444971"/>
                    </a:lnTo>
                    <a:lnTo>
                      <a:pt x="2617649" y="445117"/>
                    </a:lnTo>
                    <a:lnTo>
                      <a:pt x="2638113" y="445200"/>
                    </a:lnTo>
                    <a:lnTo>
                      <a:pt x="2664928" y="444946"/>
                    </a:lnTo>
                    <a:lnTo>
                      <a:pt x="2677997" y="424656"/>
                    </a:lnTo>
                    <a:lnTo>
                      <a:pt x="2689676" y="406513"/>
                    </a:lnTo>
                    <a:lnTo>
                      <a:pt x="2702539" y="389177"/>
                    </a:lnTo>
                    <a:lnTo>
                      <a:pt x="2725406" y="368824"/>
                    </a:lnTo>
                    <a:lnTo>
                      <a:pt x="2732047" y="365166"/>
                    </a:lnTo>
                    <a:lnTo>
                      <a:pt x="2735710" y="357139"/>
                    </a:lnTo>
                    <a:lnTo>
                      <a:pt x="2749570" y="349512"/>
                    </a:lnTo>
                    <a:lnTo>
                      <a:pt x="2764841" y="342438"/>
                    </a:lnTo>
                    <a:lnTo>
                      <a:pt x="2770830" y="335802"/>
                    </a:lnTo>
                    <a:lnTo>
                      <a:pt x="2773729" y="332023"/>
                    </a:lnTo>
                    <a:lnTo>
                      <a:pt x="2815076" y="296232"/>
                    </a:lnTo>
                    <a:lnTo>
                      <a:pt x="2838559" y="279702"/>
                    </a:lnTo>
                    <a:lnTo>
                      <a:pt x="2857953" y="270501"/>
                    </a:lnTo>
                    <a:lnTo>
                      <a:pt x="2872717" y="266106"/>
                    </a:lnTo>
                    <a:lnTo>
                      <a:pt x="2882686" y="266735"/>
                    </a:lnTo>
                    <a:lnTo>
                      <a:pt x="2888355" y="26611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8" name="pg3868">
                <a:extLst>
                  <a:ext uri="{FF2B5EF4-FFF2-40B4-BE49-F238E27FC236}">
                    <a16:creationId xmlns:a16="http://schemas.microsoft.com/office/drawing/2014/main" id="{FDB45E59-13DB-EFAE-70E7-E55D412ED3EB}"/>
                  </a:ext>
                </a:extLst>
              </p:cNvPr>
              <p:cNvSpPr/>
              <p:nvPr/>
            </p:nvSpPr>
            <p:spPr>
              <a:xfrm>
                <a:off x="5359282" y="3307053"/>
                <a:ext cx="225302" cy="75760"/>
              </a:xfrm>
              <a:custGeom>
                <a:avLst/>
                <a:gdLst/>
                <a:ahLst/>
                <a:cxnLst/>
                <a:rect l="0" t="0" r="0" b="0"/>
                <a:pathLst>
                  <a:path w="225302" h="75760">
                    <a:moveTo>
                      <a:pt x="153584" y="30132"/>
                    </a:moveTo>
                    <a:lnTo>
                      <a:pt x="160385" y="30983"/>
                    </a:lnTo>
                    <a:lnTo>
                      <a:pt x="166235" y="28513"/>
                    </a:lnTo>
                    <a:lnTo>
                      <a:pt x="171775" y="23521"/>
                    </a:lnTo>
                    <a:lnTo>
                      <a:pt x="184637" y="16771"/>
                    </a:lnTo>
                    <a:lnTo>
                      <a:pt x="195598" y="13818"/>
                    </a:lnTo>
                    <a:lnTo>
                      <a:pt x="199050" y="13208"/>
                    </a:lnTo>
                    <a:lnTo>
                      <a:pt x="204275" y="17946"/>
                    </a:lnTo>
                    <a:lnTo>
                      <a:pt x="214641" y="14142"/>
                    </a:lnTo>
                    <a:lnTo>
                      <a:pt x="225302" y="12008"/>
                    </a:lnTo>
                    <a:lnTo>
                      <a:pt x="179185" y="33669"/>
                    </a:lnTo>
                    <a:lnTo>
                      <a:pt x="169754" y="36108"/>
                    </a:lnTo>
                    <a:lnTo>
                      <a:pt x="156261" y="42560"/>
                    </a:lnTo>
                    <a:lnTo>
                      <a:pt x="143507" y="47132"/>
                    </a:lnTo>
                    <a:lnTo>
                      <a:pt x="134324" y="48796"/>
                    </a:lnTo>
                    <a:lnTo>
                      <a:pt x="88662" y="64875"/>
                    </a:lnTo>
                    <a:lnTo>
                      <a:pt x="85040" y="65224"/>
                    </a:lnTo>
                    <a:lnTo>
                      <a:pt x="81122" y="63656"/>
                    </a:lnTo>
                    <a:lnTo>
                      <a:pt x="43512" y="71937"/>
                    </a:lnTo>
                    <a:lnTo>
                      <a:pt x="28076" y="72870"/>
                    </a:lnTo>
                    <a:lnTo>
                      <a:pt x="14020" y="75760"/>
                    </a:lnTo>
                    <a:lnTo>
                      <a:pt x="24417" y="69092"/>
                    </a:lnTo>
                    <a:lnTo>
                      <a:pt x="24644" y="66596"/>
                    </a:lnTo>
                    <a:lnTo>
                      <a:pt x="22159" y="64646"/>
                    </a:lnTo>
                    <a:lnTo>
                      <a:pt x="16598" y="65212"/>
                    </a:lnTo>
                    <a:lnTo>
                      <a:pt x="10903" y="72076"/>
                    </a:lnTo>
                    <a:lnTo>
                      <a:pt x="1813" y="74369"/>
                    </a:lnTo>
                    <a:lnTo>
                      <a:pt x="0" y="66895"/>
                    </a:lnTo>
                    <a:lnTo>
                      <a:pt x="3033" y="61109"/>
                    </a:lnTo>
                    <a:lnTo>
                      <a:pt x="7141" y="55623"/>
                    </a:lnTo>
                    <a:lnTo>
                      <a:pt x="16169" y="46999"/>
                    </a:lnTo>
                    <a:lnTo>
                      <a:pt x="29083" y="41531"/>
                    </a:lnTo>
                    <a:lnTo>
                      <a:pt x="35646" y="36806"/>
                    </a:lnTo>
                    <a:lnTo>
                      <a:pt x="40194" y="40966"/>
                    </a:lnTo>
                    <a:lnTo>
                      <a:pt x="41191" y="35346"/>
                    </a:lnTo>
                    <a:lnTo>
                      <a:pt x="44690" y="32101"/>
                    </a:lnTo>
                    <a:lnTo>
                      <a:pt x="48493" y="30354"/>
                    </a:lnTo>
                    <a:lnTo>
                      <a:pt x="57640" y="30310"/>
                    </a:lnTo>
                    <a:lnTo>
                      <a:pt x="62565" y="29427"/>
                    </a:lnTo>
                    <a:lnTo>
                      <a:pt x="66126" y="27560"/>
                    </a:lnTo>
                    <a:lnTo>
                      <a:pt x="69779" y="27211"/>
                    </a:lnTo>
                    <a:lnTo>
                      <a:pt x="79784" y="29757"/>
                    </a:lnTo>
                    <a:lnTo>
                      <a:pt x="89556" y="29027"/>
                    </a:lnTo>
                    <a:lnTo>
                      <a:pt x="97447" y="25509"/>
                    </a:lnTo>
                    <a:lnTo>
                      <a:pt x="105648" y="24328"/>
                    </a:lnTo>
                    <a:lnTo>
                      <a:pt x="127343" y="23534"/>
                    </a:lnTo>
                    <a:lnTo>
                      <a:pt x="148902" y="20962"/>
                    </a:lnTo>
                    <a:lnTo>
                      <a:pt x="157522" y="16390"/>
                    </a:lnTo>
                    <a:lnTo>
                      <a:pt x="175630" y="3575"/>
                    </a:lnTo>
                    <a:lnTo>
                      <a:pt x="186048" y="0"/>
                    </a:lnTo>
                    <a:lnTo>
                      <a:pt x="169826" y="14891"/>
                    </a:lnTo>
                    <a:lnTo>
                      <a:pt x="161108" y="2171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g3869">
                <a:extLst>
                  <a:ext uri="{FF2B5EF4-FFF2-40B4-BE49-F238E27FC236}">
                    <a16:creationId xmlns:a16="http://schemas.microsoft.com/office/drawing/2014/main" id="{99809029-6927-F1C9-247B-6BDE29D420A4}"/>
                  </a:ext>
                </a:extLst>
              </p:cNvPr>
              <p:cNvSpPr/>
              <p:nvPr/>
            </p:nvSpPr>
            <p:spPr>
              <a:xfrm>
                <a:off x="5954108" y="2877417"/>
                <a:ext cx="23756" cy="26893"/>
              </a:xfrm>
              <a:custGeom>
                <a:avLst/>
                <a:gdLst/>
                <a:ahLst/>
                <a:cxnLst/>
                <a:rect l="0" t="0" r="0" b="0"/>
                <a:pathLst>
                  <a:path w="23756" h="26893">
                    <a:moveTo>
                      <a:pt x="17596" y="18663"/>
                    </a:moveTo>
                    <a:lnTo>
                      <a:pt x="10841" y="17558"/>
                    </a:lnTo>
                    <a:lnTo>
                      <a:pt x="10981" y="24423"/>
                    </a:lnTo>
                    <a:lnTo>
                      <a:pt x="10226" y="26893"/>
                    </a:lnTo>
                    <a:lnTo>
                      <a:pt x="2744" y="23363"/>
                    </a:lnTo>
                    <a:lnTo>
                      <a:pt x="0" y="21089"/>
                    </a:lnTo>
                    <a:lnTo>
                      <a:pt x="237" y="11995"/>
                    </a:lnTo>
                    <a:lnTo>
                      <a:pt x="6847" y="3397"/>
                    </a:lnTo>
                    <a:lnTo>
                      <a:pt x="11885" y="0"/>
                    </a:lnTo>
                    <a:lnTo>
                      <a:pt x="18381" y="2355"/>
                    </a:lnTo>
                    <a:lnTo>
                      <a:pt x="23368" y="11983"/>
                    </a:lnTo>
                    <a:lnTo>
                      <a:pt x="23756" y="1612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g3870">
                <a:extLst>
                  <a:ext uri="{FF2B5EF4-FFF2-40B4-BE49-F238E27FC236}">
                    <a16:creationId xmlns:a16="http://schemas.microsoft.com/office/drawing/2014/main" id="{BEAC7FB6-B5C0-5FA4-F1E0-F099D6D43144}"/>
                  </a:ext>
                </a:extLst>
              </p:cNvPr>
              <p:cNvSpPr/>
              <p:nvPr/>
            </p:nvSpPr>
            <p:spPr>
              <a:xfrm>
                <a:off x="5337706" y="3371376"/>
                <a:ext cx="17833" cy="18174"/>
              </a:xfrm>
              <a:custGeom>
                <a:avLst/>
                <a:gdLst/>
                <a:ahLst/>
                <a:cxnLst/>
                <a:rect l="0" t="0" r="0" b="0"/>
                <a:pathLst>
                  <a:path w="17833" h="18174">
                    <a:moveTo>
                      <a:pt x="0" y="18174"/>
                    </a:moveTo>
                    <a:lnTo>
                      <a:pt x="5048" y="5702"/>
                    </a:lnTo>
                    <a:lnTo>
                      <a:pt x="14330" y="0"/>
                    </a:lnTo>
                    <a:lnTo>
                      <a:pt x="17689" y="1187"/>
                    </a:lnTo>
                    <a:lnTo>
                      <a:pt x="17833" y="5594"/>
                    </a:lnTo>
                    <a:lnTo>
                      <a:pt x="16531" y="9360"/>
                    </a:lnTo>
                    <a:lnTo>
                      <a:pt x="10304" y="15164"/>
                    </a:lnTo>
                    <a:lnTo>
                      <a:pt x="5054" y="1763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g3871">
                <a:extLst>
                  <a:ext uri="{FF2B5EF4-FFF2-40B4-BE49-F238E27FC236}">
                    <a16:creationId xmlns:a16="http://schemas.microsoft.com/office/drawing/2014/main" id="{76652541-DFDE-2D0B-5F99-42B04C594241}"/>
                  </a:ext>
                </a:extLst>
              </p:cNvPr>
              <p:cNvSpPr/>
              <p:nvPr/>
            </p:nvSpPr>
            <p:spPr>
              <a:xfrm>
                <a:off x="5698253" y="3267490"/>
                <a:ext cx="33791" cy="16879"/>
              </a:xfrm>
              <a:custGeom>
                <a:avLst/>
                <a:gdLst/>
                <a:ahLst/>
                <a:cxnLst/>
                <a:rect l="0" t="0" r="0" b="0"/>
                <a:pathLst>
                  <a:path w="33791" h="16879">
                    <a:moveTo>
                      <a:pt x="4645" y="16879"/>
                    </a:moveTo>
                    <a:lnTo>
                      <a:pt x="0" y="12776"/>
                    </a:lnTo>
                    <a:lnTo>
                      <a:pt x="7270" y="10878"/>
                    </a:lnTo>
                    <a:lnTo>
                      <a:pt x="16454" y="1130"/>
                    </a:lnTo>
                    <a:lnTo>
                      <a:pt x="22562" y="0"/>
                    </a:lnTo>
                    <a:lnTo>
                      <a:pt x="32158" y="5518"/>
                    </a:lnTo>
                    <a:lnTo>
                      <a:pt x="33791" y="1052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g3872">
                <a:extLst>
                  <a:ext uri="{FF2B5EF4-FFF2-40B4-BE49-F238E27FC236}">
                    <a16:creationId xmlns:a16="http://schemas.microsoft.com/office/drawing/2014/main" id="{455CDD2F-D5C4-6DA7-29AE-D8EF12D92194}"/>
                  </a:ext>
                </a:extLst>
              </p:cNvPr>
              <p:cNvSpPr/>
              <p:nvPr/>
            </p:nvSpPr>
            <p:spPr>
              <a:xfrm>
                <a:off x="5643532" y="3241859"/>
                <a:ext cx="12087" cy="24671"/>
              </a:xfrm>
              <a:custGeom>
                <a:avLst/>
                <a:gdLst/>
                <a:ahLst/>
                <a:cxnLst/>
                <a:rect l="0" t="0" r="0" b="0"/>
                <a:pathLst>
                  <a:path w="12087" h="24671">
                    <a:moveTo>
                      <a:pt x="5855" y="24671"/>
                    </a:moveTo>
                    <a:lnTo>
                      <a:pt x="0" y="24048"/>
                    </a:lnTo>
                    <a:lnTo>
                      <a:pt x="2971" y="19248"/>
                    </a:lnTo>
                    <a:lnTo>
                      <a:pt x="4103" y="12199"/>
                    </a:lnTo>
                    <a:lnTo>
                      <a:pt x="6991" y="4457"/>
                    </a:lnTo>
                    <a:lnTo>
                      <a:pt x="8655" y="2089"/>
                    </a:lnTo>
                    <a:lnTo>
                      <a:pt x="12087" y="0"/>
                    </a:lnTo>
                    <a:lnTo>
                      <a:pt x="11095" y="2111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g3873">
                <a:extLst>
                  <a:ext uri="{FF2B5EF4-FFF2-40B4-BE49-F238E27FC236}">
                    <a16:creationId xmlns:a16="http://schemas.microsoft.com/office/drawing/2014/main" id="{F198C73E-F20E-9F92-7CCC-560E686945F7}"/>
                  </a:ext>
                </a:extLst>
              </p:cNvPr>
              <p:cNvSpPr/>
              <p:nvPr/>
            </p:nvSpPr>
            <p:spPr>
              <a:xfrm>
                <a:off x="5761346" y="3275262"/>
                <a:ext cx="27001" cy="19248"/>
              </a:xfrm>
              <a:custGeom>
                <a:avLst/>
                <a:gdLst/>
                <a:ahLst/>
                <a:cxnLst/>
                <a:rect l="0" t="0" r="0" b="0"/>
                <a:pathLst>
                  <a:path w="27001" h="19248">
                    <a:moveTo>
                      <a:pt x="18836" y="19248"/>
                    </a:moveTo>
                    <a:lnTo>
                      <a:pt x="0" y="14453"/>
                    </a:lnTo>
                    <a:lnTo>
                      <a:pt x="15498" y="10389"/>
                    </a:lnTo>
                    <a:lnTo>
                      <a:pt x="18030" y="8973"/>
                    </a:lnTo>
                    <a:lnTo>
                      <a:pt x="20050" y="2997"/>
                    </a:lnTo>
                    <a:lnTo>
                      <a:pt x="20303" y="0"/>
                    </a:lnTo>
                    <a:lnTo>
                      <a:pt x="26190" y="12853"/>
                    </a:lnTo>
                    <a:lnTo>
                      <a:pt x="27001" y="1715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g3874">
                <a:extLst>
                  <a:ext uri="{FF2B5EF4-FFF2-40B4-BE49-F238E27FC236}">
                    <a16:creationId xmlns:a16="http://schemas.microsoft.com/office/drawing/2014/main" id="{4A5A0218-374C-06D0-EA2A-9BD1FD7FDF16}"/>
                  </a:ext>
                </a:extLst>
              </p:cNvPr>
              <p:cNvSpPr/>
              <p:nvPr/>
            </p:nvSpPr>
            <p:spPr>
              <a:xfrm>
                <a:off x="5180933" y="3984239"/>
                <a:ext cx="8624" cy="14377"/>
              </a:xfrm>
              <a:custGeom>
                <a:avLst/>
                <a:gdLst/>
                <a:ahLst/>
                <a:cxnLst/>
                <a:rect l="0" t="0" r="0" b="0"/>
                <a:pathLst>
                  <a:path w="8624" h="14377">
                    <a:moveTo>
                      <a:pt x="7028" y="14377"/>
                    </a:moveTo>
                    <a:lnTo>
                      <a:pt x="0" y="0"/>
                    </a:lnTo>
                    <a:lnTo>
                      <a:pt x="7229" y="4648"/>
                    </a:lnTo>
                    <a:lnTo>
                      <a:pt x="8521" y="8515"/>
                    </a:lnTo>
                    <a:lnTo>
                      <a:pt x="8624" y="1173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g3875">
                <a:extLst>
                  <a:ext uri="{FF2B5EF4-FFF2-40B4-BE49-F238E27FC236}">
                    <a16:creationId xmlns:a16="http://schemas.microsoft.com/office/drawing/2014/main" id="{42EC96D2-CEA3-58A8-EE48-28CCC5E0546A}"/>
                  </a:ext>
                </a:extLst>
              </p:cNvPr>
              <p:cNvSpPr/>
              <p:nvPr/>
            </p:nvSpPr>
            <p:spPr>
              <a:xfrm>
                <a:off x="5183801" y="4007259"/>
                <a:ext cx="24727" cy="72349"/>
              </a:xfrm>
              <a:custGeom>
                <a:avLst/>
                <a:gdLst/>
                <a:ahLst/>
                <a:cxnLst/>
                <a:rect l="0" t="0" r="0" b="0"/>
                <a:pathLst>
                  <a:path w="24727" h="72349">
                    <a:moveTo>
                      <a:pt x="1250" y="72349"/>
                    </a:moveTo>
                    <a:lnTo>
                      <a:pt x="0" y="71213"/>
                    </a:lnTo>
                    <a:lnTo>
                      <a:pt x="16267" y="63796"/>
                    </a:lnTo>
                    <a:lnTo>
                      <a:pt x="21399" y="37670"/>
                    </a:lnTo>
                    <a:lnTo>
                      <a:pt x="22102" y="25623"/>
                    </a:lnTo>
                    <a:lnTo>
                      <a:pt x="19663" y="4388"/>
                    </a:lnTo>
                    <a:lnTo>
                      <a:pt x="19745" y="0"/>
                    </a:lnTo>
                    <a:lnTo>
                      <a:pt x="22391" y="6845"/>
                    </a:lnTo>
                    <a:lnTo>
                      <a:pt x="24727" y="26658"/>
                    </a:lnTo>
                    <a:lnTo>
                      <a:pt x="23849" y="41683"/>
                    </a:lnTo>
                    <a:lnTo>
                      <a:pt x="19130" y="63573"/>
                    </a:lnTo>
                    <a:lnTo>
                      <a:pt x="15446" y="6880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g3876">
                <a:extLst>
                  <a:ext uri="{FF2B5EF4-FFF2-40B4-BE49-F238E27FC236}">
                    <a16:creationId xmlns:a16="http://schemas.microsoft.com/office/drawing/2014/main" id="{073C8E9B-1962-C824-A61A-4A030AC58A13}"/>
                  </a:ext>
                </a:extLst>
              </p:cNvPr>
              <p:cNvSpPr/>
              <p:nvPr/>
            </p:nvSpPr>
            <p:spPr>
              <a:xfrm>
                <a:off x="5152676" y="4082556"/>
                <a:ext cx="21404" cy="9277"/>
              </a:xfrm>
              <a:custGeom>
                <a:avLst/>
                <a:gdLst/>
                <a:ahLst/>
                <a:cxnLst/>
                <a:rect l="0" t="0" r="0" b="0"/>
                <a:pathLst>
                  <a:path w="21404" h="9277">
                    <a:moveTo>
                      <a:pt x="2170" y="9277"/>
                    </a:moveTo>
                    <a:lnTo>
                      <a:pt x="0" y="8725"/>
                    </a:lnTo>
                    <a:lnTo>
                      <a:pt x="12619" y="2089"/>
                    </a:lnTo>
                    <a:lnTo>
                      <a:pt x="21404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g3877">
                <a:extLst>
                  <a:ext uri="{FF2B5EF4-FFF2-40B4-BE49-F238E27FC236}">
                    <a16:creationId xmlns:a16="http://schemas.microsoft.com/office/drawing/2014/main" id="{74096A5F-4216-592C-9B97-5887CF5B4EE5}"/>
                  </a:ext>
                </a:extLst>
              </p:cNvPr>
              <p:cNvSpPr/>
              <p:nvPr/>
            </p:nvSpPr>
            <p:spPr>
              <a:xfrm>
                <a:off x="5095061" y="4115235"/>
                <a:ext cx="33993" cy="39982"/>
              </a:xfrm>
              <a:custGeom>
                <a:avLst/>
                <a:gdLst/>
                <a:ahLst/>
                <a:cxnLst/>
                <a:rect l="0" t="0" r="0" b="0"/>
                <a:pathLst>
                  <a:path w="33993" h="39982">
                    <a:moveTo>
                      <a:pt x="0" y="39982"/>
                    </a:moveTo>
                    <a:lnTo>
                      <a:pt x="9689" y="23744"/>
                    </a:lnTo>
                    <a:lnTo>
                      <a:pt x="28825" y="3149"/>
                    </a:lnTo>
                    <a:lnTo>
                      <a:pt x="33993" y="0"/>
                    </a:lnTo>
                    <a:lnTo>
                      <a:pt x="18081" y="17590"/>
                    </a:lnTo>
                    <a:lnTo>
                      <a:pt x="2635" y="3848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g3878">
                <a:extLst>
                  <a:ext uri="{FF2B5EF4-FFF2-40B4-BE49-F238E27FC236}">
                    <a16:creationId xmlns:a16="http://schemas.microsoft.com/office/drawing/2014/main" id="{FE2F848B-DB46-101B-2B98-3AD52C16BA38}"/>
                  </a:ext>
                </a:extLst>
              </p:cNvPr>
              <p:cNvSpPr/>
              <p:nvPr/>
            </p:nvSpPr>
            <p:spPr>
              <a:xfrm>
                <a:off x="4494680" y="5206518"/>
                <a:ext cx="17373" cy="15672"/>
              </a:xfrm>
              <a:custGeom>
                <a:avLst/>
                <a:gdLst/>
                <a:ahLst/>
                <a:cxnLst/>
                <a:rect l="0" t="0" r="0" b="0"/>
                <a:pathLst>
                  <a:path w="17373" h="15672">
                    <a:moveTo>
                      <a:pt x="13601" y="15672"/>
                    </a:moveTo>
                    <a:lnTo>
                      <a:pt x="5968" y="13183"/>
                    </a:lnTo>
                    <a:lnTo>
                      <a:pt x="1798" y="8725"/>
                    </a:lnTo>
                    <a:lnTo>
                      <a:pt x="0" y="0"/>
                    </a:lnTo>
                    <a:lnTo>
                      <a:pt x="6645" y="9239"/>
                    </a:lnTo>
                    <a:lnTo>
                      <a:pt x="9028" y="11329"/>
                    </a:lnTo>
                    <a:lnTo>
                      <a:pt x="17373" y="122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g3879">
                <a:extLst>
                  <a:ext uri="{FF2B5EF4-FFF2-40B4-BE49-F238E27FC236}">
                    <a16:creationId xmlns:a16="http://schemas.microsoft.com/office/drawing/2014/main" id="{79CB12CD-218A-AE55-0A26-07DDF734A90C}"/>
                  </a:ext>
                </a:extLst>
              </p:cNvPr>
              <p:cNvSpPr/>
              <p:nvPr/>
            </p:nvSpPr>
            <p:spPr>
              <a:xfrm>
                <a:off x="4498091" y="5186660"/>
                <a:ext cx="9033" cy="26938"/>
              </a:xfrm>
              <a:custGeom>
                <a:avLst/>
                <a:gdLst/>
                <a:ahLst/>
                <a:cxnLst/>
                <a:rect l="0" t="0" r="0" b="0"/>
                <a:pathLst>
                  <a:path w="9033" h="26938">
                    <a:moveTo>
                      <a:pt x="8883" y="26938"/>
                    </a:moveTo>
                    <a:lnTo>
                      <a:pt x="3550" y="14142"/>
                    </a:lnTo>
                    <a:lnTo>
                      <a:pt x="0" y="0"/>
                    </a:lnTo>
                    <a:lnTo>
                      <a:pt x="5079" y="4578"/>
                    </a:lnTo>
                    <a:lnTo>
                      <a:pt x="9033" y="192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g3880">
                <a:extLst>
                  <a:ext uri="{FF2B5EF4-FFF2-40B4-BE49-F238E27FC236}">
                    <a16:creationId xmlns:a16="http://schemas.microsoft.com/office/drawing/2014/main" id="{C56278F6-9BC7-6161-1C34-7CCA803C7EE5}"/>
                  </a:ext>
                </a:extLst>
              </p:cNvPr>
              <p:cNvSpPr/>
              <p:nvPr/>
            </p:nvSpPr>
            <p:spPr>
              <a:xfrm>
                <a:off x="4666217" y="5362642"/>
                <a:ext cx="34236" cy="51158"/>
              </a:xfrm>
              <a:custGeom>
                <a:avLst/>
                <a:gdLst/>
                <a:ahLst/>
                <a:cxnLst/>
                <a:rect l="0" t="0" r="0" b="0"/>
                <a:pathLst>
                  <a:path w="34236" h="51158">
                    <a:moveTo>
                      <a:pt x="0" y="51158"/>
                    </a:moveTo>
                    <a:lnTo>
                      <a:pt x="2330" y="45036"/>
                    </a:lnTo>
                    <a:lnTo>
                      <a:pt x="10531" y="31948"/>
                    </a:lnTo>
                    <a:lnTo>
                      <a:pt x="13182" y="25788"/>
                    </a:lnTo>
                    <a:lnTo>
                      <a:pt x="18722" y="21883"/>
                    </a:lnTo>
                    <a:lnTo>
                      <a:pt x="23880" y="14821"/>
                    </a:lnTo>
                    <a:lnTo>
                      <a:pt x="24267" y="6585"/>
                    </a:lnTo>
                    <a:lnTo>
                      <a:pt x="31760" y="825"/>
                    </a:lnTo>
                    <a:lnTo>
                      <a:pt x="34236" y="0"/>
                    </a:lnTo>
                    <a:lnTo>
                      <a:pt x="21032" y="2670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g3881">
                <a:extLst>
                  <a:ext uri="{FF2B5EF4-FFF2-40B4-BE49-F238E27FC236}">
                    <a16:creationId xmlns:a16="http://schemas.microsoft.com/office/drawing/2014/main" id="{55CB12DF-83BA-DD71-C654-39D51C5EDA68}"/>
                  </a:ext>
                </a:extLst>
              </p:cNvPr>
              <p:cNvSpPr/>
              <p:nvPr/>
            </p:nvSpPr>
            <p:spPr>
              <a:xfrm>
                <a:off x="3456939" y="4803878"/>
                <a:ext cx="26706" cy="20480"/>
              </a:xfrm>
              <a:custGeom>
                <a:avLst/>
                <a:gdLst/>
                <a:ahLst/>
                <a:cxnLst/>
                <a:rect l="0" t="0" r="0" b="0"/>
                <a:pathLst>
                  <a:path w="26706" h="20480">
                    <a:moveTo>
                      <a:pt x="18603" y="20480"/>
                    </a:moveTo>
                    <a:lnTo>
                      <a:pt x="1100" y="9214"/>
                    </a:lnTo>
                    <a:lnTo>
                      <a:pt x="0" y="4375"/>
                    </a:lnTo>
                    <a:lnTo>
                      <a:pt x="8635" y="0"/>
                    </a:lnTo>
                    <a:lnTo>
                      <a:pt x="13906" y="387"/>
                    </a:lnTo>
                    <a:lnTo>
                      <a:pt x="22241" y="6109"/>
                    </a:lnTo>
                    <a:lnTo>
                      <a:pt x="25290" y="7703"/>
                    </a:lnTo>
                    <a:lnTo>
                      <a:pt x="26706" y="10020"/>
                    </a:lnTo>
                    <a:lnTo>
                      <a:pt x="25900" y="13646"/>
                    </a:lnTo>
                    <a:lnTo>
                      <a:pt x="22536" y="1862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g3882">
                <a:extLst>
                  <a:ext uri="{FF2B5EF4-FFF2-40B4-BE49-F238E27FC236}">
                    <a16:creationId xmlns:a16="http://schemas.microsoft.com/office/drawing/2014/main" id="{1B6954C8-618D-5572-FBD7-EFC04895022C}"/>
                  </a:ext>
                </a:extLst>
              </p:cNvPr>
              <p:cNvSpPr/>
              <p:nvPr/>
            </p:nvSpPr>
            <p:spPr>
              <a:xfrm>
                <a:off x="2924653" y="5000397"/>
                <a:ext cx="20774" cy="30399"/>
              </a:xfrm>
              <a:custGeom>
                <a:avLst/>
                <a:gdLst/>
                <a:ahLst/>
                <a:cxnLst/>
                <a:rect l="0" t="0" r="0" b="0"/>
                <a:pathLst>
                  <a:path w="20774" h="30399">
                    <a:moveTo>
                      <a:pt x="0" y="30399"/>
                    </a:moveTo>
                    <a:lnTo>
                      <a:pt x="5121" y="19749"/>
                    </a:lnTo>
                    <a:lnTo>
                      <a:pt x="6072" y="15482"/>
                    </a:lnTo>
                    <a:lnTo>
                      <a:pt x="14469" y="2006"/>
                    </a:lnTo>
                    <a:lnTo>
                      <a:pt x="18903" y="0"/>
                    </a:lnTo>
                    <a:lnTo>
                      <a:pt x="20774" y="5734"/>
                    </a:lnTo>
                    <a:lnTo>
                      <a:pt x="12138" y="15202"/>
                    </a:lnTo>
                    <a:lnTo>
                      <a:pt x="2294" y="300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g3883">
                <a:extLst>
                  <a:ext uri="{FF2B5EF4-FFF2-40B4-BE49-F238E27FC236}">
                    <a16:creationId xmlns:a16="http://schemas.microsoft.com/office/drawing/2014/main" id="{2192EF5E-0BEB-10C9-4936-141539322C52}"/>
                  </a:ext>
                </a:extLst>
              </p:cNvPr>
              <p:cNvSpPr/>
              <p:nvPr/>
            </p:nvSpPr>
            <p:spPr>
              <a:xfrm>
                <a:off x="2949515" y="4968054"/>
                <a:ext cx="42075" cy="30323"/>
              </a:xfrm>
              <a:custGeom>
                <a:avLst/>
                <a:gdLst/>
                <a:ahLst/>
                <a:cxnLst/>
                <a:rect l="0" t="0" r="0" b="0"/>
                <a:pathLst>
                  <a:path w="42075" h="30323">
                    <a:moveTo>
                      <a:pt x="0" y="30323"/>
                    </a:moveTo>
                    <a:lnTo>
                      <a:pt x="4816" y="23299"/>
                    </a:lnTo>
                    <a:lnTo>
                      <a:pt x="12645" y="19756"/>
                    </a:lnTo>
                    <a:lnTo>
                      <a:pt x="29822" y="6261"/>
                    </a:lnTo>
                    <a:lnTo>
                      <a:pt x="36830" y="5334"/>
                    </a:lnTo>
                    <a:lnTo>
                      <a:pt x="40478" y="685"/>
                    </a:lnTo>
                    <a:lnTo>
                      <a:pt x="42075" y="0"/>
                    </a:lnTo>
                    <a:lnTo>
                      <a:pt x="41042" y="5696"/>
                    </a:lnTo>
                    <a:lnTo>
                      <a:pt x="27223" y="13786"/>
                    </a:lnTo>
                    <a:lnTo>
                      <a:pt x="3886" y="2978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g3884">
                <a:extLst>
                  <a:ext uri="{FF2B5EF4-FFF2-40B4-BE49-F238E27FC236}">
                    <a16:creationId xmlns:a16="http://schemas.microsoft.com/office/drawing/2014/main" id="{961A8D0D-06E6-CD66-CCA8-7D9EB5A3B5B5}"/>
                  </a:ext>
                </a:extLst>
              </p:cNvPr>
              <p:cNvSpPr/>
              <p:nvPr/>
            </p:nvSpPr>
            <p:spPr>
              <a:xfrm>
                <a:off x="2887740" y="5040830"/>
                <a:ext cx="34318" cy="75366"/>
              </a:xfrm>
              <a:custGeom>
                <a:avLst/>
                <a:gdLst/>
                <a:ahLst/>
                <a:cxnLst/>
                <a:rect l="0" t="0" r="0" b="0"/>
                <a:pathLst>
                  <a:path w="34318" h="75366">
                    <a:moveTo>
                      <a:pt x="0" y="75366"/>
                    </a:moveTo>
                    <a:lnTo>
                      <a:pt x="909" y="64215"/>
                    </a:lnTo>
                    <a:lnTo>
                      <a:pt x="9503" y="38877"/>
                    </a:lnTo>
                    <a:lnTo>
                      <a:pt x="26965" y="5575"/>
                    </a:lnTo>
                    <a:lnTo>
                      <a:pt x="34318" y="0"/>
                    </a:lnTo>
                    <a:lnTo>
                      <a:pt x="14175" y="36521"/>
                    </a:lnTo>
                    <a:lnTo>
                      <a:pt x="3302" y="6788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g3885">
                <a:extLst>
                  <a:ext uri="{FF2B5EF4-FFF2-40B4-BE49-F238E27FC236}">
                    <a16:creationId xmlns:a16="http://schemas.microsoft.com/office/drawing/2014/main" id="{A631AC08-5DFC-79ED-BC0E-B6B424027227}"/>
                  </a:ext>
                </a:extLst>
              </p:cNvPr>
              <p:cNvSpPr/>
              <p:nvPr/>
            </p:nvSpPr>
            <p:spPr>
              <a:xfrm>
                <a:off x="3130649" y="4843237"/>
                <a:ext cx="34081" cy="26658"/>
              </a:xfrm>
              <a:custGeom>
                <a:avLst/>
                <a:gdLst/>
                <a:ahLst/>
                <a:cxnLst/>
                <a:rect l="0" t="0" r="0" b="0"/>
                <a:pathLst>
                  <a:path w="34081" h="26658">
                    <a:moveTo>
                      <a:pt x="0" y="26658"/>
                    </a:moveTo>
                    <a:lnTo>
                      <a:pt x="23068" y="6655"/>
                    </a:lnTo>
                    <a:lnTo>
                      <a:pt x="27905" y="0"/>
                    </a:lnTo>
                    <a:lnTo>
                      <a:pt x="34081" y="292"/>
                    </a:lnTo>
                    <a:lnTo>
                      <a:pt x="23781" y="11500"/>
                    </a:lnTo>
                    <a:lnTo>
                      <a:pt x="5286" y="2541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g3886">
                <a:extLst>
                  <a:ext uri="{FF2B5EF4-FFF2-40B4-BE49-F238E27FC236}">
                    <a16:creationId xmlns:a16="http://schemas.microsoft.com/office/drawing/2014/main" id="{650B8BB1-B521-11E6-CECA-D29CD00447F8}"/>
                  </a:ext>
                </a:extLst>
              </p:cNvPr>
              <p:cNvSpPr/>
              <p:nvPr/>
            </p:nvSpPr>
            <p:spPr>
              <a:xfrm>
                <a:off x="2885373" y="5122184"/>
                <a:ext cx="25027" cy="140921"/>
              </a:xfrm>
              <a:custGeom>
                <a:avLst/>
                <a:gdLst/>
                <a:ahLst/>
                <a:cxnLst/>
                <a:rect l="0" t="0" r="0" b="0"/>
                <a:pathLst>
                  <a:path w="25027" h="140921">
                    <a:moveTo>
                      <a:pt x="23564" y="140921"/>
                    </a:moveTo>
                    <a:lnTo>
                      <a:pt x="14800" y="112719"/>
                    </a:lnTo>
                    <a:lnTo>
                      <a:pt x="537" y="48898"/>
                    </a:lnTo>
                    <a:lnTo>
                      <a:pt x="0" y="12522"/>
                    </a:lnTo>
                    <a:lnTo>
                      <a:pt x="2242" y="0"/>
                    </a:lnTo>
                    <a:lnTo>
                      <a:pt x="5922" y="51374"/>
                    </a:lnTo>
                    <a:lnTo>
                      <a:pt x="21688" y="116618"/>
                    </a:lnTo>
                    <a:lnTo>
                      <a:pt x="25027" y="13488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g3887">
                <a:extLst>
                  <a:ext uri="{FF2B5EF4-FFF2-40B4-BE49-F238E27FC236}">
                    <a16:creationId xmlns:a16="http://schemas.microsoft.com/office/drawing/2014/main" id="{4B0A7216-4A73-AB12-7034-FACB1FCE841E}"/>
                  </a:ext>
                </a:extLst>
              </p:cNvPr>
              <p:cNvSpPr/>
              <p:nvPr/>
            </p:nvSpPr>
            <p:spPr>
              <a:xfrm>
                <a:off x="5637481" y="3252585"/>
                <a:ext cx="5178" cy="13666"/>
              </a:xfrm>
              <a:custGeom>
                <a:avLst/>
                <a:gdLst/>
                <a:ahLst/>
                <a:cxnLst/>
                <a:rect l="0" t="0" r="0" b="0"/>
                <a:pathLst>
                  <a:path w="5178" h="13666">
                    <a:moveTo>
                      <a:pt x="1095" y="13666"/>
                    </a:moveTo>
                    <a:lnTo>
                      <a:pt x="0" y="7385"/>
                    </a:lnTo>
                    <a:lnTo>
                      <a:pt x="2056" y="165"/>
                    </a:lnTo>
                    <a:lnTo>
                      <a:pt x="4139" y="0"/>
                    </a:lnTo>
                    <a:lnTo>
                      <a:pt x="5178" y="3841"/>
                    </a:lnTo>
                    <a:lnTo>
                      <a:pt x="4030" y="1125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g3888">
                <a:extLst>
                  <a:ext uri="{FF2B5EF4-FFF2-40B4-BE49-F238E27FC236}">
                    <a16:creationId xmlns:a16="http://schemas.microsoft.com/office/drawing/2014/main" id="{670EA70A-892A-BC4C-9B3E-90938BEDB627}"/>
                  </a:ext>
                </a:extLst>
              </p:cNvPr>
              <p:cNvSpPr/>
              <p:nvPr/>
            </p:nvSpPr>
            <p:spPr>
              <a:xfrm>
                <a:off x="5335877" y="3489988"/>
                <a:ext cx="15498" cy="28227"/>
              </a:xfrm>
              <a:custGeom>
                <a:avLst/>
                <a:gdLst/>
                <a:ahLst/>
                <a:cxnLst/>
                <a:rect l="0" t="0" r="0" b="0"/>
                <a:pathLst>
                  <a:path w="15498" h="28227">
                    <a:moveTo>
                      <a:pt x="284" y="28227"/>
                    </a:moveTo>
                    <a:lnTo>
                      <a:pt x="0" y="24442"/>
                    </a:lnTo>
                    <a:lnTo>
                      <a:pt x="15498" y="0"/>
                    </a:lnTo>
                    <a:lnTo>
                      <a:pt x="12697" y="854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g3889">
                <a:extLst>
                  <a:ext uri="{FF2B5EF4-FFF2-40B4-BE49-F238E27FC236}">
                    <a16:creationId xmlns:a16="http://schemas.microsoft.com/office/drawing/2014/main" id="{F4E2557A-0247-9B9B-C1B2-17F16AA27258}"/>
                  </a:ext>
                </a:extLst>
              </p:cNvPr>
              <p:cNvSpPr/>
              <p:nvPr/>
            </p:nvSpPr>
            <p:spPr>
              <a:xfrm>
                <a:off x="5216776" y="3678353"/>
                <a:ext cx="29698" cy="55407"/>
              </a:xfrm>
              <a:custGeom>
                <a:avLst/>
                <a:gdLst/>
                <a:ahLst/>
                <a:cxnLst/>
                <a:rect l="0" t="0" r="0" b="0"/>
                <a:pathLst>
                  <a:path w="29698" h="55407">
                    <a:moveTo>
                      <a:pt x="0" y="55407"/>
                    </a:moveTo>
                    <a:lnTo>
                      <a:pt x="16143" y="29364"/>
                    </a:lnTo>
                    <a:lnTo>
                      <a:pt x="25518" y="7544"/>
                    </a:lnTo>
                    <a:lnTo>
                      <a:pt x="29698" y="0"/>
                    </a:lnTo>
                    <a:lnTo>
                      <a:pt x="25642" y="15291"/>
                    </a:lnTo>
                    <a:lnTo>
                      <a:pt x="18552" y="29351"/>
                    </a:lnTo>
                    <a:lnTo>
                      <a:pt x="4811" y="532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g3890">
                <a:extLst>
                  <a:ext uri="{FF2B5EF4-FFF2-40B4-BE49-F238E27FC236}">
                    <a16:creationId xmlns:a16="http://schemas.microsoft.com/office/drawing/2014/main" id="{F86FF299-2EB1-2CD6-57A3-7A0BD3D449B9}"/>
                  </a:ext>
                </a:extLst>
              </p:cNvPr>
              <p:cNvSpPr/>
              <p:nvPr/>
            </p:nvSpPr>
            <p:spPr>
              <a:xfrm>
                <a:off x="5079677" y="4146288"/>
                <a:ext cx="13513" cy="6191"/>
              </a:xfrm>
              <a:custGeom>
                <a:avLst/>
                <a:gdLst/>
                <a:ahLst/>
                <a:cxnLst/>
                <a:rect l="0" t="0" r="0" b="0"/>
                <a:pathLst>
                  <a:path w="13513" h="6191">
                    <a:moveTo>
                      <a:pt x="11157" y="6191"/>
                    </a:moveTo>
                    <a:lnTo>
                      <a:pt x="6997" y="4756"/>
                    </a:lnTo>
                    <a:lnTo>
                      <a:pt x="1266" y="2013"/>
                    </a:lnTo>
                    <a:lnTo>
                      <a:pt x="0" y="0"/>
                    </a:lnTo>
                    <a:lnTo>
                      <a:pt x="5467" y="730"/>
                    </a:lnTo>
                    <a:lnTo>
                      <a:pt x="13513" y="58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g3891">
                <a:extLst>
                  <a:ext uri="{FF2B5EF4-FFF2-40B4-BE49-F238E27FC236}">
                    <a16:creationId xmlns:a16="http://schemas.microsoft.com/office/drawing/2014/main" id="{F47BB54C-1FC6-D0B0-6234-425163BC1CF5}"/>
                  </a:ext>
                </a:extLst>
              </p:cNvPr>
              <p:cNvSpPr/>
              <p:nvPr/>
            </p:nvSpPr>
            <p:spPr>
              <a:xfrm>
                <a:off x="4577198" y="5440364"/>
                <a:ext cx="10779" cy="15615"/>
              </a:xfrm>
              <a:custGeom>
                <a:avLst/>
                <a:gdLst/>
                <a:ahLst/>
                <a:cxnLst/>
                <a:rect l="0" t="0" r="0" b="0"/>
                <a:pathLst>
                  <a:path w="10779" h="15615">
                    <a:moveTo>
                      <a:pt x="6020" y="15615"/>
                    </a:moveTo>
                    <a:lnTo>
                      <a:pt x="4511" y="14790"/>
                    </a:lnTo>
                    <a:lnTo>
                      <a:pt x="4511" y="10890"/>
                    </a:lnTo>
                    <a:lnTo>
                      <a:pt x="0" y="2260"/>
                    </a:lnTo>
                    <a:lnTo>
                      <a:pt x="170" y="0"/>
                    </a:lnTo>
                    <a:lnTo>
                      <a:pt x="10516" y="8446"/>
                    </a:lnTo>
                    <a:lnTo>
                      <a:pt x="10779" y="10713"/>
                    </a:lnTo>
                    <a:lnTo>
                      <a:pt x="9193" y="1294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g3892">
                <a:extLst>
                  <a:ext uri="{FF2B5EF4-FFF2-40B4-BE49-F238E27FC236}">
                    <a16:creationId xmlns:a16="http://schemas.microsoft.com/office/drawing/2014/main" id="{EC0CBB28-1812-2F9C-7D8B-30D266768FA0}"/>
                  </a:ext>
                </a:extLst>
              </p:cNvPr>
              <p:cNvSpPr/>
              <p:nvPr/>
            </p:nvSpPr>
            <p:spPr>
              <a:xfrm>
                <a:off x="4637878" y="5427841"/>
                <a:ext cx="6681" cy="5543"/>
              </a:xfrm>
              <a:custGeom>
                <a:avLst/>
                <a:gdLst/>
                <a:ahLst/>
                <a:cxnLst/>
                <a:rect l="0" t="0" r="0" b="0"/>
                <a:pathLst>
                  <a:path w="6681" h="5543">
                    <a:moveTo>
                      <a:pt x="0" y="5543"/>
                    </a:moveTo>
                    <a:lnTo>
                      <a:pt x="1002" y="3695"/>
                    </a:lnTo>
                    <a:lnTo>
                      <a:pt x="5178" y="0"/>
                    </a:lnTo>
                    <a:lnTo>
                      <a:pt x="6681" y="1435"/>
                    </a:lnTo>
                    <a:lnTo>
                      <a:pt x="6516" y="3283"/>
                    </a:lnTo>
                    <a:lnTo>
                      <a:pt x="2005" y="554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g3893">
                <a:extLst>
                  <a:ext uri="{FF2B5EF4-FFF2-40B4-BE49-F238E27FC236}">
                    <a16:creationId xmlns:a16="http://schemas.microsoft.com/office/drawing/2014/main" id="{EA5FEA13-754D-5504-2AC0-6675462BC52C}"/>
                  </a:ext>
                </a:extLst>
              </p:cNvPr>
              <p:cNvSpPr/>
              <p:nvPr/>
            </p:nvSpPr>
            <p:spPr>
              <a:xfrm>
                <a:off x="4657267" y="5415509"/>
                <a:ext cx="5348" cy="5550"/>
              </a:xfrm>
              <a:custGeom>
                <a:avLst/>
                <a:gdLst/>
                <a:ahLst/>
                <a:cxnLst/>
                <a:rect l="0" t="0" r="0" b="0"/>
                <a:pathLst>
                  <a:path w="5348" h="5550">
                    <a:moveTo>
                      <a:pt x="0" y="5550"/>
                    </a:moveTo>
                    <a:lnTo>
                      <a:pt x="4175" y="0"/>
                    </a:lnTo>
                    <a:lnTo>
                      <a:pt x="5348" y="412"/>
                    </a:lnTo>
                    <a:lnTo>
                      <a:pt x="2842" y="493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g3894">
                <a:extLst>
                  <a:ext uri="{FF2B5EF4-FFF2-40B4-BE49-F238E27FC236}">
                    <a16:creationId xmlns:a16="http://schemas.microsoft.com/office/drawing/2014/main" id="{33B0889A-F5ED-272C-E64E-F8A4FFCCA1ED}"/>
                  </a:ext>
                </a:extLst>
              </p:cNvPr>
              <p:cNvSpPr/>
              <p:nvPr/>
            </p:nvSpPr>
            <p:spPr>
              <a:xfrm>
                <a:off x="4607290" y="5439132"/>
                <a:ext cx="21895" cy="8630"/>
              </a:xfrm>
              <a:custGeom>
                <a:avLst/>
                <a:gdLst/>
                <a:ahLst/>
                <a:cxnLst/>
                <a:rect l="0" t="0" r="0" b="0"/>
                <a:pathLst>
                  <a:path w="21895" h="8630">
                    <a:moveTo>
                      <a:pt x="5012" y="8630"/>
                    </a:moveTo>
                    <a:lnTo>
                      <a:pt x="0" y="6369"/>
                    </a:lnTo>
                    <a:lnTo>
                      <a:pt x="5513" y="3289"/>
                    </a:lnTo>
                    <a:lnTo>
                      <a:pt x="21895" y="0"/>
                    </a:lnTo>
                    <a:lnTo>
                      <a:pt x="15709" y="4108"/>
                    </a:lnTo>
                    <a:lnTo>
                      <a:pt x="9860" y="555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g3895">
                <a:extLst>
                  <a:ext uri="{FF2B5EF4-FFF2-40B4-BE49-F238E27FC236}">
                    <a16:creationId xmlns:a16="http://schemas.microsoft.com/office/drawing/2014/main" id="{1B159B0B-0ED9-0C8A-40EC-2FED7C7BB5E3}"/>
                  </a:ext>
                </a:extLst>
              </p:cNvPr>
              <p:cNvSpPr/>
              <p:nvPr/>
            </p:nvSpPr>
            <p:spPr>
              <a:xfrm>
                <a:off x="4570537" y="4631229"/>
                <a:ext cx="6945" cy="31688"/>
              </a:xfrm>
              <a:custGeom>
                <a:avLst/>
                <a:gdLst/>
                <a:ahLst/>
                <a:cxnLst/>
                <a:rect l="0" t="0" r="0" b="0"/>
                <a:pathLst>
                  <a:path w="6945" h="31688">
                    <a:moveTo>
                      <a:pt x="2237" y="31688"/>
                    </a:moveTo>
                    <a:lnTo>
                      <a:pt x="201" y="20467"/>
                    </a:lnTo>
                    <a:lnTo>
                      <a:pt x="0" y="9570"/>
                    </a:lnTo>
                    <a:lnTo>
                      <a:pt x="3565" y="3124"/>
                    </a:lnTo>
                    <a:lnTo>
                      <a:pt x="6945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g3896">
                <a:extLst>
                  <a:ext uri="{FF2B5EF4-FFF2-40B4-BE49-F238E27FC236}">
                    <a16:creationId xmlns:a16="http://schemas.microsoft.com/office/drawing/2014/main" id="{1D4343FA-EC9E-A757-B8C0-C6F2452DE379}"/>
                  </a:ext>
                </a:extLst>
              </p:cNvPr>
              <p:cNvSpPr/>
              <p:nvPr/>
            </p:nvSpPr>
            <p:spPr>
              <a:xfrm>
                <a:off x="4554992" y="5448277"/>
                <a:ext cx="10567" cy="12891"/>
              </a:xfrm>
              <a:custGeom>
                <a:avLst/>
                <a:gdLst/>
                <a:ahLst/>
                <a:cxnLst/>
                <a:rect l="0" t="0" r="0" b="0"/>
                <a:pathLst>
                  <a:path w="10567" h="12891">
                    <a:moveTo>
                      <a:pt x="0" y="12891"/>
                    </a:moveTo>
                    <a:lnTo>
                      <a:pt x="5529" y="7772"/>
                    </a:lnTo>
                    <a:lnTo>
                      <a:pt x="7322" y="0"/>
                    </a:lnTo>
                    <a:lnTo>
                      <a:pt x="10567" y="6070"/>
                    </a:lnTo>
                    <a:lnTo>
                      <a:pt x="10505" y="9754"/>
                    </a:lnTo>
                    <a:lnTo>
                      <a:pt x="6857" y="1160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g3897">
                <a:extLst>
                  <a:ext uri="{FF2B5EF4-FFF2-40B4-BE49-F238E27FC236}">
                    <a16:creationId xmlns:a16="http://schemas.microsoft.com/office/drawing/2014/main" id="{2C21AA20-78D3-87D6-5894-0DEF5E151D05}"/>
                  </a:ext>
                </a:extLst>
              </p:cNvPr>
              <p:cNvSpPr/>
              <p:nvPr/>
            </p:nvSpPr>
            <p:spPr>
              <a:xfrm>
                <a:off x="4681421" y="5037121"/>
                <a:ext cx="28195" cy="83983"/>
              </a:xfrm>
              <a:custGeom>
                <a:avLst/>
                <a:gdLst/>
                <a:ahLst/>
                <a:cxnLst/>
                <a:rect l="0" t="0" r="0" b="0"/>
                <a:pathLst>
                  <a:path w="28195" h="83983">
                    <a:moveTo>
                      <a:pt x="28195" y="83983"/>
                    </a:moveTo>
                    <a:lnTo>
                      <a:pt x="18464" y="61770"/>
                    </a:lnTo>
                    <a:lnTo>
                      <a:pt x="6438" y="26938"/>
                    </a:lnTo>
                    <a:lnTo>
                      <a:pt x="0" y="0"/>
                    </a:lnTo>
                    <a:lnTo>
                      <a:pt x="4356" y="7283"/>
                    </a:lnTo>
                    <a:lnTo>
                      <a:pt x="8614" y="22359"/>
                    </a:lnTo>
                    <a:lnTo>
                      <a:pt x="26474" y="7440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g3898">
                <a:extLst>
                  <a:ext uri="{FF2B5EF4-FFF2-40B4-BE49-F238E27FC236}">
                    <a16:creationId xmlns:a16="http://schemas.microsoft.com/office/drawing/2014/main" id="{0D99EF55-F21F-3DC8-ECE1-49A3F7ED228D}"/>
                  </a:ext>
                </a:extLst>
              </p:cNvPr>
              <p:cNvSpPr/>
              <p:nvPr/>
            </p:nvSpPr>
            <p:spPr>
              <a:xfrm>
                <a:off x="4535949" y="5462902"/>
                <a:ext cx="7699" cy="4470"/>
              </a:xfrm>
              <a:custGeom>
                <a:avLst/>
                <a:gdLst/>
                <a:ahLst/>
                <a:cxnLst/>
                <a:rect l="0" t="0" r="0" b="0"/>
                <a:pathLst>
                  <a:path w="7699" h="4470">
                    <a:moveTo>
                      <a:pt x="232" y="4470"/>
                    </a:moveTo>
                    <a:lnTo>
                      <a:pt x="0" y="2457"/>
                    </a:lnTo>
                    <a:lnTo>
                      <a:pt x="4630" y="0"/>
                    </a:lnTo>
                    <a:lnTo>
                      <a:pt x="7699" y="165"/>
                    </a:lnTo>
                    <a:lnTo>
                      <a:pt x="7586" y="2889"/>
                    </a:lnTo>
                    <a:lnTo>
                      <a:pt x="2919" y="41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g3899">
                <a:extLst>
                  <a:ext uri="{FF2B5EF4-FFF2-40B4-BE49-F238E27FC236}">
                    <a16:creationId xmlns:a16="http://schemas.microsoft.com/office/drawing/2014/main" id="{604C772E-55CD-F56A-33ED-F2BE3D4CDB44}"/>
                  </a:ext>
                </a:extLst>
              </p:cNvPr>
              <p:cNvSpPr/>
              <p:nvPr/>
            </p:nvSpPr>
            <p:spPr>
              <a:xfrm>
                <a:off x="3781115" y="4789697"/>
                <a:ext cx="7508" cy="12059"/>
              </a:xfrm>
              <a:custGeom>
                <a:avLst/>
                <a:gdLst/>
                <a:ahLst/>
                <a:cxnLst/>
                <a:rect l="0" t="0" r="0" b="0"/>
                <a:pathLst>
                  <a:path w="7508" h="12059">
                    <a:moveTo>
                      <a:pt x="0" y="12059"/>
                    </a:moveTo>
                    <a:lnTo>
                      <a:pt x="263" y="9462"/>
                    </a:lnTo>
                    <a:lnTo>
                      <a:pt x="4490" y="2648"/>
                    </a:lnTo>
                    <a:lnTo>
                      <a:pt x="7508" y="0"/>
                    </a:lnTo>
                    <a:lnTo>
                      <a:pt x="5746" y="525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g3900">
                <a:extLst>
                  <a:ext uri="{FF2B5EF4-FFF2-40B4-BE49-F238E27FC236}">
                    <a16:creationId xmlns:a16="http://schemas.microsoft.com/office/drawing/2014/main" id="{931D8FFB-E0AF-8D98-E3B6-8AD64AB7DA2D}"/>
                  </a:ext>
                </a:extLst>
              </p:cNvPr>
              <p:cNvSpPr/>
              <p:nvPr/>
            </p:nvSpPr>
            <p:spPr>
              <a:xfrm>
                <a:off x="3804479" y="4723202"/>
                <a:ext cx="17435" cy="7734"/>
              </a:xfrm>
              <a:custGeom>
                <a:avLst/>
                <a:gdLst/>
                <a:ahLst/>
                <a:cxnLst/>
                <a:rect l="0" t="0" r="0" b="0"/>
                <a:pathLst>
                  <a:path w="17435" h="7734">
                    <a:moveTo>
                      <a:pt x="16107" y="7734"/>
                    </a:moveTo>
                    <a:lnTo>
                      <a:pt x="6733" y="5029"/>
                    </a:lnTo>
                    <a:lnTo>
                      <a:pt x="1033" y="2514"/>
                    </a:lnTo>
                    <a:lnTo>
                      <a:pt x="0" y="0"/>
                    </a:lnTo>
                    <a:lnTo>
                      <a:pt x="15756" y="4565"/>
                    </a:lnTo>
                    <a:lnTo>
                      <a:pt x="17435" y="62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g3901">
                <a:extLst>
                  <a:ext uri="{FF2B5EF4-FFF2-40B4-BE49-F238E27FC236}">
                    <a16:creationId xmlns:a16="http://schemas.microsoft.com/office/drawing/2014/main" id="{4494B88B-13B5-B9A3-64E7-EFFF28187D8D}"/>
                  </a:ext>
                </a:extLst>
              </p:cNvPr>
              <p:cNvSpPr/>
              <p:nvPr/>
            </p:nvSpPr>
            <p:spPr>
              <a:xfrm>
                <a:off x="3847510" y="4721970"/>
                <a:ext cx="25921" cy="5569"/>
              </a:xfrm>
              <a:custGeom>
                <a:avLst/>
                <a:gdLst/>
                <a:ahLst/>
                <a:cxnLst/>
                <a:rect l="0" t="0" r="0" b="0"/>
                <a:pathLst>
                  <a:path w="25921" h="5569">
                    <a:moveTo>
                      <a:pt x="16609" y="5569"/>
                    </a:moveTo>
                    <a:lnTo>
                      <a:pt x="2806" y="5308"/>
                    </a:lnTo>
                    <a:lnTo>
                      <a:pt x="0" y="4330"/>
                    </a:lnTo>
                    <a:lnTo>
                      <a:pt x="5539" y="2470"/>
                    </a:lnTo>
                    <a:lnTo>
                      <a:pt x="21895" y="0"/>
                    </a:lnTo>
                    <a:lnTo>
                      <a:pt x="25921" y="27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g3902">
                <a:extLst>
                  <a:ext uri="{FF2B5EF4-FFF2-40B4-BE49-F238E27FC236}">
                    <a16:creationId xmlns:a16="http://schemas.microsoft.com/office/drawing/2014/main" id="{34BD9195-4715-DEF7-CEE1-250028600BCB}"/>
                  </a:ext>
                </a:extLst>
              </p:cNvPr>
              <p:cNvSpPr/>
              <p:nvPr/>
            </p:nvSpPr>
            <p:spPr>
              <a:xfrm>
                <a:off x="3738952" y="4735636"/>
                <a:ext cx="16650" cy="17044"/>
              </a:xfrm>
              <a:custGeom>
                <a:avLst/>
                <a:gdLst/>
                <a:ahLst/>
                <a:cxnLst/>
                <a:rect l="0" t="0" r="0" b="0"/>
                <a:pathLst>
                  <a:path w="16650" h="17044">
                    <a:moveTo>
                      <a:pt x="12862" y="17044"/>
                    </a:moveTo>
                    <a:lnTo>
                      <a:pt x="7679" y="14034"/>
                    </a:lnTo>
                    <a:lnTo>
                      <a:pt x="0" y="13761"/>
                    </a:lnTo>
                    <a:lnTo>
                      <a:pt x="3379" y="11697"/>
                    </a:lnTo>
                    <a:lnTo>
                      <a:pt x="5751" y="9684"/>
                    </a:lnTo>
                    <a:lnTo>
                      <a:pt x="6935" y="7518"/>
                    </a:lnTo>
                    <a:lnTo>
                      <a:pt x="16650" y="0"/>
                    </a:lnTo>
                    <a:lnTo>
                      <a:pt x="13896" y="5518"/>
                    </a:lnTo>
                    <a:lnTo>
                      <a:pt x="12490" y="109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g3903">
                <a:extLst>
                  <a:ext uri="{FF2B5EF4-FFF2-40B4-BE49-F238E27FC236}">
                    <a16:creationId xmlns:a16="http://schemas.microsoft.com/office/drawing/2014/main" id="{A144D23A-3B3B-00DD-6382-3CE058DF58F6}"/>
                  </a:ext>
                </a:extLst>
              </p:cNvPr>
              <p:cNvSpPr/>
              <p:nvPr/>
            </p:nvSpPr>
            <p:spPr>
              <a:xfrm>
                <a:off x="3789234" y="4750191"/>
                <a:ext cx="5746" cy="36527"/>
              </a:xfrm>
              <a:custGeom>
                <a:avLst/>
                <a:gdLst/>
                <a:ahLst/>
                <a:cxnLst/>
                <a:rect l="0" t="0" r="0" b="0"/>
                <a:pathLst>
                  <a:path w="5746" h="36527">
                    <a:moveTo>
                      <a:pt x="1188" y="36527"/>
                    </a:moveTo>
                    <a:lnTo>
                      <a:pt x="4118" y="16695"/>
                    </a:lnTo>
                    <a:lnTo>
                      <a:pt x="0" y="0"/>
                    </a:lnTo>
                    <a:lnTo>
                      <a:pt x="4340" y="7328"/>
                    </a:lnTo>
                    <a:lnTo>
                      <a:pt x="5746" y="16047"/>
                    </a:lnTo>
                    <a:lnTo>
                      <a:pt x="4175" y="323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g3904">
                <a:extLst>
                  <a:ext uri="{FF2B5EF4-FFF2-40B4-BE49-F238E27FC236}">
                    <a16:creationId xmlns:a16="http://schemas.microsoft.com/office/drawing/2014/main" id="{3AEDB855-0819-CB45-B38E-9FEC45DFCD1F}"/>
                  </a:ext>
                </a:extLst>
              </p:cNvPr>
              <p:cNvSpPr/>
              <p:nvPr/>
            </p:nvSpPr>
            <p:spPr>
              <a:xfrm>
                <a:off x="4186131" y="4792371"/>
                <a:ext cx="40173" cy="16358"/>
              </a:xfrm>
              <a:custGeom>
                <a:avLst/>
                <a:gdLst/>
                <a:ahLst/>
                <a:cxnLst/>
                <a:rect l="0" t="0" r="0" b="0"/>
                <a:pathLst>
                  <a:path w="40173" h="16358">
                    <a:moveTo>
                      <a:pt x="11482" y="16358"/>
                    </a:moveTo>
                    <a:lnTo>
                      <a:pt x="0" y="12954"/>
                    </a:lnTo>
                    <a:lnTo>
                      <a:pt x="7136" y="12307"/>
                    </a:lnTo>
                    <a:lnTo>
                      <a:pt x="12299" y="13685"/>
                    </a:lnTo>
                    <a:lnTo>
                      <a:pt x="25373" y="6991"/>
                    </a:lnTo>
                    <a:lnTo>
                      <a:pt x="32231" y="1924"/>
                    </a:lnTo>
                    <a:lnTo>
                      <a:pt x="40173" y="0"/>
                    </a:lnTo>
                    <a:lnTo>
                      <a:pt x="22102" y="116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g3905">
                <a:extLst>
                  <a:ext uri="{FF2B5EF4-FFF2-40B4-BE49-F238E27FC236}">
                    <a16:creationId xmlns:a16="http://schemas.microsoft.com/office/drawing/2014/main" id="{97A11904-2DE0-3A42-EA69-A70533308EB8}"/>
                  </a:ext>
                </a:extLst>
              </p:cNvPr>
              <p:cNvSpPr/>
              <p:nvPr/>
            </p:nvSpPr>
            <p:spPr>
              <a:xfrm>
                <a:off x="5923277" y="2903466"/>
                <a:ext cx="8449" cy="10395"/>
              </a:xfrm>
              <a:custGeom>
                <a:avLst/>
                <a:gdLst/>
                <a:ahLst/>
                <a:cxnLst/>
                <a:rect l="0" t="0" r="0" b="0"/>
                <a:pathLst>
                  <a:path w="8449" h="10395">
                    <a:moveTo>
                      <a:pt x="4428" y="10395"/>
                    </a:moveTo>
                    <a:lnTo>
                      <a:pt x="139" y="9563"/>
                    </a:lnTo>
                    <a:lnTo>
                      <a:pt x="0" y="3149"/>
                    </a:lnTo>
                    <a:lnTo>
                      <a:pt x="1297" y="971"/>
                    </a:lnTo>
                    <a:lnTo>
                      <a:pt x="2780" y="0"/>
                    </a:lnTo>
                    <a:lnTo>
                      <a:pt x="4981" y="1803"/>
                    </a:lnTo>
                    <a:lnTo>
                      <a:pt x="8449" y="782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g3906">
                <a:extLst>
                  <a:ext uri="{FF2B5EF4-FFF2-40B4-BE49-F238E27FC236}">
                    <a16:creationId xmlns:a16="http://schemas.microsoft.com/office/drawing/2014/main" id="{E0B77820-8841-D725-9D49-87AD34051250}"/>
                  </a:ext>
                </a:extLst>
              </p:cNvPr>
              <p:cNvSpPr/>
              <p:nvPr/>
            </p:nvSpPr>
            <p:spPr>
              <a:xfrm>
                <a:off x="2399291" y="4782381"/>
                <a:ext cx="513697" cy="755524"/>
              </a:xfrm>
              <a:custGeom>
                <a:avLst/>
                <a:gdLst/>
                <a:ahLst/>
                <a:cxnLst/>
                <a:rect l="0" t="0" r="0" b="0"/>
                <a:pathLst>
                  <a:path w="513697" h="755524">
                    <a:moveTo>
                      <a:pt x="961" y="1759"/>
                    </a:moveTo>
                    <a:lnTo>
                      <a:pt x="26210" y="3480"/>
                    </a:lnTo>
                    <a:lnTo>
                      <a:pt x="41104" y="2895"/>
                    </a:lnTo>
                    <a:lnTo>
                      <a:pt x="45646" y="0"/>
                    </a:lnTo>
                    <a:lnTo>
                      <a:pt x="48008" y="152"/>
                    </a:lnTo>
                    <a:lnTo>
                      <a:pt x="48194" y="3340"/>
                    </a:lnTo>
                    <a:lnTo>
                      <a:pt x="51935" y="4692"/>
                    </a:lnTo>
                    <a:lnTo>
                      <a:pt x="59227" y="4210"/>
                    </a:lnTo>
                    <a:lnTo>
                      <a:pt x="65578" y="8668"/>
                    </a:lnTo>
                    <a:lnTo>
                      <a:pt x="73712" y="22778"/>
                    </a:lnTo>
                    <a:lnTo>
                      <a:pt x="101747" y="45379"/>
                    </a:lnTo>
                    <a:lnTo>
                      <a:pt x="104108" y="53133"/>
                    </a:lnTo>
                    <a:lnTo>
                      <a:pt x="113865" y="64316"/>
                    </a:lnTo>
                    <a:lnTo>
                      <a:pt x="131807" y="81507"/>
                    </a:lnTo>
                    <a:lnTo>
                      <a:pt x="141962" y="96329"/>
                    </a:lnTo>
                    <a:lnTo>
                      <a:pt x="144324" y="108782"/>
                    </a:lnTo>
                    <a:lnTo>
                      <a:pt x="153491" y="128481"/>
                    </a:lnTo>
                    <a:lnTo>
                      <a:pt x="169449" y="155419"/>
                    </a:lnTo>
                    <a:lnTo>
                      <a:pt x="176560" y="169942"/>
                    </a:lnTo>
                    <a:lnTo>
                      <a:pt x="174824" y="172038"/>
                    </a:lnTo>
                    <a:lnTo>
                      <a:pt x="176079" y="179620"/>
                    </a:lnTo>
                    <a:lnTo>
                      <a:pt x="180338" y="192683"/>
                    </a:lnTo>
                    <a:lnTo>
                      <a:pt x="188249" y="203745"/>
                    </a:lnTo>
                    <a:lnTo>
                      <a:pt x="199820" y="212807"/>
                    </a:lnTo>
                    <a:lnTo>
                      <a:pt x="211520" y="229077"/>
                    </a:lnTo>
                    <a:lnTo>
                      <a:pt x="223349" y="252561"/>
                    </a:lnTo>
                    <a:lnTo>
                      <a:pt x="237679" y="270425"/>
                    </a:lnTo>
                    <a:lnTo>
                      <a:pt x="254500" y="282655"/>
                    </a:lnTo>
                    <a:lnTo>
                      <a:pt x="264024" y="294042"/>
                    </a:lnTo>
                    <a:lnTo>
                      <a:pt x="266251" y="304571"/>
                    </a:lnTo>
                    <a:lnTo>
                      <a:pt x="266086" y="313588"/>
                    </a:lnTo>
                    <a:lnTo>
                      <a:pt x="263522" y="321094"/>
                    </a:lnTo>
                    <a:lnTo>
                      <a:pt x="264608" y="328226"/>
                    </a:lnTo>
                    <a:lnTo>
                      <a:pt x="269336" y="334964"/>
                    </a:lnTo>
                    <a:lnTo>
                      <a:pt x="270912" y="343232"/>
                    </a:lnTo>
                    <a:lnTo>
                      <a:pt x="269062" y="354732"/>
                    </a:lnTo>
                    <a:lnTo>
                      <a:pt x="269191" y="357990"/>
                    </a:lnTo>
                    <a:lnTo>
                      <a:pt x="270561" y="360587"/>
                    </a:lnTo>
                    <a:lnTo>
                      <a:pt x="285496" y="380350"/>
                    </a:lnTo>
                    <a:lnTo>
                      <a:pt x="293170" y="396321"/>
                    </a:lnTo>
                    <a:lnTo>
                      <a:pt x="299262" y="421811"/>
                    </a:lnTo>
                    <a:lnTo>
                      <a:pt x="299293" y="422040"/>
                    </a:lnTo>
                    <a:lnTo>
                      <a:pt x="306099" y="437287"/>
                    </a:lnTo>
                    <a:lnTo>
                      <a:pt x="315887" y="443523"/>
                    </a:lnTo>
                    <a:lnTo>
                      <a:pt x="330925" y="445829"/>
                    </a:lnTo>
                    <a:lnTo>
                      <a:pt x="342351" y="451138"/>
                    </a:lnTo>
                    <a:lnTo>
                      <a:pt x="350165" y="459457"/>
                    </a:lnTo>
                    <a:lnTo>
                      <a:pt x="360019" y="464480"/>
                    </a:lnTo>
                    <a:lnTo>
                      <a:pt x="371916" y="466207"/>
                    </a:lnTo>
                    <a:lnTo>
                      <a:pt x="383321" y="471694"/>
                    </a:lnTo>
                    <a:lnTo>
                      <a:pt x="394230" y="480953"/>
                    </a:lnTo>
                    <a:lnTo>
                      <a:pt x="414575" y="487030"/>
                    </a:lnTo>
                    <a:lnTo>
                      <a:pt x="444357" y="489945"/>
                    </a:lnTo>
                    <a:lnTo>
                      <a:pt x="467022" y="497470"/>
                    </a:lnTo>
                    <a:lnTo>
                      <a:pt x="482577" y="509612"/>
                    </a:lnTo>
                    <a:lnTo>
                      <a:pt x="489419" y="512082"/>
                    </a:lnTo>
                    <a:lnTo>
                      <a:pt x="491269" y="512254"/>
                    </a:lnTo>
                    <a:lnTo>
                      <a:pt x="492158" y="510399"/>
                    </a:lnTo>
                    <a:lnTo>
                      <a:pt x="493331" y="506964"/>
                    </a:lnTo>
                    <a:lnTo>
                      <a:pt x="499352" y="503008"/>
                    </a:lnTo>
                    <a:lnTo>
                      <a:pt x="513697" y="500423"/>
                    </a:lnTo>
                    <a:lnTo>
                      <a:pt x="511770" y="527285"/>
                    </a:lnTo>
                    <a:lnTo>
                      <a:pt x="505372" y="549327"/>
                    </a:lnTo>
                    <a:lnTo>
                      <a:pt x="484293" y="595152"/>
                    </a:lnTo>
                    <a:lnTo>
                      <a:pt x="475508" y="623576"/>
                    </a:lnTo>
                    <a:lnTo>
                      <a:pt x="458511" y="704804"/>
                    </a:lnTo>
                    <a:lnTo>
                      <a:pt x="453534" y="755524"/>
                    </a:lnTo>
                    <a:lnTo>
                      <a:pt x="0" y="755524"/>
                    </a:lnTo>
                    <a:lnTo>
                      <a:pt x="0" y="155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g3907">
                <a:extLst>
                  <a:ext uri="{FF2B5EF4-FFF2-40B4-BE49-F238E27FC236}">
                    <a16:creationId xmlns:a16="http://schemas.microsoft.com/office/drawing/2014/main" id="{34379042-ABA7-400F-1152-C65995970865}"/>
                  </a:ext>
                </a:extLst>
              </p:cNvPr>
              <p:cNvSpPr/>
              <p:nvPr/>
            </p:nvSpPr>
            <p:spPr>
              <a:xfrm>
                <a:off x="4173090" y="2540116"/>
                <a:ext cx="1519164" cy="699069"/>
              </a:xfrm>
              <a:custGeom>
                <a:avLst/>
                <a:gdLst/>
                <a:ahLst/>
                <a:cxnLst/>
                <a:rect l="0" t="0" r="0" b="0"/>
                <a:pathLst>
                  <a:path w="1519164" h="699069">
                    <a:moveTo>
                      <a:pt x="1509975" y="5632"/>
                    </a:moveTo>
                    <a:lnTo>
                      <a:pt x="1494849" y="16263"/>
                    </a:lnTo>
                    <a:lnTo>
                      <a:pt x="1478746" y="33041"/>
                    </a:lnTo>
                    <a:lnTo>
                      <a:pt x="1440965" y="45729"/>
                    </a:lnTo>
                    <a:lnTo>
                      <a:pt x="1426940" y="48955"/>
                    </a:lnTo>
                    <a:lnTo>
                      <a:pt x="1413994" y="47234"/>
                    </a:lnTo>
                    <a:lnTo>
                      <a:pt x="1398238" y="57559"/>
                    </a:lnTo>
                    <a:lnTo>
                      <a:pt x="1379593" y="63872"/>
                    </a:lnTo>
                    <a:lnTo>
                      <a:pt x="1374089" y="73474"/>
                    </a:lnTo>
                    <a:lnTo>
                      <a:pt x="1329270" y="99193"/>
                    </a:lnTo>
                    <a:lnTo>
                      <a:pt x="1312066" y="102431"/>
                    </a:lnTo>
                    <a:lnTo>
                      <a:pt x="1297426" y="109283"/>
                    </a:lnTo>
                    <a:lnTo>
                      <a:pt x="1293095" y="120917"/>
                    </a:lnTo>
                    <a:lnTo>
                      <a:pt x="1280026" y="127934"/>
                    </a:lnTo>
                    <a:lnTo>
                      <a:pt x="1276399" y="133307"/>
                    </a:lnTo>
                    <a:lnTo>
                      <a:pt x="1265407" y="149583"/>
                    </a:lnTo>
                    <a:lnTo>
                      <a:pt x="1244974" y="170603"/>
                    </a:lnTo>
                    <a:lnTo>
                      <a:pt x="1220075" y="174121"/>
                    </a:lnTo>
                    <a:lnTo>
                      <a:pt x="1210975" y="181436"/>
                    </a:lnTo>
                    <a:lnTo>
                      <a:pt x="1200438" y="193242"/>
                    </a:lnTo>
                    <a:lnTo>
                      <a:pt x="1185576" y="201345"/>
                    </a:lnTo>
                    <a:lnTo>
                      <a:pt x="1156233" y="197547"/>
                    </a:lnTo>
                    <a:lnTo>
                      <a:pt x="1163370" y="202513"/>
                    </a:lnTo>
                    <a:lnTo>
                      <a:pt x="1189622" y="210255"/>
                    </a:lnTo>
                    <a:lnTo>
                      <a:pt x="1192351" y="221730"/>
                    </a:lnTo>
                    <a:lnTo>
                      <a:pt x="1179199" y="224473"/>
                    </a:lnTo>
                    <a:lnTo>
                      <a:pt x="1151660" y="239771"/>
                    </a:lnTo>
                    <a:lnTo>
                      <a:pt x="1114556" y="266113"/>
                    </a:lnTo>
                    <a:lnTo>
                      <a:pt x="1108887" y="266735"/>
                    </a:lnTo>
                    <a:lnTo>
                      <a:pt x="1098918" y="266106"/>
                    </a:lnTo>
                    <a:lnTo>
                      <a:pt x="1084154" y="270501"/>
                    </a:lnTo>
                    <a:lnTo>
                      <a:pt x="1064759" y="279702"/>
                    </a:lnTo>
                    <a:lnTo>
                      <a:pt x="1041277" y="296232"/>
                    </a:lnTo>
                    <a:lnTo>
                      <a:pt x="999930" y="332023"/>
                    </a:lnTo>
                    <a:lnTo>
                      <a:pt x="997031" y="335802"/>
                    </a:lnTo>
                    <a:lnTo>
                      <a:pt x="991042" y="342438"/>
                    </a:lnTo>
                    <a:lnTo>
                      <a:pt x="975771" y="349512"/>
                    </a:lnTo>
                    <a:lnTo>
                      <a:pt x="961911" y="357139"/>
                    </a:lnTo>
                    <a:lnTo>
                      <a:pt x="958248" y="365166"/>
                    </a:lnTo>
                    <a:lnTo>
                      <a:pt x="951607" y="368824"/>
                    </a:lnTo>
                    <a:lnTo>
                      <a:pt x="928740" y="389177"/>
                    </a:lnTo>
                    <a:lnTo>
                      <a:pt x="915877" y="406513"/>
                    </a:lnTo>
                    <a:lnTo>
                      <a:pt x="904198" y="424656"/>
                    </a:lnTo>
                    <a:lnTo>
                      <a:pt x="891129" y="444946"/>
                    </a:lnTo>
                    <a:lnTo>
                      <a:pt x="864314" y="445200"/>
                    </a:lnTo>
                    <a:lnTo>
                      <a:pt x="843850" y="445117"/>
                    </a:lnTo>
                    <a:lnTo>
                      <a:pt x="808942" y="444971"/>
                    </a:lnTo>
                    <a:lnTo>
                      <a:pt x="779020" y="444851"/>
                    </a:lnTo>
                    <a:lnTo>
                      <a:pt x="743508" y="444705"/>
                    </a:lnTo>
                    <a:lnTo>
                      <a:pt x="717742" y="444597"/>
                    </a:lnTo>
                    <a:lnTo>
                      <a:pt x="689996" y="445448"/>
                    </a:lnTo>
                    <a:lnTo>
                      <a:pt x="676751" y="450858"/>
                    </a:lnTo>
                    <a:lnTo>
                      <a:pt x="660142" y="458167"/>
                    </a:lnTo>
                    <a:lnTo>
                      <a:pt x="642215" y="466048"/>
                    </a:lnTo>
                    <a:lnTo>
                      <a:pt x="651615" y="483626"/>
                    </a:lnTo>
                    <a:lnTo>
                      <a:pt x="654137" y="490561"/>
                    </a:lnTo>
                    <a:lnTo>
                      <a:pt x="653414" y="512927"/>
                    </a:lnTo>
                    <a:lnTo>
                      <a:pt x="655326" y="515372"/>
                    </a:lnTo>
                    <a:lnTo>
                      <a:pt x="657331" y="518693"/>
                    </a:lnTo>
                    <a:lnTo>
                      <a:pt x="657636" y="524472"/>
                    </a:lnTo>
                    <a:lnTo>
                      <a:pt x="659171" y="527114"/>
                    </a:lnTo>
                    <a:lnTo>
                      <a:pt x="662442" y="529247"/>
                    </a:lnTo>
                    <a:lnTo>
                      <a:pt x="666121" y="531756"/>
                    </a:lnTo>
                    <a:lnTo>
                      <a:pt x="668783" y="535153"/>
                    </a:lnTo>
                    <a:lnTo>
                      <a:pt x="669392" y="538544"/>
                    </a:lnTo>
                    <a:lnTo>
                      <a:pt x="666834" y="544450"/>
                    </a:lnTo>
                    <a:lnTo>
                      <a:pt x="656520" y="552433"/>
                    </a:lnTo>
                    <a:lnTo>
                      <a:pt x="642019" y="559431"/>
                    </a:lnTo>
                    <a:lnTo>
                      <a:pt x="613178" y="572055"/>
                    </a:lnTo>
                    <a:lnTo>
                      <a:pt x="579758" y="586687"/>
                    </a:lnTo>
                    <a:lnTo>
                      <a:pt x="550788" y="599368"/>
                    </a:lnTo>
                    <a:lnTo>
                      <a:pt x="528370" y="609180"/>
                    </a:lnTo>
                    <a:lnTo>
                      <a:pt x="482326" y="617797"/>
                    </a:lnTo>
                    <a:lnTo>
                      <a:pt x="445749" y="624637"/>
                    </a:lnTo>
                    <a:lnTo>
                      <a:pt x="419352" y="629577"/>
                    </a:lnTo>
                    <a:lnTo>
                      <a:pt x="395043" y="643326"/>
                    </a:lnTo>
                    <a:lnTo>
                      <a:pt x="368202" y="658497"/>
                    </a:lnTo>
                    <a:lnTo>
                      <a:pt x="345634" y="671255"/>
                    </a:lnTo>
                    <a:lnTo>
                      <a:pt x="320323" y="685562"/>
                    </a:lnTo>
                    <a:lnTo>
                      <a:pt x="296432" y="699069"/>
                    </a:lnTo>
                    <a:lnTo>
                      <a:pt x="269870" y="699025"/>
                    </a:lnTo>
                    <a:lnTo>
                      <a:pt x="251225" y="688902"/>
                    </a:lnTo>
                    <a:lnTo>
                      <a:pt x="233893" y="678507"/>
                    </a:lnTo>
                    <a:lnTo>
                      <a:pt x="222043" y="659919"/>
                    </a:lnTo>
                    <a:lnTo>
                      <a:pt x="221227" y="638322"/>
                    </a:lnTo>
                    <a:lnTo>
                      <a:pt x="225474" y="624179"/>
                    </a:lnTo>
                    <a:lnTo>
                      <a:pt x="229324" y="617727"/>
                    </a:lnTo>
                    <a:lnTo>
                      <a:pt x="236673" y="613638"/>
                    </a:lnTo>
                    <a:lnTo>
                      <a:pt x="251060" y="606684"/>
                    </a:lnTo>
                    <a:lnTo>
                      <a:pt x="264139" y="592605"/>
                    </a:lnTo>
                    <a:lnTo>
                      <a:pt x="274625" y="584204"/>
                    </a:lnTo>
                    <a:lnTo>
                      <a:pt x="285187" y="575535"/>
                    </a:lnTo>
                    <a:lnTo>
                      <a:pt x="291218" y="560606"/>
                    </a:lnTo>
                    <a:lnTo>
                      <a:pt x="298742" y="524465"/>
                    </a:lnTo>
                    <a:lnTo>
                      <a:pt x="299698" y="517277"/>
                    </a:lnTo>
                    <a:lnTo>
                      <a:pt x="310644" y="492491"/>
                    </a:lnTo>
                    <a:lnTo>
                      <a:pt x="322752" y="465070"/>
                    </a:lnTo>
                    <a:lnTo>
                      <a:pt x="328312" y="452477"/>
                    </a:lnTo>
                    <a:lnTo>
                      <a:pt x="322095" y="419792"/>
                    </a:lnTo>
                    <a:lnTo>
                      <a:pt x="317419" y="394676"/>
                    </a:lnTo>
                    <a:lnTo>
                      <a:pt x="313135" y="371669"/>
                    </a:lnTo>
                    <a:lnTo>
                      <a:pt x="308313" y="345746"/>
                    </a:lnTo>
                    <a:lnTo>
                      <a:pt x="303926" y="322148"/>
                    </a:lnTo>
                    <a:lnTo>
                      <a:pt x="299786" y="299916"/>
                    </a:lnTo>
                    <a:lnTo>
                      <a:pt x="295637" y="277600"/>
                    </a:lnTo>
                    <a:lnTo>
                      <a:pt x="291564" y="255723"/>
                    </a:lnTo>
                    <a:lnTo>
                      <a:pt x="288371" y="240032"/>
                    </a:lnTo>
                    <a:lnTo>
                      <a:pt x="284578" y="221438"/>
                    </a:lnTo>
                    <a:lnTo>
                      <a:pt x="262424" y="208388"/>
                    </a:lnTo>
                    <a:lnTo>
                      <a:pt x="245603" y="199249"/>
                    </a:lnTo>
                    <a:lnTo>
                      <a:pt x="218090" y="184320"/>
                    </a:lnTo>
                    <a:lnTo>
                      <a:pt x="195016" y="171797"/>
                    </a:lnTo>
                    <a:lnTo>
                      <a:pt x="174340" y="160340"/>
                    </a:lnTo>
                    <a:lnTo>
                      <a:pt x="187378" y="137250"/>
                    </a:lnTo>
                    <a:lnTo>
                      <a:pt x="186251" y="133472"/>
                    </a:lnTo>
                    <a:lnTo>
                      <a:pt x="181528" y="128925"/>
                    </a:lnTo>
                    <a:lnTo>
                      <a:pt x="171875" y="121362"/>
                    </a:lnTo>
                    <a:lnTo>
                      <a:pt x="166232" y="120593"/>
                    </a:lnTo>
                    <a:lnTo>
                      <a:pt x="156294" y="122372"/>
                    </a:lnTo>
                    <a:lnTo>
                      <a:pt x="140434" y="127077"/>
                    </a:lnTo>
                    <a:lnTo>
                      <a:pt x="133582" y="125515"/>
                    </a:lnTo>
                    <a:lnTo>
                      <a:pt x="128140" y="117437"/>
                    </a:lnTo>
                    <a:lnTo>
                      <a:pt x="121877" y="107099"/>
                    </a:lnTo>
                    <a:lnTo>
                      <a:pt x="119825" y="99021"/>
                    </a:lnTo>
                    <a:lnTo>
                      <a:pt x="119040" y="88333"/>
                    </a:lnTo>
                    <a:lnTo>
                      <a:pt x="115304" y="78713"/>
                    </a:lnTo>
                    <a:lnTo>
                      <a:pt x="117671" y="73664"/>
                    </a:lnTo>
                    <a:lnTo>
                      <a:pt x="118192" y="71149"/>
                    </a:lnTo>
                    <a:lnTo>
                      <a:pt x="117981" y="67987"/>
                    </a:lnTo>
                    <a:lnTo>
                      <a:pt x="115412" y="65967"/>
                    </a:lnTo>
                    <a:lnTo>
                      <a:pt x="110890" y="65085"/>
                    </a:lnTo>
                    <a:lnTo>
                      <a:pt x="95594" y="69123"/>
                    </a:lnTo>
                    <a:lnTo>
                      <a:pt x="88716" y="69498"/>
                    </a:lnTo>
                    <a:lnTo>
                      <a:pt x="84613" y="71772"/>
                    </a:lnTo>
                    <a:lnTo>
                      <a:pt x="78148" y="76490"/>
                    </a:lnTo>
                    <a:lnTo>
                      <a:pt x="71776" y="77074"/>
                    </a:lnTo>
                    <a:lnTo>
                      <a:pt x="60769" y="65904"/>
                    </a:lnTo>
                    <a:lnTo>
                      <a:pt x="48743" y="53673"/>
                    </a:lnTo>
                    <a:lnTo>
                      <a:pt x="43700" y="36825"/>
                    </a:lnTo>
                    <a:lnTo>
                      <a:pt x="38522" y="19521"/>
                    </a:lnTo>
                    <a:lnTo>
                      <a:pt x="17980" y="9112"/>
                    </a:lnTo>
                    <a:lnTo>
                      <a:pt x="0" y="0"/>
                    </a:lnTo>
                    <a:lnTo>
                      <a:pt x="1519164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g3908">
                <a:extLst>
                  <a:ext uri="{FF2B5EF4-FFF2-40B4-BE49-F238E27FC236}">
                    <a16:creationId xmlns:a16="http://schemas.microsoft.com/office/drawing/2014/main" id="{5E337B31-B007-43B0-54AA-34AABB9EBBFA}"/>
                  </a:ext>
                </a:extLst>
              </p:cNvPr>
              <p:cNvSpPr/>
              <p:nvPr/>
            </p:nvSpPr>
            <p:spPr>
              <a:xfrm>
                <a:off x="6018224" y="2540116"/>
                <a:ext cx="296962" cy="257863"/>
              </a:xfrm>
              <a:custGeom>
                <a:avLst/>
                <a:gdLst/>
                <a:ahLst/>
                <a:cxnLst/>
                <a:rect l="0" t="0" r="0" b="0"/>
                <a:pathLst>
                  <a:path w="296962" h="257863">
                    <a:moveTo>
                      <a:pt x="67195" y="242946"/>
                    </a:moveTo>
                    <a:lnTo>
                      <a:pt x="62725" y="241575"/>
                    </a:lnTo>
                    <a:lnTo>
                      <a:pt x="58875" y="240501"/>
                    </a:lnTo>
                    <a:lnTo>
                      <a:pt x="56643" y="242330"/>
                    </a:lnTo>
                    <a:lnTo>
                      <a:pt x="54529" y="244775"/>
                    </a:lnTo>
                    <a:lnTo>
                      <a:pt x="51924" y="246611"/>
                    </a:lnTo>
                    <a:lnTo>
                      <a:pt x="46457" y="244013"/>
                    </a:lnTo>
                    <a:lnTo>
                      <a:pt x="42979" y="239282"/>
                    </a:lnTo>
                    <a:lnTo>
                      <a:pt x="37393" y="234405"/>
                    </a:lnTo>
                    <a:lnTo>
                      <a:pt x="35279" y="230735"/>
                    </a:lnTo>
                    <a:lnTo>
                      <a:pt x="36401" y="226467"/>
                    </a:lnTo>
                    <a:lnTo>
                      <a:pt x="38881" y="222346"/>
                    </a:lnTo>
                    <a:lnTo>
                      <a:pt x="40002" y="217462"/>
                    </a:lnTo>
                    <a:lnTo>
                      <a:pt x="37269" y="211829"/>
                    </a:lnTo>
                    <a:lnTo>
                      <a:pt x="34783" y="208623"/>
                    </a:lnTo>
                    <a:lnTo>
                      <a:pt x="33047" y="204958"/>
                    </a:lnTo>
                    <a:lnTo>
                      <a:pt x="33667" y="201453"/>
                    </a:lnTo>
                    <a:lnTo>
                      <a:pt x="37145" y="199770"/>
                    </a:lnTo>
                    <a:lnTo>
                      <a:pt x="40375" y="197630"/>
                    </a:lnTo>
                    <a:lnTo>
                      <a:pt x="41491" y="193058"/>
                    </a:lnTo>
                    <a:lnTo>
                      <a:pt x="39501" y="188174"/>
                    </a:lnTo>
                    <a:lnTo>
                      <a:pt x="33791" y="186187"/>
                    </a:lnTo>
                    <a:lnTo>
                      <a:pt x="29073" y="186949"/>
                    </a:lnTo>
                    <a:lnTo>
                      <a:pt x="22241" y="185882"/>
                    </a:lnTo>
                    <a:lnTo>
                      <a:pt x="15663" y="182834"/>
                    </a:lnTo>
                    <a:lnTo>
                      <a:pt x="11316" y="179322"/>
                    </a:lnTo>
                    <a:lnTo>
                      <a:pt x="7963" y="177334"/>
                    </a:lnTo>
                    <a:lnTo>
                      <a:pt x="5353" y="177334"/>
                    </a:lnTo>
                    <a:lnTo>
                      <a:pt x="2247" y="175353"/>
                    </a:lnTo>
                    <a:lnTo>
                      <a:pt x="387" y="171993"/>
                    </a:lnTo>
                    <a:lnTo>
                      <a:pt x="635" y="166500"/>
                    </a:lnTo>
                    <a:lnTo>
                      <a:pt x="1503" y="163147"/>
                    </a:lnTo>
                    <a:lnTo>
                      <a:pt x="3239" y="160245"/>
                    </a:lnTo>
                    <a:lnTo>
                      <a:pt x="3363" y="157038"/>
                    </a:lnTo>
                    <a:lnTo>
                      <a:pt x="2619" y="154746"/>
                    </a:lnTo>
                    <a:lnTo>
                      <a:pt x="2500" y="152923"/>
                    </a:lnTo>
                    <a:lnTo>
                      <a:pt x="2991" y="150631"/>
                    </a:lnTo>
                    <a:lnTo>
                      <a:pt x="4113" y="146052"/>
                    </a:lnTo>
                    <a:lnTo>
                      <a:pt x="2247" y="142699"/>
                    </a:lnTo>
                    <a:lnTo>
                      <a:pt x="2056" y="131078"/>
                    </a:lnTo>
                    <a:lnTo>
                      <a:pt x="1689" y="109334"/>
                    </a:lnTo>
                    <a:lnTo>
                      <a:pt x="1415" y="92677"/>
                    </a:lnTo>
                    <a:lnTo>
                      <a:pt x="1069" y="71740"/>
                    </a:lnTo>
                    <a:lnTo>
                      <a:pt x="867" y="56493"/>
                    </a:lnTo>
                    <a:lnTo>
                      <a:pt x="588" y="35130"/>
                    </a:lnTo>
                    <a:lnTo>
                      <a:pt x="325" y="14859"/>
                    </a:lnTo>
                    <a:lnTo>
                      <a:pt x="0" y="0"/>
                    </a:lnTo>
                    <a:lnTo>
                      <a:pt x="276472" y="0"/>
                    </a:lnTo>
                    <a:lnTo>
                      <a:pt x="276633" y="57"/>
                    </a:lnTo>
                    <a:lnTo>
                      <a:pt x="276810" y="0"/>
                    </a:lnTo>
                    <a:lnTo>
                      <a:pt x="296962" y="0"/>
                    </a:lnTo>
                    <a:lnTo>
                      <a:pt x="296962" y="192012"/>
                    </a:lnTo>
                    <a:lnTo>
                      <a:pt x="290901" y="195833"/>
                    </a:lnTo>
                    <a:lnTo>
                      <a:pt x="267083" y="205085"/>
                    </a:lnTo>
                    <a:lnTo>
                      <a:pt x="239280" y="222746"/>
                    </a:lnTo>
                    <a:lnTo>
                      <a:pt x="203354" y="237625"/>
                    </a:lnTo>
                    <a:lnTo>
                      <a:pt x="195825" y="237682"/>
                    </a:lnTo>
                    <a:lnTo>
                      <a:pt x="179510" y="225438"/>
                    </a:lnTo>
                    <a:lnTo>
                      <a:pt x="184073" y="219863"/>
                    </a:lnTo>
                    <a:lnTo>
                      <a:pt x="188316" y="212306"/>
                    </a:lnTo>
                    <a:lnTo>
                      <a:pt x="184260" y="214484"/>
                    </a:lnTo>
                    <a:lnTo>
                      <a:pt x="181629" y="217761"/>
                    </a:lnTo>
                    <a:lnTo>
                      <a:pt x="171790" y="223019"/>
                    </a:lnTo>
                    <a:lnTo>
                      <a:pt x="179769" y="233199"/>
                    </a:lnTo>
                    <a:lnTo>
                      <a:pt x="175914" y="237015"/>
                    </a:lnTo>
                    <a:lnTo>
                      <a:pt x="164503" y="242032"/>
                    </a:lnTo>
                    <a:lnTo>
                      <a:pt x="153878" y="249290"/>
                    </a:lnTo>
                    <a:lnTo>
                      <a:pt x="144577" y="254142"/>
                    </a:lnTo>
                    <a:lnTo>
                      <a:pt x="137052" y="247970"/>
                    </a:lnTo>
                    <a:lnTo>
                      <a:pt x="116283" y="255768"/>
                    </a:lnTo>
                    <a:lnTo>
                      <a:pt x="98791" y="257863"/>
                    </a:lnTo>
                    <a:lnTo>
                      <a:pt x="95008" y="253913"/>
                    </a:lnTo>
                    <a:lnTo>
                      <a:pt x="93897" y="247677"/>
                    </a:lnTo>
                    <a:lnTo>
                      <a:pt x="87773" y="246172"/>
                    </a:lnTo>
                    <a:lnTo>
                      <a:pt x="76394" y="247893"/>
                    </a:lnTo>
                    <a:lnTo>
                      <a:pt x="72079" y="2445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g3909">
                <a:extLst>
                  <a:ext uri="{FF2B5EF4-FFF2-40B4-BE49-F238E27FC236}">
                    <a16:creationId xmlns:a16="http://schemas.microsoft.com/office/drawing/2014/main" id="{F5A0CA18-EBF4-A318-0C7B-B66861E68D61}"/>
                  </a:ext>
                </a:extLst>
              </p:cNvPr>
              <p:cNvSpPr/>
              <p:nvPr/>
            </p:nvSpPr>
            <p:spPr>
              <a:xfrm>
                <a:off x="5287647" y="2540116"/>
                <a:ext cx="534180" cy="266113"/>
              </a:xfrm>
              <a:custGeom>
                <a:avLst/>
                <a:gdLst/>
                <a:ahLst/>
                <a:cxnLst/>
                <a:rect l="0" t="0" r="0" b="0"/>
                <a:pathLst>
                  <a:path w="534180" h="266113">
                    <a:moveTo>
                      <a:pt x="528260" y="7169"/>
                    </a:moveTo>
                    <a:lnTo>
                      <a:pt x="511940" y="26932"/>
                    </a:lnTo>
                    <a:lnTo>
                      <a:pt x="497548" y="44357"/>
                    </a:lnTo>
                    <a:lnTo>
                      <a:pt x="494318" y="62240"/>
                    </a:lnTo>
                    <a:lnTo>
                      <a:pt x="491254" y="79195"/>
                    </a:lnTo>
                    <a:lnTo>
                      <a:pt x="479347" y="92099"/>
                    </a:lnTo>
                    <a:lnTo>
                      <a:pt x="472087" y="103930"/>
                    </a:lnTo>
                    <a:lnTo>
                      <a:pt x="468847" y="117050"/>
                    </a:lnTo>
                    <a:lnTo>
                      <a:pt x="466139" y="129097"/>
                    </a:lnTo>
                    <a:lnTo>
                      <a:pt x="465932" y="139181"/>
                    </a:lnTo>
                    <a:lnTo>
                      <a:pt x="467973" y="144471"/>
                    </a:lnTo>
                    <a:lnTo>
                      <a:pt x="467012" y="148770"/>
                    </a:lnTo>
                    <a:lnTo>
                      <a:pt x="463074" y="153717"/>
                    </a:lnTo>
                    <a:lnTo>
                      <a:pt x="455199" y="162322"/>
                    </a:lnTo>
                    <a:lnTo>
                      <a:pt x="453798" y="170603"/>
                    </a:lnTo>
                    <a:lnTo>
                      <a:pt x="448982" y="174686"/>
                    </a:lnTo>
                    <a:lnTo>
                      <a:pt x="435246" y="182859"/>
                    </a:lnTo>
                    <a:lnTo>
                      <a:pt x="424042" y="194906"/>
                    </a:lnTo>
                    <a:lnTo>
                      <a:pt x="423495" y="201726"/>
                    </a:lnTo>
                    <a:lnTo>
                      <a:pt x="425112" y="207391"/>
                    </a:lnTo>
                    <a:lnTo>
                      <a:pt x="425360" y="210909"/>
                    </a:lnTo>
                    <a:lnTo>
                      <a:pt x="423122" y="213360"/>
                    </a:lnTo>
                    <a:lnTo>
                      <a:pt x="418637" y="213201"/>
                    </a:lnTo>
                    <a:lnTo>
                      <a:pt x="413784" y="213970"/>
                    </a:lnTo>
                    <a:lnTo>
                      <a:pt x="409697" y="218993"/>
                    </a:lnTo>
                    <a:lnTo>
                      <a:pt x="409800" y="226207"/>
                    </a:lnTo>
                    <a:lnTo>
                      <a:pt x="406813" y="231408"/>
                    </a:lnTo>
                    <a:lnTo>
                      <a:pt x="403325" y="232481"/>
                    </a:lnTo>
                    <a:lnTo>
                      <a:pt x="400338" y="228804"/>
                    </a:lnTo>
                    <a:lnTo>
                      <a:pt x="396746" y="223292"/>
                    </a:lnTo>
                    <a:lnTo>
                      <a:pt x="392540" y="222752"/>
                    </a:lnTo>
                    <a:lnTo>
                      <a:pt x="386153" y="226410"/>
                    </a:lnTo>
                    <a:lnTo>
                      <a:pt x="378277" y="232430"/>
                    </a:lnTo>
                    <a:lnTo>
                      <a:pt x="371192" y="232754"/>
                    </a:lnTo>
                    <a:lnTo>
                      <a:pt x="357890" y="228887"/>
                    </a:lnTo>
                    <a:lnTo>
                      <a:pt x="348180" y="240559"/>
                    </a:lnTo>
                    <a:lnTo>
                      <a:pt x="337757" y="265630"/>
                    </a:lnTo>
                    <a:lnTo>
                      <a:pt x="293717" y="265693"/>
                    </a:lnTo>
                    <a:lnTo>
                      <a:pt x="249678" y="265757"/>
                    </a:lnTo>
                    <a:lnTo>
                      <a:pt x="205634" y="265820"/>
                    </a:lnTo>
                    <a:lnTo>
                      <a:pt x="161594" y="265884"/>
                    </a:lnTo>
                    <a:lnTo>
                      <a:pt x="117555" y="265941"/>
                    </a:lnTo>
                    <a:lnTo>
                      <a:pt x="73516" y="266005"/>
                    </a:lnTo>
                    <a:lnTo>
                      <a:pt x="29476" y="266068"/>
                    </a:lnTo>
                    <a:lnTo>
                      <a:pt x="4831" y="266106"/>
                    </a:lnTo>
                    <a:lnTo>
                      <a:pt x="0" y="266113"/>
                    </a:lnTo>
                    <a:lnTo>
                      <a:pt x="15089" y="261204"/>
                    </a:lnTo>
                    <a:lnTo>
                      <a:pt x="46550" y="242127"/>
                    </a:lnTo>
                    <a:lnTo>
                      <a:pt x="69753" y="235218"/>
                    </a:lnTo>
                    <a:lnTo>
                      <a:pt x="99933" y="215182"/>
                    </a:lnTo>
                    <a:lnTo>
                      <a:pt x="121792" y="211328"/>
                    </a:lnTo>
                    <a:lnTo>
                      <a:pt x="125952" y="206921"/>
                    </a:lnTo>
                    <a:lnTo>
                      <a:pt x="129616" y="190302"/>
                    </a:lnTo>
                    <a:lnTo>
                      <a:pt x="131616" y="184377"/>
                    </a:lnTo>
                    <a:lnTo>
                      <a:pt x="141823" y="168056"/>
                    </a:lnTo>
                    <a:lnTo>
                      <a:pt x="154080" y="154289"/>
                    </a:lnTo>
                    <a:lnTo>
                      <a:pt x="163971" y="135250"/>
                    </a:lnTo>
                    <a:lnTo>
                      <a:pt x="181924" y="123083"/>
                    </a:lnTo>
                    <a:lnTo>
                      <a:pt x="209070" y="112909"/>
                    </a:lnTo>
                    <a:lnTo>
                      <a:pt x="234180" y="90689"/>
                    </a:lnTo>
                    <a:lnTo>
                      <a:pt x="247942" y="83914"/>
                    </a:lnTo>
                    <a:lnTo>
                      <a:pt x="261280" y="79062"/>
                    </a:lnTo>
                    <a:lnTo>
                      <a:pt x="266881" y="70032"/>
                    </a:lnTo>
                    <a:lnTo>
                      <a:pt x="275129" y="64869"/>
                    </a:lnTo>
                    <a:lnTo>
                      <a:pt x="297180" y="54372"/>
                    </a:lnTo>
                    <a:lnTo>
                      <a:pt x="321484" y="51533"/>
                    </a:lnTo>
                    <a:lnTo>
                      <a:pt x="346046" y="42820"/>
                    </a:lnTo>
                    <a:lnTo>
                      <a:pt x="364887" y="38203"/>
                    </a:lnTo>
                    <a:lnTo>
                      <a:pt x="376442" y="30030"/>
                    </a:lnTo>
                    <a:lnTo>
                      <a:pt x="393243" y="25725"/>
                    </a:lnTo>
                    <a:lnTo>
                      <a:pt x="443385" y="2273"/>
                    </a:lnTo>
                    <a:lnTo>
                      <a:pt x="446265" y="0"/>
                    </a:lnTo>
                    <a:lnTo>
                      <a:pt x="534180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g3910">
                <a:extLst>
                  <a:ext uri="{FF2B5EF4-FFF2-40B4-BE49-F238E27FC236}">
                    <a16:creationId xmlns:a16="http://schemas.microsoft.com/office/drawing/2014/main" id="{CAC6D06B-B580-6873-9A49-58657165C72D}"/>
                  </a:ext>
                </a:extLst>
              </p:cNvPr>
              <p:cNvSpPr/>
              <p:nvPr/>
            </p:nvSpPr>
            <p:spPr>
              <a:xfrm>
                <a:off x="6188919" y="2797057"/>
                <a:ext cx="126268" cy="202407"/>
              </a:xfrm>
              <a:custGeom>
                <a:avLst/>
                <a:gdLst/>
                <a:ahLst/>
                <a:cxnLst/>
                <a:rect l="0" t="0" r="0" b="0"/>
                <a:pathLst>
                  <a:path w="126268" h="202407">
                    <a:moveTo>
                      <a:pt x="117079" y="175208"/>
                    </a:moveTo>
                    <a:lnTo>
                      <a:pt x="108057" y="174662"/>
                    </a:lnTo>
                    <a:lnTo>
                      <a:pt x="101406" y="175266"/>
                    </a:lnTo>
                    <a:lnTo>
                      <a:pt x="91386" y="182892"/>
                    </a:lnTo>
                    <a:lnTo>
                      <a:pt x="89830" y="198305"/>
                    </a:lnTo>
                    <a:lnTo>
                      <a:pt x="85406" y="196266"/>
                    </a:lnTo>
                    <a:lnTo>
                      <a:pt x="80916" y="196768"/>
                    </a:lnTo>
                    <a:lnTo>
                      <a:pt x="78595" y="201607"/>
                    </a:lnTo>
                    <a:lnTo>
                      <a:pt x="75288" y="202407"/>
                    </a:lnTo>
                    <a:lnTo>
                      <a:pt x="66529" y="197829"/>
                    </a:lnTo>
                    <a:lnTo>
                      <a:pt x="56214" y="200331"/>
                    </a:lnTo>
                    <a:lnTo>
                      <a:pt x="48147" y="196857"/>
                    </a:lnTo>
                    <a:lnTo>
                      <a:pt x="37863" y="174275"/>
                    </a:lnTo>
                    <a:lnTo>
                      <a:pt x="32401" y="166362"/>
                    </a:lnTo>
                    <a:lnTo>
                      <a:pt x="22717" y="163810"/>
                    </a:lnTo>
                    <a:lnTo>
                      <a:pt x="20205" y="168585"/>
                    </a:lnTo>
                    <a:lnTo>
                      <a:pt x="16448" y="173259"/>
                    </a:lnTo>
                    <a:lnTo>
                      <a:pt x="7126" y="163943"/>
                    </a:lnTo>
                    <a:lnTo>
                      <a:pt x="56" y="129365"/>
                    </a:lnTo>
                    <a:lnTo>
                      <a:pt x="0" y="121021"/>
                    </a:lnTo>
                    <a:lnTo>
                      <a:pt x="9896" y="91936"/>
                    </a:lnTo>
                    <a:lnTo>
                      <a:pt x="34401" y="65753"/>
                    </a:lnTo>
                    <a:lnTo>
                      <a:pt x="26577" y="64877"/>
                    </a:lnTo>
                    <a:lnTo>
                      <a:pt x="4940" y="83033"/>
                    </a:lnTo>
                    <a:lnTo>
                      <a:pt x="7172" y="78638"/>
                    </a:lnTo>
                    <a:lnTo>
                      <a:pt x="10841" y="74059"/>
                    </a:lnTo>
                    <a:lnTo>
                      <a:pt x="18138" y="66674"/>
                    </a:lnTo>
                    <a:lnTo>
                      <a:pt x="29213" y="59733"/>
                    </a:lnTo>
                    <a:lnTo>
                      <a:pt x="43961" y="55688"/>
                    </a:lnTo>
                    <a:lnTo>
                      <a:pt x="54106" y="55072"/>
                    </a:lnTo>
                    <a:lnTo>
                      <a:pt x="61098" y="51236"/>
                    </a:lnTo>
                    <a:lnTo>
                      <a:pt x="71231" y="44441"/>
                    </a:lnTo>
                    <a:lnTo>
                      <a:pt x="73112" y="40834"/>
                    </a:lnTo>
                    <a:lnTo>
                      <a:pt x="64126" y="44981"/>
                    </a:lnTo>
                    <a:lnTo>
                      <a:pt x="49196" y="49064"/>
                    </a:lnTo>
                    <a:lnTo>
                      <a:pt x="53026" y="43711"/>
                    </a:lnTo>
                    <a:lnTo>
                      <a:pt x="56762" y="40847"/>
                    </a:lnTo>
                    <a:lnTo>
                      <a:pt x="126268" y="0"/>
                    </a:lnTo>
                    <a:lnTo>
                      <a:pt x="126268" y="16813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g3911">
                <a:extLst>
                  <a:ext uri="{FF2B5EF4-FFF2-40B4-BE49-F238E27FC236}">
                    <a16:creationId xmlns:a16="http://schemas.microsoft.com/office/drawing/2014/main" id="{E3620E92-BBC7-1313-F200-F386D41CE643}"/>
                  </a:ext>
                </a:extLst>
              </p:cNvPr>
              <p:cNvSpPr/>
              <p:nvPr/>
            </p:nvSpPr>
            <p:spPr>
              <a:xfrm>
                <a:off x="6175048" y="2885799"/>
                <a:ext cx="12040" cy="17520"/>
              </a:xfrm>
              <a:custGeom>
                <a:avLst/>
                <a:gdLst/>
                <a:ahLst/>
                <a:cxnLst/>
                <a:rect l="0" t="0" r="0" b="0"/>
                <a:pathLst>
                  <a:path w="12040" h="17520">
                    <a:moveTo>
                      <a:pt x="0" y="17520"/>
                    </a:moveTo>
                    <a:lnTo>
                      <a:pt x="1291" y="13062"/>
                    </a:lnTo>
                    <a:lnTo>
                      <a:pt x="7792" y="1695"/>
                    </a:lnTo>
                    <a:lnTo>
                      <a:pt x="12040" y="0"/>
                    </a:lnTo>
                    <a:lnTo>
                      <a:pt x="5327" y="1297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g3912">
                <a:extLst>
                  <a:ext uri="{FF2B5EF4-FFF2-40B4-BE49-F238E27FC236}">
                    <a16:creationId xmlns:a16="http://schemas.microsoft.com/office/drawing/2014/main" id="{B2310A16-E37E-780C-5261-94158D2283D4}"/>
                  </a:ext>
                </a:extLst>
              </p:cNvPr>
              <p:cNvSpPr/>
              <p:nvPr/>
            </p:nvSpPr>
            <p:spPr>
              <a:xfrm>
                <a:off x="6114410" y="2832043"/>
                <a:ext cx="16050" cy="22950"/>
              </a:xfrm>
              <a:custGeom>
                <a:avLst/>
                <a:gdLst/>
                <a:ahLst/>
                <a:cxnLst/>
                <a:rect l="0" t="0" r="0" b="0"/>
                <a:pathLst>
                  <a:path w="16050" h="22950">
                    <a:moveTo>
                      <a:pt x="0" y="22950"/>
                    </a:moveTo>
                    <a:lnTo>
                      <a:pt x="5539" y="5391"/>
                    </a:lnTo>
                    <a:lnTo>
                      <a:pt x="10046" y="0"/>
                    </a:lnTo>
                    <a:lnTo>
                      <a:pt x="16050" y="1816"/>
                    </a:lnTo>
                    <a:lnTo>
                      <a:pt x="15208" y="12427"/>
                    </a:lnTo>
                    <a:lnTo>
                      <a:pt x="14242" y="1607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g3913">
                <a:extLst>
                  <a:ext uri="{FF2B5EF4-FFF2-40B4-BE49-F238E27FC236}">
                    <a16:creationId xmlns:a16="http://schemas.microsoft.com/office/drawing/2014/main" id="{EB92596F-F676-73E7-992B-5402324CAEE2}"/>
                  </a:ext>
                </a:extLst>
              </p:cNvPr>
              <p:cNvSpPr/>
              <p:nvPr/>
            </p:nvSpPr>
            <p:spPr>
              <a:xfrm>
                <a:off x="5366847" y="2715076"/>
                <a:ext cx="51274" cy="34247"/>
              </a:xfrm>
              <a:custGeom>
                <a:avLst/>
                <a:gdLst/>
                <a:ahLst/>
                <a:cxnLst/>
                <a:rect l="0" t="0" r="0" b="0"/>
                <a:pathLst>
                  <a:path w="51274" h="34247">
                    <a:moveTo>
                      <a:pt x="33548" y="33244"/>
                    </a:moveTo>
                    <a:lnTo>
                      <a:pt x="19601" y="30837"/>
                    </a:lnTo>
                    <a:lnTo>
                      <a:pt x="4268" y="34177"/>
                    </a:lnTo>
                    <a:lnTo>
                      <a:pt x="0" y="34247"/>
                    </a:lnTo>
                    <a:lnTo>
                      <a:pt x="11389" y="24582"/>
                    </a:lnTo>
                    <a:lnTo>
                      <a:pt x="28903" y="18638"/>
                    </a:lnTo>
                    <a:lnTo>
                      <a:pt x="46364" y="463"/>
                    </a:lnTo>
                    <a:lnTo>
                      <a:pt x="51274" y="0"/>
                    </a:lnTo>
                    <a:lnTo>
                      <a:pt x="44628" y="20587"/>
                    </a:lnTo>
                    <a:lnTo>
                      <a:pt x="43274" y="27948"/>
                    </a:lnTo>
                    <a:lnTo>
                      <a:pt x="41703" y="3064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g3914">
                <a:extLst>
                  <a:ext uri="{FF2B5EF4-FFF2-40B4-BE49-F238E27FC236}">
                    <a16:creationId xmlns:a16="http://schemas.microsoft.com/office/drawing/2014/main" id="{90246BD1-7212-74BE-64A6-721F8F416ADD}"/>
                  </a:ext>
                </a:extLst>
              </p:cNvPr>
              <p:cNvSpPr/>
              <p:nvPr/>
            </p:nvSpPr>
            <p:spPr>
              <a:xfrm>
                <a:off x="5377730" y="2716409"/>
                <a:ext cx="30200" cy="16853"/>
              </a:xfrm>
              <a:custGeom>
                <a:avLst/>
                <a:gdLst/>
                <a:ahLst/>
                <a:cxnLst/>
                <a:rect l="0" t="0" r="0" b="0"/>
                <a:pathLst>
                  <a:path w="30200" h="16853">
                    <a:moveTo>
                      <a:pt x="4423" y="16853"/>
                    </a:moveTo>
                    <a:lnTo>
                      <a:pt x="0" y="15723"/>
                    </a:lnTo>
                    <a:lnTo>
                      <a:pt x="14082" y="2946"/>
                    </a:lnTo>
                    <a:lnTo>
                      <a:pt x="30200" y="0"/>
                    </a:lnTo>
                    <a:lnTo>
                      <a:pt x="17187" y="1417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g3915">
                <a:extLst>
                  <a:ext uri="{FF2B5EF4-FFF2-40B4-BE49-F238E27FC236}">
                    <a16:creationId xmlns:a16="http://schemas.microsoft.com/office/drawing/2014/main" id="{80686836-3E91-ACB1-5A1E-85DB53A96E73}"/>
                  </a:ext>
                </a:extLst>
              </p:cNvPr>
              <p:cNvSpPr/>
              <p:nvPr/>
            </p:nvSpPr>
            <p:spPr>
              <a:xfrm>
                <a:off x="5667831" y="2547127"/>
                <a:ext cx="30784" cy="17069"/>
              </a:xfrm>
              <a:custGeom>
                <a:avLst/>
                <a:gdLst/>
                <a:ahLst/>
                <a:cxnLst/>
                <a:rect l="0" t="0" r="0" b="0"/>
                <a:pathLst>
                  <a:path w="30784" h="17069">
                    <a:moveTo>
                      <a:pt x="0" y="17069"/>
                    </a:moveTo>
                    <a:lnTo>
                      <a:pt x="2294" y="12554"/>
                    </a:lnTo>
                    <a:lnTo>
                      <a:pt x="15430" y="4508"/>
                    </a:lnTo>
                    <a:lnTo>
                      <a:pt x="25084" y="0"/>
                    </a:lnTo>
                    <a:lnTo>
                      <a:pt x="30784" y="95"/>
                    </a:lnTo>
                    <a:lnTo>
                      <a:pt x="21502" y="9957"/>
                    </a:lnTo>
                    <a:lnTo>
                      <a:pt x="9622" y="1601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g3916">
                <a:extLst>
                  <a:ext uri="{FF2B5EF4-FFF2-40B4-BE49-F238E27FC236}">
                    <a16:creationId xmlns:a16="http://schemas.microsoft.com/office/drawing/2014/main" id="{D218D01C-8241-4DB4-D277-DBF390623F51}"/>
                  </a:ext>
                </a:extLst>
              </p:cNvPr>
              <p:cNvSpPr/>
              <p:nvPr/>
            </p:nvSpPr>
            <p:spPr>
              <a:xfrm>
                <a:off x="4939342" y="5500509"/>
                <a:ext cx="49258" cy="37397"/>
              </a:xfrm>
              <a:custGeom>
                <a:avLst/>
                <a:gdLst/>
                <a:ahLst/>
                <a:cxnLst/>
                <a:rect l="0" t="0" r="0" b="0"/>
                <a:pathLst>
                  <a:path w="49258" h="37397">
                    <a:moveTo>
                      <a:pt x="36380" y="7931"/>
                    </a:moveTo>
                    <a:lnTo>
                      <a:pt x="25890" y="16136"/>
                    </a:lnTo>
                    <a:lnTo>
                      <a:pt x="33512" y="21991"/>
                    </a:lnTo>
                    <a:lnTo>
                      <a:pt x="40695" y="9258"/>
                    </a:lnTo>
                    <a:lnTo>
                      <a:pt x="46395" y="19603"/>
                    </a:lnTo>
                    <a:lnTo>
                      <a:pt x="49258" y="37397"/>
                    </a:lnTo>
                    <a:lnTo>
                      <a:pt x="16879" y="37397"/>
                    </a:lnTo>
                    <a:lnTo>
                      <a:pt x="15627" y="32145"/>
                    </a:lnTo>
                    <a:lnTo>
                      <a:pt x="9084" y="25573"/>
                    </a:lnTo>
                    <a:lnTo>
                      <a:pt x="0" y="8807"/>
                    </a:lnTo>
                    <a:lnTo>
                      <a:pt x="5276" y="4483"/>
                    </a:lnTo>
                    <a:lnTo>
                      <a:pt x="12309" y="5924"/>
                    </a:lnTo>
                    <a:lnTo>
                      <a:pt x="15911" y="3905"/>
                    </a:lnTo>
                    <a:lnTo>
                      <a:pt x="25662" y="2292"/>
                    </a:lnTo>
                    <a:lnTo>
                      <a:pt x="31585" y="0"/>
                    </a:lnTo>
                    <a:lnTo>
                      <a:pt x="36215" y="495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g3917">
                <a:extLst>
                  <a:ext uri="{FF2B5EF4-FFF2-40B4-BE49-F238E27FC236}">
                    <a16:creationId xmlns:a16="http://schemas.microsoft.com/office/drawing/2014/main" id="{DF30BAFB-D418-E7EB-774A-8549C4AB31C8}"/>
                  </a:ext>
                </a:extLst>
              </p:cNvPr>
              <p:cNvSpPr/>
              <p:nvPr/>
            </p:nvSpPr>
            <p:spPr>
              <a:xfrm>
                <a:off x="4945285" y="5155530"/>
                <a:ext cx="95830" cy="135860"/>
              </a:xfrm>
              <a:custGeom>
                <a:avLst/>
                <a:gdLst/>
                <a:ahLst/>
                <a:cxnLst/>
                <a:rect l="0" t="0" r="0" b="0"/>
                <a:pathLst>
                  <a:path w="95830" h="135860">
                    <a:moveTo>
                      <a:pt x="73800" y="135860"/>
                    </a:moveTo>
                    <a:lnTo>
                      <a:pt x="64612" y="122835"/>
                    </a:lnTo>
                    <a:lnTo>
                      <a:pt x="57211" y="119050"/>
                    </a:lnTo>
                    <a:lnTo>
                      <a:pt x="68772" y="109842"/>
                    </a:lnTo>
                    <a:lnTo>
                      <a:pt x="73764" y="101930"/>
                    </a:lnTo>
                    <a:lnTo>
                      <a:pt x="73660" y="84669"/>
                    </a:lnTo>
                    <a:lnTo>
                      <a:pt x="76482" y="75214"/>
                    </a:lnTo>
                    <a:lnTo>
                      <a:pt x="75526" y="67028"/>
                    </a:lnTo>
                    <a:lnTo>
                      <a:pt x="78073" y="58671"/>
                    </a:lnTo>
                    <a:lnTo>
                      <a:pt x="74627" y="49285"/>
                    </a:lnTo>
                    <a:lnTo>
                      <a:pt x="64963" y="41842"/>
                    </a:lnTo>
                    <a:lnTo>
                      <a:pt x="45842" y="12237"/>
                    </a:lnTo>
                    <a:lnTo>
                      <a:pt x="15637" y="5048"/>
                    </a:lnTo>
                    <a:lnTo>
                      <a:pt x="0" y="4750"/>
                    </a:lnTo>
                    <a:lnTo>
                      <a:pt x="8593" y="0"/>
                    </a:lnTo>
                    <a:lnTo>
                      <a:pt x="16531" y="577"/>
                    </a:lnTo>
                    <a:lnTo>
                      <a:pt x="28748" y="3403"/>
                    </a:lnTo>
                    <a:lnTo>
                      <a:pt x="43377" y="4769"/>
                    </a:lnTo>
                    <a:lnTo>
                      <a:pt x="52318" y="13481"/>
                    </a:lnTo>
                    <a:lnTo>
                      <a:pt x="60855" y="25033"/>
                    </a:lnTo>
                    <a:lnTo>
                      <a:pt x="68565" y="29707"/>
                    </a:lnTo>
                    <a:lnTo>
                      <a:pt x="71738" y="32679"/>
                    </a:lnTo>
                    <a:lnTo>
                      <a:pt x="71381" y="36032"/>
                    </a:lnTo>
                    <a:lnTo>
                      <a:pt x="72663" y="39181"/>
                    </a:lnTo>
                    <a:lnTo>
                      <a:pt x="82724" y="44586"/>
                    </a:lnTo>
                    <a:lnTo>
                      <a:pt x="92858" y="53311"/>
                    </a:lnTo>
                    <a:lnTo>
                      <a:pt x="95830" y="78897"/>
                    </a:lnTo>
                    <a:lnTo>
                      <a:pt x="82177" y="91007"/>
                    </a:lnTo>
                    <a:lnTo>
                      <a:pt x="79665" y="128055"/>
                    </a:lnTo>
                    <a:lnTo>
                      <a:pt x="76001" y="13472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g3918">
                <a:extLst>
                  <a:ext uri="{FF2B5EF4-FFF2-40B4-BE49-F238E27FC236}">
                    <a16:creationId xmlns:a16="http://schemas.microsoft.com/office/drawing/2014/main" id="{9A4F35BD-082F-B294-B60E-B4A0893B9863}"/>
                  </a:ext>
                </a:extLst>
              </p:cNvPr>
              <p:cNvSpPr/>
              <p:nvPr/>
            </p:nvSpPr>
            <p:spPr>
              <a:xfrm>
                <a:off x="4893261" y="5381534"/>
                <a:ext cx="74105" cy="118987"/>
              </a:xfrm>
              <a:custGeom>
                <a:avLst/>
                <a:gdLst/>
                <a:ahLst/>
                <a:cxnLst/>
                <a:rect l="0" t="0" r="0" b="0"/>
                <a:pathLst>
                  <a:path w="74105" h="118987">
                    <a:moveTo>
                      <a:pt x="72947" y="80116"/>
                    </a:moveTo>
                    <a:lnTo>
                      <a:pt x="74105" y="91896"/>
                    </a:lnTo>
                    <a:lnTo>
                      <a:pt x="73035" y="96094"/>
                    </a:lnTo>
                    <a:lnTo>
                      <a:pt x="61583" y="103968"/>
                    </a:lnTo>
                    <a:lnTo>
                      <a:pt x="58643" y="108369"/>
                    </a:lnTo>
                    <a:lnTo>
                      <a:pt x="47847" y="112808"/>
                    </a:lnTo>
                    <a:lnTo>
                      <a:pt x="41315" y="118987"/>
                    </a:lnTo>
                    <a:lnTo>
                      <a:pt x="38044" y="108947"/>
                    </a:lnTo>
                    <a:lnTo>
                      <a:pt x="31703" y="102742"/>
                    </a:lnTo>
                    <a:lnTo>
                      <a:pt x="30639" y="92194"/>
                    </a:lnTo>
                    <a:lnTo>
                      <a:pt x="25792" y="95757"/>
                    </a:lnTo>
                    <a:lnTo>
                      <a:pt x="18805" y="93585"/>
                    </a:lnTo>
                    <a:lnTo>
                      <a:pt x="7281" y="85596"/>
                    </a:lnTo>
                    <a:lnTo>
                      <a:pt x="0" y="74750"/>
                    </a:lnTo>
                    <a:lnTo>
                      <a:pt x="10201" y="72870"/>
                    </a:lnTo>
                    <a:lnTo>
                      <a:pt x="12309" y="79608"/>
                    </a:lnTo>
                    <a:lnTo>
                      <a:pt x="20381" y="71340"/>
                    </a:lnTo>
                    <a:lnTo>
                      <a:pt x="18546" y="66983"/>
                    </a:lnTo>
                    <a:lnTo>
                      <a:pt x="17089" y="66425"/>
                    </a:lnTo>
                    <a:lnTo>
                      <a:pt x="14443" y="58321"/>
                    </a:lnTo>
                    <a:lnTo>
                      <a:pt x="26587" y="37098"/>
                    </a:lnTo>
                    <a:lnTo>
                      <a:pt x="29207" y="23407"/>
                    </a:lnTo>
                    <a:lnTo>
                      <a:pt x="23699" y="1441"/>
                    </a:lnTo>
                    <a:lnTo>
                      <a:pt x="28841" y="0"/>
                    </a:lnTo>
                    <a:lnTo>
                      <a:pt x="42545" y="7703"/>
                    </a:lnTo>
                    <a:lnTo>
                      <a:pt x="48685" y="15285"/>
                    </a:lnTo>
                    <a:lnTo>
                      <a:pt x="48886" y="25693"/>
                    </a:lnTo>
                    <a:lnTo>
                      <a:pt x="54648" y="33752"/>
                    </a:lnTo>
                    <a:lnTo>
                      <a:pt x="62989" y="53057"/>
                    </a:lnTo>
                    <a:lnTo>
                      <a:pt x="73180" y="6436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g3919">
                <a:extLst>
                  <a:ext uri="{FF2B5EF4-FFF2-40B4-BE49-F238E27FC236}">
                    <a16:creationId xmlns:a16="http://schemas.microsoft.com/office/drawing/2014/main" id="{7DEFD4DB-E5F5-7A68-D825-2E759DB3F428}"/>
                  </a:ext>
                </a:extLst>
              </p:cNvPr>
              <p:cNvSpPr/>
              <p:nvPr/>
            </p:nvSpPr>
            <p:spPr>
              <a:xfrm>
                <a:off x="4835016" y="5174016"/>
                <a:ext cx="112522" cy="38661"/>
              </a:xfrm>
              <a:custGeom>
                <a:avLst/>
                <a:gdLst/>
                <a:ahLst/>
                <a:cxnLst/>
                <a:rect l="0" t="0" r="0" b="0"/>
                <a:pathLst>
                  <a:path w="112522" h="38661">
                    <a:moveTo>
                      <a:pt x="64973" y="13005"/>
                    </a:moveTo>
                    <a:lnTo>
                      <a:pt x="71841" y="12453"/>
                    </a:lnTo>
                    <a:lnTo>
                      <a:pt x="75960" y="9792"/>
                    </a:lnTo>
                    <a:lnTo>
                      <a:pt x="94931" y="10878"/>
                    </a:lnTo>
                    <a:lnTo>
                      <a:pt x="110248" y="6985"/>
                    </a:lnTo>
                    <a:lnTo>
                      <a:pt x="112522" y="13894"/>
                    </a:lnTo>
                    <a:lnTo>
                      <a:pt x="112134" y="17501"/>
                    </a:lnTo>
                    <a:lnTo>
                      <a:pt x="79562" y="20886"/>
                    </a:lnTo>
                    <a:lnTo>
                      <a:pt x="49682" y="31028"/>
                    </a:lnTo>
                    <a:lnTo>
                      <a:pt x="33305" y="37899"/>
                    </a:lnTo>
                    <a:lnTo>
                      <a:pt x="25611" y="38661"/>
                    </a:lnTo>
                    <a:lnTo>
                      <a:pt x="19730" y="35047"/>
                    </a:lnTo>
                    <a:lnTo>
                      <a:pt x="0" y="14104"/>
                    </a:lnTo>
                    <a:lnTo>
                      <a:pt x="5276" y="16193"/>
                    </a:lnTo>
                    <a:lnTo>
                      <a:pt x="19854" y="28030"/>
                    </a:lnTo>
                    <a:lnTo>
                      <a:pt x="28908" y="25871"/>
                    </a:lnTo>
                    <a:lnTo>
                      <a:pt x="37295" y="18047"/>
                    </a:lnTo>
                    <a:lnTo>
                      <a:pt x="38577" y="12135"/>
                    </a:lnTo>
                    <a:lnTo>
                      <a:pt x="37326" y="9335"/>
                    </a:lnTo>
                    <a:lnTo>
                      <a:pt x="41119" y="0"/>
                    </a:lnTo>
                    <a:lnTo>
                      <a:pt x="52152" y="896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g3920">
                <a:extLst>
                  <a:ext uri="{FF2B5EF4-FFF2-40B4-BE49-F238E27FC236}">
                    <a16:creationId xmlns:a16="http://schemas.microsoft.com/office/drawing/2014/main" id="{668A75DE-50A0-B348-173D-CA95F5DF9811}"/>
                  </a:ext>
                </a:extLst>
              </p:cNvPr>
              <p:cNvSpPr/>
              <p:nvPr/>
            </p:nvSpPr>
            <p:spPr>
              <a:xfrm>
                <a:off x="4985696" y="5397055"/>
                <a:ext cx="30985" cy="11691"/>
              </a:xfrm>
              <a:custGeom>
                <a:avLst/>
                <a:gdLst/>
                <a:ahLst/>
                <a:cxnLst/>
                <a:rect l="0" t="0" r="0" b="0"/>
                <a:pathLst>
                  <a:path w="30985" h="11691">
                    <a:moveTo>
                      <a:pt x="10733" y="11691"/>
                    </a:moveTo>
                    <a:lnTo>
                      <a:pt x="2191" y="9030"/>
                    </a:lnTo>
                    <a:lnTo>
                      <a:pt x="0" y="6890"/>
                    </a:lnTo>
                    <a:lnTo>
                      <a:pt x="3658" y="3295"/>
                    </a:lnTo>
                    <a:lnTo>
                      <a:pt x="11710" y="298"/>
                    </a:lnTo>
                    <a:lnTo>
                      <a:pt x="24639" y="0"/>
                    </a:lnTo>
                    <a:lnTo>
                      <a:pt x="30303" y="3543"/>
                    </a:lnTo>
                    <a:lnTo>
                      <a:pt x="30985" y="5093"/>
                    </a:lnTo>
                    <a:lnTo>
                      <a:pt x="22686" y="899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g3921">
                <a:extLst>
                  <a:ext uri="{FF2B5EF4-FFF2-40B4-BE49-F238E27FC236}">
                    <a16:creationId xmlns:a16="http://schemas.microsoft.com/office/drawing/2014/main" id="{70E1D277-E0DD-B363-D058-B628D7ECE8DB}"/>
                  </a:ext>
                </a:extLst>
              </p:cNvPr>
              <p:cNvSpPr/>
              <p:nvPr/>
            </p:nvSpPr>
            <p:spPr>
              <a:xfrm>
                <a:off x="5304944" y="5521433"/>
                <a:ext cx="12277" cy="16472"/>
              </a:xfrm>
              <a:custGeom>
                <a:avLst/>
                <a:gdLst/>
                <a:ahLst/>
                <a:cxnLst/>
                <a:rect l="0" t="0" r="0" b="0"/>
                <a:pathLst>
                  <a:path w="12277" h="16472">
                    <a:moveTo>
                      <a:pt x="7008" y="16472"/>
                    </a:moveTo>
                    <a:lnTo>
                      <a:pt x="0" y="16472"/>
                    </a:lnTo>
                    <a:lnTo>
                      <a:pt x="1962" y="2806"/>
                    </a:lnTo>
                    <a:lnTo>
                      <a:pt x="7771" y="0"/>
                    </a:lnTo>
                    <a:lnTo>
                      <a:pt x="10050" y="152"/>
                    </a:lnTo>
                    <a:lnTo>
                      <a:pt x="12277" y="762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g3922">
                <a:extLst>
                  <a:ext uri="{FF2B5EF4-FFF2-40B4-BE49-F238E27FC236}">
                    <a16:creationId xmlns:a16="http://schemas.microsoft.com/office/drawing/2014/main" id="{B92B1BC1-D0A0-D12F-1B9D-533CE1C2892E}"/>
                  </a:ext>
                </a:extLst>
              </p:cNvPr>
              <p:cNvSpPr/>
              <p:nvPr/>
            </p:nvSpPr>
            <p:spPr>
              <a:xfrm>
                <a:off x="5068380" y="5334383"/>
                <a:ext cx="70456" cy="119063"/>
              </a:xfrm>
              <a:custGeom>
                <a:avLst/>
                <a:gdLst/>
                <a:ahLst/>
                <a:cxnLst/>
                <a:rect l="0" t="0" r="0" b="0"/>
                <a:pathLst>
                  <a:path w="70456" h="119063">
                    <a:moveTo>
                      <a:pt x="31373" y="24747"/>
                    </a:moveTo>
                    <a:lnTo>
                      <a:pt x="46235" y="30285"/>
                    </a:lnTo>
                    <a:lnTo>
                      <a:pt x="62302" y="48650"/>
                    </a:lnTo>
                    <a:lnTo>
                      <a:pt x="69221" y="55191"/>
                    </a:lnTo>
                    <a:lnTo>
                      <a:pt x="70456" y="61147"/>
                    </a:lnTo>
                    <a:lnTo>
                      <a:pt x="67748" y="88340"/>
                    </a:lnTo>
                    <a:lnTo>
                      <a:pt x="64136" y="104711"/>
                    </a:lnTo>
                    <a:lnTo>
                      <a:pt x="64679" y="119063"/>
                    </a:lnTo>
                    <a:lnTo>
                      <a:pt x="60906" y="114815"/>
                    </a:lnTo>
                    <a:lnTo>
                      <a:pt x="57093" y="105416"/>
                    </a:lnTo>
                    <a:lnTo>
                      <a:pt x="50840" y="100012"/>
                    </a:lnTo>
                    <a:lnTo>
                      <a:pt x="48757" y="97180"/>
                    </a:lnTo>
                    <a:lnTo>
                      <a:pt x="59997" y="96557"/>
                    </a:lnTo>
                    <a:lnTo>
                      <a:pt x="60994" y="81761"/>
                    </a:lnTo>
                    <a:lnTo>
                      <a:pt x="66477" y="70089"/>
                    </a:lnTo>
                    <a:lnTo>
                      <a:pt x="65645" y="57947"/>
                    </a:lnTo>
                    <a:lnTo>
                      <a:pt x="52529" y="44579"/>
                    </a:lnTo>
                    <a:lnTo>
                      <a:pt x="43538" y="32812"/>
                    </a:lnTo>
                    <a:lnTo>
                      <a:pt x="29714" y="29046"/>
                    </a:lnTo>
                    <a:lnTo>
                      <a:pt x="16929" y="17330"/>
                    </a:lnTo>
                    <a:lnTo>
                      <a:pt x="9301" y="15888"/>
                    </a:lnTo>
                    <a:lnTo>
                      <a:pt x="0" y="17952"/>
                    </a:lnTo>
                    <a:lnTo>
                      <a:pt x="3359" y="10967"/>
                    </a:lnTo>
                    <a:lnTo>
                      <a:pt x="5684" y="1727"/>
                    </a:lnTo>
                    <a:lnTo>
                      <a:pt x="7389" y="0"/>
                    </a:lnTo>
                    <a:lnTo>
                      <a:pt x="13952" y="100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g3923">
                <a:extLst>
                  <a:ext uri="{FF2B5EF4-FFF2-40B4-BE49-F238E27FC236}">
                    <a16:creationId xmlns:a16="http://schemas.microsoft.com/office/drawing/2014/main" id="{B2B053C5-E522-F44D-0B46-73D8A3D0DEB0}"/>
                  </a:ext>
                </a:extLst>
              </p:cNvPr>
              <p:cNvSpPr/>
              <p:nvPr/>
            </p:nvSpPr>
            <p:spPr>
              <a:xfrm>
                <a:off x="5178096" y="5447191"/>
                <a:ext cx="46804" cy="72629"/>
              </a:xfrm>
              <a:custGeom>
                <a:avLst/>
                <a:gdLst/>
                <a:ahLst/>
                <a:cxnLst/>
                <a:rect l="0" t="0" r="0" b="0"/>
                <a:pathLst>
                  <a:path w="46804" h="72629">
                    <a:moveTo>
                      <a:pt x="46804" y="71314"/>
                    </a:moveTo>
                    <a:lnTo>
                      <a:pt x="39713" y="69974"/>
                    </a:lnTo>
                    <a:lnTo>
                      <a:pt x="29249" y="72559"/>
                    </a:lnTo>
                    <a:lnTo>
                      <a:pt x="25482" y="72629"/>
                    </a:lnTo>
                    <a:lnTo>
                      <a:pt x="27828" y="68101"/>
                    </a:lnTo>
                    <a:lnTo>
                      <a:pt x="35094" y="61979"/>
                    </a:lnTo>
                    <a:lnTo>
                      <a:pt x="35460" y="56150"/>
                    </a:lnTo>
                    <a:lnTo>
                      <a:pt x="26469" y="47742"/>
                    </a:lnTo>
                    <a:lnTo>
                      <a:pt x="16004" y="26824"/>
                    </a:lnTo>
                    <a:lnTo>
                      <a:pt x="11105" y="21864"/>
                    </a:lnTo>
                    <a:lnTo>
                      <a:pt x="8779" y="14002"/>
                    </a:lnTo>
                    <a:lnTo>
                      <a:pt x="0" y="5569"/>
                    </a:lnTo>
                    <a:lnTo>
                      <a:pt x="1834" y="1060"/>
                    </a:lnTo>
                    <a:lnTo>
                      <a:pt x="3638" y="0"/>
                    </a:lnTo>
                    <a:lnTo>
                      <a:pt x="9575" y="2165"/>
                    </a:lnTo>
                    <a:lnTo>
                      <a:pt x="23022" y="32253"/>
                    </a:lnTo>
                    <a:lnTo>
                      <a:pt x="23900" y="35136"/>
                    </a:lnTo>
                    <a:lnTo>
                      <a:pt x="46101" y="6470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t3924">
                <a:extLst>
                  <a:ext uri="{FF2B5EF4-FFF2-40B4-BE49-F238E27FC236}">
                    <a16:creationId xmlns:a16="http://schemas.microsoft.com/office/drawing/2014/main" id="{0FE03CB9-6C95-7909-DDF1-A8890ABD8AAD}"/>
                  </a:ext>
                </a:extLst>
              </p:cNvPr>
              <p:cNvSpPr/>
              <p:nvPr/>
            </p:nvSpPr>
            <p:spPr>
              <a:xfrm>
                <a:off x="5411954" y="3276309"/>
                <a:ext cx="63202" cy="63202"/>
              </a:xfrm>
              <a:prstGeom prst="ellipse">
                <a:avLst/>
              </a:prstGeom>
              <a:solidFill>
                <a:srgbClr val="98DEC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t3925">
                <a:extLst>
                  <a:ext uri="{FF2B5EF4-FFF2-40B4-BE49-F238E27FC236}">
                    <a16:creationId xmlns:a16="http://schemas.microsoft.com/office/drawing/2014/main" id="{668EB79C-0EF0-C8D3-CC5F-06A3A76F0EB1}"/>
                  </a:ext>
                </a:extLst>
              </p:cNvPr>
              <p:cNvSpPr/>
              <p:nvPr/>
            </p:nvSpPr>
            <p:spPr>
              <a:xfrm>
                <a:off x="3286560" y="4746129"/>
                <a:ext cx="63202" cy="63202"/>
              </a:xfrm>
              <a:prstGeom prst="ellipse">
                <a:avLst/>
              </a:prstGeom>
              <a:solidFill>
                <a:srgbClr val="3A699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t3926">
                <a:extLst>
                  <a:ext uri="{FF2B5EF4-FFF2-40B4-BE49-F238E27FC236}">
                    <a16:creationId xmlns:a16="http://schemas.microsoft.com/office/drawing/2014/main" id="{E2A1E857-09F1-A3D5-B03F-317F32BF3F0E}"/>
                  </a:ext>
                </a:extLst>
              </p:cNvPr>
              <p:cNvSpPr/>
              <p:nvPr/>
            </p:nvSpPr>
            <p:spPr>
              <a:xfrm>
                <a:off x="2878450" y="4973596"/>
                <a:ext cx="63202" cy="63202"/>
              </a:xfrm>
              <a:prstGeom prst="ellipse">
                <a:avLst/>
              </a:prstGeom>
              <a:solidFill>
                <a:srgbClr val="3A7AA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t3927">
                <a:extLst>
                  <a:ext uri="{FF2B5EF4-FFF2-40B4-BE49-F238E27FC236}">
                    <a16:creationId xmlns:a16="http://schemas.microsoft.com/office/drawing/2014/main" id="{7F8DEF8F-D5DE-905C-8ED8-9B19C586A3F1}"/>
                  </a:ext>
                </a:extLst>
              </p:cNvPr>
              <p:cNvSpPr/>
              <p:nvPr/>
            </p:nvSpPr>
            <p:spPr>
              <a:xfrm>
                <a:off x="5154968" y="3735383"/>
                <a:ext cx="63202" cy="63202"/>
              </a:xfrm>
              <a:prstGeom prst="ellipse">
                <a:avLst/>
              </a:prstGeom>
              <a:solidFill>
                <a:srgbClr val="74D3B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t3928">
                <a:extLst>
                  <a:ext uri="{FF2B5EF4-FFF2-40B4-BE49-F238E27FC236}">
                    <a16:creationId xmlns:a16="http://schemas.microsoft.com/office/drawing/2014/main" id="{4069BC62-AFF3-BF12-099C-11732EE96D8F}"/>
                  </a:ext>
                </a:extLst>
              </p:cNvPr>
              <p:cNvSpPr/>
              <p:nvPr/>
            </p:nvSpPr>
            <p:spPr>
              <a:xfrm>
                <a:off x="3815690" y="4677487"/>
                <a:ext cx="63202" cy="63202"/>
              </a:xfrm>
              <a:prstGeom prst="ellipse">
                <a:avLst/>
              </a:prstGeom>
              <a:solidFill>
                <a:srgbClr val="3986A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t3929">
                <a:extLst>
                  <a:ext uri="{FF2B5EF4-FFF2-40B4-BE49-F238E27FC236}">
                    <a16:creationId xmlns:a16="http://schemas.microsoft.com/office/drawing/2014/main" id="{72BF25CA-1017-9E24-6398-BD3180531CF2}"/>
                  </a:ext>
                </a:extLst>
              </p:cNvPr>
              <p:cNvSpPr/>
              <p:nvPr/>
            </p:nvSpPr>
            <p:spPr>
              <a:xfrm>
                <a:off x="5234441" y="3545894"/>
                <a:ext cx="63202" cy="63202"/>
              </a:xfrm>
              <a:prstGeom prst="ellipse">
                <a:avLst/>
              </a:prstGeom>
              <a:solidFill>
                <a:srgbClr val="DAF4E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t3930">
                <a:extLst>
                  <a:ext uri="{FF2B5EF4-FFF2-40B4-BE49-F238E27FC236}">
                    <a16:creationId xmlns:a16="http://schemas.microsoft.com/office/drawing/2014/main" id="{5E0BCB66-DA92-8C24-0747-8E574472A178}"/>
                  </a:ext>
                </a:extLst>
              </p:cNvPr>
              <p:cNvSpPr/>
              <p:nvPr/>
            </p:nvSpPr>
            <p:spPr>
              <a:xfrm>
                <a:off x="3635685" y="4800931"/>
                <a:ext cx="63202" cy="63202"/>
              </a:xfrm>
              <a:prstGeom prst="ellipse">
                <a:avLst/>
              </a:prstGeom>
              <a:solidFill>
                <a:srgbClr val="3B396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t3931">
                <a:extLst>
                  <a:ext uri="{FF2B5EF4-FFF2-40B4-BE49-F238E27FC236}">
                    <a16:creationId xmlns:a16="http://schemas.microsoft.com/office/drawing/2014/main" id="{DE1E63A8-6F6A-F675-BBD5-94ECD222A549}"/>
                  </a:ext>
                </a:extLst>
              </p:cNvPr>
              <p:cNvSpPr/>
              <p:nvPr/>
            </p:nvSpPr>
            <p:spPr>
              <a:xfrm>
                <a:off x="5803938" y="2901996"/>
                <a:ext cx="63202" cy="63202"/>
              </a:xfrm>
              <a:prstGeom prst="ellipse">
                <a:avLst/>
              </a:prstGeom>
              <a:solidFill>
                <a:srgbClr val="3987A6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t3932">
                <a:extLst>
                  <a:ext uri="{FF2B5EF4-FFF2-40B4-BE49-F238E27FC236}">
                    <a16:creationId xmlns:a16="http://schemas.microsoft.com/office/drawing/2014/main" id="{3BEA7141-F496-F663-B536-198B8E9BD77F}"/>
                  </a:ext>
                </a:extLst>
              </p:cNvPr>
              <p:cNvSpPr/>
              <p:nvPr/>
            </p:nvSpPr>
            <p:spPr>
              <a:xfrm>
                <a:off x="5602232" y="3222656"/>
                <a:ext cx="63202" cy="63202"/>
              </a:xfrm>
              <a:prstGeom prst="ellipse">
                <a:avLst/>
              </a:prstGeom>
              <a:solidFill>
                <a:srgbClr val="3B70A1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t3933">
                <a:extLst>
                  <a:ext uri="{FF2B5EF4-FFF2-40B4-BE49-F238E27FC236}">
                    <a16:creationId xmlns:a16="http://schemas.microsoft.com/office/drawing/2014/main" id="{3B57BA38-FFA2-7FAC-25E4-468A56E7BF37}"/>
                  </a:ext>
                </a:extLst>
              </p:cNvPr>
              <p:cNvSpPr/>
              <p:nvPr/>
            </p:nvSpPr>
            <p:spPr>
              <a:xfrm>
                <a:off x="4189184" y="4765547"/>
                <a:ext cx="63202" cy="63202"/>
              </a:xfrm>
              <a:prstGeom prst="ellipse">
                <a:avLst/>
              </a:prstGeom>
              <a:solidFill>
                <a:srgbClr val="388BA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t3934">
                <a:extLst>
                  <a:ext uri="{FF2B5EF4-FFF2-40B4-BE49-F238E27FC236}">
                    <a16:creationId xmlns:a16="http://schemas.microsoft.com/office/drawing/2014/main" id="{0D68C057-0014-5EB5-B3B5-10358B1E82BD}"/>
                  </a:ext>
                </a:extLst>
              </p:cNvPr>
              <p:cNvSpPr/>
              <p:nvPr/>
            </p:nvSpPr>
            <p:spPr>
              <a:xfrm>
                <a:off x="4913887" y="4211118"/>
                <a:ext cx="63202" cy="63202"/>
              </a:xfrm>
              <a:prstGeom prst="ellipse">
                <a:avLst/>
              </a:prstGeom>
              <a:solidFill>
                <a:srgbClr val="A2E1C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t3935">
                <a:extLst>
                  <a:ext uri="{FF2B5EF4-FFF2-40B4-BE49-F238E27FC236}">
                    <a16:creationId xmlns:a16="http://schemas.microsoft.com/office/drawing/2014/main" id="{AEA8CE54-ED7B-CF0B-E274-311DD4590AFC}"/>
                  </a:ext>
                </a:extLst>
              </p:cNvPr>
              <p:cNvSpPr/>
              <p:nvPr/>
            </p:nvSpPr>
            <p:spPr>
              <a:xfrm>
                <a:off x="4598477" y="4463619"/>
                <a:ext cx="63202" cy="63202"/>
              </a:xfrm>
              <a:prstGeom prst="ellipse">
                <a:avLst/>
              </a:prstGeom>
              <a:solidFill>
                <a:srgbClr val="A0E1C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t3936">
                <a:extLst>
                  <a:ext uri="{FF2B5EF4-FFF2-40B4-BE49-F238E27FC236}">
                    <a16:creationId xmlns:a16="http://schemas.microsoft.com/office/drawing/2014/main" id="{66A7BACF-D13D-89FE-8D31-669DC4FADAC6}"/>
                  </a:ext>
                </a:extLst>
              </p:cNvPr>
              <p:cNvSpPr/>
              <p:nvPr/>
            </p:nvSpPr>
            <p:spPr>
              <a:xfrm>
                <a:off x="4706891" y="4368015"/>
                <a:ext cx="63202" cy="63202"/>
              </a:xfrm>
              <a:prstGeom prst="ellipse">
                <a:avLst/>
              </a:prstGeom>
              <a:solidFill>
                <a:srgbClr val="5AC5A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t3937">
                <a:extLst>
                  <a:ext uri="{FF2B5EF4-FFF2-40B4-BE49-F238E27FC236}">
                    <a16:creationId xmlns:a16="http://schemas.microsoft.com/office/drawing/2014/main" id="{6596977D-32EB-7228-8A56-709545DB14FF}"/>
                  </a:ext>
                </a:extLst>
              </p:cNvPr>
              <p:cNvSpPr/>
              <p:nvPr/>
            </p:nvSpPr>
            <p:spPr>
              <a:xfrm>
                <a:off x="5170525" y="3498927"/>
                <a:ext cx="63202" cy="63202"/>
              </a:xfrm>
              <a:prstGeom prst="ellipse">
                <a:avLst/>
              </a:prstGeom>
              <a:solidFill>
                <a:srgbClr val="3A78A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t3938">
                <a:extLst>
                  <a:ext uri="{FF2B5EF4-FFF2-40B4-BE49-F238E27FC236}">
                    <a16:creationId xmlns:a16="http://schemas.microsoft.com/office/drawing/2014/main" id="{1B616AED-403E-EE37-D12B-3B7C3A2A0B60}"/>
                  </a:ext>
                </a:extLst>
              </p:cNvPr>
              <p:cNvSpPr/>
              <p:nvPr/>
            </p:nvSpPr>
            <p:spPr>
              <a:xfrm>
                <a:off x="4143523" y="4766403"/>
                <a:ext cx="63202" cy="63202"/>
              </a:xfrm>
              <a:prstGeom prst="ellipse">
                <a:avLst/>
              </a:prstGeom>
              <a:solidFill>
                <a:srgbClr val="3699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t3939">
                <a:extLst>
                  <a:ext uri="{FF2B5EF4-FFF2-40B4-BE49-F238E27FC236}">
                    <a16:creationId xmlns:a16="http://schemas.microsoft.com/office/drawing/2014/main" id="{A7BB8519-573E-AA64-8DD4-738F17BF2574}"/>
                  </a:ext>
                </a:extLst>
              </p:cNvPr>
              <p:cNvSpPr/>
              <p:nvPr/>
            </p:nvSpPr>
            <p:spPr>
              <a:xfrm>
                <a:off x="4544041" y="4668741"/>
                <a:ext cx="63202" cy="63202"/>
              </a:xfrm>
              <a:prstGeom prst="ellipse">
                <a:avLst/>
              </a:prstGeom>
              <a:solidFill>
                <a:srgbClr val="91DCC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t3940">
                <a:extLst>
                  <a:ext uri="{FF2B5EF4-FFF2-40B4-BE49-F238E27FC236}">
                    <a16:creationId xmlns:a16="http://schemas.microsoft.com/office/drawing/2014/main" id="{92B4F84C-7128-2928-FAF9-263D1D05822C}"/>
                  </a:ext>
                </a:extLst>
              </p:cNvPr>
              <p:cNvSpPr/>
              <p:nvPr/>
            </p:nvSpPr>
            <p:spPr>
              <a:xfrm>
                <a:off x="3690881" y="4772296"/>
                <a:ext cx="63202" cy="63202"/>
              </a:xfrm>
              <a:prstGeom prst="ellipse">
                <a:avLst/>
              </a:prstGeom>
              <a:solidFill>
                <a:srgbClr val="3C497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t3941">
                <a:extLst>
                  <a:ext uri="{FF2B5EF4-FFF2-40B4-BE49-F238E27FC236}">
                    <a16:creationId xmlns:a16="http://schemas.microsoft.com/office/drawing/2014/main" id="{5149821F-9346-22CC-A241-2B3A39D0ECDD}"/>
                  </a:ext>
                </a:extLst>
              </p:cNvPr>
              <p:cNvSpPr/>
              <p:nvPr/>
            </p:nvSpPr>
            <p:spPr>
              <a:xfrm>
                <a:off x="5016032" y="3641698"/>
                <a:ext cx="63202" cy="63202"/>
              </a:xfrm>
              <a:prstGeom prst="ellipse">
                <a:avLst/>
              </a:prstGeom>
              <a:solidFill>
                <a:srgbClr val="41A4AA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t3942">
                <a:extLst>
                  <a:ext uri="{FF2B5EF4-FFF2-40B4-BE49-F238E27FC236}">
                    <a16:creationId xmlns:a16="http://schemas.microsoft.com/office/drawing/2014/main" id="{314D4199-5B7A-7C3A-CB62-F6C6848E0DC5}"/>
                  </a:ext>
                </a:extLst>
              </p:cNvPr>
              <p:cNvSpPr/>
              <p:nvPr/>
            </p:nvSpPr>
            <p:spPr>
              <a:xfrm>
                <a:off x="4551789" y="4536931"/>
                <a:ext cx="63202" cy="63202"/>
              </a:xfrm>
              <a:prstGeom prst="ellipse">
                <a:avLst/>
              </a:prstGeom>
              <a:solidFill>
                <a:srgbClr val="8DDBB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t3943">
                <a:extLst>
                  <a:ext uri="{FF2B5EF4-FFF2-40B4-BE49-F238E27FC236}">
                    <a16:creationId xmlns:a16="http://schemas.microsoft.com/office/drawing/2014/main" id="{C68EF297-DB55-C3B3-EAD3-66860B676F08}"/>
                  </a:ext>
                </a:extLst>
              </p:cNvPr>
              <p:cNvSpPr/>
              <p:nvPr/>
            </p:nvSpPr>
            <p:spPr>
              <a:xfrm>
                <a:off x="3457033" y="4801454"/>
                <a:ext cx="63202" cy="63202"/>
              </a:xfrm>
              <a:prstGeom prst="ellipse">
                <a:avLst/>
              </a:prstGeom>
              <a:solidFill>
                <a:srgbClr val="2D213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t3944">
                <a:extLst>
                  <a:ext uri="{FF2B5EF4-FFF2-40B4-BE49-F238E27FC236}">
                    <a16:creationId xmlns:a16="http://schemas.microsoft.com/office/drawing/2014/main" id="{D9FA48F2-DCC7-ADA5-7AE3-4F288D4E0E36}"/>
                  </a:ext>
                </a:extLst>
              </p:cNvPr>
              <p:cNvSpPr/>
              <p:nvPr/>
            </p:nvSpPr>
            <p:spPr>
              <a:xfrm>
                <a:off x="4795350" y="4267713"/>
                <a:ext cx="63202" cy="63202"/>
              </a:xfrm>
              <a:prstGeom prst="ellipse">
                <a:avLst/>
              </a:prstGeom>
              <a:solidFill>
                <a:srgbClr val="8FDBB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t3945">
                <a:extLst>
                  <a:ext uri="{FF2B5EF4-FFF2-40B4-BE49-F238E27FC236}">
                    <a16:creationId xmlns:a16="http://schemas.microsoft.com/office/drawing/2014/main" id="{0A7DBCD4-1ECA-0EC8-D81C-2EC363C955F7}"/>
                  </a:ext>
                </a:extLst>
              </p:cNvPr>
              <p:cNvSpPr/>
              <p:nvPr/>
            </p:nvSpPr>
            <p:spPr>
              <a:xfrm>
                <a:off x="5763373" y="2927118"/>
                <a:ext cx="63202" cy="63202"/>
              </a:xfrm>
              <a:prstGeom prst="ellipse">
                <a:avLst/>
              </a:prstGeom>
              <a:solidFill>
                <a:srgbClr val="3EA0AA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t3946">
                <a:extLst>
                  <a:ext uri="{FF2B5EF4-FFF2-40B4-BE49-F238E27FC236}">
                    <a16:creationId xmlns:a16="http://schemas.microsoft.com/office/drawing/2014/main" id="{CCD1B1FB-8926-716B-68CA-651CEB6227A5}"/>
                  </a:ext>
                </a:extLst>
              </p:cNvPr>
              <p:cNvSpPr/>
              <p:nvPr/>
            </p:nvSpPr>
            <p:spPr>
              <a:xfrm>
                <a:off x="3223042" y="4753931"/>
                <a:ext cx="63202" cy="63202"/>
              </a:xfrm>
              <a:prstGeom prst="ellipse">
                <a:avLst/>
              </a:prstGeom>
              <a:solidFill>
                <a:srgbClr val="3A77A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t3947">
                <a:extLst>
                  <a:ext uri="{FF2B5EF4-FFF2-40B4-BE49-F238E27FC236}">
                    <a16:creationId xmlns:a16="http://schemas.microsoft.com/office/drawing/2014/main" id="{F842E35C-B3A6-FF9E-14B8-24AB45B3D46F}"/>
                  </a:ext>
                </a:extLst>
              </p:cNvPr>
              <p:cNvSpPr/>
              <p:nvPr/>
            </p:nvSpPr>
            <p:spPr>
              <a:xfrm>
                <a:off x="6187218" y="2929573"/>
                <a:ext cx="63202" cy="63202"/>
              </a:xfrm>
              <a:prstGeom prst="ellipse">
                <a:avLst/>
              </a:prstGeom>
              <a:solidFill>
                <a:srgbClr val="3497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t3948">
                <a:extLst>
                  <a:ext uri="{FF2B5EF4-FFF2-40B4-BE49-F238E27FC236}">
                    <a16:creationId xmlns:a16="http://schemas.microsoft.com/office/drawing/2014/main" id="{BC90D4D6-A002-89DA-3D8A-7EDFD6DE7D9E}"/>
                  </a:ext>
                </a:extLst>
              </p:cNvPr>
              <p:cNvSpPr/>
              <p:nvPr/>
            </p:nvSpPr>
            <p:spPr>
              <a:xfrm>
                <a:off x="4558922" y="4541579"/>
                <a:ext cx="63202" cy="63202"/>
              </a:xfrm>
              <a:prstGeom prst="ellipse">
                <a:avLst/>
              </a:prstGeom>
              <a:solidFill>
                <a:srgbClr val="95DDC1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t3949">
                <a:extLst>
                  <a:ext uri="{FF2B5EF4-FFF2-40B4-BE49-F238E27FC236}">
                    <a16:creationId xmlns:a16="http://schemas.microsoft.com/office/drawing/2014/main" id="{810E5226-AE28-068E-470E-656AA68D8537}"/>
                  </a:ext>
                </a:extLst>
              </p:cNvPr>
              <p:cNvSpPr/>
              <p:nvPr/>
            </p:nvSpPr>
            <p:spPr>
              <a:xfrm>
                <a:off x="5665872" y="3067530"/>
                <a:ext cx="63202" cy="63202"/>
              </a:xfrm>
              <a:prstGeom prst="ellipse">
                <a:avLst/>
              </a:prstGeom>
              <a:solidFill>
                <a:srgbClr val="B7E8D1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t3950">
                <a:extLst>
                  <a:ext uri="{FF2B5EF4-FFF2-40B4-BE49-F238E27FC236}">
                    <a16:creationId xmlns:a16="http://schemas.microsoft.com/office/drawing/2014/main" id="{F0B2187C-3CD0-4C74-AE74-51B4EAC48936}"/>
                  </a:ext>
                </a:extLst>
              </p:cNvPr>
              <p:cNvSpPr/>
              <p:nvPr/>
            </p:nvSpPr>
            <p:spPr>
              <a:xfrm>
                <a:off x="3541256" y="4824822"/>
                <a:ext cx="63202" cy="63202"/>
              </a:xfrm>
              <a:prstGeom prst="ellipse">
                <a:avLst/>
              </a:prstGeom>
              <a:solidFill>
                <a:srgbClr val="3B3B6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t3951">
                <a:extLst>
                  <a:ext uri="{FF2B5EF4-FFF2-40B4-BE49-F238E27FC236}">
                    <a16:creationId xmlns:a16="http://schemas.microsoft.com/office/drawing/2014/main" id="{1ECFDB8B-9493-A29E-99EE-0E644E9E0CDE}"/>
                  </a:ext>
                </a:extLst>
              </p:cNvPr>
              <p:cNvSpPr/>
              <p:nvPr/>
            </p:nvSpPr>
            <p:spPr>
              <a:xfrm>
                <a:off x="4587926" y="4467164"/>
                <a:ext cx="63202" cy="63202"/>
              </a:xfrm>
              <a:prstGeom prst="ellipse">
                <a:avLst/>
              </a:prstGeom>
              <a:solidFill>
                <a:srgbClr val="88D9B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t3952">
                <a:extLst>
                  <a:ext uri="{FF2B5EF4-FFF2-40B4-BE49-F238E27FC236}">
                    <a16:creationId xmlns:a16="http://schemas.microsoft.com/office/drawing/2014/main" id="{24C7F6E1-B627-70EB-78B8-C0503E112A72}"/>
                  </a:ext>
                </a:extLst>
              </p:cNvPr>
              <p:cNvSpPr/>
              <p:nvPr/>
            </p:nvSpPr>
            <p:spPr>
              <a:xfrm>
                <a:off x="5657937" y="3028251"/>
                <a:ext cx="63202" cy="63202"/>
              </a:xfrm>
              <a:prstGeom prst="ellipse">
                <a:avLst/>
              </a:prstGeom>
              <a:solidFill>
                <a:srgbClr val="A3E2C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t3953">
                <a:extLst>
                  <a:ext uri="{FF2B5EF4-FFF2-40B4-BE49-F238E27FC236}">
                    <a16:creationId xmlns:a16="http://schemas.microsoft.com/office/drawing/2014/main" id="{B208470B-F702-664D-5CCE-77DDE609457B}"/>
                  </a:ext>
                </a:extLst>
              </p:cNvPr>
              <p:cNvSpPr/>
              <p:nvPr/>
            </p:nvSpPr>
            <p:spPr>
              <a:xfrm>
                <a:off x="2979067" y="4895874"/>
                <a:ext cx="63202" cy="63202"/>
              </a:xfrm>
              <a:prstGeom prst="ellipse">
                <a:avLst/>
              </a:prstGeom>
              <a:solidFill>
                <a:srgbClr val="3A75A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t3954">
                <a:extLst>
                  <a:ext uri="{FF2B5EF4-FFF2-40B4-BE49-F238E27FC236}">
                    <a16:creationId xmlns:a16="http://schemas.microsoft.com/office/drawing/2014/main" id="{E213F0D3-E4A5-DB73-FCAA-46DE5AD20B5E}"/>
                  </a:ext>
                </a:extLst>
              </p:cNvPr>
              <p:cNvSpPr/>
              <p:nvPr/>
            </p:nvSpPr>
            <p:spPr>
              <a:xfrm>
                <a:off x="4922163" y="4187507"/>
                <a:ext cx="63202" cy="63202"/>
              </a:xfrm>
              <a:prstGeom prst="ellipse">
                <a:avLst/>
              </a:prstGeom>
              <a:solidFill>
                <a:srgbClr val="68D0A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t3955">
                <a:extLst>
                  <a:ext uri="{FF2B5EF4-FFF2-40B4-BE49-F238E27FC236}">
                    <a16:creationId xmlns:a16="http://schemas.microsoft.com/office/drawing/2014/main" id="{872BDE6A-326E-E378-6241-61ABBBF0728E}"/>
                  </a:ext>
                </a:extLst>
              </p:cNvPr>
              <p:cNvSpPr/>
              <p:nvPr/>
            </p:nvSpPr>
            <p:spPr>
              <a:xfrm>
                <a:off x="5059838" y="3807278"/>
                <a:ext cx="63202" cy="63202"/>
              </a:xfrm>
              <a:prstGeom prst="ellipse">
                <a:avLst/>
              </a:prstGeom>
              <a:solidFill>
                <a:srgbClr val="C7EDD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t3956">
                <a:extLst>
                  <a:ext uri="{FF2B5EF4-FFF2-40B4-BE49-F238E27FC236}">
                    <a16:creationId xmlns:a16="http://schemas.microsoft.com/office/drawing/2014/main" id="{DFFBBCC9-8109-593E-05F5-A0B00E775330}"/>
                  </a:ext>
                </a:extLst>
              </p:cNvPr>
              <p:cNvSpPr/>
              <p:nvPr/>
            </p:nvSpPr>
            <p:spPr>
              <a:xfrm>
                <a:off x="2851349" y="4946495"/>
                <a:ext cx="117405" cy="117405"/>
              </a:xfrm>
              <a:prstGeom prst="ellipse">
                <a:avLst/>
              </a:prstGeom>
              <a:solidFill>
                <a:srgbClr val="3A7AA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t3957">
                <a:extLst>
                  <a:ext uri="{FF2B5EF4-FFF2-40B4-BE49-F238E27FC236}">
                    <a16:creationId xmlns:a16="http://schemas.microsoft.com/office/drawing/2014/main" id="{AD578FFF-7217-94A1-DB70-2E9EEDADCB83}"/>
                  </a:ext>
                </a:extLst>
              </p:cNvPr>
              <p:cNvSpPr/>
              <p:nvPr/>
            </p:nvSpPr>
            <p:spPr>
              <a:xfrm>
                <a:off x="5776837" y="2874895"/>
                <a:ext cx="117405" cy="117405"/>
              </a:xfrm>
              <a:prstGeom prst="ellipse">
                <a:avLst/>
              </a:prstGeom>
              <a:solidFill>
                <a:srgbClr val="3987A6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t3958">
                <a:extLst>
                  <a:ext uri="{FF2B5EF4-FFF2-40B4-BE49-F238E27FC236}">
                    <a16:creationId xmlns:a16="http://schemas.microsoft.com/office/drawing/2014/main" id="{5A0D9916-AEB9-FBCB-1D6D-D54F0C4E5BD7}"/>
                  </a:ext>
                </a:extLst>
              </p:cNvPr>
              <p:cNvSpPr/>
              <p:nvPr/>
            </p:nvSpPr>
            <p:spPr>
              <a:xfrm>
                <a:off x="4516940" y="4641639"/>
                <a:ext cx="117405" cy="117405"/>
              </a:xfrm>
              <a:prstGeom prst="ellipse">
                <a:avLst/>
              </a:prstGeom>
              <a:solidFill>
                <a:srgbClr val="91DCC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t3959">
                <a:extLst>
                  <a:ext uri="{FF2B5EF4-FFF2-40B4-BE49-F238E27FC236}">
                    <a16:creationId xmlns:a16="http://schemas.microsoft.com/office/drawing/2014/main" id="{23F397C4-0B19-B672-E099-3683460BD131}"/>
                  </a:ext>
                </a:extLst>
              </p:cNvPr>
              <p:cNvSpPr/>
              <p:nvPr/>
            </p:nvSpPr>
            <p:spPr>
              <a:xfrm>
                <a:off x="3514155" y="4797720"/>
                <a:ext cx="117405" cy="117405"/>
              </a:xfrm>
              <a:prstGeom prst="ellipse">
                <a:avLst/>
              </a:prstGeom>
              <a:solidFill>
                <a:srgbClr val="3B3B6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t3960">
                <a:extLst>
                  <a:ext uri="{FF2B5EF4-FFF2-40B4-BE49-F238E27FC236}">
                    <a16:creationId xmlns:a16="http://schemas.microsoft.com/office/drawing/2014/main" id="{D7F09C77-7A04-12CE-1F3A-CECDBB2FB52E}"/>
                  </a:ext>
                </a:extLst>
              </p:cNvPr>
              <p:cNvSpPr/>
              <p:nvPr/>
            </p:nvSpPr>
            <p:spPr>
              <a:xfrm>
                <a:off x="5630836" y="3001150"/>
                <a:ext cx="117405" cy="117405"/>
              </a:xfrm>
              <a:prstGeom prst="ellipse">
                <a:avLst/>
              </a:prstGeom>
              <a:solidFill>
                <a:srgbClr val="A3E2C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l3961">
                <a:extLst>
                  <a:ext uri="{FF2B5EF4-FFF2-40B4-BE49-F238E27FC236}">
                    <a16:creationId xmlns:a16="http://schemas.microsoft.com/office/drawing/2014/main" id="{ADF817F4-DB2D-86DD-CD2A-23906BE3E241}"/>
                  </a:ext>
                </a:extLst>
              </p:cNvPr>
              <p:cNvSpPr/>
              <p:nvPr/>
            </p:nvSpPr>
            <p:spPr>
              <a:xfrm>
                <a:off x="2850490" y="4909180"/>
                <a:ext cx="52322" cy="84348"/>
              </a:xfrm>
              <a:custGeom>
                <a:avLst/>
                <a:gdLst/>
                <a:ahLst/>
                <a:cxnLst/>
                <a:rect l="0" t="0" r="0" b="0"/>
                <a:pathLst>
                  <a:path w="52322" h="84348">
                    <a:moveTo>
                      <a:pt x="0" y="0"/>
                    </a:moveTo>
                    <a:lnTo>
                      <a:pt x="52322" y="84348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l3962">
                <a:extLst>
                  <a:ext uri="{FF2B5EF4-FFF2-40B4-BE49-F238E27FC236}">
                    <a16:creationId xmlns:a16="http://schemas.microsoft.com/office/drawing/2014/main" id="{6ACC4CD0-5D56-6B6B-D0DE-251CB894D38E}"/>
                  </a:ext>
                </a:extLst>
              </p:cNvPr>
              <p:cNvSpPr/>
              <p:nvPr/>
            </p:nvSpPr>
            <p:spPr>
              <a:xfrm>
                <a:off x="5744789" y="2858609"/>
                <a:ext cx="79322" cy="65546"/>
              </a:xfrm>
              <a:custGeom>
                <a:avLst/>
                <a:gdLst/>
                <a:ahLst/>
                <a:cxnLst/>
                <a:rect l="0" t="0" r="0" b="0"/>
                <a:pathLst>
                  <a:path w="79322" h="65546">
                    <a:moveTo>
                      <a:pt x="0" y="0"/>
                    </a:moveTo>
                    <a:lnTo>
                      <a:pt x="79322" y="65546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l3963">
                <a:extLst>
                  <a:ext uri="{FF2B5EF4-FFF2-40B4-BE49-F238E27FC236}">
                    <a16:creationId xmlns:a16="http://schemas.microsoft.com/office/drawing/2014/main" id="{690DB373-DEF6-0D51-A8AC-749E2460E4B6}"/>
                  </a:ext>
                </a:extLst>
              </p:cNvPr>
              <p:cNvSpPr/>
              <p:nvPr/>
            </p:nvSpPr>
            <p:spPr>
              <a:xfrm>
                <a:off x="4513471" y="4609310"/>
                <a:ext cx="54356" cy="79588"/>
              </a:xfrm>
              <a:custGeom>
                <a:avLst/>
                <a:gdLst/>
                <a:ahLst/>
                <a:cxnLst/>
                <a:rect l="0" t="0" r="0" b="0"/>
                <a:pathLst>
                  <a:path w="54356" h="79588">
                    <a:moveTo>
                      <a:pt x="0" y="0"/>
                    </a:moveTo>
                    <a:lnTo>
                      <a:pt x="54356" y="79588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l3964">
                <a:extLst>
                  <a:ext uri="{FF2B5EF4-FFF2-40B4-BE49-F238E27FC236}">
                    <a16:creationId xmlns:a16="http://schemas.microsoft.com/office/drawing/2014/main" id="{C6C596BC-BF6E-BE1E-9F33-42F30409BA39}"/>
                  </a:ext>
                </a:extLst>
              </p:cNvPr>
              <p:cNvSpPr/>
              <p:nvPr/>
            </p:nvSpPr>
            <p:spPr>
              <a:xfrm>
                <a:off x="3511716" y="4762518"/>
                <a:ext cx="53615" cy="82346"/>
              </a:xfrm>
              <a:custGeom>
                <a:avLst/>
                <a:gdLst/>
                <a:ahLst/>
                <a:cxnLst/>
                <a:rect l="0" t="0" r="0" b="0"/>
                <a:pathLst>
                  <a:path w="53615" h="82346">
                    <a:moveTo>
                      <a:pt x="0" y="0"/>
                    </a:moveTo>
                    <a:lnTo>
                      <a:pt x="53615" y="82346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l3965">
                <a:extLst>
                  <a:ext uri="{FF2B5EF4-FFF2-40B4-BE49-F238E27FC236}">
                    <a16:creationId xmlns:a16="http://schemas.microsoft.com/office/drawing/2014/main" id="{9DF14860-9A31-A23C-0134-4F03FC7B202D}"/>
                  </a:ext>
                </a:extLst>
              </p:cNvPr>
              <p:cNvSpPr/>
              <p:nvPr/>
            </p:nvSpPr>
            <p:spPr>
              <a:xfrm>
                <a:off x="5499573" y="3045507"/>
                <a:ext cx="173342" cy="13089"/>
              </a:xfrm>
              <a:custGeom>
                <a:avLst/>
                <a:gdLst/>
                <a:ahLst/>
                <a:cxnLst/>
                <a:rect l="0" t="0" r="0" b="0"/>
                <a:pathLst>
                  <a:path w="173342" h="13089">
                    <a:moveTo>
                      <a:pt x="0" y="0"/>
                    </a:moveTo>
                    <a:lnTo>
                      <a:pt x="173342" y="13089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g3966">
                <a:extLst>
                  <a:ext uri="{FF2B5EF4-FFF2-40B4-BE49-F238E27FC236}">
                    <a16:creationId xmlns:a16="http://schemas.microsoft.com/office/drawing/2014/main" id="{2D4F5E71-6397-8511-08C6-82F993A35D9D}"/>
                  </a:ext>
                </a:extLst>
              </p:cNvPr>
              <p:cNvSpPr/>
              <p:nvPr/>
            </p:nvSpPr>
            <p:spPr>
              <a:xfrm>
                <a:off x="2291975" y="4760462"/>
                <a:ext cx="558515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58515" h="191932">
                    <a:moveTo>
                      <a:pt x="27431" y="191932"/>
                    </a:moveTo>
                    <a:lnTo>
                      <a:pt x="531083" y="191932"/>
                    </a:lnTo>
                    <a:lnTo>
                      <a:pt x="529978" y="191910"/>
                    </a:lnTo>
                    <a:lnTo>
                      <a:pt x="534390" y="191732"/>
                    </a:lnTo>
                    <a:lnTo>
                      <a:pt x="538715" y="190849"/>
                    </a:lnTo>
                    <a:lnTo>
                      <a:pt x="542843" y="189284"/>
                    </a:lnTo>
                    <a:lnTo>
                      <a:pt x="546666" y="187076"/>
                    </a:lnTo>
                    <a:lnTo>
                      <a:pt x="550086" y="184284"/>
                    </a:lnTo>
                    <a:lnTo>
                      <a:pt x="553013" y="180980"/>
                    </a:lnTo>
                    <a:lnTo>
                      <a:pt x="555373" y="177248"/>
                    </a:lnTo>
                    <a:lnTo>
                      <a:pt x="557103" y="173187"/>
                    </a:lnTo>
                    <a:lnTo>
                      <a:pt x="558160" y="168900"/>
                    </a:lnTo>
                    <a:lnTo>
                      <a:pt x="558515" y="164500"/>
                    </a:lnTo>
                    <a:lnTo>
                      <a:pt x="558515" y="27431"/>
                    </a:lnTo>
                    <a:lnTo>
                      <a:pt x="558160" y="23031"/>
                    </a:lnTo>
                    <a:lnTo>
                      <a:pt x="557103" y="18745"/>
                    </a:lnTo>
                    <a:lnTo>
                      <a:pt x="555373" y="14683"/>
                    </a:lnTo>
                    <a:lnTo>
                      <a:pt x="553013" y="10952"/>
                    </a:lnTo>
                    <a:lnTo>
                      <a:pt x="550086" y="7647"/>
                    </a:lnTo>
                    <a:lnTo>
                      <a:pt x="546666" y="4855"/>
                    </a:lnTo>
                    <a:lnTo>
                      <a:pt x="542843" y="2648"/>
                    </a:lnTo>
                    <a:lnTo>
                      <a:pt x="538715" y="1083"/>
                    </a:lnTo>
                    <a:lnTo>
                      <a:pt x="534390" y="200"/>
                    </a:lnTo>
                    <a:lnTo>
                      <a:pt x="53108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tx3967">
                <a:extLst>
                  <a:ext uri="{FF2B5EF4-FFF2-40B4-BE49-F238E27FC236}">
                    <a16:creationId xmlns:a16="http://schemas.microsoft.com/office/drawing/2014/main" id="{34AEEE70-AD57-3AE1-4DC2-E4BA6F0002C2}"/>
                  </a:ext>
                </a:extLst>
              </p:cNvPr>
              <p:cNvSpPr/>
              <p:nvPr/>
            </p:nvSpPr>
            <p:spPr>
              <a:xfrm>
                <a:off x="2337695" y="4806182"/>
                <a:ext cx="467075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W1</a:t>
                </a:r>
                <a:r>
                  <a:rPr lang="en-US"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TX</a:t>
                </a:r>
              </a:p>
            </p:txBody>
          </p:sp>
          <p:sp>
            <p:nvSpPr>
              <p:cNvPr id="3968" name="pg3968">
                <a:extLst>
                  <a:ext uri="{FF2B5EF4-FFF2-40B4-BE49-F238E27FC236}">
                    <a16:creationId xmlns:a16="http://schemas.microsoft.com/office/drawing/2014/main" id="{D361D48F-1953-7CE2-26B2-B15A114DB778}"/>
                  </a:ext>
                </a:extLst>
              </p:cNvPr>
              <p:cNvSpPr/>
              <p:nvPr/>
            </p:nvSpPr>
            <p:spPr>
              <a:xfrm>
                <a:off x="5278519" y="2666676"/>
                <a:ext cx="589605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89605" h="191932">
                    <a:moveTo>
                      <a:pt x="27432" y="191932"/>
                    </a:moveTo>
                    <a:lnTo>
                      <a:pt x="562173" y="191932"/>
                    </a:lnTo>
                    <a:lnTo>
                      <a:pt x="561068" y="191910"/>
                    </a:lnTo>
                    <a:lnTo>
                      <a:pt x="565479" y="191732"/>
                    </a:lnTo>
                    <a:lnTo>
                      <a:pt x="569805" y="190849"/>
                    </a:lnTo>
                    <a:lnTo>
                      <a:pt x="573933" y="189284"/>
                    </a:lnTo>
                    <a:lnTo>
                      <a:pt x="577756" y="187076"/>
                    </a:lnTo>
                    <a:lnTo>
                      <a:pt x="581175" y="184284"/>
                    </a:lnTo>
                    <a:lnTo>
                      <a:pt x="584103" y="180980"/>
                    </a:lnTo>
                    <a:lnTo>
                      <a:pt x="586462" y="177248"/>
                    </a:lnTo>
                    <a:lnTo>
                      <a:pt x="588193" y="173187"/>
                    </a:lnTo>
                    <a:lnTo>
                      <a:pt x="589249" y="168900"/>
                    </a:lnTo>
                    <a:lnTo>
                      <a:pt x="589605" y="164500"/>
                    </a:lnTo>
                    <a:lnTo>
                      <a:pt x="589605" y="27432"/>
                    </a:lnTo>
                    <a:lnTo>
                      <a:pt x="589249" y="23031"/>
                    </a:lnTo>
                    <a:lnTo>
                      <a:pt x="588193" y="18745"/>
                    </a:lnTo>
                    <a:lnTo>
                      <a:pt x="586462" y="14683"/>
                    </a:lnTo>
                    <a:lnTo>
                      <a:pt x="584103" y="10952"/>
                    </a:lnTo>
                    <a:lnTo>
                      <a:pt x="581175" y="7647"/>
                    </a:lnTo>
                    <a:lnTo>
                      <a:pt x="577756" y="4855"/>
                    </a:lnTo>
                    <a:lnTo>
                      <a:pt x="573933" y="2648"/>
                    </a:lnTo>
                    <a:lnTo>
                      <a:pt x="569805" y="1083"/>
                    </a:lnTo>
                    <a:lnTo>
                      <a:pt x="565479" y="200"/>
                    </a:lnTo>
                    <a:lnTo>
                      <a:pt x="562173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5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9" name="tx3969">
                <a:extLst>
                  <a:ext uri="{FF2B5EF4-FFF2-40B4-BE49-F238E27FC236}">
                    <a16:creationId xmlns:a16="http://schemas.microsoft.com/office/drawing/2014/main" id="{5ABB5E32-86C6-1DB1-1D1B-D822753B3D96}"/>
                  </a:ext>
                </a:extLst>
              </p:cNvPr>
              <p:cNvSpPr/>
              <p:nvPr/>
            </p:nvSpPr>
            <p:spPr>
              <a:xfrm>
                <a:off x="5324239" y="2712396"/>
                <a:ext cx="498165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W6</a:t>
                </a:r>
                <a:r>
                  <a:rPr lang="en-US"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ME</a:t>
                </a:r>
              </a:p>
            </p:txBody>
          </p:sp>
          <p:sp>
            <p:nvSpPr>
              <p:cNvPr id="3970" name="pg3970">
                <a:extLst>
                  <a:ext uri="{FF2B5EF4-FFF2-40B4-BE49-F238E27FC236}">
                    <a16:creationId xmlns:a16="http://schemas.microsoft.com/office/drawing/2014/main" id="{01EB73F9-94C9-E395-4E39-FFB9A01C1DAF}"/>
                  </a:ext>
                </a:extLst>
              </p:cNvPr>
              <p:cNvSpPr/>
              <p:nvPr/>
            </p:nvSpPr>
            <p:spPr>
              <a:xfrm>
                <a:off x="3970500" y="4460381"/>
                <a:ext cx="542970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42970" h="191932">
                    <a:moveTo>
                      <a:pt x="27432" y="191932"/>
                    </a:moveTo>
                    <a:lnTo>
                      <a:pt x="515538" y="191932"/>
                    </a:lnTo>
                    <a:lnTo>
                      <a:pt x="514434" y="191910"/>
                    </a:lnTo>
                    <a:lnTo>
                      <a:pt x="518845" y="191732"/>
                    </a:lnTo>
                    <a:lnTo>
                      <a:pt x="523170" y="190849"/>
                    </a:lnTo>
                    <a:lnTo>
                      <a:pt x="527298" y="189284"/>
                    </a:lnTo>
                    <a:lnTo>
                      <a:pt x="531121" y="187076"/>
                    </a:lnTo>
                    <a:lnTo>
                      <a:pt x="534541" y="184284"/>
                    </a:lnTo>
                    <a:lnTo>
                      <a:pt x="537469" y="180980"/>
                    </a:lnTo>
                    <a:lnTo>
                      <a:pt x="539828" y="177248"/>
                    </a:lnTo>
                    <a:lnTo>
                      <a:pt x="541558" y="173187"/>
                    </a:lnTo>
                    <a:lnTo>
                      <a:pt x="542615" y="168900"/>
                    </a:lnTo>
                    <a:lnTo>
                      <a:pt x="542970" y="164500"/>
                    </a:lnTo>
                    <a:lnTo>
                      <a:pt x="542970" y="27431"/>
                    </a:lnTo>
                    <a:lnTo>
                      <a:pt x="542615" y="23031"/>
                    </a:lnTo>
                    <a:lnTo>
                      <a:pt x="541558" y="18745"/>
                    </a:lnTo>
                    <a:lnTo>
                      <a:pt x="539828" y="14683"/>
                    </a:lnTo>
                    <a:lnTo>
                      <a:pt x="537469" y="10952"/>
                    </a:lnTo>
                    <a:lnTo>
                      <a:pt x="534541" y="7647"/>
                    </a:lnTo>
                    <a:lnTo>
                      <a:pt x="531121" y="4855"/>
                    </a:lnTo>
                    <a:lnTo>
                      <a:pt x="527298" y="2648"/>
                    </a:lnTo>
                    <a:lnTo>
                      <a:pt x="523170" y="1083"/>
                    </a:lnTo>
                    <a:lnTo>
                      <a:pt x="518845" y="200"/>
                    </a:lnTo>
                    <a:lnTo>
                      <a:pt x="515538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1" name="tx3971">
                <a:extLst>
                  <a:ext uri="{FF2B5EF4-FFF2-40B4-BE49-F238E27FC236}">
                    <a16:creationId xmlns:a16="http://schemas.microsoft.com/office/drawing/2014/main" id="{14CAF166-423F-5C7B-379B-C7B668D030AA}"/>
                  </a:ext>
                </a:extLst>
              </p:cNvPr>
              <p:cNvSpPr/>
              <p:nvPr/>
            </p:nvSpPr>
            <p:spPr>
              <a:xfrm>
                <a:off x="4016220" y="4506101"/>
                <a:ext cx="451530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W3</a:t>
                </a:r>
                <a:r>
                  <a:rPr lang="en-US"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FL</a:t>
                </a:r>
              </a:p>
            </p:txBody>
          </p:sp>
          <p:sp>
            <p:nvSpPr>
              <p:cNvPr id="3972" name="pg3972">
                <a:extLst>
                  <a:ext uri="{FF2B5EF4-FFF2-40B4-BE49-F238E27FC236}">
                    <a16:creationId xmlns:a16="http://schemas.microsoft.com/office/drawing/2014/main" id="{9FD46B7B-5D5C-4C45-37CA-3831F23265FA}"/>
                  </a:ext>
                </a:extLst>
              </p:cNvPr>
              <p:cNvSpPr/>
              <p:nvPr/>
            </p:nvSpPr>
            <p:spPr>
              <a:xfrm>
                <a:off x="2960882" y="4613797"/>
                <a:ext cx="550834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50834" h="191932">
                    <a:moveTo>
                      <a:pt x="27431" y="191932"/>
                    </a:moveTo>
                    <a:lnTo>
                      <a:pt x="523402" y="191932"/>
                    </a:lnTo>
                    <a:lnTo>
                      <a:pt x="522297" y="191910"/>
                    </a:lnTo>
                    <a:lnTo>
                      <a:pt x="526709" y="191732"/>
                    </a:lnTo>
                    <a:lnTo>
                      <a:pt x="531034" y="190849"/>
                    </a:lnTo>
                    <a:lnTo>
                      <a:pt x="535162" y="189284"/>
                    </a:lnTo>
                    <a:lnTo>
                      <a:pt x="538985" y="187076"/>
                    </a:lnTo>
                    <a:lnTo>
                      <a:pt x="542405" y="184284"/>
                    </a:lnTo>
                    <a:lnTo>
                      <a:pt x="545332" y="180980"/>
                    </a:lnTo>
                    <a:lnTo>
                      <a:pt x="547692" y="177248"/>
                    </a:lnTo>
                    <a:lnTo>
                      <a:pt x="549422" y="173187"/>
                    </a:lnTo>
                    <a:lnTo>
                      <a:pt x="550479" y="168900"/>
                    </a:lnTo>
                    <a:lnTo>
                      <a:pt x="550834" y="164500"/>
                    </a:lnTo>
                    <a:lnTo>
                      <a:pt x="550834" y="27431"/>
                    </a:lnTo>
                    <a:lnTo>
                      <a:pt x="550479" y="23031"/>
                    </a:lnTo>
                    <a:lnTo>
                      <a:pt x="549422" y="18745"/>
                    </a:lnTo>
                    <a:lnTo>
                      <a:pt x="547692" y="14683"/>
                    </a:lnTo>
                    <a:lnTo>
                      <a:pt x="545332" y="10952"/>
                    </a:lnTo>
                    <a:lnTo>
                      <a:pt x="542405" y="7647"/>
                    </a:lnTo>
                    <a:lnTo>
                      <a:pt x="538985" y="4855"/>
                    </a:lnTo>
                    <a:lnTo>
                      <a:pt x="535162" y="2648"/>
                    </a:lnTo>
                    <a:lnTo>
                      <a:pt x="531034" y="1083"/>
                    </a:lnTo>
                    <a:lnTo>
                      <a:pt x="526709" y="200"/>
                    </a:lnTo>
                    <a:lnTo>
                      <a:pt x="523402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5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3" name="tx3973">
                <a:extLst>
                  <a:ext uri="{FF2B5EF4-FFF2-40B4-BE49-F238E27FC236}">
                    <a16:creationId xmlns:a16="http://schemas.microsoft.com/office/drawing/2014/main" id="{2E59FCD4-E43A-3D2A-0A3F-8099FA924207}"/>
                  </a:ext>
                </a:extLst>
              </p:cNvPr>
              <p:cNvSpPr/>
              <p:nvPr/>
            </p:nvSpPr>
            <p:spPr>
              <a:xfrm>
                <a:off x="3006602" y="4659517"/>
                <a:ext cx="459394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W2</a:t>
                </a:r>
                <a:r>
                  <a:rPr lang="en-US"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LA</a:t>
                </a:r>
              </a:p>
            </p:txBody>
          </p:sp>
          <p:sp>
            <p:nvSpPr>
              <p:cNvPr id="3974" name="pg3974">
                <a:extLst>
                  <a:ext uri="{FF2B5EF4-FFF2-40B4-BE49-F238E27FC236}">
                    <a16:creationId xmlns:a16="http://schemas.microsoft.com/office/drawing/2014/main" id="{6D383193-9FB6-5288-0F9D-DE64F22F8563}"/>
                  </a:ext>
                </a:extLst>
              </p:cNvPr>
              <p:cNvSpPr/>
              <p:nvPr/>
            </p:nvSpPr>
            <p:spPr>
              <a:xfrm>
                <a:off x="4917832" y="2949473"/>
                <a:ext cx="581741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81741" h="191932">
                    <a:moveTo>
                      <a:pt x="27432" y="191932"/>
                    </a:moveTo>
                    <a:lnTo>
                      <a:pt x="554309" y="191932"/>
                    </a:lnTo>
                    <a:lnTo>
                      <a:pt x="553204" y="191910"/>
                    </a:lnTo>
                    <a:lnTo>
                      <a:pt x="557615" y="191732"/>
                    </a:lnTo>
                    <a:lnTo>
                      <a:pt x="561941" y="190849"/>
                    </a:lnTo>
                    <a:lnTo>
                      <a:pt x="566069" y="189284"/>
                    </a:lnTo>
                    <a:lnTo>
                      <a:pt x="569892" y="187076"/>
                    </a:lnTo>
                    <a:lnTo>
                      <a:pt x="573312" y="184284"/>
                    </a:lnTo>
                    <a:lnTo>
                      <a:pt x="576239" y="180980"/>
                    </a:lnTo>
                    <a:lnTo>
                      <a:pt x="578599" y="177248"/>
                    </a:lnTo>
                    <a:lnTo>
                      <a:pt x="580329" y="173187"/>
                    </a:lnTo>
                    <a:lnTo>
                      <a:pt x="581386" y="168900"/>
                    </a:lnTo>
                    <a:lnTo>
                      <a:pt x="581741" y="164500"/>
                    </a:lnTo>
                    <a:lnTo>
                      <a:pt x="581741" y="27431"/>
                    </a:lnTo>
                    <a:lnTo>
                      <a:pt x="581386" y="23031"/>
                    </a:lnTo>
                    <a:lnTo>
                      <a:pt x="580329" y="18745"/>
                    </a:lnTo>
                    <a:lnTo>
                      <a:pt x="578599" y="14683"/>
                    </a:lnTo>
                    <a:lnTo>
                      <a:pt x="576239" y="10952"/>
                    </a:lnTo>
                    <a:lnTo>
                      <a:pt x="573312" y="7647"/>
                    </a:lnTo>
                    <a:lnTo>
                      <a:pt x="569892" y="4855"/>
                    </a:lnTo>
                    <a:lnTo>
                      <a:pt x="566069" y="2648"/>
                    </a:lnTo>
                    <a:lnTo>
                      <a:pt x="561941" y="1083"/>
                    </a:lnTo>
                    <a:lnTo>
                      <a:pt x="557615" y="200"/>
                    </a:lnTo>
                    <a:lnTo>
                      <a:pt x="554309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5" name="tx3975">
                <a:extLst>
                  <a:ext uri="{FF2B5EF4-FFF2-40B4-BE49-F238E27FC236}">
                    <a16:creationId xmlns:a16="http://schemas.microsoft.com/office/drawing/2014/main" id="{4E3DFBC9-5288-EF44-6708-70248FF11389}"/>
                  </a:ext>
                </a:extLst>
              </p:cNvPr>
              <p:cNvSpPr/>
              <p:nvPr/>
            </p:nvSpPr>
            <p:spPr>
              <a:xfrm>
                <a:off x="4963552" y="2995193"/>
                <a:ext cx="490301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W5</a:t>
                </a:r>
                <a:r>
                  <a:rPr lang="en-US"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3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NH</a:t>
                </a:r>
              </a:p>
            </p:txBody>
          </p:sp>
          <p:sp>
            <p:nvSpPr>
              <p:cNvPr id="3976" name="rc3976">
                <a:extLst>
                  <a:ext uri="{FF2B5EF4-FFF2-40B4-BE49-F238E27FC236}">
                    <a16:creationId xmlns:a16="http://schemas.microsoft.com/office/drawing/2014/main" id="{82F65515-6DF0-F24A-B38B-FE047E7F8F04}"/>
                  </a:ext>
                </a:extLst>
              </p:cNvPr>
              <p:cNvSpPr/>
              <p:nvPr/>
            </p:nvSpPr>
            <p:spPr>
              <a:xfrm>
                <a:off x="2201917" y="2354586"/>
                <a:ext cx="4342247" cy="3366361"/>
              </a:xfrm>
              <a:prstGeom prst="rect">
                <a:avLst/>
              </a:prstGeom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7" name="tx3977">
                <a:extLst>
                  <a:ext uri="{FF2B5EF4-FFF2-40B4-BE49-F238E27FC236}">
                    <a16:creationId xmlns:a16="http://schemas.microsoft.com/office/drawing/2014/main" id="{FA36A882-53AD-1A77-100A-007E633EA999}"/>
                  </a:ext>
                </a:extLst>
              </p:cNvPr>
              <p:cNvSpPr/>
              <p:nvPr/>
            </p:nvSpPr>
            <p:spPr>
              <a:xfrm>
                <a:off x="1889564" y="5366840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25</a:t>
                </a:r>
              </a:p>
            </p:txBody>
          </p:sp>
          <p:sp>
            <p:nvSpPr>
              <p:cNvPr id="3978" name="tx3978">
                <a:extLst>
                  <a:ext uri="{FF2B5EF4-FFF2-40B4-BE49-F238E27FC236}">
                    <a16:creationId xmlns:a16="http://schemas.microsoft.com/office/drawing/2014/main" id="{10D87A11-2EC4-759E-012A-89E478C80E6E}"/>
                  </a:ext>
                </a:extLst>
              </p:cNvPr>
              <p:cNvSpPr/>
              <p:nvPr/>
            </p:nvSpPr>
            <p:spPr>
              <a:xfrm>
                <a:off x="2013922" y="534846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79" name="tx3979">
                <a:extLst>
                  <a:ext uri="{FF2B5EF4-FFF2-40B4-BE49-F238E27FC236}">
                    <a16:creationId xmlns:a16="http://schemas.microsoft.com/office/drawing/2014/main" id="{307E4EA9-6FF1-B57E-6423-B4380B475BDF}"/>
                  </a:ext>
                </a:extLst>
              </p:cNvPr>
              <p:cNvSpPr/>
              <p:nvPr/>
            </p:nvSpPr>
            <p:spPr>
              <a:xfrm>
                <a:off x="2058636" y="5366840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0" name="tx3980">
                <a:extLst>
                  <a:ext uri="{FF2B5EF4-FFF2-40B4-BE49-F238E27FC236}">
                    <a16:creationId xmlns:a16="http://schemas.microsoft.com/office/drawing/2014/main" id="{415D00B4-6EF0-FDC1-15D8-113F40A68600}"/>
                  </a:ext>
                </a:extLst>
              </p:cNvPr>
              <p:cNvSpPr/>
              <p:nvPr/>
            </p:nvSpPr>
            <p:spPr>
              <a:xfrm>
                <a:off x="1889564" y="471646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30</a:t>
                </a:r>
              </a:p>
            </p:txBody>
          </p:sp>
          <p:sp>
            <p:nvSpPr>
              <p:cNvPr id="3981" name="tx3981">
                <a:extLst>
                  <a:ext uri="{FF2B5EF4-FFF2-40B4-BE49-F238E27FC236}">
                    <a16:creationId xmlns:a16="http://schemas.microsoft.com/office/drawing/2014/main" id="{9E82948E-3D79-EC72-C4E4-19151C5B3B7A}"/>
                  </a:ext>
                </a:extLst>
              </p:cNvPr>
              <p:cNvSpPr/>
              <p:nvPr/>
            </p:nvSpPr>
            <p:spPr>
              <a:xfrm>
                <a:off x="2013922" y="469808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2" name="tx3982">
                <a:extLst>
                  <a:ext uri="{FF2B5EF4-FFF2-40B4-BE49-F238E27FC236}">
                    <a16:creationId xmlns:a16="http://schemas.microsoft.com/office/drawing/2014/main" id="{58F9F823-DCA8-05FF-D9F3-EF061026421C}"/>
                  </a:ext>
                </a:extLst>
              </p:cNvPr>
              <p:cNvSpPr/>
              <p:nvPr/>
            </p:nvSpPr>
            <p:spPr>
              <a:xfrm>
                <a:off x="2058636" y="471646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3" name="tx3983">
                <a:extLst>
                  <a:ext uri="{FF2B5EF4-FFF2-40B4-BE49-F238E27FC236}">
                    <a16:creationId xmlns:a16="http://schemas.microsoft.com/office/drawing/2014/main" id="{EE663C9D-D330-9EEB-BA1A-715553A2F0D8}"/>
                  </a:ext>
                </a:extLst>
              </p:cNvPr>
              <p:cNvSpPr/>
              <p:nvPr/>
            </p:nvSpPr>
            <p:spPr>
              <a:xfrm>
                <a:off x="1889564" y="406618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35</a:t>
                </a:r>
              </a:p>
            </p:txBody>
          </p:sp>
          <p:sp>
            <p:nvSpPr>
              <p:cNvPr id="3984" name="tx3984">
                <a:extLst>
                  <a:ext uri="{FF2B5EF4-FFF2-40B4-BE49-F238E27FC236}">
                    <a16:creationId xmlns:a16="http://schemas.microsoft.com/office/drawing/2014/main" id="{E008A34A-1164-96AC-FBE8-FB7F391F6293}"/>
                  </a:ext>
                </a:extLst>
              </p:cNvPr>
              <p:cNvSpPr/>
              <p:nvPr/>
            </p:nvSpPr>
            <p:spPr>
              <a:xfrm>
                <a:off x="2013922" y="40478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5" name="tx3985">
                <a:extLst>
                  <a:ext uri="{FF2B5EF4-FFF2-40B4-BE49-F238E27FC236}">
                    <a16:creationId xmlns:a16="http://schemas.microsoft.com/office/drawing/2014/main" id="{F3F3E220-7B1F-77B4-42D9-E6FE99200C8C}"/>
                  </a:ext>
                </a:extLst>
              </p:cNvPr>
              <p:cNvSpPr/>
              <p:nvPr/>
            </p:nvSpPr>
            <p:spPr>
              <a:xfrm>
                <a:off x="2058636" y="406618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6" name="tx3986">
                <a:extLst>
                  <a:ext uri="{FF2B5EF4-FFF2-40B4-BE49-F238E27FC236}">
                    <a16:creationId xmlns:a16="http://schemas.microsoft.com/office/drawing/2014/main" id="{9034BD4C-7767-91CC-948A-CF9ADFDFDE41}"/>
                  </a:ext>
                </a:extLst>
              </p:cNvPr>
              <p:cNvSpPr/>
              <p:nvPr/>
            </p:nvSpPr>
            <p:spPr>
              <a:xfrm>
                <a:off x="1889564" y="341590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40</a:t>
                </a:r>
              </a:p>
            </p:txBody>
          </p:sp>
          <p:sp>
            <p:nvSpPr>
              <p:cNvPr id="3987" name="tx3987">
                <a:extLst>
                  <a:ext uri="{FF2B5EF4-FFF2-40B4-BE49-F238E27FC236}">
                    <a16:creationId xmlns:a16="http://schemas.microsoft.com/office/drawing/2014/main" id="{804278E2-ED26-F933-BC32-B104F7AC9BDE}"/>
                  </a:ext>
                </a:extLst>
              </p:cNvPr>
              <p:cNvSpPr/>
              <p:nvPr/>
            </p:nvSpPr>
            <p:spPr>
              <a:xfrm>
                <a:off x="2013922" y="339752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8" name="tx3988">
                <a:extLst>
                  <a:ext uri="{FF2B5EF4-FFF2-40B4-BE49-F238E27FC236}">
                    <a16:creationId xmlns:a16="http://schemas.microsoft.com/office/drawing/2014/main" id="{1233C4A7-D5A1-ADBB-B4D2-FEB693DA3875}"/>
                  </a:ext>
                </a:extLst>
              </p:cNvPr>
              <p:cNvSpPr/>
              <p:nvPr/>
            </p:nvSpPr>
            <p:spPr>
              <a:xfrm>
                <a:off x="2058636" y="341590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9" name="tx3989">
                <a:extLst>
                  <a:ext uri="{FF2B5EF4-FFF2-40B4-BE49-F238E27FC236}">
                    <a16:creationId xmlns:a16="http://schemas.microsoft.com/office/drawing/2014/main" id="{0FD082F6-0A9E-9DFB-F47F-022A3DF74B50}"/>
                  </a:ext>
                </a:extLst>
              </p:cNvPr>
              <p:cNvSpPr/>
              <p:nvPr/>
            </p:nvSpPr>
            <p:spPr>
              <a:xfrm>
                <a:off x="1889564" y="2765720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45</a:t>
                </a:r>
              </a:p>
            </p:txBody>
          </p:sp>
          <p:sp>
            <p:nvSpPr>
              <p:cNvPr id="3990" name="tx3990">
                <a:extLst>
                  <a:ext uri="{FF2B5EF4-FFF2-40B4-BE49-F238E27FC236}">
                    <a16:creationId xmlns:a16="http://schemas.microsoft.com/office/drawing/2014/main" id="{8CAB4BD1-10DC-27F3-20FB-D941B0C9BDA2}"/>
                  </a:ext>
                </a:extLst>
              </p:cNvPr>
              <p:cNvSpPr/>
              <p:nvPr/>
            </p:nvSpPr>
            <p:spPr>
              <a:xfrm>
                <a:off x="2013922" y="274734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91" name="tx3991">
                <a:extLst>
                  <a:ext uri="{FF2B5EF4-FFF2-40B4-BE49-F238E27FC236}">
                    <a16:creationId xmlns:a16="http://schemas.microsoft.com/office/drawing/2014/main" id="{DEBDA447-EEB6-DCDD-FD70-3555F47E80B6}"/>
                  </a:ext>
                </a:extLst>
              </p:cNvPr>
              <p:cNvSpPr/>
              <p:nvPr/>
            </p:nvSpPr>
            <p:spPr>
              <a:xfrm>
                <a:off x="2058636" y="2765720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92" name="pl3992">
                <a:extLst>
                  <a:ext uri="{FF2B5EF4-FFF2-40B4-BE49-F238E27FC236}">
                    <a16:creationId xmlns:a16="http://schemas.microsoft.com/office/drawing/2014/main" id="{C29EDCB1-331A-FD6F-8BAB-26D8B5B1C777}"/>
                  </a:ext>
                </a:extLst>
              </p:cNvPr>
              <p:cNvSpPr/>
              <p:nvPr/>
            </p:nvSpPr>
            <p:spPr>
              <a:xfrm>
                <a:off x="2167122" y="540785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3" name="pl3993">
                <a:extLst>
                  <a:ext uri="{FF2B5EF4-FFF2-40B4-BE49-F238E27FC236}">
                    <a16:creationId xmlns:a16="http://schemas.microsoft.com/office/drawing/2014/main" id="{8BAD75FB-F3E1-B0C7-09E1-BF7C1DC33161}"/>
                  </a:ext>
                </a:extLst>
              </p:cNvPr>
              <p:cNvSpPr/>
              <p:nvPr/>
            </p:nvSpPr>
            <p:spPr>
              <a:xfrm>
                <a:off x="2167122" y="475757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4" name="pl3994">
                <a:extLst>
                  <a:ext uri="{FF2B5EF4-FFF2-40B4-BE49-F238E27FC236}">
                    <a16:creationId xmlns:a16="http://schemas.microsoft.com/office/drawing/2014/main" id="{F3C645F2-F372-F046-D460-AF310DEFC2EA}"/>
                  </a:ext>
                </a:extLst>
              </p:cNvPr>
              <p:cNvSpPr/>
              <p:nvPr/>
            </p:nvSpPr>
            <p:spPr>
              <a:xfrm>
                <a:off x="2167122" y="410729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5" name="pl3995">
                <a:extLst>
                  <a:ext uri="{FF2B5EF4-FFF2-40B4-BE49-F238E27FC236}">
                    <a16:creationId xmlns:a16="http://schemas.microsoft.com/office/drawing/2014/main" id="{7CE57637-5BE6-16C6-3DF7-5555B22356C4}"/>
                  </a:ext>
                </a:extLst>
              </p:cNvPr>
              <p:cNvSpPr/>
              <p:nvPr/>
            </p:nvSpPr>
            <p:spPr>
              <a:xfrm>
                <a:off x="2167122" y="345701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l3996">
                <a:extLst>
                  <a:ext uri="{FF2B5EF4-FFF2-40B4-BE49-F238E27FC236}">
                    <a16:creationId xmlns:a16="http://schemas.microsoft.com/office/drawing/2014/main" id="{04DF7EBD-E0DB-7D52-3D78-265B984C40EF}"/>
                  </a:ext>
                </a:extLst>
              </p:cNvPr>
              <p:cNvSpPr/>
              <p:nvPr/>
            </p:nvSpPr>
            <p:spPr>
              <a:xfrm>
                <a:off x="2167122" y="280673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l3997">
                <a:extLst>
                  <a:ext uri="{FF2B5EF4-FFF2-40B4-BE49-F238E27FC236}">
                    <a16:creationId xmlns:a16="http://schemas.microsoft.com/office/drawing/2014/main" id="{437D21BB-0C38-7C57-F00E-C205A9261FC3}"/>
                  </a:ext>
                </a:extLst>
              </p:cNvPr>
              <p:cNvSpPr/>
              <p:nvPr/>
            </p:nvSpPr>
            <p:spPr>
              <a:xfrm>
                <a:off x="2610961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l3998">
                <a:extLst>
                  <a:ext uri="{FF2B5EF4-FFF2-40B4-BE49-F238E27FC236}">
                    <a16:creationId xmlns:a16="http://schemas.microsoft.com/office/drawing/2014/main" id="{BAE1FEB5-BACF-3F2A-33D6-920242FB58A1}"/>
                  </a:ext>
                </a:extLst>
              </p:cNvPr>
              <p:cNvSpPr/>
              <p:nvPr/>
            </p:nvSpPr>
            <p:spPr>
              <a:xfrm>
                <a:off x="314013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l3999">
                <a:extLst>
                  <a:ext uri="{FF2B5EF4-FFF2-40B4-BE49-F238E27FC236}">
                    <a16:creationId xmlns:a16="http://schemas.microsoft.com/office/drawing/2014/main" id="{1FB2F6DE-C22D-A860-9339-12D08536DA49}"/>
                  </a:ext>
                </a:extLst>
              </p:cNvPr>
              <p:cNvSpPr/>
              <p:nvPr/>
            </p:nvSpPr>
            <p:spPr>
              <a:xfrm>
                <a:off x="366931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l4000">
                <a:extLst>
                  <a:ext uri="{FF2B5EF4-FFF2-40B4-BE49-F238E27FC236}">
                    <a16:creationId xmlns:a16="http://schemas.microsoft.com/office/drawing/2014/main" id="{03CA65FD-5606-FE8F-4E73-8B187A7DB6BD}"/>
                  </a:ext>
                </a:extLst>
              </p:cNvPr>
              <p:cNvSpPr/>
              <p:nvPr/>
            </p:nvSpPr>
            <p:spPr>
              <a:xfrm>
                <a:off x="419848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l4001">
                <a:extLst>
                  <a:ext uri="{FF2B5EF4-FFF2-40B4-BE49-F238E27FC236}">
                    <a16:creationId xmlns:a16="http://schemas.microsoft.com/office/drawing/2014/main" id="{0F9EC48D-ADEA-601B-0441-FF82F7F15123}"/>
                  </a:ext>
                </a:extLst>
              </p:cNvPr>
              <p:cNvSpPr/>
              <p:nvPr/>
            </p:nvSpPr>
            <p:spPr>
              <a:xfrm>
                <a:off x="472766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l4002">
                <a:extLst>
                  <a:ext uri="{FF2B5EF4-FFF2-40B4-BE49-F238E27FC236}">
                    <a16:creationId xmlns:a16="http://schemas.microsoft.com/office/drawing/2014/main" id="{7C97E697-BE5A-43BD-50E5-8C64CBFAE926}"/>
                  </a:ext>
                </a:extLst>
              </p:cNvPr>
              <p:cNvSpPr/>
              <p:nvPr/>
            </p:nvSpPr>
            <p:spPr>
              <a:xfrm>
                <a:off x="525683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l4003">
                <a:extLst>
                  <a:ext uri="{FF2B5EF4-FFF2-40B4-BE49-F238E27FC236}">
                    <a16:creationId xmlns:a16="http://schemas.microsoft.com/office/drawing/2014/main" id="{49E01733-733D-FBA1-3CDA-A4927B4C0DE2}"/>
                  </a:ext>
                </a:extLst>
              </p:cNvPr>
              <p:cNvSpPr/>
              <p:nvPr/>
            </p:nvSpPr>
            <p:spPr>
              <a:xfrm>
                <a:off x="578601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l4004">
                <a:extLst>
                  <a:ext uri="{FF2B5EF4-FFF2-40B4-BE49-F238E27FC236}">
                    <a16:creationId xmlns:a16="http://schemas.microsoft.com/office/drawing/2014/main" id="{F7C6BEB0-45E2-4532-28A7-829C5452E743}"/>
                  </a:ext>
                </a:extLst>
              </p:cNvPr>
              <p:cNvSpPr/>
              <p:nvPr/>
            </p:nvSpPr>
            <p:spPr>
              <a:xfrm>
                <a:off x="631518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tx4005">
                <a:extLst>
                  <a:ext uri="{FF2B5EF4-FFF2-40B4-BE49-F238E27FC236}">
                    <a16:creationId xmlns:a16="http://schemas.microsoft.com/office/drawing/2014/main" id="{015650B0-E568-8EFB-0A9A-60CC7D55E8E6}"/>
                  </a:ext>
                </a:extLst>
              </p:cNvPr>
              <p:cNvSpPr/>
              <p:nvPr/>
            </p:nvSpPr>
            <p:spPr>
              <a:xfrm>
                <a:off x="2442620" y="5783578"/>
                <a:ext cx="186537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100</a:t>
                </a:r>
              </a:p>
            </p:txBody>
          </p:sp>
          <p:sp>
            <p:nvSpPr>
              <p:cNvPr id="4006" name="tx4006">
                <a:extLst>
                  <a:ext uri="{FF2B5EF4-FFF2-40B4-BE49-F238E27FC236}">
                    <a16:creationId xmlns:a16="http://schemas.microsoft.com/office/drawing/2014/main" id="{E7A981B8-8038-B57A-5FB3-B5E1DDC4884F}"/>
                  </a:ext>
                </a:extLst>
              </p:cNvPr>
              <p:cNvSpPr/>
              <p:nvPr/>
            </p:nvSpPr>
            <p:spPr>
              <a:xfrm>
                <a:off x="262915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07" name="tx4007">
                <a:extLst>
                  <a:ext uri="{FF2B5EF4-FFF2-40B4-BE49-F238E27FC236}">
                    <a16:creationId xmlns:a16="http://schemas.microsoft.com/office/drawing/2014/main" id="{D573C015-1A4A-93EA-2206-FF7F2560A324}"/>
                  </a:ext>
                </a:extLst>
              </p:cNvPr>
              <p:cNvSpPr/>
              <p:nvPr/>
            </p:nvSpPr>
            <p:spPr>
              <a:xfrm>
                <a:off x="267387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08" name="tx4008">
                <a:extLst>
                  <a:ext uri="{FF2B5EF4-FFF2-40B4-BE49-F238E27FC236}">
                    <a16:creationId xmlns:a16="http://schemas.microsoft.com/office/drawing/2014/main" id="{3FE5EF96-36C7-5CAB-9C31-0B76C3A2ACE4}"/>
                  </a:ext>
                </a:extLst>
              </p:cNvPr>
              <p:cNvSpPr/>
              <p:nvPr/>
            </p:nvSpPr>
            <p:spPr>
              <a:xfrm>
                <a:off x="298738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95</a:t>
                </a:r>
              </a:p>
            </p:txBody>
          </p:sp>
          <p:sp>
            <p:nvSpPr>
              <p:cNvPr id="4009" name="tx4009">
                <a:extLst>
                  <a:ext uri="{FF2B5EF4-FFF2-40B4-BE49-F238E27FC236}">
                    <a16:creationId xmlns:a16="http://schemas.microsoft.com/office/drawing/2014/main" id="{24683DA7-E631-7254-A5B3-AB07FD102B26}"/>
                  </a:ext>
                </a:extLst>
              </p:cNvPr>
              <p:cNvSpPr/>
              <p:nvPr/>
            </p:nvSpPr>
            <p:spPr>
              <a:xfrm>
                <a:off x="314274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0" name="tx4010">
                <a:extLst>
                  <a:ext uri="{FF2B5EF4-FFF2-40B4-BE49-F238E27FC236}">
                    <a16:creationId xmlns:a16="http://schemas.microsoft.com/office/drawing/2014/main" id="{BCE7AC20-BEEB-5132-4E75-0E8D055E84C7}"/>
                  </a:ext>
                </a:extLst>
              </p:cNvPr>
              <p:cNvSpPr/>
              <p:nvPr/>
            </p:nvSpPr>
            <p:spPr>
              <a:xfrm>
                <a:off x="318745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1" name="tx4011">
                <a:extLst>
                  <a:ext uri="{FF2B5EF4-FFF2-40B4-BE49-F238E27FC236}">
                    <a16:creationId xmlns:a16="http://schemas.microsoft.com/office/drawing/2014/main" id="{B266EFEE-A8E3-B28E-87BD-25EA719DBB96}"/>
                  </a:ext>
                </a:extLst>
              </p:cNvPr>
              <p:cNvSpPr/>
              <p:nvPr/>
            </p:nvSpPr>
            <p:spPr>
              <a:xfrm>
                <a:off x="351656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90</a:t>
                </a:r>
              </a:p>
            </p:txBody>
          </p:sp>
          <p:sp>
            <p:nvSpPr>
              <p:cNvPr id="4012" name="tx4012">
                <a:extLst>
                  <a:ext uri="{FF2B5EF4-FFF2-40B4-BE49-F238E27FC236}">
                    <a16:creationId xmlns:a16="http://schemas.microsoft.com/office/drawing/2014/main" id="{8FEEB8F5-0EF3-7BCD-D234-507064162444}"/>
                  </a:ext>
                </a:extLst>
              </p:cNvPr>
              <p:cNvSpPr/>
              <p:nvPr/>
            </p:nvSpPr>
            <p:spPr>
              <a:xfrm>
                <a:off x="367191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3" name="tx4013">
                <a:extLst>
                  <a:ext uri="{FF2B5EF4-FFF2-40B4-BE49-F238E27FC236}">
                    <a16:creationId xmlns:a16="http://schemas.microsoft.com/office/drawing/2014/main" id="{F43FB879-E90A-20F2-2C01-12C89234FCEC}"/>
                  </a:ext>
                </a:extLst>
              </p:cNvPr>
              <p:cNvSpPr/>
              <p:nvPr/>
            </p:nvSpPr>
            <p:spPr>
              <a:xfrm>
                <a:off x="371663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4" name="tx4014">
                <a:extLst>
                  <a:ext uri="{FF2B5EF4-FFF2-40B4-BE49-F238E27FC236}">
                    <a16:creationId xmlns:a16="http://schemas.microsoft.com/office/drawing/2014/main" id="{3FA5B6F6-624C-0B60-E16F-21D87BD634DF}"/>
                  </a:ext>
                </a:extLst>
              </p:cNvPr>
              <p:cNvSpPr/>
              <p:nvPr/>
            </p:nvSpPr>
            <p:spPr>
              <a:xfrm>
                <a:off x="404573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85</a:t>
                </a:r>
              </a:p>
            </p:txBody>
          </p:sp>
          <p:sp>
            <p:nvSpPr>
              <p:cNvPr id="4015" name="tx4015">
                <a:extLst>
                  <a:ext uri="{FF2B5EF4-FFF2-40B4-BE49-F238E27FC236}">
                    <a16:creationId xmlns:a16="http://schemas.microsoft.com/office/drawing/2014/main" id="{86420750-FA37-9526-A550-BA55469EE150}"/>
                  </a:ext>
                </a:extLst>
              </p:cNvPr>
              <p:cNvSpPr/>
              <p:nvPr/>
            </p:nvSpPr>
            <p:spPr>
              <a:xfrm>
                <a:off x="420109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6" name="tx4016">
                <a:extLst>
                  <a:ext uri="{FF2B5EF4-FFF2-40B4-BE49-F238E27FC236}">
                    <a16:creationId xmlns:a16="http://schemas.microsoft.com/office/drawing/2014/main" id="{D64DC0D3-C9C7-5F82-C9D6-EE0C9D124A6D}"/>
                  </a:ext>
                </a:extLst>
              </p:cNvPr>
              <p:cNvSpPr/>
              <p:nvPr/>
            </p:nvSpPr>
            <p:spPr>
              <a:xfrm>
                <a:off x="424580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7" name="tx4017">
                <a:extLst>
                  <a:ext uri="{FF2B5EF4-FFF2-40B4-BE49-F238E27FC236}">
                    <a16:creationId xmlns:a16="http://schemas.microsoft.com/office/drawing/2014/main" id="{7B129578-F42D-9D9B-D170-6320CBC825F3}"/>
                  </a:ext>
                </a:extLst>
              </p:cNvPr>
              <p:cNvSpPr/>
              <p:nvPr/>
            </p:nvSpPr>
            <p:spPr>
              <a:xfrm>
                <a:off x="457491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80</a:t>
                </a:r>
              </a:p>
            </p:txBody>
          </p:sp>
          <p:sp>
            <p:nvSpPr>
              <p:cNvPr id="4018" name="tx4018">
                <a:extLst>
                  <a:ext uri="{FF2B5EF4-FFF2-40B4-BE49-F238E27FC236}">
                    <a16:creationId xmlns:a16="http://schemas.microsoft.com/office/drawing/2014/main" id="{92627B30-9194-C6EE-11A5-E9D78CE3706A}"/>
                  </a:ext>
                </a:extLst>
              </p:cNvPr>
              <p:cNvSpPr/>
              <p:nvPr/>
            </p:nvSpPr>
            <p:spPr>
              <a:xfrm>
                <a:off x="473026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9" name="tx4019">
                <a:extLst>
                  <a:ext uri="{FF2B5EF4-FFF2-40B4-BE49-F238E27FC236}">
                    <a16:creationId xmlns:a16="http://schemas.microsoft.com/office/drawing/2014/main" id="{AC2BC96C-9A9F-22E2-8FC1-234CD2DA2E4D}"/>
                  </a:ext>
                </a:extLst>
              </p:cNvPr>
              <p:cNvSpPr/>
              <p:nvPr/>
            </p:nvSpPr>
            <p:spPr>
              <a:xfrm>
                <a:off x="477498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0" name="tx4020">
                <a:extLst>
                  <a:ext uri="{FF2B5EF4-FFF2-40B4-BE49-F238E27FC236}">
                    <a16:creationId xmlns:a16="http://schemas.microsoft.com/office/drawing/2014/main" id="{1568C7FF-57C8-E3CA-033E-CB1CCB116E85}"/>
                  </a:ext>
                </a:extLst>
              </p:cNvPr>
              <p:cNvSpPr/>
              <p:nvPr/>
            </p:nvSpPr>
            <p:spPr>
              <a:xfrm>
                <a:off x="510408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75</a:t>
                </a:r>
              </a:p>
            </p:txBody>
          </p:sp>
          <p:sp>
            <p:nvSpPr>
              <p:cNvPr id="4021" name="tx4021">
                <a:extLst>
                  <a:ext uri="{FF2B5EF4-FFF2-40B4-BE49-F238E27FC236}">
                    <a16:creationId xmlns:a16="http://schemas.microsoft.com/office/drawing/2014/main" id="{C4021D5E-0DED-4E48-953C-7621A1726461}"/>
                  </a:ext>
                </a:extLst>
              </p:cNvPr>
              <p:cNvSpPr/>
              <p:nvPr/>
            </p:nvSpPr>
            <p:spPr>
              <a:xfrm>
                <a:off x="525944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2" name="tx4022">
                <a:extLst>
                  <a:ext uri="{FF2B5EF4-FFF2-40B4-BE49-F238E27FC236}">
                    <a16:creationId xmlns:a16="http://schemas.microsoft.com/office/drawing/2014/main" id="{0A54161C-35AC-9EEB-6304-EF10E93A3A4A}"/>
                  </a:ext>
                </a:extLst>
              </p:cNvPr>
              <p:cNvSpPr/>
              <p:nvPr/>
            </p:nvSpPr>
            <p:spPr>
              <a:xfrm>
                <a:off x="530415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3" name="tx4023">
                <a:extLst>
                  <a:ext uri="{FF2B5EF4-FFF2-40B4-BE49-F238E27FC236}">
                    <a16:creationId xmlns:a16="http://schemas.microsoft.com/office/drawing/2014/main" id="{8E1D8B3F-6B06-F2F2-5263-5977AB76ADF9}"/>
                  </a:ext>
                </a:extLst>
              </p:cNvPr>
              <p:cNvSpPr/>
              <p:nvPr/>
            </p:nvSpPr>
            <p:spPr>
              <a:xfrm>
                <a:off x="563326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70</a:t>
                </a:r>
              </a:p>
            </p:txBody>
          </p:sp>
          <p:sp>
            <p:nvSpPr>
              <p:cNvPr id="4024" name="tx4024">
                <a:extLst>
                  <a:ext uri="{FF2B5EF4-FFF2-40B4-BE49-F238E27FC236}">
                    <a16:creationId xmlns:a16="http://schemas.microsoft.com/office/drawing/2014/main" id="{0EE92D19-F6B5-3017-8663-06A623B4F645}"/>
                  </a:ext>
                </a:extLst>
              </p:cNvPr>
              <p:cNvSpPr/>
              <p:nvPr/>
            </p:nvSpPr>
            <p:spPr>
              <a:xfrm>
                <a:off x="578861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5" name="tx4025">
                <a:extLst>
                  <a:ext uri="{FF2B5EF4-FFF2-40B4-BE49-F238E27FC236}">
                    <a16:creationId xmlns:a16="http://schemas.microsoft.com/office/drawing/2014/main" id="{95CD6F66-A98A-FC2F-04A3-21161FD6ADAC}"/>
                  </a:ext>
                </a:extLst>
              </p:cNvPr>
              <p:cNvSpPr/>
              <p:nvPr/>
            </p:nvSpPr>
            <p:spPr>
              <a:xfrm>
                <a:off x="583333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6" name="tx4026">
                <a:extLst>
                  <a:ext uri="{FF2B5EF4-FFF2-40B4-BE49-F238E27FC236}">
                    <a16:creationId xmlns:a16="http://schemas.microsoft.com/office/drawing/2014/main" id="{07ADE4E6-6D3D-6FD5-4BAD-5FF224952591}"/>
                  </a:ext>
                </a:extLst>
              </p:cNvPr>
              <p:cNvSpPr/>
              <p:nvPr/>
            </p:nvSpPr>
            <p:spPr>
              <a:xfrm>
                <a:off x="616243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65</a:t>
                </a:r>
              </a:p>
            </p:txBody>
          </p:sp>
          <p:sp>
            <p:nvSpPr>
              <p:cNvPr id="4027" name="tx4027">
                <a:extLst>
                  <a:ext uri="{FF2B5EF4-FFF2-40B4-BE49-F238E27FC236}">
                    <a16:creationId xmlns:a16="http://schemas.microsoft.com/office/drawing/2014/main" id="{3853DD0C-C50B-A2A9-44B7-5713FE3E8999}"/>
                  </a:ext>
                </a:extLst>
              </p:cNvPr>
              <p:cNvSpPr/>
              <p:nvPr/>
            </p:nvSpPr>
            <p:spPr>
              <a:xfrm>
                <a:off x="631779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8" name="tx4028">
                <a:extLst>
                  <a:ext uri="{FF2B5EF4-FFF2-40B4-BE49-F238E27FC236}">
                    <a16:creationId xmlns:a16="http://schemas.microsoft.com/office/drawing/2014/main" id="{84DFF5BD-B67C-4874-0C46-26A20BC08912}"/>
                  </a:ext>
                </a:extLst>
              </p:cNvPr>
              <p:cNvSpPr/>
              <p:nvPr/>
            </p:nvSpPr>
            <p:spPr>
              <a:xfrm>
                <a:off x="636250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9" name="tx4029">
                <a:extLst>
                  <a:ext uri="{FF2B5EF4-FFF2-40B4-BE49-F238E27FC236}">
                    <a16:creationId xmlns:a16="http://schemas.microsoft.com/office/drawing/2014/main" id="{9A7DFB67-9421-9798-47E8-C7830FDC8C99}"/>
                  </a:ext>
                </a:extLst>
              </p:cNvPr>
              <p:cNvSpPr/>
              <p:nvPr/>
            </p:nvSpPr>
            <p:spPr>
              <a:xfrm>
                <a:off x="4066122" y="5925448"/>
                <a:ext cx="613836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Longitude</a:t>
                </a:r>
              </a:p>
            </p:txBody>
          </p:sp>
          <p:sp>
            <p:nvSpPr>
              <p:cNvPr id="4030" name="tx4030">
                <a:extLst>
                  <a:ext uri="{FF2B5EF4-FFF2-40B4-BE49-F238E27FC236}">
                    <a16:creationId xmlns:a16="http://schemas.microsoft.com/office/drawing/2014/main" id="{5BB5355C-6C54-7868-DBFF-C022AC05951B}"/>
                  </a:ext>
                </a:extLst>
              </p:cNvPr>
              <p:cNvSpPr/>
              <p:nvPr/>
            </p:nvSpPr>
            <p:spPr>
              <a:xfrm rot="-5400000">
                <a:off x="1525174" y="3987658"/>
                <a:ext cx="497159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Latitude</a:t>
                </a:r>
              </a:p>
            </p:txBody>
          </p:sp>
          <p:sp>
            <p:nvSpPr>
              <p:cNvPr id="4031" name="rc4031">
                <a:extLst>
                  <a:ext uri="{FF2B5EF4-FFF2-40B4-BE49-F238E27FC236}">
                    <a16:creationId xmlns:a16="http://schemas.microsoft.com/office/drawing/2014/main" id="{75BA0B99-CC76-7E71-F567-607A0A22A21C}"/>
                  </a:ext>
                </a:extLst>
              </p:cNvPr>
              <p:cNvSpPr/>
              <p:nvPr/>
            </p:nvSpPr>
            <p:spPr>
              <a:xfrm>
                <a:off x="6683342" y="3243743"/>
                <a:ext cx="737012" cy="1588048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2" name="tx4032">
                <a:extLst>
                  <a:ext uri="{FF2B5EF4-FFF2-40B4-BE49-F238E27FC236}">
                    <a16:creationId xmlns:a16="http://schemas.microsoft.com/office/drawing/2014/main" id="{35244384-534A-0964-B9C9-D43136375561}"/>
                  </a:ext>
                </a:extLst>
              </p:cNvPr>
              <p:cNvSpPr/>
              <p:nvPr/>
            </p:nvSpPr>
            <p:spPr>
              <a:xfrm>
                <a:off x="6752931" y="3328785"/>
                <a:ext cx="597834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Genomic </a:t>
                </a:r>
              </a:p>
            </p:txBody>
          </p:sp>
          <p:sp>
            <p:nvSpPr>
              <p:cNvPr id="4033" name="tx4033">
                <a:extLst>
                  <a:ext uri="{FF2B5EF4-FFF2-40B4-BE49-F238E27FC236}">
                    <a16:creationId xmlns:a16="http://schemas.microsoft.com/office/drawing/2014/main" id="{5C660054-0CAD-4B4A-6A59-6A758DC839B0}"/>
                  </a:ext>
                </a:extLst>
              </p:cNvPr>
              <p:cNvSpPr/>
              <p:nvPr/>
            </p:nvSpPr>
            <p:spPr>
              <a:xfrm>
                <a:off x="6752931" y="3479661"/>
                <a:ext cx="372526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Offset</a:t>
                </a:r>
              </a:p>
            </p:txBody>
          </p:sp>
          <p:pic>
            <p:nvPicPr>
              <p:cNvPr id="4034" name="pic4034">
                <a:extLst>
                  <a:ext uri="{FF2B5EF4-FFF2-40B4-BE49-F238E27FC236}">
                    <a16:creationId xmlns:a16="http://schemas.microsoft.com/office/drawing/2014/main" id="{FF4B847B-C8B1-9054-2818-44922ADA0DFB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6752931" y="3664922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4035" name="pl4035">
                <a:extLst>
                  <a:ext uri="{FF2B5EF4-FFF2-40B4-BE49-F238E27FC236}">
                    <a16:creationId xmlns:a16="http://schemas.microsoft.com/office/drawing/2014/main" id="{07320D79-B382-C6CA-6B0F-B7D2901B5267}"/>
                  </a:ext>
                </a:extLst>
              </p:cNvPr>
              <p:cNvSpPr/>
              <p:nvPr/>
            </p:nvSpPr>
            <p:spPr>
              <a:xfrm>
                <a:off x="6928496" y="476037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6" name="pl4036">
                <a:extLst>
                  <a:ext uri="{FF2B5EF4-FFF2-40B4-BE49-F238E27FC236}">
                    <a16:creationId xmlns:a16="http://schemas.microsoft.com/office/drawing/2014/main" id="{C74E3381-2236-76B1-63EF-4F4FFDF3C454}"/>
                  </a:ext>
                </a:extLst>
              </p:cNvPr>
              <p:cNvSpPr/>
              <p:nvPr/>
            </p:nvSpPr>
            <p:spPr>
              <a:xfrm>
                <a:off x="6928496" y="448696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7" name="pl4037">
                <a:extLst>
                  <a:ext uri="{FF2B5EF4-FFF2-40B4-BE49-F238E27FC236}">
                    <a16:creationId xmlns:a16="http://schemas.microsoft.com/office/drawing/2014/main" id="{9D85FE2E-F683-89EA-57C6-AFA5CC2DA995}"/>
                  </a:ext>
                </a:extLst>
              </p:cNvPr>
              <p:cNvSpPr/>
              <p:nvPr/>
            </p:nvSpPr>
            <p:spPr>
              <a:xfrm>
                <a:off x="6928496" y="421356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8" name="pl4038">
                <a:extLst>
                  <a:ext uri="{FF2B5EF4-FFF2-40B4-BE49-F238E27FC236}">
                    <a16:creationId xmlns:a16="http://schemas.microsoft.com/office/drawing/2014/main" id="{80A9506F-FD66-0C76-F216-FCDCE5DA760B}"/>
                  </a:ext>
                </a:extLst>
              </p:cNvPr>
              <p:cNvSpPr/>
              <p:nvPr/>
            </p:nvSpPr>
            <p:spPr>
              <a:xfrm>
                <a:off x="6928496" y="394015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l4039">
                <a:extLst>
                  <a:ext uri="{FF2B5EF4-FFF2-40B4-BE49-F238E27FC236}">
                    <a16:creationId xmlns:a16="http://schemas.microsoft.com/office/drawing/2014/main" id="{E23809C7-4B41-A385-EFF8-3621963B7021}"/>
                  </a:ext>
                </a:extLst>
              </p:cNvPr>
              <p:cNvSpPr/>
              <p:nvPr/>
            </p:nvSpPr>
            <p:spPr>
              <a:xfrm>
                <a:off x="6928496" y="366675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l4040">
                <a:extLst>
                  <a:ext uri="{FF2B5EF4-FFF2-40B4-BE49-F238E27FC236}">
                    <a16:creationId xmlns:a16="http://schemas.microsoft.com/office/drawing/2014/main" id="{ED489BDB-91F4-8F94-B53E-995AC6E601EE}"/>
                  </a:ext>
                </a:extLst>
              </p:cNvPr>
              <p:cNvSpPr/>
              <p:nvPr/>
            </p:nvSpPr>
            <p:spPr>
              <a:xfrm>
                <a:off x="6752931" y="476037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l4041">
                <a:extLst>
                  <a:ext uri="{FF2B5EF4-FFF2-40B4-BE49-F238E27FC236}">
                    <a16:creationId xmlns:a16="http://schemas.microsoft.com/office/drawing/2014/main" id="{2CAAD6DE-EB4A-051B-38BE-E8E6066D423C}"/>
                  </a:ext>
                </a:extLst>
              </p:cNvPr>
              <p:cNvSpPr/>
              <p:nvPr/>
            </p:nvSpPr>
            <p:spPr>
              <a:xfrm>
                <a:off x="6752931" y="448696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l4042">
                <a:extLst>
                  <a:ext uri="{FF2B5EF4-FFF2-40B4-BE49-F238E27FC236}">
                    <a16:creationId xmlns:a16="http://schemas.microsoft.com/office/drawing/2014/main" id="{14C981AB-E299-02E1-87D6-A76DF14D9722}"/>
                  </a:ext>
                </a:extLst>
              </p:cNvPr>
              <p:cNvSpPr/>
              <p:nvPr/>
            </p:nvSpPr>
            <p:spPr>
              <a:xfrm>
                <a:off x="6752931" y="421356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l4043">
                <a:extLst>
                  <a:ext uri="{FF2B5EF4-FFF2-40B4-BE49-F238E27FC236}">
                    <a16:creationId xmlns:a16="http://schemas.microsoft.com/office/drawing/2014/main" id="{B9D2F742-94D7-2E80-CFB2-0F25D19AEB66}"/>
                  </a:ext>
                </a:extLst>
              </p:cNvPr>
              <p:cNvSpPr/>
              <p:nvPr/>
            </p:nvSpPr>
            <p:spPr>
              <a:xfrm>
                <a:off x="6752931" y="394015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l4044">
                <a:extLst>
                  <a:ext uri="{FF2B5EF4-FFF2-40B4-BE49-F238E27FC236}">
                    <a16:creationId xmlns:a16="http://schemas.microsoft.com/office/drawing/2014/main" id="{FEA3914B-739F-C88F-D366-4DF41C10A02C}"/>
                  </a:ext>
                </a:extLst>
              </p:cNvPr>
              <p:cNvSpPr/>
              <p:nvPr/>
            </p:nvSpPr>
            <p:spPr>
              <a:xfrm>
                <a:off x="6752931" y="366675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tx4045">
                <a:extLst>
                  <a:ext uri="{FF2B5EF4-FFF2-40B4-BE49-F238E27FC236}">
                    <a16:creationId xmlns:a16="http://schemas.microsoft.com/office/drawing/2014/main" id="{DAEAEE46-50C1-C79D-77A9-18CD2B0E2FF2}"/>
                  </a:ext>
                </a:extLst>
              </p:cNvPr>
              <p:cNvSpPr/>
              <p:nvPr/>
            </p:nvSpPr>
            <p:spPr>
              <a:xfrm>
                <a:off x="7041976" y="4720322"/>
                <a:ext cx="62179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</a:t>
                </a:r>
              </a:p>
            </p:txBody>
          </p:sp>
          <p:sp>
            <p:nvSpPr>
              <p:cNvPr id="4046" name="tx4046">
                <a:extLst>
                  <a:ext uri="{FF2B5EF4-FFF2-40B4-BE49-F238E27FC236}">
                    <a16:creationId xmlns:a16="http://schemas.microsoft.com/office/drawing/2014/main" id="{CC2A1DCE-0AF2-2CFD-7C7E-40ACDE22D318}"/>
                  </a:ext>
                </a:extLst>
              </p:cNvPr>
              <p:cNvSpPr/>
              <p:nvPr/>
            </p:nvSpPr>
            <p:spPr>
              <a:xfrm>
                <a:off x="7041976" y="4446917"/>
                <a:ext cx="62179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1</a:t>
                </a:r>
              </a:p>
            </p:txBody>
          </p:sp>
          <p:sp>
            <p:nvSpPr>
              <p:cNvPr id="4047" name="tx4047">
                <a:extLst>
                  <a:ext uri="{FF2B5EF4-FFF2-40B4-BE49-F238E27FC236}">
                    <a16:creationId xmlns:a16="http://schemas.microsoft.com/office/drawing/2014/main" id="{861DC0D7-F60E-B52A-DEA0-C08977E57FBF}"/>
                  </a:ext>
                </a:extLst>
              </p:cNvPr>
              <p:cNvSpPr/>
              <p:nvPr/>
            </p:nvSpPr>
            <p:spPr>
              <a:xfrm>
                <a:off x="7041976" y="4173511"/>
                <a:ext cx="62179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2</a:t>
                </a:r>
              </a:p>
            </p:txBody>
          </p:sp>
          <p:sp>
            <p:nvSpPr>
              <p:cNvPr id="4048" name="tx4048">
                <a:extLst>
                  <a:ext uri="{FF2B5EF4-FFF2-40B4-BE49-F238E27FC236}">
                    <a16:creationId xmlns:a16="http://schemas.microsoft.com/office/drawing/2014/main" id="{5B4FCE4A-2A7C-C5B5-383B-92890B5D3A92}"/>
                  </a:ext>
                </a:extLst>
              </p:cNvPr>
              <p:cNvSpPr/>
              <p:nvPr/>
            </p:nvSpPr>
            <p:spPr>
              <a:xfrm>
                <a:off x="7041976" y="3900105"/>
                <a:ext cx="62179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3</a:t>
                </a:r>
              </a:p>
            </p:txBody>
          </p:sp>
          <p:sp>
            <p:nvSpPr>
              <p:cNvPr id="4049" name="tx4049">
                <a:extLst>
                  <a:ext uri="{FF2B5EF4-FFF2-40B4-BE49-F238E27FC236}">
                    <a16:creationId xmlns:a16="http://schemas.microsoft.com/office/drawing/2014/main" id="{B326BAFD-8C14-DC3C-E362-7C0CB62AC310}"/>
                  </a:ext>
                </a:extLst>
              </p:cNvPr>
              <p:cNvSpPr/>
              <p:nvPr/>
            </p:nvSpPr>
            <p:spPr>
              <a:xfrm>
                <a:off x="7041976" y="3626700"/>
                <a:ext cx="62179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4</a:t>
                </a:r>
              </a:p>
            </p:txBody>
          </p:sp>
          <p:sp>
            <p:nvSpPr>
              <p:cNvPr id="4050" name="tx4050">
                <a:extLst>
                  <a:ext uri="{FF2B5EF4-FFF2-40B4-BE49-F238E27FC236}">
                    <a16:creationId xmlns:a16="http://schemas.microsoft.com/office/drawing/2014/main" id="{FC4664E8-3AC0-D6A8-9947-ABCCBFF4CA15}"/>
                  </a:ext>
                </a:extLst>
              </p:cNvPr>
              <p:cNvSpPr/>
              <p:nvPr/>
            </p:nvSpPr>
            <p:spPr>
              <a:xfrm>
                <a:off x="2201917" y="1669789"/>
                <a:ext cx="2541117" cy="218633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4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24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Genomic Offset to </a:t>
                </a:r>
              </a:p>
            </p:txBody>
          </p:sp>
          <p:sp>
            <p:nvSpPr>
              <p:cNvPr id="4051" name="tx4051">
                <a:extLst>
                  <a:ext uri="{FF2B5EF4-FFF2-40B4-BE49-F238E27FC236}">
                    <a16:creationId xmlns:a16="http://schemas.microsoft.com/office/drawing/2014/main" id="{44A2FC54-1368-E457-C9CC-59DF948DDEE5}"/>
                  </a:ext>
                </a:extLst>
              </p:cNvPr>
              <p:cNvSpPr/>
              <p:nvPr/>
            </p:nvSpPr>
            <p:spPr>
              <a:xfrm>
                <a:off x="2201917" y="1998973"/>
                <a:ext cx="2353848" cy="218633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4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24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York River (RDA)</a:t>
                </a:r>
              </a:p>
            </p:txBody>
          </p:sp>
        </p:grpSp>
        <p:cxnSp>
          <p:nvCxnSpPr>
            <p:cNvPr id="4052" name="Straight Connector 4051">
              <a:extLst>
                <a:ext uri="{FF2B5EF4-FFF2-40B4-BE49-F238E27FC236}">
                  <a16:creationId xmlns:a16="http://schemas.microsoft.com/office/drawing/2014/main" id="{95781CC9-6267-EE53-A594-2F3517D556BB}"/>
                </a:ext>
              </a:extLst>
            </p:cNvPr>
            <p:cNvCxnSpPr>
              <a:cxnSpLocks/>
            </p:cNvCxnSpPr>
            <p:nvPr/>
          </p:nvCxnSpPr>
          <p:spPr>
            <a:xfrm>
              <a:off x="3796281" y="936104"/>
              <a:ext cx="678559" cy="93610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053" name="Straight Connector 4052">
              <a:extLst>
                <a:ext uri="{FF2B5EF4-FFF2-40B4-BE49-F238E27FC236}">
                  <a16:creationId xmlns:a16="http://schemas.microsoft.com/office/drawing/2014/main" id="{95B7808D-C5C4-A0B4-5C49-3E4A37738C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96281" y="2376264"/>
              <a:ext cx="678559" cy="288032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4054" name="Rectangle 4053">
              <a:extLst>
                <a:ext uri="{FF2B5EF4-FFF2-40B4-BE49-F238E27FC236}">
                  <a16:creationId xmlns:a16="http://schemas.microsoft.com/office/drawing/2014/main" id="{FB84F7D4-3EE0-959B-4F4A-7A95902B6812}"/>
                </a:ext>
              </a:extLst>
            </p:cNvPr>
            <p:cNvSpPr/>
            <p:nvPr/>
          </p:nvSpPr>
          <p:spPr>
            <a:xfrm>
              <a:off x="4474840" y="1872208"/>
              <a:ext cx="504056" cy="504056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056" name="Content Placeholder 2">
              <a:extLst>
                <a:ext uri="{FF2B5EF4-FFF2-40B4-BE49-F238E27FC236}">
                  <a16:creationId xmlns:a16="http://schemas.microsoft.com/office/drawing/2014/main" id="{94A5A64D-1CD0-7734-CB0A-6D68E79D71BF}"/>
                </a:ext>
              </a:extLst>
            </p:cNvPr>
            <p:cNvGrpSpPr/>
            <p:nvPr/>
          </p:nvGrpSpPr>
          <p:grpSpPr>
            <a:xfrm>
              <a:off x="1907705" y="907928"/>
              <a:ext cx="2160239" cy="1764792"/>
              <a:chOff x="2301906" y="1796770"/>
              <a:chExt cx="4709758" cy="3787343"/>
            </a:xfrm>
          </p:grpSpPr>
          <p:sp>
            <p:nvSpPr>
              <p:cNvPr id="4059" name="rc5">
                <a:extLst>
                  <a:ext uri="{FF2B5EF4-FFF2-40B4-BE49-F238E27FC236}">
                    <a16:creationId xmlns:a16="http://schemas.microsoft.com/office/drawing/2014/main" id="{3B41585D-CF8A-FC3A-E6C8-2F89CA3021CF}"/>
                  </a:ext>
                </a:extLst>
              </p:cNvPr>
              <p:cNvSpPr/>
              <p:nvPr/>
            </p:nvSpPr>
            <p:spPr>
              <a:xfrm>
                <a:off x="2500073" y="1858160"/>
                <a:ext cx="3951597" cy="3705889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0" name="pl16">
                <a:extLst>
                  <a:ext uri="{FF2B5EF4-FFF2-40B4-BE49-F238E27FC236}">
                    <a16:creationId xmlns:a16="http://schemas.microsoft.com/office/drawing/2014/main" id="{27B31BD0-4112-8E12-44A6-33423D17BD9C}"/>
                  </a:ext>
                </a:extLst>
              </p:cNvPr>
              <p:cNvSpPr/>
              <p:nvPr/>
            </p:nvSpPr>
            <p:spPr>
              <a:xfrm>
                <a:off x="2301906" y="1796770"/>
                <a:ext cx="4149766" cy="0"/>
              </a:xfrm>
              <a:custGeom>
                <a:avLst/>
                <a:gdLst/>
                <a:ahLst/>
                <a:cxnLst/>
                <a:rect l="0" t="0" r="0" b="0"/>
                <a:pathLst>
                  <a:path w="4149766">
                    <a:moveTo>
                      <a:pt x="0" y="0"/>
                    </a:moveTo>
                    <a:lnTo>
                      <a:pt x="22479" y="0"/>
                    </a:lnTo>
                    <a:lnTo>
                      <a:pt x="74847" y="0"/>
                    </a:lnTo>
                    <a:lnTo>
                      <a:pt x="127214" y="0"/>
                    </a:lnTo>
                    <a:lnTo>
                      <a:pt x="179582" y="0"/>
                    </a:lnTo>
                    <a:lnTo>
                      <a:pt x="231949" y="0"/>
                    </a:lnTo>
                    <a:lnTo>
                      <a:pt x="284316" y="0"/>
                    </a:lnTo>
                    <a:lnTo>
                      <a:pt x="336684" y="0"/>
                    </a:lnTo>
                    <a:lnTo>
                      <a:pt x="389051" y="0"/>
                    </a:lnTo>
                    <a:lnTo>
                      <a:pt x="441419" y="0"/>
                    </a:lnTo>
                    <a:lnTo>
                      <a:pt x="493786" y="0"/>
                    </a:lnTo>
                    <a:lnTo>
                      <a:pt x="546154" y="0"/>
                    </a:lnTo>
                    <a:lnTo>
                      <a:pt x="598521" y="0"/>
                    </a:lnTo>
                    <a:lnTo>
                      <a:pt x="650889" y="0"/>
                    </a:lnTo>
                    <a:lnTo>
                      <a:pt x="703256" y="0"/>
                    </a:lnTo>
                    <a:lnTo>
                      <a:pt x="755623" y="0"/>
                    </a:lnTo>
                    <a:lnTo>
                      <a:pt x="807991" y="0"/>
                    </a:lnTo>
                    <a:lnTo>
                      <a:pt x="860358" y="0"/>
                    </a:lnTo>
                    <a:lnTo>
                      <a:pt x="912726" y="0"/>
                    </a:lnTo>
                    <a:lnTo>
                      <a:pt x="965093" y="0"/>
                    </a:lnTo>
                    <a:lnTo>
                      <a:pt x="1017461" y="0"/>
                    </a:lnTo>
                    <a:lnTo>
                      <a:pt x="1069828" y="0"/>
                    </a:lnTo>
                    <a:lnTo>
                      <a:pt x="1122196" y="0"/>
                    </a:lnTo>
                    <a:lnTo>
                      <a:pt x="1174563" y="0"/>
                    </a:lnTo>
                    <a:lnTo>
                      <a:pt x="1226930" y="0"/>
                    </a:lnTo>
                    <a:lnTo>
                      <a:pt x="1279298" y="0"/>
                    </a:lnTo>
                    <a:lnTo>
                      <a:pt x="1331665" y="0"/>
                    </a:lnTo>
                    <a:lnTo>
                      <a:pt x="1384033" y="0"/>
                    </a:lnTo>
                    <a:lnTo>
                      <a:pt x="1436400" y="0"/>
                    </a:lnTo>
                    <a:lnTo>
                      <a:pt x="1488768" y="0"/>
                    </a:lnTo>
                    <a:lnTo>
                      <a:pt x="1541135" y="0"/>
                    </a:lnTo>
                    <a:lnTo>
                      <a:pt x="1593503" y="0"/>
                    </a:lnTo>
                    <a:lnTo>
                      <a:pt x="1645870" y="0"/>
                    </a:lnTo>
                    <a:lnTo>
                      <a:pt x="1698237" y="0"/>
                    </a:lnTo>
                    <a:lnTo>
                      <a:pt x="1750605" y="0"/>
                    </a:lnTo>
                    <a:lnTo>
                      <a:pt x="1802972" y="0"/>
                    </a:lnTo>
                    <a:lnTo>
                      <a:pt x="1855340" y="0"/>
                    </a:lnTo>
                    <a:lnTo>
                      <a:pt x="1907707" y="0"/>
                    </a:lnTo>
                    <a:lnTo>
                      <a:pt x="1960075" y="0"/>
                    </a:lnTo>
                    <a:lnTo>
                      <a:pt x="2012442" y="0"/>
                    </a:lnTo>
                    <a:lnTo>
                      <a:pt x="2064810" y="0"/>
                    </a:lnTo>
                    <a:lnTo>
                      <a:pt x="2117177" y="0"/>
                    </a:lnTo>
                    <a:lnTo>
                      <a:pt x="2169544" y="0"/>
                    </a:lnTo>
                    <a:lnTo>
                      <a:pt x="2221912" y="0"/>
                    </a:lnTo>
                    <a:lnTo>
                      <a:pt x="2274279" y="0"/>
                    </a:lnTo>
                    <a:lnTo>
                      <a:pt x="2326647" y="0"/>
                    </a:lnTo>
                    <a:lnTo>
                      <a:pt x="2379014" y="0"/>
                    </a:lnTo>
                    <a:lnTo>
                      <a:pt x="2431382" y="0"/>
                    </a:lnTo>
                    <a:lnTo>
                      <a:pt x="2483749" y="0"/>
                    </a:lnTo>
                    <a:lnTo>
                      <a:pt x="2536117" y="0"/>
                    </a:lnTo>
                    <a:lnTo>
                      <a:pt x="2588484" y="0"/>
                    </a:lnTo>
                    <a:lnTo>
                      <a:pt x="2640851" y="0"/>
                    </a:lnTo>
                    <a:lnTo>
                      <a:pt x="2693219" y="0"/>
                    </a:lnTo>
                    <a:lnTo>
                      <a:pt x="2745586" y="0"/>
                    </a:lnTo>
                    <a:lnTo>
                      <a:pt x="2797954" y="0"/>
                    </a:lnTo>
                    <a:lnTo>
                      <a:pt x="2850321" y="0"/>
                    </a:lnTo>
                    <a:lnTo>
                      <a:pt x="2902689" y="0"/>
                    </a:lnTo>
                    <a:lnTo>
                      <a:pt x="2955056" y="0"/>
                    </a:lnTo>
                    <a:lnTo>
                      <a:pt x="3007424" y="0"/>
                    </a:lnTo>
                    <a:lnTo>
                      <a:pt x="3059791" y="0"/>
                    </a:lnTo>
                    <a:lnTo>
                      <a:pt x="3112158" y="0"/>
                    </a:lnTo>
                    <a:lnTo>
                      <a:pt x="3164526" y="0"/>
                    </a:lnTo>
                    <a:lnTo>
                      <a:pt x="3216893" y="0"/>
                    </a:lnTo>
                    <a:lnTo>
                      <a:pt x="3269261" y="0"/>
                    </a:lnTo>
                    <a:lnTo>
                      <a:pt x="3321628" y="0"/>
                    </a:lnTo>
                    <a:lnTo>
                      <a:pt x="3373996" y="0"/>
                    </a:lnTo>
                    <a:lnTo>
                      <a:pt x="3426363" y="0"/>
                    </a:lnTo>
                    <a:lnTo>
                      <a:pt x="3478730" y="0"/>
                    </a:lnTo>
                    <a:lnTo>
                      <a:pt x="3531098" y="0"/>
                    </a:lnTo>
                    <a:lnTo>
                      <a:pt x="3583465" y="0"/>
                    </a:lnTo>
                    <a:lnTo>
                      <a:pt x="3635833" y="0"/>
                    </a:lnTo>
                    <a:lnTo>
                      <a:pt x="3688200" y="0"/>
                    </a:lnTo>
                    <a:lnTo>
                      <a:pt x="3740568" y="0"/>
                    </a:lnTo>
                    <a:lnTo>
                      <a:pt x="3792935" y="0"/>
                    </a:lnTo>
                    <a:lnTo>
                      <a:pt x="3845303" y="0"/>
                    </a:lnTo>
                    <a:lnTo>
                      <a:pt x="3897670" y="0"/>
                    </a:lnTo>
                    <a:lnTo>
                      <a:pt x="3950037" y="0"/>
                    </a:lnTo>
                    <a:lnTo>
                      <a:pt x="4002405" y="0"/>
                    </a:lnTo>
                    <a:lnTo>
                      <a:pt x="4054772" y="0"/>
                    </a:lnTo>
                    <a:lnTo>
                      <a:pt x="4107140" y="0"/>
                    </a:lnTo>
                    <a:lnTo>
                      <a:pt x="4149766" y="0"/>
                    </a:lnTo>
                    <a:lnTo>
                      <a:pt x="414976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3" name="pg29">
                <a:extLst>
                  <a:ext uri="{FF2B5EF4-FFF2-40B4-BE49-F238E27FC236}">
                    <a16:creationId xmlns:a16="http://schemas.microsoft.com/office/drawing/2014/main" id="{C616D291-40DC-A036-C0C8-617B80548778}"/>
                  </a:ext>
                </a:extLst>
              </p:cNvPr>
              <p:cNvSpPr/>
              <p:nvPr/>
            </p:nvSpPr>
            <p:spPr>
              <a:xfrm>
                <a:off x="4089798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4" name="pg30">
                <a:extLst>
                  <a:ext uri="{FF2B5EF4-FFF2-40B4-BE49-F238E27FC236}">
                    <a16:creationId xmlns:a16="http://schemas.microsoft.com/office/drawing/2014/main" id="{4A546388-BD02-DF34-6422-2259D501327C}"/>
                  </a:ext>
                </a:extLst>
              </p:cNvPr>
              <p:cNvSpPr/>
              <p:nvPr/>
            </p:nvSpPr>
            <p:spPr>
              <a:xfrm>
                <a:off x="4171236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5" name="pg31">
                <a:extLst>
                  <a:ext uri="{FF2B5EF4-FFF2-40B4-BE49-F238E27FC236}">
                    <a16:creationId xmlns:a16="http://schemas.microsoft.com/office/drawing/2014/main" id="{82438D83-7004-3AD8-0091-A8DC08A88862}"/>
                  </a:ext>
                </a:extLst>
              </p:cNvPr>
              <p:cNvSpPr/>
              <p:nvPr/>
            </p:nvSpPr>
            <p:spPr>
              <a:xfrm>
                <a:off x="4252673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6" name="pg32">
                <a:extLst>
                  <a:ext uri="{FF2B5EF4-FFF2-40B4-BE49-F238E27FC236}">
                    <a16:creationId xmlns:a16="http://schemas.microsoft.com/office/drawing/2014/main" id="{58D83D5E-C0B0-57CB-0F2C-005C1F3280F5}"/>
                  </a:ext>
                </a:extLst>
              </p:cNvPr>
              <p:cNvSpPr/>
              <p:nvPr/>
            </p:nvSpPr>
            <p:spPr>
              <a:xfrm>
                <a:off x="4334110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7" name="pg33">
                <a:extLst>
                  <a:ext uri="{FF2B5EF4-FFF2-40B4-BE49-F238E27FC236}">
                    <a16:creationId xmlns:a16="http://schemas.microsoft.com/office/drawing/2014/main" id="{790248F8-B512-B4F6-48ED-FEB2F722F4EE}"/>
                  </a:ext>
                </a:extLst>
              </p:cNvPr>
              <p:cNvSpPr/>
              <p:nvPr/>
            </p:nvSpPr>
            <p:spPr>
              <a:xfrm>
                <a:off x="4415547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8" name="pg34">
                <a:extLst>
                  <a:ext uri="{FF2B5EF4-FFF2-40B4-BE49-F238E27FC236}">
                    <a16:creationId xmlns:a16="http://schemas.microsoft.com/office/drawing/2014/main" id="{3A4D13CF-872D-5349-6EF4-E62F2493C828}"/>
                  </a:ext>
                </a:extLst>
              </p:cNvPr>
              <p:cNvSpPr/>
              <p:nvPr/>
            </p:nvSpPr>
            <p:spPr>
              <a:xfrm>
                <a:off x="4496984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9" name="pg35">
                <a:extLst>
                  <a:ext uri="{FF2B5EF4-FFF2-40B4-BE49-F238E27FC236}">
                    <a16:creationId xmlns:a16="http://schemas.microsoft.com/office/drawing/2014/main" id="{C98296F9-6122-CD39-80BE-F8FB94681767}"/>
                  </a:ext>
                </a:extLst>
              </p:cNvPr>
              <p:cNvSpPr/>
              <p:nvPr/>
            </p:nvSpPr>
            <p:spPr>
              <a:xfrm>
                <a:off x="4578421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0" name="pg36">
                <a:extLst>
                  <a:ext uri="{FF2B5EF4-FFF2-40B4-BE49-F238E27FC236}">
                    <a16:creationId xmlns:a16="http://schemas.microsoft.com/office/drawing/2014/main" id="{33853B9C-3B33-0D15-AD1B-5BDA88087A22}"/>
                  </a:ext>
                </a:extLst>
              </p:cNvPr>
              <p:cNvSpPr/>
              <p:nvPr/>
            </p:nvSpPr>
            <p:spPr>
              <a:xfrm>
                <a:off x="4659858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1" name="pg37">
                <a:extLst>
                  <a:ext uri="{FF2B5EF4-FFF2-40B4-BE49-F238E27FC236}">
                    <a16:creationId xmlns:a16="http://schemas.microsoft.com/office/drawing/2014/main" id="{056BA5A8-EF43-E75B-3C9E-3F0B95BA80E2}"/>
                  </a:ext>
                </a:extLst>
              </p:cNvPr>
              <p:cNvSpPr/>
              <p:nvPr/>
            </p:nvSpPr>
            <p:spPr>
              <a:xfrm>
                <a:off x="5067044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2" name="pg38">
                <a:extLst>
                  <a:ext uri="{FF2B5EF4-FFF2-40B4-BE49-F238E27FC236}">
                    <a16:creationId xmlns:a16="http://schemas.microsoft.com/office/drawing/2014/main" id="{013002B7-6F71-8AEC-E9FB-D01961B7494B}"/>
                  </a:ext>
                </a:extLst>
              </p:cNvPr>
              <p:cNvSpPr/>
              <p:nvPr/>
            </p:nvSpPr>
            <p:spPr>
              <a:xfrm>
                <a:off x="5148481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3" name="pg39">
                <a:extLst>
                  <a:ext uri="{FF2B5EF4-FFF2-40B4-BE49-F238E27FC236}">
                    <a16:creationId xmlns:a16="http://schemas.microsoft.com/office/drawing/2014/main" id="{F0C08081-F5C4-A6B9-73AC-05F35A368A75}"/>
                  </a:ext>
                </a:extLst>
              </p:cNvPr>
              <p:cNvSpPr/>
              <p:nvPr/>
            </p:nvSpPr>
            <p:spPr>
              <a:xfrm>
                <a:off x="5229918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4" name="pg40">
                <a:extLst>
                  <a:ext uri="{FF2B5EF4-FFF2-40B4-BE49-F238E27FC236}">
                    <a16:creationId xmlns:a16="http://schemas.microsoft.com/office/drawing/2014/main" id="{A24A7BA7-C2B5-FBFB-0517-2D50EF30A3E6}"/>
                  </a:ext>
                </a:extLst>
              </p:cNvPr>
              <p:cNvSpPr/>
              <p:nvPr/>
            </p:nvSpPr>
            <p:spPr>
              <a:xfrm>
                <a:off x="5311355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5" name="pg41">
                <a:extLst>
                  <a:ext uri="{FF2B5EF4-FFF2-40B4-BE49-F238E27FC236}">
                    <a16:creationId xmlns:a16="http://schemas.microsoft.com/office/drawing/2014/main" id="{906A51D9-D73F-02FB-2C07-B317A51211C3}"/>
                  </a:ext>
                </a:extLst>
              </p:cNvPr>
              <p:cNvSpPr/>
              <p:nvPr/>
            </p:nvSpPr>
            <p:spPr>
              <a:xfrm>
                <a:off x="5392793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6" name="pg42">
                <a:extLst>
                  <a:ext uri="{FF2B5EF4-FFF2-40B4-BE49-F238E27FC236}">
                    <a16:creationId xmlns:a16="http://schemas.microsoft.com/office/drawing/2014/main" id="{CAF0256E-E60E-1718-92D1-856AD6D02EE1}"/>
                  </a:ext>
                </a:extLst>
              </p:cNvPr>
              <p:cNvSpPr/>
              <p:nvPr/>
            </p:nvSpPr>
            <p:spPr>
              <a:xfrm>
                <a:off x="3682613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7" name="pg43">
                <a:extLst>
                  <a:ext uri="{FF2B5EF4-FFF2-40B4-BE49-F238E27FC236}">
                    <a16:creationId xmlns:a16="http://schemas.microsoft.com/office/drawing/2014/main" id="{4278038C-FC63-1FC5-EB57-AA20E65BA319}"/>
                  </a:ext>
                </a:extLst>
              </p:cNvPr>
              <p:cNvSpPr/>
              <p:nvPr/>
            </p:nvSpPr>
            <p:spPr>
              <a:xfrm>
                <a:off x="3764050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8" name="pg44">
                <a:extLst>
                  <a:ext uri="{FF2B5EF4-FFF2-40B4-BE49-F238E27FC236}">
                    <a16:creationId xmlns:a16="http://schemas.microsoft.com/office/drawing/2014/main" id="{DBFDDF72-4BD0-DD76-BEE4-36F5158536AF}"/>
                  </a:ext>
                </a:extLst>
              </p:cNvPr>
              <p:cNvSpPr/>
              <p:nvPr/>
            </p:nvSpPr>
            <p:spPr>
              <a:xfrm>
                <a:off x="3845487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9" name="pg45">
                <a:extLst>
                  <a:ext uri="{FF2B5EF4-FFF2-40B4-BE49-F238E27FC236}">
                    <a16:creationId xmlns:a16="http://schemas.microsoft.com/office/drawing/2014/main" id="{1A2B7830-37DC-AE74-8563-9D66AA834344}"/>
                  </a:ext>
                </a:extLst>
              </p:cNvPr>
              <p:cNvSpPr/>
              <p:nvPr/>
            </p:nvSpPr>
            <p:spPr>
              <a:xfrm>
                <a:off x="3926924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0" name="pg46">
                <a:extLst>
                  <a:ext uri="{FF2B5EF4-FFF2-40B4-BE49-F238E27FC236}">
                    <a16:creationId xmlns:a16="http://schemas.microsoft.com/office/drawing/2014/main" id="{150DE596-E5B4-4473-E10F-883DBDBF03FA}"/>
                  </a:ext>
                </a:extLst>
              </p:cNvPr>
              <p:cNvSpPr/>
              <p:nvPr/>
            </p:nvSpPr>
            <p:spPr>
              <a:xfrm>
                <a:off x="4008361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1" name="pg47">
                <a:extLst>
                  <a:ext uri="{FF2B5EF4-FFF2-40B4-BE49-F238E27FC236}">
                    <a16:creationId xmlns:a16="http://schemas.microsoft.com/office/drawing/2014/main" id="{8F8CBF47-2014-95D0-AE21-19D16962C6F0}"/>
                  </a:ext>
                </a:extLst>
              </p:cNvPr>
              <p:cNvSpPr/>
              <p:nvPr/>
            </p:nvSpPr>
            <p:spPr>
              <a:xfrm>
                <a:off x="4089798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2" name="pg48">
                <a:extLst>
                  <a:ext uri="{FF2B5EF4-FFF2-40B4-BE49-F238E27FC236}">
                    <a16:creationId xmlns:a16="http://schemas.microsoft.com/office/drawing/2014/main" id="{B4CB0E25-9F67-4C0E-A852-0F6B5737828F}"/>
                  </a:ext>
                </a:extLst>
              </p:cNvPr>
              <p:cNvSpPr/>
              <p:nvPr/>
            </p:nvSpPr>
            <p:spPr>
              <a:xfrm>
                <a:off x="4171236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3" name="pg49">
                <a:extLst>
                  <a:ext uri="{FF2B5EF4-FFF2-40B4-BE49-F238E27FC236}">
                    <a16:creationId xmlns:a16="http://schemas.microsoft.com/office/drawing/2014/main" id="{F79886EE-DC04-6FA5-963F-281A9C3FB7F8}"/>
                  </a:ext>
                </a:extLst>
              </p:cNvPr>
              <p:cNvSpPr/>
              <p:nvPr/>
            </p:nvSpPr>
            <p:spPr>
              <a:xfrm>
                <a:off x="4252673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4" name="pg50">
                <a:extLst>
                  <a:ext uri="{FF2B5EF4-FFF2-40B4-BE49-F238E27FC236}">
                    <a16:creationId xmlns:a16="http://schemas.microsoft.com/office/drawing/2014/main" id="{D0A01CE7-A13A-7234-FE54-6EFCDB02AB75}"/>
                  </a:ext>
                </a:extLst>
              </p:cNvPr>
              <p:cNvSpPr/>
              <p:nvPr/>
            </p:nvSpPr>
            <p:spPr>
              <a:xfrm>
                <a:off x="4334110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5" name="pg51">
                <a:extLst>
                  <a:ext uri="{FF2B5EF4-FFF2-40B4-BE49-F238E27FC236}">
                    <a16:creationId xmlns:a16="http://schemas.microsoft.com/office/drawing/2014/main" id="{7D2662D5-6507-DB5A-0148-9C8CAB208D4E}"/>
                  </a:ext>
                </a:extLst>
              </p:cNvPr>
              <p:cNvSpPr/>
              <p:nvPr/>
            </p:nvSpPr>
            <p:spPr>
              <a:xfrm>
                <a:off x="4415547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6" name="pg52">
                <a:extLst>
                  <a:ext uri="{FF2B5EF4-FFF2-40B4-BE49-F238E27FC236}">
                    <a16:creationId xmlns:a16="http://schemas.microsoft.com/office/drawing/2014/main" id="{85B13862-8FCC-7CBE-96CB-D1CC51149B57}"/>
                  </a:ext>
                </a:extLst>
              </p:cNvPr>
              <p:cNvSpPr/>
              <p:nvPr/>
            </p:nvSpPr>
            <p:spPr>
              <a:xfrm>
                <a:off x="4496984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7" name="pg53">
                <a:extLst>
                  <a:ext uri="{FF2B5EF4-FFF2-40B4-BE49-F238E27FC236}">
                    <a16:creationId xmlns:a16="http://schemas.microsoft.com/office/drawing/2014/main" id="{B2E57B17-0F0D-3DFB-93A9-D86870ACC7CA}"/>
                  </a:ext>
                </a:extLst>
              </p:cNvPr>
              <p:cNvSpPr/>
              <p:nvPr/>
            </p:nvSpPr>
            <p:spPr>
              <a:xfrm>
                <a:off x="4578421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8" name="pg54">
                <a:extLst>
                  <a:ext uri="{FF2B5EF4-FFF2-40B4-BE49-F238E27FC236}">
                    <a16:creationId xmlns:a16="http://schemas.microsoft.com/office/drawing/2014/main" id="{481256F7-8714-3589-C211-BBC3AFD4AF19}"/>
                  </a:ext>
                </a:extLst>
              </p:cNvPr>
              <p:cNvSpPr/>
              <p:nvPr/>
            </p:nvSpPr>
            <p:spPr>
              <a:xfrm>
                <a:off x="4985607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9" name="pg55">
                <a:extLst>
                  <a:ext uri="{FF2B5EF4-FFF2-40B4-BE49-F238E27FC236}">
                    <a16:creationId xmlns:a16="http://schemas.microsoft.com/office/drawing/2014/main" id="{E0A1FFFB-97BD-A9BA-69D9-46BD4AB800A2}"/>
                  </a:ext>
                </a:extLst>
              </p:cNvPr>
              <p:cNvSpPr/>
              <p:nvPr/>
            </p:nvSpPr>
            <p:spPr>
              <a:xfrm>
                <a:off x="5067044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0" name="pg56">
                <a:extLst>
                  <a:ext uri="{FF2B5EF4-FFF2-40B4-BE49-F238E27FC236}">
                    <a16:creationId xmlns:a16="http://schemas.microsoft.com/office/drawing/2014/main" id="{15FF3FDF-BF05-3837-8AF4-DB1DE44748E8}"/>
                  </a:ext>
                </a:extLst>
              </p:cNvPr>
              <p:cNvSpPr/>
              <p:nvPr/>
            </p:nvSpPr>
            <p:spPr>
              <a:xfrm>
                <a:off x="5148481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1" name="pg57">
                <a:extLst>
                  <a:ext uri="{FF2B5EF4-FFF2-40B4-BE49-F238E27FC236}">
                    <a16:creationId xmlns:a16="http://schemas.microsoft.com/office/drawing/2014/main" id="{CB897F9F-A5DA-3138-46E0-DA62A321948F}"/>
                  </a:ext>
                </a:extLst>
              </p:cNvPr>
              <p:cNvSpPr/>
              <p:nvPr/>
            </p:nvSpPr>
            <p:spPr>
              <a:xfrm>
                <a:off x="5229918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2" name="pg58">
                <a:extLst>
                  <a:ext uri="{FF2B5EF4-FFF2-40B4-BE49-F238E27FC236}">
                    <a16:creationId xmlns:a16="http://schemas.microsoft.com/office/drawing/2014/main" id="{7CBF1817-AA2A-8986-8B03-CF525E28D9CB}"/>
                  </a:ext>
                </a:extLst>
              </p:cNvPr>
              <p:cNvSpPr/>
              <p:nvPr/>
            </p:nvSpPr>
            <p:spPr>
              <a:xfrm>
                <a:off x="5311355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3" name="pg59">
                <a:extLst>
                  <a:ext uri="{FF2B5EF4-FFF2-40B4-BE49-F238E27FC236}">
                    <a16:creationId xmlns:a16="http://schemas.microsoft.com/office/drawing/2014/main" id="{C2E2D450-1C38-DA70-EFA0-A1971A5E7002}"/>
                  </a:ext>
                </a:extLst>
              </p:cNvPr>
              <p:cNvSpPr/>
              <p:nvPr/>
            </p:nvSpPr>
            <p:spPr>
              <a:xfrm>
                <a:off x="5392793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4" name="pg60">
                <a:extLst>
                  <a:ext uri="{FF2B5EF4-FFF2-40B4-BE49-F238E27FC236}">
                    <a16:creationId xmlns:a16="http://schemas.microsoft.com/office/drawing/2014/main" id="{8F712F30-54EA-69D3-4F93-49DAA8871D06}"/>
                  </a:ext>
                </a:extLst>
              </p:cNvPr>
              <p:cNvSpPr/>
              <p:nvPr/>
            </p:nvSpPr>
            <p:spPr>
              <a:xfrm>
                <a:off x="3601176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5" name="pg61">
                <a:extLst>
                  <a:ext uri="{FF2B5EF4-FFF2-40B4-BE49-F238E27FC236}">
                    <a16:creationId xmlns:a16="http://schemas.microsoft.com/office/drawing/2014/main" id="{4C26C4E5-C87B-3FC4-DCBA-6976CA4BFB52}"/>
                  </a:ext>
                </a:extLst>
              </p:cNvPr>
              <p:cNvSpPr/>
              <p:nvPr/>
            </p:nvSpPr>
            <p:spPr>
              <a:xfrm>
                <a:off x="3682613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6" name="pg62">
                <a:extLst>
                  <a:ext uri="{FF2B5EF4-FFF2-40B4-BE49-F238E27FC236}">
                    <a16:creationId xmlns:a16="http://schemas.microsoft.com/office/drawing/2014/main" id="{3A126CE1-6656-D157-88DF-0AAA0E5968CC}"/>
                  </a:ext>
                </a:extLst>
              </p:cNvPr>
              <p:cNvSpPr/>
              <p:nvPr/>
            </p:nvSpPr>
            <p:spPr>
              <a:xfrm>
                <a:off x="3764050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7" name="pg63">
                <a:extLst>
                  <a:ext uri="{FF2B5EF4-FFF2-40B4-BE49-F238E27FC236}">
                    <a16:creationId xmlns:a16="http://schemas.microsoft.com/office/drawing/2014/main" id="{80DEFF47-1586-0FD5-0FA1-EF6B7BA93827}"/>
                  </a:ext>
                </a:extLst>
              </p:cNvPr>
              <p:cNvSpPr/>
              <p:nvPr/>
            </p:nvSpPr>
            <p:spPr>
              <a:xfrm>
                <a:off x="3845487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8" name="pg64">
                <a:extLst>
                  <a:ext uri="{FF2B5EF4-FFF2-40B4-BE49-F238E27FC236}">
                    <a16:creationId xmlns:a16="http://schemas.microsoft.com/office/drawing/2014/main" id="{30819897-EA35-212F-0252-FE50858A35A4}"/>
                  </a:ext>
                </a:extLst>
              </p:cNvPr>
              <p:cNvSpPr/>
              <p:nvPr/>
            </p:nvSpPr>
            <p:spPr>
              <a:xfrm>
                <a:off x="3926924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9" name="pg65">
                <a:extLst>
                  <a:ext uri="{FF2B5EF4-FFF2-40B4-BE49-F238E27FC236}">
                    <a16:creationId xmlns:a16="http://schemas.microsoft.com/office/drawing/2014/main" id="{1986BB3A-40B7-247D-A6BE-713D425C2160}"/>
                  </a:ext>
                </a:extLst>
              </p:cNvPr>
              <p:cNvSpPr/>
              <p:nvPr/>
            </p:nvSpPr>
            <p:spPr>
              <a:xfrm>
                <a:off x="4008361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0" name="pg66">
                <a:extLst>
                  <a:ext uri="{FF2B5EF4-FFF2-40B4-BE49-F238E27FC236}">
                    <a16:creationId xmlns:a16="http://schemas.microsoft.com/office/drawing/2014/main" id="{2D295F31-1068-01DB-A29B-4AD69AD3133A}"/>
                  </a:ext>
                </a:extLst>
              </p:cNvPr>
              <p:cNvSpPr/>
              <p:nvPr/>
            </p:nvSpPr>
            <p:spPr>
              <a:xfrm>
                <a:off x="4089798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1" name="pg67">
                <a:extLst>
                  <a:ext uri="{FF2B5EF4-FFF2-40B4-BE49-F238E27FC236}">
                    <a16:creationId xmlns:a16="http://schemas.microsoft.com/office/drawing/2014/main" id="{90DBB0FE-52BD-3B4B-B33D-29D80723D013}"/>
                  </a:ext>
                </a:extLst>
              </p:cNvPr>
              <p:cNvSpPr/>
              <p:nvPr/>
            </p:nvSpPr>
            <p:spPr>
              <a:xfrm>
                <a:off x="4171236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2" name="pg68">
                <a:extLst>
                  <a:ext uri="{FF2B5EF4-FFF2-40B4-BE49-F238E27FC236}">
                    <a16:creationId xmlns:a16="http://schemas.microsoft.com/office/drawing/2014/main" id="{D1854A6E-92AC-BFDB-79D4-A114E0CD0E72}"/>
                  </a:ext>
                </a:extLst>
              </p:cNvPr>
              <p:cNvSpPr/>
              <p:nvPr/>
            </p:nvSpPr>
            <p:spPr>
              <a:xfrm>
                <a:off x="4252673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3" name="pg69">
                <a:extLst>
                  <a:ext uri="{FF2B5EF4-FFF2-40B4-BE49-F238E27FC236}">
                    <a16:creationId xmlns:a16="http://schemas.microsoft.com/office/drawing/2014/main" id="{C7C32363-A04D-9E2F-19FC-FFE2B9C80A82}"/>
                  </a:ext>
                </a:extLst>
              </p:cNvPr>
              <p:cNvSpPr/>
              <p:nvPr/>
            </p:nvSpPr>
            <p:spPr>
              <a:xfrm>
                <a:off x="4334110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4" name="pg70">
                <a:extLst>
                  <a:ext uri="{FF2B5EF4-FFF2-40B4-BE49-F238E27FC236}">
                    <a16:creationId xmlns:a16="http://schemas.microsoft.com/office/drawing/2014/main" id="{B029E5A6-84BA-B62F-735A-25FF326B86B2}"/>
                  </a:ext>
                </a:extLst>
              </p:cNvPr>
              <p:cNvSpPr/>
              <p:nvPr/>
            </p:nvSpPr>
            <p:spPr>
              <a:xfrm>
                <a:off x="4415547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5" name="pg71">
                <a:extLst>
                  <a:ext uri="{FF2B5EF4-FFF2-40B4-BE49-F238E27FC236}">
                    <a16:creationId xmlns:a16="http://schemas.microsoft.com/office/drawing/2014/main" id="{4D6EA16C-88ED-A196-8D6B-4DE74DADE23A}"/>
                  </a:ext>
                </a:extLst>
              </p:cNvPr>
              <p:cNvSpPr/>
              <p:nvPr/>
            </p:nvSpPr>
            <p:spPr>
              <a:xfrm>
                <a:off x="4496984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6" name="pg72">
                <a:extLst>
                  <a:ext uri="{FF2B5EF4-FFF2-40B4-BE49-F238E27FC236}">
                    <a16:creationId xmlns:a16="http://schemas.microsoft.com/office/drawing/2014/main" id="{A4DA2EAF-760E-2688-00B0-E2D4894C7770}"/>
                  </a:ext>
                </a:extLst>
              </p:cNvPr>
              <p:cNvSpPr/>
              <p:nvPr/>
            </p:nvSpPr>
            <p:spPr>
              <a:xfrm>
                <a:off x="4904170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7" name="pg73">
                <a:extLst>
                  <a:ext uri="{FF2B5EF4-FFF2-40B4-BE49-F238E27FC236}">
                    <a16:creationId xmlns:a16="http://schemas.microsoft.com/office/drawing/2014/main" id="{690FD1F0-323B-EC3A-F992-E9D847A39E98}"/>
                  </a:ext>
                </a:extLst>
              </p:cNvPr>
              <p:cNvSpPr/>
              <p:nvPr/>
            </p:nvSpPr>
            <p:spPr>
              <a:xfrm>
                <a:off x="4985607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8" name="pg74">
                <a:extLst>
                  <a:ext uri="{FF2B5EF4-FFF2-40B4-BE49-F238E27FC236}">
                    <a16:creationId xmlns:a16="http://schemas.microsoft.com/office/drawing/2014/main" id="{04B3F4C5-5237-F671-701A-FA06E7A66D50}"/>
                  </a:ext>
                </a:extLst>
              </p:cNvPr>
              <p:cNvSpPr/>
              <p:nvPr/>
            </p:nvSpPr>
            <p:spPr>
              <a:xfrm>
                <a:off x="5067044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2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9" name="pg75">
                <a:extLst>
                  <a:ext uri="{FF2B5EF4-FFF2-40B4-BE49-F238E27FC236}">
                    <a16:creationId xmlns:a16="http://schemas.microsoft.com/office/drawing/2014/main" id="{A2CFED47-17B1-8630-4D69-8BDD25D33A35}"/>
                  </a:ext>
                </a:extLst>
              </p:cNvPr>
              <p:cNvSpPr/>
              <p:nvPr/>
            </p:nvSpPr>
            <p:spPr>
              <a:xfrm>
                <a:off x="5148481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0" name="pg76">
                <a:extLst>
                  <a:ext uri="{FF2B5EF4-FFF2-40B4-BE49-F238E27FC236}">
                    <a16:creationId xmlns:a16="http://schemas.microsoft.com/office/drawing/2014/main" id="{DCCE5A5A-2885-1B16-DEC8-4587FC8F9AB7}"/>
                  </a:ext>
                </a:extLst>
              </p:cNvPr>
              <p:cNvSpPr/>
              <p:nvPr/>
            </p:nvSpPr>
            <p:spPr>
              <a:xfrm>
                <a:off x="5229918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1" name="pg77">
                <a:extLst>
                  <a:ext uri="{FF2B5EF4-FFF2-40B4-BE49-F238E27FC236}">
                    <a16:creationId xmlns:a16="http://schemas.microsoft.com/office/drawing/2014/main" id="{E26C284F-F427-0308-6AD8-57526A4193B6}"/>
                  </a:ext>
                </a:extLst>
              </p:cNvPr>
              <p:cNvSpPr/>
              <p:nvPr/>
            </p:nvSpPr>
            <p:spPr>
              <a:xfrm>
                <a:off x="5311355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2" name="pg78">
                <a:extLst>
                  <a:ext uri="{FF2B5EF4-FFF2-40B4-BE49-F238E27FC236}">
                    <a16:creationId xmlns:a16="http://schemas.microsoft.com/office/drawing/2014/main" id="{30DD817F-6838-2092-CC19-A3D5AF3C2E21}"/>
                  </a:ext>
                </a:extLst>
              </p:cNvPr>
              <p:cNvSpPr/>
              <p:nvPr/>
            </p:nvSpPr>
            <p:spPr>
              <a:xfrm>
                <a:off x="5392793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3" name="pg79">
                <a:extLst>
                  <a:ext uri="{FF2B5EF4-FFF2-40B4-BE49-F238E27FC236}">
                    <a16:creationId xmlns:a16="http://schemas.microsoft.com/office/drawing/2014/main" id="{FAC4E444-085B-BC1B-E5CE-75EBC6CE3EF2}"/>
                  </a:ext>
                </a:extLst>
              </p:cNvPr>
              <p:cNvSpPr/>
              <p:nvPr/>
            </p:nvSpPr>
            <p:spPr>
              <a:xfrm>
                <a:off x="3438301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4" name="pg80">
                <a:extLst>
                  <a:ext uri="{FF2B5EF4-FFF2-40B4-BE49-F238E27FC236}">
                    <a16:creationId xmlns:a16="http://schemas.microsoft.com/office/drawing/2014/main" id="{7CB24AD7-8370-A624-D1D9-81A19B09518D}"/>
                  </a:ext>
                </a:extLst>
              </p:cNvPr>
              <p:cNvSpPr/>
              <p:nvPr/>
            </p:nvSpPr>
            <p:spPr>
              <a:xfrm>
                <a:off x="3519738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5" name="pg81">
                <a:extLst>
                  <a:ext uri="{FF2B5EF4-FFF2-40B4-BE49-F238E27FC236}">
                    <a16:creationId xmlns:a16="http://schemas.microsoft.com/office/drawing/2014/main" id="{E0EB39D4-B946-B87D-4164-D0739FA010EE}"/>
                  </a:ext>
                </a:extLst>
              </p:cNvPr>
              <p:cNvSpPr/>
              <p:nvPr/>
            </p:nvSpPr>
            <p:spPr>
              <a:xfrm>
                <a:off x="3601176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6" name="pg82">
                <a:extLst>
                  <a:ext uri="{FF2B5EF4-FFF2-40B4-BE49-F238E27FC236}">
                    <a16:creationId xmlns:a16="http://schemas.microsoft.com/office/drawing/2014/main" id="{D2C06A59-D15D-475C-72AA-7FF85B663ABC}"/>
                  </a:ext>
                </a:extLst>
              </p:cNvPr>
              <p:cNvSpPr/>
              <p:nvPr/>
            </p:nvSpPr>
            <p:spPr>
              <a:xfrm>
                <a:off x="3682613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7" name="pg83">
                <a:extLst>
                  <a:ext uri="{FF2B5EF4-FFF2-40B4-BE49-F238E27FC236}">
                    <a16:creationId xmlns:a16="http://schemas.microsoft.com/office/drawing/2014/main" id="{7B947C22-A03F-0DAF-7132-67AE551563F5}"/>
                  </a:ext>
                </a:extLst>
              </p:cNvPr>
              <p:cNvSpPr/>
              <p:nvPr/>
            </p:nvSpPr>
            <p:spPr>
              <a:xfrm>
                <a:off x="3764050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8" name="pg84">
                <a:extLst>
                  <a:ext uri="{FF2B5EF4-FFF2-40B4-BE49-F238E27FC236}">
                    <a16:creationId xmlns:a16="http://schemas.microsoft.com/office/drawing/2014/main" id="{46843910-264D-6AB5-128D-6B2C1F8B6181}"/>
                  </a:ext>
                </a:extLst>
              </p:cNvPr>
              <p:cNvSpPr/>
              <p:nvPr/>
            </p:nvSpPr>
            <p:spPr>
              <a:xfrm>
                <a:off x="3845487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9" name="pg85">
                <a:extLst>
                  <a:ext uri="{FF2B5EF4-FFF2-40B4-BE49-F238E27FC236}">
                    <a16:creationId xmlns:a16="http://schemas.microsoft.com/office/drawing/2014/main" id="{E0D68AE9-8D8E-A13A-44B7-9BEF0A7973E0}"/>
                  </a:ext>
                </a:extLst>
              </p:cNvPr>
              <p:cNvSpPr/>
              <p:nvPr/>
            </p:nvSpPr>
            <p:spPr>
              <a:xfrm>
                <a:off x="3926924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0" name="pg86">
                <a:extLst>
                  <a:ext uri="{FF2B5EF4-FFF2-40B4-BE49-F238E27FC236}">
                    <a16:creationId xmlns:a16="http://schemas.microsoft.com/office/drawing/2014/main" id="{FA788386-FBD4-0141-2252-FCAB7FE8A876}"/>
                  </a:ext>
                </a:extLst>
              </p:cNvPr>
              <p:cNvSpPr/>
              <p:nvPr/>
            </p:nvSpPr>
            <p:spPr>
              <a:xfrm>
                <a:off x="4008361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1" name="pg87">
                <a:extLst>
                  <a:ext uri="{FF2B5EF4-FFF2-40B4-BE49-F238E27FC236}">
                    <a16:creationId xmlns:a16="http://schemas.microsoft.com/office/drawing/2014/main" id="{D8A9B51D-BFC3-2790-6423-55D69390E2CB}"/>
                  </a:ext>
                </a:extLst>
              </p:cNvPr>
              <p:cNvSpPr/>
              <p:nvPr/>
            </p:nvSpPr>
            <p:spPr>
              <a:xfrm>
                <a:off x="4089798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2" name="pg88">
                <a:extLst>
                  <a:ext uri="{FF2B5EF4-FFF2-40B4-BE49-F238E27FC236}">
                    <a16:creationId xmlns:a16="http://schemas.microsoft.com/office/drawing/2014/main" id="{E46277CF-B834-149C-BE5C-FCBD535FB15F}"/>
                  </a:ext>
                </a:extLst>
              </p:cNvPr>
              <p:cNvSpPr/>
              <p:nvPr/>
            </p:nvSpPr>
            <p:spPr>
              <a:xfrm>
                <a:off x="4171236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3" name="pg89">
                <a:extLst>
                  <a:ext uri="{FF2B5EF4-FFF2-40B4-BE49-F238E27FC236}">
                    <a16:creationId xmlns:a16="http://schemas.microsoft.com/office/drawing/2014/main" id="{E316C57D-0111-EE36-3CB6-6177B39A6717}"/>
                  </a:ext>
                </a:extLst>
              </p:cNvPr>
              <p:cNvSpPr/>
              <p:nvPr/>
            </p:nvSpPr>
            <p:spPr>
              <a:xfrm>
                <a:off x="4252673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4" name="pg90">
                <a:extLst>
                  <a:ext uri="{FF2B5EF4-FFF2-40B4-BE49-F238E27FC236}">
                    <a16:creationId xmlns:a16="http://schemas.microsoft.com/office/drawing/2014/main" id="{9104F047-CB79-FA7A-AAEB-ECF6AB1732A3}"/>
                  </a:ext>
                </a:extLst>
              </p:cNvPr>
              <p:cNvSpPr/>
              <p:nvPr/>
            </p:nvSpPr>
            <p:spPr>
              <a:xfrm>
                <a:off x="4334110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DA4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5" name="pg91">
                <a:extLst>
                  <a:ext uri="{FF2B5EF4-FFF2-40B4-BE49-F238E27FC236}">
                    <a16:creationId xmlns:a16="http://schemas.microsoft.com/office/drawing/2014/main" id="{C7A343D7-20A5-56F7-E8F9-B58D85945D9D}"/>
                  </a:ext>
                </a:extLst>
              </p:cNvPr>
              <p:cNvSpPr/>
              <p:nvPr/>
            </p:nvSpPr>
            <p:spPr>
              <a:xfrm>
                <a:off x="4822733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6" name="pg92">
                <a:extLst>
                  <a:ext uri="{FF2B5EF4-FFF2-40B4-BE49-F238E27FC236}">
                    <a16:creationId xmlns:a16="http://schemas.microsoft.com/office/drawing/2014/main" id="{0602AFC5-0B9E-1772-376B-E7EAD3241709}"/>
                  </a:ext>
                </a:extLst>
              </p:cNvPr>
              <p:cNvSpPr/>
              <p:nvPr/>
            </p:nvSpPr>
            <p:spPr>
              <a:xfrm>
                <a:off x="4904170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7" name="pg93">
                <a:extLst>
                  <a:ext uri="{FF2B5EF4-FFF2-40B4-BE49-F238E27FC236}">
                    <a16:creationId xmlns:a16="http://schemas.microsoft.com/office/drawing/2014/main" id="{9A0A9283-1842-531B-9C6C-1BDDE1915455}"/>
                  </a:ext>
                </a:extLst>
              </p:cNvPr>
              <p:cNvSpPr/>
              <p:nvPr/>
            </p:nvSpPr>
            <p:spPr>
              <a:xfrm>
                <a:off x="4985607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8" name="pg94">
                <a:extLst>
                  <a:ext uri="{FF2B5EF4-FFF2-40B4-BE49-F238E27FC236}">
                    <a16:creationId xmlns:a16="http://schemas.microsoft.com/office/drawing/2014/main" id="{0176789D-6486-8BF1-E9E1-414AF780F72E}"/>
                  </a:ext>
                </a:extLst>
              </p:cNvPr>
              <p:cNvSpPr/>
              <p:nvPr/>
            </p:nvSpPr>
            <p:spPr>
              <a:xfrm>
                <a:off x="5067044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9" name="pg95">
                <a:extLst>
                  <a:ext uri="{FF2B5EF4-FFF2-40B4-BE49-F238E27FC236}">
                    <a16:creationId xmlns:a16="http://schemas.microsoft.com/office/drawing/2014/main" id="{CB9C4C14-2D07-3608-B6AF-E90E9CDC72DC}"/>
                  </a:ext>
                </a:extLst>
              </p:cNvPr>
              <p:cNvSpPr/>
              <p:nvPr/>
            </p:nvSpPr>
            <p:spPr>
              <a:xfrm>
                <a:off x="5148481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0" name="pg96">
                <a:extLst>
                  <a:ext uri="{FF2B5EF4-FFF2-40B4-BE49-F238E27FC236}">
                    <a16:creationId xmlns:a16="http://schemas.microsoft.com/office/drawing/2014/main" id="{2996D3EB-9C04-4AD2-7BE5-42DEDA41CC5F}"/>
                  </a:ext>
                </a:extLst>
              </p:cNvPr>
              <p:cNvSpPr/>
              <p:nvPr/>
            </p:nvSpPr>
            <p:spPr>
              <a:xfrm>
                <a:off x="5229918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1" name="pg97">
                <a:extLst>
                  <a:ext uri="{FF2B5EF4-FFF2-40B4-BE49-F238E27FC236}">
                    <a16:creationId xmlns:a16="http://schemas.microsoft.com/office/drawing/2014/main" id="{088F77A7-3444-B718-0985-692263019B52}"/>
                  </a:ext>
                </a:extLst>
              </p:cNvPr>
              <p:cNvSpPr/>
              <p:nvPr/>
            </p:nvSpPr>
            <p:spPr>
              <a:xfrm>
                <a:off x="327542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2" name="pg98">
                <a:extLst>
                  <a:ext uri="{FF2B5EF4-FFF2-40B4-BE49-F238E27FC236}">
                    <a16:creationId xmlns:a16="http://schemas.microsoft.com/office/drawing/2014/main" id="{C436A92B-87D6-A52C-CD9A-5DF6156A5B42}"/>
                  </a:ext>
                </a:extLst>
              </p:cNvPr>
              <p:cNvSpPr/>
              <p:nvPr/>
            </p:nvSpPr>
            <p:spPr>
              <a:xfrm>
                <a:off x="335686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3" name="pg99">
                <a:extLst>
                  <a:ext uri="{FF2B5EF4-FFF2-40B4-BE49-F238E27FC236}">
                    <a16:creationId xmlns:a16="http://schemas.microsoft.com/office/drawing/2014/main" id="{DCD2BDC0-BFE4-1904-88B4-2910558777AD}"/>
                  </a:ext>
                </a:extLst>
              </p:cNvPr>
              <p:cNvSpPr/>
              <p:nvPr/>
            </p:nvSpPr>
            <p:spPr>
              <a:xfrm>
                <a:off x="343830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4" name="pg100">
                <a:extLst>
                  <a:ext uri="{FF2B5EF4-FFF2-40B4-BE49-F238E27FC236}">
                    <a16:creationId xmlns:a16="http://schemas.microsoft.com/office/drawing/2014/main" id="{252F3CF5-17D6-FBCC-21BA-43A810E95390}"/>
                  </a:ext>
                </a:extLst>
              </p:cNvPr>
              <p:cNvSpPr/>
              <p:nvPr/>
            </p:nvSpPr>
            <p:spPr>
              <a:xfrm>
                <a:off x="3519738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5" name="pg101">
                <a:extLst>
                  <a:ext uri="{FF2B5EF4-FFF2-40B4-BE49-F238E27FC236}">
                    <a16:creationId xmlns:a16="http://schemas.microsoft.com/office/drawing/2014/main" id="{827A1ADD-D944-6214-BBA2-810950EB2467}"/>
                  </a:ext>
                </a:extLst>
              </p:cNvPr>
              <p:cNvSpPr/>
              <p:nvPr/>
            </p:nvSpPr>
            <p:spPr>
              <a:xfrm>
                <a:off x="3601176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6" name="pg102">
                <a:extLst>
                  <a:ext uri="{FF2B5EF4-FFF2-40B4-BE49-F238E27FC236}">
                    <a16:creationId xmlns:a16="http://schemas.microsoft.com/office/drawing/2014/main" id="{FF177627-8E16-D27D-025C-A105907CBBBD}"/>
                  </a:ext>
                </a:extLst>
              </p:cNvPr>
              <p:cNvSpPr/>
              <p:nvPr/>
            </p:nvSpPr>
            <p:spPr>
              <a:xfrm>
                <a:off x="3682613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7" name="pg103">
                <a:extLst>
                  <a:ext uri="{FF2B5EF4-FFF2-40B4-BE49-F238E27FC236}">
                    <a16:creationId xmlns:a16="http://schemas.microsoft.com/office/drawing/2014/main" id="{14E12B2D-7754-F0DA-443A-133C86F13307}"/>
                  </a:ext>
                </a:extLst>
              </p:cNvPr>
              <p:cNvSpPr/>
              <p:nvPr/>
            </p:nvSpPr>
            <p:spPr>
              <a:xfrm>
                <a:off x="3764050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8" name="pg104">
                <a:extLst>
                  <a:ext uri="{FF2B5EF4-FFF2-40B4-BE49-F238E27FC236}">
                    <a16:creationId xmlns:a16="http://schemas.microsoft.com/office/drawing/2014/main" id="{D1B476B4-5AA1-2536-2AA6-638D65394971}"/>
                  </a:ext>
                </a:extLst>
              </p:cNvPr>
              <p:cNvSpPr/>
              <p:nvPr/>
            </p:nvSpPr>
            <p:spPr>
              <a:xfrm>
                <a:off x="384548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9" name="pg105">
                <a:extLst>
                  <a:ext uri="{FF2B5EF4-FFF2-40B4-BE49-F238E27FC236}">
                    <a16:creationId xmlns:a16="http://schemas.microsoft.com/office/drawing/2014/main" id="{3544D1EB-56DD-1B25-CE28-2E9A13573009}"/>
                  </a:ext>
                </a:extLst>
              </p:cNvPr>
              <p:cNvSpPr/>
              <p:nvPr/>
            </p:nvSpPr>
            <p:spPr>
              <a:xfrm>
                <a:off x="392692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0" name="pg106">
                <a:extLst>
                  <a:ext uri="{FF2B5EF4-FFF2-40B4-BE49-F238E27FC236}">
                    <a16:creationId xmlns:a16="http://schemas.microsoft.com/office/drawing/2014/main" id="{120D0A98-54EA-D6A9-0003-A6EE1234F2F6}"/>
                  </a:ext>
                </a:extLst>
              </p:cNvPr>
              <p:cNvSpPr/>
              <p:nvPr/>
            </p:nvSpPr>
            <p:spPr>
              <a:xfrm>
                <a:off x="400836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1" name="pg107">
                <a:extLst>
                  <a:ext uri="{FF2B5EF4-FFF2-40B4-BE49-F238E27FC236}">
                    <a16:creationId xmlns:a16="http://schemas.microsoft.com/office/drawing/2014/main" id="{D07C836B-AF71-FC82-CF4E-42F71A83FCF4}"/>
                  </a:ext>
                </a:extLst>
              </p:cNvPr>
              <p:cNvSpPr/>
              <p:nvPr/>
            </p:nvSpPr>
            <p:spPr>
              <a:xfrm>
                <a:off x="4089798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2" name="pg108">
                <a:extLst>
                  <a:ext uri="{FF2B5EF4-FFF2-40B4-BE49-F238E27FC236}">
                    <a16:creationId xmlns:a16="http://schemas.microsoft.com/office/drawing/2014/main" id="{01EDF8AC-8387-F5F5-74DF-E84DB7E2CFE7}"/>
                  </a:ext>
                </a:extLst>
              </p:cNvPr>
              <p:cNvSpPr/>
              <p:nvPr/>
            </p:nvSpPr>
            <p:spPr>
              <a:xfrm>
                <a:off x="4171236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3" name="pg109">
                <a:extLst>
                  <a:ext uri="{FF2B5EF4-FFF2-40B4-BE49-F238E27FC236}">
                    <a16:creationId xmlns:a16="http://schemas.microsoft.com/office/drawing/2014/main" id="{C6B82A01-785B-D542-1981-9C8F47E28B32}"/>
                  </a:ext>
                </a:extLst>
              </p:cNvPr>
              <p:cNvSpPr/>
              <p:nvPr/>
            </p:nvSpPr>
            <p:spPr>
              <a:xfrm>
                <a:off x="4252673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4" name="pg110">
                <a:extLst>
                  <a:ext uri="{FF2B5EF4-FFF2-40B4-BE49-F238E27FC236}">
                    <a16:creationId xmlns:a16="http://schemas.microsoft.com/office/drawing/2014/main" id="{F0628874-D04D-89FE-DA2A-057F341D1031}"/>
                  </a:ext>
                </a:extLst>
              </p:cNvPr>
              <p:cNvSpPr/>
              <p:nvPr/>
            </p:nvSpPr>
            <p:spPr>
              <a:xfrm>
                <a:off x="4334110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5" name="pg111">
                <a:extLst>
                  <a:ext uri="{FF2B5EF4-FFF2-40B4-BE49-F238E27FC236}">
                    <a16:creationId xmlns:a16="http://schemas.microsoft.com/office/drawing/2014/main" id="{4DAA86AA-BF66-87A4-BB8B-9504CA76E31B}"/>
                  </a:ext>
                </a:extLst>
              </p:cNvPr>
              <p:cNvSpPr/>
              <p:nvPr/>
            </p:nvSpPr>
            <p:spPr>
              <a:xfrm>
                <a:off x="441554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6" name="pg112">
                <a:extLst>
                  <a:ext uri="{FF2B5EF4-FFF2-40B4-BE49-F238E27FC236}">
                    <a16:creationId xmlns:a16="http://schemas.microsoft.com/office/drawing/2014/main" id="{E36155A1-AD96-549D-9537-312E8D6D0D08}"/>
                  </a:ext>
                </a:extLst>
              </p:cNvPr>
              <p:cNvSpPr/>
              <p:nvPr/>
            </p:nvSpPr>
            <p:spPr>
              <a:xfrm>
                <a:off x="449698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7" name="pg113">
                <a:extLst>
                  <a:ext uri="{FF2B5EF4-FFF2-40B4-BE49-F238E27FC236}">
                    <a16:creationId xmlns:a16="http://schemas.microsoft.com/office/drawing/2014/main" id="{0B41B056-EA28-7772-B67B-0C3A75E5237D}"/>
                  </a:ext>
                </a:extLst>
              </p:cNvPr>
              <p:cNvSpPr/>
              <p:nvPr/>
            </p:nvSpPr>
            <p:spPr>
              <a:xfrm>
                <a:off x="457842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8" name="pg114">
                <a:extLst>
                  <a:ext uri="{FF2B5EF4-FFF2-40B4-BE49-F238E27FC236}">
                    <a16:creationId xmlns:a16="http://schemas.microsoft.com/office/drawing/2014/main" id="{44E6491A-6BBC-9519-697C-EAA062B4CA1B}"/>
                  </a:ext>
                </a:extLst>
              </p:cNvPr>
              <p:cNvSpPr/>
              <p:nvPr/>
            </p:nvSpPr>
            <p:spPr>
              <a:xfrm>
                <a:off x="4741296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9" name="pg115">
                <a:extLst>
                  <a:ext uri="{FF2B5EF4-FFF2-40B4-BE49-F238E27FC236}">
                    <a16:creationId xmlns:a16="http://schemas.microsoft.com/office/drawing/2014/main" id="{40E9AAEB-E6A7-5EF9-C787-170511C95941}"/>
                  </a:ext>
                </a:extLst>
              </p:cNvPr>
              <p:cNvSpPr/>
              <p:nvPr/>
            </p:nvSpPr>
            <p:spPr>
              <a:xfrm>
                <a:off x="4822733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0" name="pg116">
                <a:extLst>
                  <a:ext uri="{FF2B5EF4-FFF2-40B4-BE49-F238E27FC236}">
                    <a16:creationId xmlns:a16="http://schemas.microsoft.com/office/drawing/2014/main" id="{A16FF1D4-AC57-5E32-52B4-A7C2074DF26B}"/>
                  </a:ext>
                </a:extLst>
              </p:cNvPr>
              <p:cNvSpPr/>
              <p:nvPr/>
            </p:nvSpPr>
            <p:spPr>
              <a:xfrm>
                <a:off x="4904170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1" name="pg117">
                <a:extLst>
                  <a:ext uri="{FF2B5EF4-FFF2-40B4-BE49-F238E27FC236}">
                    <a16:creationId xmlns:a16="http://schemas.microsoft.com/office/drawing/2014/main" id="{365A67F7-6D78-018C-6CDA-4172E21B7721}"/>
                  </a:ext>
                </a:extLst>
              </p:cNvPr>
              <p:cNvSpPr/>
              <p:nvPr/>
            </p:nvSpPr>
            <p:spPr>
              <a:xfrm>
                <a:off x="498560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2" name="pg118">
                <a:extLst>
                  <a:ext uri="{FF2B5EF4-FFF2-40B4-BE49-F238E27FC236}">
                    <a16:creationId xmlns:a16="http://schemas.microsoft.com/office/drawing/2014/main" id="{C6F7E9B8-D796-91A3-53FA-91B89F271738}"/>
                  </a:ext>
                </a:extLst>
              </p:cNvPr>
              <p:cNvSpPr/>
              <p:nvPr/>
            </p:nvSpPr>
            <p:spPr>
              <a:xfrm>
                <a:off x="506704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3" name="pg119">
                <a:extLst>
                  <a:ext uri="{FF2B5EF4-FFF2-40B4-BE49-F238E27FC236}">
                    <a16:creationId xmlns:a16="http://schemas.microsoft.com/office/drawing/2014/main" id="{B2C9AD16-FA0E-3A4C-14E0-749ECF58441D}"/>
                  </a:ext>
                </a:extLst>
              </p:cNvPr>
              <p:cNvSpPr/>
              <p:nvPr/>
            </p:nvSpPr>
            <p:spPr>
              <a:xfrm>
                <a:off x="514848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4" name="pg120">
                <a:extLst>
                  <a:ext uri="{FF2B5EF4-FFF2-40B4-BE49-F238E27FC236}">
                    <a16:creationId xmlns:a16="http://schemas.microsoft.com/office/drawing/2014/main" id="{33A52811-C8FF-84EE-66F8-6DFEA66D82CB}"/>
                  </a:ext>
                </a:extLst>
              </p:cNvPr>
              <p:cNvSpPr/>
              <p:nvPr/>
            </p:nvSpPr>
            <p:spPr>
              <a:xfrm>
                <a:off x="5229918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5" name="pg121">
                <a:extLst>
                  <a:ext uri="{FF2B5EF4-FFF2-40B4-BE49-F238E27FC236}">
                    <a16:creationId xmlns:a16="http://schemas.microsoft.com/office/drawing/2014/main" id="{1F6F76F0-C5D7-B24A-C0B2-437E49F0F74C}"/>
                  </a:ext>
                </a:extLst>
              </p:cNvPr>
              <p:cNvSpPr/>
              <p:nvPr/>
            </p:nvSpPr>
            <p:spPr>
              <a:xfrm>
                <a:off x="327542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6" name="pg122">
                <a:extLst>
                  <a:ext uri="{FF2B5EF4-FFF2-40B4-BE49-F238E27FC236}">
                    <a16:creationId xmlns:a16="http://schemas.microsoft.com/office/drawing/2014/main" id="{5604F40F-0810-B408-D5F3-070908671734}"/>
                  </a:ext>
                </a:extLst>
              </p:cNvPr>
              <p:cNvSpPr/>
              <p:nvPr/>
            </p:nvSpPr>
            <p:spPr>
              <a:xfrm>
                <a:off x="335686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7" name="pg123">
                <a:extLst>
                  <a:ext uri="{FF2B5EF4-FFF2-40B4-BE49-F238E27FC236}">
                    <a16:creationId xmlns:a16="http://schemas.microsoft.com/office/drawing/2014/main" id="{D56208EB-1F27-3BF3-0954-A383A44A5B72}"/>
                  </a:ext>
                </a:extLst>
              </p:cNvPr>
              <p:cNvSpPr/>
              <p:nvPr/>
            </p:nvSpPr>
            <p:spPr>
              <a:xfrm>
                <a:off x="343830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8" name="pg124">
                <a:extLst>
                  <a:ext uri="{FF2B5EF4-FFF2-40B4-BE49-F238E27FC236}">
                    <a16:creationId xmlns:a16="http://schemas.microsoft.com/office/drawing/2014/main" id="{9C5DA0AA-75FF-DC64-4179-866A2DC02411}"/>
                  </a:ext>
                </a:extLst>
              </p:cNvPr>
              <p:cNvSpPr/>
              <p:nvPr/>
            </p:nvSpPr>
            <p:spPr>
              <a:xfrm>
                <a:off x="3519738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9" name="pg125">
                <a:extLst>
                  <a:ext uri="{FF2B5EF4-FFF2-40B4-BE49-F238E27FC236}">
                    <a16:creationId xmlns:a16="http://schemas.microsoft.com/office/drawing/2014/main" id="{65F81E61-574D-C055-6521-A20260150B0D}"/>
                  </a:ext>
                </a:extLst>
              </p:cNvPr>
              <p:cNvSpPr/>
              <p:nvPr/>
            </p:nvSpPr>
            <p:spPr>
              <a:xfrm>
                <a:off x="3601176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0" name="pg126">
                <a:extLst>
                  <a:ext uri="{FF2B5EF4-FFF2-40B4-BE49-F238E27FC236}">
                    <a16:creationId xmlns:a16="http://schemas.microsoft.com/office/drawing/2014/main" id="{19AC41FB-0091-8CA1-9778-B967F5560091}"/>
                  </a:ext>
                </a:extLst>
              </p:cNvPr>
              <p:cNvSpPr/>
              <p:nvPr/>
            </p:nvSpPr>
            <p:spPr>
              <a:xfrm>
                <a:off x="3682613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1" name="pg127">
                <a:extLst>
                  <a:ext uri="{FF2B5EF4-FFF2-40B4-BE49-F238E27FC236}">
                    <a16:creationId xmlns:a16="http://schemas.microsoft.com/office/drawing/2014/main" id="{006D3FA6-989D-31E0-4302-50F29C8A0F1E}"/>
                  </a:ext>
                </a:extLst>
              </p:cNvPr>
              <p:cNvSpPr/>
              <p:nvPr/>
            </p:nvSpPr>
            <p:spPr>
              <a:xfrm>
                <a:off x="3764050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2" name="pg128">
                <a:extLst>
                  <a:ext uri="{FF2B5EF4-FFF2-40B4-BE49-F238E27FC236}">
                    <a16:creationId xmlns:a16="http://schemas.microsoft.com/office/drawing/2014/main" id="{6644F2CC-F976-B44B-E432-08E972F9FE31}"/>
                  </a:ext>
                </a:extLst>
              </p:cNvPr>
              <p:cNvSpPr/>
              <p:nvPr/>
            </p:nvSpPr>
            <p:spPr>
              <a:xfrm>
                <a:off x="384548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3" name="pg129">
                <a:extLst>
                  <a:ext uri="{FF2B5EF4-FFF2-40B4-BE49-F238E27FC236}">
                    <a16:creationId xmlns:a16="http://schemas.microsoft.com/office/drawing/2014/main" id="{EBCE14A7-F554-E610-C69B-A6EB8EB07DF8}"/>
                  </a:ext>
                </a:extLst>
              </p:cNvPr>
              <p:cNvSpPr/>
              <p:nvPr/>
            </p:nvSpPr>
            <p:spPr>
              <a:xfrm>
                <a:off x="392692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4" name="pg130">
                <a:extLst>
                  <a:ext uri="{FF2B5EF4-FFF2-40B4-BE49-F238E27FC236}">
                    <a16:creationId xmlns:a16="http://schemas.microsoft.com/office/drawing/2014/main" id="{F2900C2D-4D9C-13D7-907A-D016BC7549C1}"/>
                  </a:ext>
                </a:extLst>
              </p:cNvPr>
              <p:cNvSpPr/>
              <p:nvPr/>
            </p:nvSpPr>
            <p:spPr>
              <a:xfrm>
                <a:off x="400836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5" name="pg131">
                <a:extLst>
                  <a:ext uri="{FF2B5EF4-FFF2-40B4-BE49-F238E27FC236}">
                    <a16:creationId xmlns:a16="http://schemas.microsoft.com/office/drawing/2014/main" id="{AC286FC0-23C0-B734-F710-3783CEFBCDBB}"/>
                  </a:ext>
                </a:extLst>
              </p:cNvPr>
              <p:cNvSpPr/>
              <p:nvPr/>
            </p:nvSpPr>
            <p:spPr>
              <a:xfrm>
                <a:off x="4089798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6" name="pg132">
                <a:extLst>
                  <a:ext uri="{FF2B5EF4-FFF2-40B4-BE49-F238E27FC236}">
                    <a16:creationId xmlns:a16="http://schemas.microsoft.com/office/drawing/2014/main" id="{8811FD6F-04B4-FA5E-7ADD-BBAF6C3D6EF6}"/>
                  </a:ext>
                </a:extLst>
              </p:cNvPr>
              <p:cNvSpPr/>
              <p:nvPr/>
            </p:nvSpPr>
            <p:spPr>
              <a:xfrm>
                <a:off x="4171236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7" name="pg133">
                <a:extLst>
                  <a:ext uri="{FF2B5EF4-FFF2-40B4-BE49-F238E27FC236}">
                    <a16:creationId xmlns:a16="http://schemas.microsoft.com/office/drawing/2014/main" id="{E1D6AE72-7BCD-5A79-7DD4-ACF35299ADC0}"/>
                  </a:ext>
                </a:extLst>
              </p:cNvPr>
              <p:cNvSpPr/>
              <p:nvPr/>
            </p:nvSpPr>
            <p:spPr>
              <a:xfrm>
                <a:off x="4252673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8" name="pg134">
                <a:extLst>
                  <a:ext uri="{FF2B5EF4-FFF2-40B4-BE49-F238E27FC236}">
                    <a16:creationId xmlns:a16="http://schemas.microsoft.com/office/drawing/2014/main" id="{EC6FEC81-7385-5387-3624-750225AF80C1}"/>
                  </a:ext>
                </a:extLst>
              </p:cNvPr>
              <p:cNvSpPr/>
              <p:nvPr/>
            </p:nvSpPr>
            <p:spPr>
              <a:xfrm>
                <a:off x="4334110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9" name="pg135">
                <a:extLst>
                  <a:ext uri="{FF2B5EF4-FFF2-40B4-BE49-F238E27FC236}">
                    <a16:creationId xmlns:a16="http://schemas.microsoft.com/office/drawing/2014/main" id="{3DB70610-CC42-BB75-B4B0-453BA7F8C918}"/>
                  </a:ext>
                </a:extLst>
              </p:cNvPr>
              <p:cNvSpPr/>
              <p:nvPr/>
            </p:nvSpPr>
            <p:spPr>
              <a:xfrm>
                <a:off x="441554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0" name="pg136">
                <a:extLst>
                  <a:ext uri="{FF2B5EF4-FFF2-40B4-BE49-F238E27FC236}">
                    <a16:creationId xmlns:a16="http://schemas.microsoft.com/office/drawing/2014/main" id="{F3F01E6C-2601-0664-60B5-C1090AA7B192}"/>
                  </a:ext>
                </a:extLst>
              </p:cNvPr>
              <p:cNvSpPr/>
              <p:nvPr/>
            </p:nvSpPr>
            <p:spPr>
              <a:xfrm>
                <a:off x="449698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1" name="pg137">
                <a:extLst>
                  <a:ext uri="{FF2B5EF4-FFF2-40B4-BE49-F238E27FC236}">
                    <a16:creationId xmlns:a16="http://schemas.microsoft.com/office/drawing/2014/main" id="{AB22E63D-3462-4FF3-2493-B723060FD4B7}"/>
                  </a:ext>
                </a:extLst>
              </p:cNvPr>
              <p:cNvSpPr/>
              <p:nvPr/>
            </p:nvSpPr>
            <p:spPr>
              <a:xfrm>
                <a:off x="457842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2" name="pg138">
                <a:extLst>
                  <a:ext uri="{FF2B5EF4-FFF2-40B4-BE49-F238E27FC236}">
                    <a16:creationId xmlns:a16="http://schemas.microsoft.com/office/drawing/2014/main" id="{D5D1B8CE-F52F-5D87-4880-E04112CE46D4}"/>
                  </a:ext>
                </a:extLst>
              </p:cNvPr>
              <p:cNvSpPr/>
              <p:nvPr/>
            </p:nvSpPr>
            <p:spPr>
              <a:xfrm>
                <a:off x="4659858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A5E3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3" name="pg139">
                <a:extLst>
                  <a:ext uri="{FF2B5EF4-FFF2-40B4-BE49-F238E27FC236}">
                    <a16:creationId xmlns:a16="http://schemas.microsoft.com/office/drawing/2014/main" id="{C48797B9-CDBB-2BA5-C523-94924F9C92B8}"/>
                  </a:ext>
                </a:extLst>
              </p:cNvPr>
              <p:cNvSpPr/>
              <p:nvPr/>
            </p:nvSpPr>
            <p:spPr>
              <a:xfrm>
                <a:off x="4741296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FE1C6">
                  <a:alpha val="100000"/>
                </a:srgbClr>
              </a:solidFill>
              <a:ln w="5420" cap="flat">
                <a:solidFill>
                  <a:srgbClr val="A7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4" name="pg140">
                <a:extLst>
                  <a:ext uri="{FF2B5EF4-FFF2-40B4-BE49-F238E27FC236}">
                    <a16:creationId xmlns:a16="http://schemas.microsoft.com/office/drawing/2014/main" id="{1A676342-3C52-8F63-CE49-DD9B2715C357}"/>
                  </a:ext>
                </a:extLst>
              </p:cNvPr>
              <p:cNvSpPr/>
              <p:nvPr/>
            </p:nvSpPr>
            <p:spPr>
              <a:xfrm>
                <a:off x="4822733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5" name="pg141">
                <a:extLst>
                  <a:ext uri="{FF2B5EF4-FFF2-40B4-BE49-F238E27FC236}">
                    <a16:creationId xmlns:a16="http://schemas.microsoft.com/office/drawing/2014/main" id="{9BEBF614-7B02-9F3B-EF95-BD7FC7F42D87}"/>
                  </a:ext>
                </a:extLst>
              </p:cNvPr>
              <p:cNvSpPr/>
              <p:nvPr/>
            </p:nvSpPr>
            <p:spPr>
              <a:xfrm>
                <a:off x="4904170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6" name="pg142">
                <a:extLst>
                  <a:ext uri="{FF2B5EF4-FFF2-40B4-BE49-F238E27FC236}">
                    <a16:creationId xmlns:a16="http://schemas.microsoft.com/office/drawing/2014/main" id="{E4F053EC-D591-6B3B-17C8-3922C4DDED27}"/>
                  </a:ext>
                </a:extLst>
              </p:cNvPr>
              <p:cNvSpPr/>
              <p:nvPr/>
            </p:nvSpPr>
            <p:spPr>
              <a:xfrm>
                <a:off x="498560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9D9BC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7" name="pg143">
                <a:extLst>
                  <a:ext uri="{FF2B5EF4-FFF2-40B4-BE49-F238E27FC236}">
                    <a16:creationId xmlns:a16="http://schemas.microsoft.com/office/drawing/2014/main" id="{7EF0007A-6B6D-264D-81AB-AC7911ABB6BF}"/>
                  </a:ext>
                </a:extLst>
              </p:cNvPr>
              <p:cNvSpPr/>
              <p:nvPr/>
            </p:nvSpPr>
            <p:spPr>
              <a:xfrm>
                <a:off x="506704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8" name="pg144">
                <a:extLst>
                  <a:ext uri="{FF2B5EF4-FFF2-40B4-BE49-F238E27FC236}">
                    <a16:creationId xmlns:a16="http://schemas.microsoft.com/office/drawing/2014/main" id="{8E7A306C-C118-A635-E838-76049FA79252}"/>
                  </a:ext>
                </a:extLst>
              </p:cNvPr>
              <p:cNvSpPr/>
              <p:nvPr/>
            </p:nvSpPr>
            <p:spPr>
              <a:xfrm>
                <a:off x="514848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9" name="pg145">
                <a:extLst>
                  <a:ext uri="{FF2B5EF4-FFF2-40B4-BE49-F238E27FC236}">
                    <a16:creationId xmlns:a16="http://schemas.microsoft.com/office/drawing/2014/main" id="{F9786BFA-4877-4DF2-2AC5-C23ECE2C4C63}"/>
                  </a:ext>
                </a:extLst>
              </p:cNvPr>
              <p:cNvSpPr/>
              <p:nvPr/>
            </p:nvSpPr>
            <p:spPr>
              <a:xfrm>
                <a:off x="327542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0" name="pg146">
                <a:extLst>
                  <a:ext uri="{FF2B5EF4-FFF2-40B4-BE49-F238E27FC236}">
                    <a16:creationId xmlns:a16="http://schemas.microsoft.com/office/drawing/2014/main" id="{4D92E2BA-BCF6-D1C4-A839-7B211B2FB047}"/>
                  </a:ext>
                </a:extLst>
              </p:cNvPr>
              <p:cNvSpPr/>
              <p:nvPr/>
            </p:nvSpPr>
            <p:spPr>
              <a:xfrm>
                <a:off x="335686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4AA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1" name="pg147">
                <a:extLst>
                  <a:ext uri="{FF2B5EF4-FFF2-40B4-BE49-F238E27FC236}">
                    <a16:creationId xmlns:a16="http://schemas.microsoft.com/office/drawing/2014/main" id="{727F22BF-7C41-BD45-D137-8C1109960E0C}"/>
                  </a:ext>
                </a:extLst>
              </p:cNvPr>
              <p:cNvSpPr/>
              <p:nvPr/>
            </p:nvSpPr>
            <p:spPr>
              <a:xfrm>
                <a:off x="3438301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2" name="pg148">
                <a:extLst>
                  <a:ext uri="{FF2B5EF4-FFF2-40B4-BE49-F238E27FC236}">
                    <a16:creationId xmlns:a16="http://schemas.microsoft.com/office/drawing/2014/main" id="{5F0162CE-C90D-60A8-FDE2-D017894FEC8B}"/>
                  </a:ext>
                </a:extLst>
              </p:cNvPr>
              <p:cNvSpPr/>
              <p:nvPr/>
            </p:nvSpPr>
            <p:spPr>
              <a:xfrm>
                <a:off x="3519738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3" name="pg149">
                <a:extLst>
                  <a:ext uri="{FF2B5EF4-FFF2-40B4-BE49-F238E27FC236}">
                    <a16:creationId xmlns:a16="http://schemas.microsoft.com/office/drawing/2014/main" id="{3F8864CA-7F9F-AADD-900F-666E38DF7363}"/>
                  </a:ext>
                </a:extLst>
              </p:cNvPr>
              <p:cNvSpPr/>
              <p:nvPr/>
            </p:nvSpPr>
            <p:spPr>
              <a:xfrm>
                <a:off x="3601176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4" name="pg150">
                <a:extLst>
                  <a:ext uri="{FF2B5EF4-FFF2-40B4-BE49-F238E27FC236}">
                    <a16:creationId xmlns:a16="http://schemas.microsoft.com/office/drawing/2014/main" id="{D1BCDC22-FB79-AB35-EF99-E501FC6DB7D6}"/>
                  </a:ext>
                </a:extLst>
              </p:cNvPr>
              <p:cNvSpPr/>
              <p:nvPr/>
            </p:nvSpPr>
            <p:spPr>
              <a:xfrm>
                <a:off x="3682613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5" name="pg151">
                <a:extLst>
                  <a:ext uri="{FF2B5EF4-FFF2-40B4-BE49-F238E27FC236}">
                    <a16:creationId xmlns:a16="http://schemas.microsoft.com/office/drawing/2014/main" id="{B461B1D8-7B7E-4236-FCD4-22B8EA483A46}"/>
                  </a:ext>
                </a:extLst>
              </p:cNvPr>
              <p:cNvSpPr/>
              <p:nvPr/>
            </p:nvSpPr>
            <p:spPr>
              <a:xfrm>
                <a:off x="3764050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6" name="pg152">
                <a:extLst>
                  <a:ext uri="{FF2B5EF4-FFF2-40B4-BE49-F238E27FC236}">
                    <a16:creationId xmlns:a16="http://schemas.microsoft.com/office/drawing/2014/main" id="{D37C6808-63AF-925D-E562-48FAF8D3316C}"/>
                  </a:ext>
                </a:extLst>
              </p:cNvPr>
              <p:cNvSpPr/>
              <p:nvPr/>
            </p:nvSpPr>
            <p:spPr>
              <a:xfrm>
                <a:off x="384548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7" name="pg153">
                <a:extLst>
                  <a:ext uri="{FF2B5EF4-FFF2-40B4-BE49-F238E27FC236}">
                    <a16:creationId xmlns:a16="http://schemas.microsoft.com/office/drawing/2014/main" id="{A377FD76-316E-2A44-7004-1BF0E637DF54}"/>
                  </a:ext>
                </a:extLst>
              </p:cNvPr>
              <p:cNvSpPr/>
              <p:nvPr/>
            </p:nvSpPr>
            <p:spPr>
              <a:xfrm>
                <a:off x="392692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8" name="pg154">
                <a:extLst>
                  <a:ext uri="{FF2B5EF4-FFF2-40B4-BE49-F238E27FC236}">
                    <a16:creationId xmlns:a16="http://schemas.microsoft.com/office/drawing/2014/main" id="{EDACF4F3-ADC9-2073-FEE5-D3671AC30492}"/>
                  </a:ext>
                </a:extLst>
              </p:cNvPr>
              <p:cNvSpPr/>
              <p:nvPr/>
            </p:nvSpPr>
            <p:spPr>
              <a:xfrm>
                <a:off x="4008361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9" name="pg155">
                <a:extLst>
                  <a:ext uri="{FF2B5EF4-FFF2-40B4-BE49-F238E27FC236}">
                    <a16:creationId xmlns:a16="http://schemas.microsoft.com/office/drawing/2014/main" id="{3268AAB7-C945-4F04-518B-D536F451E26C}"/>
                  </a:ext>
                </a:extLst>
              </p:cNvPr>
              <p:cNvSpPr/>
              <p:nvPr/>
            </p:nvSpPr>
            <p:spPr>
              <a:xfrm>
                <a:off x="4089798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0" name="pg156">
                <a:extLst>
                  <a:ext uri="{FF2B5EF4-FFF2-40B4-BE49-F238E27FC236}">
                    <a16:creationId xmlns:a16="http://schemas.microsoft.com/office/drawing/2014/main" id="{40AAFC29-73DD-88DB-E0EE-306D08A62061}"/>
                  </a:ext>
                </a:extLst>
              </p:cNvPr>
              <p:cNvSpPr/>
              <p:nvPr/>
            </p:nvSpPr>
            <p:spPr>
              <a:xfrm>
                <a:off x="4171236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1" name="pg157">
                <a:extLst>
                  <a:ext uri="{FF2B5EF4-FFF2-40B4-BE49-F238E27FC236}">
                    <a16:creationId xmlns:a16="http://schemas.microsoft.com/office/drawing/2014/main" id="{B4288CA2-F211-DC13-55FD-3789F7A2D67A}"/>
                  </a:ext>
                </a:extLst>
              </p:cNvPr>
              <p:cNvSpPr/>
              <p:nvPr/>
            </p:nvSpPr>
            <p:spPr>
              <a:xfrm>
                <a:off x="4252673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2" name="pg158">
                <a:extLst>
                  <a:ext uri="{FF2B5EF4-FFF2-40B4-BE49-F238E27FC236}">
                    <a16:creationId xmlns:a16="http://schemas.microsoft.com/office/drawing/2014/main" id="{8B85CC2A-7CD3-7BD7-EEA9-FBD8A8078A72}"/>
                  </a:ext>
                </a:extLst>
              </p:cNvPr>
              <p:cNvSpPr/>
              <p:nvPr/>
            </p:nvSpPr>
            <p:spPr>
              <a:xfrm>
                <a:off x="4334110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3" name="pg159">
                <a:extLst>
                  <a:ext uri="{FF2B5EF4-FFF2-40B4-BE49-F238E27FC236}">
                    <a16:creationId xmlns:a16="http://schemas.microsoft.com/office/drawing/2014/main" id="{A12EB1E9-7EF2-FC4B-73CC-DAACB6DBE2C9}"/>
                  </a:ext>
                </a:extLst>
              </p:cNvPr>
              <p:cNvSpPr/>
              <p:nvPr/>
            </p:nvSpPr>
            <p:spPr>
              <a:xfrm>
                <a:off x="441554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4" name="pg160">
                <a:extLst>
                  <a:ext uri="{FF2B5EF4-FFF2-40B4-BE49-F238E27FC236}">
                    <a16:creationId xmlns:a16="http://schemas.microsoft.com/office/drawing/2014/main" id="{C7771856-C0EA-670E-3EBA-47A470CB6DCF}"/>
                  </a:ext>
                </a:extLst>
              </p:cNvPr>
              <p:cNvSpPr/>
              <p:nvPr/>
            </p:nvSpPr>
            <p:spPr>
              <a:xfrm>
                <a:off x="449698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2E1C7">
                  <a:alpha val="100000"/>
                </a:srgbClr>
              </a:solidFill>
              <a:ln w="5420" cap="flat">
                <a:solidFill>
                  <a:srgbClr val="A9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5" name="pg161">
                <a:extLst>
                  <a:ext uri="{FF2B5EF4-FFF2-40B4-BE49-F238E27FC236}">
                    <a16:creationId xmlns:a16="http://schemas.microsoft.com/office/drawing/2014/main" id="{626D4643-A7DA-85EE-96AF-09C9DBA05A0E}"/>
                  </a:ext>
                </a:extLst>
              </p:cNvPr>
              <p:cNvSpPr/>
              <p:nvPr/>
            </p:nvSpPr>
            <p:spPr>
              <a:xfrm>
                <a:off x="4578421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DEAD5">
                  <a:alpha val="100000"/>
                </a:srgbClr>
              </a:solidFill>
              <a:ln w="5420" cap="flat">
                <a:solidFill>
                  <a:srgbClr val="C1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6" name="pg162">
                <a:extLst>
                  <a:ext uri="{FF2B5EF4-FFF2-40B4-BE49-F238E27FC236}">
                    <a16:creationId xmlns:a16="http://schemas.microsoft.com/office/drawing/2014/main" id="{F2D7C549-FC9E-8CE2-37C6-DC36FAF0275F}"/>
                  </a:ext>
                </a:extLst>
              </p:cNvPr>
              <p:cNvSpPr/>
              <p:nvPr/>
            </p:nvSpPr>
            <p:spPr>
              <a:xfrm>
                <a:off x="4659858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C4ECD8">
                  <a:alpha val="100000"/>
                </a:srgbClr>
              </a:solidFill>
              <a:ln w="5420" cap="flat">
                <a:solidFill>
                  <a:srgbClr val="C7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7" name="pg163">
                <a:extLst>
                  <a:ext uri="{FF2B5EF4-FFF2-40B4-BE49-F238E27FC236}">
                    <a16:creationId xmlns:a16="http://schemas.microsoft.com/office/drawing/2014/main" id="{54BD1837-2683-1F6C-0A61-F1CA8D052500}"/>
                  </a:ext>
                </a:extLst>
              </p:cNvPr>
              <p:cNvSpPr/>
              <p:nvPr/>
            </p:nvSpPr>
            <p:spPr>
              <a:xfrm>
                <a:off x="4741296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8" name="pg164">
                <a:extLst>
                  <a:ext uri="{FF2B5EF4-FFF2-40B4-BE49-F238E27FC236}">
                    <a16:creationId xmlns:a16="http://schemas.microsoft.com/office/drawing/2014/main" id="{0B045FDE-FB5E-D97A-84B3-BDB0719343C7}"/>
                  </a:ext>
                </a:extLst>
              </p:cNvPr>
              <p:cNvSpPr/>
              <p:nvPr/>
            </p:nvSpPr>
            <p:spPr>
              <a:xfrm>
                <a:off x="4822733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9" name="pg165">
                <a:extLst>
                  <a:ext uri="{FF2B5EF4-FFF2-40B4-BE49-F238E27FC236}">
                    <a16:creationId xmlns:a16="http://schemas.microsoft.com/office/drawing/2014/main" id="{03B0B7B6-3743-8CDC-CCAB-96F19597DFC2}"/>
                  </a:ext>
                </a:extLst>
              </p:cNvPr>
              <p:cNvSpPr/>
              <p:nvPr/>
            </p:nvSpPr>
            <p:spPr>
              <a:xfrm>
                <a:off x="4904170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5E2C9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0" name="pg166">
                <a:extLst>
                  <a:ext uri="{FF2B5EF4-FFF2-40B4-BE49-F238E27FC236}">
                    <a16:creationId xmlns:a16="http://schemas.microsoft.com/office/drawing/2014/main" id="{B9F0239D-3D7A-9CA3-BCBF-1D4EB6DE4BF9}"/>
                  </a:ext>
                </a:extLst>
              </p:cNvPr>
              <p:cNvSpPr/>
              <p:nvPr/>
            </p:nvSpPr>
            <p:spPr>
              <a:xfrm>
                <a:off x="498560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1" name="pg167">
                <a:extLst>
                  <a:ext uri="{FF2B5EF4-FFF2-40B4-BE49-F238E27FC236}">
                    <a16:creationId xmlns:a16="http://schemas.microsoft.com/office/drawing/2014/main" id="{D7C99AD3-B6A5-DDC6-BABA-6BECBBA5776A}"/>
                  </a:ext>
                </a:extLst>
              </p:cNvPr>
              <p:cNvSpPr/>
              <p:nvPr/>
            </p:nvSpPr>
            <p:spPr>
              <a:xfrm>
                <a:off x="506704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2" name="pg168">
                <a:extLst>
                  <a:ext uri="{FF2B5EF4-FFF2-40B4-BE49-F238E27FC236}">
                    <a16:creationId xmlns:a16="http://schemas.microsoft.com/office/drawing/2014/main" id="{CE2E993F-E311-C9EF-4057-28649A090393}"/>
                  </a:ext>
                </a:extLst>
              </p:cNvPr>
              <p:cNvSpPr/>
              <p:nvPr/>
            </p:nvSpPr>
            <p:spPr>
              <a:xfrm>
                <a:off x="303111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3" name="pg169">
                <a:extLst>
                  <a:ext uri="{FF2B5EF4-FFF2-40B4-BE49-F238E27FC236}">
                    <a16:creationId xmlns:a16="http://schemas.microsoft.com/office/drawing/2014/main" id="{823C85D7-D08B-530C-7851-3D9FCCA64E94}"/>
                  </a:ext>
                </a:extLst>
              </p:cNvPr>
              <p:cNvSpPr/>
              <p:nvPr/>
            </p:nvSpPr>
            <p:spPr>
              <a:xfrm>
                <a:off x="311255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7AA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4" name="pg170">
                <a:extLst>
                  <a:ext uri="{FF2B5EF4-FFF2-40B4-BE49-F238E27FC236}">
                    <a16:creationId xmlns:a16="http://schemas.microsoft.com/office/drawing/2014/main" id="{92E4431A-ACE9-A7E4-EF96-66B44D515FA4}"/>
                  </a:ext>
                </a:extLst>
              </p:cNvPr>
              <p:cNvSpPr/>
              <p:nvPr/>
            </p:nvSpPr>
            <p:spPr>
              <a:xfrm>
                <a:off x="327542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5" name="pg171">
                <a:extLst>
                  <a:ext uri="{FF2B5EF4-FFF2-40B4-BE49-F238E27FC236}">
                    <a16:creationId xmlns:a16="http://schemas.microsoft.com/office/drawing/2014/main" id="{47CEF291-257D-90AA-493A-98FBCCD52FBE}"/>
                  </a:ext>
                </a:extLst>
              </p:cNvPr>
              <p:cNvSpPr/>
              <p:nvPr/>
            </p:nvSpPr>
            <p:spPr>
              <a:xfrm>
                <a:off x="3356864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6" name="pg172">
                <a:extLst>
                  <a:ext uri="{FF2B5EF4-FFF2-40B4-BE49-F238E27FC236}">
                    <a16:creationId xmlns:a16="http://schemas.microsoft.com/office/drawing/2014/main" id="{E1C67ECD-3D69-1708-8FDC-A0A2A302967B}"/>
                  </a:ext>
                </a:extLst>
              </p:cNvPr>
              <p:cNvSpPr/>
              <p:nvPr/>
            </p:nvSpPr>
            <p:spPr>
              <a:xfrm>
                <a:off x="3438301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7" name="pg173">
                <a:extLst>
                  <a:ext uri="{FF2B5EF4-FFF2-40B4-BE49-F238E27FC236}">
                    <a16:creationId xmlns:a16="http://schemas.microsoft.com/office/drawing/2014/main" id="{A2631251-9787-0B02-F7EB-A914D7E595CE}"/>
                  </a:ext>
                </a:extLst>
              </p:cNvPr>
              <p:cNvSpPr/>
              <p:nvPr/>
            </p:nvSpPr>
            <p:spPr>
              <a:xfrm>
                <a:off x="3519738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8" name="pg174">
                <a:extLst>
                  <a:ext uri="{FF2B5EF4-FFF2-40B4-BE49-F238E27FC236}">
                    <a16:creationId xmlns:a16="http://schemas.microsoft.com/office/drawing/2014/main" id="{ED5547A8-A6D5-27AD-EA9E-2D259A092099}"/>
                  </a:ext>
                </a:extLst>
              </p:cNvPr>
              <p:cNvSpPr/>
              <p:nvPr/>
            </p:nvSpPr>
            <p:spPr>
              <a:xfrm>
                <a:off x="360117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9" name="pg175">
                <a:extLst>
                  <a:ext uri="{FF2B5EF4-FFF2-40B4-BE49-F238E27FC236}">
                    <a16:creationId xmlns:a16="http://schemas.microsoft.com/office/drawing/2014/main" id="{72863D8B-8F33-6B16-DAAE-3AFF4F59A0E2}"/>
                  </a:ext>
                </a:extLst>
              </p:cNvPr>
              <p:cNvSpPr/>
              <p:nvPr/>
            </p:nvSpPr>
            <p:spPr>
              <a:xfrm>
                <a:off x="368261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0" name="pg176">
                <a:extLst>
                  <a:ext uri="{FF2B5EF4-FFF2-40B4-BE49-F238E27FC236}">
                    <a16:creationId xmlns:a16="http://schemas.microsoft.com/office/drawing/2014/main" id="{D4D6929D-9D85-4339-43EE-C92C64DCA74F}"/>
                  </a:ext>
                </a:extLst>
              </p:cNvPr>
              <p:cNvSpPr/>
              <p:nvPr/>
            </p:nvSpPr>
            <p:spPr>
              <a:xfrm>
                <a:off x="3764050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1" name="pg177">
                <a:extLst>
                  <a:ext uri="{FF2B5EF4-FFF2-40B4-BE49-F238E27FC236}">
                    <a16:creationId xmlns:a16="http://schemas.microsoft.com/office/drawing/2014/main" id="{91FA1E5E-B447-E27C-EC5F-909D6BFB7527}"/>
                  </a:ext>
                </a:extLst>
              </p:cNvPr>
              <p:cNvSpPr/>
              <p:nvPr/>
            </p:nvSpPr>
            <p:spPr>
              <a:xfrm>
                <a:off x="384548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2" name="pg178">
                <a:extLst>
                  <a:ext uri="{FF2B5EF4-FFF2-40B4-BE49-F238E27FC236}">
                    <a16:creationId xmlns:a16="http://schemas.microsoft.com/office/drawing/2014/main" id="{D2EBE325-BA31-C18B-2C83-03859BE572DA}"/>
                  </a:ext>
                </a:extLst>
              </p:cNvPr>
              <p:cNvSpPr/>
              <p:nvPr/>
            </p:nvSpPr>
            <p:spPr>
              <a:xfrm>
                <a:off x="4089798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3" name="pg179">
                <a:extLst>
                  <a:ext uri="{FF2B5EF4-FFF2-40B4-BE49-F238E27FC236}">
                    <a16:creationId xmlns:a16="http://schemas.microsoft.com/office/drawing/2014/main" id="{4BE73936-45BC-C300-F12D-0A8A4EAA045B}"/>
                  </a:ext>
                </a:extLst>
              </p:cNvPr>
              <p:cNvSpPr/>
              <p:nvPr/>
            </p:nvSpPr>
            <p:spPr>
              <a:xfrm>
                <a:off x="417123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4" name="pg180">
                <a:extLst>
                  <a:ext uri="{FF2B5EF4-FFF2-40B4-BE49-F238E27FC236}">
                    <a16:creationId xmlns:a16="http://schemas.microsoft.com/office/drawing/2014/main" id="{50167EF4-A39C-C3A4-F792-491BA4A63ED5}"/>
                  </a:ext>
                </a:extLst>
              </p:cNvPr>
              <p:cNvSpPr/>
              <p:nvPr/>
            </p:nvSpPr>
            <p:spPr>
              <a:xfrm>
                <a:off x="425267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5" name="pg181">
                <a:extLst>
                  <a:ext uri="{FF2B5EF4-FFF2-40B4-BE49-F238E27FC236}">
                    <a16:creationId xmlns:a16="http://schemas.microsoft.com/office/drawing/2014/main" id="{7384DCC1-2573-422D-EC01-C67266EF2B82}"/>
                  </a:ext>
                </a:extLst>
              </p:cNvPr>
              <p:cNvSpPr/>
              <p:nvPr/>
            </p:nvSpPr>
            <p:spPr>
              <a:xfrm>
                <a:off x="4334110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6" name="pg182">
                <a:extLst>
                  <a:ext uri="{FF2B5EF4-FFF2-40B4-BE49-F238E27FC236}">
                    <a16:creationId xmlns:a16="http://schemas.microsoft.com/office/drawing/2014/main" id="{26F12F01-D934-52F6-19C7-41739E1D286E}"/>
                  </a:ext>
                </a:extLst>
              </p:cNvPr>
              <p:cNvSpPr/>
              <p:nvPr/>
            </p:nvSpPr>
            <p:spPr>
              <a:xfrm>
                <a:off x="441554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A0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7" name="pg183">
                <a:extLst>
                  <a:ext uri="{FF2B5EF4-FFF2-40B4-BE49-F238E27FC236}">
                    <a16:creationId xmlns:a16="http://schemas.microsoft.com/office/drawing/2014/main" id="{C8C13F57-9422-F362-43DD-6F64FCDAD7A5}"/>
                  </a:ext>
                </a:extLst>
              </p:cNvPr>
              <p:cNvSpPr/>
              <p:nvPr/>
            </p:nvSpPr>
            <p:spPr>
              <a:xfrm>
                <a:off x="4496984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8" name="pg184">
                <a:extLst>
                  <a:ext uri="{FF2B5EF4-FFF2-40B4-BE49-F238E27FC236}">
                    <a16:creationId xmlns:a16="http://schemas.microsoft.com/office/drawing/2014/main" id="{8C1523C9-9D91-4C83-A961-7D75313A8D17}"/>
                  </a:ext>
                </a:extLst>
              </p:cNvPr>
              <p:cNvSpPr/>
              <p:nvPr/>
            </p:nvSpPr>
            <p:spPr>
              <a:xfrm>
                <a:off x="4578421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D4F2E0">
                  <a:alpha val="100000"/>
                </a:srgbClr>
              </a:solidFill>
              <a:ln w="5420" cap="flat">
                <a:solidFill>
                  <a:srgbClr val="D5F2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9" name="pg185">
                <a:extLst>
                  <a:ext uri="{FF2B5EF4-FFF2-40B4-BE49-F238E27FC236}">
                    <a16:creationId xmlns:a16="http://schemas.microsoft.com/office/drawing/2014/main" id="{51B1C8DF-324D-0F63-80D1-0B284582396C}"/>
                  </a:ext>
                </a:extLst>
              </p:cNvPr>
              <p:cNvSpPr/>
              <p:nvPr/>
            </p:nvSpPr>
            <p:spPr>
              <a:xfrm>
                <a:off x="4659858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D6F2E1">
                  <a:alpha val="100000"/>
                </a:srgbClr>
              </a:solidFill>
              <a:ln w="5420" cap="flat">
                <a:solidFill>
                  <a:srgbClr val="D7F3E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0" name="pg186">
                <a:extLst>
                  <a:ext uri="{FF2B5EF4-FFF2-40B4-BE49-F238E27FC236}">
                    <a16:creationId xmlns:a16="http://schemas.microsoft.com/office/drawing/2014/main" id="{F5C6EDA7-06AA-04DC-2478-18F68026E82D}"/>
                  </a:ext>
                </a:extLst>
              </p:cNvPr>
              <p:cNvSpPr/>
              <p:nvPr/>
            </p:nvSpPr>
            <p:spPr>
              <a:xfrm>
                <a:off x="474129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CCEFDC">
                  <a:alpha val="100000"/>
                </a:srgbClr>
              </a:solidFill>
              <a:ln w="5420" cap="flat">
                <a:solidFill>
                  <a:srgbClr val="CFF0D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1" name="pg187">
                <a:extLst>
                  <a:ext uri="{FF2B5EF4-FFF2-40B4-BE49-F238E27FC236}">
                    <a16:creationId xmlns:a16="http://schemas.microsoft.com/office/drawing/2014/main" id="{144A3449-82E9-0AB4-FF2E-7A532B2527E1}"/>
                  </a:ext>
                </a:extLst>
              </p:cNvPr>
              <p:cNvSpPr/>
              <p:nvPr/>
            </p:nvSpPr>
            <p:spPr>
              <a:xfrm>
                <a:off x="482273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EEBD5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2" name="pg188">
                <a:extLst>
                  <a:ext uri="{FF2B5EF4-FFF2-40B4-BE49-F238E27FC236}">
                    <a16:creationId xmlns:a16="http://schemas.microsoft.com/office/drawing/2014/main" id="{BA3447A3-00B6-5BD3-1275-609DF17AD91B}"/>
                  </a:ext>
                </a:extLst>
              </p:cNvPr>
              <p:cNvSpPr/>
              <p:nvPr/>
            </p:nvSpPr>
            <p:spPr>
              <a:xfrm>
                <a:off x="4904170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FE6CD">
                  <a:alpha val="100000"/>
                </a:srgbClr>
              </a:solidFill>
              <a:ln w="5420" cap="flat">
                <a:solidFill>
                  <a:srgbClr val="B5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3" name="pg189">
                <a:extLst>
                  <a:ext uri="{FF2B5EF4-FFF2-40B4-BE49-F238E27FC236}">
                    <a16:creationId xmlns:a16="http://schemas.microsoft.com/office/drawing/2014/main" id="{B03DB0DB-1D1B-2DA7-203F-DAD5F2BEA3E2}"/>
                  </a:ext>
                </a:extLst>
              </p:cNvPr>
              <p:cNvSpPr/>
              <p:nvPr/>
            </p:nvSpPr>
            <p:spPr>
              <a:xfrm>
                <a:off x="498560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0E1C6">
                  <a:alpha val="100000"/>
                </a:srgbClr>
              </a:solidFill>
              <a:ln w="5420" cap="flat">
                <a:solidFill>
                  <a:srgbClr val="A8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4" name="pg190">
                <a:extLst>
                  <a:ext uri="{FF2B5EF4-FFF2-40B4-BE49-F238E27FC236}">
                    <a16:creationId xmlns:a16="http://schemas.microsoft.com/office/drawing/2014/main" id="{7C2CC529-C541-EA73-8039-A2CCBEF4B9BC}"/>
                  </a:ext>
                </a:extLst>
              </p:cNvPr>
              <p:cNvSpPr/>
              <p:nvPr/>
            </p:nvSpPr>
            <p:spPr>
              <a:xfrm>
                <a:off x="2949678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5" name="pg191">
                <a:extLst>
                  <a:ext uri="{FF2B5EF4-FFF2-40B4-BE49-F238E27FC236}">
                    <a16:creationId xmlns:a16="http://schemas.microsoft.com/office/drawing/2014/main" id="{099B7C39-C167-5176-FA00-3D6DBCDD8F1C}"/>
                  </a:ext>
                </a:extLst>
              </p:cNvPr>
              <p:cNvSpPr/>
              <p:nvPr/>
            </p:nvSpPr>
            <p:spPr>
              <a:xfrm>
                <a:off x="303111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6" name="pg192">
                <a:extLst>
                  <a:ext uri="{FF2B5EF4-FFF2-40B4-BE49-F238E27FC236}">
                    <a16:creationId xmlns:a16="http://schemas.microsoft.com/office/drawing/2014/main" id="{15F4E52B-61CC-B3D4-F3DE-ECE3485215EC}"/>
                  </a:ext>
                </a:extLst>
              </p:cNvPr>
              <p:cNvSpPr/>
              <p:nvPr/>
            </p:nvSpPr>
            <p:spPr>
              <a:xfrm>
                <a:off x="311255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7" name="pg193">
                <a:extLst>
                  <a:ext uri="{FF2B5EF4-FFF2-40B4-BE49-F238E27FC236}">
                    <a16:creationId xmlns:a16="http://schemas.microsoft.com/office/drawing/2014/main" id="{86FB62AA-0818-4EB1-05C2-D44318640835}"/>
                  </a:ext>
                </a:extLst>
              </p:cNvPr>
              <p:cNvSpPr/>
              <p:nvPr/>
            </p:nvSpPr>
            <p:spPr>
              <a:xfrm>
                <a:off x="319399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8" name="pg194">
                <a:extLst>
                  <a:ext uri="{FF2B5EF4-FFF2-40B4-BE49-F238E27FC236}">
                    <a16:creationId xmlns:a16="http://schemas.microsoft.com/office/drawing/2014/main" id="{07DD0FF7-40D5-26B9-EA1F-FA76232D6D71}"/>
                  </a:ext>
                </a:extLst>
              </p:cNvPr>
              <p:cNvSpPr/>
              <p:nvPr/>
            </p:nvSpPr>
            <p:spPr>
              <a:xfrm>
                <a:off x="3275427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9" name="pg195">
                <a:extLst>
                  <a:ext uri="{FF2B5EF4-FFF2-40B4-BE49-F238E27FC236}">
                    <a16:creationId xmlns:a16="http://schemas.microsoft.com/office/drawing/2014/main" id="{D733871F-BAD1-6D86-7862-336D9E7C8086}"/>
                  </a:ext>
                </a:extLst>
              </p:cNvPr>
              <p:cNvSpPr/>
              <p:nvPr/>
            </p:nvSpPr>
            <p:spPr>
              <a:xfrm>
                <a:off x="3356864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0" name="pg196">
                <a:extLst>
                  <a:ext uri="{FF2B5EF4-FFF2-40B4-BE49-F238E27FC236}">
                    <a16:creationId xmlns:a16="http://schemas.microsoft.com/office/drawing/2014/main" id="{D5CD6E8B-36E7-99E9-C3EE-5B170D7CAFED}"/>
                  </a:ext>
                </a:extLst>
              </p:cNvPr>
              <p:cNvSpPr/>
              <p:nvPr/>
            </p:nvSpPr>
            <p:spPr>
              <a:xfrm>
                <a:off x="3438301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1" name="pg197">
                <a:extLst>
                  <a:ext uri="{FF2B5EF4-FFF2-40B4-BE49-F238E27FC236}">
                    <a16:creationId xmlns:a16="http://schemas.microsoft.com/office/drawing/2014/main" id="{C9009354-A428-BC92-401E-20593F71D424}"/>
                  </a:ext>
                </a:extLst>
              </p:cNvPr>
              <p:cNvSpPr/>
              <p:nvPr/>
            </p:nvSpPr>
            <p:spPr>
              <a:xfrm>
                <a:off x="3519738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2" name="pg198">
                <a:extLst>
                  <a:ext uri="{FF2B5EF4-FFF2-40B4-BE49-F238E27FC236}">
                    <a16:creationId xmlns:a16="http://schemas.microsoft.com/office/drawing/2014/main" id="{11BC9FDA-AB74-67F7-AD3F-EA4DED9718DE}"/>
                  </a:ext>
                </a:extLst>
              </p:cNvPr>
              <p:cNvSpPr/>
              <p:nvPr/>
            </p:nvSpPr>
            <p:spPr>
              <a:xfrm>
                <a:off x="360117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3" name="pg199">
                <a:extLst>
                  <a:ext uri="{FF2B5EF4-FFF2-40B4-BE49-F238E27FC236}">
                    <a16:creationId xmlns:a16="http://schemas.microsoft.com/office/drawing/2014/main" id="{84500DF0-84FC-E6A6-D8B8-AE814740CC67}"/>
                  </a:ext>
                </a:extLst>
              </p:cNvPr>
              <p:cNvSpPr/>
              <p:nvPr/>
            </p:nvSpPr>
            <p:spPr>
              <a:xfrm>
                <a:off x="368261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4" name="pg200">
                <a:extLst>
                  <a:ext uri="{FF2B5EF4-FFF2-40B4-BE49-F238E27FC236}">
                    <a16:creationId xmlns:a16="http://schemas.microsoft.com/office/drawing/2014/main" id="{84C70CCF-8925-278F-4E14-20F25A3042C8}"/>
                  </a:ext>
                </a:extLst>
              </p:cNvPr>
              <p:cNvSpPr/>
              <p:nvPr/>
            </p:nvSpPr>
            <p:spPr>
              <a:xfrm>
                <a:off x="376405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5" name="pg201">
                <a:extLst>
                  <a:ext uri="{FF2B5EF4-FFF2-40B4-BE49-F238E27FC236}">
                    <a16:creationId xmlns:a16="http://schemas.microsoft.com/office/drawing/2014/main" id="{12722968-2A62-1397-C199-57C3D17EB480}"/>
                  </a:ext>
                </a:extLst>
              </p:cNvPr>
              <p:cNvSpPr/>
              <p:nvPr/>
            </p:nvSpPr>
            <p:spPr>
              <a:xfrm>
                <a:off x="3845487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6" name="pg202">
                <a:extLst>
                  <a:ext uri="{FF2B5EF4-FFF2-40B4-BE49-F238E27FC236}">
                    <a16:creationId xmlns:a16="http://schemas.microsoft.com/office/drawing/2014/main" id="{083229F0-DDFF-BE33-7C7A-288F55A3DD1B}"/>
                  </a:ext>
                </a:extLst>
              </p:cNvPr>
              <p:cNvSpPr/>
              <p:nvPr/>
            </p:nvSpPr>
            <p:spPr>
              <a:xfrm>
                <a:off x="417123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7" name="pg203">
                <a:extLst>
                  <a:ext uri="{FF2B5EF4-FFF2-40B4-BE49-F238E27FC236}">
                    <a16:creationId xmlns:a16="http://schemas.microsoft.com/office/drawing/2014/main" id="{0507BB5D-0D13-B871-A419-446E33DCAB3A}"/>
                  </a:ext>
                </a:extLst>
              </p:cNvPr>
              <p:cNvSpPr/>
              <p:nvPr/>
            </p:nvSpPr>
            <p:spPr>
              <a:xfrm>
                <a:off x="425267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8" name="pg204">
                <a:extLst>
                  <a:ext uri="{FF2B5EF4-FFF2-40B4-BE49-F238E27FC236}">
                    <a16:creationId xmlns:a16="http://schemas.microsoft.com/office/drawing/2014/main" id="{EBEC32D7-AC52-144F-7079-DD8D317EAD6A}"/>
                  </a:ext>
                </a:extLst>
              </p:cNvPr>
              <p:cNvSpPr/>
              <p:nvPr/>
            </p:nvSpPr>
            <p:spPr>
              <a:xfrm>
                <a:off x="433411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9" name="pg205">
                <a:extLst>
                  <a:ext uri="{FF2B5EF4-FFF2-40B4-BE49-F238E27FC236}">
                    <a16:creationId xmlns:a16="http://schemas.microsoft.com/office/drawing/2014/main" id="{FB464E85-89F1-85D6-2EDD-C554922C7A49}"/>
                  </a:ext>
                </a:extLst>
              </p:cNvPr>
              <p:cNvSpPr/>
              <p:nvPr/>
            </p:nvSpPr>
            <p:spPr>
              <a:xfrm>
                <a:off x="4415547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9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0" name="pg206">
                <a:extLst>
                  <a:ext uri="{FF2B5EF4-FFF2-40B4-BE49-F238E27FC236}">
                    <a16:creationId xmlns:a16="http://schemas.microsoft.com/office/drawing/2014/main" id="{332CD8DE-F368-A2A6-9463-38B9EEDF5D94}"/>
                  </a:ext>
                </a:extLst>
              </p:cNvPr>
              <p:cNvSpPr/>
              <p:nvPr/>
            </p:nvSpPr>
            <p:spPr>
              <a:xfrm>
                <a:off x="4496984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1" name="pg207">
                <a:extLst>
                  <a:ext uri="{FF2B5EF4-FFF2-40B4-BE49-F238E27FC236}">
                    <a16:creationId xmlns:a16="http://schemas.microsoft.com/office/drawing/2014/main" id="{A7B16288-0289-5E6E-D454-181F84A71C78}"/>
                  </a:ext>
                </a:extLst>
              </p:cNvPr>
              <p:cNvSpPr/>
              <p:nvPr/>
            </p:nvSpPr>
            <p:spPr>
              <a:xfrm>
                <a:off x="4578421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D0F0DE">
                  <a:alpha val="100000"/>
                </a:srgbClr>
              </a:solidFill>
              <a:ln w="5420" cap="flat">
                <a:solidFill>
                  <a:srgbClr val="D2F1D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2" name="pg208">
                <a:extLst>
                  <a:ext uri="{FF2B5EF4-FFF2-40B4-BE49-F238E27FC236}">
                    <a16:creationId xmlns:a16="http://schemas.microsoft.com/office/drawing/2014/main" id="{7BC3BC46-B507-F547-D830-64C08C6087BF}"/>
                  </a:ext>
                </a:extLst>
              </p:cNvPr>
              <p:cNvSpPr/>
              <p:nvPr/>
            </p:nvSpPr>
            <p:spPr>
              <a:xfrm>
                <a:off x="4659858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D2F1DF">
                  <a:alpha val="100000"/>
                </a:srgbClr>
              </a:solidFill>
              <a:ln w="5420" cap="flat">
                <a:solidFill>
                  <a:srgbClr val="D3F1E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3" name="pg209">
                <a:extLst>
                  <a:ext uri="{FF2B5EF4-FFF2-40B4-BE49-F238E27FC236}">
                    <a16:creationId xmlns:a16="http://schemas.microsoft.com/office/drawing/2014/main" id="{3036AC27-122A-F56D-83C9-873621CFA762}"/>
                  </a:ext>
                </a:extLst>
              </p:cNvPr>
              <p:cNvSpPr/>
              <p:nvPr/>
            </p:nvSpPr>
            <p:spPr>
              <a:xfrm>
                <a:off x="474129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CAEEDB">
                  <a:alpha val="100000"/>
                </a:srgbClr>
              </a:solidFill>
              <a:ln w="5420" cap="flat">
                <a:solidFill>
                  <a:srgbClr val="CDEFD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4" name="pg210">
                <a:extLst>
                  <a:ext uri="{FF2B5EF4-FFF2-40B4-BE49-F238E27FC236}">
                    <a16:creationId xmlns:a16="http://schemas.microsoft.com/office/drawing/2014/main" id="{B33EB2BC-82DA-0D51-7093-CBEC77B940DC}"/>
                  </a:ext>
                </a:extLst>
              </p:cNvPr>
              <p:cNvSpPr/>
              <p:nvPr/>
            </p:nvSpPr>
            <p:spPr>
              <a:xfrm>
                <a:off x="482273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5" name="pg211">
                <a:extLst>
                  <a:ext uri="{FF2B5EF4-FFF2-40B4-BE49-F238E27FC236}">
                    <a16:creationId xmlns:a16="http://schemas.microsoft.com/office/drawing/2014/main" id="{864022D7-7CB7-C6A2-0CD3-78B4E4A4A5EE}"/>
                  </a:ext>
                </a:extLst>
              </p:cNvPr>
              <p:cNvSpPr/>
              <p:nvPr/>
            </p:nvSpPr>
            <p:spPr>
              <a:xfrm>
                <a:off x="490417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FE6CE">
                  <a:alpha val="100000"/>
                </a:srgbClr>
              </a:solidFill>
              <a:ln w="5420" cap="flat">
                <a:solidFill>
                  <a:srgbClr val="B5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6" name="pg212">
                <a:extLst>
                  <a:ext uri="{FF2B5EF4-FFF2-40B4-BE49-F238E27FC236}">
                    <a16:creationId xmlns:a16="http://schemas.microsoft.com/office/drawing/2014/main" id="{4301B2FA-FFEF-03C6-086F-29C49E168A51}"/>
                  </a:ext>
                </a:extLst>
              </p:cNvPr>
              <p:cNvSpPr/>
              <p:nvPr/>
            </p:nvSpPr>
            <p:spPr>
              <a:xfrm>
                <a:off x="2868241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7" name="pg213">
                <a:extLst>
                  <a:ext uri="{FF2B5EF4-FFF2-40B4-BE49-F238E27FC236}">
                    <a16:creationId xmlns:a16="http://schemas.microsoft.com/office/drawing/2014/main" id="{90AFB041-6299-EE6F-076C-021685160F66}"/>
                  </a:ext>
                </a:extLst>
              </p:cNvPr>
              <p:cNvSpPr/>
              <p:nvPr/>
            </p:nvSpPr>
            <p:spPr>
              <a:xfrm>
                <a:off x="2949678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8" name="pg214">
                <a:extLst>
                  <a:ext uri="{FF2B5EF4-FFF2-40B4-BE49-F238E27FC236}">
                    <a16:creationId xmlns:a16="http://schemas.microsoft.com/office/drawing/2014/main" id="{E5608AD6-F313-B50C-67F7-F379206DE956}"/>
                  </a:ext>
                </a:extLst>
              </p:cNvPr>
              <p:cNvSpPr/>
              <p:nvPr/>
            </p:nvSpPr>
            <p:spPr>
              <a:xfrm>
                <a:off x="303111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9" name="pg215">
                <a:extLst>
                  <a:ext uri="{FF2B5EF4-FFF2-40B4-BE49-F238E27FC236}">
                    <a16:creationId xmlns:a16="http://schemas.microsoft.com/office/drawing/2014/main" id="{BF0B66A3-7521-D7E0-09C8-04FE3AB109BC}"/>
                  </a:ext>
                </a:extLst>
              </p:cNvPr>
              <p:cNvSpPr/>
              <p:nvPr/>
            </p:nvSpPr>
            <p:spPr>
              <a:xfrm>
                <a:off x="311255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0" name="pg216">
                <a:extLst>
                  <a:ext uri="{FF2B5EF4-FFF2-40B4-BE49-F238E27FC236}">
                    <a16:creationId xmlns:a16="http://schemas.microsoft.com/office/drawing/2014/main" id="{029371E9-FD6D-6102-A345-A674261E19E6}"/>
                  </a:ext>
                </a:extLst>
              </p:cNvPr>
              <p:cNvSpPr/>
              <p:nvPr/>
            </p:nvSpPr>
            <p:spPr>
              <a:xfrm>
                <a:off x="3193990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1" name="pg217">
                <a:extLst>
                  <a:ext uri="{FF2B5EF4-FFF2-40B4-BE49-F238E27FC236}">
                    <a16:creationId xmlns:a16="http://schemas.microsoft.com/office/drawing/2014/main" id="{882D4D02-D302-04A0-23E4-D8839E2DA78C}"/>
                  </a:ext>
                </a:extLst>
              </p:cNvPr>
              <p:cNvSpPr/>
              <p:nvPr/>
            </p:nvSpPr>
            <p:spPr>
              <a:xfrm>
                <a:off x="3275427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2" name="pg218">
                <a:extLst>
                  <a:ext uri="{FF2B5EF4-FFF2-40B4-BE49-F238E27FC236}">
                    <a16:creationId xmlns:a16="http://schemas.microsoft.com/office/drawing/2014/main" id="{E39D26E2-AE5B-A7A8-236D-69656A3D5898}"/>
                  </a:ext>
                </a:extLst>
              </p:cNvPr>
              <p:cNvSpPr/>
              <p:nvPr/>
            </p:nvSpPr>
            <p:spPr>
              <a:xfrm>
                <a:off x="3356864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3" name="pg219">
                <a:extLst>
                  <a:ext uri="{FF2B5EF4-FFF2-40B4-BE49-F238E27FC236}">
                    <a16:creationId xmlns:a16="http://schemas.microsoft.com/office/drawing/2014/main" id="{9DBB57A4-86C9-98D6-8E96-56373A25402F}"/>
                  </a:ext>
                </a:extLst>
              </p:cNvPr>
              <p:cNvSpPr/>
              <p:nvPr/>
            </p:nvSpPr>
            <p:spPr>
              <a:xfrm>
                <a:off x="3438301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4" name="pg220">
                <a:extLst>
                  <a:ext uri="{FF2B5EF4-FFF2-40B4-BE49-F238E27FC236}">
                    <a16:creationId xmlns:a16="http://schemas.microsoft.com/office/drawing/2014/main" id="{3382A082-2A66-C75F-7225-3F5DCC262F82}"/>
                  </a:ext>
                </a:extLst>
              </p:cNvPr>
              <p:cNvSpPr/>
              <p:nvPr/>
            </p:nvSpPr>
            <p:spPr>
              <a:xfrm>
                <a:off x="3519738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5" name="pg221">
                <a:extLst>
                  <a:ext uri="{FF2B5EF4-FFF2-40B4-BE49-F238E27FC236}">
                    <a16:creationId xmlns:a16="http://schemas.microsoft.com/office/drawing/2014/main" id="{C2499F6C-E392-369B-7FBA-2CB7EE1722EA}"/>
                  </a:ext>
                </a:extLst>
              </p:cNvPr>
              <p:cNvSpPr/>
              <p:nvPr/>
            </p:nvSpPr>
            <p:spPr>
              <a:xfrm>
                <a:off x="360117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6" name="pg222">
                <a:extLst>
                  <a:ext uri="{FF2B5EF4-FFF2-40B4-BE49-F238E27FC236}">
                    <a16:creationId xmlns:a16="http://schemas.microsoft.com/office/drawing/2014/main" id="{CFBA519D-BF0A-1D39-133C-1ADC3076F209}"/>
                  </a:ext>
                </a:extLst>
              </p:cNvPr>
              <p:cNvSpPr/>
              <p:nvPr/>
            </p:nvSpPr>
            <p:spPr>
              <a:xfrm>
                <a:off x="368261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7" name="pg223">
                <a:extLst>
                  <a:ext uri="{FF2B5EF4-FFF2-40B4-BE49-F238E27FC236}">
                    <a16:creationId xmlns:a16="http://schemas.microsoft.com/office/drawing/2014/main" id="{BFFB6380-A9ED-ED99-5C1B-2758526737DF}"/>
                  </a:ext>
                </a:extLst>
              </p:cNvPr>
              <p:cNvSpPr/>
              <p:nvPr/>
            </p:nvSpPr>
            <p:spPr>
              <a:xfrm>
                <a:off x="3764050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8" name="pg224">
                <a:extLst>
                  <a:ext uri="{FF2B5EF4-FFF2-40B4-BE49-F238E27FC236}">
                    <a16:creationId xmlns:a16="http://schemas.microsoft.com/office/drawing/2014/main" id="{D47FB51C-342B-8362-A8B4-E59E1DE98AF9}"/>
                  </a:ext>
                </a:extLst>
              </p:cNvPr>
              <p:cNvSpPr/>
              <p:nvPr/>
            </p:nvSpPr>
            <p:spPr>
              <a:xfrm>
                <a:off x="3845487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9" name="pg225">
                <a:extLst>
                  <a:ext uri="{FF2B5EF4-FFF2-40B4-BE49-F238E27FC236}">
                    <a16:creationId xmlns:a16="http://schemas.microsoft.com/office/drawing/2014/main" id="{1E1D0B31-FB73-8B4A-AFEF-E30824B5724F}"/>
                  </a:ext>
                </a:extLst>
              </p:cNvPr>
              <p:cNvSpPr/>
              <p:nvPr/>
            </p:nvSpPr>
            <p:spPr>
              <a:xfrm>
                <a:off x="417123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0" name="pg226">
                <a:extLst>
                  <a:ext uri="{FF2B5EF4-FFF2-40B4-BE49-F238E27FC236}">
                    <a16:creationId xmlns:a16="http://schemas.microsoft.com/office/drawing/2014/main" id="{195C0163-F5E3-F550-D1DF-FF43DF98ACE5}"/>
                  </a:ext>
                </a:extLst>
              </p:cNvPr>
              <p:cNvSpPr/>
              <p:nvPr/>
            </p:nvSpPr>
            <p:spPr>
              <a:xfrm>
                <a:off x="425267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1" name="pg227">
                <a:extLst>
                  <a:ext uri="{FF2B5EF4-FFF2-40B4-BE49-F238E27FC236}">
                    <a16:creationId xmlns:a16="http://schemas.microsoft.com/office/drawing/2014/main" id="{1FB51063-C017-626D-D9A5-D07E98CE140C}"/>
                  </a:ext>
                </a:extLst>
              </p:cNvPr>
              <p:cNvSpPr/>
              <p:nvPr/>
            </p:nvSpPr>
            <p:spPr>
              <a:xfrm>
                <a:off x="4334110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87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2" name="pg228">
                <a:extLst>
                  <a:ext uri="{FF2B5EF4-FFF2-40B4-BE49-F238E27FC236}">
                    <a16:creationId xmlns:a16="http://schemas.microsoft.com/office/drawing/2014/main" id="{DF76167C-31BF-F6CD-8659-D93A33D130D8}"/>
                  </a:ext>
                </a:extLst>
              </p:cNvPr>
              <p:cNvSpPr/>
              <p:nvPr/>
            </p:nvSpPr>
            <p:spPr>
              <a:xfrm>
                <a:off x="4415547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9DFC3">
                  <a:alpha val="100000"/>
                </a:srgbClr>
              </a:solidFill>
              <a:ln w="5420" cap="flat">
                <a:solidFill>
                  <a:srgbClr val="A2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3" name="pg229">
                <a:extLst>
                  <a:ext uri="{FF2B5EF4-FFF2-40B4-BE49-F238E27FC236}">
                    <a16:creationId xmlns:a16="http://schemas.microsoft.com/office/drawing/2014/main" id="{9DC515B4-9AB4-CE8F-8B4C-4889E40A5D4D}"/>
                  </a:ext>
                </a:extLst>
              </p:cNvPr>
              <p:cNvSpPr/>
              <p:nvPr/>
            </p:nvSpPr>
            <p:spPr>
              <a:xfrm>
                <a:off x="4496984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4" name="pg230">
                <a:extLst>
                  <a:ext uri="{FF2B5EF4-FFF2-40B4-BE49-F238E27FC236}">
                    <a16:creationId xmlns:a16="http://schemas.microsoft.com/office/drawing/2014/main" id="{D0D77881-8E5B-3700-C1C1-6AC0ED0F55E6}"/>
                  </a:ext>
                </a:extLst>
              </p:cNvPr>
              <p:cNvSpPr/>
              <p:nvPr/>
            </p:nvSpPr>
            <p:spPr>
              <a:xfrm>
                <a:off x="4578421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EEAD5">
                  <a:alpha val="100000"/>
                </a:srgbClr>
              </a:solidFill>
              <a:ln w="5420" cap="flat">
                <a:solidFill>
                  <a:srgbClr val="C2ECD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5" name="pg231">
                <a:extLst>
                  <a:ext uri="{FF2B5EF4-FFF2-40B4-BE49-F238E27FC236}">
                    <a16:creationId xmlns:a16="http://schemas.microsoft.com/office/drawing/2014/main" id="{59DA8D39-0071-E55F-B650-075176FCC1A9}"/>
                  </a:ext>
                </a:extLst>
              </p:cNvPr>
              <p:cNvSpPr/>
              <p:nvPr/>
            </p:nvSpPr>
            <p:spPr>
              <a:xfrm>
                <a:off x="4659858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C1EBD6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6" name="pg232">
                <a:extLst>
                  <a:ext uri="{FF2B5EF4-FFF2-40B4-BE49-F238E27FC236}">
                    <a16:creationId xmlns:a16="http://schemas.microsoft.com/office/drawing/2014/main" id="{CD47D3E2-C7A7-A078-DAB5-A396170AD99D}"/>
                  </a:ext>
                </a:extLst>
              </p:cNvPr>
              <p:cNvSpPr/>
              <p:nvPr/>
            </p:nvSpPr>
            <p:spPr>
              <a:xfrm>
                <a:off x="474129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C1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7" name="pg233">
                <a:extLst>
                  <a:ext uri="{FF2B5EF4-FFF2-40B4-BE49-F238E27FC236}">
                    <a16:creationId xmlns:a16="http://schemas.microsoft.com/office/drawing/2014/main" id="{D3F246D7-DDAE-829B-FE18-41EE7E3D5E72}"/>
                  </a:ext>
                </a:extLst>
              </p:cNvPr>
              <p:cNvSpPr/>
              <p:nvPr/>
            </p:nvSpPr>
            <p:spPr>
              <a:xfrm>
                <a:off x="482273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3E7D0">
                  <a:alpha val="100000"/>
                </a:srgbClr>
              </a:solidFill>
              <a:ln w="5420" cap="flat">
                <a:solidFill>
                  <a:srgbClr val="B9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8" name="pg234">
                <a:extLst>
                  <a:ext uri="{FF2B5EF4-FFF2-40B4-BE49-F238E27FC236}">
                    <a16:creationId xmlns:a16="http://schemas.microsoft.com/office/drawing/2014/main" id="{8519C3DD-8E8E-9673-089E-EB369D4975DF}"/>
                  </a:ext>
                </a:extLst>
              </p:cNvPr>
              <p:cNvSpPr/>
              <p:nvPr/>
            </p:nvSpPr>
            <p:spPr>
              <a:xfrm>
                <a:off x="278680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9" name="pg235">
                <a:extLst>
                  <a:ext uri="{FF2B5EF4-FFF2-40B4-BE49-F238E27FC236}">
                    <a16:creationId xmlns:a16="http://schemas.microsoft.com/office/drawing/2014/main" id="{068A2E9F-DD3C-832B-6F49-A7A86C2389BC}"/>
                  </a:ext>
                </a:extLst>
              </p:cNvPr>
              <p:cNvSpPr/>
              <p:nvPr/>
            </p:nvSpPr>
            <p:spPr>
              <a:xfrm>
                <a:off x="2868241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0" name="pg236">
                <a:extLst>
                  <a:ext uri="{FF2B5EF4-FFF2-40B4-BE49-F238E27FC236}">
                    <a16:creationId xmlns:a16="http://schemas.microsoft.com/office/drawing/2014/main" id="{5D5212AC-7712-A49F-3BA6-CBB003B73359}"/>
                  </a:ext>
                </a:extLst>
              </p:cNvPr>
              <p:cNvSpPr/>
              <p:nvPr/>
            </p:nvSpPr>
            <p:spPr>
              <a:xfrm>
                <a:off x="2949678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1" name="pg237">
                <a:extLst>
                  <a:ext uri="{FF2B5EF4-FFF2-40B4-BE49-F238E27FC236}">
                    <a16:creationId xmlns:a16="http://schemas.microsoft.com/office/drawing/2014/main" id="{150C7542-6E03-0FEF-89B3-6D41467E6288}"/>
                  </a:ext>
                </a:extLst>
              </p:cNvPr>
              <p:cNvSpPr/>
              <p:nvPr/>
            </p:nvSpPr>
            <p:spPr>
              <a:xfrm>
                <a:off x="3031116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2" name="pg238">
                <a:extLst>
                  <a:ext uri="{FF2B5EF4-FFF2-40B4-BE49-F238E27FC236}">
                    <a16:creationId xmlns:a16="http://schemas.microsoft.com/office/drawing/2014/main" id="{5CC6AF3E-3923-CA22-74AC-4F3AF0619FFF}"/>
                  </a:ext>
                </a:extLst>
              </p:cNvPr>
              <p:cNvSpPr/>
              <p:nvPr/>
            </p:nvSpPr>
            <p:spPr>
              <a:xfrm>
                <a:off x="3112553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3" name="pg239">
                <a:extLst>
                  <a:ext uri="{FF2B5EF4-FFF2-40B4-BE49-F238E27FC236}">
                    <a16:creationId xmlns:a16="http://schemas.microsoft.com/office/drawing/2014/main" id="{0FF57998-DE2C-0FA8-DA8E-817735FA1C3B}"/>
                  </a:ext>
                </a:extLst>
              </p:cNvPr>
              <p:cNvSpPr/>
              <p:nvPr/>
            </p:nvSpPr>
            <p:spPr>
              <a:xfrm>
                <a:off x="3193990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4" name="pg240">
                <a:extLst>
                  <a:ext uri="{FF2B5EF4-FFF2-40B4-BE49-F238E27FC236}">
                    <a16:creationId xmlns:a16="http://schemas.microsoft.com/office/drawing/2014/main" id="{8E07FD1C-8A2C-4EA2-5E4E-365D694EA062}"/>
                  </a:ext>
                </a:extLst>
              </p:cNvPr>
              <p:cNvSpPr/>
              <p:nvPr/>
            </p:nvSpPr>
            <p:spPr>
              <a:xfrm>
                <a:off x="3275427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5" name="pg241">
                <a:extLst>
                  <a:ext uri="{FF2B5EF4-FFF2-40B4-BE49-F238E27FC236}">
                    <a16:creationId xmlns:a16="http://schemas.microsoft.com/office/drawing/2014/main" id="{43263984-D0FC-741E-B553-2D927BC2EEAE}"/>
                  </a:ext>
                </a:extLst>
              </p:cNvPr>
              <p:cNvSpPr/>
              <p:nvPr/>
            </p:nvSpPr>
            <p:spPr>
              <a:xfrm>
                <a:off x="335686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6" name="pg242">
                <a:extLst>
                  <a:ext uri="{FF2B5EF4-FFF2-40B4-BE49-F238E27FC236}">
                    <a16:creationId xmlns:a16="http://schemas.microsoft.com/office/drawing/2014/main" id="{65E0187D-7797-9C3A-2EAD-E34D1B0CB310}"/>
                  </a:ext>
                </a:extLst>
              </p:cNvPr>
              <p:cNvSpPr/>
              <p:nvPr/>
            </p:nvSpPr>
            <p:spPr>
              <a:xfrm>
                <a:off x="3438301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7" name="pg243">
                <a:extLst>
                  <a:ext uri="{FF2B5EF4-FFF2-40B4-BE49-F238E27FC236}">
                    <a16:creationId xmlns:a16="http://schemas.microsoft.com/office/drawing/2014/main" id="{4DC44595-388E-0CFF-F7B0-58DC56F09C09}"/>
                  </a:ext>
                </a:extLst>
              </p:cNvPr>
              <p:cNvSpPr/>
              <p:nvPr/>
            </p:nvSpPr>
            <p:spPr>
              <a:xfrm>
                <a:off x="3519738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8" name="pg244">
                <a:extLst>
                  <a:ext uri="{FF2B5EF4-FFF2-40B4-BE49-F238E27FC236}">
                    <a16:creationId xmlns:a16="http://schemas.microsoft.com/office/drawing/2014/main" id="{7D4D415F-43A9-AFC9-394D-CB50A66084D3}"/>
                  </a:ext>
                </a:extLst>
              </p:cNvPr>
              <p:cNvSpPr/>
              <p:nvPr/>
            </p:nvSpPr>
            <p:spPr>
              <a:xfrm>
                <a:off x="3601176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9" name="pg245">
                <a:extLst>
                  <a:ext uri="{FF2B5EF4-FFF2-40B4-BE49-F238E27FC236}">
                    <a16:creationId xmlns:a16="http://schemas.microsoft.com/office/drawing/2014/main" id="{ACE466FA-E153-7170-0830-03BC584D295D}"/>
                  </a:ext>
                </a:extLst>
              </p:cNvPr>
              <p:cNvSpPr/>
              <p:nvPr/>
            </p:nvSpPr>
            <p:spPr>
              <a:xfrm>
                <a:off x="3682613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0" name="pg246">
                <a:extLst>
                  <a:ext uri="{FF2B5EF4-FFF2-40B4-BE49-F238E27FC236}">
                    <a16:creationId xmlns:a16="http://schemas.microsoft.com/office/drawing/2014/main" id="{81DBCD66-4A27-CDAE-87CE-A2D1F65D6A2F}"/>
                  </a:ext>
                </a:extLst>
              </p:cNvPr>
              <p:cNvSpPr/>
              <p:nvPr/>
            </p:nvSpPr>
            <p:spPr>
              <a:xfrm>
                <a:off x="3764050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1" name="pg247">
                <a:extLst>
                  <a:ext uri="{FF2B5EF4-FFF2-40B4-BE49-F238E27FC236}">
                    <a16:creationId xmlns:a16="http://schemas.microsoft.com/office/drawing/2014/main" id="{6DA492EC-BB26-A3B4-90F0-42B5CF9AA33B}"/>
                  </a:ext>
                </a:extLst>
              </p:cNvPr>
              <p:cNvSpPr/>
              <p:nvPr/>
            </p:nvSpPr>
            <p:spPr>
              <a:xfrm>
                <a:off x="3845487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2" name="pg248">
                <a:extLst>
                  <a:ext uri="{FF2B5EF4-FFF2-40B4-BE49-F238E27FC236}">
                    <a16:creationId xmlns:a16="http://schemas.microsoft.com/office/drawing/2014/main" id="{AE37D11B-CD4F-A658-210C-9FA67022677A}"/>
                  </a:ext>
                </a:extLst>
              </p:cNvPr>
              <p:cNvSpPr/>
              <p:nvPr/>
            </p:nvSpPr>
            <p:spPr>
              <a:xfrm>
                <a:off x="392692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3" name="pg249">
                <a:extLst>
                  <a:ext uri="{FF2B5EF4-FFF2-40B4-BE49-F238E27FC236}">
                    <a16:creationId xmlns:a16="http://schemas.microsoft.com/office/drawing/2014/main" id="{8B99026C-2879-1F08-87AD-F50975291F42}"/>
                  </a:ext>
                </a:extLst>
              </p:cNvPr>
              <p:cNvSpPr/>
              <p:nvPr/>
            </p:nvSpPr>
            <p:spPr>
              <a:xfrm>
                <a:off x="4252673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4" name="pg250">
                <a:extLst>
                  <a:ext uri="{FF2B5EF4-FFF2-40B4-BE49-F238E27FC236}">
                    <a16:creationId xmlns:a16="http://schemas.microsoft.com/office/drawing/2014/main" id="{88A13839-E5E5-40FD-3048-8A8C692BDAD6}"/>
                  </a:ext>
                </a:extLst>
              </p:cNvPr>
              <p:cNvSpPr/>
              <p:nvPr/>
            </p:nvSpPr>
            <p:spPr>
              <a:xfrm>
                <a:off x="4334110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5" name="pg251">
                <a:extLst>
                  <a:ext uri="{FF2B5EF4-FFF2-40B4-BE49-F238E27FC236}">
                    <a16:creationId xmlns:a16="http://schemas.microsoft.com/office/drawing/2014/main" id="{AE578385-3CF5-9126-1FCE-207A0BA61A79}"/>
                  </a:ext>
                </a:extLst>
              </p:cNvPr>
              <p:cNvSpPr/>
              <p:nvPr/>
            </p:nvSpPr>
            <p:spPr>
              <a:xfrm>
                <a:off x="4415547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6" name="pg252">
                <a:extLst>
                  <a:ext uri="{FF2B5EF4-FFF2-40B4-BE49-F238E27FC236}">
                    <a16:creationId xmlns:a16="http://schemas.microsoft.com/office/drawing/2014/main" id="{A4CE7F17-A705-C918-A1D7-887553088250}"/>
                  </a:ext>
                </a:extLst>
              </p:cNvPr>
              <p:cNvSpPr/>
              <p:nvPr/>
            </p:nvSpPr>
            <p:spPr>
              <a:xfrm>
                <a:off x="449698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CE0C5">
                  <a:alpha val="100000"/>
                </a:srgbClr>
              </a:solidFill>
              <a:ln w="5420" cap="flat">
                <a:solidFill>
                  <a:srgbClr val="A5E2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7" name="pg253">
                <a:extLst>
                  <a:ext uri="{FF2B5EF4-FFF2-40B4-BE49-F238E27FC236}">
                    <a16:creationId xmlns:a16="http://schemas.microsoft.com/office/drawing/2014/main" id="{8CC02E5F-0C44-E3A3-D5E8-0B6EFEDFE3BB}"/>
                  </a:ext>
                </a:extLst>
              </p:cNvPr>
              <p:cNvSpPr/>
              <p:nvPr/>
            </p:nvSpPr>
            <p:spPr>
              <a:xfrm>
                <a:off x="4578421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8" name="pg254">
                <a:extLst>
                  <a:ext uri="{FF2B5EF4-FFF2-40B4-BE49-F238E27FC236}">
                    <a16:creationId xmlns:a16="http://schemas.microsoft.com/office/drawing/2014/main" id="{FA20F1F9-5EDC-8571-0379-E76FBFA544F3}"/>
                  </a:ext>
                </a:extLst>
              </p:cNvPr>
              <p:cNvSpPr/>
              <p:nvPr/>
            </p:nvSpPr>
            <p:spPr>
              <a:xfrm>
                <a:off x="4659858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BE4CC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9" name="pg255">
                <a:extLst>
                  <a:ext uri="{FF2B5EF4-FFF2-40B4-BE49-F238E27FC236}">
                    <a16:creationId xmlns:a16="http://schemas.microsoft.com/office/drawing/2014/main" id="{2231E2D9-7343-76CD-98EF-C4B56C2536F2}"/>
                  </a:ext>
                </a:extLst>
              </p:cNvPr>
              <p:cNvSpPr/>
              <p:nvPr/>
            </p:nvSpPr>
            <p:spPr>
              <a:xfrm>
                <a:off x="4741296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AE4CB">
                  <a:alpha val="100000"/>
                </a:srgbClr>
              </a:solidFill>
              <a:ln w="5420" cap="flat">
                <a:solidFill>
                  <a:srgbClr val="B1E6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0" name="pg256">
                <a:extLst>
                  <a:ext uri="{FF2B5EF4-FFF2-40B4-BE49-F238E27FC236}">
                    <a16:creationId xmlns:a16="http://schemas.microsoft.com/office/drawing/2014/main" id="{9E1DBEA7-3B8B-BC37-B671-11578020DE73}"/>
                  </a:ext>
                </a:extLst>
              </p:cNvPr>
              <p:cNvSpPr/>
              <p:nvPr/>
            </p:nvSpPr>
            <p:spPr>
              <a:xfrm>
                <a:off x="278680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1" name="pg257">
                <a:extLst>
                  <a:ext uri="{FF2B5EF4-FFF2-40B4-BE49-F238E27FC236}">
                    <a16:creationId xmlns:a16="http://schemas.microsoft.com/office/drawing/2014/main" id="{3938E889-45BA-991B-DA93-C99F19D3EC9F}"/>
                  </a:ext>
                </a:extLst>
              </p:cNvPr>
              <p:cNvSpPr/>
              <p:nvPr/>
            </p:nvSpPr>
            <p:spPr>
              <a:xfrm>
                <a:off x="2868241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2" name="pg258">
                <a:extLst>
                  <a:ext uri="{FF2B5EF4-FFF2-40B4-BE49-F238E27FC236}">
                    <a16:creationId xmlns:a16="http://schemas.microsoft.com/office/drawing/2014/main" id="{21BD44F1-940D-91EA-A4D1-4E89E8C861C2}"/>
                  </a:ext>
                </a:extLst>
              </p:cNvPr>
              <p:cNvSpPr/>
              <p:nvPr/>
            </p:nvSpPr>
            <p:spPr>
              <a:xfrm>
                <a:off x="2949678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48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3" name="pg259">
                <a:extLst>
                  <a:ext uri="{FF2B5EF4-FFF2-40B4-BE49-F238E27FC236}">
                    <a16:creationId xmlns:a16="http://schemas.microsoft.com/office/drawing/2014/main" id="{AE959873-E1DA-3864-A182-BF0648AAE290}"/>
                  </a:ext>
                </a:extLst>
              </p:cNvPr>
              <p:cNvSpPr/>
              <p:nvPr/>
            </p:nvSpPr>
            <p:spPr>
              <a:xfrm>
                <a:off x="3031116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4" name="pg260">
                <a:extLst>
                  <a:ext uri="{FF2B5EF4-FFF2-40B4-BE49-F238E27FC236}">
                    <a16:creationId xmlns:a16="http://schemas.microsoft.com/office/drawing/2014/main" id="{6E95BF4B-9C9F-0A0E-9BE1-B994D01E27E5}"/>
                  </a:ext>
                </a:extLst>
              </p:cNvPr>
              <p:cNvSpPr/>
              <p:nvPr/>
            </p:nvSpPr>
            <p:spPr>
              <a:xfrm>
                <a:off x="3112553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5" name="pg261">
                <a:extLst>
                  <a:ext uri="{FF2B5EF4-FFF2-40B4-BE49-F238E27FC236}">
                    <a16:creationId xmlns:a16="http://schemas.microsoft.com/office/drawing/2014/main" id="{D8F5EA07-0E20-1202-5C01-10256AF165D0}"/>
                  </a:ext>
                </a:extLst>
              </p:cNvPr>
              <p:cNvSpPr/>
              <p:nvPr/>
            </p:nvSpPr>
            <p:spPr>
              <a:xfrm>
                <a:off x="3193990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48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6" name="pg262">
                <a:extLst>
                  <a:ext uri="{FF2B5EF4-FFF2-40B4-BE49-F238E27FC236}">
                    <a16:creationId xmlns:a16="http://schemas.microsoft.com/office/drawing/2014/main" id="{1DB1E5DB-411C-61CD-D091-DDB46063E82F}"/>
                  </a:ext>
                </a:extLst>
              </p:cNvPr>
              <p:cNvSpPr/>
              <p:nvPr/>
            </p:nvSpPr>
            <p:spPr>
              <a:xfrm>
                <a:off x="3275427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7" name="pg263">
                <a:extLst>
                  <a:ext uri="{FF2B5EF4-FFF2-40B4-BE49-F238E27FC236}">
                    <a16:creationId xmlns:a16="http://schemas.microsoft.com/office/drawing/2014/main" id="{2000EC7D-4B2E-1481-5DC9-B356D3532F6D}"/>
                  </a:ext>
                </a:extLst>
              </p:cNvPr>
              <p:cNvSpPr/>
              <p:nvPr/>
            </p:nvSpPr>
            <p:spPr>
              <a:xfrm>
                <a:off x="335686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8" name="pg264">
                <a:extLst>
                  <a:ext uri="{FF2B5EF4-FFF2-40B4-BE49-F238E27FC236}">
                    <a16:creationId xmlns:a16="http://schemas.microsoft.com/office/drawing/2014/main" id="{E36FAB1D-4A87-954D-2041-183CEF74C20F}"/>
                  </a:ext>
                </a:extLst>
              </p:cNvPr>
              <p:cNvSpPr/>
              <p:nvPr/>
            </p:nvSpPr>
            <p:spPr>
              <a:xfrm>
                <a:off x="3438301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9" name="pg265">
                <a:extLst>
                  <a:ext uri="{FF2B5EF4-FFF2-40B4-BE49-F238E27FC236}">
                    <a16:creationId xmlns:a16="http://schemas.microsoft.com/office/drawing/2014/main" id="{0B85AD22-7A67-D222-47BF-85F42D6A7445}"/>
                  </a:ext>
                </a:extLst>
              </p:cNvPr>
              <p:cNvSpPr/>
              <p:nvPr/>
            </p:nvSpPr>
            <p:spPr>
              <a:xfrm>
                <a:off x="3519738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0" name="pg266">
                <a:extLst>
                  <a:ext uri="{FF2B5EF4-FFF2-40B4-BE49-F238E27FC236}">
                    <a16:creationId xmlns:a16="http://schemas.microsoft.com/office/drawing/2014/main" id="{35E779CC-B189-AC7C-A264-E2F3FFD3FE3A}"/>
                  </a:ext>
                </a:extLst>
              </p:cNvPr>
              <p:cNvSpPr/>
              <p:nvPr/>
            </p:nvSpPr>
            <p:spPr>
              <a:xfrm>
                <a:off x="3601176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1" name="pg267">
                <a:extLst>
                  <a:ext uri="{FF2B5EF4-FFF2-40B4-BE49-F238E27FC236}">
                    <a16:creationId xmlns:a16="http://schemas.microsoft.com/office/drawing/2014/main" id="{6143CF2B-3F16-8459-F870-5920D5FA7BC2}"/>
                  </a:ext>
                </a:extLst>
              </p:cNvPr>
              <p:cNvSpPr/>
              <p:nvPr/>
            </p:nvSpPr>
            <p:spPr>
              <a:xfrm>
                <a:off x="3682613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2" name="pg268">
                <a:extLst>
                  <a:ext uri="{FF2B5EF4-FFF2-40B4-BE49-F238E27FC236}">
                    <a16:creationId xmlns:a16="http://schemas.microsoft.com/office/drawing/2014/main" id="{6E78D3FE-53D4-4996-8B66-9722858C51C6}"/>
                  </a:ext>
                </a:extLst>
              </p:cNvPr>
              <p:cNvSpPr/>
              <p:nvPr/>
            </p:nvSpPr>
            <p:spPr>
              <a:xfrm>
                <a:off x="3764050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3" name="pg269">
                <a:extLst>
                  <a:ext uri="{FF2B5EF4-FFF2-40B4-BE49-F238E27FC236}">
                    <a16:creationId xmlns:a16="http://schemas.microsoft.com/office/drawing/2014/main" id="{025FD0AD-5791-BAC8-FD76-6E0DDE014C56}"/>
                  </a:ext>
                </a:extLst>
              </p:cNvPr>
              <p:cNvSpPr/>
              <p:nvPr/>
            </p:nvSpPr>
            <p:spPr>
              <a:xfrm>
                <a:off x="3845487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4" name="pg270">
                <a:extLst>
                  <a:ext uri="{FF2B5EF4-FFF2-40B4-BE49-F238E27FC236}">
                    <a16:creationId xmlns:a16="http://schemas.microsoft.com/office/drawing/2014/main" id="{5E2286B3-E77A-D10F-2AEC-438478629F7E}"/>
                  </a:ext>
                </a:extLst>
              </p:cNvPr>
              <p:cNvSpPr/>
              <p:nvPr/>
            </p:nvSpPr>
            <p:spPr>
              <a:xfrm>
                <a:off x="392692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5" name="pg271">
                <a:extLst>
                  <a:ext uri="{FF2B5EF4-FFF2-40B4-BE49-F238E27FC236}">
                    <a16:creationId xmlns:a16="http://schemas.microsoft.com/office/drawing/2014/main" id="{4CB474F3-9EDA-6A24-9C6B-55FE873C4748}"/>
                  </a:ext>
                </a:extLst>
              </p:cNvPr>
              <p:cNvSpPr/>
              <p:nvPr/>
            </p:nvSpPr>
            <p:spPr>
              <a:xfrm>
                <a:off x="4252673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6" name="pg272">
                <a:extLst>
                  <a:ext uri="{FF2B5EF4-FFF2-40B4-BE49-F238E27FC236}">
                    <a16:creationId xmlns:a16="http://schemas.microsoft.com/office/drawing/2014/main" id="{E107000B-B9A6-5E03-9C7D-9A029DAFC662}"/>
                  </a:ext>
                </a:extLst>
              </p:cNvPr>
              <p:cNvSpPr/>
              <p:nvPr/>
            </p:nvSpPr>
            <p:spPr>
              <a:xfrm>
                <a:off x="4334110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7" name="pg273">
                <a:extLst>
                  <a:ext uri="{FF2B5EF4-FFF2-40B4-BE49-F238E27FC236}">
                    <a16:creationId xmlns:a16="http://schemas.microsoft.com/office/drawing/2014/main" id="{0154BAE0-B6A0-0C3A-12E9-62BB72246789}"/>
                  </a:ext>
                </a:extLst>
              </p:cNvPr>
              <p:cNvSpPr/>
              <p:nvPr/>
            </p:nvSpPr>
            <p:spPr>
              <a:xfrm>
                <a:off x="4415547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8" name="pg274">
                <a:extLst>
                  <a:ext uri="{FF2B5EF4-FFF2-40B4-BE49-F238E27FC236}">
                    <a16:creationId xmlns:a16="http://schemas.microsoft.com/office/drawing/2014/main" id="{D91B200D-F554-4D9C-1F0E-92B6EA1BAF70}"/>
                  </a:ext>
                </a:extLst>
              </p:cNvPr>
              <p:cNvSpPr/>
              <p:nvPr/>
            </p:nvSpPr>
            <p:spPr>
              <a:xfrm>
                <a:off x="449698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9" name="pg275">
                <a:extLst>
                  <a:ext uri="{FF2B5EF4-FFF2-40B4-BE49-F238E27FC236}">
                    <a16:creationId xmlns:a16="http://schemas.microsoft.com/office/drawing/2014/main" id="{A6BEF27E-4F30-4AE9-3E07-67DBDE4EAD6D}"/>
                  </a:ext>
                </a:extLst>
              </p:cNvPr>
              <p:cNvSpPr/>
              <p:nvPr/>
            </p:nvSpPr>
            <p:spPr>
              <a:xfrm>
                <a:off x="4578421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2DCC0">
                  <a:alpha val="100000"/>
                </a:srgbClr>
              </a:solidFill>
              <a:ln w="5420" cap="flat">
                <a:solidFill>
                  <a:srgbClr val="9C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0" name="pg276">
                <a:extLst>
                  <a:ext uri="{FF2B5EF4-FFF2-40B4-BE49-F238E27FC236}">
                    <a16:creationId xmlns:a16="http://schemas.microsoft.com/office/drawing/2014/main" id="{5CA5255A-6FA9-1BA5-C63E-FE42EF62CD8A}"/>
                  </a:ext>
                </a:extLst>
              </p:cNvPr>
              <p:cNvSpPr/>
              <p:nvPr/>
            </p:nvSpPr>
            <p:spPr>
              <a:xfrm>
                <a:off x="4659858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1" name="pg277">
                <a:extLst>
                  <a:ext uri="{FF2B5EF4-FFF2-40B4-BE49-F238E27FC236}">
                    <a16:creationId xmlns:a16="http://schemas.microsoft.com/office/drawing/2014/main" id="{1B890A34-9E5E-C807-6B66-7C3F5337B886}"/>
                  </a:ext>
                </a:extLst>
              </p:cNvPr>
              <p:cNvSpPr/>
              <p:nvPr/>
            </p:nvSpPr>
            <p:spPr>
              <a:xfrm>
                <a:off x="270536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2" name="pg278">
                <a:extLst>
                  <a:ext uri="{FF2B5EF4-FFF2-40B4-BE49-F238E27FC236}">
                    <a16:creationId xmlns:a16="http://schemas.microsoft.com/office/drawing/2014/main" id="{3D02F83C-8294-EF01-264F-97F68500CD97}"/>
                  </a:ext>
                </a:extLst>
              </p:cNvPr>
              <p:cNvSpPr/>
              <p:nvPr/>
            </p:nvSpPr>
            <p:spPr>
              <a:xfrm>
                <a:off x="278680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3" name="pg279">
                <a:extLst>
                  <a:ext uri="{FF2B5EF4-FFF2-40B4-BE49-F238E27FC236}">
                    <a16:creationId xmlns:a16="http://schemas.microsoft.com/office/drawing/2014/main" id="{B4129D1E-B5EE-F46A-C94B-F9BDB7912863}"/>
                  </a:ext>
                </a:extLst>
              </p:cNvPr>
              <p:cNvSpPr/>
              <p:nvPr/>
            </p:nvSpPr>
            <p:spPr>
              <a:xfrm>
                <a:off x="286824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4" name="pg280">
                <a:extLst>
                  <a:ext uri="{FF2B5EF4-FFF2-40B4-BE49-F238E27FC236}">
                    <a16:creationId xmlns:a16="http://schemas.microsoft.com/office/drawing/2014/main" id="{F8DCB516-FC34-6E07-A8B6-1D7B7DFF9DD4}"/>
                  </a:ext>
                </a:extLst>
              </p:cNvPr>
              <p:cNvSpPr/>
              <p:nvPr/>
            </p:nvSpPr>
            <p:spPr>
              <a:xfrm>
                <a:off x="2949678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5" name="pg281">
                <a:extLst>
                  <a:ext uri="{FF2B5EF4-FFF2-40B4-BE49-F238E27FC236}">
                    <a16:creationId xmlns:a16="http://schemas.microsoft.com/office/drawing/2014/main" id="{5B5F60AE-8A66-ED05-2119-6961A35A83D8}"/>
                  </a:ext>
                </a:extLst>
              </p:cNvPr>
              <p:cNvSpPr/>
              <p:nvPr/>
            </p:nvSpPr>
            <p:spPr>
              <a:xfrm>
                <a:off x="3031116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6" name="pg282">
                <a:extLst>
                  <a:ext uri="{FF2B5EF4-FFF2-40B4-BE49-F238E27FC236}">
                    <a16:creationId xmlns:a16="http://schemas.microsoft.com/office/drawing/2014/main" id="{5C3D6AB1-2853-0DAD-82B2-97CF18E6224A}"/>
                  </a:ext>
                </a:extLst>
              </p:cNvPr>
              <p:cNvSpPr/>
              <p:nvPr/>
            </p:nvSpPr>
            <p:spPr>
              <a:xfrm>
                <a:off x="3112553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7" name="pg283">
                <a:extLst>
                  <a:ext uri="{FF2B5EF4-FFF2-40B4-BE49-F238E27FC236}">
                    <a16:creationId xmlns:a16="http://schemas.microsoft.com/office/drawing/2014/main" id="{D9855E74-A012-88A5-9A81-1F53AD9D1D89}"/>
                  </a:ext>
                </a:extLst>
              </p:cNvPr>
              <p:cNvSpPr/>
              <p:nvPr/>
            </p:nvSpPr>
            <p:spPr>
              <a:xfrm>
                <a:off x="3193990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8" name="pg284">
                <a:extLst>
                  <a:ext uri="{FF2B5EF4-FFF2-40B4-BE49-F238E27FC236}">
                    <a16:creationId xmlns:a16="http://schemas.microsoft.com/office/drawing/2014/main" id="{26F9EFEB-DD7D-7E56-8E2F-B736EC22DCD1}"/>
                  </a:ext>
                </a:extLst>
              </p:cNvPr>
              <p:cNvSpPr/>
              <p:nvPr/>
            </p:nvSpPr>
            <p:spPr>
              <a:xfrm>
                <a:off x="327542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9" name="pg285">
                <a:extLst>
                  <a:ext uri="{FF2B5EF4-FFF2-40B4-BE49-F238E27FC236}">
                    <a16:creationId xmlns:a16="http://schemas.microsoft.com/office/drawing/2014/main" id="{6E67FDF1-1631-4ACA-3357-E74977BD54BA}"/>
                  </a:ext>
                </a:extLst>
              </p:cNvPr>
              <p:cNvSpPr/>
              <p:nvPr/>
            </p:nvSpPr>
            <p:spPr>
              <a:xfrm>
                <a:off x="335686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0" name="pg286">
                <a:extLst>
                  <a:ext uri="{FF2B5EF4-FFF2-40B4-BE49-F238E27FC236}">
                    <a16:creationId xmlns:a16="http://schemas.microsoft.com/office/drawing/2014/main" id="{41B489B9-3891-7079-1C1E-F98C85E13DC1}"/>
                  </a:ext>
                </a:extLst>
              </p:cNvPr>
              <p:cNvSpPr/>
              <p:nvPr/>
            </p:nvSpPr>
            <p:spPr>
              <a:xfrm>
                <a:off x="343830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1" name="pg287">
                <a:extLst>
                  <a:ext uri="{FF2B5EF4-FFF2-40B4-BE49-F238E27FC236}">
                    <a16:creationId xmlns:a16="http://schemas.microsoft.com/office/drawing/2014/main" id="{2F6BA5F1-BBAD-2F05-B51A-EBDC8FBE26EF}"/>
                  </a:ext>
                </a:extLst>
              </p:cNvPr>
              <p:cNvSpPr/>
              <p:nvPr/>
            </p:nvSpPr>
            <p:spPr>
              <a:xfrm>
                <a:off x="3519738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2" name="pg288">
                <a:extLst>
                  <a:ext uri="{FF2B5EF4-FFF2-40B4-BE49-F238E27FC236}">
                    <a16:creationId xmlns:a16="http://schemas.microsoft.com/office/drawing/2014/main" id="{1A4D2339-8BBA-9D0F-F0DE-251BC3331D29}"/>
                  </a:ext>
                </a:extLst>
              </p:cNvPr>
              <p:cNvSpPr/>
              <p:nvPr/>
            </p:nvSpPr>
            <p:spPr>
              <a:xfrm>
                <a:off x="3601176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3" name="pg289">
                <a:extLst>
                  <a:ext uri="{FF2B5EF4-FFF2-40B4-BE49-F238E27FC236}">
                    <a16:creationId xmlns:a16="http://schemas.microsoft.com/office/drawing/2014/main" id="{7C8CE59F-EC37-595A-0EB6-773E7231BAE0}"/>
                  </a:ext>
                </a:extLst>
              </p:cNvPr>
              <p:cNvSpPr/>
              <p:nvPr/>
            </p:nvSpPr>
            <p:spPr>
              <a:xfrm>
                <a:off x="3682613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4" name="pg290">
                <a:extLst>
                  <a:ext uri="{FF2B5EF4-FFF2-40B4-BE49-F238E27FC236}">
                    <a16:creationId xmlns:a16="http://schemas.microsoft.com/office/drawing/2014/main" id="{062A564F-119C-A863-F8BE-5B1F1BC88D0B}"/>
                  </a:ext>
                </a:extLst>
              </p:cNvPr>
              <p:cNvSpPr/>
              <p:nvPr/>
            </p:nvSpPr>
            <p:spPr>
              <a:xfrm>
                <a:off x="3764050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5" name="pg291">
                <a:extLst>
                  <a:ext uri="{FF2B5EF4-FFF2-40B4-BE49-F238E27FC236}">
                    <a16:creationId xmlns:a16="http://schemas.microsoft.com/office/drawing/2014/main" id="{E8D6B634-DAB5-B12C-A761-98C4FBACC0DD}"/>
                  </a:ext>
                </a:extLst>
              </p:cNvPr>
              <p:cNvSpPr/>
              <p:nvPr/>
            </p:nvSpPr>
            <p:spPr>
              <a:xfrm>
                <a:off x="384548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6" name="pg292">
                <a:extLst>
                  <a:ext uri="{FF2B5EF4-FFF2-40B4-BE49-F238E27FC236}">
                    <a16:creationId xmlns:a16="http://schemas.microsoft.com/office/drawing/2014/main" id="{97F166C4-51F9-4F8E-8438-F8F998BF739D}"/>
                  </a:ext>
                </a:extLst>
              </p:cNvPr>
              <p:cNvSpPr/>
              <p:nvPr/>
            </p:nvSpPr>
            <p:spPr>
              <a:xfrm>
                <a:off x="392692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7" name="pg293">
                <a:extLst>
                  <a:ext uri="{FF2B5EF4-FFF2-40B4-BE49-F238E27FC236}">
                    <a16:creationId xmlns:a16="http://schemas.microsoft.com/office/drawing/2014/main" id="{4719BD2E-1B8F-4B6C-6C2D-CA33F70849B8}"/>
                  </a:ext>
                </a:extLst>
              </p:cNvPr>
              <p:cNvSpPr/>
              <p:nvPr/>
            </p:nvSpPr>
            <p:spPr>
              <a:xfrm>
                <a:off x="400836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8" name="pg294">
                <a:extLst>
                  <a:ext uri="{FF2B5EF4-FFF2-40B4-BE49-F238E27FC236}">
                    <a16:creationId xmlns:a16="http://schemas.microsoft.com/office/drawing/2014/main" id="{1FDDBC45-59FC-2D2E-29C5-C3FFE390E426}"/>
                  </a:ext>
                </a:extLst>
              </p:cNvPr>
              <p:cNvSpPr/>
              <p:nvPr/>
            </p:nvSpPr>
            <p:spPr>
              <a:xfrm>
                <a:off x="4252673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9" name="pg295">
                <a:extLst>
                  <a:ext uri="{FF2B5EF4-FFF2-40B4-BE49-F238E27FC236}">
                    <a16:creationId xmlns:a16="http://schemas.microsoft.com/office/drawing/2014/main" id="{B71726A3-5A07-E1B1-1CE0-77922C7FA426}"/>
                  </a:ext>
                </a:extLst>
              </p:cNvPr>
              <p:cNvSpPr/>
              <p:nvPr/>
            </p:nvSpPr>
            <p:spPr>
              <a:xfrm>
                <a:off x="4334110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0" name="pg296">
                <a:extLst>
                  <a:ext uri="{FF2B5EF4-FFF2-40B4-BE49-F238E27FC236}">
                    <a16:creationId xmlns:a16="http://schemas.microsoft.com/office/drawing/2014/main" id="{7139569A-C871-103B-67B5-8D3B8DBB6167}"/>
                  </a:ext>
                </a:extLst>
              </p:cNvPr>
              <p:cNvSpPr/>
              <p:nvPr/>
            </p:nvSpPr>
            <p:spPr>
              <a:xfrm>
                <a:off x="441554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1" name="pg297">
                <a:extLst>
                  <a:ext uri="{FF2B5EF4-FFF2-40B4-BE49-F238E27FC236}">
                    <a16:creationId xmlns:a16="http://schemas.microsoft.com/office/drawing/2014/main" id="{A994A297-CC96-93AC-6C0E-9BCB6825D018}"/>
                  </a:ext>
                </a:extLst>
              </p:cNvPr>
              <p:cNvSpPr/>
              <p:nvPr/>
            </p:nvSpPr>
            <p:spPr>
              <a:xfrm>
                <a:off x="449698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2" name="pg298">
                <a:extLst>
                  <a:ext uri="{FF2B5EF4-FFF2-40B4-BE49-F238E27FC236}">
                    <a16:creationId xmlns:a16="http://schemas.microsoft.com/office/drawing/2014/main" id="{024DBB75-ACBC-B911-58AE-9F8DE98A31C8}"/>
                  </a:ext>
                </a:extLst>
              </p:cNvPr>
              <p:cNvSpPr/>
              <p:nvPr/>
            </p:nvSpPr>
            <p:spPr>
              <a:xfrm>
                <a:off x="457842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3" name="pg299">
                <a:extLst>
                  <a:ext uri="{FF2B5EF4-FFF2-40B4-BE49-F238E27FC236}">
                    <a16:creationId xmlns:a16="http://schemas.microsoft.com/office/drawing/2014/main" id="{085F96AB-78E6-0906-68E8-FDC56D4B9428}"/>
                  </a:ext>
                </a:extLst>
              </p:cNvPr>
              <p:cNvSpPr/>
              <p:nvPr/>
            </p:nvSpPr>
            <p:spPr>
              <a:xfrm>
                <a:off x="4659858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4" name="pg300">
                <a:extLst>
                  <a:ext uri="{FF2B5EF4-FFF2-40B4-BE49-F238E27FC236}">
                    <a16:creationId xmlns:a16="http://schemas.microsoft.com/office/drawing/2014/main" id="{86366473-BFE9-3F68-D784-5D4BF9572C41}"/>
                  </a:ext>
                </a:extLst>
              </p:cNvPr>
              <p:cNvSpPr/>
              <p:nvPr/>
            </p:nvSpPr>
            <p:spPr>
              <a:xfrm>
                <a:off x="270536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5" name="pg301">
                <a:extLst>
                  <a:ext uri="{FF2B5EF4-FFF2-40B4-BE49-F238E27FC236}">
                    <a16:creationId xmlns:a16="http://schemas.microsoft.com/office/drawing/2014/main" id="{15A3D83B-34DB-5783-5C11-7A66765AE7C9}"/>
                  </a:ext>
                </a:extLst>
              </p:cNvPr>
              <p:cNvSpPr/>
              <p:nvPr/>
            </p:nvSpPr>
            <p:spPr>
              <a:xfrm>
                <a:off x="278680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6" name="pg302">
                <a:extLst>
                  <a:ext uri="{FF2B5EF4-FFF2-40B4-BE49-F238E27FC236}">
                    <a16:creationId xmlns:a16="http://schemas.microsoft.com/office/drawing/2014/main" id="{1C77483B-1C37-A195-5B7F-25E5123DC856}"/>
                  </a:ext>
                </a:extLst>
              </p:cNvPr>
              <p:cNvSpPr/>
              <p:nvPr/>
            </p:nvSpPr>
            <p:spPr>
              <a:xfrm>
                <a:off x="286824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7" name="pg303">
                <a:extLst>
                  <a:ext uri="{FF2B5EF4-FFF2-40B4-BE49-F238E27FC236}">
                    <a16:creationId xmlns:a16="http://schemas.microsoft.com/office/drawing/2014/main" id="{F1942877-5F76-3759-F692-7492C54E5243}"/>
                  </a:ext>
                </a:extLst>
              </p:cNvPr>
              <p:cNvSpPr/>
              <p:nvPr/>
            </p:nvSpPr>
            <p:spPr>
              <a:xfrm>
                <a:off x="294967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8" name="pg304">
                <a:extLst>
                  <a:ext uri="{FF2B5EF4-FFF2-40B4-BE49-F238E27FC236}">
                    <a16:creationId xmlns:a16="http://schemas.microsoft.com/office/drawing/2014/main" id="{392F1381-5EFB-2A58-B4C2-F38D46BE9D08}"/>
                  </a:ext>
                </a:extLst>
              </p:cNvPr>
              <p:cNvSpPr/>
              <p:nvPr/>
            </p:nvSpPr>
            <p:spPr>
              <a:xfrm>
                <a:off x="3031116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9" name="pg305">
                <a:extLst>
                  <a:ext uri="{FF2B5EF4-FFF2-40B4-BE49-F238E27FC236}">
                    <a16:creationId xmlns:a16="http://schemas.microsoft.com/office/drawing/2014/main" id="{0B31D264-58B5-F920-03F9-9BC1FD05D490}"/>
                  </a:ext>
                </a:extLst>
              </p:cNvPr>
              <p:cNvSpPr/>
              <p:nvPr/>
            </p:nvSpPr>
            <p:spPr>
              <a:xfrm>
                <a:off x="3112553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0" name="pg306">
                <a:extLst>
                  <a:ext uri="{FF2B5EF4-FFF2-40B4-BE49-F238E27FC236}">
                    <a16:creationId xmlns:a16="http://schemas.microsoft.com/office/drawing/2014/main" id="{30B3C34D-CAA7-EC11-CA0A-63956F8F3D90}"/>
                  </a:ext>
                </a:extLst>
              </p:cNvPr>
              <p:cNvSpPr/>
              <p:nvPr/>
            </p:nvSpPr>
            <p:spPr>
              <a:xfrm>
                <a:off x="3193990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1" name="pg307">
                <a:extLst>
                  <a:ext uri="{FF2B5EF4-FFF2-40B4-BE49-F238E27FC236}">
                    <a16:creationId xmlns:a16="http://schemas.microsoft.com/office/drawing/2014/main" id="{C337C73C-7413-683F-2586-C1719D194031}"/>
                  </a:ext>
                </a:extLst>
              </p:cNvPr>
              <p:cNvSpPr/>
              <p:nvPr/>
            </p:nvSpPr>
            <p:spPr>
              <a:xfrm>
                <a:off x="327542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2" name="pg308">
                <a:extLst>
                  <a:ext uri="{FF2B5EF4-FFF2-40B4-BE49-F238E27FC236}">
                    <a16:creationId xmlns:a16="http://schemas.microsoft.com/office/drawing/2014/main" id="{C25933D0-802C-9524-E225-9C03EDE4F261}"/>
                  </a:ext>
                </a:extLst>
              </p:cNvPr>
              <p:cNvSpPr/>
              <p:nvPr/>
            </p:nvSpPr>
            <p:spPr>
              <a:xfrm>
                <a:off x="335686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47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3" name="pg309">
                <a:extLst>
                  <a:ext uri="{FF2B5EF4-FFF2-40B4-BE49-F238E27FC236}">
                    <a16:creationId xmlns:a16="http://schemas.microsoft.com/office/drawing/2014/main" id="{E4ED71C0-4453-DF52-AFC6-406D95C07857}"/>
                  </a:ext>
                </a:extLst>
              </p:cNvPr>
              <p:cNvSpPr/>
              <p:nvPr/>
            </p:nvSpPr>
            <p:spPr>
              <a:xfrm>
                <a:off x="343830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4" name="pg310">
                <a:extLst>
                  <a:ext uri="{FF2B5EF4-FFF2-40B4-BE49-F238E27FC236}">
                    <a16:creationId xmlns:a16="http://schemas.microsoft.com/office/drawing/2014/main" id="{7C8AC011-ABCD-7714-9BAD-91D20EAAF7E8}"/>
                  </a:ext>
                </a:extLst>
              </p:cNvPr>
              <p:cNvSpPr/>
              <p:nvPr/>
            </p:nvSpPr>
            <p:spPr>
              <a:xfrm>
                <a:off x="351973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5" name="pg311">
                <a:extLst>
                  <a:ext uri="{FF2B5EF4-FFF2-40B4-BE49-F238E27FC236}">
                    <a16:creationId xmlns:a16="http://schemas.microsoft.com/office/drawing/2014/main" id="{18A756F1-3150-D861-58D0-64B8B51BE82D}"/>
                  </a:ext>
                </a:extLst>
              </p:cNvPr>
              <p:cNvSpPr/>
              <p:nvPr/>
            </p:nvSpPr>
            <p:spPr>
              <a:xfrm>
                <a:off x="3601176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6" name="pg312">
                <a:extLst>
                  <a:ext uri="{FF2B5EF4-FFF2-40B4-BE49-F238E27FC236}">
                    <a16:creationId xmlns:a16="http://schemas.microsoft.com/office/drawing/2014/main" id="{B270698D-16F5-4FF3-445E-093DE42A3B4F}"/>
                  </a:ext>
                </a:extLst>
              </p:cNvPr>
              <p:cNvSpPr/>
              <p:nvPr/>
            </p:nvSpPr>
            <p:spPr>
              <a:xfrm>
                <a:off x="3682613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7" name="pg313">
                <a:extLst>
                  <a:ext uri="{FF2B5EF4-FFF2-40B4-BE49-F238E27FC236}">
                    <a16:creationId xmlns:a16="http://schemas.microsoft.com/office/drawing/2014/main" id="{A4220C26-0897-39B6-D46C-F4A57E494145}"/>
                  </a:ext>
                </a:extLst>
              </p:cNvPr>
              <p:cNvSpPr/>
              <p:nvPr/>
            </p:nvSpPr>
            <p:spPr>
              <a:xfrm>
                <a:off x="3764050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8" name="pg314">
                <a:extLst>
                  <a:ext uri="{FF2B5EF4-FFF2-40B4-BE49-F238E27FC236}">
                    <a16:creationId xmlns:a16="http://schemas.microsoft.com/office/drawing/2014/main" id="{8C86E2C8-60FE-0456-B62C-883D30216C73}"/>
                  </a:ext>
                </a:extLst>
              </p:cNvPr>
              <p:cNvSpPr/>
              <p:nvPr/>
            </p:nvSpPr>
            <p:spPr>
              <a:xfrm>
                <a:off x="384548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9" name="pg315">
                <a:extLst>
                  <a:ext uri="{FF2B5EF4-FFF2-40B4-BE49-F238E27FC236}">
                    <a16:creationId xmlns:a16="http://schemas.microsoft.com/office/drawing/2014/main" id="{4E8E7721-B1B5-1716-DD1A-7306CF682D24}"/>
                  </a:ext>
                </a:extLst>
              </p:cNvPr>
              <p:cNvSpPr/>
              <p:nvPr/>
            </p:nvSpPr>
            <p:spPr>
              <a:xfrm>
                <a:off x="392692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0" name="pg316">
                <a:extLst>
                  <a:ext uri="{FF2B5EF4-FFF2-40B4-BE49-F238E27FC236}">
                    <a16:creationId xmlns:a16="http://schemas.microsoft.com/office/drawing/2014/main" id="{AA03781C-3D48-F648-7408-E061DCFEEDCD}"/>
                  </a:ext>
                </a:extLst>
              </p:cNvPr>
              <p:cNvSpPr/>
              <p:nvPr/>
            </p:nvSpPr>
            <p:spPr>
              <a:xfrm>
                <a:off x="400836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1" name="pg317">
                <a:extLst>
                  <a:ext uri="{FF2B5EF4-FFF2-40B4-BE49-F238E27FC236}">
                    <a16:creationId xmlns:a16="http://schemas.microsoft.com/office/drawing/2014/main" id="{36A87AEB-8EEA-2A4E-F30A-51BBA1BACD50}"/>
                  </a:ext>
                </a:extLst>
              </p:cNvPr>
              <p:cNvSpPr/>
              <p:nvPr/>
            </p:nvSpPr>
            <p:spPr>
              <a:xfrm>
                <a:off x="408979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2" name="pg318">
                <a:extLst>
                  <a:ext uri="{FF2B5EF4-FFF2-40B4-BE49-F238E27FC236}">
                    <a16:creationId xmlns:a16="http://schemas.microsoft.com/office/drawing/2014/main" id="{FB9D61BC-0C39-69F8-32A5-044CF697FCBC}"/>
                  </a:ext>
                </a:extLst>
              </p:cNvPr>
              <p:cNvSpPr/>
              <p:nvPr/>
            </p:nvSpPr>
            <p:spPr>
              <a:xfrm>
                <a:off x="4334110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3" name="pg319">
                <a:extLst>
                  <a:ext uri="{FF2B5EF4-FFF2-40B4-BE49-F238E27FC236}">
                    <a16:creationId xmlns:a16="http://schemas.microsoft.com/office/drawing/2014/main" id="{E6BE5EC5-04D7-42AF-4CF0-F72C64EEF0CD}"/>
                  </a:ext>
                </a:extLst>
              </p:cNvPr>
              <p:cNvSpPr/>
              <p:nvPr/>
            </p:nvSpPr>
            <p:spPr>
              <a:xfrm>
                <a:off x="441554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4" name="pg320">
                <a:extLst>
                  <a:ext uri="{FF2B5EF4-FFF2-40B4-BE49-F238E27FC236}">
                    <a16:creationId xmlns:a16="http://schemas.microsoft.com/office/drawing/2014/main" id="{8CFF878C-9B1B-B587-B342-2F8930C76DEF}"/>
                  </a:ext>
                </a:extLst>
              </p:cNvPr>
              <p:cNvSpPr/>
              <p:nvPr/>
            </p:nvSpPr>
            <p:spPr>
              <a:xfrm>
                <a:off x="449698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5" name="pg321">
                <a:extLst>
                  <a:ext uri="{FF2B5EF4-FFF2-40B4-BE49-F238E27FC236}">
                    <a16:creationId xmlns:a16="http://schemas.microsoft.com/office/drawing/2014/main" id="{465E4955-70D5-81F9-1F2F-D41E5DC68D70}"/>
                  </a:ext>
                </a:extLst>
              </p:cNvPr>
              <p:cNvSpPr/>
              <p:nvPr/>
            </p:nvSpPr>
            <p:spPr>
              <a:xfrm>
                <a:off x="457842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6" name="pg322">
                <a:extLst>
                  <a:ext uri="{FF2B5EF4-FFF2-40B4-BE49-F238E27FC236}">
                    <a16:creationId xmlns:a16="http://schemas.microsoft.com/office/drawing/2014/main" id="{E479814A-A4D8-61F9-5729-5B653CA43AE4}"/>
                  </a:ext>
                </a:extLst>
              </p:cNvPr>
              <p:cNvSpPr/>
              <p:nvPr/>
            </p:nvSpPr>
            <p:spPr>
              <a:xfrm>
                <a:off x="465985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7" name="pg323">
                <a:extLst>
                  <a:ext uri="{FF2B5EF4-FFF2-40B4-BE49-F238E27FC236}">
                    <a16:creationId xmlns:a16="http://schemas.microsoft.com/office/drawing/2014/main" id="{4AFFE479-5C6E-EF1C-51D7-C7EBF5E27918}"/>
                  </a:ext>
                </a:extLst>
              </p:cNvPr>
              <p:cNvSpPr/>
              <p:nvPr/>
            </p:nvSpPr>
            <p:spPr>
              <a:xfrm>
                <a:off x="270536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8" name="pg324">
                <a:extLst>
                  <a:ext uri="{FF2B5EF4-FFF2-40B4-BE49-F238E27FC236}">
                    <a16:creationId xmlns:a16="http://schemas.microsoft.com/office/drawing/2014/main" id="{7D281C6C-3815-D17E-5D1C-8B753515C63F}"/>
                  </a:ext>
                </a:extLst>
              </p:cNvPr>
              <p:cNvSpPr/>
              <p:nvPr/>
            </p:nvSpPr>
            <p:spPr>
              <a:xfrm>
                <a:off x="278680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9" name="pg325">
                <a:extLst>
                  <a:ext uri="{FF2B5EF4-FFF2-40B4-BE49-F238E27FC236}">
                    <a16:creationId xmlns:a16="http://schemas.microsoft.com/office/drawing/2014/main" id="{B146AC57-3A87-CDAA-82A1-16472AC781A2}"/>
                  </a:ext>
                </a:extLst>
              </p:cNvPr>
              <p:cNvSpPr/>
              <p:nvPr/>
            </p:nvSpPr>
            <p:spPr>
              <a:xfrm>
                <a:off x="286824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0" name="pg326">
                <a:extLst>
                  <a:ext uri="{FF2B5EF4-FFF2-40B4-BE49-F238E27FC236}">
                    <a16:creationId xmlns:a16="http://schemas.microsoft.com/office/drawing/2014/main" id="{2621CDEB-EECD-8A62-E6B1-381E66D400E6}"/>
                  </a:ext>
                </a:extLst>
              </p:cNvPr>
              <p:cNvSpPr/>
              <p:nvPr/>
            </p:nvSpPr>
            <p:spPr>
              <a:xfrm>
                <a:off x="294967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1" name="pg327">
                <a:extLst>
                  <a:ext uri="{FF2B5EF4-FFF2-40B4-BE49-F238E27FC236}">
                    <a16:creationId xmlns:a16="http://schemas.microsoft.com/office/drawing/2014/main" id="{056235CE-79F3-D832-BFAA-259A21CE239D}"/>
                  </a:ext>
                </a:extLst>
              </p:cNvPr>
              <p:cNvSpPr/>
              <p:nvPr/>
            </p:nvSpPr>
            <p:spPr>
              <a:xfrm>
                <a:off x="3031116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2" name="pg328">
                <a:extLst>
                  <a:ext uri="{FF2B5EF4-FFF2-40B4-BE49-F238E27FC236}">
                    <a16:creationId xmlns:a16="http://schemas.microsoft.com/office/drawing/2014/main" id="{D0F039E5-0142-15CA-C3CB-56658029C251}"/>
                  </a:ext>
                </a:extLst>
              </p:cNvPr>
              <p:cNvSpPr/>
              <p:nvPr/>
            </p:nvSpPr>
            <p:spPr>
              <a:xfrm>
                <a:off x="3112553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3" name="pg329">
                <a:extLst>
                  <a:ext uri="{FF2B5EF4-FFF2-40B4-BE49-F238E27FC236}">
                    <a16:creationId xmlns:a16="http://schemas.microsoft.com/office/drawing/2014/main" id="{AFEDFC61-EC5C-FF72-8462-48F99104CC0B}"/>
                  </a:ext>
                </a:extLst>
              </p:cNvPr>
              <p:cNvSpPr/>
              <p:nvPr/>
            </p:nvSpPr>
            <p:spPr>
              <a:xfrm>
                <a:off x="3193990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4" name="pg330">
                <a:extLst>
                  <a:ext uri="{FF2B5EF4-FFF2-40B4-BE49-F238E27FC236}">
                    <a16:creationId xmlns:a16="http://schemas.microsoft.com/office/drawing/2014/main" id="{2B8356A0-91D7-5D42-B509-737050676CC5}"/>
                  </a:ext>
                </a:extLst>
              </p:cNvPr>
              <p:cNvSpPr/>
              <p:nvPr/>
            </p:nvSpPr>
            <p:spPr>
              <a:xfrm>
                <a:off x="327542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5" name="pg331">
                <a:extLst>
                  <a:ext uri="{FF2B5EF4-FFF2-40B4-BE49-F238E27FC236}">
                    <a16:creationId xmlns:a16="http://schemas.microsoft.com/office/drawing/2014/main" id="{69D8591D-278A-B361-94FF-018CEF9375FD}"/>
                  </a:ext>
                </a:extLst>
              </p:cNvPr>
              <p:cNvSpPr/>
              <p:nvPr/>
            </p:nvSpPr>
            <p:spPr>
              <a:xfrm>
                <a:off x="335686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6" name="pg332">
                <a:extLst>
                  <a:ext uri="{FF2B5EF4-FFF2-40B4-BE49-F238E27FC236}">
                    <a16:creationId xmlns:a16="http://schemas.microsoft.com/office/drawing/2014/main" id="{529093AE-2B4B-5B44-7903-E1509F05A2CC}"/>
                  </a:ext>
                </a:extLst>
              </p:cNvPr>
              <p:cNvSpPr/>
              <p:nvPr/>
            </p:nvSpPr>
            <p:spPr>
              <a:xfrm>
                <a:off x="343830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7" name="pg333">
                <a:extLst>
                  <a:ext uri="{FF2B5EF4-FFF2-40B4-BE49-F238E27FC236}">
                    <a16:creationId xmlns:a16="http://schemas.microsoft.com/office/drawing/2014/main" id="{746E733D-7D11-2617-954F-59B81E25E7CA}"/>
                  </a:ext>
                </a:extLst>
              </p:cNvPr>
              <p:cNvSpPr/>
              <p:nvPr/>
            </p:nvSpPr>
            <p:spPr>
              <a:xfrm>
                <a:off x="351973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8" name="pg334">
                <a:extLst>
                  <a:ext uri="{FF2B5EF4-FFF2-40B4-BE49-F238E27FC236}">
                    <a16:creationId xmlns:a16="http://schemas.microsoft.com/office/drawing/2014/main" id="{749CD9C9-3651-EC4A-8811-2BCB514046F4}"/>
                  </a:ext>
                </a:extLst>
              </p:cNvPr>
              <p:cNvSpPr/>
              <p:nvPr/>
            </p:nvSpPr>
            <p:spPr>
              <a:xfrm>
                <a:off x="3601176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9" name="pg335">
                <a:extLst>
                  <a:ext uri="{FF2B5EF4-FFF2-40B4-BE49-F238E27FC236}">
                    <a16:creationId xmlns:a16="http://schemas.microsoft.com/office/drawing/2014/main" id="{F04B05DF-BD19-28B4-CB00-6A999119B002}"/>
                  </a:ext>
                </a:extLst>
              </p:cNvPr>
              <p:cNvSpPr/>
              <p:nvPr/>
            </p:nvSpPr>
            <p:spPr>
              <a:xfrm>
                <a:off x="3682613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0" name="pg336">
                <a:extLst>
                  <a:ext uri="{FF2B5EF4-FFF2-40B4-BE49-F238E27FC236}">
                    <a16:creationId xmlns:a16="http://schemas.microsoft.com/office/drawing/2014/main" id="{F09C7E7E-F857-837D-FBD2-E78921540DC9}"/>
                  </a:ext>
                </a:extLst>
              </p:cNvPr>
              <p:cNvSpPr/>
              <p:nvPr/>
            </p:nvSpPr>
            <p:spPr>
              <a:xfrm>
                <a:off x="3764050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1" name="pg337">
                <a:extLst>
                  <a:ext uri="{FF2B5EF4-FFF2-40B4-BE49-F238E27FC236}">
                    <a16:creationId xmlns:a16="http://schemas.microsoft.com/office/drawing/2014/main" id="{28A9EC92-537F-7CD7-9470-E6B6993C8863}"/>
                  </a:ext>
                </a:extLst>
              </p:cNvPr>
              <p:cNvSpPr/>
              <p:nvPr/>
            </p:nvSpPr>
            <p:spPr>
              <a:xfrm>
                <a:off x="384548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2" name="pg338">
                <a:extLst>
                  <a:ext uri="{FF2B5EF4-FFF2-40B4-BE49-F238E27FC236}">
                    <a16:creationId xmlns:a16="http://schemas.microsoft.com/office/drawing/2014/main" id="{A849D909-54B8-FED2-3817-18191EC9DE1E}"/>
                  </a:ext>
                </a:extLst>
              </p:cNvPr>
              <p:cNvSpPr/>
              <p:nvPr/>
            </p:nvSpPr>
            <p:spPr>
              <a:xfrm>
                <a:off x="392692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3" name="pg339">
                <a:extLst>
                  <a:ext uri="{FF2B5EF4-FFF2-40B4-BE49-F238E27FC236}">
                    <a16:creationId xmlns:a16="http://schemas.microsoft.com/office/drawing/2014/main" id="{FCB71C21-0FCA-3DE5-334D-0D18EE08505A}"/>
                  </a:ext>
                </a:extLst>
              </p:cNvPr>
              <p:cNvSpPr/>
              <p:nvPr/>
            </p:nvSpPr>
            <p:spPr>
              <a:xfrm>
                <a:off x="400836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4" name="pg340">
                <a:extLst>
                  <a:ext uri="{FF2B5EF4-FFF2-40B4-BE49-F238E27FC236}">
                    <a16:creationId xmlns:a16="http://schemas.microsoft.com/office/drawing/2014/main" id="{792CD0CD-7EAA-1881-9E35-4FB91ABE5A97}"/>
                  </a:ext>
                </a:extLst>
              </p:cNvPr>
              <p:cNvSpPr/>
              <p:nvPr/>
            </p:nvSpPr>
            <p:spPr>
              <a:xfrm>
                <a:off x="408979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5" name="pg341">
                <a:extLst>
                  <a:ext uri="{FF2B5EF4-FFF2-40B4-BE49-F238E27FC236}">
                    <a16:creationId xmlns:a16="http://schemas.microsoft.com/office/drawing/2014/main" id="{48709773-A87A-4064-0A1C-CF37EAA37CBE}"/>
                  </a:ext>
                </a:extLst>
              </p:cNvPr>
              <p:cNvSpPr/>
              <p:nvPr/>
            </p:nvSpPr>
            <p:spPr>
              <a:xfrm>
                <a:off x="4252673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6" name="pg342">
                <a:extLst>
                  <a:ext uri="{FF2B5EF4-FFF2-40B4-BE49-F238E27FC236}">
                    <a16:creationId xmlns:a16="http://schemas.microsoft.com/office/drawing/2014/main" id="{C41C9AC9-6327-C229-C399-9098954A4D29}"/>
                  </a:ext>
                </a:extLst>
              </p:cNvPr>
              <p:cNvSpPr/>
              <p:nvPr/>
            </p:nvSpPr>
            <p:spPr>
              <a:xfrm>
                <a:off x="4334110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7" name="pg343">
                <a:extLst>
                  <a:ext uri="{FF2B5EF4-FFF2-40B4-BE49-F238E27FC236}">
                    <a16:creationId xmlns:a16="http://schemas.microsoft.com/office/drawing/2014/main" id="{930624C4-C3E5-1461-6B0D-78F7AA5D1705}"/>
                  </a:ext>
                </a:extLst>
              </p:cNvPr>
              <p:cNvSpPr/>
              <p:nvPr/>
            </p:nvSpPr>
            <p:spPr>
              <a:xfrm>
                <a:off x="441554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8" name="pg344">
                <a:extLst>
                  <a:ext uri="{FF2B5EF4-FFF2-40B4-BE49-F238E27FC236}">
                    <a16:creationId xmlns:a16="http://schemas.microsoft.com/office/drawing/2014/main" id="{691A0947-2FF0-724C-0765-AFB6DB6EFBF7}"/>
                  </a:ext>
                </a:extLst>
              </p:cNvPr>
              <p:cNvSpPr/>
              <p:nvPr/>
            </p:nvSpPr>
            <p:spPr>
              <a:xfrm>
                <a:off x="449698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9" name="pg345">
                <a:extLst>
                  <a:ext uri="{FF2B5EF4-FFF2-40B4-BE49-F238E27FC236}">
                    <a16:creationId xmlns:a16="http://schemas.microsoft.com/office/drawing/2014/main" id="{AE8E5FEC-5E02-058D-95ED-99F686CFECCC}"/>
                  </a:ext>
                </a:extLst>
              </p:cNvPr>
              <p:cNvSpPr/>
              <p:nvPr/>
            </p:nvSpPr>
            <p:spPr>
              <a:xfrm>
                <a:off x="457842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0" name="pg346">
                <a:extLst>
                  <a:ext uri="{FF2B5EF4-FFF2-40B4-BE49-F238E27FC236}">
                    <a16:creationId xmlns:a16="http://schemas.microsoft.com/office/drawing/2014/main" id="{F7D4F5B0-ED9B-83FE-8432-C0ABD4B1CF69}"/>
                  </a:ext>
                </a:extLst>
              </p:cNvPr>
              <p:cNvSpPr/>
              <p:nvPr/>
            </p:nvSpPr>
            <p:spPr>
              <a:xfrm>
                <a:off x="465985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1" name="pg347">
                <a:extLst>
                  <a:ext uri="{FF2B5EF4-FFF2-40B4-BE49-F238E27FC236}">
                    <a16:creationId xmlns:a16="http://schemas.microsoft.com/office/drawing/2014/main" id="{FD398482-2E27-BB29-09FE-4AF380CD3090}"/>
                  </a:ext>
                </a:extLst>
              </p:cNvPr>
              <p:cNvSpPr/>
              <p:nvPr/>
            </p:nvSpPr>
            <p:spPr>
              <a:xfrm>
                <a:off x="278680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2" name="pg348">
                <a:extLst>
                  <a:ext uri="{FF2B5EF4-FFF2-40B4-BE49-F238E27FC236}">
                    <a16:creationId xmlns:a16="http://schemas.microsoft.com/office/drawing/2014/main" id="{66AEF9D2-D0B1-0C51-B5AA-E86BC29EB1D9}"/>
                  </a:ext>
                </a:extLst>
              </p:cNvPr>
              <p:cNvSpPr/>
              <p:nvPr/>
            </p:nvSpPr>
            <p:spPr>
              <a:xfrm>
                <a:off x="286824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3" name="pg349">
                <a:extLst>
                  <a:ext uri="{FF2B5EF4-FFF2-40B4-BE49-F238E27FC236}">
                    <a16:creationId xmlns:a16="http://schemas.microsoft.com/office/drawing/2014/main" id="{F15D6250-8E40-E24D-C16E-0B8987FA9788}"/>
                  </a:ext>
                </a:extLst>
              </p:cNvPr>
              <p:cNvSpPr/>
              <p:nvPr/>
            </p:nvSpPr>
            <p:spPr>
              <a:xfrm>
                <a:off x="294967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4" name="pg350">
                <a:extLst>
                  <a:ext uri="{FF2B5EF4-FFF2-40B4-BE49-F238E27FC236}">
                    <a16:creationId xmlns:a16="http://schemas.microsoft.com/office/drawing/2014/main" id="{938AE62C-CEF7-270E-C7C2-8FCE500F5CDF}"/>
                  </a:ext>
                </a:extLst>
              </p:cNvPr>
              <p:cNvSpPr/>
              <p:nvPr/>
            </p:nvSpPr>
            <p:spPr>
              <a:xfrm>
                <a:off x="3031116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5" name="pg351">
                <a:extLst>
                  <a:ext uri="{FF2B5EF4-FFF2-40B4-BE49-F238E27FC236}">
                    <a16:creationId xmlns:a16="http://schemas.microsoft.com/office/drawing/2014/main" id="{D5424E02-B5D8-3544-7C2F-99302D41FD1E}"/>
                  </a:ext>
                </a:extLst>
              </p:cNvPr>
              <p:cNvSpPr/>
              <p:nvPr/>
            </p:nvSpPr>
            <p:spPr>
              <a:xfrm>
                <a:off x="3112553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6" name="pg352">
                <a:extLst>
                  <a:ext uri="{FF2B5EF4-FFF2-40B4-BE49-F238E27FC236}">
                    <a16:creationId xmlns:a16="http://schemas.microsoft.com/office/drawing/2014/main" id="{D331ABDF-7101-F5D2-8393-F19FA044BC05}"/>
                  </a:ext>
                </a:extLst>
              </p:cNvPr>
              <p:cNvSpPr/>
              <p:nvPr/>
            </p:nvSpPr>
            <p:spPr>
              <a:xfrm>
                <a:off x="3193990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7" name="pg353">
                <a:extLst>
                  <a:ext uri="{FF2B5EF4-FFF2-40B4-BE49-F238E27FC236}">
                    <a16:creationId xmlns:a16="http://schemas.microsoft.com/office/drawing/2014/main" id="{DE160362-731E-2C5D-8022-899AEF5FF5EF}"/>
                  </a:ext>
                </a:extLst>
              </p:cNvPr>
              <p:cNvSpPr/>
              <p:nvPr/>
            </p:nvSpPr>
            <p:spPr>
              <a:xfrm>
                <a:off x="3275427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8" name="pg354">
                <a:extLst>
                  <a:ext uri="{FF2B5EF4-FFF2-40B4-BE49-F238E27FC236}">
                    <a16:creationId xmlns:a16="http://schemas.microsoft.com/office/drawing/2014/main" id="{D3A06C9B-F534-C69F-830F-D7025D4FBDC8}"/>
                  </a:ext>
                </a:extLst>
              </p:cNvPr>
              <p:cNvSpPr/>
              <p:nvPr/>
            </p:nvSpPr>
            <p:spPr>
              <a:xfrm>
                <a:off x="335686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9" name="pg355">
                <a:extLst>
                  <a:ext uri="{FF2B5EF4-FFF2-40B4-BE49-F238E27FC236}">
                    <a16:creationId xmlns:a16="http://schemas.microsoft.com/office/drawing/2014/main" id="{8FB0E040-B3D9-DD03-24ED-A149FD5B7135}"/>
                  </a:ext>
                </a:extLst>
              </p:cNvPr>
              <p:cNvSpPr/>
              <p:nvPr/>
            </p:nvSpPr>
            <p:spPr>
              <a:xfrm>
                <a:off x="343830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0" name="pg356">
                <a:extLst>
                  <a:ext uri="{FF2B5EF4-FFF2-40B4-BE49-F238E27FC236}">
                    <a16:creationId xmlns:a16="http://schemas.microsoft.com/office/drawing/2014/main" id="{CBE43212-E1E1-B968-E810-6D675D5F0CB7}"/>
                  </a:ext>
                </a:extLst>
              </p:cNvPr>
              <p:cNvSpPr/>
              <p:nvPr/>
            </p:nvSpPr>
            <p:spPr>
              <a:xfrm>
                <a:off x="351973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1" name="pg357">
                <a:extLst>
                  <a:ext uri="{FF2B5EF4-FFF2-40B4-BE49-F238E27FC236}">
                    <a16:creationId xmlns:a16="http://schemas.microsoft.com/office/drawing/2014/main" id="{BB4CE9A0-C933-B7FB-CD87-AEEA4F255BEC}"/>
                  </a:ext>
                </a:extLst>
              </p:cNvPr>
              <p:cNvSpPr/>
              <p:nvPr/>
            </p:nvSpPr>
            <p:spPr>
              <a:xfrm>
                <a:off x="3601176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2" name="pg358">
                <a:extLst>
                  <a:ext uri="{FF2B5EF4-FFF2-40B4-BE49-F238E27FC236}">
                    <a16:creationId xmlns:a16="http://schemas.microsoft.com/office/drawing/2014/main" id="{C14E2EDA-2B27-D2AB-3F79-A27783780595}"/>
                  </a:ext>
                </a:extLst>
              </p:cNvPr>
              <p:cNvSpPr/>
              <p:nvPr/>
            </p:nvSpPr>
            <p:spPr>
              <a:xfrm>
                <a:off x="3682613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3" name="pg359">
                <a:extLst>
                  <a:ext uri="{FF2B5EF4-FFF2-40B4-BE49-F238E27FC236}">
                    <a16:creationId xmlns:a16="http://schemas.microsoft.com/office/drawing/2014/main" id="{62ED7776-1F26-6319-3A9E-DDD21BBFE3AA}"/>
                  </a:ext>
                </a:extLst>
              </p:cNvPr>
              <p:cNvSpPr/>
              <p:nvPr/>
            </p:nvSpPr>
            <p:spPr>
              <a:xfrm>
                <a:off x="3764050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4" name="pg360">
                <a:extLst>
                  <a:ext uri="{FF2B5EF4-FFF2-40B4-BE49-F238E27FC236}">
                    <a16:creationId xmlns:a16="http://schemas.microsoft.com/office/drawing/2014/main" id="{8939A337-A537-5703-840B-EC427C4A2E48}"/>
                  </a:ext>
                </a:extLst>
              </p:cNvPr>
              <p:cNvSpPr/>
              <p:nvPr/>
            </p:nvSpPr>
            <p:spPr>
              <a:xfrm>
                <a:off x="3845487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5" name="pg361">
                <a:extLst>
                  <a:ext uri="{FF2B5EF4-FFF2-40B4-BE49-F238E27FC236}">
                    <a16:creationId xmlns:a16="http://schemas.microsoft.com/office/drawing/2014/main" id="{540D37B9-96FB-60C1-C6F7-901304634421}"/>
                  </a:ext>
                </a:extLst>
              </p:cNvPr>
              <p:cNvSpPr/>
              <p:nvPr/>
            </p:nvSpPr>
            <p:spPr>
              <a:xfrm>
                <a:off x="392692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6" name="pg362">
                <a:extLst>
                  <a:ext uri="{FF2B5EF4-FFF2-40B4-BE49-F238E27FC236}">
                    <a16:creationId xmlns:a16="http://schemas.microsoft.com/office/drawing/2014/main" id="{3E4ADEA7-76CD-0BB4-BDEC-EEB383982044}"/>
                  </a:ext>
                </a:extLst>
              </p:cNvPr>
              <p:cNvSpPr/>
              <p:nvPr/>
            </p:nvSpPr>
            <p:spPr>
              <a:xfrm>
                <a:off x="400836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7" name="pg363">
                <a:extLst>
                  <a:ext uri="{FF2B5EF4-FFF2-40B4-BE49-F238E27FC236}">
                    <a16:creationId xmlns:a16="http://schemas.microsoft.com/office/drawing/2014/main" id="{0B373DEC-4F33-A387-36D9-55B6437FE60F}"/>
                  </a:ext>
                </a:extLst>
              </p:cNvPr>
              <p:cNvSpPr/>
              <p:nvPr/>
            </p:nvSpPr>
            <p:spPr>
              <a:xfrm>
                <a:off x="408979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8" name="pg364">
                <a:extLst>
                  <a:ext uri="{FF2B5EF4-FFF2-40B4-BE49-F238E27FC236}">
                    <a16:creationId xmlns:a16="http://schemas.microsoft.com/office/drawing/2014/main" id="{6E0685B5-804E-2CDB-ADCD-54E7D060852B}"/>
                  </a:ext>
                </a:extLst>
              </p:cNvPr>
              <p:cNvSpPr/>
              <p:nvPr/>
            </p:nvSpPr>
            <p:spPr>
              <a:xfrm>
                <a:off x="4171236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9" name="pg365">
                <a:extLst>
                  <a:ext uri="{FF2B5EF4-FFF2-40B4-BE49-F238E27FC236}">
                    <a16:creationId xmlns:a16="http://schemas.microsoft.com/office/drawing/2014/main" id="{8D6E0B11-95F7-BA2D-E3CD-D78996E5D004}"/>
                  </a:ext>
                </a:extLst>
              </p:cNvPr>
              <p:cNvSpPr/>
              <p:nvPr/>
            </p:nvSpPr>
            <p:spPr>
              <a:xfrm>
                <a:off x="4252673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0" name="pg366">
                <a:extLst>
                  <a:ext uri="{FF2B5EF4-FFF2-40B4-BE49-F238E27FC236}">
                    <a16:creationId xmlns:a16="http://schemas.microsoft.com/office/drawing/2014/main" id="{20A0EA42-A92D-3992-8D36-D1C3B6E4C410}"/>
                  </a:ext>
                </a:extLst>
              </p:cNvPr>
              <p:cNvSpPr/>
              <p:nvPr/>
            </p:nvSpPr>
            <p:spPr>
              <a:xfrm>
                <a:off x="4334110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1" name="pg367">
                <a:extLst>
                  <a:ext uri="{FF2B5EF4-FFF2-40B4-BE49-F238E27FC236}">
                    <a16:creationId xmlns:a16="http://schemas.microsoft.com/office/drawing/2014/main" id="{56D9CD59-024C-8FA5-F691-1A2C746425AE}"/>
                  </a:ext>
                </a:extLst>
              </p:cNvPr>
              <p:cNvSpPr/>
              <p:nvPr/>
            </p:nvSpPr>
            <p:spPr>
              <a:xfrm>
                <a:off x="4415547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2" name="pg368">
                <a:extLst>
                  <a:ext uri="{FF2B5EF4-FFF2-40B4-BE49-F238E27FC236}">
                    <a16:creationId xmlns:a16="http://schemas.microsoft.com/office/drawing/2014/main" id="{F0D4B96A-ECFD-C6E0-528C-BD7D0A3EE241}"/>
                  </a:ext>
                </a:extLst>
              </p:cNvPr>
              <p:cNvSpPr/>
              <p:nvPr/>
            </p:nvSpPr>
            <p:spPr>
              <a:xfrm>
                <a:off x="449698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C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3" name="pg369">
                <a:extLst>
                  <a:ext uri="{FF2B5EF4-FFF2-40B4-BE49-F238E27FC236}">
                    <a16:creationId xmlns:a16="http://schemas.microsoft.com/office/drawing/2014/main" id="{9C8C833D-4A7A-CCFA-5E70-2B59C2107C5A}"/>
                  </a:ext>
                </a:extLst>
              </p:cNvPr>
              <p:cNvSpPr/>
              <p:nvPr/>
            </p:nvSpPr>
            <p:spPr>
              <a:xfrm>
                <a:off x="457842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4" name="pg370">
                <a:extLst>
                  <a:ext uri="{FF2B5EF4-FFF2-40B4-BE49-F238E27FC236}">
                    <a16:creationId xmlns:a16="http://schemas.microsoft.com/office/drawing/2014/main" id="{1B46975C-0345-7385-E762-AF4521B886B9}"/>
                  </a:ext>
                </a:extLst>
              </p:cNvPr>
              <p:cNvSpPr/>
              <p:nvPr/>
            </p:nvSpPr>
            <p:spPr>
              <a:xfrm>
                <a:off x="465985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5" name="pg371">
                <a:extLst>
                  <a:ext uri="{FF2B5EF4-FFF2-40B4-BE49-F238E27FC236}">
                    <a16:creationId xmlns:a16="http://schemas.microsoft.com/office/drawing/2014/main" id="{01FA897A-86F8-4BC7-87F2-49FD782F5B41}"/>
                  </a:ext>
                </a:extLst>
              </p:cNvPr>
              <p:cNvSpPr/>
              <p:nvPr/>
            </p:nvSpPr>
            <p:spPr>
              <a:xfrm>
                <a:off x="286824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6" name="pg372">
                <a:extLst>
                  <a:ext uri="{FF2B5EF4-FFF2-40B4-BE49-F238E27FC236}">
                    <a16:creationId xmlns:a16="http://schemas.microsoft.com/office/drawing/2014/main" id="{84052FF3-E534-6984-E7EF-49A00228EDB3}"/>
                  </a:ext>
                </a:extLst>
              </p:cNvPr>
              <p:cNvSpPr/>
              <p:nvPr/>
            </p:nvSpPr>
            <p:spPr>
              <a:xfrm>
                <a:off x="2949678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7" name="pg373">
                <a:extLst>
                  <a:ext uri="{FF2B5EF4-FFF2-40B4-BE49-F238E27FC236}">
                    <a16:creationId xmlns:a16="http://schemas.microsoft.com/office/drawing/2014/main" id="{EDAF6051-666A-2E8B-5C36-20B07642BC7C}"/>
                  </a:ext>
                </a:extLst>
              </p:cNvPr>
              <p:cNvSpPr/>
              <p:nvPr/>
            </p:nvSpPr>
            <p:spPr>
              <a:xfrm>
                <a:off x="3031116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8" name="pg374">
                <a:extLst>
                  <a:ext uri="{FF2B5EF4-FFF2-40B4-BE49-F238E27FC236}">
                    <a16:creationId xmlns:a16="http://schemas.microsoft.com/office/drawing/2014/main" id="{B011B440-ABD8-76FE-B41E-83A94471AFD8}"/>
                  </a:ext>
                </a:extLst>
              </p:cNvPr>
              <p:cNvSpPr/>
              <p:nvPr/>
            </p:nvSpPr>
            <p:spPr>
              <a:xfrm>
                <a:off x="3112553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9" name="pg375">
                <a:extLst>
                  <a:ext uri="{FF2B5EF4-FFF2-40B4-BE49-F238E27FC236}">
                    <a16:creationId xmlns:a16="http://schemas.microsoft.com/office/drawing/2014/main" id="{6E5F3B00-CD82-8BB0-97A0-B03D2FAFFC4A}"/>
                  </a:ext>
                </a:extLst>
              </p:cNvPr>
              <p:cNvSpPr/>
              <p:nvPr/>
            </p:nvSpPr>
            <p:spPr>
              <a:xfrm>
                <a:off x="3193990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0" name="pg376">
                <a:extLst>
                  <a:ext uri="{FF2B5EF4-FFF2-40B4-BE49-F238E27FC236}">
                    <a16:creationId xmlns:a16="http://schemas.microsoft.com/office/drawing/2014/main" id="{1FCF86E7-A0A0-6C93-5E26-9281301BC9BB}"/>
                  </a:ext>
                </a:extLst>
              </p:cNvPr>
              <p:cNvSpPr/>
              <p:nvPr/>
            </p:nvSpPr>
            <p:spPr>
              <a:xfrm>
                <a:off x="3275427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1" name="pg377">
                <a:extLst>
                  <a:ext uri="{FF2B5EF4-FFF2-40B4-BE49-F238E27FC236}">
                    <a16:creationId xmlns:a16="http://schemas.microsoft.com/office/drawing/2014/main" id="{B19FAE3E-4CFA-D906-53B2-EBA6A7DEE40A}"/>
                  </a:ext>
                </a:extLst>
              </p:cNvPr>
              <p:cNvSpPr/>
              <p:nvPr/>
            </p:nvSpPr>
            <p:spPr>
              <a:xfrm>
                <a:off x="3356864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2" name="pg378">
                <a:extLst>
                  <a:ext uri="{FF2B5EF4-FFF2-40B4-BE49-F238E27FC236}">
                    <a16:creationId xmlns:a16="http://schemas.microsoft.com/office/drawing/2014/main" id="{29247D7D-97BE-B520-D9C4-4D320BE85DF8}"/>
                  </a:ext>
                </a:extLst>
              </p:cNvPr>
              <p:cNvSpPr/>
              <p:nvPr/>
            </p:nvSpPr>
            <p:spPr>
              <a:xfrm>
                <a:off x="343830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3" name="pg379">
                <a:extLst>
                  <a:ext uri="{FF2B5EF4-FFF2-40B4-BE49-F238E27FC236}">
                    <a16:creationId xmlns:a16="http://schemas.microsoft.com/office/drawing/2014/main" id="{FBE2F3B5-8F5A-70D6-9A43-6513B3AD7FDE}"/>
                  </a:ext>
                </a:extLst>
              </p:cNvPr>
              <p:cNvSpPr/>
              <p:nvPr/>
            </p:nvSpPr>
            <p:spPr>
              <a:xfrm>
                <a:off x="3519738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4" name="pg380">
                <a:extLst>
                  <a:ext uri="{FF2B5EF4-FFF2-40B4-BE49-F238E27FC236}">
                    <a16:creationId xmlns:a16="http://schemas.microsoft.com/office/drawing/2014/main" id="{2AB1FEB2-2252-A380-ED6A-F77905AB1BBB}"/>
                  </a:ext>
                </a:extLst>
              </p:cNvPr>
              <p:cNvSpPr/>
              <p:nvPr/>
            </p:nvSpPr>
            <p:spPr>
              <a:xfrm>
                <a:off x="3601176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5" name="pg381">
                <a:extLst>
                  <a:ext uri="{FF2B5EF4-FFF2-40B4-BE49-F238E27FC236}">
                    <a16:creationId xmlns:a16="http://schemas.microsoft.com/office/drawing/2014/main" id="{B9BB7DFC-5F25-4FD0-F0A8-658BC39C511E}"/>
                  </a:ext>
                </a:extLst>
              </p:cNvPr>
              <p:cNvSpPr/>
              <p:nvPr/>
            </p:nvSpPr>
            <p:spPr>
              <a:xfrm>
                <a:off x="3682613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6" name="pg382">
                <a:extLst>
                  <a:ext uri="{FF2B5EF4-FFF2-40B4-BE49-F238E27FC236}">
                    <a16:creationId xmlns:a16="http://schemas.microsoft.com/office/drawing/2014/main" id="{CC77E152-9C8A-1851-D31F-8DA81E359636}"/>
                  </a:ext>
                </a:extLst>
              </p:cNvPr>
              <p:cNvSpPr/>
              <p:nvPr/>
            </p:nvSpPr>
            <p:spPr>
              <a:xfrm>
                <a:off x="3764050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7" name="pg383">
                <a:extLst>
                  <a:ext uri="{FF2B5EF4-FFF2-40B4-BE49-F238E27FC236}">
                    <a16:creationId xmlns:a16="http://schemas.microsoft.com/office/drawing/2014/main" id="{D7DB8395-0FE6-911F-6395-AC81C2F9E821}"/>
                  </a:ext>
                </a:extLst>
              </p:cNvPr>
              <p:cNvSpPr/>
              <p:nvPr/>
            </p:nvSpPr>
            <p:spPr>
              <a:xfrm>
                <a:off x="3845487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8" name="pg384">
                <a:extLst>
                  <a:ext uri="{FF2B5EF4-FFF2-40B4-BE49-F238E27FC236}">
                    <a16:creationId xmlns:a16="http://schemas.microsoft.com/office/drawing/2014/main" id="{D03962C1-6DA8-0C08-6352-38EEB755DDDC}"/>
                  </a:ext>
                </a:extLst>
              </p:cNvPr>
              <p:cNvSpPr/>
              <p:nvPr/>
            </p:nvSpPr>
            <p:spPr>
              <a:xfrm>
                <a:off x="3926924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9" name="pg385">
                <a:extLst>
                  <a:ext uri="{FF2B5EF4-FFF2-40B4-BE49-F238E27FC236}">
                    <a16:creationId xmlns:a16="http://schemas.microsoft.com/office/drawing/2014/main" id="{130C2DD8-E0EB-14DB-EEBD-5BA370C34792}"/>
                  </a:ext>
                </a:extLst>
              </p:cNvPr>
              <p:cNvSpPr/>
              <p:nvPr/>
            </p:nvSpPr>
            <p:spPr>
              <a:xfrm>
                <a:off x="400836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0" name="pg386">
                <a:extLst>
                  <a:ext uri="{FF2B5EF4-FFF2-40B4-BE49-F238E27FC236}">
                    <a16:creationId xmlns:a16="http://schemas.microsoft.com/office/drawing/2014/main" id="{7BD1EA7E-090C-DC58-AB39-8E530EDD8BE0}"/>
                  </a:ext>
                </a:extLst>
              </p:cNvPr>
              <p:cNvSpPr/>
              <p:nvPr/>
            </p:nvSpPr>
            <p:spPr>
              <a:xfrm>
                <a:off x="4089798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64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1" name="pg387">
                <a:extLst>
                  <a:ext uri="{FF2B5EF4-FFF2-40B4-BE49-F238E27FC236}">
                    <a16:creationId xmlns:a16="http://schemas.microsoft.com/office/drawing/2014/main" id="{9035B8AE-830D-9753-864A-257B6204D409}"/>
                  </a:ext>
                </a:extLst>
              </p:cNvPr>
              <p:cNvSpPr/>
              <p:nvPr/>
            </p:nvSpPr>
            <p:spPr>
              <a:xfrm>
                <a:off x="4171236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2" name="pg388">
                <a:extLst>
                  <a:ext uri="{FF2B5EF4-FFF2-40B4-BE49-F238E27FC236}">
                    <a16:creationId xmlns:a16="http://schemas.microsoft.com/office/drawing/2014/main" id="{ED3CEBEC-447F-089E-D95E-08CEC4A1DAC2}"/>
                  </a:ext>
                </a:extLst>
              </p:cNvPr>
              <p:cNvSpPr/>
              <p:nvPr/>
            </p:nvSpPr>
            <p:spPr>
              <a:xfrm>
                <a:off x="4252673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3" name="pg389">
                <a:extLst>
                  <a:ext uri="{FF2B5EF4-FFF2-40B4-BE49-F238E27FC236}">
                    <a16:creationId xmlns:a16="http://schemas.microsoft.com/office/drawing/2014/main" id="{192F4D82-8857-14D5-6E9E-8F087E598C07}"/>
                  </a:ext>
                </a:extLst>
              </p:cNvPr>
              <p:cNvSpPr/>
              <p:nvPr/>
            </p:nvSpPr>
            <p:spPr>
              <a:xfrm>
                <a:off x="4334110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4" name="pg390">
                <a:extLst>
                  <a:ext uri="{FF2B5EF4-FFF2-40B4-BE49-F238E27FC236}">
                    <a16:creationId xmlns:a16="http://schemas.microsoft.com/office/drawing/2014/main" id="{EFDFE353-F4C6-9CBC-928D-67ED8AA52E53}"/>
                  </a:ext>
                </a:extLst>
              </p:cNvPr>
              <p:cNvSpPr/>
              <p:nvPr/>
            </p:nvSpPr>
            <p:spPr>
              <a:xfrm>
                <a:off x="4415547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5" name="pg391">
                <a:extLst>
                  <a:ext uri="{FF2B5EF4-FFF2-40B4-BE49-F238E27FC236}">
                    <a16:creationId xmlns:a16="http://schemas.microsoft.com/office/drawing/2014/main" id="{F6DFCA77-FE58-CAC1-4071-31BD8FE83CDF}"/>
                  </a:ext>
                </a:extLst>
              </p:cNvPr>
              <p:cNvSpPr/>
              <p:nvPr/>
            </p:nvSpPr>
            <p:spPr>
              <a:xfrm>
                <a:off x="4496984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6" name="pg392">
                <a:extLst>
                  <a:ext uri="{FF2B5EF4-FFF2-40B4-BE49-F238E27FC236}">
                    <a16:creationId xmlns:a16="http://schemas.microsoft.com/office/drawing/2014/main" id="{3330FB7B-298F-420C-A695-1042C4FA109F}"/>
                  </a:ext>
                </a:extLst>
              </p:cNvPr>
              <p:cNvSpPr/>
              <p:nvPr/>
            </p:nvSpPr>
            <p:spPr>
              <a:xfrm>
                <a:off x="457842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C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7" name="pg393">
                <a:extLst>
                  <a:ext uri="{FF2B5EF4-FFF2-40B4-BE49-F238E27FC236}">
                    <a16:creationId xmlns:a16="http://schemas.microsoft.com/office/drawing/2014/main" id="{51C04A24-D3CA-B754-3107-5472EFBFDD0E}"/>
                  </a:ext>
                </a:extLst>
              </p:cNvPr>
              <p:cNvSpPr/>
              <p:nvPr/>
            </p:nvSpPr>
            <p:spPr>
              <a:xfrm>
                <a:off x="2868241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7AA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8" name="pg394">
                <a:extLst>
                  <a:ext uri="{FF2B5EF4-FFF2-40B4-BE49-F238E27FC236}">
                    <a16:creationId xmlns:a16="http://schemas.microsoft.com/office/drawing/2014/main" id="{A544E218-F096-E47F-61CE-C0F9356E7C65}"/>
                  </a:ext>
                </a:extLst>
              </p:cNvPr>
              <p:cNvSpPr/>
              <p:nvPr/>
            </p:nvSpPr>
            <p:spPr>
              <a:xfrm>
                <a:off x="2949678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9" name="pg395">
                <a:extLst>
                  <a:ext uri="{FF2B5EF4-FFF2-40B4-BE49-F238E27FC236}">
                    <a16:creationId xmlns:a16="http://schemas.microsoft.com/office/drawing/2014/main" id="{E54CA0D1-12F4-9233-BB14-8BBC7B555BEB}"/>
                  </a:ext>
                </a:extLst>
              </p:cNvPr>
              <p:cNvSpPr/>
              <p:nvPr/>
            </p:nvSpPr>
            <p:spPr>
              <a:xfrm>
                <a:off x="3031116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0" name="pg396">
                <a:extLst>
                  <a:ext uri="{FF2B5EF4-FFF2-40B4-BE49-F238E27FC236}">
                    <a16:creationId xmlns:a16="http://schemas.microsoft.com/office/drawing/2014/main" id="{3A3914DE-4213-424A-56BB-F15F3A202103}"/>
                  </a:ext>
                </a:extLst>
              </p:cNvPr>
              <p:cNvSpPr/>
              <p:nvPr/>
            </p:nvSpPr>
            <p:spPr>
              <a:xfrm>
                <a:off x="3112553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1" name="pg397">
                <a:extLst>
                  <a:ext uri="{FF2B5EF4-FFF2-40B4-BE49-F238E27FC236}">
                    <a16:creationId xmlns:a16="http://schemas.microsoft.com/office/drawing/2014/main" id="{F84EDE43-47E8-7777-4920-E610AD0FF5D4}"/>
                  </a:ext>
                </a:extLst>
              </p:cNvPr>
              <p:cNvSpPr/>
              <p:nvPr/>
            </p:nvSpPr>
            <p:spPr>
              <a:xfrm>
                <a:off x="3193990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2" name="pg398">
                <a:extLst>
                  <a:ext uri="{FF2B5EF4-FFF2-40B4-BE49-F238E27FC236}">
                    <a16:creationId xmlns:a16="http://schemas.microsoft.com/office/drawing/2014/main" id="{33BEA4B8-8B02-7871-8AC4-1432FBF19572}"/>
                  </a:ext>
                </a:extLst>
              </p:cNvPr>
              <p:cNvSpPr/>
              <p:nvPr/>
            </p:nvSpPr>
            <p:spPr>
              <a:xfrm>
                <a:off x="3275427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3" name="pg399">
                <a:extLst>
                  <a:ext uri="{FF2B5EF4-FFF2-40B4-BE49-F238E27FC236}">
                    <a16:creationId xmlns:a16="http://schemas.microsoft.com/office/drawing/2014/main" id="{01330C9C-7DA9-7D7E-A87B-B1B861DA79F8}"/>
                  </a:ext>
                </a:extLst>
              </p:cNvPr>
              <p:cNvSpPr/>
              <p:nvPr/>
            </p:nvSpPr>
            <p:spPr>
              <a:xfrm>
                <a:off x="3356864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4" name="pg400">
                <a:extLst>
                  <a:ext uri="{FF2B5EF4-FFF2-40B4-BE49-F238E27FC236}">
                    <a16:creationId xmlns:a16="http://schemas.microsoft.com/office/drawing/2014/main" id="{45AE1D5F-BCE8-5F48-CC7A-60BAD29E9621}"/>
                  </a:ext>
                </a:extLst>
              </p:cNvPr>
              <p:cNvSpPr/>
              <p:nvPr/>
            </p:nvSpPr>
            <p:spPr>
              <a:xfrm>
                <a:off x="3438301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5" name="pg401">
                <a:extLst>
                  <a:ext uri="{FF2B5EF4-FFF2-40B4-BE49-F238E27FC236}">
                    <a16:creationId xmlns:a16="http://schemas.microsoft.com/office/drawing/2014/main" id="{470FE55C-7225-6C18-1A31-A78AC70FCC28}"/>
                  </a:ext>
                </a:extLst>
              </p:cNvPr>
              <p:cNvSpPr/>
              <p:nvPr/>
            </p:nvSpPr>
            <p:spPr>
              <a:xfrm>
                <a:off x="3519738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6" name="pg402">
                <a:extLst>
                  <a:ext uri="{FF2B5EF4-FFF2-40B4-BE49-F238E27FC236}">
                    <a16:creationId xmlns:a16="http://schemas.microsoft.com/office/drawing/2014/main" id="{A043AB66-521A-8E90-83B5-219B8FE89F2A}"/>
                  </a:ext>
                </a:extLst>
              </p:cNvPr>
              <p:cNvSpPr/>
              <p:nvPr/>
            </p:nvSpPr>
            <p:spPr>
              <a:xfrm>
                <a:off x="3601176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7" name="pg403">
                <a:extLst>
                  <a:ext uri="{FF2B5EF4-FFF2-40B4-BE49-F238E27FC236}">
                    <a16:creationId xmlns:a16="http://schemas.microsoft.com/office/drawing/2014/main" id="{76EA0E00-55E3-5AB5-4D58-FD453BB7BB68}"/>
                  </a:ext>
                </a:extLst>
              </p:cNvPr>
              <p:cNvSpPr/>
              <p:nvPr/>
            </p:nvSpPr>
            <p:spPr>
              <a:xfrm>
                <a:off x="3682613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8" name="pg404">
                <a:extLst>
                  <a:ext uri="{FF2B5EF4-FFF2-40B4-BE49-F238E27FC236}">
                    <a16:creationId xmlns:a16="http://schemas.microsoft.com/office/drawing/2014/main" id="{8471E870-9415-D4BE-09AB-C03BC1928379}"/>
                  </a:ext>
                </a:extLst>
              </p:cNvPr>
              <p:cNvSpPr/>
              <p:nvPr/>
            </p:nvSpPr>
            <p:spPr>
              <a:xfrm>
                <a:off x="3764050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9" name="pg405">
                <a:extLst>
                  <a:ext uri="{FF2B5EF4-FFF2-40B4-BE49-F238E27FC236}">
                    <a16:creationId xmlns:a16="http://schemas.microsoft.com/office/drawing/2014/main" id="{2016EC17-19FA-B0B7-C2F4-E710C0677FBE}"/>
                  </a:ext>
                </a:extLst>
              </p:cNvPr>
              <p:cNvSpPr/>
              <p:nvPr/>
            </p:nvSpPr>
            <p:spPr>
              <a:xfrm>
                <a:off x="3845487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0" name="pg406">
                <a:extLst>
                  <a:ext uri="{FF2B5EF4-FFF2-40B4-BE49-F238E27FC236}">
                    <a16:creationId xmlns:a16="http://schemas.microsoft.com/office/drawing/2014/main" id="{875A1FB0-555E-EC3B-3449-0092EA7EACCE}"/>
                  </a:ext>
                </a:extLst>
              </p:cNvPr>
              <p:cNvSpPr/>
              <p:nvPr/>
            </p:nvSpPr>
            <p:spPr>
              <a:xfrm>
                <a:off x="3926924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1" name="pg407">
                <a:extLst>
                  <a:ext uri="{FF2B5EF4-FFF2-40B4-BE49-F238E27FC236}">
                    <a16:creationId xmlns:a16="http://schemas.microsoft.com/office/drawing/2014/main" id="{3B43890E-81E3-7372-FD90-88EDD481A7B6}"/>
                  </a:ext>
                </a:extLst>
              </p:cNvPr>
              <p:cNvSpPr/>
              <p:nvPr/>
            </p:nvSpPr>
            <p:spPr>
              <a:xfrm>
                <a:off x="4008361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68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2" name="pg408">
                <a:extLst>
                  <a:ext uri="{FF2B5EF4-FFF2-40B4-BE49-F238E27FC236}">
                    <a16:creationId xmlns:a16="http://schemas.microsoft.com/office/drawing/2014/main" id="{A30C63FD-2A77-48BD-55AD-21A20942305E}"/>
                  </a:ext>
                </a:extLst>
              </p:cNvPr>
              <p:cNvSpPr/>
              <p:nvPr/>
            </p:nvSpPr>
            <p:spPr>
              <a:xfrm>
                <a:off x="4089798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3" name="pg409">
                <a:extLst>
                  <a:ext uri="{FF2B5EF4-FFF2-40B4-BE49-F238E27FC236}">
                    <a16:creationId xmlns:a16="http://schemas.microsoft.com/office/drawing/2014/main" id="{DEEB01B6-39A7-420F-9D41-99AC92A63855}"/>
                  </a:ext>
                </a:extLst>
              </p:cNvPr>
              <p:cNvSpPr/>
              <p:nvPr/>
            </p:nvSpPr>
            <p:spPr>
              <a:xfrm>
                <a:off x="4171236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4" name="pg410">
                <a:extLst>
                  <a:ext uri="{FF2B5EF4-FFF2-40B4-BE49-F238E27FC236}">
                    <a16:creationId xmlns:a16="http://schemas.microsoft.com/office/drawing/2014/main" id="{497A760E-A82C-0B1E-F23A-1162FB8BE5C0}"/>
                  </a:ext>
                </a:extLst>
              </p:cNvPr>
              <p:cNvSpPr/>
              <p:nvPr/>
            </p:nvSpPr>
            <p:spPr>
              <a:xfrm>
                <a:off x="4252673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5" name="pg411">
                <a:extLst>
                  <a:ext uri="{FF2B5EF4-FFF2-40B4-BE49-F238E27FC236}">
                    <a16:creationId xmlns:a16="http://schemas.microsoft.com/office/drawing/2014/main" id="{639D9BF5-7739-2DF3-3B88-25EA06B818C2}"/>
                  </a:ext>
                </a:extLst>
              </p:cNvPr>
              <p:cNvSpPr/>
              <p:nvPr/>
            </p:nvSpPr>
            <p:spPr>
              <a:xfrm>
                <a:off x="4334110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6" name="pg412">
                <a:extLst>
                  <a:ext uri="{FF2B5EF4-FFF2-40B4-BE49-F238E27FC236}">
                    <a16:creationId xmlns:a16="http://schemas.microsoft.com/office/drawing/2014/main" id="{56B2A9F2-42BD-8A4E-5F9E-5A4E7D8545E2}"/>
                  </a:ext>
                </a:extLst>
              </p:cNvPr>
              <p:cNvSpPr/>
              <p:nvPr/>
            </p:nvSpPr>
            <p:spPr>
              <a:xfrm>
                <a:off x="4415547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7" name="pg413">
                <a:extLst>
                  <a:ext uri="{FF2B5EF4-FFF2-40B4-BE49-F238E27FC236}">
                    <a16:creationId xmlns:a16="http://schemas.microsoft.com/office/drawing/2014/main" id="{747F14B0-382B-1ED7-BFF4-03704EBB1484}"/>
                  </a:ext>
                </a:extLst>
              </p:cNvPr>
              <p:cNvSpPr/>
              <p:nvPr/>
            </p:nvSpPr>
            <p:spPr>
              <a:xfrm>
                <a:off x="4496984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8" name="pg414">
                <a:extLst>
                  <a:ext uri="{FF2B5EF4-FFF2-40B4-BE49-F238E27FC236}">
                    <a16:creationId xmlns:a16="http://schemas.microsoft.com/office/drawing/2014/main" id="{282B4F06-7783-8896-7BAD-919B5356684B}"/>
                  </a:ext>
                </a:extLst>
              </p:cNvPr>
              <p:cNvSpPr/>
              <p:nvPr/>
            </p:nvSpPr>
            <p:spPr>
              <a:xfrm>
                <a:off x="3031116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9" name="pg415">
                <a:extLst>
                  <a:ext uri="{FF2B5EF4-FFF2-40B4-BE49-F238E27FC236}">
                    <a16:creationId xmlns:a16="http://schemas.microsoft.com/office/drawing/2014/main" id="{8EF44188-3ED0-8FE6-C422-EECF5FE444B7}"/>
                  </a:ext>
                </a:extLst>
              </p:cNvPr>
              <p:cNvSpPr/>
              <p:nvPr/>
            </p:nvSpPr>
            <p:spPr>
              <a:xfrm>
                <a:off x="3112553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0" name="pg416">
                <a:extLst>
                  <a:ext uri="{FF2B5EF4-FFF2-40B4-BE49-F238E27FC236}">
                    <a16:creationId xmlns:a16="http://schemas.microsoft.com/office/drawing/2014/main" id="{04E78912-9AA0-3A54-703B-B7FD8AA93A48}"/>
                  </a:ext>
                </a:extLst>
              </p:cNvPr>
              <p:cNvSpPr/>
              <p:nvPr/>
            </p:nvSpPr>
            <p:spPr>
              <a:xfrm>
                <a:off x="3193990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1" name="pg417">
                <a:extLst>
                  <a:ext uri="{FF2B5EF4-FFF2-40B4-BE49-F238E27FC236}">
                    <a16:creationId xmlns:a16="http://schemas.microsoft.com/office/drawing/2014/main" id="{B00DC46A-3349-9823-7D76-04906A1B9799}"/>
                  </a:ext>
                </a:extLst>
              </p:cNvPr>
              <p:cNvSpPr/>
              <p:nvPr/>
            </p:nvSpPr>
            <p:spPr>
              <a:xfrm>
                <a:off x="3275427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2" name="pg418">
                <a:extLst>
                  <a:ext uri="{FF2B5EF4-FFF2-40B4-BE49-F238E27FC236}">
                    <a16:creationId xmlns:a16="http://schemas.microsoft.com/office/drawing/2014/main" id="{B9124B7B-50D4-EEC2-4EA4-B412289D99EB}"/>
                  </a:ext>
                </a:extLst>
              </p:cNvPr>
              <p:cNvSpPr/>
              <p:nvPr/>
            </p:nvSpPr>
            <p:spPr>
              <a:xfrm>
                <a:off x="3356864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3" name="pg419">
                <a:extLst>
                  <a:ext uri="{FF2B5EF4-FFF2-40B4-BE49-F238E27FC236}">
                    <a16:creationId xmlns:a16="http://schemas.microsoft.com/office/drawing/2014/main" id="{0A12D9E1-C8D3-640F-09A5-FDFF96486B5B}"/>
                  </a:ext>
                </a:extLst>
              </p:cNvPr>
              <p:cNvSpPr/>
              <p:nvPr/>
            </p:nvSpPr>
            <p:spPr>
              <a:xfrm>
                <a:off x="3438301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4" name="pg420">
                <a:extLst>
                  <a:ext uri="{FF2B5EF4-FFF2-40B4-BE49-F238E27FC236}">
                    <a16:creationId xmlns:a16="http://schemas.microsoft.com/office/drawing/2014/main" id="{22F3154E-2905-7465-8A67-DBC1CC2636C4}"/>
                  </a:ext>
                </a:extLst>
              </p:cNvPr>
              <p:cNvSpPr/>
              <p:nvPr/>
            </p:nvSpPr>
            <p:spPr>
              <a:xfrm>
                <a:off x="3519738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5" name="pg421">
                <a:extLst>
                  <a:ext uri="{FF2B5EF4-FFF2-40B4-BE49-F238E27FC236}">
                    <a16:creationId xmlns:a16="http://schemas.microsoft.com/office/drawing/2014/main" id="{41B1B34C-B4AB-2330-1EE2-C5C30BA9CC92}"/>
                  </a:ext>
                </a:extLst>
              </p:cNvPr>
              <p:cNvSpPr/>
              <p:nvPr/>
            </p:nvSpPr>
            <p:spPr>
              <a:xfrm>
                <a:off x="3601176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6" name="pg422">
                <a:extLst>
                  <a:ext uri="{FF2B5EF4-FFF2-40B4-BE49-F238E27FC236}">
                    <a16:creationId xmlns:a16="http://schemas.microsoft.com/office/drawing/2014/main" id="{8EBA579C-309B-D848-6AA2-262C876BC327}"/>
                  </a:ext>
                </a:extLst>
              </p:cNvPr>
              <p:cNvSpPr/>
              <p:nvPr/>
            </p:nvSpPr>
            <p:spPr>
              <a:xfrm>
                <a:off x="3682613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7" name="pg423">
                <a:extLst>
                  <a:ext uri="{FF2B5EF4-FFF2-40B4-BE49-F238E27FC236}">
                    <a16:creationId xmlns:a16="http://schemas.microsoft.com/office/drawing/2014/main" id="{666E1E7C-F7D5-34DB-384E-C57B286FF52E}"/>
                  </a:ext>
                </a:extLst>
              </p:cNvPr>
              <p:cNvSpPr/>
              <p:nvPr/>
            </p:nvSpPr>
            <p:spPr>
              <a:xfrm>
                <a:off x="3764050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8" name="pg424">
                <a:extLst>
                  <a:ext uri="{FF2B5EF4-FFF2-40B4-BE49-F238E27FC236}">
                    <a16:creationId xmlns:a16="http://schemas.microsoft.com/office/drawing/2014/main" id="{D7BF17F0-14E9-F7ED-BB24-1543CCADCA40}"/>
                  </a:ext>
                </a:extLst>
              </p:cNvPr>
              <p:cNvSpPr/>
              <p:nvPr/>
            </p:nvSpPr>
            <p:spPr>
              <a:xfrm>
                <a:off x="3845487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9" name="pg425">
                <a:extLst>
                  <a:ext uri="{FF2B5EF4-FFF2-40B4-BE49-F238E27FC236}">
                    <a16:creationId xmlns:a16="http://schemas.microsoft.com/office/drawing/2014/main" id="{04BC6BE1-FDCD-2FE7-94E4-25B3544F760A}"/>
                  </a:ext>
                </a:extLst>
              </p:cNvPr>
              <p:cNvSpPr/>
              <p:nvPr/>
            </p:nvSpPr>
            <p:spPr>
              <a:xfrm>
                <a:off x="3926924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C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0" name="pg426">
                <a:extLst>
                  <a:ext uri="{FF2B5EF4-FFF2-40B4-BE49-F238E27FC236}">
                    <a16:creationId xmlns:a16="http://schemas.microsoft.com/office/drawing/2014/main" id="{162ED2B2-E41B-DDB7-63AD-F37F1B1104E3}"/>
                  </a:ext>
                </a:extLst>
              </p:cNvPr>
              <p:cNvSpPr/>
              <p:nvPr/>
            </p:nvSpPr>
            <p:spPr>
              <a:xfrm>
                <a:off x="4008361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1" name="pg427">
                <a:extLst>
                  <a:ext uri="{FF2B5EF4-FFF2-40B4-BE49-F238E27FC236}">
                    <a16:creationId xmlns:a16="http://schemas.microsoft.com/office/drawing/2014/main" id="{17B27F03-8F5F-BE5F-6CDE-C8D23285D6F9}"/>
                  </a:ext>
                </a:extLst>
              </p:cNvPr>
              <p:cNvSpPr/>
              <p:nvPr/>
            </p:nvSpPr>
            <p:spPr>
              <a:xfrm>
                <a:off x="4089798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2" name="pg428">
                <a:extLst>
                  <a:ext uri="{FF2B5EF4-FFF2-40B4-BE49-F238E27FC236}">
                    <a16:creationId xmlns:a16="http://schemas.microsoft.com/office/drawing/2014/main" id="{0FFF55B2-C083-916A-EF5C-0EEF5B722ACE}"/>
                  </a:ext>
                </a:extLst>
              </p:cNvPr>
              <p:cNvSpPr/>
              <p:nvPr/>
            </p:nvSpPr>
            <p:spPr>
              <a:xfrm>
                <a:off x="4171236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3" name="pg429">
                <a:extLst>
                  <a:ext uri="{FF2B5EF4-FFF2-40B4-BE49-F238E27FC236}">
                    <a16:creationId xmlns:a16="http://schemas.microsoft.com/office/drawing/2014/main" id="{8C37B40E-248B-21D4-143B-0F8E6ECAB347}"/>
                  </a:ext>
                </a:extLst>
              </p:cNvPr>
              <p:cNvSpPr/>
              <p:nvPr/>
            </p:nvSpPr>
            <p:spPr>
              <a:xfrm>
                <a:off x="4252673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4" name="pg430">
                <a:extLst>
                  <a:ext uri="{FF2B5EF4-FFF2-40B4-BE49-F238E27FC236}">
                    <a16:creationId xmlns:a16="http://schemas.microsoft.com/office/drawing/2014/main" id="{B7CC89DF-BE65-3B11-CC2E-F9CC0D7BB83C}"/>
                  </a:ext>
                </a:extLst>
              </p:cNvPr>
              <p:cNvSpPr/>
              <p:nvPr/>
            </p:nvSpPr>
            <p:spPr>
              <a:xfrm>
                <a:off x="4334110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6E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5" name="pg431">
                <a:extLst>
                  <a:ext uri="{FF2B5EF4-FFF2-40B4-BE49-F238E27FC236}">
                    <a16:creationId xmlns:a16="http://schemas.microsoft.com/office/drawing/2014/main" id="{2D09E585-F928-3CD8-2964-E8601F07B63C}"/>
                  </a:ext>
                </a:extLst>
              </p:cNvPr>
              <p:cNvSpPr/>
              <p:nvPr/>
            </p:nvSpPr>
            <p:spPr>
              <a:xfrm>
                <a:off x="4415547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6" name="pg432">
                <a:extLst>
                  <a:ext uri="{FF2B5EF4-FFF2-40B4-BE49-F238E27FC236}">
                    <a16:creationId xmlns:a16="http://schemas.microsoft.com/office/drawing/2014/main" id="{DFD9318D-EAC5-A9EB-6718-F6713B684B42}"/>
                  </a:ext>
                </a:extLst>
              </p:cNvPr>
              <p:cNvSpPr/>
              <p:nvPr/>
            </p:nvSpPr>
            <p:spPr>
              <a:xfrm>
                <a:off x="3112553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7" name="pg433">
                <a:extLst>
                  <a:ext uri="{FF2B5EF4-FFF2-40B4-BE49-F238E27FC236}">
                    <a16:creationId xmlns:a16="http://schemas.microsoft.com/office/drawing/2014/main" id="{71E091AE-9FF3-6082-CCC9-A4C0073F588C}"/>
                  </a:ext>
                </a:extLst>
              </p:cNvPr>
              <p:cNvSpPr/>
              <p:nvPr/>
            </p:nvSpPr>
            <p:spPr>
              <a:xfrm>
                <a:off x="3193990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8" name="pg434">
                <a:extLst>
                  <a:ext uri="{FF2B5EF4-FFF2-40B4-BE49-F238E27FC236}">
                    <a16:creationId xmlns:a16="http://schemas.microsoft.com/office/drawing/2014/main" id="{364EF70D-10F4-01C7-4648-0CE357CE41C2}"/>
                  </a:ext>
                </a:extLst>
              </p:cNvPr>
              <p:cNvSpPr/>
              <p:nvPr/>
            </p:nvSpPr>
            <p:spPr>
              <a:xfrm>
                <a:off x="3275427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DAB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9" name="pg435">
                <a:extLst>
                  <a:ext uri="{FF2B5EF4-FFF2-40B4-BE49-F238E27FC236}">
                    <a16:creationId xmlns:a16="http://schemas.microsoft.com/office/drawing/2014/main" id="{6E73D9D5-7140-DD2E-009D-6D046A02EB86}"/>
                  </a:ext>
                </a:extLst>
              </p:cNvPr>
              <p:cNvSpPr/>
              <p:nvPr/>
            </p:nvSpPr>
            <p:spPr>
              <a:xfrm>
                <a:off x="3356864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0" name="pg436">
                <a:extLst>
                  <a:ext uri="{FF2B5EF4-FFF2-40B4-BE49-F238E27FC236}">
                    <a16:creationId xmlns:a16="http://schemas.microsoft.com/office/drawing/2014/main" id="{4B2A2F20-8D88-FCEB-38DF-864AE409EFBA}"/>
                  </a:ext>
                </a:extLst>
              </p:cNvPr>
              <p:cNvSpPr/>
              <p:nvPr/>
            </p:nvSpPr>
            <p:spPr>
              <a:xfrm>
                <a:off x="3438301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1" name="pg437">
                <a:extLst>
                  <a:ext uri="{FF2B5EF4-FFF2-40B4-BE49-F238E27FC236}">
                    <a16:creationId xmlns:a16="http://schemas.microsoft.com/office/drawing/2014/main" id="{92C33A6C-2E07-C7F5-FF29-D289AB889919}"/>
                  </a:ext>
                </a:extLst>
              </p:cNvPr>
              <p:cNvSpPr/>
              <p:nvPr/>
            </p:nvSpPr>
            <p:spPr>
              <a:xfrm>
                <a:off x="3519738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2" name="pg438">
                <a:extLst>
                  <a:ext uri="{FF2B5EF4-FFF2-40B4-BE49-F238E27FC236}">
                    <a16:creationId xmlns:a16="http://schemas.microsoft.com/office/drawing/2014/main" id="{ED77B2C7-70ED-B30D-C5F7-4FFA8F6F8AB9}"/>
                  </a:ext>
                </a:extLst>
              </p:cNvPr>
              <p:cNvSpPr/>
              <p:nvPr/>
            </p:nvSpPr>
            <p:spPr>
              <a:xfrm>
                <a:off x="3601176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3" name="pg439">
                <a:extLst>
                  <a:ext uri="{FF2B5EF4-FFF2-40B4-BE49-F238E27FC236}">
                    <a16:creationId xmlns:a16="http://schemas.microsoft.com/office/drawing/2014/main" id="{864CD202-9B9C-01D2-298F-9591227D221E}"/>
                  </a:ext>
                </a:extLst>
              </p:cNvPr>
              <p:cNvSpPr/>
              <p:nvPr/>
            </p:nvSpPr>
            <p:spPr>
              <a:xfrm>
                <a:off x="3682613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4" name="pg440">
                <a:extLst>
                  <a:ext uri="{FF2B5EF4-FFF2-40B4-BE49-F238E27FC236}">
                    <a16:creationId xmlns:a16="http://schemas.microsoft.com/office/drawing/2014/main" id="{3416385A-82E4-B3DC-EF12-EC3A2DC59A5D}"/>
                  </a:ext>
                </a:extLst>
              </p:cNvPr>
              <p:cNvSpPr/>
              <p:nvPr/>
            </p:nvSpPr>
            <p:spPr>
              <a:xfrm>
                <a:off x="3764050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6DD1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5" name="pg441">
                <a:extLst>
                  <a:ext uri="{FF2B5EF4-FFF2-40B4-BE49-F238E27FC236}">
                    <a16:creationId xmlns:a16="http://schemas.microsoft.com/office/drawing/2014/main" id="{D18288BD-D563-CCA8-11FC-FBC63373A69A}"/>
                  </a:ext>
                </a:extLst>
              </p:cNvPr>
              <p:cNvSpPr/>
              <p:nvPr/>
            </p:nvSpPr>
            <p:spPr>
              <a:xfrm>
                <a:off x="3845487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6" name="pg442">
                <a:extLst>
                  <a:ext uri="{FF2B5EF4-FFF2-40B4-BE49-F238E27FC236}">
                    <a16:creationId xmlns:a16="http://schemas.microsoft.com/office/drawing/2014/main" id="{F1615CB7-2722-F2F2-2937-8CA63B42FB57}"/>
                  </a:ext>
                </a:extLst>
              </p:cNvPr>
              <p:cNvSpPr/>
              <p:nvPr/>
            </p:nvSpPr>
            <p:spPr>
              <a:xfrm>
                <a:off x="3926924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7" name="pg443">
                <a:extLst>
                  <a:ext uri="{FF2B5EF4-FFF2-40B4-BE49-F238E27FC236}">
                    <a16:creationId xmlns:a16="http://schemas.microsoft.com/office/drawing/2014/main" id="{4BCF9F72-F9D8-020F-79E6-AE769CD0DB32}"/>
                  </a:ext>
                </a:extLst>
              </p:cNvPr>
              <p:cNvSpPr/>
              <p:nvPr/>
            </p:nvSpPr>
            <p:spPr>
              <a:xfrm>
                <a:off x="4008361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8" name="pg444">
                <a:extLst>
                  <a:ext uri="{FF2B5EF4-FFF2-40B4-BE49-F238E27FC236}">
                    <a16:creationId xmlns:a16="http://schemas.microsoft.com/office/drawing/2014/main" id="{B254892C-DF69-533B-91A3-AE6E07D13F1E}"/>
                  </a:ext>
                </a:extLst>
              </p:cNvPr>
              <p:cNvSpPr/>
              <p:nvPr/>
            </p:nvSpPr>
            <p:spPr>
              <a:xfrm>
                <a:off x="4089798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9" name="pg445">
                <a:extLst>
                  <a:ext uri="{FF2B5EF4-FFF2-40B4-BE49-F238E27FC236}">
                    <a16:creationId xmlns:a16="http://schemas.microsoft.com/office/drawing/2014/main" id="{7C7D827B-AB8E-99C3-EBC7-FF5862B1F72E}"/>
                  </a:ext>
                </a:extLst>
              </p:cNvPr>
              <p:cNvSpPr/>
              <p:nvPr/>
            </p:nvSpPr>
            <p:spPr>
              <a:xfrm>
                <a:off x="4171236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0" name="pg446">
                <a:extLst>
                  <a:ext uri="{FF2B5EF4-FFF2-40B4-BE49-F238E27FC236}">
                    <a16:creationId xmlns:a16="http://schemas.microsoft.com/office/drawing/2014/main" id="{41AA4F41-9E2D-5777-47C2-0CB6DAB5C88D}"/>
                  </a:ext>
                </a:extLst>
              </p:cNvPr>
              <p:cNvSpPr/>
              <p:nvPr/>
            </p:nvSpPr>
            <p:spPr>
              <a:xfrm>
                <a:off x="4252673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1" name="pg447">
                <a:extLst>
                  <a:ext uri="{FF2B5EF4-FFF2-40B4-BE49-F238E27FC236}">
                    <a16:creationId xmlns:a16="http://schemas.microsoft.com/office/drawing/2014/main" id="{30D3945E-0D5C-E983-F694-BD345E06A351}"/>
                  </a:ext>
                </a:extLst>
              </p:cNvPr>
              <p:cNvSpPr/>
              <p:nvPr/>
            </p:nvSpPr>
            <p:spPr>
              <a:xfrm>
                <a:off x="4334110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2" name="pg448">
                <a:extLst>
                  <a:ext uri="{FF2B5EF4-FFF2-40B4-BE49-F238E27FC236}">
                    <a16:creationId xmlns:a16="http://schemas.microsoft.com/office/drawing/2014/main" id="{A0B5F035-4598-71F0-F21A-EF15346B3552}"/>
                  </a:ext>
                </a:extLst>
              </p:cNvPr>
              <p:cNvSpPr/>
              <p:nvPr/>
            </p:nvSpPr>
            <p:spPr>
              <a:xfrm>
                <a:off x="3193990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3" name="pg449">
                <a:extLst>
                  <a:ext uri="{FF2B5EF4-FFF2-40B4-BE49-F238E27FC236}">
                    <a16:creationId xmlns:a16="http://schemas.microsoft.com/office/drawing/2014/main" id="{7C709A01-2CB8-92D7-A968-05DC1DD20FD0}"/>
                  </a:ext>
                </a:extLst>
              </p:cNvPr>
              <p:cNvSpPr/>
              <p:nvPr/>
            </p:nvSpPr>
            <p:spPr>
              <a:xfrm>
                <a:off x="3275427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61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4" name="pg450">
                <a:extLst>
                  <a:ext uri="{FF2B5EF4-FFF2-40B4-BE49-F238E27FC236}">
                    <a16:creationId xmlns:a16="http://schemas.microsoft.com/office/drawing/2014/main" id="{8CEC87AE-2B06-CD88-4222-FDD5D59012CC}"/>
                  </a:ext>
                </a:extLst>
              </p:cNvPr>
              <p:cNvSpPr/>
              <p:nvPr/>
            </p:nvSpPr>
            <p:spPr>
              <a:xfrm>
                <a:off x="3356864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5" name="pg451">
                <a:extLst>
                  <a:ext uri="{FF2B5EF4-FFF2-40B4-BE49-F238E27FC236}">
                    <a16:creationId xmlns:a16="http://schemas.microsoft.com/office/drawing/2014/main" id="{9A532E08-C2BD-A47E-C5D7-3949BD72351E}"/>
                  </a:ext>
                </a:extLst>
              </p:cNvPr>
              <p:cNvSpPr/>
              <p:nvPr/>
            </p:nvSpPr>
            <p:spPr>
              <a:xfrm>
                <a:off x="3438301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6" name="pg452">
                <a:extLst>
                  <a:ext uri="{FF2B5EF4-FFF2-40B4-BE49-F238E27FC236}">
                    <a16:creationId xmlns:a16="http://schemas.microsoft.com/office/drawing/2014/main" id="{5587FFCA-CCC7-1AEF-FF15-91812B7055D2}"/>
                  </a:ext>
                </a:extLst>
              </p:cNvPr>
              <p:cNvSpPr/>
              <p:nvPr/>
            </p:nvSpPr>
            <p:spPr>
              <a:xfrm>
                <a:off x="3519738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7" name="pg453">
                <a:extLst>
                  <a:ext uri="{FF2B5EF4-FFF2-40B4-BE49-F238E27FC236}">
                    <a16:creationId xmlns:a16="http://schemas.microsoft.com/office/drawing/2014/main" id="{C8D77EE9-924E-6B94-BA30-5C6548D5BF18}"/>
                  </a:ext>
                </a:extLst>
              </p:cNvPr>
              <p:cNvSpPr/>
              <p:nvPr/>
            </p:nvSpPr>
            <p:spPr>
              <a:xfrm>
                <a:off x="3601176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8" name="pg454">
                <a:extLst>
                  <a:ext uri="{FF2B5EF4-FFF2-40B4-BE49-F238E27FC236}">
                    <a16:creationId xmlns:a16="http://schemas.microsoft.com/office/drawing/2014/main" id="{328DFF6C-50DF-5655-BF7A-F15148C44F61}"/>
                  </a:ext>
                </a:extLst>
              </p:cNvPr>
              <p:cNvSpPr/>
              <p:nvPr/>
            </p:nvSpPr>
            <p:spPr>
              <a:xfrm>
                <a:off x="3682613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9" name="pg455">
                <a:extLst>
                  <a:ext uri="{FF2B5EF4-FFF2-40B4-BE49-F238E27FC236}">
                    <a16:creationId xmlns:a16="http://schemas.microsoft.com/office/drawing/2014/main" id="{D41273FD-7EE2-8C66-EBD6-40CE582F9CE5}"/>
                  </a:ext>
                </a:extLst>
              </p:cNvPr>
              <p:cNvSpPr/>
              <p:nvPr/>
            </p:nvSpPr>
            <p:spPr>
              <a:xfrm>
                <a:off x="3764050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0" name="pg456">
                <a:extLst>
                  <a:ext uri="{FF2B5EF4-FFF2-40B4-BE49-F238E27FC236}">
                    <a16:creationId xmlns:a16="http://schemas.microsoft.com/office/drawing/2014/main" id="{A76661E0-7C00-422B-ABFE-B9B0773ABB97}"/>
                  </a:ext>
                </a:extLst>
              </p:cNvPr>
              <p:cNvSpPr/>
              <p:nvPr/>
            </p:nvSpPr>
            <p:spPr>
              <a:xfrm>
                <a:off x="3845487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1" name="pg457">
                <a:extLst>
                  <a:ext uri="{FF2B5EF4-FFF2-40B4-BE49-F238E27FC236}">
                    <a16:creationId xmlns:a16="http://schemas.microsoft.com/office/drawing/2014/main" id="{9755BFF5-1460-4DE1-04CA-EDEE105BB39A}"/>
                  </a:ext>
                </a:extLst>
              </p:cNvPr>
              <p:cNvSpPr/>
              <p:nvPr/>
            </p:nvSpPr>
            <p:spPr>
              <a:xfrm>
                <a:off x="3926924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2" name="pg458">
                <a:extLst>
                  <a:ext uri="{FF2B5EF4-FFF2-40B4-BE49-F238E27FC236}">
                    <a16:creationId xmlns:a16="http://schemas.microsoft.com/office/drawing/2014/main" id="{8ABB7051-B61C-AA60-9A09-8A595D5D5438}"/>
                  </a:ext>
                </a:extLst>
              </p:cNvPr>
              <p:cNvSpPr/>
              <p:nvPr/>
            </p:nvSpPr>
            <p:spPr>
              <a:xfrm>
                <a:off x="4008361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3" name="pg459">
                <a:extLst>
                  <a:ext uri="{FF2B5EF4-FFF2-40B4-BE49-F238E27FC236}">
                    <a16:creationId xmlns:a16="http://schemas.microsoft.com/office/drawing/2014/main" id="{4FF424D6-6693-46F2-F227-5FF07E5145D1}"/>
                  </a:ext>
                </a:extLst>
              </p:cNvPr>
              <p:cNvSpPr/>
              <p:nvPr/>
            </p:nvSpPr>
            <p:spPr>
              <a:xfrm>
                <a:off x="4089798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4" name="pg460">
                <a:extLst>
                  <a:ext uri="{FF2B5EF4-FFF2-40B4-BE49-F238E27FC236}">
                    <a16:creationId xmlns:a16="http://schemas.microsoft.com/office/drawing/2014/main" id="{C0120B44-75AB-A707-287B-6B74C8D9C86F}"/>
                  </a:ext>
                </a:extLst>
              </p:cNvPr>
              <p:cNvSpPr/>
              <p:nvPr/>
            </p:nvSpPr>
            <p:spPr>
              <a:xfrm>
                <a:off x="4171236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5" name="pg461">
                <a:extLst>
                  <a:ext uri="{FF2B5EF4-FFF2-40B4-BE49-F238E27FC236}">
                    <a16:creationId xmlns:a16="http://schemas.microsoft.com/office/drawing/2014/main" id="{0F20AA73-52FB-7C2C-6E06-18D5993D3FCD}"/>
                  </a:ext>
                </a:extLst>
              </p:cNvPr>
              <p:cNvSpPr/>
              <p:nvPr/>
            </p:nvSpPr>
            <p:spPr>
              <a:xfrm>
                <a:off x="4252673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6" name="pg462">
                <a:extLst>
                  <a:ext uri="{FF2B5EF4-FFF2-40B4-BE49-F238E27FC236}">
                    <a16:creationId xmlns:a16="http://schemas.microsoft.com/office/drawing/2014/main" id="{67CC87A4-485C-7E1A-EF6E-717A5EB63A28}"/>
                  </a:ext>
                </a:extLst>
              </p:cNvPr>
              <p:cNvSpPr/>
              <p:nvPr/>
            </p:nvSpPr>
            <p:spPr>
              <a:xfrm>
                <a:off x="4334110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7" name="pg463">
                <a:extLst>
                  <a:ext uri="{FF2B5EF4-FFF2-40B4-BE49-F238E27FC236}">
                    <a16:creationId xmlns:a16="http://schemas.microsoft.com/office/drawing/2014/main" id="{8C302246-3DDE-9483-C636-0ABCF07654C6}"/>
                  </a:ext>
                </a:extLst>
              </p:cNvPr>
              <p:cNvSpPr/>
              <p:nvPr/>
            </p:nvSpPr>
            <p:spPr>
              <a:xfrm>
                <a:off x="2868241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8" name="pg464">
                <a:extLst>
                  <a:ext uri="{FF2B5EF4-FFF2-40B4-BE49-F238E27FC236}">
                    <a16:creationId xmlns:a16="http://schemas.microsoft.com/office/drawing/2014/main" id="{1C39FEC3-52F5-A02C-A902-A04D440CED94}"/>
                  </a:ext>
                </a:extLst>
              </p:cNvPr>
              <p:cNvSpPr/>
              <p:nvPr/>
            </p:nvSpPr>
            <p:spPr>
              <a:xfrm>
                <a:off x="2949678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9" name="pg465">
                <a:extLst>
                  <a:ext uri="{FF2B5EF4-FFF2-40B4-BE49-F238E27FC236}">
                    <a16:creationId xmlns:a16="http://schemas.microsoft.com/office/drawing/2014/main" id="{F3A63A44-E190-98D7-A9F4-FB1C7BC86324}"/>
                  </a:ext>
                </a:extLst>
              </p:cNvPr>
              <p:cNvSpPr/>
              <p:nvPr/>
            </p:nvSpPr>
            <p:spPr>
              <a:xfrm>
                <a:off x="3031116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0" name="pg466">
                <a:extLst>
                  <a:ext uri="{FF2B5EF4-FFF2-40B4-BE49-F238E27FC236}">
                    <a16:creationId xmlns:a16="http://schemas.microsoft.com/office/drawing/2014/main" id="{47EF4AA6-56F0-41D7-5272-9EFAFEF60B7E}"/>
                  </a:ext>
                </a:extLst>
              </p:cNvPr>
              <p:cNvSpPr/>
              <p:nvPr/>
            </p:nvSpPr>
            <p:spPr>
              <a:xfrm>
                <a:off x="3112553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1" name="pg467">
                <a:extLst>
                  <a:ext uri="{FF2B5EF4-FFF2-40B4-BE49-F238E27FC236}">
                    <a16:creationId xmlns:a16="http://schemas.microsoft.com/office/drawing/2014/main" id="{319D394A-9431-68F6-CB26-FCE40CF21ECC}"/>
                  </a:ext>
                </a:extLst>
              </p:cNvPr>
              <p:cNvSpPr/>
              <p:nvPr/>
            </p:nvSpPr>
            <p:spPr>
              <a:xfrm>
                <a:off x="3193990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2" name="pg468">
                <a:extLst>
                  <a:ext uri="{FF2B5EF4-FFF2-40B4-BE49-F238E27FC236}">
                    <a16:creationId xmlns:a16="http://schemas.microsoft.com/office/drawing/2014/main" id="{D4D868AE-3F77-6B4F-6529-7451C89DE24D}"/>
                  </a:ext>
                </a:extLst>
              </p:cNvPr>
              <p:cNvSpPr/>
              <p:nvPr/>
            </p:nvSpPr>
            <p:spPr>
              <a:xfrm>
                <a:off x="3275427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7D0AE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3" name="pg469">
                <a:extLst>
                  <a:ext uri="{FF2B5EF4-FFF2-40B4-BE49-F238E27FC236}">
                    <a16:creationId xmlns:a16="http://schemas.microsoft.com/office/drawing/2014/main" id="{585E13E5-4C61-65A2-AE13-B1E95D45FC00}"/>
                  </a:ext>
                </a:extLst>
              </p:cNvPr>
              <p:cNvSpPr/>
              <p:nvPr/>
            </p:nvSpPr>
            <p:spPr>
              <a:xfrm>
                <a:off x="3356864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4" name="pg470">
                <a:extLst>
                  <a:ext uri="{FF2B5EF4-FFF2-40B4-BE49-F238E27FC236}">
                    <a16:creationId xmlns:a16="http://schemas.microsoft.com/office/drawing/2014/main" id="{D47E80BB-3634-7D8E-3E0A-FA08D990102E}"/>
                  </a:ext>
                </a:extLst>
              </p:cNvPr>
              <p:cNvSpPr/>
              <p:nvPr/>
            </p:nvSpPr>
            <p:spPr>
              <a:xfrm>
                <a:off x="3438301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5" name="pg471">
                <a:extLst>
                  <a:ext uri="{FF2B5EF4-FFF2-40B4-BE49-F238E27FC236}">
                    <a16:creationId xmlns:a16="http://schemas.microsoft.com/office/drawing/2014/main" id="{F9BEB98F-7163-735A-CFF2-F11EDD3378E2}"/>
                  </a:ext>
                </a:extLst>
              </p:cNvPr>
              <p:cNvSpPr/>
              <p:nvPr/>
            </p:nvSpPr>
            <p:spPr>
              <a:xfrm>
                <a:off x="3519738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7ED6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6" name="pg472">
                <a:extLst>
                  <a:ext uri="{FF2B5EF4-FFF2-40B4-BE49-F238E27FC236}">
                    <a16:creationId xmlns:a16="http://schemas.microsoft.com/office/drawing/2014/main" id="{EC521725-D9CE-6096-155B-FE56CA0E59B6}"/>
                  </a:ext>
                </a:extLst>
              </p:cNvPr>
              <p:cNvSpPr/>
              <p:nvPr/>
            </p:nvSpPr>
            <p:spPr>
              <a:xfrm>
                <a:off x="3601176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7" name="pg473">
                <a:extLst>
                  <a:ext uri="{FF2B5EF4-FFF2-40B4-BE49-F238E27FC236}">
                    <a16:creationId xmlns:a16="http://schemas.microsoft.com/office/drawing/2014/main" id="{0A74CB0E-9786-6C28-6B7F-713F58C42208}"/>
                  </a:ext>
                </a:extLst>
              </p:cNvPr>
              <p:cNvSpPr/>
              <p:nvPr/>
            </p:nvSpPr>
            <p:spPr>
              <a:xfrm>
                <a:off x="3682613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7A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8" name="pg474">
                <a:extLst>
                  <a:ext uri="{FF2B5EF4-FFF2-40B4-BE49-F238E27FC236}">
                    <a16:creationId xmlns:a16="http://schemas.microsoft.com/office/drawing/2014/main" id="{2C989DB7-19A2-39C3-0D5F-2A7D433B01DA}"/>
                  </a:ext>
                </a:extLst>
              </p:cNvPr>
              <p:cNvSpPr/>
              <p:nvPr/>
            </p:nvSpPr>
            <p:spPr>
              <a:xfrm>
                <a:off x="3764050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6CFAE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9" name="pg475">
                <a:extLst>
                  <a:ext uri="{FF2B5EF4-FFF2-40B4-BE49-F238E27FC236}">
                    <a16:creationId xmlns:a16="http://schemas.microsoft.com/office/drawing/2014/main" id="{720AFC2A-6015-625C-A947-FEB949FE9710}"/>
                  </a:ext>
                </a:extLst>
              </p:cNvPr>
              <p:cNvSpPr/>
              <p:nvPr/>
            </p:nvSpPr>
            <p:spPr>
              <a:xfrm>
                <a:off x="3845487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0" name="pg476">
                <a:extLst>
                  <a:ext uri="{FF2B5EF4-FFF2-40B4-BE49-F238E27FC236}">
                    <a16:creationId xmlns:a16="http://schemas.microsoft.com/office/drawing/2014/main" id="{7F55DA17-C636-C40B-648F-C6A6D4407C30}"/>
                  </a:ext>
                </a:extLst>
              </p:cNvPr>
              <p:cNvSpPr/>
              <p:nvPr/>
            </p:nvSpPr>
            <p:spPr>
              <a:xfrm>
                <a:off x="3926924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74D3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1" name="pg477">
                <a:extLst>
                  <a:ext uri="{FF2B5EF4-FFF2-40B4-BE49-F238E27FC236}">
                    <a16:creationId xmlns:a16="http://schemas.microsoft.com/office/drawing/2014/main" id="{D5B1E547-2E03-C852-FAE1-DD8C9DE6842C}"/>
                  </a:ext>
                </a:extLst>
              </p:cNvPr>
              <p:cNvSpPr/>
              <p:nvPr/>
            </p:nvSpPr>
            <p:spPr>
              <a:xfrm>
                <a:off x="4008361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2" name="pg478">
                <a:extLst>
                  <a:ext uri="{FF2B5EF4-FFF2-40B4-BE49-F238E27FC236}">
                    <a16:creationId xmlns:a16="http://schemas.microsoft.com/office/drawing/2014/main" id="{53002516-CFBD-5653-3B4C-BB6C05868855}"/>
                  </a:ext>
                </a:extLst>
              </p:cNvPr>
              <p:cNvSpPr/>
              <p:nvPr/>
            </p:nvSpPr>
            <p:spPr>
              <a:xfrm>
                <a:off x="4089798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3" name="pg479">
                <a:extLst>
                  <a:ext uri="{FF2B5EF4-FFF2-40B4-BE49-F238E27FC236}">
                    <a16:creationId xmlns:a16="http://schemas.microsoft.com/office/drawing/2014/main" id="{1F381D9D-CD71-2242-B09B-C60A743DC995}"/>
                  </a:ext>
                </a:extLst>
              </p:cNvPr>
              <p:cNvSpPr/>
              <p:nvPr/>
            </p:nvSpPr>
            <p:spPr>
              <a:xfrm>
                <a:off x="4171236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4" name="pg480">
                <a:extLst>
                  <a:ext uri="{FF2B5EF4-FFF2-40B4-BE49-F238E27FC236}">
                    <a16:creationId xmlns:a16="http://schemas.microsoft.com/office/drawing/2014/main" id="{317CBD79-151C-D6CB-EA26-66392C1AB3E8}"/>
                  </a:ext>
                </a:extLst>
              </p:cNvPr>
              <p:cNvSpPr/>
              <p:nvPr/>
            </p:nvSpPr>
            <p:spPr>
              <a:xfrm>
                <a:off x="4252673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5" name="pg481">
                <a:extLst>
                  <a:ext uri="{FF2B5EF4-FFF2-40B4-BE49-F238E27FC236}">
                    <a16:creationId xmlns:a16="http://schemas.microsoft.com/office/drawing/2014/main" id="{014B5777-A5BB-9D4E-9E9B-A30B936E2237}"/>
                  </a:ext>
                </a:extLst>
              </p:cNvPr>
              <p:cNvSpPr/>
              <p:nvPr/>
            </p:nvSpPr>
            <p:spPr>
              <a:xfrm>
                <a:off x="2786804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6" name="pg482">
                <a:extLst>
                  <a:ext uri="{FF2B5EF4-FFF2-40B4-BE49-F238E27FC236}">
                    <a16:creationId xmlns:a16="http://schemas.microsoft.com/office/drawing/2014/main" id="{4A8BA850-213D-7295-4645-59BACB7BA2B3}"/>
                  </a:ext>
                </a:extLst>
              </p:cNvPr>
              <p:cNvSpPr/>
              <p:nvPr/>
            </p:nvSpPr>
            <p:spPr>
              <a:xfrm>
                <a:off x="2868241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6FD2B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7" name="pg483">
                <a:extLst>
                  <a:ext uri="{FF2B5EF4-FFF2-40B4-BE49-F238E27FC236}">
                    <a16:creationId xmlns:a16="http://schemas.microsoft.com/office/drawing/2014/main" id="{7B6782E2-F408-4F14-7277-108B24EBD401}"/>
                  </a:ext>
                </a:extLst>
              </p:cNvPr>
              <p:cNvSpPr/>
              <p:nvPr/>
            </p:nvSpPr>
            <p:spPr>
              <a:xfrm>
                <a:off x="2949678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8" name="pg484">
                <a:extLst>
                  <a:ext uri="{FF2B5EF4-FFF2-40B4-BE49-F238E27FC236}">
                    <a16:creationId xmlns:a16="http://schemas.microsoft.com/office/drawing/2014/main" id="{45235190-13D8-7728-B8D9-91584D172017}"/>
                  </a:ext>
                </a:extLst>
              </p:cNvPr>
              <p:cNvSpPr/>
              <p:nvPr/>
            </p:nvSpPr>
            <p:spPr>
              <a:xfrm>
                <a:off x="3031116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7BD6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9" name="pg485">
                <a:extLst>
                  <a:ext uri="{FF2B5EF4-FFF2-40B4-BE49-F238E27FC236}">
                    <a16:creationId xmlns:a16="http://schemas.microsoft.com/office/drawing/2014/main" id="{19A92CEF-D914-6836-B3FA-7C0D0A461DD7}"/>
                  </a:ext>
                </a:extLst>
              </p:cNvPr>
              <p:cNvSpPr/>
              <p:nvPr/>
            </p:nvSpPr>
            <p:spPr>
              <a:xfrm>
                <a:off x="3112553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0" name="pg486">
                <a:extLst>
                  <a:ext uri="{FF2B5EF4-FFF2-40B4-BE49-F238E27FC236}">
                    <a16:creationId xmlns:a16="http://schemas.microsoft.com/office/drawing/2014/main" id="{4188F38A-E42C-4590-C68A-02651C68AA6C}"/>
                  </a:ext>
                </a:extLst>
              </p:cNvPr>
              <p:cNvSpPr/>
              <p:nvPr/>
            </p:nvSpPr>
            <p:spPr>
              <a:xfrm>
                <a:off x="3193990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1" name="pg487">
                <a:extLst>
                  <a:ext uri="{FF2B5EF4-FFF2-40B4-BE49-F238E27FC236}">
                    <a16:creationId xmlns:a16="http://schemas.microsoft.com/office/drawing/2014/main" id="{AF65EE43-41EB-CA83-88E5-115F530EA5A1}"/>
                  </a:ext>
                </a:extLst>
              </p:cNvPr>
              <p:cNvSpPr/>
              <p:nvPr/>
            </p:nvSpPr>
            <p:spPr>
              <a:xfrm>
                <a:off x="3275427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2" name="pg488">
                <a:extLst>
                  <a:ext uri="{FF2B5EF4-FFF2-40B4-BE49-F238E27FC236}">
                    <a16:creationId xmlns:a16="http://schemas.microsoft.com/office/drawing/2014/main" id="{8E0CC6E5-620A-537A-1293-D4054A4D46FA}"/>
                  </a:ext>
                </a:extLst>
              </p:cNvPr>
              <p:cNvSpPr/>
              <p:nvPr/>
            </p:nvSpPr>
            <p:spPr>
              <a:xfrm>
                <a:off x="3356864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3" name="pg489">
                <a:extLst>
                  <a:ext uri="{FF2B5EF4-FFF2-40B4-BE49-F238E27FC236}">
                    <a16:creationId xmlns:a16="http://schemas.microsoft.com/office/drawing/2014/main" id="{48D52000-EA3D-4B06-017C-C517A7F594AD}"/>
                  </a:ext>
                </a:extLst>
              </p:cNvPr>
              <p:cNvSpPr/>
              <p:nvPr/>
            </p:nvSpPr>
            <p:spPr>
              <a:xfrm>
                <a:off x="3438301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5D9BB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4" name="pg490">
                <a:extLst>
                  <a:ext uri="{FF2B5EF4-FFF2-40B4-BE49-F238E27FC236}">
                    <a16:creationId xmlns:a16="http://schemas.microsoft.com/office/drawing/2014/main" id="{95DA2634-75D4-3590-A098-B064A7B69CFC}"/>
                  </a:ext>
                </a:extLst>
              </p:cNvPr>
              <p:cNvSpPr/>
              <p:nvPr/>
            </p:nvSpPr>
            <p:spPr>
              <a:xfrm>
                <a:off x="3519738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5" name="pg491">
                <a:extLst>
                  <a:ext uri="{FF2B5EF4-FFF2-40B4-BE49-F238E27FC236}">
                    <a16:creationId xmlns:a16="http://schemas.microsoft.com/office/drawing/2014/main" id="{5D8D9632-2FF8-2E22-2A3C-0EABA177085B}"/>
                  </a:ext>
                </a:extLst>
              </p:cNvPr>
              <p:cNvSpPr/>
              <p:nvPr/>
            </p:nvSpPr>
            <p:spPr>
              <a:xfrm>
                <a:off x="3601176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6" name="pg492">
                <a:extLst>
                  <a:ext uri="{FF2B5EF4-FFF2-40B4-BE49-F238E27FC236}">
                    <a16:creationId xmlns:a16="http://schemas.microsoft.com/office/drawing/2014/main" id="{98B5901F-DB6B-E8C0-8280-14692BBA0E59}"/>
                  </a:ext>
                </a:extLst>
              </p:cNvPr>
              <p:cNvSpPr/>
              <p:nvPr/>
            </p:nvSpPr>
            <p:spPr>
              <a:xfrm>
                <a:off x="3682613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7" name="pg493">
                <a:extLst>
                  <a:ext uri="{FF2B5EF4-FFF2-40B4-BE49-F238E27FC236}">
                    <a16:creationId xmlns:a16="http://schemas.microsoft.com/office/drawing/2014/main" id="{6C1BA658-4052-D0F0-7AD1-4C3892E710B4}"/>
                  </a:ext>
                </a:extLst>
              </p:cNvPr>
              <p:cNvSpPr/>
              <p:nvPr/>
            </p:nvSpPr>
            <p:spPr>
              <a:xfrm>
                <a:off x="3764050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8" name="pg494">
                <a:extLst>
                  <a:ext uri="{FF2B5EF4-FFF2-40B4-BE49-F238E27FC236}">
                    <a16:creationId xmlns:a16="http://schemas.microsoft.com/office/drawing/2014/main" id="{7646D33D-E565-C282-AC8B-D35254964827}"/>
                  </a:ext>
                </a:extLst>
              </p:cNvPr>
              <p:cNvSpPr/>
              <p:nvPr/>
            </p:nvSpPr>
            <p:spPr>
              <a:xfrm>
                <a:off x="3845487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9" name="pg495">
                <a:extLst>
                  <a:ext uri="{FF2B5EF4-FFF2-40B4-BE49-F238E27FC236}">
                    <a16:creationId xmlns:a16="http://schemas.microsoft.com/office/drawing/2014/main" id="{3B9283C8-02DD-E921-4B85-0CC0670207BE}"/>
                  </a:ext>
                </a:extLst>
              </p:cNvPr>
              <p:cNvSpPr/>
              <p:nvPr/>
            </p:nvSpPr>
            <p:spPr>
              <a:xfrm>
                <a:off x="3926924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4CFAD">
                  <a:alpha val="100000"/>
                </a:srgbClr>
              </a:solidFill>
              <a:ln w="5420" cap="flat">
                <a:solidFill>
                  <a:srgbClr val="76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0" name="pg496">
                <a:extLst>
                  <a:ext uri="{FF2B5EF4-FFF2-40B4-BE49-F238E27FC236}">
                    <a16:creationId xmlns:a16="http://schemas.microsoft.com/office/drawing/2014/main" id="{B401D14B-418B-BB7A-6534-E39779675ECB}"/>
                  </a:ext>
                </a:extLst>
              </p:cNvPr>
              <p:cNvSpPr/>
              <p:nvPr/>
            </p:nvSpPr>
            <p:spPr>
              <a:xfrm>
                <a:off x="4008361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74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1" name="pg497">
                <a:extLst>
                  <a:ext uri="{FF2B5EF4-FFF2-40B4-BE49-F238E27FC236}">
                    <a16:creationId xmlns:a16="http://schemas.microsoft.com/office/drawing/2014/main" id="{99F7E289-4329-AE21-3D5E-918C02F393EB}"/>
                  </a:ext>
                </a:extLst>
              </p:cNvPr>
              <p:cNvSpPr/>
              <p:nvPr/>
            </p:nvSpPr>
            <p:spPr>
              <a:xfrm>
                <a:off x="4089798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2" name="pg498">
                <a:extLst>
                  <a:ext uri="{FF2B5EF4-FFF2-40B4-BE49-F238E27FC236}">
                    <a16:creationId xmlns:a16="http://schemas.microsoft.com/office/drawing/2014/main" id="{C17BC216-FB8E-2B41-A904-F43E3E0D8E4B}"/>
                  </a:ext>
                </a:extLst>
              </p:cNvPr>
              <p:cNvSpPr/>
              <p:nvPr/>
            </p:nvSpPr>
            <p:spPr>
              <a:xfrm>
                <a:off x="4171236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1CEAD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3" name="pg499">
                <a:extLst>
                  <a:ext uri="{FF2B5EF4-FFF2-40B4-BE49-F238E27FC236}">
                    <a16:creationId xmlns:a16="http://schemas.microsoft.com/office/drawing/2014/main" id="{AD9E7C25-625C-4736-658B-2681931FD234}"/>
                  </a:ext>
                </a:extLst>
              </p:cNvPr>
              <p:cNvSpPr/>
              <p:nvPr/>
            </p:nvSpPr>
            <p:spPr>
              <a:xfrm>
                <a:off x="4252673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1CEAC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4" name="pg500">
                <a:extLst>
                  <a:ext uri="{FF2B5EF4-FFF2-40B4-BE49-F238E27FC236}">
                    <a16:creationId xmlns:a16="http://schemas.microsoft.com/office/drawing/2014/main" id="{E60EACC7-537C-C0FC-541F-DF1D8FE70263}"/>
                  </a:ext>
                </a:extLst>
              </p:cNvPr>
              <p:cNvSpPr/>
              <p:nvPr/>
            </p:nvSpPr>
            <p:spPr>
              <a:xfrm>
                <a:off x="2786804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1D2B2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5" name="pg501">
                <a:extLst>
                  <a:ext uri="{FF2B5EF4-FFF2-40B4-BE49-F238E27FC236}">
                    <a16:creationId xmlns:a16="http://schemas.microsoft.com/office/drawing/2014/main" id="{AF91B7E1-D528-78F3-1ADD-11874487EB79}"/>
                  </a:ext>
                </a:extLst>
              </p:cNvPr>
              <p:cNvSpPr/>
              <p:nvPr/>
            </p:nvSpPr>
            <p:spPr>
              <a:xfrm>
                <a:off x="2868241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6" name="pg502">
                <a:extLst>
                  <a:ext uri="{FF2B5EF4-FFF2-40B4-BE49-F238E27FC236}">
                    <a16:creationId xmlns:a16="http://schemas.microsoft.com/office/drawing/2014/main" id="{92CD96AC-EFC2-B352-DF36-3B568A66F4DF}"/>
                  </a:ext>
                </a:extLst>
              </p:cNvPr>
              <p:cNvSpPr/>
              <p:nvPr/>
            </p:nvSpPr>
            <p:spPr>
              <a:xfrm>
                <a:off x="2949678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7" name="pg503">
                <a:extLst>
                  <a:ext uri="{FF2B5EF4-FFF2-40B4-BE49-F238E27FC236}">
                    <a16:creationId xmlns:a16="http://schemas.microsoft.com/office/drawing/2014/main" id="{AD744C0A-9405-31FC-92E4-4819635C2691}"/>
                  </a:ext>
                </a:extLst>
              </p:cNvPr>
              <p:cNvSpPr/>
              <p:nvPr/>
            </p:nvSpPr>
            <p:spPr>
              <a:xfrm>
                <a:off x="3031116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8" name="pg504">
                <a:extLst>
                  <a:ext uri="{FF2B5EF4-FFF2-40B4-BE49-F238E27FC236}">
                    <a16:creationId xmlns:a16="http://schemas.microsoft.com/office/drawing/2014/main" id="{2648CF61-2F34-A15F-FD1C-2C0D6BA36B7A}"/>
                  </a:ext>
                </a:extLst>
              </p:cNvPr>
              <p:cNvSpPr/>
              <p:nvPr/>
            </p:nvSpPr>
            <p:spPr>
              <a:xfrm>
                <a:off x="3112553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A0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9" name="pg505">
                <a:extLst>
                  <a:ext uri="{FF2B5EF4-FFF2-40B4-BE49-F238E27FC236}">
                    <a16:creationId xmlns:a16="http://schemas.microsoft.com/office/drawing/2014/main" id="{85A73E63-9ED0-00CA-2D67-DF28FE108D6B}"/>
                  </a:ext>
                </a:extLst>
              </p:cNvPr>
              <p:cNvSpPr/>
              <p:nvPr/>
            </p:nvSpPr>
            <p:spPr>
              <a:xfrm>
                <a:off x="3193990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0E1C6">
                  <a:alpha val="100000"/>
                </a:srgbClr>
              </a:solidFill>
              <a:ln w="5420" cap="flat">
                <a:solidFill>
                  <a:srgbClr val="A8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0" name="pg506">
                <a:extLst>
                  <a:ext uri="{FF2B5EF4-FFF2-40B4-BE49-F238E27FC236}">
                    <a16:creationId xmlns:a16="http://schemas.microsoft.com/office/drawing/2014/main" id="{57ED71A1-EA78-566B-2DF1-6E78C496C7CF}"/>
                  </a:ext>
                </a:extLst>
              </p:cNvPr>
              <p:cNvSpPr/>
              <p:nvPr/>
            </p:nvSpPr>
            <p:spPr>
              <a:xfrm>
                <a:off x="3275427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1" name="pg507">
                <a:extLst>
                  <a:ext uri="{FF2B5EF4-FFF2-40B4-BE49-F238E27FC236}">
                    <a16:creationId xmlns:a16="http://schemas.microsoft.com/office/drawing/2014/main" id="{1960B120-CFC3-D6B7-5DB1-A33A3B3E3F4B}"/>
                  </a:ext>
                </a:extLst>
              </p:cNvPr>
              <p:cNvSpPr/>
              <p:nvPr/>
            </p:nvSpPr>
            <p:spPr>
              <a:xfrm>
                <a:off x="3356864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DE5CC">
                  <a:alpha val="100000"/>
                </a:srgbClr>
              </a:solidFill>
              <a:ln w="5420" cap="flat">
                <a:solidFill>
                  <a:srgbClr val="B3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2" name="pg508">
                <a:extLst>
                  <a:ext uri="{FF2B5EF4-FFF2-40B4-BE49-F238E27FC236}">
                    <a16:creationId xmlns:a16="http://schemas.microsoft.com/office/drawing/2014/main" id="{A867F906-EC46-BE8F-C109-00281A2635D4}"/>
                  </a:ext>
                </a:extLst>
              </p:cNvPr>
              <p:cNvSpPr/>
              <p:nvPr/>
            </p:nvSpPr>
            <p:spPr>
              <a:xfrm>
                <a:off x="3438301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EE5CD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3" name="pg509">
                <a:extLst>
                  <a:ext uri="{FF2B5EF4-FFF2-40B4-BE49-F238E27FC236}">
                    <a16:creationId xmlns:a16="http://schemas.microsoft.com/office/drawing/2014/main" id="{E522C2F3-F38D-1DB7-F933-2167BCE198F1}"/>
                  </a:ext>
                </a:extLst>
              </p:cNvPr>
              <p:cNvSpPr/>
              <p:nvPr/>
            </p:nvSpPr>
            <p:spPr>
              <a:xfrm>
                <a:off x="3519738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5E2C9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4" name="pg510">
                <a:extLst>
                  <a:ext uri="{FF2B5EF4-FFF2-40B4-BE49-F238E27FC236}">
                    <a16:creationId xmlns:a16="http://schemas.microsoft.com/office/drawing/2014/main" id="{977649C8-4FB0-E6CB-8EA4-483A4570E1AD}"/>
                  </a:ext>
                </a:extLst>
              </p:cNvPr>
              <p:cNvSpPr/>
              <p:nvPr/>
            </p:nvSpPr>
            <p:spPr>
              <a:xfrm>
                <a:off x="3601176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A4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5" name="pg511">
                <a:extLst>
                  <a:ext uri="{FF2B5EF4-FFF2-40B4-BE49-F238E27FC236}">
                    <a16:creationId xmlns:a16="http://schemas.microsoft.com/office/drawing/2014/main" id="{5B275FB4-8966-57CB-3EC3-B63A71AC3381}"/>
                  </a:ext>
                </a:extLst>
              </p:cNvPr>
              <p:cNvSpPr/>
              <p:nvPr/>
            </p:nvSpPr>
            <p:spPr>
              <a:xfrm>
                <a:off x="3682613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6" name="pg512">
                <a:extLst>
                  <a:ext uri="{FF2B5EF4-FFF2-40B4-BE49-F238E27FC236}">
                    <a16:creationId xmlns:a16="http://schemas.microsoft.com/office/drawing/2014/main" id="{2F480460-784B-F24E-AA76-7D6DDFB8F7D3}"/>
                  </a:ext>
                </a:extLst>
              </p:cNvPr>
              <p:cNvSpPr/>
              <p:nvPr/>
            </p:nvSpPr>
            <p:spPr>
              <a:xfrm>
                <a:off x="3764050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7" name="pg513">
                <a:extLst>
                  <a:ext uri="{FF2B5EF4-FFF2-40B4-BE49-F238E27FC236}">
                    <a16:creationId xmlns:a16="http://schemas.microsoft.com/office/drawing/2014/main" id="{8FF0BCA1-34EC-6C81-C9C7-7D468B203499}"/>
                  </a:ext>
                </a:extLst>
              </p:cNvPr>
              <p:cNvSpPr/>
              <p:nvPr/>
            </p:nvSpPr>
            <p:spPr>
              <a:xfrm>
                <a:off x="3845487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8" name="pg514">
                <a:extLst>
                  <a:ext uri="{FF2B5EF4-FFF2-40B4-BE49-F238E27FC236}">
                    <a16:creationId xmlns:a16="http://schemas.microsoft.com/office/drawing/2014/main" id="{61B953EB-4290-50D6-33BF-5DAEABC23100}"/>
                  </a:ext>
                </a:extLst>
              </p:cNvPr>
              <p:cNvSpPr/>
              <p:nvPr/>
            </p:nvSpPr>
            <p:spPr>
              <a:xfrm>
                <a:off x="3926924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1D2B2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9" name="pg515">
                <a:extLst>
                  <a:ext uri="{FF2B5EF4-FFF2-40B4-BE49-F238E27FC236}">
                    <a16:creationId xmlns:a16="http://schemas.microsoft.com/office/drawing/2014/main" id="{9A03D906-0761-48AC-5304-35F46902DCE2}"/>
                  </a:ext>
                </a:extLst>
              </p:cNvPr>
              <p:cNvSpPr/>
              <p:nvPr/>
            </p:nvSpPr>
            <p:spPr>
              <a:xfrm>
                <a:off x="4008361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0" name="pg516">
                <a:extLst>
                  <a:ext uri="{FF2B5EF4-FFF2-40B4-BE49-F238E27FC236}">
                    <a16:creationId xmlns:a16="http://schemas.microsoft.com/office/drawing/2014/main" id="{85A47EC6-3169-7065-FEA3-425E85356D69}"/>
                  </a:ext>
                </a:extLst>
              </p:cNvPr>
              <p:cNvSpPr/>
              <p:nvPr/>
            </p:nvSpPr>
            <p:spPr>
              <a:xfrm>
                <a:off x="4089798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79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1" name="pg517">
                <a:extLst>
                  <a:ext uri="{FF2B5EF4-FFF2-40B4-BE49-F238E27FC236}">
                    <a16:creationId xmlns:a16="http://schemas.microsoft.com/office/drawing/2014/main" id="{E609F9CA-24F0-F416-0DC8-EAA0C80DD993}"/>
                  </a:ext>
                </a:extLst>
              </p:cNvPr>
              <p:cNvSpPr/>
              <p:nvPr/>
            </p:nvSpPr>
            <p:spPr>
              <a:xfrm>
                <a:off x="4171236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77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2" name="pg518">
                <a:extLst>
                  <a:ext uri="{FF2B5EF4-FFF2-40B4-BE49-F238E27FC236}">
                    <a16:creationId xmlns:a16="http://schemas.microsoft.com/office/drawing/2014/main" id="{40042242-6293-6540-BAD1-E8815997F290}"/>
                  </a:ext>
                </a:extLst>
              </p:cNvPr>
              <p:cNvSpPr/>
              <p:nvPr/>
            </p:nvSpPr>
            <p:spPr>
              <a:xfrm>
                <a:off x="2786804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AD5B6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3" name="pg519">
                <a:extLst>
                  <a:ext uri="{FF2B5EF4-FFF2-40B4-BE49-F238E27FC236}">
                    <a16:creationId xmlns:a16="http://schemas.microsoft.com/office/drawing/2014/main" id="{DF788482-1429-6F4F-B9A3-91C874FD192F}"/>
                  </a:ext>
                </a:extLst>
              </p:cNvPr>
              <p:cNvSpPr/>
              <p:nvPr/>
            </p:nvSpPr>
            <p:spPr>
              <a:xfrm>
                <a:off x="2868241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3D8B9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4" name="pg520">
                <a:extLst>
                  <a:ext uri="{FF2B5EF4-FFF2-40B4-BE49-F238E27FC236}">
                    <a16:creationId xmlns:a16="http://schemas.microsoft.com/office/drawing/2014/main" id="{9F0EBA69-4CC5-6E6C-28F7-89B0330A4812}"/>
                  </a:ext>
                </a:extLst>
              </p:cNvPr>
              <p:cNvSpPr/>
              <p:nvPr/>
            </p:nvSpPr>
            <p:spPr>
              <a:xfrm>
                <a:off x="2949678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97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5" name="pg521">
                <a:extLst>
                  <a:ext uri="{FF2B5EF4-FFF2-40B4-BE49-F238E27FC236}">
                    <a16:creationId xmlns:a16="http://schemas.microsoft.com/office/drawing/2014/main" id="{3A62AC43-47BB-C486-60A7-48BB622FC044}"/>
                  </a:ext>
                </a:extLst>
              </p:cNvPr>
              <p:cNvSpPr/>
              <p:nvPr/>
            </p:nvSpPr>
            <p:spPr>
              <a:xfrm>
                <a:off x="3031116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7DEC2">
                  <a:alpha val="100000"/>
                </a:srgbClr>
              </a:solidFill>
              <a:ln w="5420" cap="flat">
                <a:solidFill>
                  <a:srgbClr val="A0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6" name="pg522">
                <a:extLst>
                  <a:ext uri="{FF2B5EF4-FFF2-40B4-BE49-F238E27FC236}">
                    <a16:creationId xmlns:a16="http://schemas.microsoft.com/office/drawing/2014/main" id="{9595ACC6-8DCC-B767-5F6E-D7B2B99F8D9C}"/>
                  </a:ext>
                </a:extLst>
              </p:cNvPr>
              <p:cNvSpPr/>
              <p:nvPr/>
            </p:nvSpPr>
            <p:spPr>
              <a:xfrm>
                <a:off x="3112553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2E1C7">
                  <a:alpha val="100000"/>
                </a:srgbClr>
              </a:solidFill>
              <a:ln w="5420" cap="flat">
                <a:solidFill>
                  <a:srgbClr val="A9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7" name="pg523">
                <a:extLst>
                  <a:ext uri="{FF2B5EF4-FFF2-40B4-BE49-F238E27FC236}">
                    <a16:creationId xmlns:a16="http://schemas.microsoft.com/office/drawing/2014/main" id="{8C2C2B33-1C35-6644-2A6F-A84981798D0B}"/>
                  </a:ext>
                </a:extLst>
              </p:cNvPr>
              <p:cNvSpPr/>
              <p:nvPr/>
            </p:nvSpPr>
            <p:spPr>
              <a:xfrm>
                <a:off x="3193990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CE5CC">
                  <a:alpha val="100000"/>
                </a:srgbClr>
              </a:solidFill>
              <a:ln w="5420" cap="flat">
                <a:solidFill>
                  <a:srgbClr val="B2E7C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8" name="pg524">
                <a:extLst>
                  <a:ext uri="{FF2B5EF4-FFF2-40B4-BE49-F238E27FC236}">
                    <a16:creationId xmlns:a16="http://schemas.microsoft.com/office/drawing/2014/main" id="{FF51809F-0950-3089-F54B-9E88C63BCD3C}"/>
                  </a:ext>
                </a:extLst>
              </p:cNvPr>
              <p:cNvSpPr/>
              <p:nvPr/>
            </p:nvSpPr>
            <p:spPr>
              <a:xfrm>
                <a:off x="3275427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4E7D0">
                  <a:alpha val="100000"/>
                </a:srgbClr>
              </a:solidFill>
              <a:ln w="5420" cap="flat">
                <a:solidFill>
                  <a:srgbClr val="B9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9" name="pg525">
                <a:extLst>
                  <a:ext uri="{FF2B5EF4-FFF2-40B4-BE49-F238E27FC236}">
                    <a16:creationId xmlns:a16="http://schemas.microsoft.com/office/drawing/2014/main" id="{9CAD6B59-13A7-5B21-EE0F-F44ED9A5387F}"/>
                  </a:ext>
                </a:extLst>
              </p:cNvPr>
              <p:cNvSpPr/>
              <p:nvPr/>
            </p:nvSpPr>
            <p:spPr>
              <a:xfrm>
                <a:off x="3356864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0" name="pg526">
                <a:extLst>
                  <a:ext uri="{FF2B5EF4-FFF2-40B4-BE49-F238E27FC236}">
                    <a16:creationId xmlns:a16="http://schemas.microsoft.com/office/drawing/2014/main" id="{B01BDFCC-B1F7-81B5-C466-6C4F1B8A18DD}"/>
                  </a:ext>
                </a:extLst>
              </p:cNvPr>
              <p:cNvSpPr/>
              <p:nvPr/>
            </p:nvSpPr>
            <p:spPr>
              <a:xfrm>
                <a:off x="3438301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1" name="pg527">
                <a:extLst>
                  <a:ext uri="{FF2B5EF4-FFF2-40B4-BE49-F238E27FC236}">
                    <a16:creationId xmlns:a16="http://schemas.microsoft.com/office/drawing/2014/main" id="{2E4A6C31-D899-AE19-1461-0958554053C9}"/>
                  </a:ext>
                </a:extLst>
              </p:cNvPr>
              <p:cNvSpPr/>
              <p:nvPr/>
            </p:nvSpPr>
            <p:spPr>
              <a:xfrm>
                <a:off x="3519738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2" name="pg528">
                <a:extLst>
                  <a:ext uri="{FF2B5EF4-FFF2-40B4-BE49-F238E27FC236}">
                    <a16:creationId xmlns:a16="http://schemas.microsoft.com/office/drawing/2014/main" id="{8C0A705E-87CE-6B5D-CC44-8EF957AC1765}"/>
                  </a:ext>
                </a:extLst>
              </p:cNvPr>
              <p:cNvSpPr/>
              <p:nvPr/>
            </p:nvSpPr>
            <p:spPr>
              <a:xfrm>
                <a:off x="3601176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8E3CA">
                  <a:alpha val="100000"/>
                </a:srgbClr>
              </a:solidFill>
              <a:ln w="5420" cap="flat">
                <a:solidFill>
                  <a:srgbClr val="AF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3" name="pg529">
                <a:extLst>
                  <a:ext uri="{FF2B5EF4-FFF2-40B4-BE49-F238E27FC236}">
                    <a16:creationId xmlns:a16="http://schemas.microsoft.com/office/drawing/2014/main" id="{48AB4264-A2AC-63C7-9EB2-40EA0649747D}"/>
                  </a:ext>
                </a:extLst>
              </p:cNvPr>
              <p:cNvSpPr/>
              <p:nvPr/>
            </p:nvSpPr>
            <p:spPr>
              <a:xfrm>
                <a:off x="3682613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BDFC4">
                  <a:alpha val="100000"/>
                </a:srgbClr>
              </a:solidFill>
              <a:ln w="5420" cap="flat">
                <a:solidFill>
                  <a:srgbClr val="A4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4" name="pg530">
                <a:extLst>
                  <a:ext uri="{FF2B5EF4-FFF2-40B4-BE49-F238E27FC236}">
                    <a16:creationId xmlns:a16="http://schemas.microsoft.com/office/drawing/2014/main" id="{EB8F91C7-4A1A-94EA-DB2A-BFFAE2E59A87}"/>
                  </a:ext>
                </a:extLst>
              </p:cNvPr>
              <p:cNvSpPr/>
              <p:nvPr/>
            </p:nvSpPr>
            <p:spPr>
              <a:xfrm>
                <a:off x="3764050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5" name="pg531">
                <a:extLst>
                  <a:ext uri="{FF2B5EF4-FFF2-40B4-BE49-F238E27FC236}">
                    <a16:creationId xmlns:a16="http://schemas.microsoft.com/office/drawing/2014/main" id="{64E2AC3C-EC7E-3111-BA32-EB83E0A6676B}"/>
                  </a:ext>
                </a:extLst>
              </p:cNvPr>
              <p:cNvSpPr/>
              <p:nvPr/>
            </p:nvSpPr>
            <p:spPr>
              <a:xfrm>
                <a:off x="3845487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FDB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6" name="pg532">
                <a:extLst>
                  <a:ext uri="{FF2B5EF4-FFF2-40B4-BE49-F238E27FC236}">
                    <a16:creationId xmlns:a16="http://schemas.microsoft.com/office/drawing/2014/main" id="{718911B8-D694-CA3C-3C36-02F399C29F64}"/>
                  </a:ext>
                </a:extLst>
              </p:cNvPr>
              <p:cNvSpPr/>
              <p:nvPr/>
            </p:nvSpPr>
            <p:spPr>
              <a:xfrm>
                <a:off x="3926924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7" name="pg533">
                <a:extLst>
                  <a:ext uri="{FF2B5EF4-FFF2-40B4-BE49-F238E27FC236}">
                    <a16:creationId xmlns:a16="http://schemas.microsoft.com/office/drawing/2014/main" id="{5075E346-7915-23B8-FA3E-CA30EAC456CC}"/>
                  </a:ext>
                </a:extLst>
              </p:cNvPr>
              <p:cNvSpPr/>
              <p:nvPr/>
            </p:nvSpPr>
            <p:spPr>
              <a:xfrm>
                <a:off x="4008361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8" name="pg534">
                <a:extLst>
                  <a:ext uri="{FF2B5EF4-FFF2-40B4-BE49-F238E27FC236}">
                    <a16:creationId xmlns:a16="http://schemas.microsoft.com/office/drawing/2014/main" id="{2F79A830-C30D-9CFC-9277-4145F89D50E4}"/>
                  </a:ext>
                </a:extLst>
              </p:cNvPr>
              <p:cNvSpPr/>
              <p:nvPr/>
            </p:nvSpPr>
            <p:spPr>
              <a:xfrm>
                <a:off x="4089798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DD2B1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9" name="pg535">
                <a:extLst>
                  <a:ext uri="{FF2B5EF4-FFF2-40B4-BE49-F238E27FC236}">
                    <a16:creationId xmlns:a16="http://schemas.microsoft.com/office/drawing/2014/main" id="{A54D023F-94BD-1474-765C-8D8745347BA0}"/>
                  </a:ext>
                </a:extLst>
              </p:cNvPr>
              <p:cNvSpPr/>
              <p:nvPr/>
            </p:nvSpPr>
            <p:spPr>
              <a:xfrm>
                <a:off x="2868241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0" name="pg536">
                <a:extLst>
                  <a:ext uri="{FF2B5EF4-FFF2-40B4-BE49-F238E27FC236}">
                    <a16:creationId xmlns:a16="http://schemas.microsoft.com/office/drawing/2014/main" id="{0C04999D-D912-3EEA-4F0B-9E395B159C93}"/>
                  </a:ext>
                </a:extLst>
              </p:cNvPr>
              <p:cNvSpPr/>
              <p:nvPr/>
            </p:nvSpPr>
            <p:spPr>
              <a:xfrm>
                <a:off x="2949678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3DDC0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1" name="pg537">
                <a:extLst>
                  <a:ext uri="{FF2B5EF4-FFF2-40B4-BE49-F238E27FC236}">
                    <a16:creationId xmlns:a16="http://schemas.microsoft.com/office/drawing/2014/main" id="{F6EBA070-2421-CBF6-39AF-0F8322252DE2}"/>
                  </a:ext>
                </a:extLst>
              </p:cNvPr>
              <p:cNvSpPr/>
              <p:nvPr/>
            </p:nvSpPr>
            <p:spPr>
              <a:xfrm>
                <a:off x="3031116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DE0C5">
                  <a:alpha val="100000"/>
                </a:srgbClr>
              </a:solidFill>
              <a:ln w="5420" cap="flat">
                <a:solidFill>
                  <a:srgbClr val="A6E3C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2" name="pg538">
                <a:extLst>
                  <a:ext uri="{FF2B5EF4-FFF2-40B4-BE49-F238E27FC236}">
                    <a16:creationId xmlns:a16="http://schemas.microsoft.com/office/drawing/2014/main" id="{1A9DA0DB-D619-41B3-307F-1F890519292C}"/>
                  </a:ext>
                </a:extLst>
              </p:cNvPr>
              <p:cNvSpPr/>
              <p:nvPr/>
            </p:nvSpPr>
            <p:spPr>
              <a:xfrm>
                <a:off x="3112553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8E3CA">
                  <a:alpha val="100000"/>
                </a:srgbClr>
              </a:solidFill>
              <a:ln w="5420" cap="flat">
                <a:solidFill>
                  <a:srgbClr val="AFE6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3" name="pg539">
                <a:extLst>
                  <a:ext uri="{FF2B5EF4-FFF2-40B4-BE49-F238E27FC236}">
                    <a16:creationId xmlns:a16="http://schemas.microsoft.com/office/drawing/2014/main" id="{CBD25BDF-6B24-BB55-51AC-62B8DBEA72C1}"/>
                  </a:ext>
                </a:extLst>
              </p:cNvPr>
              <p:cNvSpPr/>
              <p:nvPr/>
            </p:nvSpPr>
            <p:spPr>
              <a:xfrm>
                <a:off x="3193990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2E6CF">
                  <a:alpha val="100000"/>
                </a:srgbClr>
              </a:solidFill>
              <a:ln w="5420" cap="flat">
                <a:solidFill>
                  <a:srgbClr val="B7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4" name="pg540">
                <a:extLst>
                  <a:ext uri="{FF2B5EF4-FFF2-40B4-BE49-F238E27FC236}">
                    <a16:creationId xmlns:a16="http://schemas.microsoft.com/office/drawing/2014/main" id="{72CB6C75-F9E9-C44D-5DDC-D5302405BC6E}"/>
                  </a:ext>
                </a:extLst>
              </p:cNvPr>
              <p:cNvSpPr/>
              <p:nvPr/>
            </p:nvSpPr>
            <p:spPr>
              <a:xfrm>
                <a:off x="3275427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5" name="pg541">
                <a:extLst>
                  <a:ext uri="{FF2B5EF4-FFF2-40B4-BE49-F238E27FC236}">
                    <a16:creationId xmlns:a16="http://schemas.microsoft.com/office/drawing/2014/main" id="{70EB9161-FAF4-9B2B-97DE-EC25037AD0F2}"/>
                  </a:ext>
                </a:extLst>
              </p:cNvPr>
              <p:cNvSpPr/>
              <p:nvPr/>
            </p:nvSpPr>
            <p:spPr>
              <a:xfrm>
                <a:off x="3356864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4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6" name="pg542">
                <a:extLst>
                  <a:ext uri="{FF2B5EF4-FFF2-40B4-BE49-F238E27FC236}">
                    <a16:creationId xmlns:a16="http://schemas.microsoft.com/office/drawing/2014/main" id="{61A82EA1-DB08-57C8-095E-6C3748FC273E}"/>
                  </a:ext>
                </a:extLst>
              </p:cNvPr>
              <p:cNvSpPr/>
              <p:nvPr/>
            </p:nvSpPr>
            <p:spPr>
              <a:xfrm>
                <a:off x="3438301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6EDD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7" name="pg543">
                <a:extLst>
                  <a:ext uri="{FF2B5EF4-FFF2-40B4-BE49-F238E27FC236}">
                    <a16:creationId xmlns:a16="http://schemas.microsoft.com/office/drawing/2014/main" id="{DB227836-B579-F7A2-5A59-C975EA1D2236}"/>
                  </a:ext>
                </a:extLst>
              </p:cNvPr>
              <p:cNvSpPr/>
              <p:nvPr/>
            </p:nvSpPr>
            <p:spPr>
              <a:xfrm>
                <a:off x="3519738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E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8" name="pg544">
                <a:extLst>
                  <a:ext uri="{FF2B5EF4-FFF2-40B4-BE49-F238E27FC236}">
                    <a16:creationId xmlns:a16="http://schemas.microsoft.com/office/drawing/2014/main" id="{42AB13EB-23F4-AAB7-FCC3-8D6B082E1A1C}"/>
                  </a:ext>
                </a:extLst>
              </p:cNvPr>
              <p:cNvSpPr/>
              <p:nvPr/>
            </p:nvSpPr>
            <p:spPr>
              <a:xfrm>
                <a:off x="3601176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0E6CE">
                  <a:alpha val="100000"/>
                </a:srgbClr>
              </a:solidFill>
              <a:ln w="5420" cap="flat">
                <a:solidFill>
                  <a:srgbClr val="B6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9" name="pg545">
                <a:extLst>
                  <a:ext uri="{FF2B5EF4-FFF2-40B4-BE49-F238E27FC236}">
                    <a16:creationId xmlns:a16="http://schemas.microsoft.com/office/drawing/2014/main" id="{622031A2-662D-64E4-640D-4DD66A5BCB58}"/>
                  </a:ext>
                </a:extLst>
              </p:cNvPr>
              <p:cNvSpPr/>
              <p:nvPr/>
            </p:nvSpPr>
            <p:spPr>
              <a:xfrm>
                <a:off x="3682613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3E2C8">
                  <a:alpha val="100000"/>
                </a:srgbClr>
              </a:solidFill>
              <a:ln w="5420" cap="flat">
                <a:solidFill>
                  <a:srgbClr val="ABE4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0" name="pg546">
                <a:extLst>
                  <a:ext uri="{FF2B5EF4-FFF2-40B4-BE49-F238E27FC236}">
                    <a16:creationId xmlns:a16="http://schemas.microsoft.com/office/drawing/2014/main" id="{1058BE8B-E220-07D3-79D2-B1CE026B0A6C}"/>
                  </a:ext>
                </a:extLst>
              </p:cNvPr>
              <p:cNvSpPr/>
              <p:nvPr/>
            </p:nvSpPr>
            <p:spPr>
              <a:xfrm>
                <a:off x="3764050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6DEC2">
                  <a:alpha val="100000"/>
                </a:srgbClr>
              </a:solidFill>
              <a:ln w="5420" cap="flat">
                <a:solidFill>
                  <a:srgbClr val="A0E1C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1" name="pg547">
                <a:extLst>
                  <a:ext uri="{FF2B5EF4-FFF2-40B4-BE49-F238E27FC236}">
                    <a16:creationId xmlns:a16="http://schemas.microsoft.com/office/drawing/2014/main" id="{E2F2466D-EFFE-2370-D680-F1DD819AEC8D}"/>
                  </a:ext>
                </a:extLst>
              </p:cNvPr>
              <p:cNvSpPr/>
              <p:nvPr/>
            </p:nvSpPr>
            <p:spPr>
              <a:xfrm>
                <a:off x="3845487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95DD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2" name="pg548">
                <a:extLst>
                  <a:ext uri="{FF2B5EF4-FFF2-40B4-BE49-F238E27FC236}">
                    <a16:creationId xmlns:a16="http://schemas.microsoft.com/office/drawing/2014/main" id="{76D5A58B-054D-5503-2E29-F0E9F6B01751}"/>
                  </a:ext>
                </a:extLst>
              </p:cNvPr>
              <p:cNvSpPr/>
              <p:nvPr/>
            </p:nvSpPr>
            <p:spPr>
              <a:xfrm>
                <a:off x="3926924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3" name="pg549">
                <a:extLst>
                  <a:ext uri="{FF2B5EF4-FFF2-40B4-BE49-F238E27FC236}">
                    <a16:creationId xmlns:a16="http://schemas.microsoft.com/office/drawing/2014/main" id="{A410AF89-DB42-359A-BB34-D6E82369CBBD}"/>
                  </a:ext>
                </a:extLst>
              </p:cNvPr>
              <p:cNvSpPr/>
              <p:nvPr/>
            </p:nvSpPr>
            <p:spPr>
              <a:xfrm>
                <a:off x="4008361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4" name="pg550">
                <a:extLst>
                  <a:ext uri="{FF2B5EF4-FFF2-40B4-BE49-F238E27FC236}">
                    <a16:creationId xmlns:a16="http://schemas.microsoft.com/office/drawing/2014/main" id="{22014AD1-F22D-0BFD-D8E7-10FDE6FA32D1}"/>
                  </a:ext>
                </a:extLst>
              </p:cNvPr>
              <p:cNvSpPr/>
              <p:nvPr/>
            </p:nvSpPr>
            <p:spPr>
              <a:xfrm>
                <a:off x="3112553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9E4CB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5" name="pg551">
                <a:extLst>
                  <a:ext uri="{FF2B5EF4-FFF2-40B4-BE49-F238E27FC236}">
                    <a16:creationId xmlns:a16="http://schemas.microsoft.com/office/drawing/2014/main" id="{C151CE9D-3326-B266-E573-68348946C996}"/>
                  </a:ext>
                </a:extLst>
              </p:cNvPr>
              <p:cNvSpPr/>
              <p:nvPr/>
            </p:nvSpPr>
            <p:spPr>
              <a:xfrm>
                <a:off x="3193990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6" name="pg552">
                <a:extLst>
                  <a:ext uri="{FF2B5EF4-FFF2-40B4-BE49-F238E27FC236}">
                    <a16:creationId xmlns:a16="http://schemas.microsoft.com/office/drawing/2014/main" id="{D7D61A22-35C1-9151-1007-870096705EC4}"/>
                  </a:ext>
                </a:extLst>
              </p:cNvPr>
              <p:cNvSpPr/>
              <p:nvPr/>
            </p:nvSpPr>
            <p:spPr>
              <a:xfrm>
                <a:off x="3275427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7" name="pg553">
                <a:extLst>
                  <a:ext uri="{FF2B5EF4-FFF2-40B4-BE49-F238E27FC236}">
                    <a16:creationId xmlns:a16="http://schemas.microsoft.com/office/drawing/2014/main" id="{76541E55-D426-67A4-1EAC-EF67AA825498}"/>
                  </a:ext>
                </a:extLst>
              </p:cNvPr>
              <p:cNvSpPr/>
              <p:nvPr/>
            </p:nvSpPr>
            <p:spPr>
              <a:xfrm>
                <a:off x="3356864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C0EBD6">
                  <a:alpha val="100000"/>
                </a:srgbClr>
              </a:solidFill>
              <a:ln w="5420" cap="flat">
                <a:solidFill>
                  <a:srgbClr val="C3EC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8" name="pg554">
                <a:extLst>
                  <a:ext uri="{FF2B5EF4-FFF2-40B4-BE49-F238E27FC236}">
                    <a16:creationId xmlns:a16="http://schemas.microsoft.com/office/drawing/2014/main" id="{CA99BB90-0BB9-A4CE-B5EF-F5DB3DB515AA}"/>
                  </a:ext>
                </a:extLst>
              </p:cNvPr>
              <p:cNvSpPr/>
              <p:nvPr/>
            </p:nvSpPr>
            <p:spPr>
              <a:xfrm>
                <a:off x="3438301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C2ECD7">
                  <a:alpha val="100000"/>
                </a:srgbClr>
              </a:solidFill>
              <a:ln w="5420" cap="flat">
                <a:solidFill>
                  <a:srgbClr val="C5EDD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9" name="pg555">
                <a:extLst>
                  <a:ext uri="{FF2B5EF4-FFF2-40B4-BE49-F238E27FC236}">
                    <a16:creationId xmlns:a16="http://schemas.microsoft.com/office/drawing/2014/main" id="{64FCE24A-64D4-3B80-6B11-08C94FDD4C26}"/>
                  </a:ext>
                </a:extLst>
              </p:cNvPr>
              <p:cNvSpPr/>
              <p:nvPr/>
            </p:nvSpPr>
            <p:spPr>
              <a:xfrm>
                <a:off x="3519738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0" name="pg556">
                <a:extLst>
                  <a:ext uri="{FF2B5EF4-FFF2-40B4-BE49-F238E27FC236}">
                    <a16:creationId xmlns:a16="http://schemas.microsoft.com/office/drawing/2014/main" id="{3B2640E5-8773-FF80-B02D-239D89F0B877}"/>
                  </a:ext>
                </a:extLst>
              </p:cNvPr>
              <p:cNvSpPr/>
              <p:nvPr/>
            </p:nvSpPr>
            <p:spPr>
              <a:xfrm>
                <a:off x="3601176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1E6CF">
                  <a:alpha val="100000"/>
                </a:srgbClr>
              </a:solidFill>
              <a:ln w="5420" cap="flat">
                <a:solidFill>
                  <a:srgbClr val="B7E8D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1" name="pg557">
                <a:extLst>
                  <a:ext uri="{FF2B5EF4-FFF2-40B4-BE49-F238E27FC236}">
                    <a16:creationId xmlns:a16="http://schemas.microsoft.com/office/drawing/2014/main" id="{5CCCF8D2-BF62-1143-7687-6B6E0A7A90AE}"/>
                  </a:ext>
                </a:extLst>
              </p:cNvPr>
              <p:cNvSpPr/>
              <p:nvPr/>
            </p:nvSpPr>
            <p:spPr>
              <a:xfrm>
                <a:off x="3682613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6E3C9">
                  <a:alpha val="100000"/>
                </a:srgbClr>
              </a:solidFill>
              <a:ln w="5420" cap="flat">
                <a:solidFill>
                  <a:srgbClr val="AD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2" name="pg558">
                <a:extLst>
                  <a:ext uri="{FF2B5EF4-FFF2-40B4-BE49-F238E27FC236}">
                    <a16:creationId xmlns:a16="http://schemas.microsoft.com/office/drawing/2014/main" id="{CA3B134C-27B7-AB20-B76F-DF996E5FDDCF}"/>
                  </a:ext>
                </a:extLst>
              </p:cNvPr>
              <p:cNvSpPr/>
              <p:nvPr/>
            </p:nvSpPr>
            <p:spPr>
              <a:xfrm>
                <a:off x="3764050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3" name="pg559">
                <a:extLst>
                  <a:ext uri="{FF2B5EF4-FFF2-40B4-BE49-F238E27FC236}">
                    <a16:creationId xmlns:a16="http://schemas.microsoft.com/office/drawing/2014/main" id="{C327B220-E837-BE93-83BF-91A02E43AE9B}"/>
                  </a:ext>
                </a:extLst>
              </p:cNvPr>
              <p:cNvSpPr/>
              <p:nvPr/>
            </p:nvSpPr>
            <p:spPr>
              <a:xfrm>
                <a:off x="3845487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4" name="pg560">
                <a:extLst>
                  <a:ext uri="{FF2B5EF4-FFF2-40B4-BE49-F238E27FC236}">
                    <a16:creationId xmlns:a16="http://schemas.microsoft.com/office/drawing/2014/main" id="{EB8CAA1D-8050-AB11-EAB4-FF337982CE8E}"/>
                  </a:ext>
                </a:extLst>
              </p:cNvPr>
              <p:cNvSpPr/>
              <p:nvPr/>
            </p:nvSpPr>
            <p:spPr>
              <a:xfrm>
                <a:off x="3926924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5D8BB">
                  <a:alpha val="100000"/>
                </a:srgbClr>
              </a:solidFill>
              <a:ln w="5420" cap="flat">
                <a:solidFill>
                  <a:srgbClr val="91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5" name="pg561">
                <a:extLst>
                  <a:ext uri="{FF2B5EF4-FFF2-40B4-BE49-F238E27FC236}">
                    <a16:creationId xmlns:a16="http://schemas.microsoft.com/office/drawing/2014/main" id="{E688F18A-16DD-1B48-80DB-E172CD85B5E2}"/>
                  </a:ext>
                </a:extLst>
              </p:cNvPr>
              <p:cNvSpPr/>
              <p:nvPr/>
            </p:nvSpPr>
            <p:spPr>
              <a:xfrm>
                <a:off x="4008361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6" name="pg562">
                <a:extLst>
                  <a:ext uri="{FF2B5EF4-FFF2-40B4-BE49-F238E27FC236}">
                    <a16:creationId xmlns:a16="http://schemas.microsoft.com/office/drawing/2014/main" id="{796FF898-5B88-B044-2CD7-45D56B3920AF}"/>
                  </a:ext>
                </a:extLst>
              </p:cNvPr>
              <p:cNvSpPr/>
              <p:nvPr/>
            </p:nvSpPr>
            <p:spPr>
              <a:xfrm>
                <a:off x="3275427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6E8D1">
                  <a:alpha val="100000"/>
                </a:srgbClr>
              </a:solidFill>
              <a:ln w="5420" cap="flat">
                <a:solidFill>
                  <a:srgbClr val="BBEA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7" name="pg563">
                <a:extLst>
                  <a:ext uri="{FF2B5EF4-FFF2-40B4-BE49-F238E27FC236}">
                    <a16:creationId xmlns:a16="http://schemas.microsoft.com/office/drawing/2014/main" id="{A44C7815-E875-6978-CEE0-A36C7F212D02}"/>
                  </a:ext>
                </a:extLst>
              </p:cNvPr>
              <p:cNvSpPr/>
              <p:nvPr/>
            </p:nvSpPr>
            <p:spPr>
              <a:xfrm>
                <a:off x="3356864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AE9D3">
                  <a:alpha val="100000"/>
                </a:srgbClr>
              </a:solidFill>
              <a:ln w="5420" cap="flat">
                <a:solidFill>
                  <a:srgbClr val="BFEBD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8" name="pg564">
                <a:extLst>
                  <a:ext uri="{FF2B5EF4-FFF2-40B4-BE49-F238E27FC236}">
                    <a16:creationId xmlns:a16="http://schemas.microsoft.com/office/drawing/2014/main" id="{076F10FF-F27B-D9B5-ED9F-891808E0A326}"/>
                  </a:ext>
                </a:extLst>
              </p:cNvPr>
              <p:cNvSpPr/>
              <p:nvPr/>
            </p:nvSpPr>
            <p:spPr>
              <a:xfrm>
                <a:off x="3438301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CEAD4">
                  <a:alpha val="100000"/>
                </a:srgbClr>
              </a:solidFill>
              <a:ln w="5420" cap="flat">
                <a:solidFill>
                  <a:srgbClr val="C0EBD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9" name="pg565">
                <a:extLst>
                  <a:ext uri="{FF2B5EF4-FFF2-40B4-BE49-F238E27FC236}">
                    <a16:creationId xmlns:a16="http://schemas.microsoft.com/office/drawing/2014/main" id="{FF82C6D6-256A-4CA7-00AA-468927ECE858}"/>
                  </a:ext>
                </a:extLst>
              </p:cNvPr>
              <p:cNvSpPr/>
              <p:nvPr/>
            </p:nvSpPr>
            <p:spPr>
              <a:xfrm>
                <a:off x="3519738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5E8D1">
                  <a:alpha val="100000"/>
                </a:srgbClr>
              </a:solidFill>
              <a:ln w="5420" cap="flat">
                <a:solidFill>
                  <a:srgbClr val="BAE9D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0" name="pg566">
                <a:extLst>
                  <a:ext uri="{FF2B5EF4-FFF2-40B4-BE49-F238E27FC236}">
                    <a16:creationId xmlns:a16="http://schemas.microsoft.com/office/drawing/2014/main" id="{749853CC-2626-D680-9E43-AD5462CE4957}"/>
                  </a:ext>
                </a:extLst>
              </p:cNvPr>
              <p:cNvSpPr/>
              <p:nvPr/>
            </p:nvSpPr>
            <p:spPr>
              <a:xfrm>
                <a:off x="3601176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1" name="pg567">
                <a:extLst>
                  <a:ext uri="{FF2B5EF4-FFF2-40B4-BE49-F238E27FC236}">
                    <a16:creationId xmlns:a16="http://schemas.microsoft.com/office/drawing/2014/main" id="{3881B3F8-99F3-82C6-3598-61FC9E948487}"/>
                  </a:ext>
                </a:extLst>
              </p:cNvPr>
              <p:cNvSpPr/>
              <p:nvPr/>
            </p:nvSpPr>
            <p:spPr>
              <a:xfrm>
                <a:off x="3682613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4E2C8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2" name="pg568">
                <a:extLst>
                  <a:ext uri="{FF2B5EF4-FFF2-40B4-BE49-F238E27FC236}">
                    <a16:creationId xmlns:a16="http://schemas.microsoft.com/office/drawing/2014/main" id="{EADA707C-D331-B604-3C4C-0347EF439D87}"/>
                  </a:ext>
                </a:extLst>
              </p:cNvPr>
              <p:cNvSpPr/>
              <p:nvPr/>
            </p:nvSpPr>
            <p:spPr>
              <a:xfrm>
                <a:off x="3764050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3" name="pg569">
                <a:extLst>
                  <a:ext uri="{FF2B5EF4-FFF2-40B4-BE49-F238E27FC236}">
                    <a16:creationId xmlns:a16="http://schemas.microsoft.com/office/drawing/2014/main" id="{EE4821E3-73EC-E492-F7E3-7D88A46506F0}"/>
                  </a:ext>
                </a:extLst>
              </p:cNvPr>
              <p:cNvSpPr/>
              <p:nvPr/>
            </p:nvSpPr>
            <p:spPr>
              <a:xfrm>
                <a:off x="3845487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0DCBF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4" name="pg570">
                <a:extLst>
                  <a:ext uri="{FF2B5EF4-FFF2-40B4-BE49-F238E27FC236}">
                    <a16:creationId xmlns:a16="http://schemas.microsoft.com/office/drawing/2014/main" id="{02E49EEC-B35E-2E19-7314-70C338A96CB9}"/>
                  </a:ext>
                </a:extLst>
              </p:cNvPr>
              <p:cNvSpPr/>
              <p:nvPr/>
            </p:nvSpPr>
            <p:spPr>
              <a:xfrm>
                <a:off x="3926924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5" name="pg571">
                <a:extLst>
                  <a:ext uri="{FF2B5EF4-FFF2-40B4-BE49-F238E27FC236}">
                    <a16:creationId xmlns:a16="http://schemas.microsoft.com/office/drawing/2014/main" id="{6B1BBD72-42DE-4F17-8C23-818116A60C51}"/>
                  </a:ext>
                </a:extLst>
              </p:cNvPr>
              <p:cNvSpPr/>
              <p:nvPr/>
            </p:nvSpPr>
            <p:spPr>
              <a:xfrm>
                <a:off x="4008361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6" name="pg572">
                <a:extLst>
                  <a:ext uri="{FF2B5EF4-FFF2-40B4-BE49-F238E27FC236}">
                    <a16:creationId xmlns:a16="http://schemas.microsoft.com/office/drawing/2014/main" id="{C5FC35F5-8750-5D2A-CEFB-79E55D2423FC}"/>
                  </a:ext>
                </a:extLst>
              </p:cNvPr>
              <p:cNvSpPr/>
              <p:nvPr/>
            </p:nvSpPr>
            <p:spPr>
              <a:xfrm>
                <a:off x="3356864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2E7CF">
                  <a:alpha val="100000"/>
                </a:srgbClr>
              </a:solidFill>
              <a:ln w="5420" cap="flat">
                <a:solidFill>
                  <a:srgbClr val="B8E8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7" name="pg573">
                <a:extLst>
                  <a:ext uri="{FF2B5EF4-FFF2-40B4-BE49-F238E27FC236}">
                    <a16:creationId xmlns:a16="http://schemas.microsoft.com/office/drawing/2014/main" id="{C39F4A76-5E7B-133E-AF58-BF4A5F86F046}"/>
                  </a:ext>
                </a:extLst>
              </p:cNvPr>
              <p:cNvSpPr/>
              <p:nvPr/>
            </p:nvSpPr>
            <p:spPr>
              <a:xfrm>
                <a:off x="3438301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B3E7CF">
                  <a:alpha val="100000"/>
                </a:srgbClr>
              </a:solidFill>
              <a:ln w="5420" cap="flat">
                <a:solidFill>
                  <a:srgbClr val="B8E9D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8" name="pg574">
                <a:extLst>
                  <a:ext uri="{FF2B5EF4-FFF2-40B4-BE49-F238E27FC236}">
                    <a16:creationId xmlns:a16="http://schemas.microsoft.com/office/drawing/2014/main" id="{BFCABC19-820A-C5FC-87AF-9B34B205A034}"/>
                  </a:ext>
                </a:extLst>
              </p:cNvPr>
              <p:cNvSpPr/>
              <p:nvPr/>
            </p:nvSpPr>
            <p:spPr>
              <a:xfrm>
                <a:off x="3519738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DE5CD">
                  <a:alpha val="100000"/>
                </a:srgbClr>
              </a:solidFill>
              <a:ln w="5420" cap="flat">
                <a:solidFill>
                  <a:srgbClr val="B4E7D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9" name="pg575">
                <a:extLst>
                  <a:ext uri="{FF2B5EF4-FFF2-40B4-BE49-F238E27FC236}">
                    <a16:creationId xmlns:a16="http://schemas.microsoft.com/office/drawing/2014/main" id="{EB9696C0-38DF-B715-86E0-9B52F23124DE}"/>
                  </a:ext>
                </a:extLst>
              </p:cNvPr>
              <p:cNvSpPr/>
              <p:nvPr/>
            </p:nvSpPr>
            <p:spPr>
              <a:xfrm>
                <a:off x="3601176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7E3CA">
                  <a:alpha val="100000"/>
                </a:srgbClr>
              </a:solidFill>
              <a:ln w="5420" cap="flat">
                <a:solidFill>
                  <a:srgbClr val="AEE5C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0" name="pg576">
                <a:extLst>
                  <a:ext uri="{FF2B5EF4-FFF2-40B4-BE49-F238E27FC236}">
                    <a16:creationId xmlns:a16="http://schemas.microsoft.com/office/drawing/2014/main" id="{0F9B7DAF-A697-3316-9393-BDB30B6EE13E}"/>
                  </a:ext>
                </a:extLst>
              </p:cNvPr>
              <p:cNvSpPr/>
              <p:nvPr/>
            </p:nvSpPr>
            <p:spPr>
              <a:xfrm>
                <a:off x="3682613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0E1C6">
                  <a:alpha val="100000"/>
                </a:srgbClr>
              </a:solidFill>
              <a:ln w="5420" cap="flat">
                <a:solidFill>
                  <a:srgbClr val="A8E3C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1" name="pg577">
                <a:extLst>
                  <a:ext uri="{FF2B5EF4-FFF2-40B4-BE49-F238E27FC236}">
                    <a16:creationId xmlns:a16="http://schemas.microsoft.com/office/drawing/2014/main" id="{F189F4F5-D1B4-AF25-34E4-AE7A8FDA0D5D}"/>
                  </a:ext>
                </a:extLst>
              </p:cNvPr>
              <p:cNvSpPr/>
              <p:nvPr/>
            </p:nvSpPr>
            <p:spPr>
              <a:xfrm>
                <a:off x="3764050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7DEC3">
                  <a:alpha val="100000"/>
                </a:srgbClr>
              </a:solidFill>
              <a:ln w="5420" cap="flat">
                <a:solidFill>
                  <a:srgbClr val="A1E1C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2" name="pg578">
                <a:extLst>
                  <a:ext uri="{FF2B5EF4-FFF2-40B4-BE49-F238E27FC236}">
                    <a16:creationId xmlns:a16="http://schemas.microsoft.com/office/drawing/2014/main" id="{FF92ECB8-3506-E918-CAC1-8842184BE383}"/>
                  </a:ext>
                </a:extLst>
              </p:cNvPr>
              <p:cNvSpPr/>
              <p:nvPr/>
            </p:nvSpPr>
            <p:spPr>
              <a:xfrm>
                <a:off x="3845487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FDCBF">
                  <a:alpha val="100000"/>
                </a:srgbClr>
              </a:solidFill>
              <a:ln w="5420" cap="flat">
                <a:solidFill>
                  <a:srgbClr val="9A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3" name="pg579">
                <a:extLst>
                  <a:ext uri="{FF2B5EF4-FFF2-40B4-BE49-F238E27FC236}">
                    <a16:creationId xmlns:a16="http://schemas.microsoft.com/office/drawing/2014/main" id="{2D2C12AB-F9C1-FD37-60B1-67B41CA75D97}"/>
                  </a:ext>
                </a:extLst>
              </p:cNvPr>
              <p:cNvSpPr/>
              <p:nvPr/>
            </p:nvSpPr>
            <p:spPr>
              <a:xfrm>
                <a:off x="3926924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7D9BB">
                  <a:alpha val="100000"/>
                </a:srgbClr>
              </a:solidFill>
              <a:ln w="5420" cap="flat">
                <a:solidFill>
                  <a:srgbClr val="93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4" name="pg580">
                <a:extLst>
                  <a:ext uri="{FF2B5EF4-FFF2-40B4-BE49-F238E27FC236}">
                    <a16:creationId xmlns:a16="http://schemas.microsoft.com/office/drawing/2014/main" id="{B1C67B47-5C99-5599-8F3D-83CDDB44DE45}"/>
                  </a:ext>
                </a:extLst>
              </p:cNvPr>
              <p:cNvSpPr/>
              <p:nvPr/>
            </p:nvSpPr>
            <p:spPr>
              <a:xfrm>
                <a:off x="4008361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0D7B9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5" name="pg581">
                <a:extLst>
                  <a:ext uri="{FF2B5EF4-FFF2-40B4-BE49-F238E27FC236}">
                    <a16:creationId xmlns:a16="http://schemas.microsoft.com/office/drawing/2014/main" id="{4531D49A-B69D-100E-7A62-00797F7C488B}"/>
                  </a:ext>
                </a:extLst>
              </p:cNvPr>
              <p:cNvSpPr/>
              <p:nvPr/>
            </p:nvSpPr>
            <p:spPr>
              <a:xfrm>
                <a:off x="3438301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9E4CB">
                  <a:alpha val="100000"/>
                </a:srgbClr>
              </a:solidFill>
              <a:ln w="5420" cap="flat">
                <a:solidFill>
                  <a:srgbClr val="B0E6C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6" name="pg582">
                <a:extLst>
                  <a:ext uri="{FF2B5EF4-FFF2-40B4-BE49-F238E27FC236}">
                    <a16:creationId xmlns:a16="http://schemas.microsoft.com/office/drawing/2014/main" id="{C2943B99-C27E-F12D-A70D-3EFA8D4CC962}"/>
                  </a:ext>
                </a:extLst>
              </p:cNvPr>
              <p:cNvSpPr/>
              <p:nvPr/>
            </p:nvSpPr>
            <p:spPr>
              <a:xfrm>
                <a:off x="3519738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4E2C9">
                  <a:alpha val="100000"/>
                </a:srgbClr>
              </a:solidFill>
              <a:ln w="5420" cap="flat">
                <a:solidFill>
                  <a:srgbClr val="ACE5C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7" name="pg583">
                <a:extLst>
                  <a:ext uri="{FF2B5EF4-FFF2-40B4-BE49-F238E27FC236}">
                    <a16:creationId xmlns:a16="http://schemas.microsoft.com/office/drawing/2014/main" id="{3BCBF3D4-BDD2-B6E0-3642-B5B934FB438B}"/>
                  </a:ext>
                </a:extLst>
              </p:cNvPr>
              <p:cNvSpPr/>
              <p:nvPr/>
            </p:nvSpPr>
            <p:spPr>
              <a:xfrm>
                <a:off x="3601176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A1E1C7">
                  <a:alpha val="100000"/>
                </a:srgbClr>
              </a:solidFill>
              <a:ln w="5420" cap="flat">
                <a:solidFill>
                  <a:srgbClr val="A9E4C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8" name="pg584">
                <a:extLst>
                  <a:ext uri="{FF2B5EF4-FFF2-40B4-BE49-F238E27FC236}">
                    <a16:creationId xmlns:a16="http://schemas.microsoft.com/office/drawing/2014/main" id="{8DD5113D-670B-8C49-7C91-D127C6E2FA5C}"/>
                  </a:ext>
                </a:extLst>
              </p:cNvPr>
              <p:cNvSpPr/>
              <p:nvPr/>
            </p:nvSpPr>
            <p:spPr>
              <a:xfrm>
                <a:off x="3682613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ADFC4">
                  <a:alpha val="100000"/>
                </a:srgbClr>
              </a:solidFill>
              <a:ln w="5420" cap="flat">
                <a:solidFill>
                  <a:srgbClr val="A3E2C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9" name="pg585">
                <a:extLst>
                  <a:ext uri="{FF2B5EF4-FFF2-40B4-BE49-F238E27FC236}">
                    <a16:creationId xmlns:a16="http://schemas.microsoft.com/office/drawing/2014/main" id="{2FF5F11A-B19C-B543-1846-84D60D34E611}"/>
                  </a:ext>
                </a:extLst>
              </p:cNvPr>
              <p:cNvSpPr/>
              <p:nvPr/>
            </p:nvSpPr>
            <p:spPr>
              <a:xfrm>
                <a:off x="3764050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0" name="pg586">
                <a:extLst>
                  <a:ext uri="{FF2B5EF4-FFF2-40B4-BE49-F238E27FC236}">
                    <a16:creationId xmlns:a16="http://schemas.microsoft.com/office/drawing/2014/main" id="{C751EBBD-61AA-FFE7-901C-0E18836D9494}"/>
                  </a:ext>
                </a:extLst>
              </p:cNvPr>
              <p:cNvSpPr/>
              <p:nvPr/>
            </p:nvSpPr>
            <p:spPr>
              <a:xfrm>
                <a:off x="3845487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1" name="pg587">
                <a:extLst>
                  <a:ext uri="{FF2B5EF4-FFF2-40B4-BE49-F238E27FC236}">
                    <a16:creationId xmlns:a16="http://schemas.microsoft.com/office/drawing/2014/main" id="{256A73FA-C317-E2A2-FF29-FB374618542E}"/>
                  </a:ext>
                </a:extLst>
              </p:cNvPr>
              <p:cNvSpPr/>
              <p:nvPr/>
            </p:nvSpPr>
            <p:spPr>
              <a:xfrm>
                <a:off x="3926924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2" name="pg588">
                <a:extLst>
                  <a:ext uri="{FF2B5EF4-FFF2-40B4-BE49-F238E27FC236}">
                    <a16:creationId xmlns:a16="http://schemas.microsoft.com/office/drawing/2014/main" id="{985E644B-B8B5-505B-CCB8-6310ABFA4923}"/>
                  </a:ext>
                </a:extLst>
              </p:cNvPr>
              <p:cNvSpPr/>
              <p:nvPr/>
            </p:nvSpPr>
            <p:spPr>
              <a:xfrm>
                <a:off x="4008361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3" name="pg589">
                <a:extLst>
                  <a:ext uri="{FF2B5EF4-FFF2-40B4-BE49-F238E27FC236}">
                    <a16:creationId xmlns:a16="http://schemas.microsoft.com/office/drawing/2014/main" id="{22C2F4F9-974B-648F-87E7-BC17FCBAC1F3}"/>
                  </a:ext>
                </a:extLst>
              </p:cNvPr>
              <p:cNvSpPr/>
              <p:nvPr/>
            </p:nvSpPr>
            <p:spPr>
              <a:xfrm>
                <a:off x="4089798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88D9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4" name="pg590">
                <a:extLst>
                  <a:ext uri="{FF2B5EF4-FFF2-40B4-BE49-F238E27FC236}">
                    <a16:creationId xmlns:a16="http://schemas.microsoft.com/office/drawing/2014/main" id="{75F58676-AE5D-54EF-2C40-D0BB36F37477}"/>
                  </a:ext>
                </a:extLst>
              </p:cNvPr>
              <p:cNvSpPr/>
              <p:nvPr/>
            </p:nvSpPr>
            <p:spPr>
              <a:xfrm>
                <a:off x="3682613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3DDC1">
                  <a:alpha val="100000"/>
                </a:srgbClr>
              </a:solidFill>
              <a:ln w="5420" cap="flat">
                <a:solidFill>
                  <a:srgbClr val="9DE0C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5" name="pg591">
                <a:extLst>
                  <a:ext uri="{FF2B5EF4-FFF2-40B4-BE49-F238E27FC236}">
                    <a16:creationId xmlns:a16="http://schemas.microsoft.com/office/drawing/2014/main" id="{304B7851-9AED-F7A6-BF18-D556B4D3CA62}"/>
                  </a:ext>
                </a:extLst>
              </p:cNvPr>
              <p:cNvSpPr/>
              <p:nvPr/>
            </p:nvSpPr>
            <p:spPr>
              <a:xfrm>
                <a:off x="3764050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EDBBE">
                  <a:alpha val="100000"/>
                </a:srgbClr>
              </a:solidFill>
              <a:ln w="5420" cap="flat">
                <a:solidFill>
                  <a:srgbClr val="99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6" name="pg592">
                <a:extLst>
                  <a:ext uri="{FF2B5EF4-FFF2-40B4-BE49-F238E27FC236}">
                    <a16:creationId xmlns:a16="http://schemas.microsoft.com/office/drawing/2014/main" id="{2C78E580-D099-01C6-CF39-51A8C3714779}"/>
                  </a:ext>
                </a:extLst>
              </p:cNvPr>
              <p:cNvSpPr/>
              <p:nvPr/>
            </p:nvSpPr>
            <p:spPr>
              <a:xfrm>
                <a:off x="3845487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8D9BC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7" name="pg593">
                <a:extLst>
                  <a:ext uri="{FF2B5EF4-FFF2-40B4-BE49-F238E27FC236}">
                    <a16:creationId xmlns:a16="http://schemas.microsoft.com/office/drawing/2014/main" id="{2B1A0F8E-4715-614D-4F2D-7ABA7A7747D7}"/>
                  </a:ext>
                </a:extLst>
              </p:cNvPr>
              <p:cNvSpPr/>
              <p:nvPr/>
            </p:nvSpPr>
            <p:spPr>
              <a:xfrm>
                <a:off x="3926924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8" name="pg594">
                <a:extLst>
                  <a:ext uri="{FF2B5EF4-FFF2-40B4-BE49-F238E27FC236}">
                    <a16:creationId xmlns:a16="http://schemas.microsoft.com/office/drawing/2014/main" id="{EBB2FA3E-4643-CFEF-4FD1-03FA311F5088}"/>
                  </a:ext>
                </a:extLst>
              </p:cNvPr>
              <p:cNvSpPr/>
              <p:nvPr/>
            </p:nvSpPr>
            <p:spPr>
              <a:xfrm>
                <a:off x="4008361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ED6B7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9" name="pg595">
                <a:extLst>
                  <a:ext uri="{FF2B5EF4-FFF2-40B4-BE49-F238E27FC236}">
                    <a16:creationId xmlns:a16="http://schemas.microsoft.com/office/drawing/2014/main" id="{96AF31DD-4F91-433E-8518-A1E557070EAD}"/>
                  </a:ext>
                </a:extLst>
              </p:cNvPr>
              <p:cNvSpPr/>
              <p:nvPr/>
            </p:nvSpPr>
            <p:spPr>
              <a:xfrm>
                <a:off x="4089798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0" name="pg596">
                <a:extLst>
                  <a:ext uri="{FF2B5EF4-FFF2-40B4-BE49-F238E27FC236}">
                    <a16:creationId xmlns:a16="http://schemas.microsoft.com/office/drawing/2014/main" id="{71E90E4A-7AA5-EADB-17AB-FAD913DCB100}"/>
                  </a:ext>
                </a:extLst>
              </p:cNvPr>
              <p:cNvSpPr/>
              <p:nvPr/>
            </p:nvSpPr>
            <p:spPr>
              <a:xfrm>
                <a:off x="3275427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91DCC0">
                  <a:alpha val="100000"/>
                </a:srgbClr>
              </a:solidFill>
              <a:ln w="5420" cap="flat">
                <a:solidFill>
                  <a:srgbClr val="9BDFC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1" name="pg597">
                <a:extLst>
                  <a:ext uri="{FF2B5EF4-FFF2-40B4-BE49-F238E27FC236}">
                    <a16:creationId xmlns:a16="http://schemas.microsoft.com/office/drawing/2014/main" id="{039D76BD-AE5E-620C-F6DF-C57B6827A0CD}"/>
                  </a:ext>
                </a:extLst>
              </p:cNvPr>
              <p:cNvSpPr/>
              <p:nvPr/>
            </p:nvSpPr>
            <p:spPr>
              <a:xfrm>
                <a:off x="3601176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FDBBF">
                  <a:alpha val="100000"/>
                </a:srgbClr>
              </a:solidFill>
              <a:ln w="5420" cap="flat">
                <a:solidFill>
                  <a:srgbClr val="99DF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2" name="pg598">
                <a:extLst>
                  <a:ext uri="{FF2B5EF4-FFF2-40B4-BE49-F238E27FC236}">
                    <a16:creationId xmlns:a16="http://schemas.microsoft.com/office/drawing/2014/main" id="{16F5E681-335F-541A-D3CF-D5FCB69F54CF}"/>
                  </a:ext>
                </a:extLst>
              </p:cNvPr>
              <p:cNvSpPr/>
              <p:nvPr/>
            </p:nvSpPr>
            <p:spPr>
              <a:xfrm>
                <a:off x="3682613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3" name="pg599">
                <a:extLst>
                  <a:ext uri="{FF2B5EF4-FFF2-40B4-BE49-F238E27FC236}">
                    <a16:creationId xmlns:a16="http://schemas.microsoft.com/office/drawing/2014/main" id="{FBC9FE0C-0ADE-12C2-343E-F158A669078E}"/>
                  </a:ext>
                </a:extLst>
              </p:cNvPr>
              <p:cNvSpPr/>
              <p:nvPr/>
            </p:nvSpPr>
            <p:spPr>
              <a:xfrm>
                <a:off x="3764050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4" name="pg600">
                <a:extLst>
                  <a:ext uri="{FF2B5EF4-FFF2-40B4-BE49-F238E27FC236}">
                    <a16:creationId xmlns:a16="http://schemas.microsoft.com/office/drawing/2014/main" id="{8FB9F98D-0837-0C1D-2884-D56411FD37E8}"/>
                  </a:ext>
                </a:extLst>
              </p:cNvPr>
              <p:cNvSpPr/>
              <p:nvPr/>
            </p:nvSpPr>
            <p:spPr>
              <a:xfrm>
                <a:off x="3845487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90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5" name="pg601">
                <a:extLst>
                  <a:ext uri="{FF2B5EF4-FFF2-40B4-BE49-F238E27FC236}">
                    <a16:creationId xmlns:a16="http://schemas.microsoft.com/office/drawing/2014/main" id="{2FCA3406-D5C4-8860-F4B0-3F652590F12F}"/>
                  </a:ext>
                </a:extLst>
              </p:cNvPr>
              <p:cNvSpPr/>
              <p:nvPr/>
            </p:nvSpPr>
            <p:spPr>
              <a:xfrm>
                <a:off x="3926924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6" name="pg602">
                <a:extLst>
                  <a:ext uri="{FF2B5EF4-FFF2-40B4-BE49-F238E27FC236}">
                    <a16:creationId xmlns:a16="http://schemas.microsoft.com/office/drawing/2014/main" id="{0F73F7B1-F4DC-5971-231A-A5E9B1B4F05A}"/>
                  </a:ext>
                </a:extLst>
              </p:cNvPr>
              <p:cNvSpPr/>
              <p:nvPr/>
            </p:nvSpPr>
            <p:spPr>
              <a:xfrm>
                <a:off x="4008361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7" name="pg603">
                <a:extLst>
                  <a:ext uri="{FF2B5EF4-FFF2-40B4-BE49-F238E27FC236}">
                    <a16:creationId xmlns:a16="http://schemas.microsoft.com/office/drawing/2014/main" id="{D50838EB-CA9B-E90F-EBDA-F4225633190C}"/>
                  </a:ext>
                </a:extLst>
              </p:cNvPr>
              <p:cNvSpPr/>
              <p:nvPr/>
            </p:nvSpPr>
            <p:spPr>
              <a:xfrm>
                <a:off x="4089798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8" name="pg604">
                <a:extLst>
                  <a:ext uri="{FF2B5EF4-FFF2-40B4-BE49-F238E27FC236}">
                    <a16:creationId xmlns:a16="http://schemas.microsoft.com/office/drawing/2014/main" id="{F017AA1D-3DEE-FD9A-A30B-CDDBEAB37B14}"/>
                  </a:ext>
                </a:extLst>
              </p:cNvPr>
              <p:cNvSpPr/>
              <p:nvPr/>
            </p:nvSpPr>
            <p:spPr>
              <a:xfrm>
                <a:off x="3193990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94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9" name="pg605">
                <a:extLst>
                  <a:ext uri="{FF2B5EF4-FFF2-40B4-BE49-F238E27FC236}">
                    <a16:creationId xmlns:a16="http://schemas.microsoft.com/office/drawing/2014/main" id="{A104AC41-DF32-3CAA-48B5-676EBC981443}"/>
                  </a:ext>
                </a:extLst>
              </p:cNvPr>
              <p:cNvSpPr/>
              <p:nvPr/>
            </p:nvSpPr>
            <p:spPr>
              <a:xfrm>
                <a:off x="3275427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BDABD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0" name="pg606">
                <a:extLst>
                  <a:ext uri="{FF2B5EF4-FFF2-40B4-BE49-F238E27FC236}">
                    <a16:creationId xmlns:a16="http://schemas.microsoft.com/office/drawing/2014/main" id="{7986C338-D804-4D1B-E5A6-16B882D02EC4}"/>
                  </a:ext>
                </a:extLst>
              </p:cNvPr>
              <p:cNvSpPr/>
              <p:nvPr/>
            </p:nvSpPr>
            <p:spPr>
              <a:xfrm>
                <a:off x="3356864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DDBBE">
                  <a:alpha val="100000"/>
                </a:srgbClr>
              </a:solidFill>
              <a:ln w="5420" cap="flat">
                <a:solidFill>
                  <a:srgbClr val="98DEC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1" name="pg607">
                <a:extLst>
                  <a:ext uri="{FF2B5EF4-FFF2-40B4-BE49-F238E27FC236}">
                    <a16:creationId xmlns:a16="http://schemas.microsoft.com/office/drawing/2014/main" id="{8F6B6421-E78C-60D4-D49D-6635397EC014}"/>
                  </a:ext>
                </a:extLst>
              </p:cNvPr>
              <p:cNvSpPr/>
              <p:nvPr/>
            </p:nvSpPr>
            <p:spPr>
              <a:xfrm>
                <a:off x="3438301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CDBBE">
                  <a:alpha val="100000"/>
                </a:srgbClr>
              </a:solidFill>
              <a:ln w="5420" cap="flat">
                <a:solidFill>
                  <a:srgbClr val="97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2" name="pg608">
                <a:extLst>
                  <a:ext uri="{FF2B5EF4-FFF2-40B4-BE49-F238E27FC236}">
                    <a16:creationId xmlns:a16="http://schemas.microsoft.com/office/drawing/2014/main" id="{98945F09-7633-7329-699A-3FAFBAD533AA}"/>
                  </a:ext>
                </a:extLst>
              </p:cNvPr>
              <p:cNvSpPr/>
              <p:nvPr/>
            </p:nvSpPr>
            <p:spPr>
              <a:xfrm>
                <a:off x="3519738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ADABD">
                  <a:alpha val="100000"/>
                </a:srgbClr>
              </a:solidFill>
              <a:ln w="5420" cap="flat">
                <a:solidFill>
                  <a:srgbClr val="96DEC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3" name="pg609">
                <a:extLst>
                  <a:ext uri="{FF2B5EF4-FFF2-40B4-BE49-F238E27FC236}">
                    <a16:creationId xmlns:a16="http://schemas.microsoft.com/office/drawing/2014/main" id="{71B69E3A-426E-4CB6-90F6-585314696BBC}"/>
                  </a:ext>
                </a:extLst>
              </p:cNvPr>
              <p:cNvSpPr/>
              <p:nvPr/>
            </p:nvSpPr>
            <p:spPr>
              <a:xfrm>
                <a:off x="3601176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9DABC">
                  <a:alpha val="100000"/>
                </a:srgbClr>
              </a:solidFill>
              <a:ln w="5420" cap="flat">
                <a:solidFill>
                  <a:srgbClr val="95DDC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4" name="pg610">
                <a:extLst>
                  <a:ext uri="{FF2B5EF4-FFF2-40B4-BE49-F238E27FC236}">
                    <a16:creationId xmlns:a16="http://schemas.microsoft.com/office/drawing/2014/main" id="{B8FDF9FA-2941-3EE9-C8E3-ABC5EF243025}"/>
                  </a:ext>
                </a:extLst>
              </p:cNvPr>
              <p:cNvSpPr/>
              <p:nvPr/>
            </p:nvSpPr>
            <p:spPr>
              <a:xfrm>
                <a:off x="3682613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6D9BB">
                  <a:alpha val="100000"/>
                </a:srgbClr>
              </a:solidFill>
              <a:ln w="5420" cap="flat">
                <a:solidFill>
                  <a:srgbClr val="92DCC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5" name="pg611">
                <a:extLst>
                  <a:ext uri="{FF2B5EF4-FFF2-40B4-BE49-F238E27FC236}">
                    <a16:creationId xmlns:a16="http://schemas.microsoft.com/office/drawing/2014/main" id="{92A10390-41DF-AC5C-E62A-960708836D8F}"/>
                  </a:ext>
                </a:extLst>
              </p:cNvPr>
              <p:cNvSpPr/>
              <p:nvPr/>
            </p:nvSpPr>
            <p:spPr>
              <a:xfrm>
                <a:off x="3764050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3D8BA">
                  <a:alpha val="100000"/>
                </a:srgbClr>
              </a:solidFill>
              <a:ln w="5420" cap="flat">
                <a:solidFill>
                  <a:srgbClr val="8FDCB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6" name="pg612">
                <a:extLst>
                  <a:ext uri="{FF2B5EF4-FFF2-40B4-BE49-F238E27FC236}">
                    <a16:creationId xmlns:a16="http://schemas.microsoft.com/office/drawing/2014/main" id="{7FFF0DB2-D661-6821-75BC-256822F936A7}"/>
                  </a:ext>
                </a:extLst>
              </p:cNvPr>
              <p:cNvSpPr/>
              <p:nvPr/>
            </p:nvSpPr>
            <p:spPr>
              <a:xfrm>
                <a:off x="3845487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D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7" name="pg613">
                <a:extLst>
                  <a:ext uri="{FF2B5EF4-FFF2-40B4-BE49-F238E27FC236}">
                    <a16:creationId xmlns:a16="http://schemas.microsoft.com/office/drawing/2014/main" id="{2F09331E-73DA-DBE5-958A-A6CE1713C7D1}"/>
                  </a:ext>
                </a:extLst>
              </p:cNvPr>
              <p:cNvSpPr/>
              <p:nvPr/>
            </p:nvSpPr>
            <p:spPr>
              <a:xfrm>
                <a:off x="3926924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8" name="pg614">
                <a:extLst>
                  <a:ext uri="{FF2B5EF4-FFF2-40B4-BE49-F238E27FC236}">
                    <a16:creationId xmlns:a16="http://schemas.microsoft.com/office/drawing/2014/main" id="{1A85B504-76C2-7B44-5F2F-4AB7755A7304}"/>
                  </a:ext>
                </a:extLst>
              </p:cNvPr>
              <p:cNvSpPr/>
              <p:nvPr/>
            </p:nvSpPr>
            <p:spPr>
              <a:xfrm>
                <a:off x="4008361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9" name="pg615">
                <a:extLst>
                  <a:ext uri="{FF2B5EF4-FFF2-40B4-BE49-F238E27FC236}">
                    <a16:creationId xmlns:a16="http://schemas.microsoft.com/office/drawing/2014/main" id="{0FE716D8-A4B2-2EF3-0459-0CE0B23BDD9A}"/>
                  </a:ext>
                </a:extLst>
              </p:cNvPr>
              <p:cNvSpPr/>
              <p:nvPr/>
            </p:nvSpPr>
            <p:spPr>
              <a:xfrm>
                <a:off x="4089798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0" name="pg616">
                <a:extLst>
                  <a:ext uri="{FF2B5EF4-FFF2-40B4-BE49-F238E27FC236}">
                    <a16:creationId xmlns:a16="http://schemas.microsoft.com/office/drawing/2014/main" id="{B34DF51E-7F8E-A61B-A021-99F38C6F954F}"/>
                  </a:ext>
                </a:extLst>
              </p:cNvPr>
              <p:cNvSpPr/>
              <p:nvPr/>
            </p:nvSpPr>
            <p:spPr>
              <a:xfrm>
                <a:off x="3112553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BD5B6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1" name="pg617">
                <a:extLst>
                  <a:ext uri="{FF2B5EF4-FFF2-40B4-BE49-F238E27FC236}">
                    <a16:creationId xmlns:a16="http://schemas.microsoft.com/office/drawing/2014/main" id="{0F0BF694-D86B-5D92-43A8-549F82B707D9}"/>
                  </a:ext>
                </a:extLst>
              </p:cNvPr>
              <p:cNvSpPr/>
              <p:nvPr/>
            </p:nvSpPr>
            <p:spPr>
              <a:xfrm>
                <a:off x="3193990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2" name="pg618">
                <a:extLst>
                  <a:ext uri="{FF2B5EF4-FFF2-40B4-BE49-F238E27FC236}">
                    <a16:creationId xmlns:a16="http://schemas.microsoft.com/office/drawing/2014/main" id="{6E4B3AAE-74F0-3B78-7DBE-0940890470C7}"/>
                  </a:ext>
                </a:extLst>
              </p:cNvPr>
              <p:cNvSpPr/>
              <p:nvPr/>
            </p:nvSpPr>
            <p:spPr>
              <a:xfrm>
                <a:off x="3275427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3" name="pg619">
                <a:extLst>
                  <a:ext uri="{FF2B5EF4-FFF2-40B4-BE49-F238E27FC236}">
                    <a16:creationId xmlns:a16="http://schemas.microsoft.com/office/drawing/2014/main" id="{DD09860E-B908-EF02-2A82-7E7F2A25CE6D}"/>
                  </a:ext>
                </a:extLst>
              </p:cNvPr>
              <p:cNvSpPr/>
              <p:nvPr/>
            </p:nvSpPr>
            <p:spPr>
              <a:xfrm>
                <a:off x="3356864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8C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4" name="pg620">
                <a:extLst>
                  <a:ext uri="{FF2B5EF4-FFF2-40B4-BE49-F238E27FC236}">
                    <a16:creationId xmlns:a16="http://schemas.microsoft.com/office/drawing/2014/main" id="{518F15D9-A339-A65E-4776-EAD2C60D3923}"/>
                  </a:ext>
                </a:extLst>
              </p:cNvPr>
              <p:cNvSpPr/>
              <p:nvPr/>
            </p:nvSpPr>
            <p:spPr>
              <a:xfrm>
                <a:off x="3438301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FD7B8">
                  <a:alpha val="100000"/>
                </a:srgbClr>
              </a:solidFill>
              <a:ln w="5420" cap="flat">
                <a:solidFill>
                  <a:srgbClr val="8CDBB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5" name="pg621">
                <a:extLst>
                  <a:ext uri="{FF2B5EF4-FFF2-40B4-BE49-F238E27FC236}">
                    <a16:creationId xmlns:a16="http://schemas.microsoft.com/office/drawing/2014/main" id="{E8C8104E-71E5-4C7C-BAD7-CE8003A6C3EF}"/>
                  </a:ext>
                </a:extLst>
              </p:cNvPr>
              <p:cNvSpPr/>
              <p:nvPr/>
            </p:nvSpPr>
            <p:spPr>
              <a:xfrm>
                <a:off x="3519738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ED6B8">
                  <a:alpha val="100000"/>
                </a:srgbClr>
              </a:solidFill>
              <a:ln w="5420" cap="flat">
                <a:solidFill>
                  <a:srgbClr val="8B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6" name="pg622">
                <a:extLst>
                  <a:ext uri="{FF2B5EF4-FFF2-40B4-BE49-F238E27FC236}">
                    <a16:creationId xmlns:a16="http://schemas.microsoft.com/office/drawing/2014/main" id="{F4DA5105-3EA7-03EC-32D7-DCD0EE5A6598}"/>
                  </a:ext>
                </a:extLst>
              </p:cNvPr>
              <p:cNvSpPr/>
              <p:nvPr/>
            </p:nvSpPr>
            <p:spPr>
              <a:xfrm>
                <a:off x="3601176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8ADAB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7" name="pg623">
                <a:extLst>
                  <a:ext uri="{FF2B5EF4-FFF2-40B4-BE49-F238E27FC236}">
                    <a16:creationId xmlns:a16="http://schemas.microsoft.com/office/drawing/2014/main" id="{D8B8759C-EC9C-33DF-A046-0C19DA74DC76}"/>
                  </a:ext>
                </a:extLst>
              </p:cNvPr>
              <p:cNvSpPr/>
              <p:nvPr/>
            </p:nvSpPr>
            <p:spPr>
              <a:xfrm>
                <a:off x="3682613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BD6B6">
                  <a:alpha val="100000"/>
                </a:srgbClr>
              </a:solidFill>
              <a:ln w="5420" cap="flat">
                <a:solidFill>
                  <a:srgbClr val="89DAB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8" name="pg624">
                <a:extLst>
                  <a:ext uri="{FF2B5EF4-FFF2-40B4-BE49-F238E27FC236}">
                    <a16:creationId xmlns:a16="http://schemas.microsoft.com/office/drawing/2014/main" id="{F48EC033-0821-F122-F68B-AD6AE47C4A38}"/>
                  </a:ext>
                </a:extLst>
              </p:cNvPr>
              <p:cNvSpPr/>
              <p:nvPr/>
            </p:nvSpPr>
            <p:spPr>
              <a:xfrm>
                <a:off x="3764050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9" name="pg625">
                <a:extLst>
                  <a:ext uri="{FF2B5EF4-FFF2-40B4-BE49-F238E27FC236}">
                    <a16:creationId xmlns:a16="http://schemas.microsoft.com/office/drawing/2014/main" id="{3E676443-D607-E99F-C0B5-A0262E7DD2C0}"/>
                  </a:ext>
                </a:extLst>
              </p:cNvPr>
              <p:cNvSpPr/>
              <p:nvPr/>
            </p:nvSpPr>
            <p:spPr>
              <a:xfrm>
                <a:off x="3845487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85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0" name="pg626">
                <a:extLst>
                  <a:ext uri="{FF2B5EF4-FFF2-40B4-BE49-F238E27FC236}">
                    <a16:creationId xmlns:a16="http://schemas.microsoft.com/office/drawing/2014/main" id="{09B4AD39-C405-44D2-1985-8ACAFC9F7C02}"/>
                  </a:ext>
                </a:extLst>
              </p:cNvPr>
              <p:cNvSpPr/>
              <p:nvPr/>
            </p:nvSpPr>
            <p:spPr>
              <a:xfrm>
                <a:off x="3926924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1" name="pg627">
                <a:extLst>
                  <a:ext uri="{FF2B5EF4-FFF2-40B4-BE49-F238E27FC236}">
                    <a16:creationId xmlns:a16="http://schemas.microsoft.com/office/drawing/2014/main" id="{1A6C9BD1-6750-C1E7-5295-5DC0E57CC264}"/>
                  </a:ext>
                </a:extLst>
              </p:cNvPr>
              <p:cNvSpPr/>
              <p:nvPr/>
            </p:nvSpPr>
            <p:spPr>
              <a:xfrm>
                <a:off x="4008361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2" name="pg628">
                <a:extLst>
                  <a:ext uri="{FF2B5EF4-FFF2-40B4-BE49-F238E27FC236}">
                    <a16:creationId xmlns:a16="http://schemas.microsoft.com/office/drawing/2014/main" id="{B4962BF6-222C-7E02-0674-13BDB05F9390}"/>
                  </a:ext>
                </a:extLst>
              </p:cNvPr>
              <p:cNvSpPr/>
              <p:nvPr/>
            </p:nvSpPr>
            <p:spPr>
              <a:xfrm>
                <a:off x="4089798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3" name="pg629">
                <a:extLst>
                  <a:ext uri="{FF2B5EF4-FFF2-40B4-BE49-F238E27FC236}">
                    <a16:creationId xmlns:a16="http://schemas.microsoft.com/office/drawing/2014/main" id="{D2344B53-7000-4CAD-5036-1EF62C0F4084}"/>
                  </a:ext>
                </a:extLst>
              </p:cNvPr>
              <p:cNvSpPr/>
              <p:nvPr/>
            </p:nvSpPr>
            <p:spPr>
              <a:xfrm>
                <a:off x="4171236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4" name="pg630">
                <a:extLst>
                  <a:ext uri="{FF2B5EF4-FFF2-40B4-BE49-F238E27FC236}">
                    <a16:creationId xmlns:a16="http://schemas.microsoft.com/office/drawing/2014/main" id="{349FBAFE-1543-B535-B6DB-EBEC480C7A35}"/>
                  </a:ext>
                </a:extLst>
              </p:cNvPr>
              <p:cNvSpPr/>
              <p:nvPr/>
            </p:nvSpPr>
            <p:spPr>
              <a:xfrm>
                <a:off x="3112553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6D4B4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5" name="pg631">
                <a:extLst>
                  <a:ext uri="{FF2B5EF4-FFF2-40B4-BE49-F238E27FC236}">
                    <a16:creationId xmlns:a16="http://schemas.microsoft.com/office/drawing/2014/main" id="{70233688-B15C-E0E4-4545-BD3227691E38}"/>
                  </a:ext>
                </a:extLst>
              </p:cNvPr>
              <p:cNvSpPr/>
              <p:nvPr/>
            </p:nvSpPr>
            <p:spPr>
              <a:xfrm>
                <a:off x="3193990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7D4B5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6" name="pg632">
                <a:extLst>
                  <a:ext uri="{FF2B5EF4-FFF2-40B4-BE49-F238E27FC236}">
                    <a16:creationId xmlns:a16="http://schemas.microsoft.com/office/drawing/2014/main" id="{9EFEED16-56E9-4ACB-F2CE-242B5DF44B4F}"/>
                  </a:ext>
                </a:extLst>
              </p:cNvPr>
              <p:cNvSpPr/>
              <p:nvPr/>
            </p:nvSpPr>
            <p:spPr>
              <a:xfrm>
                <a:off x="3275427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7" name="pg633">
                <a:extLst>
                  <a:ext uri="{FF2B5EF4-FFF2-40B4-BE49-F238E27FC236}">
                    <a16:creationId xmlns:a16="http://schemas.microsoft.com/office/drawing/2014/main" id="{1E709B28-0558-DE6E-8DEA-6503657A84B0}"/>
                  </a:ext>
                </a:extLst>
              </p:cNvPr>
              <p:cNvSpPr/>
              <p:nvPr/>
            </p:nvSpPr>
            <p:spPr>
              <a:xfrm>
                <a:off x="3356864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8" name="pg634">
                <a:extLst>
                  <a:ext uri="{FF2B5EF4-FFF2-40B4-BE49-F238E27FC236}">
                    <a16:creationId xmlns:a16="http://schemas.microsoft.com/office/drawing/2014/main" id="{F51C7E31-C35A-E11B-5A9C-45404DFC549F}"/>
                  </a:ext>
                </a:extLst>
              </p:cNvPr>
              <p:cNvSpPr/>
              <p:nvPr/>
            </p:nvSpPr>
            <p:spPr>
              <a:xfrm>
                <a:off x="3438301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9D5B6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9" name="pg635">
                <a:extLst>
                  <a:ext uri="{FF2B5EF4-FFF2-40B4-BE49-F238E27FC236}">
                    <a16:creationId xmlns:a16="http://schemas.microsoft.com/office/drawing/2014/main" id="{33251812-0735-4DF2-68F1-7CF564E2A574}"/>
                  </a:ext>
                </a:extLst>
              </p:cNvPr>
              <p:cNvSpPr/>
              <p:nvPr/>
            </p:nvSpPr>
            <p:spPr>
              <a:xfrm>
                <a:off x="3519738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9D5B5">
                  <a:alpha val="100000"/>
                </a:srgbClr>
              </a:solidFill>
              <a:ln w="5420" cap="flat">
                <a:solidFill>
                  <a:srgbClr val="87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0" name="pg636">
                <a:extLst>
                  <a:ext uri="{FF2B5EF4-FFF2-40B4-BE49-F238E27FC236}">
                    <a16:creationId xmlns:a16="http://schemas.microsoft.com/office/drawing/2014/main" id="{5FCB0B09-9A6A-61C7-B9C4-48FBA49539B7}"/>
                  </a:ext>
                </a:extLst>
              </p:cNvPr>
              <p:cNvSpPr/>
              <p:nvPr/>
            </p:nvSpPr>
            <p:spPr>
              <a:xfrm>
                <a:off x="3601176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8D5B5">
                  <a:alpha val="100000"/>
                </a:srgbClr>
              </a:solidFill>
              <a:ln w="5420" cap="flat">
                <a:solidFill>
                  <a:srgbClr val="86D9B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1" name="pg637">
                <a:extLst>
                  <a:ext uri="{FF2B5EF4-FFF2-40B4-BE49-F238E27FC236}">
                    <a16:creationId xmlns:a16="http://schemas.microsoft.com/office/drawing/2014/main" id="{FB0A205D-9B86-FE11-79B8-E288920765BB}"/>
                  </a:ext>
                </a:extLst>
              </p:cNvPr>
              <p:cNvSpPr/>
              <p:nvPr/>
            </p:nvSpPr>
            <p:spPr>
              <a:xfrm>
                <a:off x="3682613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7D4B4">
                  <a:alpha val="100000"/>
                </a:srgbClr>
              </a:solidFill>
              <a:ln w="5420" cap="flat">
                <a:solidFill>
                  <a:srgbClr val="85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2" name="pg638">
                <a:extLst>
                  <a:ext uri="{FF2B5EF4-FFF2-40B4-BE49-F238E27FC236}">
                    <a16:creationId xmlns:a16="http://schemas.microsoft.com/office/drawing/2014/main" id="{0FF5B554-FAC8-B2DA-3D69-3D31A25FA7DA}"/>
                  </a:ext>
                </a:extLst>
              </p:cNvPr>
              <p:cNvSpPr/>
              <p:nvPr/>
            </p:nvSpPr>
            <p:spPr>
              <a:xfrm>
                <a:off x="3764050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3" name="pg639">
                <a:extLst>
                  <a:ext uri="{FF2B5EF4-FFF2-40B4-BE49-F238E27FC236}">
                    <a16:creationId xmlns:a16="http://schemas.microsoft.com/office/drawing/2014/main" id="{B28B89BE-D445-B16F-5B8E-A7A3F029E4D5}"/>
                  </a:ext>
                </a:extLst>
              </p:cNvPr>
              <p:cNvSpPr/>
              <p:nvPr/>
            </p:nvSpPr>
            <p:spPr>
              <a:xfrm>
                <a:off x="3845487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4" name="pg640">
                <a:extLst>
                  <a:ext uri="{FF2B5EF4-FFF2-40B4-BE49-F238E27FC236}">
                    <a16:creationId xmlns:a16="http://schemas.microsoft.com/office/drawing/2014/main" id="{BC1BDD47-7037-7FC6-E248-04C9976C50C4}"/>
                  </a:ext>
                </a:extLst>
              </p:cNvPr>
              <p:cNvSpPr/>
              <p:nvPr/>
            </p:nvSpPr>
            <p:spPr>
              <a:xfrm>
                <a:off x="3926924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5" name="pg641">
                <a:extLst>
                  <a:ext uri="{FF2B5EF4-FFF2-40B4-BE49-F238E27FC236}">
                    <a16:creationId xmlns:a16="http://schemas.microsoft.com/office/drawing/2014/main" id="{884E3FE2-B661-A120-D570-2470A3A1FFAA}"/>
                  </a:ext>
                </a:extLst>
              </p:cNvPr>
              <p:cNvSpPr/>
              <p:nvPr/>
            </p:nvSpPr>
            <p:spPr>
              <a:xfrm>
                <a:off x="4008361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6" name="pg642">
                <a:extLst>
                  <a:ext uri="{FF2B5EF4-FFF2-40B4-BE49-F238E27FC236}">
                    <a16:creationId xmlns:a16="http://schemas.microsoft.com/office/drawing/2014/main" id="{1AF8244A-96C3-1E0B-708D-D72AA5C99016}"/>
                  </a:ext>
                </a:extLst>
              </p:cNvPr>
              <p:cNvSpPr/>
              <p:nvPr/>
            </p:nvSpPr>
            <p:spPr>
              <a:xfrm>
                <a:off x="4089798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DD1B1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7" name="pg643">
                <a:extLst>
                  <a:ext uri="{FF2B5EF4-FFF2-40B4-BE49-F238E27FC236}">
                    <a16:creationId xmlns:a16="http://schemas.microsoft.com/office/drawing/2014/main" id="{BFEAEBDC-9E14-BDF1-B8FE-27A3BE2FC98B}"/>
                  </a:ext>
                </a:extLst>
              </p:cNvPr>
              <p:cNvSpPr/>
              <p:nvPr/>
            </p:nvSpPr>
            <p:spPr>
              <a:xfrm>
                <a:off x="4171236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8" name="pg644">
                <a:extLst>
                  <a:ext uri="{FF2B5EF4-FFF2-40B4-BE49-F238E27FC236}">
                    <a16:creationId xmlns:a16="http://schemas.microsoft.com/office/drawing/2014/main" id="{027B82AA-7123-C56D-EA38-04D066AF3023}"/>
                  </a:ext>
                </a:extLst>
              </p:cNvPr>
              <p:cNvSpPr/>
              <p:nvPr/>
            </p:nvSpPr>
            <p:spPr>
              <a:xfrm>
                <a:off x="4252673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9" name="pg645">
                <a:extLst>
                  <a:ext uri="{FF2B5EF4-FFF2-40B4-BE49-F238E27FC236}">
                    <a16:creationId xmlns:a16="http://schemas.microsoft.com/office/drawing/2014/main" id="{D5FC4943-BBFB-A3E0-18FF-2554BC6D5292}"/>
                  </a:ext>
                </a:extLst>
              </p:cNvPr>
              <p:cNvSpPr/>
              <p:nvPr/>
            </p:nvSpPr>
            <p:spPr>
              <a:xfrm>
                <a:off x="3112553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0" name="pg646">
                <a:extLst>
                  <a:ext uri="{FF2B5EF4-FFF2-40B4-BE49-F238E27FC236}">
                    <a16:creationId xmlns:a16="http://schemas.microsoft.com/office/drawing/2014/main" id="{C23DB24C-FB4F-EF45-82F1-92C45621FA80}"/>
                  </a:ext>
                </a:extLst>
              </p:cNvPr>
              <p:cNvSpPr/>
              <p:nvPr/>
            </p:nvSpPr>
            <p:spPr>
              <a:xfrm>
                <a:off x="3193990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82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1" name="pg647">
                <a:extLst>
                  <a:ext uri="{FF2B5EF4-FFF2-40B4-BE49-F238E27FC236}">
                    <a16:creationId xmlns:a16="http://schemas.microsoft.com/office/drawing/2014/main" id="{A2F0B3D5-1DF5-77D7-6455-4A7F82864903}"/>
                  </a:ext>
                </a:extLst>
              </p:cNvPr>
              <p:cNvSpPr/>
              <p:nvPr/>
            </p:nvSpPr>
            <p:spPr>
              <a:xfrm>
                <a:off x="3275427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83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2" name="pg648">
                <a:extLst>
                  <a:ext uri="{FF2B5EF4-FFF2-40B4-BE49-F238E27FC236}">
                    <a16:creationId xmlns:a16="http://schemas.microsoft.com/office/drawing/2014/main" id="{ECD35666-508D-4622-A94B-C32868D854BD}"/>
                  </a:ext>
                </a:extLst>
              </p:cNvPr>
              <p:cNvSpPr/>
              <p:nvPr/>
            </p:nvSpPr>
            <p:spPr>
              <a:xfrm>
                <a:off x="3356864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4D4B4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3" name="pg649">
                <a:extLst>
                  <a:ext uri="{FF2B5EF4-FFF2-40B4-BE49-F238E27FC236}">
                    <a16:creationId xmlns:a16="http://schemas.microsoft.com/office/drawing/2014/main" id="{1D6078F8-BE85-A84E-88E8-498892D55DAB}"/>
                  </a:ext>
                </a:extLst>
              </p:cNvPr>
              <p:cNvSpPr/>
              <p:nvPr/>
            </p:nvSpPr>
            <p:spPr>
              <a:xfrm>
                <a:off x="3438301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4" name="pg650">
                <a:extLst>
                  <a:ext uri="{FF2B5EF4-FFF2-40B4-BE49-F238E27FC236}">
                    <a16:creationId xmlns:a16="http://schemas.microsoft.com/office/drawing/2014/main" id="{F5B955B7-B510-1C3C-0858-2455BC5174B6}"/>
                  </a:ext>
                </a:extLst>
              </p:cNvPr>
              <p:cNvSpPr/>
              <p:nvPr/>
            </p:nvSpPr>
            <p:spPr>
              <a:xfrm>
                <a:off x="3519738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83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5" name="pg651">
                <a:extLst>
                  <a:ext uri="{FF2B5EF4-FFF2-40B4-BE49-F238E27FC236}">
                    <a16:creationId xmlns:a16="http://schemas.microsoft.com/office/drawing/2014/main" id="{BEE0754C-0A4E-4A95-A78D-44359E648191}"/>
                  </a:ext>
                </a:extLst>
              </p:cNvPr>
              <p:cNvSpPr/>
              <p:nvPr/>
            </p:nvSpPr>
            <p:spPr>
              <a:xfrm>
                <a:off x="3601176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6" name="pg652">
                <a:extLst>
                  <a:ext uri="{FF2B5EF4-FFF2-40B4-BE49-F238E27FC236}">
                    <a16:creationId xmlns:a16="http://schemas.microsoft.com/office/drawing/2014/main" id="{EFFCBD60-8193-DE1A-1E20-C580449900F8}"/>
                  </a:ext>
                </a:extLst>
              </p:cNvPr>
              <p:cNvSpPr/>
              <p:nvPr/>
            </p:nvSpPr>
            <p:spPr>
              <a:xfrm>
                <a:off x="3682613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7" name="pg653">
                <a:extLst>
                  <a:ext uri="{FF2B5EF4-FFF2-40B4-BE49-F238E27FC236}">
                    <a16:creationId xmlns:a16="http://schemas.microsoft.com/office/drawing/2014/main" id="{6D4F9ED5-49B4-8112-F1E7-6B7C025F6F7C}"/>
                  </a:ext>
                </a:extLst>
              </p:cNvPr>
              <p:cNvSpPr/>
              <p:nvPr/>
            </p:nvSpPr>
            <p:spPr>
              <a:xfrm>
                <a:off x="3764050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80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8" name="pg654">
                <a:extLst>
                  <a:ext uri="{FF2B5EF4-FFF2-40B4-BE49-F238E27FC236}">
                    <a16:creationId xmlns:a16="http://schemas.microsoft.com/office/drawing/2014/main" id="{8B514819-F7CD-8D85-4F82-104ECFD4E448}"/>
                  </a:ext>
                </a:extLst>
              </p:cNvPr>
              <p:cNvSpPr/>
              <p:nvPr/>
            </p:nvSpPr>
            <p:spPr>
              <a:xfrm>
                <a:off x="3845487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F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9" name="pg655">
                <a:extLst>
                  <a:ext uri="{FF2B5EF4-FFF2-40B4-BE49-F238E27FC236}">
                    <a16:creationId xmlns:a16="http://schemas.microsoft.com/office/drawing/2014/main" id="{5F689205-5AC7-C1FB-9D8D-1E9122CA7FEF}"/>
                  </a:ext>
                </a:extLst>
              </p:cNvPr>
              <p:cNvSpPr/>
              <p:nvPr/>
            </p:nvSpPr>
            <p:spPr>
              <a:xfrm>
                <a:off x="3926924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ED2B1">
                  <a:alpha val="100000"/>
                </a:srgbClr>
              </a:solidFill>
              <a:ln w="5420" cap="flat">
                <a:solidFill>
                  <a:srgbClr val="7E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0" name="pg656">
                <a:extLst>
                  <a:ext uri="{FF2B5EF4-FFF2-40B4-BE49-F238E27FC236}">
                    <a16:creationId xmlns:a16="http://schemas.microsoft.com/office/drawing/2014/main" id="{2DB9980A-D256-E1EB-79A3-12D62C75F18C}"/>
                  </a:ext>
                </a:extLst>
              </p:cNvPr>
              <p:cNvSpPr/>
              <p:nvPr/>
            </p:nvSpPr>
            <p:spPr>
              <a:xfrm>
                <a:off x="4008361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CD1B0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1" name="pg657">
                <a:extLst>
                  <a:ext uri="{FF2B5EF4-FFF2-40B4-BE49-F238E27FC236}">
                    <a16:creationId xmlns:a16="http://schemas.microsoft.com/office/drawing/2014/main" id="{3A9984A0-02D9-9DD0-DD8E-C3FB0CE46002}"/>
                  </a:ext>
                </a:extLst>
              </p:cNvPr>
              <p:cNvSpPr/>
              <p:nvPr/>
            </p:nvSpPr>
            <p:spPr>
              <a:xfrm>
                <a:off x="4089798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7B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2" name="pg658">
                <a:extLst>
                  <a:ext uri="{FF2B5EF4-FFF2-40B4-BE49-F238E27FC236}">
                    <a16:creationId xmlns:a16="http://schemas.microsoft.com/office/drawing/2014/main" id="{887C27EB-C52F-1313-EAA6-111F269CC55F}"/>
                  </a:ext>
                </a:extLst>
              </p:cNvPr>
              <p:cNvSpPr/>
              <p:nvPr/>
            </p:nvSpPr>
            <p:spPr>
              <a:xfrm>
                <a:off x="4171236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8D0AF">
                  <a:alpha val="100000"/>
                </a:srgbClr>
              </a:solidFill>
              <a:ln w="5420" cap="flat">
                <a:solidFill>
                  <a:srgbClr val="79D5B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3" name="pg659">
                <a:extLst>
                  <a:ext uri="{FF2B5EF4-FFF2-40B4-BE49-F238E27FC236}">
                    <a16:creationId xmlns:a16="http://schemas.microsoft.com/office/drawing/2014/main" id="{70F5120F-FC1C-039C-FC00-2BB384961E1F}"/>
                  </a:ext>
                </a:extLst>
              </p:cNvPr>
              <p:cNvSpPr/>
              <p:nvPr/>
            </p:nvSpPr>
            <p:spPr>
              <a:xfrm>
                <a:off x="4252673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78D5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4" name="pg660">
                <a:extLst>
                  <a:ext uri="{FF2B5EF4-FFF2-40B4-BE49-F238E27FC236}">
                    <a16:creationId xmlns:a16="http://schemas.microsoft.com/office/drawing/2014/main" id="{C270358C-639D-4B6C-A3BD-A9A2DB252A20}"/>
                  </a:ext>
                </a:extLst>
              </p:cNvPr>
              <p:cNvSpPr/>
              <p:nvPr/>
            </p:nvSpPr>
            <p:spPr>
              <a:xfrm>
                <a:off x="5284534" y="1853932"/>
                <a:ext cx="27605" cy="141906"/>
              </a:xfrm>
              <a:custGeom>
                <a:avLst/>
                <a:gdLst/>
                <a:ahLst/>
                <a:cxnLst/>
                <a:rect l="0" t="0" r="0" b="0"/>
                <a:pathLst>
                  <a:path w="27605" h="141906">
                    <a:moveTo>
                      <a:pt x="25965" y="15142"/>
                    </a:moveTo>
                    <a:lnTo>
                      <a:pt x="3001" y="141906"/>
                    </a:lnTo>
                    <a:lnTo>
                      <a:pt x="0" y="103414"/>
                    </a:lnTo>
                    <a:lnTo>
                      <a:pt x="9634" y="0"/>
                    </a:lnTo>
                    <a:lnTo>
                      <a:pt x="27605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5" name="pg661">
                <a:extLst>
                  <a:ext uri="{FF2B5EF4-FFF2-40B4-BE49-F238E27FC236}">
                    <a16:creationId xmlns:a16="http://schemas.microsoft.com/office/drawing/2014/main" id="{64AB9B60-A269-9E75-D9E1-F9A359AEB62C}"/>
                  </a:ext>
                </a:extLst>
              </p:cNvPr>
              <p:cNvSpPr/>
              <p:nvPr/>
            </p:nvSpPr>
            <p:spPr>
              <a:xfrm>
                <a:off x="4217860" y="1853932"/>
                <a:ext cx="1042192" cy="937770"/>
              </a:xfrm>
              <a:custGeom>
                <a:avLst/>
                <a:gdLst/>
                <a:ahLst/>
                <a:cxnLst/>
                <a:rect l="0" t="0" r="0" b="0"/>
                <a:pathLst>
                  <a:path w="1042192" h="937770">
                    <a:moveTo>
                      <a:pt x="1041757" y="966"/>
                    </a:moveTo>
                    <a:lnTo>
                      <a:pt x="998433" y="199714"/>
                    </a:lnTo>
                    <a:lnTo>
                      <a:pt x="938872" y="305648"/>
                    </a:lnTo>
                    <a:lnTo>
                      <a:pt x="884012" y="378917"/>
                    </a:lnTo>
                    <a:lnTo>
                      <a:pt x="827417" y="366805"/>
                    </a:lnTo>
                    <a:lnTo>
                      <a:pt x="840146" y="425026"/>
                    </a:lnTo>
                    <a:lnTo>
                      <a:pt x="824596" y="455352"/>
                    </a:lnTo>
                    <a:lnTo>
                      <a:pt x="811288" y="518619"/>
                    </a:lnTo>
                    <a:lnTo>
                      <a:pt x="777548" y="560552"/>
                    </a:lnTo>
                    <a:lnTo>
                      <a:pt x="745832" y="556515"/>
                    </a:lnTo>
                    <a:lnTo>
                      <a:pt x="700266" y="585419"/>
                    </a:lnTo>
                    <a:lnTo>
                      <a:pt x="682293" y="607532"/>
                    </a:lnTo>
                    <a:lnTo>
                      <a:pt x="680955" y="649879"/>
                    </a:lnTo>
                    <a:lnTo>
                      <a:pt x="650470" y="687132"/>
                    </a:lnTo>
                    <a:lnTo>
                      <a:pt x="540461" y="880650"/>
                    </a:lnTo>
                    <a:lnTo>
                      <a:pt x="444953" y="937770"/>
                    </a:lnTo>
                    <a:lnTo>
                      <a:pt x="422098" y="929465"/>
                    </a:lnTo>
                    <a:lnTo>
                      <a:pt x="447268" y="838120"/>
                    </a:lnTo>
                    <a:lnTo>
                      <a:pt x="464518" y="745766"/>
                    </a:lnTo>
                    <a:lnTo>
                      <a:pt x="406548" y="705576"/>
                    </a:lnTo>
                    <a:lnTo>
                      <a:pt x="351073" y="684334"/>
                    </a:lnTo>
                    <a:lnTo>
                      <a:pt x="287426" y="687132"/>
                    </a:lnTo>
                    <a:lnTo>
                      <a:pt x="217124" y="615332"/>
                    </a:lnTo>
                    <a:lnTo>
                      <a:pt x="126499" y="563121"/>
                    </a:lnTo>
                    <a:lnTo>
                      <a:pt x="0" y="421860"/>
                    </a:lnTo>
                    <a:lnTo>
                      <a:pt x="3688" y="382679"/>
                    </a:lnTo>
                    <a:lnTo>
                      <a:pt x="506" y="316935"/>
                    </a:lnTo>
                    <a:lnTo>
                      <a:pt x="38947" y="213064"/>
                    </a:lnTo>
                    <a:lnTo>
                      <a:pt x="75798" y="140438"/>
                    </a:lnTo>
                    <a:lnTo>
                      <a:pt x="126680" y="102817"/>
                    </a:lnTo>
                    <a:lnTo>
                      <a:pt x="274335" y="64508"/>
                    </a:lnTo>
                    <a:lnTo>
                      <a:pt x="311366" y="6884"/>
                    </a:lnTo>
                    <a:lnTo>
                      <a:pt x="314479" y="0"/>
                    </a:lnTo>
                    <a:lnTo>
                      <a:pt x="1042192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6" name="pg662">
                <a:extLst>
                  <a:ext uri="{FF2B5EF4-FFF2-40B4-BE49-F238E27FC236}">
                    <a16:creationId xmlns:a16="http://schemas.microsoft.com/office/drawing/2014/main" id="{89F1CBCB-08CF-D460-F1E2-A04B68013CAC}"/>
                  </a:ext>
                </a:extLst>
              </p:cNvPr>
              <p:cNvSpPr/>
              <p:nvPr/>
            </p:nvSpPr>
            <p:spPr>
              <a:xfrm>
                <a:off x="2490532" y="1853930"/>
                <a:ext cx="2088998" cy="3730183"/>
              </a:xfrm>
              <a:custGeom>
                <a:avLst/>
                <a:gdLst/>
                <a:ahLst/>
                <a:cxnLst/>
                <a:rect l="0" t="0" r="0" b="0"/>
                <a:pathLst>
                  <a:path w="2088998" h="3682871">
                    <a:moveTo>
                      <a:pt x="1987487" y="41706"/>
                    </a:moveTo>
                    <a:lnTo>
                      <a:pt x="1877912" y="69968"/>
                    </a:lnTo>
                    <a:lnTo>
                      <a:pt x="1818858" y="101074"/>
                    </a:lnTo>
                    <a:lnTo>
                      <a:pt x="1771628" y="148650"/>
                    </a:lnTo>
                    <a:lnTo>
                      <a:pt x="1743674" y="208385"/>
                    </a:lnTo>
                    <a:lnTo>
                      <a:pt x="1680388" y="280369"/>
                    </a:lnTo>
                    <a:lnTo>
                      <a:pt x="1684836" y="328588"/>
                    </a:lnTo>
                    <a:lnTo>
                      <a:pt x="1695432" y="362859"/>
                    </a:lnTo>
                    <a:lnTo>
                      <a:pt x="1690550" y="434293"/>
                    </a:lnTo>
                    <a:lnTo>
                      <a:pt x="1730583" y="503937"/>
                    </a:lnTo>
                    <a:lnTo>
                      <a:pt x="1809961" y="618039"/>
                    </a:lnTo>
                    <a:lnTo>
                      <a:pt x="1825114" y="795269"/>
                    </a:lnTo>
                    <a:lnTo>
                      <a:pt x="1885687" y="913867"/>
                    </a:lnTo>
                    <a:lnTo>
                      <a:pt x="1978519" y="1052146"/>
                    </a:lnTo>
                    <a:lnTo>
                      <a:pt x="2049905" y="1091464"/>
                    </a:lnTo>
                    <a:lnTo>
                      <a:pt x="2053377" y="1142895"/>
                    </a:lnTo>
                    <a:lnTo>
                      <a:pt x="2020432" y="1227817"/>
                    </a:lnTo>
                    <a:lnTo>
                      <a:pt x="1977000" y="1266630"/>
                    </a:lnTo>
                    <a:lnTo>
                      <a:pt x="2033487" y="1258877"/>
                    </a:lnTo>
                    <a:lnTo>
                      <a:pt x="2061622" y="1278284"/>
                    </a:lnTo>
                    <a:lnTo>
                      <a:pt x="2088998" y="1349121"/>
                    </a:lnTo>
                    <a:lnTo>
                      <a:pt x="2086864" y="1421426"/>
                    </a:lnTo>
                    <a:lnTo>
                      <a:pt x="2077606" y="1462167"/>
                    </a:lnTo>
                    <a:lnTo>
                      <a:pt x="2060501" y="1478408"/>
                    </a:lnTo>
                    <a:lnTo>
                      <a:pt x="2061224" y="1436796"/>
                    </a:lnTo>
                    <a:lnTo>
                      <a:pt x="2049110" y="1422344"/>
                    </a:lnTo>
                    <a:lnTo>
                      <a:pt x="2029111" y="1440374"/>
                    </a:lnTo>
                    <a:lnTo>
                      <a:pt x="2016165" y="1460928"/>
                    </a:lnTo>
                    <a:lnTo>
                      <a:pt x="2010776" y="1541905"/>
                    </a:lnTo>
                    <a:lnTo>
                      <a:pt x="1997071" y="1582370"/>
                    </a:lnTo>
                    <a:lnTo>
                      <a:pt x="1948612" y="1594390"/>
                    </a:lnTo>
                    <a:lnTo>
                      <a:pt x="1899466" y="1700646"/>
                    </a:lnTo>
                    <a:lnTo>
                      <a:pt x="1853755" y="1760931"/>
                    </a:lnTo>
                    <a:lnTo>
                      <a:pt x="1673879" y="2168566"/>
                    </a:lnTo>
                    <a:lnTo>
                      <a:pt x="1680750" y="2236697"/>
                    </a:lnTo>
                    <a:lnTo>
                      <a:pt x="1647841" y="2258627"/>
                    </a:lnTo>
                    <a:lnTo>
                      <a:pt x="1598008" y="2276474"/>
                    </a:lnTo>
                    <a:lnTo>
                      <a:pt x="1547596" y="2317214"/>
                    </a:lnTo>
                    <a:lnTo>
                      <a:pt x="1514145" y="2362130"/>
                    </a:lnTo>
                    <a:lnTo>
                      <a:pt x="1483081" y="2482929"/>
                    </a:lnTo>
                    <a:lnTo>
                      <a:pt x="1423556" y="2618915"/>
                    </a:lnTo>
                    <a:lnTo>
                      <a:pt x="1386416" y="2562254"/>
                    </a:lnTo>
                    <a:lnTo>
                      <a:pt x="1376905" y="2513760"/>
                    </a:lnTo>
                    <a:lnTo>
                      <a:pt x="1393432" y="2387272"/>
                    </a:lnTo>
                    <a:lnTo>
                      <a:pt x="1457803" y="2179898"/>
                    </a:lnTo>
                    <a:lnTo>
                      <a:pt x="1528719" y="2050978"/>
                    </a:lnTo>
                    <a:lnTo>
                      <a:pt x="1582819" y="1989868"/>
                    </a:lnTo>
                    <a:lnTo>
                      <a:pt x="1627300" y="1865306"/>
                    </a:lnTo>
                    <a:lnTo>
                      <a:pt x="1571103" y="1846725"/>
                    </a:lnTo>
                    <a:lnTo>
                      <a:pt x="1485432" y="1848744"/>
                    </a:lnTo>
                    <a:lnTo>
                      <a:pt x="1501560" y="1791257"/>
                    </a:lnTo>
                    <a:lnTo>
                      <a:pt x="1526549" y="1740607"/>
                    </a:lnTo>
                    <a:lnTo>
                      <a:pt x="1481888" y="1690140"/>
                    </a:lnTo>
                    <a:lnTo>
                      <a:pt x="1455452" y="1683717"/>
                    </a:lnTo>
                    <a:lnTo>
                      <a:pt x="1428221" y="1663025"/>
                    </a:lnTo>
                    <a:lnTo>
                      <a:pt x="1460153" y="1621000"/>
                    </a:lnTo>
                    <a:lnTo>
                      <a:pt x="1475740" y="1576589"/>
                    </a:lnTo>
                    <a:lnTo>
                      <a:pt x="1466229" y="1522544"/>
                    </a:lnTo>
                    <a:lnTo>
                      <a:pt x="1479609" y="1481849"/>
                    </a:lnTo>
                    <a:lnTo>
                      <a:pt x="1457296" y="1487997"/>
                    </a:lnTo>
                    <a:lnTo>
                      <a:pt x="1421422" y="1531077"/>
                    </a:lnTo>
                    <a:lnTo>
                      <a:pt x="1399110" y="1548282"/>
                    </a:lnTo>
                    <a:lnTo>
                      <a:pt x="1385512" y="1510156"/>
                    </a:lnTo>
                    <a:lnTo>
                      <a:pt x="1369998" y="1518782"/>
                    </a:lnTo>
                    <a:lnTo>
                      <a:pt x="1359909" y="1544979"/>
                    </a:lnTo>
                    <a:lnTo>
                      <a:pt x="1337017" y="1559385"/>
                    </a:lnTo>
                    <a:lnTo>
                      <a:pt x="1288667" y="1523553"/>
                    </a:lnTo>
                    <a:lnTo>
                      <a:pt x="1218184" y="1482537"/>
                    </a:lnTo>
                    <a:lnTo>
                      <a:pt x="1178947" y="1411975"/>
                    </a:lnTo>
                    <a:lnTo>
                      <a:pt x="1156562" y="1357287"/>
                    </a:lnTo>
                    <a:lnTo>
                      <a:pt x="1179309" y="1258326"/>
                    </a:lnTo>
                    <a:lnTo>
                      <a:pt x="1228021" y="1240755"/>
                    </a:lnTo>
                    <a:lnTo>
                      <a:pt x="1291307" y="1256812"/>
                    </a:lnTo>
                    <a:lnTo>
                      <a:pt x="1374265" y="1256675"/>
                    </a:lnTo>
                    <a:lnTo>
                      <a:pt x="1362404" y="1234699"/>
                    </a:lnTo>
                    <a:lnTo>
                      <a:pt x="1332786" y="1238323"/>
                    </a:lnTo>
                    <a:lnTo>
                      <a:pt x="1245343" y="1158035"/>
                    </a:lnTo>
                    <a:lnTo>
                      <a:pt x="1217208" y="1109541"/>
                    </a:lnTo>
                    <a:lnTo>
                      <a:pt x="1168821" y="1096236"/>
                    </a:lnTo>
                    <a:lnTo>
                      <a:pt x="1146762" y="1142849"/>
                    </a:lnTo>
                    <a:lnTo>
                      <a:pt x="1122279" y="1155236"/>
                    </a:lnTo>
                    <a:lnTo>
                      <a:pt x="1152512" y="1053247"/>
                    </a:lnTo>
                    <a:lnTo>
                      <a:pt x="1192038" y="1049072"/>
                    </a:lnTo>
                    <a:lnTo>
                      <a:pt x="1250406" y="1020811"/>
                    </a:lnTo>
                    <a:lnTo>
                      <a:pt x="1233445" y="961764"/>
                    </a:lnTo>
                    <a:lnTo>
                      <a:pt x="1196595" y="935934"/>
                    </a:lnTo>
                    <a:lnTo>
                      <a:pt x="1130054" y="968325"/>
                    </a:lnTo>
                    <a:lnTo>
                      <a:pt x="1130850" y="926804"/>
                    </a:lnTo>
                    <a:lnTo>
                      <a:pt x="1143326" y="873631"/>
                    </a:lnTo>
                    <a:lnTo>
                      <a:pt x="1193485" y="873814"/>
                    </a:lnTo>
                    <a:lnTo>
                      <a:pt x="1237423" y="891156"/>
                    </a:lnTo>
                    <a:lnTo>
                      <a:pt x="1274816" y="805271"/>
                    </a:lnTo>
                    <a:lnTo>
                      <a:pt x="1276480" y="766916"/>
                    </a:lnTo>
                    <a:lnTo>
                      <a:pt x="1214351" y="822659"/>
                    </a:lnTo>
                    <a:lnTo>
                      <a:pt x="1200392" y="702410"/>
                    </a:lnTo>
                    <a:lnTo>
                      <a:pt x="1261544" y="586428"/>
                    </a:lnTo>
                    <a:lnTo>
                      <a:pt x="1319876" y="535869"/>
                    </a:lnTo>
                    <a:lnTo>
                      <a:pt x="1392745" y="537337"/>
                    </a:lnTo>
                    <a:lnTo>
                      <a:pt x="1466807" y="529171"/>
                    </a:lnTo>
                    <a:lnTo>
                      <a:pt x="1420338" y="507929"/>
                    </a:lnTo>
                    <a:lnTo>
                      <a:pt x="1372638" y="496413"/>
                    </a:lnTo>
                    <a:lnTo>
                      <a:pt x="1408476" y="450580"/>
                    </a:lnTo>
                    <a:lnTo>
                      <a:pt x="1439034" y="442368"/>
                    </a:lnTo>
                    <a:lnTo>
                      <a:pt x="1469050" y="402407"/>
                    </a:lnTo>
                    <a:lnTo>
                      <a:pt x="1396868" y="408326"/>
                    </a:lnTo>
                    <a:lnTo>
                      <a:pt x="1405366" y="332717"/>
                    </a:lnTo>
                    <a:lnTo>
                      <a:pt x="1370287" y="348086"/>
                    </a:lnTo>
                    <a:lnTo>
                      <a:pt x="1328302" y="355198"/>
                    </a:lnTo>
                    <a:lnTo>
                      <a:pt x="1311956" y="387267"/>
                    </a:lnTo>
                    <a:lnTo>
                      <a:pt x="1315175" y="440533"/>
                    </a:lnTo>
                    <a:lnTo>
                      <a:pt x="1302915" y="475492"/>
                    </a:lnTo>
                    <a:lnTo>
                      <a:pt x="1270260" y="503570"/>
                    </a:lnTo>
                    <a:lnTo>
                      <a:pt x="1215111" y="525455"/>
                    </a:lnTo>
                    <a:lnTo>
                      <a:pt x="1209758" y="487513"/>
                    </a:lnTo>
                    <a:lnTo>
                      <a:pt x="1191532" y="470308"/>
                    </a:lnTo>
                    <a:lnTo>
                      <a:pt x="1184733" y="551560"/>
                    </a:lnTo>
                    <a:lnTo>
                      <a:pt x="1170268" y="579179"/>
                    </a:lnTo>
                    <a:lnTo>
                      <a:pt x="1129946" y="502928"/>
                    </a:lnTo>
                    <a:lnTo>
                      <a:pt x="1117831" y="518298"/>
                    </a:lnTo>
                    <a:lnTo>
                      <a:pt x="1119386" y="539952"/>
                    </a:lnTo>
                    <a:lnTo>
                      <a:pt x="1109080" y="577390"/>
                    </a:lnTo>
                    <a:lnTo>
                      <a:pt x="1074507" y="596888"/>
                    </a:lnTo>
                    <a:lnTo>
                      <a:pt x="1076641" y="644878"/>
                    </a:lnTo>
                    <a:lnTo>
                      <a:pt x="1063225" y="671029"/>
                    </a:lnTo>
                    <a:lnTo>
                      <a:pt x="952492" y="629371"/>
                    </a:lnTo>
                    <a:lnTo>
                      <a:pt x="949889" y="643501"/>
                    </a:lnTo>
                    <a:lnTo>
                      <a:pt x="1012524" y="733333"/>
                    </a:lnTo>
                    <a:lnTo>
                      <a:pt x="1058270" y="764026"/>
                    </a:lnTo>
                    <a:lnTo>
                      <a:pt x="1063839" y="813024"/>
                    </a:lnTo>
                    <a:lnTo>
                      <a:pt x="1024566" y="853673"/>
                    </a:lnTo>
                    <a:lnTo>
                      <a:pt x="970393" y="818576"/>
                    </a:lnTo>
                    <a:lnTo>
                      <a:pt x="961280" y="821145"/>
                    </a:lnTo>
                    <a:lnTo>
                      <a:pt x="990717" y="881338"/>
                    </a:lnTo>
                    <a:lnTo>
                      <a:pt x="1009269" y="933916"/>
                    </a:lnTo>
                    <a:lnTo>
                      <a:pt x="990175" y="977960"/>
                    </a:lnTo>
                    <a:lnTo>
                      <a:pt x="993140" y="1032189"/>
                    </a:lnTo>
                    <a:lnTo>
                      <a:pt x="989017" y="1081371"/>
                    </a:lnTo>
                    <a:lnTo>
                      <a:pt x="977337" y="1124268"/>
                    </a:lnTo>
                    <a:lnTo>
                      <a:pt x="1003663" y="1322006"/>
                    </a:lnTo>
                    <a:lnTo>
                      <a:pt x="1035379" y="1375777"/>
                    </a:lnTo>
                    <a:lnTo>
                      <a:pt x="1066552" y="1427207"/>
                    </a:lnTo>
                    <a:lnTo>
                      <a:pt x="1083078" y="1475334"/>
                    </a:lnTo>
                    <a:lnTo>
                      <a:pt x="1049989" y="1482354"/>
                    </a:lnTo>
                    <a:lnTo>
                      <a:pt x="997299" y="1442760"/>
                    </a:lnTo>
                    <a:lnTo>
                      <a:pt x="951010" y="1412572"/>
                    </a:lnTo>
                    <a:lnTo>
                      <a:pt x="895861" y="1316042"/>
                    </a:lnTo>
                    <a:lnTo>
                      <a:pt x="886747" y="1277504"/>
                    </a:lnTo>
                    <a:lnTo>
                      <a:pt x="873295" y="1247040"/>
                    </a:lnTo>
                    <a:lnTo>
                      <a:pt x="879804" y="1317006"/>
                    </a:lnTo>
                    <a:lnTo>
                      <a:pt x="899477" y="1395138"/>
                    </a:lnTo>
                    <a:lnTo>
                      <a:pt x="1072193" y="1569983"/>
                    </a:lnTo>
                    <a:lnTo>
                      <a:pt x="1104089" y="1637058"/>
                    </a:lnTo>
                    <a:lnTo>
                      <a:pt x="1128391" y="1689773"/>
                    </a:lnTo>
                    <a:lnTo>
                      <a:pt x="1122279" y="1740286"/>
                    </a:lnTo>
                    <a:lnTo>
                      <a:pt x="1077256" y="1704546"/>
                    </a:lnTo>
                    <a:lnTo>
                      <a:pt x="1038416" y="1658988"/>
                    </a:lnTo>
                    <a:lnTo>
                      <a:pt x="935315" y="1607512"/>
                    </a:lnTo>
                    <a:lnTo>
                      <a:pt x="805308" y="1574983"/>
                    </a:lnTo>
                    <a:lnTo>
                      <a:pt x="732004" y="1455331"/>
                    </a:lnTo>
                    <a:lnTo>
                      <a:pt x="732258" y="1505247"/>
                    </a:lnTo>
                    <a:lnTo>
                      <a:pt x="715984" y="1547594"/>
                    </a:lnTo>
                    <a:lnTo>
                      <a:pt x="671178" y="1495980"/>
                    </a:lnTo>
                    <a:lnTo>
                      <a:pt x="642934" y="1451936"/>
                    </a:lnTo>
                    <a:lnTo>
                      <a:pt x="633459" y="1403671"/>
                    </a:lnTo>
                    <a:lnTo>
                      <a:pt x="577515" y="1406974"/>
                    </a:lnTo>
                    <a:lnTo>
                      <a:pt x="518858" y="1448908"/>
                    </a:lnTo>
                    <a:lnTo>
                      <a:pt x="462117" y="1438952"/>
                    </a:lnTo>
                    <a:lnTo>
                      <a:pt x="455391" y="1357104"/>
                    </a:lnTo>
                    <a:lnTo>
                      <a:pt x="470724" y="1313748"/>
                    </a:lnTo>
                    <a:lnTo>
                      <a:pt x="534408" y="1211209"/>
                    </a:lnTo>
                    <a:lnTo>
                      <a:pt x="594403" y="1158861"/>
                    </a:lnTo>
                    <a:lnTo>
                      <a:pt x="620875" y="1091281"/>
                    </a:lnTo>
                    <a:lnTo>
                      <a:pt x="611834" y="986493"/>
                    </a:lnTo>
                    <a:lnTo>
                      <a:pt x="600551" y="1093116"/>
                    </a:lnTo>
                    <a:lnTo>
                      <a:pt x="566268" y="1145969"/>
                    </a:lnTo>
                    <a:lnTo>
                      <a:pt x="512384" y="1186342"/>
                    </a:lnTo>
                    <a:lnTo>
                      <a:pt x="441468" y="1258280"/>
                    </a:lnTo>
                    <a:lnTo>
                      <a:pt x="424146" y="1324805"/>
                    </a:lnTo>
                    <a:lnTo>
                      <a:pt x="402014" y="1449367"/>
                    </a:lnTo>
                    <a:lnTo>
                      <a:pt x="431957" y="1491529"/>
                    </a:lnTo>
                    <a:lnTo>
                      <a:pt x="462551" y="1502540"/>
                    </a:lnTo>
                    <a:lnTo>
                      <a:pt x="552924" y="1474279"/>
                    </a:lnTo>
                    <a:lnTo>
                      <a:pt x="599683" y="1486896"/>
                    </a:lnTo>
                    <a:lnTo>
                      <a:pt x="703689" y="1636874"/>
                    </a:lnTo>
                    <a:lnTo>
                      <a:pt x="897343" y="1696196"/>
                    </a:lnTo>
                    <a:lnTo>
                      <a:pt x="967970" y="1733266"/>
                    </a:lnTo>
                    <a:lnTo>
                      <a:pt x="1025542" y="1811536"/>
                    </a:lnTo>
                    <a:lnTo>
                      <a:pt x="1112081" y="1856589"/>
                    </a:lnTo>
                    <a:lnTo>
                      <a:pt x="1179237" y="1922058"/>
                    </a:lnTo>
                    <a:lnTo>
                      <a:pt x="1181045" y="1964772"/>
                    </a:lnTo>
                    <a:lnTo>
                      <a:pt x="1157792" y="2015285"/>
                    </a:lnTo>
                    <a:lnTo>
                      <a:pt x="1148606" y="2083644"/>
                    </a:lnTo>
                    <a:lnTo>
                      <a:pt x="1120073" y="2126771"/>
                    </a:lnTo>
                    <a:lnTo>
                      <a:pt x="1051580" y="2131726"/>
                    </a:lnTo>
                    <a:lnTo>
                      <a:pt x="1010209" y="2120623"/>
                    </a:lnTo>
                    <a:lnTo>
                      <a:pt x="787804" y="1880308"/>
                    </a:lnTo>
                    <a:lnTo>
                      <a:pt x="761261" y="1858195"/>
                    </a:lnTo>
                    <a:lnTo>
                      <a:pt x="678772" y="1732349"/>
                    </a:lnTo>
                    <a:lnTo>
                      <a:pt x="581999" y="1664952"/>
                    </a:lnTo>
                    <a:lnTo>
                      <a:pt x="552056" y="1666374"/>
                    </a:lnTo>
                    <a:lnTo>
                      <a:pt x="689802" y="1791028"/>
                    </a:lnTo>
                    <a:lnTo>
                      <a:pt x="746036" y="1878198"/>
                    </a:lnTo>
                    <a:lnTo>
                      <a:pt x="845087" y="2000420"/>
                    </a:lnTo>
                    <a:lnTo>
                      <a:pt x="915895" y="2052171"/>
                    </a:lnTo>
                    <a:lnTo>
                      <a:pt x="968006" y="2132918"/>
                    </a:lnTo>
                    <a:lnTo>
                      <a:pt x="1016429" y="2170769"/>
                    </a:lnTo>
                    <a:lnTo>
                      <a:pt x="1148642" y="2224676"/>
                    </a:lnTo>
                    <a:lnTo>
                      <a:pt x="1102679" y="2263398"/>
                    </a:lnTo>
                    <a:lnTo>
                      <a:pt x="1176054" y="2296385"/>
                    </a:lnTo>
                    <a:lnTo>
                      <a:pt x="1186542" y="2357037"/>
                    </a:lnTo>
                    <a:lnTo>
                      <a:pt x="1179815" y="2426177"/>
                    </a:lnTo>
                    <a:lnTo>
                      <a:pt x="1077979" y="2398833"/>
                    </a:lnTo>
                    <a:lnTo>
                      <a:pt x="1074652" y="2449759"/>
                    </a:lnTo>
                    <a:lnTo>
                      <a:pt x="1083765" y="2479810"/>
                    </a:lnTo>
                    <a:lnTo>
                      <a:pt x="1038778" y="2504630"/>
                    </a:lnTo>
                    <a:lnTo>
                      <a:pt x="976216" y="2470955"/>
                    </a:lnTo>
                    <a:lnTo>
                      <a:pt x="813770" y="2286751"/>
                    </a:lnTo>
                    <a:lnTo>
                      <a:pt x="815144" y="2311388"/>
                    </a:lnTo>
                    <a:lnTo>
                      <a:pt x="828307" y="2339970"/>
                    </a:lnTo>
                    <a:lnTo>
                      <a:pt x="922513" y="2458568"/>
                    </a:lnTo>
                    <a:lnTo>
                      <a:pt x="1006593" y="2529680"/>
                    </a:lnTo>
                    <a:lnTo>
                      <a:pt x="1077871" y="2561796"/>
                    </a:lnTo>
                    <a:lnTo>
                      <a:pt x="1132803" y="2621392"/>
                    </a:lnTo>
                    <a:lnTo>
                      <a:pt x="1152186" y="2657453"/>
                    </a:lnTo>
                    <a:lnTo>
                      <a:pt x="1165133" y="2712141"/>
                    </a:lnTo>
                    <a:lnTo>
                      <a:pt x="1124413" y="2749303"/>
                    </a:lnTo>
                    <a:lnTo>
                      <a:pt x="1078051" y="2769811"/>
                    </a:lnTo>
                    <a:lnTo>
                      <a:pt x="1032775" y="2732741"/>
                    </a:lnTo>
                    <a:lnTo>
                      <a:pt x="999577" y="2693698"/>
                    </a:lnTo>
                    <a:lnTo>
                      <a:pt x="928878" y="2627403"/>
                    </a:lnTo>
                    <a:lnTo>
                      <a:pt x="907686" y="2553308"/>
                    </a:lnTo>
                    <a:lnTo>
                      <a:pt x="853911" y="2557116"/>
                    </a:lnTo>
                    <a:lnTo>
                      <a:pt x="629156" y="2463156"/>
                    </a:lnTo>
                    <a:lnTo>
                      <a:pt x="448520" y="2452328"/>
                    </a:lnTo>
                    <a:lnTo>
                      <a:pt x="466168" y="2471230"/>
                    </a:lnTo>
                    <a:lnTo>
                      <a:pt x="489023" y="2483801"/>
                    </a:lnTo>
                    <a:lnTo>
                      <a:pt x="632881" y="2506970"/>
                    </a:lnTo>
                    <a:lnTo>
                      <a:pt x="689730" y="2550234"/>
                    </a:lnTo>
                    <a:lnTo>
                      <a:pt x="808056" y="2588635"/>
                    </a:lnTo>
                    <a:lnTo>
                      <a:pt x="877345" y="2599141"/>
                    </a:lnTo>
                    <a:lnTo>
                      <a:pt x="905444" y="2717096"/>
                    </a:lnTo>
                    <a:lnTo>
                      <a:pt x="1001204" y="2798256"/>
                    </a:lnTo>
                    <a:lnTo>
                      <a:pt x="1013645" y="2858403"/>
                    </a:lnTo>
                    <a:lnTo>
                      <a:pt x="1079028" y="2865148"/>
                    </a:lnTo>
                    <a:lnTo>
                      <a:pt x="1194063" y="2806147"/>
                    </a:lnTo>
                    <a:lnTo>
                      <a:pt x="1268307" y="2826839"/>
                    </a:lnTo>
                    <a:lnTo>
                      <a:pt x="1375386" y="2843722"/>
                    </a:lnTo>
                    <a:lnTo>
                      <a:pt x="1399869" y="2891345"/>
                    </a:lnTo>
                    <a:lnTo>
                      <a:pt x="1418240" y="2981956"/>
                    </a:lnTo>
                    <a:lnTo>
                      <a:pt x="1456103" y="3083899"/>
                    </a:lnTo>
                    <a:lnTo>
                      <a:pt x="1554287" y="3485845"/>
                    </a:lnTo>
                    <a:lnTo>
                      <a:pt x="1642687" y="3682871"/>
                    </a:lnTo>
                    <a:lnTo>
                      <a:pt x="1615976" y="3682871"/>
                    </a:lnTo>
                    <a:lnTo>
                      <a:pt x="1576238" y="3603800"/>
                    </a:lnTo>
                    <a:lnTo>
                      <a:pt x="1515845" y="3446573"/>
                    </a:lnTo>
                    <a:lnTo>
                      <a:pt x="1453789" y="3168959"/>
                    </a:lnTo>
                    <a:lnTo>
                      <a:pt x="1435779" y="3106793"/>
                    </a:lnTo>
                    <a:lnTo>
                      <a:pt x="1414588" y="3081972"/>
                    </a:lnTo>
                    <a:lnTo>
                      <a:pt x="1400629" y="3102159"/>
                    </a:lnTo>
                    <a:lnTo>
                      <a:pt x="1394625" y="3137532"/>
                    </a:lnTo>
                    <a:lnTo>
                      <a:pt x="1404751" y="3164692"/>
                    </a:lnTo>
                    <a:lnTo>
                      <a:pt x="1380305" y="3256083"/>
                    </a:lnTo>
                    <a:lnTo>
                      <a:pt x="1390901" y="3298016"/>
                    </a:lnTo>
                    <a:lnTo>
                      <a:pt x="1430608" y="3341372"/>
                    </a:lnTo>
                    <a:lnTo>
                      <a:pt x="1473751" y="3449555"/>
                    </a:lnTo>
                    <a:lnTo>
                      <a:pt x="1508214" y="3595221"/>
                    </a:lnTo>
                    <a:lnTo>
                      <a:pt x="1461600" y="3536174"/>
                    </a:lnTo>
                    <a:lnTo>
                      <a:pt x="1411839" y="3504885"/>
                    </a:lnTo>
                    <a:lnTo>
                      <a:pt x="1334413" y="3480890"/>
                    </a:lnTo>
                    <a:lnTo>
                      <a:pt x="1265450" y="3438819"/>
                    </a:lnTo>
                    <a:lnTo>
                      <a:pt x="1270477" y="3499150"/>
                    </a:lnTo>
                    <a:lnTo>
                      <a:pt x="1263859" y="3564298"/>
                    </a:lnTo>
                    <a:lnTo>
                      <a:pt x="1210699" y="3544433"/>
                    </a:lnTo>
                    <a:lnTo>
                      <a:pt x="1174535" y="3522824"/>
                    </a:lnTo>
                    <a:lnTo>
                      <a:pt x="1206540" y="3592239"/>
                    </a:lnTo>
                    <a:lnTo>
                      <a:pt x="1137070" y="3571410"/>
                    </a:lnTo>
                    <a:lnTo>
                      <a:pt x="1090781" y="3575768"/>
                    </a:lnTo>
                    <a:lnTo>
                      <a:pt x="1060693" y="3637384"/>
                    </a:lnTo>
                    <a:lnTo>
                      <a:pt x="1020335" y="3674775"/>
                    </a:lnTo>
                    <a:lnTo>
                      <a:pt x="980297" y="3682871"/>
                    </a:lnTo>
                    <a:lnTo>
                      <a:pt x="954427" y="3682871"/>
                    </a:lnTo>
                    <a:lnTo>
                      <a:pt x="872137" y="3630502"/>
                    </a:lnTo>
                    <a:lnTo>
                      <a:pt x="843460" y="3562096"/>
                    </a:lnTo>
                    <a:lnTo>
                      <a:pt x="831598" y="3485937"/>
                    </a:lnTo>
                    <a:lnTo>
                      <a:pt x="826861" y="3575997"/>
                    </a:lnTo>
                    <a:lnTo>
                      <a:pt x="842628" y="3669774"/>
                    </a:lnTo>
                    <a:lnTo>
                      <a:pt x="841612" y="3682871"/>
                    </a:lnTo>
                    <a:lnTo>
                      <a:pt x="0" y="3682871"/>
                    </a:lnTo>
                    <a:lnTo>
                      <a:pt x="0" y="0"/>
                    </a:lnTo>
                    <a:lnTo>
                      <a:pt x="2024089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7" name="pg663">
                <a:extLst>
                  <a:ext uri="{FF2B5EF4-FFF2-40B4-BE49-F238E27FC236}">
                    <a16:creationId xmlns:a16="http://schemas.microsoft.com/office/drawing/2014/main" id="{D52C30D3-ED11-2C27-71AD-BB0BCAAB820A}"/>
                  </a:ext>
                </a:extLst>
              </p:cNvPr>
              <p:cNvSpPr/>
              <p:nvPr/>
            </p:nvSpPr>
            <p:spPr>
              <a:xfrm>
                <a:off x="5159228" y="2035019"/>
                <a:ext cx="108453" cy="203932"/>
              </a:xfrm>
              <a:custGeom>
                <a:avLst/>
                <a:gdLst/>
                <a:ahLst/>
                <a:cxnLst/>
                <a:rect l="0" t="0" r="0" b="0"/>
                <a:pathLst>
                  <a:path w="108453" h="203932">
                    <a:moveTo>
                      <a:pt x="1988" y="203932"/>
                    </a:moveTo>
                    <a:lnTo>
                      <a:pt x="0" y="176588"/>
                    </a:lnTo>
                    <a:lnTo>
                      <a:pt x="108453" y="0"/>
                    </a:lnTo>
                    <a:lnTo>
                      <a:pt x="88853" y="6170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8" name="pg664">
                <a:extLst>
                  <a:ext uri="{FF2B5EF4-FFF2-40B4-BE49-F238E27FC236}">
                    <a16:creationId xmlns:a16="http://schemas.microsoft.com/office/drawing/2014/main" id="{C703F15F-0245-ADC0-76E6-F58DFE09858C}"/>
                  </a:ext>
                </a:extLst>
              </p:cNvPr>
              <p:cNvSpPr/>
              <p:nvPr/>
            </p:nvSpPr>
            <p:spPr>
              <a:xfrm>
                <a:off x="4325772" y="3395883"/>
                <a:ext cx="207830" cy="400294"/>
              </a:xfrm>
              <a:custGeom>
                <a:avLst/>
                <a:gdLst/>
                <a:ahLst/>
                <a:cxnLst/>
                <a:rect l="0" t="0" r="0" b="0"/>
                <a:pathLst>
                  <a:path w="207830" h="400294">
                    <a:moveTo>
                      <a:pt x="0" y="400294"/>
                    </a:moveTo>
                    <a:lnTo>
                      <a:pt x="112974" y="212144"/>
                    </a:lnTo>
                    <a:lnTo>
                      <a:pt x="178574" y="54504"/>
                    </a:lnTo>
                    <a:lnTo>
                      <a:pt x="207830" y="0"/>
                    </a:lnTo>
                    <a:lnTo>
                      <a:pt x="179442" y="110476"/>
                    </a:lnTo>
                    <a:lnTo>
                      <a:pt x="129826" y="212052"/>
                    </a:lnTo>
                    <a:lnTo>
                      <a:pt x="33668" y="38506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9" name="pt665">
                <a:extLst>
                  <a:ext uri="{FF2B5EF4-FFF2-40B4-BE49-F238E27FC236}">
                    <a16:creationId xmlns:a16="http://schemas.microsoft.com/office/drawing/2014/main" id="{2E5D8350-104A-F3CF-EE48-A41A92AA4CFD}"/>
                  </a:ext>
                </a:extLst>
              </p:cNvPr>
              <p:cNvSpPr/>
              <p:nvPr/>
            </p:nvSpPr>
            <p:spPr>
              <a:xfrm>
                <a:off x="4042131" y="3963949"/>
                <a:ext cx="144506" cy="144506"/>
              </a:xfrm>
              <a:prstGeom prst="ellipse">
                <a:avLst/>
              </a:prstGeom>
              <a:solidFill>
                <a:srgbClr val="61CEA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0" name="pt666">
                <a:extLst>
                  <a:ext uri="{FF2B5EF4-FFF2-40B4-BE49-F238E27FC236}">
                    <a16:creationId xmlns:a16="http://schemas.microsoft.com/office/drawing/2014/main" id="{BF7C4D34-7626-92A2-E659-D4D9415E0E3C}"/>
                  </a:ext>
                </a:extLst>
              </p:cNvPr>
              <p:cNvSpPr/>
              <p:nvPr/>
            </p:nvSpPr>
            <p:spPr>
              <a:xfrm>
                <a:off x="4598279" y="2594972"/>
                <a:ext cx="144506" cy="144506"/>
              </a:xfrm>
              <a:prstGeom prst="ellipse">
                <a:avLst/>
              </a:prstGeom>
              <a:solidFill>
                <a:srgbClr val="D9F3E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1" name="pt667">
                <a:extLst>
                  <a:ext uri="{FF2B5EF4-FFF2-40B4-BE49-F238E27FC236}">
                    <a16:creationId xmlns:a16="http://schemas.microsoft.com/office/drawing/2014/main" id="{ECAB72DC-7A48-6B03-32AA-E8275607DFB1}"/>
                  </a:ext>
                </a:extLst>
              </p:cNvPr>
              <p:cNvSpPr/>
              <p:nvPr/>
            </p:nvSpPr>
            <p:spPr>
              <a:xfrm>
                <a:off x="4150995" y="2255653"/>
                <a:ext cx="144506" cy="144506"/>
              </a:xfrm>
              <a:prstGeom prst="ellipse">
                <a:avLst/>
              </a:prstGeom>
              <a:solidFill>
                <a:srgbClr val="3A639D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2" name="pt668">
                <a:extLst>
                  <a:ext uri="{FF2B5EF4-FFF2-40B4-BE49-F238E27FC236}">
                    <a16:creationId xmlns:a16="http://schemas.microsoft.com/office/drawing/2014/main" id="{9B19D8CC-0E5E-0F2A-DDC8-17BB20F5E5FC}"/>
                  </a:ext>
                </a:extLst>
              </p:cNvPr>
              <p:cNvSpPr/>
              <p:nvPr/>
            </p:nvSpPr>
            <p:spPr>
              <a:xfrm>
                <a:off x="3069870" y="3287113"/>
                <a:ext cx="144506" cy="144506"/>
              </a:xfrm>
              <a:prstGeom prst="ellipse">
                <a:avLst/>
              </a:prstGeom>
              <a:solidFill>
                <a:srgbClr val="3496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3" name="pt669">
                <a:extLst>
                  <a:ext uri="{FF2B5EF4-FFF2-40B4-BE49-F238E27FC236}">
                    <a16:creationId xmlns:a16="http://schemas.microsoft.com/office/drawing/2014/main" id="{E7562A9D-8B5F-3196-67F1-B2AF72EC0CF0}"/>
                  </a:ext>
                </a:extLst>
              </p:cNvPr>
              <p:cNvSpPr/>
              <p:nvPr/>
            </p:nvSpPr>
            <p:spPr>
              <a:xfrm>
                <a:off x="3376420" y="4483362"/>
                <a:ext cx="144506" cy="144506"/>
              </a:xfrm>
              <a:prstGeom prst="ellipse">
                <a:avLst/>
              </a:prstGeom>
              <a:solidFill>
                <a:srgbClr val="C3ECD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4" name="pt670">
                <a:extLst>
                  <a:ext uri="{FF2B5EF4-FFF2-40B4-BE49-F238E27FC236}">
                    <a16:creationId xmlns:a16="http://schemas.microsoft.com/office/drawing/2014/main" id="{05CB2C74-EB0A-A123-DB36-74C34311BAD7}"/>
                  </a:ext>
                </a:extLst>
              </p:cNvPr>
              <p:cNvSpPr/>
              <p:nvPr/>
            </p:nvSpPr>
            <p:spPr>
              <a:xfrm>
                <a:off x="3322218" y="4429159"/>
                <a:ext cx="252911" cy="252911"/>
              </a:xfrm>
              <a:prstGeom prst="ellipse">
                <a:avLst/>
              </a:prstGeom>
              <a:solidFill>
                <a:srgbClr val="C3ECD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5" name="pt671">
                <a:extLst>
                  <a:ext uri="{FF2B5EF4-FFF2-40B4-BE49-F238E27FC236}">
                    <a16:creationId xmlns:a16="http://schemas.microsoft.com/office/drawing/2014/main" id="{57D810DE-E59D-BE98-D20D-DA281223EAA8}"/>
                  </a:ext>
                </a:extLst>
              </p:cNvPr>
              <p:cNvSpPr/>
              <p:nvPr/>
            </p:nvSpPr>
            <p:spPr>
              <a:xfrm>
                <a:off x="3396934" y="3568029"/>
                <a:ext cx="252911" cy="252911"/>
              </a:xfrm>
              <a:prstGeom prst="ellipse">
                <a:avLst/>
              </a:prstGeom>
              <a:solidFill>
                <a:srgbClr val="3690A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6" name="pt672">
                <a:extLst>
                  <a:ext uri="{FF2B5EF4-FFF2-40B4-BE49-F238E27FC236}">
                    <a16:creationId xmlns:a16="http://schemas.microsoft.com/office/drawing/2014/main" id="{F4E00F20-7DFA-6304-4D17-35FB0755E68D}"/>
                  </a:ext>
                </a:extLst>
              </p:cNvPr>
              <p:cNvSpPr/>
              <p:nvPr/>
            </p:nvSpPr>
            <p:spPr>
              <a:xfrm>
                <a:off x="3369184" y="4256773"/>
                <a:ext cx="252911" cy="252911"/>
              </a:xfrm>
              <a:prstGeom prst="ellipse">
                <a:avLst/>
              </a:prstGeom>
              <a:solidFill>
                <a:srgbClr val="C7EDD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7" name="pg673">
                <a:extLst>
                  <a:ext uri="{FF2B5EF4-FFF2-40B4-BE49-F238E27FC236}">
                    <a16:creationId xmlns:a16="http://schemas.microsoft.com/office/drawing/2014/main" id="{D8ACE78A-CA87-FECF-D9FB-A78A17F7AA5F}"/>
                  </a:ext>
                </a:extLst>
              </p:cNvPr>
              <p:cNvSpPr/>
              <p:nvPr/>
            </p:nvSpPr>
            <p:spPr>
              <a:xfrm>
                <a:off x="3287769" y="4134761"/>
                <a:ext cx="279101" cy="231761"/>
              </a:xfrm>
              <a:custGeom>
                <a:avLst/>
                <a:gdLst/>
                <a:ahLst/>
                <a:cxnLst/>
                <a:rect l="0" t="0" r="0" b="0"/>
                <a:pathLst>
                  <a:path w="267615" h="231762">
                    <a:moveTo>
                      <a:pt x="133807" y="0"/>
                    </a:moveTo>
                    <a:lnTo>
                      <a:pt x="267615" y="231762"/>
                    </a:lnTo>
                    <a:lnTo>
                      <a:pt x="0" y="231762"/>
                    </a:lnTo>
                    <a:close/>
                  </a:path>
                </a:pathLst>
              </a:custGeom>
              <a:solidFill>
                <a:srgbClr val="FF149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8" name="pl674">
                <a:extLst>
                  <a:ext uri="{FF2B5EF4-FFF2-40B4-BE49-F238E27FC236}">
                    <a16:creationId xmlns:a16="http://schemas.microsoft.com/office/drawing/2014/main" id="{31A056CA-1FF3-2581-8ED2-85D8093C73B1}"/>
                  </a:ext>
                </a:extLst>
              </p:cNvPr>
              <p:cNvSpPr/>
              <p:nvPr/>
            </p:nvSpPr>
            <p:spPr>
              <a:xfrm>
                <a:off x="3461457" y="4009600"/>
                <a:ext cx="1081066" cy="539633"/>
              </a:xfrm>
              <a:custGeom>
                <a:avLst/>
                <a:gdLst/>
                <a:ahLst/>
                <a:cxnLst/>
                <a:rect l="0" t="0" r="0" b="0"/>
                <a:pathLst>
                  <a:path w="1081066" h="539633">
                    <a:moveTo>
                      <a:pt x="1081066" y="0"/>
                    </a:moveTo>
                    <a:lnTo>
                      <a:pt x="0" y="539633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9" name="pl675">
                <a:extLst>
                  <a:ext uri="{FF2B5EF4-FFF2-40B4-BE49-F238E27FC236}">
                    <a16:creationId xmlns:a16="http://schemas.microsoft.com/office/drawing/2014/main" id="{E4898B6B-383B-25A9-3B98-F1B2483A4DD1}"/>
                  </a:ext>
                </a:extLst>
              </p:cNvPr>
              <p:cNvSpPr/>
              <p:nvPr/>
            </p:nvSpPr>
            <p:spPr>
              <a:xfrm>
                <a:off x="3535687" y="3046633"/>
                <a:ext cx="1088766" cy="640616"/>
              </a:xfrm>
              <a:custGeom>
                <a:avLst/>
                <a:gdLst/>
                <a:ahLst/>
                <a:cxnLst/>
                <a:rect l="0" t="0" r="0" b="0"/>
                <a:pathLst>
                  <a:path w="1088766" h="640616">
                    <a:moveTo>
                      <a:pt x="1088766" y="0"/>
                    </a:moveTo>
                    <a:lnTo>
                      <a:pt x="0" y="640616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0" name="pl676">
                <a:extLst>
                  <a:ext uri="{FF2B5EF4-FFF2-40B4-BE49-F238E27FC236}">
                    <a16:creationId xmlns:a16="http://schemas.microsoft.com/office/drawing/2014/main" id="{49FD6DFB-7E5E-447A-E5F1-E7D7516803B8}"/>
                  </a:ext>
                </a:extLst>
              </p:cNvPr>
              <p:cNvSpPr/>
              <p:nvPr/>
            </p:nvSpPr>
            <p:spPr>
              <a:xfrm>
                <a:off x="3507809" y="3593874"/>
                <a:ext cx="1279326" cy="781916"/>
              </a:xfrm>
              <a:custGeom>
                <a:avLst/>
                <a:gdLst/>
                <a:ahLst/>
                <a:cxnLst/>
                <a:rect l="0" t="0" r="0" b="0"/>
                <a:pathLst>
                  <a:path w="1279326" h="781916">
                    <a:moveTo>
                      <a:pt x="1279326" y="0"/>
                    </a:moveTo>
                    <a:lnTo>
                      <a:pt x="0" y="781916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1" name="pg677">
                <a:extLst>
                  <a:ext uri="{FF2B5EF4-FFF2-40B4-BE49-F238E27FC236}">
                    <a16:creationId xmlns:a16="http://schemas.microsoft.com/office/drawing/2014/main" id="{54DF38B4-C988-ADB0-F3AA-2848A786C9C0}"/>
                  </a:ext>
                </a:extLst>
              </p:cNvPr>
              <p:cNvSpPr/>
              <p:nvPr/>
            </p:nvSpPr>
            <p:spPr>
              <a:xfrm>
                <a:off x="4542524" y="3838436"/>
                <a:ext cx="1193384" cy="392471"/>
              </a:xfrm>
              <a:custGeom>
                <a:avLst/>
                <a:gdLst/>
                <a:ahLst/>
                <a:cxnLst/>
                <a:rect l="0" t="0" r="0" b="0"/>
                <a:pathLst>
                  <a:path w="1193383" h="324612">
                    <a:moveTo>
                      <a:pt x="27432" y="324612"/>
                    </a:moveTo>
                    <a:lnTo>
                      <a:pt x="1165951" y="324612"/>
                    </a:lnTo>
                    <a:lnTo>
                      <a:pt x="1164846" y="324589"/>
                    </a:lnTo>
                    <a:lnTo>
                      <a:pt x="1169258" y="324411"/>
                    </a:lnTo>
                    <a:lnTo>
                      <a:pt x="1173583" y="323528"/>
                    </a:lnTo>
                    <a:lnTo>
                      <a:pt x="1177711" y="321963"/>
                    </a:lnTo>
                    <a:lnTo>
                      <a:pt x="1181534" y="319756"/>
                    </a:lnTo>
                    <a:lnTo>
                      <a:pt x="1184954" y="316964"/>
                    </a:lnTo>
                    <a:lnTo>
                      <a:pt x="1187881" y="313659"/>
                    </a:lnTo>
                    <a:lnTo>
                      <a:pt x="1190241" y="309928"/>
                    </a:lnTo>
                    <a:lnTo>
                      <a:pt x="1191971" y="305866"/>
                    </a:lnTo>
                    <a:lnTo>
                      <a:pt x="1193028" y="301580"/>
                    </a:lnTo>
                    <a:lnTo>
                      <a:pt x="1193383" y="297180"/>
                    </a:lnTo>
                    <a:lnTo>
                      <a:pt x="1193383" y="27432"/>
                    </a:lnTo>
                    <a:lnTo>
                      <a:pt x="1193028" y="23031"/>
                    </a:lnTo>
                    <a:lnTo>
                      <a:pt x="1191971" y="18745"/>
                    </a:lnTo>
                    <a:lnTo>
                      <a:pt x="1190241" y="14683"/>
                    </a:lnTo>
                    <a:lnTo>
                      <a:pt x="1187881" y="10952"/>
                    </a:lnTo>
                    <a:lnTo>
                      <a:pt x="1184954" y="7647"/>
                    </a:lnTo>
                    <a:lnTo>
                      <a:pt x="1181534" y="4855"/>
                    </a:lnTo>
                    <a:lnTo>
                      <a:pt x="1177711" y="2648"/>
                    </a:lnTo>
                    <a:lnTo>
                      <a:pt x="1173583" y="1083"/>
                    </a:lnTo>
                    <a:lnTo>
                      <a:pt x="1169258" y="200"/>
                    </a:lnTo>
                    <a:lnTo>
                      <a:pt x="1165951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297180"/>
                    </a:lnTo>
                    <a:lnTo>
                      <a:pt x="88" y="294972"/>
                    </a:lnTo>
                    <a:lnTo>
                      <a:pt x="88" y="299387"/>
                    </a:lnTo>
                    <a:lnTo>
                      <a:pt x="797" y="303744"/>
                    </a:lnTo>
                    <a:lnTo>
                      <a:pt x="2195" y="307932"/>
                    </a:lnTo>
                    <a:lnTo>
                      <a:pt x="4246" y="311841"/>
                    </a:lnTo>
                    <a:lnTo>
                      <a:pt x="6898" y="315370"/>
                    </a:lnTo>
                    <a:lnTo>
                      <a:pt x="10082" y="318428"/>
                    </a:lnTo>
                    <a:lnTo>
                      <a:pt x="13715" y="320936"/>
                    </a:lnTo>
                    <a:lnTo>
                      <a:pt x="17704" y="322829"/>
                    </a:lnTo>
                    <a:lnTo>
                      <a:pt x="21944" y="324057"/>
                    </a:lnTo>
                    <a:lnTo>
                      <a:pt x="26327" y="324589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2" name="tx678">
                <a:extLst>
                  <a:ext uri="{FF2B5EF4-FFF2-40B4-BE49-F238E27FC236}">
                    <a16:creationId xmlns:a16="http://schemas.microsoft.com/office/drawing/2014/main" id="{C177A53F-6B6A-5B95-7EC0-4D3CE2BB5B8F}"/>
                  </a:ext>
                </a:extLst>
              </p:cNvPr>
              <p:cNvSpPr/>
              <p:nvPr/>
            </p:nvSpPr>
            <p:spPr>
              <a:xfrm>
                <a:off x="4577743" y="3832135"/>
                <a:ext cx="1101944" cy="23317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56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W4</a:t>
                </a:r>
                <a:r>
                  <a:rPr lang="en-US"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VA</a:t>
                </a:r>
              </a:p>
            </p:txBody>
          </p:sp>
          <p:sp>
            <p:nvSpPr>
              <p:cNvPr id="4733" name="pg679">
                <a:extLst>
                  <a:ext uri="{FF2B5EF4-FFF2-40B4-BE49-F238E27FC236}">
                    <a16:creationId xmlns:a16="http://schemas.microsoft.com/office/drawing/2014/main" id="{881253D7-9F96-4ECE-1C7A-0752D8A6B20A}"/>
                  </a:ext>
                </a:extLst>
              </p:cNvPr>
              <p:cNvSpPr/>
              <p:nvPr/>
            </p:nvSpPr>
            <p:spPr>
              <a:xfrm>
                <a:off x="4624454" y="2874464"/>
                <a:ext cx="1500986" cy="392471"/>
              </a:xfrm>
              <a:custGeom>
                <a:avLst/>
                <a:gdLst/>
                <a:ahLst/>
                <a:cxnLst/>
                <a:rect l="0" t="0" r="0" b="0"/>
                <a:pathLst>
                  <a:path w="1500987" h="324612">
                    <a:moveTo>
                      <a:pt x="27431" y="324612"/>
                    </a:moveTo>
                    <a:lnTo>
                      <a:pt x="1473555" y="324612"/>
                    </a:lnTo>
                    <a:lnTo>
                      <a:pt x="1472451" y="324589"/>
                    </a:lnTo>
                    <a:lnTo>
                      <a:pt x="1476862" y="324411"/>
                    </a:lnTo>
                    <a:lnTo>
                      <a:pt x="1481187" y="323528"/>
                    </a:lnTo>
                    <a:lnTo>
                      <a:pt x="1485315" y="321963"/>
                    </a:lnTo>
                    <a:lnTo>
                      <a:pt x="1489138" y="319756"/>
                    </a:lnTo>
                    <a:lnTo>
                      <a:pt x="1492558" y="316964"/>
                    </a:lnTo>
                    <a:lnTo>
                      <a:pt x="1495485" y="313659"/>
                    </a:lnTo>
                    <a:lnTo>
                      <a:pt x="1497845" y="309928"/>
                    </a:lnTo>
                    <a:lnTo>
                      <a:pt x="1499575" y="305866"/>
                    </a:lnTo>
                    <a:lnTo>
                      <a:pt x="1500632" y="301580"/>
                    </a:lnTo>
                    <a:lnTo>
                      <a:pt x="1500987" y="297179"/>
                    </a:lnTo>
                    <a:lnTo>
                      <a:pt x="1500987" y="27432"/>
                    </a:lnTo>
                    <a:lnTo>
                      <a:pt x="1500632" y="23031"/>
                    </a:lnTo>
                    <a:lnTo>
                      <a:pt x="1499575" y="18745"/>
                    </a:lnTo>
                    <a:lnTo>
                      <a:pt x="1497845" y="14683"/>
                    </a:lnTo>
                    <a:lnTo>
                      <a:pt x="1495485" y="10952"/>
                    </a:lnTo>
                    <a:lnTo>
                      <a:pt x="1492558" y="7647"/>
                    </a:lnTo>
                    <a:lnTo>
                      <a:pt x="1489138" y="4855"/>
                    </a:lnTo>
                    <a:lnTo>
                      <a:pt x="1485315" y="2648"/>
                    </a:lnTo>
                    <a:lnTo>
                      <a:pt x="1481187" y="1083"/>
                    </a:lnTo>
                    <a:lnTo>
                      <a:pt x="1476862" y="200"/>
                    </a:lnTo>
                    <a:lnTo>
                      <a:pt x="1473555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297179"/>
                    </a:lnTo>
                    <a:lnTo>
                      <a:pt x="88" y="294972"/>
                    </a:lnTo>
                    <a:lnTo>
                      <a:pt x="88" y="299387"/>
                    </a:lnTo>
                    <a:lnTo>
                      <a:pt x="797" y="303744"/>
                    </a:lnTo>
                    <a:lnTo>
                      <a:pt x="2195" y="307932"/>
                    </a:lnTo>
                    <a:lnTo>
                      <a:pt x="4246" y="311841"/>
                    </a:lnTo>
                    <a:lnTo>
                      <a:pt x="6898" y="315370"/>
                    </a:lnTo>
                    <a:lnTo>
                      <a:pt x="10082" y="318428"/>
                    </a:lnTo>
                    <a:lnTo>
                      <a:pt x="13715" y="320936"/>
                    </a:lnTo>
                    <a:lnTo>
                      <a:pt x="17704" y="322829"/>
                    </a:lnTo>
                    <a:lnTo>
                      <a:pt x="21944" y="324057"/>
                    </a:lnTo>
                    <a:lnTo>
                      <a:pt x="26327" y="324589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4" name="tx680">
                <a:extLst>
                  <a:ext uri="{FF2B5EF4-FFF2-40B4-BE49-F238E27FC236}">
                    <a16:creationId xmlns:a16="http://schemas.microsoft.com/office/drawing/2014/main" id="{4F376CC5-01E7-ED40-A8A0-528E4195EEAF}"/>
                  </a:ext>
                </a:extLst>
              </p:cNvPr>
              <p:cNvSpPr/>
              <p:nvPr/>
            </p:nvSpPr>
            <p:spPr>
              <a:xfrm>
                <a:off x="4615665" y="2859220"/>
                <a:ext cx="1409547" cy="23317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56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S1</a:t>
                </a:r>
                <a:r>
                  <a:rPr lang="en-US"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LOLA</a:t>
                </a:r>
              </a:p>
            </p:txBody>
          </p:sp>
          <p:sp>
            <p:nvSpPr>
              <p:cNvPr id="4735" name="pg681">
                <a:extLst>
                  <a:ext uri="{FF2B5EF4-FFF2-40B4-BE49-F238E27FC236}">
                    <a16:creationId xmlns:a16="http://schemas.microsoft.com/office/drawing/2014/main" id="{303D6BD6-0EFB-3A34-B61F-6CCAB2584340}"/>
                  </a:ext>
                </a:extLst>
              </p:cNvPr>
              <p:cNvSpPr/>
              <p:nvPr/>
            </p:nvSpPr>
            <p:spPr>
              <a:xfrm>
                <a:off x="4787136" y="3422852"/>
                <a:ext cx="1554938" cy="392471"/>
              </a:xfrm>
              <a:custGeom>
                <a:avLst/>
                <a:gdLst/>
                <a:ahLst/>
                <a:cxnLst/>
                <a:rect l="0" t="0" r="0" b="0"/>
                <a:pathLst>
                  <a:path w="1554937" h="324612">
                    <a:moveTo>
                      <a:pt x="27431" y="324612"/>
                    </a:moveTo>
                    <a:lnTo>
                      <a:pt x="1527505" y="324612"/>
                    </a:lnTo>
                    <a:lnTo>
                      <a:pt x="1526400" y="324589"/>
                    </a:lnTo>
                    <a:lnTo>
                      <a:pt x="1530811" y="324411"/>
                    </a:lnTo>
                    <a:lnTo>
                      <a:pt x="1535137" y="323528"/>
                    </a:lnTo>
                    <a:lnTo>
                      <a:pt x="1539265" y="321963"/>
                    </a:lnTo>
                    <a:lnTo>
                      <a:pt x="1543088" y="319756"/>
                    </a:lnTo>
                    <a:lnTo>
                      <a:pt x="1546508" y="316964"/>
                    </a:lnTo>
                    <a:lnTo>
                      <a:pt x="1549435" y="313659"/>
                    </a:lnTo>
                    <a:lnTo>
                      <a:pt x="1551795" y="309928"/>
                    </a:lnTo>
                    <a:lnTo>
                      <a:pt x="1553525" y="305866"/>
                    </a:lnTo>
                    <a:lnTo>
                      <a:pt x="1554581" y="301580"/>
                    </a:lnTo>
                    <a:lnTo>
                      <a:pt x="1554937" y="297179"/>
                    </a:lnTo>
                    <a:lnTo>
                      <a:pt x="1554937" y="27432"/>
                    </a:lnTo>
                    <a:lnTo>
                      <a:pt x="1554581" y="23031"/>
                    </a:lnTo>
                    <a:lnTo>
                      <a:pt x="1553525" y="18745"/>
                    </a:lnTo>
                    <a:lnTo>
                      <a:pt x="1551795" y="14683"/>
                    </a:lnTo>
                    <a:lnTo>
                      <a:pt x="1549435" y="10952"/>
                    </a:lnTo>
                    <a:lnTo>
                      <a:pt x="1546508" y="7647"/>
                    </a:lnTo>
                    <a:lnTo>
                      <a:pt x="1543088" y="4855"/>
                    </a:lnTo>
                    <a:lnTo>
                      <a:pt x="1539265" y="2648"/>
                    </a:lnTo>
                    <a:lnTo>
                      <a:pt x="1535137" y="1083"/>
                    </a:lnTo>
                    <a:lnTo>
                      <a:pt x="1530811" y="200"/>
                    </a:lnTo>
                    <a:lnTo>
                      <a:pt x="1527505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297179"/>
                    </a:lnTo>
                    <a:lnTo>
                      <a:pt x="88" y="294972"/>
                    </a:lnTo>
                    <a:lnTo>
                      <a:pt x="88" y="299387"/>
                    </a:lnTo>
                    <a:lnTo>
                      <a:pt x="797" y="303744"/>
                    </a:lnTo>
                    <a:lnTo>
                      <a:pt x="2195" y="307932"/>
                    </a:lnTo>
                    <a:lnTo>
                      <a:pt x="4246" y="311841"/>
                    </a:lnTo>
                    <a:lnTo>
                      <a:pt x="6898" y="315370"/>
                    </a:lnTo>
                    <a:lnTo>
                      <a:pt x="10082" y="318428"/>
                    </a:lnTo>
                    <a:lnTo>
                      <a:pt x="13715" y="320936"/>
                    </a:lnTo>
                    <a:lnTo>
                      <a:pt x="17704" y="322829"/>
                    </a:lnTo>
                    <a:lnTo>
                      <a:pt x="21944" y="324057"/>
                    </a:lnTo>
                    <a:lnTo>
                      <a:pt x="26327" y="324589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6" name="tx682">
                <a:extLst>
                  <a:ext uri="{FF2B5EF4-FFF2-40B4-BE49-F238E27FC236}">
                    <a16:creationId xmlns:a16="http://schemas.microsoft.com/office/drawing/2014/main" id="{C4A54D82-A36D-F620-A89B-A339F9523E86}"/>
                  </a:ext>
                </a:extLst>
              </p:cNvPr>
              <p:cNvSpPr/>
              <p:nvPr/>
            </p:nvSpPr>
            <p:spPr>
              <a:xfrm>
                <a:off x="4813776" y="3419697"/>
                <a:ext cx="1463498" cy="23317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56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S2</a:t>
                </a:r>
                <a:r>
                  <a:rPr lang="en-US"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DEBY</a:t>
                </a:r>
              </a:p>
            </p:txBody>
          </p:sp>
          <p:sp>
            <p:nvSpPr>
              <p:cNvPr id="4737" name="rc683">
                <a:extLst>
                  <a:ext uri="{FF2B5EF4-FFF2-40B4-BE49-F238E27FC236}">
                    <a16:creationId xmlns:a16="http://schemas.microsoft.com/office/drawing/2014/main" id="{F6F1E168-E090-6459-8F63-5188B2E4866D}"/>
                  </a:ext>
                </a:extLst>
              </p:cNvPr>
              <p:cNvSpPr/>
              <p:nvPr/>
            </p:nvSpPr>
            <p:spPr>
              <a:xfrm>
                <a:off x="2500076" y="1858161"/>
                <a:ext cx="3951596" cy="3705889"/>
              </a:xfrm>
              <a:prstGeom prst="rect">
                <a:avLst/>
              </a:prstGeom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7" name="pl733">
                <a:extLst>
                  <a:ext uri="{FF2B5EF4-FFF2-40B4-BE49-F238E27FC236}">
                    <a16:creationId xmlns:a16="http://schemas.microsoft.com/office/drawing/2014/main" id="{98B417E1-6C2E-145A-EDBD-984107D52994}"/>
                  </a:ext>
                </a:extLst>
              </p:cNvPr>
              <p:cNvSpPr/>
              <p:nvPr/>
            </p:nvSpPr>
            <p:spPr>
              <a:xfrm>
                <a:off x="6836004" y="434253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8" name="pl734">
                <a:extLst>
                  <a:ext uri="{FF2B5EF4-FFF2-40B4-BE49-F238E27FC236}">
                    <a16:creationId xmlns:a16="http://schemas.microsoft.com/office/drawing/2014/main" id="{456FF69A-A882-7864-4C0D-87FEA5758AD0}"/>
                  </a:ext>
                </a:extLst>
              </p:cNvPr>
              <p:cNvSpPr/>
              <p:nvPr/>
            </p:nvSpPr>
            <p:spPr>
              <a:xfrm>
                <a:off x="6836004" y="406913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9" name="pl735">
                <a:extLst>
                  <a:ext uri="{FF2B5EF4-FFF2-40B4-BE49-F238E27FC236}">
                    <a16:creationId xmlns:a16="http://schemas.microsoft.com/office/drawing/2014/main" id="{1206EA66-C0E4-3513-9968-7B44FFDE6430}"/>
                  </a:ext>
                </a:extLst>
              </p:cNvPr>
              <p:cNvSpPr/>
              <p:nvPr/>
            </p:nvSpPr>
            <p:spPr>
              <a:xfrm>
                <a:off x="6836004" y="379572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0" name="pl736">
                <a:extLst>
                  <a:ext uri="{FF2B5EF4-FFF2-40B4-BE49-F238E27FC236}">
                    <a16:creationId xmlns:a16="http://schemas.microsoft.com/office/drawing/2014/main" id="{2273912C-6758-A6AD-5545-22DDEB0EA7B0}"/>
                  </a:ext>
                </a:extLst>
              </p:cNvPr>
              <p:cNvSpPr/>
              <p:nvPr/>
            </p:nvSpPr>
            <p:spPr>
              <a:xfrm>
                <a:off x="6836004" y="352231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1" name="pl737">
                <a:extLst>
                  <a:ext uri="{FF2B5EF4-FFF2-40B4-BE49-F238E27FC236}">
                    <a16:creationId xmlns:a16="http://schemas.microsoft.com/office/drawing/2014/main" id="{0575A05D-C739-B7CF-290D-6C2EE1F99338}"/>
                  </a:ext>
                </a:extLst>
              </p:cNvPr>
              <p:cNvSpPr/>
              <p:nvPr/>
            </p:nvSpPr>
            <p:spPr>
              <a:xfrm>
                <a:off x="6836004" y="324891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2" name="pl738">
                <a:extLst>
                  <a:ext uri="{FF2B5EF4-FFF2-40B4-BE49-F238E27FC236}">
                    <a16:creationId xmlns:a16="http://schemas.microsoft.com/office/drawing/2014/main" id="{C6CA9FCF-556A-B49B-3E04-B26841189E3E}"/>
                  </a:ext>
                </a:extLst>
              </p:cNvPr>
              <p:cNvSpPr/>
              <p:nvPr/>
            </p:nvSpPr>
            <p:spPr>
              <a:xfrm>
                <a:off x="6660439" y="434253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3" name="pl739">
                <a:extLst>
                  <a:ext uri="{FF2B5EF4-FFF2-40B4-BE49-F238E27FC236}">
                    <a16:creationId xmlns:a16="http://schemas.microsoft.com/office/drawing/2014/main" id="{EC5BD009-3785-4C38-21DA-4F68803E8460}"/>
                  </a:ext>
                </a:extLst>
              </p:cNvPr>
              <p:cNvSpPr/>
              <p:nvPr/>
            </p:nvSpPr>
            <p:spPr>
              <a:xfrm>
                <a:off x="6660439" y="406913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4" name="pl740">
                <a:extLst>
                  <a:ext uri="{FF2B5EF4-FFF2-40B4-BE49-F238E27FC236}">
                    <a16:creationId xmlns:a16="http://schemas.microsoft.com/office/drawing/2014/main" id="{898FB430-A8F8-80FD-16F0-487F820C0139}"/>
                  </a:ext>
                </a:extLst>
              </p:cNvPr>
              <p:cNvSpPr/>
              <p:nvPr/>
            </p:nvSpPr>
            <p:spPr>
              <a:xfrm>
                <a:off x="6660439" y="379572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5" name="pl741">
                <a:extLst>
                  <a:ext uri="{FF2B5EF4-FFF2-40B4-BE49-F238E27FC236}">
                    <a16:creationId xmlns:a16="http://schemas.microsoft.com/office/drawing/2014/main" id="{941D96E0-2DFF-A98B-78BB-46F8CEACF2F2}"/>
                  </a:ext>
                </a:extLst>
              </p:cNvPr>
              <p:cNvSpPr/>
              <p:nvPr/>
            </p:nvSpPr>
            <p:spPr>
              <a:xfrm>
                <a:off x="6660439" y="352231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6" name="pl742">
                <a:extLst>
                  <a:ext uri="{FF2B5EF4-FFF2-40B4-BE49-F238E27FC236}">
                    <a16:creationId xmlns:a16="http://schemas.microsoft.com/office/drawing/2014/main" id="{0062A947-9F31-EFD6-EED4-EC1725B02ADA}"/>
                  </a:ext>
                </a:extLst>
              </p:cNvPr>
              <p:cNvSpPr/>
              <p:nvPr/>
            </p:nvSpPr>
            <p:spPr>
              <a:xfrm>
                <a:off x="6660439" y="324891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1" name="tx747">
                <a:extLst>
                  <a:ext uri="{FF2B5EF4-FFF2-40B4-BE49-F238E27FC236}">
                    <a16:creationId xmlns:a16="http://schemas.microsoft.com/office/drawing/2014/main" id="{19192633-1AE1-F8D2-884E-1A3DD29A70F1}"/>
                  </a:ext>
                </a:extLst>
              </p:cNvPr>
              <p:cNvSpPr/>
              <p:nvPr/>
            </p:nvSpPr>
            <p:spPr>
              <a:xfrm>
                <a:off x="6949485" y="3208863"/>
                <a:ext cx="62179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endParaRPr sz="88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endParaRPr>
              </a:p>
            </p:txBody>
          </p:sp>
        </p:grpSp>
        <p:sp>
          <p:nvSpPr>
            <p:cNvPr id="4803" name="pl677">
              <a:extLst>
                <a:ext uri="{FF2B5EF4-FFF2-40B4-BE49-F238E27FC236}">
                  <a16:creationId xmlns:a16="http://schemas.microsoft.com/office/drawing/2014/main" id="{13FCB789-0538-E17E-71C2-CC75C805B0F4}"/>
                </a:ext>
              </a:extLst>
            </p:cNvPr>
            <p:cNvSpPr/>
            <p:nvPr/>
          </p:nvSpPr>
          <p:spPr>
            <a:xfrm>
              <a:off x="2184698" y="2088232"/>
              <a:ext cx="216024" cy="288032"/>
            </a:xfrm>
            <a:custGeom>
              <a:avLst/>
              <a:gdLst/>
              <a:ahLst/>
              <a:cxnLst/>
              <a:rect l="0" t="0" r="0" b="0"/>
              <a:pathLst>
                <a:path w="1087883" h="456649">
                  <a:moveTo>
                    <a:pt x="1087883" y="0"/>
                  </a:moveTo>
                  <a:lnTo>
                    <a:pt x="0" y="456649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g681">
              <a:extLst>
                <a:ext uri="{FF2B5EF4-FFF2-40B4-BE49-F238E27FC236}">
                  <a16:creationId xmlns:a16="http://schemas.microsoft.com/office/drawing/2014/main" id="{5DD607D0-04A5-6615-8964-962B5057B9B3}"/>
                </a:ext>
              </a:extLst>
            </p:cNvPr>
            <p:cNvSpPr/>
            <p:nvPr/>
          </p:nvSpPr>
          <p:spPr>
            <a:xfrm>
              <a:off x="2054452" y="2376264"/>
              <a:ext cx="717348" cy="173736"/>
            </a:xfrm>
            <a:custGeom>
              <a:avLst/>
              <a:gdLst/>
              <a:ahLst/>
              <a:cxnLst/>
              <a:rect l="0" t="0" r="0" b="0"/>
              <a:pathLst>
                <a:path w="1500987" h="324611">
                  <a:moveTo>
                    <a:pt x="27432" y="324611"/>
                  </a:moveTo>
                  <a:lnTo>
                    <a:pt x="1473555" y="324611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80"/>
                  </a:lnTo>
                  <a:lnTo>
                    <a:pt x="1500987" y="27432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6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r>
                <a:rPr lang="en-US" sz="1100" dirty="0">
                  <a:latin typeface="Helvetica" pitchFamily="2" charset="0"/>
                </a:rPr>
                <a:t> York River</a:t>
              </a:r>
              <a:endParaRPr sz="1100" dirty="0">
                <a:latin typeface="Helvetica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353855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654055" y="1600200"/>
              <a:ext cx="5835888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610961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401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6693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1984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72766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52568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57860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63151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201917" y="540785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201917" y="475757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201917" y="410729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201917" y="345701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201917" y="280673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5671824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5683461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569509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5718373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573001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74164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6276965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6288602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630024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648549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566018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5671824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5683461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569509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570673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5718373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573001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574164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626532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6276965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6288602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630024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6311877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563691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5648549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566018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5671824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5683461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569509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570673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5718373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573001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574164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575328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626532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627696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628860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630024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6311877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57872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59036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560200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561363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562527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563691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5648549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566018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5671824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5683461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569509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570673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571837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573001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574164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627696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628860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630024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54381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55545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56708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557872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559036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560200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561363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562527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563691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5648549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566018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5671824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568346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569509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570673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571837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573001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628860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53217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54381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55545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556708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557872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559036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5602000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5613637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562527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5636912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5648549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566018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5671824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568346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569509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550890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552053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553217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554381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555545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5567088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557872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559036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5602000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613637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62527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636912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564854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566018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547398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548562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5497264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550890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552053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5532176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554381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555545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5567088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557872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559036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5602000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561363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562527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545071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5462352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547398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5485627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5497264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550890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52053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532176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5543813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555545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5567088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557872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543907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5450715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5462352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547398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548562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5497264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550890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552053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5532176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5543813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555545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5427440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543907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5450715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5462352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547398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548562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5497264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508901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552053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5532176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5415803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5427440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543907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5450715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5462352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5473989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548562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5497264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5508901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5380891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5392528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540416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5415803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5427440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543907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545071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5462352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5473989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548562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536925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5380891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5392528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540416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541580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5427440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54390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545071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5462352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63118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531106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532270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533434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534597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5357616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536925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538089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5392528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54041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541580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54274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54390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545071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62769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6288602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63002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63118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632351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529942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531106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53227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53343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534597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535761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536925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538089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53925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54041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541580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54274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54390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618386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61955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62071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621877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625369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62653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62769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628860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63002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63118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632351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633515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52994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531106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53227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53343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534597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53576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53692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538089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53925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54041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541580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54274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61722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618386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61955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62071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621877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62304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62420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625369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62653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62769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6288602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63002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631187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632351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52994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531106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53227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53343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534597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53576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53692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538089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53925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54041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541580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54274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607913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609076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610240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611404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614895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616059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61722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618386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61955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62071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621877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62304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62420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625369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62653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62769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628860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63002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631187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632351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52877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52994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531106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53227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53343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534597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53576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53692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538089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53925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54041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541580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606749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607913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609076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610240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611404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612568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613731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614895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61605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61722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618386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61955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62071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621877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62304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62420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625369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62653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62769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628860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630024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631187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632351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52645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527615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52877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52994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531106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53227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53343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534597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53576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53692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538089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606749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607913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609076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610240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611404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612568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61373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614895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61605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61722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618386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61955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62071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621877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62304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62420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625369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626532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627696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628860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630024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631187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632351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52645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527615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52877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52994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531106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53227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53343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534597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53576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606749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607913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609076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610240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611404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612568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61373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614895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61605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61722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618386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61955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62071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621877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62304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624205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625369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626532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627696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628860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630024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631187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632351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633515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52645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527615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52877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52994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531106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532270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605585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606749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607913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609076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610240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611404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612568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61373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614895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61605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61722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623041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624205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625369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626532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627696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628860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630024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631187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632351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526451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527615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528779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5299429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600930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6020944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603258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604421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605585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606749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607913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609076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610240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611404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620714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621877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623041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624205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625369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626532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627696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628860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630024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631187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589293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590457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591620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592784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593948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595112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596275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597439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598603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5997669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600930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602094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603258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604421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605585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606749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607913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609076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610240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611404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618386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619550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620714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621877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623041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624205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625369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626532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627696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628860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588129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589293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590457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591620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592784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593948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595112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5962757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597439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598603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599766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600930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602094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603258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604421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605585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606749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607913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609076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610240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617222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618386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619550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620714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621877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623041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624205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625369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626532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627696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586965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588129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589293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590457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591620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592784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593948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595112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5962757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597439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598603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599766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600930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602094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603258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604421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605585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606749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607913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609076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617222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618386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619550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620714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621877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623041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624205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625369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586965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588129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589293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590457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591620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5927845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593948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595112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5962757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597439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598603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599766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600930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602094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603258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604421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617222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618386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619550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620714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621877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623041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585802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586965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588129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589293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590457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591620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5927845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593948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595112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596275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597439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598603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599766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600930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616059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617222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618386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619550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620714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621877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579983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581147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582310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583474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584638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585802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586965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588129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5892933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590457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591620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5927845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593948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595112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597439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598603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599766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616059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617222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618386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619550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620714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576492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577656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578819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579983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581147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582310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583474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584638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585802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5869658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588129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5892933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590457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5927845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593948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616059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617222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618386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619550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620714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575328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576492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577656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578819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579983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581147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582310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583474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584638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585802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586965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588129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5892933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616059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617222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618386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619550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620714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621877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623041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627696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628860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630024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631187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632351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574164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575328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576492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577656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578819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579983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581147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582310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583474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584638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585802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86965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588129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617222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618386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619550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g665"/>
            <p:cNvSpPr/>
            <p:nvPr/>
          </p:nvSpPr>
          <p:spPr>
            <a:xfrm>
              <a:off x="620714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g666"/>
            <p:cNvSpPr/>
            <p:nvPr/>
          </p:nvSpPr>
          <p:spPr>
            <a:xfrm>
              <a:off x="621877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g667"/>
            <p:cNvSpPr/>
            <p:nvPr/>
          </p:nvSpPr>
          <p:spPr>
            <a:xfrm>
              <a:off x="623041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g668"/>
            <p:cNvSpPr/>
            <p:nvPr/>
          </p:nvSpPr>
          <p:spPr>
            <a:xfrm>
              <a:off x="624205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g669"/>
            <p:cNvSpPr/>
            <p:nvPr/>
          </p:nvSpPr>
          <p:spPr>
            <a:xfrm>
              <a:off x="626532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g670"/>
            <p:cNvSpPr/>
            <p:nvPr/>
          </p:nvSpPr>
          <p:spPr>
            <a:xfrm>
              <a:off x="627696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g671"/>
            <p:cNvSpPr/>
            <p:nvPr/>
          </p:nvSpPr>
          <p:spPr>
            <a:xfrm>
              <a:off x="628860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g672"/>
            <p:cNvSpPr/>
            <p:nvPr/>
          </p:nvSpPr>
          <p:spPr>
            <a:xfrm>
              <a:off x="630024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631187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g674"/>
            <p:cNvSpPr/>
            <p:nvPr/>
          </p:nvSpPr>
          <p:spPr>
            <a:xfrm>
              <a:off x="632351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g675"/>
            <p:cNvSpPr/>
            <p:nvPr/>
          </p:nvSpPr>
          <p:spPr>
            <a:xfrm>
              <a:off x="633515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g676"/>
            <p:cNvSpPr/>
            <p:nvPr/>
          </p:nvSpPr>
          <p:spPr>
            <a:xfrm>
              <a:off x="573001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574164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g678"/>
            <p:cNvSpPr/>
            <p:nvPr/>
          </p:nvSpPr>
          <p:spPr>
            <a:xfrm>
              <a:off x="575328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g679"/>
            <p:cNvSpPr/>
            <p:nvPr/>
          </p:nvSpPr>
          <p:spPr>
            <a:xfrm>
              <a:off x="576492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g680"/>
            <p:cNvSpPr/>
            <p:nvPr/>
          </p:nvSpPr>
          <p:spPr>
            <a:xfrm>
              <a:off x="577656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g681"/>
            <p:cNvSpPr/>
            <p:nvPr/>
          </p:nvSpPr>
          <p:spPr>
            <a:xfrm>
              <a:off x="578819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g682"/>
            <p:cNvSpPr/>
            <p:nvPr/>
          </p:nvSpPr>
          <p:spPr>
            <a:xfrm>
              <a:off x="579983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g683"/>
            <p:cNvSpPr/>
            <p:nvPr/>
          </p:nvSpPr>
          <p:spPr>
            <a:xfrm>
              <a:off x="581147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g684"/>
            <p:cNvSpPr/>
            <p:nvPr/>
          </p:nvSpPr>
          <p:spPr>
            <a:xfrm>
              <a:off x="582310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g685"/>
            <p:cNvSpPr/>
            <p:nvPr/>
          </p:nvSpPr>
          <p:spPr>
            <a:xfrm>
              <a:off x="583474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g686"/>
            <p:cNvSpPr/>
            <p:nvPr/>
          </p:nvSpPr>
          <p:spPr>
            <a:xfrm>
              <a:off x="584638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g687"/>
            <p:cNvSpPr/>
            <p:nvPr/>
          </p:nvSpPr>
          <p:spPr>
            <a:xfrm>
              <a:off x="617222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g688"/>
            <p:cNvSpPr/>
            <p:nvPr/>
          </p:nvSpPr>
          <p:spPr>
            <a:xfrm>
              <a:off x="618386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g689"/>
            <p:cNvSpPr/>
            <p:nvPr/>
          </p:nvSpPr>
          <p:spPr>
            <a:xfrm>
              <a:off x="619550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g690"/>
            <p:cNvSpPr/>
            <p:nvPr/>
          </p:nvSpPr>
          <p:spPr>
            <a:xfrm>
              <a:off x="6207141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g691"/>
            <p:cNvSpPr/>
            <p:nvPr/>
          </p:nvSpPr>
          <p:spPr>
            <a:xfrm>
              <a:off x="621877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g692"/>
            <p:cNvSpPr/>
            <p:nvPr/>
          </p:nvSpPr>
          <p:spPr>
            <a:xfrm>
              <a:off x="623041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g693"/>
            <p:cNvSpPr/>
            <p:nvPr/>
          </p:nvSpPr>
          <p:spPr>
            <a:xfrm>
              <a:off x="6242053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g694"/>
            <p:cNvSpPr/>
            <p:nvPr/>
          </p:nvSpPr>
          <p:spPr>
            <a:xfrm>
              <a:off x="625369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g695"/>
            <p:cNvSpPr/>
            <p:nvPr/>
          </p:nvSpPr>
          <p:spPr>
            <a:xfrm>
              <a:off x="626532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g696"/>
            <p:cNvSpPr/>
            <p:nvPr/>
          </p:nvSpPr>
          <p:spPr>
            <a:xfrm>
              <a:off x="627696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g697"/>
            <p:cNvSpPr/>
            <p:nvPr/>
          </p:nvSpPr>
          <p:spPr>
            <a:xfrm>
              <a:off x="628860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g698"/>
            <p:cNvSpPr/>
            <p:nvPr/>
          </p:nvSpPr>
          <p:spPr>
            <a:xfrm>
              <a:off x="630024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g699"/>
            <p:cNvSpPr/>
            <p:nvPr/>
          </p:nvSpPr>
          <p:spPr>
            <a:xfrm>
              <a:off x="631187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g700"/>
            <p:cNvSpPr/>
            <p:nvPr/>
          </p:nvSpPr>
          <p:spPr>
            <a:xfrm>
              <a:off x="632351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g701"/>
            <p:cNvSpPr/>
            <p:nvPr/>
          </p:nvSpPr>
          <p:spPr>
            <a:xfrm>
              <a:off x="633515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g702"/>
            <p:cNvSpPr/>
            <p:nvPr/>
          </p:nvSpPr>
          <p:spPr>
            <a:xfrm>
              <a:off x="571837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g703"/>
            <p:cNvSpPr/>
            <p:nvPr/>
          </p:nvSpPr>
          <p:spPr>
            <a:xfrm>
              <a:off x="573001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g704"/>
            <p:cNvSpPr/>
            <p:nvPr/>
          </p:nvSpPr>
          <p:spPr>
            <a:xfrm>
              <a:off x="574164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g705"/>
            <p:cNvSpPr/>
            <p:nvPr/>
          </p:nvSpPr>
          <p:spPr>
            <a:xfrm>
              <a:off x="575328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g706"/>
            <p:cNvSpPr/>
            <p:nvPr/>
          </p:nvSpPr>
          <p:spPr>
            <a:xfrm>
              <a:off x="576492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g707"/>
            <p:cNvSpPr/>
            <p:nvPr/>
          </p:nvSpPr>
          <p:spPr>
            <a:xfrm>
              <a:off x="577656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g708"/>
            <p:cNvSpPr/>
            <p:nvPr/>
          </p:nvSpPr>
          <p:spPr>
            <a:xfrm>
              <a:off x="578819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g709"/>
            <p:cNvSpPr/>
            <p:nvPr/>
          </p:nvSpPr>
          <p:spPr>
            <a:xfrm>
              <a:off x="579983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g710"/>
            <p:cNvSpPr/>
            <p:nvPr/>
          </p:nvSpPr>
          <p:spPr>
            <a:xfrm>
              <a:off x="581147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g711"/>
            <p:cNvSpPr/>
            <p:nvPr/>
          </p:nvSpPr>
          <p:spPr>
            <a:xfrm>
              <a:off x="618386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g712"/>
            <p:cNvSpPr/>
            <p:nvPr/>
          </p:nvSpPr>
          <p:spPr>
            <a:xfrm>
              <a:off x="619550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g713"/>
            <p:cNvSpPr/>
            <p:nvPr/>
          </p:nvSpPr>
          <p:spPr>
            <a:xfrm>
              <a:off x="6207141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g714"/>
            <p:cNvSpPr/>
            <p:nvPr/>
          </p:nvSpPr>
          <p:spPr>
            <a:xfrm>
              <a:off x="621877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g715"/>
            <p:cNvSpPr/>
            <p:nvPr/>
          </p:nvSpPr>
          <p:spPr>
            <a:xfrm>
              <a:off x="623041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g716"/>
            <p:cNvSpPr/>
            <p:nvPr/>
          </p:nvSpPr>
          <p:spPr>
            <a:xfrm>
              <a:off x="624205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g717"/>
            <p:cNvSpPr/>
            <p:nvPr/>
          </p:nvSpPr>
          <p:spPr>
            <a:xfrm>
              <a:off x="625369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g718"/>
            <p:cNvSpPr/>
            <p:nvPr/>
          </p:nvSpPr>
          <p:spPr>
            <a:xfrm>
              <a:off x="626532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g719"/>
            <p:cNvSpPr/>
            <p:nvPr/>
          </p:nvSpPr>
          <p:spPr>
            <a:xfrm>
              <a:off x="627696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g720"/>
            <p:cNvSpPr/>
            <p:nvPr/>
          </p:nvSpPr>
          <p:spPr>
            <a:xfrm>
              <a:off x="628860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g721"/>
            <p:cNvSpPr/>
            <p:nvPr/>
          </p:nvSpPr>
          <p:spPr>
            <a:xfrm>
              <a:off x="630024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g722"/>
            <p:cNvSpPr/>
            <p:nvPr/>
          </p:nvSpPr>
          <p:spPr>
            <a:xfrm>
              <a:off x="631187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g723"/>
            <p:cNvSpPr/>
            <p:nvPr/>
          </p:nvSpPr>
          <p:spPr>
            <a:xfrm>
              <a:off x="632351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g724"/>
            <p:cNvSpPr/>
            <p:nvPr/>
          </p:nvSpPr>
          <p:spPr>
            <a:xfrm>
              <a:off x="570673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g725"/>
            <p:cNvSpPr/>
            <p:nvPr/>
          </p:nvSpPr>
          <p:spPr>
            <a:xfrm>
              <a:off x="571837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g726"/>
            <p:cNvSpPr/>
            <p:nvPr/>
          </p:nvSpPr>
          <p:spPr>
            <a:xfrm>
              <a:off x="573001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g727"/>
            <p:cNvSpPr/>
            <p:nvPr/>
          </p:nvSpPr>
          <p:spPr>
            <a:xfrm>
              <a:off x="574164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g728"/>
            <p:cNvSpPr/>
            <p:nvPr/>
          </p:nvSpPr>
          <p:spPr>
            <a:xfrm>
              <a:off x="575328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g729"/>
            <p:cNvSpPr/>
            <p:nvPr/>
          </p:nvSpPr>
          <p:spPr>
            <a:xfrm>
              <a:off x="576492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g730"/>
            <p:cNvSpPr/>
            <p:nvPr/>
          </p:nvSpPr>
          <p:spPr>
            <a:xfrm>
              <a:off x="577656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g731"/>
            <p:cNvSpPr/>
            <p:nvPr/>
          </p:nvSpPr>
          <p:spPr>
            <a:xfrm>
              <a:off x="6195504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g732"/>
            <p:cNvSpPr/>
            <p:nvPr/>
          </p:nvSpPr>
          <p:spPr>
            <a:xfrm>
              <a:off x="6207141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g733"/>
            <p:cNvSpPr/>
            <p:nvPr/>
          </p:nvSpPr>
          <p:spPr>
            <a:xfrm>
              <a:off x="621877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g734"/>
            <p:cNvSpPr/>
            <p:nvPr/>
          </p:nvSpPr>
          <p:spPr>
            <a:xfrm>
              <a:off x="623041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g735"/>
            <p:cNvSpPr/>
            <p:nvPr/>
          </p:nvSpPr>
          <p:spPr>
            <a:xfrm>
              <a:off x="624205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g736"/>
            <p:cNvSpPr/>
            <p:nvPr/>
          </p:nvSpPr>
          <p:spPr>
            <a:xfrm>
              <a:off x="625369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g737"/>
            <p:cNvSpPr/>
            <p:nvPr/>
          </p:nvSpPr>
          <p:spPr>
            <a:xfrm>
              <a:off x="626532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g738"/>
            <p:cNvSpPr/>
            <p:nvPr/>
          </p:nvSpPr>
          <p:spPr>
            <a:xfrm>
              <a:off x="627696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g739"/>
            <p:cNvSpPr/>
            <p:nvPr/>
          </p:nvSpPr>
          <p:spPr>
            <a:xfrm>
              <a:off x="628860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g740"/>
            <p:cNvSpPr/>
            <p:nvPr/>
          </p:nvSpPr>
          <p:spPr>
            <a:xfrm>
              <a:off x="630024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g741"/>
            <p:cNvSpPr/>
            <p:nvPr/>
          </p:nvSpPr>
          <p:spPr>
            <a:xfrm>
              <a:off x="6311877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g742"/>
            <p:cNvSpPr/>
            <p:nvPr/>
          </p:nvSpPr>
          <p:spPr>
            <a:xfrm>
              <a:off x="570673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g743"/>
            <p:cNvSpPr/>
            <p:nvPr/>
          </p:nvSpPr>
          <p:spPr>
            <a:xfrm>
              <a:off x="571837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g744"/>
            <p:cNvSpPr/>
            <p:nvPr/>
          </p:nvSpPr>
          <p:spPr>
            <a:xfrm>
              <a:off x="573001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g745"/>
            <p:cNvSpPr/>
            <p:nvPr/>
          </p:nvSpPr>
          <p:spPr>
            <a:xfrm>
              <a:off x="574164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g746"/>
            <p:cNvSpPr/>
            <p:nvPr/>
          </p:nvSpPr>
          <p:spPr>
            <a:xfrm>
              <a:off x="575328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g747"/>
            <p:cNvSpPr/>
            <p:nvPr/>
          </p:nvSpPr>
          <p:spPr>
            <a:xfrm>
              <a:off x="576492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g748"/>
            <p:cNvSpPr/>
            <p:nvPr/>
          </p:nvSpPr>
          <p:spPr>
            <a:xfrm>
              <a:off x="621877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g749"/>
            <p:cNvSpPr/>
            <p:nvPr/>
          </p:nvSpPr>
          <p:spPr>
            <a:xfrm>
              <a:off x="623041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g750"/>
            <p:cNvSpPr/>
            <p:nvPr/>
          </p:nvSpPr>
          <p:spPr>
            <a:xfrm>
              <a:off x="624205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g751"/>
            <p:cNvSpPr/>
            <p:nvPr/>
          </p:nvSpPr>
          <p:spPr>
            <a:xfrm>
              <a:off x="625369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g752"/>
            <p:cNvSpPr/>
            <p:nvPr/>
          </p:nvSpPr>
          <p:spPr>
            <a:xfrm>
              <a:off x="626532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g753"/>
            <p:cNvSpPr/>
            <p:nvPr/>
          </p:nvSpPr>
          <p:spPr>
            <a:xfrm>
              <a:off x="627696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g754"/>
            <p:cNvSpPr/>
            <p:nvPr/>
          </p:nvSpPr>
          <p:spPr>
            <a:xfrm>
              <a:off x="628860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g755"/>
            <p:cNvSpPr/>
            <p:nvPr/>
          </p:nvSpPr>
          <p:spPr>
            <a:xfrm>
              <a:off x="569509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g756"/>
            <p:cNvSpPr/>
            <p:nvPr/>
          </p:nvSpPr>
          <p:spPr>
            <a:xfrm>
              <a:off x="5706736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g757"/>
            <p:cNvSpPr/>
            <p:nvPr/>
          </p:nvSpPr>
          <p:spPr>
            <a:xfrm>
              <a:off x="571837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g758"/>
            <p:cNvSpPr/>
            <p:nvPr/>
          </p:nvSpPr>
          <p:spPr>
            <a:xfrm>
              <a:off x="573001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g759"/>
            <p:cNvSpPr/>
            <p:nvPr/>
          </p:nvSpPr>
          <p:spPr>
            <a:xfrm>
              <a:off x="574164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g760"/>
            <p:cNvSpPr/>
            <p:nvPr/>
          </p:nvSpPr>
          <p:spPr>
            <a:xfrm>
              <a:off x="5753285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g761"/>
            <p:cNvSpPr/>
            <p:nvPr/>
          </p:nvSpPr>
          <p:spPr>
            <a:xfrm>
              <a:off x="624205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g762"/>
            <p:cNvSpPr/>
            <p:nvPr/>
          </p:nvSpPr>
          <p:spPr>
            <a:xfrm>
              <a:off x="625369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g763"/>
            <p:cNvSpPr/>
            <p:nvPr/>
          </p:nvSpPr>
          <p:spPr>
            <a:xfrm>
              <a:off x="626532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g764"/>
            <p:cNvSpPr/>
            <p:nvPr/>
          </p:nvSpPr>
          <p:spPr>
            <a:xfrm>
              <a:off x="5683461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g765"/>
            <p:cNvSpPr/>
            <p:nvPr/>
          </p:nvSpPr>
          <p:spPr>
            <a:xfrm>
              <a:off x="569509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g766"/>
            <p:cNvSpPr/>
            <p:nvPr/>
          </p:nvSpPr>
          <p:spPr>
            <a:xfrm>
              <a:off x="5706736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g767"/>
            <p:cNvSpPr/>
            <p:nvPr/>
          </p:nvSpPr>
          <p:spPr>
            <a:xfrm>
              <a:off x="5718373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g768"/>
            <p:cNvSpPr/>
            <p:nvPr/>
          </p:nvSpPr>
          <p:spPr>
            <a:xfrm>
              <a:off x="5730010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g769"/>
            <p:cNvSpPr/>
            <p:nvPr/>
          </p:nvSpPr>
          <p:spPr>
            <a:xfrm>
              <a:off x="574164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g770"/>
            <p:cNvSpPr/>
            <p:nvPr/>
          </p:nvSpPr>
          <p:spPr>
            <a:xfrm>
              <a:off x="5683461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g771"/>
            <p:cNvSpPr/>
            <p:nvPr/>
          </p:nvSpPr>
          <p:spPr>
            <a:xfrm>
              <a:off x="5695098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g772"/>
            <p:cNvSpPr/>
            <p:nvPr/>
          </p:nvSpPr>
          <p:spPr>
            <a:xfrm>
              <a:off x="5706736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g773"/>
            <p:cNvSpPr/>
            <p:nvPr/>
          </p:nvSpPr>
          <p:spPr>
            <a:xfrm>
              <a:off x="5718373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g774"/>
            <p:cNvSpPr/>
            <p:nvPr/>
          </p:nvSpPr>
          <p:spPr>
            <a:xfrm>
              <a:off x="5730010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g775"/>
            <p:cNvSpPr/>
            <p:nvPr/>
          </p:nvSpPr>
          <p:spPr>
            <a:xfrm>
              <a:off x="5671824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g776"/>
            <p:cNvSpPr/>
            <p:nvPr/>
          </p:nvSpPr>
          <p:spPr>
            <a:xfrm>
              <a:off x="5683461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g777"/>
            <p:cNvSpPr/>
            <p:nvPr/>
          </p:nvSpPr>
          <p:spPr>
            <a:xfrm>
              <a:off x="5695098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g778"/>
            <p:cNvSpPr/>
            <p:nvPr/>
          </p:nvSpPr>
          <p:spPr>
            <a:xfrm>
              <a:off x="5706736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g779"/>
            <p:cNvSpPr/>
            <p:nvPr/>
          </p:nvSpPr>
          <p:spPr>
            <a:xfrm>
              <a:off x="5718373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g780"/>
            <p:cNvSpPr/>
            <p:nvPr/>
          </p:nvSpPr>
          <p:spPr>
            <a:xfrm>
              <a:off x="5730010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g781"/>
            <p:cNvSpPr/>
            <p:nvPr/>
          </p:nvSpPr>
          <p:spPr>
            <a:xfrm>
              <a:off x="5671824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g782"/>
            <p:cNvSpPr/>
            <p:nvPr/>
          </p:nvSpPr>
          <p:spPr>
            <a:xfrm>
              <a:off x="5683461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g783"/>
            <p:cNvSpPr/>
            <p:nvPr/>
          </p:nvSpPr>
          <p:spPr>
            <a:xfrm>
              <a:off x="5695098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g784"/>
            <p:cNvSpPr/>
            <p:nvPr/>
          </p:nvSpPr>
          <p:spPr>
            <a:xfrm>
              <a:off x="5706736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g785"/>
            <p:cNvSpPr/>
            <p:nvPr/>
          </p:nvSpPr>
          <p:spPr>
            <a:xfrm>
              <a:off x="5718373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g786"/>
            <p:cNvSpPr/>
            <p:nvPr/>
          </p:nvSpPr>
          <p:spPr>
            <a:xfrm>
              <a:off x="5730010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g787"/>
            <p:cNvSpPr/>
            <p:nvPr/>
          </p:nvSpPr>
          <p:spPr>
            <a:xfrm>
              <a:off x="5671824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g788"/>
            <p:cNvSpPr/>
            <p:nvPr/>
          </p:nvSpPr>
          <p:spPr>
            <a:xfrm>
              <a:off x="5683461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g789"/>
            <p:cNvSpPr/>
            <p:nvPr/>
          </p:nvSpPr>
          <p:spPr>
            <a:xfrm>
              <a:off x="5695098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g790"/>
            <p:cNvSpPr/>
            <p:nvPr/>
          </p:nvSpPr>
          <p:spPr>
            <a:xfrm>
              <a:off x="5706736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g791"/>
            <p:cNvSpPr/>
            <p:nvPr/>
          </p:nvSpPr>
          <p:spPr>
            <a:xfrm>
              <a:off x="5718373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g792"/>
            <p:cNvSpPr/>
            <p:nvPr/>
          </p:nvSpPr>
          <p:spPr>
            <a:xfrm>
              <a:off x="5730010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g793"/>
            <p:cNvSpPr/>
            <p:nvPr/>
          </p:nvSpPr>
          <p:spPr>
            <a:xfrm>
              <a:off x="5671824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g794"/>
            <p:cNvSpPr/>
            <p:nvPr/>
          </p:nvSpPr>
          <p:spPr>
            <a:xfrm>
              <a:off x="5683461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g795"/>
            <p:cNvSpPr/>
            <p:nvPr/>
          </p:nvSpPr>
          <p:spPr>
            <a:xfrm>
              <a:off x="569509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g796"/>
            <p:cNvSpPr/>
            <p:nvPr/>
          </p:nvSpPr>
          <p:spPr>
            <a:xfrm>
              <a:off x="5706736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g797"/>
            <p:cNvSpPr/>
            <p:nvPr/>
          </p:nvSpPr>
          <p:spPr>
            <a:xfrm>
              <a:off x="5718373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g798"/>
            <p:cNvSpPr/>
            <p:nvPr/>
          </p:nvSpPr>
          <p:spPr>
            <a:xfrm>
              <a:off x="5730010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g799"/>
            <p:cNvSpPr/>
            <p:nvPr/>
          </p:nvSpPr>
          <p:spPr>
            <a:xfrm>
              <a:off x="574164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g800"/>
            <p:cNvSpPr/>
            <p:nvPr/>
          </p:nvSpPr>
          <p:spPr>
            <a:xfrm>
              <a:off x="566018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g801"/>
            <p:cNvSpPr/>
            <p:nvPr/>
          </p:nvSpPr>
          <p:spPr>
            <a:xfrm>
              <a:off x="5671824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g802"/>
            <p:cNvSpPr/>
            <p:nvPr/>
          </p:nvSpPr>
          <p:spPr>
            <a:xfrm>
              <a:off x="5683461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g803"/>
            <p:cNvSpPr/>
            <p:nvPr/>
          </p:nvSpPr>
          <p:spPr>
            <a:xfrm>
              <a:off x="5695098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g804"/>
            <p:cNvSpPr/>
            <p:nvPr/>
          </p:nvSpPr>
          <p:spPr>
            <a:xfrm>
              <a:off x="570673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g805"/>
            <p:cNvSpPr/>
            <p:nvPr/>
          </p:nvSpPr>
          <p:spPr>
            <a:xfrm>
              <a:off x="5718373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g806"/>
            <p:cNvSpPr/>
            <p:nvPr/>
          </p:nvSpPr>
          <p:spPr>
            <a:xfrm>
              <a:off x="5730010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g807"/>
            <p:cNvSpPr/>
            <p:nvPr/>
          </p:nvSpPr>
          <p:spPr>
            <a:xfrm>
              <a:off x="5648549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g808"/>
            <p:cNvSpPr/>
            <p:nvPr/>
          </p:nvSpPr>
          <p:spPr>
            <a:xfrm>
              <a:off x="566018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g809"/>
            <p:cNvSpPr/>
            <p:nvPr/>
          </p:nvSpPr>
          <p:spPr>
            <a:xfrm>
              <a:off x="5671824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g810"/>
            <p:cNvSpPr/>
            <p:nvPr/>
          </p:nvSpPr>
          <p:spPr>
            <a:xfrm>
              <a:off x="5683461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g811"/>
            <p:cNvSpPr/>
            <p:nvPr/>
          </p:nvSpPr>
          <p:spPr>
            <a:xfrm>
              <a:off x="5695098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g812"/>
            <p:cNvSpPr/>
            <p:nvPr/>
          </p:nvSpPr>
          <p:spPr>
            <a:xfrm>
              <a:off x="570673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g813"/>
            <p:cNvSpPr/>
            <p:nvPr/>
          </p:nvSpPr>
          <p:spPr>
            <a:xfrm>
              <a:off x="5718373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g814"/>
            <p:cNvSpPr/>
            <p:nvPr/>
          </p:nvSpPr>
          <p:spPr>
            <a:xfrm>
              <a:off x="5648549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g815"/>
            <p:cNvSpPr/>
            <p:nvPr/>
          </p:nvSpPr>
          <p:spPr>
            <a:xfrm>
              <a:off x="566018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g816"/>
            <p:cNvSpPr/>
            <p:nvPr/>
          </p:nvSpPr>
          <p:spPr>
            <a:xfrm>
              <a:off x="5671824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g817"/>
            <p:cNvSpPr/>
            <p:nvPr/>
          </p:nvSpPr>
          <p:spPr>
            <a:xfrm>
              <a:off x="5683461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g818"/>
            <p:cNvSpPr/>
            <p:nvPr/>
          </p:nvSpPr>
          <p:spPr>
            <a:xfrm>
              <a:off x="569509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g819"/>
            <p:cNvSpPr/>
            <p:nvPr/>
          </p:nvSpPr>
          <p:spPr>
            <a:xfrm>
              <a:off x="570673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g820"/>
            <p:cNvSpPr/>
            <p:nvPr/>
          </p:nvSpPr>
          <p:spPr>
            <a:xfrm>
              <a:off x="5718373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g821"/>
            <p:cNvSpPr/>
            <p:nvPr/>
          </p:nvSpPr>
          <p:spPr>
            <a:xfrm>
              <a:off x="574164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g822"/>
            <p:cNvSpPr/>
            <p:nvPr/>
          </p:nvSpPr>
          <p:spPr>
            <a:xfrm>
              <a:off x="5753285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g823"/>
            <p:cNvSpPr/>
            <p:nvPr/>
          </p:nvSpPr>
          <p:spPr>
            <a:xfrm>
              <a:off x="5764922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g824"/>
            <p:cNvSpPr/>
            <p:nvPr/>
          </p:nvSpPr>
          <p:spPr>
            <a:xfrm>
              <a:off x="5776560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g825"/>
            <p:cNvSpPr/>
            <p:nvPr/>
          </p:nvSpPr>
          <p:spPr>
            <a:xfrm>
              <a:off x="5648549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g826"/>
            <p:cNvSpPr/>
            <p:nvPr/>
          </p:nvSpPr>
          <p:spPr>
            <a:xfrm>
              <a:off x="566018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g827"/>
            <p:cNvSpPr/>
            <p:nvPr/>
          </p:nvSpPr>
          <p:spPr>
            <a:xfrm>
              <a:off x="5671824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g828"/>
            <p:cNvSpPr/>
            <p:nvPr/>
          </p:nvSpPr>
          <p:spPr>
            <a:xfrm>
              <a:off x="5683461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g829"/>
            <p:cNvSpPr/>
            <p:nvPr/>
          </p:nvSpPr>
          <p:spPr>
            <a:xfrm>
              <a:off x="569509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g830"/>
            <p:cNvSpPr/>
            <p:nvPr/>
          </p:nvSpPr>
          <p:spPr>
            <a:xfrm>
              <a:off x="570673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g831"/>
            <p:cNvSpPr/>
            <p:nvPr/>
          </p:nvSpPr>
          <p:spPr>
            <a:xfrm>
              <a:off x="5718373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g832"/>
            <p:cNvSpPr/>
            <p:nvPr/>
          </p:nvSpPr>
          <p:spPr>
            <a:xfrm>
              <a:off x="573001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g833"/>
            <p:cNvSpPr/>
            <p:nvPr/>
          </p:nvSpPr>
          <p:spPr>
            <a:xfrm>
              <a:off x="574164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g834"/>
            <p:cNvSpPr/>
            <p:nvPr/>
          </p:nvSpPr>
          <p:spPr>
            <a:xfrm>
              <a:off x="5753285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g835"/>
            <p:cNvSpPr/>
            <p:nvPr/>
          </p:nvSpPr>
          <p:spPr>
            <a:xfrm>
              <a:off x="5764922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g836"/>
            <p:cNvSpPr/>
            <p:nvPr/>
          </p:nvSpPr>
          <p:spPr>
            <a:xfrm>
              <a:off x="577656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g837"/>
            <p:cNvSpPr/>
            <p:nvPr/>
          </p:nvSpPr>
          <p:spPr>
            <a:xfrm>
              <a:off x="5788197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g838"/>
            <p:cNvSpPr/>
            <p:nvPr/>
          </p:nvSpPr>
          <p:spPr>
            <a:xfrm>
              <a:off x="567182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g839"/>
            <p:cNvSpPr/>
            <p:nvPr/>
          </p:nvSpPr>
          <p:spPr>
            <a:xfrm>
              <a:off x="5683461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g840"/>
            <p:cNvSpPr/>
            <p:nvPr/>
          </p:nvSpPr>
          <p:spPr>
            <a:xfrm>
              <a:off x="569509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g841"/>
            <p:cNvSpPr/>
            <p:nvPr/>
          </p:nvSpPr>
          <p:spPr>
            <a:xfrm>
              <a:off x="5706736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g842"/>
            <p:cNvSpPr/>
            <p:nvPr/>
          </p:nvSpPr>
          <p:spPr>
            <a:xfrm>
              <a:off x="5718373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g843"/>
            <p:cNvSpPr/>
            <p:nvPr/>
          </p:nvSpPr>
          <p:spPr>
            <a:xfrm>
              <a:off x="573001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g844"/>
            <p:cNvSpPr/>
            <p:nvPr/>
          </p:nvSpPr>
          <p:spPr>
            <a:xfrm>
              <a:off x="574164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g845"/>
            <p:cNvSpPr/>
            <p:nvPr/>
          </p:nvSpPr>
          <p:spPr>
            <a:xfrm>
              <a:off x="5753285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g846"/>
            <p:cNvSpPr/>
            <p:nvPr/>
          </p:nvSpPr>
          <p:spPr>
            <a:xfrm>
              <a:off x="5764922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g847"/>
            <p:cNvSpPr/>
            <p:nvPr/>
          </p:nvSpPr>
          <p:spPr>
            <a:xfrm>
              <a:off x="577656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g848"/>
            <p:cNvSpPr/>
            <p:nvPr/>
          </p:nvSpPr>
          <p:spPr>
            <a:xfrm>
              <a:off x="5788197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g849"/>
            <p:cNvSpPr/>
            <p:nvPr/>
          </p:nvSpPr>
          <p:spPr>
            <a:xfrm>
              <a:off x="579983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g850"/>
            <p:cNvSpPr/>
            <p:nvPr/>
          </p:nvSpPr>
          <p:spPr>
            <a:xfrm>
              <a:off x="562527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g851"/>
            <p:cNvSpPr/>
            <p:nvPr/>
          </p:nvSpPr>
          <p:spPr>
            <a:xfrm>
              <a:off x="563691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g852"/>
            <p:cNvSpPr/>
            <p:nvPr/>
          </p:nvSpPr>
          <p:spPr>
            <a:xfrm>
              <a:off x="5648549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g853"/>
            <p:cNvSpPr/>
            <p:nvPr/>
          </p:nvSpPr>
          <p:spPr>
            <a:xfrm>
              <a:off x="566018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g854"/>
            <p:cNvSpPr/>
            <p:nvPr/>
          </p:nvSpPr>
          <p:spPr>
            <a:xfrm>
              <a:off x="569509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g855"/>
            <p:cNvSpPr/>
            <p:nvPr/>
          </p:nvSpPr>
          <p:spPr>
            <a:xfrm>
              <a:off x="570673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g856"/>
            <p:cNvSpPr/>
            <p:nvPr/>
          </p:nvSpPr>
          <p:spPr>
            <a:xfrm>
              <a:off x="5718373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g857"/>
            <p:cNvSpPr/>
            <p:nvPr/>
          </p:nvSpPr>
          <p:spPr>
            <a:xfrm>
              <a:off x="573001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g858"/>
            <p:cNvSpPr/>
            <p:nvPr/>
          </p:nvSpPr>
          <p:spPr>
            <a:xfrm>
              <a:off x="574164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g859"/>
            <p:cNvSpPr/>
            <p:nvPr/>
          </p:nvSpPr>
          <p:spPr>
            <a:xfrm>
              <a:off x="575328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g860"/>
            <p:cNvSpPr/>
            <p:nvPr/>
          </p:nvSpPr>
          <p:spPr>
            <a:xfrm>
              <a:off x="576492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g861"/>
            <p:cNvSpPr/>
            <p:nvPr/>
          </p:nvSpPr>
          <p:spPr>
            <a:xfrm>
              <a:off x="577656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g862"/>
            <p:cNvSpPr/>
            <p:nvPr/>
          </p:nvSpPr>
          <p:spPr>
            <a:xfrm>
              <a:off x="5788197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g863"/>
            <p:cNvSpPr/>
            <p:nvPr/>
          </p:nvSpPr>
          <p:spPr>
            <a:xfrm>
              <a:off x="5799834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g864"/>
            <p:cNvSpPr/>
            <p:nvPr/>
          </p:nvSpPr>
          <p:spPr>
            <a:xfrm>
              <a:off x="561363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g865"/>
            <p:cNvSpPr/>
            <p:nvPr/>
          </p:nvSpPr>
          <p:spPr>
            <a:xfrm>
              <a:off x="562527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g866"/>
            <p:cNvSpPr/>
            <p:nvPr/>
          </p:nvSpPr>
          <p:spPr>
            <a:xfrm>
              <a:off x="563691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g867"/>
            <p:cNvSpPr/>
            <p:nvPr/>
          </p:nvSpPr>
          <p:spPr>
            <a:xfrm>
              <a:off x="564854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g868"/>
            <p:cNvSpPr/>
            <p:nvPr/>
          </p:nvSpPr>
          <p:spPr>
            <a:xfrm>
              <a:off x="566018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g869"/>
            <p:cNvSpPr/>
            <p:nvPr/>
          </p:nvSpPr>
          <p:spPr>
            <a:xfrm>
              <a:off x="567182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g870"/>
            <p:cNvSpPr/>
            <p:nvPr/>
          </p:nvSpPr>
          <p:spPr>
            <a:xfrm>
              <a:off x="5683461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g871"/>
            <p:cNvSpPr/>
            <p:nvPr/>
          </p:nvSpPr>
          <p:spPr>
            <a:xfrm>
              <a:off x="569509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g872"/>
            <p:cNvSpPr/>
            <p:nvPr/>
          </p:nvSpPr>
          <p:spPr>
            <a:xfrm>
              <a:off x="570673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g873"/>
            <p:cNvSpPr/>
            <p:nvPr/>
          </p:nvSpPr>
          <p:spPr>
            <a:xfrm>
              <a:off x="5718373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g874"/>
            <p:cNvSpPr/>
            <p:nvPr/>
          </p:nvSpPr>
          <p:spPr>
            <a:xfrm>
              <a:off x="573001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g875"/>
            <p:cNvSpPr/>
            <p:nvPr/>
          </p:nvSpPr>
          <p:spPr>
            <a:xfrm>
              <a:off x="574164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g876"/>
            <p:cNvSpPr/>
            <p:nvPr/>
          </p:nvSpPr>
          <p:spPr>
            <a:xfrm>
              <a:off x="575328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g877"/>
            <p:cNvSpPr/>
            <p:nvPr/>
          </p:nvSpPr>
          <p:spPr>
            <a:xfrm>
              <a:off x="576492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g878"/>
            <p:cNvSpPr/>
            <p:nvPr/>
          </p:nvSpPr>
          <p:spPr>
            <a:xfrm>
              <a:off x="577656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g879"/>
            <p:cNvSpPr/>
            <p:nvPr/>
          </p:nvSpPr>
          <p:spPr>
            <a:xfrm>
              <a:off x="578819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g880"/>
            <p:cNvSpPr/>
            <p:nvPr/>
          </p:nvSpPr>
          <p:spPr>
            <a:xfrm>
              <a:off x="579983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g881"/>
            <p:cNvSpPr/>
            <p:nvPr/>
          </p:nvSpPr>
          <p:spPr>
            <a:xfrm>
              <a:off x="581147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g882"/>
            <p:cNvSpPr/>
            <p:nvPr/>
          </p:nvSpPr>
          <p:spPr>
            <a:xfrm>
              <a:off x="561363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g883"/>
            <p:cNvSpPr/>
            <p:nvPr/>
          </p:nvSpPr>
          <p:spPr>
            <a:xfrm>
              <a:off x="562527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g884"/>
            <p:cNvSpPr/>
            <p:nvPr/>
          </p:nvSpPr>
          <p:spPr>
            <a:xfrm>
              <a:off x="563691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g885"/>
            <p:cNvSpPr/>
            <p:nvPr/>
          </p:nvSpPr>
          <p:spPr>
            <a:xfrm>
              <a:off x="564854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g886"/>
            <p:cNvSpPr/>
            <p:nvPr/>
          </p:nvSpPr>
          <p:spPr>
            <a:xfrm>
              <a:off x="566018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g887"/>
            <p:cNvSpPr/>
            <p:nvPr/>
          </p:nvSpPr>
          <p:spPr>
            <a:xfrm>
              <a:off x="567182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g888"/>
            <p:cNvSpPr/>
            <p:nvPr/>
          </p:nvSpPr>
          <p:spPr>
            <a:xfrm>
              <a:off x="5683461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g889"/>
            <p:cNvSpPr/>
            <p:nvPr/>
          </p:nvSpPr>
          <p:spPr>
            <a:xfrm>
              <a:off x="569509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g890"/>
            <p:cNvSpPr/>
            <p:nvPr/>
          </p:nvSpPr>
          <p:spPr>
            <a:xfrm>
              <a:off x="570673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g891"/>
            <p:cNvSpPr/>
            <p:nvPr/>
          </p:nvSpPr>
          <p:spPr>
            <a:xfrm>
              <a:off x="5718373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g892"/>
            <p:cNvSpPr/>
            <p:nvPr/>
          </p:nvSpPr>
          <p:spPr>
            <a:xfrm>
              <a:off x="573001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g893"/>
            <p:cNvSpPr/>
            <p:nvPr/>
          </p:nvSpPr>
          <p:spPr>
            <a:xfrm>
              <a:off x="574164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g894"/>
            <p:cNvSpPr/>
            <p:nvPr/>
          </p:nvSpPr>
          <p:spPr>
            <a:xfrm>
              <a:off x="575328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g895"/>
            <p:cNvSpPr/>
            <p:nvPr/>
          </p:nvSpPr>
          <p:spPr>
            <a:xfrm>
              <a:off x="576492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g896"/>
            <p:cNvSpPr/>
            <p:nvPr/>
          </p:nvSpPr>
          <p:spPr>
            <a:xfrm>
              <a:off x="577656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g897"/>
            <p:cNvSpPr/>
            <p:nvPr/>
          </p:nvSpPr>
          <p:spPr>
            <a:xfrm>
              <a:off x="578819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g898"/>
            <p:cNvSpPr/>
            <p:nvPr/>
          </p:nvSpPr>
          <p:spPr>
            <a:xfrm>
              <a:off x="579983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g899"/>
            <p:cNvSpPr/>
            <p:nvPr/>
          </p:nvSpPr>
          <p:spPr>
            <a:xfrm>
              <a:off x="581147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g900"/>
            <p:cNvSpPr/>
            <p:nvPr/>
          </p:nvSpPr>
          <p:spPr>
            <a:xfrm>
              <a:off x="561363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g901"/>
            <p:cNvSpPr/>
            <p:nvPr/>
          </p:nvSpPr>
          <p:spPr>
            <a:xfrm>
              <a:off x="562527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g902"/>
            <p:cNvSpPr/>
            <p:nvPr/>
          </p:nvSpPr>
          <p:spPr>
            <a:xfrm>
              <a:off x="563691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g903"/>
            <p:cNvSpPr/>
            <p:nvPr/>
          </p:nvSpPr>
          <p:spPr>
            <a:xfrm>
              <a:off x="564854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g904"/>
            <p:cNvSpPr/>
            <p:nvPr/>
          </p:nvSpPr>
          <p:spPr>
            <a:xfrm>
              <a:off x="566018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g905"/>
            <p:cNvSpPr/>
            <p:nvPr/>
          </p:nvSpPr>
          <p:spPr>
            <a:xfrm>
              <a:off x="567182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g906"/>
            <p:cNvSpPr/>
            <p:nvPr/>
          </p:nvSpPr>
          <p:spPr>
            <a:xfrm>
              <a:off x="5683461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g907"/>
            <p:cNvSpPr/>
            <p:nvPr/>
          </p:nvSpPr>
          <p:spPr>
            <a:xfrm>
              <a:off x="569509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g908"/>
            <p:cNvSpPr/>
            <p:nvPr/>
          </p:nvSpPr>
          <p:spPr>
            <a:xfrm>
              <a:off x="570673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g909"/>
            <p:cNvSpPr/>
            <p:nvPr/>
          </p:nvSpPr>
          <p:spPr>
            <a:xfrm>
              <a:off x="5718373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g910"/>
            <p:cNvSpPr/>
            <p:nvPr/>
          </p:nvSpPr>
          <p:spPr>
            <a:xfrm>
              <a:off x="573001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g911"/>
            <p:cNvSpPr/>
            <p:nvPr/>
          </p:nvSpPr>
          <p:spPr>
            <a:xfrm>
              <a:off x="574164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g912"/>
            <p:cNvSpPr/>
            <p:nvPr/>
          </p:nvSpPr>
          <p:spPr>
            <a:xfrm>
              <a:off x="575328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g913"/>
            <p:cNvSpPr/>
            <p:nvPr/>
          </p:nvSpPr>
          <p:spPr>
            <a:xfrm>
              <a:off x="576492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g914"/>
            <p:cNvSpPr/>
            <p:nvPr/>
          </p:nvSpPr>
          <p:spPr>
            <a:xfrm>
              <a:off x="577656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g915"/>
            <p:cNvSpPr/>
            <p:nvPr/>
          </p:nvSpPr>
          <p:spPr>
            <a:xfrm>
              <a:off x="578819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g916"/>
            <p:cNvSpPr/>
            <p:nvPr/>
          </p:nvSpPr>
          <p:spPr>
            <a:xfrm>
              <a:off x="579983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g917"/>
            <p:cNvSpPr/>
            <p:nvPr/>
          </p:nvSpPr>
          <p:spPr>
            <a:xfrm>
              <a:off x="581147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g918"/>
            <p:cNvSpPr/>
            <p:nvPr/>
          </p:nvSpPr>
          <p:spPr>
            <a:xfrm>
              <a:off x="547398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g919"/>
            <p:cNvSpPr/>
            <p:nvPr/>
          </p:nvSpPr>
          <p:spPr>
            <a:xfrm>
              <a:off x="552053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g920"/>
            <p:cNvSpPr/>
            <p:nvPr/>
          </p:nvSpPr>
          <p:spPr>
            <a:xfrm>
              <a:off x="553217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g921"/>
            <p:cNvSpPr/>
            <p:nvPr/>
          </p:nvSpPr>
          <p:spPr>
            <a:xfrm>
              <a:off x="554381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g922"/>
            <p:cNvSpPr/>
            <p:nvPr/>
          </p:nvSpPr>
          <p:spPr>
            <a:xfrm>
              <a:off x="555545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g923"/>
            <p:cNvSpPr/>
            <p:nvPr/>
          </p:nvSpPr>
          <p:spPr>
            <a:xfrm>
              <a:off x="556708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g924"/>
            <p:cNvSpPr/>
            <p:nvPr/>
          </p:nvSpPr>
          <p:spPr>
            <a:xfrm>
              <a:off x="557872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g925"/>
            <p:cNvSpPr/>
            <p:nvPr/>
          </p:nvSpPr>
          <p:spPr>
            <a:xfrm>
              <a:off x="559036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g926"/>
            <p:cNvSpPr/>
            <p:nvPr/>
          </p:nvSpPr>
          <p:spPr>
            <a:xfrm>
              <a:off x="560200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g927"/>
            <p:cNvSpPr/>
            <p:nvPr/>
          </p:nvSpPr>
          <p:spPr>
            <a:xfrm>
              <a:off x="561363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g928"/>
            <p:cNvSpPr/>
            <p:nvPr/>
          </p:nvSpPr>
          <p:spPr>
            <a:xfrm>
              <a:off x="562527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g929"/>
            <p:cNvSpPr/>
            <p:nvPr/>
          </p:nvSpPr>
          <p:spPr>
            <a:xfrm>
              <a:off x="563691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g930"/>
            <p:cNvSpPr/>
            <p:nvPr/>
          </p:nvSpPr>
          <p:spPr>
            <a:xfrm>
              <a:off x="564854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g931"/>
            <p:cNvSpPr/>
            <p:nvPr/>
          </p:nvSpPr>
          <p:spPr>
            <a:xfrm>
              <a:off x="566018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g932"/>
            <p:cNvSpPr/>
            <p:nvPr/>
          </p:nvSpPr>
          <p:spPr>
            <a:xfrm>
              <a:off x="567182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g933"/>
            <p:cNvSpPr/>
            <p:nvPr/>
          </p:nvSpPr>
          <p:spPr>
            <a:xfrm>
              <a:off x="568346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g934"/>
            <p:cNvSpPr/>
            <p:nvPr/>
          </p:nvSpPr>
          <p:spPr>
            <a:xfrm>
              <a:off x="569509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g935"/>
            <p:cNvSpPr/>
            <p:nvPr/>
          </p:nvSpPr>
          <p:spPr>
            <a:xfrm>
              <a:off x="570673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g936"/>
            <p:cNvSpPr/>
            <p:nvPr/>
          </p:nvSpPr>
          <p:spPr>
            <a:xfrm>
              <a:off x="571837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g937"/>
            <p:cNvSpPr/>
            <p:nvPr/>
          </p:nvSpPr>
          <p:spPr>
            <a:xfrm>
              <a:off x="573001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g938"/>
            <p:cNvSpPr/>
            <p:nvPr/>
          </p:nvSpPr>
          <p:spPr>
            <a:xfrm>
              <a:off x="574164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g939"/>
            <p:cNvSpPr/>
            <p:nvPr/>
          </p:nvSpPr>
          <p:spPr>
            <a:xfrm>
              <a:off x="575328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g940"/>
            <p:cNvSpPr/>
            <p:nvPr/>
          </p:nvSpPr>
          <p:spPr>
            <a:xfrm>
              <a:off x="576492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g941"/>
            <p:cNvSpPr/>
            <p:nvPr/>
          </p:nvSpPr>
          <p:spPr>
            <a:xfrm>
              <a:off x="577656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g942"/>
            <p:cNvSpPr/>
            <p:nvPr/>
          </p:nvSpPr>
          <p:spPr>
            <a:xfrm>
              <a:off x="578819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g943"/>
            <p:cNvSpPr/>
            <p:nvPr/>
          </p:nvSpPr>
          <p:spPr>
            <a:xfrm>
              <a:off x="579983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g944"/>
            <p:cNvSpPr/>
            <p:nvPr/>
          </p:nvSpPr>
          <p:spPr>
            <a:xfrm>
              <a:off x="534597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g945"/>
            <p:cNvSpPr/>
            <p:nvPr/>
          </p:nvSpPr>
          <p:spPr>
            <a:xfrm>
              <a:off x="535761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g946"/>
            <p:cNvSpPr/>
            <p:nvPr/>
          </p:nvSpPr>
          <p:spPr>
            <a:xfrm>
              <a:off x="536925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g947"/>
            <p:cNvSpPr/>
            <p:nvPr/>
          </p:nvSpPr>
          <p:spPr>
            <a:xfrm>
              <a:off x="543907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g948"/>
            <p:cNvSpPr/>
            <p:nvPr/>
          </p:nvSpPr>
          <p:spPr>
            <a:xfrm>
              <a:off x="545071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g949"/>
            <p:cNvSpPr/>
            <p:nvPr/>
          </p:nvSpPr>
          <p:spPr>
            <a:xfrm>
              <a:off x="546235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g950"/>
            <p:cNvSpPr/>
            <p:nvPr/>
          </p:nvSpPr>
          <p:spPr>
            <a:xfrm>
              <a:off x="547398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g951"/>
            <p:cNvSpPr/>
            <p:nvPr/>
          </p:nvSpPr>
          <p:spPr>
            <a:xfrm>
              <a:off x="548562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g952"/>
            <p:cNvSpPr/>
            <p:nvPr/>
          </p:nvSpPr>
          <p:spPr>
            <a:xfrm>
              <a:off x="549726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g953"/>
            <p:cNvSpPr/>
            <p:nvPr/>
          </p:nvSpPr>
          <p:spPr>
            <a:xfrm>
              <a:off x="550890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g954"/>
            <p:cNvSpPr/>
            <p:nvPr/>
          </p:nvSpPr>
          <p:spPr>
            <a:xfrm>
              <a:off x="552053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g955"/>
            <p:cNvSpPr/>
            <p:nvPr/>
          </p:nvSpPr>
          <p:spPr>
            <a:xfrm>
              <a:off x="553217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g956"/>
            <p:cNvSpPr/>
            <p:nvPr/>
          </p:nvSpPr>
          <p:spPr>
            <a:xfrm>
              <a:off x="554381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g957"/>
            <p:cNvSpPr/>
            <p:nvPr/>
          </p:nvSpPr>
          <p:spPr>
            <a:xfrm>
              <a:off x="555545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g958"/>
            <p:cNvSpPr/>
            <p:nvPr/>
          </p:nvSpPr>
          <p:spPr>
            <a:xfrm>
              <a:off x="556708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g959"/>
            <p:cNvSpPr/>
            <p:nvPr/>
          </p:nvSpPr>
          <p:spPr>
            <a:xfrm>
              <a:off x="557872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g960"/>
            <p:cNvSpPr/>
            <p:nvPr/>
          </p:nvSpPr>
          <p:spPr>
            <a:xfrm>
              <a:off x="559036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g961"/>
            <p:cNvSpPr/>
            <p:nvPr/>
          </p:nvSpPr>
          <p:spPr>
            <a:xfrm>
              <a:off x="560200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g962"/>
            <p:cNvSpPr/>
            <p:nvPr/>
          </p:nvSpPr>
          <p:spPr>
            <a:xfrm>
              <a:off x="561363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g963"/>
            <p:cNvSpPr/>
            <p:nvPr/>
          </p:nvSpPr>
          <p:spPr>
            <a:xfrm>
              <a:off x="562527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g964"/>
            <p:cNvSpPr/>
            <p:nvPr/>
          </p:nvSpPr>
          <p:spPr>
            <a:xfrm>
              <a:off x="563691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g965"/>
            <p:cNvSpPr/>
            <p:nvPr/>
          </p:nvSpPr>
          <p:spPr>
            <a:xfrm>
              <a:off x="564854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g966"/>
            <p:cNvSpPr/>
            <p:nvPr/>
          </p:nvSpPr>
          <p:spPr>
            <a:xfrm>
              <a:off x="566018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g967"/>
            <p:cNvSpPr/>
            <p:nvPr/>
          </p:nvSpPr>
          <p:spPr>
            <a:xfrm>
              <a:off x="567182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g968"/>
            <p:cNvSpPr/>
            <p:nvPr/>
          </p:nvSpPr>
          <p:spPr>
            <a:xfrm>
              <a:off x="568346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g969"/>
            <p:cNvSpPr/>
            <p:nvPr/>
          </p:nvSpPr>
          <p:spPr>
            <a:xfrm>
              <a:off x="569509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g970"/>
            <p:cNvSpPr/>
            <p:nvPr/>
          </p:nvSpPr>
          <p:spPr>
            <a:xfrm>
              <a:off x="570673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g971"/>
            <p:cNvSpPr/>
            <p:nvPr/>
          </p:nvSpPr>
          <p:spPr>
            <a:xfrm>
              <a:off x="571837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g972"/>
            <p:cNvSpPr/>
            <p:nvPr/>
          </p:nvSpPr>
          <p:spPr>
            <a:xfrm>
              <a:off x="573001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g973"/>
            <p:cNvSpPr/>
            <p:nvPr/>
          </p:nvSpPr>
          <p:spPr>
            <a:xfrm>
              <a:off x="574164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g974"/>
            <p:cNvSpPr/>
            <p:nvPr/>
          </p:nvSpPr>
          <p:spPr>
            <a:xfrm>
              <a:off x="575328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g975"/>
            <p:cNvSpPr/>
            <p:nvPr/>
          </p:nvSpPr>
          <p:spPr>
            <a:xfrm>
              <a:off x="576492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g976"/>
            <p:cNvSpPr/>
            <p:nvPr/>
          </p:nvSpPr>
          <p:spPr>
            <a:xfrm>
              <a:off x="533434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g977"/>
            <p:cNvSpPr/>
            <p:nvPr/>
          </p:nvSpPr>
          <p:spPr>
            <a:xfrm>
              <a:off x="534597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g978"/>
            <p:cNvSpPr/>
            <p:nvPr/>
          </p:nvSpPr>
          <p:spPr>
            <a:xfrm>
              <a:off x="535761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g979"/>
            <p:cNvSpPr/>
            <p:nvPr/>
          </p:nvSpPr>
          <p:spPr>
            <a:xfrm>
              <a:off x="536925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g980"/>
            <p:cNvSpPr/>
            <p:nvPr/>
          </p:nvSpPr>
          <p:spPr>
            <a:xfrm>
              <a:off x="538089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g981"/>
            <p:cNvSpPr/>
            <p:nvPr/>
          </p:nvSpPr>
          <p:spPr>
            <a:xfrm>
              <a:off x="541580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g982"/>
            <p:cNvSpPr/>
            <p:nvPr/>
          </p:nvSpPr>
          <p:spPr>
            <a:xfrm>
              <a:off x="542744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g983"/>
            <p:cNvSpPr/>
            <p:nvPr/>
          </p:nvSpPr>
          <p:spPr>
            <a:xfrm>
              <a:off x="543907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g984"/>
            <p:cNvSpPr/>
            <p:nvPr/>
          </p:nvSpPr>
          <p:spPr>
            <a:xfrm>
              <a:off x="545071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g985"/>
            <p:cNvSpPr/>
            <p:nvPr/>
          </p:nvSpPr>
          <p:spPr>
            <a:xfrm>
              <a:off x="546235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g986"/>
            <p:cNvSpPr/>
            <p:nvPr/>
          </p:nvSpPr>
          <p:spPr>
            <a:xfrm>
              <a:off x="547398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g987"/>
            <p:cNvSpPr/>
            <p:nvPr/>
          </p:nvSpPr>
          <p:spPr>
            <a:xfrm>
              <a:off x="548562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g988"/>
            <p:cNvSpPr/>
            <p:nvPr/>
          </p:nvSpPr>
          <p:spPr>
            <a:xfrm>
              <a:off x="549726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g989"/>
            <p:cNvSpPr/>
            <p:nvPr/>
          </p:nvSpPr>
          <p:spPr>
            <a:xfrm>
              <a:off x="550890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g990"/>
            <p:cNvSpPr/>
            <p:nvPr/>
          </p:nvSpPr>
          <p:spPr>
            <a:xfrm>
              <a:off x="552053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g991"/>
            <p:cNvSpPr/>
            <p:nvPr/>
          </p:nvSpPr>
          <p:spPr>
            <a:xfrm>
              <a:off x="553217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g992"/>
            <p:cNvSpPr/>
            <p:nvPr/>
          </p:nvSpPr>
          <p:spPr>
            <a:xfrm>
              <a:off x="554381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g993"/>
            <p:cNvSpPr/>
            <p:nvPr/>
          </p:nvSpPr>
          <p:spPr>
            <a:xfrm>
              <a:off x="555545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g994"/>
            <p:cNvSpPr/>
            <p:nvPr/>
          </p:nvSpPr>
          <p:spPr>
            <a:xfrm>
              <a:off x="556708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g995"/>
            <p:cNvSpPr/>
            <p:nvPr/>
          </p:nvSpPr>
          <p:spPr>
            <a:xfrm>
              <a:off x="557872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g996"/>
            <p:cNvSpPr/>
            <p:nvPr/>
          </p:nvSpPr>
          <p:spPr>
            <a:xfrm>
              <a:off x="559036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g997"/>
            <p:cNvSpPr/>
            <p:nvPr/>
          </p:nvSpPr>
          <p:spPr>
            <a:xfrm>
              <a:off x="560200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g998"/>
            <p:cNvSpPr/>
            <p:nvPr/>
          </p:nvSpPr>
          <p:spPr>
            <a:xfrm>
              <a:off x="561363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g999"/>
            <p:cNvSpPr/>
            <p:nvPr/>
          </p:nvSpPr>
          <p:spPr>
            <a:xfrm>
              <a:off x="562527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g1000"/>
            <p:cNvSpPr/>
            <p:nvPr/>
          </p:nvSpPr>
          <p:spPr>
            <a:xfrm>
              <a:off x="563691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g1001"/>
            <p:cNvSpPr/>
            <p:nvPr/>
          </p:nvSpPr>
          <p:spPr>
            <a:xfrm>
              <a:off x="564854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g1002"/>
            <p:cNvSpPr/>
            <p:nvPr/>
          </p:nvSpPr>
          <p:spPr>
            <a:xfrm>
              <a:off x="566018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g1003"/>
            <p:cNvSpPr/>
            <p:nvPr/>
          </p:nvSpPr>
          <p:spPr>
            <a:xfrm>
              <a:off x="567182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g1004"/>
            <p:cNvSpPr/>
            <p:nvPr/>
          </p:nvSpPr>
          <p:spPr>
            <a:xfrm>
              <a:off x="568346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g1005"/>
            <p:cNvSpPr/>
            <p:nvPr/>
          </p:nvSpPr>
          <p:spPr>
            <a:xfrm>
              <a:off x="570673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g1006"/>
            <p:cNvSpPr/>
            <p:nvPr/>
          </p:nvSpPr>
          <p:spPr>
            <a:xfrm>
              <a:off x="571837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g1007"/>
            <p:cNvSpPr/>
            <p:nvPr/>
          </p:nvSpPr>
          <p:spPr>
            <a:xfrm>
              <a:off x="533434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g1008"/>
            <p:cNvSpPr/>
            <p:nvPr/>
          </p:nvSpPr>
          <p:spPr>
            <a:xfrm>
              <a:off x="534597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g1009"/>
            <p:cNvSpPr/>
            <p:nvPr/>
          </p:nvSpPr>
          <p:spPr>
            <a:xfrm>
              <a:off x="535761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g1010"/>
            <p:cNvSpPr/>
            <p:nvPr/>
          </p:nvSpPr>
          <p:spPr>
            <a:xfrm>
              <a:off x="536925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g1011"/>
            <p:cNvSpPr/>
            <p:nvPr/>
          </p:nvSpPr>
          <p:spPr>
            <a:xfrm>
              <a:off x="538089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g1012"/>
            <p:cNvSpPr/>
            <p:nvPr/>
          </p:nvSpPr>
          <p:spPr>
            <a:xfrm>
              <a:off x="539252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g1013"/>
            <p:cNvSpPr/>
            <p:nvPr/>
          </p:nvSpPr>
          <p:spPr>
            <a:xfrm>
              <a:off x="540416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g1014"/>
            <p:cNvSpPr/>
            <p:nvPr/>
          </p:nvSpPr>
          <p:spPr>
            <a:xfrm>
              <a:off x="541580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g1015"/>
            <p:cNvSpPr/>
            <p:nvPr/>
          </p:nvSpPr>
          <p:spPr>
            <a:xfrm>
              <a:off x="542744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g1016"/>
            <p:cNvSpPr/>
            <p:nvPr/>
          </p:nvSpPr>
          <p:spPr>
            <a:xfrm>
              <a:off x="543907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g1017"/>
            <p:cNvSpPr/>
            <p:nvPr/>
          </p:nvSpPr>
          <p:spPr>
            <a:xfrm>
              <a:off x="545071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g1018"/>
            <p:cNvSpPr/>
            <p:nvPr/>
          </p:nvSpPr>
          <p:spPr>
            <a:xfrm>
              <a:off x="546235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g1019"/>
            <p:cNvSpPr/>
            <p:nvPr/>
          </p:nvSpPr>
          <p:spPr>
            <a:xfrm>
              <a:off x="547398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g1020"/>
            <p:cNvSpPr/>
            <p:nvPr/>
          </p:nvSpPr>
          <p:spPr>
            <a:xfrm>
              <a:off x="548562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g1021"/>
            <p:cNvSpPr/>
            <p:nvPr/>
          </p:nvSpPr>
          <p:spPr>
            <a:xfrm>
              <a:off x="5497264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g1022"/>
            <p:cNvSpPr/>
            <p:nvPr/>
          </p:nvSpPr>
          <p:spPr>
            <a:xfrm>
              <a:off x="550890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g1023"/>
            <p:cNvSpPr/>
            <p:nvPr/>
          </p:nvSpPr>
          <p:spPr>
            <a:xfrm>
              <a:off x="552053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g1024"/>
            <p:cNvSpPr/>
            <p:nvPr/>
          </p:nvSpPr>
          <p:spPr>
            <a:xfrm>
              <a:off x="553217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g1025"/>
            <p:cNvSpPr/>
            <p:nvPr/>
          </p:nvSpPr>
          <p:spPr>
            <a:xfrm>
              <a:off x="554381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g1026"/>
            <p:cNvSpPr/>
            <p:nvPr/>
          </p:nvSpPr>
          <p:spPr>
            <a:xfrm>
              <a:off x="555545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g1027"/>
            <p:cNvSpPr/>
            <p:nvPr/>
          </p:nvSpPr>
          <p:spPr>
            <a:xfrm>
              <a:off x="556708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g1028"/>
            <p:cNvSpPr/>
            <p:nvPr/>
          </p:nvSpPr>
          <p:spPr>
            <a:xfrm>
              <a:off x="557872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g1029"/>
            <p:cNvSpPr/>
            <p:nvPr/>
          </p:nvSpPr>
          <p:spPr>
            <a:xfrm>
              <a:off x="559036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g1030"/>
            <p:cNvSpPr/>
            <p:nvPr/>
          </p:nvSpPr>
          <p:spPr>
            <a:xfrm>
              <a:off x="560200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g1031"/>
            <p:cNvSpPr/>
            <p:nvPr/>
          </p:nvSpPr>
          <p:spPr>
            <a:xfrm>
              <a:off x="561363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g1032"/>
            <p:cNvSpPr/>
            <p:nvPr/>
          </p:nvSpPr>
          <p:spPr>
            <a:xfrm>
              <a:off x="562527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g1033"/>
            <p:cNvSpPr/>
            <p:nvPr/>
          </p:nvSpPr>
          <p:spPr>
            <a:xfrm>
              <a:off x="563691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g1034"/>
            <p:cNvSpPr/>
            <p:nvPr/>
          </p:nvSpPr>
          <p:spPr>
            <a:xfrm>
              <a:off x="534597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g1035"/>
            <p:cNvSpPr/>
            <p:nvPr/>
          </p:nvSpPr>
          <p:spPr>
            <a:xfrm>
              <a:off x="535761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g1036"/>
            <p:cNvSpPr/>
            <p:nvPr/>
          </p:nvSpPr>
          <p:spPr>
            <a:xfrm>
              <a:off x="536925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g1037"/>
            <p:cNvSpPr/>
            <p:nvPr/>
          </p:nvSpPr>
          <p:spPr>
            <a:xfrm>
              <a:off x="538089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g1038"/>
            <p:cNvSpPr/>
            <p:nvPr/>
          </p:nvSpPr>
          <p:spPr>
            <a:xfrm>
              <a:off x="539252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g1039"/>
            <p:cNvSpPr/>
            <p:nvPr/>
          </p:nvSpPr>
          <p:spPr>
            <a:xfrm>
              <a:off x="540416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g1040"/>
            <p:cNvSpPr/>
            <p:nvPr/>
          </p:nvSpPr>
          <p:spPr>
            <a:xfrm>
              <a:off x="541580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g1041"/>
            <p:cNvSpPr/>
            <p:nvPr/>
          </p:nvSpPr>
          <p:spPr>
            <a:xfrm>
              <a:off x="5427440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g1042"/>
            <p:cNvSpPr/>
            <p:nvPr/>
          </p:nvSpPr>
          <p:spPr>
            <a:xfrm>
              <a:off x="543907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g1043"/>
            <p:cNvSpPr/>
            <p:nvPr/>
          </p:nvSpPr>
          <p:spPr>
            <a:xfrm>
              <a:off x="545071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g1044"/>
            <p:cNvSpPr/>
            <p:nvPr/>
          </p:nvSpPr>
          <p:spPr>
            <a:xfrm>
              <a:off x="5462352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g1045"/>
            <p:cNvSpPr/>
            <p:nvPr/>
          </p:nvSpPr>
          <p:spPr>
            <a:xfrm>
              <a:off x="547398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g1046"/>
            <p:cNvSpPr/>
            <p:nvPr/>
          </p:nvSpPr>
          <p:spPr>
            <a:xfrm>
              <a:off x="548562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g1047"/>
            <p:cNvSpPr/>
            <p:nvPr/>
          </p:nvSpPr>
          <p:spPr>
            <a:xfrm>
              <a:off x="5497264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g1048"/>
            <p:cNvSpPr/>
            <p:nvPr/>
          </p:nvSpPr>
          <p:spPr>
            <a:xfrm>
              <a:off x="550890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g1049"/>
            <p:cNvSpPr/>
            <p:nvPr/>
          </p:nvSpPr>
          <p:spPr>
            <a:xfrm>
              <a:off x="552053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g1050"/>
            <p:cNvSpPr/>
            <p:nvPr/>
          </p:nvSpPr>
          <p:spPr>
            <a:xfrm>
              <a:off x="553217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g1051"/>
            <p:cNvSpPr/>
            <p:nvPr/>
          </p:nvSpPr>
          <p:spPr>
            <a:xfrm>
              <a:off x="554381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g1052"/>
            <p:cNvSpPr/>
            <p:nvPr/>
          </p:nvSpPr>
          <p:spPr>
            <a:xfrm>
              <a:off x="555545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g1053"/>
            <p:cNvSpPr/>
            <p:nvPr/>
          </p:nvSpPr>
          <p:spPr>
            <a:xfrm>
              <a:off x="556708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g1054"/>
            <p:cNvSpPr/>
            <p:nvPr/>
          </p:nvSpPr>
          <p:spPr>
            <a:xfrm>
              <a:off x="559036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g1055"/>
            <p:cNvSpPr/>
            <p:nvPr/>
          </p:nvSpPr>
          <p:spPr>
            <a:xfrm>
              <a:off x="5345979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g1056"/>
            <p:cNvSpPr/>
            <p:nvPr/>
          </p:nvSpPr>
          <p:spPr>
            <a:xfrm>
              <a:off x="5357616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g1057"/>
            <p:cNvSpPr/>
            <p:nvPr/>
          </p:nvSpPr>
          <p:spPr>
            <a:xfrm>
              <a:off x="536925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g1058"/>
            <p:cNvSpPr/>
            <p:nvPr/>
          </p:nvSpPr>
          <p:spPr>
            <a:xfrm>
              <a:off x="5380891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g1059"/>
            <p:cNvSpPr/>
            <p:nvPr/>
          </p:nvSpPr>
          <p:spPr>
            <a:xfrm>
              <a:off x="5392528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g1060"/>
            <p:cNvSpPr/>
            <p:nvPr/>
          </p:nvSpPr>
          <p:spPr>
            <a:xfrm>
              <a:off x="540416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g1061"/>
            <p:cNvSpPr/>
            <p:nvPr/>
          </p:nvSpPr>
          <p:spPr>
            <a:xfrm>
              <a:off x="541580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g1062"/>
            <p:cNvSpPr/>
            <p:nvPr/>
          </p:nvSpPr>
          <p:spPr>
            <a:xfrm>
              <a:off x="5427440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g1063"/>
            <p:cNvSpPr/>
            <p:nvPr/>
          </p:nvSpPr>
          <p:spPr>
            <a:xfrm>
              <a:off x="5439077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g1064"/>
            <p:cNvSpPr/>
            <p:nvPr/>
          </p:nvSpPr>
          <p:spPr>
            <a:xfrm>
              <a:off x="545071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g1065"/>
            <p:cNvSpPr/>
            <p:nvPr/>
          </p:nvSpPr>
          <p:spPr>
            <a:xfrm>
              <a:off x="5462352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g1066"/>
            <p:cNvSpPr/>
            <p:nvPr/>
          </p:nvSpPr>
          <p:spPr>
            <a:xfrm>
              <a:off x="533434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g1067"/>
            <p:cNvSpPr/>
            <p:nvPr/>
          </p:nvSpPr>
          <p:spPr>
            <a:xfrm>
              <a:off x="5345979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g1068"/>
            <p:cNvSpPr/>
            <p:nvPr/>
          </p:nvSpPr>
          <p:spPr>
            <a:xfrm>
              <a:off x="5357616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g1069"/>
            <p:cNvSpPr/>
            <p:nvPr/>
          </p:nvSpPr>
          <p:spPr>
            <a:xfrm>
              <a:off x="536925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g1070"/>
            <p:cNvSpPr/>
            <p:nvPr/>
          </p:nvSpPr>
          <p:spPr>
            <a:xfrm>
              <a:off x="538089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g1071"/>
            <p:cNvSpPr/>
            <p:nvPr/>
          </p:nvSpPr>
          <p:spPr>
            <a:xfrm>
              <a:off x="5392528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g1072"/>
            <p:cNvSpPr/>
            <p:nvPr/>
          </p:nvSpPr>
          <p:spPr>
            <a:xfrm>
              <a:off x="5404165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g1073"/>
            <p:cNvSpPr/>
            <p:nvPr/>
          </p:nvSpPr>
          <p:spPr>
            <a:xfrm>
              <a:off x="541580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g1074"/>
            <p:cNvSpPr/>
            <p:nvPr/>
          </p:nvSpPr>
          <p:spPr>
            <a:xfrm>
              <a:off x="5427440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g1075"/>
            <p:cNvSpPr/>
            <p:nvPr/>
          </p:nvSpPr>
          <p:spPr>
            <a:xfrm>
              <a:off x="5322704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g1076"/>
            <p:cNvSpPr/>
            <p:nvPr/>
          </p:nvSpPr>
          <p:spPr>
            <a:xfrm>
              <a:off x="533434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g1077"/>
            <p:cNvSpPr/>
            <p:nvPr/>
          </p:nvSpPr>
          <p:spPr>
            <a:xfrm>
              <a:off x="5345979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g1078"/>
            <p:cNvSpPr/>
            <p:nvPr/>
          </p:nvSpPr>
          <p:spPr>
            <a:xfrm>
              <a:off x="5357616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g1079"/>
            <p:cNvSpPr/>
            <p:nvPr/>
          </p:nvSpPr>
          <p:spPr>
            <a:xfrm>
              <a:off x="5369253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g1080"/>
            <p:cNvSpPr/>
            <p:nvPr/>
          </p:nvSpPr>
          <p:spPr>
            <a:xfrm>
              <a:off x="538089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g1081"/>
            <p:cNvSpPr/>
            <p:nvPr/>
          </p:nvSpPr>
          <p:spPr>
            <a:xfrm>
              <a:off x="5392528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g1082"/>
            <p:cNvSpPr/>
            <p:nvPr/>
          </p:nvSpPr>
          <p:spPr>
            <a:xfrm>
              <a:off x="5404165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g1083"/>
            <p:cNvSpPr/>
            <p:nvPr/>
          </p:nvSpPr>
          <p:spPr>
            <a:xfrm>
              <a:off x="5311067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g1084"/>
            <p:cNvSpPr/>
            <p:nvPr/>
          </p:nvSpPr>
          <p:spPr>
            <a:xfrm>
              <a:off x="5322704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g1085"/>
            <p:cNvSpPr/>
            <p:nvPr/>
          </p:nvSpPr>
          <p:spPr>
            <a:xfrm>
              <a:off x="533434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g1086"/>
            <p:cNvSpPr/>
            <p:nvPr/>
          </p:nvSpPr>
          <p:spPr>
            <a:xfrm>
              <a:off x="5345979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g1087"/>
            <p:cNvSpPr/>
            <p:nvPr/>
          </p:nvSpPr>
          <p:spPr>
            <a:xfrm>
              <a:off x="5357616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g1088"/>
            <p:cNvSpPr/>
            <p:nvPr/>
          </p:nvSpPr>
          <p:spPr>
            <a:xfrm>
              <a:off x="5369253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g1089"/>
            <p:cNvSpPr/>
            <p:nvPr/>
          </p:nvSpPr>
          <p:spPr>
            <a:xfrm>
              <a:off x="538089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g1090"/>
            <p:cNvSpPr/>
            <p:nvPr/>
          </p:nvSpPr>
          <p:spPr>
            <a:xfrm>
              <a:off x="5311067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g1091"/>
            <p:cNvSpPr/>
            <p:nvPr/>
          </p:nvSpPr>
          <p:spPr>
            <a:xfrm>
              <a:off x="5322704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g1092"/>
            <p:cNvSpPr/>
            <p:nvPr/>
          </p:nvSpPr>
          <p:spPr>
            <a:xfrm>
              <a:off x="533434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g1093"/>
            <p:cNvSpPr/>
            <p:nvPr/>
          </p:nvSpPr>
          <p:spPr>
            <a:xfrm>
              <a:off x="5345979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g1094"/>
            <p:cNvSpPr/>
            <p:nvPr/>
          </p:nvSpPr>
          <p:spPr>
            <a:xfrm>
              <a:off x="5357616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g1095"/>
            <p:cNvSpPr/>
            <p:nvPr/>
          </p:nvSpPr>
          <p:spPr>
            <a:xfrm>
              <a:off x="5369253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g1096"/>
            <p:cNvSpPr/>
            <p:nvPr/>
          </p:nvSpPr>
          <p:spPr>
            <a:xfrm>
              <a:off x="538089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g1097"/>
            <p:cNvSpPr/>
            <p:nvPr/>
          </p:nvSpPr>
          <p:spPr>
            <a:xfrm>
              <a:off x="5311067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g1098"/>
            <p:cNvSpPr/>
            <p:nvPr/>
          </p:nvSpPr>
          <p:spPr>
            <a:xfrm>
              <a:off x="5322704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g1099"/>
            <p:cNvSpPr/>
            <p:nvPr/>
          </p:nvSpPr>
          <p:spPr>
            <a:xfrm>
              <a:off x="533434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g1100"/>
            <p:cNvSpPr/>
            <p:nvPr/>
          </p:nvSpPr>
          <p:spPr>
            <a:xfrm>
              <a:off x="5345979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g1101"/>
            <p:cNvSpPr/>
            <p:nvPr/>
          </p:nvSpPr>
          <p:spPr>
            <a:xfrm>
              <a:off x="5357616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g1102"/>
            <p:cNvSpPr/>
            <p:nvPr/>
          </p:nvSpPr>
          <p:spPr>
            <a:xfrm>
              <a:off x="5369253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g1103"/>
            <p:cNvSpPr/>
            <p:nvPr/>
          </p:nvSpPr>
          <p:spPr>
            <a:xfrm>
              <a:off x="538089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g1104"/>
            <p:cNvSpPr/>
            <p:nvPr/>
          </p:nvSpPr>
          <p:spPr>
            <a:xfrm>
              <a:off x="5311067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g1105"/>
            <p:cNvSpPr/>
            <p:nvPr/>
          </p:nvSpPr>
          <p:spPr>
            <a:xfrm>
              <a:off x="5322704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g1106"/>
            <p:cNvSpPr/>
            <p:nvPr/>
          </p:nvSpPr>
          <p:spPr>
            <a:xfrm>
              <a:off x="533434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g1107"/>
            <p:cNvSpPr/>
            <p:nvPr/>
          </p:nvSpPr>
          <p:spPr>
            <a:xfrm>
              <a:off x="5345979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g1108"/>
            <p:cNvSpPr/>
            <p:nvPr/>
          </p:nvSpPr>
          <p:spPr>
            <a:xfrm>
              <a:off x="5357616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g1109"/>
            <p:cNvSpPr/>
            <p:nvPr/>
          </p:nvSpPr>
          <p:spPr>
            <a:xfrm>
              <a:off x="5369253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g1110"/>
            <p:cNvSpPr/>
            <p:nvPr/>
          </p:nvSpPr>
          <p:spPr>
            <a:xfrm>
              <a:off x="538089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g1111"/>
            <p:cNvSpPr/>
            <p:nvPr/>
          </p:nvSpPr>
          <p:spPr>
            <a:xfrm>
              <a:off x="524124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g1112"/>
            <p:cNvSpPr/>
            <p:nvPr/>
          </p:nvSpPr>
          <p:spPr>
            <a:xfrm>
              <a:off x="5252880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g1113"/>
            <p:cNvSpPr/>
            <p:nvPr/>
          </p:nvSpPr>
          <p:spPr>
            <a:xfrm>
              <a:off x="533434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g1114"/>
            <p:cNvSpPr/>
            <p:nvPr/>
          </p:nvSpPr>
          <p:spPr>
            <a:xfrm>
              <a:off x="5345979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g1115"/>
            <p:cNvSpPr/>
            <p:nvPr/>
          </p:nvSpPr>
          <p:spPr>
            <a:xfrm>
              <a:off x="5357616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g1116"/>
            <p:cNvSpPr/>
            <p:nvPr/>
          </p:nvSpPr>
          <p:spPr>
            <a:xfrm>
              <a:off x="536925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g1117"/>
            <p:cNvSpPr/>
            <p:nvPr/>
          </p:nvSpPr>
          <p:spPr>
            <a:xfrm>
              <a:off x="538089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g1118"/>
            <p:cNvSpPr/>
            <p:nvPr/>
          </p:nvSpPr>
          <p:spPr>
            <a:xfrm>
              <a:off x="5217968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g1119"/>
            <p:cNvSpPr/>
            <p:nvPr/>
          </p:nvSpPr>
          <p:spPr>
            <a:xfrm>
              <a:off x="5229605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g1120"/>
            <p:cNvSpPr/>
            <p:nvPr/>
          </p:nvSpPr>
          <p:spPr>
            <a:xfrm>
              <a:off x="524124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g1121"/>
            <p:cNvSpPr/>
            <p:nvPr/>
          </p:nvSpPr>
          <p:spPr>
            <a:xfrm>
              <a:off x="5252880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g1122"/>
            <p:cNvSpPr/>
            <p:nvPr/>
          </p:nvSpPr>
          <p:spPr>
            <a:xfrm>
              <a:off x="5264517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g1123"/>
            <p:cNvSpPr/>
            <p:nvPr/>
          </p:nvSpPr>
          <p:spPr>
            <a:xfrm>
              <a:off x="533434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g1124"/>
            <p:cNvSpPr/>
            <p:nvPr/>
          </p:nvSpPr>
          <p:spPr>
            <a:xfrm>
              <a:off x="5345979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g1125"/>
            <p:cNvSpPr/>
            <p:nvPr/>
          </p:nvSpPr>
          <p:spPr>
            <a:xfrm>
              <a:off x="5357616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g1126"/>
            <p:cNvSpPr/>
            <p:nvPr/>
          </p:nvSpPr>
          <p:spPr>
            <a:xfrm>
              <a:off x="536925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g1127"/>
            <p:cNvSpPr/>
            <p:nvPr/>
          </p:nvSpPr>
          <p:spPr>
            <a:xfrm>
              <a:off x="538089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g1128"/>
            <p:cNvSpPr/>
            <p:nvPr/>
          </p:nvSpPr>
          <p:spPr>
            <a:xfrm>
              <a:off x="519469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g1129"/>
            <p:cNvSpPr/>
            <p:nvPr/>
          </p:nvSpPr>
          <p:spPr>
            <a:xfrm>
              <a:off x="520633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g1130"/>
            <p:cNvSpPr/>
            <p:nvPr/>
          </p:nvSpPr>
          <p:spPr>
            <a:xfrm>
              <a:off x="5217968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g1131"/>
            <p:cNvSpPr/>
            <p:nvPr/>
          </p:nvSpPr>
          <p:spPr>
            <a:xfrm>
              <a:off x="5229605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g1132"/>
            <p:cNvSpPr/>
            <p:nvPr/>
          </p:nvSpPr>
          <p:spPr>
            <a:xfrm>
              <a:off x="524124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g1133"/>
            <p:cNvSpPr/>
            <p:nvPr/>
          </p:nvSpPr>
          <p:spPr>
            <a:xfrm>
              <a:off x="5252880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g1134"/>
            <p:cNvSpPr/>
            <p:nvPr/>
          </p:nvSpPr>
          <p:spPr>
            <a:xfrm>
              <a:off x="5264517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g1135"/>
            <p:cNvSpPr/>
            <p:nvPr/>
          </p:nvSpPr>
          <p:spPr>
            <a:xfrm>
              <a:off x="5322704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g1136"/>
            <p:cNvSpPr/>
            <p:nvPr/>
          </p:nvSpPr>
          <p:spPr>
            <a:xfrm>
              <a:off x="533434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g1137"/>
            <p:cNvSpPr/>
            <p:nvPr/>
          </p:nvSpPr>
          <p:spPr>
            <a:xfrm>
              <a:off x="5345979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g1138"/>
            <p:cNvSpPr/>
            <p:nvPr/>
          </p:nvSpPr>
          <p:spPr>
            <a:xfrm>
              <a:off x="5357616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g1139"/>
            <p:cNvSpPr/>
            <p:nvPr/>
          </p:nvSpPr>
          <p:spPr>
            <a:xfrm>
              <a:off x="536925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g1140"/>
            <p:cNvSpPr/>
            <p:nvPr/>
          </p:nvSpPr>
          <p:spPr>
            <a:xfrm>
              <a:off x="518305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g1141"/>
            <p:cNvSpPr/>
            <p:nvPr/>
          </p:nvSpPr>
          <p:spPr>
            <a:xfrm>
              <a:off x="519469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g1142"/>
            <p:cNvSpPr/>
            <p:nvPr/>
          </p:nvSpPr>
          <p:spPr>
            <a:xfrm>
              <a:off x="520633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g1143"/>
            <p:cNvSpPr/>
            <p:nvPr/>
          </p:nvSpPr>
          <p:spPr>
            <a:xfrm>
              <a:off x="5217968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g1144"/>
            <p:cNvSpPr/>
            <p:nvPr/>
          </p:nvSpPr>
          <p:spPr>
            <a:xfrm>
              <a:off x="5229605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g1145"/>
            <p:cNvSpPr/>
            <p:nvPr/>
          </p:nvSpPr>
          <p:spPr>
            <a:xfrm>
              <a:off x="524124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g1146"/>
            <p:cNvSpPr/>
            <p:nvPr/>
          </p:nvSpPr>
          <p:spPr>
            <a:xfrm>
              <a:off x="5252880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g1147"/>
            <p:cNvSpPr/>
            <p:nvPr/>
          </p:nvSpPr>
          <p:spPr>
            <a:xfrm>
              <a:off x="5264517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g1148"/>
            <p:cNvSpPr/>
            <p:nvPr/>
          </p:nvSpPr>
          <p:spPr>
            <a:xfrm>
              <a:off x="5322704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g1149"/>
            <p:cNvSpPr/>
            <p:nvPr/>
          </p:nvSpPr>
          <p:spPr>
            <a:xfrm>
              <a:off x="533434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g1150"/>
            <p:cNvSpPr/>
            <p:nvPr/>
          </p:nvSpPr>
          <p:spPr>
            <a:xfrm>
              <a:off x="5345979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g1151"/>
            <p:cNvSpPr/>
            <p:nvPr/>
          </p:nvSpPr>
          <p:spPr>
            <a:xfrm>
              <a:off x="535761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g1152"/>
            <p:cNvSpPr/>
            <p:nvPr/>
          </p:nvSpPr>
          <p:spPr>
            <a:xfrm>
              <a:off x="536925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g1153"/>
            <p:cNvSpPr/>
            <p:nvPr/>
          </p:nvSpPr>
          <p:spPr>
            <a:xfrm>
              <a:off x="512486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g1154"/>
            <p:cNvSpPr/>
            <p:nvPr/>
          </p:nvSpPr>
          <p:spPr>
            <a:xfrm>
              <a:off x="513650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g1155"/>
            <p:cNvSpPr/>
            <p:nvPr/>
          </p:nvSpPr>
          <p:spPr>
            <a:xfrm>
              <a:off x="514814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g1156"/>
            <p:cNvSpPr/>
            <p:nvPr/>
          </p:nvSpPr>
          <p:spPr>
            <a:xfrm>
              <a:off x="515978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g1157"/>
            <p:cNvSpPr/>
            <p:nvPr/>
          </p:nvSpPr>
          <p:spPr>
            <a:xfrm>
              <a:off x="517141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g1158"/>
            <p:cNvSpPr/>
            <p:nvPr/>
          </p:nvSpPr>
          <p:spPr>
            <a:xfrm>
              <a:off x="518305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g1159"/>
            <p:cNvSpPr/>
            <p:nvPr/>
          </p:nvSpPr>
          <p:spPr>
            <a:xfrm>
              <a:off x="519469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g1160"/>
            <p:cNvSpPr/>
            <p:nvPr/>
          </p:nvSpPr>
          <p:spPr>
            <a:xfrm>
              <a:off x="520633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g1161"/>
            <p:cNvSpPr/>
            <p:nvPr/>
          </p:nvSpPr>
          <p:spPr>
            <a:xfrm>
              <a:off x="5217968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g1162"/>
            <p:cNvSpPr/>
            <p:nvPr/>
          </p:nvSpPr>
          <p:spPr>
            <a:xfrm>
              <a:off x="5229605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g1163"/>
            <p:cNvSpPr/>
            <p:nvPr/>
          </p:nvSpPr>
          <p:spPr>
            <a:xfrm>
              <a:off x="524124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g1164"/>
            <p:cNvSpPr/>
            <p:nvPr/>
          </p:nvSpPr>
          <p:spPr>
            <a:xfrm>
              <a:off x="5252880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g1165"/>
            <p:cNvSpPr/>
            <p:nvPr/>
          </p:nvSpPr>
          <p:spPr>
            <a:xfrm>
              <a:off x="531106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g1166"/>
            <p:cNvSpPr/>
            <p:nvPr/>
          </p:nvSpPr>
          <p:spPr>
            <a:xfrm>
              <a:off x="532270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g1167"/>
            <p:cNvSpPr/>
            <p:nvPr/>
          </p:nvSpPr>
          <p:spPr>
            <a:xfrm>
              <a:off x="533434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g1168"/>
            <p:cNvSpPr/>
            <p:nvPr/>
          </p:nvSpPr>
          <p:spPr>
            <a:xfrm>
              <a:off x="534597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g1169"/>
            <p:cNvSpPr/>
            <p:nvPr/>
          </p:nvSpPr>
          <p:spPr>
            <a:xfrm>
              <a:off x="535761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g1170"/>
            <p:cNvSpPr/>
            <p:nvPr/>
          </p:nvSpPr>
          <p:spPr>
            <a:xfrm>
              <a:off x="536925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g1171"/>
            <p:cNvSpPr/>
            <p:nvPr/>
          </p:nvSpPr>
          <p:spPr>
            <a:xfrm>
              <a:off x="5113232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g1172"/>
            <p:cNvSpPr/>
            <p:nvPr/>
          </p:nvSpPr>
          <p:spPr>
            <a:xfrm>
              <a:off x="512486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g1173"/>
            <p:cNvSpPr/>
            <p:nvPr/>
          </p:nvSpPr>
          <p:spPr>
            <a:xfrm>
              <a:off x="513650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g1174"/>
            <p:cNvSpPr/>
            <p:nvPr/>
          </p:nvSpPr>
          <p:spPr>
            <a:xfrm>
              <a:off x="514814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g1175"/>
            <p:cNvSpPr/>
            <p:nvPr/>
          </p:nvSpPr>
          <p:spPr>
            <a:xfrm>
              <a:off x="515978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g1176"/>
            <p:cNvSpPr/>
            <p:nvPr/>
          </p:nvSpPr>
          <p:spPr>
            <a:xfrm>
              <a:off x="517141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g1177"/>
            <p:cNvSpPr/>
            <p:nvPr/>
          </p:nvSpPr>
          <p:spPr>
            <a:xfrm>
              <a:off x="518305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g1178"/>
            <p:cNvSpPr/>
            <p:nvPr/>
          </p:nvSpPr>
          <p:spPr>
            <a:xfrm>
              <a:off x="519469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g1179"/>
            <p:cNvSpPr/>
            <p:nvPr/>
          </p:nvSpPr>
          <p:spPr>
            <a:xfrm>
              <a:off x="520633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g1180"/>
            <p:cNvSpPr/>
            <p:nvPr/>
          </p:nvSpPr>
          <p:spPr>
            <a:xfrm>
              <a:off x="5217968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g1181"/>
            <p:cNvSpPr/>
            <p:nvPr/>
          </p:nvSpPr>
          <p:spPr>
            <a:xfrm>
              <a:off x="5229605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g1182"/>
            <p:cNvSpPr/>
            <p:nvPr/>
          </p:nvSpPr>
          <p:spPr>
            <a:xfrm>
              <a:off x="524124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g1183"/>
            <p:cNvSpPr/>
            <p:nvPr/>
          </p:nvSpPr>
          <p:spPr>
            <a:xfrm>
              <a:off x="529942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g1184"/>
            <p:cNvSpPr/>
            <p:nvPr/>
          </p:nvSpPr>
          <p:spPr>
            <a:xfrm>
              <a:off x="531106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g1185"/>
            <p:cNvSpPr/>
            <p:nvPr/>
          </p:nvSpPr>
          <p:spPr>
            <a:xfrm>
              <a:off x="532270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g1186"/>
            <p:cNvSpPr/>
            <p:nvPr/>
          </p:nvSpPr>
          <p:spPr>
            <a:xfrm>
              <a:off x="533434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g1187"/>
            <p:cNvSpPr/>
            <p:nvPr/>
          </p:nvSpPr>
          <p:spPr>
            <a:xfrm>
              <a:off x="534597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g1188"/>
            <p:cNvSpPr/>
            <p:nvPr/>
          </p:nvSpPr>
          <p:spPr>
            <a:xfrm>
              <a:off x="535761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g1189"/>
            <p:cNvSpPr/>
            <p:nvPr/>
          </p:nvSpPr>
          <p:spPr>
            <a:xfrm>
              <a:off x="536925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g1190"/>
            <p:cNvSpPr/>
            <p:nvPr/>
          </p:nvSpPr>
          <p:spPr>
            <a:xfrm>
              <a:off x="508995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g1191"/>
            <p:cNvSpPr/>
            <p:nvPr/>
          </p:nvSpPr>
          <p:spPr>
            <a:xfrm>
              <a:off x="5101595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g1192"/>
            <p:cNvSpPr/>
            <p:nvPr/>
          </p:nvSpPr>
          <p:spPr>
            <a:xfrm>
              <a:off x="511323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g1193"/>
            <p:cNvSpPr/>
            <p:nvPr/>
          </p:nvSpPr>
          <p:spPr>
            <a:xfrm>
              <a:off x="512486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g1194"/>
            <p:cNvSpPr/>
            <p:nvPr/>
          </p:nvSpPr>
          <p:spPr>
            <a:xfrm>
              <a:off x="513650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g1195"/>
            <p:cNvSpPr/>
            <p:nvPr/>
          </p:nvSpPr>
          <p:spPr>
            <a:xfrm>
              <a:off x="514814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g1196"/>
            <p:cNvSpPr/>
            <p:nvPr/>
          </p:nvSpPr>
          <p:spPr>
            <a:xfrm>
              <a:off x="515978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g1197"/>
            <p:cNvSpPr/>
            <p:nvPr/>
          </p:nvSpPr>
          <p:spPr>
            <a:xfrm>
              <a:off x="517141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g1198"/>
            <p:cNvSpPr/>
            <p:nvPr/>
          </p:nvSpPr>
          <p:spPr>
            <a:xfrm>
              <a:off x="5183056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g1199"/>
            <p:cNvSpPr/>
            <p:nvPr/>
          </p:nvSpPr>
          <p:spPr>
            <a:xfrm>
              <a:off x="519469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g1200"/>
            <p:cNvSpPr/>
            <p:nvPr/>
          </p:nvSpPr>
          <p:spPr>
            <a:xfrm>
              <a:off x="520633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g1201"/>
            <p:cNvSpPr/>
            <p:nvPr/>
          </p:nvSpPr>
          <p:spPr>
            <a:xfrm>
              <a:off x="5217968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g1202"/>
            <p:cNvSpPr/>
            <p:nvPr/>
          </p:nvSpPr>
          <p:spPr>
            <a:xfrm>
              <a:off x="528779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g1203"/>
            <p:cNvSpPr/>
            <p:nvPr/>
          </p:nvSpPr>
          <p:spPr>
            <a:xfrm>
              <a:off x="529942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g1204"/>
            <p:cNvSpPr/>
            <p:nvPr/>
          </p:nvSpPr>
          <p:spPr>
            <a:xfrm>
              <a:off x="531106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g1205"/>
            <p:cNvSpPr/>
            <p:nvPr/>
          </p:nvSpPr>
          <p:spPr>
            <a:xfrm>
              <a:off x="532270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g1206"/>
            <p:cNvSpPr/>
            <p:nvPr/>
          </p:nvSpPr>
          <p:spPr>
            <a:xfrm>
              <a:off x="533434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g1207"/>
            <p:cNvSpPr/>
            <p:nvPr/>
          </p:nvSpPr>
          <p:spPr>
            <a:xfrm>
              <a:off x="534597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g1208"/>
            <p:cNvSpPr/>
            <p:nvPr/>
          </p:nvSpPr>
          <p:spPr>
            <a:xfrm>
              <a:off x="506668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g1209"/>
            <p:cNvSpPr/>
            <p:nvPr/>
          </p:nvSpPr>
          <p:spPr>
            <a:xfrm>
              <a:off x="507832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g1210"/>
            <p:cNvSpPr/>
            <p:nvPr/>
          </p:nvSpPr>
          <p:spPr>
            <a:xfrm>
              <a:off x="508995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g1211"/>
            <p:cNvSpPr/>
            <p:nvPr/>
          </p:nvSpPr>
          <p:spPr>
            <a:xfrm>
              <a:off x="510159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g1212"/>
            <p:cNvSpPr/>
            <p:nvPr/>
          </p:nvSpPr>
          <p:spPr>
            <a:xfrm>
              <a:off x="511323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g1213"/>
            <p:cNvSpPr/>
            <p:nvPr/>
          </p:nvSpPr>
          <p:spPr>
            <a:xfrm>
              <a:off x="512486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g1214"/>
            <p:cNvSpPr/>
            <p:nvPr/>
          </p:nvSpPr>
          <p:spPr>
            <a:xfrm>
              <a:off x="513650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g1215"/>
            <p:cNvSpPr/>
            <p:nvPr/>
          </p:nvSpPr>
          <p:spPr>
            <a:xfrm>
              <a:off x="514814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g1216"/>
            <p:cNvSpPr/>
            <p:nvPr/>
          </p:nvSpPr>
          <p:spPr>
            <a:xfrm>
              <a:off x="515978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g1217"/>
            <p:cNvSpPr/>
            <p:nvPr/>
          </p:nvSpPr>
          <p:spPr>
            <a:xfrm>
              <a:off x="517141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g1218"/>
            <p:cNvSpPr/>
            <p:nvPr/>
          </p:nvSpPr>
          <p:spPr>
            <a:xfrm>
              <a:off x="5183056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g1219"/>
            <p:cNvSpPr/>
            <p:nvPr/>
          </p:nvSpPr>
          <p:spPr>
            <a:xfrm>
              <a:off x="519469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g1220"/>
            <p:cNvSpPr/>
            <p:nvPr/>
          </p:nvSpPr>
          <p:spPr>
            <a:xfrm>
              <a:off x="520633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g1221"/>
            <p:cNvSpPr/>
            <p:nvPr/>
          </p:nvSpPr>
          <p:spPr>
            <a:xfrm>
              <a:off x="5217968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g1222"/>
            <p:cNvSpPr/>
            <p:nvPr/>
          </p:nvSpPr>
          <p:spPr>
            <a:xfrm>
              <a:off x="522960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g1223"/>
            <p:cNvSpPr/>
            <p:nvPr/>
          </p:nvSpPr>
          <p:spPr>
            <a:xfrm>
              <a:off x="524124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g1224"/>
            <p:cNvSpPr/>
            <p:nvPr/>
          </p:nvSpPr>
          <p:spPr>
            <a:xfrm>
              <a:off x="525288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g1225"/>
            <p:cNvSpPr/>
            <p:nvPr/>
          </p:nvSpPr>
          <p:spPr>
            <a:xfrm>
              <a:off x="527615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g1226"/>
            <p:cNvSpPr/>
            <p:nvPr/>
          </p:nvSpPr>
          <p:spPr>
            <a:xfrm>
              <a:off x="528779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g1227"/>
            <p:cNvSpPr/>
            <p:nvPr/>
          </p:nvSpPr>
          <p:spPr>
            <a:xfrm>
              <a:off x="529942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g1228"/>
            <p:cNvSpPr/>
            <p:nvPr/>
          </p:nvSpPr>
          <p:spPr>
            <a:xfrm>
              <a:off x="531106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g1229"/>
            <p:cNvSpPr/>
            <p:nvPr/>
          </p:nvSpPr>
          <p:spPr>
            <a:xfrm>
              <a:off x="532270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g1230"/>
            <p:cNvSpPr/>
            <p:nvPr/>
          </p:nvSpPr>
          <p:spPr>
            <a:xfrm>
              <a:off x="533434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g1231"/>
            <p:cNvSpPr/>
            <p:nvPr/>
          </p:nvSpPr>
          <p:spPr>
            <a:xfrm>
              <a:off x="534597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g1232"/>
            <p:cNvSpPr/>
            <p:nvPr/>
          </p:nvSpPr>
          <p:spPr>
            <a:xfrm>
              <a:off x="506668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g1233"/>
            <p:cNvSpPr/>
            <p:nvPr/>
          </p:nvSpPr>
          <p:spPr>
            <a:xfrm>
              <a:off x="507832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g1234"/>
            <p:cNvSpPr/>
            <p:nvPr/>
          </p:nvSpPr>
          <p:spPr>
            <a:xfrm>
              <a:off x="508995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g1235"/>
            <p:cNvSpPr/>
            <p:nvPr/>
          </p:nvSpPr>
          <p:spPr>
            <a:xfrm>
              <a:off x="510159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g1236"/>
            <p:cNvSpPr/>
            <p:nvPr/>
          </p:nvSpPr>
          <p:spPr>
            <a:xfrm>
              <a:off x="511323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g1237"/>
            <p:cNvSpPr/>
            <p:nvPr/>
          </p:nvSpPr>
          <p:spPr>
            <a:xfrm>
              <a:off x="512486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g1238"/>
            <p:cNvSpPr/>
            <p:nvPr/>
          </p:nvSpPr>
          <p:spPr>
            <a:xfrm>
              <a:off x="513650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g1239"/>
            <p:cNvSpPr/>
            <p:nvPr/>
          </p:nvSpPr>
          <p:spPr>
            <a:xfrm>
              <a:off x="514814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g1240"/>
            <p:cNvSpPr/>
            <p:nvPr/>
          </p:nvSpPr>
          <p:spPr>
            <a:xfrm>
              <a:off x="515978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g1241"/>
            <p:cNvSpPr/>
            <p:nvPr/>
          </p:nvSpPr>
          <p:spPr>
            <a:xfrm>
              <a:off x="517141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g1242"/>
            <p:cNvSpPr/>
            <p:nvPr/>
          </p:nvSpPr>
          <p:spPr>
            <a:xfrm>
              <a:off x="5183056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g1243"/>
            <p:cNvSpPr/>
            <p:nvPr/>
          </p:nvSpPr>
          <p:spPr>
            <a:xfrm>
              <a:off x="519469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g1244"/>
            <p:cNvSpPr/>
            <p:nvPr/>
          </p:nvSpPr>
          <p:spPr>
            <a:xfrm>
              <a:off x="520633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g1245"/>
            <p:cNvSpPr/>
            <p:nvPr/>
          </p:nvSpPr>
          <p:spPr>
            <a:xfrm>
              <a:off x="5217968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g1246"/>
            <p:cNvSpPr/>
            <p:nvPr/>
          </p:nvSpPr>
          <p:spPr>
            <a:xfrm>
              <a:off x="522960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g1247"/>
            <p:cNvSpPr/>
            <p:nvPr/>
          </p:nvSpPr>
          <p:spPr>
            <a:xfrm>
              <a:off x="524124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g1248"/>
            <p:cNvSpPr/>
            <p:nvPr/>
          </p:nvSpPr>
          <p:spPr>
            <a:xfrm>
              <a:off x="525288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g1249"/>
            <p:cNvSpPr/>
            <p:nvPr/>
          </p:nvSpPr>
          <p:spPr>
            <a:xfrm>
              <a:off x="526451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g1250"/>
            <p:cNvSpPr/>
            <p:nvPr/>
          </p:nvSpPr>
          <p:spPr>
            <a:xfrm>
              <a:off x="527615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g1251"/>
            <p:cNvSpPr/>
            <p:nvPr/>
          </p:nvSpPr>
          <p:spPr>
            <a:xfrm>
              <a:off x="528779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g1252"/>
            <p:cNvSpPr/>
            <p:nvPr/>
          </p:nvSpPr>
          <p:spPr>
            <a:xfrm>
              <a:off x="529942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g1253"/>
            <p:cNvSpPr/>
            <p:nvPr/>
          </p:nvSpPr>
          <p:spPr>
            <a:xfrm>
              <a:off x="531106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g1254"/>
            <p:cNvSpPr/>
            <p:nvPr/>
          </p:nvSpPr>
          <p:spPr>
            <a:xfrm>
              <a:off x="532270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g1255"/>
            <p:cNvSpPr/>
            <p:nvPr/>
          </p:nvSpPr>
          <p:spPr>
            <a:xfrm>
              <a:off x="533434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g1256"/>
            <p:cNvSpPr/>
            <p:nvPr/>
          </p:nvSpPr>
          <p:spPr>
            <a:xfrm>
              <a:off x="506668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g1257"/>
            <p:cNvSpPr/>
            <p:nvPr/>
          </p:nvSpPr>
          <p:spPr>
            <a:xfrm>
              <a:off x="507832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g1258"/>
            <p:cNvSpPr/>
            <p:nvPr/>
          </p:nvSpPr>
          <p:spPr>
            <a:xfrm>
              <a:off x="508995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g1259"/>
            <p:cNvSpPr/>
            <p:nvPr/>
          </p:nvSpPr>
          <p:spPr>
            <a:xfrm>
              <a:off x="510159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g1260"/>
            <p:cNvSpPr/>
            <p:nvPr/>
          </p:nvSpPr>
          <p:spPr>
            <a:xfrm>
              <a:off x="511323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g1261"/>
            <p:cNvSpPr/>
            <p:nvPr/>
          </p:nvSpPr>
          <p:spPr>
            <a:xfrm>
              <a:off x="512486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g1262"/>
            <p:cNvSpPr/>
            <p:nvPr/>
          </p:nvSpPr>
          <p:spPr>
            <a:xfrm>
              <a:off x="513650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g1263"/>
            <p:cNvSpPr/>
            <p:nvPr/>
          </p:nvSpPr>
          <p:spPr>
            <a:xfrm>
              <a:off x="514814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g1264"/>
            <p:cNvSpPr/>
            <p:nvPr/>
          </p:nvSpPr>
          <p:spPr>
            <a:xfrm>
              <a:off x="515978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g1265"/>
            <p:cNvSpPr/>
            <p:nvPr/>
          </p:nvSpPr>
          <p:spPr>
            <a:xfrm>
              <a:off x="517141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g1266"/>
            <p:cNvSpPr/>
            <p:nvPr/>
          </p:nvSpPr>
          <p:spPr>
            <a:xfrm>
              <a:off x="5183056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g1267"/>
            <p:cNvSpPr/>
            <p:nvPr/>
          </p:nvSpPr>
          <p:spPr>
            <a:xfrm>
              <a:off x="519469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g1268"/>
            <p:cNvSpPr/>
            <p:nvPr/>
          </p:nvSpPr>
          <p:spPr>
            <a:xfrm>
              <a:off x="520633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g1269"/>
            <p:cNvSpPr/>
            <p:nvPr/>
          </p:nvSpPr>
          <p:spPr>
            <a:xfrm>
              <a:off x="5217968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g1270"/>
            <p:cNvSpPr/>
            <p:nvPr/>
          </p:nvSpPr>
          <p:spPr>
            <a:xfrm>
              <a:off x="522960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g1271"/>
            <p:cNvSpPr/>
            <p:nvPr/>
          </p:nvSpPr>
          <p:spPr>
            <a:xfrm>
              <a:off x="524124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g1272"/>
            <p:cNvSpPr/>
            <p:nvPr/>
          </p:nvSpPr>
          <p:spPr>
            <a:xfrm>
              <a:off x="525288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g1273"/>
            <p:cNvSpPr/>
            <p:nvPr/>
          </p:nvSpPr>
          <p:spPr>
            <a:xfrm>
              <a:off x="526451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g1274"/>
            <p:cNvSpPr/>
            <p:nvPr/>
          </p:nvSpPr>
          <p:spPr>
            <a:xfrm>
              <a:off x="527615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g1275"/>
            <p:cNvSpPr/>
            <p:nvPr/>
          </p:nvSpPr>
          <p:spPr>
            <a:xfrm>
              <a:off x="528779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g1276"/>
            <p:cNvSpPr/>
            <p:nvPr/>
          </p:nvSpPr>
          <p:spPr>
            <a:xfrm>
              <a:off x="529942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g1277"/>
            <p:cNvSpPr/>
            <p:nvPr/>
          </p:nvSpPr>
          <p:spPr>
            <a:xfrm>
              <a:off x="531106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g1278"/>
            <p:cNvSpPr/>
            <p:nvPr/>
          </p:nvSpPr>
          <p:spPr>
            <a:xfrm>
              <a:off x="532270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g1279"/>
            <p:cNvSpPr/>
            <p:nvPr/>
          </p:nvSpPr>
          <p:spPr>
            <a:xfrm>
              <a:off x="503177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g1280"/>
            <p:cNvSpPr/>
            <p:nvPr/>
          </p:nvSpPr>
          <p:spPr>
            <a:xfrm>
              <a:off x="504340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g1281"/>
            <p:cNvSpPr/>
            <p:nvPr/>
          </p:nvSpPr>
          <p:spPr>
            <a:xfrm>
              <a:off x="506668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g1282"/>
            <p:cNvSpPr/>
            <p:nvPr/>
          </p:nvSpPr>
          <p:spPr>
            <a:xfrm>
              <a:off x="507832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g1283"/>
            <p:cNvSpPr/>
            <p:nvPr/>
          </p:nvSpPr>
          <p:spPr>
            <a:xfrm>
              <a:off x="508995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g1284"/>
            <p:cNvSpPr/>
            <p:nvPr/>
          </p:nvSpPr>
          <p:spPr>
            <a:xfrm>
              <a:off x="510159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g1285"/>
            <p:cNvSpPr/>
            <p:nvPr/>
          </p:nvSpPr>
          <p:spPr>
            <a:xfrm>
              <a:off x="511323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g1286"/>
            <p:cNvSpPr/>
            <p:nvPr/>
          </p:nvSpPr>
          <p:spPr>
            <a:xfrm>
              <a:off x="512486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g1287"/>
            <p:cNvSpPr/>
            <p:nvPr/>
          </p:nvSpPr>
          <p:spPr>
            <a:xfrm>
              <a:off x="513650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g1288"/>
            <p:cNvSpPr/>
            <p:nvPr/>
          </p:nvSpPr>
          <p:spPr>
            <a:xfrm>
              <a:off x="5148144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g1289"/>
            <p:cNvSpPr/>
            <p:nvPr/>
          </p:nvSpPr>
          <p:spPr>
            <a:xfrm>
              <a:off x="5183056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g1290"/>
            <p:cNvSpPr/>
            <p:nvPr/>
          </p:nvSpPr>
          <p:spPr>
            <a:xfrm>
              <a:off x="519469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g1291"/>
            <p:cNvSpPr/>
            <p:nvPr/>
          </p:nvSpPr>
          <p:spPr>
            <a:xfrm>
              <a:off x="520633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g1292"/>
            <p:cNvSpPr/>
            <p:nvPr/>
          </p:nvSpPr>
          <p:spPr>
            <a:xfrm>
              <a:off x="521796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g1293"/>
            <p:cNvSpPr/>
            <p:nvPr/>
          </p:nvSpPr>
          <p:spPr>
            <a:xfrm>
              <a:off x="522960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g1294"/>
            <p:cNvSpPr/>
            <p:nvPr/>
          </p:nvSpPr>
          <p:spPr>
            <a:xfrm>
              <a:off x="524124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g1295"/>
            <p:cNvSpPr/>
            <p:nvPr/>
          </p:nvSpPr>
          <p:spPr>
            <a:xfrm>
              <a:off x="525288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g1296"/>
            <p:cNvSpPr/>
            <p:nvPr/>
          </p:nvSpPr>
          <p:spPr>
            <a:xfrm>
              <a:off x="526451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g1297"/>
            <p:cNvSpPr/>
            <p:nvPr/>
          </p:nvSpPr>
          <p:spPr>
            <a:xfrm>
              <a:off x="527615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g1298"/>
            <p:cNvSpPr/>
            <p:nvPr/>
          </p:nvSpPr>
          <p:spPr>
            <a:xfrm>
              <a:off x="528779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g1299"/>
            <p:cNvSpPr/>
            <p:nvPr/>
          </p:nvSpPr>
          <p:spPr>
            <a:xfrm>
              <a:off x="529942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g1300"/>
            <p:cNvSpPr/>
            <p:nvPr/>
          </p:nvSpPr>
          <p:spPr>
            <a:xfrm>
              <a:off x="531106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g1301"/>
            <p:cNvSpPr/>
            <p:nvPr/>
          </p:nvSpPr>
          <p:spPr>
            <a:xfrm>
              <a:off x="502013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g1302"/>
            <p:cNvSpPr/>
            <p:nvPr/>
          </p:nvSpPr>
          <p:spPr>
            <a:xfrm>
              <a:off x="503177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g1303"/>
            <p:cNvSpPr/>
            <p:nvPr/>
          </p:nvSpPr>
          <p:spPr>
            <a:xfrm>
              <a:off x="504340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g1304"/>
            <p:cNvSpPr/>
            <p:nvPr/>
          </p:nvSpPr>
          <p:spPr>
            <a:xfrm>
              <a:off x="505504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g1305"/>
            <p:cNvSpPr/>
            <p:nvPr/>
          </p:nvSpPr>
          <p:spPr>
            <a:xfrm>
              <a:off x="506668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g1306"/>
            <p:cNvSpPr/>
            <p:nvPr/>
          </p:nvSpPr>
          <p:spPr>
            <a:xfrm>
              <a:off x="507832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g1307"/>
            <p:cNvSpPr/>
            <p:nvPr/>
          </p:nvSpPr>
          <p:spPr>
            <a:xfrm>
              <a:off x="508995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g1308"/>
            <p:cNvSpPr/>
            <p:nvPr/>
          </p:nvSpPr>
          <p:spPr>
            <a:xfrm>
              <a:off x="510159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g1309"/>
            <p:cNvSpPr/>
            <p:nvPr/>
          </p:nvSpPr>
          <p:spPr>
            <a:xfrm>
              <a:off x="511323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g1310"/>
            <p:cNvSpPr/>
            <p:nvPr/>
          </p:nvSpPr>
          <p:spPr>
            <a:xfrm>
              <a:off x="512486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g1311"/>
            <p:cNvSpPr/>
            <p:nvPr/>
          </p:nvSpPr>
          <p:spPr>
            <a:xfrm>
              <a:off x="513650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g1312"/>
            <p:cNvSpPr/>
            <p:nvPr/>
          </p:nvSpPr>
          <p:spPr>
            <a:xfrm>
              <a:off x="5148144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g1313"/>
            <p:cNvSpPr/>
            <p:nvPr/>
          </p:nvSpPr>
          <p:spPr>
            <a:xfrm>
              <a:off x="519469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g1314"/>
            <p:cNvSpPr/>
            <p:nvPr/>
          </p:nvSpPr>
          <p:spPr>
            <a:xfrm>
              <a:off x="520633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g1315"/>
            <p:cNvSpPr/>
            <p:nvPr/>
          </p:nvSpPr>
          <p:spPr>
            <a:xfrm>
              <a:off x="521796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g1316"/>
            <p:cNvSpPr/>
            <p:nvPr/>
          </p:nvSpPr>
          <p:spPr>
            <a:xfrm>
              <a:off x="522960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g1317"/>
            <p:cNvSpPr/>
            <p:nvPr/>
          </p:nvSpPr>
          <p:spPr>
            <a:xfrm>
              <a:off x="524124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g1318"/>
            <p:cNvSpPr/>
            <p:nvPr/>
          </p:nvSpPr>
          <p:spPr>
            <a:xfrm>
              <a:off x="525288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g1319"/>
            <p:cNvSpPr/>
            <p:nvPr/>
          </p:nvSpPr>
          <p:spPr>
            <a:xfrm>
              <a:off x="526451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g1320"/>
            <p:cNvSpPr/>
            <p:nvPr/>
          </p:nvSpPr>
          <p:spPr>
            <a:xfrm>
              <a:off x="527615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g1321"/>
            <p:cNvSpPr/>
            <p:nvPr/>
          </p:nvSpPr>
          <p:spPr>
            <a:xfrm>
              <a:off x="528779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g1322"/>
            <p:cNvSpPr/>
            <p:nvPr/>
          </p:nvSpPr>
          <p:spPr>
            <a:xfrm>
              <a:off x="529942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g1323"/>
            <p:cNvSpPr/>
            <p:nvPr/>
          </p:nvSpPr>
          <p:spPr>
            <a:xfrm>
              <a:off x="5008496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g1324"/>
            <p:cNvSpPr/>
            <p:nvPr/>
          </p:nvSpPr>
          <p:spPr>
            <a:xfrm>
              <a:off x="502013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g1325"/>
            <p:cNvSpPr/>
            <p:nvPr/>
          </p:nvSpPr>
          <p:spPr>
            <a:xfrm>
              <a:off x="503177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g1326"/>
            <p:cNvSpPr/>
            <p:nvPr/>
          </p:nvSpPr>
          <p:spPr>
            <a:xfrm>
              <a:off x="504340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g1327"/>
            <p:cNvSpPr/>
            <p:nvPr/>
          </p:nvSpPr>
          <p:spPr>
            <a:xfrm>
              <a:off x="505504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g1328"/>
            <p:cNvSpPr/>
            <p:nvPr/>
          </p:nvSpPr>
          <p:spPr>
            <a:xfrm>
              <a:off x="506668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g1329"/>
            <p:cNvSpPr/>
            <p:nvPr/>
          </p:nvSpPr>
          <p:spPr>
            <a:xfrm>
              <a:off x="507832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g1330"/>
            <p:cNvSpPr/>
            <p:nvPr/>
          </p:nvSpPr>
          <p:spPr>
            <a:xfrm>
              <a:off x="508995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g1331"/>
            <p:cNvSpPr/>
            <p:nvPr/>
          </p:nvSpPr>
          <p:spPr>
            <a:xfrm>
              <a:off x="510159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g1332"/>
            <p:cNvSpPr/>
            <p:nvPr/>
          </p:nvSpPr>
          <p:spPr>
            <a:xfrm>
              <a:off x="511323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g1333"/>
            <p:cNvSpPr/>
            <p:nvPr/>
          </p:nvSpPr>
          <p:spPr>
            <a:xfrm>
              <a:off x="5124869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g1334"/>
            <p:cNvSpPr/>
            <p:nvPr/>
          </p:nvSpPr>
          <p:spPr>
            <a:xfrm>
              <a:off x="513650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g1335"/>
            <p:cNvSpPr/>
            <p:nvPr/>
          </p:nvSpPr>
          <p:spPr>
            <a:xfrm>
              <a:off x="5148144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g1336"/>
            <p:cNvSpPr/>
            <p:nvPr/>
          </p:nvSpPr>
          <p:spPr>
            <a:xfrm>
              <a:off x="519469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g1337"/>
            <p:cNvSpPr/>
            <p:nvPr/>
          </p:nvSpPr>
          <p:spPr>
            <a:xfrm>
              <a:off x="520633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g1338"/>
            <p:cNvSpPr/>
            <p:nvPr/>
          </p:nvSpPr>
          <p:spPr>
            <a:xfrm>
              <a:off x="521796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g1339"/>
            <p:cNvSpPr/>
            <p:nvPr/>
          </p:nvSpPr>
          <p:spPr>
            <a:xfrm>
              <a:off x="522960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g1340"/>
            <p:cNvSpPr/>
            <p:nvPr/>
          </p:nvSpPr>
          <p:spPr>
            <a:xfrm>
              <a:off x="524124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g1341"/>
            <p:cNvSpPr/>
            <p:nvPr/>
          </p:nvSpPr>
          <p:spPr>
            <a:xfrm>
              <a:off x="525288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g1342"/>
            <p:cNvSpPr/>
            <p:nvPr/>
          </p:nvSpPr>
          <p:spPr>
            <a:xfrm>
              <a:off x="526451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g1343"/>
            <p:cNvSpPr/>
            <p:nvPr/>
          </p:nvSpPr>
          <p:spPr>
            <a:xfrm>
              <a:off x="527615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g1344"/>
            <p:cNvSpPr/>
            <p:nvPr/>
          </p:nvSpPr>
          <p:spPr>
            <a:xfrm>
              <a:off x="528779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g1345"/>
            <p:cNvSpPr/>
            <p:nvPr/>
          </p:nvSpPr>
          <p:spPr>
            <a:xfrm>
              <a:off x="499685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g1346"/>
            <p:cNvSpPr/>
            <p:nvPr/>
          </p:nvSpPr>
          <p:spPr>
            <a:xfrm>
              <a:off x="5008496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g1347"/>
            <p:cNvSpPr/>
            <p:nvPr/>
          </p:nvSpPr>
          <p:spPr>
            <a:xfrm>
              <a:off x="502013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g1348"/>
            <p:cNvSpPr/>
            <p:nvPr/>
          </p:nvSpPr>
          <p:spPr>
            <a:xfrm>
              <a:off x="503177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g1349"/>
            <p:cNvSpPr/>
            <p:nvPr/>
          </p:nvSpPr>
          <p:spPr>
            <a:xfrm>
              <a:off x="504340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g1350"/>
            <p:cNvSpPr/>
            <p:nvPr/>
          </p:nvSpPr>
          <p:spPr>
            <a:xfrm>
              <a:off x="505504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g1351"/>
            <p:cNvSpPr/>
            <p:nvPr/>
          </p:nvSpPr>
          <p:spPr>
            <a:xfrm>
              <a:off x="506668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g1352"/>
            <p:cNvSpPr/>
            <p:nvPr/>
          </p:nvSpPr>
          <p:spPr>
            <a:xfrm>
              <a:off x="507832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g1353"/>
            <p:cNvSpPr/>
            <p:nvPr/>
          </p:nvSpPr>
          <p:spPr>
            <a:xfrm>
              <a:off x="508995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g1354"/>
            <p:cNvSpPr/>
            <p:nvPr/>
          </p:nvSpPr>
          <p:spPr>
            <a:xfrm>
              <a:off x="510159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g1355"/>
            <p:cNvSpPr/>
            <p:nvPr/>
          </p:nvSpPr>
          <p:spPr>
            <a:xfrm>
              <a:off x="511323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g1356"/>
            <p:cNvSpPr/>
            <p:nvPr/>
          </p:nvSpPr>
          <p:spPr>
            <a:xfrm>
              <a:off x="512486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g1357"/>
            <p:cNvSpPr/>
            <p:nvPr/>
          </p:nvSpPr>
          <p:spPr>
            <a:xfrm>
              <a:off x="513650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g1358"/>
            <p:cNvSpPr/>
            <p:nvPr/>
          </p:nvSpPr>
          <p:spPr>
            <a:xfrm>
              <a:off x="5148144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g1359"/>
            <p:cNvSpPr/>
            <p:nvPr/>
          </p:nvSpPr>
          <p:spPr>
            <a:xfrm>
              <a:off x="515978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g1360"/>
            <p:cNvSpPr/>
            <p:nvPr/>
          </p:nvSpPr>
          <p:spPr>
            <a:xfrm>
              <a:off x="520633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g1361"/>
            <p:cNvSpPr/>
            <p:nvPr/>
          </p:nvSpPr>
          <p:spPr>
            <a:xfrm>
              <a:off x="521796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g1362"/>
            <p:cNvSpPr/>
            <p:nvPr/>
          </p:nvSpPr>
          <p:spPr>
            <a:xfrm>
              <a:off x="522960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g1363"/>
            <p:cNvSpPr/>
            <p:nvPr/>
          </p:nvSpPr>
          <p:spPr>
            <a:xfrm>
              <a:off x="524124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g1364"/>
            <p:cNvSpPr/>
            <p:nvPr/>
          </p:nvSpPr>
          <p:spPr>
            <a:xfrm>
              <a:off x="525288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g1365"/>
            <p:cNvSpPr/>
            <p:nvPr/>
          </p:nvSpPr>
          <p:spPr>
            <a:xfrm>
              <a:off x="526451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g1366"/>
            <p:cNvSpPr/>
            <p:nvPr/>
          </p:nvSpPr>
          <p:spPr>
            <a:xfrm>
              <a:off x="527615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g1367"/>
            <p:cNvSpPr/>
            <p:nvPr/>
          </p:nvSpPr>
          <p:spPr>
            <a:xfrm>
              <a:off x="499685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g1368"/>
            <p:cNvSpPr/>
            <p:nvPr/>
          </p:nvSpPr>
          <p:spPr>
            <a:xfrm>
              <a:off x="5008496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g1369"/>
            <p:cNvSpPr/>
            <p:nvPr/>
          </p:nvSpPr>
          <p:spPr>
            <a:xfrm>
              <a:off x="502013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g1370"/>
            <p:cNvSpPr/>
            <p:nvPr/>
          </p:nvSpPr>
          <p:spPr>
            <a:xfrm>
              <a:off x="503177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g1371"/>
            <p:cNvSpPr/>
            <p:nvPr/>
          </p:nvSpPr>
          <p:spPr>
            <a:xfrm>
              <a:off x="504340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g1372"/>
            <p:cNvSpPr/>
            <p:nvPr/>
          </p:nvSpPr>
          <p:spPr>
            <a:xfrm>
              <a:off x="505504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g1373"/>
            <p:cNvSpPr/>
            <p:nvPr/>
          </p:nvSpPr>
          <p:spPr>
            <a:xfrm>
              <a:off x="506668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g1374"/>
            <p:cNvSpPr/>
            <p:nvPr/>
          </p:nvSpPr>
          <p:spPr>
            <a:xfrm>
              <a:off x="507832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g1375"/>
            <p:cNvSpPr/>
            <p:nvPr/>
          </p:nvSpPr>
          <p:spPr>
            <a:xfrm>
              <a:off x="508995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g1376"/>
            <p:cNvSpPr/>
            <p:nvPr/>
          </p:nvSpPr>
          <p:spPr>
            <a:xfrm>
              <a:off x="510159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g1377"/>
            <p:cNvSpPr/>
            <p:nvPr/>
          </p:nvSpPr>
          <p:spPr>
            <a:xfrm>
              <a:off x="511323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g1378"/>
            <p:cNvSpPr/>
            <p:nvPr/>
          </p:nvSpPr>
          <p:spPr>
            <a:xfrm>
              <a:off x="512486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g1379"/>
            <p:cNvSpPr/>
            <p:nvPr/>
          </p:nvSpPr>
          <p:spPr>
            <a:xfrm>
              <a:off x="513650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g1380"/>
            <p:cNvSpPr/>
            <p:nvPr/>
          </p:nvSpPr>
          <p:spPr>
            <a:xfrm>
              <a:off x="5148144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g1381"/>
            <p:cNvSpPr/>
            <p:nvPr/>
          </p:nvSpPr>
          <p:spPr>
            <a:xfrm>
              <a:off x="515978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g1382"/>
            <p:cNvSpPr/>
            <p:nvPr/>
          </p:nvSpPr>
          <p:spPr>
            <a:xfrm>
              <a:off x="520633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g1383"/>
            <p:cNvSpPr/>
            <p:nvPr/>
          </p:nvSpPr>
          <p:spPr>
            <a:xfrm>
              <a:off x="521796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g1384"/>
            <p:cNvSpPr/>
            <p:nvPr/>
          </p:nvSpPr>
          <p:spPr>
            <a:xfrm>
              <a:off x="522960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g1385"/>
            <p:cNvSpPr/>
            <p:nvPr/>
          </p:nvSpPr>
          <p:spPr>
            <a:xfrm>
              <a:off x="524124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g1386"/>
            <p:cNvSpPr/>
            <p:nvPr/>
          </p:nvSpPr>
          <p:spPr>
            <a:xfrm>
              <a:off x="525288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g1387"/>
            <p:cNvSpPr/>
            <p:nvPr/>
          </p:nvSpPr>
          <p:spPr>
            <a:xfrm>
              <a:off x="526451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g1388"/>
            <p:cNvSpPr/>
            <p:nvPr/>
          </p:nvSpPr>
          <p:spPr>
            <a:xfrm>
              <a:off x="498522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g1389"/>
            <p:cNvSpPr/>
            <p:nvPr/>
          </p:nvSpPr>
          <p:spPr>
            <a:xfrm>
              <a:off x="499685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g1390"/>
            <p:cNvSpPr/>
            <p:nvPr/>
          </p:nvSpPr>
          <p:spPr>
            <a:xfrm>
              <a:off x="500849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g1391"/>
            <p:cNvSpPr/>
            <p:nvPr/>
          </p:nvSpPr>
          <p:spPr>
            <a:xfrm>
              <a:off x="502013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g1392"/>
            <p:cNvSpPr/>
            <p:nvPr/>
          </p:nvSpPr>
          <p:spPr>
            <a:xfrm>
              <a:off x="503177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g1393"/>
            <p:cNvSpPr/>
            <p:nvPr/>
          </p:nvSpPr>
          <p:spPr>
            <a:xfrm>
              <a:off x="504340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g1394"/>
            <p:cNvSpPr/>
            <p:nvPr/>
          </p:nvSpPr>
          <p:spPr>
            <a:xfrm>
              <a:off x="505504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g1395"/>
            <p:cNvSpPr/>
            <p:nvPr/>
          </p:nvSpPr>
          <p:spPr>
            <a:xfrm>
              <a:off x="506668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g1396"/>
            <p:cNvSpPr/>
            <p:nvPr/>
          </p:nvSpPr>
          <p:spPr>
            <a:xfrm>
              <a:off x="507832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g1397"/>
            <p:cNvSpPr/>
            <p:nvPr/>
          </p:nvSpPr>
          <p:spPr>
            <a:xfrm>
              <a:off x="508995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g1398"/>
            <p:cNvSpPr/>
            <p:nvPr/>
          </p:nvSpPr>
          <p:spPr>
            <a:xfrm>
              <a:off x="510159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g1399"/>
            <p:cNvSpPr/>
            <p:nvPr/>
          </p:nvSpPr>
          <p:spPr>
            <a:xfrm>
              <a:off x="511323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g1400"/>
            <p:cNvSpPr/>
            <p:nvPr/>
          </p:nvSpPr>
          <p:spPr>
            <a:xfrm>
              <a:off x="512486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g1401"/>
            <p:cNvSpPr/>
            <p:nvPr/>
          </p:nvSpPr>
          <p:spPr>
            <a:xfrm>
              <a:off x="513650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g1402"/>
            <p:cNvSpPr/>
            <p:nvPr/>
          </p:nvSpPr>
          <p:spPr>
            <a:xfrm>
              <a:off x="5148144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g1403"/>
            <p:cNvSpPr/>
            <p:nvPr/>
          </p:nvSpPr>
          <p:spPr>
            <a:xfrm>
              <a:off x="515978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g1404"/>
            <p:cNvSpPr/>
            <p:nvPr/>
          </p:nvSpPr>
          <p:spPr>
            <a:xfrm>
              <a:off x="517141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g1405"/>
            <p:cNvSpPr/>
            <p:nvPr/>
          </p:nvSpPr>
          <p:spPr>
            <a:xfrm>
              <a:off x="520633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g1406"/>
            <p:cNvSpPr/>
            <p:nvPr/>
          </p:nvSpPr>
          <p:spPr>
            <a:xfrm>
              <a:off x="521796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g1407"/>
            <p:cNvSpPr/>
            <p:nvPr/>
          </p:nvSpPr>
          <p:spPr>
            <a:xfrm>
              <a:off x="522960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g1408"/>
            <p:cNvSpPr/>
            <p:nvPr/>
          </p:nvSpPr>
          <p:spPr>
            <a:xfrm>
              <a:off x="524124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g1409"/>
            <p:cNvSpPr/>
            <p:nvPr/>
          </p:nvSpPr>
          <p:spPr>
            <a:xfrm>
              <a:off x="525288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g1410"/>
            <p:cNvSpPr/>
            <p:nvPr/>
          </p:nvSpPr>
          <p:spPr>
            <a:xfrm>
              <a:off x="526451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g1411"/>
            <p:cNvSpPr/>
            <p:nvPr/>
          </p:nvSpPr>
          <p:spPr>
            <a:xfrm>
              <a:off x="498522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g1412"/>
            <p:cNvSpPr/>
            <p:nvPr/>
          </p:nvSpPr>
          <p:spPr>
            <a:xfrm>
              <a:off x="499685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g1413"/>
            <p:cNvSpPr/>
            <p:nvPr/>
          </p:nvSpPr>
          <p:spPr>
            <a:xfrm>
              <a:off x="500849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g1414"/>
            <p:cNvSpPr/>
            <p:nvPr/>
          </p:nvSpPr>
          <p:spPr>
            <a:xfrm>
              <a:off x="502013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g1415"/>
            <p:cNvSpPr/>
            <p:nvPr/>
          </p:nvSpPr>
          <p:spPr>
            <a:xfrm>
              <a:off x="503177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g1416"/>
            <p:cNvSpPr/>
            <p:nvPr/>
          </p:nvSpPr>
          <p:spPr>
            <a:xfrm>
              <a:off x="504340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g1417"/>
            <p:cNvSpPr/>
            <p:nvPr/>
          </p:nvSpPr>
          <p:spPr>
            <a:xfrm>
              <a:off x="505504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g1418"/>
            <p:cNvSpPr/>
            <p:nvPr/>
          </p:nvSpPr>
          <p:spPr>
            <a:xfrm>
              <a:off x="506668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g1419"/>
            <p:cNvSpPr/>
            <p:nvPr/>
          </p:nvSpPr>
          <p:spPr>
            <a:xfrm>
              <a:off x="507832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g1420"/>
            <p:cNvSpPr/>
            <p:nvPr/>
          </p:nvSpPr>
          <p:spPr>
            <a:xfrm>
              <a:off x="508995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g1421"/>
            <p:cNvSpPr/>
            <p:nvPr/>
          </p:nvSpPr>
          <p:spPr>
            <a:xfrm>
              <a:off x="510159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g1422"/>
            <p:cNvSpPr/>
            <p:nvPr/>
          </p:nvSpPr>
          <p:spPr>
            <a:xfrm>
              <a:off x="511323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g1423"/>
            <p:cNvSpPr/>
            <p:nvPr/>
          </p:nvSpPr>
          <p:spPr>
            <a:xfrm>
              <a:off x="512486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g1424"/>
            <p:cNvSpPr/>
            <p:nvPr/>
          </p:nvSpPr>
          <p:spPr>
            <a:xfrm>
              <a:off x="513650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g1425"/>
            <p:cNvSpPr/>
            <p:nvPr/>
          </p:nvSpPr>
          <p:spPr>
            <a:xfrm>
              <a:off x="5148144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g1426"/>
            <p:cNvSpPr/>
            <p:nvPr/>
          </p:nvSpPr>
          <p:spPr>
            <a:xfrm>
              <a:off x="515978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g1427"/>
            <p:cNvSpPr/>
            <p:nvPr/>
          </p:nvSpPr>
          <p:spPr>
            <a:xfrm>
              <a:off x="517141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g1428"/>
            <p:cNvSpPr/>
            <p:nvPr/>
          </p:nvSpPr>
          <p:spPr>
            <a:xfrm>
              <a:off x="518305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g1429"/>
            <p:cNvSpPr/>
            <p:nvPr/>
          </p:nvSpPr>
          <p:spPr>
            <a:xfrm>
              <a:off x="521796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g1430"/>
            <p:cNvSpPr/>
            <p:nvPr/>
          </p:nvSpPr>
          <p:spPr>
            <a:xfrm>
              <a:off x="522960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g1431"/>
            <p:cNvSpPr/>
            <p:nvPr/>
          </p:nvSpPr>
          <p:spPr>
            <a:xfrm>
              <a:off x="524124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g1432"/>
            <p:cNvSpPr/>
            <p:nvPr/>
          </p:nvSpPr>
          <p:spPr>
            <a:xfrm>
              <a:off x="525288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g1433"/>
            <p:cNvSpPr/>
            <p:nvPr/>
          </p:nvSpPr>
          <p:spPr>
            <a:xfrm>
              <a:off x="526451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g1434"/>
            <p:cNvSpPr/>
            <p:nvPr/>
          </p:nvSpPr>
          <p:spPr>
            <a:xfrm>
              <a:off x="498522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g1435"/>
            <p:cNvSpPr/>
            <p:nvPr/>
          </p:nvSpPr>
          <p:spPr>
            <a:xfrm>
              <a:off x="499685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g1436"/>
            <p:cNvSpPr/>
            <p:nvPr/>
          </p:nvSpPr>
          <p:spPr>
            <a:xfrm>
              <a:off x="500849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g1437"/>
            <p:cNvSpPr/>
            <p:nvPr/>
          </p:nvSpPr>
          <p:spPr>
            <a:xfrm>
              <a:off x="502013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g1438"/>
            <p:cNvSpPr/>
            <p:nvPr/>
          </p:nvSpPr>
          <p:spPr>
            <a:xfrm>
              <a:off x="503177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g1439"/>
            <p:cNvSpPr/>
            <p:nvPr/>
          </p:nvSpPr>
          <p:spPr>
            <a:xfrm>
              <a:off x="504340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g1440"/>
            <p:cNvSpPr/>
            <p:nvPr/>
          </p:nvSpPr>
          <p:spPr>
            <a:xfrm>
              <a:off x="505504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g1441"/>
            <p:cNvSpPr/>
            <p:nvPr/>
          </p:nvSpPr>
          <p:spPr>
            <a:xfrm>
              <a:off x="506668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g1442"/>
            <p:cNvSpPr/>
            <p:nvPr/>
          </p:nvSpPr>
          <p:spPr>
            <a:xfrm>
              <a:off x="507832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g1443"/>
            <p:cNvSpPr/>
            <p:nvPr/>
          </p:nvSpPr>
          <p:spPr>
            <a:xfrm>
              <a:off x="508995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g1444"/>
            <p:cNvSpPr/>
            <p:nvPr/>
          </p:nvSpPr>
          <p:spPr>
            <a:xfrm>
              <a:off x="510159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g1445"/>
            <p:cNvSpPr/>
            <p:nvPr/>
          </p:nvSpPr>
          <p:spPr>
            <a:xfrm>
              <a:off x="511323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g1446"/>
            <p:cNvSpPr/>
            <p:nvPr/>
          </p:nvSpPr>
          <p:spPr>
            <a:xfrm>
              <a:off x="512486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g1447"/>
            <p:cNvSpPr/>
            <p:nvPr/>
          </p:nvSpPr>
          <p:spPr>
            <a:xfrm>
              <a:off x="513650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g1448"/>
            <p:cNvSpPr/>
            <p:nvPr/>
          </p:nvSpPr>
          <p:spPr>
            <a:xfrm>
              <a:off x="5148144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g1449"/>
            <p:cNvSpPr/>
            <p:nvPr/>
          </p:nvSpPr>
          <p:spPr>
            <a:xfrm>
              <a:off x="515978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g1450"/>
            <p:cNvSpPr/>
            <p:nvPr/>
          </p:nvSpPr>
          <p:spPr>
            <a:xfrm>
              <a:off x="517141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g1451"/>
            <p:cNvSpPr/>
            <p:nvPr/>
          </p:nvSpPr>
          <p:spPr>
            <a:xfrm>
              <a:off x="518305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g1452"/>
            <p:cNvSpPr/>
            <p:nvPr/>
          </p:nvSpPr>
          <p:spPr>
            <a:xfrm>
              <a:off x="520633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g1453"/>
            <p:cNvSpPr/>
            <p:nvPr/>
          </p:nvSpPr>
          <p:spPr>
            <a:xfrm>
              <a:off x="521796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g1454"/>
            <p:cNvSpPr/>
            <p:nvPr/>
          </p:nvSpPr>
          <p:spPr>
            <a:xfrm>
              <a:off x="522960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g1455"/>
            <p:cNvSpPr/>
            <p:nvPr/>
          </p:nvSpPr>
          <p:spPr>
            <a:xfrm>
              <a:off x="524124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g1456"/>
            <p:cNvSpPr/>
            <p:nvPr/>
          </p:nvSpPr>
          <p:spPr>
            <a:xfrm>
              <a:off x="525288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g1457"/>
            <p:cNvSpPr/>
            <p:nvPr/>
          </p:nvSpPr>
          <p:spPr>
            <a:xfrm>
              <a:off x="526451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g1458"/>
            <p:cNvSpPr/>
            <p:nvPr/>
          </p:nvSpPr>
          <p:spPr>
            <a:xfrm>
              <a:off x="499685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g1459"/>
            <p:cNvSpPr/>
            <p:nvPr/>
          </p:nvSpPr>
          <p:spPr>
            <a:xfrm>
              <a:off x="500849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g1460"/>
            <p:cNvSpPr/>
            <p:nvPr/>
          </p:nvSpPr>
          <p:spPr>
            <a:xfrm>
              <a:off x="502013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g1461"/>
            <p:cNvSpPr/>
            <p:nvPr/>
          </p:nvSpPr>
          <p:spPr>
            <a:xfrm>
              <a:off x="503177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g1462"/>
            <p:cNvSpPr/>
            <p:nvPr/>
          </p:nvSpPr>
          <p:spPr>
            <a:xfrm>
              <a:off x="504340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g1463"/>
            <p:cNvSpPr/>
            <p:nvPr/>
          </p:nvSpPr>
          <p:spPr>
            <a:xfrm>
              <a:off x="505504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g1464"/>
            <p:cNvSpPr/>
            <p:nvPr/>
          </p:nvSpPr>
          <p:spPr>
            <a:xfrm>
              <a:off x="506668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g1465"/>
            <p:cNvSpPr/>
            <p:nvPr/>
          </p:nvSpPr>
          <p:spPr>
            <a:xfrm>
              <a:off x="507832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g1466"/>
            <p:cNvSpPr/>
            <p:nvPr/>
          </p:nvSpPr>
          <p:spPr>
            <a:xfrm>
              <a:off x="508995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g1467"/>
            <p:cNvSpPr/>
            <p:nvPr/>
          </p:nvSpPr>
          <p:spPr>
            <a:xfrm>
              <a:off x="510159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g1468"/>
            <p:cNvSpPr/>
            <p:nvPr/>
          </p:nvSpPr>
          <p:spPr>
            <a:xfrm>
              <a:off x="511323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g1469"/>
            <p:cNvSpPr/>
            <p:nvPr/>
          </p:nvSpPr>
          <p:spPr>
            <a:xfrm>
              <a:off x="512486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g1470"/>
            <p:cNvSpPr/>
            <p:nvPr/>
          </p:nvSpPr>
          <p:spPr>
            <a:xfrm>
              <a:off x="513650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g1471"/>
            <p:cNvSpPr/>
            <p:nvPr/>
          </p:nvSpPr>
          <p:spPr>
            <a:xfrm>
              <a:off x="5148144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g1472"/>
            <p:cNvSpPr/>
            <p:nvPr/>
          </p:nvSpPr>
          <p:spPr>
            <a:xfrm>
              <a:off x="515978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g1473"/>
            <p:cNvSpPr/>
            <p:nvPr/>
          </p:nvSpPr>
          <p:spPr>
            <a:xfrm>
              <a:off x="517141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g1474"/>
            <p:cNvSpPr/>
            <p:nvPr/>
          </p:nvSpPr>
          <p:spPr>
            <a:xfrm>
              <a:off x="518305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g1475"/>
            <p:cNvSpPr/>
            <p:nvPr/>
          </p:nvSpPr>
          <p:spPr>
            <a:xfrm>
              <a:off x="519469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g1476"/>
            <p:cNvSpPr/>
            <p:nvPr/>
          </p:nvSpPr>
          <p:spPr>
            <a:xfrm>
              <a:off x="520633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g1477"/>
            <p:cNvSpPr/>
            <p:nvPr/>
          </p:nvSpPr>
          <p:spPr>
            <a:xfrm>
              <a:off x="521796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g1478"/>
            <p:cNvSpPr/>
            <p:nvPr/>
          </p:nvSpPr>
          <p:spPr>
            <a:xfrm>
              <a:off x="522960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g1479"/>
            <p:cNvSpPr/>
            <p:nvPr/>
          </p:nvSpPr>
          <p:spPr>
            <a:xfrm>
              <a:off x="524124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g1480"/>
            <p:cNvSpPr/>
            <p:nvPr/>
          </p:nvSpPr>
          <p:spPr>
            <a:xfrm>
              <a:off x="525288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g1481"/>
            <p:cNvSpPr/>
            <p:nvPr/>
          </p:nvSpPr>
          <p:spPr>
            <a:xfrm>
              <a:off x="526451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g1482"/>
            <p:cNvSpPr/>
            <p:nvPr/>
          </p:nvSpPr>
          <p:spPr>
            <a:xfrm>
              <a:off x="500849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g1483"/>
            <p:cNvSpPr/>
            <p:nvPr/>
          </p:nvSpPr>
          <p:spPr>
            <a:xfrm>
              <a:off x="502013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g1484"/>
            <p:cNvSpPr/>
            <p:nvPr/>
          </p:nvSpPr>
          <p:spPr>
            <a:xfrm>
              <a:off x="503177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g1485"/>
            <p:cNvSpPr/>
            <p:nvPr/>
          </p:nvSpPr>
          <p:spPr>
            <a:xfrm>
              <a:off x="504340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g1486"/>
            <p:cNvSpPr/>
            <p:nvPr/>
          </p:nvSpPr>
          <p:spPr>
            <a:xfrm>
              <a:off x="505504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g1487"/>
            <p:cNvSpPr/>
            <p:nvPr/>
          </p:nvSpPr>
          <p:spPr>
            <a:xfrm>
              <a:off x="506668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g1488"/>
            <p:cNvSpPr/>
            <p:nvPr/>
          </p:nvSpPr>
          <p:spPr>
            <a:xfrm>
              <a:off x="507832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g1489"/>
            <p:cNvSpPr/>
            <p:nvPr/>
          </p:nvSpPr>
          <p:spPr>
            <a:xfrm>
              <a:off x="508995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g1490"/>
            <p:cNvSpPr/>
            <p:nvPr/>
          </p:nvSpPr>
          <p:spPr>
            <a:xfrm>
              <a:off x="510159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g1491"/>
            <p:cNvSpPr/>
            <p:nvPr/>
          </p:nvSpPr>
          <p:spPr>
            <a:xfrm>
              <a:off x="5113232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g1492"/>
            <p:cNvSpPr/>
            <p:nvPr/>
          </p:nvSpPr>
          <p:spPr>
            <a:xfrm>
              <a:off x="512486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g1493"/>
            <p:cNvSpPr/>
            <p:nvPr/>
          </p:nvSpPr>
          <p:spPr>
            <a:xfrm>
              <a:off x="513650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g1494"/>
            <p:cNvSpPr/>
            <p:nvPr/>
          </p:nvSpPr>
          <p:spPr>
            <a:xfrm>
              <a:off x="5148144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g1495"/>
            <p:cNvSpPr/>
            <p:nvPr/>
          </p:nvSpPr>
          <p:spPr>
            <a:xfrm>
              <a:off x="515978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g1496"/>
            <p:cNvSpPr/>
            <p:nvPr/>
          </p:nvSpPr>
          <p:spPr>
            <a:xfrm>
              <a:off x="517141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g1497"/>
            <p:cNvSpPr/>
            <p:nvPr/>
          </p:nvSpPr>
          <p:spPr>
            <a:xfrm>
              <a:off x="518305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g1498"/>
            <p:cNvSpPr/>
            <p:nvPr/>
          </p:nvSpPr>
          <p:spPr>
            <a:xfrm>
              <a:off x="519469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g1499"/>
            <p:cNvSpPr/>
            <p:nvPr/>
          </p:nvSpPr>
          <p:spPr>
            <a:xfrm>
              <a:off x="520633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g1500"/>
            <p:cNvSpPr/>
            <p:nvPr/>
          </p:nvSpPr>
          <p:spPr>
            <a:xfrm>
              <a:off x="521796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g1501"/>
            <p:cNvSpPr/>
            <p:nvPr/>
          </p:nvSpPr>
          <p:spPr>
            <a:xfrm>
              <a:off x="522960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g1502"/>
            <p:cNvSpPr/>
            <p:nvPr/>
          </p:nvSpPr>
          <p:spPr>
            <a:xfrm>
              <a:off x="524124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g1503"/>
            <p:cNvSpPr/>
            <p:nvPr/>
          </p:nvSpPr>
          <p:spPr>
            <a:xfrm>
              <a:off x="525288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g1504"/>
            <p:cNvSpPr/>
            <p:nvPr/>
          </p:nvSpPr>
          <p:spPr>
            <a:xfrm>
              <a:off x="500849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g1505"/>
            <p:cNvSpPr/>
            <p:nvPr/>
          </p:nvSpPr>
          <p:spPr>
            <a:xfrm>
              <a:off x="502013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g1506"/>
            <p:cNvSpPr/>
            <p:nvPr/>
          </p:nvSpPr>
          <p:spPr>
            <a:xfrm>
              <a:off x="503177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g1507"/>
            <p:cNvSpPr/>
            <p:nvPr/>
          </p:nvSpPr>
          <p:spPr>
            <a:xfrm>
              <a:off x="504340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g1508"/>
            <p:cNvSpPr/>
            <p:nvPr/>
          </p:nvSpPr>
          <p:spPr>
            <a:xfrm>
              <a:off x="505504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g1509"/>
            <p:cNvSpPr/>
            <p:nvPr/>
          </p:nvSpPr>
          <p:spPr>
            <a:xfrm>
              <a:off x="506668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g1510"/>
            <p:cNvSpPr/>
            <p:nvPr/>
          </p:nvSpPr>
          <p:spPr>
            <a:xfrm>
              <a:off x="507832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g1511"/>
            <p:cNvSpPr/>
            <p:nvPr/>
          </p:nvSpPr>
          <p:spPr>
            <a:xfrm>
              <a:off x="508995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g1512"/>
            <p:cNvSpPr/>
            <p:nvPr/>
          </p:nvSpPr>
          <p:spPr>
            <a:xfrm>
              <a:off x="510159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g1513"/>
            <p:cNvSpPr/>
            <p:nvPr/>
          </p:nvSpPr>
          <p:spPr>
            <a:xfrm>
              <a:off x="5113232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g1514"/>
            <p:cNvSpPr/>
            <p:nvPr/>
          </p:nvSpPr>
          <p:spPr>
            <a:xfrm>
              <a:off x="512486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g1515"/>
            <p:cNvSpPr/>
            <p:nvPr/>
          </p:nvSpPr>
          <p:spPr>
            <a:xfrm>
              <a:off x="513650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g1516"/>
            <p:cNvSpPr/>
            <p:nvPr/>
          </p:nvSpPr>
          <p:spPr>
            <a:xfrm>
              <a:off x="5148144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g1517"/>
            <p:cNvSpPr/>
            <p:nvPr/>
          </p:nvSpPr>
          <p:spPr>
            <a:xfrm>
              <a:off x="515978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g1518"/>
            <p:cNvSpPr/>
            <p:nvPr/>
          </p:nvSpPr>
          <p:spPr>
            <a:xfrm>
              <a:off x="517141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g1519"/>
            <p:cNvSpPr/>
            <p:nvPr/>
          </p:nvSpPr>
          <p:spPr>
            <a:xfrm>
              <a:off x="518305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g1520"/>
            <p:cNvSpPr/>
            <p:nvPr/>
          </p:nvSpPr>
          <p:spPr>
            <a:xfrm>
              <a:off x="519469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g1521"/>
            <p:cNvSpPr/>
            <p:nvPr/>
          </p:nvSpPr>
          <p:spPr>
            <a:xfrm>
              <a:off x="520633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g1522"/>
            <p:cNvSpPr/>
            <p:nvPr/>
          </p:nvSpPr>
          <p:spPr>
            <a:xfrm>
              <a:off x="521796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g1523"/>
            <p:cNvSpPr/>
            <p:nvPr/>
          </p:nvSpPr>
          <p:spPr>
            <a:xfrm>
              <a:off x="522960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g1524"/>
            <p:cNvSpPr/>
            <p:nvPr/>
          </p:nvSpPr>
          <p:spPr>
            <a:xfrm>
              <a:off x="524124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g1525"/>
            <p:cNvSpPr/>
            <p:nvPr/>
          </p:nvSpPr>
          <p:spPr>
            <a:xfrm>
              <a:off x="503177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g1526"/>
            <p:cNvSpPr/>
            <p:nvPr/>
          </p:nvSpPr>
          <p:spPr>
            <a:xfrm>
              <a:off x="504340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g1527"/>
            <p:cNvSpPr/>
            <p:nvPr/>
          </p:nvSpPr>
          <p:spPr>
            <a:xfrm>
              <a:off x="505504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g1528"/>
            <p:cNvSpPr/>
            <p:nvPr/>
          </p:nvSpPr>
          <p:spPr>
            <a:xfrm>
              <a:off x="506668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g1529"/>
            <p:cNvSpPr/>
            <p:nvPr/>
          </p:nvSpPr>
          <p:spPr>
            <a:xfrm>
              <a:off x="507832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g1530"/>
            <p:cNvSpPr/>
            <p:nvPr/>
          </p:nvSpPr>
          <p:spPr>
            <a:xfrm>
              <a:off x="508995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g1531"/>
            <p:cNvSpPr/>
            <p:nvPr/>
          </p:nvSpPr>
          <p:spPr>
            <a:xfrm>
              <a:off x="510159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g1532"/>
            <p:cNvSpPr/>
            <p:nvPr/>
          </p:nvSpPr>
          <p:spPr>
            <a:xfrm>
              <a:off x="5113232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g1533"/>
            <p:cNvSpPr/>
            <p:nvPr/>
          </p:nvSpPr>
          <p:spPr>
            <a:xfrm>
              <a:off x="512486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g1534"/>
            <p:cNvSpPr/>
            <p:nvPr/>
          </p:nvSpPr>
          <p:spPr>
            <a:xfrm>
              <a:off x="513650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g1535"/>
            <p:cNvSpPr/>
            <p:nvPr/>
          </p:nvSpPr>
          <p:spPr>
            <a:xfrm>
              <a:off x="5148144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g1536"/>
            <p:cNvSpPr/>
            <p:nvPr/>
          </p:nvSpPr>
          <p:spPr>
            <a:xfrm>
              <a:off x="515978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g1537"/>
            <p:cNvSpPr/>
            <p:nvPr/>
          </p:nvSpPr>
          <p:spPr>
            <a:xfrm>
              <a:off x="517141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g1538"/>
            <p:cNvSpPr/>
            <p:nvPr/>
          </p:nvSpPr>
          <p:spPr>
            <a:xfrm>
              <a:off x="5183056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g1539"/>
            <p:cNvSpPr/>
            <p:nvPr/>
          </p:nvSpPr>
          <p:spPr>
            <a:xfrm>
              <a:off x="519469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g1540"/>
            <p:cNvSpPr/>
            <p:nvPr/>
          </p:nvSpPr>
          <p:spPr>
            <a:xfrm>
              <a:off x="520633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g1541"/>
            <p:cNvSpPr/>
            <p:nvPr/>
          </p:nvSpPr>
          <p:spPr>
            <a:xfrm>
              <a:off x="521796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g1542"/>
            <p:cNvSpPr/>
            <p:nvPr/>
          </p:nvSpPr>
          <p:spPr>
            <a:xfrm>
              <a:off x="522960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g1543"/>
            <p:cNvSpPr/>
            <p:nvPr/>
          </p:nvSpPr>
          <p:spPr>
            <a:xfrm>
              <a:off x="504340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g1544"/>
            <p:cNvSpPr/>
            <p:nvPr/>
          </p:nvSpPr>
          <p:spPr>
            <a:xfrm>
              <a:off x="505504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g1545"/>
            <p:cNvSpPr/>
            <p:nvPr/>
          </p:nvSpPr>
          <p:spPr>
            <a:xfrm>
              <a:off x="506668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g1546"/>
            <p:cNvSpPr/>
            <p:nvPr/>
          </p:nvSpPr>
          <p:spPr>
            <a:xfrm>
              <a:off x="5078320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g1547"/>
            <p:cNvSpPr/>
            <p:nvPr/>
          </p:nvSpPr>
          <p:spPr>
            <a:xfrm>
              <a:off x="508995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g1548"/>
            <p:cNvSpPr/>
            <p:nvPr/>
          </p:nvSpPr>
          <p:spPr>
            <a:xfrm>
              <a:off x="510159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g1549"/>
            <p:cNvSpPr/>
            <p:nvPr/>
          </p:nvSpPr>
          <p:spPr>
            <a:xfrm>
              <a:off x="5113232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g1550"/>
            <p:cNvSpPr/>
            <p:nvPr/>
          </p:nvSpPr>
          <p:spPr>
            <a:xfrm>
              <a:off x="512486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g1551"/>
            <p:cNvSpPr/>
            <p:nvPr/>
          </p:nvSpPr>
          <p:spPr>
            <a:xfrm>
              <a:off x="513650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g1552"/>
            <p:cNvSpPr/>
            <p:nvPr/>
          </p:nvSpPr>
          <p:spPr>
            <a:xfrm>
              <a:off x="5148144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g1553"/>
            <p:cNvSpPr/>
            <p:nvPr/>
          </p:nvSpPr>
          <p:spPr>
            <a:xfrm>
              <a:off x="515978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g1554"/>
            <p:cNvSpPr/>
            <p:nvPr/>
          </p:nvSpPr>
          <p:spPr>
            <a:xfrm>
              <a:off x="517141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g1555"/>
            <p:cNvSpPr/>
            <p:nvPr/>
          </p:nvSpPr>
          <p:spPr>
            <a:xfrm>
              <a:off x="5183056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g1556"/>
            <p:cNvSpPr/>
            <p:nvPr/>
          </p:nvSpPr>
          <p:spPr>
            <a:xfrm>
              <a:off x="519469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g1557"/>
            <p:cNvSpPr/>
            <p:nvPr/>
          </p:nvSpPr>
          <p:spPr>
            <a:xfrm>
              <a:off x="520633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g1558"/>
            <p:cNvSpPr/>
            <p:nvPr/>
          </p:nvSpPr>
          <p:spPr>
            <a:xfrm>
              <a:off x="521796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g1559"/>
            <p:cNvSpPr/>
            <p:nvPr/>
          </p:nvSpPr>
          <p:spPr>
            <a:xfrm>
              <a:off x="505504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g1560"/>
            <p:cNvSpPr/>
            <p:nvPr/>
          </p:nvSpPr>
          <p:spPr>
            <a:xfrm>
              <a:off x="506668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g1561"/>
            <p:cNvSpPr/>
            <p:nvPr/>
          </p:nvSpPr>
          <p:spPr>
            <a:xfrm>
              <a:off x="5078320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g1562"/>
            <p:cNvSpPr/>
            <p:nvPr/>
          </p:nvSpPr>
          <p:spPr>
            <a:xfrm>
              <a:off x="508995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g1563"/>
            <p:cNvSpPr/>
            <p:nvPr/>
          </p:nvSpPr>
          <p:spPr>
            <a:xfrm>
              <a:off x="510159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g1564"/>
            <p:cNvSpPr/>
            <p:nvPr/>
          </p:nvSpPr>
          <p:spPr>
            <a:xfrm>
              <a:off x="5113232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g1565"/>
            <p:cNvSpPr/>
            <p:nvPr/>
          </p:nvSpPr>
          <p:spPr>
            <a:xfrm>
              <a:off x="512486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g1566"/>
            <p:cNvSpPr/>
            <p:nvPr/>
          </p:nvSpPr>
          <p:spPr>
            <a:xfrm>
              <a:off x="513650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g1567"/>
            <p:cNvSpPr/>
            <p:nvPr/>
          </p:nvSpPr>
          <p:spPr>
            <a:xfrm>
              <a:off x="5148144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g1568"/>
            <p:cNvSpPr/>
            <p:nvPr/>
          </p:nvSpPr>
          <p:spPr>
            <a:xfrm>
              <a:off x="515978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g1569"/>
            <p:cNvSpPr/>
            <p:nvPr/>
          </p:nvSpPr>
          <p:spPr>
            <a:xfrm>
              <a:off x="517141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g1570"/>
            <p:cNvSpPr/>
            <p:nvPr/>
          </p:nvSpPr>
          <p:spPr>
            <a:xfrm>
              <a:off x="5183056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g1571"/>
            <p:cNvSpPr/>
            <p:nvPr/>
          </p:nvSpPr>
          <p:spPr>
            <a:xfrm>
              <a:off x="519469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g1572"/>
            <p:cNvSpPr/>
            <p:nvPr/>
          </p:nvSpPr>
          <p:spPr>
            <a:xfrm>
              <a:off x="520633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g1573"/>
            <p:cNvSpPr/>
            <p:nvPr/>
          </p:nvSpPr>
          <p:spPr>
            <a:xfrm>
              <a:off x="5217968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g1574"/>
            <p:cNvSpPr/>
            <p:nvPr/>
          </p:nvSpPr>
          <p:spPr>
            <a:xfrm>
              <a:off x="500849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g1575"/>
            <p:cNvSpPr/>
            <p:nvPr/>
          </p:nvSpPr>
          <p:spPr>
            <a:xfrm>
              <a:off x="502013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g1576"/>
            <p:cNvSpPr/>
            <p:nvPr/>
          </p:nvSpPr>
          <p:spPr>
            <a:xfrm>
              <a:off x="503177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g1577"/>
            <p:cNvSpPr/>
            <p:nvPr/>
          </p:nvSpPr>
          <p:spPr>
            <a:xfrm>
              <a:off x="504340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g1578"/>
            <p:cNvSpPr/>
            <p:nvPr/>
          </p:nvSpPr>
          <p:spPr>
            <a:xfrm>
              <a:off x="505504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g1579"/>
            <p:cNvSpPr/>
            <p:nvPr/>
          </p:nvSpPr>
          <p:spPr>
            <a:xfrm>
              <a:off x="506668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g1580"/>
            <p:cNvSpPr/>
            <p:nvPr/>
          </p:nvSpPr>
          <p:spPr>
            <a:xfrm>
              <a:off x="5078320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g1581"/>
            <p:cNvSpPr/>
            <p:nvPr/>
          </p:nvSpPr>
          <p:spPr>
            <a:xfrm>
              <a:off x="508995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g1582"/>
            <p:cNvSpPr/>
            <p:nvPr/>
          </p:nvSpPr>
          <p:spPr>
            <a:xfrm>
              <a:off x="510159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g1583"/>
            <p:cNvSpPr/>
            <p:nvPr/>
          </p:nvSpPr>
          <p:spPr>
            <a:xfrm>
              <a:off x="5113232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g1584"/>
            <p:cNvSpPr/>
            <p:nvPr/>
          </p:nvSpPr>
          <p:spPr>
            <a:xfrm>
              <a:off x="512486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g1585"/>
            <p:cNvSpPr/>
            <p:nvPr/>
          </p:nvSpPr>
          <p:spPr>
            <a:xfrm>
              <a:off x="513650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g1586"/>
            <p:cNvSpPr/>
            <p:nvPr/>
          </p:nvSpPr>
          <p:spPr>
            <a:xfrm>
              <a:off x="5148144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g1587"/>
            <p:cNvSpPr/>
            <p:nvPr/>
          </p:nvSpPr>
          <p:spPr>
            <a:xfrm>
              <a:off x="515978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g1588"/>
            <p:cNvSpPr/>
            <p:nvPr/>
          </p:nvSpPr>
          <p:spPr>
            <a:xfrm>
              <a:off x="517141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g1589"/>
            <p:cNvSpPr/>
            <p:nvPr/>
          </p:nvSpPr>
          <p:spPr>
            <a:xfrm>
              <a:off x="518305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g1590"/>
            <p:cNvSpPr/>
            <p:nvPr/>
          </p:nvSpPr>
          <p:spPr>
            <a:xfrm>
              <a:off x="519469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g1591"/>
            <p:cNvSpPr/>
            <p:nvPr/>
          </p:nvSpPr>
          <p:spPr>
            <a:xfrm>
              <a:off x="520633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g1592"/>
            <p:cNvSpPr/>
            <p:nvPr/>
          </p:nvSpPr>
          <p:spPr>
            <a:xfrm>
              <a:off x="499685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g1593"/>
            <p:cNvSpPr/>
            <p:nvPr/>
          </p:nvSpPr>
          <p:spPr>
            <a:xfrm>
              <a:off x="500849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g1594"/>
            <p:cNvSpPr/>
            <p:nvPr/>
          </p:nvSpPr>
          <p:spPr>
            <a:xfrm>
              <a:off x="502013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g1595"/>
            <p:cNvSpPr/>
            <p:nvPr/>
          </p:nvSpPr>
          <p:spPr>
            <a:xfrm>
              <a:off x="503177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g1596"/>
            <p:cNvSpPr/>
            <p:nvPr/>
          </p:nvSpPr>
          <p:spPr>
            <a:xfrm>
              <a:off x="504340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g1597"/>
            <p:cNvSpPr/>
            <p:nvPr/>
          </p:nvSpPr>
          <p:spPr>
            <a:xfrm>
              <a:off x="505504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g1598"/>
            <p:cNvSpPr/>
            <p:nvPr/>
          </p:nvSpPr>
          <p:spPr>
            <a:xfrm>
              <a:off x="506668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g1599"/>
            <p:cNvSpPr/>
            <p:nvPr/>
          </p:nvSpPr>
          <p:spPr>
            <a:xfrm>
              <a:off x="5078320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g1600"/>
            <p:cNvSpPr/>
            <p:nvPr/>
          </p:nvSpPr>
          <p:spPr>
            <a:xfrm>
              <a:off x="508995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g1601"/>
            <p:cNvSpPr/>
            <p:nvPr/>
          </p:nvSpPr>
          <p:spPr>
            <a:xfrm>
              <a:off x="510159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g1602"/>
            <p:cNvSpPr/>
            <p:nvPr/>
          </p:nvSpPr>
          <p:spPr>
            <a:xfrm>
              <a:off x="5113232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g1603"/>
            <p:cNvSpPr/>
            <p:nvPr/>
          </p:nvSpPr>
          <p:spPr>
            <a:xfrm>
              <a:off x="512486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g1604"/>
            <p:cNvSpPr/>
            <p:nvPr/>
          </p:nvSpPr>
          <p:spPr>
            <a:xfrm>
              <a:off x="513650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g1605"/>
            <p:cNvSpPr/>
            <p:nvPr/>
          </p:nvSpPr>
          <p:spPr>
            <a:xfrm>
              <a:off x="5148144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g1606"/>
            <p:cNvSpPr/>
            <p:nvPr/>
          </p:nvSpPr>
          <p:spPr>
            <a:xfrm>
              <a:off x="515978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g1607"/>
            <p:cNvSpPr/>
            <p:nvPr/>
          </p:nvSpPr>
          <p:spPr>
            <a:xfrm>
              <a:off x="517141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g1608"/>
            <p:cNvSpPr/>
            <p:nvPr/>
          </p:nvSpPr>
          <p:spPr>
            <a:xfrm>
              <a:off x="518305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g1609"/>
            <p:cNvSpPr/>
            <p:nvPr/>
          </p:nvSpPr>
          <p:spPr>
            <a:xfrm>
              <a:off x="519469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g1610"/>
            <p:cNvSpPr/>
            <p:nvPr/>
          </p:nvSpPr>
          <p:spPr>
            <a:xfrm>
              <a:off x="520633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g1611"/>
            <p:cNvSpPr/>
            <p:nvPr/>
          </p:nvSpPr>
          <p:spPr>
            <a:xfrm>
              <a:off x="499685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g1612"/>
            <p:cNvSpPr/>
            <p:nvPr/>
          </p:nvSpPr>
          <p:spPr>
            <a:xfrm>
              <a:off x="500849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g1613"/>
            <p:cNvSpPr/>
            <p:nvPr/>
          </p:nvSpPr>
          <p:spPr>
            <a:xfrm>
              <a:off x="502013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g1614"/>
            <p:cNvSpPr/>
            <p:nvPr/>
          </p:nvSpPr>
          <p:spPr>
            <a:xfrm>
              <a:off x="503177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g1615"/>
            <p:cNvSpPr/>
            <p:nvPr/>
          </p:nvSpPr>
          <p:spPr>
            <a:xfrm>
              <a:off x="504340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g1616"/>
            <p:cNvSpPr/>
            <p:nvPr/>
          </p:nvSpPr>
          <p:spPr>
            <a:xfrm>
              <a:off x="505504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g1617"/>
            <p:cNvSpPr/>
            <p:nvPr/>
          </p:nvSpPr>
          <p:spPr>
            <a:xfrm>
              <a:off x="506668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g1618"/>
            <p:cNvSpPr/>
            <p:nvPr/>
          </p:nvSpPr>
          <p:spPr>
            <a:xfrm>
              <a:off x="5078320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g1619"/>
            <p:cNvSpPr/>
            <p:nvPr/>
          </p:nvSpPr>
          <p:spPr>
            <a:xfrm>
              <a:off x="508995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g1620"/>
            <p:cNvSpPr/>
            <p:nvPr/>
          </p:nvSpPr>
          <p:spPr>
            <a:xfrm>
              <a:off x="510159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g1621"/>
            <p:cNvSpPr/>
            <p:nvPr/>
          </p:nvSpPr>
          <p:spPr>
            <a:xfrm>
              <a:off x="5113232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g1622"/>
            <p:cNvSpPr/>
            <p:nvPr/>
          </p:nvSpPr>
          <p:spPr>
            <a:xfrm>
              <a:off x="512486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g1623"/>
            <p:cNvSpPr/>
            <p:nvPr/>
          </p:nvSpPr>
          <p:spPr>
            <a:xfrm>
              <a:off x="513650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g1624"/>
            <p:cNvSpPr/>
            <p:nvPr/>
          </p:nvSpPr>
          <p:spPr>
            <a:xfrm>
              <a:off x="5148144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g1625"/>
            <p:cNvSpPr/>
            <p:nvPr/>
          </p:nvSpPr>
          <p:spPr>
            <a:xfrm>
              <a:off x="515978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g1626"/>
            <p:cNvSpPr/>
            <p:nvPr/>
          </p:nvSpPr>
          <p:spPr>
            <a:xfrm>
              <a:off x="517141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g1627"/>
            <p:cNvSpPr/>
            <p:nvPr/>
          </p:nvSpPr>
          <p:spPr>
            <a:xfrm>
              <a:off x="518305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g1628"/>
            <p:cNvSpPr/>
            <p:nvPr/>
          </p:nvSpPr>
          <p:spPr>
            <a:xfrm>
              <a:off x="519469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g1629"/>
            <p:cNvSpPr/>
            <p:nvPr/>
          </p:nvSpPr>
          <p:spPr>
            <a:xfrm>
              <a:off x="499685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g1630"/>
            <p:cNvSpPr/>
            <p:nvPr/>
          </p:nvSpPr>
          <p:spPr>
            <a:xfrm>
              <a:off x="500849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g1631"/>
            <p:cNvSpPr/>
            <p:nvPr/>
          </p:nvSpPr>
          <p:spPr>
            <a:xfrm>
              <a:off x="502013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g1632"/>
            <p:cNvSpPr/>
            <p:nvPr/>
          </p:nvSpPr>
          <p:spPr>
            <a:xfrm>
              <a:off x="503177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g1633"/>
            <p:cNvSpPr/>
            <p:nvPr/>
          </p:nvSpPr>
          <p:spPr>
            <a:xfrm>
              <a:off x="5043408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g1634"/>
            <p:cNvSpPr/>
            <p:nvPr/>
          </p:nvSpPr>
          <p:spPr>
            <a:xfrm>
              <a:off x="505504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g1635"/>
            <p:cNvSpPr/>
            <p:nvPr/>
          </p:nvSpPr>
          <p:spPr>
            <a:xfrm>
              <a:off x="506668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g1636"/>
            <p:cNvSpPr/>
            <p:nvPr/>
          </p:nvSpPr>
          <p:spPr>
            <a:xfrm>
              <a:off x="5078320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g1637"/>
            <p:cNvSpPr/>
            <p:nvPr/>
          </p:nvSpPr>
          <p:spPr>
            <a:xfrm>
              <a:off x="508995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g1638"/>
            <p:cNvSpPr/>
            <p:nvPr/>
          </p:nvSpPr>
          <p:spPr>
            <a:xfrm>
              <a:off x="510159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g1639"/>
            <p:cNvSpPr/>
            <p:nvPr/>
          </p:nvSpPr>
          <p:spPr>
            <a:xfrm>
              <a:off x="5113232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g1640"/>
            <p:cNvSpPr/>
            <p:nvPr/>
          </p:nvSpPr>
          <p:spPr>
            <a:xfrm>
              <a:off x="512486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g1641"/>
            <p:cNvSpPr/>
            <p:nvPr/>
          </p:nvSpPr>
          <p:spPr>
            <a:xfrm>
              <a:off x="513650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g1642"/>
            <p:cNvSpPr/>
            <p:nvPr/>
          </p:nvSpPr>
          <p:spPr>
            <a:xfrm>
              <a:off x="5148144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g1643"/>
            <p:cNvSpPr/>
            <p:nvPr/>
          </p:nvSpPr>
          <p:spPr>
            <a:xfrm>
              <a:off x="515978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g1644"/>
            <p:cNvSpPr/>
            <p:nvPr/>
          </p:nvSpPr>
          <p:spPr>
            <a:xfrm>
              <a:off x="517141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g1645"/>
            <p:cNvSpPr/>
            <p:nvPr/>
          </p:nvSpPr>
          <p:spPr>
            <a:xfrm>
              <a:off x="518305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g1646"/>
            <p:cNvSpPr/>
            <p:nvPr/>
          </p:nvSpPr>
          <p:spPr>
            <a:xfrm>
              <a:off x="5008496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g1647"/>
            <p:cNvSpPr/>
            <p:nvPr/>
          </p:nvSpPr>
          <p:spPr>
            <a:xfrm>
              <a:off x="502013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g1648"/>
            <p:cNvSpPr/>
            <p:nvPr/>
          </p:nvSpPr>
          <p:spPr>
            <a:xfrm>
              <a:off x="503177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2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g1649"/>
            <p:cNvSpPr/>
            <p:nvPr/>
          </p:nvSpPr>
          <p:spPr>
            <a:xfrm>
              <a:off x="5043408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g1650"/>
            <p:cNvSpPr/>
            <p:nvPr/>
          </p:nvSpPr>
          <p:spPr>
            <a:xfrm>
              <a:off x="505504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g1651"/>
            <p:cNvSpPr/>
            <p:nvPr/>
          </p:nvSpPr>
          <p:spPr>
            <a:xfrm>
              <a:off x="506668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g1652"/>
            <p:cNvSpPr/>
            <p:nvPr/>
          </p:nvSpPr>
          <p:spPr>
            <a:xfrm>
              <a:off x="5078320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g1653"/>
            <p:cNvSpPr/>
            <p:nvPr/>
          </p:nvSpPr>
          <p:spPr>
            <a:xfrm>
              <a:off x="508995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g1654"/>
            <p:cNvSpPr/>
            <p:nvPr/>
          </p:nvSpPr>
          <p:spPr>
            <a:xfrm>
              <a:off x="510159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g1655"/>
            <p:cNvSpPr/>
            <p:nvPr/>
          </p:nvSpPr>
          <p:spPr>
            <a:xfrm>
              <a:off x="5113232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g1656"/>
            <p:cNvSpPr/>
            <p:nvPr/>
          </p:nvSpPr>
          <p:spPr>
            <a:xfrm>
              <a:off x="512486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g1657"/>
            <p:cNvSpPr/>
            <p:nvPr/>
          </p:nvSpPr>
          <p:spPr>
            <a:xfrm>
              <a:off x="513650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g1658"/>
            <p:cNvSpPr/>
            <p:nvPr/>
          </p:nvSpPr>
          <p:spPr>
            <a:xfrm>
              <a:off x="5148144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g1659"/>
            <p:cNvSpPr/>
            <p:nvPr/>
          </p:nvSpPr>
          <p:spPr>
            <a:xfrm>
              <a:off x="515978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g1660"/>
            <p:cNvSpPr/>
            <p:nvPr/>
          </p:nvSpPr>
          <p:spPr>
            <a:xfrm>
              <a:off x="517141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g1661"/>
            <p:cNvSpPr/>
            <p:nvPr/>
          </p:nvSpPr>
          <p:spPr>
            <a:xfrm>
              <a:off x="5043408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g1662"/>
            <p:cNvSpPr/>
            <p:nvPr/>
          </p:nvSpPr>
          <p:spPr>
            <a:xfrm>
              <a:off x="505504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g1663"/>
            <p:cNvSpPr/>
            <p:nvPr/>
          </p:nvSpPr>
          <p:spPr>
            <a:xfrm>
              <a:off x="5066683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g1664"/>
            <p:cNvSpPr/>
            <p:nvPr/>
          </p:nvSpPr>
          <p:spPr>
            <a:xfrm>
              <a:off x="5078320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g1665"/>
            <p:cNvSpPr/>
            <p:nvPr/>
          </p:nvSpPr>
          <p:spPr>
            <a:xfrm>
              <a:off x="508995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g1666"/>
            <p:cNvSpPr/>
            <p:nvPr/>
          </p:nvSpPr>
          <p:spPr>
            <a:xfrm>
              <a:off x="510159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g1667"/>
            <p:cNvSpPr/>
            <p:nvPr/>
          </p:nvSpPr>
          <p:spPr>
            <a:xfrm>
              <a:off x="5113232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g1668"/>
            <p:cNvSpPr/>
            <p:nvPr/>
          </p:nvSpPr>
          <p:spPr>
            <a:xfrm>
              <a:off x="512486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g1669"/>
            <p:cNvSpPr/>
            <p:nvPr/>
          </p:nvSpPr>
          <p:spPr>
            <a:xfrm>
              <a:off x="513650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g1670"/>
            <p:cNvSpPr/>
            <p:nvPr/>
          </p:nvSpPr>
          <p:spPr>
            <a:xfrm>
              <a:off x="5148144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g1671"/>
            <p:cNvSpPr/>
            <p:nvPr/>
          </p:nvSpPr>
          <p:spPr>
            <a:xfrm>
              <a:off x="5159781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g1672"/>
            <p:cNvSpPr/>
            <p:nvPr/>
          </p:nvSpPr>
          <p:spPr>
            <a:xfrm>
              <a:off x="517141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g1673"/>
            <p:cNvSpPr/>
            <p:nvPr/>
          </p:nvSpPr>
          <p:spPr>
            <a:xfrm>
              <a:off x="5066683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g1674"/>
            <p:cNvSpPr/>
            <p:nvPr/>
          </p:nvSpPr>
          <p:spPr>
            <a:xfrm>
              <a:off x="5078320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g1675"/>
            <p:cNvSpPr/>
            <p:nvPr/>
          </p:nvSpPr>
          <p:spPr>
            <a:xfrm>
              <a:off x="508995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g1676"/>
            <p:cNvSpPr/>
            <p:nvPr/>
          </p:nvSpPr>
          <p:spPr>
            <a:xfrm>
              <a:off x="5101595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g1677"/>
            <p:cNvSpPr/>
            <p:nvPr/>
          </p:nvSpPr>
          <p:spPr>
            <a:xfrm>
              <a:off x="5113232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g1678"/>
            <p:cNvSpPr/>
            <p:nvPr/>
          </p:nvSpPr>
          <p:spPr>
            <a:xfrm>
              <a:off x="512486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g1679"/>
            <p:cNvSpPr/>
            <p:nvPr/>
          </p:nvSpPr>
          <p:spPr>
            <a:xfrm>
              <a:off x="513650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g1680"/>
            <p:cNvSpPr/>
            <p:nvPr/>
          </p:nvSpPr>
          <p:spPr>
            <a:xfrm>
              <a:off x="5148144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g1681"/>
            <p:cNvSpPr/>
            <p:nvPr/>
          </p:nvSpPr>
          <p:spPr>
            <a:xfrm>
              <a:off x="5159781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g1682"/>
            <p:cNvSpPr/>
            <p:nvPr/>
          </p:nvSpPr>
          <p:spPr>
            <a:xfrm>
              <a:off x="517141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g1683"/>
            <p:cNvSpPr/>
            <p:nvPr/>
          </p:nvSpPr>
          <p:spPr>
            <a:xfrm>
              <a:off x="5078320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g1684"/>
            <p:cNvSpPr/>
            <p:nvPr/>
          </p:nvSpPr>
          <p:spPr>
            <a:xfrm>
              <a:off x="508995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g1685"/>
            <p:cNvSpPr/>
            <p:nvPr/>
          </p:nvSpPr>
          <p:spPr>
            <a:xfrm>
              <a:off x="5101595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g1686"/>
            <p:cNvSpPr/>
            <p:nvPr/>
          </p:nvSpPr>
          <p:spPr>
            <a:xfrm>
              <a:off x="5113232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g1687"/>
            <p:cNvSpPr/>
            <p:nvPr/>
          </p:nvSpPr>
          <p:spPr>
            <a:xfrm>
              <a:off x="512486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g1688"/>
            <p:cNvSpPr/>
            <p:nvPr/>
          </p:nvSpPr>
          <p:spPr>
            <a:xfrm>
              <a:off x="513650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g1689"/>
            <p:cNvSpPr/>
            <p:nvPr/>
          </p:nvSpPr>
          <p:spPr>
            <a:xfrm>
              <a:off x="5148144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g1690"/>
            <p:cNvSpPr/>
            <p:nvPr/>
          </p:nvSpPr>
          <p:spPr>
            <a:xfrm>
              <a:off x="5159781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g1691"/>
            <p:cNvSpPr/>
            <p:nvPr/>
          </p:nvSpPr>
          <p:spPr>
            <a:xfrm>
              <a:off x="517141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g1692"/>
            <p:cNvSpPr/>
            <p:nvPr/>
          </p:nvSpPr>
          <p:spPr>
            <a:xfrm>
              <a:off x="508995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g1693"/>
            <p:cNvSpPr/>
            <p:nvPr/>
          </p:nvSpPr>
          <p:spPr>
            <a:xfrm>
              <a:off x="5101595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g1694"/>
            <p:cNvSpPr/>
            <p:nvPr/>
          </p:nvSpPr>
          <p:spPr>
            <a:xfrm>
              <a:off x="5113232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g1695"/>
            <p:cNvSpPr/>
            <p:nvPr/>
          </p:nvSpPr>
          <p:spPr>
            <a:xfrm>
              <a:off x="512486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g1696"/>
            <p:cNvSpPr/>
            <p:nvPr/>
          </p:nvSpPr>
          <p:spPr>
            <a:xfrm>
              <a:off x="513650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g1697"/>
            <p:cNvSpPr/>
            <p:nvPr/>
          </p:nvSpPr>
          <p:spPr>
            <a:xfrm>
              <a:off x="5148144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g1698"/>
            <p:cNvSpPr/>
            <p:nvPr/>
          </p:nvSpPr>
          <p:spPr>
            <a:xfrm>
              <a:off x="5159781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g1699"/>
            <p:cNvSpPr/>
            <p:nvPr/>
          </p:nvSpPr>
          <p:spPr>
            <a:xfrm>
              <a:off x="517141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g1700"/>
            <p:cNvSpPr/>
            <p:nvPr/>
          </p:nvSpPr>
          <p:spPr>
            <a:xfrm>
              <a:off x="5183056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g1701"/>
            <p:cNvSpPr/>
            <p:nvPr/>
          </p:nvSpPr>
          <p:spPr>
            <a:xfrm>
              <a:off x="512486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g1702"/>
            <p:cNvSpPr/>
            <p:nvPr/>
          </p:nvSpPr>
          <p:spPr>
            <a:xfrm>
              <a:off x="5136507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g1703"/>
            <p:cNvSpPr/>
            <p:nvPr/>
          </p:nvSpPr>
          <p:spPr>
            <a:xfrm>
              <a:off x="5148144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g1704"/>
            <p:cNvSpPr/>
            <p:nvPr/>
          </p:nvSpPr>
          <p:spPr>
            <a:xfrm>
              <a:off x="5159781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g1705"/>
            <p:cNvSpPr/>
            <p:nvPr/>
          </p:nvSpPr>
          <p:spPr>
            <a:xfrm>
              <a:off x="517141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g1706"/>
            <p:cNvSpPr/>
            <p:nvPr/>
          </p:nvSpPr>
          <p:spPr>
            <a:xfrm>
              <a:off x="5183056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g1707"/>
            <p:cNvSpPr/>
            <p:nvPr/>
          </p:nvSpPr>
          <p:spPr>
            <a:xfrm>
              <a:off x="5066683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g1708"/>
            <p:cNvSpPr/>
            <p:nvPr/>
          </p:nvSpPr>
          <p:spPr>
            <a:xfrm>
              <a:off x="5113232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g1709"/>
            <p:cNvSpPr/>
            <p:nvPr/>
          </p:nvSpPr>
          <p:spPr>
            <a:xfrm>
              <a:off x="512486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g1710"/>
            <p:cNvSpPr/>
            <p:nvPr/>
          </p:nvSpPr>
          <p:spPr>
            <a:xfrm>
              <a:off x="5136507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g1711"/>
            <p:cNvSpPr/>
            <p:nvPr/>
          </p:nvSpPr>
          <p:spPr>
            <a:xfrm>
              <a:off x="5148144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g1712"/>
            <p:cNvSpPr/>
            <p:nvPr/>
          </p:nvSpPr>
          <p:spPr>
            <a:xfrm>
              <a:off x="5159781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g1713"/>
            <p:cNvSpPr/>
            <p:nvPr/>
          </p:nvSpPr>
          <p:spPr>
            <a:xfrm>
              <a:off x="517141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g1714"/>
            <p:cNvSpPr/>
            <p:nvPr/>
          </p:nvSpPr>
          <p:spPr>
            <a:xfrm>
              <a:off x="5183056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g1715"/>
            <p:cNvSpPr/>
            <p:nvPr/>
          </p:nvSpPr>
          <p:spPr>
            <a:xfrm>
              <a:off x="505504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g1716"/>
            <p:cNvSpPr/>
            <p:nvPr/>
          </p:nvSpPr>
          <p:spPr>
            <a:xfrm>
              <a:off x="5066683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g1717"/>
            <p:cNvSpPr/>
            <p:nvPr/>
          </p:nvSpPr>
          <p:spPr>
            <a:xfrm>
              <a:off x="5078320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g1718"/>
            <p:cNvSpPr/>
            <p:nvPr/>
          </p:nvSpPr>
          <p:spPr>
            <a:xfrm>
              <a:off x="508995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g1719"/>
            <p:cNvSpPr/>
            <p:nvPr/>
          </p:nvSpPr>
          <p:spPr>
            <a:xfrm>
              <a:off x="510159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g1720"/>
            <p:cNvSpPr/>
            <p:nvPr/>
          </p:nvSpPr>
          <p:spPr>
            <a:xfrm>
              <a:off x="5113232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g1721"/>
            <p:cNvSpPr/>
            <p:nvPr/>
          </p:nvSpPr>
          <p:spPr>
            <a:xfrm>
              <a:off x="512486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g1722"/>
            <p:cNvSpPr/>
            <p:nvPr/>
          </p:nvSpPr>
          <p:spPr>
            <a:xfrm>
              <a:off x="513650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g1723"/>
            <p:cNvSpPr/>
            <p:nvPr/>
          </p:nvSpPr>
          <p:spPr>
            <a:xfrm>
              <a:off x="5148144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g1724"/>
            <p:cNvSpPr/>
            <p:nvPr/>
          </p:nvSpPr>
          <p:spPr>
            <a:xfrm>
              <a:off x="5159781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g1725"/>
            <p:cNvSpPr/>
            <p:nvPr/>
          </p:nvSpPr>
          <p:spPr>
            <a:xfrm>
              <a:off x="517141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g1726"/>
            <p:cNvSpPr/>
            <p:nvPr/>
          </p:nvSpPr>
          <p:spPr>
            <a:xfrm>
              <a:off x="5183056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g1727"/>
            <p:cNvSpPr/>
            <p:nvPr/>
          </p:nvSpPr>
          <p:spPr>
            <a:xfrm>
              <a:off x="5043408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g1728"/>
            <p:cNvSpPr/>
            <p:nvPr/>
          </p:nvSpPr>
          <p:spPr>
            <a:xfrm>
              <a:off x="505504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g1729"/>
            <p:cNvSpPr/>
            <p:nvPr/>
          </p:nvSpPr>
          <p:spPr>
            <a:xfrm>
              <a:off x="506668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g1730"/>
            <p:cNvSpPr/>
            <p:nvPr/>
          </p:nvSpPr>
          <p:spPr>
            <a:xfrm>
              <a:off x="5078320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g1731"/>
            <p:cNvSpPr/>
            <p:nvPr/>
          </p:nvSpPr>
          <p:spPr>
            <a:xfrm>
              <a:off x="508995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g1732"/>
            <p:cNvSpPr/>
            <p:nvPr/>
          </p:nvSpPr>
          <p:spPr>
            <a:xfrm>
              <a:off x="510159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g1733"/>
            <p:cNvSpPr/>
            <p:nvPr/>
          </p:nvSpPr>
          <p:spPr>
            <a:xfrm>
              <a:off x="5113232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g1734"/>
            <p:cNvSpPr/>
            <p:nvPr/>
          </p:nvSpPr>
          <p:spPr>
            <a:xfrm>
              <a:off x="512486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g1735"/>
            <p:cNvSpPr/>
            <p:nvPr/>
          </p:nvSpPr>
          <p:spPr>
            <a:xfrm>
              <a:off x="513650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g1736"/>
            <p:cNvSpPr/>
            <p:nvPr/>
          </p:nvSpPr>
          <p:spPr>
            <a:xfrm>
              <a:off x="5148144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g1737"/>
            <p:cNvSpPr/>
            <p:nvPr/>
          </p:nvSpPr>
          <p:spPr>
            <a:xfrm>
              <a:off x="5159781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g1738"/>
            <p:cNvSpPr/>
            <p:nvPr/>
          </p:nvSpPr>
          <p:spPr>
            <a:xfrm>
              <a:off x="517141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g1739"/>
            <p:cNvSpPr/>
            <p:nvPr/>
          </p:nvSpPr>
          <p:spPr>
            <a:xfrm>
              <a:off x="5183056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g1740"/>
            <p:cNvSpPr/>
            <p:nvPr/>
          </p:nvSpPr>
          <p:spPr>
            <a:xfrm>
              <a:off x="519469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g1741"/>
            <p:cNvSpPr/>
            <p:nvPr/>
          </p:nvSpPr>
          <p:spPr>
            <a:xfrm>
              <a:off x="5043408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g1742"/>
            <p:cNvSpPr/>
            <p:nvPr/>
          </p:nvSpPr>
          <p:spPr>
            <a:xfrm>
              <a:off x="505504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g1743"/>
            <p:cNvSpPr/>
            <p:nvPr/>
          </p:nvSpPr>
          <p:spPr>
            <a:xfrm>
              <a:off x="506668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g1744"/>
            <p:cNvSpPr/>
            <p:nvPr/>
          </p:nvSpPr>
          <p:spPr>
            <a:xfrm>
              <a:off x="5078320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g1745"/>
            <p:cNvSpPr/>
            <p:nvPr/>
          </p:nvSpPr>
          <p:spPr>
            <a:xfrm>
              <a:off x="508995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g1746"/>
            <p:cNvSpPr/>
            <p:nvPr/>
          </p:nvSpPr>
          <p:spPr>
            <a:xfrm>
              <a:off x="510159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g1747"/>
            <p:cNvSpPr/>
            <p:nvPr/>
          </p:nvSpPr>
          <p:spPr>
            <a:xfrm>
              <a:off x="5113232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g1748"/>
            <p:cNvSpPr/>
            <p:nvPr/>
          </p:nvSpPr>
          <p:spPr>
            <a:xfrm>
              <a:off x="512486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g1749"/>
            <p:cNvSpPr/>
            <p:nvPr/>
          </p:nvSpPr>
          <p:spPr>
            <a:xfrm>
              <a:off x="513650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g1750"/>
            <p:cNvSpPr/>
            <p:nvPr/>
          </p:nvSpPr>
          <p:spPr>
            <a:xfrm>
              <a:off x="5148144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g1751"/>
            <p:cNvSpPr/>
            <p:nvPr/>
          </p:nvSpPr>
          <p:spPr>
            <a:xfrm>
              <a:off x="515978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g1752"/>
            <p:cNvSpPr/>
            <p:nvPr/>
          </p:nvSpPr>
          <p:spPr>
            <a:xfrm>
              <a:off x="517141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g1753"/>
            <p:cNvSpPr/>
            <p:nvPr/>
          </p:nvSpPr>
          <p:spPr>
            <a:xfrm>
              <a:off x="5183056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g1754"/>
            <p:cNvSpPr/>
            <p:nvPr/>
          </p:nvSpPr>
          <p:spPr>
            <a:xfrm>
              <a:off x="519469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g1755"/>
            <p:cNvSpPr/>
            <p:nvPr/>
          </p:nvSpPr>
          <p:spPr>
            <a:xfrm>
              <a:off x="520633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g1756"/>
            <p:cNvSpPr/>
            <p:nvPr/>
          </p:nvSpPr>
          <p:spPr>
            <a:xfrm>
              <a:off x="5043408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g1757"/>
            <p:cNvSpPr/>
            <p:nvPr/>
          </p:nvSpPr>
          <p:spPr>
            <a:xfrm>
              <a:off x="505504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g1758"/>
            <p:cNvSpPr/>
            <p:nvPr/>
          </p:nvSpPr>
          <p:spPr>
            <a:xfrm>
              <a:off x="506668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g1759"/>
            <p:cNvSpPr/>
            <p:nvPr/>
          </p:nvSpPr>
          <p:spPr>
            <a:xfrm>
              <a:off x="5078320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g1760"/>
            <p:cNvSpPr/>
            <p:nvPr/>
          </p:nvSpPr>
          <p:spPr>
            <a:xfrm>
              <a:off x="508995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g1761"/>
            <p:cNvSpPr/>
            <p:nvPr/>
          </p:nvSpPr>
          <p:spPr>
            <a:xfrm>
              <a:off x="510159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g1762"/>
            <p:cNvSpPr/>
            <p:nvPr/>
          </p:nvSpPr>
          <p:spPr>
            <a:xfrm>
              <a:off x="5113232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g1763"/>
            <p:cNvSpPr/>
            <p:nvPr/>
          </p:nvSpPr>
          <p:spPr>
            <a:xfrm>
              <a:off x="512486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g1764"/>
            <p:cNvSpPr/>
            <p:nvPr/>
          </p:nvSpPr>
          <p:spPr>
            <a:xfrm>
              <a:off x="513650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g1765"/>
            <p:cNvSpPr/>
            <p:nvPr/>
          </p:nvSpPr>
          <p:spPr>
            <a:xfrm>
              <a:off x="5148144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g1766"/>
            <p:cNvSpPr/>
            <p:nvPr/>
          </p:nvSpPr>
          <p:spPr>
            <a:xfrm>
              <a:off x="515978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g1767"/>
            <p:cNvSpPr/>
            <p:nvPr/>
          </p:nvSpPr>
          <p:spPr>
            <a:xfrm>
              <a:off x="517141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g1768"/>
            <p:cNvSpPr/>
            <p:nvPr/>
          </p:nvSpPr>
          <p:spPr>
            <a:xfrm>
              <a:off x="5183056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g1769"/>
            <p:cNvSpPr/>
            <p:nvPr/>
          </p:nvSpPr>
          <p:spPr>
            <a:xfrm>
              <a:off x="519469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g1770"/>
            <p:cNvSpPr/>
            <p:nvPr/>
          </p:nvSpPr>
          <p:spPr>
            <a:xfrm>
              <a:off x="520633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g1771"/>
            <p:cNvSpPr/>
            <p:nvPr/>
          </p:nvSpPr>
          <p:spPr>
            <a:xfrm>
              <a:off x="504340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g1772"/>
            <p:cNvSpPr/>
            <p:nvPr/>
          </p:nvSpPr>
          <p:spPr>
            <a:xfrm>
              <a:off x="505504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g1773"/>
            <p:cNvSpPr/>
            <p:nvPr/>
          </p:nvSpPr>
          <p:spPr>
            <a:xfrm>
              <a:off x="506668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g1774"/>
            <p:cNvSpPr/>
            <p:nvPr/>
          </p:nvSpPr>
          <p:spPr>
            <a:xfrm>
              <a:off x="5078320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g1775"/>
            <p:cNvSpPr/>
            <p:nvPr/>
          </p:nvSpPr>
          <p:spPr>
            <a:xfrm>
              <a:off x="508995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g1776"/>
            <p:cNvSpPr/>
            <p:nvPr/>
          </p:nvSpPr>
          <p:spPr>
            <a:xfrm>
              <a:off x="510159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g1777"/>
            <p:cNvSpPr/>
            <p:nvPr/>
          </p:nvSpPr>
          <p:spPr>
            <a:xfrm>
              <a:off x="5113232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g1778"/>
            <p:cNvSpPr/>
            <p:nvPr/>
          </p:nvSpPr>
          <p:spPr>
            <a:xfrm>
              <a:off x="512486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g1779"/>
            <p:cNvSpPr/>
            <p:nvPr/>
          </p:nvSpPr>
          <p:spPr>
            <a:xfrm>
              <a:off x="513650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g1780"/>
            <p:cNvSpPr/>
            <p:nvPr/>
          </p:nvSpPr>
          <p:spPr>
            <a:xfrm>
              <a:off x="5148144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g1781"/>
            <p:cNvSpPr/>
            <p:nvPr/>
          </p:nvSpPr>
          <p:spPr>
            <a:xfrm>
              <a:off x="515978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g1782"/>
            <p:cNvSpPr/>
            <p:nvPr/>
          </p:nvSpPr>
          <p:spPr>
            <a:xfrm>
              <a:off x="517141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g1783"/>
            <p:cNvSpPr/>
            <p:nvPr/>
          </p:nvSpPr>
          <p:spPr>
            <a:xfrm>
              <a:off x="5183056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g1784"/>
            <p:cNvSpPr/>
            <p:nvPr/>
          </p:nvSpPr>
          <p:spPr>
            <a:xfrm>
              <a:off x="519469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g1785"/>
            <p:cNvSpPr/>
            <p:nvPr/>
          </p:nvSpPr>
          <p:spPr>
            <a:xfrm>
              <a:off x="520633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g1786"/>
            <p:cNvSpPr/>
            <p:nvPr/>
          </p:nvSpPr>
          <p:spPr>
            <a:xfrm>
              <a:off x="521796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g1787"/>
            <p:cNvSpPr/>
            <p:nvPr/>
          </p:nvSpPr>
          <p:spPr>
            <a:xfrm>
              <a:off x="505504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g1788"/>
            <p:cNvSpPr/>
            <p:nvPr/>
          </p:nvSpPr>
          <p:spPr>
            <a:xfrm>
              <a:off x="506668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g1789"/>
            <p:cNvSpPr/>
            <p:nvPr/>
          </p:nvSpPr>
          <p:spPr>
            <a:xfrm>
              <a:off x="5078320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g1790"/>
            <p:cNvSpPr/>
            <p:nvPr/>
          </p:nvSpPr>
          <p:spPr>
            <a:xfrm>
              <a:off x="508995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g1791"/>
            <p:cNvSpPr/>
            <p:nvPr/>
          </p:nvSpPr>
          <p:spPr>
            <a:xfrm>
              <a:off x="510159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g1792"/>
            <p:cNvSpPr/>
            <p:nvPr/>
          </p:nvSpPr>
          <p:spPr>
            <a:xfrm>
              <a:off x="5113232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g1793"/>
            <p:cNvSpPr/>
            <p:nvPr/>
          </p:nvSpPr>
          <p:spPr>
            <a:xfrm>
              <a:off x="512486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g1794"/>
            <p:cNvSpPr/>
            <p:nvPr/>
          </p:nvSpPr>
          <p:spPr>
            <a:xfrm>
              <a:off x="513650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g1795"/>
            <p:cNvSpPr/>
            <p:nvPr/>
          </p:nvSpPr>
          <p:spPr>
            <a:xfrm>
              <a:off x="5148144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g1796"/>
            <p:cNvSpPr/>
            <p:nvPr/>
          </p:nvSpPr>
          <p:spPr>
            <a:xfrm>
              <a:off x="515978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g1797"/>
            <p:cNvSpPr/>
            <p:nvPr/>
          </p:nvSpPr>
          <p:spPr>
            <a:xfrm>
              <a:off x="517141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g1798"/>
            <p:cNvSpPr/>
            <p:nvPr/>
          </p:nvSpPr>
          <p:spPr>
            <a:xfrm>
              <a:off x="5183056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g1799"/>
            <p:cNvSpPr/>
            <p:nvPr/>
          </p:nvSpPr>
          <p:spPr>
            <a:xfrm>
              <a:off x="519469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g1800"/>
            <p:cNvSpPr/>
            <p:nvPr/>
          </p:nvSpPr>
          <p:spPr>
            <a:xfrm>
              <a:off x="520633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g1801"/>
            <p:cNvSpPr/>
            <p:nvPr/>
          </p:nvSpPr>
          <p:spPr>
            <a:xfrm>
              <a:off x="5217968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g1802"/>
            <p:cNvSpPr/>
            <p:nvPr/>
          </p:nvSpPr>
          <p:spPr>
            <a:xfrm>
              <a:off x="502013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g1803"/>
            <p:cNvSpPr/>
            <p:nvPr/>
          </p:nvSpPr>
          <p:spPr>
            <a:xfrm>
              <a:off x="503177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g1804"/>
            <p:cNvSpPr/>
            <p:nvPr/>
          </p:nvSpPr>
          <p:spPr>
            <a:xfrm>
              <a:off x="504340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g1805"/>
            <p:cNvSpPr/>
            <p:nvPr/>
          </p:nvSpPr>
          <p:spPr>
            <a:xfrm>
              <a:off x="505504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g1806"/>
            <p:cNvSpPr/>
            <p:nvPr/>
          </p:nvSpPr>
          <p:spPr>
            <a:xfrm>
              <a:off x="506668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g1807"/>
            <p:cNvSpPr/>
            <p:nvPr/>
          </p:nvSpPr>
          <p:spPr>
            <a:xfrm>
              <a:off x="5078320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g1808"/>
            <p:cNvSpPr/>
            <p:nvPr/>
          </p:nvSpPr>
          <p:spPr>
            <a:xfrm>
              <a:off x="508995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g1809"/>
            <p:cNvSpPr/>
            <p:nvPr/>
          </p:nvSpPr>
          <p:spPr>
            <a:xfrm>
              <a:off x="510159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g1810"/>
            <p:cNvSpPr/>
            <p:nvPr/>
          </p:nvSpPr>
          <p:spPr>
            <a:xfrm>
              <a:off x="5113232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g1811"/>
            <p:cNvSpPr/>
            <p:nvPr/>
          </p:nvSpPr>
          <p:spPr>
            <a:xfrm>
              <a:off x="512486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g1812"/>
            <p:cNvSpPr/>
            <p:nvPr/>
          </p:nvSpPr>
          <p:spPr>
            <a:xfrm>
              <a:off x="513650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g1813"/>
            <p:cNvSpPr/>
            <p:nvPr/>
          </p:nvSpPr>
          <p:spPr>
            <a:xfrm>
              <a:off x="5148144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g1814"/>
            <p:cNvSpPr/>
            <p:nvPr/>
          </p:nvSpPr>
          <p:spPr>
            <a:xfrm>
              <a:off x="515978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g1815"/>
            <p:cNvSpPr/>
            <p:nvPr/>
          </p:nvSpPr>
          <p:spPr>
            <a:xfrm>
              <a:off x="517141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g1816"/>
            <p:cNvSpPr/>
            <p:nvPr/>
          </p:nvSpPr>
          <p:spPr>
            <a:xfrm>
              <a:off x="5183056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g1817"/>
            <p:cNvSpPr/>
            <p:nvPr/>
          </p:nvSpPr>
          <p:spPr>
            <a:xfrm>
              <a:off x="519469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g1818"/>
            <p:cNvSpPr/>
            <p:nvPr/>
          </p:nvSpPr>
          <p:spPr>
            <a:xfrm>
              <a:off x="520633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g1819"/>
            <p:cNvSpPr/>
            <p:nvPr/>
          </p:nvSpPr>
          <p:spPr>
            <a:xfrm>
              <a:off x="502013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g1820"/>
            <p:cNvSpPr/>
            <p:nvPr/>
          </p:nvSpPr>
          <p:spPr>
            <a:xfrm>
              <a:off x="503177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g1821"/>
            <p:cNvSpPr/>
            <p:nvPr/>
          </p:nvSpPr>
          <p:spPr>
            <a:xfrm>
              <a:off x="504340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g1822"/>
            <p:cNvSpPr/>
            <p:nvPr/>
          </p:nvSpPr>
          <p:spPr>
            <a:xfrm>
              <a:off x="505504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g1823"/>
            <p:cNvSpPr/>
            <p:nvPr/>
          </p:nvSpPr>
          <p:spPr>
            <a:xfrm>
              <a:off x="506668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g1824"/>
            <p:cNvSpPr/>
            <p:nvPr/>
          </p:nvSpPr>
          <p:spPr>
            <a:xfrm>
              <a:off x="5078320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g1825"/>
            <p:cNvSpPr/>
            <p:nvPr/>
          </p:nvSpPr>
          <p:spPr>
            <a:xfrm>
              <a:off x="508995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g1826"/>
            <p:cNvSpPr/>
            <p:nvPr/>
          </p:nvSpPr>
          <p:spPr>
            <a:xfrm>
              <a:off x="510159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g1827"/>
            <p:cNvSpPr/>
            <p:nvPr/>
          </p:nvSpPr>
          <p:spPr>
            <a:xfrm>
              <a:off x="5113232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g1828"/>
            <p:cNvSpPr/>
            <p:nvPr/>
          </p:nvSpPr>
          <p:spPr>
            <a:xfrm>
              <a:off x="512486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g1829"/>
            <p:cNvSpPr/>
            <p:nvPr/>
          </p:nvSpPr>
          <p:spPr>
            <a:xfrm>
              <a:off x="513650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g1830"/>
            <p:cNvSpPr/>
            <p:nvPr/>
          </p:nvSpPr>
          <p:spPr>
            <a:xfrm>
              <a:off x="5148144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g1831"/>
            <p:cNvSpPr/>
            <p:nvPr/>
          </p:nvSpPr>
          <p:spPr>
            <a:xfrm>
              <a:off x="515978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g1832"/>
            <p:cNvSpPr/>
            <p:nvPr/>
          </p:nvSpPr>
          <p:spPr>
            <a:xfrm>
              <a:off x="517141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g1833"/>
            <p:cNvSpPr/>
            <p:nvPr/>
          </p:nvSpPr>
          <p:spPr>
            <a:xfrm>
              <a:off x="5183056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g1834"/>
            <p:cNvSpPr/>
            <p:nvPr/>
          </p:nvSpPr>
          <p:spPr>
            <a:xfrm>
              <a:off x="519469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g1835"/>
            <p:cNvSpPr/>
            <p:nvPr/>
          </p:nvSpPr>
          <p:spPr>
            <a:xfrm>
              <a:off x="502013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g1836"/>
            <p:cNvSpPr/>
            <p:nvPr/>
          </p:nvSpPr>
          <p:spPr>
            <a:xfrm>
              <a:off x="503177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g1837"/>
            <p:cNvSpPr/>
            <p:nvPr/>
          </p:nvSpPr>
          <p:spPr>
            <a:xfrm>
              <a:off x="5043408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g1838"/>
            <p:cNvSpPr/>
            <p:nvPr/>
          </p:nvSpPr>
          <p:spPr>
            <a:xfrm>
              <a:off x="505504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g1839"/>
            <p:cNvSpPr/>
            <p:nvPr/>
          </p:nvSpPr>
          <p:spPr>
            <a:xfrm>
              <a:off x="506668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g1840"/>
            <p:cNvSpPr/>
            <p:nvPr/>
          </p:nvSpPr>
          <p:spPr>
            <a:xfrm>
              <a:off x="5078320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g1841"/>
            <p:cNvSpPr/>
            <p:nvPr/>
          </p:nvSpPr>
          <p:spPr>
            <a:xfrm>
              <a:off x="508995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g1842"/>
            <p:cNvSpPr/>
            <p:nvPr/>
          </p:nvSpPr>
          <p:spPr>
            <a:xfrm>
              <a:off x="510159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g1843"/>
            <p:cNvSpPr/>
            <p:nvPr/>
          </p:nvSpPr>
          <p:spPr>
            <a:xfrm>
              <a:off x="5113232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g1844"/>
            <p:cNvSpPr/>
            <p:nvPr/>
          </p:nvSpPr>
          <p:spPr>
            <a:xfrm>
              <a:off x="512486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g1845"/>
            <p:cNvSpPr/>
            <p:nvPr/>
          </p:nvSpPr>
          <p:spPr>
            <a:xfrm>
              <a:off x="513650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g1846"/>
            <p:cNvSpPr/>
            <p:nvPr/>
          </p:nvSpPr>
          <p:spPr>
            <a:xfrm>
              <a:off x="5148144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g1847"/>
            <p:cNvSpPr/>
            <p:nvPr/>
          </p:nvSpPr>
          <p:spPr>
            <a:xfrm>
              <a:off x="515978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g1848"/>
            <p:cNvSpPr/>
            <p:nvPr/>
          </p:nvSpPr>
          <p:spPr>
            <a:xfrm>
              <a:off x="517141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g1849"/>
            <p:cNvSpPr/>
            <p:nvPr/>
          </p:nvSpPr>
          <p:spPr>
            <a:xfrm>
              <a:off x="5183056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g1850"/>
            <p:cNvSpPr/>
            <p:nvPr/>
          </p:nvSpPr>
          <p:spPr>
            <a:xfrm>
              <a:off x="502013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g1851"/>
            <p:cNvSpPr/>
            <p:nvPr/>
          </p:nvSpPr>
          <p:spPr>
            <a:xfrm>
              <a:off x="503177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g1852"/>
            <p:cNvSpPr/>
            <p:nvPr/>
          </p:nvSpPr>
          <p:spPr>
            <a:xfrm>
              <a:off x="5043408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g1853"/>
            <p:cNvSpPr/>
            <p:nvPr/>
          </p:nvSpPr>
          <p:spPr>
            <a:xfrm>
              <a:off x="505504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g1854"/>
            <p:cNvSpPr/>
            <p:nvPr/>
          </p:nvSpPr>
          <p:spPr>
            <a:xfrm>
              <a:off x="506668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g1855"/>
            <p:cNvSpPr/>
            <p:nvPr/>
          </p:nvSpPr>
          <p:spPr>
            <a:xfrm>
              <a:off x="5078320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g1856"/>
            <p:cNvSpPr/>
            <p:nvPr/>
          </p:nvSpPr>
          <p:spPr>
            <a:xfrm>
              <a:off x="508995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g1857"/>
            <p:cNvSpPr/>
            <p:nvPr/>
          </p:nvSpPr>
          <p:spPr>
            <a:xfrm>
              <a:off x="510159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g1858"/>
            <p:cNvSpPr/>
            <p:nvPr/>
          </p:nvSpPr>
          <p:spPr>
            <a:xfrm>
              <a:off x="5113232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g1859"/>
            <p:cNvSpPr/>
            <p:nvPr/>
          </p:nvSpPr>
          <p:spPr>
            <a:xfrm>
              <a:off x="512486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g1860"/>
            <p:cNvSpPr/>
            <p:nvPr/>
          </p:nvSpPr>
          <p:spPr>
            <a:xfrm>
              <a:off x="513650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g1861"/>
            <p:cNvSpPr/>
            <p:nvPr/>
          </p:nvSpPr>
          <p:spPr>
            <a:xfrm>
              <a:off x="5148144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g1862"/>
            <p:cNvSpPr/>
            <p:nvPr/>
          </p:nvSpPr>
          <p:spPr>
            <a:xfrm>
              <a:off x="515978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g1863"/>
            <p:cNvSpPr/>
            <p:nvPr/>
          </p:nvSpPr>
          <p:spPr>
            <a:xfrm>
              <a:off x="517141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g1864"/>
            <p:cNvSpPr/>
            <p:nvPr/>
          </p:nvSpPr>
          <p:spPr>
            <a:xfrm>
              <a:off x="5008496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g1865"/>
            <p:cNvSpPr/>
            <p:nvPr/>
          </p:nvSpPr>
          <p:spPr>
            <a:xfrm>
              <a:off x="502013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g1866"/>
            <p:cNvSpPr/>
            <p:nvPr/>
          </p:nvSpPr>
          <p:spPr>
            <a:xfrm>
              <a:off x="5031771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g1867"/>
            <p:cNvSpPr/>
            <p:nvPr/>
          </p:nvSpPr>
          <p:spPr>
            <a:xfrm>
              <a:off x="5043408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g1868"/>
            <p:cNvSpPr/>
            <p:nvPr/>
          </p:nvSpPr>
          <p:spPr>
            <a:xfrm>
              <a:off x="505504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g1869"/>
            <p:cNvSpPr/>
            <p:nvPr/>
          </p:nvSpPr>
          <p:spPr>
            <a:xfrm>
              <a:off x="506668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g1870"/>
            <p:cNvSpPr/>
            <p:nvPr/>
          </p:nvSpPr>
          <p:spPr>
            <a:xfrm>
              <a:off x="5078320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g1871"/>
            <p:cNvSpPr/>
            <p:nvPr/>
          </p:nvSpPr>
          <p:spPr>
            <a:xfrm>
              <a:off x="508995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g1872"/>
            <p:cNvSpPr/>
            <p:nvPr/>
          </p:nvSpPr>
          <p:spPr>
            <a:xfrm>
              <a:off x="510159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g1873"/>
            <p:cNvSpPr/>
            <p:nvPr/>
          </p:nvSpPr>
          <p:spPr>
            <a:xfrm>
              <a:off x="5113232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g1874"/>
            <p:cNvSpPr/>
            <p:nvPr/>
          </p:nvSpPr>
          <p:spPr>
            <a:xfrm>
              <a:off x="5124869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g1875"/>
            <p:cNvSpPr/>
            <p:nvPr/>
          </p:nvSpPr>
          <p:spPr>
            <a:xfrm>
              <a:off x="513650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g1876"/>
            <p:cNvSpPr/>
            <p:nvPr/>
          </p:nvSpPr>
          <p:spPr>
            <a:xfrm>
              <a:off x="5148144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g1877"/>
            <p:cNvSpPr/>
            <p:nvPr/>
          </p:nvSpPr>
          <p:spPr>
            <a:xfrm>
              <a:off x="5008496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g1878"/>
            <p:cNvSpPr/>
            <p:nvPr/>
          </p:nvSpPr>
          <p:spPr>
            <a:xfrm>
              <a:off x="502013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g1879"/>
            <p:cNvSpPr/>
            <p:nvPr/>
          </p:nvSpPr>
          <p:spPr>
            <a:xfrm>
              <a:off x="5031771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g1880"/>
            <p:cNvSpPr/>
            <p:nvPr/>
          </p:nvSpPr>
          <p:spPr>
            <a:xfrm>
              <a:off x="5043408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g1881"/>
            <p:cNvSpPr/>
            <p:nvPr/>
          </p:nvSpPr>
          <p:spPr>
            <a:xfrm>
              <a:off x="505504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g1882"/>
            <p:cNvSpPr/>
            <p:nvPr/>
          </p:nvSpPr>
          <p:spPr>
            <a:xfrm>
              <a:off x="506668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g1883"/>
            <p:cNvSpPr/>
            <p:nvPr/>
          </p:nvSpPr>
          <p:spPr>
            <a:xfrm>
              <a:off x="5078320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g1884"/>
            <p:cNvSpPr/>
            <p:nvPr/>
          </p:nvSpPr>
          <p:spPr>
            <a:xfrm>
              <a:off x="508995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g1885"/>
            <p:cNvSpPr/>
            <p:nvPr/>
          </p:nvSpPr>
          <p:spPr>
            <a:xfrm>
              <a:off x="510159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g1886"/>
            <p:cNvSpPr/>
            <p:nvPr/>
          </p:nvSpPr>
          <p:spPr>
            <a:xfrm>
              <a:off x="5113232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g1887"/>
            <p:cNvSpPr/>
            <p:nvPr/>
          </p:nvSpPr>
          <p:spPr>
            <a:xfrm>
              <a:off x="5124869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g1888"/>
            <p:cNvSpPr/>
            <p:nvPr/>
          </p:nvSpPr>
          <p:spPr>
            <a:xfrm>
              <a:off x="513650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g1889"/>
            <p:cNvSpPr/>
            <p:nvPr/>
          </p:nvSpPr>
          <p:spPr>
            <a:xfrm>
              <a:off x="5008496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g1890"/>
            <p:cNvSpPr/>
            <p:nvPr/>
          </p:nvSpPr>
          <p:spPr>
            <a:xfrm>
              <a:off x="502013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g1891"/>
            <p:cNvSpPr/>
            <p:nvPr/>
          </p:nvSpPr>
          <p:spPr>
            <a:xfrm>
              <a:off x="5031771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g1892"/>
            <p:cNvSpPr/>
            <p:nvPr/>
          </p:nvSpPr>
          <p:spPr>
            <a:xfrm>
              <a:off x="5043408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g1893"/>
            <p:cNvSpPr/>
            <p:nvPr/>
          </p:nvSpPr>
          <p:spPr>
            <a:xfrm>
              <a:off x="505504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g1894"/>
            <p:cNvSpPr/>
            <p:nvPr/>
          </p:nvSpPr>
          <p:spPr>
            <a:xfrm>
              <a:off x="506668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g1895"/>
            <p:cNvSpPr/>
            <p:nvPr/>
          </p:nvSpPr>
          <p:spPr>
            <a:xfrm>
              <a:off x="5078320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g1896"/>
            <p:cNvSpPr/>
            <p:nvPr/>
          </p:nvSpPr>
          <p:spPr>
            <a:xfrm>
              <a:off x="5089957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g1897"/>
            <p:cNvSpPr/>
            <p:nvPr/>
          </p:nvSpPr>
          <p:spPr>
            <a:xfrm>
              <a:off x="510159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g1898"/>
            <p:cNvSpPr/>
            <p:nvPr/>
          </p:nvSpPr>
          <p:spPr>
            <a:xfrm>
              <a:off x="5113232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g1899"/>
            <p:cNvSpPr/>
            <p:nvPr/>
          </p:nvSpPr>
          <p:spPr>
            <a:xfrm>
              <a:off x="5124869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g1900"/>
            <p:cNvSpPr/>
            <p:nvPr/>
          </p:nvSpPr>
          <p:spPr>
            <a:xfrm>
              <a:off x="498522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g1901"/>
            <p:cNvSpPr/>
            <p:nvPr/>
          </p:nvSpPr>
          <p:spPr>
            <a:xfrm>
              <a:off x="499685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g1902"/>
            <p:cNvSpPr/>
            <p:nvPr/>
          </p:nvSpPr>
          <p:spPr>
            <a:xfrm>
              <a:off x="5008496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g1903"/>
            <p:cNvSpPr/>
            <p:nvPr/>
          </p:nvSpPr>
          <p:spPr>
            <a:xfrm>
              <a:off x="502013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g1904"/>
            <p:cNvSpPr/>
            <p:nvPr/>
          </p:nvSpPr>
          <p:spPr>
            <a:xfrm>
              <a:off x="503177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g1905"/>
            <p:cNvSpPr/>
            <p:nvPr/>
          </p:nvSpPr>
          <p:spPr>
            <a:xfrm>
              <a:off x="5043408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g1906"/>
            <p:cNvSpPr/>
            <p:nvPr/>
          </p:nvSpPr>
          <p:spPr>
            <a:xfrm>
              <a:off x="505504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g1907"/>
            <p:cNvSpPr/>
            <p:nvPr/>
          </p:nvSpPr>
          <p:spPr>
            <a:xfrm>
              <a:off x="506668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g1908"/>
            <p:cNvSpPr/>
            <p:nvPr/>
          </p:nvSpPr>
          <p:spPr>
            <a:xfrm>
              <a:off x="5078320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g1909"/>
            <p:cNvSpPr/>
            <p:nvPr/>
          </p:nvSpPr>
          <p:spPr>
            <a:xfrm>
              <a:off x="5089957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g1910"/>
            <p:cNvSpPr/>
            <p:nvPr/>
          </p:nvSpPr>
          <p:spPr>
            <a:xfrm>
              <a:off x="510159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g1911"/>
            <p:cNvSpPr/>
            <p:nvPr/>
          </p:nvSpPr>
          <p:spPr>
            <a:xfrm>
              <a:off x="5113232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g1912"/>
            <p:cNvSpPr/>
            <p:nvPr/>
          </p:nvSpPr>
          <p:spPr>
            <a:xfrm>
              <a:off x="512486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g1913"/>
            <p:cNvSpPr/>
            <p:nvPr/>
          </p:nvSpPr>
          <p:spPr>
            <a:xfrm>
              <a:off x="4973584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g1914"/>
            <p:cNvSpPr/>
            <p:nvPr/>
          </p:nvSpPr>
          <p:spPr>
            <a:xfrm>
              <a:off x="498522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g1915"/>
            <p:cNvSpPr/>
            <p:nvPr/>
          </p:nvSpPr>
          <p:spPr>
            <a:xfrm>
              <a:off x="499685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g1916"/>
            <p:cNvSpPr/>
            <p:nvPr/>
          </p:nvSpPr>
          <p:spPr>
            <a:xfrm>
              <a:off x="5008496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g1917"/>
            <p:cNvSpPr/>
            <p:nvPr/>
          </p:nvSpPr>
          <p:spPr>
            <a:xfrm>
              <a:off x="502013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g1918"/>
            <p:cNvSpPr/>
            <p:nvPr/>
          </p:nvSpPr>
          <p:spPr>
            <a:xfrm>
              <a:off x="503177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g1919"/>
            <p:cNvSpPr/>
            <p:nvPr/>
          </p:nvSpPr>
          <p:spPr>
            <a:xfrm>
              <a:off x="5043408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g1920"/>
            <p:cNvSpPr/>
            <p:nvPr/>
          </p:nvSpPr>
          <p:spPr>
            <a:xfrm>
              <a:off x="505504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g1921"/>
            <p:cNvSpPr/>
            <p:nvPr/>
          </p:nvSpPr>
          <p:spPr>
            <a:xfrm>
              <a:off x="506668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g1922"/>
            <p:cNvSpPr/>
            <p:nvPr/>
          </p:nvSpPr>
          <p:spPr>
            <a:xfrm>
              <a:off x="5078320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g1923"/>
            <p:cNvSpPr/>
            <p:nvPr/>
          </p:nvSpPr>
          <p:spPr>
            <a:xfrm>
              <a:off x="5089957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g1924"/>
            <p:cNvSpPr/>
            <p:nvPr/>
          </p:nvSpPr>
          <p:spPr>
            <a:xfrm>
              <a:off x="510159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g1925"/>
            <p:cNvSpPr/>
            <p:nvPr/>
          </p:nvSpPr>
          <p:spPr>
            <a:xfrm>
              <a:off x="5113232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g1926"/>
            <p:cNvSpPr/>
            <p:nvPr/>
          </p:nvSpPr>
          <p:spPr>
            <a:xfrm>
              <a:off x="512486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g1927"/>
            <p:cNvSpPr/>
            <p:nvPr/>
          </p:nvSpPr>
          <p:spPr>
            <a:xfrm>
              <a:off x="4973584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g1928"/>
            <p:cNvSpPr/>
            <p:nvPr/>
          </p:nvSpPr>
          <p:spPr>
            <a:xfrm>
              <a:off x="498522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g1929"/>
            <p:cNvSpPr/>
            <p:nvPr/>
          </p:nvSpPr>
          <p:spPr>
            <a:xfrm>
              <a:off x="4996859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g1930"/>
            <p:cNvSpPr/>
            <p:nvPr/>
          </p:nvSpPr>
          <p:spPr>
            <a:xfrm>
              <a:off x="5008496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g1931"/>
            <p:cNvSpPr/>
            <p:nvPr/>
          </p:nvSpPr>
          <p:spPr>
            <a:xfrm>
              <a:off x="502013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g1932"/>
            <p:cNvSpPr/>
            <p:nvPr/>
          </p:nvSpPr>
          <p:spPr>
            <a:xfrm>
              <a:off x="503177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g1933"/>
            <p:cNvSpPr/>
            <p:nvPr/>
          </p:nvSpPr>
          <p:spPr>
            <a:xfrm>
              <a:off x="5043408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g1934"/>
            <p:cNvSpPr/>
            <p:nvPr/>
          </p:nvSpPr>
          <p:spPr>
            <a:xfrm>
              <a:off x="505504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g1935"/>
            <p:cNvSpPr/>
            <p:nvPr/>
          </p:nvSpPr>
          <p:spPr>
            <a:xfrm>
              <a:off x="506668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g1936"/>
            <p:cNvSpPr/>
            <p:nvPr/>
          </p:nvSpPr>
          <p:spPr>
            <a:xfrm>
              <a:off x="5078320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g1937"/>
            <p:cNvSpPr/>
            <p:nvPr/>
          </p:nvSpPr>
          <p:spPr>
            <a:xfrm>
              <a:off x="5089957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g1938"/>
            <p:cNvSpPr/>
            <p:nvPr/>
          </p:nvSpPr>
          <p:spPr>
            <a:xfrm>
              <a:off x="510159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g1939"/>
            <p:cNvSpPr/>
            <p:nvPr/>
          </p:nvSpPr>
          <p:spPr>
            <a:xfrm>
              <a:off x="5113232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g1940"/>
            <p:cNvSpPr/>
            <p:nvPr/>
          </p:nvSpPr>
          <p:spPr>
            <a:xfrm>
              <a:off x="496194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g1941"/>
            <p:cNvSpPr/>
            <p:nvPr/>
          </p:nvSpPr>
          <p:spPr>
            <a:xfrm>
              <a:off x="4973584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g1942"/>
            <p:cNvSpPr/>
            <p:nvPr/>
          </p:nvSpPr>
          <p:spPr>
            <a:xfrm>
              <a:off x="498522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g1943"/>
            <p:cNvSpPr/>
            <p:nvPr/>
          </p:nvSpPr>
          <p:spPr>
            <a:xfrm>
              <a:off x="4996859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g1944"/>
            <p:cNvSpPr/>
            <p:nvPr/>
          </p:nvSpPr>
          <p:spPr>
            <a:xfrm>
              <a:off x="5008496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g1945"/>
            <p:cNvSpPr/>
            <p:nvPr/>
          </p:nvSpPr>
          <p:spPr>
            <a:xfrm>
              <a:off x="502013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g1946"/>
            <p:cNvSpPr/>
            <p:nvPr/>
          </p:nvSpPr>
          <p:spPr>
            <a:xfrm>
              <a:off x="503177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g1947"/>
            <p:cNvSpPr/>
            <p:nvPr/>
          </p:nvSpPr>
          <p:spPr>
            <a:xfrm>
              <a:off x="5043408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g1948"/>
            <p:cNvSpPr/>
            <p:nvPr/>
          </p:nvSpPr>
          <p:spPr>
            <a:xfrm>
              <a:off x="505504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g1949"/>
            <p:cNvSpPr/>
            <p:nvPr/>
          </p:nvSpPr>
          <p:spPr>
            <a:xfrm>
              <a:off x="506668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g1950"/>
            <p:cNvSpPr/>
            <p:nvPr/>
          </p:nvSpPr>
          <p:spPr>
            <a:xfrm>
              <a:off x="5078320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g1951"/>
            <p:cNvSpPr/>
            <p:nvPr/>
          </p:nvSpPr>
          <p:spPr>
            <a:xfrm>
              <a:off x="508995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g1952"/>
            <p:cNvSpPr/>
            <p:nvPr/>
          </p:nvSpPr>
          <p:spPr>
            <a:xfrm>
              <a:off x="510159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g1953"/>
            <p:cNvSpPr/>
            <p:nvPr/>
          </p:nvSpPr>
          <p:spPr>
            <a:xfrm>
              <a:off x="495030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g1954"/>
            <p:cNvSpPr/>
            <p:nvPr/>
          </p:nvSpPr>
          <p:spPr>
            <a:xfrm>
              <a:off x="4961947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g1955"/>
            <p:cNvSpPr/>
            <p:nvPr/>
          </p:nvSpPr>
          <p:spPr>
            <a:xfrm>
              <a:off x="4973584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g1956"/>
            <p:cNvSpPr/>
            <p:nvPr/>
          </p:nvSpPr>
          <p:spPr>
            <a:xfrm>
              <a:off x="498522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g1957"/>
            <p:cNvSpPr/>
            <p:nvPr/>
          </p:nvSpPr>
          <p:spPr>
            <a:xfrm>
              <a:off x="499685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g1958"/>
            <p:cNvSpPr/>
            <p:nvPr/>
          </p:nvSpPr>
          <p:spPr>
            <a:xfrm>
              <a:off x="5008496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g1959"/>
            <p:cNvSpPr/>
            <p:nvPr/>
          </p:nvSpPr>
          <p:spPr>
            <a:xfrm>
              <a:off x="502013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g1960"/>
            <p:cNvSpPr/>
            <p:nvPr/>
          </p:nvSpPr>
          <p:spPr>
            <a:xfrm>
              <a:off x="503177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g1961"/>
            <p:cNvSpPr/>
            <p:nvPr/>
          </p:nvSpPr>
          <p:spPr>
            <a:xfrm>
              <a:off x="5043408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g1962"/>
            <p:cNvSpPr/>
            <p:nvPr/>
          </p:nvSpPr>
          <p:spPr>
            <a:xfrm>
              <a:off x="5055045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g1963"/>
            <p:cNvSpPr/>
            <p:nvPr/>
          </p:nvSpPr>
          <p:spPr>
            <a:xfrm>
              <a:off x="506668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g1964"/>
            <p:cNvSpPr/>
            <p:nvPr/>
          </p:nvSpPr>
          <p:spPr>
            <a:xfrm>
              <a:off x="5078320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g1965"/>
            <p:cNvSpPr/>
            <p:nvPr/>
          </p:nvSpPr>
          <p:spPr>
            <a:xfrm>
              <a:off x="4927035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g1966"/>
            <p:cNvSpPr/>
            <p:nvPr/>
          </p:nvSpPr>
          <p:spPr>
            <a:xfrm>
              <a:off x="4938672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g1967"/>
            <p:cNvSpPr/>
            <p:nvPr/>
          </p:nvSpPr>
          <p:spPr>
            <a:xfrm>
              <a:off x="495030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g1968"/>
            <p:cNvSpPr/>
            <p:nvPr/>
          </p:nvSpPr>
          <p:spPr>
            <a:xfrm>
              <a:off x="4961947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g1969"/>
            <p:cNvSpPr/>
            <p:nvPr/>
          </p:nvSpPr>
          <p:spPr>
            <a:xfrm>
              <a:off x="4973584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g1970"/>
            <p:cNvSpPr/>
            <p:nvPr/>
          </p:nvSpPr>
          <p:spPr>
            <a:xfrm>
              <a:off x="4985221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g1971"/>
            <p:cNvSpPr/>
            <p:nvPr/>
          </p:nvSpPr>
          <p:spPr>
            <a:xfrm>
              <a:off x="499685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g1972"/>
            <p:cNvSpPr/>
            <p:nvPr/>
          </p:nvSpPr>
          <p:spPr>
            <a:xfrm>
              <a:off x="5008496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g1973"/>
            <p:cNvSpPr/>
            <p:nvPr/>
          </p:nvSpPr>
          <p:spPr>
            <a:xfrm>
              <a:off x="5020133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g1974"/>
            <p:cNvSpPr/>
            <p:nvPr/>
          </p:nvSpPr>
          <p:spPr>
            <a:xfrm>
              <a:off x="491539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g1975"/>
            <p:cNvSpPr/>
            <p:nvPr/>
          </p:nvSpPr>
          <p:spPr>
            <a:xfrm>
              <a:off x="4927035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g1976"/>
            <p:cNvSpPr/>
            <p:nvPr/>
          </p:nvSpPr>
          <p:spPr>
            <a:xfrm>
              <a:off x="4938672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g1977"/>
            <p:cNvSpPr/>
            <p:nvPr/>
          </p:nvSpPr>
          <p:spPr>
            <a:xfrm>
              <a:off x="495030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g1978"/>
            <p:cNvSpPr/>
            <p:nvPr/>
          </p:nvSpPr>
          <p:spPr>
            <a:xfrm>
              <a:off x="496194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g1979"/>
            <p:cNvSpPr/>
            <p:nvPr/>
          </p:nvSpPr>
          <p:spPr>
            <a:xfrm>
              <a:off x="4973584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g1980"/>
            <p:cNvSpPr/>
            <p:nvPr/>
          </p:nvSpPr>
          <p:spPr>
            <a:xfrm>
              <a:off x="4985221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g1981"/>
            <p:cNvSpPr/>
            <p:nvPr/>
          </p:nvSpPr>
          <p:spPr>
            <a:xfrm>
              <a:off x="499685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g1982"/>
            <p:cNvSpPr/>
            <p:nvPr/>
          </p:nvSpPr>
          <p:spPr>
            <a:xfrm>
              <a:off x="4892123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g1983"/>
            <p:cNvSpPr/>
            <p:nvPr/>
          </p:nvSpPr>
          <p:spPr>
            <a:xfrm>
              <a:off x="4903760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g1984"/>
            <p:cNvSpPr/>
            <p:nvPr/>
          </p:nvSpPr>
          <p:spPr>
            <a:xfrm>
              <a:off x="491539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g1985"/>
            <p:cNvSpPr/>
            <p:nvPr/>
          </p:nvSpPr>
          <p:spPr>
            <a:xfrm>
              <a:off x="4927035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g1986"/>
            <p:cNvSpPr/>
            <p:nvPr/>
          </p:nvSpPr>
          <p:spPr>
            <a:xfrm>
              <a:off x="4938672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g1987"/>
            <p:cNvSpPr/>
            <p:nvPr/>
          </p:nvSpPr>
          <p:spPr>
            <a:xfrm>
              <a:off x="4950309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g1988"/>
            <p:cNvSpPr/>
            <p:nvPr/>
          </p:nvSpPr>
          <p:spPr>
            <a:xfrm>
              <a:off x="496194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g1989"/>
            <p:cNvSpPr/>
            <p:nvPr/>
          </p:nvSpPr>
          <p:spPr>
            <a:xfrm>
              <a:off x="4973584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g1990"/>
            <p:cNvSpPr/>
            <p:nvPr/>
          </p:nvSpPr>
          <p:spPr>
            <a:xfrm>
              <a:off x="4985221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g1991"/>
            <p:cNvSpPr/>
            <p:nvPr/>
          </p:nvSpPr>
          <p:spPr>
            <a:xfrm>
              <a:off x="4857211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g1992"/>
            <p:cNvSpPr/>
            <p:nvPr/>
          </p:nvSpPr>
          <p:spPr>
            <a:xfrm>
              <a:off x="4868848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g1993"/>
            <p:cNvSpPr/>
            <p:nvPr/>
          </p:nvSpPr>
          <p:spPr>
            <a:xfrm>
              <a:off x="488048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g1994"/>
            <p:cNvSpPr/>
            <p:nvPr/>
          </p:nvSpPr>
          <p:spPr>
            <a:xfrm>
              <a:off x="4892123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g1995"/>
            <p:cNvSpPr/>
            <p:nvPr/>
          </p:nvSpPr>
          <p:spPr>
            <a:xfrm>
              <a:off x="4903760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g1996"/>
            <p:cNvSpPr/>
            <p:nvPr/>
          </p:nvSpPr>
          <p:spPr>
            <a:xfrm>
              <a:off x="491539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g1997"/>
            <p:cNvSpPr/>
            <p:nvPr/>
          </p:nvSpPr>
          <p:spPr>
            <a:xfrm>
              <a:off x="492703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g1998"/>
            <p:cNvSpPr/>
            <p:nvPr/>
          </p:nvSpPr>
          <p:spPr>
            <a:xfrm>
              <a:off x="4938672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g1999"/>
            <p:cNvSpPr/>
            <p:nvPr/>
          </p:nvSpPr>
          <p:spPr>
            <a:xfrm>
              <a:off x="4950309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g2000"/>
            <p:cNvSpPr/>
            <p:nvPr/>
          </p:nvSpPr>
          <p:spPr>
            <a:xfrm>
              <a:off x="496194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g2001"/>
            <p:cNvSpPr/>
            <p:nvPr/>
          </p:nvSpPr>
          <p:spPr>
            <a:xfrm>
              <a:off x="4973584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g2002"/>
            <p:cNvSpPr/>
            <p:nvPr/>
          </p:nvSpPr>
          <p:spPr>
            <a:xfrm>
              <a:off x="4833936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g2003"/>
            <p:cNvSpPr/>
            <p:nvPr/>
          </p:nvSpPr>
          <p:spPr>
            <a:xfrm>
              <a:off x="484557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g2004"/>
            <p:cNvSpPr/>
            <p:nvPr/>
          </p:nvSpPr>
          <p:spPr>
            <a:xfrm>
              <a:off x="4857211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g2005"/>
            <p:cNvSpPr/>
            <p:nvPr/>
          </p:nvSpPr>
          <p:spPr>
            <a:xfrm>
              <a:off x="4868848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g2006"/>
            <p:cNvSpPr/>
            <p:nvPr/>
          </p:nvSpPr>
          <p:spPr>
            <a:xfrm>
              <a:off x="488048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g2007"/>
            <p:cNvSpPr/>
            <p:nvPr/>
          </p:nvSpPr>
          <p:spPr>
            <a:xfrm>
              <a:off x="489212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g2008"/>
            <p:cNvSpPr/>
            <p:nvPr/>
          </p:nvSpPr>
          <p:spPr>
            <a:xfrm>
              <a:off x="4903760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g2009"/>
            <p:cNvSpPr/>
            <p:nvPr/>
          </p:nvSpPr>
          <p:spPr>
            <a:xfrm>
              <a:off x="491539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g2010"/>
            <p:cNvSpPr/>
            <p:nvPr/>
          </p:nvSpPr>
          <p:spPr>
            <a:xfrm>
              <a:off x="492703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g2011"/>
            <p:cNvSpPr/>
            <p:nvPr/>
          </p:nvSpPr>
          <p:spPr>
            <a:xfrm>
              <a:off x="4938672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g2012"/>
            <p:cNvSpPr/>
            <p:nvPr/>
          </p:nvSpPr>
          <p:spPr>
            <a:xfrm>
              <a:off x="4950309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g2013"/>
            <p:cNvSpPr/>
            <p:nvPr/>
          </p:nvSpPr>
          <p:spPr>
            <a:xfrm>
              <a:off x="496194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g2014"/>
            <p:cNvSpPr/>
            <p:nvPr/>
          </p:nvSpPr>
          <p:spPr>
            <a:xfrm>
              <a:off x="482229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g2015"/>
            <p:cNvSpPr/>
            <p:nvPr/>
          </p:nvSpPr>
          <p:spPr>
            <a:xfrm>
              <a:off x="4833936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g2016"/>
            <p:cNvSpPr/>
            <p:nvPr/>
          </p:nvSpPr>
          <p:spPr>
            <a:xfrm>
              <a:off x="484557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g2017"/>
            <p:cNvSpPr/>
            <p:nvPr/>
          </p:nvSpPr>
          <p:spPr>
            <a:xfrm>
              <a:off x="4857211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g2018"/>
            <p:cNvSpPr/>
            <p:nvPr/>
          </p:nvSpPr>
          <p:spPr>
            <a:xfrm>
              <a:off x="4868848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g2019"/>
            <p:cNvSpPr/>
            <p:nvPr/>
          </p:nvSpPr>
          <p:spPr>
            <a:xfrm>
              <a:off x="488048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g2020"/>
            <p:cNvSpPr/>
            <p:nvPr/>
          </p:nvSpPr>
          <p:spPr>
            <a:xfrm>
              <a:off x="489212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g2021"/>
            <p:cNvSpPr/>
            <p:nvPr/>
          </p:nvSpPr>
          <p:spPr>
            <a:xfrm>
              <a:off x="4903760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g2022"/>
            <p:cNvSpPr/>
            <p:nvPr/>
          </p:nvSpPr>
          <p:spPr>
            <a:xfrm>
              <a:off x="491539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g2023"/>
            <p:cNvSpPr/>
            <p:nvPr/>
          </p:nvSpPr>
          <p:spPr>
            <a:xfrm>
              <a:off x="492703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g2024"/>
            <p:cNvSpPr/>
            <p:nvPr/>
          </p:nvSpPr>
          <p:spPr>
            <a:xfrm>
              <a:off x="4938672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g2025"/>
            <p:cNvSpPr/>
            <p:nvPr/>
          </p:nvSpPr>
          <p:spPr>
            <a:xfrm>
              <a:off x="495030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g2026"/>
            <p:cNvSpPr/>
            <p:nvPr/>
          </p:nvSpPr>
          <p:spPr>
            <a:xfrm>
              <a:off x="496194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g2027"/>
            <p:cNvSpPr/>
            <p:nvPr/>
          </p:nvSpPr>
          <p:spPr>
            <a:xfrm>
              <a:off x="481066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g2028"/>
            <p:cNvSpPr/>
            <p:nvPr/>
          </p:nvSpPr>
          <p:spPr>
            <a:xfrm>
              <a:off x="482229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g2029"/>
            <p:cNvSpPr/>
            <p:nvPr/>
          </p:nvSpPr>
          <p:spPr>
            <a:xfrm>
              <a:off x="4833936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g2030"/>
            <p:cNvSpPr/>
            <p:nvPr/>
          </p:nvSpPr>
          <p:spPr>
            <a:xfrm>
              <a:off x="484557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g2031"/>
            <p:cNvSpPr/>
            <p:nvPr/>
          </p:nvSpPr>
          <p:spPr>
            <a:xfrm>
              <a:off x="485721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g2032"/>
            <p:cNvSpPr/>
            <p:nvPr/>
          </p:nvSpPr>
          <p:spPr>
            <a:xfrm>
              <a:off x="4868848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g2033"/>
            <p:cNvSpPr/>
            <p:nvPr/>
          </p:nvSpPr>
          <p:spPr>
            <a:xfrm>
              <a:off x="488048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g2034"/>
            <p:cNvSpPr/>
            <p:nvPr/>
          </p:nvSpPr>
          <p:spPr>
            <a:xfrm>
              <a:off x="489212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g2035"/>
            <p:cNvSpPr/>
            <p:nvPr/>
          </p:nvSpPr>
          <p:spPr>
            <a:xfrm>
              <a:off x="4903760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g2036"/>
            <p:cNvSpPr/>
            <p:nvPr/>
          </p:nvSpPr>
          <p:spPr>
            <a:xfrm>
              <a:off x="4915397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g2037"/>
            <p:cNvSpPr/>
            <p:nvPr/>
          </p:nvSpPr>
          <p:spPr>
            <a:xfrm>
              <a:off x="492703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g2038"/>
            <p:cNvSpPr/>
            <p:nvPr/>
          </p:nvSpPr>
          <p:spPr>
            <a:xfrm>
              <a:off x="4938672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g2039"/>
            <p:cNvSpPr/>
            <p:nvPr/>
          </p:nvSpPr>
          <p:spPr>
            <a:xfrm>
              <a:off x="495030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g2040"/>
            <p:cNvSpPr/>
            <p:nvPr/>
          </p:nvSpPr>
          <p:spPr>
            <a:xfrm>
              <a:off x="4799024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g2041"/>
            <p:cNvSpPr/>
            <p:nvPr/>
          </p:nvSpPr>
          <p:spPr>
            <a:xfrm>
              <a:off x="481066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g2042"/>
            <p:cNvSpPr/>
            <p:nvPr/>
          </p:nvSpPr>
          <p:spPr>
            <a:xfrm>
              <a:off x="4822299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g2043"/>
            <p:cNvSpPr/>
            <p:nvPr/>
          </p:nvSpPr>
          <p:spPr>
            <a:xfrm>
              <a:off x="4833936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g2044"/>
            <p:cNvSpPr/>
            <p:nvPr/>
          </p:nvSpPr>
          <p:spPr>
            <a:xfrm>
              <a:off x="4845573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g2045"/>
            <p:cNvSpPr/>
            <p:nvPr/>
          </p:nvSpPr>
          <p:spPr>
            <a:xfrm>
              <a:off x="485721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g2046"/>
            <p:cNvSpPr/>
            <p:nvPr/>
          </p:nvSpPr>
          <p:spPr>
            <a:xfrm>
              <a:off x="4868848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g2047"/>
            <p:cNvSpPr/>
            <p:nvPr/>
          </p:nvSpPr>
          <p:spPr>
            <a:xfrm>
              <a:off x="4787387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g2048"/>
            <p:cNvSpPr/>
            <p:nvPr/>
          </p:nvSpPr>
          <p:spPr>
            <a:xfrm>
              <a:off x="4799024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g2049"/>
            <p:cNvSpPr/>
            <p:nvPr/>
          </p:nvSpPr>
          <p:spPr>
            <a:xfrm>
              <a:off x="481066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g2050"/>
            <p:cNvSpPr/>
            <p:nvPr/>
          </p:nvSpPr>
          <p:spPr>
            <a:xfrm>
              <a:off x="4822299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g2051"/>
            <p:cNvSpPr/>
            <p:nvPr/>
          </p:nvSpPr>
          <p:spPr>
            <a:xfrm>
              <a:off x="4833936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g2052"/>
            <p:cNvSpPr/>
            <p:nvPr/>
          </p:nvSpPr>
          <p:spPr>
            <a:xfrm>
              <a:off x="4845573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g2053"/>
            <p:cNvSpPr/>
            <p:nvPr/>
          </p:nvSpPr>
          <p:spPr>
            <a:xfrm>
              <a:off x="485721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g2054"/>
            <p:cNvSpPr/>
            <p:nvPr/>
          </p:nvSpPr>
          <p:spPr>
            <a:xfrm>
              <a:off x="477574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g2055"/>
            <p:cNvSpPr/>
            <p:nvPr/>
          </p:nvSpPr>
          <p:spPr>
            <a:xfrm>
              <a:off x="4787387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g2056"/>
            <p:cNvSpPr/>
            <p:nvPr/>
          </p:nvSpPr>
          <p:spPr>
            <a:xfrm>
              <a:off x="4799024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g2057"/>
            <p:cNvSpPr/>
            <p:nvPr/>
          </p:nvSpPr>
          <p:spPr>
            <a:xfrm>
              <a:off x="4810661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g2058"/>
            <p:cNvSpPr/>
            <p:nvPr/>
          </p:nvSpPr>
          <p:spPr>
            <a:xfrm>
              <a:off x="482229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g2059"/>
            <p:cNvSpPr/>
            <p:nvPr/>
          </p:nvSpPr>
          <p:spPr>
            <a:xfrm>
              <a:off x="4833936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g2060"/>
            <p:cNvSpPr/>
            <p:nvPr/>
          </p:nvSpPr>
          <p:spPr>
            <a:xfrm>
              <a:off x="4845573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g2061"/>
            <p:cNvSpPr/>
            <p:nvPr/>
          </p:nvSpPr>
          <p:spPr>
            <a:xfrm>
              <a:off x="477574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g2062"/>
            <p:cNvSpPr/>
            <p:nvPr/>
          </p:nvSpPr>
          <p:spPr>
            <a:xfrm>
              <a:off x="4787387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g2063"/>
            <p:cNvSpPr/>
            <p:nvPr/>
          </p:nvSpPr>
          <p:spPr>
            <a:xfrm>
              <a:off x="4799024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g2064"/>
            <p:cNvSpPr/>
            <p:nvPr/>
          </p:nvSpPr>
          <p:spPr>
            <a:xfrm>
              <a:off x="4810661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g2065"/>
            <p:cNvSpPr/>
            <p:nvPr/>
          </p:nvSpPr>
          <p:spPr>
            <a:xfrm>
              <a:off x="482229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g2066"/>
            <p:cNvSpPr/>
            <p:nvPr/>
          </p:nvSpPr>
          <p:spPr>
            <a:xfrm>
              <a:off x="4833936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g2067"/>
            <p:cNvSpPr/>
            <p:nvPr/>
          </p:nvSpPr>
          <p:spPr>
            <a:xfrm>
              <a:off x="4752475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g2068"/>
            <p:cNvSpPr/>
            <p:nvPr/>
          </p:nvSpPr>
          <p:spPr>
            <a:xfrm>
              <a:off x="4764112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g2069"/>
            <p:cNvSpPr/>
            <p:nvPr/>
          </p:nvSpPr>
          <p:spPr>
            <a:xfrm>
              <a:off x="477574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g2070"/>
            <p:cNvSpPr/>
            <p:nvPr/>
          </p:nvSpPr>
          <p:spPr>
            <a:xfrm>
              <a:off x="4787387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g2071"/>
            <p:cNvSpPr/>
            <p:nvPr/>
          </p:nvSpPr>
          <p:spPr>
            <a:xfrm>
              <a:off x="4799024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g2072"/>
            <p:cNvSpPr/>
            <p:nvPr/>
          </p:nvSpPr>
          <p:spPr>
            <a:xfrm>
              <a:off x="4810661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g2073"/>
            <p:cNvSpPr/>
            <p:nvPr/>
          </p:nvSpPr>
          <p:spPr>
            <a:xfrm>
              <a:off x="482229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g2074"/>
            <p:cNvSpPr/>
            <p:nvPr/>
          </p:nvSpPr>
          <p:spPr>
            <a:xfrm>
              <a:off x="474083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g2075"/>
            <p:cNvSpPr/>
            <p:nvPr/>
          </p:nvSpPr>
          <p:spPr>
            <a:xfrm>
              <a:off x="4752475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g2076"/>
            <p:cNvSpPr/>
            <p:nvPr/>
          </p:nvSpPr>
          <p:spPr>
            <a:xfrm>
              <a:off x="4764112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g2077"/>
            <p:cNvSpPr/>
            <p:nvPr/>
          </p:nvSpPr>
          <p:spPr>
            <a:xfrm>
              <a:off x="477574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g2078"/>
            <p:cNvSpPr/>
            <p:nvPr/>
          </p:nvSpPr>
          <p:spPr>
            <a:xfrm>
              <a:off x="478738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g2079"/>
            <p:cNvSpPr/>
            <p:nvPr/>
          </p:nvSpPr>
          <p:spPr>
            <a:xfrm>
              <a:off x="4799024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g2080"/>
            <p:cNvSpPr/>
            <p:nvPr/>
          </p:nvSpPr>
          <p:spPr>
            <a:xfrm>
              <a:off x="4810661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g2081"/>
            <p:cNvSpPr/>
            <p:nvPr/>
          </p:nvSpPr>
          <p:spPr>
            <a:xfrm>
              <a:off x="482229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g2082"/>
            <p:cNvSpPr/>
            <p:nvPr/>
          </p:nvSpPr>
          <p:spPr>
            <a:xfrm>
              <a:off x="4717563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g2083"/>
            <p:cNvSpPr/>
            <p:nvPr/>
          </p:nvSpPr>
          <p:spPr>
            <a:xfrm>
              <a:off x="4729200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g2084"/>
            <p:cNvSpPr/>
            <p:nvPr/>
          </p:nvSpPr>
          <p:spPr>
            <a:xfrm>
              <a:off x="474083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g2085"/>
            <p:cNvSpPr/>
            <p:nvPr/>
          </p:nvSpPr>
          <p:spPr>
            <a:xfrm>
              <a:off x="4752475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g2086"/>
            <p:cNvSpPr/>
            <p:nvPr/>
          </p:nvSpPr>
          <p:spPr>
            <a:xfrm>
              <a:off x="4764112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g2087"/>
            <p:cNvSpPr/>
            <p:nvPr/>
          </p:nvSpPr>
          <p:spPr>
            <a:xfrm>
              <a:off x="4775749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g2088"/>
            <p:cNvSpPr/>
            <p:nvPr/>
          </p:nvSpPr>
          <p:spPr>
            <a:xfrm>
              <a:off x="478738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g2089"/>
            <p:cNvSpPr/>
            <p:nvPr/>
          </p:nvSpPr>
          <p:spPr>
            <a:xfrm>
              <a:off x="4799024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g2090"/>
            <p:cNvSpPr/>
            <p:nvPr/>
          </p:nvSpPr>
          <p:spPr>
            <a:xfrm>
              <a:off x="4810661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g2091"/>
            <p:cNvSpPr/>
            <p:nvPr/>
          </p:nvSpPr>
          <p:spPr>
            <a:xfrm>
              <a:off x="470592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g2092"/>
            <p:cNvSpPr/>
            <p:nvPr/>
          </p:nvSpPr>
          <p:spPr>
            <a:xfrm>
              <a:off x="4717563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g2093"/>
            <p:cNvSpPr/>
            <p:nvPr/>
          </p:nvSpPr>
          <p:spPr>
            <a:xfrm>
              <a:off x="4729200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g2094"/>
            <p:cNvSpPr/>
            <p:nvPr/>
          </p:nvSpPr>
          <p:spPr>
            <a:xfrm>
              <a:off x="474083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g2095"/>
            <p:cNvSpPr/>
            <p:nvPr/>
          </p:nvSpPr>
          <p:spPr>
            <a:xfrm>
              <a:off x="475247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g2096"/>
            <p:cNvSpPr/>
            <p:nvPr/>
          </p:nvSpPr>
          <p:spPr>
            <a:xfrm>
              <a:off x="4764112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g2097"/>
            <p:cNvSpPr/>
            <p:nvPr/>
          </p:nvSpPr>
          <p:spPr>
            <a:xfrm>
              <a:off x="4775749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g2098"/>
            <p:cNvSpPr/>
            <p:nvPr/>
          </p:nvSpPr>
          <p:spPr>
            <a:xfrm>
              <a:off x="478738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g2099"/>
            <p:cNvSpPr/>
            <p:nvPr/>
          </p:nvSpPr>
          <p:spPr>
            <a:xfrm>
              <a:off x="464773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g2100"/>
            <p:cNvSpPr/>
            <p:nvPr/>
          </p:nvSpPr>
          <p:spPr>
            <a:xfrm>
              <a:off x="4659376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g2101"/>
            <p:cNvSpPr/>
            <p:nvPr/>
          </p:nvSpPr>
          <p:spPr>
            <a:xfrm>
              <a:off x="467101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g2102"/>
            <p:cNvSpPr/>
            <p:nvPr/>
          </p:nvSpPr>
          <p:spPr>
            <a:xfrm>
              <a:off x="4682651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g2103"/>
            <p:cNvSpPr/>
            <p:nvPr/>
          </p:nvSpPr>
          <p:spPr>
            <a:xfrm>
              <a:off x="4694288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g2104"/>
            <p:cNvSpPr/>
            <p:nvPr/>
          </p:nvSpPr>
          <p:spPr>
            <a:xfrm>
              <a:off x="470592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g2105"/>
            <p:cNvSpPr/>
            <p:nvPr/>
          </p:nvSpPr>
          <p:spPr>
            <a:xfrm>
              <a:off x="471756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g2106"/>
            <p:cNvSpPr/>
            <p:nvPr/>
          </p:nvSpPr>
          <p:spPr>
            <a:xfrm>
              <a:off x="4729200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g2107"/>
            <p:cNvSpPr/>
            <p:nvPr/>
          </p:nvSpPr>
          <p:spPr>
            <a:xfrm>
              <a:off x="4740837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g2108"/>
            <p:cNvSpPr/>
            <p:nvPr/>
          </p:nvSpPr>
          <p:spPr>
            <a:xfrm>
              <a:off x="475247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g2109"/>
            <p:cNvSpPr/>
            <p:nvPr/>
          </p:nvSpPr>
          <p:spPr>
            <a:xfrm>
              <a:off x="4764112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g2110"/>
            <p:cNvSpPr/>
            <p:nvPr/>
          </p:nvSpPr>
          <p:spPr>
            <a:xfrm>
              <a:off x="477574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g2111"/>
            <p:cNvSpPr/>
            <p:nvPr/>
          </p:nvSpPr>
          <p:spPr>
            <a:xfrm>
              <a:off x="4624464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g2112"/>
            <p:cNvSpPr/>
            <p:nvPr/>
          </p:nvSpPr>
          <p:spPr>
            <a:xfrm>
              <a:off x="463610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g2113"/>
            <p:cNvSpPr/>
            <p:nvPr/>
          </p:nvSpPr>
          <p:spPr>
            <a:xfrm>
              <a:off x="4647739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g2114"/>
            <p:cNvSpPr/>
            <p:nvPr/>
          </p:nvSpPr>
          <p:spPr>
            <a:xfrm>
              <a:off x="4659376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g2115"/>
            <p:cNvSpPr/>
            <p:nvPr/>
          </p:nvSpPr>
          <p:spPr>
            <a:xfrm>
              <a:off x="467101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g2116"/>
            <p:cNvSpPr/>
            <p:nvPr/>
          </p:nvSpPr>
          <p:spPr>
            <a:xfrm>
              <a:off x="468265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g2117"/>
            <p:cNvSpPr/>
            <p:nvPr/>
          </p:nvSpPr>
          <p:spPr>
            <a:xfrm>
              <a:off x="4694288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g2118"/>
            <p:cNvSpPr/>
            <p:nvPr/>
          </p:nvSpPr>
          <p:spPr>
            <a:xfrm>
              <a:off x="470592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g2119"/>
            <p:cNvSpPr/>
            <p:nvPr/>
          </p:nvSpPr>
          <p:spPr>
            <a:xfrm>
              <a:off x="471756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g2120"/>
            <p:cNvSpPr/>
            <p:nvPr/>
          </p:nvSpPr>
          <p:spPr>
            <a:xfrm>
              <a:off x="4729200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g2121"/>
            <p:cNvSpPr/>
            <p:nvPr/>
          </p:nvSpPr>
          <p:spPr>
            <a:xfrm>
              <a:off x="4740837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g2122"/>
            <p:cNvSpPr/>
            <p:nvPr/>
          </p:nvSpPr>
          <p:spPr>
            <a:xfrm>
              <a:off x="475247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g2123"/>
            <p:cNvSpPr/>
            <p:nvPr/>
          </p:nvSpPr>
          <p:spPr>
            <a:xfrm>
              <a:off x="4764112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g2124"/>
            <p:cNvSpPr/>
            <p:nvPr/>
          </p:nvSpPr>
          <p:spPr>
            <a:xfrm>
              <a:off x="461282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g2125"/>
            <p:cNvSpPr/>
            <p:nvPr/>
          </p:nvSpPr>
          <p:spPr>
            <a:xfrm>
              <a:off x="4624464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g2126"/>
            <p:cNvSpPr/>
            <p:nvPr/>
          </p:nvSpPr>
          <p:spPr>
            <a:xfrm>
              <a:off x="463610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g2127"/>
            <p:cNvSpPr/>
            <p:nvPr/>
          </p:nvSpPr>
          <p:spPr>
            <a:xfrm>
              <a:off x="4647739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g2128"/>
            <p:cNvSpPr/>
            <p:nvPr/>
          </p:nvSpPr>
          <p:spPr>
            <a:xfrm>
              <a:off x="4659376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g2129"/>
            <p:cNvSpPr/>
            <p:nvPr/>
          </p:nvSpPr>
          <p:spPr>
            <a:xfrm>
              <a:off x="467101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g2130"/>
            <p:cNvSpPr/>
            <p:nvPr/>
          </p:nvSpPr>
          <p:spPr>
            <a:xfrm>
              <a:off x="468265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g2131"/>
            <p:cNvSpPr/>
            <p:nvPr/>
          </p:nvSpPr>
          <p:spPr>
            <a:xfrm>
              <a:off x="4694288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g2132"/>
            <p:cNvSpPr/>
            <p:nvPr/>
          </p:nvSpPr>
          <p:spPr>
            <a:xfrm>
              <a:off x="4705925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g2133"/>
            <p:cNvSpPr/>
            <p:nvPr/>
          </p:nvSpPr>
          <p:spPr>
            <a:xfrm>
              <a:off x="471756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g2134"/>
            <p:cNvSpPr/>
            <p:nvPr/>
          </p:nvSpPr>
          <p:spPr>
            <a:xfrm>
              <a:off x="4729200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g2135"/>
            <p:cNvSpPr/>
            <p:nvPr/>
          </p:nvSpPr>
          <p:spPr>
            <a:xfrm>
              <a:off x="474083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g2136"/>
            <p:cNvSpPr/>
            <p:nvPr/>
          </p:nvSpPr>
          <p:spPr>
            <a:xfrm>
              <a:off x="4612827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g2137"/>
            <p:cNvSpPr/>
            <p:nvPr/>
          </p:nvSpPr>
          <p:spPr>
            <a:xfrm>
              <a:off x="4624464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g2138"/>
            <p:cNvSpPr/>
            <p:nvPr/>
          </p:nvSpPr>
          <p:spPr>
            <a:xfrm>
              <a:off x="463610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g2139"/>
            <p:cNvSpPr/>
            <p:nvPr/>
          </p:nvSpPr>
          <p:spPr>
            <a:xfrm>
              <a:off x="4647739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g2140"/>
            <p:cNvSpPr/>
            <p:nvPr/>
          </p:nvSpPr>
          <p:spPr>
            <a:xfrm>
              <a:off x="4659376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g2141"/>
            <p:cNvSpPr/>
            <p:nvPr/>
          </p:nvSpPr>
          <p:spPr>
            <a:xfrm>
              <a:off x="467101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g2142"/>
            <p:cNvSpPr/>
            <p:nvPr/>
          </p:nvSpPr>
          <p:spPr>
            <a:xfrm>
              <a:off x="468265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g2143"/>
            <p:cNvSpPr/>
            <p:nvPr/>
          </p:nvSpPr>
          <p:spPr>
            <a:xfrm>
              <a:off x="4694288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g2144"/>
            <p:cNvSpPr/>
            <p:nvPr/>
          </p:nvSpPr>
          <p:spPr>
            <a:xfrm>
              <a:off x="4705925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g2145"/>
            <p:cNvSpPr/>
            <p:nvPr/>
          </p:nvSpPr>
          <p:spPr>
            <a:xfrm>
              <a:off x="471756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g2146"/>
            <p:cNvSpPr/>
            <p:nvPr/>
          </p:nvSpPr>
          <p:spPr>
            <a:xfrm>
              <a:off x="4729200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g2147"/>
            <p:cNvSpPr/>
            <p:nvPr/>
          </p:nvSpPr>
          <p:spPr>
            <a:xfrm>
              <a:off x="4612827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g2148"/>
            <p:cNvSpPr/>
            <p:nvPr/>
          </p:nvSpPr>
          <p:spPr>
            <a:xfrm>
              <a:off x="4624464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g2149"/>
            <p:cNvSpPr/>
            <p:nvPr/>
          </p:nvSpPr>
          <p:spPr>
            <a:xfrm>
              <a:off x="463610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g2150"/>
            <p:cNvSpPr/>
            <p:nvPr/>
          </p:nvSpPr>
          <p:spPr>
            <a:xfrm>
              <a:off x="4647739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g2151"/>
            <p:cNvSpPr/>
            <p:nvPr/>
          </p:nvSpPr>
          <p:spPr>
            <a:xfrm>
              <a:off x="4659376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g2152"/>
            <p:cNvSpPr/>
            <p:nvPr/>
          </p:nvSpPr>
          <p:spPr>
            <a:xfrm>
              <a:off x="4671013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g2153"/>
            <p:cNvSpPr/>
            <p:nvPr/>
          </p:nvSpPr>
          <p:spPr>
            <a:xfrm>
              <a:off x="468265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g2154"/>
            <p:cNvSpPr/>
            <p:nvPr/>
          </p:nvSpPr>
          <p:spPr>
            <a:xfrm>
              <a:off x="4694288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g2155"/>
            <p:cNvSpPr/>
            <p:nvPr/>
          </p:nvSpPr>
          <p:spPr>
            <a:xfrm>
              <a:off x="4612827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g2156"/>
            <p:cNvSpPr/>
            <p:nvPr/>
          </p:nvSpPr>
          <p:spPr>
            <a:xfrm>
              <a:off x="4624464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g2157"/>
            <p:cNvSpPr/>
            <p:nvPr/>
          </p:nvSpPr>
          <p:spPr>
            <a:xfrm>
              <a:off x="463610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g2158"/>
            <p:cNvSpPr/>
            <p:nvPr/>
          </p:nvSpPr>
          <p:spPr>
            <a:xfrm>
              <a:off x="4647739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g2159"/>
            <p:cNvSpPr/>
            <p:nvPr/>
          </p:nvSpPr>
          <p:spPr>
            <a:xfrm>
              <a:off x="4659376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g2160"/>
            <p:cNvSpPr/>
            <p:nvPr/>
          </p:nvSpPr>
          <p:spPr>
            <a:xfrm>
              <a:off x="4671013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g2161"/>
            <p:cNvSpPr/>
            <p:nvPr/>
          </p:nvSpPr>
          <p:spPr>
            <a:xfrm>
              <a:off x="468265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g2162"/>
            <p:cNvSpPr/>
            <p:nvPr/>
          </p:nvSpPr>
          <p:spPr>
            <a:xfrm>
              <a:off x="4589552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g2163"/>
            <p:cNvSpPr/>
            <p:nvPr/>
          </p:nvSpPr>
          <p:spPr>
            <a:xfrm>
              <a:off x="4601190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g2164"/>
            <p:cNvSpPr/>
            <p:nvPr/>
          </p:nvSpPr>
          <p:spPr>
            <a:xfrm>
              <a:off x="4612827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g2165"/>
            <p:cNvSpPr/>
            <p:nvPr/>
          </p:nvSpPr>
          <p:spPr>
            <a:xfrm>
              <a:off x="4624464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g2166"/>
            <p:cNvSpPr/>
            <p:nvPr/>
          </p:nvSpPr>
          <p:spPr>
            <a:xfrm>
              <a:off x="4636101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g2167"/>
            <p:cNvSpPr/>
            <p:nvPr/>
          </p:nvSpPr>
          <p:spPr>
            <a:xfrm>
              <a:off x="4647739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g2168"/>
            <p:cNvSpPr/>
            <p:nvPr/>
          </p:nvSpPr>
          <p:spPr>
            <a:xfrm>
              <a:off x="4659376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g2169"/>
            <p:cNvSpPr/>
            <p:nvPr/>
          </p:nvSpPr>
          <p:spPr>
            <a:xfrm>
              <a:off x="4671013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g2170"/>
            <p:cNvSpPr/>
            <p:nvPr/>
          </p:nvSpPr>
          <p:spPr>
            <a:xfrm>
              <a:off x="4589552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g2171"/>
            <p:cNvSpPr/>
            <p:nvPr/>
          </p:nvSpPr>
          <p:spPr>
            <a:xfrm>
              <a:off x="4601190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g2172"/>
            <p:cNvSpPr/>
            <p:nvPr/>
          </p:nvSpPr>
          <p:spPr>
            <a:xfrm>
              <a:off x="4612827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g2173"/>
            <p:cNvSpPr/>
            <p:nvPr/>
          </p:nvSpPr>
          <p:spPr>
            <a:xfrm>
              <a:off x="4624464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g2174"/>
            <p:cNvSpPr/>
            <p:nvPr/>
          </p:nvSpPr>
          <p:spPr>
            <a:xfrm>
              <a:off x="4636101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g2175"/>
            <p:cNvSpPr/>
            <p:nvPr/>
          </p:nvSpPr>
          <p:spPr>
            <a:xfrm>
              <a:off x="4647739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g2176"/>
            <p:cNvSpPr/>
            <p:nvPr/>
          </p:nvSpPr>
          <p:spPr>
            <a:xfrm>
              <a:off x="4659376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g2177"/>
            <p:cNvSpPr/>
            <p:nvPr/>
          </p:nvSpPr>
          <p:spPr>
            <a:xfrm>
              <a:off x="4577915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g2178"/>
            <p:cNvSpPr/>
            <p:nvPr/>
          </p:nvSpPr>
          <p:spPr>
            <a:xfrm>
              <a:off x="4589552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g2179"/>
            <p:cNvSpPr/>
            <p:nvPr/>
          </p:nvSpPr>
          <p:spPr>
            <a:xfrm>
              <a:off x="4601190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g2180"/>
            <p:cNvSpPr/>
            <p:nvPr/>
          </p:nvSpPr>
          <p:spPr>
            <a:xfrm>
              <a:off x="4612827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g2181"/>
            <p:cNvSpPr/>
            <p:nvPr/>
          </p:nvSpPr>
          <p:spPr>
            <a:xfrm>
              <a:off x="4624464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g2182"/>
            <p:cNvSpPr/>
            <p:nvPr/>
          </p:nvSpPr>
          <p:spPr>
            <a:xfrm>
              <a:off x="4636101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g2183"/>
            <p:cNvSpPr/>
            <p:nvPr/>
          </p:nvSpPr>
          <p:spPr>
            <a:xfrm>
              <a:off x="4647739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g2184"/>
            <p:cNvSpPr/>
            <p:nvPr/>
          </p:nvSpPr>
          <p:spPr>
            <a:xfrm>
              <a:off x="4577915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g2185"/>
            <p:cNvSpPr/>
            <p:nvPr/>
          </p:nvSpPr>
          <p:spPr>
            <a:xfrm>
              <a:off x="4589552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g2186"/>
            <p:cNvSpPr/>
            <p:nvPr/>
          </p:nvSpPr>
          <p:spPr>
            <a:xfrm>
              <a:off x="4601190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g2187"/>
            <p:cNvSpPr/>
            <p:nvPr/>
          </p:nvSpPr>
          <p:spPr>
            <a:xfrm>
              <a:off x="4612827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g2188"/>
            <p:cNvSpPr/>
            <p:nvPr/>
          </p:nvSpPr>
          <p:spPr>
            <a:xfrm>
              <a:off x="4624464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g2189"/>
            <p:cNvSpPr/>
            <p:nvPr/>
          </p:nvSpPr>
          <p:spPr>
            <a:xfrm>
              <a:off x="4636101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g2190"/>
            <p:cNvSpPr/>
            <p:nvPr/>
          </p:nvSpPr>
          <p:spPr>
            <a:xfrm>
              <a:off x="4566278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g2191"/>
            <p:cNvSpPr/>
            <p:nvPr/>
          </p:nvSpPr>
          <p:spPr>
            <a:xfrm>
              <a:off x="4577915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g2192"/>
            <p:cNvSpPr/>
            <p:nvPr/>
          </p:nvSpPr>
          <p:spPr>
            <a:xfrm>
              <a:off x="4589552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g2193"/>
            <p:cNvSpPr/>
            <p:nvPr/>
          </p:nvSpPr>
          <p:spPr>
            <a:xfrm>
              <a:off x="4601190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g2194"/>
            <p:cNvSpPr/>
            <p:nvPr/>
          </p:nvSpPr>
          <p:spPr>
            <a:xfrm>
              <a:off x="4612827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g2195"/>
            <p:cNvSpPr/>
            <p:nvPr/>
          </p:nvSpPr>
          <p:spPr>
            <a:xfrm>
              <a:off x="4624464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g2196"/>
            <p:cNvSpPr/>
            <p:nvPr/>
          </p:nvSpPr>
          <p:spPr>
            <a:xfrm>
              <a:off x="4566278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g2197"/>
            <p:cNvSpPr/>
            <p:nvPr/>
          </p:nvSpPr>
          <p:spPr>
            <a:xfrm>
              <a:off x="4577915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g2198"/>
            <p:cNvSpPr/>
            <p:nvPr/>
          </p:nvSpPr>
          <p:spPr>
            <a:xfrm>
              <a:off x="4589552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g2199"/>
            <p:cNvSpPr/>
            <p:nvPr/>
          </p:nvSpPr>
          <p:spPr>
            <a:xfrm>
              <a:off x="4601190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g2200"/>
            <p:cNvSpPr/>
            <p:nvPr/>
          </p:nvSpPr>
          <p:spPr>
            <a:xfrm>
              <a:off x="4612827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g2201"/>
            <p:cNvSpPr/>
            <p:nvPr/>
          </p:nvSpPr>
          <p:spPr>
            <a:xfrm>
              <a:off x="455464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g2202"/>
            <p:cNvSpPr/>
            <p:nvPr/>
          </p:nvSpPr>
          <p:spPr>
            <a:xfrm>
              <a:off x="4566278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g2203"/>
            <p:cNvSpPr/>
            <p:nvPr/>
          </p:nvSpPr>
          <p:spPr>
            <a:xfrm>
              <a:off x="4577915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g2204"/>
            <p:cNvSpPr/>
            <p:nvPr/>
          </p:nvSpPr>
          <p:spPr>
            <a:xfrm>
              <a:off x="4589552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g2205"/>
            <p:cNvSpPr/>
            <p:nvPr/>
          </p:nvSpPr>
          <p:spPr>
            <a:xfrm>
              <a:off x="460119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g2206"/>
            <p:cNvSpPr/>
            <p:nvPr/>
          </p:nvSpPr>
          <p:spPr>
            <a:xfrm>
              <a:off x="4612827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g2207"/>
            <p:cNvSpPr/>
            <p:nvPr/>
          </p:nvSpPr>
          <p:spPr>
            <a:xfrm>
              <a:off x="455464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g2208"/>
            <p:cNvSpPr/>
            <p:nvPr/>
          </p:nvSpPr>
          <p:spPr>
            <a:xfrm>
              <a:off x="4566278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g2209"/>
            <p:cNvSpPr/>
            <p:nvPr/>
          </p:nvSpPr>
          <p:spPr>
            <a:xfrm>
              <a:off x="4577915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g2210"/>
            <p:cNvSpPr/>
            <p:nvPr/>
          </p:nvSpPr>
          <p:spPr>
            <a:xfrm>
              <a:off x="4589552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g2211"/>
            <p:cNvSpPr/>
            <p:nvPr/>
          </p:nvSpPr>
          <p:spPr>
            <a:xfrm>
              <a:off x="460119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g2212"/>
            <p:cNvSpPr/>
            <p:nvPr/>
          </p:nvSpPr>
          <p:spPr>
            <a:xfrm>
              <a:off x="4543003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g2213"/>
            <p:cNvSpPr/>
            <p:nvPr/>
          </p:nvSpPr>
          <p:spPr>
            <a:xfrm>
              <a:off x="455464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g2214"/>
            <p:cNvSpPr/>
            <p:nvPr/>
          </p:nvSpPr>
          <p:spPr>
            <a:xfrm>
              <a:off x="4566278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g2215"/>
            <p:cNvSpPr/>
            <p:nvPr/>
          </p:nvSpPr>
          <p:spPr>
            <a:xfrm>
              <a:off x="4577915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g2216"/>
            <p:cNvSpPr/>
            <p:nvPr/>
          </p:nvSpPr>
          <p:spPr>
            <a:xfrm>
              <a:off x="4589552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g2217"/>
            <p:cNvSpPr/>
            <p:nvPr/>
          </p:nvSpPr>
          <p:spPr>
            <a:xfrm>
              <a:off x="460119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g2218"/>
            <p:cNvSpPr/>
            <p:nvPr/>
          </p:nvSpPr>
          <p:spPr>
            <a:xfrm>
              <a:off x="4543003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g2219"/>
            <p:cNvSpPr/>
            <p:nvPr/>
          </p:nvSpPr>
          <p:spPr>
            <a:xfrm>
              <a:off x="455464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g2220"/>
            <p:cNvSpPr/>
            <p:nvPr/>
          </p:nvSpPr>
          <p:spPr>
            <a:xfrm>
              <a:off x="4566278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g2221"/>
            <p:cNvSpPr/>
            <p:nvPr/>
          </p:nvSpPr>
          <p:spPr>
            <a:xfrm>
              <a:off x="4577915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g2222"/>
            <p:cNvSpPr/>
            <p:nvPr/>
          </p:nvSpPr>
          <p:spPr>
            <a:xfrm>
              <a:off x="4589552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g2223"/>
            <p:cNvSpPr/>
            <p:nvPr/>
          </p:nvSpPr>
          <p:spPr>
            <a:xfrm>
              <a:off x="460119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g2224"/>
            <p:cNvSpPr/>
            <p:nvPr/>
          </p:nvSpPr>
          <p:spPr>
            <a:xfrm>
              <a:off x="4543003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g2225"/>
            <p:cNvSpPr/>
            <p:nvPr/>
          </p:nvSpPr>
          <p:spPr>
            <a:xfrm>
              <a:off x="4554640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g2226"/>
            <p:cNvSpPr/>
            <p:nvPr/>
          </p:nvSpPr>
          <p:spPr>
            <a:xfrm>
              <a:off x="4566278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g2227"/>
            <p:cNvSpPr/>
            <p:nvPr/>
          </p:nvSpPr>
          <p:spPr>
            <a:xfrm>
              <a:off x="4577915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g2228"/>
            <p:cNvSpPr/>
            <p:nvPr/>
          </p:nvSpPr>
          <p:spPr>
            <a:xfrm>
              <a:off x="4589552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g2229"/>
            <p:cNvSpPr/>
            <p:nvPr/>
          </p:nvSpPr>
          <p:spPr>
            <a:xfrm>
              <a:off x="385640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g2230"/>
            <p:cNvSpPr/>
            <p:nvPr/>
          </p:nvSpPr>
          <p:spPr>
            <a:xfrm>
              <a:off x="386803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g2231"/>
            <p:cNvSpPr/>
            <p:nvPr/>
          </p:nvSpPr>
          <p:spPr>
            <a:xfrm>
              <a:off x="387967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g2232"/>
            <p:cNvSpPr/>
            <p:nvPr/>
          </p:nvSpPr>
          <p:spPr>
            <a:xfrm>
              <a:off x="3891312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g2233"/>
            <p:cNvSpPr/>
            <p:nvPr/>
          </p:nvSpPr>
          <p:spPr>
            <a:xfrm>
              <a:off x="4543003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g2234"/>
            <p:cNvSpPr/>
            <p:nvPr/>
          </p:nvSpPr>
          <p:spPr>
            <a:xfrm>
              <a:off x="455464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g2235"/>
            <p:cNvSpPr/>
            <p:nvPr/>
          </p:nvSpPr>
          <p:spPr>
            <a:xfrm>
              <a:off x="456627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g2236"/>
            <p:cNvSpPr/>
            <p:nvPr/>
          </p:nvSpPr>
          <p:spPr>
            <a:xfrm>
              <a:off x="457791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g2237"/>
            <p:cNvSpPr/>
            <p:nvPr/>
          </p:nvSpPr>
          <p:spPr>
            <a:xfrm>
              <a:off x="385640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g2238"/>
            <p:cNvSpPr/>
            <p:nvPr/>
          </p:nvSpPr>
          <p:spPr>
            <a:xfrm>
              <a:off x="386803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g2239"/>
            <p:cNvSpPr/>
            <p:nvPr/>
          </p:nvSpPr>
          <p:spPr>
            <a:xfrm>
              <a:off x="387967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g2240"/>
            <p:cNvSpPr/>
            <p:nvPr/>
          </p:nvSpPr>
          <p:spPr>
            <a:xfrm>
              <a:off x="389131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g2241"/>
            <p:cNvSpPr/>
            <p:nvPr/>
          </p:nvSpPr>
          <p:spPr>
            <a:xfrm>
              <a:off x="390295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g2242"/>
            <p:cNvSpPr/>
            <p:nvPr/>
          </p:nvSpPr>
          <p:spPr>
            <a:xfrm>
              <a:off x="3949499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g2243"/>
            <p:cNvSpPr/>
            <p:nvPr/>
          </p:nvSpPr>
          <p:spPr>
            <a:xfrm>
              <a:off x="3961136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g2244"/>
            <p:cNvSpPr/>
            <p:nvPr/>
          </p:nvSpPr>
          <p:spPr>
            <a:xfrm>
              <a:off x="3972774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g2245"/>
            <p:cNvSpPr/>
            <p:nvPr/>
          </p:nvSpPr>
          <p:spPr>
            <a:xfrm>
              <a:off x="3984411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g2246"/>
            <p:cNvSpPr/>
            <p:nvPr/>
          </p:nvSpPr>
          <p:spPr>
            <a:xfrm>
              <a:off x="399604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g2247"/>
            <p:cNvSpPr/>
            <p:nvPr/>
          </p:nvSpPr>
          <p:spPr>
            <a:xfrm>
              <a:off x="4543003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g2248"/>
            <p:cNvSpPr/>
            <p:nvPr/>
          </p:nvSpPr>
          <p:spPr>
            <a:xfrm>
              <a:off x="455464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g2249"/>
            <p:cNvSpPr/>
            <p:nvPr/>
          </p:nvSpPr>
          <p:spPr>
            <a:xfrm>
              <a:off x="456627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g2250"/>
            <p:cNvSpPr/>
            <p:nvPr/>
          </p:nvSpPr>
          <p:spPr>
            <a:xfrm>
              <a:off x="457791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g2251"/>
            <p:cNvSpPr/>
            <p:nvPr/>
          </p:nvSpPr>
          <p:spPr>
            <a:xfrm>
              <a:off x="458955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g2252"/>
            <p:cNvSpPr/>
            <p:nvPr/>
          </p:nvSpPr>
          <p:spPr>
            <a:xfrm>
              <a:off x="377493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g2253"/>
            <p:cNvSpPr/>
            <p:nvPr/>
          </p:nvSpPr>
          <p:spPr>
            <a:xfrm>
              <a:off x="378657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g2254"/>
            <p:cNvSpPr/>
            <p:nvPr/>
          </p:nvSpPr>
          <p:spPr>
            <a:xfrm>
              <a:off x="384476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g2255"/>
            <p:cNvSpPr/>
            <p:nvPr/>
          </p:nvSpPr>
          <p:spPr>
            <a:xfrm>
              <a:off x="385640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g2256"/>
            <p:cNvSpPr/>
            <p:nvPr/>
          </p:nvSpPr>
          <p:spPr>
            <a:xfrm>
              <a:off x="386803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g2257"/>
            <p:cNvSpPr/>
            <p:nvPr/>
          </p:nvSpPr>
          <p:spPr>
            <a:xfrm>
              <a:off x="387967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g2258"/>
            <p:cNvSpPr/>
            <p:nvPr/>
          </p:nvSpPr>
          <p:spPr>
            <a:xfrm>
              <a:off x="389131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g2259"/>
            <p:cNvSpPr/>
            <p:nvPr/>
          </p:nvSpPr>
          <p:spPr>
            <a:xfrm>
              <a:off x="390295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g2260"/>
            <p:cNvSpPr/>
            <p:nvPr/>
          </p:nvSpPr>
          <p:spPr>
            <a:xfrm>
              <a:off x="394949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g2261"/>
            <p:cNvSpPr/>
            <p:nvPr/>
          </p:nvSpPr>
          <p:spPr>
            <a:xfrm>
              <a:off x="396113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g2262"/>
            <p:cNvSpPr/>
            <p:nvPr/>
          </p:nvSpPr>
          <p:spPr>
            <a:xfrm>
              <a:off x="3972774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g2263"/>
            <p:cNvSpPr/>
            <p:nvPr/>
          </p:nvSpPr>
          <p:spPr>
            <a:xfrm>
              <a:off x="398441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g2264"/>
            <p:cNvSpPr/>
            <p:nvPr/>
          </p:nvSpPr>
          <p:spPr>
            <a:xfrm>
              <a:off x="399604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g2265"/>
            <p:cNvSpPr/>
            <p:nvPr/>
          </p:nvSpPr>
          <p:spPr>
            <a:xfrm>
              <a:off x="400768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g2266"/>
            <p:cNvSpPr/>
            <p:nvPr/>
          </p:nvSpPr>
          <p:spPr>
            <a:xfrm>
              <a:off x="401932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g2267"/>
            <p:cNvSpPr/>
            <p:nvPr/>
          </p:nvSpPr>
          <p:spPr>
            <a:xfrm>
              <a:off x="403096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g2268"/>
            <p:cNvSpPr/>
            <p:nvPr/>
          </p:nvSpPr>
          <p:spPr>
            <a:xfrm>
              <a:off x="404259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g2269"/>
            <p:cNvSpPr/>
            <p:nvPr/>
          </p:nvSpPr>
          <p:spPr>
            <a:xfrm>
              <a:off x="405423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g2270"/>
            <p:cNvSpPr/>
            <p:nvPr/>
          </p:nvSpPr>
          <p:spPr>
            <a:xfrm>
              <a:off x="406587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g2271"/>
            <p:cNvSpPr/>
            <p:nvPr/>
          </p:nvSpPr>
          <p:spPr>
            <a:xfrm>
              <a:off x="407751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g2272"/>
            <p:cNvSpPr/>
            <p:nvPr/>
          </p:nvSpPr>
          <p:spPr>
            <a:xfrm>
              <a:off x="454300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g2273"/>
            <p:cNvSpPr/>
            <p:nvPr/>
          </p:nvSpPr>
          <p:spPr>
            <a:xfrm>
              <a:off x="455464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g2274"/>
            <p:cNvSpPr/>
            <p:nvPr/>
          </p:nvSpPr>
          <p:spPr>
            <a:xfrm>
              <a:off x="456627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g2275"/>
            <p:cNvSpPr/>
            <p:nvPr/>
          </p:nvSpPr>
          <p:spPr>
            <a:xfrm>
              <a:off x="457791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g2276"/>
            <p:cNvSpPr/>
            <p:nvPr/>
          </p:nvSpPr>
          <p:spPr>
            <a:xfrm>
              <a:off x="458955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g2277"/>
            <p:cNvSpPr/>
            <p:nvPr/>
          </p:nvSpPr>
          <p:spPr>
            <a:xfrm>
              <a:off x="362365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g2278"/>
            <p:cNvSpPr/>
            <p:nvPr/>
          </p:nvSpPr>
          <p:spPr>
            <a:xfrm>
              <a:off x="363529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g2279"/>
            <p:cNvSpPr/>
            <p:nvPr/>
          </p:nvSpPr>
          <p:spPr>
            <a:xfrm>
              <a:off x="364692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g2280"/>
            <p:cNvSpPr/>
            <p:nvPr/>
          </p:nvSpPr>
          <p:spPr>
            <a:xfrm>
              <a:off x="365856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g2281"/>
            <p:cNvSpPr/>
            <p:nvPr/>
          </p:nvSpPr>
          <p:spPr>
            <a:xfrm>
              <a:off x="36702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g2282"/>
            <p:cNvSpPr/>
            <p:nvPr/>
          </p:nvSpPr>
          <p:spPr>
            <a:xfrm>
              <a:off x="372839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g2283"/>
            <p:cNvSpPr/>
            <p:nvPr/>
          </p:nvSpPr>
          <p:spPr>
            <a:xfrm>
              <a:off x="374002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g2284"/>
            <p:cNvSpPr/>
            <p:nvPr/>
          </p:nvSpPr>
          <p:spPr>
            <a:xfrm>
              <a:off x="375166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g2285"/>
            <p:cNvSpPr/>
            <p:nvPr/>
          </p:nvSpPr>
          <p:spPr>
            <a:xfrm>
              <a:off x="376330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g2286"/>
            <p:cNvSpPr/>
            <p:nvPr/>
          </p:nvSpPr>
          <p:spPr>
            <a:xfrm>
              <a:off x="377493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g2287"/>
            <p:cNvSpPr/>
            <p:nvPr/>
          </p:nvSpPr>
          <p:spPr>
            <a:xfrm>
              <a:off x="378657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g2288"/>
            <p:cNvSpPr/>
            <p:nvPr/>
          </p:nvSpPr>
          <p:spPr>
            <a:xfrm>
              <a:off x="379821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g2289"/>
            <p:cNvSpPr/>
            <p:nvPr/>
          </p:nvSpPr>
          <p:spPr>
            <a:xfrm>
              <a:off x="380985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g2290"/>
            <p:cNvSpPr/>
            <p:nvPr/>
          </p:nvSpPr>
          <p:spPr>
            <a:xfrm>
              <a:off x="382148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g2291"/>
            <p:cNvSpPr/>
            <p:nvPr/>
          </p:nvSpPr>
          <p:spPr>
            <a:xfrm>
              <a:off x="383312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g2292"/>
            <p:cNvSpPr/>
            <p:nvPr/>
          </p:nvSpPr>
          <p:spPr>
            <a:xfrm>
              <a:off x="384476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g2293"/>
            <p:cNvSpPr/>
            <p:nvPr/>
          </p:nvSpPr>
          <p:spPr>
            <a:xfrm>
              <a:off x="385640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g2294"/>
            <p:cNvSpPr/>
            <p:nvPr/>
          </p:nvSpPr>
          <p:spPr>
            <a:xfrm>
              <a:off x="386803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g2295"/>
            <p:cNvSpPr/>
            <p:nvPr/>
          </p:nvSpPr>
          <p:spPr>
            <a:xfrm>
              <a:off x="387967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g2296"/>
            <p:cNvSpPr/>
            <p:nvPr/>
          </p:nvSpPr>
          <p:spPr>
            <a:xfrm>
              <a:off x="389131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g2297"/>
            <p:cNvSpPr/>
            <p:nvPr/>
          </p:nvSpPr>
          <p:spPr>
            <a:xfrm>
              <a:off x="390295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g2298"/>
            <p:cNvSpPr/>
            <p:nvPr/>
          </p:nvSpPr>
          <p:spPr>
            <a:xfrm>
              <a:off x="391458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g2299"/>
            <p:cNvSpPr/>
            <p:nvPr/>
          </p:nvSpPr>
          <p:spPr>
            <a:xfrm>
              <a:off x="392622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g2300"/>
            <p:cNvSpPr/>
            <p:nvPr/>
          </p:nvSpPr>
          <p:spPr>
            <a:xfrm>
              <a:off x="393786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g2301"/>
            <p:cNvSpPr/>
            <p:nvPr/>
          </p:nvSpPr>
          <p:spPr>
            <a:xfrm>
              <a:off x="394949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g2302"/>
            <p:cNvSpPr/>
            <p:nvPr/>
          </p:nvSpPr>
          <p:spPr>
            <a:xfrm>
              <a:off x="396113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g2303"/>
            <p:cNvSpPr/>
            <p:nvPr/>
          </p:nvSpPr>
          <p:spPr>
            <a:xfrm>
              <a:off x="397277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g2304"/>
            <p:cNvSpPr/>
            <p:nvPr/>
          </p:nvSpPr>
          <p:spPr>
            <a:xfrm>
              <a:off x="398441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g2305"/>
            <p:cNvSpPr/>
            <p:nvPr/>
          </p:nvSpPr>
          <p:spPr>
            <a:xfrm>
              <a:off x="399604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g2306"/>
            <p:cNvSpPr/>
            <p:nvPr/>
          </p:nvSpPr>
          <p:spPr>
            <a:xfrm>
              <a:off x="400768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g2307"/>
            <p:cNvSpPr/>
            <p:nvPr/>
          </p:nvSpPr>
          <p:spPr>
            <a:xfrm>
              <a:off x="401932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g2308"/>
            <p:cNvSpPr/>
            <p:nvPr/>
          </p:nvSpPr>
          <p:spPr>
            <a:xfrm>
              <a:off x="403096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g2309"/>
            <p:cNvSpPr/>
            <p:nvPr/>
          </p:nvSpPr>
          <p:spPr>
            <a:xfrm>
              <a:off x="404259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g2310"/>
            <p:cNvSpPr/>
            <p:nvPr/>
          </p:nvSpPr>
          <p:spPr>
            <a:xfrm>
              <a:off x="405423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g2311"/>
            <p:cNvSpPr/>
            <p:nvPr/>
          </p:nvSpPr>
          <p:spPr>
            <a:xfrm>
              <a:off x="406587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g2312"/>
            <p:cNvSpPr/>
            <p:nvPr/>
          </p:nvSpPr>
          <p:spPr>
            <a:xfrm>
              <a:off x="407751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g2313"/>
            <p:cNvSpPr/>
            <p:nvPr/>
          </p:nvSpPr>
          <p:spPr>
            <a:xfrm>
              <a:off x="408914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g2314"/>
            <p:cNvSpPr/>
            <p:nvPr/>
          </p:nvSpPr>
          <p:spPr>
            <a:xfrm>
              <a:off x="412405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g2315"/>
            <p:cNvSpPr/>
            <p:nvPr/>
          </p:nvSpPr>
          <p:spPr>
            <a:xfrm>
              <a:off x="45430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g2316"/>
            <p:cNvSpPr/>
            <p:nvPr/>
          </p:nvSpPr>
          <p:spPr>
            <a:xfrm>
              <a:off x="455464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g2317"/>
            <p:cNvSpPr/>
            <p:nvPr/>
          </p:nvSpPr>
          <p:spPr>
            <a:xfrm>
              <a:off x="456627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g2318"/>
            <p:cNvSpPr/>
            <p:nvPr/>
          </p:nvSpPr>
          <p:spPr>
            <a:xfrm>
              <a:off x="457791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g2319"/>
            <p:cNvSpPr/>
            <p:nvPr/>
          </p:nvSpPr>
          <p:spPr>
            <a:xfrm>
              <a:off x="458955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g2320"/>
            <p:cNvSpPr/>
            <p:nvPr/>
          </p:nvSpPr>
          <p:spPr>
            <a:xfrm>
              <a:off x="361201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g2321"/>
            <p:cNvSpPr/>
            <p:nvPr/>
          </p:nvSpPr>
          <p:spPr>
            <a:xfrm>
              <a:off x="362365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g2322"/>
            <p:cNvSpPr/>
            <p:nvPr/>
          </p:nvSpPr>
          <p:spPr>
            <a:xfrm>
              <a:off x="363529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g2323"/>
            <p:cNvSpPr/>
            <p:nvPr/>
          </p:nvSpPr>
          <p:spPr>
            <a:xfrm>
              <a:off x="364692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g2324"/>
            <p:cNvSpPr/>
            <p:nvPr/>
          </p:nvSpPr>
          <p:spPr>
            <a:xfrm>
              <a:off x="365856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g2325"/>
            <p:cNvSpPr/>
            <p:nvPr/>
          </p:nvSpPr>
          <p:spPr>
            <a:xfrm>
              <a:off x="367020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g2326"/>
            <p:cNvSpPr/>
            <p:nvPr/>
          </p:nvSpPr>
          <p:spPr>
            <a:xfrm>
              <a:off x="36818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g2327"/>
            <p:cNvSpPr/>
            <p:nvPr/>
          </p:nvSpPr>
          <p:spPr>
            <a:xfrm>
              <a:off x="36934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g2328"/>
            <p:cNvSpPr/>
            <p:nvPr/>
          </p:nvSpPr>
          <p:spPr>
            <a:xfrm>
              <a:off x="37051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g2329"/>
            <p:cNvSpPr/>
            <p:nvPr/>
          </p:nvSpPr>
          <p:spPr>
            <a:xfrm>
              <a:off x="37167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g2330"/>
            <p:cNvSpPr/>
            <p:nvPr/>
          </p:nvSpPr>
          <p:spPr>
            <a:xfrm>
              <a:off x="372839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g2331"/>
            <p:cNvSpPr/>
            <p:nvPr/>
          </p:nvSpPr>
          <p:spPr>
            <a:xfrm>
              <a:off x="374002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g2332"/>
            <p:cNvSpPr/>
            <p:nvPr/>
          </p:nvSpPr>
          <p:spPr>
            <a:xfrm>
              <a:off x="375166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g2333"/>
            <p:cNvSpPr/>
            <p:nvPr/>
          </p:nvSpPr>
          <p:spPr>
            <a:xfrm>
              <a:off x="376330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g2334"/>
            <p:cNvSpPr/>
            <p:nvPr/>
          </p:nvSpPr>
          <p:spPr>
            <a:xfrm>
              <a:off x="377493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g2335"/>
            <p:cNvSpPr/>
            <p:nvPr/>
          </p:nvSpPr>
          <p:spPr>
            <a:xfrm>
              <a:off x="378657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g2336"/>
            <p:cNvSpPr/>
            <p:nvPr/>
          </p:nvSpPr>
          <p:spPr>
            <a:xfrm>
              <a:off x="379821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g2337"/>
            <p:cNvSpPr/>
            <p:nvPr/>
          </p:nvSpPr>
          <p:spPr>
            <a:xfrm>
              <a:off x="380985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g2338"/>
            <p:cNvSpPr/>
            <p:nvPr/>
          </p:nvSpPr>
          <p:spPr>
            <a:xfrm>
              <a:off x="382148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g2339"/>
            <p:cNvSpPr/>
            <p:nvPr/>
          </p:nvSpPr>
          <p:spPr>
            <a:xfrm>
              <a:off x="383312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g2340"/>
            <p:cNvSpPr/>
            <p:nvPr/>
          </p:nvSpPr>
          <p:spPr>
            <a:xfrm>
              <a:off x="384476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g2341"/>
            <p:cNvSpPr/>
            <p:nvPr/>
          </p:nvSpPr>
          <p:spPr>
            <a:xfrm>
              <a:off x="385640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g2342"/>
            <p:cNvSpPr/>
            <p:nvPr/>
          </p:nvSpPr>
          <p:spPr>
            <a:xfrm>
              <a:off x="386803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g2343"/>
            <p:cNvSpPr/>
            <p:nvPr/>
          </p:nvSpPr>
          <p:spPr>
            <a:xfrm>
              <a:off x="387967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g2344"/>
            <p:cNvSpPr/>
            <p:nvPr/>
          </p:nvSpPr>
          <p:spPr>
            <a:xfrm>
              <a:off x="389131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g2345"/>
            <p:cNvSpPr/>
            <p:nvPr/>
          </p:nvSpPr>
          <p:spPr>
            <a:xfrm>
              <a:off x="390295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g2346"/>
            <p:cNvSpPr/>
            <p:nvPr/>
          </p:nvSpPr>
          <p:spPr>
            <a:xfrm>
              <a:off x="391458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g2347"/>
            <p:cNvSpPr/>
            <p:nvPr/>
          </p:nvSpPr>
          <p:spPr>
            <a:xfrm>
              <a:off x="392622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g2348"/>
            <p:cNvSpPr/>
            <p:nvPr/>
          </p:nvSpPr>
          <p:spPr>
            <a:xfrm>
              <a:off x="393786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g2349"/>
            <p:cNvSpPr/>
            <p:nvPr/>
          </p:nvSpPr>
          <p:spPr>
            <a:xfrm>
              <a:off x="394949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g2350"/>
            <p:cNvSpPr/>
            <p:nvPr/>
          </p:nvSpPr>
          <p:spPr>
            <a:xfrm>
              <a:off x="396113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g2351"/>
            <p:cNvSpPr/>
            <p:nvPr/>
          </p:nvSpPr>
          <p:spPr>
            <a:xfrm>
              <a:off x="397277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g2352"/>
            <p:cNvSpPr/>
            <p:nvPr/>
          </p:nvSpPr>
          <p:spPr>
            <a:xfrm>
              <a:off x="398441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g2353"/>
            <p:cNvSpPr/>
            <p:nvPr/>
          </p:nvSpPr>
          <p:spPr>
            <a:xfrm>
              <a:off x="399604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g2354"/>
            <p:cNvSpPr/>
            <p:nvPr/>
          </p:nvSpPr>
          <p:spPr>
            <a:xfrm>
              <a:off x="400768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g2355"/>
            <p:cNvSpPr/>
            <p:nvPr/>
          </p:nvSpPr>
          <p:spPr>
            <a:xfrm>
              <a:off x="401932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g2356"/>
            <p:cNvSpPr/>
            <p:nvPr/>
          </p:nvSpPr>
          <p:spPr>
            <a:xfrm>
              <a:off x="403096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g2357"/>
            <p:cNvSpPr/>
            <p:nvPr/>
          </p:nvSpPr>
          <p:spPr>
            <a:xfrm>
              <a:off x="404259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g2358"/>
            <p:cNvSpPr/>
            <p:nvPr/>
          </p:nvSpPr>
          <p:spPr>
            <a:xfrm>
              <a:off x="405423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g2359"/>
            <p:cNvSpPr/>
            <p:nvPr/>
          </p:nvSpPr>
          <p:spPr>
            <a:xfrm>
              <a:off x="406587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g2360"/>
            <p:cNvSpPr/>
            <p:nvPr/>
          </p:nvSpPr>
          <p:spPr>
            <a:xfrm>
              <a:off x="407751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g2361"/>
            <p:cNvSpPr/>
            <p:nvPr/>
          </p:nvSpPr>
          <p:spPr>
            <a:xfrm>
              <a:off x="408914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g2362"/>
            <p:cNvSpPr/>
            <p:nvPr/>
          </p:nvSpPr>
          <p:spPr>
            <a:xfrm>
              <a:off x="410078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g2363"/>
            <p:cNvSpPr/>
            <p:nvPr/>
          </p:nvSpPr>
          <p:spPr>
            <a:xfrm>
              <a:off x="411242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g2364"/>
            <p:cNvSpPr/>
            <p:nvPr/>
          </p:nvSpPr>
          <p:spPr>
            <a:xfrm>
              <a:off x="412405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g2365"/>
            <p:cNvSpPr/>
            <p:nvPr/>
          </p:nvSpPr>
          <p:spPr>
            <a:xfrm>
              <a:off x="413569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g2366"/>
            <p:cNvSpPr/>
            <p:nvPr/>
          </p:nvSpPr>
          <p:spPr>
            <a:xfrm>
              <a:off x="414733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g2367"/>
            <p:cNvSpPr/>
            <p:nvPr/>
          </p:nvSpPr>
          <p:spPr>
            <a:xfrm>
              <a:off x="45546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g2368"/>
            <p:cNvSpPr/>
            <p:nvPr/>
          </p:nvSpPr>
          <p:spPr>
            <a:xfrm>
              <a:off x="45662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g2369"/>
            <p:cNvSpPr/>
            <p:nvPr/>
          </p:nvSpPr>
          <p:spPr>
            <a:xfrm>
              <a:off x="45779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g2370"/>
            <p:cNvSpPr/>
            <p:nvPr/>
          </p:nvSpPr>
          <p:spPr>
            <a:xfrm>
              <a:off x="45895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g2371"/>
            <p:cNvSpPr/>
            <p:nvPr/>
          </p:nvSpPr>
          <p:spPr>
            <a:xfrm>
              <a:off x="360037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g2372"/>
            <p:cNvSpPr/>
            <p:nvPr/>
          </p:nvSpPr>
          <p:spPr>
            <a:xfrm>
              <a:off x="361201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g2373"/>
            <p:cNvSpPr/>
            <p:nvPr/>
          </p:nvSpPr>
          <p:spPr>
            <a:xfrm>
              <a:off x="362365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g2374"/>
            <p:cNvSpPr/>
            <p:nvPr/>
          </p:nvSpPr>
          <p:spPr>
            <a:xfrm>
              <a:off x="363529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g2375"/>
            <p:cNvSpPr/>
            <p:nvPr/>
          </p:nvSpPr>
          <p:spPr>
            <a:xfrm>
              <a:off x="364692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g2376"/>
            <p:cNvSpPr/>
            <p:nvPr/>
          </p:nvSpPr>
          <p:spPr>
            <a:xfrm>
              <a:off x="365856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g2377"/>
            <p:cNvSpPr/>
            <p:nvPr/>
          </p:nvSpPr>
          <p:spPr>
            <a:xfrm>
              <a:off x="367020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g2378"/>
            <p:cNvSpPr/>
            <p:nvPr/>
          </p:nvSpPr>
          <p:spPr>
            <a:xfrm>
              <a:off x="36818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g2379"/>
            <p:cNvSpPr/>
            <p:nvPr/>
          </p:nvSpPr>
          <p:spPr>
            <a:xfrm>
              <a:off x="36934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g2380"/>
            <p:cNvSpPr/>
            <p:nvPr/>
          </p:nvSpPr>
          <p:spPr>
            <a:xfrm>
              <a:off x="37051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g2381"/>
            <p:cNvSpPr/>
            <p:nvPr/>
          </p:nvSpPr>
          <p:spPr>
            <a:xfrm>
              <a:off x="37167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g2382"/>
            <p:cNvSpPr/>
            <p:nvPr/>
          </p:nvSpPr>
          <p:spPr>
            <a:xfrm>
              <a:off x="37283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g2383"/>
            <p:cNvSpPr/>
            <p:nvPr/>
          </p:nvSpPr>
          <p:spPr>
            <a:xfrm>
              <a:off x="374002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g2384"/>
            <p:cNvSpPr/>
            <p:nvPr/>
          </p:nvSpPr>
          <p:spPr>
            <a:xfrm>
              <a:off x="375166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g2385"/>
            <p:cNvSpPr/>
            <p:nvPr/>
          </p:nvSpPr>
          <p:spPr>
            <a:xfrm>
              <a:off x="376330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g2386"/>
            <p:cNvSpPr/>
            <p:nvPr/>
          </p:nvSpPr>
          <p:spPr>
            <a:xfrm>
              <a:off x="377493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g2387"/>
            <p:cNvSpPr/>
            <p:nvPr/>
          </p:nvSpPr>
          <p:spPr>
            <a:xfrm>
              <a:off x="378657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g2388"/>
            <p:cNvSpPr/>
            <p:nvPr/>
          </p:nvSpPr>
          <p:spPr>
            <a:xfrm>
              <a:off x="379821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g2389"/>
            <p:cNvSpPr/>
            <p:nvPr/>
          </p:nvSpPr>
          <p:spPr>
            <a:xfrm>
              <a:off x="380985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g2390"/>
            <p:cNvSpPr/>
            <p:nvPr/>
          </p:nvSpPr>
          <p:spPr>
            <a:xfrm>
              <a:off x="382148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g2391"/>
            <p:cNvSpPr/>
            <p:nvPr/>
          </p:nvSpPr>
          <p:spPr>
            <a:xfrm>
              <a:off x="383312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g2392"/>
            <p:cNvSpPr/>
            <p:nvPr/>
          </p:nvSpPr>
          <p:spPr>
            <a:xfrm>
              <a:off x="384476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g2393"/>
            <p:cNvSpPr/>
            <p:nvPr/>
          </p:nvSpPr>
          <p:spPr>
            <a:xfrm>
              <a:off x="385640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g2394"/>
            <p:cNvSpPr/>
            <p:nvPr/>
          </p:nvSpPr>
          <p:spPr>
            <a:xfrm>
              <a:off x="386803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g2395"/>
            <p:cNvSpPr/>
            <p:nvPr/>
          </p:nvSpPr>
          <p:spPr>
            <a:xfrm>
              <a:off x="387967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g2396"/>
            <p:cNvSpPr/>
            <p:nvPr/>
          </p:nvSpPr>
          <p:spPr>
            <a:xfrm>
              <a:off x="389131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g2397"/>
            <p:cNvSpPr/>
            <p:nvPr/>
          </p:nvSpPr>
          <p:spPr>
            <a:xfrm>
              <a:off x="390295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g2398"/>
            <p:cNvSpPr/>
            <p:nvPr/>
          </p:nvSpPr>
          <p:spPr>
            <a:xfrm>
              <a:off x="391458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g2399"/>
            <p:cNvSpPr/>
            <p:nvPr/>
          </p:nvSpPr>
          <p:spPr>
            <a:xfrm>
              <a:off x="392622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g2400"/>
            <p:cNvSpPr/>
            <p:nvPr/>
          </p:nvSpPr>
          <p:spPr>
            <a:xfrm>
              <a:off x="393786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g2401"/>
            <p:cNvSpPr/>
            <p:nvPr/>
          </p:nvSpPr>
          <p:spPr>
            <a:xfrm>
              <a:off x="394949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g2402"/>
            <p:cNvSpPr/>
            <p:nvPr/>
          </p:nvSpPr>
          <p:spPr>
            <a:xfrm>
              <a:off x="396113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g2403"/>
            <p:cNvSpPr/>
            <p:nvPr/>
          </p:nvSpPr>
          <p:spPr>
            <a:xfrm>
              <a:off x="397277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g2404"/>
            <p:cNvSpPr/>
            <p:nvPr/>
          </p:nvSpPr>
          <p:spPr>
            <a:xfrm>
              <a:off x="398441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g2405"/>
            <p:cNvSpPr/>
            <p:nvPr/>
          </p:nvSpPr>
          <p:spPr>
            <a:xfrm>
              <a:off x="399604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g2406"/>
            <p:cNvSpPr/>
            <p:nvPr/>
          </p:nvSpPr>
          <p:spPr>
            <a:xfrm>
              <a:off x="400768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g2407"/>
            <p:cNvSpPr/>
            <p:nvPr/>
          </p:nvSpPr>
          <p:spPr>
            <a:xfrm>
              <a:off x="401932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g2408"/>
            <p:cNvSpPr/>
            <p:nvPr/>
          </p:nvSpPr>
          <p:spPr>
            <a:xfrm>
              <a:off x="403096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g2409"/>
            <p:cNvSpPr/>
            <p:nvPr/>
          </p:nvSpPr>
          <p:spPr>
            <a:xfrm>
              <a:off x="404259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g2410"/>
            <p:cNvSpPr/>
            <p:nvPr/>
          </p:nvSpPr>
          <p:spPr>
            <a:xfrm>
              <a:off x="405423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g2411"/>
            <p:cNvSpPr/>
            <p:nvPr/>
          </p:nvSpPr>
          <p:spPr>
            <a:xfrm>
              <a:off x="406587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g2412"/>
            <p:cNvSpPr/>
            <p:nvPr/>
          </p:nvSpPr>
          <p:spPr>
            <a:xfrm>
              <a:off x="407751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g2413"/>
            <p:cNvSpPr/>
            <p:nvPr/>
          </p:nvSpPr>
          <p:spPr>
            <a:xfrm>
              <a:off x="408914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g2414"/>
            <p:cNvSpPr/>
            <p:nvPr/>
          </p:nvSpPr>
          <p:spPr>
            <a:xfrm>
              <a:off x="410078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g2415"/>
            <p:cNvSpPr/>
            <p:nvPr/>
          </p:nvSpPr>
          <p:spPr>
            <a:xfrm>
              <a:off x="411242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g2416"/>
            <p:cNvSpPr/>
            <p:nvPr/>
          </p:nvSpPr>
          <p:spPr>
            <a:xfrm>
              <a:off x="412405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g2417"/>
            <p:cNvSpPr/>
            <p:nvPr/>
          </p:nvSpPr>
          <p:spPr>
            <a:xfrm>
              <a:off x="413569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g2418"/>
            <p:cNvSpPr/>
            <p:nvPr/>
          </p:nvSpPr>
          <p:spPr>
            <a:xfrm>
              <a:off x="414733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g2419"/>
            <p:cNvSpPr/>
            <p:nvPr/>
          </p:nvSpPr>
          <p:spPr>
            <a:xfrm>
              <a:off x="426370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g2420"/>
            <p:cNvSpPr/>
            <p:nvPr/>
          </p:nvSpPr>
          <p:spPr>
            <a:xfrm>
              <a:off x="427534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g2421"/>
            <p:cNvSpPr/>
            <p:nvPr/>
          </p:nvSpPr>
          <p:spPr>
            <a:xfrm>
              <a:off x="428698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g2422"/>
            <p:cNvSpPr/>
            <p:nvPr/>
          </p:nvSpPr>
          <p:spPr>
            <a:xfrm>
              <a:off x="429861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g2423"/>
            <p:cNvSpPr/>
            <p:nvPr/>
          </p:nvSpPr>
          <p:spPr>
            <a:xfrm>
              <a:off x="45546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g2424"/>
            <p:cNvSpPr/>
            <p:nvPr/>
          </p:nvSpPr>
          <p:spPr>
            <a:xfrm>
              <a:off x="45662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g2425"/>
            <p:cNvSpPr/>
            <p:nvPr/>
          </p:nvSpPr>
          <p:spPr>
            <a:xfrm>
              <a:off x="45779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g2426"/>
            <p:cNvSpPr/>
            <p:nvPr/>
          </p:nvSpPr>
          <p:spPr>
            <a:xfrm>
              <a:off x="45895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g2427"/>
            <p:cNvSpPr/>
            <p:nvPr/>
          </p:nvSpPr>
          <p:spPr>
            <a:xfrm>
              <a:off x="46011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g2428"/>
            <p:cNvSpPr/>
            <p:nvPr/>
          </p:nvSpPr>
          <p:spPr>
            <a:xfrm>
              <a:off x="32512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g2429"/>
            <p:cNvSpPr/>
            <p:nvPr/>
          </p:nvSpPr>
          <p:spPr>
            <a:xfrm>
              <a:off x="326289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g2430"/>
            <p:cNvSpPr/>
            <p:nvPr/>
          </p:nvSpPr>
          <p:spPr>
            <a:xfrm>
              <a:off x="360037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g2431"/>
            <p:cNvSpPr/>
            <p:nvPr/>
          </p:nvSpPr>
          <p:spPr>
            <a:xfrm>
              <a:off x="361201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g2432"/>
            <p:cNvSpPr/>
            <p:nvPr/>
          </p:nvSpPr>
          <p:spPr>
            <a:xfrm>
              <a:off x="362365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g2433"/>
            <p:cNvSpPr/>
            <p:nvPr/>
          </p:nvSpPr>
          <p:spPr>
            <a:xfrm>
              <a:off x="363529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g2434"/>
            <p:cNvSpPr/>
            <p:nvPr/>
          </p:nvSpPr>
          <p:spPr>
            <a:xfrm>
              <a:off x="364692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g2435"/>
            <p:cNvSpPr/>
            <p:nvPr/>
          </p:nvSpPr>
          <p:spPr>
            <a:xfrm>
              <a:off x="365856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g2436"/>
            <p:cNvSpPr/>
            <p:nvPr/>
          </p:nvSpPr>
          <p:spPr>
            <a:xfrm>
              <a:off x="367020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g2437"/>
            <p:cNvSpPr/>
            <p:nvPr/>
          </p:nvSpPr>
          <p:spPr>
            <a:xfrm>
              <a:off x="36818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g2438"/>
            <p:cNvSpPr/>
            <p:nvPr/>
          </p:nvSpPr>
          <p:spPr>
            <a:xfrm>
              <a:off x="36934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g2439"/>
            <p:cNvSpPr/>
            <p:nvPr/>
          </p:nvSpPr>
          <p:spPr>
            <a:xfrm>
              <a:off x="37051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g2440"/>
            <p:cNvSpPr/>
            <p:nvPr/>
          </p:nvSpPr>
          <p:spPr>
            <a:xfrm>
              <a:off x="37167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g2441"/>
            <p:cNvSpPr/>
            <p:nvPr/>
          </p:nvSpPr>
          <p:spPr>
            <a:xfrm>
              <a:off x="37283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g2442"/>
            <p:cNvSpPr/>
            <p:nvPr/>
          </p:nvSpPr>
          <p:spPr>
            <a:xfrm>
              <a:off x="374002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g2443"/>
            <p:cNvSpPr/>
            <p:nvPr/>
          </p:nvSpPr>
          <p:spPr>
            <a:xfrm>
              <a:off x="375166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g2444"/>
            <p:cNvSpPr/>
            <p:nvPr/>
          </p:nvSpPr>
          <p:spPr>
            <a:xfrm>
              <a:off x="376330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g2445"/>
            <p:cNvSpPr/>
            <p:nvPr/>
          </p:nvSpPr>
          <p:spPr>
            <a:xfrm>
              <a:off x="377493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g2446"/>
            <p:cNvSpPr/>
            <p:nvPr/>
          </p:nvSpPr>
          <p:spPr>
            <a:xfrm>
              <a:off x="378657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g2447"/>
            <p:cNvSpPr/>
            <p:nvPr/>
          </p:nvSpPr>
          <p:spPr>
            <a:xfrm>
              <a:off x="379821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g2448"/>
            <p:cNvSpPr/>
            <p:nvPr/>
          </p:nvSpPr>
          <p:spPr>
            <a:xfrm>
              <a:off x="380985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g2449"/>
            <p:cNvSpPr/>
            <p:nvPr/>
          </p:nvSpPr>
          <p:spPr>
            <a:xfrm>
              <a:off x="382148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g2450"/>
            <p:cNvSpPr/>
            <p:nvPr/>
          </p:nvSpPr>
          <p:spPr>
            <a:xfrm>
              <a:off x="383312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g2451"/>
            <p:cNvSpPr/>
            <p:nvPr/>
          </p:nvSpPr>
          <p:spPr>
            <a:xfrm>
              <a:off x="384476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g2452"/>
            <p:cNvSpPr/>
            <p:nvPr/>
          </p:nvSpPr>
          <p:spPr>
            <a:xfrm>
              <a:off x="385640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g2453"/>
            <p:cNvSpPr/>
            <p:nvPr/>
          </p:nvSpPr>
          <p:spPr>
            <a:xfrm>
              <a:off x="386803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g2454"/>
            <p:cNvSpPr/>
            <p:nvPr/>
          </p:nvSpPr>
          <p:spPr>
            <a:xfrm>
              <a:off x="387967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g2455"/>
            <p:cNvSpPr/>
            <p:nvPr/>
          </p:nvSpPr>
          <p:spPr>
            <a:xfrm>
              <a:off x="389131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g2456"/>
            <p:cNvSpPr/>
            <p:nvPr/>
          </p:nvSpPr>
          <p:spPr>
            <a:xfrm>
              <a:off x="390295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g2457"/>
            <p:cNvSpPr/>
            <p:nvPr/>
          </p:nvSpPr>
          <p:spPr>
            <a:xfrm>
              <a:off x="391458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g2458"/>
            <p:cNvSpPr/>
            <p:nvPr/>
          </p:nvSpPr>
          <p:spPr>
            <a:xfrm>
              <a:off x="392622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g2459"/>
            <p:cNvSpPr/>
            <p:nvPr/>
          </p:nvSpPr>
          <p:spPr>
            <a:xfrm>
              <a:off x="393786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g2460"/>
            <p:cNvSpPr/>
            <p:nvPr/>
          </p:nvSpPr>
          <p:spPr>
            <a:xfrm>
              <a:off x="394949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g2461"/>
            <p:cNvSpPr/>
            <p:nvPr/>
          </p:nvSpPr>
          <p:spPr>
            <a:xfrm>
              <a:off x="396113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g2462"/>
            <p:cNvSpPr/>
            <p:nvPr/>
          </p:nvSpPr>
          <p:spPr>
            <a:xfrm>
              <a:off x="397277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g2463"/>
            <p:cNvSpPr/>
            <p:nvPr/>
          </p:nvSpPr>
          <p:spPr>
            <a:xfrm>
              <a:off x="398441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g2464"/>
            <p:cNvSpPr/>
            <p:nvPr/>
          </p:nvSpPr>
          <p:spPr>
            <a:xfrm>
              <a:off x="399604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g2465"/>
            <p:cNvSpPr/>
            <p:nvPr/>
          </p:nvSpPr>
          <p:spPr>
            <a:xfrm>
              <a:off x="400768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g2466"/>
            <p:cNvSpPr/>
            <p:nvPr/>
          </p:nvSpPr>
          <p:spPr>
            <a:xfrm>
              <a:off x="401932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g2467"/>
            <p:cNvSpPr/>
            <p:nvPr/>
          </p:nvSpPr>
          <p:spPr>
            <a:xfrm>
              <a:off x="403096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g2468"/>
            <p:cNvSpPr/>
            <p:nvPr/>
          </p:nvSpPr>
          <p:spPr>
            <a:xfrm>
              <a:off x="404259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g2469"/>
            <p:cNvSpPr/>
            <p:nvPr/>
          </p:nvSpPr>
          <p:spPr>
            <a:xfrm>
              <a:off x="405423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g2470"/>
            <p:cNvSpPr/>
            <p:nvPr/>
          </p:nvSpPr>
          <p:spPr>
            <a:xfrm>
              <a:off x="406587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g2471"/>
            <p:cNvSpPr/>
            <p:nvPr/>
          </p:nvSpPr>
          <p:spPr>
            <a:xfrm>
              <a:off x="407751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g2472"/>
            <p:cNvSpPr/>
            <p:nvPr/>
          </p:nvSpPr>
          <p:spPr>
            <a:xfrm>
              <a:off x="408914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g2473"/>
            <p:cNvSpPr/>
            <p:nvPr/>
          </p:nvSpPr>
          <p:spPr>
            <a:xfrm>
              <a:off x="410078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g2474"/>
            <p:cNvSpPr/>
            <p:nvPr/>
          </p:nvSpPr>
          <p:spPr>
            <a:xfrm>
              <a:off x="411242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g2475"/>
            <p:cNvSpPr/>
            <p:nvPr/>
          </p:nvSpPr>
          <p:spPr>
            <a:xfrm>
              <a:off x="41240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g2476"/>
            <p:cNvSpPr/>
            <p:nvPr/>
          </p:nvSpPr>
          <p:spPr>
            <a:xfrm>
              <a:off x="413569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g2477"/>
            <p:cNvSpPr/>
            <p:nvPr/>
          </p:nvSpPr>
          <p:spPr>
            <a:xfrm>
              <a:off x="414733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g2478"/>
            <p:cNvSpPr/>
            <p:nvPr/>
          </p:nvSpPr>
          <p:spPr>
            <a:xfrm>
              <a:off x="425207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g2479"/>
            <p:cNvSpPr/>
            <p:nvPr/>
          </p:nvSpPr>
          <p:spPr>
            <a:xfrm>
              <a:off x="426370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g2480"/>
            <p:cNvSpPr/>
            <p:nvPr/>
          </p:nvSpPr>
          <p:spPr>
            <a:xfrm>
              <a:off x="427534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g2481"/>
            <p:cNvSpPr/>
            <p:nvPr/>
          </p:nvSpPr>
          <p:spPr>
            <a:xfrm>
              <a:off x="428698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g2482"/>
            <p:cNvSpPr/>
            <p:nvPr/>
          </p:nvSpPr>
          <p:spPr>
            <a:xfrm>
              <a:off x="429861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g2483"/>
            <p:cNvSpPr/>
            <p:nvPr/>
          </p:nvSpPr>
          <p:spPr>
            <a:xfrm>
              <a:off x="431025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g2484"/>
            <p:cNvSpPr/>
            <p:nvPr/>
          </p:nvSpPr>
          <p:spPr>
            <a:xfrm>
              <a:off x="432189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g2485"/>
            <p:cNvSpPr/>
            <p:nvPr/>
          </p:nvSpPr>
          <p:spPr>
            <a:xfrm>
              <a:off x="45546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g2486"/>
            <p:cNvSpPr/>
            <p:nvPr/>
          </p:nvSpPr>
          <p:spPr>
            <a:xfrm>
              <a:off x="45662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g2487"/>
            <p:cNvSpPr/>
            <p:nvPr/>
          </p:nvSpPr>
          <p:spPr>
            <a:xfrm>
              <a:off x="45779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g2488"/>
            <p:cNvSpPr/>
            <p:nvPr/>
          </p:nvSpPr>
          <p:spPr>
            <a:xfrm>
              <a:off x="45895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g2489"/>
            <p:cNvSpPr/>
            <p:nvPr/>
          </p:nvSpPr>
          <p:spPr>
            <a:xfrm>
              <a:off x="46011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g2490"/>
            <p:cNvSpPr/>
            <p:nvPr/>
          </p:nvSpPr>
          <p:spPr>
            <a:xfrm>
              <a:off x="32396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g2491"/>
            <p:cNvSpPr/>
            <p:nvPr/>
          </p:nvSpPr>
          <p:spPr>
            <a:xfrm>
              <a:off x="32512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g2492"/>
            <p:cNvSpPr/>
            <p:nvPr/>
          </p:nvSpPr>
          <p:spPr>
            <a:xfrm>
              <a:off x="326289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g2493"/>
            <p:cNvSpPr/>
            <p:nvPr/>
          </p:nvSpPr>
          <p:spPr>
            <a:xfrm>
              <a:off x="32745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g2494"/>
            <p:cNvSpPr/>
            <p:nvPr/>
          </p:nvSpPr>
          <p:spPr>
            <a:xfrm>
              <a:off x="32861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g2495"/>
            <p:cNvSpPr/>
            <p:nvPr/>
          </p:nvSpPr>
          <p:spPr>
            <a:xfrm>
              <a:off x="360037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g2496"/>
            <p:cNvSpPr/>
            <p:nvPr/>
          </p:nvSpPr>
          <p:spPr>
            <a:xfrm>
              <a:off x="361201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g2497"/>
            <p:cNvSpPr/>
            <p:nvPr/>
          </p:nvSpPr>
          <p:spPr>
            <a:xfrm>
              <a:off x="362365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g2498"/>
            <p:cNvSpPr/>
            <p:nvPr/>
          </p:nvSpPr>
          <p:spPr>
            <a:xfrm>
              <a:off x="363529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g2499"/>
            <p:cNvSpPr/>
            <p:nvPr/>
          </p:nvSpPr>
          <p:spPr>
            <a:xfrm>
              <a:off x="364692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g2500"/>
            <p:cNvSpPr/>
            <p:nvPr/>
          </p:nvSpPr>
          <p:spPr>
            <a:xfrm>
              <a:off x="365856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g2501"/>
            <p:cNvSpPr/>
            <p:nvPr/>
          </p:nvSpPr>
          <p:spPr>
            <a:xfrm>
              <a:off x="367020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g2502"/>
            <p:cNvSpPr/>
            <p:nvPr/>
          </p:nvSpPr>
          <p:spPr>
            <a:xfrm>
              <a:off x="36818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g2503"/>
            <p:cNvSpPr/>
            <p:nvPr/>
          </p:nvSpPr>
          <p:spPr>
            <a:xfrm>
              <a:off x="36934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g2504"/>
            <p:cNvSpPr/>
            <p:nvPr/>
          </p:nvSpPr>
          <p:spPr>
            <a:xfrm>
              <a:off x="37051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g2505"/>
            <p:cNvSpPr/>
            <p:nvPr/>
          </p:nvSpPr>
          <p:spPr>
            <a:xfrm>
              <a:off x="37167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g2506"/>
            <p:cNvSpPr/>
            <p:nvPr/>
          </p:nvSpPr>
          <p:spPr>
            <a:xfrm>
              <a:off x="37283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g2507"/>
            <p:cNvSpPr/>
            <p:nvPr/>
          </p:nvSpPr>
          <p:spPr>
            <a:xfrm>
              <a:off x="374002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g2508"/>
            <p:cNvSpPr/>
            <p:nvPr/>
          </p:nvSpPr>
          <p:spPr>
            <a:xfrm>
              <a:off x="375166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g2509"/>
            <p:cNvSpPr/>
            <p:nvPr/>
          </p:nvSpPr>
          <p:spPr>
            <a:xfrm>
              <a:off x="385640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g2510"/>
            <p:cNvSpPr/>
            <p:nvPr/>
          </p:nvSpPr>
          <p:spPr>
            <a:xfrm>
              <a:off x="386803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g2511"/>
            <p:cNvSpPr/>
            <p:nvPr/>
          </p:nvSpPr>
          <p:spPr>
            <a:xfrm>
              <a:off x="387967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g2512"/>
            <p:cNvSpPr/>
            <p:nvPr/>
          </p:nvSpPr>
          <p:spPr>
            <a:xfrm>
              <a:off x="389131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g2513"/>
            <p:cNvSpPr/>
            <p:nvPr/>
          </p:nvSpPr>
          <p:spPr>
            <a:xfrm>
              <a:off x="390295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g2514"/>
            <p:cNvSpPr/>
            <p:nvPr/>
          </p:nvSpPr>
          <p:spPr>
            <a:xfrm>
              <a:off x="391458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g2515"/>
            <p:cNvSpPr/>
            <p:nvPr/>
          </p:nvSpPr>
          <p:spPr>
            <a:xfrm>
              <a:off x="392622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g2516"/>
            <p:cNvSpPr/>
            <p:nvPr/>
          </p:nvSpPr>
          <p:spPr>
            <a:xfrm>
              <a:off x="393786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g2517"/>
            <p:cNvSpPr/>
            <p:nvPr/>
          </p:nvSpPr>
          <p:spPr>
            <a:xfrm>
              <a:off x="394949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g2518"/>
            <p:cNvSpPr/>
            <p:nvPr/>
          </p:nvSpPr>
          <p:spPr>
            <a:xfrm>
              <a:off x="396113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g2519"/>
            <p:cNvSpPr/>
            <p:nvPr/>
          </p:nvSpPr>
          <p:spPr>
            <a:xfrm>
              <a:off x="406587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g2520"/>
            <p:cNvSpPr/>
            <p:nvPr/>
          </p:nvSpPr>
          <p:spPr>
            <a:xfrm>
              <a:off x="407751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g2521"/>
            <p:cNvSpPr/>
            <p:nvPr/>
          </p:nvSpPr>
          <p:spPr>
            <a:xfrm>
              <a:off x="408914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g2522"/>
            <p:cNvSpPr/>
            <p:nvPr/>
          </p:nvSpPr>
          <p:spPr>
            <a:xfrm>
              <a:off x="410078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g2523"/>
            <p:cNvSpPr/>
            <p:nvPr/>
          </p:nvSpPr>
          <p:spPr>
            <a:xfrm>
              <a:off x="41124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g2524"/>
            <p:cNvSpPr/>
            <p:nvPr/>
          </p:nvSpPr>
          <p:spPr>
            <a:xfrm>
              <a:off x="41240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g2525"/>
            <p:cNvSpPr/>
            <p:nvPr/>
          </p:nvSpPr>
          <p:spPr>
            <a:xfrm>
              <a:off x="413569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g2526"/>
            <p:cNvSpPr/>
            <p:nvPr/>
          </p:nvSpPr>
          <p:spPr>
            <a:xfrm>
              <a:off x="41473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g2527"/>
            <p:cNvSpPr/>
            <p:nvPr/>
          </p:nvSpPr>
          <p:spPr>
            <a:xfrm>
              <a:off x="41589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g2528"/>
            <p:cNvSpPr/>
            <p:nvPr/>
          </p:nvSpPr>
          <p:spPr>
            <a:xfrm>
              <a:off x="422879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g2529"/>
            <p:cNvSpPr/>
            <p:nvPr/>
          </p:nvSpPr>
          <p:spPr>
            <a:xfrm>
              <a:off x="424043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g2530"/>
            <p:cNvSpPr/>
            <p:nvPr/>
          </p:nvSpPr>
          <p:spPr>
            <a:xfrm>
              <a:off x="425207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g2531"/>
            <p:cNvSpPr/>
            <p:nvPr/>
          </p:nvSpPr>
          <p:spPr>
            <a:xfrm>
              <a:off x="426370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g2532"/>
            <p:cNvSpPr/>
            <p:nvPr/>
          </p:nvSpPr>
          <p:spPr>
            <a:xfrm>
              <a:off x="427534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g2533"/>
            <p:cNvSpPr/>
            <p:nvPr/>
          </p:nvSpPr>
          <p:spPr>
            <a:xfrm>
              <a:off x="428698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g2534"/>
            <p:cNvSpPr/>
            <p:nvPr/>
          </p:nvSpPr>
          <p:spPr>
            <a:xfrm>
              <a:off x="429861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g2535"/>
            <p:cNvSpPr/>
            <p:nvPr/>
          </p:nvSpPr>
          <p:spPr>
            <a:xfrm>
              <a:off x="431025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g2536"/>
            <p:cNvSpPr/>
            <p:nvPr/>
          </p:nvSpPr>
          <p:spPr>
            <a:xfrm>
              <a:off x="432189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g2537"/>
            <p:cNvSpPr/>
            <p:nvPr/>
          </p:nvSpPr>
          <p:spPr>
            <a:xfrm>
              <a:off x="433353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g2538"/>
            <p:cNvSpPr/>
            <p:nvPr/>
          </p:nvSpPr>
          <p:spPr>
            <a:xfrm>
              <a:off x="434516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g2539"/>
            <p:cNvSpPr/>
            <p:nvPr/>
          </p:nvSpPr>
          <p:spPr>
            <a:xfrm>
              <a:off x="45546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g2540"/>
            <p:cNvSpPr/>
            <p:nvPr/>
          </p:nvSpPr>
          <p:spPr>
            <a:xfrm>
              <a:off x="45662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g2541"/>
            <p:cNvSpPr/>
            <p:nvPr/>
          </p:nvSpPr>
          <p:spPr>
            <a:xfrm>
              <a:off x="45779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g2542"/>
            <p:cNvSpPr/>
            <p:nvPr/>
          </p:nvSpPr>
          <p:spPr>
            <a:xfrm>
              <a:off x="45895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g2543"/>
            <p:cNvSpPr/>
            <p:nvPr/>
          </p:nvSpPr>
          <p:spPr>
            <a:xfrm>
              <a:off x="46011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g2544"/>
            <p:cNvSpPr/>
            <p:nvPr/>
          </p:nvSpPr>
          <p:spPr>
            <a:xfrm>
              <a:off x="314652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g2545"/>
            <p:cNvSpPr/>
            <p:nvPr/>
          </p:nvSpPr>
          <p:spPr>
            <a:xfrm>
              <a:off x="315816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g2546"/>
            <p:cNvSpPr/>
            <p:nvPr/>
          </p:nvSpPr>
          <p:spPr>
            <a:xfrm>
              <a:off x="316979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g2547"/>
            <p:cNvSpPr/>
            <p:nvPr/>
          </p:nvSpPr>
          <p:spPr>
            <a:xfrm>
              <a:off x="322798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g2548"/>
            <p:cNvSpPr/>
            <p:nvPr/>
          </p:nvSpPr>
          <p:spPr>
            <a:xfrm>
              <a:off x="32396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g2549"/>
            <p:cNvSpPr/>
            <p:nvPr/>
          </p:nvSpPr>
          <p:spPr>
            <a:xfrm>
              <a:off x="32512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g2550"/>
            <p:cNvSpPr/>
            <p:nvPr/>
          </p:nvSpPr>
          <p:spPr>
            <a:xfrm>
              <a:off x="326289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g2551"/>
            <p:cNvSpPr/>
            <p:nvPr/>
          </p:nvSpPr>
          <p:spPr>
            <a:xfrm>
              <a:off x="32745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g2552"/>
            <p:cNvSpPr/>
            <p:nvPr/>
          </p:nvSpPr>
          <p:spPr>
            <a:xfrm>
              <a:off x="32861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g2553"/>
            <p:cNvSpPr/>
            <p:nvPr/>
          </p:nvSpPr>
          <p:spPr>
            <a:xfrm>
              <a:off x="329780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g2554"/>
            <p:cNvSpPr/>
            <p:nvPr/>
          </p:nvSpPr>
          <p:spPr>
            <a:xfrm>
              <a:off x="330944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g2555"/>
            <p:cNvSpPr/>
            <p:nvPr/>
          </p:nvSpPr>
          <p:spPr>
            <a:xfrm>
              <a:off x="33210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g2556"/>
            <p:cNvSpPr/>
            <p:nvPr/>
          </p:nvSpPr>
          <p:spPr>
            <a:xfrm>
              <a:off x="333272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g2557"/>
            <p:cNvSpPr/>
            <p:nvPr/>
          </p:nvSpPr>
          <p:spPr>
            <a:xfrm>
              <a:off x="33443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g2558"/>
            <p:cNvSpPr/>
            <p:nvPr/>
          </p:nvSpPr>
          <p:spPr>
            <a:xfrm>
              <a:off x="343745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g2559"/>
            <p:cNvSpPr/>
            <p:nvPr/>
          </p:nvSpPr>
          <p:spPr>
            <a:xfrm>
              <a:off x="34490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g2560"/>
            <p:cNvSpPr/>
            <p:nvPr/>
          </p:nvSpPr>
          <p:spPr>
            <a:xfrm>
              <a:off x="34607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g2561"/>
            <p:cNvSpPr/>
            <p:nvPr/>
          </p:nvSpPr>
          <p:spPr>
            <a:xfrm>
              <a:off x="347236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g2562"/>
            <p:cNvSpPr/>
            <p:nvPr/>
          </p:nvSpPr>
          <p:spPr>
            <a:xfrm>
              <a:off x="34840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g2563"/>
            <p:cNvSpPr/>
            <p:nvPr/>
          </p:nvSpPr>
          <p:spPr>
            <a:xfrm>
              <a:off x="360037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g2564"/>
            <p:cNvSpPr/>
            <p:nvPr/>
          </p:nvSpPr>
          <p:spPr>
            <a:xfrm>
              <a:off x="361201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g2565"/>
            <p:cNvSpPr/>
            <p:nvPr/>
          </p:nvSpPr>
          <p:spPr>
            <a:xfrm>
              <a:off x="362365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g2566"/>
            <p:cNvSpPr/>
            <p:nvPr/>
          </p:nvSpPr>
          <p:spPr>
            <a:xfrm>
              <a:off x="363529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g2567"/>
            <p:cNvSpPr/>
            <p:nvPr/>
          </p:nvSpPr>
          <p:spPr>
            <a:xfrm>
              <a:off x="364692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g2568"/>
            <p:cNvSpPr/>
            <p:nvPr/>
          </p:nvSpPr>
          <p:spPr>
            <a:xfrm>
              <a:off x="365856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g2569"/>
            <p:cNvSpPr/>
            <p:nvPr/>
          </p:nvSpPr>
          <p:spPr>
            <a:xfrm>
              <a:off x="367020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g2570"/>
            <p:cNvSpPr/>
            <p:nvPr/>
          </p:nvSpPr>
          <p:spPr>
            <a:xfrm>
              <a:off x="368184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g2571"/>
            <p:cNvSpPr/>
            <p:nvPr/>
          </p:nvSpPr>
          <p:spPr>
            <a:xfrm>
              <a:off x="36934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g2572"/>
            <p:cNvSpPr/>
            <p:nvPr/>
          </p:nvSpPr>
          <p:spPr>
            <a:xfrm>
              <a:off x="37051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g2573"/>
            <p:cNvSpPr/>
            <p:nvPr/>
          </p:nvSpPr>
          <p:spPr>
            <a:xfrm>
              <a:off x="37167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g2574"/>
            <p:cNvSpPr/>
            <p:nvPr/>
          </p:nvSpPr>
          <p:spPr>
            <a:xfrm>
              <a:off x="37283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g2575"/>
            <p:cNvSpPr/>
            <p:nvPr/>
          </p:nvSpPr>
          <p:spPr>
            <a:xfrm>
              <a:off x="374002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g2576"/>
            <p:cNvSpPr/>
            <p:nvPr/>
          </p:nvSpPr>
          <p:spPr>
            <a:xfrm>
              <a:off x="375166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g2577"/>
            <p:cNvSpPr/>
            <p:nvPr/>
          </p:nvSpPr>
          <p:spPr>
            <a:xfrm>
              <a:off x="410078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g2578"/>
            <p:cNvSpPr/>
            <p:nvPr/>
          </p:nvSpPr>
          <p:spPr>
            <a:xfrm>
              <a:off x="41124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g2579"/>
            <p:cNvSpPr/>
            <p:nvPr/>
          </p:nvSpPr>
          <p:spPr>
            <a:xfrm>
              <a:off x="41240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g2580"/>
            <p:cNvSpPr/>
            <p:nvPr/>
          </p:nvSpPr>
          <p:spPr>
            <a:xfrm>
              <a:off x="413569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g2581"/>
            <p:cNvSpPr/>
            <p:nvPr/>
          </p:nvSpPr>
          <p:spPr>
            <a:xfrm>
              <a:off x="41473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g2582"/>
            <p:cNvSpPr/>
            <p:nvPr/>
          </p:nvSpPr>
          <p:spPr>
            <a:xfrm>
              <a:off x="41589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g2583"/>
            <p:cNvSpPr/>
            <p:nvPr/>
          </p:nvSpPr>
          <p:spPr>
            <a:xfrm>
              <a:off x="417060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g2584"/>
            <p:cNvSpPr/>
            <p:nvPr/>
          </p:nvSpPr>
          <p:spPr>
            <a:xfrm>
              <a:off x="41938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g2585"/>
            <p:cNvSpPr/>
            <p:nvPr/>
          </p:nvSpPr>
          <p:spPr>
            <a:xfrm>
              <a:off x="420552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g2586"/>
            <p:cNvSpPr/>
            <p:nvPr/>
          </p:nvSpPr>
          <p:spPr>
            <a:xfrm>
              <a:off x="42171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g2587"/>
            <p:cNvSpPr/>
            <p:nvPr/>
          </p:nvSpPr>
          <p:spPr>
            <a:xfrm>
              <a:off x="422879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g2588"/>
            <p:cNvSpPr/>
            <p:nvPr/>
          </p:nvSpPr>
          <p:spPr>
            <a:xfrm>
              <a:off x="424043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g2589"/>
            <p:cNvSpPr/>
            <p:nvPr/>
          </p:nvSpPr>
          <p:spPr>
            <a:xfrm>
              <a:off x="425207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g2590"/>
            <p:cNvSpPr/>
            <p:nvPr/>
          </p:nvSpPr>
          <p:spPr>
            <a:xfrm>
              <a:off x="426370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g2591"/>
            <p:cNvSpPr/>
            <p:nvPr/>
          </p:nvSpPr>
          <p:spPr>
            <a:xfrm>
              <a:off x="427534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g2592"/>
            <p:cNvSpPr/>
            <p:nvPr/>
          </p:nvSpPr>
          <p:spPr>
            <a:xfrm>
              <a:off x="428698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g2593"/>
            <p:cNvSpPr/>
            <p:nvPr/>
          </p:nvSpPr>
          <p:spPr>
            <a:xfrm>
              <a:off x="429861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g2594"/>
            <p:cNvSpPr/>
            <p:nvPr/>
          </p:nvSpPr>
          <p:spPr>
            <a:xfrm>
              <a:off x="431025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g2595"/>
            <p:cNvSpPr/>
            <p:nvPr/>
          </p:nvSpPr>
          <p:spPr>
            <a:xfrm>
              <a:off x="43218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g2596"/>
            <p:cNvSpPr/>
            <p:nvPr/>
          </p:nvSpPr>
          <p:spPr>
            <a:xfrm>
              <a:off x="43335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g2597"/>
            <p:cNvSpPr/>
            <p:nvPr/>
          </p:nvSpPr>
          <p:spPr>
            <a:xfrm>
              <a:off x="434516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g2598"/>
            <p:cNvSpPr/>
            <p:nvPr/>
          </p:nvSpPr>
          <p:spPr>
            <a:xfrm>
              <a:off x="43568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g2599"/>
            <p:cNvSpPr/>
            <p:nvPr/>
          </p:nvSpPr>
          <p:spPr>
            <a:xfrm>
              <a:off x="45662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g2600"/>
            <p:cNvSpPr/>
            <p:nvPr/>
          </p:nvSpPr>
          <p:spPr>
            <a:xfrm>
              <a:off x="45779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g2601"/>
            <p:cNvSpPr/>
            <p:nvPr/>
          </p:nvSpPr>
          <p:spPr>
            <a:xfrm>
              <a:off x="45895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g2602"/>
            <p:cNvSpPr/>
            <p:nvPr/>
          </p:nvSpPr>
          <p:spPr>
            <a:xfrm>
              <a:off x="46011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g2603"/>
            <p:cNvSpPr/>
            <p:nvPr/>
          </p:nvSpPr>
          <p:spPr>
            <a:xfrm>
              <a:off x="312324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g2604"/>
            <p:cNvSpPr/>
            <p:nvPr/>
          </p:nvSpPr>
          <p:spPr>
            <a:xfrm>
              <a:off x="313488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g2605"/>
            <p:cNvSpPr/>
            <p:nvPr/>
          </p:nvSpPr>
          <p:spPr>
            <a:xfrm>
              <a:off x="314652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g2606"/>
            <p:cNvSpPr/>
            <p:nvPr/>
          </p:nvSpPr>
          <p:spPr>
            <a:xfrm>
              <a:off x="315816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g2607"/>
            <p:cNvSpPr/>
            <p:nvPr/>
          </p:nvSpPr>
          <p:spPr>
            <a:xfrm>
              <a:off x="316979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g2608"/>
            <p:cNvSpPr/>
            <p:nvPr/>
          </p:nvSpPr>
          <p:spPr>
            <a:xfrm>
              <a:off x="318143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g2609"/>
            <p:cNvSpPr/>
            <p:nvPr/>
          </p:nvSpPr>
          <p:spPr>
            <a:xfrm>
              <a:off x="321634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g2610"/>
            <p:cNvSpPr/>
            <p:nvPr/>
          </p:nvSpPr>
          <p:spPr>
            <a:xfrm>
              <a:off x="322798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g2611"/>
            <p:cNvSpPr/>
            <p:nvPr/>
          </p:nvSpPr>
          <p:spPr>
            <a:xfrm>
              <a:off x="32396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g2612"/>
            <p:cNvSpPr/>
            <p:nvPr/>
          </p:nvSpPr>
          <p:spPr>
            <a:xfrm>
              <a:off x="32512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g2613"/>
            <p:cNvSpPr/>
            <p:nvPr/>
          </p:nvSpPr>
          <p:spPr>
            <a:xfrm>
              <a:off x="326289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g2614"/>
            <p:cNvSpPr/>
            <p:nvPr/>
          </p:nvSpPr>
          <p:spPr>
            <a:xfrm>
              <a:off x="32745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g2615"/>
            <p:cNvSpPr/>
            <p:nvPr/>
          </p:nvSpPr>
          <p:spPr>
            <a:xfrm>
              <a:off x="32861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g2616"/>
            <p:cNvSpPr/>
            <p:nvPr/>
          </p:nvSpPr>
          <p:spPr>
            <a:xfrm>
              <a:off x="329780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g2617"/>
            <p:cNvSpPr/>
            <p:nvPr/>
          </p:nvSpPr>
          <p:spPr>
            <a:xfrm>
              <a:off x="33094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g2618"/>
            <p:cNvSpPr/>
            <p:nvPr/>
          </p:nvSpPr>
          <p:spPr>
            <a:xfrm>
              <a:off x="33210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g2619"/>
            <p:cNvSpPr/>
            <p:nvPr/>
          </p:nvSpPr>
          <p:spPr>
            <a:xfrm>
              <a:off x="333272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g2620"/>
            <p:cNvSpPr/>
            <p:nvPr/>
          </p:nvSpPr>
          <p:spPr>
            <a:xfrm>
              <a:off x="33443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g2621"/>
            <p:cNvSpPr/>
            <p:nvPr/>
          </p:nvSpPr>
          <p:spPr>
            <a:xfrm>
              <a:off x="33559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g2622"/>
            <p:cNvSpPr/>
            <p:nvPr/>
          </p:nvSpPr>
          <p:spPr>
            <a:xfrm>
              <a:off x="336763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g2623"/>
            <p:cNvSpPr/>
            <p:nvPr/>
          </p:nvSpPr>
          <p:spPr>
            <a:xfrm>
              <a:off x="34258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g2624"/>
            <p:cNvSpPr/>
            <p:nvPr/>
          </p:nvSpPr>
          <p:spPr>
            <a:xfrm>
              <a:off x="343745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g2625"/>
            <p:cNvSpPr/>
            <p:nvPr/>
          </p:nvSpPr>
          <p:spPr>
            <a:xfrm>
              <a:off x="34490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g2626"/>
            <p:cNvSpPr/>
            <p:nvPr/>
          </p:nvSpPr>
          <p:spPr>
            <a:xfrm>
              <a:off x="34607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g2627"/>
            <p:cNvSpPr/>
            <p:nvPr/>
          </p:nvSpPr>
          <p:spPr>
            <a:xfrm>
              <a:off x="347236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g2628"/>
            <p:cNvSpPr/>
            <p:nvPr/>
          </p:nvSpPr>
          <p:spPr>
            <a:xfrm>
              <a:off x="34840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g2629"/>
            <p:cNvSpPr/>
            <p:nvPr/>
          </p:nvSpPr>
          <p:spPr>
            <a:xfrm>
              <a:off x="34956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g2630"/>
            <p:cNvSpPr/>
            <p:nvPr/>
          </p:nvSpPr>
          <p:spPr>
            <a:xfrm>
              <a:off x="350728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g2631"/>
            <p:cNvSpPr/>
            <p:nvPr/>
          </p:nvSpPr>
          <p:spPr>
            <a:xfrm>
              <a:off x="362365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g2632"/>
            <p:cNvSpPr/>
            <p:nvPr/>
          </p:nvSpPr>
          <p:spPr>
            <a:xfrm>
              <a:off x="363529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g2633"/>
            <p:cNvSpPr/>
            <p:nvPr/>
          </p:nvSpPr>
          <p:spPr>
            <a:xfrm>
              <a:off x="364692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g2634"/>
            <p:cNvSpPr/>
            <p:nvPr/>
          </p:nvSpPr>
          <p:spPr>
            <a:xfrm>
              <a:off x="365856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g2635"/>
            <p:cNvSpPr/>
            <p:nvPr/>
          </p:nvSpPr>
          <p:spPr>
            <a:xfrm>
              <a:off x="367020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g2636"/>
            <p:cNvSpPr/>
            <p:nvPr/>
          </p:nvSpPr>
          <p:spPr>
            <a:xfrm>
              <a:off x="368184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g2637"/>
            <p:cNvSpPr/>
            <p:nvPr/>
          </p:nvSpPr>
          <p:spPr>
            <a:xfrm>
              <a:off x="36934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g2638"/>
            <p:cNvSpPr/>
            <p:nvPr/>
          </p:nvSpPr>
          <p:spPr>
            <a:xfrm>
              <a:off x="37051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g2639"/>
            <p:cNvSpPr/>
            <p:nvPr/>
          </p:nvSpPr>
          <p:spPr>
            <a:xfrm>
              <a:off x="37167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g2640"/>
            <p:cNvSpPr/>
            <p:nvPr/>
          </p:nvSpPr>
          <p:spPr>
            <a:xfrm>
              <a:off x="37283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g2641"/>
            <p:cNvSpPr/>
            <p:nvPr/>
          </p:nvSpPr>
          <p:spPr>
            <a:xfrm>
              <a:off x="37400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g2642"/>
            <p:cNvSpPr/>
            <p:nvPr/>
          </p:nvSpPr>
          <p:spPr>
            <a:xfrm>
              <a:off x="375166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g2643"/>
            <p:cNvSpPr/>
            <p:nvPr/>
          </p:nvSpPr>
          <p:spPr>
            <a:xfrm>
              <a:off x="41124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g2644"/>
            <p:cNvSpPr/>
            <p:nvPr/>
          </p:nvSpPr>
          <p:spPr>
            <a:xfrm>
              <a:off x="41240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g2645"/>
            <p:cNvSpPr/>
            <p:nvPr/>
          </p:nvSpPr>
          <p:spPr>
            <a:xfrm>
              <a:off x="413569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g2646"/>
            <p:cNvSpPr/>
            <p:nvPr/>
          </p:nvSpPr>
          <p:spPr>
            <a:xfrm>
              <a:off x="41473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g2647"/>
            <p:cNvSpPr/>
            <p:nvPr/>
          </p:nvSpPr>
          <p:spPr>
            <a:xfrm>
              <a:off x="41589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g2648"/>
            <p:cNvSpPr/>
            <p:nvPr/>
          </p:nvSpPr>
          <p:spPr>
            <a:xfrm>
              <a:off x="417060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g2649"/>
            <p:cNvSpPr/>
            <p:nvPr/>
          </p:nvSpPr>
          <p:spPr>
            <a:xfrm>
              <a:off x="41822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g2650"/>
            <p:cNvSpPr/>
            <p:nvPr/>
          </p:nvSpPr>
          <p:spPr>
            <a:xfrm>
              <a:off x="41938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g2651"/>
            <p:cNvSpPr/>
            <p:nvPr/>
          </p:nvSpPr>
          <p:spPr>
            <a:xfrm>
              <a:off x="420552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g2652"/>
            <p:cNvSpPr/>
            <p:nvPr/>
          </p:nvSpPr>
          <p:spPr>
            <a:xfrm>
              <a:off x="42171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g2653"/>
            <p:cNvSpPr/>
            <p:nvPr/>
          </p:nvSpPr>
          <p:spPr>
            <a:xfrm>
              <a:off x="42287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g2654"/>
            <p:cNvSpPr/>
            <p:nvPr/>
          </p:nvSpPr>
          <p:spPr>
            <a:xfrm>
              <a:off x="424043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g2655"/>
            <p:cNvSpPr/>
            <p:nvPr/>
          </p:nvSpPr>
          <p:spPr>
            <a:xfrm>
              <a:off x="425207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g2656"/>
            <p:cNvSpPr/>
            <p:nvPr/>
          </p:nvSpPr>
          <p:spPr>
            <a:xfrm>
              <a:off x="426370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g2657"/>
            <p:cNvSpPr/>
            <p:nvPr/>
          </p:nvSpPr>
          <p:spPr>
            <a:xfrm>
              <a:off x="427534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g2658"/>
            <p:cNvSpPr/>
            <p:nvPr/>
          </p:nvSpPr>
          <p:spPr>
            <a:xfrm>
              <a:off x="428698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g2659"/>
            <p:cNvSpPr/>
            <p:nvPr/>
          </p:nvSpPr>
          <p:spPr>
            <a:xfrm>
              <a:off x="42986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g2660"/>
            <p:cNvSpPr/>
            <p:nvPr/>
          </p:nvSpPr>
          <p:spPr>
            <a:xfrm>
              <a:off x="431025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g2661"/>
            <p:cNvSpPr/>
            <p:nvPr/>
          </p:nvSpPr>
          <p:spPr>
            <a:xfrm>
              <a:off x="43218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g2662"/>
            <p:cNvSpPr/>
            <p:nvPr/>
          </p:nvSpPr>
          <p:spPr>
            <a:xfrm>
              <a:off x="43335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g2663"/>
            <p:cNvSpPr/>
            <p:nvPr/>
          </p:nvSpPr>
          <p:spPr>
            <a:xfrm>
              <a:off x="434516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g2664"/>
            <p:cNvSpPr/>
            <p:nvPr/>
          </p:nvSpPr>
          <p:spPr>
            <a:xfrm>
              <a:off x="43568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g2665"/>
            <p:cNvSpPr/>
            <p:nvPr/>
          </p:nvSpPr>
          <p:spPr>
            <a:xfrm>
              <a:off x="43684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g2666"/>
            <p:cNvSpPr/>
            <p:nvPr/>
          </p:nvSpPr>
          <p:spPr>
            <a:xfrm>
              <a:off x="45662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g2667"/>
            <p:cNvSpPr/>
            <p:nvPr/>
          </p:nvSpPr>
          <p:spPr>
            <a:xfrm>
              <a:off x="45779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g2668"/>
            <p:cNvSpPr/>
            <p:nvPr/>
          </p:nvSpPr>
          <p:spPr>
            <a:xfrm>
              <a:off x="45895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g2669"/>
            <p:cNvSpPr/>
            <p:nvPr/>
          </p:nvSpPr>
          <p:spPr>
            <a:xfrm>
              <a:off x="46011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g2670"/>
            <p:cNvSpPr/>
            <p:nvPr/>
          </p:nvSpPr>
          <p:spPr>
            <a:xfrm>
              <a:off x="46128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g2671"/>
            <p:cNvSpPr/>
            <p:nvPr/>
          </p:nvSpPr>
          <p:spPr>
            <a:xfrm>
              <a:off x="311161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g2672"/>
            <p:cNvSpPr/>
            <p:nvPr/>
          </p:nvSpPr>
          <p:spPr>
            <a:xfrm>
              <a:off x="312324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g2673"/>
            <p:cNvSpPr/>
            <p:nvPr/>
          </p:nvSpPr>
          <p:spPr>
            <a:xfrm>
              <a:off x="313488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g2674"/>
            <p:cNvSpPr/>
            <p:nvPr/>
          </p:nvSpPr>
          <p:spPr>
            <a:xfrm>
              <a:off x="314652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g2675"/>
            <p:cNvSpPr/>
            <p:nvPr/>
          </p:nvSpPr>
          <p:spPr>
            <a:xfrm>
              <a:off x="315816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g2676"/>
            <p:cNvSpPr/>
            <p:nvPr/>
          </p:nvSpPr>
          <p:spPr>
            <a:xfrm>
              <a:off x="316979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g2677"/>
            <p:cNvSpPr/>
            <p:nvPr/>
          </p:nvSpPr>
          <p:spPr>
            <a:xfrm>
              <a:off x="318143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g2678"/>
            <p:cNvSpPr/>
            <p:nvPr/>
          </p:nvSpPr>
          <p:spPr>
            <a:xfrm>
              <a:off x="319307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g2679"/>
            <p:cNvSpPr/>
            <p:nvPr/>
          </p:nvSpPr>
          <p:spPr>
            <a:xfrm>
              <a:off x="320471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g2680"/>
            <p:cNvSpPr/>
            <p:nvPr/>
          </p:nvSpPr>
          <p:spPr>
            <a:xfrm>
              <a:off x="321634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g2681"/>
            <p:cNvSpPr/>
            <p:nvPr/>
          </p:nvSpPr>
          <p:spPr>
            <a:xfrm>
              <a:off x="322798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g2682"/>
            <p:cNvSpPr/>
            <p:nvPr/>
          </p:nvSpPr>
          <p:spPr>
            <a:xfrm>
              <a:off x="323962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g2683"/>
            <p:cNvSpPr/>
            <p:nvPr/>
          </p:nvSpPr>
          <p:spPr>
            <a:xfrm>
              <a:off x="32512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g2684"/>
            <p:cNvSpPr/>
            <p:nvPr/>
          </p:nvSpPr>
          <p:spPr>
            <a:xfrm>
              <a:off x="326289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g2685"/>
            <p:cNvSpPr/>
            <p:nvPr/>
          </p:nvSpPr>
          <p:spPr>
            <a:xfrm>
              <a:off x="32745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g2686"/>
            <p:cNvSpPr/>
            <p:nvPr/>
          </p:nvSpPr>
          <p:spPr>
            <a:xfrm>
              <a:off x="32861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g2687"/>
            <p:cNvSpPr/>
            <p:nvPr/>
          </p:nvSpPr>
          <p:spPr>
            <a:xfrm>
              <a:off x="329780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g2688"/>
            <p:cNvSpPr/>
            <p:nvPr/>
          </p:nvSpPr>
          <p:spPr>
            <a:xfrm>
              <a:off x="33094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g2689"/>
            <p:cNvSpPr/>
            <p:nvPr/>
          </p:nvSpPr>
          <p:spPr>
            <a:xfrm>
              <a:off x="33210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g2690"/>
            <p:cNvSpPr/>
            <p:nvPr/>
          </p:nvSpPr>
          <p:spPr>
            <a:xfrm>
              <a:off x="333272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g2691"/>
            <p:cNvSpPr/>
            <p:nvPr/>
          </p:nvSpPr>
          <p:spPr>
            <a:xfrm>
              <a:off x="33443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g2692"/>
            <p:cNvSpPr/>
            <p:nvPr/>
          </p:nvSpPr>
          <p:spPr>
            <a:xfrm>
              <a:off x="33559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g2693"/>
            <p:cNvSpPr/>
            <p:nvPr/>
          </p:nvSpPr>
          <p:spPr>
            <a:xfrm>
              <a:off x="336763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g2694"/>
            <p:cNvSpPr/>
            <p:nvPr/>
          </p:nvSpPr>
          <p:spPr>
            <a:xfrm>
              <a:off x="33792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g2695"/>
            <p:cNvSpPr/>
            <p:nvPr/>
          </p:nvSpPr>
          <p:spPr>
            <a:xfrm>
              <a:off x="33909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g2696"/>
            <p:cNvSpPr/>
            <p:nvPr/>
          </p:nvSpPr>
          <p:spPr>
            <a:xfrm>
              <a:off x="340254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g2697"/>
            <p:cNvSpPr/>
            <p:nvPr/>
          </p:nvSpPr>
          <p:spPr>
            <a:xfrm>
              <a:off x="341418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g2698"/>
            <p:cNvSpPr/>
            <p:nvPr/>
          </p:nvSpPr>
          <p:spPr>
            <a:xfrm>
              <a:off x="342581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g2699"/>
            <p:cNvSpPr/>
            <p:nvPr/>
          </p:nvSpPr>
          <p:spPr>
            <a:xfrm>
              <a:off x="343745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g2700"/>
            <p:cNvSpPr/>
            <p:nvPr/>
          </p:nvSpPr>
          <p:spPr>
            <a:xfrm>
              <a:off x="34490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g2701"/>
            <p:cNvSpPr/>
            <p:nvPr/>
          </p:nvSpPr>
          <p:spPr>
            <a:xfrm>
              <a:off x="34607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g2702"/>
            <p:cNvSpPr/>
            <p:nvPr/>
          </p:nvSpPr>
          <p:spPr>
            <a:xfrm>
              <a:off x="347236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g2703"/>
            <p:cNvSpPr/>
            <p:nvPr/>
          </p:nvSpPr>
          <p:spPr>
            <a:xfrm>
              <a:off x="34840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g2704"/>
            <p:cNvSpPr/>
            <p:nvPr/>
          </p:nvSpPr>
          <p:spPr>
            <a:xfrm>
              <a:off x="34956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g2705"/>
            <p:cNvSpPr/>
            <p:nvPr/>
          </p:nvSpPr>
          <p:spPr>
            <a:xfrm>
              <a:off x="350728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g2706"/>
            <p:cNvSpPr/>
            <p:nvPr/>
          </p:nvSpPr>
          <p:spPr>
            <a:xfrm>
              <a:off x="351891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g2707"/>
            <p:cNvSpPr/>
            <p:nvPr/>
          </p:nvSpPr>
          <p:spPr>
            <a:xfrm>
              <a:off x="353055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g2708"/>
            <p:cNvSpPr/>
            <p:nvPr/>
          </p:nvSpPr>
          <p:spPr>
            <a:xfrm>
              <a:off x="354219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g2709"/>
            <p:cNvSpPr/>
            <p:nvPr/>
          </p:nvSpPr>
          <p:spPr>
            <a:xfrm>
              <a:off x="363529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g2710"/>
            <p:cNvSpPr/>
            <p:nvPr/>
          </p:nvSpPr>
          <p:spPr>
            <a:xfrm>
              <a:off x="364692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g2711"/>
            <p:cNvSpPr/>
            <p:nvPr/>
          </p:nvSpPr>
          <p:spPr>
            <a:xfrm>
              <a:off x="365856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g2712"/>
            <p:cNvSpPr/>
            <p:nvPr/>
          </p:nvSpPr>
          <p:spPr>
            <a:xfrm>
              <a:off x="368184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g2713"/>
            <p:cNvSpPr/>
            <p:nvPr/>
          </p:nvSpPr>
          <p:spPr>
            <a:xfrm>
              <a:off x="36934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g2714"/>
            <p:cNvSpPr/>
            <p:nvPr/>
          </p:nvSpPr>
          <p:spPr>
            <a:xfrm>
              <a:off x="37051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g2715"/>
            <p:cNvSpPr/>
            <p:nvPr/>
          </p:nvSpPr>
          <p:spPr>
            <a:xfrm>
              <a:off x="37167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g2716"/>
            <p:cNvSpPr/>
            <p:nvPr/>
          </p:nvSpPr>
          <p:spPr>
            <a:xfrm>
              <a:off x="37283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g2717"/>
            <p:cNvSpPr/>
            <p:nvPr/>
          </p:nvSpPr>
          <p:spPr>
            <a:xfrm>
              <a:off x="37400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g2718"/>
            <p:cNvSpPr/>
            <p:nvPr/>
          </p:nvSpPr>
          <p:spPr>
            <a:xfrm>
              <a:off x="375166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g2719"/>
            <p:cNvSpPr/>
            <p:nvPr/>
          </p:nvSpPr>
          <p:spPr>
            <a:xfrm>
              <a:off x="41240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g2720"/>
            <p:cNvSpPr/>
            <p:nvPr/>
          </p:nvSpPr>
          <p:spPr>
            <a:xfrm>
              <a:off x="413569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g2721"/>
            <p:cNvSpPr/>
            <p:nvPr/>
          </p:nvSpPr>
          <p:spPr>
            <a:xfrm>
              <a:off x="41473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g2722"/>
            <p:cNvSpPr/>
            <p:nvPr/>
          </p:nvSpPr>
          <p:spPr>
            <a:xfrm>
              <a:off x="41589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g2723"/>
            <p:cNvSpPr/>
            <p:nvPr/>
          </p:nvSpPr>
          <p:spPr>
            <a:xfrm>
              <a:off x="417060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g2724"/>
            <p:cNvSpPr/>
            <p:nvPr/>
          </p:nvSpPr>
          <p:spPr>
            <a:xfrm>
              <a:off x="41822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g2725"/>
            <p:cNvSpPr/>
            <p:nvPr/>
          </p:nvSpPr>
          <p:spPr>
            <a:xfrm>
              <a:off x="41938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g2726"/>
            <p:cNvSpPr/>
            <p:nvPr/>
          </p:nvSpPr>
          <p:spPr>
            <a:xfrm>
              <a:off x="420552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g2727"/>
            <p:cNvSpPr/>
            <p:nvPr/>
          </p:nvSpPr>
          <p:spPr>
            <a:xfrm>
              <a:off x="42171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g2728"/>
            <p:cNvSpPr/>
            <p:nvPr/>
          </p:nvSpPr>
          <p:spPr>
            <a:xfrm>
              <a:off x="42287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g2729"/>
            <p:cNvSpPr/>
            <p:nvPr/>
          </p:nvSpPr>
          <p:spPr>
            <a:xfrm>
              <a:off x="424043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g2730"/>
            <p:cNvSpPr/>
            <p:nvPr/>
          </p:nvSpPr>
          <p:spPr>
            <a:xfrm>
              <a:off x="42520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g2731"/>
            <p:cNvSpPr/>
            <p:nvPr/>
          </p:nvSpPr>
          <p:spPr>
            <a:xfrm>
              <a:off x="42637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g2732"/>
            <p:cNvSpPr/>
            <p:nvPr/>
          </p:nvSpPr>
          <p:spPr>
            <a:xfrm>
              <a:off x="427534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g2733"/>
            <p:cNvSpPr/>
            <p:nvPr/>
          </p:nvSpPr>
          <p:spPr>
            <a:xfrm>
              <a:off x="431025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g2734"/>
            <p:cNvSpPr/>
            <p:nvPr/>
          </p:nvSpPr>
          <p:spPr>
            <a:xfrm>
              <a:off x="43218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g2735"/>
            <p:cNvSpPr/>
            <p:nvPr/>
          </p:nvSpPr>
          <p:spPr>
            <a:xfrm>
              <a:off x="43335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g2736"/>
            <p:cNvSpPr/>
            <p:nvPr/>
          </p:nvSpPr>
          <p:spPr>
            <a:xfrm>
              <a:off x="434516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g2737"/>
            <p:cNvSpPr/>
            <p:nvPr/>
          </p:nvSpPr>
          <p:spPr>
            <a:xfrm>
              <a:off x="43568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g2738"/>
            <p:cNvSpPr/>
            <p:nvPr/>
          </p:nvSpPr>
          <p:spPr>
            <a:xfrm>
              <a:off x="43684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g2739"/>
            <p:cNvSpPr/>
            <p:nvPr/>
          </p:nvSpPr>
          <p:spPr>
            <a:xfrm>
              <a:off x="438008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g2740"/>
            <p:cNvSpPr/>
            <p:nvPr/>
          </p:nvSpPr>
          <p:spPr>
            <a:xfrm>
              <a:off x="45662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g2741"/>
            <p:cNvSpPr/>
            <p:nvPr/>
          </p:nvSpPr>
          <p:spPr>
            <a:xfrm>
              <a:off x="45779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g2742"/>
            <p:cNvSpPr/>
            <p:nvPr/>
          </p:nvSpPr>
          <p:spPr>
            <a:xfrm>
              <a:off x="45895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g2743"/>
            <p:cNvSpPr/>
            <p:nvPr/>
          </p:nvSpPr>
          <p:spPr>
            <a:xfrm>
              <a:off x="46011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g2744"/>
            <p:cNvSpPr/>
            <p:nvPr/>
          </p:nvSpPr>
          <p:spPr>
            <a:xfrm>
              <a:off x="46128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g2745"/>
            <p:cNvSpPr/>
            <p:nvPr/>
          </p:nvSpPr>
          <p:spPr>
            <a:xfrm>
              <a:off x="311161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g2746"/>
            <p:cNvSpPr/>
            <p:nvPr/>
          </p:nvSpPr>
          <p:spPr>
            <a:xfrm>
              <a:off x="312324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g2747"/>
            <p:cNvSpPr/>
            <p:nvPr/>
          </p:nvSpPr>
          <p:spPr>
            <a:xfrm>
              <a:off x="313488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g2748"/>
            <p:cNvSpPr/>
            <p:nvPr/>
          </p:nvSpPr>
          <p:spPr>
            <a:xfrm>
              <a:off x="314652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g2749"/>
            <p:cNvSpPr/>
            <p:nvPr/>
          </p:nvSpPr>
          <p:spPr>
            <a:xfrm>
              <a:off x="315816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g2750"/>
            <p:cNvSpPr/>
            <p:nvPr/>
          </p:nvSpPr>
          <p:spPr>
            <a:xfrm>
              <a:off x="316979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g2751"/>
            <p:cNvSpPr/>
            <p:nvPr/>
          </p:nvSpPr>
          <p:spPr>
            <a:xfrm>
              <a:off x="318143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g2752"/>
            <p:cNvSpPr/>
            <p:nvPr/>
          </p:nvSpPr>
          <p:spPr>
            <a:xfrm>
              <a:off x="319307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g2753"/>
            <p:cNvSpPr/>
            <p:nvPr/>
          </p:nvSpPr>
          <p:spPr>
            <a:xfrm>
              <a:off x="320471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g2754"/>
            <p:cNvSpPr/>
            <p:nvPr/>
          </p:nvSpPr>
          <p:spPr>
            <a:xfrm>
              <a:off x="321634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g2755"/>
            <p:cNvSpPr/>
            <p:nvPr/>
          </p:nvSpPr>
          <p:spPr>
            <a:xfrm>
              <a:off x="322798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g2756"/>
            <p:cNvSpPr/>
            <p:nvPr/>
          </p:nvSpPr>
          <p:spPr>
            <a:xfrm>
              <a:off x="323962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g2757"/>
            <p:cNvSpPr/>
            <p:nvPr/>
          </p:nvSpPr>
          <p:spPr>
            <a:xfrm>
              <a:off x="325125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g2758"/>
            <p:cNvSpPr/>
            <p:nvPr/>
          </p:nvSpPr>
          <p:spPr>
            <a:xfrm>
              <a:off x="326289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g2759"/>
            <p:cNvSpPr/>
            <p:nvPr/>
          </p:nvSpPr>
          <p:spPr>
            <a:xfrm>
              <a:off x="32745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g2760"/>
            <p:cNvSpPr/>
            <p:nvPr/>
          </p:nvSpPr>
          <p:spPr>
            <a:xfrm>
              <a:off x="32861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g2761"/>
            <p:cNvSpPr/>
            <p:nvPr/>
          </p:nvSpPr>
          <p:spPr>
            <a:xfrm>
              <a:off x="329780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g2762"/>
            <p:cNvSpPr/>
            <p:nvPr/>
          </p:nvSpPr>
          <p:spPr>
            <a:xfrm>
              <a:off x="33094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g2763"/>
            <p:cNvSpPr/>
            <p:nvPr/>
          </p:nvSpPr>
          <p:spPr>
            <a:xfrm>
              <a:off x="33210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g2764"/>
            <p:cNvSpPr/>
            <p:nvPr/>
          </p:nvSpPr>
          <p:spPr>
            <a:xfrm>
              <a:off x="333272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g2765"/>
            <p:cNvSpPr/>
            <p:nvPr/>
          </p:nvSpPr>
          <p:spPr>
            <a:xfrm>
              <a:off x="33443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g2766"/>
            <p:cNvSpPr/>
            <p:nvPr/>
          </p:nvSpPr>
          <p:spPr>
            <a:xfrm>
              <a:off x="33559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g2767"/>
            <p:cNvSpPr/>
            <p:nvPr/>
          </p:nvSpPr>
          <p:spPr>
            <a:xfrm>
              <a:off x="336763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g2768"/>
            <p:cNvSpPr/>
            <p:nvPr/>
          </p:nvSpPr>
          <p:spPr>
            <a:xfrm>
              <a:off x="337927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g2769"/>
            <p:cNvSpPr/>
            <p:nvPr/>
          </p:nvSpPr>
          <p:spPr>
            <a:xfrm>
              <a:off x="339090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g2770"/>
            <p:cNvSpPr/>
            <p:nvPr/>
          </p:nvSpPr>
          <p:spPr>
            <a:xfrm>
              <a:off x="340254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g2771"/>
            <p:cNvSpPr/>
            <p:nvPr/>
          </p:nvSpPr>
          <p:spPr>
            <a:xfrm>
              <a:off x="341418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g2772"/>
            <p:cNvSpPr/>
            <p:nvPr/>
          </p:nvSpPr>
          <p:spPr>
            <a:xfrm>
              <a:off x="342581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g2773"/>
            <p:cNvSpPr/>
            <p:nvPr/>
          </p:nvSpPr>
          <p:spPr>
            <a:xfrm>
              <a:off x="343745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g2774"/>
            <p:cNvSpPr/>
            <p:nvPr/>
          </p:nvSpPr>
          <p:spPr>
            <a:xfrm>
              <a:off x="34490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g2775"/>
            <p:cNvSpPr/>
            <p:nvPr/>
          </p:nvSpPr>
          <p:spPr>
            <a:xfrm>
              <a:off x="34607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g2776"/>
            <p:cNvSpPr/>
            <p:nvPr/>
          </p:nvSpPr>
          <p:spPr>
            <a:xfrm>
              <a:off x="347236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g2777"/>
            <p:cNvSpPr/>
            <p:nvPr/>
          </p:nvSpPr>
          <p:spPr>
            <a:xfrm>
              <a:off x="34840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g2778"/>
            <p:cNvSpPr/>
            <p:nvPr/>
          </p:nvSpPr>
          <p:spPr>
            <a:xfrm>
              <a:off x="34956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g2779"/>
            <p:cNvSpPr/>
            <p:nvPr/>
          </p:nvSpPr>
          <p:spPr>
            <a:xfrm>
              <a:off x="350728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g2780"/>
            <p:cNvSpPr/>
            <p:nvPr/>
          </p:nvSpPr>
          <p:spPr>
            <a:xfrm>
              <a:off x="351891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g2781"/>
            <p:cNvSpPr/>
            <p:nvPr/>
          </p:nvSpPr>
          <p:spPr>
            <a:xfrm>
              <a:off x="353055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g2782"/>
            <p:cNvSpPr/>
            <p:nvPr/>
          </p:nvSpPr>
          <p:spPr>
            <a:xfrm>
              <a:off x="354219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g2783"/>
            <p:cNvSpPr/>
            <p:nvPr/>
          </p:nvSpPr>
          <p:spPr>
            <a:xfrm>
              <a:off x="355383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g2784"/>
            <p:cNvSpPr/>
            <p:nvPr/>
          </p:nvSpPr>
          <p:spPr>
            <a:xfrm>
              <a:off x="362365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g2785"/>
            <p:cNvSpPr/>
            <p:nvPr/>
          </p:nvSpPr>
          <p:spPr>
            <a:xfrm>
              <a:off x="363529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g2786"/>
            <p:cNvSpPr/>
            <p:nvPr/>
          </p:nvSpPr>
          <p:spPr>
            <a:xfrm>
              <a:off x="364692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g2787"/>
            <p:cNvSpPr/>
            <p:nvPr/>
          </p:nvSpPr>
          <p:spPr>
            <a:xfrm>
              <a:off x="365856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g2788"/>
            <p:cNvSpPr/>
            <p:nvPr/>
          </p:nvSpPr>
          <p:spPr>
            <a:xfrm>
              <a:off x="367020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g2789"/>
            <p:cNvSpPr/>
            <p:nvPr/>
          </p:nvSpPr>
          <p:spPr>
            <a:xfrm>
              <a:off x="368184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g2790"/>
            <p:cNvSpPr/>
            <p:nvPr/>
          </p:nvSpPr>
          <p:spPr>
            <a:xfrm>
              <a:off x="369347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g2791"/>
            <p:cNvSpPr/>
            <p:nvPr/>
          </p:nvSpPr>
          <p:spPr>
            <a:xfrm>
              <a:off x="37051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g2792"/>
            <p:cNvSpPr/>
            <p:nvPr/>
          </p:nvSpPr>
          <p:spPr>
            <a:xfrm>
              <a:off x="37167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g2793"/>
            <p:cNvSpPr/>
            <p:nvPr/>
          </p:nvSpPr>
          <p:spPr>
            <a:xfrm>
              <a:off x="37283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g2794"/>
            <p:cNvSpPr/>
            <p:nvPr/>
          </p:nvSpPr>
          <p:spPr>
            <a:xfrm>
              <a:off x="37400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g2795"/>
            <p:cNvSpPr/>
            <p:nvPr/>
          </p:nvSpPr>
          <p:spPr>
            <a:xfrm>
              <a:off x="413569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g2796"/>
            <p:cNvSpPr/>
            <p:nvPr/>
          </p:nvSpPr>
          <p:spPr>
            <a:xfrm>
              <a:off x="41473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g2797"/>
            <p:cNvSpPr/>
            <p:nvPr/>
          </p:nvSpPr>
          <p:spPr>
            <a:xfrm>
              <a:off x="41589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g2798"/>
            <p:cNvSpPr/>
            <p:nvPr/>
          </p:nvSpPr>
          <p:spPr>
            <a:xfrm>
              <a:off x="417060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g2799"/>
            <p:cNvSpPr/>
            <p:nvPr/>
          </p:nvSpPr>
          <p:spPr>
            <a:xfrm>
              <a:off x="41822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g2800"/>
            <p:cNvSpPr/>
            <p:nvPr/>
          </p:nvSpPr>
          <p:spPr>
            <a:xfrm>
              <a:off x="41938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g2801"/>
            <p:cNvSpPr/>
            <p:nvPr/>
          </p:nvSpPr>
          <p:spPr>
            <a:xfrm>
              <a:off x="420552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g2802"/>
            <p:cNvSpPr/>
            <p:nvPr/>
          </p:nvSpPr>
          <p:spPr>
            <a:xfrm>
              <a:off x="42171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g2803"/>
            <p:cNvSpPr/>
            <p:nvPr/>
          </p:nvSpPr>
          <p:spPr>
            <a:xfrm>
              <a:off x="42287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g2804"/>
            <p:cNvSpPr/>
            <p:nvPr/>
          </p:nvSpPr>
          <p:spPr>
            <a:xfrm>
              <a:off x="424043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g2805"/>
            <p:cNvSpPr/>
            <p:nvPr/>
          </p:nvSpPr>
          <p:spPr>
            <a:xfrm>
              <a:off x="43218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g2806"/>
            <p:cNvSpPr/>
            <p:nvPr/>
          </p:nvSpPr>
          <p:spPr>
            <a:xfrm>
              <a:off x="43335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g2807"/>
            <p:cNvSpPr/>
            <p:nvPr/>
          </p:nvSpPr>
          <p:spPr>
            <a:xfrm>
              <a:off x="434516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g2808"/>
            <p:cNvSpPr/>
            <p:nvPr/>
          </p:nvSpPr>
          <p:spPr>
            <a:xfrm>
              <a:off x="43568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g2809"/>
            <p:cNvSpPr/>
            <p:nvPr/>
          </p:nvSpPr>
          <p:spPr>
            <a:xfrm>
              <a:off x="43684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g2810"/>
            <p:cNvSpPr/>
            <p:nvPr/>
          </p:nvSpPr>
          <p:spPr>
            <a:xfrm>
              <a:off x="438008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g2811"/>
            <p:cNvSpPr/>
            <p:nvPr/>
          </p:nvSpPr>
          <p:spPr>
            <a:xfrm>
              <a:off x="45779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g2812"/>
            <p:cNvSpPr/>
            <p:nvPr/>
          </p:nvSpPr>
          <p:spPr>
            <a:xfrm>
              <a:off x="45895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g2813"/>
            <p:cNvSpPr/>
            <p:nvPr/>
          </p:nvSpPr>
          <p:spPr>
            <a:xfrm>
              <a:off x="46011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g2814"/>
            <p:cNvSpPr/>
            <p:nvPr/>
          </p:nvSpPr>
          <p:spPr>
            <a:xfrm>
              <a:off x="46128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g2815"/>
            <p:cNvSpPr/>
            <p:nvPr/>
          </p:nvSpPr>
          <p:spPr>
            <a:xfrm>
              <a:off x="462446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g2816"/>
            <p:cNvSpPr/>
            <p:nvPr/>
          </p:nvSpPr>
          <p:spPr>
            <a:xfrm>
              <a:off x="311161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g2817"/>
            <p:cNvSpPr/>
            <p:nvPr/>
          </p:nvSpPr>
          <p:spPr>
            <a:xfrm>
              <a:off x="312324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g2818"/>
            <p:cNvSpPr/>
            <p:nvPr/>
          </p:nvSpPr>
          <p:spPr>
            <a:xfrm>
              <a:off x="313488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g2819"/>
            <p:cNvSpPr/>
            <p:nvPr/>
          </p:nvSpPr>
          <p:spPr>
            <a:xfrm>
              <a:off x="314652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g2820"/>
            <p:cNvSpPr/>
            <p:nvPr/>
          </p:nvSpPr>
          <p:spPr>
            <a:xfrm>
              <a:off x="315816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g2821"/>
            <p:cNvSpPr/>
            <p:nvPr/>
          </p:nvSpPr>
          <p:spPr>
            <a:xfrm>
              <a:off x="316979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g2822"/>
            <p:cNvSpPr/>
            <p:nvPr/>
          </p:nvSpPr>
          <p:spPr>
            <a:xfrm>
              <a:off x="318143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g2823"/>
            <p:cNvSpPr/>
            <p:nvPr/>
          </p:nvSpPr>
          <p:spPr>
            <a:xfrm>
              <a:off x="319307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g2824"/>
            <p:cNvSpPr/>
            <p:nvPr/>
          </p:nvSpPr>
          <p:spPr>
            <a:xfrm>
              <a:off x="320471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g2825"/>
            <p:cNvSpPr/>
            <p:nvPr/>
          </p:nvSpPr>
          <p:spPr>
            <a:xfrm>
              <a:off x="321634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g2826"/>
            <p:cNvSpPr/>
            <p:nvPr/>
          </p:nvSpPr>
          <p:spPr>
            <a:xfrm>
              <a:off x="322798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g2827"/>
            <p:cNvSpPr/>
            <p:nvPr/>
          </p:nvSpPr>
          <p:spPr>
            <a:xfrm>
              <a:off x="323962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g2828"/>
            <p:cNvSpPr/>
            <p:nvPr/>
          </p:nvSpPr>
          <p:spPr>
            <a:xfrm>
              <a:off x="325125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g2829"/>
            <p:cNvSpPr/>
            <p:nvPr/>
          </p:nvSpPr>
          <p:spPr>
            <a:xfrm>
              <a:off x="326289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g2830"/>
            <p:cNvSpPr/>
            <p:nvPr/>
          </p:nvSpPr>
          <p:spPr>
            <a:xfrm>
              <a:off x="32745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g2831"/>
            <p:cNvSpPr/>
            <p:nvPr/>
          </p:nvSpPr>
          <p:spPr>
            <a:xfrm>
              <a:off x="32861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g2832"/>
            <p:cNvSpPr/>
            <p:nvPr/>
          </p:nvSpPr>
          <p:spPr>
            <a:xfrm>
              <a:off x="329780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g2833"/>
            <p:cNvSpPr/>
            <p:nvPr/>
          </p:nvSpPr>
          <p:spPr>
            <a:xfrm>
              <a:off x="33094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g2834"/>
            <p:cNvSpPr/>
            <p:nvPr/>
          </p:nvSpPr>
          <p:spPr>
            <a:xfrm>
              <a:off x="33210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g2835"/>
            <p:cNvSpPr/>
            <p:nvPr/>
          </p:nvSpPr>
          <p:spPr>
            <a:xfrm>
              <a:off x="333272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g2836"/>
            <p:cNvSpPr/>
            <p:nvPr/>
          </p:nvSpPr>
          <p:spPr>
            <a:xfrm>
              <a:off x="33443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g2837"/>
            <p:cNvSpPr/>
            <p:nvPr/>
          </p:nvSpPr>
          <p:spPr>
            <a:xfrm>
              <a:off x="335599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g2838"/>
            <p:cNvSpPr/>
            <p:nvPr/>
          </p:nvSpPr>
          <p:spPr>
            <a:xfrm>
              <a:off x="336763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g2839"/>
            <p:cNvSpPr/>
            <p:nvPr/>
          </p:nvSpPr>
          <p:spPr>
            <a:xfrm>
              <a:off x="337927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g2840"/>
            <p:cNvSpPr/>
            <p:nvPr/>
          </p:nvSpPr>
          <p:spPr>
            <a:xfrm>
              <a:off x="339090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g2841"/>
            <p:cNvSpPr/>
            <p:nvPr/>
          </p:nvSpPr>
          <p:spPr>
            <a:xfrm>
              <a:off x="340254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g2842"/>
            <p:cNvSpPr/>
            <p:nvPr/>
          </p:nvSpPr>
          <p:spPr>
            <a:xfrm>
              <a:off x="341418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g2843"/>
            <p:cNvSpPr/>
            <p:nvPr/>
          </p:nvSpPr>
          <p:spPr>
            <a:xfrm>
              <a:off x="342581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g2844"/>
            <p:cNvSpPr/>
            <p:nvPr/>
          </p:nvSpPr>
          <p:spPr>
            <a:xfrm>
              <a:off x="343745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g2845"/>
            <p:cNvSpPr/>
            <p:nvPr/>
          </p:nvSpPr>
          <p:spPr>
            <a:xfrm>
              <a:off x="344909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g2846"/>
            <p:cNvSpPr/>
            <p:nvPr/>
          </p:nvSpPr>
          <p:spPr>
            <a:xfrm>
              <a:off x="34607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g2847"/>
            <p:cNvSpPr/>
            <p:nvPr/>
          </p:nvSpPr>
          <p:spPr>
            <a:xfrm>
              <a:off x="347236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g2848"/>
            <p:cNvSpPr/>
            <p:nvPr/>
          </p:nvSpPr>
          <p:spPr>
            <a:xfrm>
              <a:off x="34840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g2849"/>
            <p:cNvSpPr/>
            <p:nvPr/>
          </p:nvSpPr>
          <p:spPr>
            <a:xfrm>
              <a:off x="34956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g2850"/>
            <p:cNvSpPr/>
            <p:nvPr/>
          </p:nvSpPr>
          <p:spPr>
            <a:xfrm>
              <a:off x="350728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g2851"/>
            <p:cNvSpPr/>
            <p:nvPr/>
          </p:nvSpPr>
          <p:spPr>
            <a:xfrm>
              <a:off x="35189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g2852"/>
            <p:cNvSpPr/>
            <p:nvPr/>
          </p:nvSpPr>
          <p:spPr>
            <a:xfrm>
              <a:off x="35305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g2853"/>
            <p:cNvSpPr/>
            <p:nvPr/>
          </p:nvSpPr>
          <p:spPr>
            <a:xfrm>
              <a:off x="354219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g2854"/>
            <p:cNvSpPr/>
            <p:nvPr/>
          </p:nvSpPr>
          <p:spPr>
            <a:xfrm>
              <a:off x="355383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g2855"/>
            <p:cNvSpPr/>
            <p:nvPr/>
          </p:nvSpPr>
          <p:spPr>
            <a:xfrm>
              <a:off x="361201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g2856"/>
            <p:cNvSpPr/>
            <p:nvPr/>
          </p:nvSpPr>
          <p:spPr>
            <a:xfrm>
              <a:off x="362365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g2857"/>
            <p:cNvSpPr/>
            <p:nvPr/>
          </p:nvSpPr>
          <p:spPr>
            <a:xfrm>
              <a:off x="363529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g2858"/>
            <p:cNvSpPr/>
            <p:nvPr/>
          </p:nvSpPr>
          <p:spPr>
            <a:xfrm>
              <a:off x="364692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g2859"/>
            <p:cNvSpPr/>
            <p:nvPr/>
          </p:nvSpPr>
          <p:spPr>
            <a:xfrm>
              <a:off x="365856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g2860"/>
            <p:cNvSpPr/>
            <p:nvPr/>
          </p:nvSpPr>
          <p:spPr>
            <a:xfrm>
              <a:off x="367020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g2861"/>
            <p:cNvSpPr/>
            <p:nvPr/>
          </p:nvSpPr>
          <p:spPr>
            <a:xfrm>
              <a:off x="368184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g2862"/>
            <p:cNvSpPr/>
            <p:nvPr/>
          </p:nvSpPr>
          <p:spPr>
            <a:xfrm>
              <a:off x="369347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g2863"/>
            <p:cNvSpPr/>
            <p:nvPr/>
          </p:nvSpPr>
          <p:spPr>
            <a:xfrm>
              <a:off x="37051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g2864"/>
            <p:cNvSpPr/>
            <p:nvPr/>
          </p:nvSpPr>
          <p:spPr>
            <a:xfrm>
              <a:off x="37167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g2865"/>
            <p:cNvSpPr/>
            <p:nvPr/>
          </p:nvSpPr>
          <p:spPr>
            <a:xfrm>
              <a:off x="37283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g2866"/>
            <p:cNvSpPr/>
            <p:nvPr/>
          </p:nvSpPr>
          <p:spPr>
            <a:xfrm>
              <a:off x="37400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g2867"/>
            <p:cNvSpPr/>
            <p:nvPr/>
          </p:nvSpPr>
          <p:spPr>
            <a:xfrm>
              <a:off x="37516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g2868"/>
            <p:cNvSpPr/>
            <p:nvPr/>
          </p:nvSpPr>
          <p:spPr>
            <a:xfrm>
              <a:off x="376330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g2869"/>
            <p:cNvSpPr/>
            <p:nvPr/>
          </p:nvSpPr>
          <p:spPr>
            <a:xfrm>
              <a:off x="413569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g2870"/>
            <p:cNvSpPr/>
            <p:nvPr/>
          </p:nvSpPr>
          <p:spPr>
            <a:xfrm>
              <a:off x="41473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g2871"/>
            <p:cNvSpPr/>
            <p:nvPr/>
          </p:nvSpPr>
          <p:spPr>
            <a:xfrm>
              <a:off x="41589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g2872"/>
            <p:cNvSpPr/>
            <p:nvPr/>
          </p:nvSpPr>
          <p:spPr>
            <a:xfrm>
              <a:off x="417060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g2873"/>
            <p:cNvSpPr/>
            <p:nvPr/>
          </p:nvSpPr>
          <p:spPr>
            <a:xfrm>
              <a:off x="41822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g2874"/>
            <p:cNvSpPr/>
            <p:nvPr/>
          </p:nvSpPr>
          <p:spPr>
            <a:xfrm>
              <a:off x="41938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g2875"/>
            <p:cNvSpPr/>
            <p:nvPr/>
          </p:nvSpPr>
          <p:spPr>
            <a:xfrm>
              <a:off x="420552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g2876"/>
            <p:cNvSpPr/>
            <p:nvPr/>
          </p:nvSpPr>
          <p:spPr>
            <a:xfrm>
              <a:off x="42171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g2877"/>
            <p:cNvSpPr/>
            <p:nvPr/>
          </p:nvSpPr>
          <p:spPr>
            <a:xfrm>
              <a:off x="43335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g2878"/>
            <p:cNvSpPr/>
            <p:nvPr/>
          </p:nvSpPr>
          <p:spPr>
            <a:xfrm>
              <a:off x="434516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g2879"/>
            <p:cNvSpPr/>
            <p:nvPr/>
          </p:nvSpPr>
          <p:spPr>
            <a:xfrm>
              <a:off x="43568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g2880"/>
            <p:cNvSpPr/>
            <p:nvPr/>
          </p:nvSpPr>
          <p:spPr>
            <a:xfrm>
              <a:off x="43684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g2881"/>
            <p:cNvSpPr/>
            <p:nvPr/>
          </p:nvSpPr>
          <p:spPr>
            <a:xfrm>
              <a:off x="438008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g2882"/>
            <p:cNvSpPr/>
            <p:nvPr/>
          </p:nvSpPr>
          <p:spPr>
            <a:xfrm>
              <a:off x="43917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g2883"/>
            <p:cNvSpPr/>
            <p:nvPr/>
          </p:nvSpPr>
          <p:spPr>
            <a:xfrm>
              <a:off x="44033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g2884"/>
            <p:cNvSpPr/>
            <p:nvPr/>
          </p:nvSpPr>
          <p:spPr>
            <a:xfrm>
              <a:off x="45779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g2885"/>
            <p:cNvSpPr/>
            <p:nvPr/>
          </p:nvSpPr>
          <p:spPr>
            <a:xfrm>
              <a:off x="45895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g2886"/>
            <p:cNvSpPr/>
            <p:nvPr/>
          </p:nvSpPr>
          <p:spPr>
            <a:xfrm>
              <a:off x="46011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g2887"/>
            <p:cNvSpPr/>
            <p:nvPr/>
          </p:nvSpPr>
          <p:spPr>
            <a:xfrm>
              <a:off x="46128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g2888"/>
            <p:cNvSpPr/>
            <p:nvPr/>
          </p:nvSpPr>
          <p:spPr>
            <a:xfrm>
              <a:off x="46244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g2889"/>
            <p:cNvSpPr/>
            <p:nvPr/>
          </p:nvSpPr>
          <p:spPr>
            <a:xfrm>
              <a:off x="311161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g2890"/>
            <p:cNvSpPr/>
            <p:nvPr/>
          </p:nvSpPr>
          <p:spPr>
            <a:xfrm>
              <a:off x="312324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g2891"/>
            <p:cNvSpPr/>
            <p:nvPr/>
          </p:nvSpPr>
          <p:spPr>
            <a:xfrm>
              <a:off x="313488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g2892"/>
            <p:cNvSpPr/>
            <p:nvPr/>
          </p:nvSpPr>
          <p:spPr>
            <a:xfrm>
              <a:off x="314652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g2893"/>
            <p:cNvSpPr/>
            <p:nvPr/>
          </p:nvSpPr>
          <p:spPr>
            <a:xfrm>
              <a:off x="315816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g2894"/>
            <p:cNvSpPr/>
            <p:nvPr/>
          </p:nvSpPr>
          <p:spPr>
            <a:xfrm>
              <a:off x="316979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g2895"/>
            <p:cNvSpPr/>
            <p:nvPr/>
          </p:nvSpPr>
          <p:spPr>
            <a:xfrm>
              <a:off x="318143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g2896"/>
            <p:cNvSpPr/>
            <p:nvPr/>
          </p:nvSpPr>
          <p:spPr>
            <a:xfrm>
              <a:off x="319307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g2897"/>
            <p:cNvSpPr/>
            <p:nvPr/>
          </p:nvSpPr>
          <p:spPr>
            <a:xfrm>
              <a:off x="320471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g2898"/>
            <p:cNvSpPr/>
            <p:nvPr/>
          </p:nvSpPr>
          <p:spPr>
            <a:xfrm>
              <a:off x="321634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g2899"/>
            <p:cNvSpPr/>
            <p:nvPr/>
          </p:nvSpPr>
          <p:spPr>
            <a:xfrm>
              <a:off x="322798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g2900"/>
            <p:cNvSpPr/>
            <p:nvPr/>
          </p:nvSpPr>
          <p:spPr>
            <a:xfrm>
              <a:off x="323962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g2901"/>
            <p:cNvSpPr/>
            <p:nvPr/>
          </p:nvSpPr>
          <p:spPr>
            <a:xfrm>
              <a:off x="335599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g2902"/>
            <p:cNvSpPr/>
            <p:nvPr/>
          </p:nvSpPr>
          <p:spPr>
            <a:xfrm>
              <a:off x="336763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g2903"/>
            <p:cNvSpPr/>
            <p:nvPr/>
          </p:nvSpPr>
          <p:spPr>
            <a:xfrm>
              <a:off x="337927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g2904"/>
            <p:cNvSpPr/>
            <p:nvPr/>
          </p:nvSpPr>
          <p:spPr>
            <a:xfrm>
              <a:off x="339090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g2905"/>
            <p:cNvSpPr/>
            <p:nvPr/>
          </p:nvSpPr>
          <p:spPr>
            <a:xfrm>
              <a:off x="340254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g2906"/>
            <p:cNvSpPr/>
            <p:nvPr/>
          </p:nvSpPr>
          <p:spPr>
            <a:xfrm>
              <a:off x="341418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g2907"/>
            <p:cNvSpPr/>
            <p:nvPr/>
          </p:nvSpPr>
          <p:spPr>
            <a:xfrm>
              <a:off x="342581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g2908"/>
            <p:cNvSpPr/>
            <p:nvPr/>
          </p:nvSpPr>
          <p:spPr>
            <a:xfrm>
              <a:off x="343745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g2909"/>
            <p:cNvSpPr/>
            <p:nvPr/>
          </p:nvSpPr>
          <p:spPr>
            <a:xfrm>
              <a:off x="344909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g2910"/>
            <p:cNvSpPr/>
            <p:nvPr/>
          </p:nvSpPr>
          <p:spPr>
            <a:xfrm>
              <a:off x="346073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g2911"/>
            <p:cNvSpPr/>
            <p:nvPr/>
          </p:nvSpPr>
          <p:spPr>
            <a:xfrm>
              <a:off x="34840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g2912"/>
            <p:cNvSpPr/>
            <p:nvPr/>
          </p:nvSpPr>
          <p:spPr>
            <a:xfrm>
              <a:off x="34956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g2913"/>
            <p:cNvSpPr/>
            <p:nvPr/>
          </p:nvSpPr>
          <p:spPr>
            <a:xfrm>
              <a:off x="350728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g2914"/>
            <p:cNvSpPr/>
            <p:nvPr/>
          </p:nvSpPr>
          <p:spPr>
            <a:xfrm>
              <a:off x="35189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g2915"/>
            <p:cNvSpPr/>
            <p:nvPr/>
          </p:nvSpPr>
          <p:spPr>
            <a:xfrm>
              <a:off x="35305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g2916"/>
            <p:cNvSpPr/>
            <p:nvPr/>
          </p:nvSpPr>
          <p:spPr>
            <a:xfrm>
              <a:off x="354219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g2917"/>
            <p:cNvSpPr/>
            <p:nvPr/>
          </p:nvSpPr>
          <p:spPr>
            <a:xfrm>
              <a:off x="355383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g2918"/>
            <p:cNvSpPr/>
            <p:nvPr/>
          </p:nvSpPr>
          <p:spPr>
            <a:xfrm>
              <a:off x="356546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g2919"/>
            <p:cNvSpPr/>
            <p:nvPr/>
          </p:nvSpPr>
          <p:spPr>
            <a:xfrm>
              <a:off x="358874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g2920"/>
            <p:cNvSpPr/>
            <p:nvPr/>
          </p:nvSpPr>
          <p:spPr>
            <a:xfrm>
              <a:off x="360037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g2921"/>
            <p:cNvSpPr/>
            <p:nvPr/>
          </p:nvSpPr>
          <p:spPr>
            <a:xfrm>
              <a:off x="361201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g2922"/>
            <p:cNvSpPr/>
            <p:nvPr/>
          </p:nvSpPr>
          <p:spPr>
            <a:xfrm>
              <a:off x="362365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g2923"/>
            <p:cNvSpPr/>
            <p:nvPr/>
          </p:nvSpPr>
          <p:spPr>
            <a:xfrm>
              <a:off x="363529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g2924"/>
            <p:cNvSpPr/>
            <p:nvPr/>
          </p:nvSpPr>
          <p:spPr>
            <a:xfrm>
              <a:off x="364692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g2925"/>
            <p:cNvSpPr/>
            <p:nvPr/>
          </p:nvSpPr>
          <p:spPr>
            <a:xfrm>
              <a:off x="365856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g2926"/>
            <p:cNvSpPr/>
            <p:nvPr/>
          </p:nvSpPr>
          <p:spPr>
            <a:xfrm>
              <a:off x="367020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g2927"/>
            <p:cNvSpPr/>
            <p:nvPr/>
          </p:nvSpPr>
          <p:spPr>
            <a:xfrm>
              <a:off x="368184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g2928"/>
            <p:cNvSpPr/>
            <p:nvPr/>
          </p:nvSpPr>
          <p:spPr>
            <a:xfrm>
              <a:off x="369347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g2929"/>
            <p:cNvSpPr/>
            <p:nvPr/>
          </p:nvSpPr>
          <p:spPr>
            <a:xfrm>
              <a:off x="37051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g2930"/>
            <p:cNvSpPr/>
            <p:nvPr/>
          </p:nvSpPr>
          <p:spPr>
            <a:xfrm>
              <a:off x="37167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g2931"/>
            <p:cNvSpPr/>
            <p:nvPr/>
          </p:nvSpPr>
          <p:spPr>
            <a:xfrm>
              <a:off x="37283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g2932"/>
            <p:cNvSpPr/>
            <p:nvPr/>
          </p:nvSpPr>
          <p:spPr>
            <a:xfrm>
              <a:off x="37400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g2933"/>
            <p:cNvSpPr/>
            <p:nvPr/>
          </p:nvSpPr>
          <p:spPr>
            <a:xfrm>
              <a:off x="37516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g2934"/>
            <p:cNvSpPr/>
            <p:nvPr/>
          </p:nvSpPr>
          <p:spPr>
            <a:xfrm>
              <a:off x="376330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g2935"/>
            <p:cNvSpPr/>
            <p:nvPr/>
          </p:nvSpPr>
          <p:spPr>
            <a:xfrm>
              <a:off x="377493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g2936"/>
            <p:cNvSpPr/>
            <p:nvPr/>
          </p:nvSpPr>
          <p:spPr>
            <a:xfrm>
              <a:off x="415897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g2937"/>
            <p:cNvSpPr/>
            <p:nvPr/>
          </p:nvSpPr>
          <p:spPr>
            <a:xfrm>
              <a:off x="434516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g2938"/>
            <p:cNvSpPr/>
            <p:nvPr/>
          </p:nvSpPr>
          <p:spPr>
            <a:xfrm>
              <a:off x="43568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g2939"/>
            <p:cNvSpPr/>
            <p:nvPr/>
          </p:nvSpPr>
          <p:spPr>
            <a:xfrm>
              <a:off x="43684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g2940"/>
            <p:cNvSpPr/>
            <p:nvPr/>
          </p:nvSpPr>
          <p:spPr>
            <a:xfrm>
              <a:off x="438008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g2941"/>
            <p:cNvSpPr/>
            <p:nvPr/>
          </p:nvSpPr>
          <p:spPr>
            <a:xfrm>
              <a:off x="43917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g2942"/>
            <p:cNvSpPr/>
            <p:nvPr/>
          </p:nvSpPr>
          <p:spPr>
            <a:xfrm>
              <a:off x="44033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g2943"/>
            <p:cNvSpPr/>
            <p:nvPr/>
          </p:nvSpPr>
          <p:spPr>
            <a:xfrm>
              <a:off x="441499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g2944"/>
            <p:cNvSpPr/>
            <p:nvPr/>
          </p:nvSpPr>
          <p:spPr>
            <a:xfrm>
              <a:off x="45779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g2945"/>
            <p:cNvSpPr/>
            <p:nvPr/>
          </p:nvSpPr>
          <p:spPr>
            <a:xfrm>
              <a:off x="45895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g2946"/>
            <p:cNvSpPr/>
            <p:nvPr/>
          </p:nvSpPr>
          <p:spPr>
            <a:xfrm>
              <a:off x="46011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g2947"/>
            <p:cNvSpPr/>
            <p:nvPr/>
          </p:nvSpPr>
          <p:spPr>
            <a:xfrm>
              <a:off x="46128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g2948"/>
            <p:cNvSpPr/>
            <p:nvPr/>
          </p:nvSpPr>
          <p:spPr>
            <a:xfrm>
              <a:off x="46244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g2949"/>
            <p:cNvSpPr/>
            <p:nvPr/>
          </p:nvSpPr>
          <p:spPr>
            <a:xfrm>
              <a:off x="309997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g2950"/>
            <p:cNvSpPr/>
            <p:nvPr/>
          </p:nvSpPr>
          <p:spPr>
            <a:xfrm>
              <a:off x="311161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g2951"/>
            <p:cNvSpPr/>
            <p:nvPr/>
          </p:nvSpPr>
          <p:spPr>
            <a:xfrm>
              <a:off x="312324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g2952"/>
            <p:cNvSpPr/>
            <p:nvPr/>
          </p:nvSpPr>
          <p:spPr>
            <a:xfrm>
              <a:off x="313488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g2953"/>
            <p:cNvSpPr/>
            <p:nvPr/>
          </p:nvSpPr>
          <p:spPr>
            <a:xfrm>
              <a:off x="314652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g2954"/>
            <p:cNvSpPr/>
            <p:nvPr/>
          </p:nvSpPr>
          <p:spPr>
            <a:xfrm>
              <a:off x="315816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g2955"/>
            <p:cNvSpPr/>
            <p:nvPr/>
          </p:nvSpPr>
          <p:spPr>
            <a:xfrm>
              <a:off x="316979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g2956"/>
            <p:cNvSpPr/>
            <p:nvPr/>
          </p:nvSpPr>
          <p:spPr>
            <a:xfrm>
              <a:off x="318143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g2957"/>
            <p:cNvSpPr/>
            <p:nvPr/>
          </p:nvSpPr>
          <p:spPr>
            <a:xfrm>
              <a:off x="319307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g2958"/>
            <p:cNvSpPr/>
            <p:nvPr/>
          </p:nvSpPr>
          <p:spPr>
            <a:xfrm>
              <a:off x="320471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g2959"/>
            <p:cNvSpPr/>
            <p:nvPr/>
          </p:nvSpPr>
          <p:spPr>
            <a:xfrm>
              <a:off x="341418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g2960"/>
            <p:cNvSpPr/>
            <p:nvPr/>
          </p:nvSpPr>
          <p:spPr>
            <a:xfrm>
              <a:off x="342581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g2961"/>
            <p:cNvSpPr/>
            <p:nvPr/>
          </p:nvSpPr>
          <p:spPr>
            <a:xfrm>
              <a:off x="34956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g2962"/>
            <p:cNvSpPr/>
            <p:nvPr/>
          </p:nvSpPr>
          <p:spPr>
            <a:xfrm>
              <a:off x="350728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g2963"/>
            <p:cNvSpPr/>
            <p:nvPr/>
          </p:nvSpPr>
          <p:spPr>
            <a:xfrm>
              <a:off x="35189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g2964"/>
            <p:cNvSpPr/>
            <p:nvPr/>
          </p:nvSpPr>
          <p:spPr>
            <a:xfrm>
              <a:off x="35305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g2965"/>
            <p:cNvSpPr/>
            <p:nvPr/>
          </p:nvSpPr>
          <p:spPr>
            <a:xfrm>
              <a:off x="354219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g2966"/>
            <p:cNvSpPr/>
            <p:nvPr/>
          </p:nvSpPr>
          <p:spPr>
            <a:xfrm>
              <a:off x="35538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g2967"/>
            <p:cNvSpPr/>
            <p:nvPr/>
          </p:nvSpPr>
          <p:spPr>
            <a:xfrm>
              <a:off x="356546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g2968"/>
            <p:cNvSpPr/>
            <p:nvPr/>
          </p:nvSpPr>
          <p:spPr>
            <a:xfrm>
              <a:off x="357710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g2969"/>
            <p:cNvSpPr/>
            <p:nvPr/>
          </p:nvSpPr>
          <p:spPr>
            <a:xfrm>
              <a:off x="358874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g2970"/>
            <p:cNvSpPr/>
            <p:nvPr/>
          </p:nvSpPr>
          <p:spPr>
            <a:xfrm>
              <a:off x="360037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g2971"/>
            <p:cNvSpPr/>
            <p:nvPr/>
          </p:nvSpPr>
          <p:spPr>
            <a:xfrm>
              <a:off x="361201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g2972"/>
            <p:cNvSpPr/>
            <p:nvPr/>
          </p:nvSpPr>
          <p:spPr>
            <a:xfrm>
              <a:off x="362365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g2973"/>
            <p:cNvSpPr/>
            <p:nvPr/>
          </p:nvSpPr>
          <p:spPr>
            <a:xfrm>
              <a:off x="363529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g2974"/>
            <p:cNvSpPr/>
            <p:nvPr/>
          </p:nvSpPr>
          <p:spPr>
            <a:xfrm>
              <a:off x="364692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g2975"/>
            <p:cNvSpPr/>
            <p:nvPr/>
          </p:nvSpPr>
          <p:spPr>
            <a:xfrm>
              <a:off x="365856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g2976"/>
            <p:cNvSpPr/>
            <p:nvPr/>
          </p:nvSpPr>
          <p:spPr>
            <a:xfrm>
              <a:off x="367020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g2977"/>
            <p:cNvSpPr/>
            <p:nvPr/>
          </p:nvSpPr>
          <p:spPr>
            <a:xfrm>
              <a:off x="368184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g2978"/>
            <p:cNvSpPr/>
            <p:nvPr/>
          </p:nvSpPr>
          <p:spPr>
            <a:xfrm>
              <a:off x="369347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g2979"/>
            <p:cNvSpPr/>
            <p:nvPr/>
          </p:nvSpPr>
          <p:spPr>
            <a:xfrm>
              <a:off x="370511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g2980"/>
            <p:cNvSpPr/>
            <p:nvPr/>
          </p:nvSpPr>
          <p:spPr>
            <a:xfrm>
              <a:off x="37167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g2981"/>
            <p:cNvSpPr/>
            <p:nvPr/>
          </p:nvSpPr>
          <p:spPr>
            <a:xfrm>
              <a:off x="37283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g2982"/>
            <p:cNvSpPr/>
            <p:nvPr/>
          </p:nvSpPr>
          <p:spPr>
            <a:xfrm>
              <a:off x="37400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g2983"/>
            <p:cNvSpPr/>
            <p:nvPr/>
          </p:nvSpPr>
          <p:spPr>
            <a:xfrm>
              <a:off x="37516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g2984"/>
            <p:cNvSpPr/>
            <p:nvPr/>
          </p:nvSpPr>
          <p:spPr>
            <a:xfrm>
              <a:off x="376330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g2985"/>
            <p:cNvSpPr/>
            <p:nvPr/>
          </p:nvSpPr>
          <p:spPr>
            <a:xfrm>
              <a:off x="377493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g2986"/>
            <p:cNvSpPr/>
            <p:nvPr/>
          </p:nvSpPr>
          <p:spPr>
            <a:xfrm>
              <a:off x="378657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g2987"/>
            <p:cNvSpPr/>
            <p:nvPr/>
          </p:nvSpPr>
          <p:spPr>
            <a:xfrm>
              <a:off x="435680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g2988"/>
            <p:cNvSpPr/>
            <p:nvPr/>
          </p:nvSpPr>
          <p:spPr>
            <a:xfrm>
              <a:off x="43684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g2989"/>
            <p:cNvSpPr/>
            <p:nvPr/>
          </p:nvSpPr>
          <p:spPr>
            <a:xfrm>
              <a:off x="438008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g2990"/>
            <p:cNvSpPr/>
            <p:nvPr/>
          </p:nvSpPr>
          <p:spPr>
            <a:xfrm>
              <a:off x="43917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g2991"/>
            <p:cNvSpPr/>
            <p:nvPr/>
          </p:nvSpPr>
          <p:spPr>
            <a:xfrm>
              <a:off x="44033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g2992"/>
            <p:cNvSpPr/>
            <p:nvPr/>
          </p:nvSpPr>
          <p:spPr>
            <a:xfrm>
              <a:off x="441499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g2993"/>
            <p:cNvSpPr/>
            <p:nvPr/>
          </p:nvSpPr>
          <p:spPr>
            <a:xfrm>
              <a:off x="44266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g2994"/>
            <p:cNvSpPr/>
            <p:nvPr/>
          </p:nvSpPr>
          <p:spPr>
            <a:xfrm>
              <a:off x="45895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g2995"/>
            <p:cNvSpPr/>
            <p:nvPr/>
          </p:nvSpPr>
          <p:spPr>
            <a:xfrm>
              <a:off x="46011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g2996"/>
            <p:cNvSpPr/>
            <p:nvPr/>
          </p:nvSpPr>
          <p:spPr>
            <a:xfrm>
              <a:off x="46128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g2997"/>
            <p:cNvSpPr/>
            <p:nvPr/>
          </p:nvSpPr>
          <p:spPr>
            <a:xfrm>
              <a:off x="46244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g2998"/>
            <p:cNvSpPr/>
            <p:nvPr/>
          </p:nvSpPr>
          <p:spPr>
            <a:xfrm>
              <a:off x="463610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g2999"/>
            <p:cNvSpPr/>
            <p:nvPr/>
          </p:nvSpPr>
          <p:spPr>
            <a:xfrm>
              <a:off x="309997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g3000"/>
            <p:cNvSpPr/>
            <p:nvPr/>
          </p:nvSpPr>
          <p:spPr>
            <a:xfrm>
              <a:off x="311161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g3001"/>
            <p:cNvSpPr/>
            <p:nvPr/>
          </p:nvSpPr>
          <p:spPr>
            <a:xfrm>
              <a:off x="312324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g3002"/>
            <p:cNvSpPr/>
            <p:nvPr/>
          </p:nvSpPr>
          <p:spPr>
            <a:xfrm>
              <a:off x="313488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g3003"/>
            <p:cNvSpPr/>
            <p:nvPr/>
          </p:nvSpPr>
          <p:spPr>
            <a:xfrm>
              <a:off x="314652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g3004"/>
            <p:cNvSpPr/>
            <p:nvPr/>
          </p:nvSpPr>
          <p:spPr>
            <a:xfrm>
              <a:off x="315816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g3005"/>
            <p:cNvSpPr/>
            <p:nvPr/>
          </p:nvSpPr>
          <p:spPr>
            <a:xfrm>
              <a:off x="316979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g3006"/>
            <p:cNvSpPr/>
            <p:nvPr/>
          </p:nvSpPr>
          <p:spPr>
            <a:xfrm>
              <a:off x="318143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g3007"/>
            <p:cNvSpPr/>
            <p:nvPr/>
          </p:nvSpPr>
          <p:spPr>
            <a:xfrm>
              <a:off x="350728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g3008"/>
            <p:cNvSpPr/>
            <p:nvPr/>
          </p:nvSpPr>
          <p:spPr>
            <a:xfrm>
              <a:off x="35189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g3009"/>
            <p:cNvSpPr/>
            <p:nvPr/>
          </p:nvSpPr>
          <p:spPr>
            <a:xfrm>
              <a:off x="35305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g3010"/>
            <p:cNvSpPr/>
            <p:nvPr/>
          </p:nvSpPr>
          <p:spPr>
            <a:xfrm>
              <a:off x="354219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g3011"/>
            <p:cNvSpPr/>
            <p:nvPr/>
          </p:nvSpPr>
          <p:spPr>
            <a:xfrm>
              <a:off x="35538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g3012"/>
            <p:cNvSpPr/>
            <p:nvPr/>
          </p:nvSpPr>
          <p:spPr>
            <a:xfrm>
              <a:off x="35654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g3013"/>
            <p:cNvSpPr/>
            <p:nvPr/>
          </p:nvSpPr>
          <p:spPr>
            <a:xfrm>
              <a:off x="357710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g3014"/>
            <p:cNvSpPr/>
            <p:nvPr/>
          </p:nvSpPr>
          <p:spPr>
            <a:xfrm>
              <a:off x="358874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g3015"/>
            <p:cNvSpPr/>
            <p:nvPr/>
          </p:nvSpPr>
          <p:spPr>
            <a:xfrm>
              <a:off x="360037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g3016"/>
            <p:cNvSpPr/>
            <p:nvPr/>
          </p:nvSpPr>
          <p:spPr>
            <a:xfrm>
              <a:off x="361201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g3017"/>
            <p:cNvSpPr/>
            <p:nvPr/>
          </p:nvSpPr>
          <p:spPr>
            <a:xfrm>
              <a:off x="362365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g3018"/>
            <p:cNvSpPr/>
            <p:nvPr/>
          </p:nvSpPr>
          <p:spPr>
            <a:xfrm>
              <a:off x="363529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g3019"/>
            <p:cNvSpPr/>
            <p:nvPr/>
          </p:nvSpPr>
          <p:spPr>
            <a:xfrm>
              <a:off x="364692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g3020"/>
            <p:cNvSpPr/>
            <p:nvPr/>
          </p:nvSpPr>
          <p:spPr>
            <a:xfrm>
              <a:off x="365856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g3021"/>
            <p:cNvSpPr/>
            <p:nvPr/>
          </p:nvSpPr>
          <p:spPr>
            <a:xfrm>
              <a:off x="367020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g3022"/>
            <p:cNvSpPr/>
            <p:nvPr/>
          </p:nvSpPr>
          <p:spPr>
            <a:xfrm>
              <a:off x="368184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g3023"/>
            <p:cNvSpPr/>
            <p:nvPr/>
          </p:nvSpPr>
          <p:spPr>
            <a:xfrm>
              <a:off x="369347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g3024"/>
            <p:cNvSpPr/>
            <p:nvPr/>
          </p:nvSpPr>
          <p:spPr>
            <a:xfrm>
              <a:off x="370511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g3025"/>
            <p:cNvSpPr/>
            <p:nvPr/>
          </p:nvSpPr>
          <p:spPr>
            <a:xfrm>
              <a:off x="37167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g3026"/>
            <p:cNvSpPr/>
            <p:nvPr/>
          </p:nvSpPr>
          <p:spPr>
            <a:xfrm>
              <a:off x="37283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g3027"/>
            <p:cNvSpPr/>
            <p:nvPr/>
          </p:nvSpPr>
          <p:spPr>
            <a:xfrm>
              <a:off x="37400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g3028"/>
            <p:cNvSpPr/>
            <p:nvPr/>
          </p:nvSpPr>
          <p:spPr>
            <a:xfrm>
              <a:off x="37516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g3029"/>
            <p:cNvSpPr/>
            <p:nvPr/>
          </p:nvSpPr>
          <p:spPr>
            <a:xfrm>
              <a:off x="376330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g3030"/>
            <p:cNvSpPr/>
            <p:nvPr/>
          </p:nvSpPr>
          <p:spPr>
            <a:xfrm>
              <a:off x="377493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g3031"/>
            <p:cNvSpPr/>
            <p:nvPr/>
          </p:nvSpPr>
          <p:spPr>
            <a:xfrm>
              <a:off x="378657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g3032"/>
            <p:cNvSpPr/>
            <p:nvPr/>
          </p:nvSpPr>
          <p:spPr>
            <a:xfrm>
              <a:off x="436844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g3033"/>
            <p:cNvSpPr/>
            <p:nvPr/>
          </p:nvSpPr>
          <p:spPr>
            <a:xfrm>
              <a:off x="438008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g3034"/>
            <p:cNvSpPr/>
            <p:nvPr/>
          </p:nvSpPr>
          <p:spPr>
            <a:xfrm>
              <a:off x="43917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g3035"/>
            <p:cNvSpPr/>
            <p:nvPr/>
          </p:nvSpPr>
          <p:spPr>
            <a:xfrm>
              <a:off x="44033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g3036"/>
            <p:cNvSpPr/>
            <p:nvPr/>
          </p:nvSpPr>
          <p:spPr>
            <a:xfrm>
              <a:off x="441499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g3037"/>
            <p:cNvSpPr/>
            <p:nvPr/>
          </p:nvSpPr>
          <p:spPr>
            <a:xfrm>
              <a:off x="44266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g3038"/>
            <p:cNvSpPr/>
            <p:nvPr/>
          </p:nvSpPr>
          <p:spPr>
            <a:xfrm>
              <a:off x="44382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g3039"/>
            <p:cNvSpPr/>
            <p:nvPr/>
          </p:nvSpPr>
          <p:spPr>
            <a:xfrm>
              <a:off x="45895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g3040"/>
            <p:cNvSpPr/>
            <p:nvPr/>
          </p:nvSpPr>
          <p:spPr>
            <a:xfrm>
              <a:off x="46011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g3041"/>
            <p:cNvSpPr/>
            <p:nvPr/>
          </p:nvSpPr>
          <p:spPr>
            <a:xfrm>
              <a:off x="46128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g3042"/>
            <p:cNvSpPr/>
            <p:nvPr/>
          </p:nvSpPr>
          <p:spPr>
            <a:xfrm>
              <a:off x="46244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g3043"/>
            <p:cNvSpPr/>
            <p:nvPr/>
          </p:nvSpPr>
          <p:spPr>
            <a:xfrm>
              <a:off x="463610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g3044"/>
            <p:cNvSpPr/>
            <p:nvPr/>
          </p:nvSpPr>
          <p:spPr>
            <a:xfrm>
              <a:off x="308833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g3045"/>
            <p:cNvSpPr/>
            <p:nvPr/>
          </p:nvSpPr>
          <p:spPr>
            <a:xfrm>
              <a:off x="309997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g3046"/>
            <p:cNvSpPr/>
            <p:nvPr/>
          </p:nvSpPr>
          <p:spPr>
            <a:xfrm>
              <a:off x="311161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g3047"/>
            <p:cNvSpPr/>
            <p:nvPr/>
          </p:nvSpPr>
          <p:spPr>
            <a:xfrm>
              <a:off x="312324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g3048"/>
            <p:cNvSpPr/>
            <p:nvPr/>
          </p:nvSpPr>
          <p:spPr>
            <a:xfrm>
              <a:off x="313488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g3049"/>
            <p:cNvSpPr/>
            <p:nvPr/>
          </p:nvSpPr>
          <p:spPr>
            <a:xfrm>
              <a:off x="314652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g3050"/>
            <p:cNvSpPr/>
            <p:nvPr/>
          </p:nvSpPr>
          <p:spPr>
            <a:xfrm>
              <a:off x="35189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g3051"/>
            <p:cNvSpPr/>
            <p:nvPr/>
          </p:nvSpPr>
          <p:spPr>
            <a:xfrm>
              <a:off x="35305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g3052"/>
            <p:cNvSpPr/>
            <p:nvPr/>
          </p:nvSpPr>
          <p:spPr>
            <a:xfrm>
              <a:off x="354219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g3053"/>
            <p:cNvSpPr/>
            <p:nvPr/>
          </p:nvSpPr>
          <p:spPr>
            <a:xfrm>
              <a:off x="35538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g3054"/>
            <p:cNvSpPr/>
            <p:nvPr/>
          </p:nvSpPr>
          <p:spPr>
            <a:xfrm>
              <a:off x="35654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g3055"/>
            <p:cNvSpPr/>
            <p:nvPr/>
          </p:nvSpPr>
          <p:spPr>
            <a:xfrm>
              <a:off x="357710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g3056"/>
            <p:cNvSpPr/>
            <p:nvPr/>
          </p:nvSpPr>
          <p:spPr>
            <a:xfrm>
              <a:off x="358874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g3057"/>
            <p:cNvSpPr/>
            <p:nvPr/>
          </p:nvSpPr>
          <p:spPr>
            <a:xfrm>
              <a:off x="360037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g3058"/>
            <p:cNvSpPr/>
            <p:nvPr/>
          </p:nvSpPr>
          <p:spPr>
            <a:xfrm>
              <a:off x="361201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g3059"/>
            <p:cNvSpPr/>
            <p:nvPr/>
          </p:nvSpPr>
          <p:spPr>
            <a:xfrm>
              <a:off x="362365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g3060"/>
            <p:cNvSpPr/>
            <p:nvPr/>
          </p:nvSpPr>
          <p:spPr>
            <a:xfrm>
              <a:off x="363529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g3061"/>
            <p:cNvSpPr/>
            <p:nvPr/>
          </p:nvSpPr>
          <p:spPr>
            <a:xfrm>
              <a:off x="364692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g3062"/>
            <p:cNvSpPr/>
            <p:nvPr/>
          </p:nvSpPr>
          <p:spPr>
            <a:xfrm>
              <a:off x="365856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g3063"/>
            <p:cNvSpPr/>
            <p:nvPr/>
          </p:nvSpPr>
          <p:spPr>
            <a:xfrm>
              <a:off x="367020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g3064"/>
            <p:cNvSpPr/>
            <p:nvPr/>
          </p:nvSpPr>
          <p:spPr>
            <a:xfrm>
              <a:off x="368184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g3065"/>
            <p:cNvSpPr/>
            <p:nvPr/>
          </p:nvSpPr>
          <p:spPr>
            <a:xfrm>
              <a:off x="369347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g3066"/>
            <p:cNvSpPr/>
            <p:nvPr/>
          </p:nvSpPr>
          <p:spPr>
            <a:xfrm>
              <a:off x="370511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g3067"/>
            <p:cNvSpPr/>
            <p:nvPr/>
          </p:nvSpPr>
          <p:spPr>
            <a:xfrm>
              <a:off x="371675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g3068"/>
            <p:cNvSpPr/>
            <p:nvPr/>
          </p:nvSpPr>
          <p:spPr>
            <a:xfrm>
              <a:off x="37283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g3069"/>
            <p:cNvSpPr/>
            <p:nvPr/>
          </p:nvSpPr>
          <p:spPr>
            <a:xfrm>
              <a:off x="37400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g3070"/>
            <p:cNvSpPr/>
            <p:nvPr/>
          </p:nvSpPr>
          <p:spPr>
            <a:xfrm>
              <a:off x="37516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g3071"/>
            <p:cNvSpPr/>
            <p:nvPr/>
          </p:nvSpPr>
          <p:spPr>
            <a:xfrm>
              <a:off x="376330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g3072"/>
            <p:cNvSpPr/>
            <p:nvPr/>
          </p:nvSpPr>
          <p:spPr>
            <a:xfrm>
              <a:off x="37749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g3073"/>
            <p:cNvSpPr/>
            <p:nvPr/>
          </p:nvSpPr>
          <p:spPr>
            <a:xfrm>
              <a:off x="378657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g3074"/>
            <p:cNvSpPr/>
            <p:nvPr/>
          </p:nvSpPr>
          <p:spPr>
            <a:xfrm>
              <a:off x="438008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g3075"/>
            <p:cNvSpPr/>
            <p:nvPr/>
          </p:nvSpPr>
          <p:spPr>
            <a:xfrm>
              <a:off x="43917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g3076"/>
            <p:cNvSpPr/>
            <p:nvPr/>
          </p:nvSpPr>
          <p:spPr>
            <a:xfrm>
              <a:off x="44033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g3077"/>
            <p:cNvSpPr/>
            <p:nvPr/>
          </p:nvSpPr>
          <p:spPr>
            <a:xfrm>
              <a:off x="441499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g3078"/>
            <p:cNvSpPr/>
            <p:nvPr/>
          </p:nvSpPr>
          <p:spPr>
            <a:xfrm>
              <a:off x="44266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g3079"/>
            <p:cNvSpPr/>
            <p:nvPr/>
          </p:nvSpPr>
          <p:spPr>
            <a:xfrm>
              <a:off x="44382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g3080"/>
            <p:cNvSpPr/>
            <p:nvPr/>
          </p:nvSpPr>
          <p:spPr>
            <a:xfrm>
              <a:off x="444990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g3081"/>
            <p:cNvSpPr/>
            <p:nvPr/>
          </p:nvSpPr>
          <p:spPr>
            <a:xfrm>
              <a:off x="46011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g3082"/>
            <p:cNvSpPr/>
            <p:nvPr/>
          </p:nvSpPr>
          <p:spPr>
            <a:xfrm>
              <a:off x="46128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g3083"/>
            <p:cNvSpPr/>
            <p:nvPr/>
          </p:nvSpPr>
          <p:spPr>
            <a:xfrm>
              <a:off x="46244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g3084"/>
            <p:cNvSpPr/>
            <p:nvPr/>
          </p:nvSpPr>
          <p:spPr>
            <a:xfrm>
              <a:off x="463610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g3085"/>
            <p:cNvSpPr/>
            <p:nvPr/>
          </p:nvSpPr>
          <p:spPr>
            <a:xfrm>
              <a:off x="46477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g3086"/>
            <p:cNvSpPr/>
            <p:nvPr/>
          </p:nvSpPr>
          <p:spPr>
            <a:xfrm>
              <a:off x="306506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g3087"/>
            <p:cNvSpPr/>
            <p:nvPr/>
          </p:nvSpPr>
          <p:spPr>
            <a:xfrm>
              <a:off x="307669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g3088"/>
            <p:cNvSpPr/>
            <p:nvPr/>
          </p:nvSpPr>
          <p:spPr>
            <a:xfrm>
              <a:off x="308833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g3089"/>
            <p:cNvSpPr/>
            <p:nvPr/>
          </p:nvSpPr>
          <p:spPr>
            <a:xfrm>
              <a:off x="309997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g3090"/>
            <p:cNvSpPr/>
            <p:nvPr/>
          </p:nvSpPr>
          <p:spPr>
            <a:xfrm>
              <a:off x="311161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g3091"/>
            <p:cNvSpPr/>
            <p:nvPr/>
          </p:nvSpPr>
          <p:spPr>
            <a:xfrm>
              <a:off x="312324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g3092"/>
            <p:cNvSpPr/>
            <p:nvPr/>
          </p:nvSpPr>
          <p:spPr>
            <a:xfrm>
              <a:off x="313488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g3093"/>
            <p:cNvSpPr/>
            <p:nvPr/>
          </p:nvSpPr>
          <p:spPr>
            <a:xfrm>
              <a:off x="354219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g3094"/>
            <p:cNvSpPr/>
            <p:nvPr/>
          </p:nvSpPr>
          <p:spPr>
            <a:xfrm>
              <a:off x="35538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g3095"/>
            <p:cNvSpPr/>
            <p:nvPr/>
          </p:nvSpPr>
          <p:spPr>
            <a:xfrm>
              <a:off x="35654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g3096"/>
            <p:cNvSpPr/>
            <p:nvPr/>
          </p:nvSpPr>
          <p:spPr>
            <a:xfrm>
              <a:off x="357710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g3097"/>
            <p:cNvSpPr/>
            <p:nvPr/>
          </p:nvSpPr>
          <p:spPr>
            <a:xfrm>
              <a:off x="35887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g3098"/>
            <p:cNvSpPr/>
            <p:nvPr/>
          </p:nvSpPr>
          <p:spPr>
            <a:xfrm>
              <a:off x="360037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g3099"/>
            <p:cNvSpPr/>
            <p:nvPr/>
          </p:nvSpPr>
          <p:spPr>
            <a:xfrm>
              <a:off x="361201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g3100"/>
            <p:cNvSpPr/>
            <p:nvPr/>
          </p:nvSpPr>
          <p:spPr>
            <a:xfrm>
              <a:off x="362365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g3101"/>
            <p:cNvSpPr/>
            <p:nvPr/>
          </p:nvSpPr>
          <p:spPr>
            <a:xfrm>
              <a:off x="363529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g3102"/>
            <p:cNvSpPr/>
            <p:nvPr/>
          </p:nvSpPr>
          <p:spPr>
            <a:xfrm>
              <a:off x="3646928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g3103"/>
            <p:cNvSpPr/>
            <p:nvPr/>
          </p:nvSpPr>
          <p:spPr>
            <a:xfrm>
              <a:off x="365856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g3104"/>
            <p:cNvSpPr/>
            <p:nvPr/>
          </p:nvSpPr>
          <p:spPr>
            <a:xfrm>
              <a:off x="367020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g3105"/>
            <p:cNvSpPr/>
            <p:nvPr/>
          </p:nvSpPr>
          <p:spPr>
            <a:xfrm>
              <a:off x="370511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g3106"/>
            <p:cNvSpPr/>
            <p:nvPr/>
          </p:nvSpPr>
          <p:spPr>
            <a:xfrm>
              <a:off x="371675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g3107"/>
            <p:cNvSpPr/>
            <p:nvPr/>
          </p:nvSpPr>
          <p:spPr>
            <a:xfrm>
              <a:off x="37283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g3108"/>
            <p:cNvSpPr/>
            <p:nvPr/>
          </p:nvSpPr>
          <p:spPr>
            <a:xfrm>
              <a:off x="37400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g3109"/>
            <p:cNvSpPr/>
            <p:nvPr/>
          </p:nvSpPr>
          <p:spPr>
            <a:xfrm>
              <a:off x="37516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g3110"/>
            <p:cNvSpPr/>
            <p:nvPr/>
          </p:nvSpPr>
          <p:spPr>
            <a:xfrm>
              <a:off x="376330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g3111"/>
            <p:cNvSpPr/>
            <p:nvPr/>
          </p:nvSpPr>
          <p:spPr>
            <a:xfrm>
              <a:off x="37749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g3112"/>
            <p:cNvSpPr/>
            <p:nvPr/>
          </p:nvSpPr>
          <p:spPr>
            <a:xfrm>
              <a:off x="37865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g3113"/>
            <p:cNvSpPr/>
            <p:nvPr/>
          </p:nvSpPr>
          <p:spPr>
            <a:xfrm>
              <a:off x="440335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g3114"/>
            <p:cNvSpPr/>
            <p:nvPr/>
          </p:nvSpPr>
          <p:spPr>
            <a:xfrm>
              <a:off x="441499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g3115"/>
            <p:cNvSpPr/>
            <p:nvPr/>
          </p:nvSpPr>
          <p:spPr>
            <a:xfrm>
              <a:off x="44266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g3116"/>
            <p:cNvSpPr/>
            <p:nvPr/>
          </p:nvSpPr>
          <p:spPr>
            <a:xfrm>
              <a:off x="44382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g3117"/>
            <p:cNvSpPr/>
            <p:nvPr/>
          </p:nvSpPr>
          <p:spPr>
            <a:xfrm>
              <a:off x="444990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g3118"/>
            <p:cNvSpPr/>
            <p:nvPr/>
          </p:nvSpPr>
          <p:spPr>
            <a:xfrm>
              <a:off x="44615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g3119"/>
            <p:cNvSpPr/>
            <p:nvPr/>
          </p:nvSpPr>
          <p:spPr>
            <a:xfrm>
              <a:off x="46011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g3120"/>
            <p:cNvSpPr/>
            <p:nvPr/>
          </p:nvSpPr>
          <p:spPr>
            <a:xfrm>
              <a:off x="46128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g3121"/>
            <p:cNvSpPr/>
            <p:nvPr/>
          </p:nvSpPr>
          <p:spPr>
            <a:xfrm>
              <a:off x="46244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g3122"/>
            <p:cNvSpPr/>
            <p:nvPr/>
          </p:nvSpPr>
          <p:spPr>
            <a:xfrm>
              <a:off x="463610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g3123"/>
            <p:cNvSpPr/>
            <p:nvPr/>
          </p:nvSpPr>
          <p:spPr>
            <a:xfrm>
              <a:off x="46477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g3124"/>
            <p:cNvSpPr/>
            <p:nvPr/>
          </p:nvSpPr>
          <p:spPr>
            <a:xfrm>
              <a:off x="46593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g3125"/>
            <p:cNvSpPr/>
            <p:nvPr/>
          </p:nvSpPr>
          <p:spPr>
            <a:xfrm>
              <a:off x="294868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g3126"/>
            <p:cNvSpPr/>
            <p:nvPr/>
          </p:nvSpPr>
          <p:spPr>
            <a:xfrm>
              <a:off x="296032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g3127"/>
            <p:cNvSpPr/>
            <p:nvPr/>
          </p:nvSpPr>
          <p:spPr>
            <a:xfrm>
              <a:off x="297196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g3128"/>
            <p:cNvSpPr/>
            <p:nvPr/>
          </p:nvSpPr>
          <p:spPr>
            <a:xfrm>
              <a:off x="29836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g3129"/>
            <p:cNvSpPr/>
            <p:nvPr/>
          </p:nvSpPr>
          <p:spPr>
            <a:xfrm>
              <a:off x="299523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g3130"/>
            <p:cNvSpPr/>
            <p:nvPr/>
          </p:nvSpPr>
          <p:spPr>
            <a:xfrm>
              <a:off x="300687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g3131"/>
            <p:cNvSpPr/>
            <p:nvPr/>
          </p:nvSpPr>
          <p:spPr>
            <a:xfrm>
              <a:off x="304178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g3132"/>
            <p:cNvSpPr/>
            <p:nvPr/>
          </p:nvSpPr>
          <p:spPr>
            <a:xfrm>
              <a:off x="305342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g3133"/>
            <p:cNvSpPr/>
            <p:nvPr/>
          </p:nvSpPr>
          <p:spPr>
            <a:xfrm>
              <a:off x="306506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g3134"/>
            <p:cNvSpPr/>
            <p:nvPr/>
          </p:nvSpPr>
          <p:spPr>
            <a:xfrm>
              <a:off x="307669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g3135"/>
            <p:cNvSpPr/>
            <p:nvPr/>
          </p:nvSpPr>
          <p:spPr>
            <a:xfrm>
              <a:off x="308833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g3136"/>
            <p:cNvSpPr/>
            <p:nvPr/>
          </p:nvSpPr>
          <p:spPr>
            <a:xfrm>
              <a:off x="309997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g3137"/>
            <p:cNvSpPr/>
            <p:nvPr/>
          </p:nvSpPr>
          <p:spPr>
            <a:xfrm>
              <a:off x="311161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g3138"/>
            <p:cNvSpPr/>
            <p:nvPr/>
          </p:nvSpPr>
          <p:spPr>
            <a:xfrm>
              <a:off x="312324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g3139"/>
            <p:cNvSpPr/>
            <p:nvPr/>
          </p:nvSpPr>
          <p:spPr>
            <a:xfrm>
              <a:off x="363529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g3140"/>
            <p:cNvSpPr/>
            <p:nvPr/>
          </p:nvSpPr>
          <p:spPr>
            <a:xfrm>
              <a:off x="364692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g3141"/>
            <p:cNvSpPr/>
            <p:nvPr/>
          </p:nvSpPr>
          <p:spPr>
            <a:xfrm>
              <a:off x="371675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g3142"/>
            <p:cNvSpPr/>
            <p:nvPr/>
          </p:nvSpPr>
          <p:spPr>
            <a:xfrm>
              <a:off x="372839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g3143"/>
            <p:cNvSpPr/>
            <p:nvPr/>
          </p:nvSpPr>
          <p:spPr>
            <a:xfrm>
              <a:off x="37400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g3144"/>
            <p:cNvSpPr/>
            <p:nvPr/>
          </p:nvSpPr>
          <p:spPr>
            <a:xfrm>
              <a:off x="37516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g3145"/>
            <p:cNvSpPr/>
            <p:nvPr/>
          </p:nvSpPr>
          <p:spPr>
            <a:xfrm>
              <a:off x="376330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g3146"/>
            <p:cNvSpPr/>
            <p:nvPr/>
          </p:nvSpPr>
          <p:spPr>
            <a:xfrm>
              <a:off x="37749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g3147"/>
            <p:cNvSpPr/>
            <p:nvPr/>
          </p:nvSpPr>
          <p:spPr>
            <a:xfrm>
              <a:off x="441499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g3148"/>
            <p:cNvSpPr/>
            <p:nvPr/>
          </p:nvSpPr>
          <p:spPr>
            <a:xfrm>
              <a:off x="442663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g3149"/>
            <p:cNvSpPr/>
            <p:nvPr/>
          </p:nvSpPr>
          <p:spPr>
            <a:xfrm>
              <a:off x="443826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g3150"/>
            <p:cNvSpPr/>
            <p:nvPr/>
          </p:nvSpPr>
          <p:spPr>
            <a:xfrm>
              <a:off x="444990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g3151"/>
            <p:cNvSpPr/>
            <p:nvPr/>
          </p:nvSpPr>
          <p:spPr>
            <a:xfrm>
              <a:off x="446154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g3152"/>
            <p:cNvSpPr/>
            <p:nvPr/>
          </p:nvSpPr>
          <p:spPr>
            <a:xfrm>
              <a:off x="46128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g3153"/>
            <p:cNvSpPr/>
            <p:nvPr/>
          </p:nvSpPr>
          <p:spPr>
            <a:xfrm>
              <a:off x="46244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g3154"/>
            <p:cNvSpPr/>
            <p:nvPr/>
          </p:nvSpPr>
          <p:spPr>
            <a:xfrm>
              <a:off x="46361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g3155"/>
            <p:cNvSpPr/>
            <p:nvPr/>
          </p:nvSpPr>
          <p:spPr>
            <a:xfrm>
              <a:off x="46477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g3156"/>
            <p:cNvSpPr/>
            <p:nvPr/>
          </p:nvSpPr>
          <p:spPr>
            <a:xfrm>
              <a:off x="465937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g3157"/>
            <p:cNvSpPr/>
            <p:nvPr/>
          </p:nvSpPr>
          <p:spPr>
            <a:xfrm>
              <a:off x="293705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g3158"/>
            <p:cNvSpPr/>
            <p:nvPr/>
          </p:nvSpPr>
          <p:spPr>
            <a:xfrm>
              <a:off x="294868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g3159"/>
            <p:cNvSpPr/>
            <p:nvPr/>
          </p:nvSpPr>
          <p:spPr>
            <a:xfrm>
              <a:off x="296032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g3160"/>
            <p:cNvSpPr/>
            <p:nvPr/>
          </p:nvSpPr>
          <p:spPr>
            <a:xfrm>
              <a:off x="297196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g3161"/>
            <p:cNvSpPr/>
            <p:nvPr/>
          </p:nvSpPr>
          <p:spPr>
            <a:xfrm>
              <a:off x="29836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g3162"/>
            <p:cNvSpPr/>
            <p:nvPr/>
          </p:nvSpPr>
          <p:spPr>
            <a:xfrm>
              <a:off x="299523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g3163"/>
            <p:cNvSpPr/>
            <p:nvPr/>
          </p:nvSpPr>
          <p:spPr>
            <a:xfrm>
              <a:off x="300687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g3164"/>
            <p:cNvSpPr/>
            <p:nvPr/>
          </p:nvSpPr>
          <p:spPr>
            <a:xfrm>
              <a:off x="30185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g3165"/>
            <p:cNvSpPr/>
            <p:nvPr/>
          </p:nvSpPr>
          <p:spPr>
            <a:xfrm>
              <a:off x="303015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g3166"/>
            <p:cNvSpPr/>
            <p:nvPr/>
          </p:nvSpPr>
          <p:spPr>
            <a:xfrm>
              <a:off x="304178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g3167"/>
            <p:cNvSpPr/>
            <p:nvPr/>
          </p:nvSpPr>
          <p:spPr>
            <a:xfrm>
              <a:off x="305342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g3168"/>
            <p:cNvSpPr/>
            <p:nvPr/>
          </p:nvSpPr>
          <p:spPr>
            <a:xfrm>
              <a:off x="306506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g3169"/>
            <p:cNvSpPr/>
            <p:nvPr/>
          </p:nvSpPr>
          <p:spPr>
            <a:xfrm>
              <a:off x="307669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g3170"/>
            <p:cNvSpPr/>
            <p:nvPr/>
          </p:nvSpPr>
          <p:spPr>
            <a:xfrm>
              <a:off x="308833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g3171"/>
            <p:cNvSpPr/>
            <p:nvPr/>
          </p:nvSpPr>
          <p:spPr>
            <a:xfrm>
              <a:off x="309997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g3172"/>
            <p:cNvSpPr/>
            <p:nvPr/>
          </p:nvSpPr>
          <p:spPr>
            <a:xfrm>
              <a:off x="311161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g3173"/>
            <p:cNvSpPr/>
            <p:nvPr/>
          </p:nvSpPr>
          <p:spPr>
            <a:xfrm>
              <a:off x="371675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g3174"/>
            <p:cNvSpPr/>
            <p:nvPr/>
          </p:nvSpPr>
          <p:spPr>
            <a:xfrm>
              <a:off x="372839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g3175"/>
            <p:cNvSpPr/>
            <p:nvPr/>
          </p:nvSpPr>
          <p:spPr>
            <a:xfrm>
              <a:off x="37400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g3176"/>
            <p:cNvSpPr/>
            <p:nvPr/>
          </p:nvSpPr>
          <p:spPr>
            <a:xfrm>
              <a:off x="37516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g3177"/>
            <p:cNvSpPr/>
            <p:nvPr/>
          </p:nvSpPr>
          <p:spPr>
            <a:xfrm>
              <a:off x="441499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g3178"/>
            <p:cNvSpPr/>
            <p:nvPr/>
          </p:nvSpPr>
          <p:spPr>
            <a:xfrm>
              <a:off x="442663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g3179"/>
            <p:cNvSpPr/>
            <p:nvPr/>
          </p:nvSpPr>
          <p:spPr>
            <a:xfrm>
              <a:off x="443826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g3180"/>
            <p:cNvSpPr/>
            <p:nvPr/>
          </p:nvSpPr>
          <p:spPr>
            <a:xfrm>
              <a:off x="444990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g3181"/>
            <p:cNvSpPr/>
            <p:nvPr/>
          </p:nvSpPr>
          <p:spPr>
            <a:xfrm>
              <a:off x="446154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g3182"/>
            <p:cNvSpPr/>
            <p:nvPr/>
          </p:nvSpPr>
          <p:spPr>
            <a:xfrm>
              <a:off x="46128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g3183"/>
            <p:cNvSpPr/>
            <p:nvPr/>
          </p:nvSpPr>
          <p:spPr>
            <a:xfrm>
              <a:off x="46244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g3184"/>
            <p:cNvSpPr/>
            <p:nvPr/>
          </p:nvSpPr>
          <p:spPr>
            <a:xfrm>
              <a:off x="46361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g3185"/>
            <p:cNvSpPr/>
            <p:nvPr/>
          </p:nvSpPr>
          <p:spPr>
            <a:xfrm>
              <a:off x="464773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g3186"/>
            <p:cNvSpPr/>
            <p:nvPr/>
          </p:nvSpPr>
          <p:spPr>
            <a:xfrm>
              <a:off x="465937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g3187"/>
            <p:cNvSpPr/>
            <p:nvPr/>
          </p:nvSpPr>
          <p:spPr>
            <a:xfrm>
              <a:off x="46710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g3188"/>
            <p:cNvSpPr/>
            <p:nvPr/>
          </p:nvSpPr>
          <p:spPr>
            <a:xfrm>
              <a:off x="29370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g3189"/>
            <p:cNvSpPr/>
            <p:nvPr/>
          </p:nvSpPr>
          <p:spPr>
            <a:xfrm>
              <a:off x="294868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g3190"/>
            <p:cNvSpPr/>
            <p:nvPr/>
          </p:nvSpPr>
          <p:spPr>
            <a:xfrm>
              <a:off x="296032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g3191"/>
            <p:cNvSpPr/>
            <p:nvPr/>
          </p:nvSpPr>
          <p:spPr>
            <a:xfrm>
              <a:off x="297196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g3192"/>
            <p:cNvSpPr/>
            <p:nvPr/>
          </p:nvSpPr>
          <p:spPr>
            <a:xfrm>
              <a:off x="29836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g3193"/>
            <p:cNvSpPr/>
            <p:nvPr/>
          </p:nvSpPr>
          <p:spPr>
            <a:xfrm>
              <a:off x="299523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g3194"/>
            <p:cNvSpPr/>
            <p:nvPr/>
          </p:nvSpPr>
          <p:spPr>
            <a:xfrm>
              <a:off x="300687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g3195"/>
            <p:cNvSpPr/>
            <p:nvPr/>
          </p:nvSpPr>
          <p:spPr>
            <a:xfrm>
              <a:off x="30185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g3196"/>
            <p:cNvSpPr/>
            <p:nvPr/>
          </p:nvSpPr>
          <p:spPr>
            <a:xfrm>
              <a:off x="303015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g3197"/>
            <p:cNvSpPr/>
            <p:nvPr/>
          </p:nvSpPr>
          <p:spPr>
            <a:xfrm>
              <a:off x="304178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g3198"/>
            <p:cNvSpPr/>
            <p:nvPr/>
          </p:nvSpPr>
          <p:spPr>
            <a:xfrm>
              <a:off x="305342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g3199"/>
            <p:cNvSpPr/>
            <p:nvPr/>
          </p:nvSpPr>
          <p:spPr>
            <a:xfrm>
              <a:off x="306506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g3200"/>
            <p:cNvSpPr/>
            <p:nvPr/>
          </p:nvSpPr>
          <p:spPr>
            <a:xfrm>
              <a:off x="307669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g3201"/>
            <p:cNvSpPr/>
            <p:nvPr/>
          </p:nvSpPr>
          <p:spPr>
            <a:xfrm>
              <a:off x="308833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g3202"/>
            <p:cNvSpPr/>
            <p:nvPr/>
          </p:nvSpPr>
          <p:spPr>
            <a:xfrm>
              <a:off x="309997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g3203"/>
            <p:cNvSpPr/>
            <p:nvPr/>
          </p:nvSpPr>
          <p:spPr>
            <a:xfrm>
              <a:off x="441499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g3204"/>
            <p:cNvSpPr/>
            <p:nvPr/>
          </p:nvSpPr>
          <p:spPr>
            <a:xfrm>
              <a:off x="442663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g3205"/>
            <p:cNvSpPr/>
            <p:nvPr/>
          </p:nvSpPr>
          <p:spPr>
            <a:xfrm>
              <a:off x="443826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g3206"/>
            <p:cNvSpPr/>
            <p:nvPr/>
          </p:nvSpPr>
          <p:spPr>
            <a:xfrm>
              <a:off x="444990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g3207"/>
            <p:cNvSpPr/>
            <p:nvPr/>
          </p:nvSpPr>
          <p:spPr>
            <a:xfrm>
              <a:off x="446154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g3208"/>
            <p:cNvSpPr/>
            <p:nvPr/>
          </p:nvSpPr>
          <p:spPr>
            <a:xfrm>
              <a:off x="461282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g3209"/>
            <p:cNvSpPr/>
            <p:nvPr/>
          </p:nvSpPr>
          <p:spPr>
            <a:xfrm>
              <a:off x="462446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g3210"/>
            <p:cNvSpPr/>
            <p:nvPr/>
          </p:nvSpPr>
          <p:spPr>
            <a:xfrm>
              <a:off x="46361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g3211"/>
            <p:cNvSpPr/>
            <p:nvPr/>
          </p:nvSpPr>
          <p:spPr>
            <a:xfrm>
              <a:off x="464773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g3212"/>
            <p:cNvSpPr/>
            <p:nvPr/>
          </p:nvSpPr>
          <p:spPr>
            <a:xfrm>
              <a:off x="465937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g3213"/>
            <p:cNvSpPr/>
            <p:nvPr/>
          </p:nvSpPr>
          <p:spPr>
            <a:xfrm>
              <a:off x="46710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g3214"/>
            <p:cNvSpPr/>
            <p:nvPr/>
          </p:nvSpPr>
          <p:spPr>
            <a:xfrm>
              <a:off x="46826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g3215"/>
            <p:cNvSpPr/>
            <p:nvPr/>
          </p:nvSpPr>
          <p:spPr>
            <a:xfrm>
              <a:off x="292541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g3216"/>
            <p:cNvSpPr/>
            <p:nvPr/>
          </p:nvSpPr>
          <p:spPr>
            <a:xfrm>
              <a:off x="29370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g3217"/>
            <p:cNvSpPr/>
            <p:nvPr/>
          </p:nvSpPr>
          <p:spPr>
            <a:xfrm>
              <a:off x="294868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g3218"/>
            <p:cNvSpPr/>
            <p:nvPr/>
          </p:nvSpPr>
          <p:spPr>
            <a:xfrm>
              <a:off x="296032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g3219"/>
            <p:cNvSpPr/>
            <p:nvPr/>
          </p:nvSpPr>
          <p:spPr>
            <a:xfrm>
              <a:off x="297196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g3220"/>
            <p:cNvSpPr/>
            <p:nvPr/>
          </p:nvSpPr>
          <p:spPr>
            <a:xfrm>
              <a:off x="29836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g3221"/>
            <p:cNvSpPr/>
            <p:nvPr/>
          </p:nvSpPr>
          <p:spPr>
            <a:xfrm>
              <a:off x="299523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g3222"/>
            <p:cNvSpPr/>
            <p:nvPr/>
          </p:nvSpPr>
          <p:spPr>
            <a:xfrm>
              <a:off x="300687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g3223"/>
            <p:cNvSpPr/>
            <p:nvPr/>
          </p:nvSpPr>
          <p:spPr>
            <a:xfrm>
              <a:off x="30185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g3224"/>
            <p:cNvSpPr/>
            <p:nvPr/>
          </p:nvSpPr>
          <p:spPr>
            <a:xfrm>
              <a:off x="303015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g3225"/>
            <p:cNvSpPr/>
            <p:nvPr/>
          </p:nvSpPr>
          <p:spPr>
            <a:xfrm>
              <a:off x="304178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g3226"/>
            <p:cNvSpPr/>
            <p:nvPr/>
          </p:nvSpPr>
          <p:spPr>
            <a:xfrm>
              <a:off x="305342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g3227"/>
            <p:cNvSpPr/>
            <p:nvPr/>
          </p:nvSpPr>
          <p:spPr>
            <a:xfrm>
              <a:off x="306506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g3228"/>
            <p:cNvSpPr/>
            <p:nvPr/>
          </p:nvSpPr>
          <p:spPr>
            <a:xfrm>
              <a:off x="307669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g3229"/>
            <p:cNvSpPr/>
            <p:nvPr/>
          </p:nvSpPr>
          <p:spPr>
            <a:xfrm>
              <a:off x="441499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g3230"/>
            <p:cNvSpPr/>
            <p:nvPr/>
          </p:nvSpPr>
          <p:spPr>
            <a:xfrm>
              <a:off x="442663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g3231"/>
            <p:cNvSpPr/>
            <p:nvPr/>
          </p:nvSpPr>
          <p:spPr>
            <a:xfrm>
              <a:off x="443826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g3232"/>
            <p:cNvSpPr/>
            <p:nvPr/>
          </p:nvSpPr>
          <p:spPr>
            <a:xfrm>
              <a:off x="444990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g3233"/>
            <p:cNvSpPr/>
            <p:nvPr/>
          </p:nvSpPr>
          <p:spPr>
            <a:xfrm>
              <a:off x="446154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g3234"/>
            <p:cNvSpPr/>
            <p:nvPr/>
          </p:nvSpPr>
          <p:spPr>
            <a:xfrm>
              <a:off x="461282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g3235"/>
            <p:cNvSpPr/>
            <p:nvPr/>
          </p:nvSpPr>
          <p:spPr>
            <a:xfrm>
              <a:off x="462446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g3236"/>
            <p:cNvSpPr/>
            <p:nvPr/>
          </p:nvSpPr>
          <p:spPr>
            <a:xfrm>
              <a:off x="46361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g3237"/>
            <p:cNvSpPr/>
            <p:nvPr/>
          </p:nvSpPr>
          <p:spPr>
            <a:xfrm>
              <a:off x="464773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g3238"/>
            <p:cNvSpPr/>
            <p:nvPr/>
          </p:nvSpPr>
          <p:spPr>
            <a:xfrm>
              <a:off x="465937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g3239"/>
            <p:cNvSpPr/>
            <p:nvPr/>
          </p:nvSpPr>
          <p:spPr>
            <a:xfrm>
              <a:off x="46710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g3240"/>
            <p:cNvSpPr/>
            <p:nvPr/>
          </p:nvSpPr>
          <p:spPr>
            <a:xfrm>
              <a:off x="46826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g3241"/>
            <p:cNvSpPr/>
            <p:nvPr/>
          </p:nvSpPr>
          <p:spPr>
            <a:xfrm>
              <a:off x="292541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g3242"/>
            <p:cNvSpPr/>
            <p:nvPr/>
          </p:nvSpPr>
          <p:spPr>
            <a:xfrm>
              <a:off x="29370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g3243"/>
            <p:cNvSpPr/>
            <p:nvPr/>
          </p:nvSpPr>
          <p:spPr>
            <a:xfrm>
              <a:off x="294868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g3244"/>
            <p:cNvSpPr/>
            <p:nvPr/>
          </p:nvSpPr>
          <p:spPr>
            <a:xfrm>
              <a:off x="296032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g3245"/>
            <p:cNvSpPr/>
            <p:nvPr/>
          </p:nvSpPr>
          <p:spPr>
            <a:xfrm>
              <a:off x="297196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g3246"/>
            <p:cNvSpPr/>
            <p:nvPr/>
          </p:nvSpPr>
          <p:spPr>
            <a:xfrm>
              <a:off x="29836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g3247"/>
            <p:cNvSpPr/>
            <p:nvPr/>
          </p:nvSpPr>
          <p:spPr>
            <a:xfrm>
              <a:off x="299523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g3248"/>
            <p:cNvSpPr/>
            <p:nvPr/>
          </p:nvSpPr>
          <p:spPr>
            <a:xfrm>
              <a:off x="300687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g3249"/>
            <p:cNvSpPr/>
            <p:nvPr/>
          </p:nvSpPr>
          <p:spPr>
            <a:xfrm>
              <a:off x="30185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g3250"/>
            <p:cNvSpPr/>
            <p:nvPr/>
          </p:nvSpPr>
          <p:spPr>
            <a:xfrm>
              <a:off x="303015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g3251"/>
            <p:cNvSpPr/>
            <p:nvPr/>
          </p:nvSpPr>
          <p:spPr>
            <a:xfrm>
              <a:off x="304178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g3252"/>
            <p:cNvSpPr/>
            <p:nvPr/>
          </p:nvSpPr>
          <p:spPr>
            <a:xfrm>
              <a:off x="305342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g3253"/>
            <p:cNvSpPr/>
            <p:nvPr/>
          </p:nvSpPr>
          <p:spPr>
            <a:xfrm>
              <a:off x="441499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g3254"/>
            <p:cNvSpPr/>
            <p:nvPr/>
          </p:nvSpPr>
          <p:spPr>
            <a:xfrm>
              <a:off x="442663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g3255"/>
            <p:cNvSpPr/>
            <p:nvPr/>
          </p:nvSpPr>
          <p:spPr>
            <a:xfrm>
              <a:off x="443826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g3256"/>
            <p:cNvSpPr/>
            <p:nvPr/>
          </p:nvSpPr>
          <p:spPr>
            <a:xfrm>
              <a:off x="444990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g3257"/>
            <p:cNvSpPr/>
            <p:nvPr/>
          </p:nvSpPr>
          <p:spPr>
            <a:xfrm>
              <a:off x="446154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g3258"/>
            <p:cNvSpPr/>
            <p:nvPr/>
          </p:nvSpPr>
          <p:spPr>
            <a:xfrm>
              <a:off x="462446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g3259"/>
            <p:cNvSpPr/>
            <p:nvPr/>
          </p:nvSpPr>
          <p:spPr>
            <a:xfrm>
              <a:off x="46361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g3260"/>
            <p:cNvSpPr/>
            <p:nvPr/>
          </p:nvSpPr>
          <p:spPr>
            <a:xfrm>
              <a:off x="464773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g3261"/>
            <p:cNvSpPr/>
            <p:nvPr/>
          </p:nvSpPr>
          <p:spPr>
            <a:xfrm>
              <a:off x="465937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g3262"/>
            <p:cNvSpPr/>
            <p:nvPr/>
          </p:nvSpPr>
          <p:spPr>
            <a:xfrm>
              <a:off x="46710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g3263"/>
            <p:cNvSpPr/>
            <p:nvPr/>
          </p:nvSpPr>
          <p:spPr>
            <a:xfrm>
              <a:off x="46826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g3264"/>
            <p:cNvSpPr/>
            <p:nvPr/>
          </p:nvSpPr>
          <p:spPr>
            <a:xfrm>
              <a:off x="289050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g3265"/>
            <p:cNvSpPr/>
            <p:nvPr/>
          </p:nvSpPr>
          <p:spPr>
            <a:xfrm>
              <a:off x="29021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g3266"/>
            <p:cNvSpPr/>
            <p:nvPr/>
          </p:nvSpPr>
          <p:spPr>
            <a:xfrm>
              <a:off x="291377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g3267"/>
            <p:cNvSpPr/>
            <p:nvPr/>
          </p:nvSpPr>
          <p:spPr>
            <a:xfrm>
              <a:off x="292541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g3268"/>
            <p:cNvSpPr/>
            <p:nvPr/>
          </p:nvSpPr>
          <p:spPr>
            <a:xfrm>
              <a:off x="29370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g3269"/>
            <p:cNvSpPr/>
            <p:nvPr/>
          </p:nvSpPr>
          <p:spPr>
            <a:xfrm>
              <a:off x="294868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g3270"/>
            <p:cNvSpPr/>
            <p:nvPr/>
          </p:nvSpPr>
          <p:spPr>
            <a:xfrm>
              <a:off x="296032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g3271"/>
            <p:cNvSpPr/>
            <p:nvPr/>
          </p:nvSpPr>
          <p:spPr>
            <a:xfrm>
              <a:off x="297196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g3272"/>
            <p:cNvSpPr/>
            <p:nvPr/>
          </p:nvSpPr>
          <p:spPr>
            <a:xfrm>
              <a:off x="29836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g3273"/>
            <p:cNvSpPr/>
            <p:nvPr/>
          </p:nvSpPr>
          <p:spPr>
            <a:xfrm>
              <a:off x="299523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g3274"/>
            <p:cNvSpPr/>
            <p:nvPr/>
          </p:nvSpPr>
          <p:spPr>
            <a:xfrm>
              <a:off x="3006875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g3275"/>
            <p:cNvSpPr/>
            <p:nvPr/>
          </p:nvSpPr>
          <p:spPr>
            <a:xfrm>
              <a:off x="30185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g3276"/>
            <p:cNvSpPr/>
            <p:nvPr/>
          </p:nvSpPr>
          <p:spPr>
            <a:xfrm>
              <a:off x="303015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g3277"/>
            <p:cNvSpPr/>
            <p:nvPr/>
          </p:nvSpPr>
          <p:spPr>
            <a:xfrm>
              <a:off x="441499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g3278"/>
            <p:cNvSpPr/>
            <p:nvPr/>
          </p:nvSpPr>
          <p:spPr>
            <a:xfrm>
              <a:off x="442663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g3279"/>
            <p:cNvSpPr/>
            <p:nvPr/>
          </p:nvSpPr>
          <p:spPr>
            <a:xfrm>
              <a:off x="443826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g3280"/>
            <p:cNvSpPr/>
            <p:nvPr/>
          </p:nvSpPr>
          <p:spPr>
            <a:xfrm>
              <a:off x="444990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g3281"/>
            <p:cNvSpPr/>
            <p:nvPr/>
          </p:nvSpPr>
          <p:spPr>
            <a:xfrm>
              <a:off x="446154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g3282"/>
            <p:cNvSpPr/>
            <p:nvPr/>
          </p:nvSpPr>
          <p:spPr>
            <a:xfrm>
              <a:off x="462446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g3283"/>
            <p:cNvSpPr/>
            <p:nvPr/>
          </p:nvSpPr>
          <p:spPr>
            <a:xfrm>
              <a:off x="46361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g3284"/>
            <p:cNvSpPr/>
            <p:nvPr/>
          </p:nvSpPr>
          <p:spPr>
            <a:xfrm>
              <a:off x="46477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g3285"/>
            <p:cNvSpPr/>
            <p:nvPr/>
          </p:nvSpPr>
          <p:spPr>
            <a:xfrm>
              <a:off x="465937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g3286"/>
            <p:cNvSpPr/>
            <p:nvPr/>
          </p:nvSpPr>
          <p:spPr>
            <a:xfrm>
              <a:off x="46710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g3287"/>
            <p:cNvSpPr/>
            <p:nvPr/>
          </p:nvSpPr>
          <p:spPr>
            <a:xfrm>
              <a:off x="46826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g3288"/>
            <p:cNvSpPr/>
            <p:nvPr/>
          </p:nvSpPr>
          <p:spPr>
            <a:xfrm>
              <a:off x="289050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g3289"/>
            <p:cNvSpPr/>
            <p:nvPr/>
          </p:nvSpPr>
          <p:spPr>
            <a:xfrm>
              <a:off x="29021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g3290"/>
            <p:cNvSpPr/>
            <p:nvPr/>
          </p:nvSpPr>
          <p:spPr>
            <a:xfrm>
              <a:off x="291377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g3291"/>
            <p:cNvSpPr/>
            <p:nvPr/>
          </p:nvSpPr>
          <p:spPr>
            <a:xfrm>
              <a:off x="292541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g3292"/>
            <p:cNvSpPr/>
            <p:nvPr/>
          </p:nvSpPr>
          <p:spPr>
            <a:xfrm>
              <a:off x="29370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g3293"/>
            <p:cNvSpPr/>
            <p:nvPr/>
          </p:nvSpPr>
          <p:spPr>
            <a:xfrm>
              <a:off x="294868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g3294"/>
            <p:cNvSpPr/>
            <p:nvPr/>
          </p:nvSpPr>
          <p:spPr>
            <a:xfrm>
              <a:off x="296032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g3295"/>
            <p:cNvSpPr/>
            <p:nvPr/>
          </p:nvSpPr>
          <p:spPr>
            <a:xfrm>
              <a:off x="297196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g3296"/>
            <p:cNvSpPr/>
            <p:nvPr/>
          </p:nvSpPr>
          <p:spPr>
            <a:xfrm>
              <a:off x="29836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g3297"/>
            <p:cNvSpPr/>
            <p:nvPr/>
          </p:nvSpPr>
          <p:spPr>
            <a:xfrm>
              <a:off x="4403355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g3298"/>
            <p:cNvSpPr/>
            <p:nvPr/>
          </p:nvSpPr>
          <p:spPr>
            <a:xfrm>
              <a:off x="441499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g3299"/>
            <p:cNvSpPr/>
            <p:nvPr/>
          </p:nvSpPr>
          <p:spPr>
            <a:xfrm>
              <a:off x="4426630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g3300"/>
            <p:cNvSpPr/>
            <p:nvPr/>
          </p:nvSpPr>
          <p:spPr>
            <a:xfrm>
              <a:off x="443826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g3301"/>
            <p:cNvSpPr/>
            <p:nvPr/>
          </p:nvSpPr>
          <p:spPr>
            <a:xfrm>
              <a:off x="444990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g3302"/>
            <p:cNvSpPr/>
            <p:nvPr/>
          </p:nvSpPr>
          <p:spPr>
            <a:xfrm>
              <a:off x="462446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g3303"/>
            <p:cNvSpPr/>
            <p:nvPr/>
          </p:nvSpPr>
          <p:spPr>
            <a:xfrm>
              <a:off x="46361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g3304"/>
            <p:cNvSpPr/>
            <p:nvPr/>
          </p:nvSpPr>
          <p:spPr>
            <a:xfrm>
              <a:off x="46477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g3305"/>
            <p:cNvSpPr/>
            <p:nvPr/>
          </p:nvSpPr>
          <p:spPr>
            <a:xfrm>
              <a:off x="465937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g3306"/>
            <p:cNvSpPr/>
            <p:nvPr/>
          </p:nvSpPr>
          <p:spPr>
            <a:xfrm>
              <a:off x="467101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g3307"/>
            <p:cNvSpPr/>
            <p:nvPr/>
          </p:nvSpPr>
          <p:spPr>
            <a:xfrm>
              <a:off x="46826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g3308"/>
            <p:cNvSpPr/>
            <p:nvPr/>
          </p:nvSpPr>
          <p:spPr>
            <a:xfrm>
              <a:off x="287886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g3309"/>
            <p:cNvSpPr/>
            <p:nvPr/>
          </p:nvSpPr>
          <p:spPr>
            <a:xfrm>
              <a:off x="289050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g3310"/>
            <p:cNvSpPr/>
            <p:nvPr/>
          </p:nvSpPr>
          <p:spPr>
            <a:xfrm>
              <a:off x="29021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g3311"/>
            <p:cNvSpPr/>
            <p:nvPr/>
          </p:nvSpPr>
          <p:spPr>
            <a:xfrm>
              <a:off x="291377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g3312"/>
            <p:cNvSpPr/>
            <p:nvPr/>
          </p:nvSpPr>
          <p:spPr>
            <a:xfrm>
              <a:off x="292541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g3313"/>
            <p:cNvSpPr/>
            <p:nvPr/>
          </p:nvSpPr>
          <p:spPr>
            <a:xfrm>
              <a:off x="29370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g3314"/>
            <p:cNvSpPr/>
            <p:nvPr/>
          </p:nvSpPr>
          <p:spPr>
            <a:xfrm>
              <a:off x="294868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g3315"/>
            <p:cNvSpPr/>
            <p:nvPr/>
          </p:nvSpPr>
          <p:spPr>
            <a:xfrm>
              <a:off x="296032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g3316"/>
            <p:cNvSpPr/>
            <p:nvPr/>
          </p:nvSpPr>
          <p:spPr>
            <a:xfrm>
              <a:off x="440335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g3317"/>
            <p:cNvSpPr/>
            <p:nvPr/>
          </p:nvSpPr>
          <p:spPr>
            <a:xfrm>
              <a:off x="441499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g3318"/>
            <p:cNvSpPr/>
            <p:nvPr/>
          </p:nvSpPr>
          <p:spPr>
            <a:xfrm>
              <a:off x="4426630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g3319"/>
            <p:cNvSpPr/>
            <p:nvPr/>
          </p:nvSpPr>
          <p:spPr>
            <a:xfrm>
              <a:off x="443826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g3320"/>
            <p:cNvSpPr/>
            <p:nvPr/>
          </p:nvSpPr>
          <p:spPr>
            <a:xfrm>
              <a:off x="444990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g3321"/>
            <p:cNvSpPr/>
            <p:nvPr/>
          </p:nvSpPr>
          <p:spPr>
            <a:xfrm>
              <a:off x="446154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g3322"/>
            <p:cNvSpPr/>
            <p:nvPr/>
          </p:nvSpPr>
          <p:spPr>
            <a:xfrm>
              <a:off x="447317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g3323"/>
            <p:cNvSpPr/>
            <p:nvPr/>
          </p:nvSpPr>
          <p:spPr>
            <a:xfrm>
              <a:off x="463610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g3324"/>
            <p:cNvSpPr/>
            <p:nvPr/>
          </p:nvSpPr>
          <p:spPr>
            <a:xfrm>
              <a:off x="46477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g3325"/>
            <p:cNvSpPr/>
            <p:nvPr/>
          </p:nvSpPr>
          <p:spPr>
            <a:xfrm>
              <a:off x="465937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g3326"/>
            <p:cNvSpPr/>
            <p:nvPr/>
          </p:nvSpPr>
          <p:spPr>
            <a:xfrm>
              <a:off x="4671013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g3327"/>
            <p:cNvSpPr/>
            <p:nvPr/>
          </p:nvSpPr>
          <p:spPr>
            <a:xfrm>
              <a:off x="46826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g3328"/>
            <p:cNvSpPr/>
            <p:nvPr/>
          </p:nvSpPr>
          <p:spPr>
            <a:xfrm>
              <a:off x="286722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g3329"/>
            <p:cNvSpPr/>
            <p:nvPr/>
          </p:nvSpPr>
          <p:spPr>
            <a:xfrm>
              <a:off x="287886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g3330"/>
            <p:cNvSpPr/>
            <p:nvPr/>
          </p:nvSpPr>
          <p:spPr>
            <a:xfrm>
              <a:off x="289050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g3331"/>
            <p:cNvSpPr/>
            <p:nvPr/>
          </p:nvSpPr>
          <p:spPr>
            <a:xfrm>
              <a:off x="29021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g3332"/>
            <p:cNvSpPr/>
            <p:nvPr/>
          </p:nvSpPr>
          <p:spPr>
            <a:xfrm>
              <a:off x="291377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g3333"/>
            <p:cNvSpPr/>
            <p:nvPr/>
          </p:nvSpPr>
          <p:spPr>
            <a:xfrm>
              <a:off x="292541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g3334"/>
            <p:cNvSpPr/>
            <p:nvPr/>
          </p:nvSpPr>
          <p:spPr>
            <a:xfrm>
              <a:off x="29370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g3335"/>
            <p:cNvSpPr/>
            <p:nvPr/>
          </p:nvSpPr>
          <p:spPr>
            <a:xfrm>
              <a:off x="294868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g3336"/>
            <p:cNvSpPr/>
            <p:nvPr/>
          </p:nvSpPr>
          <p:spPr>
            <a:xfrm>
              <a:off x="440335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g3337"/>
            <p:cNvSpPr/>
            <p:nvPr/>
          </p:nvSpPr>
          <p:spPr>
            <a:xfrm>
              <a:off x="441499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g3338"/>
            <p:cNvSpPr/>
            <p:nvPr/>
          </p:nvSpPr>
          <p:spPr>
            <a:xfrm>
              <a:off x="4426630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g3339"/>
            <p:cNvSpPr/>
            <p:nvPr/>
          </p:nvSpPr>
          <p:spPr>
            <a:xfrm>
              <a:off x="443826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g3340"/>
            <p:cNvSpPr/>
            <p:nvPr/>
          </p:nvSpPr>
          <p:spPr>
            <a:xfrm>
              <a:off x="444990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g3341"/>
            <p:cNvSpPr/>
            <p:nvPr/>
          </p:nvSpPr>
          <p:spPr>
            <a:xfrm>
              <a:off x="446154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g3342"/>
            <p:cNvSpPr/>
            <p:nvPr/>
          </p:nvSpPr>
          <p:spPr>
            <a:xfrm>
              <a:off x="447317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g3343"/>
            <p:cNvSpPr/>
            <p:nvPr/>
          </p:nvSpPr>
          <p:spPr>
            <a:xfrm>
              <a:off x="448481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g3344"/>
            <p:cNvSpPr/>
            <p:nvPr/>
          </p:nvSpPr>
          <p:spPr>
            <a:xfrm>
              <a:off x="463610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g3345"/>
            <p:cNvSpPr/>
            <p:nvPr/>
          </p:nvSpPr>
          <p:spPr>
            <a:xfrm>
              <a:off x="46477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g3346"/>
            <p:cNvSpPr/>
            <p:nvPr/>
          </p:nvSpPr>
          <p:spPr>
            <a:xfrm>
              <a:off x="465937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g3347"/>
            <p:cNvSpPr/>
            <p:nvPr/>
          </p:nvSpPr>
          <p:spPr>
            <a:xfrm>
              <a:off x="4671013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g3348"/>
            <p:cNvSpPr/>
            <p:nvPr/>
          </p:nvSpPr>
          <p:spPr>
            <a:xfrm>
              <a:off x="46826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g3349"/>
            <p:cNvSpPr/>
            <p:nvPr/>
          </p:nvSpPr>
          <p:spPr>
            <a:xfrm>
              <a:off x="4694288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g3350"/>
            <p:cNvSpPr/>
            <p:nvPr/>
          </p:nvSpPr>
          <p:spPr>
            <a:xfrm>
              <a:off x="285559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g3351"/>
            <p:cNvSpPr/>
            <p:nvPr/>
          </p:nvSpPr>
          <p:spPr>
            <a:xfrm>
              <a:off x="286722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g3352"/>
            <p:cNvSpPr/>
            <p:nvPr/>
          </p:nvSpPr>
          <p:spPr>
            <a:xfrm>
              <a:off x="287886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g3353"/>
            <p:cNvSpPr/>
            <p:nvPr/>
          </p:nvSpPr>
          <p:spPr>
            <a:xfrm>
              <a:off x="289050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g3354"/>
            <p:cNvSpPr/>
            <p:nvPr/>
          </p:nvSpPr>
          <p:spPr>
            <a:xfrm>
              <a:off x="29021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g3355"/>
            <p:cNvSpPr/>
            <p:nvPr/>
          </p:nvSpPr>
          <p:spPr>
            <a:xfrm>
              <a:off x="291377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g3356"/>
            <p:cNvSpPr/>
            <p:nvPr/>
          </p:nvSpPr>
          <p:spPr>
            <a:xfrm>
              <a:off x="292541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g3357"/>
            <p:cNvSpPr/>
            <p:nvPr/>
          </p:nvSpPr>
          <p:spPr>
            <a:xfrm>
              <a:off x="29370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g3358"/>
            <p:cNvSpPr/>
            <p:nvPr/>
          </p:nvSpPr>
          <p:spPr>
            <a:xfrm>
              <a:off x="440335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g3359"/>
            <p:cNvSpPr/>
            <p:nvPr/>
          </p:nvSpPr>
          <p:spPr>
            <a:xfrm>
              <a:off x="441499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g3360"/>
            <p:cNvSpPr/>
            <p:nvPr/>
          </p:nvSpPr>
          <p:spPr>
            <a:xfrm>
              <a:off x="442663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g3361"/>
            <p:cNvSpPr/>
            <p:nvPr/>
          </p:nvSpPr>
          <p:spPr>
            <a:xfrm>
              <a:off x="443826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g3362"/>
            <p:cNvSpPr/>
            <p:nvPr/>
          </p:nvSpPr>
          <p:spPr>
            <a:xfrm>
              <a:off x="444990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g3363"/>
            <p:cNvSpPr/>
            <p:nvPr/>
          </p:nvSpPr>
          <p:spPr>
            <a:xfrm>
              <a:off x="446154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g3364"/>
            <p:cNvSpPr/>
            <p:nvPr/>
          </p:nvSpPr>
          <p:spPr>
            <a:xfrm>
              <a:off x="447317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g3365"/>
            <p:cNvSpPr/>
            <p:nvPr/>
          </p:nvSpPr>
          <p:spPr>
            <a:xfrm>
              <a:off x="448481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g3366"/>
            <p:cNvSpPr/>
            <p:nvPr/>
          </p:nvSpPr>
          <p:spPr>
            <a:xfrm>
              <a:off x="46477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g3367"/>
            <p:cNvSpPr/>
            <p:nvPr/>
          </p:nvSpPr>
          <p:spPr>
            <a:xfrm>
              <a:off x="465937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C">
                <a:alpha val="100000"/>
              </a:srgbClr>
            </a:solidFill>
            <a:ln w="5420" cap="flat">
              <a:solidFill>
                <a:srgbClr val="3B5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g3368"/>
            <p:cNvSpPr/>
            <p:nvPr/>
          </p:nvSpPr>
          <p:spPr>
            <a:xfrm>
              <a:off x="4671013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g3369"/>
            <p:cNvSpPr/>
            <p:nvPr/>
          </p:nvSpPr>
          <p:spPr>
            <a:xfrm>
              <a:off x="46826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g3370"/>
            <p:cNvSpPr/>
            <p:nvPr/>
          </p:nvSpPr>
          <p:spPr>
            <a:xfrm>
              <a:off x="4694288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g3371"/>
            <p:cNvSpPr/>
            <p:nvPr/>
          </p:nvSpPr>
          <p:spPr>
            <a:xfrm>
              <a:off x="285559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g3372"/>
            <p:cNvSpPr/>
            <p:nvPr/>
          </p:nvSpPr>
          <p:spPr>
            <a:xfrm>
              <a:off x="286722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g3373"/>
            <p:cNvSpPr/>
            <p:nvPr/>
          </p:nvSpPr>
          <p:spPr>
            <a:xfrm>
              <a:off x="287886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g3374"/>
            <p:cNvSpPr/>
            <p:nvPr/>
          </p:nvSpPr>
          <p:spPr>
            <a:xfrm>
              <a:off x="289050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g3375"/>
            <p:cNvSpPr/>
            <p:nvPr/>
          </p:nvSpPr>
          <p:spPr>
            <a:xfrm>
              <a:off x="29021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g3376"/>
            <p:cNvSpPr/>
            <p:nvPr/>
          </p:nvSpPr>
          <p:spPr>
            <a:xfrm>
              <a:off x="291377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g3377"/>
            <p:cNvSpPr/>
            <p:nvPr/>
          </p:nvSpPr>
          <p:spPr>
            <a:xfrm>
              <a:off x="292541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g3378"/>
            <p:cNvSpPr/>
            <p:nvPr/>
          </p:nvSpPr>
          <p:spPr>
            <a:xfrm>
              <a:off x="440335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g3379"/>
            <p:cNvSpPr/>
            <p:nvPr/>
          </p:nvSpPr>
          <p:spPr>
            <a:xfrm>
              <a:off x="441499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g3380"/>
            <p:cNvSpPr/>
            <p:nvPr/>
          </p:nvSpPr>
          <p:spPr>
            <a:xfrm>
              <a:off x="442663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g3381"/>
            <p:cNvSpPr/>
            <p:nvPr/>
          </p:nvSpPr>
          <p:spPr>
            <a:xfrm>
              <a:off x="443826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g3382"/>
            <p:cNvSpPr/>
            <p:nvPr/>
          </p:nvSpPr>
          <p:spPr>
            <a:xfrm>
              <a:off x="444990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g3383"/>
            <p:cNvSpPr/>
            <p:nvPr/>
          </p:nvSpPr>
          <p:spPr>
            <a:xfrm>
              <a:off x="446154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g3384"/>
            <p:cNvSpPr/>
            <p:nvPr/>
          </p:nvSpPr>
          <p:spPr>
            <a:xfrm>
              <a:off x="447317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g3385"/>
            <p:cNvSpPr/>
            <p:nvPr/>
          </p:nvSpPr>
          <p:spPr>
            <a:xfrm>
              <a:off x="448481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g3386"/>
            <p:cNvSpPr/>
            <p:nvPr/>
          </p:nvSpPr>
          <p:spPr>
            <a:xfrm>
              <a:off x="46477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g3387"/>
            <p:cNvSpPr/>
            <p:nvPr/>
          </p:nvSpPr>
          <p:spPr>
            <a:xfrm>
              <a:off x="465937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g3388"/>
            <p:cNvSpPr/>
            <p:nvPr/>
          </p:nvSpPr>
          <p:spPr>
            <a:xfrm>
              <a:off x="4671013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g3389"/>
            <p:cNvSpPr/>
            <p:nvPr/>
          </p:nvSpPr>
          <p:spPr>
            <a:xfrm>
              <a:off x="4682651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g3390"/>
            <p:cNvSpPr/>
            <p:nvPr/>
          </p:nvSpPr>
          <p:spPr>
            <a:xfrm>
              <a:off x="4694288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g3391"/>
            <p:cNvSpPr/>
            <p:nvPr/>
          </p:nvSpPr>
          <p:spPr>
            <a:xfrm>
              <a:off x="283231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g3392"/>
            <p:cNvSpPr/>
            <p:nvPr/>
          </p:nvSpPr>
          <p:spPr>
            <a:xfrm>
              <a:off x="284395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g3393"/>
            <p:cNvSpPr/>
            <p:nvPr/>
          </p:nvSpPr>
          <p:spPr>
            <a:xfrm>
              <a:off x="286722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g3394"/>
            <p:cNvSpPr/>
            <p:nvPr/>
          </p:nvSpPr>
          <p:spPr>
            <a:xfrm>
              <a:off x="287886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g3395"/>
            <p:cNvSpPr/>
            <p:nvPr/>
          </p:nvSpPr>
          <p:spPr>
            <a:xfrm>
              <a:off x="289050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g3396"/>
            <p:cNvSpPr/>
            <p:nvPr/>
          </p:nvSpPr>
          <p:spPr>
            <a:xfrm>
              <a:off x="29021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g3397"/>
            <p:cNvSpPr/>
            <p:nvPr/>
          </p:nvSpPr>
          <p:spPr>
            <a:xfrm>
              <a:off x="291377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g3398"/>
            <p:cNvSpPr/>
            <p:nvPr/>
          </p:nvSpPr>
          <p:spPr>
            <a:xfrm>
              <a:off x="440335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g3399"/>
            <p:cNvSpPr/>
            <p:nvPr/>
          </p:nvSpPr>
          <p:spPr>
            <a:xfrm>
              <a:off x="441499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g3400"/>
            <p:cNvSpPr/>
            <p:nvPr/>
          </p:nvSpPr>
          <p:spPr>
            <a:xfrm>
              <a:off x="442663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g3401"/>
            <p:cNvSpPr/>
            <p:nvPr/>
          </p:nvSpPr>
          <p:spPr>
            <a:xfrm>
              <a:off x="443826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g3402"/>
            <p:cNvSpPr/>
            <p:nvPr/>
          </p:nvSpPr>
          <p:spPr>
            <a:xfrm>
              <a:off x="444990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g3403"/>
            <p:cNvSpPr/>
            <p:nvPr/>
          </p:nvSpPr>
          <p:spPr>
            <a:xfrm>
              <a:off x="446154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g3404"/>
            <p:cNvSpPr/>
            <p:nvPr/>
          </p:nvSpPr>
          <p:spPr>
            <a:xfrm>
              <a:off x="447317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g3405"/>
            <p:cNvSpPr/>
            <p:nvPr/>
          </p:nvSpPr>
          <p:spPr>
            <a:xfrm>
              <a:off x="448481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g3406"/>
            <p:cNvSpPr/>
            <p:nvPr/>
          </p:nvSpPr>
          <p:spPr>
            <a:xfrm>
              <a:off x="46477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g3407"/>
            <p:cNvSpPr/>
            <p:nvPr/>
          </p:nvSpPr>
          <p:spPr>
            <a:xfrm>
              <a:off x="465937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g3408"/>
            <p:cNvSpPr/>
            <p:nvPr/>
          </p:nvSpPr>
          <p:spPr>
            <a:xfrm>
              <a:off x="467101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g3409"/>
            <p:cNvSpPr/>
            <p:nvPr/>
          </p:nvSpPr>
          <p:spPr>
            <a:xfrm>
              <a:off x="4682651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g3410"/>
            <p:cNvSpPr/>
            <p:nvPr/>
          </p:nvSpPr>
          <p:spPr>
            <a:xfrm>
              <a:off x="4694288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g3411"/>
            <p:cNvSpPr/>
            <p:nvPr/>
          </p:nvSpPr>
          <p:spPr>
            <a:xfrm>
              <a:off x="282067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g3412"/>
            <p:cNvSpPr/>
            <p:nvPr/>
          </p:nvSpPr>
          <p:spPr>
            <a:xfrm>
              <a:off x="283231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g3413"/>
            <p:cNvSpPr/>
            <p:nvPr/>
          </p:nvSpPr>
          <p:spPr>
            <a:xfrm>
              <a:off x="284395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g3414"/>
            <p:cNvSpPr/>
            <p:nvPr/>
          </p:nvSpPr>
          <p:spPr>
            <a:xfrm>
              <a:off x="285559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g3415"/>
            <p:cNvSpPr/>
            <p:nvPr/>
          </p:nvSpPr>
          <p:spPr>
            <a:xfrm>
              <a:off x="286722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g3416"/>
            <p:cNvSpPr/>
            <p:nvPr/>
          </p:nvSpPr>
          <p:spPr>
            <a:xfrm>
              <a:off x="287886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g3417"/>
            <p:cNvSpPr/>
            <p:nvPr/>
          </p:nvSpPr>
          <p:spPr>
            <a:xfrm>
              <a:off x="289050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g3418"/>
            <p:cNvSpPr/>
            <p:nvPr/>
          </p:nvSpPr>
          <p:spPr>
            <a:xfrm>
              <a:off x="290213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g3419"/>
            <p:cNvSpPr/>
            <p:nvPr/>
          </p:nvSpPr>
          <p:spPr>
            <a:xfrm>
              <a:off x="291377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g3420"/>
            <p:cNvSpPr/>
            <p:nvPr/>
          </p:nvSpPr>
          <p:spPr>
            <a:xfrm>
              <a:off x="441499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g3421"/>
            <p:cNvSpPr/>
            <p:nvPr/>
          </p:nvSpPr>
          <p:spPr>
            <a:xfrm>
              <a:off x="442663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g3422"/>
            <p:cNvSpPr/>
            <p:nvPr/>
          </p:nvSpPr>
          <p:spPr>
            <a:xfrm>
              <a:off x="443826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g3423"/>
            <p:cNvSpPr/>
            <p:nvPr/>
          </p:nvSpPr>
          <p:spPr>
            <a:xfrm>
              <a:off x="444990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g3424"/>
            <p:cNvSpPr/>
            <p:nvPr/>
          </p:nvSpPr>
          <p:spPr>
            <a:xfrm>
              <a:off x="446154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g3425"/>
            <p:cNvSpPr/>
            <p:nvPr/>
          </p:nvSpPr>
          <p:spPr>
            <a:xfrm>
              <a:off x="447317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g3426"/>
            <p:cNvSpPr/>
            <p:nvPr/>
          </p:nvSpPr>
          <p:spPr>
            <a:xfrm>
              <a:off x="4659376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g3427"/>
            <p:cNvSpPr/>
            <p:nvPr/>
          </p:nvSpPr>
          <p:spPr>
            <a:xfrm>
              <a:off x="467101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g3428"/>
            <p:cNvSpPr/>
            <p:nvPr/>
          </p:nvSpPr>
          <p:spPr>
            <a:xfrm>
              <a:off x="4682651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g3429"/>
            <p:cNvSpPr/>
            <p:nvPr/>
          </p:nvSpPr>
          <p:spPr>
            <a:xfrm>
              <a:off x="469428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g3430"/>
            <p:cNvSpPr/>
            <p:nvPr/>
          </p:nvSpPr>
          <p:spPr>
            <a:xfrm>
              <a:off x="470592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g3431"/>
            <p:cNvSpPr/>
            <p:nvPr/>
          </p:nvSpPr>
          <p:spPr>
            <a:xfrm>
              <a:off x="282067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g3432"/>
            <p:cNvSpPr/>
            <p:nvPr/>
          </p:nvSpPr>
          <p:spPr>
            <a:xfrm>
              <a:off x="283231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g3433"/>
            <p:cNvSpPr/>
            <p:nvPr/>
          </p:nvSpPr>
          <p:spPr>
            <a:xfrm>
              <a:off x="284395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g3434"/>
            <p:cNvSpPr/>
            <p:nvPr/>
          </p:nvSpPr>
          <p:spPr>
            <a:xfrm>
              <a:off x="285559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g3435"/>
            <p:cNvSpPr/>
            <p:nvPr/>
          </p:nvSpPr>
          <p:spPr>
            <a:xfrm>
              <a:off x="286722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g3436"/>
            <p:cNvSpPr/>
            <p:nvPr/>
          </p:nvSpPr>
          <p:spPr>
            <a:xfrm>
              <a:off x="287886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g3437"/>
            <p:cNvSpPr/>
            <p:nvPr/>
          </p:nvSpPr>
          <p:spPr>
            <a:xfrm>
              <a:off x="289050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g3438"/>
            <p:cNvSpPr/>
            <p:nvPr/>
          </p:nvSpPr>
          <p:spPr>
            <a:xfrm>
              <a:off x="2902139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g3439"/>
            <p:cNvSpPr/>
            <p:nvPr/>
          </p:nvSpPr>
          <p:spPr>
            <a:xfrm>
              <a:off x="441499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g3440"/>
            <p:cNvSpPr/>
            <p:nvPr/>
          </p:nvSpPr>
          <p:spPr>
            <a:xfrm>
              <a:off x="442663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g3441"/>
            <p:cNvSpPr/>
            <p:nvPr/>
          </p:nvSpPr>
          <p:spPr>
            <a:xfrm>
              <a:off x="443826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g3442"/>
            <p:cNvSpPr/>
            <p:nvPr/>
          </p:nvSpPr>
          <p:spPr>
            <a:xfrm>
              <a:off x="4449904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g3443"/>
            <p:cNvSpPr/>
            <p:nvPr/>
          </p:nvSpPr>
          <p:spPr>
            <a:xfrm>
              <a:off x="446154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g3444"/>
            <p:cNvSpPr/>
            <p:nvPr/>
          </p:nvSpPr>
          <p:spPr>
            <a:xfrm>
              <a:off x="4659376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g3445"/>
            <p:cNvSpPr/>
            <p:nvPr/>
          </p:nvSpPr>
          <p:spPr>
            <a:xfrm>
              <a:off x="467101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g3446"/>
            <p:cNvSpPr/>
            <p:nvPr/>
          </p:nvSpPr>
          <p:spPr>
            <a:xfrm>
              <a:off x="4682651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g3447"/>
            <p:cNvSpPr/>
            <p:nvPr/>
          </p:nvSpPr>
          <p:spPr>
            <a:xfrm>
              <a:off x="469428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g3448"/>
            <p:cNvSpPr/>
            <p:nvPr/>
          </p:nvSpPr>
          <p:spPr>
            <a:xfrm>
              <a:off x="470592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g3449"/>
            <p:cNvSpPr/>
            <p:nvPr/>
          </p:nvSpPr>
          <p:spPr>
            <a:xfrm>
              <a:off x="282067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g3450"/>
            <p:cNvSpPr/>
            <p:nvPr/>
          </p:nvSpPr>
          <p:spPr>
            <a:xfrm>
              <a:off x="283231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g3451"/>
            <p:cNvSpPr/>
            <p:nvPr/>
          </p:nvSpPr>
          <p:spPr>
            <a:xfrm>
              <a:off x="284395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g3452"/>
            <p:cNvSpPr/>
            <p:nvPr/>
          </p:nvSpPr>
          <p:spPr>
            <a:xfrm>
              <a:off x="285559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g3453"/>
            <p:cNvSpPr/>
            <p:nvPr/>
          </p:nvSpPr>
          <p:spPr>
            <a:xfrm>
              <a:off x="286722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g3454"/>
            <p:cNvSpPr/>
            <p:nvPr/>
          </p:nvSpPr>
          <p:spPr>
            <a:xfrm>
              <a:off x="287886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g3455"/>
            <p:cNvSpPr/>
            <p:nvPr/>
          </p:nvSpPr>
          <p:spPr>
            <a:xfrm>
              <a:off x="289050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g3456"/>
            <p:cNvSpPr/>
            <p:nvPr/>
          </p:nvSpPr>
          <p:spPr>
            <a:xfrm>
              <a:off x="290213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g3457"/>
            <p:cNvSpPr/>
            <p:nvPr/>
          </p:nvSpPr>
          <p:spPr>
            <a:xfrm>
              <a:off x="441499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g3458"/>
            <p:cNvSpPr/>
            <p:nvPr/>
          </p:nvSpPr>
          <p:spPr>
            <a:xfrm>
              <a:off x="442663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g3459"/>
            <p:cNvSpPr/>
            <p:nvPr/>
          </p:nvSpPr>
          <p:spPr>
            <a:xfrm>
              <a:off x="443826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g3460"/>
            <p:cNvSpPr/>
            <p:nvPr/>
          </p:nvSpPr>
          <p:spPr>
            <a:xfrm>
              <a:off x="444990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g3461"/>
            <p:cNvSpPr/>
            <p:nvPr/>
          </p:nvSpPr>
          <p:spPr>
            <a:xfrm>
              <a:off x="446154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g3462"/>
            <p:cNvSpPr/>
            <p:nvPr/>
          </p:nvSpPr>
          <p:spPr>
            <a:xfrm>
              <a:off x="447317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g3463"/>
            <p:cNvSpPr/>
            <p:nvPr/>
          </p:nvSpPr>
          <p:spPr>
            <a:xfrm>
              <a:off x="467101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g3464"/>
            <p:cNvSpPr/>
            <p:nvPr/>
          </p:nvSpPr>
          <p:spPr>
            <a:xfrm>
              <a:off x="4682651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g3465"/>
            <p:cNvSpPr/>
            <p:nvPr/>
          </p:nvSpPr>
          <p:spPr>
            <a:xfrm>
              <a:off x="469428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g3466"/>
            <p:cNvSpPr/>
            <p:nvPr/>
          </p:nvSpPr>
          <p:spPr>
            <a:xfrm>
              <a:off x="470592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g3467"/>
            <p:cNvSpPr/>
            <p:nvPr/>
          </p:nvSpPr>
          <p:spPr>
            <a:xfrm>
              <a:off x="471756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g3468"/>
            <p:cNvSpPr/>
            <p:nvPr/>
          </p:nvSpPr>
          <p:spPr>
            <a:xfrm>
              <a:off x="283231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g3469"/>
            <p:cNvSpPr/>
            <p:nvPr/>
          </p:nvSpPr>
          <p:spPr>
            <a:xfrm>
              <a:off x="284395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g3470"/>
            <p:cNvSpPr/>
            <p:nvPr/>
          </p:nvSpPr>
          <p:spPr>
            <a:xfrm>
              <a:off x="285559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g3471"/>
            <p:cNvSpPr/>
            <p:nvPr/>
          </p:nvSpPr>
          <p:spPr>
            <a:xfrm>
              <a:off x="286722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g3472"/>
            <p:cNvSpPr/>
            <p:nvPr/>
          </p:nvSpPr>
          <p:spPr>
            <a:xfrm>
              <a:off x="287886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g3473"/>
            <p:cNvSpPr/>
            <p:nvPr/>
          </p:nvSpPr>
          <p:spPr>
            <a:xfrm>
              <a:off x="289050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g3474"/>
            <p:cNvSpPr/>
            <p:nvPr/>
          </p:nvSpPr>
          <p:spPr>
            <a:xfrm>
              <a:off x="442663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g3475"/>
            <p:cNvSpPr/>
            <p:nvPr/>
          </p:nvSpPr>
          <p:spPr>
            <a:xfrm>
              <a:off x="443826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g3476"/>
            <p:cNvSpPr/>
            <p:nvPr/>
          </p:nvSpPr>
          <p:spPr>
            <a:xfrm>
              <a:off x="4449904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g3477"/>
            <p:cNvSpPr/>
            <p:nvPr/>
          </p:nvSpPr>
          <p:spPr>
            <a:xfrm>
              <a:off x="446154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g3478"/>
            <p:cNvSpPr/>
            <p:nvPr/>
          </p:nvSpPr>
          <p:spPr>
            <a:xfrm>
              <a:off x="4473179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g3479"/>
            <p:cNvSpPr/>
            <p:nvPr/>
          </p:nvSpPr>
          <p:spPr>
            <a:xfrm>
              <a:off x="467101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g3480"/>
            <p:cNvSpPr/>
            <p:nvPr/>
          </p:nvSpPr>
          <p:spPr>
            <a:xfrm>
              <a:off x="4682651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g3481"/>
            <p:cNvSpPr/>
            <p:nvPr/>
          </p:nvSpPr>
          <p:spPr>
            <a:xfrm>
              <a:off x="469428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g3482"/>
            <p:cNvSpPr/>
            <p:nvPr/>
          </p:nvSpPr>
          <p:spPr>
            <a:xfrm>
              <a:off x="470592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g3483"/>
            <p:cNvSpPr/>
            <p:nvPr/>
          </p:nvSpPr>
          <p:spPr>
            <a:xfrm>
              <a:off x="471756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g3484"/>
            <p:cNvSpPr/>
            <p:nvPr/>
          </p:nvSpPr>
          <p:spPr>
            <a:xfrm>
              <a:off x="472920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g3485"/>
            <p:cNvSpPr/>
            <p:nvPr/>
          </p:nvSpPr>
          <p:spPr>
            <a:xfrm>
              <a:off x="283231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g3486"/>
            <p:cNvSpPr/>
            <p:nvPr/>
          </p:nvSpPr>
          <p:spPr>
            <a:xfrm>
              <a:off x="284395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g3487"/>
            <p:cNvSpPr/>
            <p:nvPr/>
          </p:nvSpPr>
          <p:spPr>
            <a:xfrm>
              <a:off x="285559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g3488"/>
            <p:cNvSpPr/>
            <p:nvPr/>
          </p:nvSpPr>
          <p:spPr>
            <a:xfrm>
              <a:off x="286722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g3489"/>
            <p:cNvSpPr/>
            <p:nvPr/>
          </p:nvSpPr>
          <p:spPr>
            <a:xfrm>
              <a:off x="287886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g3490"/>
            <p:cNvSpPr/>
            <p:nvPr/>
          </p:nvSpPr>
          <p:spPr>
            <a:xfrm>
              <a:off x="289050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g3491"/>
            <p:cNvSpPr/>
            <p:nvPr/>
          </p:nvSpPr>
          <p:spPr>
            <a:xfrm>
              <a:off x="443826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g3492"/>
            <p:cNvSpPr/>
            <p:nvPr/>
          </p:nvSpPr>
          <p:spPr>
            <a:xfrm>
              <a:off x="444990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g3493"/>
            <p:cNvSpPr/>
            <p:nvPr/>
          </p:nvSpPr>
          <p:spPr>
            <a:xfrm>
              <a:off x="446154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g3494"/>
            <p:cNvSpPr/>
            <p:nvPr/>
          </p:nvSpPr>
          <p:spPr>
            <a:xfrm>
              <a:off x="4473179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g3495"/>
            <p:cNvSpPr/>
            <p:nvPr/>
          </p:nvSpPr>
          <p:spPr>
            <a:xfrm>
              <a:off x="448481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g3496"/>
            <p:cNvSpPr/>
            <p:nvPr/>
          </p:nvSpPr>
          <p:spPr>
            <a:xfrm>
              <a:off x="449645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g3497"/>
            <p:cNvSpPr/>
            <p:nvPr/>
          </p:nvSpPr>
          <p:spPr>
            <a:xfrm>
              <a:off x="450809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g3498"/>
            <p:cNvSpPr/>
            <p:nvPr/>
          </p:nvSpPr>
          <p:spPr>
            <a:xfrm>
              <a:off x="451972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g3499"/>
            <p:cNvSpPr/>
            <p:nvPr/>
          </p:nvSpPr>
          <p:spPr>
            <a:xfrm>
              <a:off x="468265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g3500"/>
            <p:cNvSpPr/>
            <p:nvPr/>
          </p:nvSpPr>
          <p:spPr>
            <a:xfrm>
              <a:off x="469428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g3501"/>
            <p:cNvSpPr/>
            <p:nvPr/>
          </p:nvSpPr>
          <p:spPr>
            <a:xfrm>
              <a:off x="470592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g3502"/>
            <p:cNvSpPr/>
            <p:nvPr/>
          </p:nvSpPr>
          <p:spPr>
            <a:xfrm>
              <a:off x="471756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g3503"/>
            <p:cNvSpPr/>
            <p:nvPr/>
          </p:nvSpPr>
          <p:spPr>
            <a:xfrm>
              <a:off x="472920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g3504"/>
            <p:cNvSpPr/>
            <p:nvPr/>
          </p:nvSpPr>
          <p:spPr>
            <a:xfrm>
              <a:off x="284395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g3505"/>
            <p:cNvSpPr/>
            <p:nvPr/>
          </p:nvSpPr>
          <p:spPr>
            <a:xfrm>
              <a:off x="285559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g3506"/>
            <p:cNvSpPr/>
            <p:nvPr/>
          </p:nvSpPr>
          <p:spPr>
            <a:xfrm>
              <a:off x="286722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g3507"/>
            <p:cNvSpPr/>
            <p:nvPr/>
          </p:nvSpPr>
          <p:spPr>
            <a:xfrm>
              <a:off x="287886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g3508"/>
            <p:cNvSpPr/>
            <p:nvPr/>
          </p:nvSpPr>
          <p:spPr>
            <a:xfrm>
              <a:off x="289050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g3509"/>
            <p:cNvSpPr/>
            <p:nvPr/>
          </p:nvSpPr>
          <p:spPr>
            <a:xfrm>
              <a:off x="443826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g3510"/>
            <p:cNvSpPr/>
            <p:nvPr/>
          </p:nvSpPr>
          <p:spPr>
            <a:xfrm>
              <a:off x="444990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g3511"/>
            <p:cNvSpPr/>
            <p:nvPr/>
          </p:nvSpPr>
          <p:spPr>
            <a:xfrm>
              <a:off x="446154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g3512"/>
            <p:cNvSpPr/>
            <p:nvPr/>
          </p:nvSpPr>
          <p:spPr>
            <a:xfrm>
              <a:off x="4473179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g3513"/>
            <p:cNvSpPr/>
            <p:nvPr/>
          </p:nvSpPr>
          <p:spPr>
            <a:xfrm>
              <a:off x="448481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g3514"/>
            <p:cNvSpPr/>
            <p:nvPr/>
          </p:nvSpPr>
          <p:spPr>
            <a:xfrm>
              <a:off x="449645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g3515"/>
            <p:cNvSpPr/>
            <p:nvPr/>
          </p:nvSpPr>
          <p:spPr>
            <a:xfrm>
              <a:off x="450809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g3516"/>
            <p:cNvSpPr/>
            <p:nvPr/>
          </p:nvSpPr>
          <p:spPr>
            <a:xfrm>
              <a:off x="451972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g3517"/>
            <p:cNvSpPr/>
            <p:nvPr/>
          </p:nvSpPr>
          <p:spPr>
            <a:xfrm>
              <a:off x="453136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g3518"/>
            <p:cNvSpPr/>
            <p:nvPr/>
          </p:nvSpPr>
          <p:spPr>
            <a:xfrm>
              <a:off x="468265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g3519"/>
            <p:cNvSpPr/>
            <p:nvPr/>
          </p:nvSpPr>
          <p:spPr>
            <a:xfrm>
              <a:off x="469428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g3520"/>
            <p:cNvSpPr/>
            <p:nvPr/>
          </p:nvSpPr>
          <p:spPr>
            <a:xfrm>
              <a:off x="470592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g3521"/>
            <p:cNvSpPr/>
            <p:nvPr/>
          </p:nvSpPr>
          <p:spPr>
            <a:xfrm>
              <a:off x="471756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g3522"/>
            <p:cNvSpPr/>
            <p:nvPr/>
          </p:nvSpPr>
          <p:spPr>
            <a:xfrm>
              <a:off x="472920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g3523"/>
            <p:cNvSpPr/>
            <p:nvPr/>
          </p:nvSpPr>
          <p:spPr>
            <a:xfrm>
              <a:off x="284395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g3524"/>
            <p:cNvSpPr/>
            <p:nvPr/>
          </p:nvSpPr>
          <p:spPr>
            <a:xfrm>
              <a:off x="285559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g3525"/>
            <p:cNvSpPr/>
            <p:nvPr/>
          </p:nvSpPr>
          <p:spPr>
            <a:xfrm>
              <a:off x="286722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g3526"/>
            <p:cNvSpPr/>
            <p:nvPr/>
          </p:nvSpPr>
          <p:spPr>
            <a:xfrm>
              <a:off x="287886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g3527"/>
            <p:cNvSpPr/>
            <p:nvPr/>
          </p:nvSpPr>
          <p:spPr>
            <a:xfrm>
              <a:off x="289050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g3528"/>
            <p:cNvSpPr/>
            <p:nvPr/>
          </p:nvSpPr>
          <p:spPr>
            <a:xfrm>
              <a:off x="444990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g3529"/>
            <p:cNvSpPr/>
            <p:nvPr/>
          </p:nvSpPr>
          <p:spPr>
            <a:xfrm>
              <a:off x="446154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g3530"/>
            <p:cNvSpPr/>
            <p:nvPr/>
          </p:nvSpPr>
          <p:spPr>
            <a:xfrm>
              <a:off x="4473179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g3531"/>
            <p:cNvSpPr/>
            <p:nvPr/>
          </p:nvSpPr>
          <p:spPr>
            <a:xfrm>
              <a:off x="448481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g3532"/>
            <p:cNvSpPr/>
            <p:nvPr/>
          </p:nvSpPr>
          <p:spPr>
            <a:xfrm>
              <a:off x="449645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g3533"/>
            <p:cNvSpPr/>
            <p:nvPr/>
          </p:nvSpPr>
          <p:spPr>
            <a:xfrm>
              <a:off x="4508091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g3534"/>
            <p:cNvSpPr/>
            <p:nvPr/>
          </p:nvSpPr>
          <p:spPr>
            <a:xfrm>
              <a:off x="451972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g3535"/>
            <p:cNvSpPr/>
            <p:nvPr/>
          </p:nvSpPr>
          <p:spPr>
            <a:xfrm>
              <a:off x="453136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g3536"/>
            <p:cNvSpPr/>
            <p:nvPr/>
          </p:nvSpPr>
          <p:spPr>
            <a:xfrm>
              <a:off x="469428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g3537"/>
            <p:cNvSpPr/>
            <p:nvPr/>
          </p:nvSpPr>
          <p:spPr>
            <a:xfrm>
              <a:off x="470592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g3538"/>
            <p:cNvSpPr/>
            <p:nvPr/>
          </p:nvSpPr>
          <p:spPr>
            <a:xfrm>
              <a:off x="471756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g3539"/>
            <p:cNvSpPr/>
            <p:nvPr/>
          </p:nvSpPr>
          <p:spPr>
            <a:xfrm>
              <a:off x="472920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g3540"/>
            <p:cNvSpPr/>
            <p:nvPr/>
          </p:nvSpPr>
          <p:spPr>
            <a:xfrm>
              <a:off x="474083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g3541"/>
            <p:cNvSpPr/>
            <p:nvPr/>
          </p:nvSpPr>
          <p:spPr>
            <a:xfrm>
              <a:off x="284395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g3542"/>
            <p:cNvSpPr/>
            <p:nvPr/>
          </p:nvSpPr>
          <p:spPr>
            <a:xfrm>
              <a:off x="285559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g3543"/>
            <p:cNvSpPr/>
            <p:nvPr/>
          </p:nvSpPr>
          <p:spPr>
            <a:xfrm>
              <a:off x="286722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g3544"/>
            <p:cNvSpPr/>
            <p:nvPr/>
          </p:nvSpPr>
          <p:spPr>
            <a:xfrm>
              <a:off x="287886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g3545"/>
            <p:cNvSpPr/>
            <p:nvPr/>
          </p:nvSpPr>
          <p:spPr>
            <a:xfrm>
              <a:off x="289050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g3546"/>
            <p:cNvSpPr/>
            <p:nvPr/>
          </p:nvSpPr>
          <p:spPr>
            <a:xfrm>
              <a:off x="446154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g3547"/>
            <p:cNvSpPr/>
            <p:nvPr/>
          </p:nvSpPr>
          <p:spPr>
            <a:xfrm>
              <a:off x="4473179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g3548"/>
            <p:cNvSpPr/>
            <p:nvPr/>
          </p:nvSpPr>
          <p:spPr>
            <a:xfrm>
              <a:off x="448481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g3549"/>
            <p:cNvSpPr/>
            <p:nvPr/>
          </p:nvSpPr>
          <p:spPr>
            <a:xfrm>
              <a:off x="4496454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g3550"/>
            <p:cNvSpPr/>
            <p:nvPr/>
          </p:nvSpPr>
          <p:spPr>
            <a:xfrm>
              <a:off x="4508091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g3551"/>
            <p:cNvSpPr/>
            <p:nvPr/>
          </p:nvSpPr>
          <p:spPr>
            <a:xfrm>
              <a:off x="451972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g3552"/>
            <p:cNvSpPr/>
            <p:nvPr/>
          </p:nvSpPr>
          <p:spPr>
            <a:xfrm>
              <a:off x="453136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g3553"/>
            <p:cNvSpPr/>
            <p:nvPr/>
          </p:nvSpPr>
          <p:spPr>
            <a:xfrm>
              <a:off x="454300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g3554"/>
            <p:cNvSpPr/>
            <p:nvPr/>
          </p:nvSpPr>
          <p:spPr>
            <a:xfrm>
              <a:off x="469428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g3555"/>
            <p:cNvSpPr/>
            <p:nvPr/>
          </p:nvSpPr>
          <p:spPr>
            <a:xfrm>
              <a:off x="470592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g3556"/>
            <p:cNvSpPr/>
            <p:nvPr/>
          </p:nvSpPr>
          <p:spPr>
            <a:xfrm>
              <a:off x="471756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g3557"/>
            <p:cNvSpPr/>
            <p:nvPr/>
          </p:nvSpPr>
          <p:spPr>
            <a:xfrm>
              <a:off x="472920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g3558"/>
            <p:cNvSpPr/>
            <p:nvPr/>
          </p:nvSpPr>
          <p:spPr>
            <a:xfrm>
              <a:off x="474083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g3559"/>
            <p:cNvSpPr/>
            <p:nvPr/>
          </p:nvSpPr>
          <p:spPr>
            <a:xfrm>
              <a:off x="285559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g3560"/>
            <p:cNvSpPr/>
            <p:nvPr/>
          </p:nvSpPr>
          <p:spPr>
            <a:xfrm>
              <a:off x="286722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g3561"/>
            <p:cNvSpPr/>
            <p:nvPr/>
          </p:nvSpPr>
          <p:spPr>
            <a:xfrm>
              <a:off x="287886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g3562"/>
            <p:cNvSpPr/>
            <p:nvPr/>
          </p:nvSpPr>
          <p:spPr>
            <a:xfrm>
              <a:off x="2890502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g3563"/>
            <p:cNvSpPr/>
            <p:nvPr/>
          </p:nvSpPr>
          <p:spPr>
            <a:xfrm>
              <a:off x="4473179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g3564"/>
            <p:cNvSpPr/>
            <p:nvPr/>
          </p:nvSpPr>
          <p:spPr>
            <a:xfrm>
              <a:off x="448481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g3565"/>
            <p:cNvSpPr/>
            <p:nvPr/>
          </p:nvSpPr>
          <p:spPr>
            <a:xfrm>
              <a:off x="4496454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g3566"/>
            <p:cNvSpPr/>
            <p:nvPr/>
          </p:nvSpPr>
          <p:spPr>
            <a:xfrm>
              <a:off x="4508091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g3567"/>
            <p:cNvSpPr/>
            <p:nvPr/>
          </p:nvSpPr>
          <p:spPr>
            <a:xfrm>
              <a:off x="451972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g3568"/>
            <p:cNvSpPr/>
            <p:nvPr/>
          </p:nvSpPr>
          <p:spPr>
            <a:xfrm>
              <a:off x="453136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g3569"/>
            <p:cNvSpPr/>
            <p:nvPr/>
          </p:nvSpPr>
          <p:spPr>
            <a:xfrm>
              <a:off x="454300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g3570"/>
            <p:cNvSpPr/>
            <p:nvPr/>
          </p:nvSpPr>
          <p:spPr>
            <a:xfrm>
              <a:off x="455464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g3571"/>
            <p:cNvSpPr/>
            <p:nvPr/>
          </p:nvSpPr>
          <p:spPr>
            <a:xfrm>
              <a:off x="469428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g3572"/>
            <p:cNvSpPr/>
            <p:nvPr/>
          </p:nvSpPr>
          <p:spPr>
            <a:xfrm>
              <a:off x="470592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g3573"/>
            <p:cNvSpPr/>
            <p:nvPr/>
          </p:nvSpPr>
          <p:spPr>
            <a:xfrm>
              <a:off x="471756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g3574"/>
            <p:cNvSpPr/>
            <p:nvPr/>
          </p:nvSpPr>
          <p:spPr>
            <a:xfrm>
              <a:off x="472920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g3575"/>
            <p:cNvSpPr/>
            <p:nvPr/>
          </p:nvSpPr>
          <p:spPr>
            <a:xfrm>
              <a:off x="474083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g3576"/>
            <p:cNvSpPr/>
            <p:nvPr/>
          </p:nvSpPr>
          <p:spPr>
            <a:xfrm>
              <a:off x="285559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g3577"/>
            <p:cNvSpPr/>
            <p:nvPr/>
          </p:nvSpPr>
          <p:spPr>
            <a:xfrm>
              <a:off x="286722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g3578"/>
            <p:cNvSpPr/>
            <p:nvPr/>
          </p:nvSpPr>
          <p:spPr>
            <a:xfrm>
              <a:off x="287886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g3579"/>
            <p:cNvSpPr/>
            <p:nvPr/>
          </p:nvSpPr>
          <p:spPr>
            <a:xfrm>
              <a:off x="2890502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g3580"/>
            <p:cNvSpPr/>
            <p:nvPr/>
          </p:nvSpPr>
          <p:spPr>
            <a:xfrm>
              <a:off x="448481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g3581"/>
            <p:cNvSpPr/>
            <p:nvPr/>
          </p:nvSpPr>
          <p:spPr>
            <a:xfrm>
              <a:off x="4496454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g3582"/>
            <p:cNvSpPr/>
            <p:nvPr/>
          </p:nvSpPr>
          <p:spPr>
            <a:xfrm>
              <a:off x="4508091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g3583"/>
            <p:cNvSpPr/>
            <p:nvPr/>
          </p:nvSpPr>
          <p:spPr>
            <a:xfrm>
              <a:off x="451972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g3584"/>
            <p:cNvSpPr/>
            <p:nvPr/>
          </p:nvSpPr>
          <p:spPr>
            <a:xfrm>
              <a:off x="453136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g3585"/>
            <p:cNvSpPr/>
            <p:nvPr/>
          </p:nvSpPr>
          <p:spPr>
            <a:xfrm>
              <a:off x="454300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g3586"/>
            <p:cNvSpPr/>
            <p:nvPr/>
          </p:nvSpPr>
          <p:spPr>
            <a:xfrm>
              <a:off x="469428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g3587"/>
            <p:cNvSpPr/>
            <p:nvPr/>
          </p:nvSpPr>
          <p:spPr>
            <a:xfrm>
              <a:off x="470592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g3588"/>
            <p:cNvSpPr/>
            <p:nvPr/>
          </p:nvSpPr>
          <p:spPr>
            <a:xfrm>
              <a:off x="471756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g3589"/>
            <p:cNvSpPr/>
            <p:nvPr/>
          </p:nvSpPr>
          <p:spPr>
            <a:xfrm>
              <a:off x="472920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g3590"/>
            <p:cNvSpPr/>
            <p:nvPr/>
          </p:nvSpPr>
          <p:spPr>
            <a:xfrm>
              <a:off x="474083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g3591"/>
            <p:cNvSpPr/>
            <p:nvPr/>
          </p:nvSpPr>
          <p:spPr>
            <a:xfrm>
              <a:off x="285559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g3592"/>
            <p:cNvSpPr/>
            <p:nvPr/>
          </p:nvSpPr>
          <p:spPr>
            <a:xfrm>
              <a:off x="286722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g3593"/>
            <p:cNvSpPr/>
            <p:nvPr/>
          </p:nvSpPr>
          <p:spPr>
            <a:xfrm>
              <a:off x="287886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g3594"/>
            <p:cNvSpPr/>
            <p:nvPr/>
          </p:nvSpPr>
          <p:spPr>
            <a:xfrm>
              <a:off x="2890502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g3595"/>
            <p:cNvSpPr/>
            <p:nvPr/>
          </p:nvSpPr>
          <p:spPr>
            <a:xfrm>
              <a:off x="2902139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g3596"/>
            <p:cNvSpPr/>
            <p:nvPr/>
          </p:nvSpPr>
          <p:spPr>
            <a:xfrm>
              <a:off x="448481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g3597"/>
            <p:cNvSpPr/>
            <p:nvPr/>
          </p:nvSpPr>
          <p:spPr>
            <a:xfrm>
              <a:off x="4496454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g3598"/>
            <p:cNvSpPr/>
            <p:nvPr/>
          </p:nvSpPr>
          <p:spPr>
            <a:xfrm>
              <a:off x="4508091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g3599"/>
            <p:cNvSpPr/>
            <p:nvPr/>
          </p:nvSpPr>
          <p:spPr>
            <a:xfrm>
              <a:off x="451972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g3600"/>
            <p:cNvSpPr/>
            <p:nvPr/>
          </p:nvSpPr>
          <p:spPr>
            <a:xfrm>
              <a:off x="453136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g3601"/>
            <p:cNvSpPr/>
            <p:nvPr/>
          </p:nvSpPr>
          <p:spPr>
            <a:xfrm>
              <a:off x="454300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g3602"/>
            <p:cNvSpPr/>
            <p:nvPr/>
          </p:nvSpPr>
          <p:spPr>
            <a:xfrm>
              <a:off x="469428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g3603"/>
            <p:cNvSpPr/>
            <p:nvPr/>
          </p:nvSpPr>
          <p:spPr>
            <a:xfrm>
              <a:off x="470592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g3604"/>
            <p:cNvSpPr/>
            <p:nvPr/>
          </p:nvSpPr>
          <p:spPr>
            <a:xfrm>
              <a:off x="471756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g3605"/>
            <p:cNvSpPr/>
            <p:nvPr/>
          </p:nvSpPr>
          <p:spPr>
            <a:xfrm>
              <a:off x="472920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g3606"/>
            <p:cNvSpPr/>
            <p:nvPr/>
          </p:nvSpPr>
          <p:spPr>
            <a:xfrm>
              <a:off x="474083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g3607"/>
            <p:cNvSpPr/>
            <p:nvPr/>
          </p:nvSpPr>
          <p:spPr>
            <a:xfrm>
              <a:off x="285559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g3608"/>
            <p:cNvSpPr/>
            <p:nvPr/>
          </p:nvSpPr>
          <p:spPr>
            <a:xfrm>
              <a:off x="2867227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g3609"/>
            <p:cNvSpPr/>
            <p:nvPr/>
          </p:nvSpPr>
          <p:spPr>
            <a:xfrm>
              <a:off x="287886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g3610"/>
            <p:cNvSpPr/>
            <p:nvPr/>
          </p:nvSpPr>
          <p:spPr>
            <a:xfrm>
              <a:off x="2890502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g3611"/>
            <p:cNvSpPr/>
            <p:nvPr/>
          </p:nvSpPr>
          <p:spPr>
            <a:xfrm>
              <a:off x="2902139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g3612"/>
            <p:cNvSpPr/>
            <p:nvPr/>
          </p:nvSpPr>
          <p:spPr>
            <a:xfrm>
              <a:off x="4496454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g3613"/>
            <p:cNvSpPr/>
            <p:nvPr/>
          </p:nvSpPr>
          <p:spPr>
            <a:xfrm>
              <a:off x="4508091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g3614"/>
            <p:cNvSpPr/>
            <p:nvPr/>
          </p:nvSpPr>
          <p:spPr>
            <a:xfrm>
              <a:off x="451972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g3615"/>
            <p:cNvSpPr/>
            <p:nvPr/>
          </p:nvSpPr>
          <p:spPr>
            <a:xfrm>
              <a:off x="4531366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g3616"/>
            <p:cNvSpPr/>
            <p:nvPr/>
          </p:nvSpPr>
          <p:spPr>
            <a:xfrm>
              <a:off x="454300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g3617"/>
            <p:cNvSpPr/>
            <p:nvPr/>
          </p:nvSpPr>
          <p:spPr>
            <a:xfrm>
              <a:off x="469428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g3618"/>
            <p:cNvSpPr/>
            <p:nvPr/>
          </p:nvSpPr>
          <p:spPr>
            <a:xfrm>
              <a:off x="470592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g3619"/>
            <p:cNvSpPr/>
            <p:nvPr/>
          </p:nvSpPr>
          <p:spPr>
            <a:xfrm>
              <a:off x="471756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g3620"/>
            <p:cNvSpPr/>
            <p:nvPr/>
          </p:nvSpPr>
          <p:spPr>
            <a:xfrm>
              <a:off x="472920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g3621"/>
            <p:cNvSpPr/>
            <p:nvPr/>
          </p:nvSpPr>
          <p:spPr>
            <a:xfrm>
              <a:off x="286722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g3622"/>
            <p:cNvSpPr/>
            <p:nvPr/>
          </p:nvSpPr>
          <p:spPr>
            <a:xfrm>
              <a:off x="287886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g3623"/>
            <p:cNvSpPr/>
            <p:nvPr/>
          </p:nvSpPr>
          <p:spPr>
            <a:xfrm>
              <a:off x="2890502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g3624"/>
            <p:cNvSpPr/>
            <p:nvPr/>
          </p:nvSpPr>
          <p:spPr>
            <a:xfrm>
              <a:off x="2902139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g3625"/>
            <p:cNvSpPr/>
            <p:nvPr/>
          </p:nvSpPr>
          <p:spPr>
            <a:xfrm>
              <a:off x="291377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g3626"/>
            <p:cNvSpPr/>
            <p:nvPr/>
          </p:nvSpPr>
          <p:spPr>
            <a:xfrm>
              <a:off x="4508091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g3627"/>
            <p:cNvSpPr/>
            <p:nvPr/>
          </p:nvSpPr>
          <p:spPr>
            <a:xfrm>
              <a:off x="451972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g3628"/>
            <p:cNvSpPr/>
            <p:nvPr/>
          </p:nvSpPr>
          <p:spPr>
            <a:xfrm>
              <a:off x="4531366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g3629"/>
            <p:cNvSpPr/>
            <p:nvPr/>
          </p:nvSpPr>
          <p:spPr>
            <a:xfrm>
              <a:off x="454300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g3630"/>
            <p:cNvSpPr/>
            <p:nvPr/>
          </p:nvSpPr>
          <p:spPr>
            <a:xfrm>
              <a:off x="455464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g3631"/>
            <p:cNvSpPr/>
            <p:nvPr/>
          </p:nvSpPr>
          <p:spPr>
            <a:xfrm>
              <a:off x="469428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g3632"/>
            <p:cNvSpPr/>
            <p:nvPr/>
          </p:nvSpPr>
          <p:spPr>
            <a:xfrm>
              <a:off x="470592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g3633"/>
            <p:cNvSpPr/>
            <p:nvPr/>
          </p:nvSpPr>
          <p:spPr>
            <a:xfrm>
              <a:off x="471756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g3634"/>
            <p:cNvSpPr/>
            <p:nvPr/>
          </p:nvSpPr>
          <p:spPr>
            <a:xfrm>
              <a:off x="472920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g3635"/>
            <p:cNvSpPr/>
            <p:nvPr/>
          </p:nvSpPr>
          <p:spPr>
            <a:xfrm>
              <a:off x="286722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g3636"/>
            <p:cNvSpPr/>
            <p:nvPr/>
          </p:nvSpPr>
          <p:spPr>
            <a:xfrm>
              <a:off x="287886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g3637"/>
            <p:cNvSpPr/>
            <p:nvPr/>
          </p:nvSpPr>
          <p:spPr>
            <a:xfrm>
              <a:off x="2890502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g3638"/>
            <p:cNvSpPr/>
            <p:nvPr/>
          </p:nvSpPr>
          <p:spPr>
            <a:xfrm>
              <a:off x="2902139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g3639"/>
            <p:cNvSpPr/>
            <p:nvPr/>
          </p:nvSpPr>
          <p:spPr>
            <a:xfrm>
              <a:off x="291377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g3640"/>
            <p:cNvSpPr/>
            <p:nvPr/>
          </p:nvSpPr>
          <p:spPr>
            <a:xfrm>
              <a:off x="2925414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g3641"/>
            <p:cNvSpPr/>
            <p:nvPr/>
          </p:nvSpPr>
          <p:spPr>
            <a:xfrm>
              <a:off x="4508091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g3642"/>
            <p:cNvSpPr/>
            <p:nvPr/>
          </p:nvSpPr>
          <p:spPr>
            <a:xfrm>
              <a:off x="451972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g3643"/>
            <p:cNvSpPr/>
            <p:nvPr/>
          </p:nvSpPr>
          <p:spPr>
            <a:xfrm>
              <a:off x="4531366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g3644"/>
            <p:cNvSpPr/>
            <p:nvPr/>
          </p:nvSpPr>
          <p:spPr>
            <a:xfrm>
              <a:off x="454300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g3645"/>
            <p:cNvSpPr/>
            <p:nvPr/>
          </p:nvSpPr>
          <p:spPr>
            <a:xfrm>
              <a:off x="455464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g3646"/>
            <p:cNvSpPr/>
            <p:nvPr/>
          </p:nvSpPr>
          <p:spPr>
            <a:xfrm>
              <a:off x="469428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g3647"/>
            <p:cNvSpPr/>
            <p:nvPr/>
          </p:nvSpPr>
          <p:spPr>
            <a:xfrm>
              <a:off x="470592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g3648"/>
            <p:cNvSpPr/>
            <p:nvPr/>
          </p:nvSpPr>
          <p:spPr>
            <a:xfrm>
              <a:off x="471756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g3649"/>
            <p:cNvSpPr/>
            <p:nvPr/>
          </p:nvSpPr>
          <p:spPr>
            <a:xfrm>
              <a:off x="472920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g3650"/>
            <p:cNvSpPr/>
            <p:nvPr/>
          </p:nvSpPr>
          <p:spPr>
            <a:xfrm>
              <a:off x="287886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g3651"/>
            <p:cNvSpPr/>
            <p:nvPr/>
          </p:nvSpPr>
          <p:spPr>
            <a:xfrm>
              <a:off x="289050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g3652"/>
            <p:cNvSpPr/>
            <p:nvPr/>
          </p:nvSpPr>
          <p:spPr>
            <a:xfrm>
              <a:off x="2902139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g3653"/>
            <p:cNvSpPr/>
            <p:nvPr/>
          </p:nvSpPr>
          <p:spPr>
            <a:xfrm>
              <a:off x="2913777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g3654"/>
            <p:cNvSpPr/>
            <p:nvPr/>
          </p:nvSpPr>
          <p:spPr>
            <a:xfrm>
              <a:off x="2925414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g3655"/>
            <p:cNvSpPr/>
            <p:nvPr/>
          </p:nvSpPr>
          <p:spPr>
            <a:xfrm>
              <a:off x="4508091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g3656"/>
            <p:cNvSpPr/>
            <p:nvPr/>
          </p:nvSpPr>
          <p:spPr>
            <a:xfrm>
              <a:off x="451972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g3657"/>
            <p:cNvSpPr/>
            <p:nvPr/>
          </p:nvSpPr>
          <p:spPr>
            <a:xfrm>
              <a:off x="4531366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g3658"/>
            <p:cNvSpPr/>
            <p:nvPr/>
          </p:nvSpPr>
          <p:spPr>
            <a:xfrm>
              <a:off x="454300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g3659"/>
            <p:cNvSpPr/>
            <p:nvPr/>
          </p:nvSpPr>
          <p:spPr>
            <a:xfrm>
              <a:off x="455464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g3660"/>
            <p:cNvSpPr/>
            <p:nvPr/>
          </p:nvSpPr>
          <p:spPr>
            <a:xfrm>
              <a:off x="456627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g3661"/>
            <p:cNvSpPr/>
            <p:nvPr/>
          </p:nvSpPr>
          <p:spPr>
            <a:xfrm>
              <a:off x="457791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g3662"/>
            <p:cNvSpPr/>
            <p:nvPr/>
          </p:nvSpPr>
          <p:spPr>
            <a:xfrm>
              <a:off x="458955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g3663"/>
            <p:cNvSpPr/>
            <p:nvPr/>
          </p:nvSpPr>
          <p:spPr>
            <a:xfrm>
              <a:off x="469428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g3664"/>
            <p:cNvSpPr/>
            <p:nvPr/>
          </p:nvSpPr>
          <p:spPr>
            <a:xfrm>
              <a:off x="470592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g3665"/>
            <p:cNvSpPr/>
            <p:nvPr/>
          </p:nvSpPr>
          <p:spPr>
            <a:xfrm>
              <a:off x="471756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g3666"/>
            <p:cNvSpPr/>
            <p:nvPr/>
          </p:nvSpPr>
          <p:spPr>
            <a:xfrm>
              <a:off x="472920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g3667"/>
            <p:cNvSpPr/>
            <p:nvPr/>
          </p:nvSpPr>
          <p:spPr>
            <a:xfrm>
              <a:off x="289050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g3668"/>
            <p:cNvSpPr/>
            <p:nvPr/>
          </p:nvSpPr>
          <p:spPr>
            <a:xfrm>
              <a:off x="2902139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g3669"/>
            <p:cNvSpPr/>
            <p:nvPr/>
          </p:nvSpPr>
          <p:spPr>
            <a:xfrm>
              <a:off x="2913777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g3670"/>
            <p:cNvSpPr/>
            <p:nvPr/>
          </p:nvSpPr>
          <p:spPr>
            <a:xfrm>
              <a:off x="2925414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g3671"/>
            <p:cNvSpPr/>
            <p:nvPr/>
          </p:nvSpPr>
          <p:spPr>
            <a:xfrm>
              <a:off x="451972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g3672"/>
            <p:cNvSpPr/>
            <p:nvPr/>
          </p:nvSpPr>
          <p:spPr>
            <a:xfrm>
              <a:off x="4531366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g3673"/>
            <p:cNvSpPr/>
            <p:nvPr/>
          </p:nvSpPr>
          <p:spPr>
            <a:xfrm>
              <a:off x="454300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g3674"/>
            <p:cNvSpPr/>
            <p:nvPr/>
          </p:nvSpPr>
          <p:spPr>
            <a:xfrm>
              <a:off x="455464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g3675"/>
            <p:cNvSpPr/>
            <p:nvPr/>
          </p:nvSpPr>
          <p:spPr>
            <a:xfrm>
              <a:off x="456627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g3676"/>
            <p:cNvSpPr/>
            <p:nvPr/>
          </p:nvSpPr>
          <p:spPr>
            <a:xfrm>
              <a:off x="457791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g3677"/>
            <p:cNvSpPr/>
            <p:nvPr/>
          </p:nvSpPr>
          <p:spPr>
            <a:xfrm>
              <a:off x="458955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g3678"/>
            <p:cNvSpPr/>
            <p:nvPr/>
          </p:nvSpPr>
          <p:spPr>
            <a:xfrm>
              <a:off x="460119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g3679"/>
            <p:cNvSpPr/>
            <p:nvPr/>
          </p:nvSpPr>
          <p:spPr>
            <a:xfrm>
              <a:off x="4682651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g3680"/>
            <p:cNvSpPr/>
            <p:nvPr/>
          </p:nvSpPr>
          <p:spPr>
            <a:xfrm>
              <a:off x="469428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g3681"/>
            <p:cNvSpPr/>
            <p:nvPr/>
          </p:nvSpPr>
          <p:spPr>
            <a:xfrm>
              <a:off x="470592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g3682"/>
            <p:cNvSpPr/>
            <p:nvPr/>
          </p:nvSpPr>
          <p:spPr>
            <a:xfrm>
              <a:off x="471756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g3683"/>
            <p:cNvSpPr/>
            <p:nvPr/>
          </p:nvSpPr>
          <p:spPr>
            <a:xfrm>
              <a:off x="472920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g3684"/>
            <p:cNvSpPr/>
            <p:nvPr/>
          </p:nvSpPr>
          <p:spPr>
            <a:xfrm>
              <a:off x="289050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g3685"/>
            <p:cNvSpPr/>
            <p:nvPr/>
          </p:nvSpPr>
          <p:spPr>
            <a:xfrm>
              <a:off x="2902139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g3686"/>
            <p:cNvSpPr/>
            <p:nvPr/>
          </p:nvSpPr>
          <p:spPr>
            <a:xfrm>
              <a:off x="2913777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g3687"/>
            <p:cNvSpPr/>
            <p:nvPr/>
          </p:nvSpPr>
          <p:spPr>
            <a:xfrm>
              <a:off x="2925414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g3688"/>
            <p:cNvSpPr/>
            <p:nvPr/>
          </p:nvSpPr>
          <p:spPr>
            <a:xfrm>
              <a:off x="4531366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g3689"/>
            <p:cNvSpPr/>
            <p:nvPr/>
          </p:nvSpPr>
          <p:spPr>
            <a:xfrm>
              <a:off x="454300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g3690"/>
            <p:cNvSpPr/>
            <p:nvPr/>
          </p:nvSpPr>
          <p:spPr>
            <a:xfrm>
              <a:off x="455464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g3691"/>
            <p:cNvSpPr/>
            <p:nvPr/>
          </p:nvSpPr>
          <p:spPr>
            <a:xfrm>
              <a:off x="456627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g3692"/>
            <p:cNvSpPr/>
            <p:nvPr/>
          </p:nvSpPr>
          <p:spPr>
            <a:xfrm>
              <a:off x="457791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g3693"/>
            <p:cNvSpPr/>
            <p:nvPr/>
          </p:nvSpPr>
          <p:spPr>
            <a:xfrm>
              <a:off x="458955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g3694"/>
            <p:cNvSpPr/>
            <p:nvPr/>
          </p:nvSpPr>
          <p:spPr>
            <a:xfrm>
              <a:off x="460119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g3695"/>
            <p:cNvSpPr/>
            <p:nvPr/>
          </p:nvSpPr>
          <p:spPr>
            <a:xfrm>
              <a:off x="4682651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g3696"/>
            <p:cNvSpPr/>
            <p:nvPr/>
          </p:nvSpPr>
          <p:spPr>
            <a:xfrm>
              <a:off x="469428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g3697"/>
            <p:cNvSpPr/>
            <p:nvPr/>
          </p:nvSpPr>
          <p:spPr>
            <a:xfrm>
              <a:off x="470592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g3698"/>
            <p:cNvSpPr/>
            <p:nvPr/>
          </p:nvSpPr>
          <p:spPr>
            <a:xfrm>
              <a:off x="471756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g3699"/>
            <p:cNvSpPr/>
            <p:nvPr/>
          </p:nvSpPr>
          <p:spPr>
            <a:xfrm>
              <a:off x="472920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g3700"/>
            <p:cNvSpPr/>
            <p:nvPr/>
          </p:nvSpPr>
          <p:spPr>
            <a:xfrm>
              <a:off x="287886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g3701"/>
            <p:cNvSpPr/>
            <p:nvPr/>
          </p:nvSpPr>
          <p:spPr>
            <a:xfrm>
              <a:off x="289050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g3702"/>
            <p:cNvSpPr/>
            <p:nvPr/>
          </p:nvSpPr>
          <p:spPr>
            <a:xfrm>
              <a:off x="2902139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g3703"/>
            <p:cNvSpPr/>
            <p:nvPr/>
          </p:nvSpPr>
          <p:spPr>
            <a:xfrm>
              <a:off x="291377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g3704"/>
            <p:cNvSpPr/>
            <p:nvPr/>
          </p:nvSpPr>
          <p:spPr>
            <a:xfrm>
              <a:off x="2925414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g3705"/>
            <p:cNvSpPr/>
            <p:nvPr/>
          </p:nvSpPr>
          <p:spPr>
            <a:xfrm>
              <a:off x="454300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g3706"/>
            <p:cNvSpPr/>
            <p:nvPr/>
          </p:nvSpPr>
          <p:spPr>
            <a:xfrm>
              <a:off x="455464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g3707"/>
            <p:cNvSpPr/>
            <p:nvPr/>
          </p:nvSpPr>
          <p:spPr>
            <a:xfrm>
              <a:off x="456627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g3708"/>
            <p:cNvSpPr/>
            <p:nvPr/>
          </p:nvSpPr>
          <p:spPr>
            <a:xfrm>
              <a:off x="457791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g3709"/>
            <p:cNvSpPr/>
            <p:nvPr/>
          </p:nvSpPr>
          <p:spPr>
            <a:xfrm>
              <a:off x="458955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g3710"/>
            <p:cNvSpPr/>
            <p:nvPr/>
          </p:nvSpPr>
          <p:spPr>
            <a:xfrm>
              <a:off x="460119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g3711"/>
            <p:cNvSpPr/>
            <p:nvPr/>
          </p:nvSpPr>
          <p:spPr>
            <a:xfrm>
              <a:off x="461282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g3712"/>
            <p:cNvSpPr/>
            <p:nvPr/>
          </p:nvSpPr>
          <p:spPr>
            <a:xfrm>
              <a:off x="467101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g3713"/>
            <p:cNvSpPr/>
            <p:nvPr/>
          </p:nvSpPr>
          <p:spPr>
            <a:xfrm>
              <a:off x="4682651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g3714"/>
            <p:cNvSpPr/>
            <p:nvPr/>
          </p:nvSpPr>
          <p:spPr>
            <a:xfrm>
              <a:off x="469428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g3715"/>
            <p:cNvSpPr/>
            <p:nvPr/>
          </p:nvSpPr>
          <p:spPr>
            <a:xfrm>
              <a:off x="470592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g3716"/>
            <p:cNvSpPr/>
            <p:nvPr/>
          </p:nvSpPr>
          <p:spPr>
            <a:xfrm>
              <a:off x="471756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g3717"/>
            <p:cNvSpPr/>
            <p:nvPr/>
          </p:nvSpPr>
          <p:spPr>
            <a:xfrm>
              <a:off x="472920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g3718"/>
            <p:cNvSpPr/>
            <p:nvPr/>
          </p:nvSpPr>
          <p:spPr>
            <a:xfrm>
              <a:off x="287886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g3719"/>
            <p:cNvSpPr/>
            <p:nvPr/>
          </p:nvSpPr>
          <p:spPr>
            <a:xfrm>
              <a:off x="289050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g3720"/>
            <p:cNvSpPr/>
            <p:nvPr/>
          </p:nvSpPr>
          <p:spPr>
            <a:xfrm>
              <a:off x="2902139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g3721"/>
            <p:cNvSpPr/>
            <p:nvPr/>
          </p:nvSpPr>
          <p:spPr>
            <a:xfrm>
              <a:off x="291377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g3722"/>
            <p:cNvSpPr/>
            <p:nvPr/>
          </p:nvSpPr>
          <p:spPr>
            <a:xfrm>
              <a:off x="2925414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g3723"/>
            <p:cNvSpPr/>
            <p:nvPr/>
          </p:nvSpPr>
          <p:spPr>
            <a:xfrm>
              <a:off x="456627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g3724"/>
            <p:cNvSpPr/>
            <p:nvPr/>
          </p:nvSpPr>
          <p:spPr>
            <a:xfrm>
              <a:off x="457791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g3725"/>
            <p:cNvSpPr/>
            <p:nvPr/>
          </p:nvSpPr>
          <p:spPr>
            <a:xfrm>
              <a:off x="458955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g3726"/>
            <p:cNvSpPr/>
            <p:nvPr/>
          </p:nvSpPr>
          <p:spPr>
            <a:xfrm>
              <a:off x="460119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g3727"/>
            <p:cNvSpPr/>
            <p:nvPr/>
          </p:nvSpPr>
          <p:spPr>
            <a:xfrm>
              <a:off x="461282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g3728"/>
            <p:cNvSpPr/>
            <p:nvPr/>
          </p:nvSpPr>
          <p:spPr>
            <a:xfrm>
              <a:off x="467101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g3729"/>
            <p:cNvSpPr/>
            <p:nvPr/>
          </p:nvSpPr>
          <p:spPr>
            <a:xfrm>
              <a:off x="4682651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g3730"/>
            <p:cNvSpPr/>
            <p:nvPr/>
          </p:nvSpPr>
          <p:spPr>
            <a:xfrm>
              <a:off x="469428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g3731"/>
            <p:cNvSpPr/>
            <p:nvPr/>
          </p:nvSpPr>
          <p:spPr>
            <a:xfrm>
              <a:off x="470592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g3732"/>
            <p:cNvSpPr/>
            <p:nvPr/>
          </p:nvSpPr>
          <p:spPr>
            <a:xfrm>
              <a:off x="471756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g3733"/>
            <p:cNvSpPr/>
            <p:nvPr/>
          </p:nvSpPr>
          <p:spPr>
            <a:xfrm>
              <a:off x="28672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g3734"/>
            <p:cNvSpPr/>
            <p:nvPr/>
          </p:nvSpPr>
          <p:spPr>
            <a:xfrm>
              <a:off x="287886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g3735"/>
            <p:cNvSpPr/>
            <p:nvPr/>
          </p:nvSpPr>
          <p:spPr>
            <a:xfrm>
              <a:off x="289050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g3736"/>
            <p:cNvSpPr/>
            <p:nvPr/>
          </p:nvSpPr>
          <p:spPr>
            <a:xfrm>
              <a:off x="2902139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g3737"/>
            <p:cNvSpPr/>
            <p:nvPr/>
          </p:nvSpPr>
          <p:spPr>
            <a:xfrm>
              <a:off x="291377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g3738"/>
            <p:cNvSpPr/>
            <p:nvPr/>
          </p:nvSpPr>
          <p:spPr>
            <a:xfrm>
              <a:off x="457791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g3739"/>
            <p:cNvSpPr/>
            <p:nvPr/>
          </p:nvSpPr>
          <p:spPr>
            <a:xfrm>
              <a:off x="458955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g3740"/>
            <p:cNvSpPr/>
            <p:nvPr/>
          </p:nvSpPr>
          <p:spPr>
            <a:xfrm>
              <a:off x="460119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g3741"/>
            <p:cNvSpPr/>
            <p:nvPr/>
          </p:nvSpPr>
          <p:spPr>
            <a:xfrm>
              <a:off x="46128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g3742"/>
            <p:cNvSpPr/>
            <p:nvPr/>
          </p:nvSpPr>
          <p:spPr>
            <a:xfrm>
              <a:off x="4624464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g3743"/>
            <p:cNvSpPr/>
            <p:nvPr/>
          </p:nvSpPr>
          <p:spPr>
            <a:xfrm>
              <a:off x="463610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g3744"/>
            <p:cNvSpPr/>
            <p:nvPr/>
          </p:nvSpPr>
          <p:spPr>
            <a:xfrm>
              <a:off x="4659376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g3745"/>
            <p:cNvSpPr/>
            <p:nvPr/>
          </p:nvSpPr>
          <p:spPr>
            <a:xfrm>
              <a:off x="4671013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g3746"/>
            <p:cNvSpPr/>
            <p:nvPr/>
          </p:nvSpPr>
          <p:spPr>
            <a:xfrm>
              <a:off x="468265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g3747"/>
            <p:cNvSpPr/>
            <p:nvPr/>
          </p:nvSpPr>
          <p:spPr>
            <a:xfrm>
              <a:off x="4694288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g3748"/>
            <p:cNvSpPr/>
            <p:nvPr/>
          </p:nvSpPr>
          <p:spPr>
            <a:xfrm>
              <a:off x="470592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g3749"/>
            <p:cNvSpPr/>
            <p:nvPr/>
          </p:nvSpPr>
          <p:spPr>
            <a:xfrm>
              <a:off x="28555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g3750"/>
            <p:cNvSpPr/>
            <p:nvPr/>
          </p:nvSpPr>
          <p:spPr>
            <a:xfrm>
              <a:off x="28672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g3751"/>
            <p:cNvSpPr/>
            <p:nvPr/>
          </p:nvSpPr>
          <p:spPr>
            <a:xfrm>
              <a:off x="287886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g3752"/>
            <p:cNvSpPr/>
            <p:nvPr/>
          </p:nvSpPr>
          <p:spPr>
            <a:xfrm>
              <a:off x="289050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g3753"/>
            <p:cNvSpPr/>
            <p:nvPr/>
          </p:nvSpPr>
          <p:spPr>
            <a:xfrm>
              <a:off x="29021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g3754"/>
            <p:cNvSpPr/>
            <p:nvPr/>
          </p:nvSpPr>
          <p:spPr>
            <a:xfrm>
              <a:off x="291377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g3755"/>
            <p:cNvSpPr/>
            <p:nvPr/>
          </p:nvSpPr>
          <p:spPr>
            <a:xfrm>
              <a:off x="457791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g3756"/>
            <p:cNvSpPr/>
            <p:nvPr/>
          </p:nvSpPr>
          <p:spPr>
            <a:xfrm>
              <a:off x="458955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g3757"/>
            <p:cNvSpPr/>
            <p:nvPr/>
          </p:nvSpPr>
          <p:spPr>
            <a:xfrm>
              <a:off x="46011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g3758"/>
            <p:cNvSpPr/>
            <p:nvPr/>
          </p:nvSpPr>
          <p:spPr>
            <a:xfrm>
              <a:off x="46128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g3759"/>
            <p:cNvSpPr/>
            <p:nvPr/>
          </p:nvSpPr>
          <p:spPr>
            <a:xfrm>
              <a:off x="462446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g3760"/>
            <p:cNvSpPr/>
            <p:nvPr/>
          </p:nvSpPr>
          <p:spPr>
            <a:xfrm>
              <a:off x="463610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g3761"/>
            <p:cNvSpPr/>
            <p:nvPr/>
          </p:nvSpPr>
          <p:spPr>
            <a:xfrm>
              <a:off x="46477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g3762"/>
            <p:cNvSpPr/>
            <p:nvPr/>
          </p:nvSpPr>
          <p:spPr>
            <a:xfrm>
              <a:off x="4659376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g3763"/>
            <p:cNvSpPr/>
            <p:nvPr/>
          </p:nvSpPr>
          <p:spPr>
            <a:xfrm>
              <a:off x="4671013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g3764"/>
            <p:cNvSpPr/>
            <p:nvPr/>
          </p:nvSpPr>
          <p:spPr>
            <a:xfrm>
              <a:off x="468265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g3765"/>
            <p:cNvSpPr/>
            <p:nvPr/>
          </p:nvSpPr>
          <p:spPr>
            <a:xfrm>
              <a:off x="4694288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g3766"/>
            <p:cNvSpPr/>
            <p:nvPr/>
          </p:nvSpPr>
          <p:spPr>
            <a:xfrm>
              <a:off x="470592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g3767"/>
            <p:cNvSpPr/>
            <p:nvPr/>
          </p:nvSpPr>
          <p:spPr>
            <a:xfrm>
              <a:off x="28555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g3768"/>
            <p:cNvSpPr/>
            <p:nvPr/>
          </p:nvSpPr>
          <p:spPr>
            <a:xfrm>
              <a:off x="28672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g3769"/>
            <p:cNvSpPr/>
            <p:nvPr/>
          </p:nvSpPr>
          <p:spPr>
            <a:xfrm>
              <a:off x="287886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g3770"/>
            <p:cNvSpPr/>
            <p:nvPr/>
          </p:nvSpPr>
          <p:spPr>
            <a:xfrm>
              <a:off x="289050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g3771"/>
            <p:cNvSpPr/>
            <p:nvPr/>
          </p:nvSpPr>
          <p:spPr>
            <a:xfrm>
              <a:off x="29021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g3772"/>
            <p:cNvSpPr/>
            <p:nvPr/>
          </p:nvSpPr>
          <p:spPr>
            <a:xfrm>
              <a:off x="457791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g3773"/>
            <p:cNvSpPr/>
            <p:nvPr/>
          </p:nvSpPr>
          <p:spPr>
            <a:xfrm>
              <a:off x="458955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g3774"/>
            <p:cNvSpPr/>
            <p:nvPr/>
          </p:nvSpPr>
          <p:spPr>
            <a:xfrm>
              <a:off x="46011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g3775"/>
            <p:cNvSpPr/>
            <p:nvPr/>
          </p:nvSpPr>
          <p:spPr>
            <a:xfrm>
              <a:off x="46128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g3776"/>
            <p:cNvSpPr/>
            <p:nvPr/>
          </p:nvSpPr>
          <p:spPr>
            <a:xfrm>
              <a:off x="462446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g3777"/>
            <p:cNvSpPr/>
            <p:nvPr/>
          </p:nvSpPr>
          <p:spPr>
            <a:xfrm>
              <a:off x="463610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g3778"/>
            <p:cNvSpPr/>
            <p:nvPr/>
          </p:nvSpPr>
          <p:spPr>
            <a:xfrm>
              <a:off x="46477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g3779"/>
            <p:cNvSpPr/>
            <p:nvPr/>
          </p:nvSpPr>
          <p:spPr>
            <a:xfrm>
              <a:off x="4659376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g3780"/>
            <p:cNvSpPr/>
            <p:nvPr/>
          </p:nvSpPr>
          <p:spPr>
            <a:xfrm>
              <a:off x="4671013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g3781"/>
            <p:cNvSpPr/>
            <p:nvPr/>
          </p:nvSpPr>
          <p:spPr>
            <a:xfrm>
              <a:off x="468265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g3782"/>
            <p:cNvSpPr/>
            <p:nvPr/>
          </p:nvSpPr>
          <p:spPr>
            <a:xfrm>
              <a:off x="4694288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g3783"/>
            <p:cNvSpPr/>
            <p:nvPr/>
          </p:nvSpPr>
          <p:spPr>
            <a:xfrm>
              <a:off x="470592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g3784"/>
            <p:cNvSpPr/>
            <p:nvPr/>
          </p:nvSpPr>
          <p:spPr>
            <a:xfrm>
              <a:off x="28555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g3785"/>
            <p:cNvSpPr/>
            <p:nvPr/>
          </p:nvSpPr>
          <p:spPr>
            <a:xfrm>
              <a:off x="28672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g3786"/>
            <p:cNvSpPr/>
            <p:nvPr/>
          </p:nvSpPr>
          <p:spPr>
            <a:xfrm>
              <a:off x="287886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g3787"/>
            <p:cNvSpPr/>
            <p:nvPr/>
          </p:nvSpPr>
          <p:spPr>
            <a:xfrm>
              <a:off x="289050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g3788"/>
            <p:cNvSpPr/>
            <p:nvPr/>
          </p:nvSpPr>
          <p:spPr>
            <a:xfrm>
              <a:off x="29021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g3789"/>
            <p:cNvSpPr/>
            <p:nvPr/>
          </p:nvSpPr>
          <p:spPr>
            <a:xfrm>
              <a:off x="457791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g3790"/>
            <p:cNvSpPr/>
            <p:nvPr/>
          </p:nvSpPr>
          <p:spPr>
            <a:xfrm>
              <a:off x="458955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g3791"/>
            <p:cNvSpPr/>
            <p:nvPr/>
          </p:nvSpPr>
          <p:spPr>
            <a:xfrm>
              <a:off x="46011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g3792"/>
            <p:cNvSpPr/>
            <p:nvPr/>
          </p:nvSpPr>
          <p:spPr>
            <a:xfrm>
              <a:off x="46128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g3793"/>
            <p:cNvSpPr/>
            <p:nvPr/>
          </p:nvSpPr>
          <p:spPr>
            <a:xfrm>
              <a:off x="462446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g3794"/>
            <p:cNvSpPr/>
            <p:nvPr/>
          </p:nvSpPr>
          <p:spPr>
            <a:xfrm>
              <a:off x="463610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g3795"/>
            <p:cNvSpPr/>
            <p:nvPr/>
          </p:nvSpPr>
          <p:spPr>
            <a:xfrm>
              <a:off x="46477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g3796"/>
            <p:cNvSpPr/>
            <p:nvPr/>
          </p:nvSpPr>
          <p:spPr>
            <a:xfrm>
              <a:off x="4659376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g3797"/>
            <p:cNvSpPr/>
            <p:nvPr/>
          </p:nvSpPr>
          <p:spPr>
            <a:xfrm>
              <a:off x="4671013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g3798"/>
            <p:cNvSpPr/>
            <p:nvPr/>
          </p:nvSpPr>
          <p:spPr>
            <a:xfrm>
              <a:off x="468265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g3799"/>
            <p:cNvSpPr/>
            <p:nvPr/>
          </p:nvSpPr>
          <p:spPr>
            <a:xfrm>
              <a:off x="4694288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g3800"/>
            <p:cNvSpPr/>
            <p:nvPr/>
          </p:nvSpPr>
          <p:spPr>
            <a:xfrm>
              <a:off x="284395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g3801"/>
            <p:cNvSpPr/>
            <p:nvPr/>
          </p:nvSpPr>
          <p:spPr>
            <a:xfrm>
              <a:off x="28555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g3802"/>
            <p:cNvSpPr/>
            <p:nvPr/>
          </p:nvSpPr>
          <p:spPr>
            <a:xfrm>
              <a:off x="28672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g3803"/>
            <p:cNvSpPr/>
            <p:nvPr/>
          </p:nvSpPr>
          <p:spPr>
            <a:xfrm>
              <a:off x="2878865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g3804"/>
            <p:cNvSpPr/>
            <p:nvPr/>
          </p:nvSpPr>
          <p:spPr>
            <a:xfrm>
              <a:off x="289050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g3805"/>
            <p:cNvSpPr/>
            <p:nvPr/>
          </p:nvSpPr>
          <p:spPr>
            <a:xfrm>
              <a:off x="458955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g3806"/>
            <p:cNvSpPr/>
            <p:nvPr/>
          </p:nvSpPr>
          <p:spPr>
            <a:xfrm>
              <a:off x="46011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g3807"/>
            <p:cNvSpPr/>
            <p:nvPr/>
          </p:nvSpPr>
          <p:spPr>
            <a:xfrm>
              <a:off x="46128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g3808"/>
            <p:cNvSpPr/>
            <p:nvPr/>
          </p:nvSpPr>
          <p:spPr>
            <a:xfrm>
              <a:off x="4624464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g3809"/>
            <p:cNvSpPr/>
            <p:nvPr/>
          </p:nvSpPr>
          <p:spPr>
            <a:xfrm>
              <a:off x="463610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g3810"/>
            <p:cNvSpPr/>
            <p:nvPr/>
          </p:nvSpPr>
          <p:spPr>
            <a:xfrm>
              <a:off x="4647739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g3811"/>
            <p:cNvSpPr/>
            <p:nvPr/>
          </p:nvSpPr>
          <p:spPr>
            <a:xfrm>
              <a:off x="4659376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g3812"/>
            <p:cNvSpPr/>
            <p:nvPr/>
          </p:nvSpPr>
          <p:spPr>
            <a:xfrm>
              <a:off x="467101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g3813"/>
            <p:cNvSpPr/>
            <p:nvPr/>
          </p:nvSpPr>
          <p:spPr>
            <a:xfrm>
              <a:off x="468265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g3814"/>
            <p:cNvSpPr/>
            <p:nvPr/>
          </p:nvSpPr>
          <p:spPr>
            <a:xfrm>
              <a:off x="2843953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g3815"/>
            <p:cNvSpPr/>
            <p:nvPr/>
          </p:nvSpPr>
          <p:spPr>
            <a:xfrm>
              <a:off x="28555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g3816"/>
            <p:cNvSpPr/>
            <p:nvPr/>
          </p:nvSpPr>
          <p:spPr>
            <a:xfrm>
              <a:off x="28672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g3817"/>
            <p:cNvSpPr/>
            <p:nvPr/>
          </p:nvSpPr>
          <p:spPr>
            <a:xfrm>
              <a:off x="2878865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g3818"/>
            <p:cNvSpPr/>
            <p:nvPr/>
          </p:nvSpPr>
          <p:spPr>
            <a:xfrm>
              <a:off x="2890502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g3819"/>
            <p:cNvSpPr/>
            <p:nvPr/>
          </p:nvSpPr>
          <p:spPr>
            <a:xfrm>
              <a:off x="46011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g3820"/>
            <p:cNvSpPr/>
            <p:nvPr/>
          </p:nvSpPr>
          <p:spPr>
            <a:xfrm>
              <a:off x="46128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g3821"/>
            <p:cNvSpPr/>
            <p:nvPr/>
          </p:nvSpPr>
          <p:spPr>
            <a:xfrm>
              <a:off x="4624464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g3822"/>
            <p:cNvSpPr/>
            <p:nvPr/>
          </p:nvSpPr>
          <p:spPr>
            <a:xfrm>
              <a:off x="4636101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g3823"/>
            <p:cNvSpPr/>
            <p:nvPr/>
          </p:nvSpPr>
          <p:spPr>
            <a:xfrm>
              <a:off x="4647739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g3824"/>
            <p:cNvSpPr/>
            <p:nvPr/>
          </p:nvSpPr>
          <p:spPr>
            <a:xfrm>
              <a:off x="2843953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g3825"/>
            <p:cNvSpPr/>
            <p:nvPr/>
          </p:nvSpPr>
          <p:spPr>
            <a:xfrm>
              <a:off x="2855590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g3826"/>
            <p:cNvSpPr/>
            <p:nvPr/>
          </p:nvSpPr>
          <p:spPr>
            <a:xfrm>
              <a:off x="2867227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g3827"/>
            <p:cNvSpPr/>
            <p:nvPr/>
          </p:nvSpPr>
          <p:spPr>
            <a:xfrm>
              <a:off x="2878865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g3828"/>
            <p:cNvSpPr/>
            <p:nvPr/>
          </p:nvSpPr>
          <p:spPr>
            <a:xfrm>
              <a:off x="2890502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g3829"/>
            <p:cNvSpPr/>
            <p:nvPr/>
          </p:nvSpPr>
          <p:spPr>
            <a:xfrm>
              <a:off x="2843953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g3830"/>
            <p:cNvSpPr/>
            <p:nvPr/>
          </p:nvSpPr>
          <p:spPr>
            <a:xfrm>
              <a:off x="2855590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g3831"/>
            <p:cNvSpPr/>
            <p:nvPr/>
          </p:nvSpPr>
          <p:spPr>
            <a:xfrm>
              <a:off x="2867227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g3832"/>
            <p:cNvSpPr/>
            <p:nvPr/>
          </p:nvSpPr>
          <p:spPr>
            <a:xfrm>
              <a:off x="2878865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g3833"/>
            <p:cNvSpPr/>
            <p:nvPr/>
          </p:nvSpPr>
          <p:spPr>
            <a:xfrm>
              <a:off x="283231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g3834"/>
            <p:cNvSpPr/>
            <p:nvPr/>
          </p:nvSpPr>
          <p:spPr>
            <a:xfrm>
              <a:off x="2843953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g3835"/>
            <p:cNvSpPr/>
            <p:nvPr/>
          </p:nvSpPr>
          <p:spPr>
            <a:xfrm>
              <a:off x="2855590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g3836"/>
            <p:cNvSpPr/>
            <p:nvPr/>
          </p:nvSpPr>
          <p:spPr>
            <a:xfrm>
              <a:off x="2867227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g3837"/>
            <p:cNvSpPr/>
            <p:nvPr/>
          </p:nvSpPr>
          <p:spPr>
            <a:xfrm>
              <a:off x="287886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g3838"/>
            <p:cNvSpPr/>
            <p:nvPr/>
          </p:nvSpPr>
          <p:spPr>
            <a:xfrm>
              <a:off x="283231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g3839"/>
            <p:cNvSpPr/>
            <p:nvPr/>
          </p:nvSpPr>
          <p:spPr>
            <a:xfrm>
              <a:off x="2843953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g3840"/>
            <p:cNvSpPr/>
            <p:nvPr/>
          </p:nvSpPr>
          <p:spPr>
            <a:xfrm>
              <a:off x="2855590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g3841"/>
            <p:cNvSpPr/>
            <p:nvPr/>
          </p:nvSpPr>
          <p:spPr>
            <a:xfrm>
              <a:off x="2867227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g3842"/>
            <p:cNvSpPr/>
            <p:nvPr/>
          </p:nvSpPr>
          <p:spPr>
            <a:xfrm>
              <a:off x="287886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g3843"/>
            <p:cNvSpPr/>
            <p:nvPr/>
          </p:nvSpPr>
          <p:spPr>
            <a:xfrm>
              <a:off x="283231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g3844"/>
            <p:cNvSpPr/>
            <p:nvPr/>
          </p:nvSpPr>
          <p:spPr>
            <a:xfrm>
              <a:off x="2843953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g3845"/>
            <p:cNvSpPr/>
            <p:nvPr/>
          </p:nvSpPr>
          <p:spPr>
            <a:xfrm>
              <a:off x="2855590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g3846"/>
            <p:cNvSpPr/>
            <p:nvPr/>
          </p:nvSpPr>
          <p:spPr>
            <a:xfrm>
              <a:off x="2867227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g3847"/>
            <p:cNvSpPr/>
            <p:nvPr/>
          </p:nvSpPr>
          <p:spPr>
            <a:xfrm>
              <a:off x="287886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g3848"/>
            <p:cNvSpPr/>
            <p:nvPr/>
          </p:nvSpPr>
          <p:spPr>
            <a:xfrm>
              <a:off x="2832315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g3849"/>
            <p:cNvSpPr/>
            <p:nvPr/>
          </p:nvSpPr>
          <p:spPr>
            <a:xfrm>
              <a:off x="2843953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g3850"/>
            <p:cNvSpPr/>
            <p:nvPr/>
          </p:nvSpPr>
          <p:spPr>
            <a:xfrm>
              <a:off x="2855590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g3851"/>
            <p:cNvSpPr/>
            <p:nvPr/>
          </p:nvSpPr>
          <p:spPr>
            <a:xfrm>
              <a:off x="2867227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g3852"/>
            <p:cNvSpPr/>
            <p:nvPr/>
          </p:nvSpPr>
          <p:spPr>
            <a:xfrm>
              <a:off x="2832315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g3853"/>
            <p:cNvSpPr/>
            <p:nvPr/>
          </p:nvSpPr>
          <p:spPr>
            <a:xfrm>
              <a:off x="2843953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g3854"/>
            <p:cNvSpPr/>
            <p:nvPr/>
          </p:nvSpPr>
          <p:spPr>
            <a:xfrm>
              <a:off x="2855590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g3855"/>
            <p:cNvSpPr/>
            <p:nvPr/>
          </p:nvSpPr>
          <p:spPr>
            <a:xfrm>
              <a:off x="2867227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g3856"/>
            <p:cNvSpPr/>
            <p:nvPr/>
          </p:nvSpPr>
          <p:spPr>
            <a:xfrm>
              <a:off x="2832315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g3857"/>
            <p:cNvSpPr/>
            <p:nvPr/>
          </p:nvSpPr>
          <p:spPr>
            <a:xfrm>
              <a:off x="2843953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g3858"/>
            <p:cNvSpPr/>
            <p:nvPr/>
          </p:nvSpPr>
          <p:spPr>
            <a:xfrm>
              <a:off x="2855590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g3859"/>
            <p:cNvSpPr/>
            <p:nvPr/>
          </p:nvSpPr>
          <p:spPr>
            <a:xfrm>
              <a:off x="2867227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g3860"/>
            <p:cNvSpPr/>
            <p:nvPr/>
          </p:nvSpPr>
          <p:spPr>
            <a:xfrm>
              <a:off x="2832315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g3861"/>
            <p:cNvSpPr/>
            <p:nvPr/>
          </p:nvSpPr>
          <p:spPr>
            <a:xfrm>
              <a:off x="2843953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g3862"/>
            <p:cNvSpPr/>
            <p:nvPr/>
          </p:nvSpPr>
          <p:spPr>
            <a:xfrm>
              <a:off x="2855590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g3863"/>
            <p:cNvSpPr/>
            <p:nvPr/>
          </p:nvSpPr>
          <p:spPr>
            <a:xfrm>
              <a:off x="2867227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g3864"/>
            <p:cNvSpPr/>
            <p:nvPr/>
          </p:nvSpPr>
          <p:spPr>
            <a:xfrm>
              <a:off x="2832315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g3865"/>
            <p:cNvSpPr/>
            <p:nvPr/>
          </p:nvSpPr>
          <p:spPr>
            <a:xfrm>
              <a:off x="2843953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g3866"/>
            <p:cNvSpPr/>
            <p:nvPr/>
          </p:nvSpPr>
          <p:spPr>
            <a:xfrm>
              <a:off x="2855590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g3867"/>
            <p:cNvSpPr/>
            <p:nvPr/>
          </p:nvSpPr>
          <p:spPr>
            <a:xfrm>
              <a:off x="2399291" y="2540116"/>
              <a:ext cx="3705599" cy="2850404"/>
            </a:xfrm>
            <a:custGeom>
              <a:avLst/>
              <a:gdLst/>
              <a:ahLst/>
              <a:cxnLst/>
              <a:rect l="0" t="0" r="0" b="0"/>
              <a:pathLst>
                <a:path w="3705599" h="2850404">
                  <a:moveTo>
                    <a:pt x="2893187" y="266106"/>
                  </a:moveTo>
                  <a:lnTo>
                    <a:pt x="2917831" y="266068"/>
                  </a:lnTo>
                  <a:lnTo>
                    <a:pt x="2961871" y="266005"/>
                  </a:lnTo>
                  <a:lnTo>
                    <a:pt x="3005910" y="265941"/>
                  </a:lnTo>
                  <a:lnTo>
                    <a:pt x="3049950" y="265884"/>
                  </a:lnTo>
                  <a:lnTo>
                    <a:pt x="3093989" y="265820"/>
                  </a:lnTo>
                  <a:lnTo>
                    <a:pt x="3138033" y="265757"/>
                  </a:lnTo>
                  <a:lnTo>
                    <a:pt x="3182073" y="265693"/>
                  </a:lnTo>
                  <a:lnTo>
                    <a:pt x="3226112" y="265630"/>
                  </a:lnTo>
                  <a:lnTo>
                    <a:pt x="3236535" y="240559"/>
                  </a:lnTo>
                  <a:lnTo>
                    <a:pt x="3246246" y="228887"/>
                  </a:lnTo>
                  <a:lnTo>
                    <a:pt x="3259547" y="232754"/>
                  </a:lnTo>
                  <a:lnTo>
                    <a:pt x="3266632" y="232430"/>
                  </a:lnTo>
                  <a:lnTo>
                    <a:pt x="3274508" y="226410"/>
                  </a:lnTo>
                  <a:lnTo>
                    <a:pt x="3280895" y="222752"/>
                  </a:lnTo>
                  <a:lnTo>
                    <a:pt x="3285102" y="223292"/>
                  </a:lnTo>
                  <a:lnTo>
                    <a:pt x="3288693" y="228804"/>
                  </a:lnTo>
                  <a:lnTo>
                    <a:pt x="3291680" y="232481"/>
                  </a:lnTo>
                  <a:lnTo>
                    <a:pt x="3295168" y="231408"/>
                  </a:lnTo>
                  <a:lnTo>
                    <a:pt x="3298155" y="226207"/>
                  </a:lnTo>
                  <a:lnTo>
                    <a:pt x="3298052" y="218993"/>
                  </a:lnTo>
                  <a:lnTo>
                    <a:pt x="3302140" y="213970"/>
                  </a:lnTo>
                  <a:lnTo>
                    <a:pt x="3306992" y="213201"/>
                  </a:lnTo>
                  <a:lnTo>
                    <a:pt x="3311478" y="213360"/>
                  </a:lnTo>
                  <a:lnTo>
                    <a:pt x="3313715" y="210909"/>
                  </a:lnTo>
                  <a:lnTo>
                    <a:pt x="3313467" y="207391"/>
                  </a:lnTo>
                  <a:lnTo>
                    <a:pt x="3311850" y="201726"/>
                  </a:lnTo>
                  <a:lnTo>
                    <a:pt x="3312398" y="194906"/>
                  </a:lnTo>
                  <a:lnTo>
                    <a:pt x="3323601" y="182859"/>
                  </a:lnTo>
                  <a:lnTo>
                    <a:pt x="3337337" y="174686"/>
                  </a:lnTo>
                  <a:lnTo>
                    <a:pt x="3342153" y="170603"/>
                  </a:lnTo>
                  <a:lnTo>
                    <a:pt x="3343554" y="162322"/>
                  </a:lnTo>
                  <a:lnTo>
                    <a:pt x="3351429" y="153717"/>
                  </a:lnTo>
                  <a:lnTo>
                    <a:pt x="3355367" y="148770"/>
                  </a:lnTo>
                  <a:lnTo>
                    <a:pt x="3356328" y="144471"/>
                  </a:lnTo>
                  <a:lnTo>
                    <a:pt x="3354287" y="139181"/>
                  </a:lnTo>
                  <a:lnTo>
                    <a:pt x="3354494" y="129097"/>
                  </a:lnTo>
                  <a:lnTo>
                    <a:pt x="3357202" y="117050"/>
                  </a:lnTo>
                  <a:lnTo>
                    <a:pt x="3360442" y="103930"/>
                  </a:lnTo>
                  <a:lnTo>
                    <a:pt x="3367703" y="92099"/>
                  </a:lnTo>
                  <a:lnTo>
                    <a:pt x="3379609" y="79195"/>
                  </a:lnTo>
                  <a:lnTo>
                    <a:pt x="3382673" y="62240"/>
                  </a:lnTo>
                  <a:lnTo>
                    <a:pt x="3385903" y="44357"/>
                  </a:lnTo>
                  <a:lnTo>
                    <a:pt x="3400295" y="26932"/>
                  </a:lnTo>
                  <a:lnTo>
                    <a:pt x="3416615" y="7169"/>
                  </a:lnTo>
                  <a:lnTo>
                    <a:pt x="3422535" y="0"/>
                  </a:lnTo>
                  <a:lnTo>
                    <a:pt x="3618932" y="0"/>
                  </a:lnTo>
                  <a:lnTo>
                    <a:pt x="3619257" y="14859"/>
                  </a:lnTo>
                  <a:lnTo>
                    <a:pt x="3619521" y="35130"/>
                  </a:lnTo>
                  <a:lnTo>
                    <a:pt x="3619800" y="56493"/>
                  </a:lnTo>
                  <a:lnTo>
                    <a:pt x="3620001" y="71740"/>
                  </a:lnTo>
                  <a:lnTo>
                    <a:pt x="3620347" y="92677"/>
                  </a:lnTo>
                  <a:lnTo>
                    <a:pt x="3620621" y="109334"/>
                  </a:lnTo>
                  <a:lnTo>
                    <a:pt x="3620988" y="131078"/>
                  </a:lnTo>
                  <a:lnTo>
                    <a:pt x="3621179" y="142699"/>
                  </a:lnTo>
                  <a:lnTo>
                    <a:pt x="3623045" y="146052"/>
                  </a:lnTo>
                  <a:lnTo>
                    <a:pt x="3621924" y="150631"/>
                  </a:lnTo>
                  <a:lnTo>
                    <a:pt x="3621433" y="152923"/>
                  </a:lnTo>
                  <a:lnTo>
                    <a:pt x="3621552" y="154746"/>
                  </a:lnTo>
                  <a:lnTo>
                    <a:pt x="3622296" y="157038"/>
                  </a:lnTo>
                  <a:lnTo>
                    <a:pt x="3622172" y="160245"/>
                  </a:lnTo>
                  <a:lnTo>
                    <a:pt x="3620435" y="163147"/>
                  </a:lnTo>
                  <a:lnTo>
                    <a:pt x="3619567" y="166500"/>
                  </a:lnTo>
                  <a:lnTo>
                    <a:pt x="3619319" y="171993"/>
                  </a:lnTo>
                  <a:lnTo>
                    <a:pt x="3621179" y="175353"/>
                  </a:lnTo>
                  <a:lnTo>
                    <a:pt x="3624285" y="177334"/>
                  </a:lnTo>
                  <a:lnTo>
                    <a:pt x="3626895" y="177334"/>
                  </a:lnTo>
                  <a:lnTo>
                    <a:pt x="3630249" y="179322"/>
                  </a:lnTo>
                  <a:lnTo>
                    <a:pt x="3634595" y="182834"/>
                  </a:lnTo>
                  <a:lnTo>
                    <a:pt x="3641173" y="185882"/>
                  </a:lnTo>
                  <a:lnTo>
                    <a:pt x="3648005" y="186949"/>
                  </a:lnTo>
                  <a:lnTo>
                    <a:pt x="3652723" y="186187"/>
                  </a:lnTo>
                  <a:lnTo>
                    <a:pt x="3658434" y="188174"/>
                  </a:lnTo>
                  <a:lnTo>
                    <a:pt x="3660423" y="193058"/>
                  </a:lnTo>
                  <a:lnTo>
                    <a:pt x="3659307" y="197630"/>
                  </a:lnTo>
                  <a:lnTo>
                    <a:pt x="3656077" y="199770"/>
                  </a:lnTo>
                  <a:lnTo>
                    <a:pt x="3652599" y="201453"/>
                  </a:lnTo>
                  <a:lnTo>
                    <a:pt x="3651979" y="204958"/>
                  </a:lnTo>
                  <a:lnTo>
                    <a:pt x="3653715" y="208623"/>
                  </a:lnTo>
                  <a:lnTo>
                    <a:pt x="3656201" y="211829"/>
                  </a:lnTo>
                  <a:lnTo>
                    <a:pt x="3658935" y="217462"/>
                  </a:lnTo>
                  <a:lnTo>
                    <a:pt x="3657813" y="222346"/>
                  </a:lnTo>
                  <a:lnTo>
                    <a:pt x="3655333" y="226467"/>
                  </a:lnTo>
                  <a:lnTo>
                    <a:pt x="3654212" y="230735"/>
                  </a:lnTo>
                  <a:lnTo>
                    <a:pt x="3656325" y="234405"/>
                  </a:lnTo>
                  <a:lnTo>
                    <a:pt x="3661912" y="239282"/>
                  </a:lnTo>
                  <a:lnTo>
                    <a:pt x="3665389" y="244013"/>
                  </a:lnTo>
                  <a:lnTo>
                    <a:pt x="3670857" y="246611"/>
                  </a:lnTo>
                  <a:lnTo>
                    <a:pt x="3673461" y="244775"/>
                  </a:lnTo>
                  <a:lnTo>
                    <a:pt x="3675575" y="242330"/>
                  </a:lnTo>
                  <a:lnTo>
                    <a:pt x="3677807" y="240501"/>
                  </a:lnTo>
                  <a:lnTo>
                    <a:pt x="3681657" y="241575"/>
                  </a:lnTo>
                  <a:lnTo>
                    <a:pt x="3686127" y="242946"/>
                  </a:lnTo>
                  <a:lnTo>
                    <a:pt x="3691011" y="244578"/>
                  </a:lnTo>
                  <a:lnTo>
                    <a:pt x="3690427" y="248535"/>
                  </a:lnTo>
                  <a:lnTo>
                    <a:pt x="3693404" y="255203"/>
                  </a:lnTo>
                  <a:lnTo>
                    <a:pt x="3695708" y="268024"/>
                  </a:lnTo>
                  <a:lnTo>
                    <a:pt x="3692169" y="273847"/>
                  </a:lnTo>
                  <a:lnTo>
                    <a:pt x="3692928" y="281563"/>
                  </a:lnTo>
                  <a:lnTo>
                    <a:pt x="3702742" y="283811"/>
                  </a:lnTo>
                  <a:lnTo>
                    <a:pt x="3705129" y="286173"/>
                  </a:lnTo>
                  <a:lnTo>
                    <a:pt x="3705599" y="289025"/>
                  </a:lnTo>
                  <a:lnTo>
                    <a:pt x="3683983" y="308806"/>
                  </a:lnTo>
                  <a:lnTo>
                    <a:pt x="3665694" y="306037"/>
                  </a:lnTo>
                  <a:lnTo>
                    <a:pt x="3655772" y="311283"/>
                  </a:lnTo>
                  <a:lnTo>
                    <a:pt x="3645380" y="312813"/>
                  </a:lnTo>
                  <a:lnTo>
                    <a:pt x="3640822" y="321653"/>
                  </a:lnTo>
                  <a:lnTo>
                    <a:pt x="3635117" y="323526"/>
                  </a:lnTo>
                  <a:lnTo>
                    <a:pt x="3627303" y="322993"/>
                  </a:lnTo>
                  <a:lnTo>
                    <a:pt x="3620565" y="320497"/>
                  </a:lnTo>
                  <a:lnTo>
                    <a:pt x="3615423" y="321723"/>
                  </a:lnTo>
                  <a:lnTo>
                    <a:pt x="3608229" y="337675"/>
                  </a:lnTo>
                  <a:lnTo>
                    <a:pt x="3602338" y="336284"/>
                  </a:lnTo>
                  <a:lnTo>
                    <a:pt x="3599992" y="342025"/>
                  </a:lnTo>
                  <a:lnTo>
                    <a:pt x="3596912" y="344534"/>
                  </a:lnTo>
                  <a:lnTo>
                    <a:pt x="3592395" y="346686"/>
                  </a:lnTo>
                  <a:lnTo>
                    <a:pt x="3588473" y="339599"/>
                  </a:lnTo>
                  <a:lnTo>
                    <a:pt x="3585977" y="332862"/>
                  </a:lnTo>
                  <a:lnTo>
                    <a:pt x="3582298" y="331382"/>
                  </a:lnTo>
                  <a:lnTo>
                    <a:pt x="3577409" y="329661"/>
                  </a:lnTo>
                  <a:lnTo>
                    <a:pt x="3572381" y="329718"/>
                  </a:lnTo>
                  <a:lnTo>
                    <a:pt x="3569027" y="330683"/>
                  </a:lnTo>
                  <a:lnTo>
                    <a:pt x="3564867" y="335040"/>
                  </a:lnTo>
                  <a:lnTo>
                    <a:pt x="3558836" y="338780"/>
                  </a:lnTo>
                  <a:lnTo>
                    <a:pt x="3554273" y="335662"/>
                  </a:lnTo>
                  <a:lnTo>
                    <a:pt x="3550702" y="330652"/>
                  </a:lnTo>
                  <a:lnTo>
                    <a:pt x="3547648" y="338710"/>
                  </a:lnTo>
                  <a:lnTo>
                    <a:pt x="3543204" y="347220"/>
                  </a:lnTo>
                  <a:lnTo>
                    <a:pt x="3543943" y="357145"/>
                  </a:lnTo>
                  <a:lnTo>
                    <a:pt x="3542031" y="363032"/>
                  </a:lnTo>
                  <a:lnTo>
                    <a:pt x="3537814" y="361445"/>
                  </a:lnTo>
                  <a:lnTo>
                    <a:pt x="3533618" y="356282"/>
                  </a:lnTo>
                  <a:lnTo>
                    <a:pt x="3521840" y="352154"/>
                  </a:lnTo>
                  <a:lnTo>
                    <a:pt x="3512461" y="352535"/>
                  </a:lnTo>
                  <a:lnTo>
                    <a:pt x="3514368" y="347023"/>
                  </a:lnTo>
                  <a:lnTo>
                    <a:pt x="3523236" y="339110"/>
                  </a:lnTo>
                  <a:lnTo>
                    <a:pt x="3520507" y="337561"/>
                  </a:lnTo>
                  <a:lnTo>
                    <a:pt x="3516156" y="338659"/>
                  </a:lnTo>
                  <a:lnTo>
                    <a:pt x="3514259" y="337561"/>
                  </a:lnTo>
                  <a:lnTo>
                    <a:pt x="3517370" y="330372"/>
                  </a:lnTo>
                  <a:lnTo>
                    <a:pt x="3517670" y="322441"/>
                  </a:lnTo>
                  <a:lnTo>
                    <a:pt x="3513701" y="325216"/>
                  </a:lnTo>
                  <a:lnTo>
                    <a:pt x="3508709" y="333585"/>
                  </a:lnTo>
                  <a:lnTo>
                    <a:pt x="3496632" y="340247"/>
                  </a:lnTo>
                  <a:lnTo>
                    <a:pt x="3497195" y="351398"/>
                  </a:lnTo>
                  <a:lnTo>
                    <a:pt x="3485826" y="374253"/>
                  </a:lnTo>
                  <a:lnTo>
                    <a:pt x="3485320" y="383982"/>
                  </a:lnTo>
                  <a:lnTo>
                    <a:pt x="3478028" y="391749"/>
                  </a:lnTo>
                  <a:lnTo>
                    <a:pt x="3468628" y="398429"/>
                  </a:lnTo>
                  <a:lnTo>
                    <a:pt x="3456091" y="396550"/>
                  </a:lnTo>
                  <a:lnTo>
                    <a:pt x="3446521" y="402354"/>
                  </a:lnTo>
                  <a:lnTo>
                    <a:pt x="3441663" y="409015"/>
                  </a:lnTo>
                  <a:lnTo>
                    <a:pt x="3437441" y="410019"/>
                  </a:lnTo>
                  <a:lnTo>
                    <a:pt x="3435240" y="401535"/>
                  </a:lnTo>
                  <a:lnTo>
                    <a:pt x="3433638" y="398912"/>
                  </a:lnTo>
                  <a:lnTo>
                    <a:pt x="3430113" y="411422"/>
                  </a:lnTo>
                  <a:lnTo>
                    <a:pt x="3426522" y="412197"/>
                  </a:lnTo>
                  <a:lnTo>
                    <a:pt x="3425163" y="403325"/>
                  </a:lnTo>
                  <a:lnTo>
                    <a:pt x="3423457" y="397464"/>
                  </a:lnTo>
                  <a:lnTo>
                    <a:pt x="3418563" y="402519"/>
                  </a:lnTo>
                  <a:lnTo>
                    <a:pt x="3415313" y="415918"/>
                  </a:lnTo>
                  <a:lnTo>
                    <a:pt x="3411907" y="414788"/>
                  </a:lnTo>
                  <a:lnTo>
                    <a:pt x="3410822" y="409803"/>
                  </a:lnTo>
                  <a:lnTo>
                    <a:pt x="3408383" y="408291"/>
                  </a:lnTo>
                  <a:lnTo>
                    <a:pt x="3407546" y="413988"/>
                  </a:lnTo>
                  <a:lnTo>
                    <a:pt x="3408776" y="422002"/>
                  </a:lnTo>
                  <a:lnTo>
                    <a:pt x="3407003" y="426282"/>
                  </a:lnTo>
                  <a:lnTo>
                    <a:pt x="3403618" y="423996"/>
                  </a:lnTo>
                  <a:lnTo>
                    <a:pt x="3400213" y="420141"/>
                  </a:lnTo>
                  <a:lnTo>
                    <a:pt x="3394595" y="423069"/>
                  </a:lnTo>
                  <a:lnTo>
                    <a:pt x="3389438" y="424256"/>
                  </a:lnTo>
                  <a:lnTo>
                    <a:pt x="3389417" y="420332"/>
                  </a:lnTo>
                  <a:lnTo>
                    <a:pt x="3390399" y="415518"/>
                  </a:lnTo>
                  <a:lnTo>
                    <a:pt x="3380121" y="418179"/>
                  </a:lnTo>
                  <a:lnTo>
                    <a:pt x="3367796" y="427057"/>
                  </a:lnTo>
                  <a:lnTo>
                    <a:pt x="3358225" y="439339"/>
                  </a:lnTo>
                  <a:lnTo>
                    <a:pt x="3361543" y="441383"/>
                  </a:lnTo>
                  <a:lnTo>
                    <a:pt x="3365279" y="445295"/>
                  </a:lnTo>
                  <a:lnTo>
                    <a:pt x="3348654" y="464270"/>
                  </a:lnTo>
                  <a:lnTo>
                    <a:pt x="3331611" y="481359"/>
                  </a:lnTo>
                  <a:lnTo>
                    <a:pt x="3318738" y="509244"/>
                  </a:lnTo>
                  <a:lnTo>
                    <a:pt x="3313571" y="512508"/>
                  </a:lnTo>
                  <a:lnTo>
                    <a:pt x="3309132" y="517620"/>
                  </a:lnTo>
                  <a:lnTo>
                    <a:pt x="3304419" y="534455"/>
                  </a:lnTo>
                  <a:lnTo>
                    <a:pt x="3298977" y="549442"/>
                  </a:lnTo>
                  <a:lnTo>
                    <a:pt x="3302021" y="556116"/>
                  </a:lnTo>
                  <a:lnTo>
                    <a:pt x="3304026" y="562981"/>
                  </a:lnTo>
                  <a:lnTo>
                    <a:pt x="3308858" y="569737"/>
                  </a:lnTo>
                  <a:lnTo>
                    <a:pt x="3312966" y="570347"/>
                  </a:lnTo>
                  <a:lnTo>
                    <a:pt x="3317415" y="569128"/>
                  </a:lnTo>
                  <a:lnTo>
                    <a:pt x="3320681" y="569414"/>
                  </a:lnTo>
                  <a:lnTo>
                    <a:pt x="3322780" y="572284"/>
                  </a:lnTo>
                  <a:lnTo>
                    <a:pt x="3321849" y="575726"/>
                  </a:lnTo>
                  <a:lnTo>
                    <a:pt x="3316718" y="576583"/>
                  </a:lnTo>
                  <a:lnTo>
                    <a:pt x="3307147" y="582603"/>
                  </a:lnTo>
                  <a:lnTo>
                    <a:pt x="3298755" y="584915"/>
                  </a:lnTo>
                  <a:lnTo>
                    <a:pt x="3294548" y="592192"/>
                  </a:lnTo>
                  <a:lnTo>
                    <a:pt x="3288244" y="600600"/>
                  </a:lnTo>
                  <a:lnTo>
                    <a:pt x="3275996" y="613720"/>
                  </a:lnTo>
                  <a:lnTo>
                    <a:pt x="3281231" y="617765"/>
                  </a:lnTo>
                  <a:lnTo>
                    <a:pt x="3300150" y="622325"/>
                  </a:lnTo>
                  <a:lnTo>
                    <a:pt x="3308584" y="627018"/>
                  </a:lnTo>
                  <a:lnTo>
                    <a:pt x="3321348" y="651524"/>
                  </a:lnTo>
                  <a:lnTo>
                    <a:pt x="3318433" y="653975"/>
                  </a:lnTo>
                  <a:lnTo>
                    <a:pt x="3317276" y="658465"/>
                  </a:lnTo>
                  <a:lnTo>
                    <a:pt x="3328624" y="664765"/>
                  </a:lnTo>
                  <a:lnTo>
                    <a:pt x="3332247" y="682362"/>
                  </a:lnTo>
                  <a:lnTo>
                    <a:pt x="3341564" y="688350"/>
                  </a:lnTo>
                  <a:lnTo>
                    <a:pt x="3355450" y="692033"/>
                  </a:lnTo>
                  <a:lnTo>
                    <a:pt x="3372431" y="686712"/>
                  </a:lnTo>
                  <a:lnTo>
                    <a:pt x="3386570" y="679390"/>
                  </a:lnTo>
                  <a:lnTo>
                    <a:pt x="3386074" y="673388"/>
                  </a:lnTo>
                  <a:lnTo>
                    <a:pt x="3377191" y="659424"/>
                  </a:lnTo>
                  <a:lnTo>
                    <a:pt x="3375051" y="652864"/>
                  </a:lnTo>
                  <a:lnTo>
                    <a:pt x="3368457" y="648616"/>
                  </a:lnTo>
                  <a:lnTo>
                    <a:pt x="3365951" y="652216"/>
                  </a:lnTo>
                  <a:lnTo>
                    <a:pt x="3361687" y="647542"/>
                  </a:lnTo>
                  <a:lnTo>
                    <a:pt x="3361207" y="644920"/>
                  </a:lnTo>
                  <a:lnTo>
                    <a:pt x="3365181" y="643643"/>
                  </a:lnTo>
                  <a:lnTo>
                    <a:pt x="3369801" y="644151"/>
                  </a:lnTo>
                  <a:lnTo>
                    <a:pt x="3375191" y="646596"/>
                  </a:lnTo>
                  <a:lnTo>
                    <a:pt x="3389061" y="661818"/>
                  </a:lnTo>
                  <a:lnTo>
                    <a:pt x="3392900" y="681771"/>
                  </a:lnTo>
                  <a:lnTo>
                    <a:pt x="3393722" y="694440"/>
                  </a:lnTo>
                  <a:lnTo>
                    <a:pt x="3392156" y="698771"/>
                  </a:lnTo>
                  <a:lnTo>
                    <a:pt x="3388120" y="697882"/>
                  </a:lnTo>
                  <a:lnTo>
                    <a:pt x="3380420" y="698746"/>
                  </a:lnTo>
                  <a:lnTo>
                    <a:pt x="3343890" y="705306"/>
                  </a:lnTo>
                  <a:lnTo>
                    <a:pt x="3335776" y="711084"/>
                  </a:lnTo>
                  <a:lnTo>
                    <a:pt x="3317173" y="717359"/>
                  </a:lnTo>
                  <a:lnTo>
                    <a:pt x="3316015" y="714228"/>
                  </a:lnTo>
                  <a:lnTo>
                    <a:pt x="3317359" y="707750"/>
                  </a:lnTo>
                  <a:lnTo>
                    <a:pt x="3316186" y="694484"/>
                  </a:lnTo>
                  <a:lnTo>
                    <a:pt x="3312516" y="693868"/>
                  </a:lnTo>
                  <a:lnTo>
                    <a:pt x="3283613" y="715498"/>
                  </a:lnTo>
                  <a:lnTo>
                    <a:pt x="3272441" y="716857"/>
                  </a:lnTo>
                  <a:lnTo>
                    <a:pt x="3263046" y="723188"/>
                  </a:lnTo>
                  <a:lnTo>
                    <a:pt x="3260943" y="719676"/>
                  </a:lnTo>
                  <a:lnTo>
                    <a:pt x="3259263" y="703458"/>
                  </a:lnTo>
                  <a:lnTo>
                    <a:pt x="3265144" y="689855"/>
                  </a:lnTo>
                  <a:lnTo>
                    <a:pt x="3262012" y="690071"/>
                  </a:lnTo>
                  <a:lnTo>
                    <a:pt x="3252194" y="698238"/>
                  </a:lnTo>
                  <a:lnTo>
                    <a:pt x="3247997" y="693214"/>
                  </a:lnTo>
                  <a:lnTo>
                    <a:pt x="3245894" y="687702"/>
                  </a:lnTo>
                  <a:lnTo>
                    <a:pt x="3242871" y="684584"/>
                  </a:lnTo>
                  <a:lnTo>
                    <a:pt x="3239595" y="683403"/>
                  </a:lnTo>
                  <a:lnTo>
                    <a:pt x="3242396" y="695443"/>
                  </a:lnTo>
                  <a:lnTo>
                    <a:pt x="3235740" y="704474"/>
                  </a:lnTo>
                  <a:lnTo>
                    <a:pt x="3233915" y="727830"/>
                  </a:lnTo>
                  <a:lnTo>
                    <a:pt x="3225549" y="737553"/>
                  </a:lnTo>
                  <a:lnTo>
                    <a:pt x="3199467" y="743802"/>
                  </a:lnTo>
                  <a:lnTo>
                    <a:pt x="3182465" y="742481"/>
                  </a:lnTo>
                  <a:lnTo>
                    <a:pt x="3167231" y="744424"/>
                  </a:lnTo>
                  <a:lnTo>
                    <a:pt x="3146974" y="748907"/>
                  </a:lnTo>
                  <a:lnTo>
                    <a:pt x="3135780" y="746240"/>
                  </a:lnTo>
                  <a:lnTo>
                    <a:pt x="3124313" y="750971"/>
                  </a:lnTo>
                  <a:lnTo>
                    <a:pt x="3085390" y="752260"/>
                  </a:lnTo>
                  <a:lnTo>
                    <a:pt x="3077183" y="749752"/>
                  </a:lnTo>
                  <a:lnTo>
                    <a:pt x="3066703" y="758687"/>
                  </a:lnTo>
                  <a:lnTo>
                    <a:pt x="3049924" y="763970"/>
                  </a:lnTo>
                  <a:lnTo>
                    <a:pt x="3007512" y="783993"/>
                  </a:lnTo>
                  <a:lnTo>
                    <a:pt x="2998159" y="791277"/>
                  </a:lnTo>
                  <a:lnTo>
                    <a:pt x="2986769" y="802651"/>
                  </a:lnTo>
                  <a:lnTo>
                    <a:pt x="2979121" y="808766"/>
                  </a:lnTo>
                  <a:lnTo>
                    <a:pt x="2972832" y="810754"/>
                  </a:lnTo>
                  <a:lnTo>
                    <a:pt x="2968966" y="815847"/>
                  </a:lnTo>
                  <a:lnTo>
                    <a:pt x="2964744" y="819174"/>
                  </a:lnTo>
                  <a:lnTo>
                    <a:pt x="2968821" y="807807"/>
                  </a:lnTo>
                  <a:lnTo>
                    <a:pt x="2973250" y="798224"/>
                  </a:lnTo>
                  <a:lnTo>
                    <a:pt x="2976930" y="779662"/>
                  </a:lnTo>
                  <a:lnTo>
                    <a:pt x="2975844" y="764650"/>
                  </a:lnTo>
                  <a:lnTo>
                    <a:pt x="2971281" y="758477"/>
                  </a:lnTo>
                  <a:lnTo>
                    <a:pt x="2966563" y="754362"/>
                  </a:lnTo>
                  <a:lnTo>
                    <a:pt x="2972093" y="769178"/>
                  </a:lnTo>
                  <a:lnTo>
                    <a:pt x="2972987" y="787346"/>
                  </a:lnTo>
                  <a:lnTo>
                    <a:pt x="2971085" y="797989"/>
                  </a:lnTo>
                  <a:lnTo>
                    <a:pt x="2960682" y="818520"/>
                  </a:lnTo>
                  <a:lnTo>
                    <a:pt x="2956253" y="823302"/>
                  </a:lnTo>
                  <a:lnTo>
                    <a:pt x="2951075" y="827506"/>
                  </a:lnTo>
                  <a:lnTo>
                    <a:pt x="2947174" y="829335"/>
                  </a:lnTo>
                  <a:lnTo>
                    <a:pt x="2943572" y="832618"/>
                  </a:lnTo>
                  <a:lnTo>
                    <a:pt x="2939386" y="837819"/>
                  </a:lnTo>
                  <a:lnTo>
                    <a:pt x="2935417" y="848145"/>
                  </a:lnTo>
                  <a:lnTo>
                    <a:pt x="2937820" y="857556"/>
                  </a:lnTo>
                  <a:lnTo>
                    <a:pt x="2958104" y="860992"/>
                  </a:lnTo>
                  <a:lnTo>
                    <a:pt x="2963545" y="858090"/>
                  </a:lnTo>
                  <a:lnTo>
                    <a:pt x="2966315" y="864827"/>
                  </a:lnTo>
                  <a:lnTo>
                    <a:pt x="2967865" y="874188"/>
                  </a:lnTo>
                  <a:lnTo>
                    <a:pt x="2966346" y="884310"/>
                  </a:lnTo>
                  <a:lnTo>
                    <a:pt x="2962956" y="894611"/>
                  </a:lnTo>
                  <a:lnTo>
                    <a:pt x="2960382" y="907400"/>
                  </a:lnTo>
                  <a:lnTo>
                    <a:pt x="2958202" y="926902"/>
                  </a:lnTo>
                  <a:lnTo>
                    <a:pt x="2954920" y="944449"/>
                  </a:lnTo>
                  <a:lnTo>
                    <a:pt x="2954491" y="939121"/>
                  </a:lnTo>
                  <a:lnTo>
                    <a:pt x="2956543" y="917790"/>
                  </a:lnTo>
                  <a:lnTo>
                    <a:pt x="2953220" y="920019"/>
                  </a:lnTo>
                  <a:lnTo>
                    <a:pt x="2950931" y="924940"/>
                  </a:lnTo>
                  <a:lnTo>
                    <a:pt x="2944740" y="952450"/>
                  </a:lnTo>
                  <a:lnTo>
                    <a:pt x="2936229" y="967113"/>
                  </a:lnTo>
                  <a:lnTo>
                    <a:pt x="2928389" y="977255"/>
                  </a:lnTo>
                  <a:lnTo>
                    <a:pt x="2920302" y="975578"/>
                  </a:lnTo>
                  <a:lnTo>
                    <a:pt x="2922121" y="983637"/>
                  </a:lnTo>
                  <a:lnTo>
                    <a:pt x="2919899" y="987834"/>
                  </a:lnTo>
                  <a:lnTo>
                    <a:pt x="2917997" y="996592"/>
                  </a:lnTo>
                  <a:lnTo>
                    <a:pt x="2913175" y="1002396"/>
                  </a:lnTo>
                  <a:lnTo>
                    <a:pt x="2908643" y="1001837"/>
                  </a:lnTo>
                  <a:lnTo>
                    <a:pt x="2902132" y="1005838"/>
                  </a:lnTo>
                  <a:lnTo>
                    <a:pt x="2899564" y="1008899"/>
                  </a:lnTo>
                  <a:lnTo>
                    <a:pt x="2899372" y="1014760"/>
                  </a:lnTo>
                  <a:lnTo>
                    <a:pt x="2895016" y="1019917"/>
                  </a:lnTo>
                  <a:lnTo>
                    <a:pt x="2879296" y="1046703"/>
                  </a:lnTo>
                  <a:lnTo>
                    <a:pt x="2865648" y="1054609"/>
                  </a:lnTo>
                  <a:lnTo>
                    <a:pt x="2862382" y="1053459"/>
                  </a:lnTo>
                  <a:lnTo>
                    <a:pt x="2865978" y="1040816"/>
                  </a:lnTo>
                  <a:lnTo>
                    <a:pt x="2868443" y="1028032"/>
                  </a:lnTo>
                  <a:lnTo>
                    <a:pt x="2860160" y="1022469"/>
                  </a:lnTo>
                  <a:lnTo>
                    <a:pt x="2852232" y="1019529"/>
                  </a:lnTo>
                  <a:lnTo>
                    <a:pt x="2843137" y="1019917"/>
                  </a:lnTo>
                  <a:lnTo>
                    <a:pt x="2833091" y="1009978"/>
                  </a:lnTo>
                  <a:lnTo>
                    <a:pt x="2820141" y="1002751"/>
                  </a:lnTo>
                  <a:lnTo>
                    <a:pt x="2802064" y="983199"/>
                  </a:lnTo>
                  <a:lnTo>
                    <a:pt x="2802591" y="977775"/>
                  </a:lnTo>
                  <a:lnTo>
                    <a:pt x="2802136" y="968675"/>
                  </a:lnTo>
                  <a:lnTo>
                    <a:pt x="2807630" y="954298"/>
                  </a:lnTo>
                  <a:lnTo>
                    <a:pt x="2812896" y="944245"/>
                  </a:lnTo>
                  <a:lnTo>
                    <a:pt x="2820167" y="939038"/>
                  </a:lnTo>
                  <a:lnTo>
                    <a:pt x="2841266" y="933735"/>
                  </a:lnTo>
                  <a:lnTo>
                    <a:pt x="2846558" y="925759"/>
                  </a:lnTo>
                  <a:lnTo>
                    <a:pt x="2849695" y="919041"/>
                  </a:lnTo>
                  <a:lnTo>
                    <a:pt x="2839241" y="930579"/>
                  </a:lnTo>
                  <a:lnTo>
                    <a:pt x="2823582" y="934491"/>
                  </a:lnTo>
                  <a:lnTo>
                    <a:pt x="2815144" y="938797"/>
                  </a:lnTo>
                  <a:lnTo>
                    <a:pt x="2808395" y="945382"/>
                  </a:lnTo>
                  <a:lnTo>
                    <a:pt x="2804400" y="953650"/>
                  </a:lnTo>
                  <a:lnTo>
                    <a:pt x="2795356" y="963614"/>
                  </a:lnTo>
                  <a:lnTo>
                    <a:pt x="2795992" y="970288"/>
                  </a:lnTo>
                  <a:lnTo>
                    <a:pt x="2797506" y="975032"/>
                  </a:lnTo>
                  <a:lnTo>
                    <a:pt x="2796808" y="984920"/>
                  </a:lnTo>
                  <a:lnTo>
                    <a:pt x="2802529" y="994559"/>
                  </a:lnTo>
                  <a:lnTo>
                    <a:pt x="2813872" y="1010353"/>
                  </a:lnTo>
                  <a:lnTo>
                    <a:pt x="2816038" y="1034884"/>
                  </a:lnTo>
                  <a:lnTo>
                    <a:pt x="2824694" y="1051300"/>
                  </a:lnTo>
                  <a:lnTo>
                    <a:pt x="2837959" y="1070440"/>
                  </a:lnTo>
                  <a:lnTo>
                    <a:pt x="2848160" y="1075883"/>
                  </a:lnTo>
                  <a:lnTo>
                    <a:pt x="2848656" y="1083001"/>
                  </a:lnTo>
                  <a:lnTo>
                    <a:pt x="2843948" y="1094756"/>
                  </a:lnTo>
                  <a:lnTo>
                    <a:pt x="2837742" y="1100128"/>
                  </a:lnTo>
                  <a:lnTo>
                    <a:pt x="2845814" y="1099055"/>
                  </a:lnTo>
                  <a:lnTo>
                    <a:pt x="2849835" y="1101741"/>
                  </a:lnTo>
                  <a:lnTo>
                    <a:pt x="2853746" y="1111546"/>
                  </a:lnTo>
                  <a:lnTo>
                    <a:pt x="2853442" y="1121555"/>
                  </a:lnTo>
                  <a:lnTo>
                    <a:pt x="2852119" y="1127194"/>
                  </a:lnTo>
                  <a:lnTo>
                    <a:pt x="2849674" y="1129442"/>
                  </a:lnTo>
                  <a:lnTo>
                    <a:pt x="2849778" y="1123682"/>
                  </a:lnTo>
                  <a:lnTo>
                    <a:pt x="2848046" y="1121682"/>
                  </a:lnTo>
                  <a:lnTo>
                    <a:pt x="2845189" y="1124177"/>
                  </a:lnTo>
                  <a:lnTo>
                    <a:pt x="2843339" y="1127022"/>
                  </a:lnTo>
                  <a:lnTo>
                    <a:pt x="2842569" y="1138231"/>
                  </a:lnTo>
                  <a:lnTo>
                    <a:pt x="2840610" y="1143832"/>
                  </a:lnTo>
                  <a:lnTo>
                    <a:pt x="2833685" y="1145496"/>
                  </a:lnTo>
                  <a:lnTo>
                    <a:pt x="2826662" y="1160203"/>
                  </a:lnTo>
                  <a:lnTo>
                    <a:pt x="2820130" y="1168547"/>
                  </a:lnTo>
                  <a:lnTo>
                    <a:pt x="2794426" y="1224971"/>
                  </a:lnTo>
                  <a:lnTo>
                    <a:pt x="2795408" y="1234401"/>
                  </a:lnTo>
                  <a:lnTo>
                    <a:pt x="2790705" y="1237436"/>
                  </a:lnTo>
                  <a:lnTo>
                    <a:pt x="2783584" y="1239907"/>
                  </a:lnTo>
                  <a:lnTo>
                    <a:pt x="2776380" y="1245546"/>
                  </a:lnTo>
                  <a:lnTo>
                    <a:pt x="2771600" y="1251763"/>
                  </a:lnTo>
                  <a:lnTo>
                    <a:pt x="2767161" y="1268484"/>
                  </a:lnTo>
                  <a:lnTo>
                    <a:pt x="2758655" y="1287306"/>
                  </a:lnTo>
                  <a:lnTo>
                    <a:pt x="2753348" y="1279463"/>
                  </a:lnTo>
                  <a:lnTo>
                    <a:pt x="2751989" y="1272751"/>
                  </a:lnTo>
                  <a:lnTo>
                    <a:pt x="2754350" y="1255243"/>
                  </a:lnTo>
                  <a:lnTo>
                    <a:pt x="2763549" y="1226539"/>
                  </a:lnTo>
                  <a:lnTo>
                    <a:pt x="2773683" y="1208695"/>
                  </a:lnTo>
                  <a:lnTo>
                    <a:pt x="2781414" y="1200236"/>
                  </a:lnTo>
                  <a:lnTo>
                    <a:pt x="2787770" y="1182995"/>
                  </a:lnTo>
                  <a:lnTo>
                    <a:pt x="2779739" y="1180423"/>
                  </a:lnTo>
                  <a:lnTo>
                    <a:pt x="2767497" y="1180702"/>
                  </a:lnTo>
                  <a:lnTo>
                    <a:pt x="2769802" y="1172745"/>
                  </a:lnTo>
                  <a:lnTo>
                    <a:pt x="2773373" y="1165734"/>
                  </a:lnTo>
                  <a:lnTo>
                    <a:pt x="2766991" y="1158749"/>
                  </a:lnTo>
                  <a:lnTo>
                    <a:pt x="2763213" y="1157860"/>
                  </a:lnTo>
                  <a:lnTo>
                    <a:pt x="2759322" y="1154996"/>
                  </a:lnTo>
                  <a:lnTo>
                    <a:pt x="2763885" y="1149179"/>
                  </a:lnTo>
                  <a:lnTo>
                    <a:pt x="2766112" y="1143032"/>
                  </a:lnTo>
                  <a:lnTo>
                    <a:pt x="2764753" y="1135551"/>
                  </a:lnTo>
                  <a:lnTo>
                    <a:pt x="2766665" y="1129918"/>
                  </a:lnTo>
                  <a:lnTo>
                    <a:pt x="2763477" y="1130769"/>
                  </a:lnTo>
                  <a:lnTo>
                    <a:pt x="2758350" y="1136732"/>
                  </a:lnTo>
                  <a:lnTo>
                    <a:pt x="2755162" y="1139113"/>
                  </a:lnTo>
                  <a:lnTo>
                    <a:pt x="2753219" y="1133836"/>
                  </a:lnTo>
                  <a:lnTo>
                    <a:pt x="2751002" y="1135030"/>
                  </a:lnTo>
                  <a:lnTo>
                    <a:pt x="2749560" y="1138656"/>
                  </a:lnTo>
                  <a:lnTo>
                    <a:pt x="2746289" y="1140650"/>
                  </a:lnTo>
                  <a:lnTo>
                    <a:pt x="2739380" y="1135691"/>
                  </a:lnTo>
                  <a:lnTo>
                    <a:pt x="2729308" y="1130013"/>
                  </a:lnTo>
                  <a:lnTo>
                    <a:pt x="2723701" y="1120246"/>
                  </a:lnTo>
                  <a:lnTo>
                    <a:pt x="2720502" y="1112677"/>
                  </a:lnTo>
                  <a:lnTo>
                    <a:pt x="2723752" y="1098979"/>
                  </a:lnTo>
                  <a:lnTo>
                    <a:pt x="2730713" y="1096547"/>
                  </a:lnTo>
                  <a:lnTo>
                    <a:pt x="2739757" y="1098769"/>
                  </a:lnTo>
                  <a:lnTo>
                    <a:pt x="2751612" y="1098750"/>
                  </a:lnTo>
                  <a:lnTo>
                    <a:pt x="2749917" y="1095708"/>
                  </a:lnTo>
                  <a:lnTo>
                    <a:pt x="2745684" y="1096210"/>
                  </a:lnTo>
                  <a:lnTo>
                    <a:pt x="2733189" y="1085097"/>
                  </a:lnTo>
                  <a:lnTo>
                    <a:pt x="2729168" y="1078385"/>
                  </a:lnTo>
                  <a:lnTo>
                    <a:pt x="2722254" y="1076543"/>
                  </a:lnTo>
                  <a:lnTo>
                    <a:pt x="2719101" y="1082995"/>
                  </a:lnTo>
                  <a:lnTo>
                    <a:pt x="2715603" y="1084710"/>
                  </a:lnTo>
                  <a:lnTo>
                    <a:pt x="2719923" y="1070593"/>
                  </a:lnTo>
                  <a:lnTo>
                    <a:pt x="2725571" y="1070015"/>
                  </a:lnTo>
                  <a:lnTo>
                    <a:pt x="2733912" y="1066103"/>
                  </a:lnTo>
                  <a:lnTo>
                    <a:pt x="2731488" y="1057930"/>
                  </a:lnTo>
                  <a:lnTo>
                    <a:pt x="2726223" y="1054355"/>
                  </a:lnTo>
                  <a:lnTo>
                    <a:pt x="2716714" y="1058838"/>
                  </a:lnTo>
                  <a:lnTo>
                    <a:pt x="2716828" y="1053091"/>
                  </a:lnTo>
                  <a:lnTo>
                    <a:pt x="2718610" y="1045731"/>
                  </a:lnTo>
                  <a:lnTo>
                    <a:pt x="2725778" y="1045756"/>
                  </a:lnTo>
                  <a:lnTo>
                    <a:pt x="2732057" y="1048157"/>
                  </a:lnTo>
                  <a:lnTo>
                    <a:pt x="2737400" y="1036269"/>
                  </a:lnTo>
                  <a:lnTo>
                    <a:pt x="2737638" y="1030960"/>
                  </a:lnTo>
                  <a:lnTo>
                    <a:pt x="2728760" y="1038676"/>
                  </a:lnTo>
                  <a:lnTo>
                    <a:pt x="2726765" y="1022031"/>
                  </a:lnTo>
                  <a:lnTo>
                    <a:pt x="2735504" y="1005977"/>
                  </a:lnTo>
                  <a:lnTo>
                    <a:pt x="2743839" y="998979"/>
                  </a:lnTo>
                  <a:lnTo>
                    <a:pt x="2754252" y="999183"/>
                  </a:lnTo>
                  <a:lnTo>
                    <a:pt x="2764836" y="998052"/>
                  </a:lnTo>
                  <a:lnTo>
                    <a:pt x="2758195" y="995112"/>
                  </a:lnTo>
                  <a:lnTo>
                    <a:pt x="2751379" y="993518"/>
                  </a:lnTo>
                  <a:lnTo>
                    <a:pt x="2756500" y="987174"/>
                  </a:lnTo>
                  <a:lnTo>
                    <a:pt x="2760867" y="986037"/>
                  </a:lnTo>
                  <a:lnTo>
                    <a:pt x="2765156" y="980506"/>
                  </a:lnTo>
                  <a:lnTo>
                    <a:pt x="2754841" y="981325"/>
                  </a:lnTo>
                  <a:lnTo>
                    <a:pt x="2756056" y="970860"/>
                  </a:lnTo>
                  <a:lnTo>
                    <a:pt x="2751043" y="972987"/>
                  </a:lnTo>
                  <a:lnTo>
                    <a:pt x="2745043" y="973971"/>
                  </a:lnTo>
                  <a:lnTo>
                    <a:pt x="2742708" y="978410"/>
                  </a:lnTo>
                  <a:lnTo>
                    <a:pt x="2743168" y="985783"/>
                  </a:lnTo>
                  <a:lnTo>
                    <a:pt x="2741416" y="990622"/>
                  </a:lnTo>
                  <a:lnTo>
                    <a:pt x="2736749" y="994509"/>
                  </a:lnTo>
                  <a:lnTo>
                    <a:pt x="2728868" y="997538"/>
                  </a:lnTo>
                  <a:lnTo>
                    <a:pt x="2728104" y="992286"/>
                  </a:lnTo>
                  <a:lnTo>
                    <a:pt x="2725499" y="989905"/>
                  </a:lnTo>
                  <a:lnTo>
                    <a:pt x="2724528" y="1001151"/>
                  </a:lnTo>
                  <a:lnTo>
                    <a:pt x="2722460" y="1004974"/>
                  </a:lnTo>
                  <a:lnTo>
                    <a:pt x="2716698" y="994420"/>
                  </a:lnTo>
                  <a:lnTo>
                    <a:pt x="2714967" y="996547"/>
                  </a:lnTo>
                  <a:lnTo>
                    <a:pt x="2715189" y="999545"/>
                  </a:lnTo>
                  <a:lnTo>
                    <a:pt x="2713717" y="1004726"/>
                  </a:lnTo>
                  <a:lnTo>
                    <a:pt x="2708776" y="1007425"/>
                  </a:lnTo>
                  <a:lnTo>
                    <a:pt x="2709081" y="1014068"/>
                  </a:lnTo>
                  <a:lnTo>
                    <a:pt x="2707164" y="1017688"/>
                  </a:lnTo>
                  <a:lnTo>
                    <a:pt x="2691340" y="1011921"/>
                  </a:lnTo>
                  <a:lnTo>
                    <a:pt x="2690968" y="1013877"/>
                  </a:lnTo>
                  <a:lnTo>
                    <a:pt x="2699919" y="1026311"/>
                  </a:lnTo>
                  <a:lnTo>
                    <a:pt x="2706456" y="1030560"/>
                  </a:lnTo>
                  <a:lnTo>
                    <a:pt x="2707252" y="1037342"/>
                  </a:lnTo>
                  <a:lnTo>
                    <a:pt x="2701640" y="1042968"/>
                  </a:lnTo>
                  <a:lnTo>
                    <a:pt x="2693898" y="1038110"/>
                  </a:lnTo>
                  <a:lnTo>
                    <a:pt x="2692596" y="1038466"/>
                  </a:lnTo>
                  <a:lnTo>
                    <a:pt x="2696803" y="1046798"/>
                  </a:lnTo>
                  <a:lnTo>
                    <a:pt x="2699454" y="1054075"/>
                  </a:lnTo>
                  <a:lnTo>
                    <a:pt x="2696725" y="1060172"/>
                  </a:lnTo>
                  <a:lnTo>
                    <a:pt x="2697149" y="1067678"/>
                  </a:lnTo>
                  <a:lnTo>
                    <a:pt x="2696560" y="1074485"/>
                  </a:lnTo>
                  <a:lnTo>
                    <a:pt x="2694891" y="1080423"/>
                  </a:lnTo>
                  <a:lnTo>
                    <a:pt x="2698653" y="1107793"/>
                  </a:lnTo>
                  <a:lnTo>
                    <a:pt x="2703185" y="1115236"/>
                  </a:lnTo>
                  <a:lnTo>
                    <a:pt x="2707639" y="1122355"/>
                  </a:lnTo>
                  <a:lnTo>
                    <a:pt x="2710001" y="1129016"/>
                  </a:lnTo>
                  <a:lnTo>
                    <a:pt x="2705273" y="1129988"/>
                  </a:lnTo>
                  <a:lnTo>
                    <a:pt x="2697743" y="1124507"/>
                  </a:lnTo>
                  <a:lnTo>
                    <a:pt x="2691129" y="1120329"/>
                  </a:lnTo>
                  <a:lnTo>
                    <a:pt x="2683248" y="1106968"/>
                  </a:lnTo>
                  <a:lnTo>
                    <a:pt x="2681945" y="1101633"/>
                  </a:lnTo>
                  <a:lnTo>
                    <a:pt x="2680023" y="1097417"/>
                  </a:lnTo>
                  <a:lnTo>
                    <a:pt x="2680953" y="1107101"/>
                  </a:lnTo>
                  <a:lnTo>
                    <a:pt x="2683765" y="1117916"/>
                  </a:lnTo>
                  <a:lnTo>
                    <a:pt x="2708446" y="1142117"/>
                  </a:lnTo>
                  <a:lnTo>
                    <a:pt x="2713003" y="1151401"/>
                  </a:lnTo>
                  <a:lnTo>
                    <a:pt x="2716476" y="1158698"/>
                  </a:lnTo>
                  <a:lnTo>
                    <a:pt x="2715603" y="1165690"/>
                  </a:lnTo>
                  <a:lnTo>
                    <a:pt x="2709169" y="1160743"/>
                  </a:lnTo>
                  <a:lnTo>
                    <a:pt x="2703619" y="1154437"/>
                  </a:lnTo>
                  <a:lnTo>
                    <a:pt x="2688886" y="1147312"/>
                  </a:lnTo>
                  <a:lnTo>
                    <a:pt x="2670308" y="1142809"/>
                  </a:lnTo>
                  <a:lnTo>
                    <a:pt x="2659833" y="1126247"/>
                  </a:lnTo>
                  <a:lnTo>
                    <a:pt x="2659869" y="1133157"/>
                  </a:lnTo>
                  <a:lnTo>
                    <a:pt x="2657543" y="1139018"/>
                  </a:lnTo>
                  <a:lnTo>
                    <a:pt x="2651141" y="1131874"/>
                  </a:lnTo>
                  <a:lnTo>
                    <a:pt x="2647105" y="1125778"/>
                  </a:lnTo>
                  <a:lnTo>
                    <a:pt x="2645751" y="1119097"/>
                  </a:lnTo>
                  <a:lnTo>
                    <a:pt x="2637756" y="1119554"/>
                  </a:lnTo>
                  <a:lnTo>
                    <a:pt x="2629374" y="1125358"/>
                  </a:lnTo>
                  <a:lnTo>
                    <a:pt x="2621266" y="1123980"/>
                  </a:lnTo>
                  <a:lnTo>
                    <a:pt x="2620305" y="1112651"/>
                  </a:lnTo>
                  <a:lnTo>
                    <a:pt x="2622496" y="1106650"/>
                  </a:lnTo>
                  <a:lnTo>
                    <a:pt x="2631596" y="1092457"/>
                  </a:lnTo>
                  <a:lnTo>
                    <a:pt x="2640170" y="1085211"/>
                  </a:lnTo>
                  <a:lnTo>
                    <a:pt x="2643952" y="1075857"/>
                  </a:lnTo>
                  <a:lnTo>
                    <a:pt x="2642660" y="1061353"/>
                  </a:lnTo>
                  <a:lnTo>
                    <a:pt x="2641048" y="1076111"/>
                  </a:lnTo>
                  <a:lnTo>
                    <a:pt x="2636149" y="1083427"/>
                  </a:lnTo>
                  <a:lnTo>
                    <a:pt x="2628449" y="1089015"/>
                  </a:lnTo>
                  <a:lnTo>
                    <a:pt x="2618315" y="1098973"/>
                  </a:lnTo>
                  <a:lnTo>
                    <a:pt x="2615840" y="1108181"/>
                  </a:lnTo>
                  <a:lnTo>
                    <a:pt x="2612677" y="1125422"/>
                  </a:lnTo>
                  <a:lnTo>
                    <a:pt x="2616956" y="1131258"/>
                  </a:lnTo>
                  <a:lnTo>
                    <a:pt x="2621328" y="1132782"/>
                  </a:lnTo>
                  <a:lnTo>
                    <a:pt x="2634242" y="1128870"/>
                  </a:lnTo>
                  <a:lnTo>
                    <a:pt x="2640924" y="1130617"/>
                  </a:lnTo>
                  <a:lnTo>
                    <a:pt x="2655786" y="1151376"/>
                  </a:lnTo>
                  <a:lnTo>
                    <a:pt x="2683460" y="1159587"/>
                  </a:lnTo>
                  <a:lnTo>
                    <a:pt x="2693552" y="1164718"/>
                  </a:lnTo>
                  <a:lnTo>
                    <a:pt x="2701779" y="1175552"/>
                  </a:lnTo>
                  <a:lnTo>
                    <a:pt x="2714146" y="1181788"/>
                  </a:lnTo>
                  <a:lnTo>
                    <a:pt x="2723742" y="1190850"/>
                  </a:lnTo>
                  <a:lnTo>
                    <a:pt x="2724000" y="1196762"/>
                  </a:lnTo>
                  <a:lnTo>
                    <a:pt x="2720678" y="1203754"/>
                  </a:lnTo>
                  <a:lnTo>
                    <a:pt x="2719365" y="1213216"/>
                  </a:lnTo>
                  <a:lnTo>
                    <a:pt x="2715288" y="1219185"/>
                  </a:lnTo>
                  <a:lnTo>
                    <a:pt x="2705500" y="1219871"/>
                  </a:lnTo>
                  <a:lnTo>
                    <a:pt x="2699588" y="1218334"/>
                  </a:lnTo>
                  <a:lnTo>
                    <a:pt x="2667807" y="1185071"/>
                  </a:lnTo>
                  <a:lnTo>
                    <a:pt x="2664013" y="1182010"/>
                  </a:lnTo>
                  <a:lnTo>
                    <a:pt x="2652226" y="1164591"/>
                  </a:lnTo>
                  <a:lnTo>
                    <a:pt x="2638397" y="1155262"/>
                  </a:lnTo>
                  <a:lnTo>
                    <a:pt x="2634118" y="1155459"/>
                  </a:lnTo>
                  <a:lnTo>
                    <a:pt x="2653802" y="1172713"/>
                  </a:lnTo>
                  <a:lnTo>
                    <a:pt x="2661838" y="1184779"/>
                  </a:lnTo>
                  <a:lnTo>
                    <a:pt x="2675992" y="1201696"/>
                  </a:lnTo>
                  <a:lnTo>
                    <a:pt x="2686111" y="1208860"/>
                  </a:lnTo>
                  <a:lnTo>
                    <a:pt x="2693557" y="1220036"/>
                  </a:lnTo>
                  <a:lnTo>
                    <a:pt x="2700477" y="1225275"/>
                  </a:lnTo>
                  <a:lnTo>
                    <a:pt x="2719370" y="1232737"/>
                  </a:lnTo>
                  <a:lnTo>
                    <a:pt x="2712802" y="1238097"/>
                  </a:lnTo>
                  <a:lnTo>
                    <a:pt x="2723287" y="1242663"/>
                  </a:lnTo>
                  <a:lnTo>
                    <a:pt x="2724786" y="1251058"/>
                  </a:lnTo>
                  <a:lnTo>
                    <a:pt x="2723825" y="1260628"/>
                  </a:lnTo>
                  <a:lnTo>
                    <a:pt x="2709272" y="1256843"/>
                  </a:lnTo>
                  <a:lnTo>
                    <a:pt x="2708797" y="1263892"/>
                  </a:lnTo>
                  <a:lnTo>
                    <a:pt x="2710099" y="1268052"/>
                  </a:lnTo>
                  <a:lnTo>
                    <a:pt x="2703671" y="1271487"/>
                  </a:lnTo>
                  <a:lnTo>
                    <a:pt x="2694730" y="1266826"/>
                  </a:lnTo>
                  <a:lnTo>
                    <a:pt x="2671517" y="1241329"/>
                  </a:lnTo>
                  <a:lnTo>
                    <a:pt x="2671713" y="1244739"/>
                  </a:lnTo>
                  <a:lnTo>
                    <a:pt x="2673594" y="1248696"/>
                  </a:lnTo>
                  <a:lnTo>
                    <a:pt x="2687056" y="1265111"/>
                  </a:lnTo>
                  <a:lnTo>
                    <a:pt x="2699071" y="1274955"/>
                  </a:lnTo>
                  <a:lnTo>
                    <a:pt x="2709257" y="1279400"/>
                  </a:lnTo>
                  <a:lnTo>
                    <a:pt x="2717107" y="1287649"/>
                  </a:lnTo>
                  <a:lnTo>
                    <a:pt x="2719877" y="1292640"/>
                  </a:lnTo>
                  <a:lnTo>
                    <a:pt x="2721727" y="1300210"/>
                  </a:lnTo>
                  <a:lnTo>
                    <a:pt x="2715908" y="1305354"/>
                  </a:lnTo>
                  <a:lnTo>
                    <a:pt x="2709283" y="1308193"/>
                  </a:lnTo>
                  <a:lnTo>
                    <a:pt x="2702813" y="1303061"/>
                  </a:lnTo>
                  <a:lnTo>
                    <a:pt x="2698069" y="1297657"/>
                  </a:lnTo>
                  <a:lnTo>
                    <a:pt x="2687966" y="1288481"/>
                  </a:lnTo>
                  <a:lnTo>
                    <a:pt x="2684938" y="1278225"/>
                  </a:lnTo>
                  <a:lnTo>
                    <a:pt x="2677253" y="1278752"/>
                  </a:lnTo>
                  <a:lnTo>
                    <a:pt x="2645136" y="1265747"/>
                  </a:lnTo>
                  <a:lnTo>
                    <a:pt x="2619323" y="1264248"/>
                  </a:lnTo>
                  <a:lnTo>
                    <a:pt x="2621845" y="1266864"/>
                  </a:lnTo>
                  <a:lnTo>
                    <a:pt x="2625111" y="1268604"/>
                  </a:lnTo>
                  <a:lnTo>
                    <a:pt x="2645668" y="1271811"/>
                  </a:lnTo>
                  <a:lnTo>
                    <a:pt x="2653792" y="1277800"/>
                  </a:lnTo>
                  <a:lnTo>
                    <a:pt x="2670700" y="1283115"/>
                  </a:lnTo>
                  <a:lnTo>
                    <a:pt x="2680602" y="1284569"/>
                  </a:lnTo>
                  <a:lnTo>
                    <a:pt x="2684617" y="1300896"/>
                  </a:lnTo>
                  <a:lnTo>
                    <a:pt x="2698301" y="1312130"/>
                  </a:lnTo>
                  <a:lnTo>
                    <a:pt x="2700079" y="1320455"/>
                  </a:lnTo>
                  <a:lnTo>
                    <a:pt x="2709422" y="1321389"/>
                  </a:lnTo>
                  <a:lnTo>
                    <a:pt x="2725861" y="1313222"/>
                  </a:lnTo>
                  <a:lnTo>
                    <a:pt x="2736470" y="1316086"/>
                  </a:lnTo>
                  <a:lnTo>
                    <a:pt x="2751772" y="1318423"/>
                  </a:lnTo>
                  <a:lnTo>
                    <a:pt x="2755270" y="1325015"/>
                  </a:lnTo>
                  <a:lnTo>
                    <a:pt x="2757896" y="1337557"/>
                  </a:lnTo>
                  <a:lnTo>
                    <a:pt x="2763306" y="1351667"/>
                  </a:lnTo>
                  <a:lnTo>
                    <a:pt x="2777337" y="1407303"/>
                  </a:lnTo>
                  <a:lnTo>
                    <a:pt x="2798416" y="1452810"/>
                  </a:lnTo>
                  <a:lnTo>
                    <a:pt x="2801010" y="1460646"/>
                  </a:lnTo>
                  <a:lnTo>
                    <a:pt x="2796111" y="1453769"/>
                  </a:lnTo>
                  <a:lnTo>
                    <a:pt x="2780473" y="1423630"/>
                  </a:lnTo>
                  <a:lnTo>
                    <a:pt x="2771843" y="1401867"/>
                  </a:lnTo>
                  <a:lnTo>
                    <a:pt x="2762975" y="1363441"/>
                  </a:lnTo>
                  <a:lnTo>
                    <a:pt x="2760402" y="1354836"/>
                  </a:lnTo>
                  <a:lnTo>
                    <a:pt x="2757374" y="1351401"/>
                  </a:lnTo>
                  <a:lnTo>
                    <a:pt x="2755379" y="1354195"/>
                  </a:lnTo>
                  <a:lnTo>
                    <a:pt x="2754521" y="1359091"/>
                  </a:lnTo>
                  <a:lnTo>
                    <a:pt x="2755968" y="1362850"/>
                  </a:lnTo>
                  <a:lnTo>
                    <a:pt x="2752475" y="1375500"/>
                  </a:lnTo>
                  <a:lnTo>
                    <a:pt x="2753989" y="1381305"/>
                  </a:lnTo>
                  <a:lnTo>
                    <a:pt x="2759663" y="1387306"/>
                  </a:lnTo>
                  <a:lnTo>
                    <a:pt x="2765828" y="1402280"/>
                  </a:lnTo>
                  <a:lnTo>
                    <a:pt x="2770753" y="1422442"/>
                  </a:lnTo>
                  <a:lnTo>
                    <a:pt x="2764092" y="1414269"/>
                  </a:lnTo>
                  <a:lnTo>
                    <a:pt x="2756981" y="1409938"/>
                  </a:lnTo>
                  <a:lnTo>
                    <a:pt x="2745917" y="1406617"/>
                  </a:lnTo>
                  <a:lnTo>
                    <a:pt x="2736062" y="1400794"/>
                  </a:lnTo>
                  <a:lnTo>
                    <a:pt x="2736780" y="1409145"/>
                  </a:lnTo>
                  <a:lnTo>
                    <a:pt x="2735835" y="1418162"/>
                  </a:lnTo>
                  <a:lnTo>
                    <a:pt x="2728238" y="1415412"/>
                  </a:lnTo>
                  <a:lnTo>
                    <a:pt x="2723070" y="1412421"/>
                  </a:lnTo>
                  <a:lnTo>
                    <a:pt x="2727644" y="1422030"/>
                  </a:lnTo>
                  <a:lnTo>
                    <a:pt x="2717716" y="1419147"/>
                  </a:lnTo>
                  <a:lnTo>
                    <a:pt x="2711102" y="1419750"/>
                  </a:lnTo>
                  <a:lnTo>
                    <a:pt x="2706802" y="1428278"/>
                  </a:lnTo>
                  <a:lnTo>
                    <a:pt x="2701035" y="1433454"/>
                  </a:lnTo>
                  <a:lnTo>
                    <a:pt x="2692508" y="1435124"/>
                  </a:lnTo>
                  <a:lnTo>
                    <a:pt x="2679858" y="1427326"/>
                  </a:lnTo>
                  <a:lnTo>
                    <a:pt x="2675760" y="1417857"/>
                  </a:lnTo>
                  <a:lnTo>
                    <a:pt x="2674065" y="1407316"/>
                  </a:lnTo>
                  <a:lnTo>
                    <a:pt x="2673388" y="1419782"/>
                  </a:lnTo>
                  <a:lnTo>
                    <a:pt x="2675641" y="1432762"/>
                  </a:lnTo>
                  <a:lnTo>
                    <a:pt x="2674850" y="1442630"/>
                  </a:lnTo>
                  <a:lnTo>
                    <a:pt x="2687031" y="1444446"/>
                  </a:lnTo>
                  <a:lnTo>
                    <a:pt x="2698420" y="1442833"/>
                  </a:lnTo>
                  <a:lnTo>
                    <a:pt x="2713789" y="1443246"/>
                  </a:lnTo>
                  <a:lnTo>
                    <a:pt x="2723814" y="1441398"/>
                  </a:lnTo>
                  <a:lnTo>
                    <a:pt x="2729850" y="1438261"/>
                  </a:lnTo>
                  <a:lnTo>
                    <a:pt x="2744325" y="1440979"/>
                  </a:lnTo>
                  <a:lnTo>
                    <a:pt x="2745353" y="1452899"/>
                  </a:lnTo>
                  <a:lnTo>
                    <a:pt x="2743700" y="1464749"/>
                  </a:lnTo>
                  <a:lnTo>
                    <a:pt x="2742863" y="1477367"/>
                  </a:lnTo>
                  <a:lnTo>
                    <a:pt x="2746873" y="1477284"/>
                  </a:lnTo>
                  <a:lnTo>
                    <a:pt x="2751586" y="1473252"/>
                  </a:lnTo>
                  <a:lnTo>
                    <a:pt x="2753942" y="1450651"/>
                  </a:lnTo>
                  <a:lnTo>
                    <a:pt x="2767172" y="1442300"/>
                  </a:lnTo>
                  <a:lnTo>
                    <a:pt x="2771605" y="1442872"/>
                  </a:lnTo>
                  <a:lnTo>
                    <a:pt x="2775817" y="1450136"/>
                  </a:lnTo>
                  <a:lnTo>
                    <a:pt x="2777233" y="1457503"/>
                  </a:lnTo>
                  <a:lnTo>
                    <a:pt x="2778727" y="1467619"/>
                  </a:lnTo>
                  <a:lnTo>
                    <a:pt x="2775636" y="1483031"/>
                  </a:lnTo>
                  <a:lnTo>
                    <a:pt x="2755312" y="1501054"/>
                  </a:lnTo>
                  <a:lnTo>
                    <a:pt x="2740754" y="1517717"/>
                  </a:lnTo>
                  <a:lnTo>
                    <a:pt x="2733313" y="1521115"/>
                  </a:lnTo>
                  <a:lnTo>
                    <a:pt x="2722579" y="1519178"/>
                  </a:lnTo>
                  <a:lnTo>
                    <a:pt x="2710409" y="1514987"/>
                  </a:lnTo>
                  <a:lnTo>
                    <a:pt x="2704441" y="1514142"/>
                  </a:lnTo>
                  <a:lnTo>
                    <a:pt x="2699903" y="1515539"/>
                  </a:lnTo>
                  <a:lnTo>
                    <a:pt x="2697139" y="1510408"/>
                  </a:lnTo>
                  <a:lnTo>
                    <a:pt x="2695356" y="1501047"/>
                  </a:lnTo>
                  <a:lnTo>
                    <a:pt x="2690622" y="1497942"/>
                  </a:lnTo>
                  <a:lnTo>
                    <a:pt x="2687041" y="1498285"/>
                  </a:lnTo>
                  <a:lnTo>
                    <a:pt x="2684597" y="1508230"/>
                  </a:lnTo>
                  <a:lnTo>
                    <a:pt x="2673243" y="1511056"/>
                  </a:lnTo>
                  <a:lnTo>
                    <a:pt x="2657807" y="1506947"/>
                  </a:lnTo>
                  <a:lnTo>
                    <a:pt x="2641642" y="1498584"/>
                  </a:lnTo>
                  <a:lnTo>
                    <a:pt x="2648577" y="1507557"/>
                  </a:lnTo>
                  <a:lnTo>
                    <a:pt x="2688689" y="1524296"/>
                  </a:lnTo>
                  <a:lnTo>
                    <a:pt x="2693206" y="1527427"/>
                  </a:lnTo>
                  <a:lnTo>
                    <a:pt x="2697423" y="1532006"/>
                  </a:lnTo>
                  <a:lnTo>
                    <a:pt x="2691811" y="1539188"/>
                  </a:lnTo>
                  <a:lnTo>
                    <a:pt x="2687413" y="1547278"/>
                  </a:lnTo>
                  <a:lnTo>
                    <a:pt x="2686793" y="1553629"/>
                  </a:lnTo>
                  <a:lnTo>
                    <a:pt x="2685242" y="1557636"/>
                  </a:lnTo>
                  <a:lnTo>
                    <a:pt x="2669248" y="1568431"/>
                  </a:lnTo>
                  <a:lnTo>
                    <a:pt x="2660582" y="1566526"/>
                  </a:lnTo>
                  <a:lnTo>
                    <a:pt x="2638438" y="1547062"/>
                  </a:lnTo>
                  <a:lnTo>
                    <a:pt x="2648526" y="1563897"/>
                  </a:lnTo>
                  <a:lnTo>
                    <a:pt x="2656603" y="1571041"/>
                  </a:lnTo>
                  <a:lnTo>
                    <a:pt x="2672866" y="1574852"/>
                  </a:lnTo>
                  <a:lnTo>
                    <a:pt x="2703371" y="1568558"/>
                  </a:lnTo>
                  <a:lnTo>
                    <a:pt x="2713376" y="1575430"/>
                  </a:lnTo>
                  <a:lnTo>
                    <a:pt x="2705164" y="1587603"/>
                  </a:lnTo>
                  <a:lnTo>
                    <a:pt x="2697004" y="1596145"/>
                  </a:lnTo>
                  <a:lnTo>
                    <a:pt x="2686302" y="1597097"/>
                  </a:lnTo>
                  <a:lnTo>
                    <a:pt x="2676876" y="1599409"/>
                  </a:lnTo>
                  <a:lnTo>
                    <a:pt x="2674111" y="1605283"/>
                  </a:lnTo>
                  <a:lnTo>
                    <a:pt x="2667393" y="1605651"/>
                  </a:lnTo>
                  <a:lnTo>
                    <a:pt x="2656892" y="1606000"/>
                  </a:lnTo>
                  <a:lnTo>
                    <a:pt x="2640635" y="1606534"/>
                  </a:lnTo>
                  <a:lnTo>
                    <a:pt x="2631705" y="1605162"/>
                  </a:lnTo>
                  <a:lnTo>
                    <a:pt x="2619230" y="1617164"/>
                  </a:lnTo>
                  <a:lnTo>
                    <a:pt x="2614522" y="1618815"/>
                  </a:lnTo>
                  <a:lnTo>
                    <a:pt x="2607944" y="1616561"/>
                  </a:lnTo>
                  <a:lnTo>
                    <a:pt x="2605184" y="1606921"/>
                  </a:lnTo>
                  <a:lnTo>
                    <a:pt x="2602244" y="1602184"/>
                  </a:lnTo>
                  <a:lnTo>
                    <a:pt x="2602171" y="1620219"/>
                  </a:lnTo>
                  <a:lnTo>
                    <a:pt x="2603324" y="1625077"/>
                  </a:lnTo>
                  <a:lnTo>
                    <a:pt x="2605680" y="1628741"/>
                  </a:lnTo>
                  <a:lnTo>
                    <a:pt x="2591087" y="1638527"/>
                  </a:lnTo>
                  <a:lnTo>
                    <a:pt x="2577118" y="1650733"/>
                  </a:lnTo>
                  <a:lnTo>
                    <a:pt x="2572111" y="1654054"/>
                  </a:lnTo>
                  <a:lnTo>
                    <a:pt x="2566421" y="1660169"/>
                  </a:lnTo>
                  <a:lnTo>
                    <a:pt x="2554768" y="1677830"/>
                  </a:lnTo>
                  <a:lnTo>
                    <a:pt x="2551889" y="1690708"/>
                  </a:lnTo>
                  <a:lnTo>
                    <a:pt x="2547678" y="1705066"/>
                  </a:lnTo>
                  <a:lnTo>
                    <a:pt x="2547145" y="1698602"/>
                  </a:lnTo>
                  <a:lnTo>
                    <a:pt x="2547869" y="1687717"/>
                  </a:lnTo>
                  <a:lnTo>
                    <a:pt x="2544985" y="1675251"/>
                  </a:lnTo>
                  <a:lnTo>
                    <a:pt x="2543156" y="1698087"/>
                  </a:lnTo>
                  <a:lnTo>
                    <a:pt x="2538629" y="1708699"/>
                  </a:lnTo>
                  <a:lnTo>
                    <a:pt x="2497086" y="1707950"/>
                  </a:lnTo>
                  <a:lnTo>
                    <a:pt x="2478900" y="1713716"/>
                  </a:lnTo>
                  <a:lnTo>
                    <a:pt x="2450984" y="1733116"/>
                  </a:lnTo>
                  <a:lnTo>
                    <a:pt x="2442638" y="1741619"/>
                  </a:lnTo>
                  <a:lnTo>
                    <a:pt x="2419580" y="1774495"/>
                  </a:lnTo>
                  <a:lnTo>
                    <a:pt x="2413694" y="1795534"/>
                  </a:lnTo>
                  <a:lnTo>
                    <a:pt x="2408976" y="1786688"/>
                  </a:lnTo>
                  <a:lnTo>
                    <a:pt x="2410144" y="1780052"/>
                  </a:lnTo>
                  <a:lnTo>
                    <a:pt x="2410237" y="1774629"/>
                  </a:lnTo>
                  <a:lnTo>
                    <a:pt x="2404428" y="1786263"/>
                  </a:lnTo>
                  <a:lnTo>
                    <a:pt x="2409942" y="1803205"/>
                  </a:lnTo>
                  <a:lnTo>
                    <a:pt x="2404992" y="1809676"/>
                  </a:lnTo>
                  <a:lnTo>
                    <a:pt x="2389762" y="1821755"/>
                  </a:lnTo>
                  <a:lnTo>
                    <a:pt x="2381427" y="1823736"/>
                  </a:lnTo>
                  <a:lnTo>
                    <a:pt x="2372068" y="1827172"/>
                  </a:lnTo>
                  <a:lnTo>
                    <a:pt x="2369122" y="1839085"/>
                  </a:lnTo>
                  <a:lnTo>
                    <a:pt x="2356415" y="1850071"/>
                  </a:lnTo>
                  <a:lnTo>
                    <a:pt x="2349010" y="1854936"/>
                  </a:lnTo>
                  <a:lnTo>
                    <a:pt x="2335449" y="1851989"/>
                  </a:lnTo>
                  <a:lnTo>
                    <a:pt x="2339625" y="1862569"/>
                  </a:lnTo>
                  <a:lnTo>
                    <a:pt x="2334643" y="1870577"/>
                  </a:lnTo>
                  <a:lnTo>
                    <a:pt x="2326065" y="1876718"/>
                  </a:lnTo>
                  <a:lnTo>
                    <a:pt x="2315399" y="1880725"/>
                  </a:lnTo>
                  <a:lnTo>
                    <a:pt x="2309285" y="1880236"/>
                  </a:lnTo>
                  <a:lnTo>
                    <a:pt x="2304061" y="1882363"/>
                  </a:lnTo>
                  <a:lnTo>
                    <a:pt x="2299968" y="1887456"/>
                  </a:lnTo>
                  <a:lnTo>
                    <a:pt x="2289968" y="1892219"/>
                  </a:lnTo>
                  <a:lnTo>
                    <a:pt x="2279581" y="1889539"/>
                  </a:lnTo>
                  <a:lnTo>
                    <a:pt x="2267809" y="1887932"/>
                  </a:lnTo>
                  <a:lnTo>
                    <a:pt x="2261251" y="1890790"/>
                  </a:lnTo>
                  <a:lnTo>
                    <a:pt x="2272274" y="1895515"/>
                  </a:lnTo>
                  <a:lnTo>
                    <a:pt x="2278176" y="1902360"/>
                  </a:lnTo>
                  <a:lnTo>
                    <a:pt x="2276961" y="1911588"/>
                  </a:lnTo>
                  <a:lnTo>
                    <a:pt x="2274010" y="1915150"/>
                  </a:lnTo>
                  <a:lnTo>
                    <a:pt x="2267055" y="1919976"/>
                  </a:lnTo>
                  <a:lnTo>
                    <a:pt x="2264001" y="1919259"/>
                  </a:lnTo>
                  <a:lnTo>
                    <a:pt x="2262135" y="1914909"/>
                  </a:lnTo>
                  <a:lnTo>
                    <a:pt x="2259872" y="1905847"/>
                  </a:lnTo>
                  <a:lnTo>
                    <a:pt x="2256637" y="1907777"/>
                  </a:lnTo>
                  <a:lnTo>
                    <a:pt x="2256078" y="1912000"/>
                  </a:lnTo>
                  <a:lnTo>
                    <a:pt x="2253298" y="1913505"/>
                  </a:lnTo>
                  <a:lnTo>
                    <a:pt x="2243433" y="1899071"/>
                  </a:lnTo>
                  <a:lnTo>
                    <a:pt x="2243924" y="1910082"/>
                  </a:lnTo>
                  <a:lnTo>
                    <a:pt x="2247371" y="1918541"/>
                  </a:lnTo>
                  <a:lnTo>
                    <a:pt x="2250704" y="1922834"/>
                  </a:lnTo>
                  <a:lnTo>
                    <a:pt x="2254068" y="1925361"/>
                  </a:lnTo>
                  <a:lnTo>
                    <a:pt x="2254895" y="1929286"/>
                  </a:lnTo>
                  <a:lnTo>
                    <a:pt x="2248146" y="1938850"/>
                  </a:lnTo>
                  <a:lnTo>
                    <a:pt x="2244673" y="1940977"/>
                  </a:lnTo>
                  <a:lnTo>
                    <a:pt x="2238493" y="1942527"/>
                  </a:lnTo>
                  <a:lnTo>
                    <a:pt x="2235015" y="1948420"/>
                  </a:lnTo>
                  <a:lnTo>
                    <a:pt x="2236043" y="1953494"/>
                  </a:lnTo>
                  <a:lnTo>
                    <a:pt x="2230638" y="1964505"/>
                  </a:lnTo>
                  <a:lnTo>
                    <a:pt x="2217713" y="1971383"/>
                  </a:lnTo>
                  <a:lnTo>
                    <a:pt x="2213765" y="1971116"/>
                  </a:lnTo>
                  <a:lnTo>
                    <a:pt x="2210546" y="1973129"/>
                  </a:lnTo>
                  <a:lnTo>
                    <a:pt x="2212427" y="1978032"/>
                  </a:lnTo>
                  <a:lnTo>
                    <a:pt x="2215651" y="1981601"/>
                  </a:lnTo>
                  <a:lnTo>
                    <a:pt x="2215538" y="1984915"/>
                  </a:lnTo>
                  <a:lnTo>
                    <a:pt x="2212122" y="1989418"/>
                  </a:lnTo>
                  <a:lnTo>
                    <a:pt x="2205378" y="1990675"/>
                  </a:lnTo>
                  <a:lnTo>
                    <a:pt x="2201590" y="1995813"/>
                  </a:lnTo>
                  <a:lnTo>
                    <a:pt x="2202789" y="2000658"/>
                  </a:lnTo>
                  <a:lnTo>
                    <a:pt x="2205016" y="2003363"/>
                  </a:lnTo>
                  <a:lnTo>
                    <a:pt x="2204551" y="2008025"/>
                  </a:lnTo>
                  <a:lnTo>
                    <a:pt x="2196882" y="2012705"/>
                  </a:lnTo>
                  <a:lnTo>
                    <a:pt x="2195084" y="2017309"/>
                  </a:lnTo>
                  <a:lnTo>
                    <a:pt x="2198892" y="2018668"/>
                  </a:lnTo>
                  <a:lnTo>
                    <a:pt x="2201822" y="2017309"/>
                  </a:lnTo>
                  <a:lnTo>
                    <a:pt x="2203967" y="2018299"/>
                  </a:lnTo>
                  <a:lnTo>
                    <a:pt x="2199368" y="2025996"/>
                  </a:lnTo>
                  <a:lnTo>
                    <a:pt x="2195239" y="2030689"/>
                  </a:lnTo>
                  <a:lnTo>
                    <a:pt x="2191316" y="2039122"/>
                  </a:lnTo>
                  <a:lnTo>
                    <a:pt x="2182216" y="2041453"/>
                  </a:lnTo>
                  <a:lnTo>
                    <a:pt x="2182557" y="2044177"/>
                  </a:lnTo>
                  <a:lnTo>
                    <a:pt x="2187699" y="2046590"/>
                  </a:lnTo>
                  <a:lnTo>
                    <a:pt x="2192004" y="2053074"/>
                  </a:lnTo>
                  <a:lnTo>
                    <a:pt x="2183916" y="2065045"/>
                  </a:lnTo>
                  <a:lnTo>
                    <a:pt x="2178867" y="2064060"/>
                  </a:lnTo>
                  <a:lnTo>
                    <a:pt x="2175782" y="2061425"/>
                  </a:lnTo>
                  <a:lnTo>
                    <a:pt x="2173813" y="2070874"/>
                  </a:lnTo>
                  <a:lnTo>
                    <a:pt x="2174568" y="2075917"/>
                  </a:lnTo>
                  <a:lnTo>
                    <a:pt x="2172645" y="2086223"/>
                  </a:lnTo>
                  <a:lnTo>
                    <a:pt x="2169555" y="2098613"/>
                  </a:lnTo>
                  <a:lnTo>
                    <a:pt x="2167457" y="2103699"/>
                  </a:lnTo>
                  <a:lnTo>
                    <a:pt x="2167902" y="2113174"/>
                  </a:lnTo>
                  <a:lnTo>
                    <a:pt x="2169199" y="2122325"/>
                  </a:lnTo>
                  <a:lnTo>
                    <a:pt x="2174149" y="2134118"/>
                  </a:lnTo>
                  <a:lnTo>
                    <a:pt x="2181710" y="2182343"/>
                  </a:lnTo>
                  <a:lnTo>
                    <a:pt x="2186857" y="2199089"/>
                  </a:lnTo>
                  <a:lnTo>
                    <a:pt x="2196128" y="2244272"/>
                  </a:lnTo>
                  <a:lnTo>
                    <a:pt x="2211471" y="2288077"/>
                  </a:lnTo>
                  <a:lnTo>
                    <a:pt x="2233118" y="2341026"/>
                  </a:lnTo>
                  <a:lnTo>
                    <a:pt x="2268646" y="2405203"/>
                  </a:lnTo>
                  <a:lnTo>
                    <a:pt x="2272899" y="2414348"/>
                  </a:lnTo>
                  <a:lnTo>
                    <a:pt x="2268274" y="2422102"/>
                  </a:lnTo>
                  <a:lnTo>
                    <a:pt x="2266863" y="2430135"/>
                  </a:lnTo>
                  <a:lnTo>
                    <a:pt x="2266460" y="2442245"/>
                  </a:lnTo>
                  <a:lnTo>
                    <a:pt x="2267742" y="2454044"/>
                  </a:lnTo>
                  <a:lnTo>
                    <a:pt x="2271943" y="2468453"/>
                  </a:lnTo>
                  <a:lnTo>
                    <a:pt x="2280015" y="2490483"/>
                  </a:lnTo>
                  <a:lnTo>
                    <a:pt x="2275499" y="2486088"/>
                  </a:lnTo>
                  <a:lnTo>
                    <a:pt x="2263809" y="2454470"/>
                  </a:lnTo>
                  <a:lnTo>
                    <a:pt x="2262450" y="2435901"/>
                  </a:lnTo>
                  <a:lnTo>
                    <a:pt x="2264135" y="2409560"/>
                  </a:lnTo>
                  <a:lnTo>
                    <a:pt x="2261391" y="2410195"/>
                  </a:lnTo>
                  <a:lnTo>
                    <a:pt x="2259164" y="2418755"/>
                  </a:lnTo>
                  <a:lnTo>
                    <a:pt x="2257939" y="2428808"/>
                  </a:lnTo>
                  <a:lnTo>
                    <a:pt x="2254973" y="2432700"/>
                  </a:lnTo>
                  <a:lnTo>
                    <a:pt x="2250926" y="2417364"/>
                  </a:lnTo>
                  <a:lnTo>
                    <a:pt x="2251210" y="2410430"/>
                  </a:lnTo>
                  <a:lnTo>
                    <a:pt x="2255505" y="2402327"/>
                  </a:lnTo>
                  <a:lnTo>
                    <a:pt x="2254259" y="2399412"/>
                  </a:lnTo>
                  <a:lnTo>
                    <a:pt x="2247309" y="2395265"/>
                  </a:lnTo>
                  <a:lnTo>
                    <a:pt x="2245831" y="2388743"/>
                  </a:lnTo>
                  <a:lnTo>
                    <a:pt x="2246771" y="2382304"/>
                  </a:lnTo>
                  <a:lnTo>
                    <a:pt x="2242782" y="2378862"/>
                  </a:lnTo>
                  <a:lnTo>
                    <a:pt x="2239661" y="2379027"/>
                  </a:lnTo>
                  <a:lnTo>
                    <a:pt x="2241753" y="2394903"/>
                  </a:lnTo>
                  <a:lnTo>
                    <a:pt x="2245056" y="2404651"/>
                  </a:lnTo>
                  <a:lnTo>
                    <a:pt x="2249138" y="2428014"/>
                  </a:lnTo>
                  <a:lnTo>
                    <a:pt x="2255727" y="2442169"/>
                  </a:lnTo>
                  <a:lnTo>
                    <a:pt x="2259567" y="2454038"/>
                  </a:lnTo>
                  <a:lnTo>
                    <a:pt x="2304438" y="2580696"/>
                  </a:lnTo>
                  <a:lnTo>
                    <a:pt x="2315058" y="2596826"/>
                  </a:lnTo>
                  <a:lnTo>
                    <a:pt x="2318985" y="2608409"/>
                  </a:lnTo>
                  <a:lnTo>
                    <a:pt x="2323073" y="2632630"/>
                  </a:lnTo>
                  <a:lnTo>
                    <a:pt x="2323998" y="2663728"/>
                  </a:lnTo>
                  <a:lnTo>
                    <a:pt x="2316665" y="2720564"/>
                  </a:lnTo>
                  <a:lnTo>
                    <a:pt x="2314996" y="2759333"/>
                  </a:lnTo>
                  <a:lnTo>
                    <a:pt x="2313947" y="2758145"/>
                  </a:lnTo>
                  <a:lnTo>
                    <a:pt x="2313244" y="2754062"/>
                  </a:lnTo>
                  <a:lnTo>
                    <a:pt x="2311549" y="2753503"/>
                  </a:lnTo>
                  <a:lnTo>
                    <a:pt x="2305182" y="2771265"/>
                  </a:lnTo>
                  <a:lnTo>
                    <a:pt x="2296531" y="2787287"/>
                  </a:lnTo>
                  <a:lnTo>
                    <a:pt x="2293684" y="2812187"/>
                  </a:lnTo>
                  <a:lnTo>
                    <a:pt x="2289534" y="2824653"/>
                  </a:lnTo>
                  <a:lnTo>
                    <a:pt x="2277075" y="2837843"/>
                  </a:lnTo>
                  <a:lnTo>
                    <a:pt x="2269354" y="2837506"/>
                  </a:lnTo>
                  <a:lnTo>
                    <a:pt x="2250420" y="2847400"/>
                  </a:lnTo>
                  <a:lnTo>
                    <a:pt x="2237118" y="2844822"/>
                  </a:lnTo>
                  <a:lnTo>
                    <a:pt x="2221269" y="2850404"/>
                  </a:lnTo>
                  <a:lnTo>
                    <a:pt x="2210840" y="2849781"/>
                  </a:lnTo>
                  <a:lnTo>
                    <a:pt x="2204820" y="2838014"/>
                  </a:lnTo>
                  <a:lnTo>
                    <a:pt x="2205740" y="2832750"/>
                  </a:lnTo>
                  <a:lnTo>
                    <a:pt x="2208137" y="2827460"/>
                  </a:lnTo>
                  <a:lnTo>
                    <a:pt x="2212199" y="2826228"/>
                  </a:lnTo>
                  <a:lnTo>
                    <a:pt x="2226199" y="2838560"/>
                  </a:lnTo>
                  <a:lnTo>
                    <a:pt x="2228839" y="2833372"/>
                  </a:lnTo>
                  <a:lnTo>
                    <a:pt x="2224612" y="2827199"/>
                  </a:lnTo>
                  <a:lnTo>
                    <a:pt x="2216519" y="2823757"/>
                  </a:lnTo>
                  <a:lnTo>
                    <a:pt x="2210540" y="2819973"/>
                  </a:lnTo>
                  <a:lnTo>
                    <a:pt x="2198494" y="2791859"/>
                  </a:lnTo>
                  <a:lnTo>
                    <a:pt x="2186014" y="2772554"/>
                  </a:lnTo>
                  <a:lnTo>
                    <a:pt x="2183911" y="2759650"/>
                  </a:lnTo>
                  <a:lnTo>
                    <a:pt x="2162393" y="2751782"/>
                  </a:lnTo>
                  <a:lnTo>
                    <a:pt x="2146812" y="2739869"/>
                  </a:lnTo>
                  <a:lnTo>
                    <a:pt x="2136652" y="2718678"/>
                  </a:lnTo>
                  <a:lnTo>
                    <a:pt x="2130823" y="2681102"/>
                  </a:lnTo>
                  <a:lnTo>
                    <a:pt x="2123950" y="2676879"/>
                  </a:lnTo>
                  <a:lnTo>
                    <a:pt x="2121046" y="2673958"/>
                  </a:lnTo>
                  <a:lnTo>
                    <a:pt x="2127759" y="2660013"/>
                  </a:lnTo>
                  <a:lnTo>
                    <a:pt x="2134833" y="2648322"/>
                  </a:lnTo>
                  <a:lnTo>
                    <a:pt x="2129237" y="2651230"/>
                  </a:lnTo>
                  <a:lnTo>
                    <a:pt x="2125108" y="2655555"/>
                  </a:lnTo>
                  <a:lnTo>
                    <a:pt x="2119857" y="2665880"/>
                  </a:lnTo>
                  <a:lnTo>
                    <a:pt x="2116023" y="2667468"/>
                  </a:lnTo>
                  <a:lnTo>
                    <a:pt x="2112509" y="2665880"/>
                  </a:lnTo>
                  <a:lnTo>
                    <a:pt x="2108457" y="2646074"/>
                  </a:lnTo>
                  <a:lnTo>
                    <a:pt x="2109615" y="2621726"/>
                  </a:lnTo>
                  <a:lnTo>
                    <a:pt x="2115294" y="2612620"/>
                  </a:lnTo>
                  <a:lnTo>
                    <a:pt x="2106571" y="2612378"/>
                  </a:lnTo>
                  <a:lnTo>
                    <a:pt x="2097533" y="2615846"/>
                  </a:lnTo>
                  <a:lnTo>
                    <a:pt x="2098856" y="2623962"/>
                  </a:lnTo>
                  <a:lnTo>
                    <a:pt x="2097579" y="2628420"/>
                  </a:lnTo>
                  <a:lnTo>
                    <a:pt x="2090995" y="2627276"/>
                  </a:lnTo>
                  <a:lnTo>
                    <a:pt x="2086003" y="2624425"/>
                  </a:lnTo>
                  <a:lnTo>
                    <a:pt x="2079229" y="2615979"/>
                  </a:lnTo>
                  <a:lnTo>
                    <a:pt x="2069989" y="2599862"/>
                  </a:lnTo>
                  <a:lnTo>
                    <a:pt x="2051033" y="2555460"/>
                  </a:lnTo>
                  <a:lnTo>
                    <a:pt x="2047338" y="2549198"/>
                  </a:lnTo>
                  <a:lnTo>
                    <a:pt x="2041070" y="2542645"/>
                  </a:lnTo>
                  <a:lnTo>
                    <a:pt x="2044021" y="2540606"/>
                  </a:lnTo>
                  <a:lnTo>
                    <a:pt x="2049406" y="2539400"/>
                  </a:lnTo>
                  <a:lnTo>
                    <a:pt x="2061576" y="2519409"/>
                  </a:lnTo>
                  <a:lnTo>
                    <a:pt x="2071136" y="2507330"/>
                  </a:lnTo>
                  <a:lnTo>
                    <a:pt x="2074309" y="2498973"/>
                  </a:lnTo>
                  <a:lnTo>
                    <a:pt x="2073756" y="2495398"/>
                  </a:lnTo>
                  <a:lnTo>
                    <a:pt x="2069529" y="2490203"/>
                  </a:lnTo>
                  <a:lnTo>
                    <a:pt x="2063979" y="2494744"/>
                  </a:lnTo>
                  <a:lnTo>
                    <a:pt x="2061601" y="2493448"/>
                  </a:lnTo>
                  <a:lnTo>
                    <a:pt x="2055359" y="2482970"/>
                  </a:lnTo>
                  <a:lnTo>
                    <a:pt x="2049395" y="2480011"/>
                  </a:lnTo>
                  <a:lnTo>
                    <a:pt x="2045240" y="2482278"/>
                  </a:lnTo>
                  <a:lnTo>
                    <a:pt x="2049623" y="2490864"/>
                  </a:lnTo>
                  <a:lnTo>
                    <a:pt x="2053560" y="2494052"/>
                  </a:lnTo>
                  <a:lnTo>
                    <a:pt x="2052036" y="2506536"/>
                  </a:lnTo>
                  <a:lnTo>
                    <a:pt x="2050444" y="2510601"/>
                  </a:lnTo>
                  <a:lnTo>
                    <a:pt x="2046755" y="2514189"/>
                  </a:lnTo>
                  <a:lnTo>
                    <a:pt x="2040993" y="2512277"/>
                  </a:lnTo>
                  <a:lnTo>
                    <a:pt x="2038078" y="2515364"/>
                  </a:lnTo>
                  <a:lnTo>
                    <a:pt x="2034647" y="2512112"/>
                  </a:lnTo>
                  <a:lnTo>
                    <a:pt x="2031231" y="2506625"/>
                  </a:lnTo>
                  <a:lnTo>
                    <a:pt x="2027427" y="2497595"/>
                  </a:lnTo>
                  <a:lnTo>
                    <a:pt x="2037478" y="2446767"/>
                  </a:lnTo>
                  <a:lnTo>
                    <a:pt x="2046780" y="2414380"/>
                  </a:lnTo>
                  <a:lnTo>
                    <a:pt x="2047845" y="2377433"/>
                  </a:lnTo>
                  <a:lnTo>
                    <a:pt x="2048537" y="2371959"/>
                  </a:lnTo>
                  <a:lnTo>
                    <a:pt x="2047752" y="2362141"/>
                  </a:lnTo>
                  <a:lnTo>
                    <a:pt x="2035277" y="2340804"/>
                  </a:lnTo>
                  <a:lnTo>
                    <a:pt x="1980122" y="2288737"/>
                  </a:lnTo>
                  <a:lnTo>
                    <a:pt x="1937374" y="2227081"/>
                  </a:lnTo>
                  <a:lnTo>
                    <a:pt x="1900348" y="2203953"/>
                  </a:lnTo>
                  <a:lnTo>
                    <a:pt x="1872256" y="2209033"/>
                  </a:lnTo>
                  <a:lnTo>
                    <a:pt x="1867393" y="2213682"/>
                  </a:lnTo>
                  <a:lnTo>
                    <a:pt x="1865305" y="2219759"/>
                  </a:lnTo>
                  <a:lnTo>
                    <a:pt x="1867068" y="2226637"/>
                  </a:lnTo>
                  <a:lnTo>
                    <a:pt x="1864515" y="2229501"/>
                  </a:lnTo>
                  <a:lnTo>
                    <a:pt x="1856975" y="2229139"/>
                  </a:lnTo>
                  <a:lnTo>
                    <a:pt x="1846820" y="2230739"/>
                  </a:lnTo>
                  <a:lnTo>
                    <a:pt x="1820305" y="2246971"/>
                  </a:lnTo>
                  <a:lnTo>
                    <a:pt x="1810951" y="2246374"/>
                  </a:lnTo>
                  <a:lnTo>
                    <a:pt x="1802455" y="2250578"/>
                  </a:lnTo>
                  <a:lnTo>
                    <a:pt x="1796094" y="2253727"/>
                  </a:lnTo>
                  <a:lnTo>
                    <a:pt x="1779506" y="2255442"/>
                  </a:lnTo>
                  <a:lnTo>
                    <a:pt x="1765439" y="2259043"/>
                  </a:lnTo>
                  <a:lnTo>
                    <a:pt x="1759362" y="2257093"/>
                  </a:lnTo>
                  <a:lnTo>
                    <a:pt x="1755398" y="2247682"/>
                  </a:lnTo>
                  <a:lnTo>
                    <a:pt x="1755398" y="2237940"/>
                  </a:lnTo>
                  <a:lnTo>
                    <a:pt x="1758613" y="2245408"/>
                  </a:lnTo>
                  <a:lnTo>
                    <a:pt x="1763589" y="2251251"/>
                  </a:lnTo>
                  <a:lnTo>
                    <a:pt x="1765868" y="2248914"/>
                  </a:lnTo>
                  <a:lnTo>
                    <a:pt x="1766721" y="2243745"/>
                  </a:lnTo>
                  <a:lnTo>
                    <a:pt x="1761770" y="2233616"/>
                  </a:lnTo>
                  <a:lnTo>
                    <a:pt x="1745822" y="2220604"/>
                  </a:lnTo>
                  <a:lnTo>
                    <a:pt x="1727673" y="2201597"/>
                  </a:lnTo>
                  <a:lnTo>
                    <a:pt x="1733208" y="2202226"/>
                  </a:lnTo>
                  <a:lnTo>
                    <a:pt x="1734608" y="2198155"/>
                  </a:lnTo>
                  <a:lnTo>
                    <a:pt x="1728981" y="2192815"/>
                  </a:lnTo>
                  <a:lnTo>
                    <a:pt x="1731358" y="2186642"/>
                  </a:lnTo>
                  <a:lnTo>
                    <a:pt x="1735322" y="2180158"/>
                  </a:lnTo>
                  <a:lnTo>
                    <a:pt x="1727663" y="2181130"/>
                  </a:lnTo>
                  <a:lnTo>
                    <a:pt x="1720790" y="2185670"/>
                  </a:lnTo>
                  <a:lnTo>
                    <a:pt x="1720563" y="2191278"/>
                  </a:lnTo>
                  <a:lnTo>
                    <a:pt x="1719203" y="2195736"/>
                  </a:lnTo>
                  <a:lnTo>
                    <a:pt x="1715503" y="2195088"/>
                  </a:lnTo>
                  <a:lnTo>
                    <a:pt x="1708635" y="2189569"/>
                  </a:lnTo>
                  <a:lnTo>
                    <a:pt x="1674823" y="2174208"/>
                  </a:lnTo>
                  <a:lnTo>
                    <a:pt x="1645264" y="2165546"/>
                  </a:lnTo>
                  <a:lnTo>
                    <a:pt x="1667950" y="2161647"/>
                  </a:lnTo>
                  <a:lnTo>
                    <a:pt x="1680254" y="2164676"/>
                  </a:lnTo>
                  <a:lnTo>
                    <a:pt x="1678787" y="2160027"/>
                  </a:lnTo>
                  <a:lnTo>
                    <a:pt x="1675826" y="2157075"/>
                  </a:lnTo>
                  <a:lnTo>
                    <a:pt x="1666121" y="2153334"/>
                  </a:lnTo>
                  <a:lnTo>
                    <a:pt x="1653759" y="2154757"/>
                  </a:lnTo>
                  <a:lnTo>
                    <a:pt x="1645951" y="2152998"/>
                  </a:lnTo>
                  <a:lnTo>
                    <a:pt x="1637967" y="2156706"/>
                  </a:lnTo>
                  <a:lnTo>
                    <a:pt x="1629218" y="2162218"/>
                  </a:lnTo>
                  <a:lnTo>
                    <a:pt x="1621430" y="2165057"/>
                  </a:lnTo>
                  <a:lnTo>
                    <a:pt x="1590951" y="2169026"/>
                  </a:lnTo>
                  <a:lnTo>
                    <a:pt x="1566234" y="2173332"/>
                  </a:lnTo>
                  <a:lnTo>
                    <a:pt x="1570197" y="2168785"/>
                  </a:lnTo>
                  <a:lnTo>
                    <a:pt x="1574424" y="2165863"/>
                  </a:lnTo>
                  <a:lnTo>
                    <a:pt x="1589028" y="2161418"/>
                  </a:lnTo>
                  <a:lnTo>
                    <a:pt x="1591214" y="2152178"/>
                  </a:lnTo>
                  <a:lnTo>
                    <a:pt x="1587783" y="2143281"/>
                  </a:lnTo>
                  <a:lnTo>
                    <a:pt x="1583938" y="2145415"/>
                  </a:lnTo>
                  <a:lnTo>
                    <a:pt x="1579902" y="2152369"/>
                  </a:lnTo>
                  <a:lnTo>
                    <a:pt x="1574952" y="2147358"/>
                  </a:lnTo>
                  <a:lnTo>
                    <a:pt x="1569469" y="2147384"/>
                  </a:lnTo>
                  <a:lnTo>
                    <a:pt x="1567980" y="2158446"/>
                  </a:lnTo>
                  <a:lnTo>
                    <a:pt x="1560952" y="2165863"/>
                  </a:lnTo>
                  <a:lnTo>
                    <a:pt x="1557779" y="2173332"/>
                  </a:lnTo>
                  <a:lnTo>
                    <a:pt x="1537170" y="2179180"/>
                  </a:lnTo>
                  <a:lnTo>
                    <a:pt x="1534530" y="2177231"/>
                  </a:lnTo>
                  <a:lnTo>
                    <a:pt x="1540560" y="2170137"/>
                  </a:lnTo>
                  <a:lnTo>
                    <a:pt x="1540080" y="2166194"/>
                  </a:lnTo>
                  <a:lnTo>
                    <a:pt x="1533202" y="2169578"/>
                  </a:lnTo>
                  <a:lnTo>
                    <a:pt x="1521667" y="2183022"/>
                  </a:lnTo>
                  <a:lnTo>
                    <a:pt x="1481059" y="2187423"/>
                  </a:lnTo>
                  <a:lnTo>
                    <a:pt x="1483276" y="2184368"/>
                  </a:lnTo>
                  <a:lnTo>
                    <a:pt x="1491849" y="2183759"/>
                  </a:lnTo>
                  <a:lnTo>
                    <a:pt x="1503885" y="2179504"/>
                  </a:lnTo>
                  <a:lnTo>
                    <a:pt x="1501451" y="2172341"/>
                  </a:lnTo>
                  <a:lnTo>
                    <a:pt x="1496810" y="2164466"/>
                  </a:lnTo>
                  <a:lnTo>
                    <a:pt x="1492526" y="2163590"/>
                  </a:lnTo>
                  <a:lnTo>
                    <a:pt x="1489700" y="2158973"/>
                  </a:lnTo>
                  <a:lnTo>
                    <a:pt x="1489839" y="2144425"/>
                  </a:lnTo>
                  <a:lnTo>
                    <a:pt x="1487100" y="2135921"/>
                  </a:lnTo>
                  <a:lnTo>
                    <a:pt x="1480491" y="2127171"/>
                  </a:lnTo>
                  <a:lnTo>
                    <a:pt x="1478258" y="2128853"/>
                  </a:lnTo>
                  <a:lnTo>
                    <a:pt x="1473395" y="2143815"/>
                  </a:lnTo>
                  <a:lnTo>
                    <a:pt x="1469354" y="2163438"/>
                  </a:lnTo>
                  <a:lnTo>
                    <a:pt x="1467354" y="2169775"/>
                  </a:lnTo>
                  <a:lnTo>
                    <a:pt x="1455314" y="2170220"/>
                  </a:lnTo>
                  <a:lnTo>
                    <a:pt x="1444658" y="2168880"/>
                  </a:lnTo>
                  <a:lnTo>
                    <a:pt x="1408442" y="2171236"/>
                  </a:lnTo>
                  <a:lnTo>
                    <a:pt x="1394913" y="2164587"/>
                  </a:lnTo>
                  <a:lnTo>
                    <a:pt x="1389301" y="2163311"/>
                  </a:lnTo>
                  <a:lnTo>
                    <a:pt x="1385885" y="2163463"/>
                  </a:lnTo>
                  <a:lnTo>
                    <a:pt x="1370134" y="2169559"/>
                  </a:lnTo>
                  <a:lnTo>
                    <a:pt x="1352186" y="2174227"/>
                  </a:lnTo>
                  <a:lnTo>
                    <a:pt x="1347959" y="2172760"/>
                  </a:lnTo>
                  <a:lnTo>
                    <a:pt x="1341929" y="2172544"/>
                  </a:lnTo>
                  <a:lnTo>
                    <a:pt x="1328916" y="2188433"/>
                  </a:lnTo>
                  <a:lnTo>
                    <a:pt x="1313573" y="2195869"/>
                  </a:lnTo>
                  <a:lnTo>
                    <a:pt x="1274862" y="2182501"/>
                  </a:lnTo>
                  <a:lnTo>
                    <a:pt x="1265234" y="2171750"/>
                  </a:lnTo>
                  <a:lnTo>
                    <a:pt x="1256687" y="2169451"/>
                  </a:lnTo>
                  <a:lnTo>
                    <a:pt x="1246176" y="2168124"/>
                  </a:lnTo>
                  <a:lnTo>
                    <a:pt x="1234884" y="2181352"/>
                  </a:lnTo>
                  <a:lnTo>
                    <a:pt x="1226306" y="2199203"/>
                  </a:lnTo>
                  <a:lnTo>
                    <a:pt x="1239861" y="2208989"/>
                  </a:lnTo>
                  <a:lnTo>
                    <a:pt x="1251462" y="2213669"/>
                  </a:lnTo>
                  <a:lnTo>
                    <a:pt x="1270635" y="2209745"/>
                  </a:lnTo>
                  <a:lnTo>
                    <a:pt x="1281234" y="2201083"/>
                  </a:lnTo>
                  <a:lnTo>
                    <a:pt x="1289890" y="2201368"/>
                  </a:lnTo>
                  <a:lnTo>
                    <a:pt x="1294029" y="2199609"/>
                  </a:lnTo>
                  <a:lnTo>
                    <a:pt x="1297806" y="2195088"/>
                  </a:lnTo>
                  <a:lnTo>
                    <a:pt x="1305207" y="2198657"/>
                  </a:lnTo>
                  <a:lnTo>
                    <a:pt x="1305470" y="2202232"/>
                  </a:lnTo>
                  <a:lnTo>
                    <a:pt x="1300215" y="2207268"/>
                  </a:lnTo>
                  <a:lnTo>
                    <a:pt x="1293595" y="2211510"/>
                  </a:lnTo>
                  <a:lnTo>
                    <a:pt x="1289579" y="2216508"/>
                  </a:lnTo>
                  <a:lnTo>
                    <a:pt x="1297135" y="2226580"/>
                  </a:lnTo>
                  <a:lnTo>
                    <a:pt x="1309000" y="2229964"/>
                  </a:lnTo>
                  <a:lnTo>
                    <a:pt x="1313465" y="2228504"/>
                  </a:lnTo>
                  <a:lnTo>
                    <a:pt x="1316229" y="2217181"/>
                  </a:lnTo>
                  <a:lnTo>
                    <a:pt x="1323526" y="2209891"/>
                  </a:lnTo>
                  <a:lnTo>
                    <a:pt x="1333443" y="2211466"/>
                  </a:lnTo>
                  <a:lnTo>
                    <a:pt x="1332032" y="2216038"/>
                  </a:lnTo>
                  <a:lnTo>
                    <a:pt x="1333422" y="2220356"/>
                  </a:lnTo>
                  <a:lnTo>
                    <a:pt x="1337980" y="2227729"/>
                  </a:lnTo>
                  <a:lnTo>
                    <a:pt x="1337458" y="2238290"/>
                  </a:lnTo>
                  <a:lnTo>
                    <a:pt x="1338342" y="2240836"/>
                  </a:lnTo>
                  <a:lnTo>
                    <a:pt x="1327655" y="2245497"/>
                  </a:lnTo>
                  <a:lnTo>
                    <a:pt x="1319692" y="2247079"/>
                  </a:lnTo>
                  <a:lnTo>
                    <a:pt x="1313320" y="2253181"/>
                  </a:lnTo>
                  <a:lnTo>
                    <a:pt x="1316658" y="2256725"/>
                  </a:lnTo>
                  <a:lnTo>
                    <a:pt x="1310168" y="2259837"/>
                  </a:lnTo>
                  <a:lnTo>
                    <a:pt x="1305780" y="2258592"/>
                  </a:lnTo>
                  <a:lnTo>
                    <a:pt x="1303574" y="2259741"/>
                  </a:lnTo>
                  <a:lnTo>
                    <a:pt x="1302912" y="2263488"/>
                  </a:lnTo>
                  <a:lnTo>
                    <a:pt x="1299558" y="2266968"/>
                  </a:lnTo>
                  <a:lnTo>
                    <a:pt x="1304437" y="2277453"/>
                  </a:lnTo>
                  <a:lnTo>
                    <a:pt x="1314436" y="2284298"/>
                  </a:lnTo>
                  <a:lnTo>
                    <a:pt x="1321490" y="2292878"/>
                  </a:lnTo>
                  <a:lnTo>
                    <a:pt x="1349851" y="2304175"/>
                  </a:lnTo>
                  <a:lnTo>
                    <a:pt x="1356724" y="2303851"/>
                  </a:lnTo>
                  <a:lnTo>
                    <a:pt x="1363488" y="2315225"/>
                  </a:lnTo>
                  <a:lnTo>
                    <a:pt x="1368940" y="2319136"/>
                  </a:lnTo>
                  <a:lnTo>
                    <a:pt x="1374191" y="2321124"/>
                  </a:lnTo>
                  <a:lnTo>
                    <a:pt x="1373591" y="2328948"/>
                  </a:lnTo>
                  <a:lnTo>
                    <a:pt x="1364263" y="2334676"/>
                  </a:lnTo>
                  <a:lnTo>
                    <a:pt x="1361742" y="2341509"/>
                  </a:lnTo>
                  <a:lnTo>
                    <a:pt x="1359395" y="2345351"/>
                  </a:lnTo>
                  <a:lnTo>
                    <a:pt x="1355189" y="2340486"/>
                  </a:lnTo>
                  <a:lnTo>
                    <a:pt x="1350869" y="2336962"/>
                  </a:lnTo>
                  <a:lnTo>
                    <a:pt x="1340869" y="2347681"/>
                  </a:lnTo>
                  <a:lnTo>
                    <a:pt x="1336048" y="2349936"/>
                  </a:lnTo>
                  <a:lnTo>
                    <a:pt x="1338440" y="2338378"/>
                  </a:lnTo>
                  <a:lnTo>
                    <a:pt x="1334663" y="2333850"/>
                  </a:lnTo>
                  <a:lnTo>
                    <a:pt x="1328952" y="2322261"/>
                  </a:lnTo>
                  <a:lnTo>
                    <a:pt x="1320632" y="2315091"/>
                  </a:lnTo>
                  <a:lnTo>
                    <a:pt x="1314772" y="2312716"/>
                  </a:lnTo>
                  <a:lnTo>
                    <a:pt x="1310209" y="2308182"/>
                  </a:lnTo>
                  <a:lnTo>
                    <a:pt x="1304685" y="2306347"/>
                  </a:lnTo>
                  <a:lnTo>
                    <a:pt x="1299972" y="2306817"/>
                  </a:lnTo>
                  <a:lnTo>
                    <a:pt x="1291993" y="2304175"/>
                  </a:lnTo>
                  <a:lnTo>
                    <a:pt x="1291466" y="2298009"/>
                  </a:lnTo>
                  <a:lnTo>
                    <a:pt x="1289254" y="2293392"/>
                  </a:lnTo>
                  <a:lnTo>
                    <a:pt x="1283011" y="2287943"/>
                  </a:lnTo>
                  <a:lnTo>
                    <a:pt x="1253183" y="2277649"/>
                  </a:lnTo>
                  <a:lnTo>
                    <a:pt x="1253002" y="2281910"/>
                  </a:lnTo>
                  <a:lnTo>
                    <a:pt x="1255069" y="2285117"/>
                  </a:lnTo>
                  <a:lnTo>
                    <a:pt x="1259353" y="2287251"/>
                  </a:lnTo>
                  <a:lnTo>
                    <a:pt x="1264480" y="2291404"/>
                  </a:lnTo>
                  <a:lnTo>
                    <a:pt x="1264433" y="2303705"/>
                  </a:lnTo>
                  <a:lnTo>
                    <a:pt x="1262216" y="2308912"/>
                  </a:lnTo>
                  <a:lnTo>
                    <a:pt x="1261265" y="2316330"/>
                  </a:lnTo>
                  <a:lnTo>
                    <a:pt x="1259291" y="2323868"/>
                  </a:lnTo>
                  <a:lnTo>
                    <a:pt x="1255643" y="2329811"/>
                  </a:lnTo>
                  <a:lnTo>
                    <a:pt x="1247499" y="2333863"/>
                  </a:lnTo>
                  <a:lnTo>
                    <a:pt x="1243907" y="2330472"/>
                  </a:lnTo>
                  <a:lnTo>
                    <a:pt x="1238099" y="2314240"/>
                  </a:lnTo>
                  <a:lnTo>
                    <a:pt x="1229887" y="2309128"/>
                  </a:lnTo>
                  <a:lnTo>
                    <a:pt x="1216839" y="2308525"/>
                  </a:lnTo>
                  <a:lnTo>
                    <a:pt x="1207976" y="2312195"/>
                  </a:lnTo>
                  <a:lnTo>
                    <a:pt x="1198317" y="2327919"/>
                  </a:lnTo>
                  <a:lnTo>
                    <a:pt x="1190535" y="2330491"/>
                  </a:lnTo>
                  <a:lnTo>
                    <a:pt x="1163895" y="2322343"/>
                  </a:lnTo>
                  <a:lnTo>
                    <a:pt x="1133478" y="2309928"/>
                  </a:lnTo>
                  <a:lnTo>
                    <a:pt x="1134263" y="2305794"/>
                  </a:lnTo>
                  <a:lnTo>
                    <a:pt x="1139049" y="2304467"/>
                  </a:lnTo>
                  <a:lnTo>
                    <a:pt x="1148227" y="2306163"/>
                  </a:lnTo>
                  <a:lnTo>
                    <a:pt x="1147741" y="2301902"/>
                  </a:lnTo>
                  <a:lnTo>
                    <a:pt x="1138361" y="2288032"/>
                  </a:lnTo>
                  <a:lnTo>
                    <a:pt x="1136641" y="2281771"/>
                  </a:lnTo>
                  <a:lnTo>
                    <a:pt x="1137850" y="2274131"/>
                  </a:lnTo>
                  <a:lnTo>
                    <a:pt x="1134791" y="2274303"/>
                  </a:lnTo>
                  <a:lnTo>
                    <a:pt x="1129158" y="2280717"/>
                  </a:lnTo>
                  <a:lnTo>
                    <a:pt x="1109763" y="2275281"/>
                  </a:lnTo>
                  <a:lnTo>
                    <a:pt x="1104410" y="2268784"/>
                  </a:lnTo>
                  <a:lnTo>
                    <a:pt x="1093015" y="2250476"/>
                  </a:lnTo>
                  <a:lnTo>
                    <a:pt x="1076933" y="2249879"/>
                  </a:lnTo>
                  <a:lnTo>
                    <a:pt x="1069657" y="2238779"/>
                  </a:lnTo>
                  <a:lnTo>
                    <a:pt x="1056515" y="2243427"/>
                  </a:lnTo>
                  <a:lnTo>
                    <a:pt x="1049859" y="2248571"/>
                  </a:lnTo>
                  <a:lnTo>
                    <a:pt x="1044009" y="2256541"/>
                  </a:lnTo>
                  <a:lnTo>
                    <a:pt x="1046288" y="2260675"/>
                  </a:lnTo>
                  <a:lnTo>
                    <a:pt x="1052117" y="2267241"/>
                  </a:lnTo>
                  <a:lnTo>
                    <a:pt x="1049456" y="2270410"/>
                  </a:lnTo>
                  <a:lnTo>
                    <a:pt x="1030744" y="2275090"/>
                  </a:lnTo>
                  <a:lnTo>
                    <a:pt x="987304" y="2269857"/>
                  </a:lnTo>
                  <a:lnTo>
                    <a:pt x="974601" y="2264968"/>
                  </a:lnTo>
                  <a:lnTo>
                    <a:pt x="957553" y="2254629"/>
                  </a:lnTo>
                  <a:lnTo>
                    <a:pt x="933921" y="2246202"/>
                  </a:lnTo>
                  <a:lnTo>
                    <a:pt x="922542" y="2244843"/>
                  </a:lnTo>
                  <a:lnTo>
                    <a:pt x="911400" y="2246513"/>
                  </a:lnTo>
                  <a:lnTo>
                    <a:pt x="878978" y="2247377"/>
                  </a:lnTo>
                  <a:lnTo>
                    <a:pt x="871454" y="2249619"/>
                  </a:lnTo>
                  <a:lnTo>
                    <a:pt x="865046" y="2253200"/>
                  </a:lnTo>
                  <a:lnTo>
                    <a:pt x="860891" y="2249238"/>
                  </a:lnTo>
                  <a:lnTo>
                    <a:pt x="858968" y="2242163"/>
                  </a:lnTo>
                  <a:lnTo>
                    <a:pt x="862731" y="2241014"/>
                  </a:lnTo>
                  <a:lnTo>
                    <a:pt x="866916" y="2236854"/>
                  </a:lnTo>
                  <a:lnTo>
                    <a:pt x="870694" y="2228631"/>
                  </a:lnTo>
                  <a:lnTo>
                    <a:pt x="871123" y="2223658"/>
                  </a:lnTo>
                  <a:lnTo>
                    <a:pt x="868482" y="2220413"/>
                  </a:lnTo>
                  <a:lnTo>
                    <a:pt x="863459" y="2220089"/>
                  </a:lnTo>
                  <a:lnTo>
                    <a:pt x="852364" y="2241516"/>
                  </a:lnTo>
                  <a:lnTo>
                    <a:pt x="858705" y="2253524"/>
                  </a:lnTo>
                  <a:lnTo>
                    <a:pt x="858271" y="2257855"/>
                  </a:lnTo>
                  <a:lnTo>
                    <a:pt x="836132" y="2260319"/>
                  </a:lnTo>
                  <a:lnTo>
                    <a:pt x="785881" y="2284495"/>
                  </a:lnTo>
                  <a:lnTo>
                    <a:pt x="766285" y="2297532"/>
                  </a:lnTo>
                  <a:lnTo>
                    <a:pt x="767288" y="2293144"/>
                  </a:lnTo>
                  <a:lnTo>
                    <a:pt x="790982" y="2276246"/>
                  </a:lnTo>
                  <a:lnTo>
                    <a:pt x="782615" y="2273661"/>
                  </a:lnTo>
                  <a:lnTo>
                    <a:pt x="769143" y="2277884"/>
                  </a:lnTo>
                  <a:lnTo>
                    <a:pt x="764311" y="2276259"/>
                  </a:lnTo>
                  <a:lnTo>
                    <a:pt x="770016" y="2262288"/>
                  </a:lnTo>
                  <a:lnTo>
                    <a:pt x="768156" y="2249968"/>
                  </a:lnTo>
                  <a:lnTo>
                    <a:pt x="758591" y="2249631"/>
                  </a:lnTo>
                  <a:lnTo>
                    <a:pt x="752498" y="2259468"/>
                  </a:lnTo>
                  <a:lnTo>
                    <a:pt x="748265" y="2259049"/>
                  </a:lnTo>
                  <a:lnTo>
                    <a:pt x="742720" y="2254832"/>
                  </a:lnTo>
                  <a:lnTo>
                    <a:pt x="738426" y="2256166"/>
                  </a:lnTo>
                  <a:lnTo>
                    <a:pt x="741604" y="2278456"/>
                  </a:lnTo>
                  <a:lnTo>
                    <a:pt x="747630" y="2287626"/>
                  </a:lnTo>
                  <a:lnTo>
                    <a:pt x="752668" y="2299317"/>
                  </a:lnTo>
                  <a:lnTo>
                    <a:pt x="738907" y="2313764"/>
                  </a:lnTo>
                  <a:lnTo>
                    <a:pt x="726127" y="2325684"/>
                  </a:lnTo>
                  <a:lnTo>
                    <a:pt x="724742" y="2337203"/>
                  </a:lnTo>
                  <a:lnTo>
                    <a:pt x="711900" y="2352209"/>
                  </a:lnTo>
                  <a:lnTo>
                    <a:pt x="699818" y="2360719"/>
                  </a:lnTo>
                  <a:lnTo>
                    <a:pt x="671432" y="2380723"/>
                  </a:lnTo>
                  <a:lnTo>
                    <a:pt x="663334" y="2385003"/>
                  </a:lnTo>
                  <a:lnTo>
                    <a:pt x="650523" y="2394287"/>
                  </a:lnTo>
                  <a:lnTo>
                    <a:pt x="632849" y="2401247"/>
                  </a:lnTo>
                  <a:lnTo>
                    <a:pt x="615904" y="2412297"/>
                  </a:lnTo>
                  <a:lnTo>
                    <a:pt x="610189" y="2413973"/>
                  </a:lnTo>
                  <a:lnTo>
                    <a:pt x="621010" y="2404619"/>
                  </a:lnTo>
                  <a:lnTo>
                    <a:pt x="633842" y="2395379"/>
                  </a:lnTo>
                  <a:lnTo>
                    <a:pt x="622834" y="2396643"/>
                  </a:lnTo>
                  <a:lnTo>
                    <a:pt x="605869" y="2392363"/>
                  </a:lnTo>
                  <a:lnTo>
                    <a:pt x="595487" y="2392115"/>
                  </a:lnTo>
                  <a:lnTo>
                    <a:pt x="595414" y="2395487"/>
                  </a:lnTo>
                  <a:lnTo>
                    <a:pt x="587518" y="2400250"/>
                  </a:lnTo>
                  <a:lnTo>
                    <a:pt x="579338" y="2393252"/>
                  </a:lnTo>
                  <a:lnTo>
                    <a:pt x="575772" y="2388546"/>
                  </a:lnTo>
                  <a:lnTo>
                    <a:pt x="574082" y="2384482"/>
                  </a:lnTo>
                  <a:lnTo>
                    <a:pt x="570609" y="2383498"/>
                  </a:lnTo>
                  <a:lnTo>
                    <a:pt x="567271" y="2385384"/>
                  </a:lnTo>
                  <a:lnTo>
                    <a:pt x="579482" y="2414005"/>
                  </a:lnTo>
                  <a:lnTo>
                    <a:pt x="584686" y="2415243"/>
                  </a:lnTo>
                  <a:lnTo>
                    <a:pt x="590443" y="2418088"/>
                  </a:lnTo>
                  <a:lnTo>
                    <a:pt x="583275" y="2424756"/>
                  </a:lnTo>
                  <a:lnTo>
                    <a:pt x="575560" y="2429817"/>
                  </a:lnTo>
                  <a:lnTo>
                    <a:pt x="563426" y="2433177"/>
                  </a:lnTo>
                  <a:lnTo>
                    <a:pt x="553142" y="2422730"/>
                  </a:lnTo>
                  <a:lnTo>
                    <a:pt x="550915" y="2435838"/>
                  </a:lnTo>
                  <a:lnTo>
                    <a:pt x="549613" y="2448926"/>
                  </a:lnTo>
                  <a:lnTo>
                    <a:pt x="546161" y="2452285"/>
                  </a:lnTo>
                  <a:lnTo>
                    <a:pt x="540647" y="2457073"/>
                  </a:lnTo>
                  <a:lnTo>
                    <a:pt x="537655" y="2453460"/>
                  </a:lnTo>
                  <a:lnTo>
                    <a:pt x="536234" y="2448399"/>
                  </a:lnTo>
                  <a:lnTo>
                    <a:pt x="532704" y="2452914"/>
                  </a:lnTo>
                  <a:lnTo>
                    <a:pt x="527536" y="2456305"/>
                  </a:lnTo>
                  <a:lnTo>
                    <a:pt x="519010" y="2456984"/>
                  </a:lnTo>
                  <a:lnTo>
                    <a:pt x="512612" y="2458794"/>
                  </a:lnTo>
                  <a:lnTo>
                    <a:pt x="512762" y="2464217"/>
                  </a:lnTo>
                  <a:lnTo>
                    <a:pt x="514224" y="2469666"/>
                  </a:lnTo>
                  <a:lnTo>
                    <a:pt x="525542" y="2465361"/>
                  </a:lnTo>
                  <a:lnTo>
                    <a:pt x="521438" y="2479376"/>
                  </a:lnTo>
                  <a:lnTo>
                    <a:pt x="511031" y="2493226"/>
                  </a:lnTo>
                  <a:lnTo>
                    <a:pt x="502550" y="2496497"/>
                  </a:lnTo>
                  <a:lnTo>
                    <a:pt x="489579" y="2494471"/>
                  </a:lnTo>
                  <a:lnTo>
                    <a:pt x="486375" y="2495861"/>
                  </a:lnTo>
                  <a:lnTo>
                    <a:pt x="483507" y="2498738"/>
                  </a:lnTo>
                  <a:lnTo>
                    <a:pt x="498618" y="2520406"/>
                  </a:lnTo>
                  <a:lnTo>
                    <a:pt x="488908" y="2553085"/>
                  </a:lnTo>
                  <a:lnTo>
                    <a:pt x="482701" y="2564928"/>
                  </a:lnTo>
                  <a:lnTo>
                    <a:pt x="478396" y="2566446"/>
                  </a:lnTo>
                  <a:lnTo>
                    <a:pt x="473730" y="2566789"/>
                  </a:lnTo>
                  <a:lnTo>
                    <a:pt x="456981" y="2556260"/>
                  </a:lnTo>
                  <a:lnTo>
                    <a:pt x="447845" y="2548119"/>
                  </a:lnTo>
                  <a:lnTo>
                    <a:pt x="455896" y="2570275"/>
                  </a:lnTo>
                  <a:lnTo>
                    <a:pt x="477833" y="2576746"/>
                  </a:lnTo>
                  <a:lnTo>
                    <a:pt x="478955" y="2585129"/>
                  </a:lnTo>
                  <a:lnTo>
                    <a:pt x="478831" y="2592292"/>
                  </a:lnTo>
                  <a:lnTo>
                    <a:pt x="474510" y="2600700"/>
                  </a:lnTo>
                  <a:lnTo>
                    <a:pt x="470469" y="2611870"/>
                  </a:lnTo>
                  <a:lnTo>
                    <a:pt x="473451" y="2619650"/>
                  </a:lnTo>
                  <a:lnTo>
                    <a:pt x="476913" y="2638885"/>
                  </a:lnTo>
                  <a:lnTo>
                    <a:pt x="479874" y="2647712"/>
                  </a:lnTo>
                  <a:lnTo>
                    <a:pt x="483130" y="2674492"/>
                  </a:lnTo>
                  <a:lnTo>
                    <a:pt x="486592" y="2686106"/>
                  </a:lnTo>
                  <a:lnTo>
                    <a:pt x="506535" y="2728851"/>
                  </a:lnTo>
                  <a:lnTo>
                    <a:pt x="513258" y="2729181"/>
                  </a:lnTo>
                  <a:lnTo>
                    <a:pt x="514338" y="2733811"/>
                  </a:lnTo>
                  <a:lnTo>
                    <a:pt x="513697" y="2742688"/>
                  </a:lnTo>
                  <a:lnTo>
                    <a:pt x="499352" y="2745273"/>
                  </a:lnTo>
                  <a:lnTo>
                    <a:pt x="493331" y="2749229"/>
                  </a:lnTo>
                  <a:lnTo>
                    <a:pt x="492158" y="2752665"/>
                  </a:lnTo>
                  <a:lnTo>
                    <a:pt x="491269" y="2754519"/>
                  </a:lnTo>
                  <a:lnTo>
                    <a:pt x="489419" y="2754348"/>
                  </a:lnTo>
                  <a:lnTo>
                    <a:pt x="482577" y="2751877"/>
                  </a:lnTo>
                  <a:lnTo>
                    <a:pt x="467022" y="2739735"/>
                  </a:lnTo>
                  <a:lnTo>
                    <a:pt x="444357" y="2732210"/>
                  </a:lnTo>
                  <a:lnTo>
                    <a:pt x="414575" y="2729295"/>
                  </a:lnTo>
                  <a:lnTo>
                    <a:pt x="394230" y="2723218"/>
                  </a:lnTo>
                  <a:lnTo>
                    <a:pt x="383321" y="2713959"/>
                  </a:lnTo>
                  <a:lnTo>
                    <a:pt x="371916" y="2708473"/>
                  </a:lnTo>
                  <a:lnTo>
                    <a:pt x="360019" y="2706745"/>
                  </a:lnTo>
                  <a:lnTo>
                    <a:pt x="350165" y="2701722"/>
                  </a:lnTo>
                  <a:lnTo>
                    <a:pt x="342351" y="2693403"/>
                  </a:lnTo>
                  <a:lnTo>
                    <a:pt x="330925" y="2688094"/>
                  </a:lnTo>
                  <a:lnTo>
                    <a:pt x="315887" y="2685789"/>
                  </a:lnTo>
                  <a:lnTo>
                    <a:pt x="306099" y="2679553"/>
                  </a:lnTo>
                  <a:lnTo>
                    <a:pt x="299293" y="2664306"/>
                  </a:lnTo>
                  <a:lnTo>
                    <a:pt x="299262" y="2664077"/>
                  </a:lnTo>
                  <a:lnTo>
                    <a:pt x="293170" y="2638586"/>
                  </a:lnTo>
                  <a:lnTo>
                    <a:pt x="285496" y="2622615"/>
                  </a:lnTo>
                  <a:lnTo>
                    <a:pt x="270561" y="2602853"/>
                  </a:lnTo>
                  <a:lnTo>
                    <a:pt x="269186" y="2600249"/>
                  </a:lnTo>
                  <a:lnTo>
                    <a:pt x="269062" y="2596998"/>
                  </a:lnTo>
                  <a:lnTo>
                    <a:pt x="270912" y="2585497"/>
                  </a:lnTo>
                  <a:lnTo>
                    <a:pt x="269336" y="2577229"/>
                  </a:lnTo>
                  <a:lnTo>
                    <a:pt x="264608" y="2570491"/>
                  </a:lnTo>
                  <a:lnTo>
                    <a:pt x="263522" y="2563360"/>
                  </a:lnTo>
                  <a:lnTo>
                    <a:pt x="266086" y="2555854"/>
                  </a:lnTo>
                  <a:lnTo>
                    <a:pt x="266251" y="2546836"/>
                  </a:lnTo>
                  <a:lnTo>
                    <a:pt x="264024" y="2536307"/>
                  </a:lnTo>
                  <a:lnTo>
                    <a:pt x="254500" y="2524921"/>
                  </a:lnTo>
                  <a:lnTo>
                    <a:pt x="237679" y="2512690"/>
                  </a:lnTo>
                  <a:lnTo>
                    <a:pt x="223349" y="2494826"/>
                  </a:lnTo>
                  <a:lnTo>
                    <a:pt x="211520" y="2471343"/>
                  </a:lnTo>
                  <a:lnTo>
                    <a:pt x="199820" y="2455073"/>
                  </a:lnTo>
                  <a:lnTo>
                    <a:pt x="188249" y="2446011"/>
                  </a:lnTo>
                  <a:lnTo>
                    <a:pt x="180338" y="2434949"/>
                  </a:lnTo>
                  <a:lnTo>
                    <a:pt x="176079" y="2421886"/>
                  </a:lnTo>
                  <a:lnTo>
                    <a:pt x="174824" y="2414303"/>
                  </a:lnTo>
                  <a:lnTo>
                    <a:pt x="176560" y="2412208"/>
                  </a:lnTo>
                  <a:lnTo>
                    <a:pt x="169449" y="2397684"/>
                  </a:lnTo>
                  <a:lnTo>
                    <a:pt x="153491" y="2370746"/>
                  </a:lnTo>
                  <a:lnTo>
                    <a:pt x="144324" y="2351047"/>
                  </a:lnTo>
                  <a:lnTo>
                    <a:pt x="141962" y="2338594"/>
                  </a:lnTo>
                  <a:lnTo>
                    <a:pt x="131807" y="2323772"/>
                  </a:lnTo>
                  <a:lnTo>
                    <a:pt x="113865" y="2306582"/>
                  </a:lnTo>
                  <a:lnTo>
                    <a:pt x="104108" y="2295399"/>
                  </a:lnTo>
                  <a:lnTo>
                    <a:pt x="101711" y="2287632"/>
                  </a:lnTo>
                  <a:lnTo>
                    <a:pt x="73712" y="2265044"/>
                  </a:lnTo>
                  <a:lnTo>
                    <a:pt x="65578" y="2250933"/>
                  </a:lnTo>
                  <a:lnTo>
                    <a:pt x="59227" y="2246475"/>
                  </a:lnTo>
                  <a:lnTo>
                    <a:pt x="51935" y="2246958"/>
                  </a:lnTo>
                  <a:lnTo>
                    <a:pt x="48194" y="2245605"/>
                  </a:lnTo>
                  <a:lnTo>
                    <a:pt x="48008" y="2242417"/>
                  </a:lnTo>
                  <a:lnTo>
                    <a:pt x="45646" y="2242265"/>
                  </a:lnTo>
                  <a:lnTo>
                    <a:pt x="41104" y="2245161"/>
                  </a:lnTo>
                  <a:lnTo>
                    <a:pt x="26210" y="2245745"/>
                  </a:lnTo>
                  <a:lnTo>
                    <a:pt x="961" y="2244024"/>
                  </a:lnTo>
                  <a:lnTo>
                    <a:pt x="0" y="2243821"/>
                  </a:lnTo>
                  <a:lnTo>
                    <a:pt x="0" y="0"/>
                  </a:lnTo>
                  <a:lnTo>
                    <a:pt x="1773799" y="0"/>
                  </a:lnTo>
                  <a:lnTo>
                    <a:pt x="1791779" y="9112"/>
                  </a:lnTo>
                  <a:lnTo>
                    <a:pt x="1812321" y="19521"/>
                  </a:lnTo>
                  <a:lnTo>
                    <a:pt x="1817499" y="36825"/>
                  </a:lnTo>
                  <a:lnTo>
                    <a:pt x="1822542" y="53673"/>
                  </a:lnTo>
                  <a:lnTo>
                    <a:pt x="1834568" y="65904"/>
                  </a:lnTo>
                  <a:lnTo>
                    <a:pt x="1845575" y="77074"/>
                  </a:lnTo>
                  <a:lnTo>
                    <a:pt x="1851947" y="76490"/>
                  </a:lnTo>
                  <a:lnTo>
                    <a:pt x="1858412" y="71772"/>
                  </a:lnTo>
                  <a:lnTo>
                    <a:pt x="1862515" y="69498"/>
                  </a:lnTo>
                  <a:lnTo>
                    <a:pt x="1869393" y="69123"/>
                  </a:lnTo>
                  <a:lnTo>
                    <a:pt x="1884690" y="65085"/>
                  </a:lnTo>
                  <a:lnTo>
                    <a:pt x="1889211" y="65967"/>
                  </a:lnTo>
                  <a:lnTo>
                    <a:pt x="1891780" y="67987"/>
                  </a:lnTo>
                  <a:lnTo>
                    <a:pt x="1891992" y="71149"/>
                  </a:lnTo>
                  <a:lnTo>
                    <a:pt x="1891470" y="73664"/>
                  </a:lnTo>
                  <a:lnTo>
                    <a:pt x="1889103" y="78713"/>
                  </a:lnTo>
                  <a:lnTo>
                    <a:pt x="1892839" y="88333"/>
                  </a:lnTo>
                  <a:lnTo>
                    <a:pt x="1893625" y="99021"/>
                  </a:lnTo>
                  <a:lnTo>
                    <a:pt x="1895676" y="107099"/>
                  </a:lnTo>
                  <a:lnTo>
                    <a:pt x="1901939" y="117437"/>
                  </a:lnTo>
                  <a:lnTo>
                    <a:pt x="1907381" y="125515"/>
                  </a:lnTo>
                  <a:lnTo>
                    <a:pt x="1914233" y="127077"/>
                  </a:lnTo>
                  <a:lnTo>
                    <a:pt x="1930093" y="122372"/>
                  </a:lnTo>
                  <a:lnTo>
                    <a:pt x="1940031" y="120593"/>
                  </a:lnTo>
                  <a:lnTo>
                    <a:pt x="1945674" y="121362"/>
                  </a:lnTo>
                  <a:lnTo>
                    <a:pt x="1955327" y="128925"/>
                  </a:lnTo>
                  <a:lnTo>
                    <a:pt x="1960050" y="133472"/>
                  </a:lnTo>
                  <a:lnTo>
                    <a:pt x="1961177" y="137250"/>
                  </a:lnTo>
                  <a:lnTo>
                    <a:pt x="1948139" y="160340"/>
                  </a:lnTo>
                  <a:lnTo>
                    <a:pt x="1968815" y="171797"/>
                  </a:lnTo>
                  <a:lnTo>
                    <a:pt x="1991889" y="184320"/>
                  </a:lnTo>
                  <a:lnTo>
                    <a:pt x="2019402" y="199249"/>
                  </a:lnTo>
                  <a:lnTo>
                    <a:pt x="2036223" y="208388"/>
                  </a:lnTo>
                  <a:lnTo>
                    <a:pt x="2058377" y="221438"/>
                  </a:lnTo>
                  <a:lnTo>
                    <a:pt x="2062170" y="240032"/>
                  </a:lnTo>
                  <a:lnTo>
                    <a:pt x="2065364" y="255723"/>
                  </a:lnTo>
                  <a:lnTo>
                    <a:pt x="2069436" y="277600"/>
                  </a:lnTo>
                  <a:lnTo>
                    <a:pt x="2073585" y="299916"/>
                  </a:lnTo>
                  <a:lnTo>
                    <a:pt x="2077725" y="322148"/>
                  </a:lnTo>
                  <a:lnTo>
                    <a:pt x="2082112" y="345746"/>
                  </a:lnTo>
                  <a:lnTo>
                    <a:pt x="2086934" y="371669"/>
                  </a:lnTo>
                  <a:lnTo>
                    <a:pt x="2091218" y="394676"/>
                  </a:lnTo>
                  <a:lnTo>
                    <a:pt x="2095894" y="419792"/>
                  </a:lnTo>
                  <a:lnTo>
                    <a:pt x="2102111" y="452477"/>
                  </a:lnTo>
                  <a:lnTo>
                    <a:pt x="2096551" y="465070"/>
                  </a:lnTo>
                  <a:lnTo>
                    <a:pt x="2084443" y="492491"/>
                  </a:lnTo>
                  <a:lnTo>
                    <a:pt x="2073498" y="517277"/>
                  </a:lnTo>
                  <a:lnTo>
                    <a:pt x="2072541" y="524465"/>
                  </a:lnTo>
                  <a:lnTo>
                    <a:pt x="2065017" y="560606"/>
                  </a:lnTo>
                  <a:lnTo>
                    <a:pt x="2058987" y="575535"/>
                  </a:lnTo>
                  <a:lnTo>
                    <a:pt x="2048424" y="584204"/>
                  </a:lnTo>
                  <a:lnTo>
                    <a:pt x="2037938" y="592605"/>
                  </a:lnTo>
                  <a:lnTo>
                    <a:pt x="2024859" y="606684"/>
                  </a:lnTo>
                  <a:lnTo>
                    <a:pt x="2010472" y="613638"/>
                  </a:lnTo>
                  <a:lnTo>
                    <a:pt x="2003123" y="617727"/>
                  </a:lnTo>
                  <a:lnTo>
                    <a:pt x="1999273" y="624179"/>
                  </a:lnTo>
                  <a:lnTo>
                    <a:pt x="1995026" y="638322"/>
                  </a:lnTo>
                  <a:lnTo>
                    <a:pt x="1995842" y="659919"/>
                  </a:lnTo>
                  <a:lnTo>
                    <a:pt x="2007692" y="678507"/>
                  </a:lnTo>
                  <a:lnTo>
                    <a:pt x="2025024" y="688902"/>
                  </a:lnTo>
                  <a:lnTo>
                    <a:pt x="2043669" y="699025"/>
                  </a:lnTo>
                  <a:lnTo>
                    <a:pt x="2070232" y="699069"/>
                  </a:lnTo>
                  <a:lnTo>
                    <a:pt x="2094122" y="685562"/>
                  </a:lnTo>
                  <a:lnTo>
                    <a:pt x="2119433" y="671255"/>
                  </a:lnTo>
                  <a:lnTo>
                    <a:pt x="2142001" y="658497"/>
                  </a:lnTo>
                  <a:lnTo>
                    <a:pt x="2168842" y="643326"/>
                  </a:lnTo>
                  <a:lnTo>
                    <a:pt x="2193151" y="629577"/>
                  </a:lnTo>
                  <a:lnTo>
                    <a:pt x="2219548" y="624637"/>
                  </a:lnTo>
                  <a:lnTo>
                    <a:pt x="2256125" y="617797"/>
                  </a:lnTo>
                  <a:lnTo>
                    <a:pt x="2302169" y="609180"/>
                  </a:lnTo>
                  <a:lnTo>
                    <a:pt x="2324587" y="599368"/>
                  </a:lnTo>
                  <a:lnTo>
                    <a:pt x="2353557" y="586687"/>
                  </a:lnTo>
                  <a:lnTo>
                    <a:pt x="2386977" y="572055"/>
                  </a:lnTo>
                  <a:lnTo>
                    <a:pt x="2415818" y="559431"/>
                  </a:lnTo>
                  <a:lnTo>
                    <a:pt x="2430319" y="552433"/>
                  </a:lnTo>
                  <a:lnTo>
                    <a:pt x="2440633" y="544450"/>
                  </a:lnTo>
                  <a:lnTo>
                    <a:pt x="2443191" y="538544"/>
                  </a:lnTo>
                  <a:lnTo>
                    <a:pt x="2442582" y="535153"/>
                  </a:lnTo>
                  <a:lnTo>
                    <a:pt x="2439920" y="531756"/>
                  </a:lnTo>
                  <a:lnTo>
                    <a:pt x="2436241" y="529247"/>
                  </a:lnTo>
                  <a:lnTo>
                    <a:pt x="2432970" y="527114"/>
                  </a:lnTo>
                  <a:lnTo>
                    <a:pt x="2431435" y="524472"/>
                  </a:lnTo>
                  <a:lnTo>
                    <a:pt x="2431130" y="518693"/>
                  </a:lnTo>
                  <a:lnTo>
                    <a:pt x="2429125" y="515372"/>
                  </a:lnTo>
                  <a:lnTo>
                    <a:pt x="2427213" y="512927"/>
                  </a:lnTo>
                  <a:lnTo>
                    <a:pt x="2427936" y="490561"/>
                  </a:lnTo>
                  <a:lnTo>
                    <a:pt x="2425414" y="483626"/>
                  </a:lnTo>
                  <a:lnTo>
                    <a:pt x="2416014" y="466048"/>
                  </a:lnTo>
                  <a:lnTo>
                    <a:pt x="2433941" y="458167"/>
                  </a:lnTo>
                  <a:lnTo>
                    <a:pt x="2450550" y="450858"/>
                  </a:lnTo>
                  <a:lnTo>
                    <a:pt x="2463795" y="445448"/>
                  </a:lnTo>
                  <a:lnTo>
                    <a:pt x="2491541" y="444597"/>
                  </a:lnTo>
                  <a:lnTo>
                    <a:pt x="2517307" y="444705"/>
                  </a:lnTo>
                  <a:lnTo>
                    <a:pt x="2552820" y="444851"/>
                  </a:lnTo>
                  <a:lnTo>
                    <a:pt x="2582741" y="444971"/>
                  </a:lnTo>
                  <a:lnTo>
                    <a:pt x="2617649" y="445117"/>
                  </a:lnTo>
                  <a:lnTo>
                    <a:pt x="2638113" y="445200"/>
                  </a:lnTo>
                  <a:lnTo>
                    <a:pt x="2664928" y="444946"/>
                  </a:lnTo>
                  <a:lnTo>
                    <a:pt x="2677997" y="424656"/>
                  </a:lnTo>
                  <a:lnTo>
                    <a:pt x="2689676" y="406513"/>
                  </a:lnTo>
                  <a:lnTo>
                    <a:pt x="2702539" y="389177"/>
                  </a:lnTo>
                  <a:lnTo>
                    <a:pt x="2725406" y="368824"/>
                  </a:lnTo>
                  <a:lnTo>
                    <a:pt x="2732047" y="365166"/>
                  </a:lnTo>
                  <a:lnTo>
                    <a:pt x="2735710" y="357139"/>
                  </a:lnTo>
                  <a:lnTo>
                    <a:pt x="2749570" y="349512"/>
                  </a:lnTo>
                  <a:lnTo>
                    <a:pt x="2764841" y="342438"/>
                  </a:lnTo>
                  <a:lnTo>
                    <a:pt x="2770830" y="335802"/>
                  </a:lnTo>
                  <a:lnTo>
                    <a:pt x="2773729" y="332023"/>
                  </a:lnTo>
                  <a:lnTo>
                    <a:pt x="2815076" y="296232"/>
                  </a:lnTo>
                  <a:lnTo>
                    <a:pt x="2838559" y="279702"/>
                  </a:lnTo>
                  <a:lnTo>
                    <a:pt x="2857953" y="270501"/>
                  </a:lnTo>
                  <a:lnTo>
                    <a:pt x="2872717" y="266106"/>
                  </a:lnTo>
                  <a:lnTo>
                    <a:pt x="2882686" y="266735"/>
                  </a:lnTo>
                  <a:lnTo>
                    <a:pt x="2888355" y="2661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g3868"/>
            <p:cNvSpPr/>
            <p:nvPr/>
          </p:nvSpPr>
          <p:spPr>
            <a:xfrm>
              <a:off x="5359282" y="3307053"/>
              <a:ext cx="225302" cy="75760"/>
            </a:xfrm>
            <a:custGeom>
              <a:avLst/>
              <a:gdLst/>
              <a:ahLst/>
              <a:cxnLst/>
              <a:rect l="0" t="0" r="0" b="0"/>
              <a:pathLst>
                <a:path w="225302" h="75760">
                  <a:moveTo>
                    <a:pt x="153584" y="30132"/>
                  </a:moveTo>
                  <a:lnTo>
                    <a:pt x="160385" y="30983"/>
                  </a:lnTo>
                  <a:lnTo>
                    <a:pt x="166235" y="28513"/>
                  </a:lnTo>
                  <a:lnTo>
                    <a:pt x="171775" y="23521"/>
                  </a:lnTo>
                  <a:lnTo>
                    <a:pt x="184637" y="16771"/>
                  </a:lnTo>
                  <a:lnTo>
                    <a:pt x="195598" y="13818"/>
                  </a:lnTo>
                  <a:lnTo>
                    <a:pt x="199050" y="13208"/>
                  </a:lnTo>
                  <a:lnTo>
                    <a:pt x="204275" y="17946"/>
                  </a:lnTo>
                  <a:lnTo>
                    <a:pt x="214641" y="14142"/>
                  </a:lnTo>
                  <a:lnTo>
                    <a:pt x="225302" y="12008"/>
                  </a:lnTo>
                  <a:lnTo>
                    <a:pt x="179185" y="33669"/>
                  </a:lnTo>
                  <a:lnTo>
                    <a:pt x="169754" y="36108"/>
                  </a:lnTo>
                  <a:lnTo>
                    <a:pt x="156261" y="42560"/>
                  </a:lnTo>
                  <a:lnTo>
                    <a:pt x="143507" y="47132"/>
                  </a:lnTo>
                  <a:lnTo>
                    <a:pt x="134324" y="48796"/>
                  </a:lnTo>
                  <a:lnTo>
                    <a:pt x="88662" y="64875"/>
                  </a:lnTo>
                  <a:lnTo>
                    <a:pt x="85040" y="65224"/>
                  </a:lnTo>
                  <a:lnTo>
                    <a:pt x="81122" y="63656"/>
                  </a:lnTo>
                  <a:lnTo>
                    <a:pt x="43512" y="71937"/>
                  </a:lnTo>
                  <a:lnTo>
                    <a:pt x="28076" y="72870"/>
                  </a:lnTo>
                  <a:lnTo>
                    <a:pt x="14020" y="75760"/>
                  </a:lnTo>
                  <a:lnTo>
                    <a:pt x="24417" y="69092"/>
                  </a:lnTo>
                  <a:lnTo>
                    <a:pt x="24644" y="66596"/>
                  </a:lnTo>
                  <a:lnTo>
                    <a:pt x="22159" y="64646"/>
                  </a:lnTo>
                  <a:lnTo>
                    <a:pt x="16598" y="65212"/>
                  </a:lnTo>
                  <a:lnTo>
                    <a:pt x="10903" y="72076"/>
                  </a:lnTo>
                  <a:lnTo>
                    <a:pt x="1813" y="74369"/>
                  </a:lnTo>
                  <a:lnTo>
                    <a:pt x="0" y="66895"/>
                  </a:lnTo>
                  <a:lnTo>
                    <a:pt x="3033" y="61109"/>
                  </a:lnTo>
                  <a:lnTo>
                    <a:pt x="7141" y="55623"/>
                  </a:lnTo>
                  <a:lnTo>
                    <a:pt x="16169" y="46999"/>
                  </a:lnTo>
                  <a:lnTo>
                    <a:pt x="29083" y="41531"/>
                  </a:lnTo>
                  <a:lnTo>
                    <a:pt x="35646" y="36806"/>
                  </a:lnTo>
                  <a:lnTo>
                    <a:pt x="40194" y="40966"/>
                  </a:lnTo>
                  <a:lnTo>
                    <a:pt x="41191" y="35346"/>
                  </a:lnTo>
                  <a:lnTo>
                    <a:pt x="44690" y="32101"/>
                  </a:lnTo>
                  <a:lnTo>
                    <a:pt x="48493" y="30354"/>
                  </a:lnTo>
                  <a:lnTo>
                    <a:pt x="57640" y="30310"/>
                  </a:lnTo>
                  <a:lnTo>
                    <a:pt x="62565" y="29427"/>
                  </a:lnTo>
                  <a:lnTo>
                    <a:pt x="66126" y="27560"/>
                  </a:lnTo>
                  <a:lnTo>
                    <a:pt x="69779" y="27211"/>
                  </a:lnTo>
                  <a:lnTo>
                    <a:pt x="79784" y="29757"/>
                  </a:lnTo>
                  <a:lnTo>
                    <a:pt x="89556" y="29027"/>
                  </a:lnTo>
                  <a:lnTo>
                    <a:pt x="97447" y="25509"/>
                  </a:lnTo>
                  <a:lnTo>
                    <a:pt x="105648" y="24328"/>
                  </a:lnTo>
                  <a:lnTo>
                    <a:pt x="127343" y="23534"/>
                  </a:lnTo>
                  <a:lnTo>
                    <a:pt x="148902" y="20962"/>
                  </a:lnTo>
                  <a:lnTo>
                    <a:pt x="157522" y="16390"/>
                  </a:lnTo>
                  <a:lnTo>
                    <a:pt x="175630" y="3575"/>
                  </a:lnTo>
                  <a:lnTo>
                    <a:pt x="186048" y="0"/>
                  </a:lnTo>
                  <a:lnTo>
                    <a:pt x="169826" y="14891"/>
                  </a:lnTo>
                  <a:lnTo>
                    <a:pt x="161108" y="217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g3869"/>
            <p:cNvSpPr/>
            <p:nvPr/>
          </p:nvSpPr>
          <p:spPr>
            <a:xfrm>
              <a:off x="5954108" y="2877417"/>
              <a:ext cx="23756" cy="26893"/>
            </a:xfrm>
            <a:custGeom>
              <a:avLst/>
              <a:gdLst/>
              <a:ahLst/>
              <a:cxnLst/>
              <a:rect l="0" t="0" r="0" b="0"/>
              <a:pathLst>
                <a:path w="23756" h="26893">
                  <a:moveTo>
                    <a:pt x="17596" y="18663"/>
                  </a:moveTo>
                  <a:lnTo>
                    <a:pt x="10841" y="17558"/>
                  </a:lnTo>
                  <a:lnTo>
                    <a:pt x="10981" y="24423"/>
                  </a:lnTo>
                  <a:lnTo>
                    <a:pt x="10226" y="26893"/>
                  </a:lnTo>
                  <a:lnTo>
                    <a:pt x="2744" y="23363"/>
                  </a:lnTo>
                  <a:lnTo>
                    <a:pt x="0" y="21089"/>
                  </a:lnTo>
                  <a:lnTo>
                    <a:pt x="237" y="11995"/>
                  </a:lnTo>
                  <a:lnTo>
                    <a:pt x="6847" y="3397"/>
                  </a:lnTo>
                  <a:lnTo>
                    <a:pt x="11885" y="0"/>
                  </a:lnTo>
                  <a:lnTo>
                    <a:pt x="18381" y="2355"/>
                  </a:lnTo>
                  <a:lnTo>
                    <a:pt x="23368" y="11983"/>
                  </a:lnTo>
                  <a:lnTo>
                    <a:pt x="23756" y="1612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g3870"/>
            <p:cNvSpPr/>
            <p:nvPr/>
          </p:nvSpPr>
          <p:spPr>
            <a:xfrm>
              <a:off x="5337706" y="3371376"/>
              <a:ext cx="17833" cy="18174"/>
            </a:xfrm>
            <a:custGeom>
              <a:avLst/>
              <a:gdLst/>
              <a:ahLst/>
              <a:cxnLst/>
              <a:rect l="0" t="0" r="0" b="0"/>
              <a:pathLst>
                <a:path w="17833" h="18174">
                  <a:moveTo>
                    <a:pt x="0" y="18174"/>
                  </a:moveTo>
                  <a:lnTo>
                    <a:pt x="5048" y="5702"/>
                  </a:lnTo>
                  <a:lnTo>
                    <a:pt x="14330" y="0"/>
                  </a:lnTo>
                  <a:lnTo>
                    <a:pt x="17689" y="1187"/>
                  </a:lnTo>
                  <a:lnTo>
                    <a:pt x="17833" y="5594"/>
                  </a:lnTo>
                  <a:lnTo>
                    <a:pt x="16531" y="9360"/>
                  </a:lnTo>
                  <a:lnTo>
                    <a:pt x="10304" y="15164"/>
                  </a:lnTo>
                  <a:lnTo>
                    <a:pt x="5054" y="176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g3871"/>
            <p:cNvSpPr/>
            <p:nvPr/>
          </p:nvSpPr>
          <p:spPr>
            <a:xfrm>
              <a:off x="5698253" y="3267490"/>
              <a:ext cx="33791" cy="16879"/>
            </a:xfrm>
            <a:custGeom>
              <a:avLst/>
              <a:gdLst/>
              <a:ahLst/>
              <a:cxnLst/>
              <a:rect l="0" t="0" r="0" b="0"/>
              <a:pathLst>
                <a:path w="33791" h="16879">
                  <a:moveTo>
                    <a:pt x="4645" y="16879"/>
                  </a:moveTo>
                  <a:lnTo>
                    <a:pt x="0" y="12776"/>
                  </a:lnTo>
                  <a:lnTo>
                    <a:pt x="7270" y="10878"/>
                  </a:lnTo>
                  <a:lnTo>
                    <a:pt x="16454" y="1130"/>
                  </a:lnTo>
                  <a:lnTo>
                    <a:pt x="22562" y="0"/>
                  </a:lnTo>
                  <a:lnTo>
                    <a:pt x="32158" y="5518"/>
                  </a:lnTo>
                  <a:lnTo>
                    <a:pt x="33791" y="1052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g3872"/>
            <p:cNvSpPr/>
            <p:nvPr/>
          </p:nvSpPr>
          <p:spPr>
            <a:xfrm>
              <a:off x="5643532" y="3241859"/>
              <a:ext cx="12087" cy="24671"/>
            </a:xfrm>
            <a:custGeom>
              <a:avLst/>
              <a:gdLst/>
              <a:ahLst/>
              <a:cxnLst/>
              <a:rect l="0" t="0" r="0" b="0"/>
              <a:pathLst>
                <a:path w="12087" h="24671">
                  <a:moveTo>
                    <a:pt x="5855" y="24671"/>
                  </a:moveTo>
                  <a:lnTo>
                    <a:pt x="0" y="24048"/>
                  </a:lnTo>
                  <a:lnTo>
                    <a:pt x="2971" y="19248"/>
                  </a:lnTo>
                  <a:lnTo>
                    <a:pt x="4103" y="12199"/>
                  </a:lnTo>
                  <a:lnTo>
                    <a:pt x="6991" y="4457"/>
                  </a:lnTo>
                  <a:lnTo>
                    <a:pt x="8655" y="2089"/>
                  </a:lnTo>
                  <a:lnTo>
                    <a:pt x="12087" y="0"/>
                  </a:lnTo>
                  <a:lnTo>
                    <a:pt x="11095" y="211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g3873"/>
            <p:cNvSpPr/>
            <p:nvPr/>
          </p:nvSpPr>
          <p:spPr>
            <a:xfrm>
              <a:off x="5761346" y="3275262"/>
              <a:ext cx="27001" cy="19248"/>
            </a:xfrm>
            <a:custGeom>
              <a:avLst/>
              <a:gdLst/>
              <a:ahLst/>
              <a:cxnLst/>
              <a:rect l="0" t="0" r="0" b="0"/>
              <a:pathLst>
                <a:path w="27001" h="19248">
                  <a:moveTo>
                    <a:pt x="18836" y="19248"/>
                  </a:moveTo>
                  <a:lnTo>
                    <a:pt x="0" y="14453"/>
                  </a:lnTo>
                  <a:lnTo>
                    <a:pt x="15498" y="10389"/>
                  </a:lnTo>
                  <a:lnTo>
                    <a:pt x="18030" y="8973"/>
                  </a:lnTo>
                  <a:lnTo>
                    <a:pt x="20050" y="2997"/>
                  </a:lnTo>
                  <a:lnTo>
                    <a:pt x="20303" y="0"/>
                  </a:lnTo>
                  <a:lnTo>
                    <a:pt x="26190" y="12853"/>
                  </a:lnTo>
                  <a:lnTo>
                    <a:pt x="27001" y="1715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g3874"/>
            <p:cNvSpPr/>
            <p:nvPr/>
          </p:nvSpPr>
          <p:spPr>
            <a:xfrm>
              <a:off x="5180933" y="3984239"/>
              <a:ext cx="8624" cy="14377"/>
            </a:xfrm>
            <a:custGeom>
              <a:avLst/>
              <a:gdLst/>
              <a:ahLst/>
              <a:cxnLst/>
              <a:rect l="0" t="0" r="0" b="0"/>
              <a:pathLst>
                <a:path w="8624" h="14377">
                  <a:moveTo>
                    <a:pt x="7028" y="14377"/>
                  </a:moveTo>
                  <a:lnTo>
                    <a:pt x="0" y="0"/>
                  </a:lnTo>
                  <a:lnTo>
                    <a:pt x="7229" y="4648"/>
                  </a:lnTo>
                  <a:lnTo>
                    <a:pt x="8521" y="8515"/>
                  </a:lnTo>
                  <a:lnTo>
                    <a:pt x="8624" y="117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g3875"/>
            <p:cNvSpPr/>
            <p:nvPr/>
          </p:nvSpPr>
          <p:spPr>
            <a:xfrm>
              <a:off x="5183801" y="4007259"/>
              <a:ext cx="24727" cy="72349"/>
            </a:xfrm>
            <a:custGeom>
              <a:avLst/>
              <a:gdLst/>
              <a:ahLst/>
              <a:cxnLst/>
              <a:rect l="0" t="0" r="0" b="0"/>
              <a:pathLst>
                <a:path w="24727" h="72349">
                  <a:moveTo>
                    <a:pt x="1250" y="72349"/>
                  </a:moveTo>
                  <a:lnTo>
                    <a:pt x="0" y="71213"/>
                  </a:lnTo>
                  <a:lnTo>
                    <a:pt x="16267" y="63796"/>
                  </a:lnTo>
                  <a:lnTo>
                    <a:pt x="21399" y="37670"/>
                  </a:lnTo>
                  <a:lnTo>
                    <a:pt x="22102" y="25623"/>
                  </a:lnTo>
                  <a:lnTo>
                    <a:pt x="19663" y="4388"/>
                  </a:lnTo>
                  <a:lnTo>
                    <a:pt x="19745" y="0"/>
                  </a:lnTo>
                  <a:lnTo>
                    <a:pt x="22391" y="6845"/>
                  </a:lnTo>
                  <a:lnTo>
                    <a:pt x="24727" y="26658"/>
                  </a:lnTo>
                  <a:lnTo>
                    <a:pt x="23849" y="41683"/>
                  </a:lnTo>
                  <a:lnTo>
                    <a:pt x="19130" y="63573"/>
                  </a:lnTo>
                  <a:lnTo>
                    <a:pt x="15446" y="6880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g3876"/>
            <p:cNvSpPr/>
            <p:nvPr/>
          </p:nvSpPr>
          <p:spPr>
            <a:xfrm>
              <a:off x="5152676" y="4082556"/>
              <a:ext cx="21404" cy="9277"/>
            </a:xfrm>
            <a:custGeom>
              <a:avLst/>
              <a:gdLst/>
              <a:ahLst/>
              <a:cxnLst/>
              <a:rect l="0" t="0" r="0" b="0"/>
              <a:pathLst>
                <a:path w="21404" h="9277">
                  <a:moveTo>
                    <a:pt x="2170" y="9277"/>
                  </a:moveTo>
                  <a:lnTo>
                    <a:pt x="0" y="8725"/>
                  </a:lnTo>
                  <a:lnTo>
                    <a:pt x="12619" y="2089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g3877"/>
            <p:cNvSpPr/>
            <p:nvPr/>
          </p:nvSpPr>
          <p:spPr>
            <a:xfrm>
              <a:off x="5095061" y="4115235"/>
              <a:ext cx="33993" cy="39982"/>
            </a:xfrm>
            <a:custGeom>
              <a:avLst/>
              <a:gdLst/>
              <a:ahLst/>
              <a:cxnLst/>
              <a:rect l="0" t="0" r="0" b="0"/>
              <a:pathLst>
                <a:path w="33993" h="39982">
                  <a:moveTo>
                    <a:pt x="0" y="39982"/>
                  </a:moveTo>
                  <a:lnTo>
                    <a:pt x="9689" y="23744"/>
                  </a:lnTo>
                  <a:lnTo>
                    <a:pt x="28825" y="3149"/>
                  </a:lnTo>
                  <a:lnTo>
                    <a:pt x="33993" y="0"/>
                  </a:lnTo>
                  <a:lnTo>
                    <a:pt x="18081" y="17590"/>
                  </a:lnTo>
                  <a:lnTo>
                    <a:pt x="2635" y="3848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g3878"/>
            <p:cNvSpPr/>
            <p:nvPr/>
          </p:nvSpPr>
          <p:spPr>
            <a:xfrm>
              <a:off x="4494680" y="5206518"/>
              <a:ext cx="17373" cy="15672"/>
            </a:xfrm>
            <a:custGeom>
              <a:avLst/>
              <a:gdLst/>
              <a:ahLst/>
              <a:cxnLst/>
              <a:rect l="0" t="0" r="0" b="0"/>
              <a:pathLst>
                <a:path w="17373" h="15672">
                  <a:moveTo>
                    <a:pt x="13601" y="15672"/>
                  </a:moveTo>
                  <a:lnTo>
                    <a:pt x="5968" y="13183"/>
                  </a:lnTo>
                  <a:lnTo>
                    <a:pt x="1798" y="8725"/>
                  </a:lnTo>
                  <a:lnTo>
                    <a:pt x="0" y="0"/>
                  </a:lnTo>
                  <a:lnTo>
                    <a:pt x="6645" y="9239"/>
                  </a:lnTo>
                  <a:lnTo>
                    <a:pt x="9028" y="11329"/>
                  </a:lnTo>
                  <a:lnTo>
                    <a:pt x="17373" y="122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g3879"/>
            <p:cNvSpPr/>
            <p:nvPr/>
          </p:nvSpPr>
          <p:spPr>
            <a:xfrm>
              <a:off x="4498091" y="5186660"/>
              <a:ext cx="9033" cy="26938"/>
            </a:xfrm>
            <a:custGeom>
              <a:avLst/>
              <a:gdLst/>
              <a:ahLst/>
              <a:cxnLst/>
              <a:rect l="0" t="0" r="0" b="0"/>
              <a:pathLst>
                <a:path w="9033" h="26938">
                  <a:moveTo>
                    <a:pt x="8883" y="26938"/>
                  </a:moveTo>
                  <a:lnTo>
                    <a:pt x="3550" y="14142"/>
                  </a:lnTo>
                  <a:lnTo>
                    <a:pt x="0" y="0"/>
                  </a:lnTo>
                  <a:lnTo>
                    <a:pt x="5079" y="4578"/>
                  </a:lnTo>
                  <a:lnTo>
                    <a:pt x="9033" y="19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g3880"/>
            <p:cNvSpPr/>
            <p:nvPr/>
          </p:nvSpPr>
          <p:spPr>
            <a:xfrm>
              <a:off x="4666217" y="5362642"/>
              <a:ext cx="34236" cy="51158"/>
            </a:xfrm>
            <a:custGeom>
              <a:avLst/>
              <a:gdLst/>
              <a:ahLst/>
              <a:cxnLst/>
              <a:rect l="0" t="0" r="0" b="0"/>
              <a:pathLst>
                <a:path w="34236" h="51158">
                  <a:moveTo>
                    <a:pt x="0" y="51158"/>
                  </a:moveTo>
                  <a:lnTo>
                    <a:pt x="2330" y="45036"/>
                  </a:lnTo>
                  <a:lnTo>
                    <a:pt x="10531" y="31948"/>
                  </a:lnTo>
                  <a:lnTo>
                    <a:pt x="13182" y="25788"/>
                  </a:lnTo>
                  <a:lnTo>
                    <a:pt x="18722" y="21883"/>
                  </a:lnTo>
                  <a:lnTo>
                    <a:pt x="23880" y="14821"/>
                  </a:lnTo>
                  <a:lnTo>
                    <a:pt x="24267" y="6585"/>
                  </a:lnTo>
                  <a:lnTo>
                    <a:pt x="31760" y="825"/>
                  </a:lnTo>
                  <a:lnTo>
                    <a:pt x="34236" y="0"/>
                  </a:lnTo>
                  <a:lnTo>
                    <a:pt x="21032" y="267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g3881"/>
            <p:cNvSpPr/>
            <p:nvPr/>
          </p:nvSpPr>
          <p:spPr>
            <a:xfrm>
              <a:off x="3456939" y="4803878"/>
              <a:ext cx="26706" cy="20480"/>
            </a:xfrm>
            <a:custGeom>
              <a:avLst/>
              <a:gdLst/>
              <a:ahLst/>
              <a:cxnLst/>
              <a:rect l="0" t="0" r="0" b="0"/>
              <a:pathLst>
                <a:path w="26706" h="20480">
                  <a:moveTo>
                    <a:pt x="18603" y="20480"/>
                  </a:moveTo>
                  <a:lnTo>
                    <a:pt x="1100" y="9214"/>
                  </a:lnTo>
                  <a:lnTo>
                    <a:pt x="0" y="4375"/>
                  </a:lnTo>
                  <a:lnTo>
                    <a:pt x="8635" y="0"/>
                  </a:lnTo>
                  <a:lnTo>
                    <a:pt x="13906" y="387"/>
                  </a:lnTo>
                  <a:lnTo>
                    <a:pt x="22241" y="6109"/>
                  </a:lnTo>
                  <a:lnTo>
                    <a:pt x="25290" y="7703"/>
                  </a:lnTo>
                  <a:lnTo>
                    <a:pt x="26706" y="10020"/>
                  </a:lnTo>
                  <a:lnTo>
                    <a:pt x="25900" y="13646"/>
                  </a:lnTo>
                  <a:lnTo>
                    <a:pt x="22536" y="18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g3882"/>
            <p:cNvSpPr/>
            <p:nvPr/>
          </p:nvSpPr>
          <p:spPr>
            <a:xfrm>
              <a:off x="2924653" y="5000397"/>
              <a:ext cx="20774" cy="30399"/>
            </a:xfrm>
            <a:custGeom>
              <a:avLst/>
              <a:gdLst/>
              <a:ahLst/>
              <a:cxnLst/>
              <a:rect l="0" t="0" r="0" b="0"/>
              <a:pathLst>
                <a:path w="20774" h="30399">
                  <a:moveTo>
                    <a:pt x="0" y="30399"/>
                  </a:moveTo>
                  <a:lnTo>
                    <a:pt x="5121" y="19749"/>
                  </a:lnTo>
                  <a:lnTo>
                    <a:pt x="6072" y="15482"/>
                  </a:lnTo>
                  <a:lnTo>
                    <a:pt x="14469" y="2006"/>
                  </a:lnTo>
                  <a:lnTo>
                    <a:pt x="18903" y="0"/>
                  </a:lnTo>
                  <a:lnTo>
                    <a:pt x="20774" y="5734"/>
                  </a:lnTo>
                  <a:lnTo>
                    <a:pt x="12138" y="15202"/>
                  </a:lnTo>
                  <a:lnTo>
                    <a:pt x="2294" y="300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g3883"/>
            <p:cNvSpPr/>
            <p:nvPr/>
          </p:nvSpPr>
          <p:spPr>
            <a:xfrm>
              <a:off x="2949515" y="4968054"/>
              <a:ext cx="42075" cy="30323"/>
            </a:xfrm>
            <a:custGeom>
              <a:avLst/>
              <a:gdLst/>
              <a:ahLst/>
              <a:cxnLst/>
              <a:rect l="0" t="0" r="0" b="0"/>
              <a:pathLst>
                <a:path w="42075" h="30323">
                  <a:moveTo>
                    <a:pt x="0" y="30323"/>
                  </a:moveTo>
                  <a:lnTo>
                    <a:pt x="4816" y="23299"/>
                  </a:lnTo>
                  <a:lnTo>
                    <a:pt x="12645" y="19756"/>
                  </a:lnTo>
                  <a:lnTo>
                    <a:pt x="29822" y="6261"/>
                  </a:lnTo>
                  <a:lnTo>
                    <a:pt x="36830" y="5334"/>
                  </a:lnTo>
                  <a:lnTo>
                    <a:pt x="40478" y="685"/>
                  </a:lnTo>
                  <a:lnTo>
                    <a:pt x="42075" y="0"/>
                  </a:lnTo>
                  <a:lnTo>
                    <a:pt x="41042" y="5696"/>
                  </a:lnTo>
                  <a:lnTo>
                    <a:pt x="27223" y="13786"/>
                  </a:lnTo>
                  <a:lnTo>
                    <a:pt x="3886" y="297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g3884"/>
            <p:cNvSpPr/>
            <p:nvPr/>
          </p:nvSpPr>
          <p:spPr>
            <a:xfrm>
              <a:off x="2887740" y="5040830"/>
              <a:ext cx="34318" cy="75366"/>
            </a:xfrm>
            <a:custGeom>
              <a:avLst/>
              <a:gdLst/>
              <a:ahLst/>
              <a:cxnLst/>
              <a:rect l="0" t="0" r="0" b="0"/>
              <a:pathLst>
                <a:path w="34318" h="75366">
                  <a:moveTo>
                    <a:pt x="0" y="75366"/>
                  </a:moveTo>
                  <a:lnTo>
                    <a:pt x="909" y="64215"/>
                  </a:lnTo>
                  <a:lnTo>
                    <a:pt x="9503" y="38877"/>
                  </a:lnTo>
                  <a:lnTo>
                    <a:pt x="26965" y="5575"/>
                  </a:lnTo>
                  <a:lnTo>
                    <a:pt x="34318" y="0"/>
                  </a:lnTo>
                  <a:lnTo>
                    <a:pt x="14175" y="36521"/>
                  </a:lnTo>
                  <a:lnTo>
                    <a:pt x="3302" y="6788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g3885"/>
            <p:cNvSpPr/>
            <p:nvPr/>
          </p:nvSpPr>
          <p:spPr>
            <a:xfrm>
              <a:off x="3130649" y="4843237"/>
              <a:ext cx="34081" cy="26658"/>
            </a:xfrm>
            <a:custGeom>
              <a:avLst/>
              <a:gdLst/>
              <a:ahLst/>
              <a:cxnLst/>
              <a:rect l="0" t="0" r="0" b="0"/>
              <a:pathLst>
                <a:path w="34081" h="26658">
                  <a:moveTo>
                    <a:pt x="0" y="26658"/>
                  </a:moveTo>
                  <a:lnTo>
                    <a:pt x="23068" y="6655"/>
                  </a:lnTo>
                  <a:lnTo>
                    <a:pt x="27905" y="0"/>
                  </a:lnTo>
                  <a:lnTo>
                    <a:pt x="34081" y="292"/>
                  </a:lnTo>
                  <a:lnTo>
                    <a:pt x="23781" y="11500"/>
                  </a:lnTo>
                  <a:lnTo>
                    <a:pt x="5286" y="254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g3886"/>
            <p:cNvSpPr/>
            <p:nvPr/>
          </p:nvSpPr>
          <p:spPr>
            <a:xfrm>
              <a:off x="2885373" y="5122184"/>
              <a:ext cx="25027" cy="140921"/>
            </a:xfrm>
            <a:custGeom>
              <a:avLst/>
              <a:gdLst/>
              <a:ahLst/>
              <a:cxnLst/>
              <a:rect l="0" t="0" r="0" b="0"/>
              <a:pathLst>
                <a:path w="25027" h="140921">
                  <a:moveTo>
                    <a:pt x="23564" y="140921"/>
                  </a:moveTo>
                  <a:lnTo>
                    <a:pt x="14800" y="112719"/>
                  </a:lnTo>
                  <a:lnTo>
                    <a:pt x="537" y="48898"/>
                  </a:lnTo>
                  <a:lnTo>
                    <a:pt x="0" y="12522"/>
                  </a:lnTo>
                  <a:lnTo>
                    <a:pt x="2242" y="0"/>
                  </a:lnTo>
                  <a:lnTo>
                    <a:pt x="5922" y="51374"/>
                  </a:lnTo>
                  <a:lnTo>
                    <a:pt x="21688" y="116618"/>
                  </a:lnTo>
                  <a:lnTo>
                    <a:pt x="25027" y="13488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g3887"/>
            <p:cNvSpPr/>
            <p:nvPr/>
          </p:nvSpPr>
          <p:spPr>
            <a:xfrm>
              <a:off x="5637481" y="3252585"/>
              <a:ext cx="5178" cy="13666"/>
            </a:xfrm>
            <a:custGeom>
              <a:avLst/>
              <a:gdLst/>
              <a:ahLst/>
              <a:cxnLst/>
              <a:rect l="0" t="0" r="0" b="0"/>
              <a:pathLst>
                <a:path w="5178" h="13666">
                  <a:moveTo>
                    <a:pt x="1095" y="13666"/>
                  </a:moveTo>
                  <a:lnTo>
                    <a:pt x="0" y="7385"/>
                  </a:lnTo>
                  <a:lnTo>
                    <a:pt x="2056" y="165"/>
                  </a:lnTo>
                  <a:lnTo>
                    <a:pt x="4139" y="0"/>
                  </a:lnTo>
                  <a:lnTo>
                    <a:pt x="5178" y="3841"/>
                  </a:lnTo>
                  <a:lnTo>
                    <a:pt x="4030" y="112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g3888"/>
            <p:cNvSpPr/>
            <p:nvPr/>
          </p:nvSpPr>
          <p:spPr>
            <a:xfrm>
              <a:off x="5335877" y="3489988"/>
              <a:ext cx="15498" cy="28227"/>
            </a:xfrm>
            <a:custGeom>
              <a:avLst/>
              <a:gdLst/>
              <a:ahLst/>
              <a:cxnLst/>
              <a:rect l="0" t="0" r="0" b="0"/>
              <a:pathLst>
                <a:path w="15498" h="28227">
                  <a:moveTo>
                    <a:pt x="284" y="28227"/>
                  </a:moveTo>
                  <a:lnTo>
                    <a:pt x="0" y="24442"/>
                  </a:lnTo>
                  <a:lnTo>
                    <a:pt x="15498" y="0"/>
                  </a:lnTo>
                  <a:lnTo>
                    <a:pt x="12697" y="854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g3889"/>
            <p:cNvSpPr/>
            <p:nvPr/>
          </p:nvSpPr>
          <p:spPr>
            <a:xfrm>
              <a:off x="5216776" y="3678353"/>
              <a:ext cx="29698" cy="55407"/>
            </a:xfrm>
            <a:custGeom>
              <a:avLst/>
              <a:gdLst/>
              <a:ahLst/>
              <a:cxnLst/>
              <a:rect l="0" t="0" r="0" b="0"/>
              <a:pathLst>
                <a:path w="29698" h="55407">
                  <a:moveTo>
                    <a:pt x="0" y="55407"/>
                  </a:moveTo>
                  <a:lnTo>
                    <a:pt x="16143" y="29364"/>
                  </a:lnTo>
                  <a:lnTo>
                    <a:pt x="25518" y="7544"/>
                  </a:lnTo>
                  <a:lnTo>
                    <a:pt x="29698" y="0"/>
                  </a:lnTo>
                  <a:lnTo>
                    <a:pt x="25642" y="15291"/>
                  </a:lnTo>
                  <a:lnTo>
                    <a:pt x="18552" y="29351"/>
                  </a:lnTo>
                  <a:lnTo>
                    <a:pt x="4811" y="53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g3890"/>
            <p:cNvSpPr/>
            <p:nvPr/>
          </p:nvSpPr>
          <p:spPr>
            <a:xfrm>
              <a:off x="5079677" y="4146288"/>
              <a:ext cx="13513" cy="6191"/>
            </a:xfrm>
            <a:custGeom>
              <a:avLst/>
              <a:gdLst/>
              <a:ahLst/>
              <a:cxnLst/>
              <a:rect l="0" t="0" r="0" b="0"/>
              <a:pathLst>
                <a:path w="13513" h="6191">
                  <a:moveTo>
                    <a:pt x="11157" y="6191"/>
                  </a:moveTo>
                  <a:lnTo>
                    <a:pt x="6997" y="4756"/>
                  </a:lnTo>
                  <a:lnTo>
                    <a:pt x="1266" y="2013"/>
                  </a:lnTo>
                  <a:lnTo>
                    <a:pt x="0" y="0"/>
                  </a:lnTo>
                  <a:lnTo>
                    <a:pt x="5467" y="730"/>
                  </a:lnTo>
                  <a:lnTo>
                    <a:pt x="13513" y="58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g3891"/>
            <p:cNvSpPr/>
            <p:nvPr/>
          </p:nvSpPr>
          <p:spPr>
            <a:xfrm>
              <a:off x="4577198" y="5440364"/>
              <a:ext cx="10779" cy="15615"/>
            </a:xfrm>
            <a:custGeom>
              <a:avLst/>
              <a:gdLst/>
              <a:ahLst/>
              <a:cxnLst/>
              <a:rect l="0" t="0" r="0" b="0"/>
              <a:pathLst>
                <a:path w="10779" h="15615">
                  <a:moveTo>
                    <a:pt x="6020" y="15615"/>
                  </a:moveTo>
                  <a:lnTo>
                    <a:pt x="4511" y="14790"/>
                  </a:lnTo>
                  <a:lnTo>
                    <a:pt x="4511" y="10890"/>
                  </a:lnTo>
                  <a:lnTo>
                    <a:pt x="0" y="2260"/>
                  </a:lnTo>
                  <a:lnTo>
                    <a:pt x="170" y="0"/>
                  </a:lnTo>
                  <a:lnTo>
                    <a:pt x="10516" y="8446"/>
                  </a:lnTo>
                  <a:lnTo>
                    <a:pt x="10779" y="10713"/>
                  </a:lnTo>
                  <a:lnTo>
                    <a:pt x="9193" y="129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g3892"/>
            <p:cNvSpPr/>
            <p:nvPr/>
          </p:nvSpPr>
          <p:spPr>
            <a:xfrm>
              <a:off x="4637878" y="5427841"/>
              <a:ext cx="6681" cy="5543"/>
            </a:xfrm>
            <a:custGeom>
              <a:avLst/>
              <a:gdLst/>
              <a:ahLst/>
              <a:cxnLst/>
              <a:rect l="0" t="0" r="0" b="0"/>
              <a:pathLst>
                <a:path w="6681" h="5543">
                  <a:moveTo>
                    <a:pt x="0" y="5543"/>
                  </a:moveTo>
                  <a:lnTo>
                    <a:pt x="1002" y="3695"/>
                  </a:lnTo>
                  <a:lnTo>
                    <a:pt x="5178" y="0"/>
                  </a:lnTo>
                  <a:lnTo>
                    <a:pt x="6681" y="1435"/>
                  </a:lnTo>
                  <a:lnTo>
                    <a:pt x="6516" y="3283"/>
                  </a:lnTo>
                  <a:lnTo>
                    <a:pt x="2005" y="55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g3893"/>
            <p:cNvSpPr/>
            <p:nvPr/>
          </p:nvSpPr>
          <p:spPr>
            <a:xfrm>
              <a:off x="4657267" y="5415509"/>
              <a:ext cx="5348" cy="5550"/>
            </a:xfrm>
            <a:custGeom>
              <a:avLst/>
              <a:gdLst/>
              <a:ahLst/>
              <a:cxnLst/>
              <a:rect l="0" t="0" r="0" b="0"/>
              <a:pathLst>
                <a:path w="5348" h="5550">
                  <a:moveTo>
                    <a:pt x="0" y="5550"/>
                  </a:moveTo>
                  <a:lnTo>
                    <a:pt x="4175" y="0"/>
                  </a:lnTo>
                  <a:lnTo>
                    <a:pt x="5348" y="412"/>
                  </a:lnTo>
                  <a:lnTo>
                    <a:pt x="2842" y="493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g3894"/>
            <p:cNvSpPr/>
            <p:nvPr/>
          </p:nvSpPr>
          <p:spPr>
            <a:xfrm>
              <a:off x="4607290" y="5439132"/>
              <a:ext cx="21895" cy="8630"/>
            </a:xfrm>
            <a:custGeom>
              <a:avLst/>
              <a:gdLst/>
              <a:ahLst/>
              <a:cxnLst/>
              <a:rect l="0" t="0" r="0" b="0"/>
              <a:pathLst>
                <a:path w="21895" h="8630">
                  <a:moveTo>
                    <a:pt x="5012" y="8630"/>
                  </a:moveTo>
                  <a:lnTo>
                    <a:pt x="0" y="6369"/>
                  </a:lnTo>
                  <a:lnTo>
                    <a:pt x="5513" y="3289"/>
                  </a:lnTo>
                  <a:lnTo>
                    <a:pt x="21895" y="0"/>
                  </a:lnTo>
                  <a:lnTo>
                    <a:pt x="15709" y="4108"/>
                  </a:lnTo>
                  <a:lnTo>
                    <a:pt x="9860" y="555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g3895"/>
            <p:cNvSpPr/>
            <p:nvPr/>
          </p:nvSpPr>
          <p:spPr>
            <a:xfrm>
              <a:off x="4570537" y="4631229"/>
              <a:ext cx="6945" cy="31688"/>
            </a:xfrm>
            <a:custGeom>
              <a:avLst/>
              <a:gdLst/>
              <a:ahLst/>
              <a:cxnLst/>
              <a:rect l="0" t="0" r="0" b="0"/>
              <a:pathLst>
                <a:path w="6945" h="31688">
                  <a:moveTo>
                    <a:pt x="2237" y="31688"/>
                  </a:moveTo>
                  <a:lnTo>
                    <a:pt x="201" y="20467"/>
                  </a:lnTo>
                  <a:lnTo>
                    <a:pt x="0" y="9570"/>
                  </a:lnTo>
                  <a:lnTo>
                    <a:pt x="3565" y="3124"/>
                  </a:lnTo>
                  <a:lnTo>
                    <a:pt x="694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g3896"/>
            <p:cNvSpPr/>
            <p:nvPr/>
          </p:nvSpPr>
          <p:spPr>
            <a:xfrm>
              <a:off x="4554992" y="5448277"/>
              <a:ext cx="10567" cy="12891"/>
            </a:xfrm>
            <a:custGeom>
              <a:avLst/>
              <a:gdLst/>
              <a:ahLst/>
              <a:cxnLst/>
              <a:rect l="0" t="0" r="0" b="0"/>
              <a:pathLst>
                <a:path w="10567" h="12891">
                  <a:moveTo>
                    <a:pt x="0" y="12891"/>
                  </a:moveTo>
                  <a:lnTo>
                    <a:pt x="5529" y="7772"/>
                  </a:lnTo>
                  <a:lnTo>
                    <a:pt x="7322" y="0"/>
                  </a:lnTo>
                  <a:lnTo>
                    <a:pt x="10567" y="6070"/>
                  </a:lnTo>
                  <a:lnTo>
                    <a:pt x="10505" y="9754"/>
                  </a:lnTo>
                  <a:lnTo>
                    <a:pt x="6857" y="116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g3897"/>
            <p:cNvSpPr/>
            <p:nvPr/>
          </p:nvSpPr>
          <p:spPr>
            <a:xfrm>
              <a:off x="4681421" y="5037121"/>
              <a:ext cx="28195" cy="83983"/>
            </a:xfrm>
            <a:custGeom>
              <a:avLst/>
              <a:gdLst/>
              <a:ahLst/>
              <a:cxnLst/>
              <a:rect l="0" t="0" r="0" b="0"/>
              <a:pathLst>
                <a:path w="28195" h="83983">
                  <a:moveTo>
                    <a:pt x="28195" y="83983"/>
                  </a:moveTo>
                  <a:lnTo>
                    <a:pt x="18464" y="61770"/>
                  </a:lnTo>
                  <a:lnTo>
                    <a:pt x="6438" y="26938"/>
                  </a:lnTo>
                  <a:lnTo>
                    <a:pt x="0" y="0"/>
                  </a:lnTo>
                  <a:lnTo>
                    <a:pt x="4356" y="7283"/>
                  </a:lnTo>
                  <a:lnTo>
                    <a:pt x="8614" y="22359"/>
                  </a:lnTo>
                  <a:lnTo>
                    <a:pt x="26474" y="744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g3898"/>
            <p:cNvSpPr/>
            <p:nvPr/>
          </p:nvSpPr>
          <p:spPr>
            <a:xfrm>
              <a:off x="4535949" y="5462902"/>
              <a:ext cx="7699" cy="4470"/>
            </a:xfrm>
            <a:custGeom>
              <a:avLst/>
              <a:gdLst/>
              <a:ahLst/>
              <a:cxnLst/>
              <a:rect l="0" t="0" r="0" b="0"/>
              <a:pathLst>
                <a:path w="7699" h="4470">
                  <a:moveTo>
                    <a:pt x="232" y="4470"/>
                  </a:moveTo>
                  <a:lnTo>
                    <a:pt x="0" y="2457"/>
                  </a:lnTo>
                  <a:lnTo>
                    <a:pt x="4630" y="0"/>
                  </a:lnTo>
                  <a:lnTo>
                    <a:pt x="7699" y="165"/>
                  </a:lnTo>
                  <a:lnTo>
                    <a:pt x="7586" y="2889"/>
                  </a:lnTo>
                  <a:lnTo>
                    <a:pt x="2919" y="41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g3899"/>
            <p:cNvSpPr/>
            <p:nvPr/>
          </p:nvSpPr>
          <p:spPr>
            <a:xfrm>
              <a:off x="3781115" y="4789697"/>
              <a:ext cx="7508" cy="12059"/>
            </a:xfrm>
            <a:custGeom>
              <a:avLst/>
              <a:gdLst/>
              <a:ahLst/>
              <a:cxnLst/>
              <a:rect l="0" t="0" r="0" b="0"/>
              <a:pathLst>
                <a:path w="7508" h="12059">
                  <a:moveTo>
                    <a:pt x="0" y="12059"/>
                  </a:moveTo>
                  <a:lnTo>
                    <a:pt x="263" y="9462"/>
                  </a:lnTo>
                  <a:lnTo>
                    <a:pt x="4490" y="2648"/>
                  </a:lnTo>
                  <a:lnTo>
                    <a:pt x="7508" y="0"/>
                  </a:lnTo>
                  <a:lnTo>
                    <a:pt x="5746" y="52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g3900"/>
            <p:cNvSpPr/>
            <p:nvPr/>
          </p:nvSpPr>
          <p:spPr>
            <a:xfrm>
              <a:off x="3804479" y="4723202"/>
              <a:ext cx="17435" cy="7734"/>
            </a:xfrm>
            <a:custGeom>
              <a:avLst/>
              <a:gdLst/>
              <a:ahLst/>
              <a:cxnLst/>
              <a:rect l="0" t="0" r="0" b="0"/>
              <a:pathLst>
                <a:path w="17435" h="7734">
                  <a:moveTo>
                    <a:pt x="16107" y="7734"/>
                  </a:moveTo>
                  <a:lnTo>
                    <a:pt x="6733" y="5029"/>
                  </a:lnTo>
                  <a:lnTo>
                    <a:pt x="1033" y="2514"/>
                  </a:lnTo>
                  <a:lnTo>
                    <a:pt x="0" y="0"/>
                  </a:lnTo>
                  <a:lnTo>
                    <a:pt x="15756" y="4565"/>
                  </a:lnTo>
                  <a:lnTo>
                    <a:pt x="17435" y="62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g3901"/>
            <p:cNvSpPr/>
            <p:nvPr/>
          </p:nvSpPr>
          <p:spPr>
            <a:xfrm>
              <a:off x="3847510" y="4721970"/>
              <a:ext cx="25921" cy="5569"/>
            </a:xfrm>
            <a:custGeom>
              <a:avLst/>
              <a:gdLst/>
              <a:ahLst/>
              <a:cxnLst/>
              <a:rect l="0" t="0" r="0" b="0"/>
              <a:pathLst>
                <a:path w="25921" h="5569">
                  <a:moveTo>
                    <a:pt x="16609" y="5569"/>
                  </a:moveTo>
                  <a:lnTo>
                    <a:pt x="2806" y="5308"/>
                  </a:lnTo>
                  <a:lnTo>
                    <a:pt x="0" y="4330"/>
                  </a:lnTo>
                  <a:lnTo>
                    <a:pt x="5539" y="2470"/>
                  </a:lnTo>
                  <a:lnTo>
                    <a:pt x="21895" y="0"/>
                  </a:lnTo>
                  <a:lnTo>
                    <a:pt x="25921" y="27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g3902"/>
            <p:cNvSpPr/>
            <p:nvPr/>
          </p:nvSpPr>
          <p:spPr>
            <a:xfrm>
              <a:off x="3738952" y="4735636"/>
              <a:ext cx="16650" cy="17044"/>
            </a:xfrm>
            <a:custGeom>
              <a:avLst/>
              <a:gdLst/>
              <a:ahLst/>
              <a:cxnLst/>
              <a:rect l="0" t="0" r="0" b="0"/>
              <a:pathLst>
                <a:path w="16650" h="17044">
                  <a:moveTo>
                    <a:pt x="12862" y="17044"/>
                  </a:moveTo>
                  <a:lnTo>
                    <a:pt x="7679" y="14034"/>
                  </a:lnTo>
                  <a:lnTo>
                    <a:pt x="0" y="13761"/>
                  </a:lnTo>
                  <a:lnTo>
                    <a:pt x="3379" y="11697"/>
                  </a:lnTo>
                  <a:lnTo>
                    <a:pt x="5751" y="9684"/>
                  </a:lnTo>
                  <a:lnTo>
                    <a:pt x="6935" y="7518"/>
                  </a:lnTo>
                  <a:lnTo>
                    <a:pt x="16650" y="0"/>
                  </a:lnTo>
                  <a:lnTo>
                    <a:pt x="13896" y="5518"/>
                  </a:lnTo>
                  <a:lnTo>
                    <a:pt x="12490" y="10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g3903"/>
            <p:cNvSpPr/>
            <p:nvPr/>
          </p:nvSpPr>
          <p:spPr>
            <a:xfrm>
              <a:off x="3789234" y="4750191"/>
              <a:ext cx="5746" cy="36527"/>
            </a:xfrm>
            <a:custGeom>
              <a:avLst/>
              <a:gdLst/>
              <a:ahLst/>
              <a:cxnLst/>
              <a:rect l="0" t="0" r="0" b="0"/>
              <a:pathLst>
                <a:path w="5746" h="36527">
                  <a:moveTo>
                    <a:pt x="1188" y="36527"/>
                  </a:moveTo>
                  <a:lnTo>
                    <a:pt x="4118" y="16695"/>
                  </a:lnTo>
                  <a:lnTo>
                    <a:pt x="0" y="0"/>
                  </a:lnTo>
                  <a:lnTo>
                    <a:pt x="4340" y="7328"/>
                  </a:lnTo>
                  <a:lnTo>
                    <a:pt x="5746" y="16047"/>
                  </a:lnTo>
                  <a:lnTo>
                    <a:pt x="4175" y="323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g3904"/>
            <p:cNvSpPr/>
            <p:nvPr/>
          </p:nvSpPr>
          <p:spPr>
            <a:xfrm>
              <a:off x="4186131" y="4792371"/>
              <a:ext cx="40173" cy="16358"/>
            </a:xfrm>
            <a:custGeom>
              <a:avLst/>
              <a:gdLst/>
              <a:ahLst/>
              <a:cxnLst/>
              <a:rect l="0" t="0" r="0" b="0"/>
              <a:pathLst>
                <a:path w="40173" h="16358">
                  <a:moveTo>
                    <a:pt x="11482" y="16358"/>
                  </a:moveTo>
                  <a:lnTo>
                    <a:pt x="0" y="12954"/>
                  </a:lnTo>
                  <a:lnTo>
                    <a:pt x="7136" y="12307"/>
                  </a:lnTo>
                  <a:lnTo>
                    <a:pt x="12299" y="13685"/>
                  </a:lnTo>
                  <a:lnTo>
                    <a:pt x="25373" y="6991"/>
                  </a:lnTo>
                  <a:lnTo>
                    <a:pt x="32231" y="1924"/>
                  </a:lnTo>
                  <a:lnTo>
                    <a:pt x="40173" y="0"/>
                  </a:lnTo>
                  <a:lnTo>
                    <a:pt x="22102" y="116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g3905"/>
            <p:cNvSpPr/>
            <p:nvPr/>
          </p:nvSpPr>
          <p:spPr>
            <a:xfrm>
              <a:off x="5923277" y="2903466"/>
              <a:ext cx="8449" cy="10395"/>
            </a:xfrm>
            <a:custGeom>
              <a:avLst/>
              <a:gdLst/>
              <a:ahLst/>
              <a:cxnLst/>
              <a:rect l="0" t="0" r="0" b="0"/>
              <a:pathLst>
                <a:path w="8449" h="10395">
                  <a:moveTo>
                    <a:pt x="4428" y="10395"/>
                  </a:moveTo>
                  <a:lnTo>
                    <a:pt x="139" y="9563"/>
                  </a:lnTo>
                  <a:lnTo>
                    <a:pt x="0" y="3149"/>
                  </a:lnTo>
                  <a:lnTo>
                    <a:pt x="1297" y="971"/>
                  </a:lnTo>
                  <a:lnTo>
                    <a:pt x="2780" y="0"/>
                  </a:lnTo>
                  <a:lnTo>
                    <a:pt x="4981" y="1803"/>
                  </a:lnTo>
                  <a:lnTo>
                    <a:pt x="8449" y="7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g3906"/>
            <p:cNvSpPr/>
            <p:nvPr/>
          </p:nvSpPr>
          <p:spPr>
            <a:xfrm>
              <a:off x="2399291" y="4782381"/>
              <a:ext cx="513697" cy="755524"/>
            </a:xfrm>
            <a:custGeom>
              <a:avLst/>
              <a:gdLst/>
              <a:ahLst/>
              <a:cxnLst/>
              <a:rect l="0" t="0" r="0" b="0"/>
              <a:pathLst>
                <a:path w="513697" h="755524">
                  <a:moveTo>
                    <a:pt x="961" y="1759"/>
                  </a:moveTo>
                  <a:lnTo>
                    <a:pt x="26210" y="3480"/>
                  </a:lnTo>
                  <a:lnTo>
                    <a:pt x="41104" y="2895"/>
                  </a:lnTo>
                  <a:lnTo>
                    <a:pt x="45646" y="0"/>
                  </a:lnTo>
                  <a:lnTo>
                    <a:pt x="48008" y="152"/>
                  </a:lnTo>
                  <a:lnTo>
                    <a:pt x="48194" y="3340"/>
                  </a:lnTo>
                  <a:lnTo>
                    <a:pt x="51935" y="4692"/>
                  </a:lnTo>
                  <a:lnTo>
                    <a:pt x="59227" y="4210"/>
                  </a:lnTo>
                  <a:lnTo>
                    <a:pt x="65578" y="8668"/>
                  </a:lnTo>
                  <a:lnTo>
                    <a:pt x="73712" y="22778"/>
                  </a:lnTo>
                  <a:lnTo>
                    <a:pt x="101747" y="45379"/>
                  </a:lnTo>
                  <a:lnTo>
                    <a:pt x="104108" y="53133"/>
                  </a:lnTo>
                  <a:lnTo>
                    <a:pt x="113865" y="64316"/>
                  </a:lnTo>
                  <a:lnTo>
                    <a:pt x="131807" y="81507"/>
                  </a:lnTo>
                  <a:lnTo>
                    <a:pt x="141962" y="96329"/>
                  </a:lnTo>
                  <a:lnTo>
                    <a:pt x="144324" y="108782"/>
                  </a:lnTo>
                  <a:lnTo>
                    <a:pt x="153491" y="128481"/>
                  </a:lnTo>
                  <a:lnTo>
                    <a:pt x="169449" y="155419"/>
                  </a:lnTo>
                  <a:lnTo>
                    <a:pt x="176560" y="169942"/>
                  </a:lnTo>
                  <a:lnTo>
                    <a:pt x="174824" y="172038"/>
                  </a:lnTo>
                  <a:lnTo>
                    <a:pt x="176079" y="179620"/>
                  </a:lnTo>
                  <a:lnTo>
                    <a:pt x="180338" y="192683"/>
                  </a:lnTo>
                  <a:lnTo>
                    <a:pt x="188249" y="203745"/>
                  </a:lnTo>
                  <a:lnTo>
                    <a:pt x="199820" y="212807"/>
                  </a:lnTo>
                  <a:lnTo>
                    <a:pt x="211520" y="229077"/>
                  </a:lnTo>
                  <a:lnTo>
                    <a:pt x="223349" y="252561"/>
                  </a:lnTo>
                  <a:lnTo>
                    <a:pt x="237679" y="270425"/>
                  </a:lnTo>
                  <a:lnTo>
                    <a:pt x="254500" y="282655"/>
                  </a:lnTo>
                  <a:lnTo>
                    <a:pt x="264024" y="294042"/>
                  </a:lnTo>
                  <a:lnTo>
                    <a:pt x="266251" y="304571"/>
                  </a:lnTo>
                  <a:lnTo>
                    <a:pt x="266086" y="313588"/>
                  </a:lnTo>
                  <a:lnTo>
                    <a:pt x="263522" y="321094"/>
                  </a:lnTo>
                  <a:lnTo>
                    <a:pt x="264608" y="328226"/>
                  </a:lnTo>
                  <a:lnTo>
                    <a:pt x="269336" y="334964"/>
                  </a:lnTo>
                  <a:lnTo>
                    <a:pt x="270912" y="343232"/>
                  </a:lnTo>
                  <a:lnTo>
                    <a:pt x="269062" y="354732"/>
                  </a:lnTo>
                  <a:lnTo>
                    <a:pt x="269191" y="357990"/>
                  </a:lnTo>
                  <a:lnTo>
                    <a:pt x="270561" y="360587"/>
                  </a:lnTo>
                  <a:lnTo>
                    <a:pt x="285496" y="380350"/>
                  </a:lnTo>
                  <a:lnTo>
                    <a:pt x="293170" y="396321"/>
                  </a:lnTo>
                  <a:lnTo>
                    <a:pt x="299262" y="421811"/>
                  </a:lnTo>
                  <a:lnTo>
                    <a:pt x="299293" y="422040"/>
                  </a:lnTo>
                  <a:lnTo>
                    <a:pt x="306099" y="437287"/>
                  </a:lnTo>
                  <a:lnTo>
                    <a:pt x="315887" y="443523"/>
                  </a:lnTo>
                  <a:lnTo>
                    <a:pt x="330925" y="445829"/>
                  </a:lnTo>
                  <a:lnTo>
                    <a:pt x="342351" y="451138"/>
                  </a:lnTo>
                  <a:lnTo>
                    <a:pt x="350165" y="459457"/>
                  </a:lnTo>
                  <a:lnTo>
                    <a:pt x="360019" y="464480"/>
                  </a:lnTo>
                  <a:lnTo>
                    <a:pt x="371916" y="466207"/>
                  </a:lnTo>
                  <a:lnTo>
                    <a:pt x="383321" y="471694"/>
                  </a:lnTo>
                  <a:lnTo>
                    <a:pt x="394230" y="480953"/>
                  </a:lnTo>
                  <a:lnTo>
                    <a:pt x="414575" y="487030"/>
                  </a:lnTo>
                  <a:lnTo>
                    <a:pt x="444357" y="489945"/>
                  </a:lnTo>
                  <a:lnTo>
                    <a:pt x="467022" y="497470"/>
                  </a:lnTo>
                  <a:lnTo>
                    <a:pt x="482577" y="509612"/>
                  </a:lnTo>
                  <a:lnTo>
                    <a:pt x="489419" y="512082"/>
                  </a:lnTo>
                  <a:lnTo>
                    <a:pt x="491269" y="512254"/>
                  </a:lnTo>
                  <a:lnTo>
                    <a:pt x="492158" y="510399"/>
                  </a:lnTo>
                  <a:lnTo>
                    <a:pt x="493331" y="506964"/>
                  </a:lnTo>
                  <a:lnTo>
                    <a:pt x="499352" y="503008"/>
                  </a:lnTo>
                  <a:lnTo>
                    <a:pt x="513697" y="500423"/>
                  </a:lnTo>
                  <a:lnTo>
                    <a:pt x="511770" y="527285"/>
                  </a:lnTo>
                  <a:lnTo>
                    <a:pt x="505372" y="549327"/>
                  </a:lnTo>
                  <a:lnTo>
                    <a:pt x="484293" y="595152"/>
                  </a:lnTo>
                  <a:lnTo>
                    <a:pt x="475508" y="623576"/>
                  </a:lnTo>
                  <a:lnTo>
                    <a:pt x="458511" y="704804"/>
                  </a:lnTo>
                  <a:lnTo>
                    <a:pt x="453534" y="755524"/>
                  </a:lnTo>
                  <a:lnTo>
                    <a:pt x="0" y="755524"/>
                  </a:lnTo>
                  <a:lnTo>
                    <a:pt x="0" y="15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g3907"/>
            <p:cNvSpPr/>
            <p:nvPr/>
          </p:nvSpPr>
          <p:spPr>
            <a:xfrm>
              <a:off x="4173090" y="2540116"/>
              <a:ext cx="1519164" cy="699069"/>
            </a:xfrm>
            <a:custGeom>
              <a:avLst/>
              <a:gdLst/>
              <a:ahLst/>
              <a:cxnLst/>
              <a:rect l="0" t="0" r="0" b="0"/>
              <a:pathLst>
                <a:path w="1519164" h="699069">
                  <a:moveTo>
                    <a:pt x="1509975" y="5632"/>
                  </a:moveTo>
                  <a:lnTo>
                    <a:pt x="1494849" y="16263"/>
                  </a:lnTo>
                  <a:lnTo>
                    <a:pt x="1478746" y="33041"/>
                  </a:lnTo>
                  <a:lnTo>
                    <a:pt x="1440965" y="45729"/>
                  </a:lnTo>
                  <a:lnTo>
                    <a:pt x="1426940" y="48955"/>
                  </a:lnTo>
                  <a:lnTo>
                    <a:pt x="1413994" y="47234"/>
                  </a:lnTo>
                  <a:lnTo>
                    <a:pt x="1398238" y="57559"/>
                  </a:lnTo>
                  <a:lnTo>
                    <a:pt x="1379593" y="63872"/>
                  </a:lnTo>
                  <a:lnTo>
                    <a:pt x="1374089" y="73474"/>
                  </a:lnTo>
                  <a:lnTo>
                    <a:pt x="1329270" y="99193"/>
                  </a:lnTo>
                  <a:lnTo>
                    <a:pt x="1312066" y="102431"/>
                  </a:lnTo>
                  <a:lnTo>
                    <a:pt x="1297426" y="109283"/>
                  </a:lnTo>
                  <a:lnTo>
                    <a:pt x="1293095" y="120917"/>
                  </a:lnTo>
                  <a:lnTo>
                    <a:pt x="1280026" y="127934"/>
                  </a:lnTo>
                  <a:lnTo>
                    <a:pt x="1276399" y="133307"/>
                  </a:lnTo>
                  <a:lnTo>
                    <a:pt x="1265407" y="149583"/>
                  </a:lnTo>
                  <a:lnTo>
                    <a:pt x="1244974" y="170603"/>
                  </a:lnTo>
                  <a:lnTo>
                    <a:pt x="1220075" y="174121"/>
                  </a:lnTo>
                  <a:lnTo>
                    <a:pt x="1210975" y="181436"/>
                  </a:lnTo>
                  <a:lnTo>
                    <a:pt x="1200438" y="193242"/>
                  </a:lnTo>
                  <a:lnTo>
                    <a:pt x="1185576" y="201345"/>
                  </a:lnTo>
                  <a:lnTo>
                    <a:pt x="1156233" y="197547"/>
                  </a:lnTo>
                  <a:lnTo>
                    <a:pt x="1163370" y="202513"/>
                  </a:lnTo>
                  <a:lnTo>
                    <a:pt x="1189622" y="210255"/>
                  </a:lnTo>
                  <a:lnTo>
                    <a:pt x="1192351" y="221730"/>
                  </a:lnTo>
                  <a:lnTo>
                    <a:pt x="1179199" y="224473"/>
                  </a:lnTo>
                  <a:lnTo>
                    <a:pt x="1151660" y="239771"/>
                  </a:lnTo>
                  <a:lnTo>
                    <a:pt x="1114556" y="266113"/>
                  </a:lnTo>
                  <a:lnTo>
                    <a:pt x="1108887" y="266735"/>
                  </a:lnTo>
                  <a:lnTo>
                    <a:pt x="1098918" y="266106"/>
                  </a:lnTo>
                  <a:lnTo>
                    <a:pt x="1084154" y="270501"/>
                  </a:lnTo>
                  <a:lnTo>
                    <a:pt x="1064759" y="279702"/>
                  </a:lnTo>
                  <a:lnTo>
                    <a:pt x="1041277" y="296232"/>
                  </a:lnTo>
                  <a:lnTo>
                    <a:pt x="999930" y="332023"/>
                  </a:lnTo>
                  <a:lnTo>
                    <a:pt x="997031" y="335802"/>
                  </a:lnTo>
                  <a:lnTo>
                    <a:pt x="991042" y="342438"/>
                  </a:lnTo>
                  <a:lnTo>
                    <a:pt x="975771" y="349512"/>
                  </a:lnTo>
                  <a:lnTo>
                    <a:pt x="961911" y="357139"/>
                  </a:lnTo>
                  <a:lnTo>
                    <a:pt x="958248" y="365166"/>
                  </a:lnTo>
                  <a:lnTo>
                    <a:pt x="951607" y="368824"/>
                  </a:lnTo>
                  <a:lnTo>
                    <a:pt x="928740" y="389177"/>
                  </a:lnTo>
                  <a:lnTo>
                    <a:pt x="915877" y="406513"/>
                  </a:lnTo>
                  <a:lnTo>
                    <a:pt x="904198" y="424656"/>
                  </a:lnTo>
                  <a:lnTo>
                    <a:pt x="891129" y="444946"/>
                  </a:lnTo>
                  <a:lnTo>
                    <a:pt x="864314" y="445200"/>
                  </a:lnTo>
                  <a:lnTo>
                    <a:pt x="843850" y="445117"/>
                  </a:lnTo>
                  <a:lnTo>
                    <a:pt x="808942" y="444971"/>
                  </a:lnTo>
                  <a:lnTo>
                    <a:pt x="779020" y="444851"/>
                  </a:lnTo>
                  <a:lnTo>
                    <a:pt x="743508" y="444705"/>
                  </a:lnTo>
                  <a:lnTo>
                    <a:pt x="717742" y="444597"/>
                  </a:lnTo>
                  <a:lnTo>
                    <a:pt x="689996" y="445448"/>
                  </a:lnTo>
                  <a:lnTo>
                    <a:pt x="676751" y="450858"/>
                  </a:lnTo>
                  <a:lnTo>
                    <a:pt x="660142" y="458167"/>
                  </a:lnTo>
                  <a:lnTo>
                    <a:pt x="642215" y="466048"/>
                  </a:lnTo>
                  <a:lnTo>
                    <a:pt x="651615" y="483626"/>
                  </a:lnTo>
                  <a:lnTo>
                    <a:pt x="654137" y="490561"/>
                  </a:lnTo>
                  <a:lnTo>
                    <a:pt x="653414" y="512927"/>
                  </a:lnTo>
                  <a:lnTo>
                    <a:pt x="655326" y="515372"/>
                  </a:lnTo>
                  <a:lnTo>
                    <a:pt x="657331" y="518693"/>
                  </a:lnTo>
                  <a:lnTo>
                    <a:pt x="657636" y="524472"/>
                  </a:lnTo>
                  <a:lnTo>
                    <a:pt x="659171" y="527114"/>
                  </a:lnTo>
                  <a:lnTo>
                    <a:pt x="662442" y="529247"/>
                  </a:lnTo>
                  <a:lnTo>
                    <a:pt x="666121" y="531756"/>
                  </a:lnTo>
                  <a:lnTo>
                    <a:pt x="668783" y="535153"/>
                  </a:lnTo>
                  <a:lnTo>
                    <a:pt x="669392" y="538544"/>
                  </a:lnTo>
                  <a:lnTo>
                    <a:pt x="666834" y="544450"/>
                  </a:lnTo>
                  <a:lnTo>
                    <a:pt x="656520" y="552433"/>
                  </a:lnTo>
                  <a:lnTo>
                    <a:pt x="642019" y="559431"/>
                  </a:lnTo>
                  <a:lnTo>
                    <a:pt x="613178" y="572055"/>
                  </a:lnTo>
                  <a:lnTo>
                    <a:pt x="579758" y="586687"/>
                  </a:lnTo>
                  <a:lnTo>
                    <a:pt x="550788" y="599368"/>
                  </a:lnTo>
                  <a:lnTo>
                    <a:pt x="528370" y="609180"/>
                  </a:lnTo>
                  <a:lnTo>
                    <a:pt x="482326" y="617797"/>
                  </a:lnTo>
                  <a:lnTo>
                    <a:pt x="445749" y="624637"/>
                  </a:lnTo>
                  <a:lnTo>
                    <a:pt x="419352" y="629577"/>
                  </a:lnTo>
                  <a:lnTo>
                    <a:pt x="395043" y="643326"/>
                  </a:lnTo>
                  <a:lnTo>
                    <a:pt x="368202" y="658497"/>
                  </a:lnTo>
                  <a:lnTo>
                    <a:pt x="345634" y="671255"/>
                  </a:lnTo>
                  <a:lnTo>
                    <a:pt x="320323" y="685562"/>
                  </a:lnTo>
                  <a:lnTo>
                    <a:pt x="296432" y="699069"/>
                  </a:lnTo>
                  <a:lnTo>
                    <a:pt x="269870" y="699025"/>
                  </a:lnTo>
                  <a:lnTo>
                    <a:pt x="251225" y="688902"/>
                  </a:lnTo>
                  <a:lnTo>
                    <a:pt x="233893" y="678507"/>
                  </a:lnTo>
                  <a:lnTo>
                    <a:pt x="222043" y="659919"/>
                  </a:lnTo>
                  <a:lnTo>
                    <a:pt x="221227" y="638322"/>
                  </a:lnTo>
                  <a:lnTo>
                    <a:pt x="225474" y="624179"/>
                  </a:lnTo>
                  <a:lnTo>
                    <a:pt x="229324" y="617727"/>
                  </a:lnTo>
                  <a:lnTo>
                    <a:pt x="236673" y="613638"/>
                  </a:lnTo>
                  <a:lnTo>
                    <a:pt x="251060" y="606684"/>
                  </a:lnTo>
                  <a:lnTo>
                    <a:pt x="264139" y="592605"/>
                  </a:lnTo>
                  <a:lnTo>
                    <a:pt x="274625" y="584204"/>
                  </a:lnTo>
                  <a:lnTo>
                    <a:pt x="285187" y="575535"/>
                  </a:lnTo>
                  <a:lnTo>
                    <a:pt x="291218" y="560606"/>
                  </a:lnTo>
                  <a:lnTo>
                    <a:pt x="298742" y="524465"/>
                  </a:lnTo>
                  <a:lnTo>
                    <a:pt x="299698" y="517277"/>
                  </a:lnTo>
                  <a:lnTo>
                    <a:pt x="310644" y="492491"/>
                  </a:lnTo>
                  <a:lnTo>
                    <a:pt x="322752" y="465070"/>
                  </a:lnTo>
                  <a:lnTo>
                    <a:pt x="328312" y="452477"/>
                  </a:lnTo>
                  <a:lnTo>
                    <a:pt x="322095" y="419792"/>
                  </a:lnTo>
                  <a:lnTo>
                    <a:pt x="317419" y="394676"/>
                  </a:lnTo>
                  <a:lnTo>
                    <a:pt x="313135" y="371669"/>
                  </a:lnTo>
                  <a:lnTo>
                    <a:pt x="308313" y="345746"/>
                  </a:lnTo>
                  <a:lnTo>
                    <a:pt x="303926" y="322148"/>
                  </a:lnTo>
                  <a:lnTo>
                    <a:pt x="299786" y="299916"/>
                  </a:lnTo>
                  <a:lnTo>
                    <a:pt x="295637" y="277600"/>
                  </a:lnTo>
                  <a:lnTo>
                    <a:pt x="291564" y="255723"/>
                  </a:lnTo>
                  <a:lnTo>
                    <a:pt x="288371" y="240032"/>
                  </a:lnTo>
                  <a:lnTo>
                    <a:pt x="284578" y="221438"/>
                  </a:lnTo>
                  <a:lnTo>
                    <a:pt x="262424" y="208388"/>
                  </a:lnTo>
                  <a:lnTo>
                    <a:pt x="245603" y="199249"/>
                  </a:lnTo>
                  <a:lnTo>
                    <a:pt x="218090" y="184320"/>
                  </a:lnTo>
                  <a:lnTo>
                    <a:pt x="195016" y="171797"/>
                  </a:lnTo>
                  <a:lnTo>
                    <a:pt x="174340" y="160340"/>
                  </a:lnTo>
                  <a:lnTo>
                    <a:pt x="187378" y="137250"/>
                  </a:lnTo>
                  <a:lnTo>
                    <a:pt x="186251" y="133472"/>
                  </a:lnTo>
                  <a:lnTo>
                    <a:pt x="181528" y="128925"/>
                  </a:lnTo>
                  <a:lnTo>
                    <a:pt x="171875" y="121362"/>
                  </a:lnTo>
                  <a:lnTo>
                    <a:pt x="166232" y="120593"/>
                  </a:lnTo>
                  <a:lnTo>
                    <a:pt x="156294" y="122372"/>
                  </a:lnTo>
                  <a:lnTo>
                    <a:pt x="140434" y="127077"/>
                  </a:lnTo>
                  <a:lnTo>
                    <a:pt x="133582" y="125515"/>
                  </a:lnTo>
                  <a:lnTo>
                    <a:pt x="128140" y="117437"/>
                  </a:lnTo>
                  <a:lnTo>
                    <a:pt x="121877" y="107099"/>
                  </a:lnTo>
                  <a:lnTo>
                    <a:pt x="119825" y="99021"/>
                  </a:lnTo>
                  <a:lnTo>
                    <a:pt x="119040" y="88333"/>
                  </a:lnTo>
                  <a:lnTo>
                    <a:pt x="115304" y="78713"/>
                  </a:lnTo>
                  <a:lnTo>
                    <a:pt x="117671" y="73664"/>
                  </a:lnTo>
                  <a:lnTo>
                    <a:pt x="118192" y="71149"/>
                  </a:lnTo>
                  <a:lnTo>
                    <a:pt x="117981" y="67987"/>
                  </a:lnTo>
                  <a:lnTo>
                    <a:pt x="115412" y="65967"/>
                  </a:lnTo>
                  <a:lnTo>
                    <a:pt x="110890" y="65085"/>
                  </a:lnTo>
                  <a:lnTo>
                    <a:pt x="95594" y="69123"/>
                  </a:lnTo>
                  <a:lnTo>
                    <a:pt x="88716" y="69498"/>
                  </a:lnTo>
                  <a:lnTo>
                    <a:pt x="84613" y="71772"/>
                  </a:lnTo>
                  <a:lnTo>
                    <a:pt x="78148" y="76490"/>
                  </a:lnTo>
                  <a:lnTo>
                    <a:pt x="71776" y="77074"/>
                  </a:lnTo>
                  <a:lnTo>
                    <a:pt x="60769" y="65904"/>
                  </a:lnTo>
                  <a:lnTo>
                    <a:pt x="48743" y="53673"/>
                  </a:lnTo>
                  <a:lnTo>
                    <a:pt x="43700" y="36825"/>
                  </a:lnTo>
                  <a:lnTo>
                    <a:pt x="38522" y="19521"/>
                  </a:lnTo>
                  <a:lnTo>
                    <a:pt x="17980" y="9112"/>
                  </a:lnTo>
                  <a:lnTo>
                    <a:pt x="0" y="0"/>
                  </a:lnTo>
                  <a:lnTo>
                    <a:pt x="151916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g3908"/>
            <p:cNvSpPr/>
            <p:nvPr/>
          </p:nvSpPr>
          <p:spPr>
            <a:xfrm>
              <a:off x="6018224" y="2540116"/>
              <a:ext cx="296962" cy="257863"/>
            </a:xfrm>
            <a:custGeom>
              <a:avLst/>
              <a:gdLst/>
              <a:ahLst/>
              <a:cxnLst/>
              <a:rect l="0" t="0" r="0" b="0"/>
              <a:pathLst>
                <a:path w="296962" h="257863">
                  <a:moveTo>
                    <a:pt x="67195" y="242946"/>
                  </a:moveTo>
                  <a:lnTo>
                    <a:pt x="62725" y="241575"/>
                  </a:lnTo>
                  <a:lnTo>
                    <a:pt x="58875" y="240501"/>
                  </a:lnTo>
                  <a:lnTo>
                    <a:pt x="56643" y="242330"/>
                  </a:lnTo>
                  <a:lnTo>
                    <a:pt x="54529" y="244775"/>
                  </a:lnTo>
                  <a:lnTo>
                    <a:pt x="51924" y="246611"/>
                  </a:lnTo>
                  <a:lnTo>
                    <a:pt x="46457" y="244013"/>
                  </a:lnTo>
                  <a:lnTo>
                    <a:pt x="42979" y="239282"/>
                  </a:lnTo>
                  <a:lnTo>
                    <a:pt x="37393" y="234405"/>
                  </a:lnTo>
                  <a:lnTo>
                    <a:pt x="35279" y="230735"/>
                  </a:lnTo>
                  <a:lnTo>
                    <a:pt x="36401" y="226467"/>
                  </a:lnTo>
                  <a:lnTo>
                    <a:pt x="38881" y="222346"/>
                  </a:lnTo>
                  <a:lnTo>
                    <a:pt x="40002" y="217462"/>
                  </a:lnTo>
                  <a:lnTo>
                    <a:pt x="37269" y="211829"/>
                  </a:lnTo>
                  <a:lnTo>
                    <a:pt x="34783" y="208623"/>
                  </a:lnTo>
                  <a:lnTo>
                    <a:pt x="33047" y="204958"/>
                  </a:lnTo>
                  <a:lnTo>
                    <a:pt x="33667" y="201453"/>
                  </a:lnTo>
                  <a:lnTo>
                    <a:pt x="37145" y="199770"/>
                  </a:lnTo>
                  <a:lnTo>
                    <a:pt x="40375" y="197630"/>
                  </a:lnTo>
                  <a:lnTo>
                    <a:pt x="41491" y="193058"/>
                  </a:lnTo>
                  <a:lnTo>
                    <a:pt x="39501" y="188174"/>
                  </a:lnTo>
                  <a:lnTo>
                    <a:pt x="33791" y="186187"/>
                  </a:lnTo>
                  <a:lnTo>
                    <a:pt x="29073" y="186949"/>
                  </a:lnTo>
                  <a:lnTo>
                    <a:pt x="22241" y="185882"/>
                  </a:lnTo>
                  <a:lnTo>
                    <a:pt x="15663" y="182834"/>
                  </a:lnTo>
                  <a:lnTo>
                    <a:pt x="11316" y="179322"/>
                  </a:lnTo>
                  <a:lnTo>
                    <a:pt x="7963" y="177334"/>
                  </a:lnTo>
                  <a:lnTo>
                    <a:pt x="5353" y="177334"/>
                  </a:lnTo>
                  <a:lnTo>
                    <a:pt x="2247" y="175353"/>
                  </a:lnTo>
                  <a:lnTo>
                    <a:pt x="387" y="171993"/>
                  </a:lnTo>
                  <a:lnTo>
                    <a:pt x="635" y="166500"/>
                  </a:lnTo>
                  <a:lnTo>
                    <a:pt x="1503" y="163147"/>
                  </a:lnTo>
                  <a:lnTo>
                    <a:pt x="3239" y="160245"/>
                  </a:lnTo>
                  <a:lnTo>
                    <a:pt x="3363" y="157038"/>
                  </a:lnTo>
                  <a:lnTo>
                    <a:pt x="2619" y="154746"/>
                  </a:lnTo>
                  <a:lnTo>
                    <a:pt x="2500" y="152923"/>
                  </a:lnTo>
                  <a:lnTo>
                    <a:pt x="2991" y="150631"/>
                  </a:lnTo>
                  <a:lnTo>
                    <a:pt x="4113" y="146052"/>
                  </a:lnTo>
                  <a:lnTo>
                    <a:pt x="2247" y="142699"/>
                  </a:lnTo>
                  <a:lnTo>
                    <a:pt x="2056" y="131078"/>
                  </a:lnTo>
                  <a:lnTo>
                    <a:pt x="1689" y="109334"/>
                  </a:lnTo>
                  <a:lnTo>
                    <a:pt x="1415" y="92677"/>
                  </a:lnTo>
                  <a:lnTo>
                    <a:pt x="1069" y="71740"/>
                  </a:lnTo>
                  <a:lnTo>
                    <a:pt x="867" y="56493"/>
                  </a:lnTo>
                  <a:lnTo>
                    <a:pt x="588" y="35130"/>
                  </a:lnTo>
                  <a:lnTo>
                    <a:pt x="325" y="14859"/>
                  </a:lnTo>
                  <a:lnTo>
                    <a:pt x="0" y="0"/>
                  </a:lnTo>
                  <a:lnTo>
                    <a:pt x="276472" y="0"/>
                  </a:lnTo>
                  <a:lnTo>
                    <a:pt x="276633" y="57"/>
                  </a:lnTo>
                  <a:lnTo>
                    <a:pt x="276810" y="0"/>
                  </a:lnTo>
                  <a:lnTo>
                    <a:pt x="296962" y="0"/>
                  </a:lnTo>
                  <a:lnTo>
                    <a:pt x="296962" y="192012"/>
                  </a:lnTo>
                  <a:lnTo>
                    <a:pt x="290901" y="195833"/>
                  </a:lnTo>
                  <a:lnTo>
                    <a:pt x="267083" y="205085"/>
                  </a:lnTo>
                  <a:lnTo>
                    <a:pt x="239280" y="222746"/>
                  </a:lnTo>
                  <a:lnTo>
                    <a:pt x="203354" y="237625"/>
                  </a:lnTo>
                  <a:lnTo>
                    <a:pt x="195825" y="237682"/>
                  </a:lnTo>
                  <a:lnTo>
                    <a:pt x="179510" y="225438"/>
                  </a:lnTo>
                  <a:lnTo>
                    <a:pt x="184073" y="219863"/>
                  </a:lnTo>
                  <a:lnTo>
                    <a:pt x="188316" y="212306"/>
                  </a:lnTo>
                  <a:lnTo>
                    <a:pt x="184260" y="214484"/>
                  </a:lnTo>
                  <a:lnTo>
                    <a:pt x="181629" y="217761"/>
                  </a:lnTo>
                  <a:lnTo>
                    <a:pt x="171790" y="223019"/>
                  </a:lnTo>
                  <a:lnTo>
                    <a:pt x="179769" y="233199"/>
                  </a:lnTo>
                  <a:lnTo>
                    <a:pt x="175914" y="237015"/>
                  </a:lnTo>
                  <a:lnTo>
                    <a:pt x="164503" y="242032"/>
                  </a:lnTo>
                  <a:lnTo>
                    <a:pt x="153878" y="249290"/>
                  </a:lnTo>
                  <a:lnTo>
                    <a:pt x="144577" y="254142"/>
                  </a:lnTo>
                  <a:lnTo>
                    <a:pt x="137052" y="247970"/>
                  </a:lnTo>
                  <a:lnTo>
                    <a:pt x="116283" y="255768"/>
                  </a:lnTo>
                  <a:lnTo>
                    <a:pt x="98791" y="257863"/>
                  </a:lnTo>
                  <a:lnTo>
                    <a:pt x="95008" y="253913"/>
                  </a:lnTo>
                  <a:lnTo>
                    <a:pt x="93897" y="247677"/>
                  </a:lnTo>
                  <a:lnTo>
                    <a:pt x="87773" y="246172"/>
                  </a:lnTo>
                  <a:lnTo>
                    <a:pt x="76394" y="247893"/>
                  </a:lnTo>
                  <a:lnTo>
                    <a:pt x="72079" y="2445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g3909"/>
            <p:cNvSpPr/>
            <p:nvPr/>
          </p:nvSpPr>
          <p:spPr>
            <a:xfrm>
              <a:off x="5287647" y="2540116"/>
              <a:ext cx="534180" cy="266113"/>
            </a:xfrm>
            <a:custGeom>
              <a:avLst/>
              <a:gdLst/>
              <a:ahLst/>
              <a:cxnLst/>
              <a:rect l="0" t="0" r="0" b="0"/>
              <a:pathLst>
                <a:path w="534180" h="266113">
                  <a:moveTo>
                    <a:pt x="528260" y="7169"/>
                  </a:moveTo>
                  <a:lnTo>
                    <a:pt x="511940" y="26932"/>
                  </a:lnTo>
                  <a:lnTo>
                    <a:pt x="497548" y="44357"/>
                  </a:lnTo>
                  <a:lnTo>
                    <a:pt x="494318" y="62240"/>
                  </a:lnTo>
                  <a:lnTo>
                    <a:pt x="491254" y="79195"/>
                  </a:lnTo>
                  <a:lnTo>
                    <a:pt x="479347" y="92099"/>
                  </a:lnTo>
                  <a:lnTo>
                    <a:pt x="472087" y="103930"/>
                  </a:lnTo>
                  <a:lnTo>
                    <a:pt x="468847" y="117050"/>
                  </a:lnTo>
                  <a:lnTo>
                    <a:pt x="466139" y="129097"/>
                  </a:lnTo>
                  <a:lnTo>
                    <a:pt x="465932" y="139181"/>
                  </a:lnTo>
                  <a:lnTo>
                    <a:pt x="467973" y="144471"/>
                  </a:lnTo>
                  <a:lnTo>
                    <a:pt x="467012" y="148770"/>
                  </a:lnTo>
                  <a:lnTo>
                    <a:pt x="463074" y="153717"/>
                  </a:lnTo>
                  <a:lnTo>
                    <a:pt x="455199" y="162322"/>
                  </a:lnTo>
                  <a:lnTo>
                    <a:pt x="453798" y="170603"/>
                  </a:lnTo>
                  <a:lnTo>
                    <a:pt x="448982" y="174686"/>
                  </a:lnTo>
                  <a:lnTo>
                    <a:pt x="435246" y="182859"/>
                  </a:lnTo>
                  <a:lnTo>
                    <a:pt x="424042" y="194906"/>
                  </a:lnTo>
                  <a:lnTo>
                    <a:pt x="423495" y="201726"/>
                  </a:lnTo>
                  <a:lnTo>
                    <a:pt x="425112" y="207391"/>
                  </a:lnTo>
                  <a:lnTo>
                    <a:pt x="425360" y="210909"/>
                  </a:lnTo>
                  <a:lnTo>
                    <a:pt x="423122" y="213360"/>
                  </a:lnTo>
                  <a:lnTo>
                    <a:pt x="418637" y="213201"/>
                  </a:lnTo>
                  <a:lnTo>
                    <a:pt x="413784" y="213970"/>
                  </a:lnTo>
                  <a:lnTo>
                    <a:pt x="409697" y="218993"/>
                  </a:lnTo>
                  <a:lnTo>
                    <a:pt x="409800" y="226207"/>
                  </a:lnTo>
                  <a:lnTo>
                    <a:pt x="406813" y="231408"/>
                  </a:lnTo>
                  <a:lnTo>
                    <a:pt x="403325" y="232481"/>
                  </a:lnTo>
                  <a:lnTo>
                    <a:pt x="400338" y="228804"/>
                  </a:lnTo>
                  <a:lnTo>
                    <a:pt x="396746" y="223292"/>
                  </a:lnTo>
                  <a:lnTo>
                    <a:pt x="392540" y="222752"/>
                  </a:lnTo>
                  <a:lnTo>
                    <a:pt x="386153" y="226410"/>
                  </a:lnTo>
                  <a:lnTo>
                    <a:pt x="378277" y="232430"/>
                  </a:lnTo>
                  <a:lnTo>
                    <a:pt x="371192" y="232754"/>
                  </a:lnTo>
                  <a:lnTo>
                    <a:pt x="357890" y="228887"/>
                  </a:lnTo>
                  <a:lnTo>
                    <a:pt x="348180" y="240559"/>
                  </a:lnTo>
                  <a:lnTo>
                    <a:pt x="337757" y="265630"/>
                  </a:lnTo>
                  <a:lnTo>
                    <a:pt x="293717" y="265693"/>
                  </a:lnTo>
                  <a:lnTo>
                    <a:pt x="249678" y="265757"/>
                  </a:lnTo>
                  <a:lnTo>
                    <a:pt x="205634" y="265820"/>
                  </a:lnTo>
                  <a:lnTo>
                    <a:pt x="161594" y="265884"/>
                  </a:lnTo>
                  <a:lnTo>
                    <a:pt x="117555" y="265941"/>
                  </a:lnTo>
                  <a:lnTo>
                    <a:pt x="73516" y="266005"/>
                  </a:lnTo>
                  <a:lnTo>
                    <a:pt x="29476" y="266068"/>
                  </a:lnTo>
                  <a:lnTo>
                    <a:pt x="4831" y="266106"/>
                  </a:lnTo>
                  <a:lnTo>
                    <a:pt x="0" y="266113"/>
                  </a:lnTo>
                  <a:lnTo>
                    <a:pt x="15089" y="261204"/>
                  </a:lnTo>
                  <a:lnTo>
                    <a:pt x="46550" y="242127"/>
                  </a:lnTo>
                  <a:lnTo>
                    <a:pt x="69753" y="235218"/>
                  </a:lnTo>
                  <a:lnTo>
                    <a:pt x="99933" y="215182"/>
                  </a:lnTo>
                  <a:lnTo>
                    <a:pt x="121792" y="211328"/>
                  </a:lnTo>
                  <a:lnTo>
                    <a:pt x="125952" y="206921"/>
                  </a:lnTo>
                  <a:lnTo>
                    <a:pt x="129616" y="190302"/>
                  </a:lnTo>
                  <a:lnTo>
                    <a:pt x="131616" y="184377"/>
                  </a:lnTo>
                  <a:lnTo>
                    <a:pt x="141823" y="168056"/>
                  </a:lnTo>
                  <a:lnTo>
                    <a:pt x="154080" y="154289"/>
                  </a:lnTo>
                  <a:lnTo>
                    <a:pt x="163971" y="135250"/>
                  </a:lnTo>
                  <a:lnTo>
                    <a:pt x="181924" y="123083"/>
                  </a:lnTo>
                  <a:lnTo>
                    <a:pt x="209070" y="112909"/>
                  </a:lnTo>
                  <a:lnTo>
                    <a:pt x="234180" y="90689"/>
                  </a:lnTo>
                  <a:lnTo>
                    <a:pt x="247942" y="83914"/>
                  </a:lnTo>
                  <a:lnTo>
                    <a:pt x="261280" y="79062"/>
                  </a:lnTo>
                  <a:lnTo>
                    <a:pt x="266881" y="70032"/>
                  </a:lnTo>
                  <a:lnTo>
                    <a:pt x="275129" y="64869"/>
                  </a:lnTo>
                  <a:lnTo>
                    <a:pt x="297180" y="54372"/>
                  </a:lnTo>
                  <a:lnTo>
                    <a:pt x="321484" y="51533"/>
                  </a:lnTo>
                  <a:lnTo>
                    <a:pt x="346046" y="42820"/>
                  </a:lnTo>
                  <a:lnTo>
                    <a:pt x="364887" y="38203"/>
                  </a:lnTo>
                  <a:lnTo>
                    <a:pt x="376442" y="30030"/>
                  </a:lnTo>
                  <a:lnTo>
                    <a:pt x="393243" y="25725"/>
                  </a:lnTo>
                  <a:lnTo>
                    <a:pt x="443385" y="2273"/>
                  </a:lnTo>
                  <a:lnTo>
                    <a:pt x="446265" y="0"/>
                  </a:lnTo>
                  <a:lnTo>
                    <a:pt x="534180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g3910"/>
            <p:cNvSpPr/>
            <p:nvPr/>
          </p:nvSpPr>
          <p:spPr>
            <a:xfrm>
              <a:off x="6188919" y="2797057"/>
              <a:ext cx="126268" cy="202407"/>
            </a:xfrm>
            <a:custGeom>
              <a:avLst/>
              <a:gdLst/>
              <a:ahLst/>
              <a:cxnLst/>
              <a:rect l="0" t="0" r="0" b="0"/>
              <a:pathLst>
                <a:path w="126268" h="202407">
                  <a:moveTo>
                    <a:pt x="117079" y="175208"/>
                  </a:moveTo>
                  <a:lnTo>
                    <a:pt x="108057" y="174662"/>
                  </a:lnTo>
                  <a:lnTo>
                    <a:pt x="101406" y="175266"/>
                  </a:lnTo>
                  <a:lnTo>
                    <a:pt x="91386" y="182892"/>
                  </a:lnTo>
                  <a:lnTo>
                    <a:pt x="89830" y="198305"/>
                  </a:lnTo>
                  <a:lnTo>
                    <a:pt x="85406" y="196266"/>
                  </a:lnTo>
                  <a:lnTo>
                    <a:pt x="80916" y="196768"/>
                  </a:lnTo>
                  <a:lnTo>
                    <a:pt x="78595" y="201607"/>
                  </a:lnTo>
                  <a:lnTo>
                    <a:pt x="75288" y="202407"/>
                  </a:lnTo>
                  <a:lnTo>
                    <a:pt x="66529" y="197829"/>
                  </a:lnTo>
                  <a:lnTo>
                    <a:pt x="56214" y="200331"/>
                  </a:lnTo>
                  <a:lnTo>
                    <a:pt x="48147" y="196857"/>
                  </a:lnTo>
                  <a:lnTo>
                    <a:pt x="37863" y="174275"/>
                  </a:lnTo>
                  <a:lnTo>
                    <a:pt x="32401" y="166362"/>
                  </a:lnTo>
                  <a:lnTo>
                    <a:pt x="22717" y="163810"/>
                  </a:lnTo>
                  <a:lnTo>
                    <a:pt x="20205" y="168585"/>
                  </a:lnTo>
                  <a:lnTo>
                    <a:pt x="16448" y="173259"/>
                  </a:lnTo>
                  <a:lnTo>
                    <a:pt x="7126" y="163943"/>
                  </a:lnTo>
                  <a:lnTo>
                    <a:pt x="56" y="129365"/>
                  </a:lnTo>
                  <a:lnTo>
                    <a:pt x="0" y="121021"/>
                  </a:lnTo>
                  <a:lnTo>
                    <a:pt x="9896" y="91936"/>
                  </a:lnTo>
                  <a:lnTo>
                    <a:pt x="34401" y="65753"/>
                  </a:lnTo>
                  <a:lnTo>
                    <a:pt x="26577" y="64877"/>
                  </a:lnTo>
                  <a:lnTo>
                    <a:pt x="4940" y="83033"/>
                  </a:lnTo>
                  <a:lnTo>
                    <a:pt x="7172" y="78638"/>
                  </a:lnTo>
                  <a:lnTo>
                    <a:pt x="10841" y="74059"/>
                  </a:lnTo>
                  <a:lnTo>
                    <a:pt x="18138" y="66674"/>
                  </a:lnTo>
                  <a:lnTo>
                    <a:pt x="29213" y="59733"/>
                  </a:lnTo>
                  <a:lnTo>
                    <a:pt x="43961" y="55688"/>
                  </a:lnTo>
                  <a:lnTo>
                    <a:pt x="54106" y="55072"/>
                  </a:lnTo>
                  <a:lnTo>
                    <a:pt x="61098" y="51236"/>
                  </a:lnTo>
                  <a:lnTo>
                    <a:pt x="71231" y="44441"/>
                  </a:lnTo>
                  <a:lnTo>
                    <a:pt x="73112" y="40834"/>
                  </a:lnTo>
                  <a:lnTo>
                    <a:pt x="64126" y="44981"/>
                  </a:lnTo>
                  <a:lnTo>
                    <a:pt x="49196" y="49064"/>
                  </a:lnTo>
                  <a:lnTo>
                    <a:pt x="53026" y="43711"/>
                  </a:lnTo>
                  <a:lnTo>
                    <a:pt x="56762" y="40847"/>
                  </a:lnTo>
                  <a:lnTo>
                    <a:pt x="126268" y="0"/>
                  </a:lnTo>
                  <a:lnTo>
                    <a:pt x="126268" y="1681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g3911"/>
            <p:cNvSpPr/>
            <p:nvPr/>
          </p:nvSpPr>
          <p:spPr>
            <a:xfrm>
              <a:off x="6175048" y="2885799"/>
              <a:ext cx="12040" cy="17520"/>
            </a:xfrm>
            <a:custGeom>
              <a:avLst/>
              <a:gdLst/>
              <a:ahLst/>
              <a:cxnLst/>
              <a:rect l="0" t="0" r="0" b="0"/>
              <a:pathLst>
                <a:path w="12040" h="17520">
                  <a:moveTo>
                    <a:pt x="0" y="17520"/>
                  </a:moveTo>
                  <a:lnTo>
                    <a:pt x="1291" y="13062"/>
                  </a:lnTo>
                  <a:lnTo>
                    <a:pt x="7792" y="1695"/>
                  </a:lnTo>
                  <a:lnTo>
                    <a:pt x="12040" y="0"/>
                  </a:lnTo>
                  <a:lnTo>
                    <a:pt x="5327" y="129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g3912"/>
            <p:cNvSpPr/>
            <p:nvPr/>
          </p:nvSpPr>
          <p:spPr>
            <a:xfrm>
              <a:off x="6114410" y="2832043"/>
              <a:ext cx="16050" cy="22950"/>
            </a:xfrm>
            <a:custGeom>
              <a:avLst/>
              <a:gdLst/>
              <a:ahLst/>
              <a:cxnLst/>
              <a:rect l="0" t="0" r="0" b="0"/>
              <a:pathLst>
                <a:path w="16050" h="22950">
                  <a:moveTo>
                    <a:pt x="0" y="22950"/>
                  </a:moveTo>
                  <a:lnTo>
                    <a:pt x="5539" y="5391"/>
                  </a:lnTo>
                  <a:lnTo>
                    <a:pt x="10046" y="0"/>
                  </a:lnTo>
                  <a:lnTo>
                    <a:pt x="16050" y="1816"/>
                  </a:lnTo>
                  <a:lnTo>
                    <a:pt x="15208" y="12427"/>
                  </a:lnTo>
                  <a:lnTo>
                    <a:pt x="14242" y="1607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g3913"/>
            <p:cNvSpPr/>
            <p:nvPr/>
          </p:nvSpPr>
          <p:spPr>
            <a:xfrm>
              <a:off x="5366847" y="2715076"/>
              <a:ext cx="51274" cy="34247"/>
            </a:xfrm>
            <a:custGeom>
              <a:avLst/>
              <a:gdLst/>
              <a:ahLst/>
              <a:cxnLst/>
              <a:rect l="0" t="0" r="0" b="0"/>
              <a:pathLst>
                <a:path w="51274" h="34247">
                  <a:moveTo>
                    <a:pt x="33548" y="33244"/>
                  </a:moveTo>
                  <a:lnTo>
                    <a:pt x="19601" y="30837"/>
                  </a:lnTo>
                  <a:lnTo>
                    <a:pt x="4268" y="34177"/>
                  </a:lnTo>
                  <a:lnTo>
                    <a:pt x="0" y="34247"/>
                  </a:lnTo>
                  <a:lnTo>
                    <a:pt x="11389" y="24582"/>
                  </a:lnTo>
                  <a:lnTo>
                    <a:pt x="28903" y="18638"/>
                  </a:lnTo>
                  <a:lnTo>
                    <a:pt x="46364" y="463"/>
                  </a:lnTo>
                  <a:lnTo>
                    <a:pt x="51274" y="0"/>
                  </a:lnTo>
                  <a:lnTo>
                    <a:pt x="44628" y="20587"/>
                  </a:lnTo>
                  <a:lnTo>
                    <a:pt x="43274" y="27948"/>
                  </a:lnTo>
                  <a:lnTo>
                    <a:pt x="41703" y="306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g3914"/>
            <p:cNvSpPr/>
            <p:nvPr/>
          </p:nvSpPr>
          <p:spPr>
            <a:xfrm>
              <a:off x="5377730" y="2716409"/>
              <a:ext cx="30200" cy="16853"/>
            </a:xfrm>
            <a:custGeom>
              <a:avLst/>
              <a:gdLst/>
              <a:ahLst/>
              <a:cxnLst/>
              <a:rect l="0" t="0" r="0" b="0"/>
              <a:pathLst>
                <a:path w="30200" h="16853">
                  <a:moveTo>
                    <a:pt x="4423" y="16853"/>
                  </a:moveTo>
                  <a:lnTo>
                    <a:pt x="0" y="15723"/>
                  </a:lnTo>
                  <a:lnTo>
                    <a:pt x="14082" y="2946"/>
                  </a:lnTo>
                  <a:lnTo>
                    <a:pt x="30200" y="0"/>
                  </a:lnTo>
                  <a:lnTo>
                    <a:pt x="17187" y="1417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g3915"/>
            <p:cNvSpPr/>
            <p:nvPr/>
          </p:nvSpPr>
          <p:spPr>
            <a:xfrm>
              <a:off x="5667831" y="2547127"/>
              <a:ext cx="30784" cy="17069"/>
            </a:xfrm>
            <a:custGeom>
              <a:avLst/>
              <a:gdLst/>
              <a:ahLst/>
              <a:cxnLst/>
              <a:rect l="0" t="0" r="0" b="0"/>
              <a:pathLst>
                <a:path w="30784" h="17069">
                  <a:moveTo>
                    <a:pt x="0" y="17069"/>
                  </a:moveTo>
                  <a:lnTo>
                    <a:pt x="2294" y="12554"/>
                  </a:lnTo>
                  <a:lnTo>
                    <a:pt x="15430" y="4508"/>
                  </a:lnTo>
                  <a:lnTo>
                    <a:pt x="25084" y="0"/>
                  </a:lnTo>
                  <a:lnTo>
                    <a:pt x="30784" y="95"/>
                  </a:lnTo>
                  <a:lnTo>
                    <a:pt x="21502" y="9957"/>
                  </a:lnTo>
                  <a:lnTo>
                    <a:pt x="9622" y="160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g3916"/>
            <p:cNvSpPr/>
            <p:nvPr/>
          </p:nvSpPr>
          <p:spPr>
            <a:xfrm>
              <a:off x="4939342" y="5500509"/>
              <a:ext cx="49258" cy="37397"/>
            </a:xfrm>
            <a:custGeom>
              <a:avLst/>
              <a:gdLst/>
              <a:ahLst/>
              <a:cxnLst/>
              <a:rect l="0" t="0" r="0" b="0"/>
              <a:pathLst>
                <a:path w="49258" h="37397">
                  <a:moveTo>
                    <a:pt x="36380" y="7931"/>
                  </a:moveTo>
                  <a:lnTo>
                    <a:pt x="25890" y="16136"/>
                  </a:lnTo>
                  <a:lnTo>
                    <a:pt x="33512" y="21991"/>
                  </a:lnTo>
                  <a:lnTo>
                    <a:pt x="40695" y="9258"/>
                  </a:lnTo>
                  <a:lnTo>
                    <a:pt x="46395" y="19603"/>
                  </a:lnTo>
                  <a:lnTo>
                    <a:pt x="49258" y="37397"/>
                  </a:lnTo>
                  <a:lnTo>
                    <a:pt x="16879" y="37397"/>
                  </a:lnTo>
                  <a:lnTo>
                    <a:pt x="15627" y="32145"/>
                  </a:lnTo>
                  <a:lnTo>
                    <a:pt x="9084" y="25573"/>
                  </a:lnTo>
                  <a:lnTo>
                    <a:pt x="0" y="8807"/>
                  </a:lnTo>
                  <a:lnTo>
                    <a:pt x="5276" y="4483"/>
                  </a:lnTo>
                  <a:lnTo>
                    <a:pt x="12309" y="5924"/>
                  </a:lnTo>
                  <a:lnTo>
                    <a:pt x="15911" y="3905"/>
                  </a:lnTo>
                  <a:lnTo>
                    <a:pt x="25662" y="2292"/>
                  </a:lnTo>
                  <a:lnTo>
                    <a:pt x="31585" y="0"/>
                  </a:lnTo>
                  <a:lnTo>
                    <a:pt x="36215" y="495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g3917"/>
            <p:cNvSpPr/>
            <p:nvPr/>
          </p:nvSpPr>
          <p:spPr>
            <a:xfrm>
              <a:off x="4945285" y="5155530"/>
              <a:ext cx="95830" cy="135860"/>
            </a:xfrm>
            <a:custGeom>
              <a:avLst/>
              <a:gdLst/>
              <a:ahLst/>
              <a:cxnLst/>
              <a:rect l="0" t="0" r="0" b="0"/>
              <a:pathLst>
                <a:path w="95830" h="135860">
                  <a:moveTo>
                    <a:pt x="73800" y="135860"/>
                  </a:moveTo>
                  <a:lnTo>
                    <a:pt x="64612" y="122835"/>
                  </a:lnTo>
                  <a:lnTo>
                    <a:pt x="57211" y="119050"/>
                  </a:lnTo>
                  <a:lnTo>
                    <a:pt x="68772" y="109842"/>
                  </a:lnTo>
                  <a:lnTo>
                    <a:pt x="73764" y="101930"/>
                  </a:lnTo>
                  <a:lnTo>
                    <a:pt x="73660" y="84669"/>
                  </a:lnTo>
                  <a:lnTo>
                    <a:pt x="76482" y="75214"/>
                  </a:lnTo>
                  <a:lnTo>
                    <a:pt x="75526" y="67028"/>
                  </a:lnTo>
                  <a:lnTo>
                    <a:pt x="78073" y="58671"/>
                  </a:lnTo>
                  <a:lnTo>
                    <a:pt x="74627" y="49285"/>
                  </a:lnTo>
                  <a:lnTo>
                    <a:pt x="64963" y="41842"/>
                  </a:lnTo>
                  <a:lnTo>
                    <a:pt x="45842" y="12237"/>
                  </a:lnTo>
                  <a:lnTo>
                    <a:pt x="15637" y="5048"/>
                  </a:lnTo>
                  <a:lnTo>
                    <a:pt x="0" y="4750"/>
                  </a:lnTo>
                  <a:lnTo>
                    <a:pt x="8593" y="0"/>
                  </a:lnTo>
                  <a:lnTo>
                    <a:pt x="16531" y="577"/>
                  </a:lnTo>
                  <a:lnTo>
                    <a:pt x="28748" y="3403"/>
                  </a:lnTo>
                  <a:lnTo>
                    <a:pt x="43377" y="4769"/>
                  </a:lnTo>
                  <a:lnTo>
                    <a:pt x="52318" y="13481"/>
                  </a:lnTo>
                  <a:lnTo>
                    <a:pt x="60855" y="25033"/>
                  </a:lnTo>
                  <a:lnTo>
                    <a:pt x="68565" y="29707"/>
                  </a:lnTo>
                  <a:lnTo>
                    <a:pt x="71738" y="32679"/>
                  </a:lnTo>
                  <a:lnTo>
                    <a:pt x="71381" y="36032"/>
                  </a:lnTo>
                  <a:lnTo>
                    <a:pt x="72663" y="39181"/>
                  </a:lnTo>
                  <a:lnTo>
                    <a:pt x="82724" y="44586"/>
                  </a:lnTo>
                  <a:lnTo>
                    <a:pt x="92858" y="53311"/>
                  </a:lnTo>
                  <a:lnTo>
                    <a:pt x="95830" y="78897"/>
                  </a:lnTo>
                  <a:lnTo>
                    <a:pt x="82177" y="91007"/>
                  </a:lnTo>
                  <a:lnTo>
                    <a:pt x="79665" y="128055"/>
                  </a:lnTo>
                  <a:lnTo>
                    <a:pt x="76001" y="1347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g3918"/>
            <p:cNvSpPr/>
            <p:nvPr/>
          </p:nvSpPr>
          <p:spPr>
            <a:xfrm>
              <a:off x="4893261" y="5381534"/>
              <a:ext cx="74105" cy="118987"/>
            </a:xfrm>
            <a:custGeom>
              <a:avLst/>
              <a:gdLst/>
              <a:ahLst/>
              <a:cxnLst/>
              <a:rect l="0" t="0" r="0" b="0"/>
              <a:pathLst>
                <a:path w="74105" h="118987">
                  <a:moveTo>
                    <a:pt x="72947" y="80116"/>
                  </a:moveTo>
                  <a:lnTo>
                    <a:pt x="74105" y="91896"/>
                  </a:lnTo>
                  <a:lnTo>
                    <a:pt x="73035" y="96094"/>
                  </a:lnTo>
                  <a:lnTo>
                    <a:pt x="61583" y="103968"/>
                  </a:lnTo>
                  <a:lnTo>
                    <a:pt x="58643" y="108369"/>
                  </a:lnTo>
                  <a:lnTo>
                    <a:pt x="47847" y="112808"/>
                  </a:lnTo>
                  <a:lnTo>
                    <a:pt x="41315" y="118987"/>
                  </a:lnTo>
                  <a:lnTo>
                    <a:pt x="38044" y="108947"/>
                  </a:lnTo>
                  <a:lnTo>
                    <a:pt x="31703" y="102742"/>
                  </a:lnTo>
                  <a:lnTo>
                    <a:pt x="30639" y="92194"/>
                  </a:lnTo>
                  <a:lnTo>
                    <a:pt x="25792" y="95757"/>
                  </a:lnTo>
                  <a:lnTo>
                    <a:pt x="18805" y="93585"/>
                  </a:lnTo>
                  <a:lnTo>
                    <a:pt x="7281" y="85596"/>
                  </a:lnTo>
                  <a:lnTo>
                    <a:pt x="0" y="74750"/>
                  </a:lnTo>
                  <a:lnTo>
                    <a:pt x="10201" y="72870"/>
                  </a:lnTo>
                  <a:lnTo>
                    <a:pt x="12309" y="79608"/>
                  </a:lnTo>
                  <a:lnTo>
                    <a:pt x="20381" y="71340"/>
                  </a:lnTo>
                  <a:lnTo>
                    <a:pt x="18546" y="66983"/>
                  </a:lnTo>
                  <a:lnTo>
                    <a:pt x="17089" y="66425"/>
                  </a:lnTo>
                  <a:lnTo>
                    <a:pt x="14443" y="58321"/>
                  </a:lnTo>
                  <a:lnTo>
                    <a:pt x="26587" y="37098"/>
                  </a:lnTo>
                  <a:lnTo>
                    <a:pt x="29207" y="23407"/>
                  </a:lnTo>
                  <a:lnTo>
                    <a:pt x="23699" y="1441"/>
                  </a:lnTo>
                  <a:lnTo>
                    <a:pt x="28841" y="0"/>
                  </a:lnTo>
                  <a:lnTo>
                    <a:pt x="42545" y="7703"/>
                  </a:lnTo>
                  <a:lnTo>
                    <a:pt x="48685" y="15285"/>
                  </a:lnTo>
                  <a:lnTo>
                    <a:pt x="48886" y="25693"/>
                  </a:lnTo>
                  <a:lnTo>
                    <a:pt x="54648" y="33752"/>
                  </a:lnTo>
                  <a:lnTo>
                    <a:pt x="62989" y="53057"/>
                  </a:lnTo>
                  <a:lnTo>
                    <a:pt x="73180" y="64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g3919"/>
            <p:cNvSpPr/>
            <p:nvPr/>
          </p:nvSpPr>
          <p:spPr>
            <a:xfrm>
              <a:off x="4835016" y="5174016"/>
              <a:ext cx="112522" cy="38661"/>
            </a:xfrm>
            <a:custGeom>
              <a:avLst/>
              <a:gdLst/>
              <a:ahLst/>
              <a:cxnLst/>
              <a:rect l="0" t="0" r="0" b="0"/>
              <a:pathLst>
                <a:path w="112522" h="38661">
                  <a:moveTo>
                    <a:pt x="64973" y="13005"/>
                  </a:moveTo>
                  <a:lnTo>
                    <a:pt x="71841" y="12453"/>
                  </a:lnTo>
                  <a:lnTo>
                    <a:pt x="75960" y="9792"/>
                  </a:lnTo>
                  <a:lnTo>
                    <a:pt x="94931" y="10878"/>
                  </a:lnTo>
                  <a:lnTo>
                    <a:pt x="110248" y="6985"/>
                  </a:lnTo>
                  <a:lnTo>
                    <a:pt x="112522" y="13894"/>
                  </a:lnTo>
                  <a:lnTo>
                    <a:pt x="112134" y="17501"/>
                  </a:lnTo>
                  <a:lnTo>
                    <a:pt x="79562" y="20886"/>
                  </a:lnTo>
                  <a:lnTo>
                    <a:pt x="49682" y="31028"/>
                  </a:lnTo>
                  <a:lnTo>
                    <a:pt x="33305" y="37899"/>
                  </a:lnTo>
                  <a:lnTo>
                    <a:pt x="25611" y="38661"/>
                  </a:lnTo>
                  <a:lnTo>
                    <a:pt x="19730" y="35047"/>
                  </a:lnTo>
                  <a:lnTo>
                    <a:pt x="0" y="14104"/>
                  </a:lnTo>
                  <a:lnTo>
                    <a:pt x="5276" y="16193"/>
                  </a:lnTo>
                  <a:lnTo>
                    <a:pt x="19854" y="28030"/>
                  </a:lnTo>
                  <a:lnTo>
                    <a:pt x="28908" y="25871"/>
                  </a:lnTo>
                  <a:lnTo>
                    <a:pt x="37295" y="18047"/>
                  </a:lnTo>
                  <a:lnTo>
                    <a:pt x="38577" y="12135"/>
                  </a:lnTo>
                  <a:lnTo>
                    <a:pt x="37326" y="9335"/>
                  </a:lnTo>
                  <a:lnTo>
                    <a:pt x="41119" y="0"/>
                  </a:lnTo>
                  <a:lnTo>
                    <a:pt x="52152" y="896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g3920"/>
            <p:cNvSpPr/>
            <p:nvPr/>
          </p:nvSpPr>
          <p:spPr>
            <a:xfrm>
              <a:off x="4985696" y="5397055"/>
              <a:ext cx="30985" cy="11691"/>
            </a:xfrm>
            <a:custGeom>
              <a:avLst/>
              <a:gdLst/>
              <a:ahLst/>
              <a:cxnLst/>
              <a:rect l="0" t="0" r="0" b="0"/>
              <a:pathLst>
                <a:path w="30985" h="11691">
                  <a:moveTo>
                    <a:pt x="10733" y="11691"/>
                  </a:moveTo>
                  <a:lnTo>
                    <a:pt x="2191" y="9030"/>
                  </a:lnTo>
                  <a:lnTo>
                    <a:pt x="0" y="6890"/>
                  </a:lnTo>
                  <a:lnTo>
                    <a:pt x="3658" y="3295"/>
                  </a:lnTo>
                  <a:lnTo>
                    <a:pt x="11710" y="298"/>
                  </a:lnTo>
                  <a:lnTo>
                    <a:pt x="24639" y="0"/>
                  </a:lnTo>
                  <a:lnTo>
                    <a:pt x="30303" y="3543"/>
                  </a:lnTo>
                  <a:lnTo>
                    <a:pt x="30985" y="5093"/>
                  </a:lnTo>
                  <a:lnTo>
                    <a:pt x="22686" y="899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g3921"/>
            <p:cNvSpPr/>
            <p:nvPr/>
          </p:nvSpPr>
          <p:spPr>
            <a:xfrm>
              <a:off x="5304944" y="5521433"/>
              <a:ext cx="12277" cy="16472"/>
            </a:xfrm>
            <a:custGeom>
              <a:avLst/>
              <a:gdLst/>
              <a:ahLst/>
              <a:cxnLst/>
              <a:rect l="0" t="0" r="0" b="0"/>
              <a:pathLst>
                <a:path w="12277" h="16472">
                  <a:moveTo>
                    <a:pt x="7008" y="16472"/>
                  </a:moveTo>
                  <a:lnTo>
                    <a:pt x="0" y="16472"/>
                  </a:lnTo>
                  <a:lnTo>
                    <a:pt x="1962" y="2806"/>
                  </a:lnTo>
                  <a:lnTo>
                    <a:pt x="7771" y="0"/>
                  </a:lnTo>
                  <a:lnTo>
                    <a:pt x="10050" y="152"/>
                  </a:lnTo>
                  <a:lnTo>
                    <a:pt x="12277" y="762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g3922"/>
            <p:cNvSpPr/>
            <p:nvPr/>
          </p:nvSpPr>
          <p:spPr>
            <a:xfrm>
              <a:off x="5068380" y="5334383"/>
              <a:ext cx="70456" cy="119063"/>
            </a:xfrm>
            <a:custGeom>
              <a:avLst/>
              <a:gdLst/>
              <a:ahLst/>
              <a:cxnLst/>
              <a:rect l="0" t="0" r="0" b="0"/>
              <a:pathLst>
                <a:path w="70456" h="119063">
                  <a:moveTo>
                    <a:pt x="31373" y="24747"/>
                  </a:moveTo>
                  <a:lnTo>
                    <a:pt x="46235" y="30285"/>
                  </a:lnTo>
                  <a:lnTo>
                    <a:pt x="62302" y="48650"/>
                  </a:lnTo>
                  <a:lnTo>
                    <a:pt x="69221" y="55191"/>
                  </a:lnTo>
                  <a:lnTo>
                    <a:pt x="70456" y="61147"/>
                  </a:lnTo>
                  <a:lnTo>
                    <a:pt x="67748" y="88340"/>
                  </a:lnTo>
                  <a:lnTo>
                    <a:pt x="64136" y="104711"/>
                  </a:lnTo>
                  <a:lnTo>
                    <a:pt x="64679" y="119063"/>
                  </a:lnTo>
                  <a:lnTo>
                    <a:pt x="60906" y="114815"/>
                  </a:lnTo>
                  <a:lnTo>
                    <a:pt x="57093" y="105416"/>
                  </a:lnTo>
                  <a:lnTo>
                    <a:pt x="50840" y="100012"/>
                  </a:lnTo>
                  <a:lnTo>
                    <a:pt x="48757" y="97180"/>
                  </a:lnTo>
                  <a:lnTo>
                    <a:pt x="59997" y="96557"/>
                  </a:lnTo>
                  <a:lnTo>
                    <a:pt x="60994" y="81761"/>
                  </a:lnTo>
                  <a:lnTo>
                    <a:pt x="66477" y="70089"/>
                  </a:lnTo>
                  <a:lnTo>
                    <a:pt x="65645" y="57947"/>
                  </a:lnTo>
                  <a:lnTo>
                    <a:pt x="52529" y="44579"/>
                  </a:lnTo>
                  <a:lnTo>
                    <a:pt x="43538" y="32812"/>
                  </a:lnTo>
                  <a:lnTo>
                    <a:pt x="29714" y="29046"/>
                  </a:lnTo>
                  <a:lnTo>
                    <a:pt x="16929" y="17330"/>
                  </a:lnTo>
                  <a:lnTo>
                    <a:pt x="9301" y="15888"/>
                  </a:lnTo>
                  <a:lnTo>
                    <a:pt x="0" y="17952"/>
                  </a:lnTo>
                  <a:lnTo>
                    <a:pt x="3359" y="10967"/>
                  </a:lnTo>
                  <a:lnTo>
                    <a:pt x="5684" y="1727"/>
                  </a:lnTo>
                  <a:lnTo>
                    <a:pt x="7389" y="0"/>
                  </a:lnTo>
                  <a:lnTo>
                    <a:pt x="13952" y="100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g3923"/>
            <p:cNvSpPr/>
            <p:nvPr/>
          </p:nvSpPr>
          <p:spPr>
            <a:xfrm>
              <a:off x="5178096" y="5447191"/>
              <a:ext cx="46804" cy="72629"/>
            </a:xfrm>
            <a:custGeom>
              <a:avLst/>
              <a:gdLst/>
              <a:ahLst/>
              <a:cxnLst/>
              <a:rect l="0" t="0" r="0" b="0"/>
              <a:pathLst>
                <a:path w="46804" h="72629">
                  <a:moveTo>
                    <a:pt x="46804" y="71314"/>
                  </a:moveTo>
                  <a:lnTo>
                    <a:pt x="39713" y="69974"/>
                  </a:lnTo>
                  <a:lnTo>
                    <a:pt x="29249" y="72559"/>
                  </a:lnTo>
                  <a:lnTo>
                    <a:pt x="25482" y="72629"/>
                  </a:lnTo>
                  <a:lnTo>
                    <a:pt x="27828" y="68101"/>
                  </a:lnTo>
                  <a:lnTo>
                    <a:pt x="35094" y="61979"/>
                  </a:lnTo>
                  <a:lnTo>
                    <a:pt x="35460" y="56150"/>
                  </a:lnTo>
                  <a:lnTo>
                    <a:pt x="26469" y="47742"/>
                  </a:lnTo>
                  <a:lnTo>
                    <a:pt x="16004" y="26824"/>
                  </a:lnTo>
                  <a:lnTo>
                    <a:pt x="11105" y="21864"/>
                  </a:lnTo>
                  <a:lnTo>
                    <a:pt x="8779" y="14002"/>
                  </a:lnTo>
                  <a:lnTo>
                    <a:pt x="0" y="5569"/>
                  </a:lnTo>
                  <a:lnTo>
                    <a:pt x="1834" y="1060"/>
                  </a:lnTo>
                  <a:lnTo>
                    <a:pt x="3638" y="0"/>
                  </a:lnTo>
                  <a:lnTo>
                    <a:pt x="9575" y="2165"/>
                  </a:lnTo>
                  <a:lnTo>
                    <a:pt x="23022" y="32253"/>
                  </a:lnTo>
                  <a:lnTo>
                    <a:pt x="23900" y="35136"/>
                  </a:lnTo>
                  <a:lnTo>
                    <a:pt x="46101" y="647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t3924"/>
            <p:cNvSpPr/>
            <p:nvPr/>
          </p:nvSpPr>
          <p:spPr>
            <a:xfrm>
              <a:off x="5411954" y="3276309"/>
              <a:ext cx="63202" cy="63202"/>
            </a:xfrm>
            <a:prstGeom prst="ellipse">
              <a:avLst/>
            </a:prstGeom>
            <a:solidFill>
              <a:srgbClr val="3986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t3925"/>
            <p:cNvSpPr/>
            <p:nvPr/>
          </p:nvSpPr>
          <p:spPr>
            <a:xfrm>
              <a:off x="3286560" y="4746129"/>
              <a:ext cx="63202" cy="63202"/>
            </a:xfrm>
            <a:prstGeom prst="ellipse">
              <a:avLst/>
            </a:prstGeom>
            <a:solidFill>
              <a:srgbClr val="3C497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t3926"/>
            <p:cNvSpPr/>
            <p:nvPr/>
          </p:nvSpPr>
          <p:spPr>
            <a:xfrm>
              <a:off x="2878450" y="4973596"/>
              <a:ext cx="63202" cy="63202"/>
            </a:xfrm>
            <a:prstGeom prst="ellipse">
              <a:avLst/>
            </a:prstGeom>
            <a:solidFill>
              <a:srgbClr val="3C4A8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t3927"/>
            <p:cNvSpPr/>
            <p:nvPr/>
          </p:nvSpPr>
          <p:spPr>
            <a:xfrm>
              <a:off x="5154968" y="3735383"/>
              <a:ext cx="63202" cy="63202"/>
            </a:xfrm>
            <a:prstGeom prst="ellipse">
              <a:avLst/>
            </a:prstGeom>
            <a:solidFill>
              <a:srgbClr val="3A589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t3928"/>
            <p:cNvSpPr/>
            <p:nvPr/>
          </p:nvSpPr>
          <p:spPr>
            <a:xfrm>
              <a:off x="3815690" y="4677487"/>
              <a:ext cx="63202" cy="63202"/>
            </a:xfrm>
            <a:prstGeom prst="ellipse">
              <a:avLst/>
            </a:prstGeom>
            <a:solidFill>
              <a:srgbClr val="3B3F7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t3929"/>
            <p:cNvSpPr/>
            <p:nvPr/>
          </p:nvSpPr>
          <p:spPr>
            <a:xfrm>
              <a:off x="5234441" y="3545894"/>
              <a:ext cx="63202" cy="63202"/>
            </a:xfrm>
            <a:prstGeom prst="ellipse">
              <a:avLst/>
            </a:prstGeom>
            <a:solidFill>
              <a:srgbClr val="3A6E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t3930"/>
            <p:cNvSpPr/>
            <p:nvPr/>
          </p:nvSpPr>
          <p:spPr>
            <a:xfrm>
              <a:off x="3635685" y="4800931"/>
              <a:ext cx="63202" cy="63202"/>
            </a:xfrm>
            <a:prstGeom prst="ellipse">
              <a:avLst/>
            </a:prstGeom>
            <a:solidFill>
              <a:srgbClr val="3B528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t3931"/>
            <p:cNvSpPr/>
            <p:nvPr/>
          </p:nvSpPr>
          <p:spPr>
            <a:xfrm>
              <a:off x="5803938" y="2901996"/>
              <a:ext cx="63202" cy="63202"/>
            </a:xfrm>
            <a:prstGeom prst="ellipse">
              <a:avLst/>
            </a:prstGeom>
            <a:solidFill>
              <a:srgbClr val="30244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t3932"/>
            <p:cNvSpPr/>
            <p:nvPr/>
          </p:nvSpPr>
          <p:spPr>
            <a:xfrm>
              <a:off x="5602232" y="3222656"/>
              <a:ext cx="63202" cy="63202"/>
            </a:xfrm>
            <a:prstGeom prst="ellipse">
              <a:avLst/>
            </a:prstGeom>
            <a:solidFill>
              <a:srgbClr val="37295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t3933"/>
            <p:cNvSpPr/>
            <p:nvPr/>
          </p:nvSpPr>
          <p:spPr>
            <a:xfrm>
              <a:off x="4189184" y="4765547"/>
              <a:ext cx="63202" cy="63202"/>
            </a:xfrm>
            <a:prstGeom prst="ellipse">
              <a:avLst/>
            </a:prstGeom>
            <a:solidFill>
              <a:srgbClr val="3C437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t3934"/>
            <p:cNvSpPr/>
            <p:nvPr/>
          </p:nvSpPr>
          <p:spPr>
            <a:xfrm>
              <a:off x="4913887" y="4211118"/>
              <a:ext cx="63202" cy="63202"/>
            </a:xfrm>
            <a:prstGeom prst="ellipse">
              <a:avLst/>
            </a:prstGeom>
            <a:solidFill>
              <a:srgbClr val="3986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t3935"/>
            <p:cNvSpPr/>
            <p:nvPr/>
          </p:nvSpPr>
          <p:spPr>
            <a:xfrm>
              <a:off x="4598477" y="4463619"/>
              <a:ext cx="63202" cy="63202"/>
            </a:xfrm>
            <a:prstGeom prst="ellipse">
              <a:avLst/>
            </a:prstGeom>
            <a:solidFill>
              <a:srgbClr val="3A6B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t3936"/>
            <p:cNvSpPr/>
            <p:nvPr/>
          </p:nvSpPr>
          <p:spPr>
            <a:xfrm>
              <a:off x="3118737" y="4784820"/>
              <a:ext cx="63202" cy="63202"/>
            </a:xfrm>
            <a:prstGeom prst="ellipse">
              <a:avLst/>
            </a:prstGeom>
            <a:solidFill>
              <a:srgbClr val="3A9C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t3937"/>
            <p:cNvSpPr/>
            <p:nvPr/>
          </p:nvSpPr>
          <p:spPr>
            <a:xfrm>
              <a:off x="4706891" y="4368015"/>
              <a:ext cx="63202" cy="63202"/>
            </a:xfrm>
            <a:prstGeom prst="ellipse">
              <a:avLst/>
            </a:prstGeom>
            <a:solidFill>
              <a:srgbClr val="3B51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t3938"/>
            <p:cNvSpPr/>
            <p:nvPr/>
          </p:nvSpPr>
          <p:spPr>
            <a:xfrm>
              <a:off x="5170525" y="3498927"/>
              <a:ext cx="63202" cy="63202"/>
            </a:xfrm>
            <a:prstGeom prst="ellipse">
              <a:avLst/>
            </a:prstGeom>
            <a:solidFill>
              <a:srgbClr val="5ECB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t3939"/>
            <p:cNvSpPr/>
            <p:nvPr/>
          </p:nvSpPr>
          <p:spPr>
            <a:xfrm>
              <a:off x="4143523" y="4766403"/>
              <a:ext cx="63202" cy="63202"/>
            </a:xfrm>
            <a:prstGeom prst="ellipse">
              <a:avLst/>
            </a:prstGeom>
            <a:solidFill>
              <a:srgbClr val="3C467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t3940"/>
            <p:cNvSpPr/>
            <p:nvPr/>
          </p:nvSpPr>
          <p:spPr>
            <a:xfrm>
              <a:off x="4544041" y="4668741"/>
              <a:ext cx="63202" cy="63202"/>
            </a:xfrm>
            <a:prstGeom prst="ellipse">
              <a:avLst/>
            </a:prstGeom>
            <a:solidFill>
              <a:srgbClr val="3B396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t3941"/>
            <p:cNvSpPr/>
            <p:nvPr/>
          </p:nvSpPr>
          <p:spPr>
            <a:xfrm>
              <a:off x="3690881" y="4772296"/>
              <a:ext cx="63202" cy="63202"/>
            </a:xfrm>
            <a:prstGeom prst="ellipse">
              <a:avLst/>
            </a:prstGeom>
            <a:solidFill>
              <a:srgbClr val="395F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t3942"/>
            <p:cNvSpPr/>
            <p:nvPr/>
          </p:nvSpPr>
          <p:spPr>
            <a:xfrm>
              <a:off x="5016032" y="3641698"/>
              <a:ext cx="63202" cy="63202"/>
            </a:xfrm>
            <a:prstGeom prst="ellipse">
              <a:avLst/>
            </a:prstGeom>
            <a:solidFill>
              <a:srgbClr val="68D0A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t3943"/>
            <p:cNvSpPr/>
            <p:nvPr/>
          </p:nvSpPr>
          <p:spPr>
            <a:xfrm>
              <a:off x="4551789" y="4536931"/>
              <a:ext cx="63202" cy="63202"/>
            </a:xfrm>
            <a:prstGeom prst="ellipse">
              <a:avLst/>
            </a:prstGeom>
            <a:solidFill>
              <a:srgbClr val="3C4C8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t3944"/>
            <p:cNvSpPr/>
            <p:nvPr/>
          </p:nvSpPr>
          <p:spPr>
            <a:xfrm>
              <a:off x="3457033" y="4801454"/>
              <a:ext cx="63202" cy="63202"/>
            </a:xfrm>
            <a:prstGeom prst="ellipse">
              <a:avLst/>
            </a:prstGeom>
            <a:solidFill>
              <a:srgbClr val="3A6D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t3945"/>
            <p:cNvSpPr/>
            <p:nvPr/>
          </p:nvSpPr>
          <p:spPr>
            <a:xfrm>
              <a:off x="4795350" y="4267713"/>
              <a:ext cx="63202" cy="63202"/>
            </a:xfrm>
            <a:prstGeom prst="ellipse">
              <a:avLst/>
            </a:prstGeom>
            <a:solidFill>
              <a:srgbClr val="3C4C8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t3946"/>
            <p:cNvSpPr/>
            <p:nvPr/>
          </p:nvSpPr>
          <p:spPr>
            <a:xfrm>
              <a:off x="5763373" y="2927118"/>
              <a:ext cx="63202" cy="63202"/>
            </a:xfrm>
            <a:prstGeom prst="ellipse">
              <a:avLst/>
            </a:prstGeom>
            <a:solidFill>
              <a:srgbClr val="3B3A6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t3947"/>
            <p:cNvSpPr/>
            <p:nvPr/>
          </p:nvSpPr>
          <p:spPr>
            <a:xfrm>
              <a:off x="3223042" y="4753931"/>
              <a:ext cx="63202" cy="63202"/>
            </a:xfrm>
            <a:prstGeom prst="ellipse">
              <a:avLst/>
            </a:prstGeom>
            <a:solidFill>
              <a:srgbClr val="3C477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t3948"/>
            <p:cNvSpPr/>
            <p:nvPr/>
          </p:nvSpPr>
          <p:spPr>
            <a:xfrm>
              <a:off x="6187218" y="2929573"/>
              <a:ext cx="63202" cy="63202"/>
            </a:xfrm>
            <a:prstGeom prst="ellipse">
              <a:avLst/>
            </a:prstGeom>
            <a:solidFill>
              <a:srgbClr val="3B3B6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t3949"/>
            <p:cNvSpPr/>
            <p:nvPr/>
          </p:nvSpPr>
          <p:spPr>
            <a:xfrm>
              <a:off x="4558922" y="4541579"/>
              <a:ext cx="63202" cy="63202"/>
            </a:xfrm>
            <a:prstGeom prst="ellipse">
              <a:avLst/>
            </a:prstGeom>
            <a:solidFill>
              <a:srgbClr val="3B4F8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t3950"/>
            <p:cNvSpPr/>
            <p:nvPr/>
          </p:nvSpPr>
          <p:spPr>
            <a:xfrm>
              <a:off x="5665872" y="3067530"/>
              <a:ext cx="63202" cy="63202"/>
            </a:xfrm>
            <a:prstGeom prst="ellipse">
              <a:avLst/>
            </a:prstGeom>
            <a:solidFill>
              <a:srgbClr val="3B71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t3951"/>
            <p:cNvSpPr/>
            <p:nvPr/>
          </p:nvSpPr>
          <p:spPr>
            <a:xfrm>
              <a:off x="3541256" y="4824822"/>
              <a:ext cx="63202" cy="63202"/>
            </a:xfrm>
            <a:prstGeom prst="ellipse">
              <a:avLst/>
            </a:prstGeom>
            <a:solidFill>
              <a:srgbClr val="3B538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t3952"/>
            <p:cNvSpPr/>
            <p:nvPr/>
          </p:nvSpPr>
          <p:spPr>
            <a:xfrm>
              <a:off x="4587926" y="4467164"/>
              <a:ext cx="63202" cy="63202"/>
            </a:xfrm>
            <a:prstGeom prst="ellipse">
              <a:avLst/>
            </a:prstGeom>
            <a:solidFill>
              <a:srgbClr val="3B528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t3953"/>
            <p:cNvSpPr/>
            <p:nvPr/>
          </p:nvSpPr>
          <p:spPr>
            <a:xfrm>
              <a:off x="5657937" y="3028251"/>
              <a:ext cx="63202" cy="63202"/>
            </a:xfrm>
            <a:prstGeom prst="ellipse">
              <a:avLst/>
            </a:prstGeom>
            <a:solidFill>
              <a:srgbClr val="3888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t3954"/>
            <p:cNvSpPr/>
            <p:nvPr/>
          </p:nvSpPr>
          <p:spPr>
            <a:xfrm>
              <a:off x="2979067" y="4895874"/>
              <a:ext cx="63202" cy="63202"/>
            </a:xfrm>
            <a:prstGeom prst="ellipse">
              <a:avLst/>
            </a:prstGeom>
            <a:solidFill>
              <a:srgbClr val="3C467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t3955"/>
            <p:cNvSpPr/>
            <p:nvPr/>
          </p:nvSpPr>
          <p:spPr>
            <a:xfrm>
              <a:off x="4922163" y="4187507"/>
              <a:ext cx="63202" cy="63202"/>
            </a:xfrm>
            <a:prstGeom prst="ellipse">
              <a:avLst/>
            </a:prstGeom>
            <a:solidFill>
              <a:srgbClr val="3A5A9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t3956"/>
            <p:cNvSpPr/>
            <p:nvPr/>
          </p:nvSpPr>
          <p:spPr>
            <a:xfrm>
              <a:off x="5059838" y="3807278"/>
              <a:ext cx="63202" cy="63202"/>
            </a:xfrm>
            <a:prstGeom prst="ellipse">
              <a:avLst/>
            </a:prstGeom>
            <a:solidFill>
              <a:srgbClr val="379A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t3957"/>
            <p:cNvSpPr/>
            <p:nvPr/>
          </p:nvSpPr>
          <p:spPr>
            <a:xfrm>
              <a:off x="2851349" y="4946495"/>
              <a:ext cx="117405" cy="117405"/>
            </a:xfrm>
            <a:prstGeom prst="ellipse">
              <a:avLst/>
            </a:prstGeom>
            <a:solidFill>
              <a:srgbClr val="3A61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t3958"/>
            <p:cNvSpPr/>
            <p:nvPr/>
          </p:nvSpPr>
          <p:spPr>
            <a:xfrm>
              <a:off x="3514155" y="4797720"/>
              <a:ext cx="117405" cy="117405"/>
            </a:xfrm>
            <a:prstGeom prst="ellipse">
              <a:avLst/>
            </a:prstGeom>
            <a:solidFill>
              <a:srgbClr val="3A69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t3959"/>
            <p:cNvSpPr/>
            <p:nvPr/>
          </p:nvSpPr>
          <p:spPr>
            <a:xfrm>
              <a:off x="4516940" y="4641639"/>
              <a:ext cx="117405" cy="117405"/>
            </a:xfrm>
            <a:prstGeom prst="ellipse">
              <a:avLst/>
            </a:prstGeom>
            <a:solidFill>
              <a:srgbClr val="3B3D6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t3960"/>
            <p:cNvSpPr/>
            <p:nvPr/>
          </p:nvSpPr>
          <p:spPr>
            <a:xfrm>
              <a:off x="5630836" y="3001150"/>
              <a:ext cx="117405" cy="117405"/>
            </a:xfrm>
            <a:prstGeom prst="ellipse">
              <a:avLst/>
            </a:prstGeom>
            <a:solidFill>
              <a:srgbClr val="3A6E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t3961"/>
            <p:cNvSpPr/>
            <p:nvPr/>
          </p:nvSpPr>
          <p:spPr>
            <a:xfrm>
              <a:off x="5776837" y="2874895"/>
              <a:ext cx="117405" cy="117405"/>
            </a:xfrm>
            <a:prstGeom prst="ellipse">
              <a:avLst/>
            </a:prstGeom>
            <a:solidFill>
              <a:srgbClr val="392D5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l3962"/>
            <p:cNvSpPr/>
            <p:nvPr/>
          </p:nvSpPr>
          <p:spPr>
            <a:xfrm>
              <a:off x="2850464" y="4909126"/>
              <a:ext cx="52349" cy="84401"/>
            </a:xfrm>
            <a:custGeom>
              <a:avLst/>
              <a:gdLst/>
              <a:ahLst/>
              <a:cxnLst/>
              <a:rect l="0" t="0" r="0" b="0"/>
              <a:pathLst>
                <a:path w="52349" h="84401">
                  <a:moveTo>
                    <a:pt x="0" y="0"/>
                  </a:moveTo>
                  <a:lnTo>
                    <a:pt x="52349" y="84401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l3963"/>
            <p:cNvSpPr/>
            <p:nvPr/>
          </p:nvSpPr>
          <p:spPr>
            <a:xfrm>
              <a:off x="3511767" y="4762566"/>
              <a:ext cx="53566" cy="82297"/>
            </a:xfrm>
            <a:custGeom>
              <a:avLst/>
              <a:gdLst/>
              <a:ahLst/>
              <a:cxnLst/>
              <a:rect l="0" t="0" r="0" b="0"/>
              <a:pathLst>
                <a:path w="53566" h="82297">
                  <a:moveTo>
                    <a:pt x="0" y="0"/>
                  </a:moveTo>
                  <a:lnTo>
                    <a:pt x="53566" y="82297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l3964"/>
            <p:cNvSpPr/>
            <p:nvPr/>
          </p:nvSpPr>
          <p:spPr>
            <a:xfrm>
              <a:off x="4513468" y="4609300"/>
              <a:ext cx="54359" cy="79599"/>
            </a:xfrm>
            <a:custGeom>
              <a:avLst/>
              <a:gdLst/>
              <a:ahLst/>
              <a:cxnLst/>
              <a:rect l="0" t="0" r="0" b="0"/>
              <a:pathLst>
                <a:path w="54359" h="79599">
                  <a:moveTo>
                    <a:pt x="0" y="0"/>
                  </a:moveTo>
                  <a:lnTo>
                    <a:pt x="54359" y="79599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l3965"/>
            <p:cNvSpPr/>
            <p:nvPr/>
          </p:nvSpPr>
          <p:spPr>
            <a:xfrm>
              <a:off x="5505620" y="3050113"/>
              <a:ext cx="167256" cy="8857"/>
            </a:xfrm>
            <a:custGeom>
              <a:avLst/>
              <a:gdLst/>
              <a:ahLst/>
              <a:cxnLst/>
              <a:rect l="0" t="0" r="0" b="0"/>
              <a:pathLst>
                <a:path w="167256" h="8857">
                  <a:moveTo>
                    <a:pt x="0" y="0"/>
                  </a:moveTo>
                  <a:lnTo>
                    <a:pt x="167256" y="8857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l3966"/>
            <p:cNvSpPr/>
            <p:nvPr/>
          </p:nvSpPr>
          <p:spPr>
            <a:xfrm>
              <a:off x="5749256" y="2862523"/>
              <a:ext cx="74837" cy="61645"/>
            </a:xfrm>
            <a:custGeom>
              <a:avLst/>
              <a:gdLst/>
              <a:ahLst/>
              <a:cxnLst/>
              <a:rect l="0" t="0" r="0" b="0"/>
              <a:pathLst>
                <a:path w="74837" h="61645">
                  <a:moveTo>
                    <a:pt x="0" y="0"/>
                  </a:moveTo>
                  <a:lnTo>
                    <a:pt x="74837" y="61645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g3967"/>
            <p:cNvSpPr/>
            <p:nvPr/>
          </p:nvSpPr>
          <p:spPr>
            <a:xfrm>
              <a:off x="2291948" y="4760422"/>
              <a:ext cx="558515" cy="191932"/>
            </a:xfrm>
            <a:custGeom>
              <a:avLst/>
              <a:gdLst/>
              <a:ahLst/>
              <a:cxnLst/>
              <a:rect l="0" t="0" r="0" b="0"/>
              <a:pathLst>
                <a:path w="558515" h="191932">
                  <a:moveTo>
                    <a:pt x="27431" y="191932"/>
                  </a:moveTo>
                  <a:lnTo>
                    <a:pt x="531083" y="191932"/>
                  </a:lnTo>
                  <a:lnTo>
                    <a:pt x="529978" y="191910"/>
                  </a:lnTo>
                  <a:lnTo>
                    <a:pt x="534390" y="191732"/>
                  </a:lnTo>
                  <a:lnTo>
                    <a:pt x="538715" y="190849"/>
                  </a:lnTo>
                  <a:lnTo>
                    <a:pt x="542843" y="189284"/>
                  </a:lnTo>
                  <a:lnTo>
                    <a:pt x="546666" y="187076"/>
                  </a:lnTo>
                  <a:lnTo>
                    <a:pt x="550086" y="184284"/>
                  </a:lnTo>
                  <a:lnTo>
                    <a:pt x="553013" y="180980"/>
                  </a:lnTo>
                  <a:lnTo>
                    <a:pt x="555373" y="177248"/>
                  </a:lnTo>
                  <a:lnTo>
                    <a:pt x="557103" y="173187"/>
                  </a:lnTo>
                  <a:lnTo>
                    <a:pt x="558160" y="168900"/>
                  </a:lnTo>
                  <a:lnTo>
                    <a:pt x="558515" y="164500"/>
                  </a:lnTo>
                  <a:lnTo>
                    <a:pt x="558515" y="27432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tx3968"/>
            <p:cNvSpPr/>
            <p:nvPr/>
          </p:nvSpPr>
          <p:spPr>
            <a:xfrm>
              <a:off x="2337668" y="4806142"/>
              <a:ext cx="46707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W1_TX</a:t>
              </a:r>
            </a:p>
          </p:txBody>
        </p:sp>
        <p:sp>
          <p:nvSpPr>
            <p:cNvPr id="3969" name="pg3969"/>
            <p:cNvSpPr/>
            <p:nvPr/>
          </p:nvSpPr>
          <p:spPr>
            <a:xfrm>
              <a:off x="2960932" y="4613827"/>
              <a:ext cx="550834" cy="191932"/>
            </a:xfrm>
            <a:custGeom>
              <a:avLst/>
              <a:gdLst/>
              <a:ahLst/>
              <a:cxnLst/>
              <a:rect l="0" t="0" r="0" b="0"/>
              <a:pathLst>
                <a:path w="550834" h="191932">
                  <a:moveTo>
                    <a:pt x="27431" y="191932"/>
                  </a:moveTo>
                  <a:lnTo>
                    <a:pt x="523402" y="191932"/>
                  </a:lnTo>
                  <a:lnTo>
                    <a:pt x="522297" y="191910"/>
                  </a:lnTo>
                  <a:lnTo>
                    <a:pt x="526709" y="191732"/>
                  </a:lnTo>
                  <a:lnTo>
                    <a:pt x="531034" y="190849"/>
                  </a:lnTo>
                  <a:lnTo>
                    <a:pt x="535162" y="189284"/>
                  </a:lnTo>
                  <a:lnTo>
                    <a:pt x="538985" y="187076"/>
                  </a:lnTo>
                  <a:lnTo>
                    <a:pt x="542405" y="184284"/>
                  </a:lnTo>
                  <a:lnTo>
                    <a:pt x="545332" y="180980"/>
                  </a:lnTo>
                  <a:lnTo>
                    <a:pt x="547692" y="177248"/>
                  </a:lnTo>
                  <a:lnTo>
                    <a:pt x="549422" y="173187"/>
                  </a:lnTo>
                  <a:lnTo>
                    <a:pt x="550479" y="168900"/>
                  </a:lnTo>
                  <a:lnTo>
                    <a:pt x="550834" y="164500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tx3970"/>
            <p:cNvSpPr/>
            <p:nvPr/>
          </p:nvSpPr>
          <p:spPr>
            <a:xfrm>
              <a:off x="3006652" y="4659547"/>
              <a:ext cx="459394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W2_LA</a:t>
              </a:r>
            </a:p>
          </p:txBody>
        </p:sp>
        <p:sp>
          <p:nvSpPr>
            <p:cNvPr id="3971" name="pg3971"/>
            <p:cNvSpPr/>
            <p:nvPr/>
          </p:nvSpPr>
          <p:spPr>
            <a:xfrm>
              <a:off x="3970498" y="4460372"/>
              <a:ext cx="542970" cy="191932"/>
            </a:xfrm>
            <a:custGeom>
              <a:avLst/>
              <a:gdLst/>
              <a:ahLst/>
              <a:cxnLst/>
              <a:rect l="0" t="0" r="0" b="0"/>
              <a:pathLst>
                <a:path w="542970" h="191932">
                  <a:moveTo>
                    <a:pt x="27432" y="191932"/>
                  </a:moveTo>
                  <a:lnTo>
                    <a:pt x="515538" y="191932"/>
                  </a:lnTo>
                  <a:lnTo>
                    <a:pt x="514434" y="191910"/>
                  </a:lnTo>
                  <a:lnTo>
                    <a:pt x="518845" y="191732"/>
                  </a:lnTo>
                  <a:lnTo>
                    <a:pt x="523170" y="190849"/>
                  </a:lnTo>
                  <a:lnTo>
                    <a:pt x="527298" y="189284"/>
                  </a:lnTo>
                  <a:lnTo>
                    <a:pt x="531121" y="187076"/>
                  </a:lnTo>
                  <a:lnTo>
                    <a:pt x="534541" y="184284"/>
                  </a:lnTo>
                  <a:lnTo>
                    <a:pt x="537469" y="180980"/>
                  </a:lnTo>
                  <a:lnTo>
                    <a:pt x="539828" y="177248"/>
                  </a:lnTo>
                  <a:lnTo>
                    <a:pt x="541558" y="173187"/>
                  </a:lnTo>
                  <a:lnTo>
                    <a:pt x="542615" y="168900"/>
                  </a:lnTo>
                  <a:lnTo>
                    <a:pt x="542970" y="164500"/>
                  </a:lnTo>
                  <a:lnTo>
                    <a:pt x="542970" y="27431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tx3972"/>
            <p:cNvSpPr/>
            <p:nvPr/>
          </p:nvSpPr>
          <p:spPr>
            <a:xfrm>
              <a:off x="4016218" y="4506092"/>
              <a:ext cx="451530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W3_FL</a:t>
              </a:r>
            </a:p>
          </p:txBody>
        </p:sp>
        <p:sp>
          <p:nvSpPr>
            <p:cNvPr id="3973" name="pg3973"/>
            <p:cNvSpPr/>
            <p:nvPr/>
          </p:nvSpPr>
          <p:spPr>
            <a:xfrm>
              <a:off x="4923878" y="2954124"/>
              <a:ext cx="581741" cy="191932"/>
            </a:xfrm>
            <a:custGeom>
              <a:avLst/>
              <a:gdLst/>
              <a:ahLst/>
              <a:cxnLst/>
              <a:rect l="0" t="0" r="0" b="0"/>
              <a:pathLst>
                <a:path w="581741" h="191932">
                  <a:moveTo>
                    <a:pt x="27432" y="191932"/>
                  </a:moveTo>
                  <a:lnTo>
                    <a:pt x="554309" y="191932"/>
                  </a:lnTo>
                  <a:lnTo>
                    <a:pt x="553204" y="191910"/>
                  </a:lnTo>
                  <a:lnTo>
                    <a:pt x="557615" y="191732"/>
                  </a:lnTo>
                  <a:lnTo>
                    <a:pt x="561941" y="190849"/>
                  </a:lnTo>
                  <a:lnTo>
                    <a:pt x="566069" y="189284"/>
                  </a:lnTo>
                  <a:lnTo>
                    <a:pt x="569892" y="187076"/>
                  </a:lnTo>
                  <a:lnTo>
                    <a:pt x="573312" y="184284"/>
                  </a:lnTo>
                  <a:lnTo>
                    <a:pt x="576239" y="180980"/>
                  </a:lnTo>
                  <a:lnTo>
                    <a:pt x="578599" y="177248"/>
                  </a:lnTo>
                  <a:lnTo>
                    <a:pt x="580329" y="173187"/>
                  </a:lnTo>
                  <a:lnTo>
                    <a:pt x="581386" y="168900"/>
                  </a:lnTo>
                  <a:lnTo>
                    <a:pt x="581741" y="164500"/>
                  </a:lnTo>
                  <a:lnTo>
                    <a:pt x="581741" y="27432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tx3974"/>
            <p:cNvSpPr/>
            <p:nvPr/>
          </p:nvSpPr>
          <p:spPr>
            <a:xfrm>
              <a:off x="4969598" y="2999844"/>
              <a:ext cx="490301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W5_NH</a:t>
              </a:r>
            </a:p>
          </p:txBody>
        </p:sp>
        <p:sp>
          <p:nvSpPr>
            <p:cNvPr id="3975" name="pg3975"/>
            <p:cNvSpPr/>
            <p:nvPr/>
          </p:nvSpPr>
          <p:spPr>
            <a:xfrm>
              <a:off x="5285435" y="2670591"/>
              <a:ext cx="589605" cy="191932"/>
            </a:xfrm>
            <a:custGeom>
              <a:avLst/>
              <a:gdLst/>
              <a:ahLst/>
              <a:cxnLst/>
              <a:rect l="0" t="0" r="0" b="0"/>
              <a:pathLst>
                <a:path w="589605" h="191932">
                  <a:moveTo>
                    <a:pt x="27432" y="191932"/>
                  </a:moveTo>
                  <a:lnTo>
                    <a:pt x="562173" y="191932"/>
                  </a:lnTo>
                  <a:lnTo>
                    <a:pt x="561068" y="191910"/>
                  </a:lnTo>
                  <a:lnTo>
                    <a:pt x="565479" y="191732"/>
                  </a:lnTo>
                  <a:lnTo>
                    <a:pt x="569805" y="190849"/>
                  </a:lnTo>
                  <a:lnTo>
                    <a:pt x="573933" y="189284"/>
                  </a:lnTo>
                  <a:lnTo>
                    <a:pt x="577756" y="187076"/>
                  </a:lnTo>
                  <a:lnTo>
                    <a:pt x="581175" y="184284"/>
                  </a:lnTo>
                  <a:lnTo>
                    <a:pt x="584103" y="180980"/>
                  </a:lnTo>
                  <a:lnTo>
                    <a:pt x="586462" y="177248"/>
                  </a:lnTo>
                  <a:lnTo>
                    <a:pt x="588193" y="173187"/>
                  </a:lnTo>
                  <a:lnTo>
                    <a:pt x="589249" y="168900"/>
                  </a:lnTo>
                  <a:lnTo>
                    <a:pt x="589605" y="164500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tx3976"/>
            <p:cNvSpPr/>
            <p:nvPr/>
          </p:nvSpPr>
          <p:spPr>
            <a:xfrm>
              <a:off x="5331155" y="2716311"/>
              <a:ext cx="49816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W6_ME</a:t>
              </a:r>
            </a:p>
          </p:txBody>
        </p:sp>
        <p:sp>
          <p:nvSpPr>
            <p:cNvPr id="3977" name="rc3977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tx3978"/>
            <p:cNvSpPr/>
            <p:nvPr/>
          </p:nvSpPr>
          <p:spPr>
            <a:xfrm>
              <a:off x="1889564" y="536684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2013922" y="534846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2058636" y="536684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889564" y="471646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2013922" y="469808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2058636" y="471646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889564" y="406618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2013922" y="40478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2058636" y="406618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1889564" y="341590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2013922" y="339752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2058636" y="341590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1889564" y="276572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45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2013922" y="27473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2" name="tx3992"/>
            <p:cNvSpPr/>
            <p:nvPr/>
          </p:nvSpPr>
          <p:spPr>
            <a:xfrm>
              <a:off x="2058636" y="276572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93" name="pl3993"/>
            <p:cNvSpPr/>
            <p:nvPr/>
          </p:nvSpPr>
          <p:spPr>
            <a:xfrm>
              <a:off x="2167122" y="540785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l3994"/>
            <p:cNvSpPr/>
            <p:nvPr/>
          </p:nvSpPr>
          <p:spPr>
            <a:xfrm>
              <a:off x="2167122" y="47575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l3995"/>
            <p:cNvSpPr/>
            <p:nvPr/>
          </p:nvSpPr>
          <p:spPr>
            <a:xfrm>
              <a:off x="2167122" y="410729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l3996"/>
            <p:cNvSpPr/>
            <p:nvPr/>
          </p:nvSpPr>
          <p:spPr>
            <a:xfrm>
              <a:off x="2167122" y="345701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l3997"/>
            <p:cNvSpPr/>
            <p:nvPr/>
          </p:nvSpPr>
          <p:spPr>
            <a:xfrm>
              <a:off x="2167122" y="28067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l3998"/>
            <p:cNvSpPr/>
            <p:nvPr/>
          </p:nvSpPr>
          <p:spPr>
            <a:xfrm>
              <a:off x="26109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l3999"/>
            <p:cNvSpPr/>
            <p:nvPr/>
          </p:nvSpPr>
          <p:spPr>
            <a:xfrm>
              <a:off x="31401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l4000"/>
            <p:cNvSpPr/>
            <p:nvPr/>
          </p:nvSpPr>
          <p:spPr>
            <a:xfrm>
              <a:off x="36693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l4001"/>
            <p:cNvSpPr/>
            <p:nvPr/>
          </p:nvSpPr>
          <p:spPr>
            <a:xfrm>
              <a:off x="41984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l4002"/>
            <p:cNvSpPr/>
            <p:nvPr/>
          </p:nvSpPr>
          <p:spPr>
            <a:xfrm>
              <a:off x="472766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l4003"/>
            <p:cNvSpPr/>
            <p:nvPr/>
          </p:nvSpPr>
          <p:spPr>
            <a:xfrm>
              <a:off x="52568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l4004"/>
            <p:cNvSpPr/>
            <p:nvPr/>
          </p:nvSpPr>
          <p:spPr>
            <a:xfrm>
              <a:off x="57860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l4005"/>
            <p:cNvSpPr/>
            <p:nvPr/>
          </p:nvSpPr>
          <p:spPr>
            <a:xfrm>
              <a:off x="63151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tx4006"/>
            <p:cNvSpPr/>
            <p:nvPr/>
          </p:nvSpPr>
          <p:spPr>
            <a:xfrm>
              <a:off x="2442620" y="5783578"/>
              <a:ext cx="186537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4007" name="tx4007"/>
            <p:cNvSpPr/>
            <p:nvPr/>
          </p:nvSpPr>
          <p:spPr>
            <a:xfrm>
              <a:off x="262915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67387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29873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95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31427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31874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35165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90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36719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7166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40457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85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42010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42458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457491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80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47302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47749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51040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75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52594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53041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56332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70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57886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58333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61624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65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63177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63625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30" name="tx4030"/>
            <p:cNvSpPr/>
            <p:nvPr/>
          </p:nvSpPr>
          <p:spPr>
            <a:xfrm>
              <a:off x="4066122" y="5925448"/>
              <a:ext cx="6138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</a:t>
              </a:r>
            </a:p>
          </p:txBody>
        </p:sp>
        <p:sp>
          <p:nvSpPr>
            <p:cNvPr id="4031" name="tx4031"/>
            <p:cNvSpPr/>
            <p:nvPr/>
          </p:nvSpPr>
          <p:spPr>
            <a:xfrm rot="-5400000">
              <a:off x="1525174" y="3987658"/>
              <a:ext cx="497159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</a:t>
              </a:r>
            </a:p>
          </p:txBody>
        </p:sp>
        <p:sp>
          <p:nvSpPr>
            <p:cNvPr id="4032" name="rc4032"/>
            <p:cNvSpPr/>
            <p:nvPr/>
          </p:nvSpPr>
          <p:spPr>
            <a:xfrm>
              <a:off x="6683342" y="3243743"/>
              <a:ext cx="737012" cy="158804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3" name="tx4033"/>
            <p:cNvSpPr/>
            <p:nvPr/>
          </p:nvSpPr>
          <p:spPr>
            <a:xfrm>
              <a:off x="6752931" y="3328785"/>
              <a:ext cx="597834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</a:t>
              </a:r>
            </a:p>
          </p:txBody>
        </p:sp>
        <p:sp>
          <p:nvSpPr>
            <p:cNvPr id="4034" name="tx4034"/>
            <p:cNvSpPr/>
            <p:nvPr/>
          </p:nvSpPr>
          <p:spPr>
            <a:xfrm>
              <a:off x="6752931" y="3479661"/>
              <a:ext cx="37252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Offset</a:t>
              </a:r>
            </a:p>
          </p:txBody>
        </p:sp>
        <p:pic>
          <p:nvPicPr>
            <p:cNvPr id="4035" name="pic40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52931" y="3664922"/>
              <a:ext cx="219455" cy="1097280"/>
            </a:xfrm>
            <a:prstGeom prst="rect">
              <a:avLst/>
            </a:prstGeom>
          </p:spPr>
        </p:pic>
        <p:sp>
          <p:nvSpPr>
            <p:cNvPr id="4036" name="pl4036"/>
            <p:cNvSpPr/>
            <p:nvPr/>
          </p:nvSpPr>
          <p:spPr>
            <a:xfrm>
              <a:off x="6928496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l4037"/>
            <p:cNvSpPr/>
            <p:nvPr/>
          </p:nvSpPr>
          <p:spPr>
            <a:xfrm>
              <a:off x="6928496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l4038"/>
            <p:cNvSpPr/>
            <p:nvPr/>
          </p:nvSpPr>
          <p:spPr>
            <a:xfrm>
              <a:off x="6928496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l4039"/>
            <p:cNvSpPr/>
            <p:nvPr/>
          </p:nvSpPr>
          <p:spPr>
            <a:xfrm>
              <a:off x="6928496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l4040"/>
            <p:cNvSpPr/>
            <p:nvPr/>
          </p:nvSpPr>
          <p:spPr>
            <a:xfrm>
              <a:off x="6928496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l4041"/>
            <p:cNvSpPr/>
            <p:nvPr/>
          </p:nvSpPr>
          <p:spPr>
            <a:xfrm>
              <a:off x="6752931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l4042"/>
            <p:cNvSpPr/>
            <p:nvPr/>
          </p:nvSpPr>
          <p:spPr>
            <a:xfrm>
              <a:off x="6752931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l4043"/>
            <p:cNvSpPr/>
            <p:nvPr/>
          </p:nvSpPr>
          <p:spPr>
            <a:xfrm>
              <a:off x="6752931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l4044"/>
            <p:cNvSpPr/>
            <p:nvPr/>
          </p:nvSpPr>
          <p:spPr>
            <a:xfrm>
              <a:off x="6752931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l4045"/>
            <p:cNvSpPr/>
            <p:nvPr/>
          </p:nvSpPr>
          <p:spPr>
            <a:xfrm>
              <a:off x="6752931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tx4046"/>
            <p:cNvSpPr/>
            <p:nvPr/>
          </p:nvSpPr>
          <p:spPr>
            <a:xfrm>
              <a:off x="7041976" y="4720322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7041976" y="4446917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0.01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7041976" y="4173511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0.02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7041976" y="3900105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0.03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7041976" y="3626700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0.04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2201917" y="1669789"/>
              <a:ext cx="2541117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Offset to 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2201917" y="1998973"/>
              <a:ext cx="1998695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Lewisetta (GF)</a:t>
              </a:r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754045" y="1600200"/>
              <a:ext cx="563590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384234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2486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86548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60611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534673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6087361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2301906" y="555518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301906" y="4615577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301906" y="3675975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301906" y="2736372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301906" y="179677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g17"/>
            <p:cNvSpPr/>
            <p:nvPr/>
          </p:nvSpPr>
          <p:spPr>
            <a:xfrm>
              <a:off x="4171236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g18"/>
            <p:cNvSpPr/>
            <p:nvPr/>
          </p:nvSpPr>
          <p:spPr>
            <a:xfrm>
              <a:off x="425267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4334110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4415547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449698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457842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465985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06704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514848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522991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5311355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39279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408979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4171236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425267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4334110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4415547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449698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457842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465985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506704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514848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522991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5311355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539279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368261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376405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384548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392692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400836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408979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4171236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425267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433411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441554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449698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457842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498560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506704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514848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522991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311355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39279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360117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368261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376405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384548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392692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400836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408979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417123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425267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433411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441554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449698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490417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498560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506704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514848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22991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311355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39279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343830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351973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360117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368261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376405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384548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392692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400836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408979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417123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425267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433411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482273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490417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498560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06704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14848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22991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327542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335686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343830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351973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360117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368261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376405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384548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392692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400836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408979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417123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425267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433411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441554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449698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457842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474129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482273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490417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498560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06704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14848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22991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327542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335686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343830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351973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360117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368261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376405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384548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392692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400836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408979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417123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425267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433411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441554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449698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457842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465985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474129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482273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490417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498560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06704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14848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327542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335686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343830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351973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360117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368261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376405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384548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392692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400836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408979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417123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425267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433411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441554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449698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457842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465985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474129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482273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490417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498560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06704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303111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311255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327542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335686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343830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351973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360117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368261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376405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384548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408979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417123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425267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433411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441554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449698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457842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465985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474129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482273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490417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498560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294967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303111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311255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319399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327542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335686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343830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351973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360117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368261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376405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384548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417123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425267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433411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441554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449698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457842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465985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474129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482273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490417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286824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294967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303111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311255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319399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327542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335686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343830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351973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360117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368261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376405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384548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417123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425267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433411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441554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449698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457842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465985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474129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482273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278680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286824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294967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303111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311255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319399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327542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335686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343830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351973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360117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368261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376405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384548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392692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425267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433411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441554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449698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457842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465985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474129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278680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286824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294967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303111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311255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319399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327542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335686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343830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351973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360117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368261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376405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384548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392692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425267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433411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441554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449698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457842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465985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270536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278680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286824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294967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303111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311255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319399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327542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335686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343830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351973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360117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368261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376405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384548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392692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400836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425267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433411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441554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449698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457842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465985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270536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278680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286824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294967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303111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311255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319399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327542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335686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343830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351973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360117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368261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376405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384548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392692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400836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408979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433411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441554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449698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457842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465985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270536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278680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286824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294967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303111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311255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319399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327542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335686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343830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351973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360117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368261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376405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384548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392692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400836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408979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425267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433411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441554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449698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457842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465985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278680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286824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294967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303111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311255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319399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327542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335686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343830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351973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360117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368261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376405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384548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392692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400836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408979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417123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425267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433411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441554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449698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457842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465985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286824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294967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303111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311255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319399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327542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335686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343830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351973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360117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368261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376405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384548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392692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400836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408979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417123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425267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433411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441554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449698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457842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286824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294967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303111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311255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319399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327542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335686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343830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351973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360117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368261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376405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384548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392692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400836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408979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417123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425267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433411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441554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449698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303111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311255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319399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327542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335686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343830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351973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360117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368261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376405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384548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392692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400836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408979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417123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425267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433411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441554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311255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319399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327542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335686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343830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351973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360117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368261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376405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384548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392692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400836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408979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417123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425267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433411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319399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327542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335686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343830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351973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360117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368261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376405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384548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392692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400836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408979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417123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425267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433411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286824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294967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303111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311255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319399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327542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335686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343830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351973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360117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368261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376405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384548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392692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400836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408979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417123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425267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278680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286824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294967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303111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311255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319399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327542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335686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343830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351973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360117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368261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376405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384548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392692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400836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408979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417123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425267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278680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286824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294967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303111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311255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319399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327542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335686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343830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351973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360117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368261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376405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384548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392692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400836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408979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417123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278680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286824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294967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303111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311255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319399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327542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335686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343830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351973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360117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368261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376405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384548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392692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400836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408979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286824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294967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303111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2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311255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319399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327542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335686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343830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351973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360117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368261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376405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384548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392692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400836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311255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319399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327542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335686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343830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3519738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3601176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368261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376405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384548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392692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400836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327542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335686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343830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3519738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3601176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3682613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3764050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384548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392692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400836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335686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343830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3519738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3601176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3682613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3764050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3845487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392692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400836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343830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351973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3601176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3682613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3764050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3845487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3926924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400836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408979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3682613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3764050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3845487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3926924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4008361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4089798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327542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3601176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3682613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3764050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384548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3926924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4008361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4089798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319399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327542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335686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343830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351973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3601176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3682613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376405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384548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392692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400836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408979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311255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319399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327542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335686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343830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351973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360117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368261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376405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384548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392692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400836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408979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417123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311255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319399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327542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335686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343830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351973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360117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368261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376405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384548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392692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400836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408979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417123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425267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311255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319399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327542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335686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343830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351973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360117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368261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376405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384548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392692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400836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408979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417123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425267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284534" y="1853932"/>
              <a:ext cx="27605" cy="141906"/>
            </a:xfrm>
            <a:custGeom>
              <a:avLst/>
              <a:gdLst/>
              <a:ahLst/>
              <a:cxnLst/>
              <a:rect l="0" t="0" r="0" b="0"/>
              <a:pathLst>
                <a:path w="27605" h="141906">
                  <a:moveTo>
                    <a:pt x="25965" y="15142"/>
                  </a:moveTo>
                  <a:lnTo>
                    <a:pt x="3001" y="141906"/>
                  </a:lnTo>
                  <a:lnTo>
                    <a:pt x="0" y="103414"/>
                  </a:lnTo>
                  <a:lnTo>
                    <a:pt x="9634" y="0"/>
                  </a:lnTo>
                  <a:lnTo>
                    <a:pt x="2760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4217860" y="1853932"/>
              <a:ext cx="1042192" cy="937770"/>
            </a:xfrm>
            <a:custGeom>
              <a:avLst/>
              <a:gdLst/>
              <a:ahLst/>
              <a:cxnLst/>
              <a:rect l="0" t="0" r="0" b="0"/>
              <a:pathLst>
                <a:path w="1042192" h="937770">
                  <a:moveTo>
                    <a:pt x="1041757" y="966"/>
                  </a:moveTo>
                  <a:lnTo>
                    <a:pt x="998433" y="199714"/>
                  </a:lnTo>
                  <a:lnTo>
                    <a:pt x="938872" y="305648"/>
                  </a:lnTo>
                  <a:lnTo>
                    <a:pt x="884012" y="378917"/>
                  </a:lnTo>
                  <a:lnTo>
                    <a:pt x="827417" y="366805"/>
                  </a:lnTo>
                  <a:lnTo>
                    <a:pt x="840146" y="425026"/>
                  </a:lnTo>
                  <a:lnTo>
                    <a:pt x="824596" y="455352"/>
                  </a:lnTo>
                  <a:lnTo>
                    <a:pt x="811288" y="518619"/>
                  </a:lnTo>
                  <a:lnTo>
                    <a:pt x="777548" y="560552"/>
                  </a:lnTo>
                  <a:lnTo>
                    <a:pt x="745832" y="556515"/>
                  </a:lnTo>
                  <a:lnTo>
                    <a:pt x="700266" y="585419"/>
                  </a:lnTo>
                  <a:lnTo>
                    <a:pt x="682293" y="607532"/>
                  </a:lnTo>
                  <a:lnTo>
                    <a:pt x="680955" y="649879"/>
                  </a:lnTo>
                  <a:lnTo>
                    <a:pt x="650470" y="687132"/>
                  </a:lnTo>
                  <a:lnTo>
                    <a:pt x="540461" y="880650"/>
                  </a:lnTo>
                  <a:lnTo>
                    <a:pt x="444953" y="937770"/>
                  </a:lnTo>
                  <a:lnTo>
                    <a:pt x="422098" y="929465"/>
                  </a:lnTo>
                  <a:lnTo>
                    <a:pt x="447268" y="838120"/>
                  </a:lnTo>
                  <a:lnTo>
                    <a:pt x="464518" y="745766"/>
                  </a:lnTo>
                  <a:lnTo>
                    <a:pt x="406548" y="705576"/>
                  </a:lnTo>
                  <a:lnTo>
                    <a:pt x="351073" y="684334"/>
                  </a:lnTo>
                  <a:lnTo>
                    <a:pt x="287426" y="687132"/>
                  </a:lnTo>
                  <a:lnTo>
                    <a:pt x="217124" y="615332"/>
                  </a:lnTo>
                  <a:lnTo>
                    <a:pt x="126499" y="563121"/>
                  </a:lnTo>
                  <a:lnTo>
                    <a:pt x="0" y="421860"/>
                  </a:lnTo>
                  <a:lnTo>
                    <a:pt x="3688" y="382679"/>
                  </a:lnTo>
                  <a:lnTo>
                    <a:pt x="506" y="316935"/>
                  </a:lnTo>
                  <a:lnTo>
                    <a:pt x="38947" y="213064"/>
                  </a:lnTo>
                  <a:lnTo>
                    <a:pt x="75798" y="140438"/>
                  </a:lnTo>
                  <a:lnTo>
                    <a:pt x="126680" y="102817"/>
                  </a:lnTo>
                  <a:lnTo>
                    <a:pt x="274335" y="64508"/>
                  </a:lnTo>
                  <a:lnTo>
                    <a:pt x="311366" y="6884"/>
                  </a:lnTo>
                  <a:lnTo>
                    <a:pt x="314479" y="0"/>
                  </a:lnTo>
                  <a:lnTo>
                    <a:pt x="1042192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2490532" y="1853932"/>
              <a:ext cx="2088998" cy="3682871"/>
            </a:xfrm>
            <a:custGeom>
              <a:avLst/>
              <a:gdLst/>
              <a:ahLst/>
              <a:cxnLst/>
              <a:rect l="0" t="0" r="0" b="0"/>
              <a:pathLst>
                <a:path w="2088998" h="3682871">
                  <a:moveTo>
                    <a:pt x="1987487" y="41706"/>
                  </a:moveTo>
                  <a:lnTo>
                    <a:pt x="1877912" y="69968"/>
                  </a:lnTo>
                  <a:lnTo>
                    <a:pt x="1818858" y="101074"/>
                  </a:lnTo>
                  <a:lnTo>
                    <a:pt x="1771628" y="148650"/>
                  </a:lnTo>
                  <a:lnTo>
                    <a:pt x="1743674" y="208385"/>
                  </a:lnTo>
                  <a:lnTo>
                    <a:pt x="1680388" y="280369"/>
                  </a:lnTo>
                  <a:lnTo>
                    <a:pt x="1684836" y="328588"/>
                  </a:lnTo>
                  <a:lnTo>
                    <a:pt x="1695432" y="362859"/>
                  </a:lnTo>
                  <a:lnTo>
                    <a:pt x="1690550" y="434293"/>
                  </a:lnTo>
                  <a:lnTo>
                    <a:pt x="1730583" y="503937"/>
                  </a:lnTo>
                  <a:lnTo>
                    <a:pt x="1809961" y="618039"/>
                  </a:lnTo>
                  <a:lnTo>
                    <a:pt x="1825114" y="795269"/>
                  </a:lnTo>
                  <a:lnTo>
                    <a:pt x="1885687" y="913867"/>
                  </a:lnTo>
                  <a:lnTo>
                    <a:pt x="1978519" y="1052146"/>
                  </a:lnTo>
                  <a:lnTo>
                    <a:pt x="2049905" y="1091464"/>
                  </a:lnTo>
                  <a:lnTo>
                    <a:pt x="2053377" y="1142895"/>
                  </a:lnTo>
                  <a:lnTo>
                    <a:pt x="2020432" y="1227817"/>
                  </a:lnTo>
                  <a:lnTo>
                    <a:pt x="1977000" y="1266630"/>
                  </a:lnTo>
                  <a:lnTo>
                    <a:pt x="2033487" y="1258877"/>
                  </a:lnTo>
                  <a:lnTo>
                    <a:pt x="2061622" y="1278284"/>
                  </a:lnTo>
                  <a:lnTo>
                    <a:pt x="2088998" y="1349121"/>
                  </a:lnTo>
                  <a:lnTo>
                    <a:pt x="2086864" y="1421426"/>
                  </a:lnTo>
                  <a:lnTo>
                    <a:pt x="2077606" y="1462167"/>
                  </a:lnTo>
                  <a:lnTo>
                    <a:pt x="2060501" y="1478408"/>
                  </a:lnTo>
                  <a:lnTo>
                    <a:pt x="2061224" y="1436796"/>
                  </a:lnTo>
                  <a:lnTo>
                    <a:pt x="2049110" y="1422344"/>
                  </a:lnTo>
                  <a:lnTo>
                    <a:pt x="2029111" y="1440374"/>
                  </a:lnTo>
                  <a:lnTo>
                    <a:pt x="2016165" y="1460928"/>
                  </a:lnTo>
                  <a:lnTo>
                    <a:pt x="2010776" y="1541905"/>
                  </a:lnTo>
                  <a:lnTo>
                    <a:pt x="1997071" y="1582370"/>
                  </a:lnTo>
                  <a:lnTo>
                    <a:pt x="1948612" y="1594390"/>
                  </a:lnTo>
                  <a:lnTo>
                    <a:pt x="1899466" y="1700646"/>
                  </a:lnTo>
                  <a:lnTo>
                    <a:pt x="1853755" y="1760931"/>
                  </a:lnTo>
                  <a:lnTo>
                    <a:pt x="1673879" y="2168566"/>
                  </a:lnTo>
                  <a:lnTo>
                    <a:pt x="1680750" y="2236697"/>
                  </a:lnTo>
                  <a:lnTo>
                    <a:pt x="1647841" y="2258627"/>
                  </a:lnTo>
                  <a:lnTo>
                    <a:pt x="1598008" y="2276474"/>
                  </a:lnTo>
                  <a:lnTo>
                    <a:pt x="1547596" y="2317214"/>
                  </a:lnTo>
                  <a:lnTo>
                    <a:pt x="1514145" y="2362130"/>
                  </a:lnTo>
                  <a:lnTo>
                    <a:pt x="1483081" y="2482929"/>
                  </a:lnTo>
                  <a:lnTo>
                    <a:pt x="1423556" y="2618915"/>
                  </a:lnTo>
                  <a:lnTo>
                    <a:pt x="1386416" y="2562254"/>
                  </a:lnTo>
                  <a:lnTo>
                    <a:pt x="1376905" y="2513760"/>
                  </a:lnTo>
                  <a:lnTo>
                    <a:pt x="1393432" y="2387272"/>
                  </a:lnTo>
                  <a:lnTo>
                    <a:pt x="1457803" y="2179898"/>
                  </a:lnTo>
                  <a:lnTo>
                    <a:pt x="1528719" y="2050978"/>
                  </a:lnTo>
                  <a:lnTo>
                    <a:pt x="1582819" y="1989868"/>
                  </a:lnTo>
                  <a:lnTo>
                    <a:pt x="1627300" y="1865306"/>
                  </a:lnTo>
                  <a:lnTo>
                    <a:pt x="1571103" y="1846725"/>
                  </a:lnTo>
                  <a:lnTo>
                    <a:pt x="1485432" y="1848744"/>
                  </a:lnTo>
                  <a:lnTo>
                    <a:pt x="1501560" y="1791257"/>
                  </a:lnTo>
                  <a:lnTo>
                    <a:pt x="1526549" y="1740607"/>
                  </a:lnTo>
                  <a:lnTo>
                    <a:pt x="1481888" y="1690140"/>
                  </a:lnTo>
                  <a:lnTo>
                    <a:pt x="1455452" y="1683717"/>
                  </a:lnTo>
                  <a:lnTo>
                    <a:pt x="1428221" y="1663025"/>
                  </a:lnTo>
                  <a:lnTo>
                    <a:pt x="1460153" y="1621000"/>
                  </a:lnTo>
                  <a:lnTo>
                    <a:pt x="1475740" y="1576589"/>
                  </a:lnTo>
                  <a:lnTo>
                    <a:pt x="1466229" y="1522544"/>
                  </a:lnTo>
                  <a:lnTo>
                    <a:pt x="1479609" y="1481849"/>
                  </a:lnTo>
                  <a:lnTo>
                    <a:pt x="1457296" y="1487997"/>
                  </a:lnTo>
                  <a:lnTo>
                    <a:pt x="1421422" y="1531077"/>
                  </a:lnTo>
                  <a:lnTo>
                    <a:pt x="1399110" y="1548282"/>
                  </a:lnTo>
                  <a:lnTo>
                    <a:pt x="1385512" y="1510156"/>
                  </a:lnTo>
                  <a:lnTo>
                    <a:pt x="1369998" y="1518782"/>
                  </a:lnTo>
                  <a:lnTo>
                    <a:pt x="1359909" y="1544979"/>
                  </a:lnTo>
                  <a:lnTo>
                    <a:pt x="1337017" y="1559385"/>
                  </a:lnTo>
                  <a:lnTo>
                    <a:pt x="1288667" y="1523553"/>
                  </a:lnTo>
                  <a:lnTo>
                    <a:pt x="1218184" y="1482537"/>
                  </a:lnTo>
                  <a:lnTo>
                    <a:pt x="1178947" y="1411975"/>
                  </a:lnTo>
                  <a:lnTo>
                    <a:pt x="1156562" y="1357287"/>
                  </a:lnTo>
                  <a:lnTo>
                    <a:pt x="1179309" y="1258326"/>
                  </a:lnTo>
                  <a:lnTo>
                    <a:pt x="1228021" y="1240755"/>
                  </a:lnTo>
                  <a:lnTo>
                    <a:pt x="1291307" y="1256812"/>
                  </a:lnTo>
                  <a:lnTo>
                    <a:pt x="1374265" y="1256675"/>
                  </a:lnTo>
                  <a:lnTo>
                    <a:pt x="1362404" y="1234699"/>
                  </a:lnTo>
                  <a:lnTo>
                    <a:pt x="1332786" y="1238323"/>
                  </a:lnTo>
                  <a:lnTo>
                    <a:pt x="1245343" y="1158035"/>
                  </a:lnTo>
                  <a:lnTo>
                    <a:pt x="1217208" y="1109541"/>
                  </a:lnTo>
                  <a:lnTo>
                    <a:pt x="1168821" y="1096236"/>
                  </a:lnTo>
                  <a:lnTo>
                    <a:pt x="1146762" y="1142849"/>
                  </a:lnTo>
                  <a:lnTo>
                    <a:pt x="1122279" y="1155236"/>
                  </a:lnTo>
                  <a:lnTo>
                    <a:pt x="1152512" y="1053247"/>
                  </a:lnTo>
                  <a:lnTo>
                    <a:pt x="1192038" y="1049072"/>
                  </a:lnTo>
                  <a:lnTo>
                    <a:pt x="1250406" y="1020811"/>
                  </a:lnTo>
                  <a:lnTo>
                    <a:pt x="1233445" y="961764"/>
                  </a:lnTo>
                  <a:lnTo>
                    <a:pt x="1196595" y="935934"/>
                  </a:lnTo>
                  <a:lnTo>
                    <a:pt x="1130054" y="968325"/>
                  </a:lnTo>
                  <a:lnTo>
                    <a:pt x="1130850" y="926804"/>
                  </a:lnTo>
                  <a:lnTo>
                    <a:pt x="1143326" y="873631"/>
                  </a:lnTo>
                  <a:lnTo>
                    <a:pt x="1193485" y="873814"/>
                  </a:lnTo>
                  <a:lnTo>
                    <a:pt x="1237423" y="891156"/>
                  </a:lnTo>
                  <a:lnTo>
                    <a:pt x="1274816" y="805271"/>
                  </a:lnTo>
                  <a:lnTo>
                    <a:pt x="1276480" y="766916"/>
                  </a:lnTo>
                  <a:lnTo>
                    <a:pt x="1214351" y="822659"/>
                  </a:lnTo>
                  <a:lnTo>
                    <a:pt x="1200392" y="702410"/>
                  </a:lnTo>
                  <a:lnTo>
                    <a:pt x="1261544" y="586428"/>
                  </a:lnTo>
                  <a:lnTo>
                    <a:pt x="1319876" y="535869"/>
                  </a:lnTo>
                  <a:lnTo>
                    <a:pt x="1392745" y="537337"/>
                  </a:lnTo>
                  <a:lnTo>
                    <a:pt x="1466807" y="529171"/>
                  </a:lnTo>
                  <a:lnTo>
                    <a:pt x="1420338" y="507929"/>
                  </a:lnTo>
                  <a:lnTo>
                    <a:pt x="1372638" y="496413"/>
                  </a:lnTo>
                  <a:lnTo>
                    <a:pt x="1408476" y="450580"/>
                  </a:lnTo>
                  <a:lnTo>
                    <a:pt x="1439034" y="442368"/>
                  </a:lnTo>
                  <a:lnTo>
                    <a:pt x="1469050" y="402407"/>
                  </a:lnTo>
                  <a:lnTo>
                    <a:pt x="1396868" y="408326"/>
                  </a:lnTo>
                  <a:lnTo>
                    <a:pt x="1405366" y="332717"/>
                  </a:lnTo>
                  <a:lnTo>
                    <a:pt x="1370287" y="348086"/>
                  </a:lnTo>
                  <a:lnTo>
                    <a:pt x="1328302" y="355198"/>
                  </a:lnTo>
                  <a:lnTo>
                    <a:pt x="1311956" y="387267"/>
                  </a:lnTo>
                  <a:lnTo>
                    <a:pt x="1315175" y="440533"/>
                  </a:lnTo>
                  <a:lnTo>
                    <a:pt x="1302915" y="475492"/>
                  </a:lnTo>
                  <a:lnTo>
                    <a:pt x="1270260" y="503570"/>
                  </a:lnTo>
                  <a:lnTo>
                    <a:pt x="1215111" y="525455"/>
                  </a:lnTo>
                  <a:lnTo>
                    <a:pt x="1209758" y="487513"/>
                  </a:lnTo>
                  <a:lnTo>
                    <a:pt x="1191532" y="470308"/>
                  </a:lnTo>
                  <a:lnTo>
                    <a:pt x="1184733" y="551560"/>
                  </a:lnTo>
                  <a:lnTo>
                    <a:pt x="1170268" y="579179"/>
                  </a:lnTo>
                  <a:lnTo>
                    <a:pt x="1129946" y="502928"/>
                  </a:lnTo>
                  <a:lnTo>
                    <a:pt x="1117831" y="518298"/>
                  </a:lnTo>
                  <a:lnTo>
                    <a:pt x="1119386" y="539952"/>
                  </a:lnTo>
                  <a:lnTo>
                    <a:pt x="1109080" y="577390"/>
                  </a:lnTo>
                  <a:lnTo>
                    <a:pt x="1074507" y="596888"/>
                  </a:lnTo>
                  <a:lnTo>
                    <a:pt x="1076641" y="644878"/>
                  </a:lnTo>
                  <a:lnTo>
                    <a:pt x="1063225" y="671029"/>
                  </a:lnTo>
                  <a:lnTo>
                    <a:pt x="952492" y="629371"/>
                  </a:lnTo>
                  <a:lnTo>
                    <a:pt x="949889" y="643501"/>
                  </a:lnTo>
                  <a:lnTo>
                    <a:pt x="1012524" y="733333"/>
                  </a:lnTo>
                  <a:lnTo>
                    <a:pt x="1058270" y="764026"/>
                  </a:lnTo>
                  <a:lnTo>
                    <a:pt x="1063839" y="813024"/>
                  </a:lnTo>
                  <a:lnTo>
                    <a:pt x="1024566" y="853673"/>
                  </a:lnTo>
                  <a:lnTo>
                    <a:pt x="970393" y="818576"/>
                  </a:lnTo>
                  <a:lnTo>
                    <a:pt x="961280" y="821145"/>
                  </a:lnTo>
                  <a:lnTo>
                    <a:pt x="990717" y="881338"/>
                  </a:lnTo>
                  <a:lnTo>
                    <a:pt x="1009269" y="933916"/>
                  </a:lnTo>
                  <a:lnTo>
                    <a:pt x="990175" y="977960"/>
                  </a:lnTo>
                  <a:lnTo>
                    <a:pt x="993140" y="1032189"/>
                  </a:lnTo>
                  <a:lnTo>
                    <a:pt x="989017" y="1081371"/>
                  </a:lnTo>
                  <a:lnTo>
                    <a:pt x="977337" y="1124268"/>
                  </a:lnTo>
                  <a:lnTo>
                    <a:pt x="1003663" y="1322006"/>
                  </a:lnTo>
                  <a:lnTo>
                    <a:pt x="1035379" y="1375777"/>
                  </a:lnTo>
                  <a:lnTo>
                    <a:pt x="1066552" y="1427207"/>
                  </a:lnTo>
                  <a:lnTo>
                    <a:pt x="1083078" y="1475334"/>
                  </a:lnTo>
                  <a:lnTo>
                    <a:pt x="1049989" y="1482354"/>
                  </a:lnTo>
                  <a:lnTo>
                    <a:pt x="997299" y="1442760"/>
                  </a:lnTo>
                  <a:lnTo>
                    <a:pt x="951010" y="1412572"/>
                  </a:lnTo>
                  <a:lnTo>
                    <a:pt x="895861" y="1316042"/>
                  </a:lnTo>
                  <a:lnTo>
                    <a:pt x="886747" y="1277504"/>
                  </a:lnTo>
                  <a:lnTo>
                    <a:pt x="873295" y="1247040"/>
                  </a:lnTo>
                  <a:lnTo>
                    <a:pt x="879804" y="1317006"/>
                  </a:lnTo>
                  <a:lnTo>
                    <a:pt x="899477" y="1395138"/>
                  </a:lnTo>
                  <a:lnTo>
                    <a:pt x="1072193" y="1569983"/>
                  </a:lnTo>
                  <a:lnTo>
                    <a:pt x="1104089" y="1637058"/>
                  </a:lnTo>
                  <a:lnTo>
                    <a:pt x="1128391" y="1689773"/>
                  </a:lnTo>
                  <a:lnTo>
                    <a:pt x="1122279" y="1740286"/>
                  </a:lnTo>
                  <a:lnTo>
                    <a:pt x="1077256" y="1704546"/>
                  </a:lnTo>
                  <a:lnTo>
                    <a:pt x="1038416" y="1658988"/>
                  </a:lnTo>
                  <a:lnTo>
                    <a:pt x="935315" y="1607512"/>
                  </a:lnTo>
                  <a:lnTo>
                    <a:pt x="805308" y="1574983"/>
                  </a:lnTo>
                  <a:lnTo>
                    <a:pt x="732004" y="1455331"/>
                  </a:lnTo>
                  <a:lnTo>
                    <a:pt x="732258" y="1505247"/>
                  </a:lnTo>
                  <a:lnTo>
                    <a:pt x="715984" y="1547594"/>
                  </a:lnTo>
                  <a:lnTo>
                    <a:pt x="671178" y="1495980"/>
                  </a:lnTo>
                  <a:lnTo>
                    <a:pt x="642934" y="1451936"/>
                  </a:lnTo>
                  <a:lnTo>
                    <a:pt x="633459" y="1403671"/>
                  </a:lnTo>
                  <a:lnTo>
                    <a:pt x="577515" y="1406974"/>
                  </a:lnTo>
                  <a:lnTo>
                    <a:pt x="518858" y="1448908"/>
                  </a:lnTo>
                  <a:lnTo>
                    <a:pt x="462117" y="1438952"/>
                  </a:lnTo>
                  <a:lnTo>
                    <a:pt x="455391" y="1357104"/>
                  </a:lnTo>
                  <a:lnTo>
                    <a:pt x="470724" y="1313748"/>
                  </a:lnTo>
                  <a:lnTo>
                    <a:pt x="534408" y="1211209"/>
                  </a:lnTo>
                  <a:lnTo>
                    <a:pt x="594403" y="1158861"/>
                  </a:lnTo>
                  <a:lnTo>
                    <a:pt x="620875" y="1091281"/>
                  </a:lnTo>
                  <a:lnTo>
                    <a:pt x="611834" y="986493"/>
                  </a:lnTo>
                  <a:lnTo>
                    <a:pt x="600551" y="1093116"/>
                  </a:lnTo>
                  <a:lnTo>
                    <a:pt x="566268" y="1145969"/>
                  </a:lnTo>
                  <a:lnTo>
                    <a:pt x="512384" y="1186342"/>
                  </a:lnTo>
                  <a:lnTo>
                    <a:pt x="441468" y="1258280"/>
                  </a:lnTo>
                  <a:lnTo>
                    <a:pt x="424146" y="1324805"/>
                  </a:lnTo>
                  <a:lnTo>
                    <a:pt x="402014" y="1449367"/>
                  </a:lnTo>
                  <a:lnTo>
                    <a:pt x="431957" y="1491529"/>
                  </a:lnTo>
                  <a:lnTo>
                    <a:pt x="462551" y="1502540"/>
                  </a:lnTo>
                  <a:lnTo>
                    <a:pt x="552924" y="1474279"/>
                  </a:lnTo>
                  <a:lnTo>
                    <a:pt x="599683" y="1486896"/>
                  </a:lnTo>
                  <a:lnTo>
                    <a:pt x="703689" y="1636874"/>
                  </a:lnTo>
                  <a:lnTo>
                    <a:pt x="897343" y="1696196"/>
                  </a:lnTo>
                  <a:lnTo>
                    <a:pt x="967970" y="1733266"/>
                  </a:lnTo>
                  <a:lnTo>
                    <a:pt x="1025542" y="1811536"/>
                  </a:lnTo>
                  <a:lnTo>
                    <a:pt x="1112081" y="1856589"/>
                  </a:lnTo>
                  <a:lnTo>
                    <a:pt x="1179237" y="1922058"/>
                  </a:lnTo>
                  <a:lnTo>
                    <a:pt x="1181045" y="1964772"/>
                  </a:lnTo>
                  <a:lnTo>
                    <a:pt x="1157792" y="2015285"/>
                  </a:lnTo>
                  <a:lnTo>
                    <a:pt x="1148606" y="2083644"/>
                  </a:lnTo>
                  <a:lnTo>
                    <a:pt x="1120073" y="2126771"/>
                  </a:lnTo>
                  <a:lnTo>
                    <a:pt x="1051580" y="2131726"/>
                  </a:lnTo>
                  <a:lnTo>
                    <a:pt x="1010209" y="2120623"/>
                  </a:lnTo>
                  <a:lnTo>
                    <a:pt x="787804" y="1880308"/>
                  </a:lnTo>
                  <a:lnTo>
                    <a:pt x="761261" y="1858195"/>
                  </a:lnTo>
                  <a:lnTo>
                    <a:pt x="678772" y="1732349"/>
                  </a:lnTo>
                  <a:lnTo>
                    <a:pt x="581999" y="1664952"/>
                  </a:lnTo>
                  <a:lnTo>
                    <a:pt x="552056" y="1666374"/>
                  </a:lnTo>
                  <a:lnTo>
                    <a:pt x="689802" y="1791028"/>
                  </a:lnTo>
                  <a:lnTo>
                    <a:pt x="746036" y="1878198"/>
                  </a:lnTo>
                  <a:lnTo>
                    <a:pt x="845087" y="2000420"/>
                  </a:lnTo>
                  <a:lnTo>
                    <a:pt x="915895" y="2052171"/>
                  </a:lnTo>
                  <a:lnTo>
                    <a:pt x="968006" y="2132918"/>
                  </a:lnTo>
                  <a:lnTo>
                    <a:pt x="1016429" y="2170769"/>
                  </a:lnTo>
                  <a:lnTo>
                    <a:pt x="1148642" y="2224676"/>
                  </a:lnTo>
                  <a:lnTo>
                    <a:pt x="1102679" y="2263398"/>
                  </a:lnTo>
                  <a:lnTo>
                    <a:pt x="1176054" y="2296385"/>
                  </a:lnTo>
                  <a:lnTo>
                    <a:pt x="1186542" y="2357037"/>
                  </a:lnTo>
                  <a:lnTo>
                    <a:pt x="1179815" y="2426177"/>
                  </a:lnTo>
                  <a:lnTo>
                    <a:pt x="1077979" y="2398833"/>
                  </a:lnTo>
                  <a:lnTo>
                    <a:pt x="1074652" y="2449759"/>
                  </a:lnTo>
                  <a:lnTo>
                    <a:pt x="1083765" y="2479810"/>
                  </a:lnTo>
                  <a:lnTo>
                    <a:pt x="1038778" y="2504630"/>
                  </a:lnTo>
                  <a:lnTo>
                    <a:pt x="976216" y="2470955"/>
                  </a:lnTo>
                  <a:lnTo>
                    <a:pt x="813770" y="2286751"/>
                  </a:lnTo>
                  <a:lnTo>
                    <a:pt x="815144" y="2311388"/>
                  </a:lnTo>
                  <a:lnTo>
                    <a:pt x="828307" y="2339970"/>
                  </a:lnTo>
                  <a:lnTo>
                    <a:pt x="922513" y="2458568"/>
                  </a:lnTo>
                  <a:lnTo>
                    <a:pt x="1006593" y="2529680"/>
                  </a:lnTo>
                  <a:lnTo>
                    <a:pt x="1077871" y="2561796"/>
                  </a:lnTo>
                  <a:lnTo>
                    <a:pt x="1132803" y="2621392"/>
                  </a:lnTo>
                  <a:lnTo>
                    <a:pt x="1152186" y="2657453"/>
                  </a:lnTo>
                  <a:lnTo>
                    <a:pt x="1165133" y="2712141"/>
                  </a:lnTo>
                  <a:lnTo>
                    <a:pt x="1124413" y="2749303"/>
                  </a:lnTo>
                  <a:lnTo>
                    <a:pt x="1078051" y="2769811"/>
                  </a:lnTo>
                  <a:lnTo>
                    <a:pt x="1032775" y="2732741"/>
                  </a:lnTo>
                  <a:lnTo>
                    <a:pt x="999577" y="2693698"/>
                  </a:lnTo>
                  <a:lnTo>
                    <a:pt x="928878" y="2627403"/>
                  </a:lnTo>
                  <a:lnTo>
                    <a:pt x="907686" y="2553308"/>
                  </a:lnTo>
                  <a:lnTo>
                    <a:pt x="853911" y="2557116"/>
                  </a:lnTo>
                  <a:lnTo>
                    <a:pt x="629156" y="2463156"/>
                  </a:lnTo>
                  <a:lnTo>
                    <a:pt x="448520" y="2452328"/>
                  </a:lnTo>
                  <a:lnTo>
                    <a:pt x="466168" y="2471230"/>
                  </a:lnTo>
                  <a:lnTo>
                    <a:pt x="489023" y="2483801"/>
                  </a:lnTo>
                  <a:lnTo>
                    <a:pt x="632881" y="2506970"/>
                  </a:lnTo>
                  <a:lnTo>
                    <a:pt x="689730" y="2550234"/>
                  </a:lnTo>
                  <a:lnTo>
                    <a:pt x="808056" y="2588635"/>
                  </a:lnTo>
                  <a:lnTo>
                    <a:pt x="877345" y="2599141"/>
                  </a:lnTo>
                  <a:lnTo>
                    <a:pt x="905444" y="2717096"/>
                  </a:lnTo>
                  <a:lnTo>
                    <a:pt x="1001204" y="2798256"/>
                  </a:lnTo>
                  <a:lnTo>
                    <a:pt x="1013645" y="2858403"/>
                  </a:lnTo>
                  <a:lnTo>
                    <a:pt x="1079028" y="2865148"/>
                  </a:lnTo>
                  <a:lnTo>
                    <a:pt x="1194063" y="2806147"/>
                  </a:lnTo>
                  <a:lnTo>
                    <a:pt x="1268307" y="2826839"/>
                  </a:lnTo>
                  <a:lnTo>
                    <a:pt x="1375386" y="2843722"/>
                  </a:lnTo>
                  <a:lnTo>
                    <a:pt x="1399869" y="2891345"/>
                  </a:lnTo>
                  <a:lnTo>
                    <a:pt x="1418240" y="2981956"/>
                  </a:lnTo>
                  <a:lnTo>
                    <a:pt x="1456103" y="3083899"/>
                  </a:lnTo>
                  <a:lnTo>
                    <a:pt x="1554287" y="3485845"/>
                  </a:lnTo>
                  <a:lnTo>
                    <a:pt x="1642687" y="3682871"/>
                  </a:lnTo>
                  <a:lnTo>
                    <a:pt x="1615976" y="3682871"/>
                  </a:lnTo>
                  <a:lnTo>
                    <a:pt x="1576238" y="3603800"/>
                  </a:lnTo>
                  <a:lnTo>
                    <a:pt x="1515845" y="3446573"/>
                  </a:lnTo>
                  <a:lnTo>
                    <a:pt x="1453789" y="3168959"/>
                  </a:lnTo>
                  <a:lnTo>
                    <a:pt x="1435779" y="3106793"/>
                  </a:lnTo>
                  <a:lnTo>
                    <a:pt x="1414588" y="3081972"/>
                  </a:lnTo>
                  <a:lnTo>
                    <a:pt x="1400629" y="3102159"/>
                  </a:lnTo>
                  <a:lnTo>
                    <a:pt x="1394625" y="3137532"/>
                  </a:lnTo>
                  <a:lnTo>
                    <a:pt x="1404751" y="3164692"/>
                  </a:lnTo>
                  <a:lnTo>
                    <a:pt x="1380305" y="3256083"/>
                  </a:lnTo>
                  <a:lnTo>
                    <a:pt x="1390901" y="3298016"/>
                  </a:lnTo>
                  <a:lnTo>
                    <a:pt x="1430608" y="3341372"/>
                  </a:lnTo>
                  <a:lnTo>
                    <a:pt x="1473751" y="3449555"/>
                  </a:lnTo>
                  <a:lnTo>
                    <a:pt x="1508214" y="3595221"/>
                  </a:lnTo>
                  <a:lnTo>
                    <a:pt x="1461600" y="3536174"/>
                  </a:lnTo>
                  <a:lnTo>
                    <a:pt x="1411839" y="3504885"/>
                  </a:lnTo>
                  <a:lnTo>
                    <a:pt x="1334413" y="3480890"/>
                  </a:lnTo>
                  <a:lnTo>
                    <a:pt x="1265450" y="3438819"/>
                  </a:lnTo>
                  <a:lnTo>
                    <a:pt x="1270477" y="3499150"/>
                  </a:lnTo>
                  <a:lnTo>
                    <a:pt x="1263859" y="3564298"/>
                  </a:lnTo>
                  <a:lnTo>
                    <a:pt x="1210699" y="3544433"/>
                  </a:lnTo>
                  <a:lnTo>
                    <a:pt x="1174535" y="3522824"/>
                  </a:lnTo>
                  <a:lnTo>
                    <a:pt x="1206540" y="3592239"/>
                  </a:lnTo>
                  <a:lnTo>
                    <a:pt x="1137070" y="3571410"/>
                  </a:lnTo>
                  <a:lnTo>
                    <a:pt x="1090781" y="3575768"/>
                  </a:lnTo>
                  <a:lnTo>
                    <a:pt x="1060693" y="3637384"/>
                  </a:lnTo>
                  <a:lnTo>
                    <a:pt x="1020335" y="3674775"/>
                  </a:lnTo>
                  <a:lnTo>
                    <a:pt x="980297" y="3682871"/>
                  </a:lnTo>
                  <a:lnTo>
                    <a:pt x="954427" y="3682871"/>
                  </a:lnTo>
                  <a:lnTo>
                    <a:pt x="872137" y="3630502"/>
                  </a:lnTo>
                  <a:lnTo>
                    <a:pt x="843460" y="3562096"/>
                  </a:lnTo>
                  <a:lnTo>
                    <a:pt x="831598" y="3485937"/>
                  </a:lnTo>
                  <a:lnTo>
                    <a:pt x="826861" y="3575997"/>
                  </a:lnTo>
                  <a:lnTo>
                    <a:pt x="842628" y="3669774"/>
                  </a:lnTo>
                  <a:lnTo>
                    <a:pt x="841612" y="3682871"/>
                  </a:lnTo>
                  <a:lnTo>
                    <a:pt x="0" y="3682871"/>
                  </a:lnTo>
                  <a:lnTo>
                    <a:pt x="0" y="0"/>
                  </a:lnTo>
                  <a:lnTo>
                    <a:pt x="2024089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5159228" y="2035019"/>
              <a:ext cx="108453" cy="203932"/>
            </a:xfrm>
            <a:custGeom>
              <a:avLst/>
              <a:gdLst/>
              <a:ahLst/>
              <a:cxnLst/>
              <a:rect l="0" t="0" r="0" b="0"/>
              <a:pathLst>
                <a:path w="108453" h="203932">
                  <a:moveTo>
                    <a:pt x="1988" y="203932"/>
                  </a:moveTo>
                  <a:lnTo>
                    <a:pt x="0" y="176588"/>
                  </a:lnTo>
                  <a:lnTo>
                    <a:pt x="108453" y="0"/>
                  </a:lnTo>
                  <a:lnTo>
                    <a:pt x="88853" y="617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4325772" y="3395883"/>
              <a:ext cx="207830" cy="400294"/>
            </a:xfrm>
            <a:custGeom>
              <a:avLst/>
              <a:gdLst/>
              <a:ahLst/>
              <a:cxnLst/>
              <a:rect l="0" t="0" r="0" b="0"/>
              <a:pathLst>
                <a:path w="207830" h="400294">
                  <a:moveTo>
                    <a:pt x="0" y="400294"/>
                  </a:moveTo>
                  <a:lnTo>
                    <a:pt x="112974" y="212144"/>
                  </a:lnTo>
                  <a:lnTo>
                    <a:pt x="178574" y="54504"/>
                  </a:lnTo>
                  <a:lnTo>
                    <a:pt x="207830" y="0"/>
                  </a:lnTo>
                  <a:lnTo>
                    <a:pt x="179442" y="110476"/>
                  </a:lnTo>
                  <a:lnTo>
                    <a:pt x="129826" y="212052"/>
                  </a:lnTo>
                  <a:lnTo>
                    <a:pt x="33668" y="3850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t665"/>
            <p:cNvSpPr/>
            <p:nvPr/>
          </p:nvSpPr>
          <p:spPr>
            <a:xfrm>
              <a:off x="4042131" y="3963949"/>
              <a:ext cx="144506" cy="144506"/>
            </a:xfrm>
            <a:prstGeom prst="ellipse">
              <a:avLst/>
            </a:prstGeom>
            <a:solidFill>
              <a:srgbClr val="3A589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t666"/>
            <p:cNvSpPr/>
            <p:nvPr/>
          </p:nvSpPr>
          <p:spPr>
            <a:xfrm>
              <a:off x="4598279" y="2594972"/>
              <a:ext cx="144506" cy="144506"/>
            </a:xfrm>
            <a:prstGeom prst="ellipse">
              <a:avLst/>
            </a:prstGeom>
            <a:solidFill>
              <a:srgbClr val="3A6E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t667"/>
            <p:cNvSpPr/>
            <p:nvPr/>
          </p:nvSpPr>
          <p:spPr>
            <a:xfrm>
              <a:off x="4150995" y="2255653"/>
              <a:ext cx="144506" cy="144506"/>
            </a:xfrm>
            <a:prstGeom prst="ellipse">
              <a:avLst/>
            </a:prstGeom>
            <a:solidFill>
              <a:srgbClr val="5ECB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t668"/>
            <p:cNvSpPr/>
            <p:nvPr/>
          </p:nvSpPr>
          <p:spPr>
            <a:xfrm>
              <a:off x="3069870" y="3287113"/>
              <a:ext cx="144506" cy="144506"/>
            </a:xfrm>
            <a:prstGeom prst="ellipse">
              <a:avLst/>
            </a:prstGeom>
            <a:solidFill>
              <a:srgbClr val="68D0A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t669"/>
            <p:cNvSpPr/>
            <p:nvPr/>
          </p:nvSpPr>
          <p:spPr>
            <a:xfrm>
              <a:off x="3376420" y="4483362"/>
              <a:ext cx="144506" cy="144506"/>
            </a:xfrm>
            <a:prstGeom prst="ellipse">
              <a:avLst/>
            </a:prstGeom>
            <a:solidFill>
              <a:srgbClr val="379A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t670"/>
            <p:cNvSpPr/>
            <p:nvPr/>
          </p:nvSpPr>
          <p:spPr>
            <a:xfrm>
              <a:off x="3424036" y="3595130"/>
              <a:ext cx="198708" cy="198708"/>
            </a:xfrm>
            <a:prstGeom prst="ellipse">
              <a:avLst/>
            </a:prstGeom>
            <a:solidFill>
              <a:srgbClr val="B2E7C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t671"/>
            <p:cNvSpPr/>
            <p:nvPr/>
          </p:nvSpPr>
          <p:spPr>
            <a:xfrm>
              <a:off x="3396285" y="4283874"/>
              <a:ext cx="198708" cy="198708"/>
            </a:xfrm>
            <a:prstGeom prst="ellipse">
              <a:avLst/>
            </a:prstGeom>
            <a:solidFill>
              <a:srgbClr val="379A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t672"/>
            <p:cNvSpPr/>
            <p:nvPr/>
          </p:nvSpPr>
          <p:spPr>
            <a:xfrm>
              <a:off x="3349319" y="4456260"/>
              <a:ext cx="198708" cy="198708"/>
            </a:xfrm>
            <a:prstGeom prst="ellipse">
              <a:avLst/>
            </a:prstGeom>
            <a:solidFill>
              <a:srgbClr val="48AC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3241457" y="3539977"/>
              <a:ext cx="267615" cy="231762"/>
            </a:xfrm>
            <a:custGeom>
              <a:avLst/>
              <a:gdLst/>
              <a:ahLst/>
              <a:cxnLst/>
              <a:rect l="0" t="0" r="0" b="0"/>
              <a:pathLst>
                <a:path w="267615" h="231762">
                  <a:moveTo>
                    <a:pt x="133807" y="0"/>
                  </a:moveTo>
                  <a:lnTo>
                    <a:pt x="267615" y="231762"/>
                  </a:lnTo>
                  <a:lnTo>
                    <a:pt x="0" y="231762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l674"/>
            <p:cNvSpPr/>
            <p:nvPr/>
          </p:nvSpPr>
          <p:spPr>
            <a:xfrm>
              <a:off x="3536967" y="3324749"/>
              <a:ext cx="1087488" cy="365176"/>
            </a:xfrm>
            <a:custGeom>
              <a:avLst/>
              <a:gdLst/>
              <a:ahLst/>
              <a:cxnLst/>
              <a:rect l="0" t="0" r="0" b="0"/>
              <a:pathLst>
                <a:path w="1087488" h="365176">
                  <a:moveTo>
                    <a:pt x="1087488" y="0"/>
                  </a:moveTo>
                  <a:lnTo>
                    <a:pt x="0" y="36517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l675"/>
            <p:cNvSpPr/>
            <p:nvPr/>
          </p:nvSpPr>
          <p:spPr>
            <a:xfrm>
              <a:off x="3508992" y="3884360"/>
              <a:ext cx="1279253" cy="493715"/>
            </a:xfrm>
            <a:custGeom>
              <a:avLst/>
              <a:gdLst/>
              <a:ahLst/>
              <a:cxnLst/>
              <a:rect l="0" t="0" r="0" b="0"/>
              <a:pathLst>
                <a:path w="1279253" h="493715">
                  <a:moveTo>
                    <a:pt x="1279253" y="0"/>
                  </a:moveTo>
                  <a:lnTo>
                    <a:pt x="0" y="493715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l676"/>
            <p:cNvSpPr/>
            <p:nvPr/>
          </p:nvSpPr>
          <p:spPr>
            <a:xfrm>
              <a:off x="3462631" y="4297933"/>
              <a:ext cx="1080725" cy="254396"/>
            </a:xfrm>
            <a:custGeom>
              <a:avLst/>
              <a:gdLst/>
              <a:ahLst/>
              <a:cxnLst/>
              <a:rect l="0" t="0" r="0" b="0"/>
              <a:pathLst>
                <a:path w="1080725" h="254396">
                  <a:moveTo>
                    <a:pt x="1080725" y="0"/>
                  </a:moveTo>
                  <a:lnTo>
                    <a:pt x="0" y="25439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4624455" y="3156342"/>
              <a:ext cx="1500987" cy="324612"/>
            </a:xfrm>
            <a:custGeom>
              <a:avLst/>
              <a:gdLst/>
              <a:ahLst/>
              <a:cxnLst/>
              <a:rect l="0" t="0" r="0" b="0"/>
              <a:pathLst>
                <a:path w="1500987" h="324612">
                  <a:moveTo>
                    <a:pt x="27432" y="324612"/>
                  </a:moveTo>
                  <a:lnTo>
                    <a:pt x="1473555" y="324612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80"/>
                  </a:lnTo>
                  <a:lnTo>
                    <a:pt x="1500987" y="27432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tx678"/>
            <p:cNvSpPr/>
            <p:nvPr/>
          </p:nvSpPr>
          <p:spPr>
            <a:xfrm>
              <a:off x="4670175" y="3202062"/>
              <a:ext cx="140954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S1_LOLA</a:t>
              </a:r>
            </a:p>
          </p:txBody>
        </p:sp>
        <p:sp>
          <p:nvSpPr>
            <p:cNvPr id="679" name="pg679"/>
            <p:cNvSpPr/>
            <p:nvPr/>
          </p:nvSpPr>
          <p:spPr>
            <a:xfrm>
              <a:off x="4788245" y="3715892"/>
              <a:ext cx="1554937" cy="324611"/>
            </a:xfrm>
            <a:custGeom>
              <a:avLst/>
              <a:gdLst/>
              <a:ahLst/>
              <a:cxnLst/>
              <a:rect l="0" t="0" r="0" b="0"/>
              <a:pathLst>
                <a:path w="1554937" h="324611">
                  <a:moveTo>
                    <a:pt x="27431" y="324611"/>
                  </a:moveTo>
                  <a:lnTo>
                    <a:pt x="1527505" y="324611"/>
                  </a:lnTo>
                  <a:lnTo>
                    <a:pt x="1526400" y="324589"/>
                  </a:lnTo>
                  <a:lnTo>
                    <a:pt x="1530811" y="324411"/>
                  </a:lnTo>
                  <a:lnTo>
                    <a:pt x="1535137" y="323528"/>
                  </a:lnTo>
                  <a:lnTo>
                    <a:pt x="1539265" y="321963"/>
                  </a:lnTo>
                  <a:lnTo>
                    <a:pt x="1543088" y="319756"/>
                  </a:lnTo>
                  <a:lnTo>
                    <a:pt x="1546508" y="316964"/>
                  </a:lnTo>
                  <a:lnTo>
                    <a:pt x="1549435" y="313659"/>
                  </a:lnTo>
                  <a:lnTo>
                    <a:pt x="1551795" y="309928"/>
                  </a:lnTo>
                  <a:lnTo>
                    <a:pt x="1553525" y="305866"/>
                  </a:lnTo>
                  <a:lnTo>
                    <a:pt x="1554581" y="301580"/>
                  </a:lnTo>
                  <a:lnTo>
                    <a:pt x="1554937" y="297179"/>
                  </a:lnTo>
                  <a:lnTo>
                    <a:pt x="1554937" y="27431"/>
                  </a:lnTo>
                  <a:lnTo>
                    <a:pt x="1554581" y="23031"/>
                  </a:lnTo>
                  <a:lnTo>
                    <a:pt x="1553525" y="18745"/>
                  </a:lnTo>
                  <a:lnTo>
                    <a:pt x="1551795" y="14683"/>
                  </a:lnTo>
                  <a:lnTo>
                    <a:pt x="1549435" y="10952"/>
                  </a:lnTo>
                  <a:lnTo>
                    <a:pt x="1546508" y="7647"/>
                  </a:lnTo>
                  <a:lnTo>
                    <a:pt x="1543088" y="4855"/>
                  </a:lnTo>
                  <a:lnTo>
                    <a:pt x="1539265" y="2648"/>
                  </a:lnTo>
                  <a:lnTo>
                    <a:pt x="1535137" y="1083"/>
                  </a:lnTo>
                  <a:lnTo>
                    <a:pt x="1530811" y="200"/>
                  </a:lnTo>
                  <a:lnTo>
                    <a:pt x="1527505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tx680"/>
            <p:cNvSpPr/>
            <p:nvPr/>
          </p:nvSpPr>
          <p:spPr>
            <a:xfrm>
              <a:off x="4833965" y="3761612"/>
              <a:ext cx="146349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S2_DEBY</a:t>
              </a:r>
            </a:p>
          </p:txBody>
        </p:sp>
        <p:sp>
          <p:nvSpPr>
            <p:cNvPr id="681" name="pg681"/>
            <p:cNvSpPr/>
            <p:nvPr/>
          </p:nvSpPr>
          <p:spPr>
            <a:xfrm>
              <a:off x="4543357" y="4131650"/>
              <a:ext cx="1193383" cy="324611"/>
            </a:xfrm>
            <a:custGeom>
              <a:avLst/>
              <a:gdLst/>
              <a:ahLst/>
              <a:cxnLst/>
              <a:rect l="0" t="0" r="0" b="0"/>
              <a:pathLst>
                <a:path w="1193383" h="324611">
                  <a:moveTo>
                    <a:pt x="27432" y="324611"/>
                  </a:moveTo>
                  <a:lnTo>
                    <a:pt x="1165951" y="324611"/>
                  </a:lnTo>
                  <a:lnTo>
                    <a:pt x="1164846" y="324589"/>
                  </a:lnTo>
                  <a:lnTo>
                    <a:pt x="1169258" y="324411"/>
                  </a:lnTo>
                  <a:lnTo>
                    <a:pt x="1173583" y="323528"/>
                  </a:lnTo>
                  <a:lnTo>
                    <a:pt x="1177711" y="321963"/>
                  </a:lnTo>
                  <a:lnTo>
                    <a:pt x="1181534" y="319756"/>
                  </a:lnTo>
                  <a:lnTo>
                    <a:pt x="1184954" y="316964"/>
                  </a:lnTo>
                  <a:lnTo>
                    <a:pt x="1187881" y="313659"/>
                  </a:lnTo>
                  <a:lnTo>
                    <a:pt x="1190241" y="309928"/>
                  </a:lnTo>
                  <a:lnTo>
                    <a:pt x="1191971" y="305866"/>
                  </a:lnTo>
                  <a:lnTo>
                    <a:pt x="1193028" y="301580"/>
                  </a:lnTo>
                  <a:lnTo>
                    <a:pt x="1193383" y="297179"/>
                  </a:lnTo>
                  <a:lnTo>
                    <a:pt x="1193383" y="27431"/>
                  </a:lnTo>
                  <a:lnTo>
                    <a:pt x="1193028" y="23031"/>
                  </a:lnTo>
                  <a:lnTo>
                    <a:pt x="1191971" y="18745"/>
                  </a:lnTo>
                  <a:lnTo>
                    <a:pt x="1190241" y="14683"/>
                  </a:lnTo>
                  <a:lnTo>
                    <a:pt x="1187881" y="10952"/>
                  </a:lnTo>
                  <a:lnTo>
                    <a:pt x="1184954" y="7647"/>
                  </a:lnTo>
                  <a:lnTo>
                    <a:pt x="1181534" y="4855"/>
                  </a:lnTo>
                  <a:lnTo>
                    <a:pt x="1177711" y="2648"/>
                  </a:lnTo>
                  <a:lnTo>
                    <a:pt x="1173583" y="1083"/>
                  </a:lnTo>
                  <a:lnTo>
                    <a:pt x="1169258" y="200"/>
                  </a:lnTo>
                  <a:lnTo>
                    <a:pt x="1165951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tx682"/>
            <p:cNvSpPr/>
            <p:nvPr/>
          </p:nvSpPr>
          <p:spPr>
            <a:xfrm>
              <a:off x="4589077" y="4177370"/>
              <a:ext cx="1101943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W4_VA</a:t>
              </a:r>
            </a:p>
          </p:txBody>
        </p:sp>
        <p:sp>
          <p:nvSpPr>
            <p:cNvPr id="683" name="rc683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tx684"/>
            <p:cNvSpPr/>
            <p:nvPr/>
          </p:nvSpPr>
          <p:spPr>
            <a:xfrm>
              <a:off x="1989553" y="55140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36</a:t>
              </a:r>
            </a:p>
          </p:txBody>
        </p:sp>
        <p:sp>
          <p:nvSpPr>
            <p:cNvPr id="685" name="tx685"/>
            <p:cNvSpPr/>
            <p:nvPr/>
          </p:nvSpPr>
          <p:spPr>
            <a:xfrm>
              <a:off x="2113912" y="54956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6" name="tx686"/>
            <p:cNvSpPr/>
            <p:nvPr/>
          </p:nvSpPr>
          <p:spPr>
            <a:xfrm>
              <a:off x="2158626" y="551407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7" name="tx687"/>
            <p:cNvSpPr/>
            <p:nvPr/>
          </p:nvSpPr>
          <p:spPr>
            <a:xfrm>
              <a:off x="1989553" y="4574475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37</a:t>
              </a:r>
            </a:p>
          </p:txBody>
        </p:sp>
        <p:sp>
          <p:nvSpPr>
            <p:cNvPr id="688" name="tx688"/>
            <p:cNvSpPr/>
            <p:nvPr/>
          </p:nvSpPr>
          <p:spPr>
            <a:xfrm>
              <a:off x="2113912" y="455609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9" name="tx689"/>
            <p:cNvSpPr/>
            <p:nvPr/>
          </p:nvSpPr>
          <p:spPr>
            <a:xfrm>
              <a:off x="2158626" y="4574475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0" name="tx690"/>
            <p:cNvSpPr/>
            <p:nvPr/>
          </p:nvSpPr>
          <p:spPr>
            <a:xfrm>
              <a:off x="1989553" y="363482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38</a:t>
              </a:r>
            </a:p>
          </p:txBody>
        </p:sp>
        <p:sp>
          <p:nvSpPr>
            <p:cNvPr id="691" name="tx691"/>
            <p:cNvSpPr/>
            <p:nvPr/>
          </p:nvSpPr>
          <p:spPr>
            <a:xfrm>
              <a:off x="2113912" y="3616447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2" name="tx692"/>
            <p:cNvSpPr/>
            <p:nvPr/>
          </p:nvSpPr>
          <p:spPr>
            <a:xfrm>
              <a:off x="2158626" y="363482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3" name="tx693"/>
            <p:cNvSpPr/>
            <p:nvPr/>
          </p:nvSpPr>
          <p:spPr>
            <a:xfrm>
              <a:off x="1989553" y="269527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39</a:t>
              </a:r>
            </a:p>
          </p:txBody>
        </p:sp>
        <p:sp>
          <p:nvSpPr>
            <p:cNvPr id="694" name="tx694"/>
            <p:cNvSpPr/>
            <p:nvPr/>
          </p:nvSpPr>
          <p:spPr>
            <a:xfrm>
              <a:off x="2113912" y="267689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5" name="tx695"/>
            <p:cNvSpPr/>
            <p:nvPr/>
          </p:nvSpPr>
          <p:spPr>
            <a:xfrm>
              <a:off x="2158626" y="269527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6" name="tx696"/>
            <p:cNvSpPr/>
            <p:nvPr/>
          </p:nvSpPr>
          <p:spPr>
            <a:xfrm>
              <a:off x="1989553" y="175566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97" name="tx697"/>
            <p:cNvSpPr/>
            <p:nvPr/>
          </p:nvSpPr>
          <p:spPr>
            <a:xfrm>
              <a:off x="2113912" y="173728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8" name="tx698"/>
            <p:cNvSpPr/>
            <p:nvPr/>
          </p:nvSpPr>
          <p:spPr>
            <a:xfrm>
              <a:off x="2158626" y="175566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9" name="pl699"/>
            <p:cNvSpPr/>
            <p:nvPr/>
          </p:nvSpPr>
          <p:spPr>
            <a:xfrm>
              <a:off x="2267112" y="555518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l700"/>
            <p:cNvSpPr/>
            <p:nvPr/>
          </p:nvSpPr>
          <p:spPr>
            <a:xfrm>
              <a:off x="2267112" y="461557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l701"/>
            <p:cNvSpPr/>
            <p:nvPr/>
          </p:nvSpPr>
          <p:spPr>
            <a:xfrm>
              <a:off x="2267112" y="36759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l702"/>
            <p:cNvSpPr/>
            <p:nvPr/>
          </p:nvSpPr>
          <p:spPr>
            <a:xfrm>
              <a:off x="2267112" y="273637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l703"/>
            <p:cNvSpPr/>
            <p:nvPr/>
          </p:nvSpPr>
          <p:spPr>
            <a:xfrm>
              <a:off x="2267112" y="17967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l704"/>
            <p:cNvSpPr/>
            <p:nvPr/>
          </p:nvSpPr>
          <p:spPr>
            <a:xfrm>
              <a:off x="2384234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l705"/>
            <p:cNvSpPr/>
            <p:nvPr/>
          </p:nvSpPr>
          <p:spPr>
            <a:xfrm>
              <a:off x="312486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l706"/>
            <p:cNvSpPr/>
            <p:nvPr/>
          </p:nvSpPr>
          <p:spPr>
            <a:xfrm>
              <a:off x="386548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l707"/>
            <p:cNvSpPr/>
            <p:nvPr/>
          </p:nvSpPr>
          <p:spPr>
            <a:xfrm>
              <a:off x="460611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l708"/>
            <p:cNvSpPr/>
            <p:nvPr/>
          </p:nvSpPr>
          <p:spPr>
            <a:xfrm>
              <a:off x="534673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l709"/>
            <p:cNvSpPr/>
            <p:nvPr/>
          </p:nvSpPr>
          <p:spPr>
            <a:xfrm>
              <a:off x="60873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tx710"/>
            <p:cNvSpPr/>
            <p:nvPr/>
          </p:nvSpPr>
          <p:spPr>
            <a:xfrm>
              <a:off x="224698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78</a:t>
              </a:r>
            </a:p>
          </p:txBody>
        </p:sp>
        <p:sp>
          <p:nvSpPr>
            <p:cNvPr id="711" name="tx711"/>
            <p:cNvSpPr/>
            <p:nvPr/>
          </p:nvSpPr>
          <p:spPr>
            <a:xfrm>
              <a:off x="2371341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2" name="tx712"/>
            <p:cNvSpPr/>
            <p:nvPr/>
          </p:nvSpPr>
          <p:spPr>
            <a:xfrm>
              <a:off x="2416055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3" name="tx713"/>
            <p:cNvSpPr/>
            <p:nvPr/>
          </p:nvSpPr>
          <p:spPr>
            <a:xfrm>
              <a:off x="2987608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77</a:t>
              </a:r>
            </a:p>
          </p:txBody>
        </p:sp>
        <p:sp>
          <p:nvSpPr>
            <p:cNvPr id="714" name="tx714"/>
            <p:cNvSpPr/>
            <p:nvPr/>
          </p:nvSpPr>
          <p:spPr>
            <a:xfrm>
              <a:off x="311196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5" name="tx715"/>
            <p:cNvSpPr/>
            <p:nvPr/>
          </p:nvSpPr>
          <p:spPr>
            <a:xfrm>
              <a:off x="315668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6" name="tx716"/>
            <p:cNvSpPr/>
            <p:nvPr/>
          </p:nvSpPr>
          <p:spPr>
            <a:xfrm>
              <a:off x="372823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76</a:t>
              </a:r>
            </a:p>
          </p:txBody>
        </p:sp>
        <p:sp>
          <p:nvSpPr>
            <p:cNvPr id="717" name="tx717"/>
            <p:cNvSpPr/>
            <p:nvPr/>
          </p:nvSpPr>
          <p:spPr>
            <a:xfrm>
              <a:off x="385259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8" name="tx718"/>
            <p:cNvSpPr/>
            <p:nvPr/>
          </p:nvSpPr>
          <p:spPr>
            <a:xfrm>
              <a:off x="3897306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9" name="tx719"/>
            <p:cNvSpPr/>
            <p:nvPr/>
          </p:nvSpPr>
          <p:spPr>
            <a:xfrm>
              <a:off x="446885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75</a:t>
              </a:r>
            </a:p>
          </p:txBody>
        </p:sp>
        <p:sp>
          <p:nvSpPr>
            <p:cNvPr id="720" name="tx720"/>
            <p:cNvSpPr/>
            <p:nvPr/>
          </p:nvSpPr>
          <p:spPr>
            <a:xfrm>
              <a:off x="459321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1" name="tx721"/>
            <p:cNvSpPr/>
            <p:nvPr/>
          </p:nvSpPr>
          <p:spPr>
            <a:xfrm>
              <a:off x="463793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2" name="tx722"/>
            <p:cNvSpPr/>
            <p:nvPr/>
          </p:nvSpPr>
          <p:spPr>
            <a:xfrm>
              <a:off x="5209484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74</a:t>
              </a:r>
            </a:p>
          </p:txBody>
        </p:sp>
        <p:sp>
          <p:nvSpPr>
            <p:cNvPr id="723" name="tx723"/>
            <p:cNvSpPr/>
            <p:nvPr/>
          </p:nvSpPr>
          <p:spPr>
            <a:xfrm>
              <a:off x="533384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4" name="tx724"/>
            <p:cNvSpPr/>
            <p:nvPr/>
          </p:nvSpPr>
          <p:spPr>
            <a:xfrm>
              <a:off x="53785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5" name="tx725"/>
            <p:cNvSpPr/>
            <p:nvPr/>
          </p:nvSpPr>
          <p:spPr>
            <a:xfrm>
              <a:off x="595010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73</a:t>
              </a:r>
            </a:p>
          </p:txBody>
        </p:sp>
        <p:sp>
          <p:nvSpPr>
            <p:cNvPr id="726" name="tx726"/>
            <p:cNvSpPr/>
            <p:nvPr/>
          </p:nvSpPr>
          <p:spPr>
            <a:xfrm>
              <a:off x="60744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7" name="tx727"/>
            <p:cNvSpPr/>
            <p:nvPr/>
          </p:nvSpPr>
          <p:spPr>
            <a:xfrm>
              <a:off x="61191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8" name="tx728"/>
            <p:cNvSpPr/>
            <p:nvPr/>
          </p:nvSpPr>
          <p:spPr>
            <a:xfrm>
              <a:off x="4283566" y="5925448"/>
              <a:ext cx="18644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</a:t>
              </a:r>
            </a:p>
          </p:txBody>
        </p:sp>
        <p:sp>
          <p:nvSpPr>
            <p:cNvPr id="729" name="tx729"/>
            <p:cNvSpPr/>
            <p:nvPr/>
          </p:nvSpPr>
          <p:spPr>
            <a:xfrm rot="-5400000">
              <a:off x="1799997" y="3645259"/>
              <a:ext cx="147492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</a:t>
              </a:r>
            </a:p>
          </p:txBody>
        </p:sp>
        <p:sp>
          <p:nvSpPr>
            <p:cNvPr id="730" name="rc730"/>
            <p:cNvSpPr/>
            <p:nvPr/>
          </p:nvSpPr>
          <p:spPr>
            <a:xfrm>
              <a:off x="6590850" y="2976782"/>
              <a:ext cx="729514" cy="14371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1" name="tx731"/>
            <p:cNvSpPr/>
            <p:nvPr/>
          </p:nvSpPr>
          <p:spPr>
            <a:xfrm>
              <a:off x="6660439" y="3061824"/>
              <a:ext cx="5903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var1.pred</a:t>
              </a:r>
            </a:p>
          </p:txBody>
        </p:sp>
        <p:pic>
          <p:nvPicPr>
            <p:cNvPr id="732" name="pic7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0439" y="3247085"/>
              <a:ext cx="219455" cy="1097280"/>
            </a:xfrm>
            <a:prstGeom prst="rect">
              <a:avLst/>
            </a:prstGeom>
          </p:spPr>
        </p:pic>
        <p:sp>
          <p:nvSpPr>
            <p:cNvPr id="733" name="pl733"/>
            <p:cNvSpPr/>
            <p:nvPr/>
          </p:nvSpPr>
          <p:spPr>
            <a:xfrm>
              <a:off x="6836004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l734"/>
            <p:cNvSpPr/>
            <p:nvPr/>
          </p:nvSpPr>
          <p:spPr>
            <a:xfrm>
              <a:off x="6836004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l735"/>
            <p:cNvSpPr/>
            <p:nvPr/>
          </p:nvSpPr>
          <p:spPr>
            <a:xfrm>
              <a:off x="6836004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l736"/>
            <p:cNvSpPr/>
            <p:nvPr/>
          </p:nvSpPr>
          <p:spPr>
            <a:xfrm>
              <a:off x="6836004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l737"/>
            <p:cNvSpPr/>
            <p:nvPr/>
          </p:nvSpPr>
          <p:spPr>
            <a:xfrm>
              <a:off x="6836004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l738"/>
            <p:cNvSpPr/>
            <p:nvPr/>
          </p:nvSpPr>
          <p:spPr>
            <a:xfrm>
              <a:off x="6660439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l739"/>
            <p:cNvSpPr/>
            <p:nvPr/>
          </p:nvSpPr>
          <p:spPr>
            <a:xfrm>
              <a:off x="6660439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l740"/>
            <p:cNvSpPr/>
            <p:nvPr/>
          </p:nvSpPr>
          <p:spPr>
            <a:xfrm>
              <a:off x="6660439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l741"/>
            <p:cNvSpPr/>
            <p:nvPr/>
          </p:nvSpPr>
          <p:spPr>
            <a:xfrm>
              <a:off x="6660439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l742"/>
            <p:cNvSpPr/>
            <p:nvPr/>
          </p:nvSpPr>
          <p:spPr>
            <a:xfrm>
              <a:off x="6660439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tx743"/>
            <p:cNvSpPr/>
            <p:nvPr/>
          </p:nvSpPr>
          <p:spPr>
            <a:xfrm>
              <a:off x="6949485" y="4302486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744" name="tx744"/>
            <p:cNvSpPr/>
            <p:nvPr/>
          </p:nvSpPr>
          <p:spPr>
            <a:xfrm>
              <a:off x="6949485" y="4029080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0.01</a:t>
              </a:r>
            </a:p>
          </p:txBody>
        </p:sp>
        <p:sp>
          <p:nvSpPr>
            <p:cNvPr id="745" name="tx745"/>
            <p:cNvSpPr/>
            <p:nvPr/>
          </p:nvSpPr>
          <p:spPr>
            <a:xfrm>
              <a:off x="6949485" y="3755674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0.02</a:t>
              </a:r>
            </a:p>
          </p:txBody>
        </p:sp>
        <p:sp>
          <p:nvSpPr>
            <p:cNvPr id="746" name="tx746"/>
            <p:cNvSpPr/>
            <p:nvPr/>
          </p:nvSpPr>
          <p:spPr>
            <a:xfrm>
              <a:off x="6949485" y="3482269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0.03</a:t>
              </a:r>
            </a:p>
          </p:txBody>
        </p:sp>
        <p:sp>
          <p:nvSpPr>
            <p:cNvPr id="747" name="tx747"/>
            <p:cNvSpPr/>
            <p:nvPr/>
          </p:nvSpPr>
          <p:spPr>
            <a:xfrm>
              <a:off x="6949485" y="3208863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0.04</a:t>
              </a: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4341DD-D8DB-8A85-C6C0-7DC9AC67B3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6" name="Group 4805">
            <a:extLst>
              <a:ext uri="{FF2B5EF4-FFF2-40B4-BE49-F238E27FC236}">
                <a16:creationId xmlns:a16="http://schemas.microsoft.com/office/drawing/2014/main" id="{4A8CB435-2626-5972-C8ED-7AF5F90F3FA4}"/>
              </a:ext>
            </a:extLst>
          </p:cNvPr>
          <p:cNvGrpSpPr/>
          <p:nvPr/>
        </p:nvGrpSpPr>
        <p:grpSpPr>
          <a:xfrm>
            <a:off x="1654055" y="1166019"/>
            <a:ext cx="5835888" cy="4525962"/>
            <a:chOff x="1196855" y="0"/>
            <a:chExt cx="5835888" cy="4525962"/>
          </a:xfrm>
        </p:grpSpPr>
        <p:grpSp>
          <p:nvGrpSpPr>
            <p:cNvPr id="2" name="Content Placeholder 2">
              <a:extLst>
                <a:ext uri="{FF2B5EF4-FFF2-40B4-BE49-F238E27FC236}">
                  <a16:creationId xmlns:a16="http://schemas.microsoft.com/office/drawing/2014/main" id="{A64BB17F-566A-2C7C-5CA6-9F0F234B6782}"/>
                </a:ext>
              </a:extLst>
            </p:cNvPr>
            <p:cNvGrpSpPr/>
            <p:nvPr/>
          </p:nvGrpSpPr>
          <p:grpSpPr>
            <a:xfrm>
              <a:off x="1196855" y="0"/>
              <a:ext cx="5835888" cy="4525962"/>
              <a:chOff x="1654055" y="1600200"/>
              <a:chExt cx="5835888" cy="4525962"/>
            </a:xfrm>
          </p:grpSpPr>
          <p:sp>
            <p:nvSpPr>
              <p:cNvPr id="4" name="rc4">
                <a:extLst>
                  <a:ext uri="{FF2B5EF4-FFF2-40B4-BE49-F238E27FC236}">
                    <a16:creationId xmlns:a16="http://schemas.microsoft.com/office/drawing/2014/main" id="{F2E8F10B-C9DA-9F57-1471-B1C3DD499CE9}"/>
                  </a:ext>
                </a:extLst>
              </p:cNvPr>
              <p:cNvSpPr/>
              <p:nvPr/>
            </p:nvSpPr>
            <p:spPr>
              <a:xfrm>
                <a:off x="1654055" y="1600200"/>
                <a:ext cx="5835888" cy="452596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>
                <a:extLst>
                  <a:ext uri="{FF2B5EF4-FFF2-40B4-BE49-F238E27FC236}">
                    <a16:creationId xmlns:a16="http://schemas.microsoft.com/office/drawing/2014/main" id="{A488A70D-2272-2759-AE57-C1F24CC6A867}"/>
                  </a:ext>
                </a:extLst>
              </p:cNvPr>
              <p:cNvSpPr/>
              <p:nvPr/>
            </p:nvSpPr>
            <p:spPr>
              <a:xfrm>
                <a:off x="2201917" y="2354586"/>
                <a:ext cx="4342247" cy="3366361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>
                <a:extLst>
                  <a:ext uri="{FF2B5EF4-FFF2-40B4-BE49-F238E27FC236}">
                    <a16:creationId xmlns:a16="http://schemas.microsoft.com/office/drawing/2014/main" id="{12636815-725A-9A6E-D9C9-BFCA14325862}"/>
                  </a:ext>
                </a:extLst>
              </p:cNvPr>
              <p:cNvSpPr/>
              <p:nvPr/>
            </p:nvSpPr>
            <p:spPr>
              <a:xfrm>
                <a:off x="2610961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>
                <a:extLst>
                  <a:ext uri="{FF2B5EF4-FFF2-40B4-BE49-F238E27FC236}">
                    <a16:creationId xmlns:a16="http://schemas.microsoft.com/office/drawing/2014/main" id="{35BCEC36-3828-5A0D-FA3A-1F65894D7292}"/>
                  </a:ext>
                </a:extLst>
              </p:cNvPr>
              <p:cNvSpPr/>
              <p:nvPr/>
            </p:nvSpPr>
            <p:spPr>
              <a:xfrm>
                <a:off x="314013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>
                <a:extLst>
                  <a:ext uri="{FF2B5EF4-FFF2-40B4-BE49-F238E27FC236}">
                    <a16:creationId xmlns:a16="http://schemas.microsoft.com/office/drawing/2014/main" id="{37FF37C9-E2BB-F934-4361-A19492A05388}"/>
                  </a:ext>
                </a:extLst>
              </p:cNvPr>
              <p:cNvSpPr/>
              <p:nvPr/>
            </p:nvSpPr>
            <p:spPr>
              <a:xfrm>
                <a:off x="366931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>
                <a:extLst>
                  <a:ext uri="{FF2B5EF4-FFF2-40B4-BE49-F238E27FC236}">
                    <a16:creationId xmlns:a16="http://schemas.microsoft.com/office/drawing/2014/main" id="{6480B8D1-DC3C-2EC5-50B2-18C26FC1AA85}"/>
                  </a:ext>
                </a:extLst>
              </p:cNvPr>
              <p:cNvSpPr/>
              <p:nvPr/>
            </p:nvSpPr>
            <p:spPr>
              <a:xfrm>
                <a:off x="419848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>
                <a:extLst>
                  <a:ext uri="{FF2B5EF4-FFF2-40B4-BE49-F238E27FC236}">
                    <a16:creationId xmlns:a16="http://schemas.microsoft.com/office/drawing/2014/main" id="{B225B01C-82A7-B295-715E-B95BE9A3D395}"/>
                  </a:ext>
                </a:extLst>
              </p:cNvPr>
              <p:cNvSpPr/>
              <p:nvPr/>
            </p:nvSpPr>
            <p:spPr>
              <a:xfrm>
                <a:off x="472766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>
                <a:extLst>
                  <a:ext uri="{FF2B5EF4-FFF2-40B4-BE49-F238E27FC236}">
                    <a16:creationId xmlns:a16="http://schemas.microsoft.com/office/drawing/2014/main" id="{AB680F6C-1DF7-C3D3-97B1-4344D0AB5240}"/>
                  </a:ext>
                </a:extLst>
              </p:cNvPr>
              <p:cNvSpPr/>
              <p:nvPr/>
            </p:nvSpPr>
            <p:spPr>
              <a:xfrm>
                <a:off x="525683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>
                <a:extLst>
                  <a:ext uri="{FF2B5EF4-FFF2-40B4-BE49-F238E27FC236}">
                    <a16:creationId xmlns:a16="http://schemas.microsoft.com/office/drawing/2014/main" id="{6D5E709B-0AC4-F36C-19F2-C43414BA343D}"/>
                  </a:ext>
                </a:extLst>
              </p:cNvPr>
              <p:cNvSpPr/>
              <p:nvPr/>
            </p:nvSpPr>
            <p:spPr>
              <a:xfrm>
                <a:off x="578601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>
                <a:extLst>
                  <a:ext uri="{FF2B5EF4-FFF2-40B4-BE49-F238E27FC236}">
                    <a16:creationId xmlns:a16="http://schemas.microsoft.com/office/drawing/2014/main" id="{6D56E650-717D-441C-98B7-DC2C5AE0BD8F}"/>
                  </a:ext>
                </a:extLst>
              </p:cNvPr>
              <p:cNvSpPr/>
              <p:nvPr/>
            </p:nvSpPr>
            <p:spPr>
              <a:xfrm>
                <a:off x="631518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>
                <a:extLst>
                  <a:ext uri="{FF2B5EF4-FFF2-40B4-BE49-F238E27FC236}">
                    <a16:creationId xmlns:a16="http://schemas.microsoft.com/office/drawing/2014/main" id="{B12BFFE8-08DE-E4FC-927A-4C51823F39DA}"/>
                  </a:ext>
                </a:extLst>
              </p:cNvPr>
              <p:cNvSpPr/>
              <p:nvPr/>
            </p:nvSpPr>
            <p:spPr>
              <a:xfrm>
                <a:off x="2201917" y="5407850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>
                <a:extLst>
                  <a:ext uri="{FF2B5EF4-FFF2-40B4-BE49-F238E27FC236}">
                    <a16:creationId xmlns:a16="http://schemas.microsoft.com/office/drawing/2014/main" id="{A4AE7702-28D4-7C78-82AF-FE42BB556394}"/>
                  </a:ext>
                </a:extLst>
              </p:cNvPr>
              <p:cNvSpPr/>
              <p:nvPr/>
            </p:nvSpPr>
            <p:spPr>
              <a:xfrm>
                <a:off x="2201917" y="4757570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>
                <a:extLst>
                  <a:ext uri="{FF2B5EF4-FFF2-40B4-BE49-F238E27FC236}">
                    <a16:creationId xmlns:a16="http://schemas.microsoft.com/office/drawing/2014/main" id="{39EC10EB-2FE4-7DAD-1AE3-5EE8C73079FB}"/>
                  </a:ext>
                </a:extLst>
              </p:cNvPr>
              <p:cNvSpPr/>
              <p:nvPr/>
            </p:nvSpPr>
            <p:spPr>
              <a:xfrm>
                <a:off x="2201917" y="410729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>
                <a:extLst>
                  <a:ext uri="{FF2B5EF4-FFF2-40B4-BE49-F238E27FC236}">
                    <a16:creationId xmlns:a16="http://schemas.microsoft.com/office/drawing/2014/main" id="{1E801B79-E897-2504-299C-24E6FC2A6C13}"/>
                  </a:ext>
                </a:extLst>
              </p:cNvPr>
              <p:cNvSpPr/>
              <p:nvPr/>
            </p:nvSpPr>
            <p:spPr>
              <a:xfrm>
                <a:off x="2201917" y="345701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>
                <a:extLst>
                  <a:ext uri="{FF2B5EF4-FFF2-40B4-BE49-F238E27FC236}">
                    <a16:creationId xmlns:a16="http://schemas.microsoft.com/office/drawing/2014/main" id="{FC060015-D4A8-B985-B06E-3C73DD961C00}"/>
                  </a:ext>
                </a:extLst>
              </p:cNvPr>
              <p:cNvSpPr/>
              <p:nvPr/>
            </p:nvSpPr>
            <p:spPr>
              <a:xfrm>
                <a:off x="2201917" y="280673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g19">
                <a:extLst>
                  <a:ext uri="{FF2B5EF4-FFF2-40B4-BE49-F238E27FC236}">
                    <a16:creationId xmlns:a16="http://schemas.microsoft.com/office/drawing/2014/main" id="{77F0541E-6022-5FAA-2A2F-3670996732B4}"/>
                  </a:ext>
                </a:extLst>
              </p:cNvPr>
              <p:cNvSpPr/>
              <p:nvPr/>
            </p:nvSpPr>
            <p:spPr>
              <a:xfrm>
                <a:off x="5671824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8">
                  <a:alpha val="100000"/>
                </a:srgbClr>
              </a:solidFill>
              <a:ln w="5420" cap="flat">
                <a:solidFill>
                  <a:srgbClr val="3A5B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g20">
                <a:extLst>
                  <a:ext uri="{FF2B5EF4-FFF2-40B4-BE49-F238E27FC236}">
                    <a16:creationId xmlns:a16="http://schemas.microsoft.com/office/drawing/2014/main" id="{610E86A3-DE29-8440-48B9-B4C667D478E5}"/>
                  </a:ext>
                </a:extLst>
              </p:cNvPr>
              <p:cNvSpPr/>
              <p:nvPr/>
            </p:nvSpPr>
            <p:spPr>
              <a:xfrm>
                <a:off x="5683461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g21">
                <a:extLst>
                  <a:ext uri="{FF2B5EF4-FFF2-40B4-BE49-F238E27FC236}">
                    <a16:creationId xmlns:a16="http://schemas.microsoft.com/office/drawing/2014/main" id="{3FE27B10-21B1-1586-FB6F-DDAD7DC614B4}"/>
                  </a:ext>
                </a:extLst>
              </p:cNvPr>
              <p:cNvSpPr/>
              <p:nvPr/>
            </p:nvSpPr>
            <p:spPr>
              <a:xfrm>
                <a:off x="5695098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g22">
                <a:extLst>
                  <a:ext uri="{FF2B5EF4-FFF2-40B4-BE49-F238E27FC236}">
                    <a16:creationId xmlns:a16="http://schemas.microsoft.com/office/drawing/2014/main" id="{A7E4294A-713D-BE40-4BE8-8B5704BB8173}"/>
                  </a:ext>
                </a:extLst>
              </p:cNvPr>
              <p:cNvSpPr/>
              <p:nvPr/>
            </p:nvSpPr>
            <p:spPr>
              <a:xfrm>
                <a:off x="5718373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g23">
                <a:extLst>
                  <a:ext uri="{FF2B5EF4-FFF2-40B4-BE49-F238E27FC236}">
                    <a16:creationId xmlns:a16="http://schemas.microsoft.com/office/drawing/2014/main" id="{9D635136-A524-1AB2-716C-CB3487D6949D}"/>
                  </a:ext>
                </a:extLst>
              </p:cNvPr>
              <p:cNvSpPr/>
              <p:nvPr/>
            </p:nvSpPr>
            <p:spPr>
              <a:xfrm>
                <a:off x="5730010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g24">
                <a:extLst>
                  <a:ext uri="{FF2B5EF4-FFF2-40B4-BE49-F238E27FC236}">
                    <a16:creationId xmlns:a16="http://schemas.microsoft.com/office/drawing/2014/main" id="{A51EDBDC-E916-C692-D643-08F7F64AF852}"/>
                  </a:ext>
                </a:extLst>
              </p:cNvPr>
              <p:cNvSpPr/>
              <p:nvPr/>
            </p:nvSpPr>
            <p:spPr>
              <a:xfrm>
                <a:off x="5741648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g25">
                <a:extLst>
                  <a:ext uri="{FF2B5EF4-FFF2-40B4-BE49-F238E27FC236}">
                    <a16:creationId xmlns:a16="http://schemas.microsoft.com/office/drawing/2014/main" id="{7495DEF8-14D4-14C3-E6A5-7670F255C55A}"/>
                  </a:ext>
                </a:extLst>
              </p:cNvPr>
              <p:cNvSpPr/>
              <p:nvPr/>
            </p:nvSpPr>
            <p:spPr>
              <a:xfrm>
                <a:off x="6276965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8">
                  <a:alpha val="100000"/>
                </a:srgbClr>
              </a:solidFill>
              <a:ln w="5420" cap="flat">
                <a:solidFill>
                  <a:srgbClr val="3A5B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g26">
                <a:extLst>
                  <a:ext uri="{FF2B5EF4-FFF2-40B4-BE49-F238E27FC236}">
                    <a16:creationId xmlns:a16="http://schemas.microsoft.com/office/drawing/2014/main" id="{E984E681-7E9E-B7DF-4823-0EFCD14132F4}"/>
                  </a:ext>
                </a:extLst>
              </p:cNvPr>
              <p:cNvSpPr/>
              <p:nvPr/>
            </p:nvSpPr>
            <p:spPr>
              <a:xfrm>
                <a:off x="6288602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g27">
                <a:extLst>
                  <a:ext uri="{FF2B5EF4-FFF2-40B4-BE49-F238E27FC236}">
                    <a16:creationId xmlns:a16="http://schemas.microsoft.com/office/drawing/2014/main" id="{7B39C37E-0FCB-07BB-25CA-4BA350C0A428}"/>
                  </a:ext>
                </a:extLst>
              </p:cNvPr>
              <p:cNvSpPr/>
              <p:nvPr/>
            </p:nvSpPr>
            <p:spPr>
              <a:xfrm>
                <a:off x="6300240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g28">
                <a:extLst>
                  <a:ext uri="{FF2B5EF4-FFF2-40B4-BE49-F238E27FC236}">
                    <a16:creationId xmlns:a16="http://schemas.microsoft.com/office/drawing/2014/main" id="{37C17EA7-594D-285D-F33B-12CB68610ACB}"/>
                  </a:ext>
                </a:extLst>
              </p:cNvPr>
              <p:cNvSpPr/>
              <p:nvPr/>
            </p:nvSpPr>
            <p:spPr>
              <a:xfrm>
                <a:off x="5648549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g29">
                <a:extLst>
                  <a:ext uri="{FF2B5EF4-FFF2-40B4-BE49-F238E27FC236}">
                    <a16:creationId xmlns:a16="http://schemas.microsoft.com/office/drawing/2014/main" id="{284B5897-5E6E-8088-2487-A506094272FA}"/>
                  </a:ext>
                </a:extLst>
              </p:cNvPr>
              <p:cNvSpPr/>
              <p:nvPr/>
            </p:nvSpPr>
            <p:spPr>
              <a:xfrm>
                <a:off x="5660186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g30">
                <a:extLst>
                  <a:ext uri="{FF2B5EF4-FFF2-40B4-BE49-F238E27FC236}">
                    <a16:creationId xmlns:a16="http://schemas.microsoft.com/office/drawing/2014/main" id="{4B43F17C-944F-4E28-FA40-76A4AED4E3D2}"/>
                  </a:ext>
                </a:extLst>
              </p:cNvPr>
              <p:cNvSpPr/>
              <p:nvPr/>
            </p:nvSpPr>
            <p:spPr>
              <a:xfrm>
                <a:off x="5671824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g31">
                <a:extLst>
                  <a:ext uri="{FF2B5EF4-FFF2-40B4-BE49-F238E27FC236}">
                    <a16:creationId xmlns:a16="http://schemas.microsoft.com/office/drawing/2014/main" id="{833E22D4-1F33-5594-9F6F-2E85BB949D55}"/>
                  </a:ext>
                </a:extLst>
              </p:cNvPr>
              <p:cNvSpPr/>
              <p:nvPr/>
            </p:nvSpPr>
            <p:spPr>
              <a:xfrm>
                <a:off x="5683461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g32">
                <a:extLst>
                  <a:ext uri="{FF2B5EF4-FFF2-40B4-BE49-F238E27FC236}">
                    <a16:creationId xmlns:a16="http://schemas.microsoft.com/office/drawing/2014/main" id="{CCC35568-CC8F-4467-E1DD-D20F965A7617}"/>
                  </a:ext>
                </a:extLst>
              </p:cNvPr>
              <p:cNvSpPr/>
              <p:nvPr/>
            </p:nvSpPr>
            <p:spPr>
              <a:xfrm>
                <a:off x="569509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g33">
                <a:extLst>
                  <a:ext uri="{FF2B5EF4-FFF2-40B4-BE49-F238E27FC236}">
                    <a16:creationId xmlns:a16="http://schemas.microsoft.com/office/drawing/2014/main" id="{997B5474-E73F-DF7A-F6DC-017E1964578A}"/>
                  </a:ext>
                </a:extLst>
              </p:cNvPr>
              <p:cNvSpPr/>
              <p:nvPr/>
            </p:nvSpPr>
            <p:spPr>
              <a:xfrm>
                <a:off x="5706736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g34">
                <a:extLst>
                  <a:ext uri="{FF2B5EF4-FFF2-40B4-BE49-F238E27FC236}">
                    <a16:creationId xmlns:a16="http://schemas.microsoft.com/office/drawing/2014/main" id="{74FE4CCE-0455-254F-EF4E-CB95732A0B9D}"/>
                  </a:ext>
                </a:extLst>
              </p:cNvPr>
              <p:cNvSpPr/>
              <p:nvPr/>
            </p:nvSpPr>
            <p:spPr>
              <a:xfrm>
                <a:off x="5718373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g35">
                <a:extLst>
                  <a:ext uri="{FF2B5EF4-FFF2-40B4-BE49-F238E27FC236}">
                    <a16:creationId xmlns:a16="http://schemas.microsoft.com/office/drawing/2014/main" id="{4B2CB68E-34B7-88AE-DB25-1A68ABEED600}"/>
                  </a:ext>
                </a:extLst>
              </p:cNvPr>
              <p:cNvSpPr/>
              <p:nvPr/>
            </p:nvSpPr>
            <p:spPr>
              <a:xfrm>
                <a:off x="5730010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g36">
                <a:extLst>
                  <a:ext uri="{FF2B5EF4-FFF2-40B4-BE49-F238E27FC236}">
                    <a16:creationId xmlns:a16="http://schemas.microsoft.com/office/drawing/2014/main" id="{425A7B8D-D9C4-D5A0-C9A3-B9B23EC4EC30}"/>
                  </a:ext>
                </a:extLst>
              </p:cNvPr>
              <p:cNvSpPr/>
              <p:nvPr/>
            </p:nvSpPr>
            <p:spPr>
              <a:xfrm>
                <a:off x="574164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g37">
                <a:extLst>
                  <a:ext uri="{FF2B5EF4-FFF2-40B4-BE49-F238E27FC236}">
                    <a16:creationId xmlns:a16="http://schemas.microsoft.com/office/drawing/2014/main" id="{02D3CEBF-3D4D-B721-F3D0-0A39CD8D54D1}"/>
                  </a:ext>
                </a:extLst>
              </p:cNvPr>
              <p:cNvSpPr/>
              <p:nvPr/>
            </p:nvSpPr>
            <p:spPr>
              <a:xfrm>
                <a:off x="626532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g38">
                <a:extLst>
                  <a:ext uri="{FF2B5EF4-FFF2-40B4-BE49-F238E27FC236}">
                    <a16:creationId xmlns:a16="http://schemas.microsoft.com/office/drawing/2014/main" id="{4955EAF3-FC53-487A-5F35-82B3C69B1247}"/>
                  </a:ext>
                </a:extLst>
              </p:cNvPr>
              <p:cNvSpPr/>
              <p:nvPr/>
            </p:nvSpPr>
            <p:spPr>
              <a:xfrm>
                <a:off x="6276965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g39">
                <a:extLst>
                  <a:ext uri="{FF2B5EF4-FFF2-40B4-BE49-F238E27FC236}">
                    <a16:creationId xmlns:a16="http://schemas.microsoft.com/office/drawing/2014/main" id="{7ADF73E0-9830-204C-90DE-D8AF97085CE5}"/>
                  </a:ext>
                </a:extLst>
              </p:cNvPr>
              <p:cNvSpPr/>
              <p:nvPr/>
            </p:nvSpPr>
            <p:spPr>
              <a:xfrm>
                <a:off x="6288602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g40">
                <a:extLst>
                  <a:ext uri="{FF2B5EF4-FFF2-40B4-BE49-F238E27FC236}">
                    <a16:creationId xmlns:a16="http://schemas.microsoft.com/office/drawing/2014/main" id="{15782803-6345-6DC8-FDA0-E1D9079AE031}"/>
                  </a:ext>
                </a:extLst>
              </p:cNvPr>
              <p:cNvSpPr/>
              <p:nvPr/>
            </p:nvSpPr>
            <p:spPr>
              <a:xfrm>
                <a:off x="6300240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8">
                  <a:alpha val="100000"/>
                </a:srgbClr>
              </a:solidFill>
              <a:ln w="5420" cap="flat">
                <a:solidFill>
                  <a:srgbClr val="3A5B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g41">
                <a:extLst>
                  <a:ext uri="{FF2B5EF4-FFF2-40B4-BE49-F238E27FC236}">
                    <a16:creationId xmlns:a16="http://schemas.microsoft.com/office/drawing/2014/main" id="{22F9C968-F52E-7E52-B2B6-698AD12F45B0}"/>
                  </a:ext>
                </a:extLst>
              </p:cNvPr>
              <p:cNvSpPr/>
              <p:nvPr/>
            </p:nvSpPr>
            <p:spPr>
              <a:xfrm>
                <a:off x="6311877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g42">
                <a:extLst>
                  <a:ext uri="{FF2B5EF4-FFF2-40B4-BE49-F238E27FC236}">
                    <a16:creationId xmlns:a16="http://schemas.microsoft.com/office/drawing/2014/main" id="{E3FA101C-0946-DE38-FE2E-BE895EF21F90}"/>
                  </a:ext>
                </a:extLst>
              </p:cNvPr>
              <p:cNvSpPr/>
              <p:nvPr/>
            </p:nvSpPr>
            <p:spPr>
              <a:xfrm>
                <a:off x="5636912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8">
                  <a:alpha val="100000"/>
                </a:srgbClr>
              </a:solidFill>
              <a:ln w="5420" cap="flat">
                <a:solidFill>
                  <a:srgbClr val="3A5B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g43">
                <a:extLst>
                  <a:ext uri="{FF2B5EF4-FFF2-40B4-BE49-F238E27FC236}">
                    <a16:creationId xmlns:a16="http://schemas.microsoft.com/office/drawing/2014/main" id="{D99C050A-5F5A-5202-DF14-DAB1A699EB0C}"/>
                  </a:ext>
                </a:extLst>
              </p:cNvPr>
              <p:cNvSpPr/>
              <p:nvPr/>
            </p:nvSpPr>
            <p:spPr>
              <a:xfrm>
                <a:off x="5648549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g44">
                <a:extLst>
                  <a:ext uri="{FF2B5EF4-FFF2-40B4-BE49-F238E27FC236}">
                    <a16:creationId xmlns:a16="http://schemas.microsoft.com/office/drawing/2014/main" id="{1791DDA4-8C3B-DED4-1E45-75C76BEA08DE}"/>
                  </a:ext>
                </a:extLst>
              </p:cNvPr>
              <p:cNvSpPr/>
              <p:nvPr/>
            </p:nvSpPr>
            <p:spPr>
              <a:xfrm>
                <a:off x="5660186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g45">
                <a:extLst>
                  <a:ext uri="{FF2B5EF4-FFF2-40B4-BE49-F238E27FC236}">
                    <a16:creationId xmlns:a16="http://schemas.microsoft.com/office/drawing/2014/main" id="{FA07D31A-A093-8807-1360-0537F7714634}"/>
                  </a:ext>
                </a:extLst>
              </p:cNvPr>
              <p:cNvSpPr/>
              <p:nvPr/>
            </p:nvSpPr>
            <p:spPr>
              <a:xfrm>
                <a:off x="5671824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g46">
                <a:extLst>
                  <a:ext uri="{FF2B5EF4-FFF2-40B4-BE49-F238E27FC236}">
                    <a16:creationId xmlns:a16="http://schemas.microsoft.com/office/drawing/2014/main" id="{791D70AF-6B51-259D-118F-0318DDC97B64}"/>
                  </a:ext>
                </a:extLst>
              </p:cNvPr>
              <p:cNvSpPr/>
              <p:nvPr/>
            </p:nvSpPr>
            <p:spPr>
              <a:xfrm>
                <a:off x="5683461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g47">
                <a:extLst>
                  <a:ext uri="{FF2B5EF4-FFF2-40B4-BE49-F238E27FC236}">
                    <a16:creationId xmlns:a16="http://schemas.microsoft.com/office/drawing/2014/main" id="{5DE61302-E391-AC4A-B173-12884E8EBF33}"/>
                  </a:ext>
                </a:extLst>
              </p:cNvPr>
              <p:cNvSpPr/>
              <p:nvPr/>
            </p:nvSpPr>
            <p:spPr>
              <a:xfrm>
                <a:off x="569509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g48">
                <a:extLst>
                  <a:ext uri="{FF2B5EF4-FFF2-40B4-BE49-F238E27FC236}">
                    <a16:creationId xmlns:a16="http://schemas.microsoft.com/office/drawing/2014/main" id="{AF801C77-BE71-86BB-11C4-9BDC613289F0}"/>
                  </a:ext>
                </a:extLst>
              </p:cNvPr>
              <p:cNvSpPr/>
              <p:nvPr/>
            </p:nvSpPr>
            <p:spPr>
              <a:xfrm>
                <a:off x="5706736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g49">
                <a:extLst>
                  <a:ext uri="{FF2B5EF4-FFF2-40B4-BE49-F238E27FC236}">
                    <a16:creationId xmlns:a16="http://schemas.microsoft.com/office/drawing/2014/main" id="{D3C8B365-55D1-10D2-A161-4632E8F10494}"/>
                  </a:ext>
                </a:extLst>
              </p:cNvPr>
              <p:cNvSpPr/>
              <p:nvPr/>
            </p:nvSpPr>
            <p:spPr>
              <a:xfrm>
                <a:off x="5718373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g50">
                <a:extLst>
                  <a:ext uri="{FF2B5EF4-FFF2-40B4-BE49-F238E27FC236}">
                    <a16:creationId xmlns:a16="http://schemas.microsoft.com/office/drawing/2014/main" id="{6394969A-403B-F68C-51B9-2B2DF6286F5B}"/>
                  </a:ext>
                </a:extLst>
              </p:cNvPr>
              <p:cNvSpPr/>
              <p:nvPr/>
            </p:nvSpPr>
            <p:spPr>
              <a:xfrm>
                <a:off x="5730010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g51">
                <a:extLst>
                  <a:ext uri="{FF2B5EF4-FFF2-40B4-BE49-F238E27FC236}">
                    <a16:creationId xmlns:a16="http://schemas.microsoft.com/office/drawing/2014/main" id="{8F57035F-7F5A-601B-0020-E2DDFD0B79D3}"/>
                  </a:ext>
                </a:extLst>
              </p:cNvPr>
              <p:cNvSpPr/>
              <p:nvPr/>
            </p:nvSpPr>
            <p:spPr>
              <a:xfrm>
                <a:off x="574164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g52">
                <a:extLst>
                  <a:ext uri="{FF2B5EF4-FFF2-40B4-BE49-F238E27FC236}">
                    <a16:creationId xmlns:a16="http://schemas.microsoft.com/office/drawing/2014/main" id="{A3BEE596-FB30-772C-D75A-E64DCDB25D5E}"/>
                  </a:ext>
                </a:extLst>
              </p:cNvPr>
              <p:cNvSpPr/>
              <p:nvPr/>
            </p:nvSpPr>
            <p:spPr>
              <a:xfrm>
                <a:off x="5753285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g53">
                <a:extLst>
                  <a:ext uri="{FF2B5EF4-FFF2-40B4-BE49-F238E27FC236}">
                    <a16:creationId xmlns:a16="http://schemas.microsoft.com/office/drawing/2014/main" id="{CD10577C-88BE-E8C8-6E77-FB6031F43749}"/>
                  </a:ext>
                </a:extLst>
              </p:cNvPr>
              <p:cNvSpPr/>
              <p:nvPr/>
            </p:nvSpPr>
            <p:spPr>
              <a:xfrm>
                <a:off x="626532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g54">
                <a:extLst>
                  <a:ext uri="{FF2B5EF4-FFF2-40B4-BE49-F238E27FC236}">
                    <a16:creationId xmlns:a16="http://schemas.microsoft.com/office/drawing/2014/main" id="{21505A49-D862-3349-CC41-2AA5C39F518B}"/>
                  </a:ext>
                </a:extLst>
              </p:cNvPr>
              <p:cNvSpPr/>
              <p:nvPr/>
            </p:nvSpPr>
            <p:spPr>
              <a:xfrm>
                <a:off x="6276965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g55">
                <a:extLst>
                  <a:ext uri="{FF2B5EF4-FFF2-40B4-BE49-F238E27FC236}">
                    <a16:creationId xmlns:a16="http://schemas.microsoft.com/office/drawing/2014/main" id="{E42F6395-EB9E-B214-3300-B0ECC841FA40}"/>
                  </a:ext>
                </a:extLst>
              </p:cNvPr>
              <p:cNvSpPr/>
              <p:nvPr/>
            </p:nvSpPr>
            <p:spPr>
              <a:xfrm>
                <a:off x="6288602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g56">
                <a:extLst>
                  <a:ext uri="{FF2B5EF4-FFF2-40B4-BE49-F238E27FC236}">
                    <a16:creationId xmlns:a16="http://schemas.microsoft.com/office/drawing/2014/main" id="{A681F925-D212-2189-120B-686E3BA8960C}"/>
                  </a:ext>
                </a:extLst>
              </p:cNvPr>
              <p:cNvSpPr/>
              <p:nvPr/>
            </p:nvSpPr>
            <p:spPr>
              <a:xfrm>
                <a:off x="6300240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g57">
                <a:extLst>
                  <a:ext uri="{FF2B5EF4-FFF2-40B4-BE49-F238E27FC236}">
                    <a16:creationId xmlns:a16="http://schemas.microsoft.com/office/drawing/2014/main" id="{006A20EF-14C5-80DC-F52C-01AF725A5FC6}"/>
                  </a:ext>
                </a:extLst>
              </p:cNvPr>
              <p:cNvSpPr/>
              <p:nvPr/>
            </p:nvSpPr>
            <p:spPr>
              <a:xfrm>
                <a:off x="6311877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g58">
                <a:extLst>
                  <a:ext uri="{FF2B5EF4-FFF2-40B4-BE49-F238E27FC236}">
                    <a16:creationId xmlns:a16="http://schemas.microsoft.com/office/drawing/2014/main" id="{8E0D191C-3E95-87AB-4523-1B4AA5D9AA2D}"/>
                  </a:ext>
                </a:extLst>
              </p:cNvPr>
              <p:cNvSpPr/>
              <p:nvPr/>
            </p:nvSpPr>
            <p:spPr>
              <a:xfrm>
                <a:off x="557872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g59">
                <a:extLst>
                  <a:ext uri="{FF2B5EF4-FFF2-40B4-BE49-F238E27FC236}">
                    <a16:creationId xmlns:a16="http://schemas.microsoft.com/office/drawing/2014/main" id="{FB1CC82B-5890-91CD-4B6D-FB9701E6A1B5}"/>
                  </a:ext>
                </a:extLst>
              </p:cNvPr>
              <p:cNvSpPr/>
              <p:nvPr/>
            </p:nvSpPr>
            <p:spPr>
              <a:xfrm>
                <a:off x="5590363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g60">
                <a:extLst>
                  <a:ext uri="{FF2B5EF4-FFF2-40B4-BE49-F238E27FC236}">
                    <a16:creationId xmlns:a16="http://schemas.microsoft.com/office/drawing/2014/main" id="{E373E357-7AFF-74EA-314B-61549A208AEF}"/>
                  </a:ext>
                </a:extLst>
              </p:cNvPr>
              <p:cNvSpPr/>
              <p:nvPr/>
            </p:nvSpPr>
            <p:spPr>
              <a:xfrm>
                <a:off x="560200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g61">
                <a:extLst>
                  <a:ext uri="{FF2B5EF4-FFF2-40B4-BE49-F238E27FC236}">
                    <a16:creationId xmlns:a16="http://schemas.microsoft.com/office/drawing/2014/main" id="{CB024C6C-FD47-A9CC-C613-5F4044884E27}"/>
                  </a:ext>
                </a:extLst>
              </p:cNvPr>
              <p:cNvSpPr/>
              <p:nvPr/>
            </p:nvSpPr>
            <p:spPr>
              <a:xfrm>
                <a:off x="5613637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g62">
                <a:extLst>
                  <a:ext uri="{FF2B5EF4-FFF2-40B4-BE49-F238E27FC236}">
                    <a16:creationId xmlns:a16="http://schemas.microsoft.com/office/drawing/2014/main" id="{A64944FE-B699-565E-EE60-EEC527AED9BF}"/>
                  </a:ext>
                </a:extLst>
              </p:cNvPr>
              <p:cNvSpPr/>
              <p:nvPr/>
            </p:nvSpPr>
            <p:spPr>
              <a:xfrm>
                <a:off x="562527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g63">
                <a:extLst>
                  <a:ext uri="{FF2B5EF4-FFF2-40B4-BE49-F238E27FC236}">
                    <a16:creationId xmlns:a16="http://schemas.microsoft.com/office/drawing/2014/main" id="{2AD974B7-A827-CDF8-AB3C-694A9E8A9DE2}"/>
                  </a:ext>
                </a:extLst>
              </p:cNvPr>
              <p:cNvSpPr/>
              <p:nvPr/>
            </p:nvSpPr>
            <p:spPr>
              <a:xfrm>
                <a:off x="5636912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g64">
                <a:extLst>
                  <a:ext uri="{FF2B5EF4-FFF2-40B4-BE49-F238E27FC236}">
                    <a16:creationId xmlns:a16="http://schemas.microsoft.com/office/drawing/2014/main" id="{92D04324-0131-7D8A-CFB5-24FD2AF7AFE7}"/>
                  </a:ext>
                </a:extLst>
              </p:cNvPr>
              <p:cNvSpPr/>
              <p:nvPr/>
            </p:nvSpPr>
            <p:spPr>
              <a:xfrm>
                <a:off x="5648549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g65">
                <a:extLst>
                  <a:ext uri="{FF2B5EF4-FFF2-40B4-BE49-F238E27FC236}">
                    <a16:creationId xmlns:a16="http://schemas.microsoft.com/office/drawing/2014/main" id="{52EA131B-DF99-4EA2-9529-CCE9D85CA512}"/>
                  </a:ext>
                </a:extLst>
              </p:cNvPr>
              <p:cNvSpPr/>
              <p:nvPr/>
            </p:nvSpPr>
            <p:spPr>
              <a:xfrm>
                <a:off x="5660186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g66">
                <a:extLst>
                  <a:ext uri="{FF2B5EF4-FFF2-40B4-BE49-F238E27FC236}">
                    <a16:creationId xmlns:a16="http://schemas.microsoft.com/office/drawing/2014/main" id="{B9910E9F-E624-905C-205D-F1157DF5D832}"/>
                  </a:ext>
                </a:extLst>
              </p:cNvPr>
              <p:cNvSpPr/>
              <p:nvPr/>
            </p:nvSpPr>
            <p:spPr>
              <a:xfrm>
                <a:off x="5671824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g67">
                <a:extLst>
                  <a:ext uri="{FF2B5EF4-FFF2-40B4-BE49-F238E27FC236}">
                    <a16:creationId xmlns:a16="http://schemas.microsoft.com/office/drawing/2014/main" id="{45A4FB80-2718-CBFD-C3F0-7700DF4BF9F0}"/>
                  </a:ext>
                </a:extLst>
              </p:cNvPr>
              <p:cNvSpPr/>
              <p:nvPr/>
            </p:nvSpPr>
            <p:spPr>
              <a:xfrm>
                <a:off x="5683461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g68">
                <a:extLst>
                  <a:ext uri="{FF2B5EF4-FFF2-40B4-BE49-F238E27FC236}">
                    <a16:creationId xmlns:a16="http://schemas.microsoft.com/office/drawing/2014/main" id="{8FBF1574-7370-C850-C291-8E09956B6015}"/>
                  </a:ext>
                </a:extLst>
              </p:cNvPr>
              <p:cNvSpPr/>
              <p:nvPr/>
            </p:nvSpPr>
            <p:spPr>
              <a:xfrm>
                <a:off x="5695098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g69">
                <a:extLst>
                  <a:ext uri="{FF2B5EF4-FFF2-40B4-BE49-F238E27FC236}">
                    <a16:creationId xmlns:a16="http://schemas.microsoft.com/office/drawing/2014/main" id="{7E096946-F52F-BD03-4AC2-DFA56EFDB5C1}"/>
                  </a:ext>
                </a:extLst>
              </p:cNvPr>
              <p:cNvSpPr/>
              <p:nvPr/>
            </p:nvSpPr>
            <p:spPr>
              <a:xfrm>
                <a:off x="5706736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g70">
                <a:extLst>
                  <a:ext uri="{FF2B5EF4-FFF2-40B4-BE49-F238E27FC236}">
                    <a16:creationId xmlns:a16="http://schemas.microsoft.com/office/drawing/2014/main" id="{D31439C1-B131-5B47-7DCD-815A5CE311EB}"/>
                  </a:ext>
                </a:extLst>
              </p:cNvPr>
              <p:cNvSpPr/>
              <p:nvPr/>
            </p:nvSpPr>
            <p:spPr>
              <a:xfrm>
                <a:off x="5718373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g71">
                <a:extLst>
                  <a:ext uri="{FF2B5EF4-FFF2-40B4-BE49-F238E27FC236}">
                    <a16:creationId xmlns:a16="http://schemas.microsoft.com/office/drawing/2014/main" id="{BA6BBE50-4AE5-BFAC-2BFE-D6CEB8B10F2F}"/>
                  </a:ext>
                </a:extLst>
              </p:cNvPr>
              <p:cNvSpPr/>
              <p:nvPr/>
            </p:nvSpPr>
            <p:spPr>
              <a:xfrm>
                <a:off x="573001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g72">
                <a:extLst>
                  <a:ext uri="{FF2B5EF4-FFF2-40B4-BE49-F238E27FC236}">
                    <a16:creationId xmlns:a16="http://schemas.microsoft.com/office/drawing/2014/main" id="{00683A68-FBE0-8525-F6F7-FB3355A5A905}"/>
                  </a:ext>
                </a:extLst>
              </p:cNvPr>
              <p:cNvSpPr/>
              <p:nvPr/>
            </p:nvSpPr>
            <p:spPr>
              <a:xfrm>
                <a:off x="5741648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g73">
                <a:extLst>
                  <a:ext uri="{FF2B5EF4-FFF2-40B4-BE49-F238E27FC236}">
                    <a16:creationId xmlns:a16="http://schemas.microsoft.com/office/drawing/2014/main" id="{5397B4FA-3B09-F3A2-B23C-4A046B4D26DD}"/>
                  </a:ext>
                </a:extLst>
              </p:cNvPr>
              <p:cNvSpPr/>
              <p:nvPr/>
            </p:nvSpPr>
            <p:spPr>
              <a:xfrm>
                <a:off x="627696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g74">
                <a:extLst>
                  <a:ext uri="{FF2B5EF4-FFF2-40B4-BE49-F238E27FC236}">
                    <a16:creationId xmlns:a16="http://schemas.microsoft.com/office/drawing/2014/main" id="{CB5534B3-1378-7B8A-D0CB-C895DDE069B8}"/>
                  </a:ext>
                </a:extLst>
              </p:cNvPr>
              <p:cNvSpPr/>
              <p:nvPr/>
            </p:nvSpPr>
            <p:spPr>
              <a:xfrm>
                <a:off x="6288602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g75">
                <a:extLst>
                  <a:ext uri="{FF2B5EF4-FFF2-40B4-BE49-F238E27FC236}">
                    <a16:creationId xmlns:a16="http://schemas.microsoft.com/office/drawing/2014/main" id="{AA7177CE-F408-16D3-D5D0-EC91AF6FB250}"/>
                  </a:ext>
                </a:extLst>
              </p:cNvPr>
              <p:cNvSpPr/>
              <p:nvPr/>
            </p:nvSpPr>
            <p:spPr>
              <a:xfrm>
                <a:off x="630024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g76">
                <a:extLst>
                  <a:ext uri="{FF2B5EF4-FFF2-40B4-BE49-F238E27FC236}">
                    <a16:creationId xmlns:a16="http://schemas.microsoft.com/office/drawing/2014/main" id="{C18A13FC-3FEC-327B-8BAA-39B20D18A9F3}"/>
                  </a:ext>
                </a:extLst>
              </p:cNvPr>
              <p:cNvSpPr/>
              <p:nvPr/>
            </p:nvSpPr>
            <p:spPr>
              <a:xfrm>
                <a:off x="554381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g77">
                <a:extLst>
                  <a:ext uri="{FF2B5EF4-FFF2-40B4-BE49-F238E27FC236}">
                    <a16:creationId xmlns:a16="http://schemas.microsoft.com/office/drawing/2014/main" id="{B014738A-3BE9-E635-3F34-48C6290ECB49}"/>
                  </a:ext>
                </a:extLst>
              </p:cNvPr>
              <p:cNvSpPr/>
              <p:nvPr/>
            </p:nvSpPr>
            <p:spPr>
              <a:xfrm>
                <a:off x="5555451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g78">
                <a:extLst>
                  <a:ext uri="{FF2B5EF4-FFF2-40B4-BE49-F238E27FC236}">
                    <a16:creationId xmlns:a16="http://schemas.microsoft.com/office/drawing/2014/main" id="{F562D6C2-0AD1-DBF6-0550-42A16A5C1040}"/>
                  </a:ext>
                </a:extLst>
              </p:cNvPr>
              <p:cNvSpPr/>
              <p:nvPr/>
            </p:nvSpPr>
            <p:spPr>
              <a:xfrm>
                <a:off x="5567088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g79">
                <a:extLst>
                  <a:ext uri="{FF2B5EF4-FFF2-40B4-BE49-F238E27FC236}">
                    <a16:creationId xmlns:a16="http://schemas.microsoft.com/office/drawing/2014/main" id="{83AD09B1-DE20-77D7-84DF-96E276F7F60C}"/>
                  </a:ext>
                </a:extLst>
              </p:cNvPr>
              <p:cNvSpPr/>
              <p:nvPr/>
            </p:nvSpPr>
            <p:spPr>
              <a:xfrm>
                <a:off x="5578725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g80">
                <a:extLst>
                  <a:ext uri="{FF2B5EF4-FFF2-40B4-BE49-F238E27FC236}">
                    <a16:creationId xmlns:a16="http://schemas.microsoft.com/office/drawing/2014/main" id="{FFF5AFD1-C7EE-9D88-6880-92B9CD8D561E}"/>
                  </a:ext>
                </a:extLst>
              </p:cNvPr>
              <p:cNvSpPr/>
              <p:nvPr/>
            </p:nvSpPr>
            <p:spPr>
              <a:xfrm>
                <a:off x="559036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g81">
                <a:extLst>
                  <a:ext uri="{FF2B5EF4-FFF2-40B4-BE49-F238E27FC236}">
                    <a16:creationId xmlns:a16="http://schemas.microsoft.com/office/drawing/2014/main" id="{233268FE-6AEC-3568-F332-7CEDBEFF6E94}"/>
                  </a:ext>
                </a:extLst>
              </p:cNvPr>
              <p:cNvSpPr/>
              <p:nvPr/>
            </p:nvSpPr>
            <p:spPr>
              <a:xfrm>
                <a:off x="5602000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g82">
                <a:extLst>
                  <a:ext uri="{FF2B5EF4-FFF2-40B4-BE49-F238E27FC236}">
                    <a16:creationId xmlns:a16="http://schemas.microsoft.com/office/drawing/2014/main" id="{7D8E336B-137D-1465-5E08-A01EF007BDB1}"/>
                  </a:ext>
                </a:extLst>
              </p:cNvPr>
              <p:cNvSpPr/>
              <p:nvPr/>
            </p:nvSpPr>
            <p:spPr>
              <a:xfrm>
                <a:off x="5613637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g83">
                <a:extLst>
                  <a:ext uri="{FF2B5EF4-FFF2-40B4-BE49-F238E27FC236}">
                    <a16:creationId xmlns:a16="http://schemas.microsoft.com/office/drawing/2014/main" id="{C607C6B5-F373-448C-EB61-D0D8CDFE8B4A}"/>
                  </a:ext>
                </a:extLst>
              </p:cNvPr>
              <p:cNvSpPr/>
              <p:nvPr/>
            </p:nvSpPr>
            <p:spPr>
              <a:xfrm>
                <a:off x="5625275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g84">
                <a:extLst>
                  <a:ext uri="{FF2B5EF4-FFF2-40B4-BE49-F238E27FC236}">
                    <a16:creationId xmlns:a16="http://schemas.microsoft.com/office/drawing/2014/main" id="{2990ADA2-A692-75D3-6B12-AAC984996653}"/>
                  </a:ext>
                </a:extLst>
              </p:cNvPr>
              <p:cNvSpPr/>
              <p:nvPr/>
            </p:nvSpPr>
            <p:spPr>
              <a:xfrm>
                <a:off x="5636912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g85">
                <a:extLst>
                  <a:ext uri="{FF2B5EF4-FFF2-40B4-BE49-F238E27FC236}">
                    <a16:creationId xmlns:a16="http://schemas.microsoft.com/office/drawing/2014/main" id="{B3B67C0E-99E1-B5BE-FEF8-3CBBB2722583}"/>
                  </a:ext>
                </a:extLst>
              </p:cNvPr>
              <p:cNvSpPr/>
              <p:nvPr/>
            </p:nvSpPr>
            <p:spPr>
              <a:xfrm>
                <a:off x="5648549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g86">
                <a:extLst>
                  <a:ext uri="{FF2B5EF4-FFF2-40B4-BE49-F238E27FC236}">
                    <a16:creationId xmlns:a16="http://schemas.microsoft.com/office/drawing/2014/main" id="{3E6343C4-DFCB-5A10-6333-D531F1875DD6}"/>
                  </a:ext>
                </a:extLst>
              </p:cNvPr>
              <p:cNvSpPr/>
              <p:nvPr/>
            </p:nvSpPr>
            <p:spPr>
              <a:xfrm>
                <a:off x="5660186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g87">
                <a:extLst>
                  <a:ext uri="{FF2B5EF4-FFF2-40B4-BE49-F238E27FC236}">
                    <a16:creationId xmlns:a16="http://schemas.microsoft.com/office/drawing/2014/main" id="{B92B5D3D-38DF-24ED-A5FD-DDD482441DB5}"/>
                  </a:ext>
                </a:extLst>
              </p:cNvPr>
              <p:cNvSpPr/>
              <p:nvPr/>
            </p:nvSpPr>
            <p:spPr>
              <a:xfrm>
                <a:off x="5671824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g88">
                <a:extLst>
                  <a:ext uri="{FF2B5EF4-FFF2-40B4-BE49-F238E27FC236}">
                    <a16:creationId xmlns:a16="http://schemas.microsoft.com/office/drawing/2014/main" id="{EAC830B8-2324-7674-F9C1-F86E0B07339C}"/>
                  </a:ext>
                </a:extLst>
              </p:cNvPr>
              <p:cNvSpPr/>
              <p:nvPr/>
            </p:nvSpPr>
            <p:spPr>
              <a:xfrm>
                <a:off x="5683461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g89">
                <a:extLst>
                  <a:ext uri="{FF2B5EF4-FFF2-40B4-BE49-F238E27FC236}">
                    <a16:creationId xmlns:a16="http://schemas.microsoft.com/office/drawing/2014/main" id="{EEA134C8-C788-C37E-DAFC-C511A4049AE4}"/>
                  </a:ext>
                </a:extLst>
              </p:cNvPr>
              <p:cNvSpPr/>
              <p:nvPr/>
            </p:nvSpPr>
            <p:spPr>
              <a:xfrm>
                <a:off x="5695098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g90">
                <a:extLst>
                  <a:ext uri="{FF2B5EF4-FFF2-40B4-BE49-F238E27FC236}">
                    <a16:creationId xmlns:a16="http://schemas.microsoft.com/office/drawing/2014/main" id="{E553228F-85BC-8353-2FDE-4D21C7F7D06B}"/>
                  </a:ext>
                </a:extLst>
              </p:cNvPr>
              <p:cNvSpPr/>
              <p:nvPr/>
            </p:nvSpPr>
            <p:spPr>
              <a:xfrm>
                <a:off x="5706736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g91">
                <a:extLst>
                  <a:ext uri="{FF2B5EF4-FFF2-40B4-BE49-F238E27FC236}">
                    <a16:creationId xmlns:a16="http://schemas.microsoft.com/office/drawing/2014/main" id="{B2444BCD-924B-649F-7D6F-40AE5C6FF68B}"/>
                  </a:ext>
                </a:extLst>
              </p:cNvPr>
              <p:cNvSpPr/>
              <p:nvPr/>
            </p:nvSpPr>
            <p:spPr>
              <a:xfrm>
                <a:off x="571837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g92">
                <a:extLst>
                  <a:ext uri="{FF2B5EF4-FFF2-40B4-BE49-F238E27FC236}">
                    <a16:creationId xmlns:a16="http://schemas.microsoft.com/office/drawing/2014/main" id="{74953377-8CEA-A41D-A979-DDDF2DA43A70}"/>
                  </a:ext>
                </a:extLst>
              </p:cNvPr>
              <p:cNvSpPr/>
              <p:nvPr/>
            </p:nvSpPr>
            <p:spPr>
              <a:xfrm>
                <a:off x="5730010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g93">
                <a:extLst>
                  <a:ext uri="{FF2B5EF4-FFF2-40B4-BE49-F238E27FC236}">
                    <a16:creationId xmlns:a16="http://schemas.microsoft.com/office/drawing/2014/main" id="{CA295C79-6CA3-5BB5-AE8A-E682CB8CADBA}"/>
                  </a:ext>
                </a:extLst>
              </p:cNvPr>
              <p:cNvSpPr/>
              <p:nvPr/>
            </p:nvSpPr>
            <p:spPr>
              <a:xfrm>
                <a:off x="6288602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g94">
                <a:extLst>
                  <a:ext uri="{FF2B5EF4-FFF2-40B4-BE49-F238E27FC236}">
                    <a16:creationId xmlns:a16="http://schemas.microsoft.com/office/drawing/2014/main" id="{A7CF2D58-D504-F89C-151B-9BA11A6ADC39}"/>
                  </a:ext>
                </a:extLst>
              </p:cNvPr>
              <p:cNvSpPr/>
              <p:nvPr/>
            </p:nvSpPr>
            <p:spPr>
              <a:xfrm>
                <a:off x="5532176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g95">
                <a:extLst>
                  <a:ext uri="{FF2B5EF4-FFF2-40B4-BE49-F238E27FC236}">
                    <a16:creationId xmlns:a16="http://schemas.microsoft.com/office/drawing/2014/main" id="{AD65FC8C-50F0-DF80-5ACF-108AFED7F9C7}"/>
                  </a:ext>
                </a:extLst>
              </p:cNvPr>
              <p:cNvSpPr/>
              <p:nvPr/>
            </p:nvSpPr>
            <p:spPr>
              <a:xfrm>
                <a:off x="5543813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g96">
                <a:extLst>
                  <a:ext uri="{FF2B5EF4-FFF2-40B4-BE49-F238E27FC236}">
                    <a16:creationId xmlns:a16="http://schemas.microsoft.com/office/drawing/2014/main" id="{71C84E7B-4C53-91B8-6C28-E4AAAFFD2D82}"/>
                  </a:ext>
                </a:extLst>
              </p:cNvPr>
              <p:cNvSpPr/>
              <p:nvPr/>
            </p:nvSpPr>
            <p:spPr>
              <a:xfrm>
                <a:off x="5555451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g97">
                <a:extLst>
                  <a:ext uri="{FF2B5EF4-FFF2-40B4-BE49-F238E27FC236}">
                    <a16:creationId xmlns:a16="http://schemas.microsoft.com/office/drawing/2014/main" id="{49F0E80E-7190-7E73-BD1B-5F95BF2F09EF}"/>
                  </a:ext>
                </a:extLst>
              </p:cNvPr>
              <p:cNvSpPr/>
              <p:nvPr/>
            </p:nvSpPr>
            <p:spPr>
              <a:xfrm>
                <a:off x="5567088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g98">
                <a:extLst>
                  <a:ext uri="{FF2B5EF4-FFF2-40B4-BE49-F238E27FC236}">
                    <a16:creationId xmlns:a16="http://schemas.microsoft.com/office/drawing/2014/main" id="{E203D3BF-FCDF-F32E-F7ED-23E287CC7582}"/>
                  </a:ext>
                </a:extLst>
              </p:cNvPr>
              <p:cNvSpPr/>
              <p:nvPr/>
            </p:nvSpPr>
            <p:spPr>
              <a:xfrm>
                <a:off x="5578725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g99">
                <a:extLst>
                  <a:ext uri="{FF2B5EF4-FFF2-40B4-BE49-F238E27FC236}">
                    <a16:creationId xmlns:a16="http://schemas.microsoft.com/office/drawing/2014/main" id="{A41EEB5F-7302-7CDF-6078-5AD495357C80}"/>
                  </a:ext>
                </a:extLst>
              </p:cNvPr>
              <p:cNvSpPr/>
              <p:nvPr/>
            </p:nvSpPr>
            <p:spPr>
              <a:xfrm>
                <a:off x="5590363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g100">
                <a:extLst>
                  <a:ext uri="{FF2B5EF4-FFF2-40B4-BE49-F238E27FC236}">
                    <a16:creationId xmlns:a16="http://schemas.microsoft.com/office/drawing/2014/main" id="{65A13EB0-2E4A-52FD-5939-DF0B53E6F0FF}"/>
                  </a:ext>
                </a:extLst>
              </p:cNvPr>
              <p:cNvSpPr/>
              <p:nvPr/>
            </p:nvSpPr>
            <p:spPr>
              <a:xfrm>
                <a:off x="5602000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g101">
                <a:extLst>
                  <a:ext uri="{FF2B5EF4-FFF2-40B4-BE49-F238E27FC236}">
                    <a16:creationId xmlns:a16="http://schemas.microsoft.com/office/drawing/2014/main" id="{72AE3C74-6D1A-DE6D-35E8-12DE264BED78}"/>
                  </a:ext>
                </a:extLst>
              </p:cNvPr>
              <p:cNvSpPr/>
              <p:nvPr/>
            </p:nvSpPr>
            <p:spPr>
              <a:xfrm>
                <a:off x="5613637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g102">
                <a:extLst>
                  <a:ext uri="{FF2B5EF4-FFF2-40B4-BE49-F238E27FC236}">
                    <a16:creationId xmlns:a16="http://schemas.microsoft.com/office/drawing/2014/main" id="{4E6D99DE-4F16-E6E2-1034-7D244E68D9FC}"/>
                  </a:ext>
                </a:extLst>
              </p:cNvPr>
              <p:cNvSpPr/>
              <p:nvPr/>
            </p:nvSpPr>
            <p:spPr>
              <a:xfrm>
                <a:off x="5625275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g103">
                <a:extLst>
                  <a:ext uri="{FF2B5EF4-FFF2-40B4-BE49-F238E27FC236}">
                    <a16:creationId xmlns:a16="http://schemas.microsoft.com/office/drawing/2014/main" id="{3193338C-1417-8746-CFAA-67D886CCB092}"/>
                  </a:ext>
                </a:extLst>
              </p:cNvPr>
              <p:cNvSpPr/>
              <p:nvPr/>
            </p:nvSpPr>
            <p:spPr>
              <a:xfrm>
                <a:off x="5636912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g104">
                <a:extLst>
                  <a:ext uri="{FF2B5EF4-FFF2-40B4-BE49-F238E27FC236}">
                    <a16:creationId xmlns:a16="http://schemas.microsoft.com/office/drawing/2014/main" id="{55492152-B59B-D54B-BE61-15F7F0C11A89}"/>
                  </a:ext>
                </a:extLst>
              </p:cNvPr>
              <p:cNvSpPr/>
              <p:nvPr/>
            </p:nvSpPr>
            <p:spPr>
              <a:xfrm>
                <a:off x="5648549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g105">
                <a:extLst>
                  <a:ext uri="{FF2B5EF4-FFF2-40B4-BE49-F238E27FC236}">
                    <a16:creationId xmlns:a16="http://schemas.microsoft.com/office/drawing/2014/main" id="{6A924055-F38E-136D-C1C0-0CFC2EE53949}"/>
                  </a:ext>
                </a:extLst>
              </p:cNvPr>
              <p:cNvSpPr/>
              <p:nvPr/>
            </p:nvSpPr>
            <p:spPr>
              <a:xfrm>
                <a:off x="5660186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g106">
                <a:extLst>
                  <a:ext uri="{FF2B5EF4-FFF2-40B4-BE49-F238E27FC236}">
                    <a16:creationId xmlns:a16="http://schemas.microsoft.com/office/drawing/2014/main" id="{85111B26-9411-4D8E-6D52-C49DF3EA90D1}"/>
                  </a:ext>
                </a:extLst>
              </p:cNvPr>
              <p:cNvSpPr/>
              <p:nvPr/>
            </p:nvSpPr>
            <p:spPr>
              <a:xfrm>
                <a:off x="5671824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g107">
                <a:extLst>
                  <a:ext uri="{FF2B5EF4-FFF2-40B4-BE49-F238E27FC236}">
                    <a16:creationId xmlns:a16="http://schemas.microsoft.com/office/drawing/2014/main" id="{B9EE7A79-20AC-4C17-08C6-59C1FB9FC92F}"/>
                  </a:ext>
                </a:extLst>
              </p:cNvPr>
              <p:cNvSpPr/>
              <p:nvPr/>
            </p:nvSpPr>
            <p:spPr>
              <a:xfrm>
                <a:off x="5683461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g108">
                <a:extLst>
                  <a:ext uri="{FF2B5EF4-FFF2-40B4-BE49-F238E27FC236}">
                    <a16:creationId xmlns:a16="http://schemas.microsoft.com/office/drawing/2014/main" id="{4195371B-D976-61D1-CD82-16FA6F7B3507}"/>
                  </a:ext>
                </a:extLst>
              </p:cNvPr>
              <p:cNvSpPr/>
              <p:nvPr/>
            </p:nvSpPr>
            <p:spPr>
              <a:xfrm>
                <a:off x="5695098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g109">
                <a:extLst>
                  <a:ext uri="{FF2B5EF4-FFF2-40B4-BE49-F238E27FC236}">
                    <a16:creationId xmlns:a16="http://schemas.microsoft.com/office/drawing/2014/main" id="{983CB97C-A21C-0231-5EE5-88A11E42140D}"/>
                  </a:ext>
                </a:extLst>
              </p:cNvPr>
              <p:cNvSpPr/>
              <p:nvPr/>
            </p:nvSpPr>
            <p:spPr>
              <a:xfrm>
                <a:off x="5508901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g110">
                <a:extLst>
                  <a:ext uri="{FF2B5EF4-FFF2-40B4-BE49-F238E27FC236}">
                    <a16:creationId xmlns:a16="http://schemas.microsoft.com/office/drawing/2014/main" id="{0FFFF5BD-1DD3-75F0-3384-104F5B7F45FE}"/>
                  </a:ext>
                </a:extLst>
              </p:cNvPr>
              <p:cNvSpPr/>
              <p:nvPr/>
            </p:nvSpPr>
            <p:spPr>
              <a:xfrm>
                <a:off x="5520539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g111">
                <a:extLst>
                  <a:ext uri="{FF2B5EF4-FFF2-40B4-BE49-F238E27FC236}">
                    <a16:creationId xmlns:a16="http://schemas.microsoft.com/office/drawing/2014/main" id="{5C7EB390-A8E8-20D5-2914-E836109BB26A}"/>
                  </a:ext>
                </a:extLst>
              </p:cNvPr>
              <p:cNvSpPr/>
              <p:nvPr/>
            </p:nvSpPr>
            <p:spPr>
              <a:xfrm>
                <a:off x="5532176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g112">
                <a:extLst>
                  <a:ext uri="{FF2B5EF4-FFF2-40B4-BE49-F238E27FC236}">
                    <a16:creationId xmlns:a16="http://schemas.microsoft.com/office/drawing/2014/main" id="{F9D78991-C568-4F3E-D128-9A0AD33AABF8}"/>
                  </a:ext>
                </a:extLst>
              </p:cNvPr>
              <p:cNvSpPr/>
              <p:nvPr/>
            </p:nvSpPr>
            <p:spPr>
              <a:xfrm>
                <a:off x="5543813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g113">
                <a:extLst>
                  <a:ext uri="{FF2B5EF4-FFF2-40B4-BE49-F238E27FC236}">
                    <a16:creationId xmlns:a16="http://schemas.microsoft.com/office/drawing/2014/main" id="{4A26BA4E-596C-99B2-6E5A-2E6544EEC4FB}"/>
                  </a:ext>
                </a:extLst>
              </p:cNvPr>
              <p:cNvSpPr/>
              <p:nvPr/>
            </p:nvSpPr>
            <p:spPr>
              <a:xfrm>
                <a:off x="5555451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g114">
                <a:extLst>
                  <a:ext uri="{FF2B5EF4-FFF2-40B4-BE49-F238E27FC236}">
                    <a16:creationId xmlns:a16="http://schemas.microsoft.com/office/drawing/2014/main" id="{FD8DC7AD-CC28-FAAB-05DF-D34E5D26A721}"/>
                  </a:ext>
                </a:extLst>
              </p:cNvPr>
              <p:cNvSpPr/>
              <p:nvPr/>
            </p:nvSpPr>
            <p:spPr>
              <a:xfrm>
                <a:off x="5567088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g115">
                <a:extLst>
                  <a:ext uri="{FF2B5EF4-FFF2-40B4-BE49-F238E27FC236}">
                    <a16:creationId xmlns:a16="http://schemas.microsoft.com/office/drawing/2014/main" id="{9040C136-E216-D23D-40F0-03624AA34A56}"/>
                  </a:ext>
                </a:extLst>
              </p:cNvPr>
              <p:cNvSpPr/>
              <p:nvPr/>
            </p:nvSpPr>
            <p:spPr>
              <a:xfrm>
                <a:off x="5578725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g116">
                <a:extLst>
                  <a:ext uri="{FF2B5EF4-FFF2-40B4-BE49-F238E27FC236}">
                    <a16:creationId xmlns:a16="http://schemas.microsoft.com/office/drawing/2014/main" id="{7CBD55E5-C663-FAA8-4A2A-FC1614FD8F8B}"/>
                  </a:ext>
                </a:extLst>
              </p:cNvPr>
              <p:cNvSpPr/>
              <p:nvPr/>
            </p:nvSpPr>
            <p:spPr>
              <a:xfrm>
                <a:off x="5590363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g117">
                <a:extLst>
                  <a:ext uri="{FF2B5EF4-FFF2-40B4-BE49-F238E27FC236}">
                    <a16:creationId xmlns:a16="http://schemas.microsoft.com/office/drawing/2014/main" id="{20749129-5A1C-5BBB-5CED-7A20BC13E4F2}"/>
                  </a:ext>
                </a:extLst>
              </p:cNvPr>
              <p:cNvSpPr/>
              <p:nvPr/>
            </p:nvSpPr>
            <p:spPr>
              <a:xfrm>
                <a:off x="5602000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g118">
                <a:extLst>
                  <a:ext uri="{FF2B5EF4-FFF2-40B4-BE49-F238E27FC236}">
                    <a16:creationId xmlns:a16="http://schemas.microsoft.com/office/drawing/2014/main" id="{DEB795B2-172A-2C13-7E68-3EE7010E4307}"/>
                  </a:ext>
                </a:extLst>
              </p:cNvPr>
              <p:cNvSpPr/>
              <p:nvPr/>
            </p:nvSpPr>
            <p:spPr>
              <a:xfrm>
                <a:off x="5613637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g119">
                <a:extLst>
                  <a:ext uri="{FF2B5EF4-FFF2-40B4-BE49-F238E27FC236}">
                    <a16:creationId xmlns:a16="http://schemas.microsoft.com/office/drawing/2014/main" id="{A79F501F-F896-DF8E-21A7-DF36FFA78150}"/>
                  </a:ext>
                </a:extLst>
              </p:cNvPr>
              <p:cNvSpPr/>
              <p:nvPr/>
            </p:nvSpPr>
            <p:spPr>
              <a:xfrm>
                <a:off x="5625275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g120">
                <a:extLst>
                  <a:ext uri="{FF2B5EF4-FFF2-40B4-BE49-F238E27FC236}">
                    <a16:creationId xmlns:a16="http://schemas.microsoft.com/office/drawing/2014/main" id="{0629E3B2-00EB-2331-388C-8232FF8CEE27}"/>
                  </a:ext>
                </a:extLst>
              </p:cNvPr>
              <p:cNvSpPr/>
              <p:nvPr/>
            </p:nvSpPr>
            <p:spPr>
              <a:xfrm>
                <a:off x="5636912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g121">
                <a:extLst>
                  <a:ext uri="{FF2B5EF4-FFF2-40B4-BE49-F238E27FC236}">
                    <a16:creationId xmlns:a16="http://schemas.microsoft.com/office/drawing/2014/main" id="{1AF72B21-D0B6-8A28-9B41-FA712F69205E}"/>
                  </a:ext>
                </a:extLst>
              </p:cNvPr>
              <p:cNvSpPr/>
              <p:nvPr/>
            </p:nvSpPr>
            <p:spPr>
              <a:xfrm>
                <a:off x="5648549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g122">
                <a:extLst>
                  <a:ext uri="{FF2B5EF4-FFF2-40B4-BE49-F238E27FC236}">
                    <a16:creationId xmlns:a16="http://schemas.microsoft.com/office/drawing/2014/main" id="{247281D0-1106-E0BB-3933-40489240C597}"/>
                  </a:ext>
                </a:extLst>
              </p:cNvPr>
              <p:cNvSpPr/>
              <p:nvPr/>
            </p:nvSpPr>
            <p:spPr>
              <a:xfrm>
                <a:off x="5660186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g123">
                <a:extLst>
                  <a:ext uri="{FF2B5EF4-FFF2-40B4-BE49-F238E27FC236}">
                    <a16:creationId xmlns:a16="http://schemas.microsoft.com/office/drawing/2014/main" id="{12220506-E8A1-F454-64BA-3F0B39E80D22}"/>
                  </a:ext>
                </a:extLst>
              </p:cNvPr>
              <p:cNvSpPr/>
              <p:nvPr/>
            </p:nvSpPr>
            <p:spPr>
              <a:xfrm>
                <a:off x="5473989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g124">
                <a:extLst>
                  <a:ext uri="{FF2B5EF4-FFF2-40B4-BE49-F238E27FC236}">
                    <a16:creationId xmlns:a16="http://schemas.microsoft.com/office/drawing/2014/main" id="{F871E73D-6A31-4FA3-6983-A6431EC7E91F}"/>
                  </a:ext>
                </a:extLst>
              </p:cNvPr>
              <p:cNvSpPr/>
              <p:nvPr/>
            </p:nvSpPr>
            <p:spPr>
              <a:xfrm>
                <a:off x="5485627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g125">
                <a:extLst>
                  <a:ext uri="{FF2B5EF4-FFF2-40B4-BE49-F238E27FC236}">
                    <a16:creationId xmlns:a16="http://schemas.microsoft.com/office/drawing/2014/main" id="{B56EB7E0-76C5-74C0-EEC3-11302F0729DB}"/>
                  </a:ext>
                </a:extLst>
              </p:cNvPr>
              <p:cNvSpPr/>
              <p:nvPr/>
            </p:nvSpPr>
            <p:spPr>
              <a:xfrm>
                <a:off x="5497264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g126">
                <a:extLst>
                  <a:ext uri="{FF2B5EF4-FFF2-40B4-BE49-F238E27FC236}">
                    <a16:creationId xmlns:a16="http://schemas.microsoft.com/office/drawing/2014/main" id="{DE345025-105D-048F-D84E-2D099F1F7402}"/>
                  </a:ext>
                </a:extLst>
              </p:cNvPr>
              <p:cNvSpPr/>
              <p:nvPr/>
            </p:nvSpPr>
            <p:spPr>
              <a:xfrm>
                <a:off x="5508901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g127">
                <a:extLst>
                  <a:ext uri="{FF2B5EF4-FFF2-40B4-BE49-F238E27FC236}">
                    <a16:creationId xmlns:a16="http://schemas.microsoft.com/office/drawing/2014/main" id="{2E987903-C72A-36C5-691C-F23687AE5D13}"/>
                  </a:ext>
                </a:extLst>
              </p:cNvPr>
              <p:cNvSpPr/>
              <p:nvPr/>
            </p:nvSpPr>
            <p:spPr>
              <a:xfrm>
                <a:off x="5520539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g128">
                <a:extLst>
                  <a:ext uri="{FF2B5EF4-FFF2-40B4-BE49-F238E27FC236}">
                    <a16:creationId xmlns:a16="http://schemas.microsoft.com/office/drawing/2014/main" id="{82852810-05BC-DAF9-7903-93F7F201043B}"/>
                  </a:ext>
                </a:extLst>
              </p:cNvPr>
              <p:cNvSpPr/>
              <p:nvPr/>
            </p:nvSpPr>
            <p:spPr>
              <a:xfrm>
                <a:off x="5532176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g129">
                <a:extLst>
                  <a:ext uri="{FF2B5EF4-FFF2-40B4-BE49-F238E27FC236}">
                    <a16:creationId xmlns:a16="http://schemas.microsoft.com/office/drawing/2014/main" id="{2506D361-16FC-14FC-7052-767BBDCFAB3E}"/>
                  </a:ext>
                </a:extLst>
              </p:cNvPr>
              <p:cNvSpPr/>
              <p:nvPr/>
            </p:nvSpPr>
            <p:spPr>
              <a:xfrm>
                <a:off x="5543813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g130">
                <a:extLst>
                  <a:ext uri="{FF2B5EF4-FFF2-40B4-BE49-F238E27FC236}">
                    <a16:creationId xmlns:a16="http://schemas.microsoft.com/office/drawing/2014/main" id="{3143BF76-22D5-3650-E3F1-7533DAFF7C3C}"/>
                  </a:ext>
                </a:extLst>
              </p:cNvPr>
              <p:cNvSpPr/>
              <p:nvPr/>
            </p:nvSpPr>
            <p:spPr>
              <a:xfrm>
                <a:off x="5555451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g131">
                <a:extLst>
                  <a:ext uri="{FF2B5EF4-FFF2-40B4-BE49-F238E27FC236}">
                    <a16:creationId xmlns:a16="http://schemas.microsoft.com/office/drawing/2014/main" id="{B732FA96-B735-74CF-8E06-C623889C7784}"/>
                  </a:ext>
                </a:extLst>
              </p:cNvPr>
              <p:cNvSpPr/>
              <p:nvPr/>
            </p:nvSpPr>
            <p:spPr>
              <a:xfrm>
                <a:off x="5567088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g132">
                <a:extLst>
                  <a:ext uri="{FF2B5EF4-FFF2-40B4-BE49-F238E27FC236}">
                    <a16:creationId xmlns:a16="http://schemas.microsoft.com/office/drawing/2014/main" id="{B8ABD46B-6ED8-8691-660E-BD3D47CA8B3E}"/>
                  </a:ext>
                </a:extLst>
              </p:cNvPr>
              <p:cNvSpPr/>
              <p:nvPr/>
            </p:nvSpPr>
            <p:spPr>
              <a:xfrm>
                <a:off x="5578725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g133">
                <a:extLst>
                  <a:ext uri="{FF2B5EF4-FFF2-40B4-BE49-F238E27FC236}">
                    <a16:creationId xmlns:a16="http://schemas.microsoft.com/office/drawing/2014/main" id="{C5A0E303-A495-A48B-F139-33A30DAB552B}"/>
                  </a:ext>
                </a:extLst>
              </p:cNvPr>
              <p:cNvSpPr/>
              <p:nvPr/>
            </p:nvSpPr>
            <p:spPr>
              <a:xfrm>
                <a:off x="5590363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g134">
                <a:extLst>
                  <a:ext uri="{FF2B5EF4-FFF2-40B4-BE49-F238E27FC236}">
                    <a16:creationId xmlns:a16="http://schemas.microsoft.com/office/drawing/2014/main" id="{7AD83996-32C9-623C-F577-53E1B49A042E}"/>
                  </a:ext>
                </a:extLst>
              </p:cNvPr>
              <p:cNvSpPr/>
              <p:nvPr/>
            </p:nvSpPr>
            <p:spPr>
              <a:xfrm>
                <a:off x="5602000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g135">
                <a:extLst>
                  <a:ext uri="{FF2B5EF4-FFF2-40B4-BE49-F238E27FC236}">
                    <a16:creationId xmlns:a16="http://schemas.microsoft.com/office/drawing/2014/main" id="{D8266A7D-BC1E-8AE4-AE3F-DAF10E899F33}"/>
                  </a:ext>
                </a:extLst>
              </p:cNvPr>
              <p:cNvSpPr/>
              <p:nvPr/>
            </p:nvSpPr>
            <p:spPr>
              <a:xfrm>
                <a:off x="5613637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g136">
                <a:extLst>
                  <a:ext uri="{FF2B5EF4-FFF2-40B4-BE49-F238E27FC236}">
                    <a16:creationId xmlns:a16="http://schemas.microsoft.com/office/drawing/2014/main" id="{2061462D-2348-5311-40FA-9854157C4B89}"/>
                  </a:ext>
                </a:extLst>
              </p:cNvPr>
              <p:cNvSpPr/>
              <p:nvPr/>
            </p:nvSpPr>
            <p:spPr>
              <a:xfrm>
                <a:off x="5625275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g137">
                <a:extLst>
                  <a:ext uri="{FF2B5EF4-FFF2-40B4-BE49-F238E27FC236}">
                    <a16:creationId xmlns:a16="http://schemas.microsoft.com/office/drawing/2014/main" id="{132874B2-1B7D-F3AA-F184-6DE82575AD4D}"/>
                  </a:ext>
                </a:extLst>
              </p:cNvPr>
              <p:cNvSpPr/>
              <p:nvPr/>
            </p:nvSpPr>
            <p:spPr>
              <a:xfrm>
                <a:off x="5450715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g138">
                <a:extLst>
                  <a:ext uri="{FF2B5EF4-FFF2-40B4-BE49-F238E27FC236}">
                    <a16:creationId xmlns:a16="http://schemas.microsoft.com/office/drawing/2014/main" id="{AC4BB3CE-F56A-BC7B-19DE-E87C61D6279B}"/>
                  </a:ext>
                </a:extLst>
              </p:cNvPr>
              <p:cNvSpPr/>
              <p:nvPr/>
            </p:nvSpPr>
            <p:spPr>
              <a:xfrm>
                <a:off x="5462352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g139">
                <a:extLst>
                  <a:ext uri="{FF2B5EF4-FFF2-40B4-BE49-F238E27FC236}">
                    <a16:creationId xmlns:a16="http://schemas.microsoft.com/office/drawing/2014/main" id="{9D49E342-83E3-FE1F-2245-3D2FCEAE70FB}"/>
                  </a:ext>
                </a:extLst>
              </p:cNvPr>
              <p:cNvSpPr/>
              <p:nvPr/>
            </p:nvSpPr>
            <p:spPr>
              <a:xfrm>
                <a:off x="5473989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g140">
                <a:extLst>
                  <a:ext uri="{FF2B5EF4-FFF2-40B4-BE49-F238E27FC236}">
                    <a16:creationId xmlns:a16="http://schemas.microsoft.com/office/drawing/2014/main" id="{9AC891F2-EF16-19A1-BA5A-0973421554AA}"/>
                  </a:ext>
                </a:extLst>
              </p:cNvPr>
              <p:cNvSpPr/>
              <p:nvPr/>
            </p:nvSpPr>
            <p:spPr>
              <a:xfrm>
                <a:off x="5485627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g141">
                <a:extLst>
                  <a:ext uri="{FF2B5EF4-FFF2-40B4-BE49-F238E27FC236}">
                    <a16:creationId xmlns:a16="http://schemas.microsoft.com/office/drawing/2014/main" id="{76650D3B-B010-2BC4-F27E-7B46A051E8E1}"/>
                  </a:ext>
                </a:extLst>
              </p:cNvPr>
              <p:cNvSpPr/>
              <p:nvPr/>
            </p:nvSpPr>
            <p:spPr>
              <a:xfrm>
                <a:off x="5497264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g142">
                <a:extLst>
                  <a:ext uri="{FF2B5EF4-FFF2-40B4-BE49-F238E27FC236}">
                    <a16:creationId xmlns:a16="http://schemas.microsoft.com/office/drawing/2014/main" id="{384C5DD6-5216-A29F-7379-CC767D1B1FA4}"/>
                  </a:ext>
                </a:extLst>
              </p:cNvPr>
              <p:cNvSpPr/>
              <p:nvPr/>
            </p:nvSpPr>
            <p:spPr>
              <a:xfrm>
                <a:off x="5508901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g143">
                <a:extLst>
                  <a:ext uri="{FF2B5EF4-FFF2-40B4-BE49-F238E27FC236}">
                    <a16:creationId xmlns:a16="http://schemas.microsoft.com/office/drawing/2014/main" id="{D123AACB-9732-E0E1-DB14-C36DB9A412A0}"/>
                  </a:ext>
                </a:extLst>
              </p:cNvPr>
              <p:cNvSpPr/>
              <p:nvPr/>
            </p:nvSpPr>
            <p:spPr>
              <a:xfrm>
                <a:off x="5520539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g144">
                <a:extLst>
                  <a:ext uri="{FF2B5EF4-FFF2-40B4-BE49-F238E27FC236}">
                    <a16:creationId xmlns:a16="http://schemas.microsoft.com/office/drawing/2014/main" id="{16006656-3913-E7D7-BE6A-C8F636AC8589}"/>
                  </a:ext>
                </a:extLst>
              </p:cNvPr>
              <p:cNvSpPr/>
              <p:nvPr/>
            </p:nvSpPr>
            <p:spPr>
              <a:xfrm>
                <a:off x="5532176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g145">
                <a:extLst>
                  <a:ext uri="{FF2B5EF4-FFF2-40B4-BE49-F238E27FC236}">
                    <a16:creationId xmlns:a16="http://schemas.microsoft.com/office/drawing/2014/main" id="{34187734-B2DE-D6C4-80A8-C39353A4F6B6}"/>
                  </a:ext>
                </a:extLst>
              </p:cNvPr>
              <p:cNvSpPr/>
              <p:nvPr/>
            </p:nvSpPr>
            <p:spPr>
              <a:xfrm>
                <a:off x="5543813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g146">
                <a:extLst>
                  <a:ext uri="{FF2B5EF4-FFF2-40B4-BE49-F238E27FC236}">
                    <a16:creationId xmlns:a16="http://schemas.microsoft.com/office/drawing/2014/main" id="{59405D64-AAD1-8B37-2051-5690F2A87CA1}"/>
                  </a:ext>
                </a:extLst>
              </p:cNvPr>
              <p:cNvSpPr/>
              <p:nvPr/>
            </p:nvSpPr>
            <p:spPr>
              <a:xfrm>
                <a:off x="5555451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g147">
                <a:extLst>
                  <a:ext uri="{FF2B5EF4-FFF2-40B4-BE49-F238E27FC236}">
                    <a16:creationId xmlns:a16="http://schemas.microsoft.com/office/drawing/2014/main" id="{11560838-97D4-D4DE-CE41-D0B832380946}"/>
                  </a:ext>
                </a:extLst>
              </p:cNvPr>
              <p:cNvSpPr/>
              <p:nvPr/>
            </p:nvSpPr>
            <p:spPr>
              <a:xfrm>
                <a:off x="5567088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g148">
                <a:extLst>
                  <a:ext uri="{FF2B5EF4-FFF2-40B4-BE49-F238E27FC236}">
                    <a16:creationId xmlns:a16="http://schemas.microsoft.com/office/drawing/2014/main" id="{9E09155C-FD03-C516-AC80-4B1146AC59FD}"/>
                  </a:ext>
                </a:extLst>
              </p:cNvPr>
              <p:cNvSpPr/>
              <p:nvPr/>
            </p:nvSpPr>
            <p:spPr>
              <a:xfrm>
                <a:off x="5578725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g149">
                <a:extLst>
                  <a:ext uri="{FF2B5EF4-FFF2-40B4-BE49-F238E27FC236}">
                    <a16:creationId xmlns:a16="http://schemas.microsoft.com/office/drawing/2014/main" id="{CAF95126-E850-884C-5ABD-D405DA10DA9F}"/>
                  </a:ext>
                </a:extLst>
              </p:cNvPr>
              <p:cNvSpPr/>
              <p:nvPr/>
            </p:nvSpPr>
            <p:spPr>
              <a:xfrm>
                <a:off x="5439077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g150">
                <a:extLst>
                  <a:ext uri="{FF2B5EF4-FFF2-40B4-BE49-F238E27FC236}">
                    <a16:creationId xmlns:a16="http://schemas.microsoft.com/office/drawing/2014/main" id="{0CE4C217-C635-907E-827C-9758DD7E2A83}"/>
                  </a:ext>
                </a:extLst>
              </p:cNvPr>
              <p:cNvSpPr/>
              <p:nvPr/>
            </p:nvSpPr>
            <p:spPr>
              <a:xfrm>
                <a:off x="5450715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g151">
                <a:extLst>
                  <a:ext uri="{FF2B5EF4-FFF2-40B4-BE49-F238E27FC236}">
                    <a16:creationId xmlns:a16="http://schemas.microsoft.com/office/drawing/2014/main" id="{E30454A3-861E-808C-B2C0-E804E1C4F67E}"/>
                  </a:ext>
                </a:extLst>
              </p:cNvPr>
              <p:cNvSpPr/>
              <p:nvPr/>
            </p:nvSpPr>
            <p:spPr>
              <a:xfrm>
                <a:off x="5462352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g152">
                <a:extLst>
                  <a:ext uri="{FF2B5EF4-FFF2-40B4-BE49-F238E27FC236}">
                    <a16:creationId xmlns:a16="http://schemas.microsoft.com/office/drawing/2014/main" id="{F3140167-7053-4914-D951-E7D217732470}"/>
                  </a:ext>
                </a:extLst>
              </p:cNvPr>
              <p:cNvSpPr/>
              <p:nvPr/>
            </p:nvSpPr>
            <p:spPr>
              <a:xfrm>
                <a:off x="5473989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g153">
                <a:extLst>
                  <a:ext uri="{FF2B5EF4-FFF2-40B4-BE49-F238E27FC236}">
                    <a16:creationId xmlns:a16="http://schemas.microsoft.com/office/drawing/2014/main" id="{2A93F78A-90D6-80AD-9D24-33154F63E440}"/>
                  </a:ext>
                </a:extLst>
              </p:cNvPr>
              <p:cNvSpPr/>
              <p:nvPr/>
            </p:nvSpPr>
            <p:spPr>
              <a:xfrm>
                <a:off x="5485627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g154">
                <a:extLst>
                  <a:ext uri="{FF2B5EF4-FFF2-40B4-BE49-F238E27FC236}">
                    <a16:creationId xmlns:a16="http://schemas.microsoft.com/office/drawing/2014/main" id="{0AA18F4C-DC84-6B9D-6094-29514E598C58}"/>
                  </a:ext>
                </a:extLst>
              </p:cNvPr>
              <p:cNvSpPr/>
              <p:nvPr/>
            </p:nvSpPr>
            <p:spPr>
              <a:xfrm>
                <a:off x="5497264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g155">
                <a:extLst>
                  <a:ext uri="{FF2B5EF4-FFF2-40B4-BE49-F238E27FC236}">
                    <a16:creationId xmlns:a16="http://schemas.microsoft.com/office/drawing/2014/main" id="{08DC9BD2-136F-0C15-0045-F863B059AF65}"/>
                  </a:ext>
                </a:extLst>
              </p:cNvPr>
              <p:cNvSpPr/>
              <p:nvPr/>
            </p:nvSpPr>
            <p:spPr>
              <a:xfrm>
                <a:off x="5508901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g156">
                <a:extLst>
                  <a:ext uri="{FF2B5EF4-FFF2-40B4-BE49-F238E27FC236}">
                    <a16:creationId xmlns:a16="http://schemas.microsoft.com/office/drawing/2014/main" id="{B4602D7D-0BAF-1D81-2B11-897FA15E72EB}"/>
                  </a:ext>
                </a:extLst>
              </p:cNvPr>
              <p:cNvSpPr/>
              <p:nvPr/>
            </p:nvSpPr>
            <p:spPr>
              <a:xfrm>
                <a:off x="5520539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g157">
                <a:extLst>
                  <a:ext uri="{FF2B5EF4-FFF2-40B4-BE49-F238E27FC236}">
                    <a16:creationId xmlns:a16="http://schemas.microsoft.com/office/drawing/2014/main" id="{9F789271-3016-13E2-7FBC-F1EABF02F803}"/>
                  </a:ext>
                </a:extLst>
              </p:cNvPr>
              <p:cNvSpPr/>
              <p:nvPr/>
            </p:nvSpPr>
            <p:spPr>
              <a:xfrm>
                <a:off x="5532176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g158">
                <a:extLst>
                  <a:ext uri="{FF2B5EF4-FFF2-40B4-BE49-F238E27FC236}">
                    <a16:creationId xmlns:a16="http://schemas.microsoft.com/office/drawing/2014/main" id="{FB3E1455-C544-30EE-FAF5-ADBA3DC50332}"/>
                  </a:ext>
                </a:extLst>
              </p:cNvPr>
              <p:cNvSpPr/>
              <p:nvPr/>
            </p:nvSpPr>
            <p:spPr>
              <a:xfrm>
                <a:off x="5543813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g159">
                <a:extLst>
                  <a:ext uri="{FF2B5EF4-FFF2-40B4-BE49-F238E27FC236}">
                    <a16:creationId xmlns:a16="http://schemas.microsoft.com/office/drawing/2014/main" id="{67319F7A-9CE4-5411-3816-298BBA28D525}"/>
                  </a:ext>
                </a:extLst>
              </p:cNvPr>
              <p:cNvSpPr/>
              <p:nvPr/>
            </p:nvSpPr>
            <p:spPr>
              <a:xfrm>
                <a:off x="5555451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g160">
                <a:extLst>
                  <a:ext uri="{FF2B5EF4-FFF2-40B4-BE49-F238E27FC236}">
                    <a16:creationId xmlns:a16="http://schemas.microsoft.com/office/drawing/2014/main" id="{353C1BE7-3AC4-D696-424D-22A1D78BC5AC}"/>
                  </a:ext>
                </a:extLst>
              </p:cNvPr>
              <p:cNvSpPr/>
              <p:nvPr/>
            </p:nvSpPr>
            <p:spPr>
              <a:xfrm>
                <a:off x="5427440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g161">
                <a:extLst>
                  <a:ext uri="{FF2B5EF4-FFF2-40B4-BE49-F238E27FC236}">
                    <a16:creationId xmlns:a16="http://schemas.microsoft.com/office/drawing/2014/main" id="{949B68B4-21F2-FEEE-0C9E-987538D1449D}"/>
                  </a:ext>
                </a:extLst>
              </p:cNvPr>
              <p:cNvSpPr/>
              <p:nvPr/>
            </p:nvSpPr>
            <p:spPr>
              <a:xfrm>
                <a:off x="5439077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g162">
                <a:extLst>
                  <a:ext uri="{FF2B5EF4-FFF2-40B4-BE49-F238E27FC236}">
                    <a16:creationId xmlns:a16="http://schemas.microsoft.com/office/drawing/2014/main" id="{DAC6D074-2F7D-666A-E142-15D567755AD7}"/>
                  </a:ext>
                </a:extLst>
              </p:cNvPr>
              <p:cNvSpPr/>
              <p:nvPr/>
            </p:nvSpPr>
            <p:spPr>
              <a:xfrm>
                <a:off x="5450715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g163">
                <a:extLst>
                  <a:ext uri="{FF2B5EF4-FFF2-40B4-BE49-F238E27FC236}">
                    <a16:creationId xmlns:a16="http://schemas.microsoft.com/office/drawing/2014/main" id="{559DFDFA-6B56-3397-33E1-E676D238F88C}"/>
                  </a:ext>
                </a:extLst>
              </p:cNvPr>
              <p:cNvSpPr/>
              <p:nvPr/>
            </p:nvSpPr>
            <p:spPr>
              <a:xfrm>
                <a:off x="5462352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g164">
                <a:extLst>
                  <a:ext uri="{FF2B5EF4-FFF2-40B4-BE49-F238E27FC236}">
                    <a16:creationId xmlns:a16="http://schemas.microsoft.com/office/drawing/2014/main" id="{004A1989-608F-F360-2165-4493987BE511}"/>
                  </a:ext>
                </a:extLst>
              </p:cNvPr>
              <p:cNvSpPr/>
              <p:nvPr/>
            </p:nvSpPr>
            <p:spPr>
              <a:xfrm>
                <a:off x="5473989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g165">
                <a:extLst>
                  <a:ext uri="{FF2B5EF4-FFF2-40B4-BE49-F238E27FC236}">
                    <a16:creationId xmlns:a16="http://schemas.microsoft.com/office/drawing/2014/main" id="{693EF8B4-EA3F-A2EA-3832-17635AB06204}"/>
                  </a:ext>
                </a:extLst>
              </p:cNvPr>
              <p:cNvSpPr/>
              <p:nvPr/>
            </p:nvSpPr>
            <p:spPr>
              <a:xfrm>
                <a:off x="5485627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g166">
                <a:extLst>
                  <a:ext uri="{FF2B5EF4-FFF2-40B4-BE49-F238E27FC236}">
                    <a16:creationId xmlns:a16="http://schemas.microsoft.com/office/drawing/2014/main" id="{D4640EA4-9687-80CF-6937-2415B75C3C0B}"/>
                  </a:ext>
                </a:extLst>
              </p:cNvPr>
              <p:cNvSpPr/>
              <p:nvPr/>
            </p:nvSpPr>
            <p:spPr>
              <a:xfrm>
                <a:off x="5497264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g167">
                <a:extLst>
                  <a:ext uri="{FF2B5EF4-FFF2-40B4-BE49-F238E27FC236}">
                    <a16:creationId xmlns:a16="http://schemas.microsoft.com/office/drawing/2014/main" id="{222914C1-0DF2-32A6-9CDB-BCAB2F626DAE}"/>
                  </a:ext>
                </a:extLst>
              </p:cNvPr>
              <p:cNvSpPr/>
              <p:nvPr/>
            </p:nvSpPr>
            <p:spPr>
              <a:xfrm>
                <a:off x="5508901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g168">
                <a:extLst>
                  <a:ext uri="{FF2B5EF4-FFF2-40B4-BE49-F238E27FC236}">
                    <a16:creationId xmlns:a16="http://schemas.microsoft.com/office/drawing/2014/main" id="{6A2A5C54-0AE8-822C-39E0-340986F6D86E}"/>
                  </a:ext>
                </a:extLst>
              </p:cNvPr>
              <p:cNvSpPr/>
              <p:nvPr/>
            </p:nvSpPr>
            <p:spPr>
              <a:xfrm>
                <a:off x="5520539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g169">
                <a:extLst>
                  <a:ext uri="{FF2B5EF4-FFF2-40B4-BE49-F238E27FC236}">
                    <a16:creationId xmlns:a16="http://schemas.microsoft.com/office/drawing/2014/main" id="{51F08B99-4959-FC33-363E-D6E7BF48EF36}"/>
                  </a:ext>
                </a:extLst>
              </p:cNvPr>
              <p:cNvSpPr/>
              <p:nvPr/>
            </p:nvSpPr>
            <p:spPr>
              <a:xfrm>
                <a:off x="5532176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g170">
                <a:extLst>
                  <a:ext uri="{FF2B5EF4-FFF2-40B4-BE49-F238E27FC236}">
                    <a16:creationId xmlns:a16="http://schemas.microsoft.com/office/drawing/2014/main" id="{4CFC2951-2990-D67B-AB71-6150FF0A0EA6}"/>
                  </a:ext>
                </a:extLst>
              </p:cNvPr>
              <p:cNvSpPr/>
              <p:nvPr/>
            </p:nvSpPr>
            <p:spPr>
              <a:xfrm>
                <a:off x="5415803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g171">
                <a:extLst>
                  <a:ext uri="{FF2B5EF4-FFF2-40B4-BE49-F238E27FC236}">
                    <a16:creationId xmlns:a16="http://schemas.microsoft.com/office/drawing/2014/main" id="{BA57903B-14CE-C73A-4C10-E8F5FA00E0F7}"/>
                  </a:ext>
                </a:extLst>
              </p:cNvPr>
              <p:cNvSpPr/>
              <p:nvPr/>
            </p:nvSpPr>
            <p:spPr>
              <a:xfrm>
                <a:off x="5427440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g172">
                <a:extLst>
                  <a:ext uri="{FF2B5EF4-FFF2-40B4-BE49-F238E27FC236}">
                    <a16:creationId xmlns:a16="http://schemas.microsoft.com/office/drawing/2014/main" id="{471BFCB1-4B06-3BFF-4C55-C8BA0054937F}"/>
                  </a:ext>
                </a:extLst>
              </p:cNvPr>
              <p:cNvSpPr/>
              <p:nvPr/>
            </p:nvSpPr>
            <p:spPr>
              <a:xfrm>
                <a:off x="5439077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g173">
                <a:extLst>
                  <a:ext uri="{FF2B5EF4-FFF2-40B4-BE49-F238E27FC236}">
                    <a16:creationId xmlns:a16="http://schemas.microsoft.com/office/drawing/2014/main" id="{56790543-507E-F004-2982-B660871EF1E7}"/>
                  </a:ext>
                </a:extLst>
              </p:cNvPr>
              <p:cNvSpPr/>
              <p:nvPr/>
            </p:nvSpPr>
            <p:spPr>
              <a:xfrm>
                <a:off x="5450715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g174">
                <a:extLst>
                  <a:ext uri="{FF2B5EF4-FFF2-40B4-BE49-F238E27FC236}">
                    <a16:creationId xmlns:a16="http://schemas.microsoft.com/office/drawing/2014/main" id="{D1EEAB83-7A58-2576-13E1-9328591698B9}"/>
                  </a:ext>
                </a:extLst>
              </p:cNvPr>
              <p:cNvSpPr/>
              <p:nvPr/>
            </p:nvSpPr>
            <p:spPr>
              <a:xfrm>
                <a:off x="5462352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g175">
                <a:extLst>
                  <a:ext uri="{FF2B5EF4-FFF2-40B4-BE49-F238E27FC236}">
                    <a16:creationId xmlns:a16="http://schemas.microsoft.com/office/drawing/2014/main" id="{EB98736D-B4E3-9326-5335-7A4D69101FB9}"/>
                  </a:ext>
                </a:extLst>
              </p:cNvPr>
              <p:cNvSpPr/>
              <p:nvPr/>
            </p:nvSpPr>
            <p:spPr>
              <a:xfrm>
                <a:off x="5473989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g176">
                <a:extLst>
                  <a:ext uri="{FF2B5EF4-FFF2-40B4-BE49-F238E27FC236}">
                    <a16:creationId xmlns:a16="http://schemas.microsoft.com/office/drawing/2014/main" id="{BC58BF40-CFB5-0004-3171-39D524ECB524}"/>
                  </a:ext>
                </a:extLst>
              </p:cNvPr>
              <p:cNvSpPr/>
              <p:nvPr/>
            </p:nvSpPr>
            <p:spPr>
              <a:xfrm>
                <a:off x="5485627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g177">
                <a:extLst>
                  <a:ext uri="{FF2B5EF4-FFF2-40B4-BE49-F238E27FC236}">
                    <a16:creationId xmlns:a16="http://schemas.microsoft.com/office/drawing/2014/main" id="{50DB818C-8E29-6725-8B2C-78DB79954492}"/>
                  </a:ext>
                </a:extLst>
              </p:cNvPr>
              <p:cNvSpPr/>
              <p:nvPr/>
            </p:nvSpPr>
            <p:spPr>
              <a:xfrm>
                <a:off x="5497264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g178">
                <a:extLst>
                  <a:ext uri="{FF2B5EF4-FFF2-40B4-BE49-F238E27FC236}">
                    <a16:creationId xmlns:a16="http://schemas.microsoft.com/office/drawing/2014/main" id="{3FBCA896-8DF0-FF42-806D-F2F40413FB77}"/>
                  </a:ext>
                </a:extLst>
              </p:cNvPr>
              <p:cNvSpPr/>
              <p:nvPr/>
            </p:nvSpPr>
            <p:spPr>
              <a:xfrm>
                <a:off x="5508901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g179">
                <a:extLst>
                  <a:ext uri="{FF2B5EF4-FFF2-40B4-BE49-F238E27FC236}">
                    <a16:creationId xmlns:a16="http://schemas.microsoft.com/office/drawing/2014/main" id="{5CA555E8-D4E2-7F8B-00C4-6CD4CE26839D}"/>
                  </a:ext>
                </a:extLst>
              </p:cNvPr>
              <p:cNvSpPr/>
              <p:nvPr/>
            </p:nvSpPr>
            <p:spPr>
              <a:xfrm>
                <a:off x="5380891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g180">
                <a:extLst>
                  <a:ext uri="{FF2B5EF4-FFF2-40B4-BE49-F238E27FC236}">
                    <a16:creationId xmlns:a16="http://schemas.microsoft.com/office/drawing/2014/main" id="{B18DD99D-D4CB-C06F-A365-51C2C7F467E1}"/>
                  </a:ext>
                </a:extLst>
              </p:cNvPr>
              <p:cNvSpPr/>
              <p:nvPr/>
            </p:nvSpPr>
            <p:spPr>
              <a:xfrm>
                <a:off x="5392528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g181">
                <a:extLst>
                  <a:ext uri="{FF2B5EF4-FFF2-40B4-BE49-F238E27FC236}">
                    <a16:creationId xmlns:a16="http://schemas.microsoft.com/office/drawing/2014/main" id="{6B09DB97-BC5C-3150-D4BE-52071E9E9DE7}"/>
                  </a:ext>
                </a:extLst>
              </p:cNvPr>
              <p:cNvSpPr/>
              <p:nvPr/>
            </p:nvSpPr>
            <p:spPr>
              <a:xfrm>
                <a:off x="5404165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g182">
                <a:extLst>
                  <a:ext uri="{FF2B5EF4-FFF2-40B4-BE49-F238E27FC236}">
                    <a16:creationId xmlns:a16="http://schemas.microsoft.com/office/drawing/2014/main" id="{4EC34124-FEC8-AFB2-3B79-4334B9286343}"/>
                  </a:ext>
                </a:extLst>
              </p:cNvPr>
              <p:cNvSpPr/>
              <p:nvPr/>
            </p:nvSpPr>
            <p:spPr>
              <a:xfrm>
                <a:off x="5415803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g183">
                <a:extLst>
                  <a:ext uri="{FF2B5EF4-FFF2-40B4-BE49-F238E27FC236}">
                    <a16:creationId xmlns:a16="http://schemas.microsoft.com/office/drawing/2014/main" id="{69A37902-166E-765C-7950-B67416D7315C}"/>
                  </a:ext>
                </a:extLst>
              </p:cNvPr>
              <p:cNvSpPr/>
              <p:nvPr/>
            </p:nvSpPr>
            <p:spPr>
              <a:xfrm>
                <a:off x="5427440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g184">
                <a:extLst>
                  <a:ext uri="{FF2B5EF4-FFF2-40B4-BE49-F238E27FC236}">
                    <a16:creationId xmlns:a16="http://schemas.microsoft.com/office/drawing/2014/main" id="{264CF9CF-754F-057D-E667-142168EC3E05}"/>
                  </a:ext>
                </a:extLst>
              </p:cNvPr>
              <p:cNvSpPr/>
              <p:nvPr/>
            </p:nvSpPr>
            <p:spPr>
              <a:xfrm>
                <a:off x="5439077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g185">
                <a:extLst>
                  <a:ext uri="{FF2B5EF4-FFF2-40B4-BE49-F238E27FC236}">
                    <a16:creationId xmlns:a16="http://schemas.microsoft.com/office/drawing/2014/main" id="{F81702B1-C354-16DE-0976-8D3BEDB89E7D}"/>
                  </a:ext>
                </a:extLst>
              </p:cNvPr>
              <p:cNvSpPr/>
              <p:nvPr/>
            </p:nvSpPr>
            <p:spPr>
              <a:xfrm>
                <a:off x="5450715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g186">
                <a:extLst>
                  <a:ext uri="{FF2B5EF4-FFF2-40B4-BE49-F238E27FC236}">
                    <a16:creationId xmlns:a16="http://schemas.microsoft.com/office/drawing/2014/main" id="{AEF7E2C5-6ACC-7202-ABFE-A67A0E943185}"/>
                  </a:ext>
                </a:extLst>
              </p:cNvPr>
              <p:cNvSpPr/>
              <p:nvPr/>
            </p:nvSpPr>
            <p:spPr>
              <a:xfrm>
                <a:off x="5462352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g187">
                <a:extLst>
                  <a:ext uri="{FF2B5EF4-FFF2-40B4-BE49-F238E27FC236}">
                    <a16:creationId xmlns:a16="http://schemas.microsoft.com/office/drawing/2014/main" id="{6C01EDDB-20FC-1073-5AE4-D2979B09A1DF}"/>
                  </a:ext>
                </a:extLst>
              </p:cNvPr>
              <p:cNvSpPr/>
              <p:nvPr/>
            </p:nvSpPr>
            <p:spPr>
              <a:xfrm>
                <a:off x="5473989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g188">
                <a:extLst>
                  <a:ext uri="{FF2B5EF4-FFF2-40B4-BE49-F238E27FC236}">
                    <a16:creationId xmlns:a16="http://schemas.microsoft.com/office/drawing/2014/main" id="{BC054C1C-4A1C-0A00-E97B-F0CAAA419A1A}"/>
                  </a:ext>
                </a:extLst>
              </p:cNvPr>
              <p:cNvSpPr/>
              <p:nvPr/>
            </p:nvSpPr>
            <p:spPr>
              <a:xfrm>
                <a:off x="5485627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g189">
                <a:extLst>
                  <a:ext uri="{FF2B5EF4-FFF2-40B4-BE49-F238E27FC236}">
                    <a16:creationId xmlns:a16="http://schemas.microsoft.com/office/drawing/2014/main" id="{CE00DA3F-1F35-85F4-0D0A-5557AB212B4D}"/>
                  </a:ext>
                </a:extLst>
              </p:cNvPr>
              <p:cNvSpPr/>
              <p:nvPr/>
            </p:nvSpPr>
            <p:spPr>
              <a:xfrm>
                <a:off x="5369253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g190">
                <a:extLst>
                  <a:ext uri="{FF2B5EF4-FFF2-40B4-BE49-F238E27FC236}">
                    <a16:creationId xmlns:a16="http://schemas.microsoft.com/office/drawing/2014/main" id="{4C7BDACE-A6B3-46BE-BEE6-261160D8B103}"/>
                  </a:ext>
                </a:extLst>
              </p:cNvPr>
              <p:cNvSpPr/>
              <p:nvPr/>
            </p:nvSpPr>
            <p:spPr>
              <a:xfrm>
                <a:off x="5380891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g191">
                <a:extLst>
                  <a:ext uri="{FF2B5EF4-FFF2-40B4-BE49-F238E27FC236}">
                    <a16:creationId xmlns:a16="http://schemas.microsoft.com/office/drawing/2014/main" id="{011F52C4-E4F4-C8D5-7DE3-119C12E2309A}"/>
                  </a:ext>
                </a:extLst>
              </p:cNvPr>
              <p:cNvSpPr/>
              <p:nvPr/>
            </p:nvSpPr>
            <p:spPr>
              <a:xfrm>
                <a:off x="5392528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g192">
                <a:extLst>
                  <a:ext uri="{FF2B5EF4-FFF2-40B4-BE49-F238E27FC236}">
                    <a16:creationId xmlns:a16="http://schemas.microsoft.com/office/drawing/2014/main" id="{6A0D27B6-D8D9-CCA5-9FB1-23FB2ACD4B1F}"/>
                  </a:ext>
                </a:extLst>
              </p:cNvPr>
              <p:cNvSpPr/>
              <p:nvPr/>
            </p:nvSpPr>
            <p:spPr>
              <a:xfrm>
                <a:off x="5404165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g193">
                <a:extLst>
                  <a:ext uri="{FF2B5EF4-FFF2-40B4-BE49-F238E27FC236}">
                    <a16:creationId xmlns:a16="http://schemas.microsoft.com/office/drawing/2014/main" id="{C01107B5-B935-7857-E7B1-62225768CE48}"/>
                  </a:ext>
                </a:extLst>
              </p:cNvPr>
              <p:cNvSpPr/>
              <p:nvPr/>
            </p:nvSpPr>
            <p:spPr>
              <a:xfrm>
                <a:off x="5415803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g194">
                <a:extLst>
                  <a:ext uri="{FF2B5EF4-FFF2-40B4-BE49-F238E27FC236}">
                    <a16:creationId xmlns:a16="http://schemas.microsoft.com/office/drawing/2014/main" id="{AF44EED1-1540-58ED-3844-F1B2BABC29AF}"/>
                  </a:ext>
                </a:extLst>
              </p:cNvPr>
              <p:cNvSpPr/>
              <p:nvPr/>
            </p:nvSpPr>
            <p:spPr>
              <a:xfrm>
                <a:off x="5427440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g195">
                <a:extLst>
                  <a:ext uri="{FF2B5EF4-FFF2-40B4-BE49-F238E27FC236}">
                    <a16:creationId xmlns:a16="http://schemas.microsoft.com/office/drawing/2014/main" id="{BDAEFD5F-F8FB-E502-A66E-BEF8091D903C}"/>
                  </a:ext>
                </a:extLst>
              </p:cNvPr>
              <p:cNvSpPr/>
              <p:nvPr/>
            </p:nvSpPr>
            <p:spPr>
              <a:xfrm>
                <a:off x="5439077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g196">
                <a:extLst>
                  <a:ext uri="{FF2B5EF4-FFF2-40B4-BE49-F238E27FC236}">
                    <a16:creationId xmlns:a16="http://schemas.microsoft.com/office/drawing/2014/main" id="{46BA22D0-0FF9-B41E-F6FC-5C36A335B632}"/>
                  </a:ext>
                </a:extLst>
              </p:cNvPr>
              <p:cNvSpPr/>
              <p:nvPr/>
            </p:nvSpPr>
            <p:spPr>
              <a:xfrm>
                <a:off x="5450715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g197">
                <a:extLst>
                  <a:ext uri="{FF2B5EF4-FFF2-40B4-BE49-F238E27FC236}">
                    <a16:creationId xmlns:a16="http://schemas.microsoft.com/office/drawing/2014/main" id="{40E41364-E70A-502B-75C4-DA4694ACE052}"/>
                  </a:ext>
                </a:extLst>
              </p:cNvPr>
              <p:cNvSpPr/>
              <p:nvPr/>
            </p:nvSpPr>
            <p:spPr>
              <a:xfrm>
                <a:off x="5462352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g198">
                <a:extLst>
                  <a:ext uri="{FF2B5EF4-FFF2-40B4-BE49-F238E27FC236}">
                    <a16:creationId xmlns:a16="http://schemas.microsoft.com/office/drawing/2014/main" id="{BA47103D-99B4-DBA9-757D-34C3099549B9}"/>
                  </a:ext>
                </a:extLst>
              </p:cNvPr>
              <p:cNvSpPr/>
              <p:nvPr/>
            </p:nvSpPr>
            <p:spPr>
              <a:xfrm>
                <a:off x="6311877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g199">
                <a:extLst>
                  <a:ext uri="{FF2B5EF4-FFF2-40B4-BE49-F238E27FC236}">
                    <a16:creationId xmlns:a16="http://schemas.microsoft.com/office/drawing/2014/main" id="{492E6527-F02D-A07B-9C2D-2713EDDCA82F}"/>
                  </a:ext>
                </a:extLst>
              </p:cNvPr>
              <p:cNvSpPr/>
              <p:nvPr/>
            </p:nvSpPr>
            <p:spPr>
              <a:xfrm>
                <a:off x="531106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g200">
                <a:extLst>
                  <a:ext uri="{FF2B5EF4-FFF2-40B4-BE49-F238E27FC236}">
                    <a16:creationId xmlns:a16="http://schemas.microsoft.com/office/drawing/2014/main" id="{E41E80BA-6352-A0DC-B74B-8193E20C6209}"/>
                  </a:ext>
                </a:extLst>
              </p:cNvPr>
              <p:cNvSpPr/>
              <p:nvPr/>
            </p:nvSpPr>
            <p:spPr>
              <a:xfrm>
                <a:off x="5322704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g201">
                <a:extLst>
                  <a:ext uri="{FF2B5EF4-FFF2-40B4-BE49-F238E27FC236}">
                    <a16:creationId xmlns:a16="http://schemas.microsoft.com/office/drawing/2014/main" id="{B6E02C18-D952-D9BB-1EBD-C7630EC13A6B}"/>
                  </a:ext>
                </a:extLst>
              </p:cNvPr>
              <p:cNvSpPr/>
              <p:nvPr/>
            </p:nvSpPr>
            <p:spPr>
              <a:xfrm>
                <a:off x="5334341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g202">
                <a:extLst>
                  <a:ext uri="{FF2B5EF4-FFF2-40B4-BE49-F238E27FC236}">
                    <a16:creationId xmlns:a16="http://schemas.microsoft.com/office/drawing/2014/main" id="{A8EE4F74-DB68-2C9C-B65E-D6F4CD5517B0}"/>
                  </a:ext>
                </a:extLst>
              </p:cNvPr>
              <p:cNvSpPr/>
              <p:nvPr/>
            </p:nvSpPr>
            <p:spPr>
              <a:xfrm>
                <a:off x="5345979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g203">
                <a:extLst>
                  <a:ext uri="{FF2B5EF4-FFF2-40B4-BE49-F238E27FC236}">
                    <a16:creationId xmlns:a16="http://schemas.microsoft.com/office/drawing/2014/main" id="{B298D562-CE6F-C711-E0A1-837FCF2F161A}"/>
                  </a:ext>
                </a:extLst>
              </p:cNvPr>
              <p:cNvSpPr/>
              <p:nvPr/>
            </p:nvSpPr>
            <p:spPr>
              <a:xfrm>
                <a:off x="5357616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g204">
                <a:extLst>
                  <a:ext uri="{FF2B5EF4-FFF2-40B4-BE49-F238E27FC236}">
                    <a16:creationId xmlns:a16="http://schemas.microsoft.com/office/drawing/2014/main" id="{BE3D4C6E-4364-C8F1-463A-D7642062B4B6}"/>
                  </a:ext>
                </a:extLst>
              </p:cNvPr>
              <p:cNvSpPr/>
              <p:nvPr/>
            </p:nvSpPr>
            <p:spPr>
              <a:xfrm>
                <a:off x="5369253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g205">
                <a:extLst>
                  <a:ext uri="{FF2B5EF4-FFF2-40B4-BE49-F238E27FC236}">
                    <a16:creationId xmlns:a16="http://schemas.microsoft.com/office/drawing/2014/main" id="{BCB1025C-884A-03F6-3C01-7CD857C76BCE}"/>
                  </a:ext>
                </a:extLst>
              </p:cNvPr>
              <p:cNvSpPr/>
              <p:nvPr/>
            </p:nvSpPr>
            <p:spPr>
              <a:xfrm>
                <a:off x="5380891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g206">
                <a:extLst>
                  <a:ext uri="{FF2B5EF4-FFF2-40B4-BE49-F238E27FC236}">
                    <a16:creationId xmlns:a16="http://schemas.microsoft.com/office/drawing/2014/main" id="{5551F4F5-27FB-D945-0C53-5D10D4C61D52}"/>
                  </a:ext>
                </a:extLst>
              </p:cNvPr>
              <p:cNvSpPr/>
              <p:nvPr/>
            </p:nvSpPr>
            <p:spPr>
              <a:xfrm>
                <a:off x="5392528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g207">
                <a:extLst>
                  <a:ext uri="{FF2B5EF4-FFF2-40B4-BE49-F238E27FC236}">
                    <a16:creationId xmlns:a16="http://schemas.microsoft.com/office/drawing/2014/main" id="{6A623698-65A0-4871-4E88-1DF2CFADED07}"/>
                  </a:ext>
                </a:extLst>
              </p:cNvPr>
              <p:cNvSpPr/>
              <p:nvPr/>
            </p:nvSpPr>
            <p:spPr>
              <a:xfrm>
                <a:off x="540416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g208">
                <a:extLst>
                  <a:ext uri="{FF2B5EF4-FFF2-40B4-BE49-F238E27FC236}">
                    <a16:creationId xmlns:a16="http://schemas.microsoft.com/office/drawing/2014/main" id="{DC2C6889-9D2A-7B6C-F7BD-A70305243D7A}"/>
                  </a:ext>
                </a:extLst>
              </p:cNvPr>
              <p:cNvSpPr/>
              <p:nvPr/>
            </p:nvSpPr>
            <p:spPr>
              <a:xfrm>
                <a:off x="5415803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g209">
                <a:extLst>
                  <a:ext uri="{FF2B5EF4-FFF2-40B4-BE49-F238E27FC236}">
                    <a16:creationId xmlns:a16="http://schemas.microsoft.com/office/drawing/2014/main" id="{5AEAA03A-4FDF-8B9F-06DB-F50771057416}"/>
                  </a:ext>
                </a:extLst>
              </p:cNvPr>
              <p:cNvSpPr/>
              <p:nvPr/>
            </p:nvSpPr>
            <p:spPr>
              <a:xfrm>
                <a:off x="5427440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g210">
                <a:extLst>
                  <a:ext uri="{FF2B5EF4-FFF2-40B4-BE49-F238E27FC236}">
                    <a16:creationId xmlns:a16="http://schemas.microsoft.com/office/drawing/2014/main" id="{499B57A5-1167-46F3-7484-7C9DF3F0F210}"/>
                  </a:ext>
                </a:extLst>
              </p:cNvPr>
              <p:cNvSpPr/>
              <p:nvPr/>
            </p:nvSpPr>
            <p:spPr>
              <a:xfrm>
                <a:off x="543907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g211">
                <a:extLst>
                  <a:ext uri="{FF2B5EF4-FFF2-40B4-BE49-F238E27FC236}">
                    <a16:creationId xmlns:a16="http://schemas.microsoft.com/office/drawing/2014/main" id="{9E9FCF57-BE3D-1313-13FC-733A9EB1D3C5}"/>
                  </a:ext>
                </a:extLst>
              </p:cNvPr>
              <p:cNvSpPr/>
              <p:nvPr/>
            </p:nvSpPr>
            <p:spPr>
              <a:xfrm>
                <a:off x="545071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g212">
                <a:extLst>
                  <a:ext uri="{FF2B5EF4-FFF2-40B4-BE49-F238E27FC236}">
                    <a16:creationId xmlns:a16="http://schemas.microsoft.com/office/drawing/2014/main" id="{8080E523-534C-95A4-539B-4B3BAC327483}"/>
                  </a:ext>
                </a:extLst>
              </p:cNvPr>
              <p:cNvSpPr/>
              <p:nvPr/>
            </p:nvSpPr>
            <p:spPr>
              <a:xfrm>
                <a:off x="627696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g213">
                <a:extLst>
                  <a:ext uri="{FF2B5EF4-FFF2-40B4-BE49-F238E27FC236}">
                    <a16:creationId xmlns:a16="http://schemas.microsoft.com/office/drawing/2014/main" id="{CFC3489F-115C-AF63-6981-027FD5B9F03E}"/>
                  </a:ext>
                </a:extLst>
              </p:cNvPr>
              <p:cNvSpPr/>
              <p:nvPr/>
            </p:nvSpPr>
            <p:spPr>
              <a:xfrm>
                <a:off x="6288602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6">
                  <a:alpha val="100000"/>
                </a:srgbClr>
              </a:solidFill>
              <a:ln w="5420" cap="flat">
                <a:solidFill>
                  <a:srgbClr val="3A58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g214">
                <a:extLst>
                  <a:ext uri="{FF2B5EF4-FFF2-40B4-BE49-F238E27FC236}">
                    <a16:creationId xmlns:a16="http://schemas.microsoft.com/office/drawing/2014/main" id="{0571F6D9-5440-1C3F-051D-FBC99815E7C6}"/>
                  </a:ext>
                </a:extLst>
              </p:cNvPr>
              <p:cNvSpPr/>
              <p:nvPr/>
            </p:nvSpPr>
            <p:spPr>
              <a:xfrm>
                <a:off x="6300240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g215">
                <a:extLst>
                  <a:ext uri="{FF2B5EF4-FFF2-40B4-BE49-F238E27FC236}">
                    <a16:creationId xmlns:a16="http://schemas.microsoft.com/office/drawing/2014/main" id="{E64E0B8E-C9F9-47C4-9392-D367EA711876}"/>
                  </a:ext>
                </a:extLst>
              </p:cNvPr>
              <p:cNvSpPr/>
              <p:nvPr/>
            </p:nvSpPr>
            <p:spPr>
              <a:xfrm>
                <a:off x="631187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g216">
                <a:extLst>
                  <a:ext uri="{FF2B5EF4-FFF2-40B4-BE49-F238E27FC236}">
                    <a16:creationId xmlns:a16="http://schemas.microsoft.com/office/drawing/2014/main" id="{18149201-2D94-3FA0-C6B0-8537B6EDD1D8}"/>
                  </a:ext>
                </a:extLst>
              </p:cNvPr>
              <p:cNvSpPr/>
              <p:nvPr/>
            </p:nvSpPr>
            <p:spPr>
              <a:xfrm>
                <a:off x="6323514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g217">
                <a:extLst>
                  <a:ext uri="{FF2B5EF4-FFF2-40B4-BE49-F238E27FC236}">
                    <a16:creationId xmlns:a16="http://schemas.microsoft.com/office/drawing/2014/main" id="{6279C79B-22C2-2B62-B1C3-F129EBC99F25}"/>
                  </a:ext>
                </a:extLst>
              </p:cNvPr>
              <p:cNvSpPr/>
              <p:nvPr/>
            </p:nvSpPr>
            <p:spPr>
              <a:xfrm>
                <a:off x="5299429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g218">
                <a:extLst>
                  <a:ext uri="{FF2B5EF4-FFF2-40B4-BE49-F238E27FC236}">
                    <a16:creationId xmlns:a16="http://schemas.microsoft.com/office/drawing/2014/main" id="{EA061220-B393-0600-2462-621683C0E169}"/>
                  </a:ext>
                </a:extLst>
              </p:cNvPr>
              <p:cNvSpPr/>
              <p:nvPr/>
            </p:nvSpPr>
            <p:spPr>
              <a:xfrm>
                <a:off x="531106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g219">
                <a:extLst>
                  <a:ext uri="{FF2B5EF4-FFF2-40B4-BE49-F238E27FC236}">
                    <a16:creationId xmlns:a16="http://schemas.microsoft.com/office/drawing/2014/main" id="{22FEF4B7-D82B-5284-D383-ED0ADF28BDC3}"/>
                  </a:ext>
                </a:extLst>
              </p:cNvPr>
              <p:cNvSpPr/>
              <p:nvPr/>
            </p:nvSpPr>
            <p:spPr>
              <a:xfrm>
                <a:off x="532270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g220">
                <a:extLst>
                  <a:ext uri="{FF2B5EF4-FFF2-40B4-BE49-F238E27FC236}">
                    <a16:creationId xmlns:a16="http://schemas.microsoft.com/office/drawing/2014/main" id="{C07068E1-2DFD-E786-8124-3D2221D61C12}"/>
                  </a:ext>
                </a:extLst>
              </p:cNvPr>
              <p:cNvSpPr/>
              <p:nvPr/>
            </p:nvSpPr>
            <p:spPr>
              <a:xfrm>
                <a:off x="533434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g221">
                <a:extLst>
                  <a:ext uri="{FF2B5EF4-FFF2-40B4-BE49-F238E27FC236}">
                    <a16:creationId xmlns:a16="http://schemas.microsoft.com/office/drawing/2014/main" id="{4797B329-3737-62A4-46F6-C21195CBAD13}"/>
                  </a:ext>
                </a:extLst>
              </p:cNvPr>
              <p:cNvSpPr/>
              <p:nvPr/>
            </p:nvSpPr>
            <p:spPr>
              <a:xfrm>
                <a:off x="5345979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g222">
                <a:extLst>
                  <a:ext uri="{FF2B5EF4-FFF2-40B4-BE49-F238E27FC236}">
                    <a16:creationId xmlns:a16="http://schemas.microsoft.com/office/drawing/2014/main" id="{9B802AAE-C2D2-2068-C5ED-09897C2B1596}"/>
                  </a:ext>
                </a:extLst>
              </p:cNvPr>
              <p:cNvSpPr/>
              <p:nvPr/>
            </p:nvSpPr>
            <p:spPr>
              <a:xfrm>
                <a:off x="5357616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g223">
                <a:extLst>
                  <a:ext uri="{FF2B5EF4-FFF2-40B4-BE49-F238E27FC236}">
                    <a16:creationId xmlns:a16="http://schemas.microsoft.com/office/drawing/2014/main" id="{D59F639F-1379-9F57-26F5-68F87638A81D}"/>
                  </a:ext>
                </a:extLst>
              </p:cNvPr>
              <p:cNvSpPr/>
              <p:nvPr/>
            </p:nvSpPr>
            <p:spPr>
              <a:xfrm>
                <a:off x="5369253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g224">
                <a:extLst>
                  <a:ext uri="{FF2B5EF4-FFF2-40B4-BE49-F238E27FC236}">
                    <a16:creationId xmlns:a16="http://schemas.microsoft.com/office/drawing/2014/main" id="{EDD72E5B-CCDF-9AE4-EA34-592B728E2E94}"/>
                  </a:ext>
                </a:extLst>
              </p:cNvPr>
              <p:cNvSpPr/>
              <p:nvPr/>
            </p:nvSpPr>
            <p:spPr>
              <a:xfrm>
                <a:off x="538089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g225">
                <a:extLst>
                  <a:ext uri="{FF2B5EF4-FFF2-40B4-BE49-F238E27FC236}">
                    <a16:creationId xmlns:a16="http://schemas.microsoft.com/office/drawing/2014/main" id="{7B421556-7731-A4F6-D37E-90C7EBD4EA94}"/>
                  </a:ext>
                </a:extLst>
              </p:cNvPr>
              <p:cNvSpPr/>
              <p:nvPr/>
            </p:nvSpPr>
            <p:spPr>
              <a:xfrm>
                <a:off x="539252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g226">
                <a:extLst>
                  <a:ext uri="{FF2B5EF4-FFF2-40B4-BE49-F238E27FC236}">
                    <a16:creationId xmlns:a16="http://schemas.microsoft.com/office/drawing/2014/main" id="{8E14DE54-5C75-91BF-565A-78E8A50BEA79}"/>
                  </a:ext>
                </a:extLst>
              </p:cNvPr>
              <p:cNvSpPr/>
              <p:nvPr/>
            </p:nvSpPr>
            <p:spPr>
              <a:xfrm>
                <a:off x="5404165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g227">
                <a:extLst>
                  <a:ext uri="{FF2B5EF4-FFF2-40B4-BE49-F238E27FC236}">
                    <a16:creationId xmlns:a16="http://schemas.microsoft.com/office/drawing/2014/main" id="{6F1FF612-C1F1-B859-5649-BA088E4B4828}"/>
                  </a:ext>
                </a:extLst>
              </p:cNvPr>
              <p:cNvSpPr/>
              <p:nvPr/>
            </p:nvSpPr>
            <p:spPr>
              <a:xfrm>
                <a:off x="5415803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g228">
                <a:extLst>
                  <a:ext uri="{FF2B5EF4-FFF2-40B4-BE49-F238E27FC236}">
                    <a16:creationId xmlns:a16="http://schemas.microsoft.com/office/drawing/2014/main" id="{4F741C97-0406-11A3-465B-002E172F6A21}"/>
                  </a:ext>
                </a:extLst>
              </p:cNvPr>
              <p:cNvSpPr/>
              <p:nvPr/>
            </p:nvSpPr>
            <p:spPr>
              <a:xfrm>
                <a:off x="542744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g229">
                <a:extLst>
                  <a:ext uri="{FF2B5EF4-FFF2-40B4-BE49-F238E27FC236}">
                    <a16:creationId xmlns:a16="http://schemas.microsoft.com/office/drawing/2014/main" id="{A30C8536-C6F5-2646-31BD-C137D4FF597F}"/>
                  </a:ext>
                </a:extLst>
              </p:cNvPr>
              <p:cNvSpPr/>
              <p:nvPr/>
            </p:nvSpPr>
            <p:spPr>
              <a:xfrm>
                <a:off x="543907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g230">
                <a:extLst>
                  <a:ext uri="{FF2B5EF4-FFF2-40B4-BE49-F238E27FC236}">
                    <a16:creationId xmlns:a16="http://schemas.microsoft.com/office/drawing/2014/main" id="{09479B3C-0E2C-95E2-72D4-F6D6DBE06C53}"/>
                  </a:ext>
                </a:extLst>
              </p:cNvPr>
              <p:cNvSpPr/>
              <p:nvPr/>
            </p:nvSpPr>
            <p:spPr>
              <a:xfrm>
                <a:off x="6183866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g231">
                <a:extLst>
                  <a:ext uri="{FF2B5EF4-FFF2-40B4-BE49-F238E27FC236}">
                    <a16:creationId xmlns:a16="http://schemas.microsoft.com/office/drawing/2014/main" id="{076C412D-C925-454C-094B-EDAE170097B9}"/>
                  </a:ext>
                </a:extLst>
              </p:cNvPr>
              <p:cNvSpPr/>
              <p:nvPr/>
            </p:nvSpPr>
            <p:spPr>
              <a:xfrm>
                <a:off x="619550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g232">
                <a:extLst>
                  <a:ext uri="{FF2B5EF4-FFF2-40B4-BE49-F238E27FC236}">
                    <a16:creationId xmlns:a16="http://schemas.microsoft.com/office/drawing/2014/main" id="{927389CD-AD6F-A03E-C392-81954BC4B77A}"/>
                  </a:ext>
                </a:extLst>
              </p:cNvPr>
              <p:cNvSpPr/>
              <p:nvPr/>
            </p:nvSpPr>
            <p:spPr>
              <a:xfrm>
                <a:off x="620714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g233">
                <a:extLst>
                  <a:ext uri="{FF2B5EF4-FFF2-40B4-BE49-F238E27FC236}">
                    <a16:creationId xmlns:a16="http://schemas.microsoft.com/office/drawing/2014/main" id="{16950F45-7519-C962-6EE2-83E4EA4F42F8}"/>
                  </a:ext>
                </a:extLst>
              </p:cNvPr>
              <p:cNvSpPr/>
              <p:nvPr/>
            </p:nvSpPr>
            <p:spPr>
              <a:xfrm>
                <a:off x="621877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g234">
                <a:extLst>
                  <a:ext uri="{FF2B5EF4-FFF2-40B4-BE49-F238E27FC236}">
                    <a16:creationId xmlns:a16="http://schemas.microsoft.com/office/drawing/2014/main" id="{D521C51B-B50A-8FBA-D770-FA3462E264D9}"/>
                  </a:ext>
                </a:extLst>
              </p:cNvPr>
              <p:cNvSpPr/>
              <p:nvPr/>
            </p:nvSpPr>
            <p:spPr>
              <a:xfrm>
                <a:off x="625369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g235">
                <a:extLst>
                  <a:ext uri="{FF2B5EF4-FFF2-40B4-BE49-F238E27FC236}">
                    <a16:creationId xmlns:a16="http://schemas.microsoft.com/office/drawing/2014/main" id="{04F02C5D-0AFA-1419-3219-3A3FA8D93E30}"/>
                  </a:ext>
                </a:extLst>
              </p:cNvPr>
              <p:cNvSpPr/>
              <p:nvPr/>
            </p:nvSpPr>
            <p:spPr>
              <a:xfrm>
                <a:off x="626532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g236">
                <a:extLst>
                  <a:ext uri="{FF2B5EF4-FFF2-40B4-BE49-F238E27FC236}">
                    <a16:creationId xmlns:a16="http://schemas.microsoft.com/office/drawing/2014/main" id="{3AAF51DC-719B-B8E0-FCDE-35921070D850}"/>
                  </a:ext>
                </a:extLst>
              </p:cNvPr>
              <p:cNvSpPr/>
              <p:nvPr/>
            </p:nvSpPr>
            <p:spPr>
              <a:xfrm>
                <a:off x="6276965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g237">
                <a:extLst>
                  <a:ext uri="{FF2B5EF4-FFF2-40B4-BE49-F238E27FC236}">
                    <a16:creationId xmlns:a16="http://schemas.microsoft.com/office/drawing/2014/main" id="{E0A547A0-202C-D9AB-CB5B-485E5C798A13}"/>
                  </a:ext>
                </a:extLst>
              </p:cNvPr>
              <p:cNvSpPr/>
              <p:nvPr/>
            </p:nvSpPr>
            <p:spPr>
              <a:xfrm>
                <a:off x="6288602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g238">
                <a:extLst>
                  <a:ext uri="{FF2B5EF4-FFF2-40B4-BE49-F238E27FC236}">
                    <a16:creationId xmlns:a16="http://schemas.microsoft.com/office/drawing/2014/main" id="{3C5C3865-B9BE-F91A-0FBC-2ADF2171DABD}"/>
                  </a:ext>
                </a:extLst>
              </p:cNvPr>
              <p:cNvSpPr/>
              <p:nvPr/>
            </p:nvSpPr>
            <p:spPr>
              <a:xfrm>
                <a:off x="630024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g239">
                <a:extLst>
                  <a:ext uri="{FF2B5EF4-FFF2-40B4-BE49-F238E27FC236}">
                    <a16:creationId xmlns:a16="http://schemas.microsoft.com/office/drawing/2014/main" id="{2BB01163-7656-7B37-D18A-0324B93CF029}"/>
                  </a:ext>
                </a:extLst>
              </p:cNvPr>
              <p:cNvSpPr/>
              <p:nvPr/>
            </p:nvSpPr>
            <p:spPr>
              <a:xfrm>
                <a:off x="631187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g240">
                <a:extLst>
                  <a:ext uri="{FF2B5EF4-FFF2-40B4-BE49-F238E27FC236}">
                    <a16:creationId xmlns:a16="http://schemas.microsoft.com/office/drawing/2014/main" id="{9E220621-E834-668D-9110-6D13BBD5A138}"/>
                  </a:ext>
                </a:extLst>
              </p:cNvPr>
              <p:cNvSpPr/>
              <p:nvPr/>
            </p:nvSpPr>
            <p:spPr>
              <a:xfrm>
                <a:off x="632351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g241">
                <a:extLst>
                  <a:ext uri="{FF2B5EF4-FFF2-40B4-BE49-F238E27FC236}">
                    <a16:creationId xmlns:a16="http://schemas.microsoft.com/office/drawing/2014/main" id="{949E60A0-F252-89CE-C8D6-0D09FCF230BB}"/>
                  </a:ext>
                </a:extLst>
              </p:cNvPr>
              <p:cNvSpPr/>
              <p:nvPr/>
            </p:nvSpPr>
            <p:spPr>
              <a:xfrm>
                <a:off x="6335152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g242">
                <a:extLst>
                  <a:ext uri="{FF2B5EF4-FFF2-40B4-BE49-F238E27FC236}">
                    <a16:creationId xmlns:a16="http://schemas.microsoft.com/office/drawing/2014/main" id="{0AAA490E-32C1-17DF-C003-710B90A7D566}"/>
                  </a:ext>
                </a:extLst>
              </p:cNvPr>
              <p:cNvSpPr/>
              <p:nvPr/>
            </p:nvSpPr>
            <p:spPr>
              <a:xfrm>
                <a:off x="529942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g243">
                <a:extLst>
                  <a:ext uri="{FF2B5EF4-FFF2-40B4-BE49-F238E27FC236}">
                    <a16:creationId xmlns:a16="http://schemas.microsoft.com/office/drawing/2014/main" id="{F359884F-531F-C775-5282-50FE646BD630}"/>
                  </a:ext>
                </a:extLst>
              </p:cNvPr>
              <p:cNvSpPr/>
              <p:nvPr/>
            </p:nvSpPr>
            <p:spPr>
              <a:xfrm>
                <a:off x="5311067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g244">
                <a:extLst>
                  <a:ext uri="{FF2B5EF4-FFF2-40B4-BE49-F238E27FC236}">
                    <a16:creationId xmlns:a16="http://schemas.microsoft.com/office/drawing/2014/main" id="{BF27B097-F300-D2AC-7576-6721C0CA712A}"/>
                  </a:ext>
                </a:extLst>
              </p:cNvPr>
              <p:cNvSpPr/>
              <p:nvPr/>
            </p:nvSpPr>
            <p:spPr>
              <a:xfrm>
                <a:off x="532270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g245">
                <a:extLst>
                  <a:ext uri="{FF2B5EF4-FFF2-40B4-BE49-F238E27FC236}">
                    <a16:creationId xmlns:a16="http://schemas.microsoft.com/office/drawing/2014/main" id="{670BBC50-34E5-A446-361D-CA776113734A}"/>
                  </a:ext>
                </a:extLst>
              </p:cNvPr>
              <p:cNvSpPr/>
              <p:nvPr/>
            </p:nvSpPr>
            <p:spPr>
              <a:xfrm>
                <a:off x="533434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g246">
                <a:extLst>
                  <a:ext uri="{FF2B5EF4-FFF2-40B4-BE49-F238E27FC236}">
                    <a16:creationId xmlns:a16="http://schemas.microsoft.com/office/drawing/2014/main" id="{6FE23260-E39B-D863-A983-447A72D3ED8C}"/>
                  </a:ext>
                </a:extLst>
              </p:cNvPr>
              <p:cNvSpPr/>
              <p:nvPr/>
            </p:nvSpPr>
            <p:spPr>
              <a:xfrm>
                <a:off x="534597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g247">
                <a:extLst>
                  <a:ext uri="{FF2B5EF4-FFF2-40B4-BE49-F238E27FC236}">
                    <a16:creationId xmlns:a16="http://schemas.microsoft.com/office/drawing/2014/main" id="{D1634FFC-52E3-6E64-218D-FAEAE6E7CB76}"/>
                  </a:ext>
                </a:extLst>
              </p:cNvPr>
              <p:cNvSpPr/>
              <p:nvPr/>
            </p:nvSpPr>
            <p:spPr>
              <a:xfrm>
                <a:off x="535761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g248">
                <a:extLst>
                  <a:ext uri="{FF2B5EF4-FFF2-40B4-BE49-F238E27FC236}">
                    <a16:creationId xmlns:a16="http://schemas.microsoft.com/office/drawing/2014/main" id="{478E0A81-E131-4A73-A975-5B9EBE9BB61A}"/>
                  </a:ext>
                </a:extLst>
              </p:cNvPr>
              <p:cNvSpPr/>
              <p:nvPr/>
            </p:nvSpPr>
            <p:spPr>
              <a:xfrm>
                <a:off x="536925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g249">
                <a:extLst>
                  <a:ext uri="{FF2B5EF4-FFF2-40B4-BE49-F238E27FC236}">
                    <a16:creationId xmlns:a16="http://schemas.microsoft.com/office/drawing/2014/main" id="{BEE6456F-2BEB-40AA-DE59-11AAC20916C0}"/>
                  </a:ext>
                </a:extLst>
              </p:cNvPr>
              <p:cNvSpPr/>
              <p:nvPr/>
            </p:nvSpPr>
            <p:spPr>
              <a:xfrm>
                <a:off x="538089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g250">
                <a:extLst>
                  <a:ext uri="{FF2B5EF4-FFF2-40B4-BE49-F238E27FC236}">
                    <a16:creationId xmlns:a16="http://schemas.microsoft.com/office/drawing/2014/main" id="{53EB89AB-DE47-AC5A-4145-445446970292}"/>
                  </a:ext>
                </a:extLst>
              </p:cNvPr>
              <p:cNvSpPr/>
              <p:nvPr/>
            </p:nvSpPr>
            <p:spPr>
              <a:xfrm>
                <a:off x="539252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g251">
                <a:extLst>
                  <a:ext uri="{FF2B5EF4-FFF2-40B4-BE49-F238E27FC236}">
                    <a16:creationId xmlns:a16="http://schemas.microsoft.com/office/drawing/2014/main" id="{6939CCD4-9B81-0D1E-F057-4A6EDAA4E511}"/>
                  </a:ext>
                </a:extLst>
              </p:cNvPr>
              <p:cNvSpPr/>
              <p:nvPr/>
            </p:nvSpPr>
            <p:spPr>
              <a:xfrm>
                <a:off x="5404165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g252">
                <a:extLst>
                  <a:ext uri="{FF2B5EF4-FFF2-40B4-BE49-F238E27FC236}">
                    <a16:creationId xmlns:a16="http://schemas.microsoft.com/office/drawing/2014/main" id="{04EEB598-3F3F-7B72-A351-17D1C687275C}"/>
                  </a:ext>
                </a:extLst>
              </p:cNvPr>
              <p:cNvSpPr/>
              <p:nvPr/>
            </p:nvSpPr>
            <p:spPr>
              <a:xfrm>
                <a:off x="541580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g253">
                <a:extLst>
                  <a:ext uri="{FF2B5EF4-FFF2-40B4-BE49-F238E27FC236}">
                    <a16:creationId xmlns:a16="http://schemas.microsoft.com/office/drawing/2014/main" id="{DA2DD456-9D9C-CA2F-59D8-FE4ABAD4666B}"/>
                  </a:ext>
                </a:extLst>
              </p:cNvPr>
              <p:cNvSpPr/>
              <p:nvPr/>
            </p:nvSpPr>
            <p:spPr>
              <a:xfrm>
                <a:off x="542744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g254">
                <a:extLst>
                  <a:ext uri="{FF2B5EF4-FFF2-40B4-BE49-F238E27FC236}">
                    <a16:creationId xmlns:a16="http://schemas.microsoft.com/office/drawing/2014/main" id="{D78A77B6-AE65-507C-E1AF-7A0F5B6CC428}"/>
                  </a:ext>
                </a:extLst>
              </p:cNvPr>
              <p:cNvSpPr/>
              <p:nvPr/>
            </p:nvSpPr>
            <p:spPr>
              <a:xfrm>
                <a:off x="617222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g255">
                <a:extLst>
                  <a:ext uri="{FF2B5EF4-FFF2-40B4-BE49-F238E27FC236}">
                    <a16:creationId xmlns:a16="http://schemas.microsoft.com/office/drawing/2014/main" id="{E0FE72C2-5E74-4B81-E443-CE0DED78968B}"/>
                  </a:ext>
                </a:extLst>
              </p:cNvPr>
              <p:cNvSpPr/>
              <p:nvPr/>
            </p:nvSpPr>
            <p:spPr>
              <a:xfrm>
                <a:off x="618386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g256">
                <a:extLst>
                  <a:ext uri="{FF2B5EF4-FFF2-40B4-BE49-F238E27FC236}">
                    <a16:creationId xmlns:a16="http://schemas.microsoft.com/office/drawing/2014/main" id="{5B65C7C6-9B28-3E3C-214D-6A23FE6EE965}"/>
                  </a:ext>
                </a:extLst>
              </p:cNvPr>
              <p:cNvSpPr/>
              <p:nvPr/>
            </p:nvSpPr>
            <p:spPr>
              <a:xfrm>
                <a:off x="619550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g257">
                <a:extLst>
                  <a:ext uri="{FF2B5EF4-FFF2-40B4-BE49-F238E27FC236}">
                    <a16:creationId xmlns:a16="http://schemas.microsoft.com/office/drawing/2014/main" id="{B78F9346-C4BE-5110-F245-D20836FB2235}"/>
                  </a:ext>
                </a:extLst>
              </p:cNvPr>
              <p:cNvSpPr/>
              <p:nvPr/>
            </p:nvSpPr>
            <p:spPr>
              <a:xfrm>
                <a:off x="620714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g258">
                <a:extLst>
                  <a:ext uri="{FF2B5EF4-FFF2-40B4-BE49-F238E27FC236}">
                    <a16:creationId xmlns:a16="http://schemas.microsoft.com/office/drawing/2014/main" id="{F9395803-BF53-6FF9-459B-514BE133B407}"/>
                  </a:ext>
                </a:extLst>
              </p:cNvPr>
              <p:cNvSpPr/>
              <p:nvPr/>
            </p:nvSpPr>
            <p:spPr>
              <a:xfrm>
                <a:off x="621877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g259">
                <a:extLst>
                  <a:ext uri="{FF2B5EF4-FFF2-40B4-BE49-F238E27FC236}">
                    <a16:creationId xmlns:a16="http://schemas.microsoft.com/office/drawing/2014/main" id="{7473D0CE-D9D2-DFCD-55BB-EE54FE2042AF}"/>
                  </a:ext>
                </a:extLst>
              </p:cNvPr>
              <p:cNvSpPr/>
              <p:nvPr/>
            </p:nvSpPr>
            <p:spPr>
              <a:xfrm>
                <a:off x="623041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g260">
                <a:extLst>
                  <a:ext uri="{FF2B5EF4-FFF2-40B4-BE49-F238E27FC236}">
                    <a16:creationId xmlns:a16="http://schemas.microsoft.com/office/drawing/2014/main" id="{A3C337F8-576E-2698-D9DB-06158E095455}"/>
                  </a:ext>
                </a:extLst>
              </p:cNvPr>
              <p:cNvSpPr/>
              <p:nvPr/>
            </p:nvSpPr>
            <p:spPr>
              <a:xfrm>
                <a:off x="624205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g261">
                <a:extLst>
                  <a:ext uri="{FF2B5EF4-FFF2-40B4-BE49-F238E27FC236}">
                    <a16:creationId xmlns:a16="http://schemas.microsoft.com/office/drawing/2014/main" id="{F969BB43-07AB-5256-B8D3-95247F35546E}"/>
                  </a:ext>
                </a:extLst>
              </p:cNvPr>
              <p:cNvSpPr/>
              <p:nvPr/>
            </p:nvSpPr>
            <p:spPr>
              <a:xfrm>
                <a:off x="625369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g262">
                <a:extLst>
                  <a:ext uri="{FF2B5EF4-FFF2-40B4-BE49-F238E27FC236}">
                    <a16:creationId xmlns:a16="http://schemas.microsoft.com/office/drawing/2014/main" id="{70EF1317-076E-FC22-182B-ACA70BE24023}"/>
                  </a:ext>
                </a:extLst>
              </p:cNvPr>
              <p:cNvSpPr/>
              <p:nvPr/>
            </p:nvSpPr>
            <p:spPr>
              <a:xfrm>
                <a:off x="626532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g263">
                <a:extLst>
                  <a:ext uri="{FF2B5EF4-FFF2-40B4-BE49-F238E27FC236}">
                    <a16:creationId xmlns:a16="http://schemas.microsoft.com/office/drawing/2014/main" id="{B50958C4-1982-3B11-8040-1CB59AFB5478}"/>
                  </a:ext>
                </a:extLst>
              </p:cNvPr>
              <p:cNvSpPr/>
              <p:nvPr/>
            </p:nvSpPr>
            <p:spPr>
              <a:xfrm>
                <a:off x="6276965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g264">
                <a:extLst>
                  <a:ext uri="{FF2B5EF4-FFF2-40B4-BE49-F238E27FC236}">
                    <a16:creationId xmlns:a16="http://schemas.microsoft.com/office/drawing/2014/main" id="{20BF6A1B-92A1-FB1F-79B1-F86A92D4051E}"/>
                  </a:ext>
                </a:extLst>
              </p:cNvPr>
              <p:cNvSpPr/>
              <p:nvPr/>
            </p:nvSpPr>
            <p:spPr>
              <a:xfrm>
                <a:off x="6288602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g265">
                <a:extLst>
                  <a:ext uri="{FF2B5EF4-FFF2-40B4-BE49-F238E27FC236}">
                    <a16:creationId xmlns:a16="http://schemas.microsoft.com/office/drawing/2014/main" id="{692FFFD3-2A81-F642-B7D4-94B21DFCFABC}"/>
                  </a:ext>
                </a:extLst>
              </p:cNvPr>
              <p:cNvSpPr/>
              <p:nvPr/>
            </p:nvSpPr>
            <p:spPr>
              <a:xfrm>
                <a:off x="630024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g266">
                <a:extLst>
                  <a:ext uri="{FF2B5EF4-FFF2-40B4-BE49-F238E27FC236}">
                    <a16:creationId xmlns:a16="http://schemas.microsoft.com/office/drawing/2014/main" id="{16037F05-DEAC-7347-6B39-690B857DA8FA}"/>
                  </a:ext>
                </a:extLst>
              </p:cNvPr>
              <p:cNvSpPr/>
              <p:nvPr/>
            </p:nvSpPr>
            <p:spPr>
              <a:xfrm>
                <a:off x="6311877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g267">
                <a:extLst>
                  <a:ext uri="{FF2B5EF4-FFF2-40B4-BE49-F238E27FC236}">
                    <a16:creationId xmlns:a16="http://schemas.microsoft.com/office/drawing/2014/main" id="{77911791-1E72-08C2-F6BB-43AC6CE07EE1}"/>
                  </a:ext>
                </a:extLst>
              </p:cNvPr>
              <p:cNvSpPr/>
              <p:nvPr/>
            </p:nvSpPr>
            <p:spPr>
              <a:xfrm>
                <a:off x="632351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g268">
                <a:extLst>
                  <a:ext uri="{FF2B5EF4-FFF2-40B4-BE49-F238E27FC236}">
                    <a16:creationId xmlns:a16="http://schemas.microsoft.com/office/drawing/2014/main" id="{58118882-2D35-70D2-FAC6-89FE0B42B13A}"/>
                  </a:ext>
                </a:extLst>
              </p:cNvPr>
              <p:cNvSpPr/>
              <p:nvPr/>
            </p:nvSpPr>
            <p:spPr>
              <a:xfrm>
                <a:off x="529942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g269">
                <a:extLst>
                  <a:ext uri="{FF2B5EF4-FFF2-40B4-BE49-F238E27FC236}">
                    <a16:creationId xmlns:a16="http://schemas.microsoft.com/office/drawing/2014/main" id="{68A714C8-014A-A7B3-931C-E4DEEF1602BB}"/>
                  </a:ext>
                </a:extLst>
              </p:cNvPr>
              <p:cNvSpPr/>
              <p:nvPr/>
            </p:nvSpPr>
            <p:spPr>
              <a:xfrm>
                <a:off x="5311067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g270">
                <a:extLst>
                  <a:ext uri="{FF2B5EF4-FFF2-40B4-BE49-F238E27FC236}">
                    <a16:creationId xmlns:a16="http://schemas.microsoft.com/office/drawing/2014/main" id="{83C5B6CB-06B2-2A80-0A5B-560F9A19141A}"/>
                  </a:ext>
                </a:extLst>
              </p:cNvPr>
              <p:cNvSpPr/>
              <p:nvPr/>
            </p:nvSpPr>
            <p:spPr>
              <a:xfrm>
                <a:off x="532270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g271">
                <a:extLst>
                  <a:ext uri="{FF2B5EF4-FFF2-40B4-BE49-F238E27FC236}">
                    <a16:creationId xmlns:a16="http://schemas.microsoft.com/office/drawing/2014/main" id="{935D75AF-A9C0-A3B0-C6C8-92D01F144AE5}"/>
                  </a:ext>
                </a:extLst>
              </p:cNvPr>
              <p:cNvSpPr/>
              <p:nvPr/>
            </p:nvSpPr>
            <p:spPr>
              <a:xfrm>
                <a:off x="533434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g272">
                <a:extLst>
                  <a:ext uri="{FF2B5EF4-FFF2-40B4-BE49-F238E27FC236}">
                    <a16:creationId xmlns:a16="http://schemas.microsoft.com/office/drawing/2014/main" id="{83924913-624F-697D-EF76-342C38B09A24}"/>
                  </a:ext>
                </a:extLst>
              </p:cNvPr>
              <p:cNvSpPr/>
              <p:nvPr/>
            </p:nvSpPr>
            <p:spPr>
              <a:xfrm>
                <a:off x="534597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g273">
                <a:extLst>
                  <a:ext uri="{FF2B5EF4-FFF2-40B4-BE49-F238E27FC236}">
                    <a16:creationId xmlns:a16="http://schemas.microsoft.com/office/drawing/2014/main" id="{15630E6C-E74E-33BE-C95A-B243A7CE4EEB}"/>
                  </a:ext>
                </a:extLst>
              </p:cNvPr>
              <p:cNvSpPr/>
              <p:nvPr/>
            </p:nvSpPr>
            <p:spPr>
              <a:xfrm>
                <a:off x="535761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g274">
                <a:extLst>
                  <a:ext uri="{FF2B5EF4-FFF2-40B4-BE49-F238E27FC236}">
                    <a16:creationId xmlns:a16="http://schemas.microsoft.com/office/drawing/2014/main" id="{7903FDA9-97D8-F4B8-37D2-3A1D989E7043}"/>
                  </a:ext>
                </a:extLst>
              </p:cNvPr>
              <p:cNvSpPr/>
              <p:nvPr/>
            </p:nvSpPr>
            <p:spPr>
              <a:xfrm>
                <a:off x="536925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g275">
                <a:extLst>
                  <a:ext uri="{FF2B5EF4-FFF2-40B4-BE49-F238E27FC236}">
                    <a16:creationId xmlns:a16="http://schemas.microsoft.com/office/drawing/2014/main" id="{FD332382-0548-1ADD-96C9-DE1040EEF11E}"/>
                  </a:ext>
                </a:extLst>
              </p:cNvPr>
              <p:cNvSpPr/>
              <p:nvPr/>
            </p:nvSpPr>
            <p:spPr>
              <a:xfrm>
                <a:off x="538089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g276">
                <a:extLst>
                  <a:ext uri="{FF2B5EF4-FFF2-40B4-BE49-F238E27FC236}">
                    <a16:creationId xmlns:a16="http://schemas.microsoft.com/office/drawing/2014/main" id="{385D9284-9371-C6FF-4E0B-E56043E3F597}"/>
                  </a:ext>
                </a:extLst>
              </p:cNvPr>
              <p:cNvSpPr/>
              <p:nvPr/>
            </p:nvSpPr>
            <p:spPr>
              <a:xfrm>
                <a:off x="539252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g277">
                <a:extLst>
                  <a:ext uri="{FF2B5EF4-FFF2-40B4-BE49-F238E27FC236}">
                    <a16:creationId xmlns:a16="http://schemas.microsoft.com/office/drawing/2014/main" id="{D1FC0171-CC68-9EDB-22D3-C1D0335FE44A}"/>
                  </a:ext>
                </a:extLst>
              </p:cNvPr>
              <p:cNvSpPr/>
              <p:nvPr/>
            </p:nvSpPr>
            <p:spPr>
              <a:xfrm>
                <a:off x="540416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g278">
                <a:extLst>
                  <a:ext uri="{FF2B5EF4-FFF2-40B4-BE49-F238E27FC236}">
                    <a16:creationId xmlns:a16="http://schemas.microsoft.com/office/drawing/2014/main" id="{CF79BFB8-4E81-463B-9FAF-43FC92B42AA2}"/>
                  </a:ext>
                </a:extLst>
              </p:cNvPr>
              <p:cNvSpPr/>
              <p:nvPr/>
            </p:nvSpPr>
            <p:spPr>
              <a:xfrm>
                <a:off x="541580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g279">
                <a:extLst>
                  <a:ext uri="{FF2B5EF4-FFF2-40B4-BE49-F238E27FC236}">
                    <a16:creationId xmlns:a16="http://schemas.microsoft.com/office/drawing/2014/main" id="{12833460-4031-ADC1-019D-A555412F29B4}"/>
                  </a:ext>
                </a:extLst>
              </p:cNvPr>
              <p:cNvSpPr/>
              <p:nvPr/>
            </p:nvSpPr>
            <p:spPr>
              <a:xfrm>
                <a:off x="542744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g280">
                <a:extLst>
                  <a:ext uri="{FF2B5EF4-FFF2-40B4-BE49-F238E27FC236}">
                    <a16:creationId xmlns:a16="http://schemas.microsoft.com/office/drawing/2014/main" id="{D8A3BD67-2262-FB13-771C-D4D01B617E99}"/>
                  </a:ext>
                </a:extLst>
              </p:cNvPr>
              <p:cNvSpPr/>
              <p:nvPr/>
            </p:nvSpPr>
            <p:spPr>
              <a:xfrm>
                <a:off x="607913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g281">
                <a:extLst>
                  <a:ext uri="{FF2B5EF4-FFF2-40B4-BE49-F238E27FC236}">
                    <a16:creationId xmlns:a16="http://schemas.microsoft.com/office/drawing/2014/main" id="{54314D86-AE08-4825-C8A9-4EF476A013CB}"/>
                  </a:ext>
                </a:extLst>
              </p:cNvPr>
              <p:cNvSpPr/>
              <p:nvPr/>
            </p:nvSpPr>
            <p:spPr>
              <a:xfrm>
                <a:off x="609076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g282">
                <a:extLst>
                  <a:ext uri="{FF2B5EF4-FFF2-40B4-BE49-F238E27FC236}">
                    <a16:creationId xmlns:a16="http://schemas.microsoft.com/office/drawing/2014/main" id="{CC8E87FE-A3B6-D89C-BFC7-0D7FAAE48F48}"/>
                  </a:ext>
                </a:extLst>
              </p:cNvPr>
              <p:cNvSpPr/>
              <p:nvPr/>
            </p:nvSpPr>
            <p:spPr>
              <a:xfrm>
                <a:off x="610240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g283">
                <a:extLst>
                  <a:ext uri="{FF2B5EF4-FFF2-40B4-BE49-F238E27FC236}">
                    <a16:creationId xmlns:a16="http://schemas.microsoft.com/office/drawing/2014/main" id="{77383970-B55E-EC61-9DD4-5646690CECEF}"/>
                  </a:ext>
                </a:extLst>
              </p:cNvPr>
              <p:cNvSpPr/>
              <p:nvPr/>
            </p:nvSpPr>
            <p:spPr>
              <a:xfrm>
                <a:off x="611404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g284">
                <a:extLst>
                  <a:ext uri="{FF2B5EF4-FFF2-40B4-BE49-F238E27FC236}">
                    <a16:creationId xmlns:a16="http://schemas.microsoft.com/office/drawing/2014/main" id="{8EED4CFF-3D15-A2C9-23D2-67D0507F28FF}"/>
                  </a:ext>
                </a:extLst>
              </p:cNvPr>
              <p:cNvSpPr/>
              <p:nvPr/>
            </p:nvSpPr>
            <p:spPr>
              <a:xfrm>
                <a:off x="614895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g285">
                <a:extLst>
                  <a:ext uri="{FF2B5EF4-FFF2-40B4-BE49-F238E27FC236}">
                    <a16:creationId xmlns:a16="http://schemas.microsoft.com/office/drawing/2014/main" id="{81ED103E-13EB-10E9-02E4-20E99E081946}"/>
                  </a:ext>
                </a:extLst>
              </p:cNvPr>
              <p:cNvSpPr/>
              <p:nvPr/>
            </p:nvSpPr>
            <p:spPr>
              <a:xfrm>
                <a:off x="616059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g286">
                <a:extLst>
                  <a:ext uri="{FF2B5EF4-FFF2-40B4-BE49-F238E27FC236}">
                    <a16:creationId xmlns:a16="http://schemas.microsoft.com/office/drawing/2014/main" id="{BB8716E6-C348-9999-F604-E33FB3C8F77E}"/>
                  </a:ext>
                </a:extLst>
              </p:cNvPr>
              <p:cNvSpPr/>
              <p:nvPr/>
            </p:nvSpPr>
            <p:spPr>
              <a:xfrm>
                <a:off x="617222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g287">
                <a:extLst>
                  <a:ext uri="{FF2B5EF4-FFF2-40B4-BE49-F238E27FC236}">
                    <a16:creationId xmlns:a16="http://schemas.microsoft.com/office/drawing/2014/main" id="{726F58FA-841D-8545-AAFA-1FFD0991F26C}"/>
                  </a:ext>
                </a:extLst>
              </p:cNvPr>
              <p:cNvSpPr/>
              <p:nvPr/>
            </p:nvSpPr>
            <p:spPr>
              <a:xfrm>
                <a:off x="618386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g288">
                <a:extLst>
                  <a:ext uri="{FF2B5EF4-FFF2-40B4-BE49-F238E27FC236}">
                    <a16:creationId xmlns:a16="http://schemas.microsoft.com/office/drawing/2014/main" id="{32BA157D-6FA8-A942-9327-E55A6A10D7D0}"/>
                  </a:ext>
                </a:extLst>
              </p:cNvPr>
              <p:cNvSpPr/>
              <p:nvPr/>
            </p:nvSpPr>
            <p:spPr>
              <a:xfrm>
                <a:off x="619550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g289">
                <a:extLst>
                  <a:ext uri="{FF2B5EF4-FFF2-40B4-BE49-F238E27FC236}">
                    <a16:creationId xmlns:a16="http://schemas.microsoft.com/office/drawing/2014/main" id="{BB94E207-9C6A-E27A-B2F2-EE194E2FFDA1}"/>
                  </a:ext>
                </a:extLst>
              </p:cNvPr>
              <p:cNvSpPr/>
              <p:nvPr/>
            </p:nvSpPr>
            <p:spPr>
              <a:xfrm>
                <a:off x="620714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g290">
                <a:extLst>
                  <a:ext uri="{FF2B5EF4-FFF2-40B4-BE49-F238E27FC236}">
                    <a16:creationId xmlns:a16="http://schemas.microsoft.com/office/drawing/2014/main" id="{83E775A7-B737-CB59-DFB7-07AF10207BA2}"/>
                  </a:ext>
                </a:extLst>
              </p:cNvPr>
              <p:cNvSpPr/>
              <p:nvPr/>
            </p:nvSpPr>
            <p:spPr>
              <a:xfrm>
                <a:off x="621877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g291">
                <a:extLst>
                  <a:ext uri="{FF2B5EF4-FFF2-40B4-BE49-F238E27FC236}">
                    <a16:creationId xmlns:a16="http://schemas.microsoft.com/office/drawing/2014/main" id="{769BDE03-DE33-54ED-31DA-69A015A56B65}"/>
                  </a:ext>
                </a:extLst>
              </p:cNvPr>
              <p:cNvSpPr/>
              <p:nvPr/>
            </p:nvSpPr>
            <p:spPr>
              <a:xfrm>
                <a:off x="623041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g292">
                <a:extLst>
                  <a:ext uri="{FF2B5EF4-FFF2-40B4-BE49-F238E27FC236}">
                    <a16:creationId xmlns:a16="http://schemas.microsoft.com/office/drawing/2014/main" id="{D1D85CDA-9E5A-E4BD-8BFB-0C3FB39F08B4}"/>
                  </a:ext>
                </a:extLst>
              </p:cNvPr>
              <p:cNvSpPr/>
              <p:nvPr/>
            </p:nvSpPr>
            <p:spPr>
              <a:xfrm>
                <a:off x="624205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g293">
                <a:extLst>
                  <a:ext uri="{FF2B5EF4-FFF2-40B4-BE49-F238E27FC236}">
                    <a16:creationId xmlns:a16="http://schemas.microsoft.com/office/drawing/2014/main" id="{70F2AA53-6B9E-65E6-20A8-DA7DC7B526E8}"/>
                  </a:ext>
                </a:extLst>
              </p:cNvPr>
              <p:cNvSpPr/>
              <p:nvPr/>
            </p:nvSpPr>
            <p:spPr>
              <a:xfrm>
                <a:off x="625369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g294">
                <a:extLst>
                  <a:ext uri="{FF2B5EF4-FFF2-40B4-BE49-F238E27FC236}">
                    <a16:creationId xmlns:a16="http://schemas.microsoft.com/office/drawing/2014/main" id="{11A5AE80-6434-7A5E-E3B8-1175000EF368}"/>
                  </a:ext>
                </a:extLst>
              </p:cNvPr>
              <p:cNvSpPr/>
              <p:nvPr/>
            </p:nvSpPr>
            <p:spPr>
              <a:xfrm>
                <a:off x="626532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g295">
                <a:extLst>
                  <a:ext uri="{FF2B5EF4-FFF2-40B4-BE49-F238E27FC236}">
                    <a16:creationId xmlns:a16="http://schemas.microsoft.com/office/drawing/2014/main" id="{EC86448E-0266-F15A-0779-C4B76ADF986A}"/>
                  </a:ext>
                </a:extLst>
              </p:cNvPr>
              <p:cNvSpPr/>
              <p:nvPr/>
            </p:nvSpPr>
            <p:spPr>
              <a:xfrm>
                <a:off x="627696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g296">
                <a:extLst>
                  <a:ext uri="{FF2B5EF4-FFF2-40B4-BE49-F238E27FC236}">
                    <a16:creationId xmlns:a16="http://schemas.microsoft.com/office/drawing/2014/main" id="{1751D947-C960-7563-90B3-41E1593027BD}"/>
                  </a:ext>
                </a:extLst>
              </p:cNvPr>
              <p:cNvSpPr/>
              <p:nvPr/>
            </p:nvSpPr>
            <p:spPr>
              <a:xfrm>
                <a:off x="628860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g297">
                <a:extLst>
                  <a:ext uri="{FF2B5EF4-FFF2-40B4-BE49-F238E27FC236}">
                    <a16:creationId xmlns:a16="http://schemas.microsoft.com/office/drawing/2014/main" id="{99BE8279-9BA0-1E1F-1163-619F3EC6AEEE}"/>
                  </a:ext>
                </a:extLst>
              </p:cNvPr>
              <p:cNvSpPr/>
              <p:nvPr/>
            </p:nvSpPr>
            <p:spPr>
              <a:xfrm>
                <a:off x="630024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6">
                  <a:alpha val="100000"/>
                </a:srgbClr>
              </a:solidFill>
              <a:ln w="5420" cap="flat">
                <a:solidFill>
                  <a:srgbClr val="3A58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g298">
                <a:extLst>
                  <a:ext uri="{FF2B5EF4-FFF2-40B4-BE49-F238E27FC236}">
                    <a16:creationId xmlns:a16="http://schemas.microsoft.com/office/drawing/2014/main" id="{97E64119-1F1B-5F09-34F6-BBA5F29133D3}"/>
                  </a:ext>
                </a:extLst>
              </p:cNvPr>
              <p:cNvSpPr/>
              <p:nvPr/>
            </p:nvSpPr>
            <p:spPr>
              <a:xfrm>
                <a:off x="6311877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g299">
                <a:extLst>
                  <a:ext uri="{FF2B5EF4-FFF2-40B4-BE49-F238E27FC236}">
                    <a16:creationId xmlns:a16="http://schemas.microsoft.com/office/drawing/2014/main" id="{7C28CD2E-BF55-9C3F-D350-B1D39E5326BB}"/>
                  </a:ext>
                </a:extLst>
              </p:cNvPr>
              <p:cNvSpPr/>
              <p:nvPr/>
            </p:nvSpPr>
            <p:spPr>
              <a:xfrm>
                <a:off x="632351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g300">
                <a:extLst>
                  <a:ext uri="{FF2B5EF4-FFF2-40B4-BE49-F238E27FC236}">
                    <a16:creationId xmlns:a16="http://schemas.microsoft.com/office/drawing/2014/main" id="{6B840C61-9C03-DB63-DB89-37E94B986273}"/>
                  </a:ext>
                </a:extLst>
              </p:cNvPr>
              <p:cNvSpPr/>
              <p:nvPr/>
            </p:nvSpPr>
            <p:spPr>
              <a:xfrm>
                <a:off x="528779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g301">
                <a:extLst>
                  <a:ext uri="{FF2B5EF4-FFF2-40B4-BE49-F238E27FC236}">
                    <a16:creationId xmlns:a16="http://schemas.microsoft.com/office/drawing/2014/main" id="{1C207650-41D0-60FD-CCC0-EFEA7967AF1B}"/>
                  </a:ext>
                </a:extLst>
              </p:cNvPr>
              <p:cNvSpPr/>
              <p:nvPr/>
            </p:nvSpPr>
            <p:spPr>
              <a:xfrm>
                <a:off x="529942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g302">
                <a:extLst>
                  <a:ext uri="{FF2B5EF4-FFF2-40B4-BE49-F238E27FC236}">
                    <a16:creationId xmlns:a16="http://schemas.microsoft.com/office/drawing/2014/main" id="{5FA9FDCA-852C-E828-CF42-1B82367F54DF}"/>
                  </a:ext>
                </a:extLst>
              </p:cNvPr>
              <p:cNvSpPr/>
              <p:nvPr/>
            </p:nvSpPr>
            <p:spPr>
              <a:xfrm>
                <a:off x="531106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g303">
                <a:extLst>
                  <a:ext uri="{FF2B5EF4-FFF2-40B4-BE49-F238E27FC236}">
                    <a16:creationId xmlns:a16="http://schemas.microsoft.com/office/drawing/2014/main" id="{3D6BC82F-7F4A-D482-3262-B271B82676DB}"/>
                  </a:ext>
                </a:extLst>
              </p:cNvPr>
              <p:cNvSpPr/>
              <p:nvPr/>
            </p:nvSpPr>
            <p:spPr>
              <a:xfrm>
                <a:off x="532270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g304">
                <a:extLst>
                  <a:ext uri="{FF2B5EF4-FFF2-40B4-BE49-F238E27FC236}">
                    <a16:creationId xmlns:a16="http://schemas.microsoft.com/office/drawing/2014/main" id="{99AA0307-F8C9-50C7-BD32-3B8F814B75A1}"/>
                  </a:ext>
                </a:extLst>
              </p:cNvPr>
              <p:cNvSpPr/>
              <p:nvPr/>
            </p:nvSpPr>
            <p:spPr>
              <a:xfrm>
                <a:off x="533434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g305">
                <a:extLst>
                  <a:ext uri="{FF2B5EF4-FFF2-40B4-BE49-F238E27FC236}">
                    <a16:creationId xmlns:a16="http://schemas.microsoft.com/office/drawing/2014/main" id="{62803DB3-E47B-5617-4A00-A1C343C63500}"/>
                  </a:ext>
                </a:extLst>
              </p:cNvPr>
              <p:cNvSpPr/>
              <p:nvPr/>
            </p:nvSpPr>
            <p:spPr>
              <a:xfrm>
                <a:off x="534597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g306">
                <a:extLst>
                  <a:ext uri="{FF2B5EF4-FFF2-40B4-BE49-F238E27FC236}">
                    <a16:creationId xmlns:a16="http://schemas.microsoft.com/office/drawing/2014/main" id="{88E58E7F-CECA-8AD3-0392-2FF75BEBBD3B}"/>
                  </a:ext>
                </a:extLst>
              </p:cNvPr>
              <p:cNvSpPr/>
              <p:nvPr/>
            </p:nvSpPr>
            <p:spPr>
              <a:xfrm>
                <a:off x="535761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g307">
                <a:extLst>
                  <a:ext uri="{FF2B5EF4-FFF2-40B4-BE49-F238E27FC236}">
                    <a16:creationId xmlns:a16="http://schemas.microsoft.com/office/drawing/2014/main" id="{605B15EE-4B41-9DBE-987B-3039F0CA3620}"/>
                  </a:ext>
                </a:extLst>
              </p:cNvPr>
              <p:cNvSpPr/>
              <p:nvPr/>
            </p:nvSpPr>
            <p:spPr>
              <a:xfrm>
                <a:off x="536925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g308">
                <a:extLst>
                  <a:ext uri="{FF2B5EF4-FFF2-40B4-BE49-F238E27FC236}">
                    <a16:creationId xmlns:a16="http://schemas.microsoft.com/office/drawing/2014/main" id="{C9C16E02-F150-1796-C19D-4583A599123D}"/>
                  </a:ext>
                </a:extLst>
              </p:cNvPr>
              <p:cNvSpPr/>
              <p:nvPr/>
            </p:nvSpPr>
            <p:spPr>
              <a:xfrm>
                <a:off x="538089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g309">
                <a:extLst>
                  <a:ext uri="{FF2B5EF4-FFF2-40B4-BE49-F238E27FC236}">
                    <a16:creationId xmlns:a16="http://schemas.microsoft.com/office/drawing/2014/main" id="{7EB74051-40FE-EE98-1F01-0B5C1D36ED89}"/>
                  </a:ext>
                </a:extLst>
              </p:cNvPr>
              <p:cNvSpPr/>
              <p:nvPr/>
            </p:nvSpPr>
            <p:spPr>
              <a:xfrm>
                <a:off x="539252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g310">
                <a:extLst>
                  <a:ext uri="{FF2B5EF4-FFF2-40B4-BE49-F238E27FC236}">
                    <a16:creationId xmlns:a16="http://schemas.microsoft.com/office/drawing/2014/main" id="{2C0FE9AF-67EE-7F76-81E7-11625DA0FB81}"/>
                  </a:ext>
                </a:extLst>
              </p:cNvPr>
              <p:cNvSpPr/>
              <p:nvPr/>
            </p:nvSpPr>
            <p:spPr>
              <a:xfrm>
                <a:off x="540416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g311">
                <a:extLst>
                  <a:ext uri="{FF2B5EF4-FFF2-40B4-BE49-F238E27FC236}">
                    <a16:creationId xmlns:a16="http://schemas.microsoft.com/office/drawing/2014/main" id="{1F351461-EFE0-57FD-520C-452298716E10}"/>
                  </a:ext>
                </a:extLst>
              </p:cNvPr>
              <p:cNvSpPr/>
              <p:nvPr/>
            </p:nvSpPr>
            <p:spPr>
              <a:xfrm>
                <a:off x="541580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g312">
                <a:extLst>
                  <a:ext uri="{FF2B5EF4-FFF2-40B4-BE49-F238E27FC236}">
                    <a16:creationId xmlns:a16="http://schemas.microsoft.com/office/drawing/2014/main" id="{A3AAB947-8540-6E5F-45A8-CB6D21613CDE}"/>
                  </a:ext>
                </a:extLst>
              </p:cNvPr>
              <p:cNvSpPr/>
              <p:nvPr/>
            </p:nvSpPr>
            <p:spPr>
              <a:xfrm>
                <a:off x="606749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g313">
                <a:extLst>
                  <a:ext uri="{FF2B5EF4-FFF2-40B4-BE49-F238E27FC236}">
                    <a16:creationId xmlns:a16="http://schemas.microsoft.com/office/drawing/2014/main" id="{E1E87EBB-7826-33B8-12B0-18CDFECD977D}"/>
                  </a:ext>
                </a:extLst>
              </p:cNvPr>
              <p:cNvSpPr/>
              <p:nvPr/>
            </p:nvSpPr>
            <p:spPr>
              <a:xfrm>
                <a:off x="607913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g314">
                <a:extLst>
                  <a:ext uri="{FF2B5EF4-FFF2-40B4-BE49-F238E27FC236}">
                    <a16:creationId xmlns:a16="http://schemas.microsoft.com/office/drawing/2014/main" id="{846B6B61-B00F-1C4A-F9D4-379B7E4E9A72}"/>
                  </a:ext>
                </a:extLst>
              </p:cNvPr>
              <p:cNvSpPr/>
              <p:nvPr/>
            </p:nvSpPr>
            <p:spPr>
              <a:xfrm>
                <a:off x="609076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g315">
                <a:extLst>
                  <a:ext uri="{FF2B5EF4-FFF2-40B4-BE49-F238E27FC236}">
                    <a16:creationId xmlns:a16="http://schemas.microsoft.com/office/drawing/2014/main" id="{31296C4C-CC15-EBBD-BB9B-6A2386E7C9EB}"/>
                  </a:ext>
                </a:extLst>
              </p:cNvPr>
              <p:cNvSpPr/>
              <p:nvPr/>
            </p:nvSpPr>
            <p:spPr>
              <a:xfrm>
                <a:off x="610240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g316">
                <a:extLst>
                  <a:ext uri="{FF2B5EF4-FFF2-40B4-BE49-F238E27FC236}">
                    <a16:creationId xmlns:a16="http://schemas.microsoft.com/office/drawing/2014/main" id="{4D1DDB23-8AAA-3DE2-0BB5-B9FBBCBF09D0}"/>
                  </a:ext>
                </a:extLst>
              </p:cNvPr>
              <p:cNvSpPr/>
              <p:nvPr/>
            </p:nvSpPr>
            <p:spPr>
              <a:xfrm>
                <a:off x="611404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g317">
                <a:extLst>
                  <a:ext uri="{FF2B5EF4-FFF2-40B4-BE49-F238E27FC236}">
                    <a16:creationId xmlns:a16="http://schemas.microsoft.com/office/drawing/2014/main" id="{5764205A-5526-64DE-8071-32771A9F6C07}"/>
                  </a:ext>
                </a:extLst>
              </p:cNvPr>
              <p:cNvSpPr/>
              <p:nvPr/>
            </p:nvSpPr>
            <p:spPr>
              <a:xfrm>
                <a:off x="612568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g318">
                <a:extLst>
                  <a:ext uri="{FF2B5EF4-FFF2-40B4-BE49-F238E27FC236}">
                    <a16:creationId xmlns:a16="http://schemas.microsoft.com/office/drawing/2014/main" id="{FD1C31A9-92C5-087B-2FC5-2DFE7B74F839}"/>
                  </a:ext>
                </a:extLst>
              </p:cNvPr>
              <p:cNvSpPr/>
              <p:nvPr/>
            </p:nvSpPr>
            <p:spPr>
              <a:xfrm>
                <a:off x="613731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g319">
                <a:extLst>
                  <a:ext uri="{FF2B5EF4-FFF2-40B4-BE49-F238E27FC236}">
                    <a16:creationId xmlns:a16="http://schemas.microsoft.com/office/drawing/2014/main" id="{C02492F0-C2B2-E862-D4F7-8CF825622F8A}"/>
                  </a:ext>
                </a:extLst>
              </p:cNvPr>
              <p:cNvSpPr/>
              <p:nvPr/>
            </p:nvSpPr>
            <p:spPr>
              <a:xfrm>
                <a:off x="614895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g320">
                <a:extLst>
                  <a:ext uri="{FF2B5EF4-FFF2-40B4-BE49-F238E27FC236}">
                    <a16:creationId xmlns:a16="http://schemas.microsoft.com/office/drawing/2014/main" id="{9619DFDE-3D77-3073-2378-C1BC0734F962}"/>
                  </a:ext>
                </a:extLst>
              </p:cNvPr>
              <p:cNvSpPr/>
              <p:nvPr/>
            </p:nvSpPr>
            <p:spPr>
              <a:xfrm>
                <a:off x="616059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g321">
                <a:extLst>
                  <a:ext uri="{FF2B5EF4-FFF2-40B4-BE49-F238E27FC236}">
                    <a16:creationId xmlns:a16="http://schemas.microsoft.com/office/drawing/2014/main" id="{0B21C0B6-F814-2A1A-C9EA-F0FC43126DCC}"/>
                  </a:ext>
                </a:extLst>
              </p:cNvPr>
              <p:cNvSpPr/>
              <p:nvPr/>
            </p:nvSpPr>
            <p:spPr>
              <a:xfrm>
                <a:off x="617222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g322">
                <a:extLst>
                  <a:ext uri="{FF2B5EF4-FFF2-40B4-BE49-F238E27FC236}">
                    <a16:creationId xmlns:a16="http://schemas.microsoft.com/office/drawing/2014/main" id="{2266602B-61DD-71C1-7070-3C33A453D6B4}"/>
                  </a:ext>
                </a:extLst>
              </p:cNvPr>
              <p:cNvSpPr/>
              <p:nvPr/>
            </p:nvSpPr>
            <p:spPr>
              <a:xfrm>
                <a:off x="618386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g323">
                <a:extLst>
                  <a:ext uri="{FF2B5EF4-FFF2-40B4-BE49-F238E27FC236}">
                    <a16:creationId xmlns:a16="http://schemas.microsoft.com/office/drawing/2014/main" id="{DE29576A-7C6B-8087-AB86-B66CBBE5A673}"/>
                  </a:ext>
                </a:extLst>
              </p:cNvPr>
              <p:cNvSpPr/>
              <p:nvPr/>
            </p:nvSpPr>
            <p:spPr>
              <a:xfrm>
                <a:off x="619550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g324">
                <a:extLst>
                  <a:ext uri="{FF2B5EF4-FFF2-40B4-BE49-F238E27FC236}">
                    <a16:creationId xmlns:a16="http://schemas.microsoft.com/office/drawing/2014/main" id="{FEEC538C-EE34-1F5F-E179-8899B333475D}"/>
                  </a:ext>
                </a:extLst>
              </p:cNvPr>
              <p:cNvSpPr/>
              <p:nvPr/>
            </p:nvSpPr>
            <p:spPr>
              <a:xfrm>
                <a:off x="620714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g325">
                <a:extLst>
                  <a:ext uri="{FF2B5EF4-FFF2-40B4-BE49-F238E27FC236}">
                    <a16:creationId xmlns:a16="http://schemas.microsoft.com/office/drawing/2014/main" id="{101B227B-E70F-AFB0-85B5-751483DC1A9C}"/>
                  </a:ext>
                </a:extLst>
              </p:cNvPr>
              <p:cNvSpPr/>
              <p:nvPr/>
            </p:nvSpPr>
            <p:spPr>
              <a:xfrm>
                <a:off x="621877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g326">
                <a:extLst>
                  <a:ext uri="{FF2B5EF4-FFF2-40B4-BE49-F238E27FC236}">
                    <a16:creationId xmlns:a16="http://schemas.microsoft.com/office/drawing/2014/main" id="{E5797F7F-89A1-C042-4F42-0374AD6029CD}"/>
                  </a:ext>
                </a:extLst>
              </p:cNvPr>
              <p:cNvSpPr/>
              <p:nvPr/>
            </p:nvSpPr>
            <p:spPr>
              <a:xfrm>
                <a:off x="623041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g327">
                <a:extLst>
                  <a:ext uri="{FF2B5EF4-FFF2-40B4-BE49-F238E27FC236}">
                    <a16:creationId xmlns:a16="http://schemas.microsoft.com/office/drawing/2014/main" id="{35F0107F-6954-9ACA-7738-F529B3AD8AF4}"/>
                  </a:ext>
                </a:extLst>
              </p:cNvPr>
              <p:cNvSpPr/>
              <p:nvPr/>
            </p:nvSpPr>
            <p:spPr>
              <a:xfrm>
                <a:off x="624205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g328">
                <a:extLst>
                  <a:ext uri="{FF2B5EF4-FFF2-40B4-BE49-F238E27FC236}">
                    <a16:creationId xmlns:a16="http://schemas.microsoft.com/office/drawing/2014/main" id="{010754DB-4920-6D7F-5EA5-AD2F7489E07A}"/>
                  </a:ext>
                </a:extLst>
              </p:cNvPr>
              <p:cNvSpPr/>
              <p:nvPr/>
            </p:nvSpPr>
            <p:spPr>
              <a:xfrm>
                <a:off x="625369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g329">
                <a:extLst>
                  <a:ext uri="{FF2B5EF4-FFF2-40B4-BE49-F238E27FC236}">
                    <a16:creationId xmlns:a16="http://schemas.microsoft.com/office/drawing/2014/main" id="{8FEAF277-39B1-5265-B5BE-4B48DCBF7945}"/>
                  </a:ext>
                </a:extLst>
              </p:cNvPr>
              <p:cNvSpPr/>
              <p:nvPr/>
            </p:nvSpPr>
            <p:spPr>
              <a:xfrm>
                <a:off x="626532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g330">
                <a:extLst>
                  <a:ext uri="{FF2B5EF4-FFF2-40B4-BE49-F238E27FC236}">
                    <a16:creationId xmlns:a16="http://schemas.microsoft.com/office/drawing/2014/main" id="{57759ADC-0D27-7797-2365-7B2F3A625DFD}"/>
                  </a:ext>
                </a:extLst>
              </p:cNvPr>
              <p:cNvSpPr/>
              <p:nvPr/>
            </p:nvSpPr>
            <p:spPr>
              <a:xfrm>
                <a:off x="627696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g331">
                <a:extLst>
                  <a:ext uri="{FF2B5EF4-FFF2-40B4-BE49-F238E27FC236}">
                    <a16:creationId xmlns:a16="http://schemas.microsoft.com/office/drawing/2014/main" id="{9909BCE1-E34E-7B8C-BAB8-9A1A499737D2}"/>
                  </a:ext>
                </a:extLst>
              </p:cNvPr>
              <p:cNvSpPr/>
              <p:nvPr/>
            </p:nvSpPr>
            <p:spPr>
              <a:xfrm>
                <a:off x="628860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g332">
                <a:extLst>
                  <a:ext uri="{FF2B5EF4-FFF2-40B4-BE49-F238E27FC236}">
                    <a16:creationId xmlns:a16="http://schemas.microsoft.com/office/drawing/2014/main" id="{E3E0031D-49FE-3A2B-27E2-7827524159D6}"/>
                  </a:ext>
                </a:extLst>
              </p:cNvPr>
              <p:cNvSpPr/>
              <p:nvPr/>
            </p:nvSpPr>
            <p:spPr>
              <a:xfrm>
                <a:off x="630024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g333">
                <a:extLst>
                  <a:ext uri="{FF2B5EF4-FFF2-40B4-BE49-F238E27FC236}">
                    <a16:creationId xmlns:a16="http://schemas.microsoft.com/office/drawing/2014/main" id="{C84D6036-065D-5563-C7CD-E58AE71F7B12}"/>
                  </a:ext>
                </a:extLst>
              </p:cNvPr>
              <p:cNvSpPr/>
              <p:nvPr/>
            </p:nvSpPr>
            <p:spPr>
              <a:xfrm>
                <a:off x="631187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g334">
                <a:extLst>
                  <a:ext uri="{FF2B5EF4-FFF2-40B4-BE49-F238E27FC236}">
                    <a16:creationId xmlns:a16="http://schemas.microsoft.com/office/drawing/2014/main" id="{DC114765-0DD3-F76C-D0CE-6D8A55C372E1}"/>
                  </a:ext>
                </a:extLst>
              </p:cNvPr>
              <p:cNvSpPr/>
              <p:nvPr/>
            </p:nvSpPr>
            <p:spPr>
              <a:xfrm>
                <a:off x="632351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g335">
                <a:extLst>
                  <a:ext uri="{FF2B5EF4-FFF2-40B4-BE49-F238E27FC236}">
                    <a16:creationId xmlns:a16="http://schemas.microsoft.com/office/drawing/2014/main" id="{02809759-8E99-299E-4D35-C9E33E6DBD40}"/>
                  </a:ext>
                </a:extLst>
              </p:cNvPr>
              <p:cNvSpPr/>
              <p:nvPr/>
            </p:nvSpPr>
            <p:spPr>
              <a:xfrm>
                <a:off x="526451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g336">
                <a:extLst>
                  <a:ext uri="{FF2B5EF4-FFF2-40B4-BE49-F238E27FC236}">
                    <a16:creationId xmlns:a16="http://schemas.microsoft.com/office/drawing/2014/main" id="{11D770FC-D793-8D3C-7F53-B12DB1A14D83}"/>
                  </a:ext>
                </a:extLst>
              </p:cNvPr>
              <p:cNvSpPr/>
              <p:nvPr/>
            </p:nvSpPr>
            <p:spPr>
              <a:xfrm>
                <a:off x="527615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g337">
                <a:extLst>
                  <a:ext uri="{FF2B5EF4-FFF2-40B4-BE49-F238E27FC236}">
                    <a16:creationId xmlns:a16="http://schemas.microsoft.com/office/drawing/2014/main" id="{761ECEC7-498C-47ED-5031-8B6784E2D845}"/>
                  </a:ext>
                </a:extLst>
              </p:cNvPr>
              <p:cNvSpPr/>
              <p:nvPr/>
            </p:nvSpPr>
            <p:spPr>
              <a:xfrm>
                <a:off x="528779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g338">
                <a:extLst>
                  <a:ext uri="{FF2B5EF4-FFF2-40B4-BE49-F238E27FC236}">
                    <a16:creationId xmlns:a16="http://schemas.microsoft.com/office/drawing/2014/main" id="{539E8FB4-12B9-C813-DF4F-25330C2AAC8F}"/>
                  </a:ext>
                </a:extLst>
              </p:cNvPr>
              <p:cNvSpPr/>
              <p:nvPr/>
            </p:nvSpPr>
            <p:spPr>
              <a:xfrm>
                <a:off x="529942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g339">
                <a:extLst>
                  <a:ext uri="{FF2B5EF4-FFF2-40B4-BE49-F238E27FC236}">
                    <a16:creationId xmlns:a16="http://schemas.microsoft.com/office/drawing/2014/main" id="{3DE4316F-24EC-1EE1-DE54-12DBB5EDFB05}"/>
                  </a:ext>
                </a:extLst>
              </p:cNvPr>
              <p:cNvSpPr/>
              <p:nvPr/>
            </p:nvSpPr>
            <p:spPr>
              <a:xfrm>
                <a:off x="531106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g340">
                <a:extLst>
                  <a:ext uri="{FF2B5EF4-FFF2-40B4-BE49-F238E27FC236}">
                    <a16:creationId xmlns:a16="http://schemas.microsoft.com/office/drawing/2014/main" id="{8A4925B7-7FED-BF2C-97FA-0EAC053DBB01}"/>
                  </a:ext>
                </a:extLst>
              </p:cNvPr>
              <p:cNvSpPr/>
              <p:nvPr/>
            </p:nvSpPr>
            <p:spPr>
              <a:xfrm>
                <a:off x="532270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g341">
                <a:extLst>
                  <a:ext uri="{FF2B5EF4-FFF2-40B4-BE49-F238E27FC236}">
                    <a16:creationId xmlns:a16="http://schemas.microsoft.com/office/drawing/2014/main" id="{C2C94809-CEE1-4B51-40C2-61174AAB821C}"/>
                  </a:ext>
                </a:extLst>
              </p:cNvPr>
              <p:cNvSpPr/>
              <p:nvPr/>
            </p:nvSpPr>
            <p:spPr>
              <a:xfrm>
                <a:off x="533434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g342">
                <a:extLst>
                  <a:ext uri="{FF2B5EF4-FFF2-40B4-BE49-F238E27FC236}">
                    <a16:creationId xmlns:a16="http://schemas.microsoft.com/office/drawing/2014/main" id="{FC416BEC-2098-12AD-66B0-CB84E455BA48}"/>
                  </a:ext>
                </a:extLst>
              </p:cNvPr>
              <p:cNvSpPr/>
              <p:nvPr/>
            </p:nvSpPr>
            <p:spPr>
              <a:xfrm>
                <a:off x="534597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g343">
                <a:extLst>
                  <a:ext uri="{FF2B5EF4-FFF2-40B4-BE49-F238E27FC236}">
                    <a16:creationId xmlns:a16="http://schemas.microsoft.com/office/drawing/2014/main" id="{0FECC84B-67AC-F475-15FD-B0A5A06944D2}"/>
                  </a:ext>
                </a:extLst>
              </p:cNvPr>
              <p:cNvSpPr/>
              <p:nvPr/>
            </p:nvSpPr>
            <p:spPr>
              <a:xfrm>
                <a:off x="535761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g344">
                <a:extLst>
                  <a:ext uri="{FF2B5EF4-FFF2-40B4-BE49-F238E27FC236}">
                    <a16:creationId xmlns:a16="http://schemas.microsoft.com/office/drawing/2014/main" id="{82830254-2AFD-9CA0-40E5-17E9D3657E34}"/>
                  </a:ext>
                </a:extLst>
              </p:cNvPr>
              <p:cNvSpPr/>
              <p:nvPr/>
            </p:nvSpPr>
            <p:spPr>
              <a:xfrm>
                <a:off x="536925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g345">
                <a:extLst>
                  <a:ext uri="{FF2B5EF4-FFF2-40B4-BE49-F238E27FC236}">
                    <a16:creationId xmlns:a16="http://schemas.microsoft.com/office/drawing/2014/main" id="{E5DFEADA-F8ED-F0B1-63B2-BF948D8E1D6C}"/>
                  </a:ext>
                </a:extLst>
              </p:cNvPr>
              <p:cNvSpPr/>
              <p:nvPr/>
            </p:nvSpPr>
            <p:spPr>
              <a:xfrm>
                <a:off x="538089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g346">
                <a:extLst>
                  <a:ext uri="{FF2B5EF4-FFF2-40B4-BE49-F238E27FC236}">
                    <a16:creationId xmlns:a16="http://schemas.microsoft.com/office/drawing/2014/main" id="{B8FCBF08-F1DA-F7CA-BEFB-6FEFC1CB2CB5}"/>
                  </a:ext>
                </a:extLst>
              </p:cNvPr>
              <p:cNvSpPr/>
              <p:nvPr/>
            </p:nvSpPr>
            <p:spPr>
              <a:xfrm>
                <a:off x="606749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g347">
                <a:extLst>
                  <a:ext uri="{FF2B5EF4-FFF2-40B4-BE49-F238E27FC236}">
                    <a16:creationId xmlns:a16="http://schemas.microsoft.com/office/drawing/2014/main" id="{A6EC33B6-5CDA-BFD4-8552-C9F892D37129}"/>
                  </a:ext>
                </a:extLst>
              </p:cNvPr>
              <p:cNvSpPr/>
              <p:nvPr/>
            </p:nvSpPr>
            <p:spPr>
              <a:xfrm>
                <a:off x="607913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g348">
                <a:extLst>
                  <a:ext uri="{FF2B5EF4-FFF2-40B4-BE49-F238E27FC236}">
                    <a16:creationId xmlns:a16="http://schemas.microsoft.com/office/drawing/2014/main" id="{49F5FC3E-9B25-9C3E-D1A0-8EDBB783AF69}"/>
                  </a:ext>
                </a:extLst>
              </p:cNvPr>
              <p:cNvSpPr/>
              <p:nvPr/>
            </p:nvSpPr>
            <p:spPr>
              <a:xfrm>
                <a:off x="609076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g349">
                <a:extLst>
                  <a:ext uri="{FF2B5EF4-FFF2-40B4-BE49-F238E27FC236}">
                    <a16:creationId xmlns:a16="http://schemas.microsoft.com/office/drawing/2014/main" id="{F129162B-DA2A-E28C-5CC4-A59A7E481F6B}"/>
                  </a:ext>
                </a:extLst>
              </p:cNvPr>
              <p:cNvSpPr/>
              <p:nvPr/>
            </p:nvSpPr>
            <p:spPr>
              <a:xfrm>
                <a:off x="610240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E">
                  <a:alpha val="100000"/>
                </a:srgbClr>
              </a:solidFill>
              <a:ln w="5420" cap="flat">
                <a:solidFill>
                  <a:srgbClr val="3B54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g350">
                <a:extLst>
                  <a:ext uri="{FF2B5EF4-FFF2-40B4-BE49-F238E27FC236}">
                    <a16:creationId xmlns:a16="http://schemas.microsoft.com/office/drawing/2014/main" id="{D84BD9AA-CE0D-038D-80DC-E572FFDE173B}"/>
                  </a:ext>
                </a:extLst>
              </p:cNvPr>
              <p:cNvSpPr/>
              <p:nvPr/>
            </p:nvSpPr>
            <p:spPr>
              <a:xfrm>
                <a:off x="611404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g351">
                <a:extLst>
                  <a:ext uri="{FF2B5EF4-FFF2-40B4-BE49-F238E27FC236}">
                    <a16:creationId xmlns:a16="http://schemas.microsoft.com/office/drawing/2014/main" id="{29E464CA-CC01-529B-1519-6EAAA37A8E65}"/>
                  </a:ext>
                </a:extLst>
              </p:cNvPr>
              <p:cNvSpPr/>
              <p:nvPr/>
            </p:nvSpPr>
            <p:spPr>
              <a:xfrm>
                <a:off x="612568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g352">
                <a:extLst>
                  <a:ext uri="{FF2B5EF4-FFF2-40B4-BE49-F238E27FC236}">
                    <a16:creationId xmlns:a16="http://schemas.microsoft.com/office/drawing/2014/main" id="{D18EF361-6BDC-8123-F902-4943067007C8}"/>
                  </a:ext>
                </a:extLst>
              </p:cNvPr>
              <p:cNvSpPr/>
              <p:nvPr/>
            </p:nvSpPr>
            <p:spPr>
              <a:xfrm>
                <a:off x="613731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g353">
                <a:extLst>
                  <a:ext uri="{FF2B5EF4-FFF2-40B4-BE49-F238E27FC236}">
                    <a16:creationId xmlns:a16="http://schemas.microsoft.com/office/drawing/2014/main" id="{DA35D5A1-8B20-3654-D051-6EC0AF3C9D7D}"/>
                  </a:ext>
                </a:extLst>
              </p:cNvPr>
              <p:cNvSpPr/>
              <p:nvPr/>
            </p:nvSpPr>
            <p:spPr>
              <a:xfrm>
                <a:off x="614895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g354">
                <a:extLst>
                  <a:ext uri="{FF2B5EF4-FFF2-40B4-BE49-F238E27FC236}">
                    <a16:creationId xmlns:a16="http://schemas.microsoft.com/office/drawing/2014/main" id="{FDE11000-A78D-BDA7-20A5-8976D047E914}"/>
                  </a:ext>
                </a:extLst>
              </p:cNvPr>
              <p:cNvSpPr/>
              <p:nvPr/>
            </p:nvSpPr>
            <p:spPr>
              <a:xfrm>
                <a:off x="616059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g355">
                <a:extLst>
                  <a:ext uri="{FF2B5EF4-FFF2-40B4-BE49-F238E27FC236}">
                    <a16:creationId xmlns:a16="http://schemas.microsoft.com/office/drawing/2014/main" id="{ADD0A86C-C244-2B42-F595-5A5F35DAEBA0}"/>
                  </a:ext>
                </a:extLst>
              </p:cNvPr>
              <p:cNvSpPr/>
              <p:nvPr/>
            </p:nvSpPr>
            <p:spPr>
              <a:xfrm>
                <a:off x="617222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g356">
                <a:extLst>
                  <a:ext uri="{FF2B5EF4-FFF2-40B4-BE49-F238E27FC236}">
                    <a16:creationId xmlns:a16="http://schemas.microsoft.com/office/drawing/2014/main" id="{F246FDE7-F46D-2B43-D2D8-647FCA72921E}"/>
                  </a:ext>
                </a:extLst>
              </p:cNvPr>
              <p:cNvSpPr/>
              <p:nvPr/>
            </p:nvSpPr>
            <p:spPr>
              <a:xfrm>
                <a:off x="618386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g357">
                <a:extLst>
                  <a:ext uri="{FF2B5EF4-FFF2-40B4-BE49-F238E27FC236}">
                    <a16:creationId xmlns:a16="http://schemas.microsoft.com/office/drawing/2014/main" id="{4DFC84B9-97A3-37BA-3A69-739F624071E1}"/>
                  </a:ext>
                </a:extLst>
              </p:cNvPr>
              <p:cNvSpPr/>
              <p:nvPr/>
            </p:nvSpPr>
            <p:spPr>
              <a:xfrm>
                <a:off x="619550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g358">
                <a:extLst>
                  <a:ext uri="{FF2B5EF4-FFF2-40B4-BE49-F238E27FC236}">
                    <a16:creationId xmlns:a16="http://schemas.microsoft.com/office/drawing/2014/main" id="{4CC06A97-4327-3F2D-8F45-2B4E1940504A}"/>
                  </a:ext>
                </a:extLst>
              </p:cNvPr>
              <p:cNvSpPr/>
              <p:nvPr/>
            </p:nvSpPr>
            <p:spPr>
              <a:xfrm>
                <a:off x="620714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g359">
                <a:extLst>
                  <a:ext uri="{FF2B5EF4-FFF2-40B4-BE49-F238E27FC236}">
                    <a16:creationId xmlns:a16="http://schemas.microsoft.com/office/drawing/2014/main" id="{7DE6129B-02AD-94A1-6821-43597D219155}"/>
                  </a:ext>
                </a:extLst>
              </p:cNvPr>
              <p:cNvSpPr/>
              <p:nvPr/>
            </p:nvSpPr>
            <p:spPr>
              <a:xfrm>
                <a:off x="621877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g360">
                <a:extLst>
                  <a:ext uri="{FF2B5EF4-FFF2-40B4-BE49-F238E27FC236}">
                    <a16:creationId xmlns:a16="http://schemas.microsoft.com/office/drawing/2014/main" id="{79C552BA-1371-7336-82BF-2D851BB11A8D}"/>
                  </a:ext>
                </a:extLst>
              </p:cNvPr>
              <p:cNvSpPr/>
              <p:nvPr/>
            </p:nvSpPr>
            <p:spPr>
              <a:xfrm>
                <a:off x="623041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g361">
                <a:extLst>
                  <a:ext uri="{FF2B5EF4-FFF2-40B4-BE49-F238E27FC236}">
                    <a16:creationId xmlns:a16="http://schemas.microsoft.com/office/drawing/2014/main" id="{93543DBB-5A64-BDA8-4D0A-644829400FAD}"/>
                  </a:ext>
                </a:extLst>
              </p:cNvPr>
              <p:cNvSpPr/>
              <p:nvPr/>
            </p:nvSpPr>
            <p:spPr>
              <a:xfrm>
                <a:off x="624205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g362">
                <a:extLst>
                  <a:ext uri="{FF2B5EF4-FFF2-40B4-BE49-F238E27FC236}">
                    <a16:creationId xmlns:a16="http://schemas.microsoft.com/office/drawing/2014/main" id="{3E4749B1-EF67-FF69-8C4F-88CA40E3F774}"/>
                  </a:ext>
                </a:extLst>
              </p:cNvPr>
              <p:cNvSpPr/>
              <p:nvPr/>
            </p:nvSpPr>
            <p:spPr>
              <a:xfrm>
                <a:off x="625369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g363">
                <a:extLst>
                  <a:ext uri="{FF2B5EF4-FFF2-40B4-BE49-F238E27FC236}">
                    <a16:creationId xmlns:a16="http://schemas.microsoft.com/office/drawing/2014/main" id="{C7837D3F-91E1-7A8E-0516-20CD33FF1DAB}"/>
                  </a:ext>
                </a:extLst>
              </p:cNvPr>
              <p:cNvSpPr/>
              <p:nvPr/>
            </p:nvSpPr>
            <p:spPr>
              <a:xfrm>
                <a:off x="626532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g364">
                <a:extLst>
                  <a:ext uri="{FF2B5EF4-FFF2-40B4-BE49-F238E27FC236}">
                    <a16:creationId xmlns:a16="http://schemas.microsoft.com/office/drawing/2014/main" id="{865B9700-9AB0-663E-CC75-84A3ABBE7392}"/>
                  </a:ext>
                </a:extLst>
              </p:cNvPr>
              <p:cNvSpPr/>
              <p:nvPr/>
            </p:nvSpPr>
            <p:spPr>
              <a:xfrm>
                <a:off x="627696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g365">
                <a:extLst>
                  <a:ext uri="{FF2B5EF4-FFF2-40B4-BE49-F238E27FC236}">
                    <a16:creationId xmlns:a16="http://schemas.microsoft.com/office/drawing/2014/main" id="{5E02C40F-1626-EBAC-A340-AC61B4802B81}"/>
                  </a:ext>
                </a:extLst>
              </p:cNvPr>
              <p:cNvSpPr/>
              <p:nvPr/>
            </p:nvSpPr>
            <p:spPr>
              <a:xfrm>
                <a:off x="628860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g366">
                <a:extLst>
                  <a:ext uri="{FF2B5EF4-FFF2-40B4-BE49-F238E27FC236}">
                    <a16:creationId xmlns:a16="http://schemas.microsoft.com/office/drawing/2014/main" id="{C0984A34-DEEE-0754-BD86-4EAD46A0588D}"/>
                  </a:ext>
                </a:extLst>
              </p:cNvPr>
              <p:cNvSpPr/>
              <p:nvPr/>
            </p:nvSpPr>
            <p:spPr>
              <a:xfrm>
                <a:off x="630024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g367">
                <a:extLst>
                  <a:ext uri="{FF2B5EF4-FFF2-40B4-BE49-F238E27FC236}">
                    <a16:creationId xmlns:a16="http://schemas.microsoft.com/office/drawing/2014/main" id="{F1CF5FCD-3FBE-AEEE-921B-48FA3F3D99F2}"/>
                  </a:ext>
                </a:extLst>
              </p:cNvPr>
              <p:cNvSpPr/>
              <p:nvPr/>
            </p:nvSpPr>
            <p:spPr>
              <a:xfrm>
                <a:off x="631187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g368">
                <a:extLst>
                  <a:ext uri="{FF2B5EF4-FFF2-40B4-BE49-F238E27FC236}">
                    <a16:creationId xmlns:a16="http://schemas.microsoft.com/office/drawing/2014/main" id="{1F7B073D-6D72-BAC1-9475-94FE75A5AE5D}"/>
                  </a:ext>
                </a:extLst>
              </p:cNvPr>
              <p:cNvSpPr/>
              <p:nvPr/>
            </p:nvSpPr>
            <p:spPr>
              <a:xfrm>
                <a:off x="632351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g369">
                <a:extLst>
                  <a:ext uri="{FF2B5EF4-FFF2-40B4-BE49-F238E27FC236}">
                    <a16:creationId xmlns:a16="http://schemas.microsoft.com/office/drawing/2014/main" id="{68E83516-DBB9-F3C4-ED64-73FB5B6B40D1}"/>
                  </a:ext>
                </a:extLst>
              </p:cNvPr>
              <p:cNvSpPr/>
              <p:nvPr/>
            </p:nvSpPr>
            <p:spPr>
              <a:xfrm>
                <a:off x="526451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g370">
                <a:extLst>
                  <a:ext uri="{FF2B5EF4-FFF2-40B4-BE49-F238E27FC236}">
                    <a16:creationId xmlns:a16="http://schemas.microsoft.com/office/drawing/2014/main" id="{3D1DC868-35C6-5FE8-CC1A-55B5A645E41F}"/>
                  </a:ext>
                </a:extLst>
              </p:cNvPr>
              <p:cNvSpPr/>
              <p:nvPr/>
            </p:nvSpPr>
            <p:spPr>
              <a:xfrm>
                <a:off x="527615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g371">
                <a:extLst>
                  <a:ext uri="{FF2B5EF4-FFF2-40B4-BE49-F238E27FC236}">
                    <a16:creationId xmlns:a16="http://schemas.microsoft.com/office/drawing/2014/main" id="{2AF42F42-5920-7053-A594-D977630EBF61}"/>
                  </a:ext>
                </a:extLst>
              </p:cNvPr>
              <p:cNvSpPr/>
              <p:nvPr/>
            </p:nvSpPr>
            <p:spPr>
              <a:xfrm>
                <a:off x="528779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g372">
                <a:extLst>
                  <a:ext uri="{FF2B5EF4-FFF2-40B4-BE49-F238E27FC236}">
                    <a16:creationId xmlns:a16="http://schemas.microsoft.com/office/drawing/2014/main" id="{259D26CB-0B27-4DD4-8433-483783033376}"/>
                  </a:ext>
                </a:extLst>
              </p:cNvPr>
              <p:cNvSpPr/>
              <p:nvPr/>
            </p:nvSpPr>
            <p:spPr>
              <a:xfrm>
                <a:off x="529942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g373">
                <a:extLst>
                  <a:ext uri="{FF2B5EF4-FFF2-40B4-BE49-F238E27FC236}">
                    <a16:creationId xmlns:a16="http://schemas.microsoft.com/office/drawing/2014/main" id="{1C7DFCA3-4819-16B4-D3CF-CA213897F65A}"/>
                  </a:ext>
                </a:extLst>
              </p:cNvPr>
              <p:cNvSpPr/>
              <p:nvPr/>
            </p:nvSpPr>
            <p:spPr>
              <a:xfrm>
                <a:off x="531106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g374">
                <a:extLst>
                  <a:ext uri="{FF2B5EF4-FFF2-40B4-BE49-F238E27FC236}">
                    <a16:creationId xmlns:a16="http://schemas.microsoft.com/office/drawing/2014/main" id="{269BD1D2-0D9F-AD95-FE60-168E6AA9EF34}"/>
                  </a:ext>
                </a:extLst>
              </p:cNvPr>
              <p:cNvSpPr/>
              <p:nvPr/>
            </p:nvSpPr>
            <p:spPr>
              <a:xfrm>
                <a:off x="532270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g375">
                <a:extLst>
                  <a:ext uri="{FF2B5EF4-FFF2-40B4-BE49-F238E27FC236}">
                    <a16:creationId xmlns:a16="http://schemas.microsoft.com/office/drawing/2014/main" id="{6E5F5832-985D-0827-F32E-96D195A77A42}"/>
                  </a:ext>
                </a:extLst>
              </p:cNvPr>
              <p:cNvSpPr/>
              <p:nvPr/>
            </p:nvSpPr>
            <p:spPr>
              <a:xfrm>
                <a:off x="5334341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g376">
                <a:extLst>
                  <a:ext uri="{FF2B5EF4-FFF2-40B4-BE49-F238E27FC236}">
                    <a16:creationId xmlns:a16="http://schemas.microsoft.com/office/drawing/2014/main" id="{410DA9D3-AFDA-25B9-0E47-900371B33907}"/>
                  </a:ext>
                </a:extLst>
              </p:cNvPr>
              <p:cNvSpPr/>
              <p:nvPr/>
            </p:nvSpPr>
            <p:spPr>
              <a:xfrm>
                <a:off x="534597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g377">
                <a:extLst>
                  <a:ext uri="{FF2B5EF4-FFF2-40B4-BE49-F238E27FC236}">
                    <a16:creationId xmlns:a16="http://schemas.microsoft.com/office/drawing/2014/main" id="{8EA8FD38-B451-CA97-F6BF-1A70FAA58174}"/>
                  </a:ext>
                </a:extLst>
              </p:cNvPr>
              <p:cNvSpPr/>
              <p:nvPr/>
            </p:nvSpPr>
            <p:spPr>
              <a:xfrm>
                <a:off x="535761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g378">
                <a:extLst>
                  <a:ext uri="{FF2B5EF4-FFF2-40B4-BE49-F238E27FC236}">
                    <a16:creationId xmlns:a16="http://schemas.microsoft.com/office/drawing/2014/main" id="{621C7EF9-4ACD-4AF8-C5AB-3BD373F950A9}"/>
                  </a:ext>
                </a:extLst>
              </p:cNvPr>
              <p:cNvSpPr/>
              <p:nvPr/>
            </p:nvSpPr>
            <p:spPr>
              <a:xfrm>
                <a:off x="6067493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g379">
                <a:extLst>
                  <a:ext uri="{FF2B5EF4-FFF2-40B4-BE49-F238E27FC236}">
                    <a16:creationId xmlns:a16="http://schemas.microsoft.com/office/drawing/2014/main" id="{E15B4BF2-21F6-DADE-220B-5089A86BF3DC}"/>
                  </a:ext>
                </a:extLst>
              </p:cNvPr>
              <p:cNvSpPr/>
              <p:nvPr/>
            </p:nvSpPr>
            <p:spPr>
              <a:xfrm>
                <a:off x="607913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g380">
                <a:extLst>
                  <a:ext uri="{FF2B5EF4-FFF2-40B4-BE49-F238E27FC236}">
                    <a16:creationId xmlns:a16="http://schemas.microsoft.com/office/drawing/2014/main" id="{122363CA-BF06-B0C9-17D8-426810B803FD}"/>
                  </a:ext>
                </a:extLst>
              </p:cNvPr>
              <p:cNvSpPr/>
              <p:nvPr/>
            </p:nvSpPr>
            <p:spPr>
              <a:xfrm>
                <a:off x="609076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g381">
                <a:extLst>
                  <a:ext uri="{FF2B5EF4-FFF2-40B4-BE49-F238E27FC236}">
                    <a16:creationId xmlns:a16="http://schemas.microsoft.com/office/drawing/2014/main" id="{4815018D-8BD6-DA7C-6BF9-2E452112932B}"/>
                  </a:ext>
                </a:extLst>
              </p:cNvPr>
              <p:cNvSpPr/>
              <p:nvPr/>
            </p:nvSpPr>
            <p:spPr>
              <a:xfrm>
                <a:off x="610240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g382">
                <a:extLst>
                  <a:ext uri="{FF2B5EF4-FFF2-40B4-BE49-F238E27FC236}">
                    <a16:creationId xmlns:a16="http://schemas.microsoft.com/office/drawing/2014/main" id="{19374588-1648-4BD1-87FB-4873CAB23160}"/>
                  </a:ext>
                </a:extLst>
              </p:cNvPr>
              <p:cNvSpPr/>
              <p:nvPr/>
            </p:nvSpPr>
            <p:spPr>
              <a:xfrm>
                <a:off x="611404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g383">
                <a:extLst>
                  <a:ext uri="{FF2B5EF4-FFF2-40B4-BE49-F238E27FC236}">
                    <a16:creationId xmlns:a16="http://schemas.microsoft.com/office/drawing/2014/main" id="{0F6FAE8B-AB01-E361-3476-7C92AA3838A5}"/>
                  </a:ext>
                </a:extLst>
              </p:cNvPr>
              <p:cNvSpPr/>
              <p:nvPr/>
            </p:nvSpPr>
            <p:spPr>
              <a:xfrm>
                <a:off x="612568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g384">
                <a:extLst>
                  <a:ext uri="{FF2B5EF4-FFF2-40B4-BE49-F238E27FC236}">
                    <a16:creationId xmlns:a16="http://schemas.microsoft.com/office/drawing/2014/main" id="{02D52473-8C61-B458-2F2C-E1C6B12F83A1}"/>
                  </a:ext>
                </a:extLst>
              </p:cNvPr>
              <p:cNvSpPr/>
              <p:nvPr/>
            </p:nvSpPr>
            <p:spPr>
              <a:xfrm>
                <a:off x="613731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g385">
                <a:extLst>
                  <a:ext uri="{FF2B5EF4-FFF2-40B4-BE49-F238E27FC236}">
                    <a16:creationId xmlns:a16="http://schemas.microsoft.com/office/drawing/2014/main" id="{55B4267F-66A6-E8B4-5EE6-7676851F05C2}"/>
                  </a:ext>
                </a:extLst>
              </p:cNvPr>
              <p:cNvSpPr/>
              <p:nvPr/>
            </p:nvSpPr>
            <p:spPr>
              <a:xfrm>
                <a:off x="614895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g386">
                <a:extLst>
                  <a:ext uri="{FF2B5EF4-FFF2-40B4-BE49-F238E27FC236}">
                    <a16:creationId xmlns:a16="http://schemas.microsoft.com/office/drawing/2014/main" id="{D7449472-28A0-6E9E-D807-21AC7CDEED85}"/>
                  </a:ext>
                </a:extLst>
              </p:cNvPr>
              <p:cNvSpPr/>
              <p:nvPr/>
            </p:nvSpPr>
            <p:spPr>
              <a:xfrm>
                <a:off x="616059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g387">
                <a:extLst>
                  <a:ext uri="{FF2B5EF4-FFF2-40B4-BE49-F238E27FC236}">
                    <a16:creationId xmlns:a16="http://schemas.microsoft.com/office/drawing/2014/main" id="{0F685203-B230-0BF3-89D7-6B6B87F22A6A}"/>
                  </a:ext>
                </a:extLst>
              </p:cNvPr>
              <p:cNvSpPr/>
              <p:nvPr/>
            </p:nvSpPr>
            <p:spPr>
              <a:xfrm>
                <a:off x="617222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g388">
                <a:extLst>
                  <a:ext uri="{FF2B5EF4-FFF2-40B4-BE49-F238E27FC236}">
                    <a16:creationId xmlns:a16="http://schemas.microsoft.com/office/drawing/2014/main" id="{CDCD9177-23C1-4B66-BC16-0AF02CDEE183}"/>
                  </a:ext>
                </a:extLst>
              </p:cNvPr>
              <p:cNvSpPr/>
              <p:nvPr/>
            </p:nvSpPr>
            <p:spPr>
              <a:xfrm>
                <a:off x="618386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g389">
                <a:extLst>
                  <a:ext uri="{FF2B5EF4-FFF2-40B4-BE49-F238E27FC236}">
                    <a16:creationId xmlns:a16="http://schemas.microsoft.com/office/drawing/2014/main" id="{8E840887-9A19-5DF7-3107-C8A66BB139DF}"/>
                  </a:ext>
                </a:extLst>
              </p:cNvPr>
              <p:cNvSpPr/>
              <p:nvPr/>
            </p:nvSpPr>
            <p:spPr>
              <a:xfrm>
                <a:off x="619550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g390">
                <a:extLst>
                  <a:ext uri="{FF2B5EF4-FFF2-40B4-BE49-F238E27FC236}">
                    <a16:creationId xmlns:a16="http://schemas.microsoft.com/office/drawing/2014/main" id="{9C88D1F8-360F-04F9-D143-3E64F3E97011}"/>
                  </a:ext>
                </a:extLst>
              </p:cNvPr>
              <p:cNvSpPr/>
              <p:nvPr/>
            </p:nvSpPr>
            <p:spPr>
              <a:xfrm>
                <a:off x="6207141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g391">
                <a:extLst>
                  <a:ext uri="{FF2B5EF4-FFF2-40B4-BE49-F238E27FC236}">
                    <a16:creationId xmlns:a16="http://schemas.microsoft.com/office/drawing/2014/main" id="{4A440E4B-FB6A-9F2C-2575-68521B09095B}"/>
                  </a:ext>
                </a:extLst>
              </p:cNvPr>
              <p:cNvSpPr/>
              <p:nvPr/>
            </p:nvSpPr>
            <p:spPr>
              <a:xfrm>
                <a:off x="621877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g392">
                <a:extLst>
                  <a:ext uri="{FF2B5EF4-FFF2-40B4-BE49-F238E27FC236}">
                    <a16:creationId xmlns:a16="http://schemas.microsoft.com/office/drawing/2014/main" id="{A207EBF6-90D8-3833-F60B-45FB92DFD46A}"/>
                  </a:ext>
                </a:extLst>
              </p:cNvPr>
              <p:cNvSpPr/>
              <p:nvPr/>
            </p:nvSpPr>
            <p:spPr>
              <a:xfrm>
                <a:off x="623041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g393">
                <a:extLst>
                  <a:ext uri="{FF2B5EF4-FFF2-40B4-BE49-F238E27FC236}">
                    <a16:creationId xmlns:a16="http://schemas.microsoft.com/office/drawing/2014/main" id="{977AA5E2-9ABD-C809-B476-F4E68F84C212}"/>
                  </a:ext>
                </a:extLst>
              </p:cNvPr>
              <p:cNvSpPr/>
              <p:nvPr/>
            </p:nvSpPr>
            <p:spPr>
              <a:xfrm>
                <a:off x="6242053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g394">
                <a:extLst>
                  <a:ext uri="{FF2B5EF4-FFF2-40B4-BE49-F238E27FC236}">
                    <a16:creationId xmlns:a16="http://schemas.microsoft.com/office/drawing/2014/main" id="{15B2E6D2-B09A-10E4-112F-A85E6B385961}"/>
                  </a:ext>
                </a:extLst>
              </p:cNvPr>
              <p:cNvSpPr/>
              <p:nvPr/>
            </p:nvSpPr>
            <p:spPr>
              <a:xfrm>
                <a:off x="625369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g395">
                <a:extLst>
                  <a:ext uri="{FF2B5EF4-FFF2-40B4-BE49-F238E27FC236}">
                    <a16:creationId xmlns:a16="http://schemas.microsoft.com/office/drawing/2014/main" id="{0D60A59A-7A25-B5E5-A93C-B44556C76424}"/>
                  </a:ext>
                </a:extLst>
              </p:cNvPr>
              <p:cNvSpPr/>
              <p:nvPr/>
            </p:nvSpPr>
            <p:spPr>
              <a:xfrm>
                <a:off x="626532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g396">
                <a:extLst>
                  <a:ext uri="{FF2B5EF4-FFF2-40B4-BE49-F238E27FC236}">
                    <a16:creationId xmlns:a16="http://schemas.microsoft.com/office/drawing/2014/main" id="{E5526D8D-C132-3F90-E7F3-813736EDE3D7}"/>
                  </a:ext>
                </a:extLst>
              </p:cNvPr>
              <p:cNvSpPr/>
              <p:nvPr/>
            </p:nvSpPr>
            <p:spPr>
              <a:xfrm>
                <a:off x="627696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g397">
                <a:extLst>
                  <a:ext uri="{FF2B5EF4-FFF2-40B4-BE49-F238E27FC236}">
                    <a16:creationId xmlns:a16="http://schemas.microsoft.com/office/drawing/2014/main" id="{FF2E5078-66D4-738C-8E44-98078078BCEA}"/>
                  </a:ext>
                </a:extLst>
              </p:cNvPr>
              <p:cNvSpPr/>
              <p:nvPr/>
            </p:nvSpPr>
            <p:spPr>
              <a:xfrm>
                <a:off x="628860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g398">
                <a:extLst>
                  <a:ext uri="{FF2B5EF4-FFF2-40B4-BE49-F238E27FC236}">
                    <a16:creationId xmlns:a16="http://schemas.microsoft.com/office/drawing/2014/main" id="{03E536E4-956B-5BE3-25BA-576A6183700F}"/>
                  </a:ext>
                </a:extLst>
              </p:cNvPr>
              <p:cNvSpPr/>
              <p:nvPr/>
            </p:nvSpPr>
            <p:spPr>
              <a:xfrm>
                <a:off x="630024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g399">
                <a:extLst>
                  <a:ext uri="{FF2B5EF4-FFF2-40B4-BE49-F238E27FC236}">
                    <a16:creationId xmlns:a16="http://schemas.microsoft.com/office/drawing/2014/main" id="{AEBD4F07-06BE-34F5-2FB8-75018198C946}"/>
                  </a:ext>
                </a:extLst>
              </p:cNvPr>
              <p:cNvSpPr/>
              <p:nvPr/>
            </p:nvSpPr>
            <p:spPr>
              <a:xfrm>
                <a:off x="631187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g400">
                <a:extLst>
                  <a:ext uri="{FF2B5EF4-FFF2-40B4-BE49-F238E27FC236}">
                    <a16:creationId xmlns:a16="http://schemas.microsoft.com/office/drawing/2014/main" id="{1696DB11-A509-65D6-D4A4-1C010599BBE1}"/>
                  </a:ext>
                </a:extLst>
              </p:cNvPr>
              <p:cNvSpPr/>
              <p:nvPr/>
            </p:nvSpPr>
            <p:spPr>
              <a:xfrm>
                <a:off x="632351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g401">
                <a:extLst>
                  <a:ext uri="{FF2B5EF4-FFF2-40B4-BE49-F238E27FC236}">
                    <a16:creationId xmlns:a16="http://schemas.microsoft.com/office/drawing/2014/main" id="{5F3B36E3-BBE8-6742-9C87-B597C36E5C8C}"/>
                  </a:ext>
                </a:extLst>
              </p:cNvPr>
              <p:cNvSpPr/>
              <p:nvPr/>
            </p:nvSpPr>
            <p:spPr>
              <a:xfrm>
                <a:off x="633515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g402">
                <a:extLst>
                  <a:ext uri="{FF2B5EF4-FFF2-40B4-BE49-F238E27FC236}">
                    <a16:creationId xmlns:a16="http://schemas.microsoft.com/office/drawing/2014/main" id="{2708E7CB-C9BE-9F00-287D-3286A1EB7B6A}"/>
                  </a:ext>
                </a:extLst>
              </p:cNvPr>
              <p:cNvSpPr/>
              <p:nvPr/>
            </p:nvSpPr>
            <p:spPr>
              <a:xfrm>
                <a:off x="526451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g403">
                <a:extLst>
                  <a:ext uri="{FF2B5EF4-FFF2-40B4-BE49-F238E27FC236}">
                    <a16:creationId xmlns:a16="http://schemas.microsoft.com/office/drawing/2014/main" id="{BAF1A475-0CE8-1996-B702-FDE9B94EBA8D}"/>
                  </a:ext>
                </a:extLst>
              </p:cNvPr>
              <p:cNvSpPr/>
              <p:nvPr/>
            </p:nvSpPr>
            <p:spPr>
              <a:xfrm>
                <a:off x="527615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g404">
                <a:extLst>
                  <a:ext uri="{FF2B5EF4-FFF2-40B4-BE49-F238E27FC236}">
                    <a16:creationId xmlns:a16="http://schemas.microsoft.com/office/drawing/2014/main" id="{9F621927-65A2-04F2-9D70-EB95572A04B0}"/>
                  </a:ext>
                </a:extLst>
              </p:cNvPr>
              <p:cNvSpPr/>
              <p:nvPr/>
            </p:nvSpPr>
            <p:spPr>
              <a:xfrm>
                <a:off x="528779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g405">
                <a:extLst>
                  <a:ext uri="{FF2B5EF4-FFF2-40B4-BE49-F238E27FC236}">
                    <a16:creationId xmlns:a16="http://schemas.microsoft.com/office/drawing/2014/main" id="{9D82B731-07A3-4675-30A1-956308709CD2}"/>
                  </a:ext>
                </a:extLst>
              </p:cNvPr>
              <p:cNvSpPr/>
              <p:nvPr/>
            </p:nvSpPr>
            <p:spPr>
              <a:xfrm>
                <a:off x="5299429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g406">
                <a:extLst>
                  <a:ext uri="{FF2B5EF4-FFF2-40B4-BE49-F238E27FC236}">
                    <a16:creationId xmlns:a16="http://schemas.microsoft.com/office/drawing/2014/main" id="{4CA3DA46-D9C5-E697-8B2C-FB59545B9D04}"/>
                  </a:ext>
                </a:extLst>
              </p:cNvPr>
              <p:cNvSpPr/>
              <p:nvPr/>
            </p:nvSpPr>
            <p:spPr>
              <a:xfrm>
                <a:off x="531106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g407">
                <a:extLst>
                  <a:ext uri="{FF2B5EF4-FFF2-40B4-BE49-F238E27FC236}">
                    <a16:creationId xmlns:a16="http://schemas.microsoft.com/office/drawing/2014/main" id="{78B5E4CF-D0DE-1C82-DFBA-B0ACD83B1F56}"/>
                  </a:ext>
                </a:extLst>
              </p:cNvPr>
              <p:cNvSpPr/>
              <p:nvPr/>
            </p:nvSpPr>
            <p:spPr>
              <a:xfrm>
                <a:off x="532270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g408">
                <a:extLst>
                  <a:ext uri="{FF2B5EF4-FFF2-40B4-BE49-F238E27FC236}">
                    <a16:creationId xmlns:a16="http://schemas.microsoft.com/office/drawing/2014/main" id="{16C933AE-7005-A361-13C4-BFEF042DA81C}"/>
                  </a:ext>
                </a:extLst>
              </p:cNvPr>
              <p:cNvSpPr/>
              <p:nvPr/>
            </p:nvSpPr>
            <p:spPr>
              <a:xfrm>
                <a:off x="6055856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g409">
                <a:extLst>
                  <a:ext uri="{FF2B5EF4-FFF2-40B4-BE49-F238E27FC236}">
                    <a16:creationId xmlns:a16="http://schemas.microsoft.com/office/drawing/2014/main" id="{1B335788-6E4D-3912-7B82-2719AC8CCFD8}"/>
                  </a:ext>
                </a:extLst>
              </p:cNvPr>
              <p:cNvSpPr/>
              <p:nvPr/>
            </p:nvSpPr>
            <p:spPr>
              <a:xfrm>
                <a:off x="6067493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g410">
                <a:extLst>
                  <a:ext uri="{FF2B5EF4-FFF2-40B4-BE49-F238E27FC236}">
                    <a16:creationId xmlns:a16="http://schemas.microsoft.com/office/drawing/2014/main" id="{4FD17F75-75BE-AD7D-44AC-9FE6FD2F3F0B}"/>
                  </a:ext>
                </a:extLst>
              </p:cNvPr>
              <p:cNvSpPr/>
              <p:nvPr/>
            </p:nvSpPr>
            <p:spPr>
              <a:xfrm>
                <a:off x="607913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g411">
                <a:extLst>
                  <a:ext uri="{FF2B5EF4-FFF2-40B4-BE49-F238E27FC236}">
                    <a16:creationId xmlns:a16="http://schemas.microsoft.com/office/drawing/2014/main" id="{9389C064-4733-E834-57B5-EEB6B2CCCC7C}"/>
                  </a:ext>
                </a:extLst>
              </p:cNvPr>
              <p:cNvSpPr/>
              <p:nvPr/>
            </p:nvSpPr>
            <p:spPr>
              <a:xfrm>
                <a:off x="6090768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g412">
                <a:extLst>
                  <a:ext uri="{FF2B5EF4-FFF2-40B4-BE49-F238E27FC236}">
                    <a16:creationId xmlns:a16="http://schemas.microsoft.com/office/drawing/2014/main" id="{00B021D2-D678-A091-0875-81508DE70DCB}"/>
                  </a:ext>
                </a:extLst>
              </p:cNvPr>
              <p:cNvSpPr/>
              <p:nvPr/>
            </p:nvSpPr>
            <p:spPr>
              <a:xfrm>
                <a:off x="610240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g413">
                <a:extLst>
                  <a:ext uri="{FF2B5EF4-FFF2-40B4-BE49-F238E27FC236}">
                    <a16:creationId xmlns:a16="http://schemas.microsoft.com/office/drawing/2014/main" id="{2B52740D-FD4C-0111-D4A6-46323B9F1727}"/>
                  </a:ext>
                </a:extLst>
              </p:cNvPr>
              <p:cNvSpPr/>
              <p:nvPr/>
            </p:nvSpPr>
            <p:spPr>
              <a:xfrm>
                <a:off x="611404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g414">
                <a:extLst>
                  <a:ext uri="{FF2B5EF4-FFF2-40B4-BE49-F238E27FC236}">
                    <a16:creationId xmlns:a16="http://schemas.microsoft.com/office/drawing/2014/main" id="{224E676C-7C58-9F61-3613-ED9E35CDD20C}"/>
                  </a:ext>
                </a:extLst>
              </p:cNvPr>
              <p:cNvSpPr/>
              <p:nvPr/>
            </p:nvSpPr>
            <p:spPr>
              <a:xfrm>
                <a:off x="612568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g415">
                <a:extLst>
                  <a:ext uri="{FF2B5EF4-FFF2-40B4-BE49-F238E27FC236}">
                    <a16:creationId xmlns:a16="http://schemas.microsoft.com/office/drawing/2014/main" id="{8DE42100-D2FA-CCC8-5432-0337053C381F}"/>
                  </a:ext>
                </a:extLst>
              </p:cNvPr>
              <p:cNvSpPr/>
              <p:nvPr/>
            </p:nvSpPr>
            <p:spPr>
              <a:xfrm>
                <a:off x="613731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g416">
                <a:extLst>
                  <a:ext uri="{FF2B5EF4-FFF2-40B4-BE49-F238E27FC236}">
                    <a16:creationId xmlns:a16="http://schemas.microsoft.com/office/drawing/2014/main" id="{99F78E59-1FA5-C742-AB15-EC7E0A2254FE}"/>
                  </a:ext>
                </a:extLst>
              </p:cNvPr>
              <p:cNvSpPr/>
              <p:nvPr/>
            </p:nvSpPr>
            <p:spPr>
              <a:xfrm>
                <a:off x="614895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g417">
                <a:extLst>
                  <a:ext uri="{FF2B5EF4-FFF2-40B4-BE49-F238E27FC236}">
                    <a16:creationId xmlns:a16="http://schemas.microsoft.com/office/drawing/2014/main" id="{0C7EC70D-B90C-4232-0D12-271011CFB078}"/>
                  </a:ext>
                </a:extLst>
              </p:cNvPr>
              <p:cNvSpPr/>
              <p:nvPr/>
            </p:nvSpPr>
            <p:spPr>
              <a:xfrm>
                <a:off x="616059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g418">
                <a:extLst>
                  <a:ext uri="{FF2B5EF4-FFF2-40B4-BE49-F238E27FC236}">
                    <a16:creationId xmlns:a16="http://schemas.microsoft.com/office/drawing/2014/main" id="{825C953D-236E-49F7-2D98-354DA90DE570}"/>
                  </a:ext>
                </a:extLst>
              </p:cNvPr>
              <p:cNvSpPr/>
              <p:nvPr/>
            </p:nvSpPr>
            <p:spPr>
              <a:xfrm>
                <a:off x="6172229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g419">
                <a:extLst>
                  <a:ext uri="{FF2B5EF4-FFF2-40B4-BE49-F238E27FC236}">
                    <a16:creationId xmlns:a16="http://schemas.microsoft.com/office/drawing/2014/main" id="{840D4ACA-3A92-1FBD-BE77-A7ECC355930C}"/>
                  </a:ext>
                </a:extLst>
              </p:cNvPr>
              <p:cNvSpPr/>
              <p:nvPr/>
            </p:nvSpPr>
            <p:spPr>
              <a:xfrm>
                <a:off x="6230416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g420">
                <a:extLst>
                  <a:ext uri="{FF2B5EF4-FFF2-40B4-BE49-F238E27FC236}">
                    <a16:creationId xmlns:a16="http://schemas.microsoft.com/office/drawing/2014/main" id="{6D1638A5-5031-8F60-5B22-E6970378D651}"/>
                  </a:ext>
                </a:extLst>
              </p:cNvPr>
              <p:cNvSpPr/>
              <p:nvPr/>
            </p:nvSpPr>
            <p:spPr>
              <a:xfrm>
                <a:off x="6242053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g421">
                <a:extLst>
                  <a:ext uri="{FF2B5EF4-FFF2-40B4-BE49-F238E27FC236}">
                    <a16:creationId xmlns:a16="http://schemas.microsoft.com/office/drawing/2014/main" id="{DC0EF78B-BFF1-2FC7-7B54-204702060824}"/>
                  </a:ext>
                </a:extLst>
              </p:cNvPr>
              <p:cNvSpPr/>
              <p:nvPr/>
            </p:nvSpPr>
            <p:spPr>
              <a:xfrm>
                <a:off x="625369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g422">
                <a:extLst>
                  <a:ext uri="{FF2B5EF4-FFF2-40B4-BE49-F238E27FC236}">
                    <a16:creationId xmlns:a16="http://schemas.microsoft.com/office/drawing/2014/main" id="{B7ED6097-E759-700A-F314-395356674031}"/>
                  </a:ext>
                </a:extLst>
              </p:cNvPr>
              <p:cNvSpPr/>
              <p:nvPr/>
            </p:nvSpPr>
            <p:spPr>
              <a:xfrm>
                <a:off x="6265328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g423">
                <a:extLst>
                  <a:ext uri="{FF2B5EF4-FFF2-40B4-BE49-F238E27FC236}">
                    <a16:creationId xmlns:a16="http://schemas.microsoft.com/office/drawing/2014/main" id="{1EB84FC0-3549-9C00-2D6F-BF7C19350910}"/>
                  </a:ext>
                </a:extLst>
              </p:cNvPr>
              <p:cNvSpPr/>
              <p:nvPr/>
            </p:nvSpPr>
            <p:spPr>
              <a:xfrm>
                <a:off x="627696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g424">
                <a:extLst>
                  <a:ext uri="{FF2B5EF4-FFF2-40B4-BE49-F238E27FC236}">
                    <a16:creationId xmlns:a16="http://schemas.microsoft.com/office/drawing/2014/main" id="{3317784F-34D8-04DD-DF68-7D5F4219349B}"/>
                  </a:ext>
                </a:extLst>
              </p:cNvPr>
              <p:cNvSpPr/>
              <p:nvPr/>
            </p:nvSpPr>
            <p:spPr>
              <a:xfrm>
                <a:off x="628860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g425">
                <a:extLst>
                  <a:ext uri="{FF2B5EF4-FFF2-40B4-BE49-F238E27FC236}">
                    <a16:creationId xmlns:a16="http://schemas.microsoft.com/office/drawing/2014/main" id="{195D677B-382A-E80E-ECA4-17E7524A5B99}"/>
                  </a:ext>
                </a:extLst>
              </p:cNvPr>
              <p:cNvSpPr/>
              <p:nvPr/>
            </p:nvSpPr>
            <p:spPr>
              <a:xfrm>
                <a:off x="630024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g426">
                <a:extLst>
                  <a:ext uri="{FF2B5EF4-FFF2-40B4-BE49-F238E27FC236}">
                    <a16:creationId xmlns:a16="http://schemas.microsoft.com/office/drawing/2014/main" id="{0A2F811D-8B03-A5A2-3773-2062C61F3A68}"/>
                  </a:ext>
                </a:extLst>
              </p:cNvPr>
              <p:cNvSpPr/>
              <p:nvPr/>
            </p:nvSpPr>
            <p:spPr>
              <a:xfrm>
                <a:off x="631187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g427">
                <a:extLst>
                  <a:ext uri="{FF2B5EF4-FFF2-40B4-BE49-F238E27FC236}">
                    <a16:creationId xmlns:a16="http://schemas.microsoft.com/office/drawing/2014/main" id="{80D8BE5E-0D57-346B-3BE4-DCAD05E22ABA}"/>
                  </a:ext>
                </a:extLst>
              </p:cNvPr>
              <p:cNvSpPr/>
              <p:nvPr/>
            </p:nvSpPr>
            <p:spPr>
              <a:xfrm>
                <a:off x="632351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g428">
                <a:extLst>
                  <a:ext uri="{FF2B5EF4-FFF2-40B4-BE49-F238E27FC236}">
                    <a16:creationId xmlns:a16="http://schemas.microsoft.com/office/drawing/2014/main" id="{481DC23C-5E72-311E-283C-C40E9BE5F446}"/>
                  </a:ext>
                </a:extLst>
              </p:cNvPr>
              <p:cNvSpPr/>
              <p:nvPr/>
            </p:nvSpPr>
            <p:spPr>
              <a:xfrm>
                <a:off x="5264517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g429">
                <a:extLst>
                  <a:ext uri="{FF2B5EF4-FFF2-40B4-BE49-F238E27FC236}">
                    <a16:creationId xmlns:a16="http://schemas.microsoft.com/office/drawing/2014/main" id="{FCD53843-EA65-9AA8-AF20-A055563DA981}"/>
                  </a:ext>
                </a:extLst>
              </p:cNvPr>
              <p:cNvSpPr/>
              <p:nvPr/>
            </p:nvSpPr>
            <p:spPr>
              <a:xfrm>
                <a:off x="527615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g430">
                <a:extLst>
                  <a:ext uri="{FF2B5EF4-FFF2-40B4-BE49-F238E27FC236}">
                    <a16:creationId xmlns:a16="http://schemas.microsoft.com/office/drawing/2014/main" id="{89E11387-96A1-98AE-D4D0-B4DFE1464BDD}"/>
                  </a:ext>
                </a:extLst>
              </p:cNvPr>
              <p:cNvSpPr/>
              <p:nvPr/>
            </p:nvSpPr>
            <p:spPr>
              <a:xfrm>
                <a:off x="528779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g431">
                <a:extLst>
                  <a:ext uri="{FF2B5EF4-FFF2-40B4-BE49-F238E27FC236}">
                    <a16:creationId xmlns:a16="http://schemas.microsoft.com/office/drawing/2014/main" id="{7C8B81A7-509D-225D-6834-5259A5F64347}"/>
                  </a:ext>
                </a:extLst>
              </p:cNvPr>
              <p:cNvSpPr/>
              <p:nvPr/>
            </p:nvSpPr>
            <p:spPr>
              <a:xfrm>
                <a:off x="5299429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g432">
                <a:extLst>
                  <a:ext uri="{FF2B5EF4-FFF2-40B4-BE49-F238E27FC236}">
                    <a16:creationId xmlns:a16="http://schemas.microsoft.com/office/drawing/2014/main" id="{10579FBA-9E63-6180-BC40-C96ADD9D8AAE}"/>
                  </a:ext>
                </a:extLst>
              </p:cNvPr>
              <p:cNvSpPr/>
              <p:nvPr/>
            </p:nvSpPr>
            <p:spPr>
              <a:xfrm>
                <a:off x="600930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4">
                  <a:alpha val="100000"/>
                </a:srgbClr>
              </a:solidFill>
              <a:ln w="5420" cap="flat">
                <a:solidFill>
                  <a:srgbClr val="3C4D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g433">
                <a:extLst>
                  <a:ext uri="{FF2B5EF4-FFF2-40B4-BE49-F238E27FC236}">
                    <a16:creationId xmlns:a16="http://schemas.microsoft.com/office/drawing/2014/main" id="{4DD5CFE6-15E5-8C1F-8B5E-11DD069AF525}"/>
                  </a:ext>
                </a:extLst>
              </p:cNvPr>
              <p:cNvSpPr/>
              <p:nvPr/>
            </p:nvSpPr>
            <p:spPr>
              <a:xfrm>
                <a:off x="6020944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g434">
                <a:extLst>
                  <a:ext uri="{FF2B5EF4-FFF2-40B4-BE49-F238E27FC236}">
                    <a16:creationId xmlns:a16="http://schemas.microsoft.com/office/drawing/2014/main" id="{375EE3DF-A0AA-2A6A-4D18-9214F15001EB}"/>
                  </a:ext>
                </a:extLst>
              </p:cNvPr>
              <p:cNvSpPr/>
              <p:nvPr/>
            </p:nvSpPr>
            <p:spPr>
              <a:xfrm>
                <a:off x="6032581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g435">
                <a:extLst>
                  <a:ext uri="{FF2B5EF4-FFF2-40B4-BE49-F238E27FC236}">
                    <a16:creationId xmlns:a16="http://schemas.microsoft.com/office/drawing/2014/main" id="{385CC28C-B33B-C4F3-A65B-915AD68662B8}"/>
                  </a:ext>
                </a:extLst>
              </p:cNvPr>
              <p:cNvSpPr/>
              <p:nvPr/>
            </p:nvSpPr>
            <p:spPr>
              <a:xfrm>
                <a:off x="604421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g436">
                <a:extLst>
                  <a:ext uri="{FF2B5EF4-FFF2-40B4-BE49-F238E27FC236}">
                    <a16:creationId xmlns:a16="http://schemas.microsoft.com/office/drawing/2014/main" id="{B628EDEE-516B-514C-DB97-39B3C5686DE3}"/>
                  </a:ext>
                </a:extLst>
              </p:cNvPr>
              <p:cNvSpPr/>
              <p:nvPr/>
            </p:nvSpPr>
            <p:spPr>
              <a:xfrm>
                <a:off x="605585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g437">
                <a:extLst>
                  <a:ext uri="{FF2B5EF4-FFF2-40B4-BE49-F238E27FC236}">
                    <a16:creationId xmlns:a16="http://schemas.microsoft.com/office/drawing/2014/main" id="{E10FDDD3-9F93-DD40-8E91-E20C2B3DC47B}"/>
                  </a:ext>
                </a:extLst>
              </p:cNvPr>
              <p:cNvSpPr/>
              <p:nvPr/>
            </p:nvSpPr>
            <p:spPr>
              <a:xfrm>
                <a:off x="6067493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g438">
                <a:extLst>
                  <a:ext uri="{FF2B5EF4-FFF2-40B4-BE49-F238E27FC236}">
                    <a16:creationId xmlns:a16="http://schemas.microsoft.com/office/drawing/2014/main" id="{4D753D24-6AFF-37EA-6E52-D6656B1B2A7C}"/>
                  </a:ext>
                </a:extLst>
              </p:cNvPr>
              <p:cNvSpPr/>
              <p:nvPr/>
            </p:nvSpPr>
            <p:spPr>
              <a:xfrm>
                <a:off x="607913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g439">
                <a:extLst>
                  <a:ext uri="{FF2B5EF4-FFF2-40B4-BE49-F238E27FC236}">
                    <a16:creationId xmlns:a16="http://schemas.microsoft.com/office/drawing/2014/main" id="{35FF6256-B361-BA4D-1933-3B6CBEA58C77}"/>
                  </a:ext>
                </a:extLst>
              </p:cNvPr>
              <p:cNvSpPr/>
              <p:nvPr/>
            </p:nvSpPr>
            <p:spPr>
              <a:xfrm>
                <a:off x="609076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g440">
                <a:extLst>
                  <a:ext uri="{FF2B5EF4-FFF2-40B4-BE49-F238E27FC236}">
                    <a16:creationId xmlns:a16="http://schemas.microsoft.com/office/drawing/2014/main" id="{FC73605B-5C22-CBF3-91BD-40EFF7FD5A8D}"/>
                  </a:ext>
                </a:extLst>
              </p:cNvPr>
              <p:cNvSpPr/>
              <p:nvPr/>
            </p:nvSpPr>
            <p:spPr>
              <a:xfrm>
                <a:off x="610240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g441">
                <a:extLst>
                  <a:ext uri="{FF2B5EF4-FFF2-40B4-BE49-F238E27FC236}">
                    <a16:creationId xmlns:a16="http://schemas.microsoft.com/office/drawing/2014/main" id="{5C8E3B71-C384-29A5-8201-62590464CEF3}"/>
                  </a:ext>
                </a:extLst>
              </p:cNvPr>
              <p:cNvSpPr/>
              <p:nvPr/>
            </p:nvSpPr>
            <p:spPr>
              <a:xfrm>
                <a:off x="611404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g442">
                <a:extLst>
                  <a:ext uri="{FF2B5EF4-FFF2-40B4-BE49-F238E27FC236}">
                    <a16:creationId xmlns:a16="http://schemas.microsoft.com/office/drawing/2014/main" id="{BB3F0F3E-6F9E-A461-1D9D-040C2F67B7D9}"/>
                  </a:ext>
                </a:extLst>
              </p:cNvPr>
              <p:cNvSpPr/>
              <p:nvPr/>
            </p:nvSpPr>
            <p:spPr>
              <a:xfrm>
                <a:off x="6207141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g443">
                <a:extLst>
                  <a:ext uri="{FF2B5EF4-FFF2-40B4-BE49-F238E27FC236}">
                    <a16:creationId xmlns:a16="http://schemas.microsoft.com/office/drawing/2014/main" id="{D99D181D-6993-59B7-098E-BDF074A07FE2}"/>
                  </a:ext>
                </a:extLst>
              </p:cNvPr>
              <p:cNvSpPr/>
              <p:nvPr/>
            </p:nvSpPr>
            <p:spPr>
              <a:xfrm>
                <a:off x="621877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g444">
                <a:extLst>
                  <a:ext uri="{FF2B5EF4-FFF2-40B4-BE49-F238E27FC236}">
                    <a16:creationId xmlns:a16="http://schemas.microsoft.com/office/drawing/2014/main" id="{B435C2E0-EDCF-0FCA-518C-232BCB487D70}"/>
                  </a:ext>
                </a:extLst>
              </p:cNvPr>
              <p:cNvSpPr/>
              <p:nvPr/>
            </p:nvSpPr>
            <p:spPr>
              <a:xfrm>
                <a:off x="623041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g445">
                <a:extLst>
                  <a:ext uri="{FF2B5EF4-FFF2-40B4-BE49-F238E27FC236}">
                    <a16:creationId xmlns:a16="http://schemas.microsoft.com/office/drawing/2014/main" id="{33EE964E-71E9-957D-A550-894E703D896A}"/>
                  </a:ext>
                </a:extLst>
              </p:cNvPr>
              <p:cNvSpPr/>
              <p:nvPr/>
            </p:nvSpPr>
            <p:spPr>
              <a:xfrm>
                <a:off x="6242053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g446">
                <a:extLst>
                  <a:ext uri="{FF2B5EF4-FFF2-40B4-BE49-F238E27FC236}">
                    <a16:creationId xmlns:a16="http://schemas.microsoft.com/office/drawing/2014/main" id="{C079F824-75C7-3E99-009A-74A2CD28780C}"/>
                  </a:ext>
                </a:extLst>
              </p:cNvPr>
              <p:cNvSpPr/>
              <p:nvPr/>
            </p:nvSpPr>
            <p:spPr>
              <a:xfrm>
                <a:off x="625369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g447">
                <a:extLst>
                  <a:ext uri="{FF2B5EF4-FFF2-40B4-BE49-F238E27FC236}">
                    <a16:creationId xmlns:a16="http://schemas.microsoft.com/office/drawing/2014/main" id="{3DC87FAC-3927-7F3F-9E57-63DF2CF17907}"/>
                  </a:ext>
                </a:extLst>
              </p:cNvPr>
              <p:cNvSpPr/>
              <p:nvPr/>
            </p:nvSpPr>
            <p:spPr>
              <a:xfrm>
                <a:off x="626532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g448">
                <a:extLst>
                  <a:ext uri="{FF2B5EF4-FFF2-40B4-BE49-F238E27FC236}">
                    <a16:creationId xmlns:a16="http://schemas.microsoft.com/office/drawing/2014/main" id="{B5845820-C15B-37A8-AE8E-46A9D950D88D}"/>
                  </a:ext>
                </a:extLst>
              </p:cNvPr>
              <p:cNvSpPr/>
              <p:nvPr/>
            </p:nvSpPr>
            <p:spPr>
              <a:xfrm>
                <a:off x="627696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g449">
                <a:extLst>
                  <a:ext uri="{FF2B5EF4-FFF2-40B4-BE49-F238E27FC236}">
                    <a16:creationId xmlns:a16="http://schemas.microsoft.com/office/drawing/2014/main" id="{2C9F7E4A-EFBD-399A-E68B-0FBE2FE0AFAE}"/>
                  </a:ext>
                </a:extLst>
              </p:cNvPr>
              <p:cNvSpPr/>
              <p:nvPr/>
            </p:nvSpPr>
            <p:spPr>
              <a:xfrm>
                <a:off x="628860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g450">
                <a:extLst>
                  <a:ext uri="{FF2B5EF4-FFF2-40B4-BE49-F238E27FC236}">
                    <a16:creationId xmlns:a16="http://schemas.microsoft.com/office/drawing/2014/main" id="{9B874D8C-33EC-D030-898A-8BB5AC43652A}"/>
                  </a:ext>
                </a:extLst>
              </p:cNvPr>
              <p:cNvSpPr/>
              <p:nvPr/>
            </p:nvSpPr>
            <p:spPr>
              <a:xfrm>
                <a:off x="630024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g451">
                <a:extLst>
                  <a:ext uri="{FF2B5EF4-FFF2-40B4-BE49-F238E27FC236}">
                    <a16:creationId xmlns:a16="http://schemas.microsoft.com/office/drawing/2014/main" id="{27A7768C-6F4D-AF06-009D-4F87516FE5B8}"/>
                  </a:ext>
                </a:extLst>
              </p:cNvPr>
              <p:cNvSpPr/>
              <p:nvPr/>
            </p:nvSpPr>
            <p:spPr>
              <a:xfrm>
                <a:off x="6311877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g452">
                <a:extLst>
                  <a:ext uri="{FF2B5EF4-FFF2-40B4-BE49-F238E27FC236}">
                    <a16:creationId xmlns:a16="http://schemas.microsoft.com/office/drawing/2014/main" id="{41A90D7D-26C5-FCB9-9BB5-C3CAD277D552}"/>
                  </a:ext>
                </a:extLst>
              </p:cNvPr>
              <p:cNvSpPr/>
              <p:nvPr/>
            </p:nvSpPr>
            <p:spPr>
              <a:xfrm>
                <a:off x="589293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g453">
                <a:extLst>
                  <a:ext uri="{FF2B5EF4-FFF2-40B4-BE49-F238E27FC236}">
                    <a16:creationId xmlns:a16="http://schemas.microsoft.com/office/drawing/2014/main" id="{D59D7083-CCFE-4558-1E4B-DD5903CFA946}"/>
                  </a:ext>
                </a:extLst>
              </p:cNvPr>
              <p:cNvSpPr/>
              <p:nvPr/>
            </p:nvSpPr>
            <p:spPr>
              <a:xfrm>
                <a:off x="590457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g454">
                <a:extLst>
                  <a:ext uri="{FF2B5EF4-FFF2-40B4-BE49-F238E27FC236}">
                    <a16:creationId xmlns:a16="http://schemas.microsoft.com/office/drawing/2014/main" id="{A9A79D3D-9561-5E84-074E-CA5FDAFB4FCC}"/>
                  </a:ext>
                </a:extLst>
              </p:cNvPr>
              <p:cNvSpPr/>
              <p:nvPr/>
            </p:nvSpPr>
            <p:spPr>
              <a:xfrm>
                <a:off x="591620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g455">
                <a:extLst>
                  <a:ext uri="{FF2B5EF4-FFF2-40B4-BE49-F238E27FC236}">
                    <a16:creationId xmlns:a16="http://schemas.microsoft.com/office/drawing/2014/main" id="{0FCACAD7-17DA-333C-EEA4-B60D55E6B3C8}"/>
                  </a:ext>
                </a:extLst>
              </p:cNvPr>
              <p:cNvSpPr/>
              <p:nvPr/>
            </p:nvSpPr>
            <p:spPr>
              <a:xfrm>
                <a:off x="592784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g456">
                <a:extLst>
                  <a:ext uri="{FF2B5EF4-FFF2-40B4-BE49-F238E27FC236}">
                    <a16:creationId xmlns:a16="http://schemas.microsoft.com/office/drawing/2014/main" id="{AE33DF06-CE1E-CCC8-80A5-8F59C5638C94}"/>
                  </a:ext>
                </a:extLst>
              </p:cNvPr>
              <p:cNvSpPr/>
              <p:nvPr/>
            </p:nvSpPr>
            <p:spPr>
              <a:xfrm>
                <a:off x="593948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g457">
                <a:extLst>
                  <a:ext uri="{FF2B5EF4-FFF2-40B4-BE49-F238E27FC236}">
                    <a16:creationId xmlns:a16="http://schemas.microsoft.com/office/drawing/2014/main" id="{406CA306-20F0-D19B-FBE2-AFB0509F14D7}"/>
                  </a:ext>
                </a:extLst>
              </p:cNvPr>
              <p:cNvSpPr/>
              <p:nvPr/>
            </p:nvSpPr>
            <p:spPr>
              <a:xfrm>
                <a:off x="595112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g458">
                <a:extLst>
                  <a:ext uri="{FF2B5EF4-FFF2-40B4-BE49-F238E27FC236}">
                    <a16:creationId xmlns:a16="http://schemas.microsoft.com/office/drawing/2014/main" id="{6069F640-91FB-7404-00F3-3F9BACAE14CA}"/>
                  </a:ext>
                </a:extLst>
              </p:cNvPr>
              <p:cNvSpPr/>
              <p:nvPr/>
            </p:nvSpPr>
            <p:spPr>
              <a:xfrm>
                <a:off x="5962757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g459">
                <a:extLst>
                  <a:ext uri="{FF2B5EF4-FFF2-40B4-BE49-F238E27FC236}">
                    <a16:creationId xmlns:a16="http://schemas.microsoft.com/office/drawing/2014/main" id="{934F70FD-9A50-87FF-D431-1FEFB641C61D}"/>
                  </a:ext>
                </a:extLst>
              </p:cNvPr>
              <p:cNvSpPr/>
              <p:nvPr/>
            </p:nvSpPr>
            <p:spPr>
              <a:xfrm>
                <a:off x="597439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g460">
                <a:extLst>
                  <a:ext uri="{FF2B5EF4-FFF2-40B4-BE49-F238E27FC236}">
                    <a16:creationId xmlns:a16="http://schemas.microsoft.com/office/drawing/2014/main" id="{A4B20AE4-35C0-898D-947E-859148457FD1}"/>
                  </a:ext>
                </a:extLst>
              </p:cNvPr>
              <p:cNvSpPr/>
              <p:nvPr/>
            </p:nvSpPr>
            <p:spPr>
              <a:xfrm>
                <a:off x="598603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g461">
                <a:extLst>
                  <a:ext uri="{FF2B5EF4-FFF2-40B4-BE49-F238E27FC236}">
                    <a16:creationId xmlns:a16="http://schemas.microsoft.com/office/drawing/2014/main" id="{0BF193AE-FBAA-FA46-0214-89185A7F12C7}"/>
                  </a:ext>
                </a:extLst>
              </p:cNvPr>
              <p:cNvSpPr/>
              <p:nvPr/>
            </p:nvSpPr>
            <p:spPr>
              <a:xfrm>
                <a:off x="5997669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g462">
                <a:extLst>
                  <a:ext uri="{FF2B5EF4-FFF2-40B4-BE49-F238E27FC236}">
                    <a16:creationId xmlns:a16="http://schemas.microsoft.com/office/drawing/2014/main" id="{83AFB83B-D363-E259-E529-DC8E19A53BD6}"/>
                  </a:ext>
                </a:extLst>
              </p:cNvPr>
              <p:cNvSpPr/>
              <p:nvPr/>
            </p:nvSpPr>
            <p:spPr>
              <a:xfrm>
                <a:off x="600930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g463">
                <a:extLst>
                  <a:ext uri="{FF2B5EF4-FFF2-40B4-BE49-F238E27FC236}">
                    <a16:creationId xmlns:a16="http://schemas.microsoft.com/office/drawing/2014/main" id="{10564F94-1CAB-D732-E544-538E840B0D55}"/>
                  </a:ext>
                </a:extLst>
              </p:cNvPr>
              <p:cNvSpPr/>
              <p:nvPr/>
            </p:nvSpPr>
            <p:spPr>
              <a:xfrm>
                <a:off x="602094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5">
                  <a:alpha val="100000"/>
                </a:srgbClr>
              </a:solidFill>
              <a:ln w="5420" cap="flat">
                <a:solidFill>
                  <a:srgbClr val="3B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g464">
                <a:extLst>
                  <a:ext uri="{FF2B5EF4-FFF2-40B4-BE49-F238E27FC236}">
                    <a16:creationId xmlns:a16="http://schemas.microsoft.com/office/drawing/2014/main" id="{E0F65649-38D2-0950-BCEC-D6DBED4E58CE}"/>
                  </a:ext>
                </a:extLst>
              </p:cNvPr>
              <p:cNvSpPr/>
              <p:nvPr/>
            </p:nvSpPr>
            <p:spPr>
              <a:xfrm>
                <a:off x="6032581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g465">
                <a:extLst>
                  <a:ext uri="{FF2B5EF4-FFF2-40B4-BE49-F238E27FC236}">
                    <a16:creationId xmlns:a16="http://schemas.microsoft.com/office/drawing/2014/main" id="{EA2E001A-1C72-7A2D-EE5F-69E889A04145}"/>
                  </a:ext>
                </a:extLst>
              </p:cNvPr>
              <p:cNvSpPr/>
              <p:nvPr/>
            </p:nvSpPr>
            <p:spPr>
              <a:xfrm>
                <a:off x="604421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g466">
                <a:extLst>
                  <a:ext uri="{FF2B5EF4-FFF2-40B4-BE49-F238E27FC236}">
                    <a16:creationId xmlns:a16="http://schemas.microsoft.com/office/drawing/2014/main" id="{40A5DD03-91EA-A745-BACA-6E70704A4B5B}"/>
                  </a:ext>
                </a:extLst>
              </p:cNvPr>
              <p:cNvSpPr/>
              <p:nvPr/>
            </p:nvSpPr>
            <p:spPr>
              <a:xfrm>
                <a:off x="605585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g467">
                <a:extLst>
                  <a:ext uri="{FF2B5EF4-FFF2-40B4-BE49-F238E27FC236}">
                    <a16:creationId xmlns:a16="http://schemas.microsoft.com/office/drawing/2014/main" id="{F59F8AC8-C5C1-5A71-09B7-F5A2A820FB8B}"/>
                  </a:ext>
                </a:extLst>
              </p:cNvPr>
              <p:cNvSpPr/>
              <p:nvPr/>
            </p:nvSpPr>
            <p:spPr>
              <a:xfrm>
                <a:off x="606749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g468">
                <a:extLst>
                  <a:ext uri="{FF2B5EF4-FFF2-40B4-BE49-F238E27FC236}">
                    <a16:creationId xmlns:a16="http://schemas.microsoft.com/office/drawing/2014/main" id="{FF8343F6-DEB3-CFA4-1E00-771F279BF7F2}"/>
                  </a:ext>
                </a:extLst>
              </p:cNvPr>
              <p:cNvSpPr/>
              <p:nvPr/>
            </p:nvSpPr>
            <p:spPr>
              <a:xfrm>
                <a:off x="607913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g469">
                <a:extLst>
                  <a:ext uri="{FF2B5EF4-FFF2-40B4-BE49-F238E27FC236}">
                    <a16:creationId xmlns:a16="http://schemas.microsoft.com/office/drawing/2014/main" id="{64CD205B-E2B9-E5D9-330D-A6B1AA29C37F}"/>
                  </a:ext>
                </a:extLst>
              </p:cNvPr>
              <p:cNvSpPr/>
              <p:nvPr/>
            </p:nvSpPr>
            <p:spPr>
              <a:xfrm>
                <a:off x="609076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g470">
                <a:extLst>
                  <a:ext uri="{FF2B5EF4-FFF2-40B4-BE49-F238E27FC236}">
                    <a16:creationId xmlns:a16="http://schemas.microsoft.com/office/drawing/2014/main" id="{7FABF974-F824-6B4D-19CC-EEBEF7BA9437}"/>
                  </a:ext>
                </a:extLst>
              </p:cNvPr>
              <p:cNvSpPr/>
              <p:nvPr/>
            </p:nvSpPr>
            <p:spPr>
              <a:xfrm>
                <a:off x="610240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g471">
                <a:extLst>
                  <a:ext uri="{FF2B5EF4-FFF2-40B4-BE49-F238E27FC236}">
                    <a16:creationId xmlns:a16="http://schemas.microsoft.com/office/drawing/2014/main" id="{C81E45C9-35E6-929E-8FE6-2C5F9CE77521}"/>
                  </a:ext>
                </a:extLst>
              </p:cNvPr>
              <p:cNvSpPr/>
              <p:nvPr/>
            </p:nvSpPr>
            <p:spPr>
              <a:xfrm>
                <a:off x="611404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g472">
                <a:extLst>
                  <a:ext uri="{FF2B5EF4-FFF2-40B4-BE49-F238E27FC236}">
                    <a16:creationId xmlns:a16="http://schemas.microsoft.com/office/drawing/2014/main" id="{FBBCC962-0FF1-9F80-4119-4015A88939FE}"/>
                  </a:ext>
                </a:extLst>
              </p:cNvPr>
              <p:cNvSpPr/>
              <p:nvPr/>
            </p:nvSpPr>
            <p:spPr>
              <a:xfrm>
                <a:off x="618386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g473">
                <a:extLst>
                  <a:ext uri="{FF2B5EF4-FFF2-40B4-BE49-F238E27FC236}">
                    <a16:creationId xmlns:a16="http://schemas.microsoft.com/office/drawing/2014/main" id="{2E5C7891-2457-302B-CB14-A1D8F9A915D6}"/>
                  </a:ext>
                </a:extLst>
              </p:cNvPr>
              <p:cNvSpPr/>
              <p:nvPr/>
            </p:nvSpPr>
            <p:spPr>
              <a:xfrm>
                <a:off x="619550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g474">
                <a:extLst>
                  <a:ext uri="{FF2B5EF4-FFF2-40B4-BE49-F238E27FC236}">
                    <a16:creationId xmlns:a16="http://schemas.microsoft.com/office/drawing/2014/main" id="{12CC19FC-195E-6168-DB16-6724BA066346}"/>
                  </a:ext>
                </a:extLst>
              </p:cNvPr>
              <p:cNvSpPr/>
              <p:nvPr/>
            </p:nvSpPr>
            <p:spPr>
              <a:xfrm>
                <a:off x="6207141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g475">
                <a:extLst>
                  <a:ext uri="{FF2B5EF4-FFF2-40B4-BE49-F238E27FC236}">
                    <a16:creationId xmlns:a16="http://schemas.microsoft.com/office/drawing/2014/main" id="{2118B6CA-74EA-62E2-7F9B-C7C966235033}"/>
                  </a:ext>
                </a:extLst>
              </p:cNvPr>
              <p:cNvSpPr/>
              <p:nvPr/>
            </p:nvSpPr>
            <p:spPr>
              <a:xfrm>
                <a:off x="621877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g476">
                <a:extLst>
                  <a:ext uri="{FF2B5EF4-FFF2-40B4-BE49-F238E27FC236}">
                    <a16:creationId xmlns:a16="http://schemas.microsoft.com/office/drawing/2014/main" id="{A8995FBB-4BDA-DF7F-D1A2-4A1D9C86C73E}"/>
                  </a:ext>
                </a:extLst>
              </p:cNvPr>
              <p:cNvSpPr/>
              <p:nvPr/>
            </p:nvSpPr>
            <p:spPr>
              <a:xfrm>
                <a:off x="623041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g477">
                <a:extLst>
                  <a:ext uri="{FF2B5EF4-FFF2-40B4-BE49-F238E27FC236}">
                    <a16:creationId xmlns:a16="http://schemas.microsoft.com/office/drawing/2014/main" id="{6FB932A1-EFA8-DD5F-2E2A-7CE50FDD8ED0}"/>
                  </a:ext>
                </a:extLst>
              </p:cNvPr>
              <p:cNvSpPr/>
              <p:nvPr/>
            </p:nvSpPr>
            <p:spPr>
              <a:xfrm>
                <a:off x="624205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g478">
                <a:extLst>
                  <a:ext uri="{FF2B5EF4-FFF2-40B4-BE49-F238E27FC236}">
                    <a16:creationId xmlns:a16="http://schemas.microsoft.com/office/drawing/2014/main" id="{B789DD14-8BCA-1D5E-5204-2E64D4A0CD78}"/>
                  </a:ext>
                </a:extLst>
              </p:cNvPr>
              <p:cNvSpPr/>
              <p:nvPr/>
            </p:nvSpPr>
            <p:spPr>
              <a:xfrm>
                <a:off x="625369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g479">
                <a:extLst>
                  <a:ext uri="{FF2B5EF4-FFF2-40B4-BE49-F238E27FC236}">
                    <a16:creationId xmlns:a16="http://schemas.microsoft.com/office/drawing/2014/main" id="{9365C092-0E0C-73CB-D612-B0FBEBBDAAB9}"/>
                  </a:ext>
                </a:extLst>
              </p:cNvPr>
              <p:cNvSpPr/>
              <p:nvPr/>
            </p:nvSpPr>
            <p:spPr>
              <a:xfrm>
                <a:off x="626532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g480">
                <a:extLst>
                  <a:ext uri="{FF2B5EF4-FFF2-40B4-BE49-F238E27FC236}">
                    <a16:creationId xmlns:a16="http://schemas.microsoft.com/office/drawing/2014/main" id="{0D969AD7-B6EA-E3E8-FD77-D387E3F53B66}"/>
                  </a:ext>
                </a:extLst>
              </p:cNvPr>
              <p:cNvSpPr/>
              <p:nvPr/>
            </p:nvSpPr>
            <p:spPr>
              <a:xfrm>
                <a:off x="627696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g481">
                <a:extLst>
                  <a:ext uri="{FF2B5EF4-FFF2-40B4-BE49-F238E27FC236}">
                    <a16:creationId xmlns:a16="http://schemas.microsoft.com/office/drawing/2014/main" id="{54E1353F-304F-BA60-0466-523899F5BC04}"/>
                  </a:ext>
                </a:extLst>
              </p:cNvPr>
              <p:cNvSpPr/>
              <p:nvPr/>
            </p:nvSpPr>
            <p:spPr>
              <a:xfrm>
                <a:off x="628860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g482">
                <a:extLst>
                  <a:ext uri="{FF2B5EF4-FFF2-40B4-BE49-F238E27FC236}">
                    <a16:creationId xmlns:a16="http://schemas.microsoft.com/office/drawing/2014/main" id="{39B529F0-07EF-8B40-3202-62415CBCAC72}"/>
                  </a:ext>
                </a:extLst>
              </p:cNvPr>
              <p:cNvSpPr/>
              <p:nvPr/>
            </p:nvSpPr>
            <p:spPr>
              <a:xfrm>
                <a:off x="588129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1">
                  <a:alpha val="100000"/>
                </a:srgbClr>
              </a:solidFill>
              <a:ln w="5420" cap="flat">
                <a:solidFill>
                  <a:srgbClr val="3B3E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g483">
                <a:extLst>
                  <a:ext uri="{FF2B5EF4-FFF2-40B4-BE49-F238E27FC236}">
                    <a16:creationId xmlns:a16="http://schemas.microsoft.com/office/drawing/2014/main" id="{23719DD4-EF9D-95F9-189F-A80A210C4EAE}"/>
                  </a:ext>
                </a:extLst>
              </p:cNvPr>
              <p:cNvSpPr/>
              <p:nvPr/>
            </p:nvSpPr>
            <p:spPr>
              <a:xfrm>
                <a:off x="589293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g484">
                <a:extLst>
                  <a:ext uri="{FF2B5EF4-FFF2-40B4-BE49-F238E27FC236}">
                    <a16:creationId xmlns:a16="http://schemas.microsoft.com/office/drawing/2014/main" id="{0B4CC5E9-8707-0001-2C25-D37A9098DE54}"/>
                  </a:ext>
                </a:extLst>
              </p:cNvPr>
              <p:cNvSpPr/>
              <p:nvPr/>
            </p:nvSpPr>
            <p:spPr>
              <a:xfrm>
                <a:off x="590457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g485">
                <a:extLst>
                  <a:ext uri="{FF2B5EF4-FFF2-40B4-BE49-F238E27FC236}">
                    <a16:creationId xmlns:a16="http://schemas.microsoft.com/office/drawing/2014/main" id="{4EF16FE3-A7C9-CFB9-C381-41CD6DA6B892}"/>
                  </a:ext>
                </a:extLst>
              </p:cNvPr>
              <p:cNvSpPr/>
              <p:nvPr/>
            </p:nvSpPr>
            <p:spPr>
              <a:xfrm>
                <a:off x="591620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6">
                  <a:alpha val="100000"/>
                </a:srgbClr>
              </a:solidFill>
              <a:ln w="5420" cap="flat">
                <a:solidFill>
                  <a:srgbClr val="3C43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g486">
                <a:extLst>
                  <a:ext uri="{FF2B5EF4-FFF2-40B4-BE49-F238E27FC236}">
                    <a16:creationId xmlns:a16="http://schemas.microsoft.com/office/drawing/2014/main" id="{E5B951E8-4167-9C13-1AD8-4B9B2A117AB6}"/>
                  </a:ext>
                </a:extLst>
              </p:cNvPr>
              <p:cNvSpPr/>
              <p:nvPr/>
            </p:nvSpPr>
            <p:spPr>
              <a:xfrm>
                <a:off x="592784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g487">
                <a:extLst>
                  <a:ext uri="{FF2B5EF4-FFF2-40B4-BE49-F238E27FC236}">
                    <a16:creationId xmlns:a16="http://schemas.microsoft.com/office/drawing/2014/main" id="{D8DFA68D-65CD-67AD-00F2-DED4895FE70D}"/>
                  </a:ext>
                </a:extLst>
              </p:cNvPr>
              <p:cNvSpPr/>
              <p:nvPr/>
            </p:nvSpPr>
            <p:spPr>
              <a:xfrm>
                <a:off x="5939482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g488">
                <a:extLst>
                  <a:ext uri="{FF2B5EF4-FFF2-40B4-BE49-F238E27FC236}">
                    <a16:creationId xmlns:a16="http://schemas.microsoft.com/office/drawing/2014/main" id="{CF87400E-D870-B5D1-5F13-8D6A6864AD34}"/>
                  </a:ext>
                </a:extLst>
              </p:cNvPr>
              <p:cNvSpPr/>
              <p:nvPr/>
            </p:nvSpPr>
            <p:spPr>
              <a:xfrm>
                <a:off x="595112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g489">
                <a:extLst>
                  <a:ext uri="{FF2B5EF4-FFF2-40B4-BE49-F238E27FC236}">
                    <a16:creationId xmlns:a16="http://schemas.microsoft.com/office/drawing/2014/main" id="{C5374A63-F6C5-EC4C-BB8F-1A512DBBD33E}"/>
                  </a:ext>
                </a:extLst>
              </p:cNvPr>
              <p:cNvSpPr/>
              <p:nvPr/>
            </p:nvSpPr>
            <p:spPr>
              <a:xfrm>
                <a:off x="5962757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g490">
                <a:extLst>
                  <a:ext uri="{FF2B5EF4-FFF2-40B4-BE49-F238E27FC236}">
                    <a16:creationId xmlns:a16="http://schemas.microsoft.com/office/drawing/2014/main" id="{4D045F07-C2D7-47A3-B76C-8D9991124051}"/>
                  </a:ext>
                </a:extLst>
              </p:cNvPr>
              <p:cNvSpPr/>
              <p:nvPr/>
            </p:nvSpPr>
            <p:spPr>
              <a:xfrm>
                <a:off x="597439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F">
                  <a:alpha val="100000"/>
                </a:srgbClr>
              </a:solidFill>
              <a:ln w="5420" cap="flat">
                <a:solidFill>
                  <a:srgbClr val="3C48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g491">
                <a:extLst>
                  <a:ext uri="{FF2B5EF4-FFF2-40B4-BE49-F238E27FC236}">
                    <a16:creationId xmlns:a16="http://schemas.microsoft.com/office/drawing/2014/main" id="{90BC5FEA-10AF-BAAA-B244-20C2686E73DE}"/>
                  </a:ext>
                </a:extLst>
              </p:cNvPr>
              <p:cNvSpPr/>
              <p:nvPr/>
            </p:nvSpPr>
            <p:spPr>
              <a:xfrm>
                <a:off x="5986032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g492">
                <a:extLst>
                  <a:ext uri="{FF2B5EF4-FFF2-40B4-BE49-F238E27FC236}">
                    <a16:creationId xmlns:a16="http://schemas.microsoft.com/office/drawing/2014/main" id="{645D908F-913A-F229-5FA6-F798071F0270}"/>
                  </a:ext>
                </a:extLst>
              </p:cNvPr>
              <p:cNvSpPr/>
              <p:nvPr/>
            </p:nvSpPr>
            <p:spPr>
              <a:xfrm>
                <a:off x="5997669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g493">
                <a:extLst>
                  <a:ext uri="{FF2B5EF4-FFF2-40B4-BE49-F238E27FC236}">
                    <a16:creationId xmlns:a16="http://schemas.microsoft.com/office/drawing/2014/main" id="{4BE15C33-183D-4630-E51F-7BE1BBAED007}"/>
                  </a:ext>
                </a:extLst>
              </p:cNvPr>
              <p:cNvSpPr/>
              <p:nvPr/>
            </p:nvSpPr>
            <p:spPr>
              <a:xfrm>
                <a:off x="600930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g494">
                <a:extLst>
                  <a:ext uri="{FF2B5EF4-FFF2-40B4-BE49-F238E27FC236}">
                    <a16:creationId xmlns:a16="http://schemas.microsoft.com/office/drawing/2014/main" id="{2C26CB9E-9F09-6980-5157-D05C13588ED5}"/>
                  </a:ext>
                </a:extLst>
              </p:cNvPr>
              <p:cNvSpPr/>
              <p:nvPr/>
            </p:nvSpPr>
            <p:spPr>
              <a:xfrm>
                <a:off x="602094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g495">
                <a:extLst>
                  <a:ext uri="{FF2B5EF4-FFF2-40B4-BE49-F238E27FC236}">
                    <a16:creationId xmlns:a16="http://schemas.microsoft.com/office/drawing/2014/main" id="{292D8F8F-106F-5EBA-3C55-BFD7AA58C771}"/>
                  </a:ext>
                </a:extLst>
              </p:cNvPr>
              <p:cNvSpPr/>
              <p:nvPr/>
            </p:nvSpPr>
            <p:spPr>
              <a:xfrm>
                <a:off x="6032581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g496">
                <a:extLst>
                  <a:ext uri="{FF2B5EF4-FFF2-40B4-BE49-F238E27FC236}">
                    <a16:creationId xmlns:a16="http://schemas.microsoft.com/office/drawing/2014/main" id="{A49CA68A-1BDF-9D6F-DBAF-2AB3C9FF4F1A}"/>
                  </a:ext>
                </a:extLst>
              </p:cNvPr>
              <p:cNvSpPr/>
              <p:nvPr/>
            </p:nvSpPr>
            <p:spPr>
              <a:xfrm>
                <a:off x="604421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g497">
                <a:extLst>
                  <a:ext uri="{FF2B5EF4-FFF2-40B4-BE49-F238E27FC236}">
                    <a16:creationId xmlns:a16="http://schemas.microsoft.com/office/drawing/2014/main" id="{ED9AA39C-9549-908D-95BB-1AFD96A6AD29}"/>
                  </a:ext>
                </a:extLst>
              </p:cNvPr>
              <p:cNvSpPr/>
              <p:nvPr/>
            </p:nvSpPr>
            <p:spPr>
              <a:xfrm>
                <a:off x="605585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g498">
                <a:extLst>
                  <a:ext uri="{FF2B5EF4-FFF2-40B4-BE49-F238E27FC236}">
                    <a16:creationId xmlns:a16="http://schemas.microsoft.com/office/drawing/2014/main" id="{A5F07645-BB95-F9B4-3BE6-E3AAD67E3687}"/>
                  </a:ext>
                </a:extLst>
              </p:cNvPr>
              <p:cNvSpPr/>
              <p:nvPr/>
            </p:nvSpPr>
            <p:spPr>
              <a:xfrm>
                <a:off x="606749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g499">
                <a:extLst>
                  <a:ext uri="{FF2B5EF4-FFF2-40B4-BE49-F238E27FC236}">
                    <a16:creationId xmlns:a16="http://schemas.microsoft.com/office/drawing/2014/main" id="{042169BF-8B46-B09C-B70C-ECBFA78B2028}"/>
                  </a:ext>
                </a:extLst>
              </p:cNvPr>
              <p:cNvSpPr/>
              <p:nvPr/>
            </p:nvSpPr>
            <p:spPr>
              <a:xfrm>
                <a:off x="607913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g500">
                <a:extLst>
                  <a:ext uri="{FF2B5EF4-FFF2-40B4-BE49-F238E27FC236}">
                    <a16:creationId xmlns:a16="http://schemas.microsoft.com/office/drawing/2014/main" id="{E475B77F-5927-5D37-548E-008ACEE6A35D}"/>
                  </a:ext>
                </a:extLst>
              </p:cNvPr>
              <p:cNvSpPr/>
              <p:nvPr/>
            </p:nvSpPr>
            <p:spPr>
              <a:xfrm>
                <a:off x="609076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g501">
                <a:extLst>
                  <a:ext uri="{FF2B5EF4-FFF2-40B4-BE49-F238E27FC236}">
                    <a16:creationId xmlns:a16="http://schemas.microsoft.com/office/drawing/2014/main" id="{0AA6A08E-621F-DAFA-91D4-DBE66F32E296}"/>
                  </a:ext>
                </a:extLst>
              </p:cNvPr>
              <p:cNvSpPr/>
              <p:nvPr/>
            </p:nvSpPr>
            <p:spPr>
              <a:xfrm>
                <a:off x="610240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g502">
                <a:extLst>
                  <a:ext uri="{FF2B5EF4-FFF2-40B4-BE49-F238E27FC236}">
                    <a16:creationId xmlns:a16="http://schemas.microsoft.com/office/drawing/2014/main" id="{BB73192C-7EC9-2C76-0C8A-224ED8531E82}"/>
                  </a:ext>
                </a:extLst>
              </p:cNvPr>
              <p:cNvSpPr/>
              <p:nvPr/>
            </p:nvSpPr>
            <p:spPr>
              <a:xfrm>
                <a:off x="6172229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g503">
                <a:extLst>
                  <a:ext uri="{FF2B5EF4-FFF2-40B4-BE49-F238E27FC236}">
                    <a16:creationId xmlns:a16="http://schemas.microsoft.com/office/drawing/2014/main" id="{F85D0740-5095-E269-600E-5F28E12A92AC}"/>
                  </a:ext>
                </a:extLst>
              </p:cNvPr>
              <p:cNvSpPr/>
              <p:nvPr/>
            </p:nvSpPr>
            <p:spPr>
              <a:xfrm>
                <a:off x="618386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g504">
                <a:extLst>
                  <a:ext uri="{FF2B5EF4-FFF2-40B4-BE49-F238E27FC236}">
                    <a16:creationId xmlns:a16="http://schemas.microsoft.com/office/drawing/2014/main" id="{30605A1F-A9C8-708B-74A5-ED31018EDA57}"/>
                  </a:ext>
                </a:extLst>
              </p:cNvPr>
              <p:cNvSpPr/>
              <p:nvPr/>
            </p:nvSpPr>
            <p:spPr>
              <a:xfrm>
                <a:off x="619550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g505">
                <a:extLst>
                  <a:ext uri="{FF2B5EF4-FFF2-40B4-BE49-F238E27FC236}">
                    <a16:creationId xmlns:a16="http://schemas.microsoft.com/office/drawing/2014/main" id="{2036E281-F215-C9CC-D63E-14638CA4105D}"/>
                  </a:ext>
                </a:extLst>
              </p:cNvPr>
              <p:cNvSpPr/>
              <p:nvPr/>
            </p:nvSpPr>
            <p:spPr>
              <a:xfrm>
                <a:off x="6207141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g506">
                <a:extLst>
                  <a:ext uri="{FF2B5EF4-FFF2-40B4-BE49-F238E27FC236}">
                    <a16:creationId xmlns:a16="http://schemas.microsoft.com/office/drawing/2014/main" id="{BEAF1EEF-472C-2975-9573-4CBF3AB8602D}"/>
                  </a:ext>
                </a:extLst>
              </p:cNvPr>
              <p:cNvSpPr/>
              <p:nvPr/>
            </p:nvSpPr>
            <p:spPr>
              <a:xfrm>
                <a:off x="621877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g507">
                <a:extLst>
                  <a:ext uri="{FF2B5EF4-FFF2-40B4-BE49-F238E27FC236}">
                    <a16:creationId xmlns:a16="http://schemas.microsoft.com/office/drawing/2014/main" id="{52AAB258-8B90-93C0-A428-04ABF56F5D2A}"/>
                  </a:ext>
                </a:extLst>
              </p:cNvPr>
              <p:cNvSpPr/>
              <p:nvPr/>
            </p:nvSpPr>
            <p:spPr>
              <a:xfrm>
                <a:off x="623041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g508">
                <a:extLst>
                  <a:ext uri="{FF2B5EF4-FFF2-40B4-BE49-F238E27FC236}">
                    <a16:creationId xmlns:a16="http://schemas.microsoft.com/office/drawing/2014/main" id="{5947B2C7-CA4F-2750-944E-C60D63B643C0}"/>
                  </a:ext>
                </a:extLst>
              </p:cNvPr>
              <p:cNvSpPr/>
              <p:nvPr/>
            </p:nvSpPr>
            <p:spPr>
              <a:xfrm>
                <a:off x="624205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g509">
                <a:extLst>
                  <a:ext uri="{FF2B5EF4-FFF2-40B4-BE49-F238E27FC236}">
                    <a16:creationId xmlns:a16="http://schemas.microsoft.com/office/drawing/2014/main" id="{01DB4FD5-405B-7EBA-3901-6479A314ABB4}"/>
                  </a:ext>
                </a:extLst>
              </p:cNvPr>
              <p:cNvSpPr/>
              <p:nvPr/>
            </p:nvSpPr>
            <p:spPr>
              <a:xfrm>
                <a:off x="625369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g510">
                <a:extLst>
                  <a:ext uri="{FF2B5EF4-FFF2-40B4-BE49-F238E27FC236}">
                    <a16:creationId xmlns:a16="http://schemas.microsoft.com/office/drawing/2014/main" id="{40F8A5B0-E9EE-DA93-6656-88571EAA45BC}"/>
                  </a:ext>
                </a:extLst>
              </p:cNvPr>
              <p:cNvSpPr/>
              <p:nvPr/>
            </p:nvSpPr>
            <p:spPr>
              <a:xfrm>
                <a:off x="626532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g511">
                <a:extLst>
                  <a:ext uri="{FF2B5EF4-FFF2-40B4-BE49-F238E27FC236}">
                    <a16:creationId xmlns:a16="http://schemas.microsoft.com/office/drawing/2014/main" id="{CD4089A9-C69F-F5BA-7426-776F998E0C57}"/>
                  </a:ext>
                </a:extLst>
              </p:cNvPr>
              <p:cNvSpPr/>
              <p:nvPr/>
            </p:nvSpPr>
            <p:spPr>
              <a:xfrm>
                <a:off x="627696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g512">
                <a:extLst>
                  <a:ext uri="{FF2B5EF4-FFF2-40B4-BE49-F238E27FC236}">
                    <a16:creationId xmlns:a16="http://schemas.microsoft.com/office/drawing/2014/main" id="{D0E1C937-DDAC-B0B3-8AC8-841BD25838BA}"/>
                  </a:ext>
                </a:extLst>
              </p:cNvPr>
              <p:cNvSpPr/>
              <p:nvPr/>
            </p:nvSpPr>
            <p:spPr>
              <a:xfrm>
                <a:off x="586965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g513">
                <a:extLst>
                  <a:ext uri="{FF2B5EF4-FFF2-40B4-BE49-F238E27FC236}">
                    <a16:creationId xmlns:a16="http://schemas.microsoft.com/office/drawing/2014/main" id="{CF3E5789-83B5-FAE2-32E8-DC43D1FD4C4F}"/>
                  </a:ext>
                </a:extLst>
              </p:cNvPr>
              <p:cNvSpPr/>
              <p:nvPr/>
            </p:nvSpPr>
            <p:spPr>
              <a:xfrm>
                <a:off x="588129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g514">
                <a:extLst>
                  <a:ext uri="{FF2B5EF4-FFF2-40B4-BE49-F238E27FC236}">
                    <a16:creationId xmlns:a16="http://schemas.microsoft.com/office/drawing/2014/main" id="{F74A7CF8-EE48-B679-4FCA-4A248923067E}"/>
                  </a:ext>
                </a:extLst>
              </p:cNvPr>
              <p:cNvSpPr/>
              <p:nvPr/>
            </p:nvSpPr>
            <p:spPr>
              <a:xfrm>
                <a:off x="589293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g515">
                <a:extLst>
                  <a:ext uri="{FF2B5EF4-FFF2-40B4-BE49-F238E27FC236}">
                    <a16:creationId xmlns:a16="http://schemas.microsoft.com/office/drawing/2014/main" id="{EA49DBFC-8EC2-3D98-2BA9-C63ABF7BCB2D}"/>
                  </a:ext>
                </a:extLst>
              </p:cNvPr>
              <p:cNvSpPr/>
              <p:nvPr/>
            </p:nvSpPr>
            <p:spPr>
              <a:xfrm>
                <a:off x="590457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g516">
                <a:extLst>
                  <a:ext uri="{FF2B5EF4-FFF2-40B4-BE49-F238E27FC236}">
                    <a16:creationId xmlns:a16="http://schemas.microsoft.com/office/drawing/2014/main" id="{A1610FB1-F295-1AAF-990C-458254FE885C}"/>
                  </a:ext>
                </a:extLst>
              </p:cNvPr>
              <p:cNvSpPr/>
              <p:nvPr/>
            </p:nvSpPr>
            <p:spPr>
              <a:xfrm>
                <a:off x="591620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5">
                  <a:alpha val="100000"/>
                </a:srgbClr>
              </a:solidFill>
              <a:ln w="5420" cap="flat">
                <a:solidFill>
                  <a:srgbClr val="3C41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g517">
                <a:extLst>
                  <a:ext uri="{FF2B5EF4-FFF2-40B4-BE49-F238E27FC236}">
                    <a16:creationId xmlns:a16="http://schemas.microsoft.com/office/drawing/2014/main" id="{B9EA5FB8-BA8F-2182-799C-27DBCDCC06DB}"/>
                  </a:ext>
                </a:extLst>
              </p:cNvPr>
              <p:cNvSpPr/>
              <p:nvPr/>
            </p:nvSpPr>
            <p:spPr>
              <a:xfrm>
                <a:off x="5927845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6">
                  <a:alpha val="100000"/>
                </a:srgbClr>
              </a:solidFill>
              <a:ln w="5420" cap="flat">
                <a:solidFill>
                  <a:srgbClr val="3C43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g518">
                <a:extLst>
                  <a:ext uri="{FF2B5EF4-FFF2-40B4-BE49-F238E27FC236}">
                    <a16:creationId xmlns:a16="http://schemas.microsoft.com/office/drawing/2014/main" id="{AE3D0A10-B8CE-8255-9203-CC9781BC6F01}"/>
                  </a:ext>
                </a:extLst>
              </p:cNvPr>
              <p:cNvSpPr/>
              <p:nvPr/>
            </p:nvSpPr>
            <p:spPr>
              <a:xfrm>
                <a:off x="5939482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g519">
                <a:extLst>
                  <a:ext uri="{FF2B5EF4-FFF2-40B4-BE49-F238E27FC236}">
                    <a16:creationId xmlns:a16="http://schemas.microsoft.com/office/drawing/2014/main" id="{B4FF6B7E-0938-C5F1-A927-AB68938D289A}"/>
                  </a:ext>
                </a:extLst>
              </p:cNvPr>
              <p:cNvSpPr/>
              <p:nvPr/>
            </p:nvSpPr>
            <p:spPr>
              <a:xfrm>
                <a:off x="595112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g520">
                <a:extLst>
                  <a:ext uri="{FF2B5EF4-FFF2-40B4-BE49-F238E27FC236}">
                    <a16:creationId xmlns:a16="http://schemas.microsoft.com/office/drawing/2014/main" id="{985FCF22-8100-0856-0838-0BD6ADAE3A35}"/>
                  </a:ext>
                </a:extLst>
              </p:cNvPr>
              <p:cNvSpPr/>
              <p:nvPr/>
            </p:nvSpPr>
            <p:spPr>
              <a:xfrm>
                <a:off x="5962757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g521">
                <a:extLst>
                  <a:ext uri="{FF2B5EF4-FFF2-40B4-BE49-F238E27FC236}">
                    <a16:creationId xmlns:a16="http://schemas.microsoft.com/office/drawing/2014/main" id="{42261250-7647-87A5-A549-CD6ED3C481AE}"/>
                  </a:ext>
                </a:extLst>
              </p:cNvPr>
              <p:cNvSpPr/>
              <p:nvPr/>
            </p:nvSpPr>
            <p:spPr>
              <a:xfrm>
                <a:off x="597439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g522">
                <a:extLst>
                  <a:ext uri="{FF2B5EF4-FFF2-40B4-BE49-F238E27FC236}">
                    <a16:creationId xmlns:a16="http://schemas.microsoft.com/office/drawing/2014/main" id="{AE529A1E-362D-21EA-FE1B-309B7635FE3D}"/>
                  </a:ext>
                </a:extLst>
              </p:cNvPr>
              <p:cNvSpPr/>
              <p:nvPr/>
            </p:nvSpPr>
            <p:spPr>
              <a:xfrm>
                <a:off x="5986032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g523">
                <a:extLst>
                  <a:ext uri="{FF2B5EF4-FFF2-40B4-BE49-F238E27FC236}">
                    <a16:creationId xmlns:a16="http://schemas.microsoft.com/office/drawing/2014/main" id="{4E5C3C91-71C2-E448-0B9A-BC6FF8823AC6}"/>
                  </a:ext>
                </a:extLst>
              </p:cNvPr>
              <p:cNvSpPr/>
              <p:nvPr/>
            </p:nvSpPr>
            <p:spPr>
              <a:xfrm>
                <a:off x="5997669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g524">
                <a:extLst>
                  <a:ext uri="{FF2B5EF4-FFF2-40B4-BE49-F238E27FC236}">
                    <a16:creationId xmlns:a16="http://schemas.microsoft.com/office/drawing/2014/main" id="{13A4E95D-1F52-1EE7-688A-2D2FCE910A2C}"/>
                  </a:ext>
                </a:extLst>
              </p:cNvPr>
              <p:cNvSpPr/>
              <p:nvPr/>
            </p:nvSpPr>
            <p:spPr>
              <a:xfrm>
                <a:off x="600930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g525">
                <a:extLst>
                  <a:ext uri="{FF2B5EF4-FFF2-40B4-BE49-F238E27FC236}">
                    <a16:creationId xmlns:a16="http://schemas.microsoft.com/office/drawing/2014/main" id="{40E6B55D-51F5-43C8-ABB4-D17B3BF7BEE4}"/>
                  </a:ext>
                </a:extLst>
              </p:cNvPr>
              <p:cNvSpPr/>
              <p:nvPr/>
            </p:nvSpPr>
            <p:spPr>
              <a:xfrm>
                <a:off x="602094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g526">
                <a:extLst>
                  <a:ext uri="{FF2B5EF4-FFF2-40B4-BE49-F238E27FC236}">
                    <a16:creationId xmlns:a16="http://schemas.microsoft.com/office/drawing/2014/main" id="{9D847BC0-7050-1254-7992-6DA53B618FB7}"/>
                  </a:ext>
                </a:extLst>
              </p:cNvPr>
              <p:cNvSpPr/>
              <p:nvPr/>
            </p:nvSpPr>
            <p:spPr>
              <a:xfrm>
                <a:off x="6032581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g527">
                <a:extLst>
                  <a:ext uri="{FF2B5EF4-FFF2-40B4-BE49-F238E27FC236}">
                    <a16:creationId xmlns:a16="http://schemas.microsoft.com/office/drawing/2014/main" id="{7869ABAC-4015-2E36-CF38-CB8D671418D0}"/>
                  </a:ext>
                </a:extLst>
              </p:cNvPr>
              <p:cNvSpPr/>
              <p:nvPr/>
            </p:nvSpPr>
            <p:spPr>
              <a:xfrm>
                <a:off x="604421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g528">
                <a:extLst>
                  <a:ext uri="{FF2B5EF4-FFF2-40B4-BE49-F238E27FC236}">
                    <a16:creationId xmlns:a16="http://schemas.microsoft.com/office/drawing/2014/main" id="{52AF80E7-BBE0-249A-A9AA-EC14F029AE95}"/>
                  </a:ext>
                </a:extLst>
              </p:cNvPr>
              <p:cNvSpPr/>
              <p:nvPr/>
            </p:nvSpPr>
            <p:spPr>
              <a:xfrm>
                <a:off x="605585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g529">
                <a:extLst>
                  <a:ext uri="{FF2B5EF4-FFF2-40B4-BE49-F238E27FC236}">
                    <a16:creationId xmlns:a16="http://schemas.microsoft.com/office/drawing/2014/main" id="{3D328239-6BC7-DF6F-A9BB-B17C8EEC2A84}"/>
                  </a:ext>
                </a:extLst>
              </p:cNvPr>
              <p:cNvSpPr/>
              <p:nvPr/>
            </p:nvSpPr>
            <p:spPr>
              <a:xfrm>
                <a:off x="606749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g530">
                <a:extLst>
                  <a:ext uri="{FF2B5EF4-FFF2-40B4-BE49-F238E27FC236}">
                    <a16:creationId xmlns:a16="http://schemas.microsoft.com/office/drawing/2014/main" id="{991F56AC-7FE9-1312-14ED-3CB2F9373603}"/>
                  </a:ext>
                </a:extLst>
              </p:cNvPr>
              <p:cNvSpPr/>
              <p:nvPr/>
            </p:nvSpPr>
            <p:spPr>
              <a:xfrm>
                <a:off x="607913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g531">
                <a:extLst>
                  <a:ext uri="{FF2B5EF4-FFF2-40B4-BE49-F238E27FC236}">
                    <a16:creationId xmlns:a16="http://schemas.microsoft.com/office/drawing/2014/main" id="{66B2B0A6-32F9-CBE8-F705-3BDE454DF98E}"/>
                  </a:ext>
                </a:extLst>
              </p:cNvPr>
              <p:cNvSpPr/>
              <p:nvPr/>
            </p:nvSpPr>
            <p:spPr>
              <a:xfrm>
                <a:off x="609076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g532">
                <a:extLst>
                  <a:ext uri="{FF2B5EF4-FFF2-40B4-BE49-F238E27FC236}">
                    <a16:creationId xmlns:a16="http://schemas.microsoft.com/office/drawing/2014/main" id="{C8DE1115-491D-1273-1D97-612AF2D1E1BC}"/>
                  </a:ext>
                </a:extLst>
              </p:cNvPr>
              <p:cNvSpPr/>
              <p:nvPr/>
            </p:nvSpPr>
            <p:spPr>
              <a:xfrm>
                <a:off x="6172229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g533">
                <a:extLst>
                  <a:ext uri="{FF2B5EF4-FFF2-40B4-BE49-F238E27FC236}">
                    <a16:creationId xmlns:a16="http://schemas.microsoft.com/office/drawing/2014/main" id="{3E0735C5-02BA-EC34-33FD-9C727993EE55}"/>
                  </a:ext>
                </a:extLst>
              </p:cNvPr>
              <p:cNvSpPr/>
              <p:nvPr/>
            </p:nvSpPr>
            <p:spPr>
              <a:xfrm>
                <a:off x="618386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g534">
                <a:extLst>
                  <a:ext uri="{FF2B5EF4-FFF2-40B4-BE49-F238E27FC236}">
                    <a16:creationId xmlns:a16="http://schemas.microsoft.com/office/drawing/2014/main" id="{E67F8594-8229-612C-4F8F-221447CE7A22}"/>
                  </a:ext>
                </a:extLst>
              </p:cNvPr>
              <p:cNvSpPr/>
              <p:nvPr/>
            </p:nvSpPr>
            <p:spPr>
              <a:xfrm>
                <a:off x="619550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g535">
                <a:extLst>
                  <a:ext uri="{FF2B5EF4-FFF2-40B4-BE49-F238E27FC236}">
                    <a16:creationId xmlns:a16="http://schemas.microsoft.com/office/drawing/2014/main" id="{B26E8A45-A557-93D5-8EE9-CF65CF7BE0A8}"/>
                  </a:ext>
                </a:extLst>
              </p:cNvPr>
              <p:cNvSpPr/>
              <p:nvPr/>
            </p:nvSpPr>
            <p:spPr>
              <a:xfrm>
                <a:off x="6207141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g536">
                <a:extLst>
                  <a:ext uri="{FF2B5EF4-FFF2-40B4-BE49-F238E27FC236}">
                    <a16:creationId xmlns:a16="http://schemas.microsoft.com/office/drawing/2014/main" id="{4BA6055A-C1DC-32E1-7CE6-283D0A714ABF}"/>
                  </a:ext>
                </a:extLst>
              </p:cNvPr>
              <p:cNvSpPr/>
              <p:nvPr/>
            </p:nvSpPr>
            <p:spPr>
              <a:xfrm>
                <a:off x="621877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g537">
                <a:extLst>
                  <a:ext uri="{FF2B5EF4-FFF2-40B4-BE49-F238E27FC236}">
                    <a16:creationId xmlns:a16="http://schemas.microsoft.com/office/drawing/2014/main" id="{A8C7B476-81CD-9600-705D-8BA125F0B4A9}"/>
                  </a:ext>
                </a:extLst>
              </p:cNvPr>
              <p:cNvSpPr/>
              <p:nvPr/>
            </p:nvSpPr>
            <p:spPr>
              <a:xfrm>
                <a:off x="623041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g538">
                <a:extLst>
                  <a:ext uri="{FF2B5EF4-FFF2-40B4-BE49-F238E27FC236}">
                    <a16:creationId xmlns:a16="http://schemas.microsoft.com/office/drawing/2014/main" id="{8DA537A8-E564-0F63-E2B2-3F14FECA6A8E}"/>
                  </a:ext>
                </a:extLst>
              </p:cNvPr>
              <p:cNvSpPr/>
              <p:nvPr/>
            </p:nvSpPr>
            <p:spPr>
              <a:xfrm>
                <a:off x="624205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g539">
                <a:extLst>
                  <a:ext uri="{FF2B5EF4-FFF2-40B4-BE49-F238E27FC236}">
                    <a16:creationId xmlns:a16="http://schemas.microsoft.com/office/drawing/2014/main" id="{0E7428CD-31F7-5F42-BB50-7D4CC55A7EC4}"/>
                  </a:ext>
                </a:extLst>
              </p:cNvPr>
              <p:cNvSpPr/>
              <p:nvPr/>
            </p:nvSpPr>
            <p:spPr>
              <a:xfrm>
                <a:off x="625369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g540">
                <a:extLst>
                  <a:ext uri="{FF2B5EF4-FFF2-40B4-BE49-F238E27FC236}">
                    <a16:creationId xmlns:a16="http://schemas.microsoft.com/office/drawing/2014/main" id="{0DBC5868-EBE1-C7D1-1C4E-5A181A8B1E7C}"/>
                  </a:ext>
                </a:extLst>
              </p:cNvPr>
              <p:cNvSpPr/>
              <p:nvPr/>
            </p:nvSpPr>
            <p:spPr>
              <a:xfrm>
                <a:off x="586965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g541">
                <a:extLst>
                  <a:ext uri="{FF2B5EF4-FFF2-40B4-BE49-F238E27FC236}">
                    <a16:creationId xmlns:a16="http://schemas.microsoft.com/office/drawing/2014/main" id="{F685696F-5B9E-6BE8-6507-7ACD3D8AE326}"/>
                  </a:ext>
                </a:extLst>
              </p:cNvPr>
              <p:cNvSpPr/>
              <p:nvPr/>
            </p:nvSpPr>
            <p:spPr>
              <a:xfrm>
                <a:off x="588129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g542">
                <a:extLst>
                  <a:ext uri="{FF2B5EF4-FFF2-40B4-BE49-F238E27FC236}">
                    <a16:creationId xmlns:a16="http://schemas.microsoft.com/office/drawing/2014/main" id="{8A354DF8-5D9E-3274-B370-E11A3E9D5C37}"/>
                  </a:ext>
                </a:extLst>
              </p:cNvPr>
              <p:cNvSpPr/>
              <p:nvPr/>
            </p:nvSpPr>
            <p:spPr>
              <a:xfrm>
                <a:off x="5892933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g543">
                <a:extLst>
                  <a:ext uri="{FF2B5EF4-FFF2-40B4-BE49-F238E27FC236}">
                    <a16:creationId xmlns:a16="http://schemas.microsoft.com/office/drawing/2014/main" id="{4BB592AD-DB25-8C9B-84E9-1E0F43B9237C}"/>
                  </a:ext>
                </a:extLst>
              </p:cNvPr>
              <p:cNvSpPr/>
              <p:nvPr/>
            </p:nvSpPr>
            <p:spPr>
              <a:xfrm>
                <a:off x="5904570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g544">
                <a:extLst>
                  <a:ext uri="{FF2B5EF4-FFF2-40B4-BE49-F238E27FC236}">
                    <a16:creationId xmlns:a16="http://schemas.microsoft.com/office/drawing/2014/main" id="{E12CCE68-FCAE-43CD-CA8E-99618DEBA6A0}"/>
                  </a:ext>
                </a:extLst>
              </p:cNvPr>
              <p:cNvSpPr/>
              <p:nvPr/>
            </p:nvSpPr>
            <p:spPr>
              <a:xfrm>
                <a:off x="591620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g545">
                <a:extLst>
                  <a:ext uri="{FF2B5EF4-FFF2-40B4-BE49-F238E27FC236}">
                    <a16:creationId xmlns:a16="http://schemas.microsoft.com/office/drawing/2014/main" id="{5E685108-7237-C8F7-684F-01EDECB61276}"/>
                  </a:ext>
                </a:extLst>
              </p:cNvPr>
              <p:cNvSpPr/>
              <p:nvPr/>
            </p:nvSpPr>
            <p:spPr>
              <a:xfrm>
                <a:off x="5927845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g546">
                <a:extLst>
                  <a:ext uri="{FF2B5EF4-FFF2-40B4-BE49-F238E27FC236}">
                    <a16:creationId xmlns:a16="http://schemas.microsoft.com/office/drawing/2014/main" id="{CBD629EF-FE72-A49C-9065-9C62453457D0}"/>
                  </a:ext>
                </a:extLst>
              </p:cNvPr>
              <p:cNvSpPr/>
              <p:nvPr/>
            </p:nvSpPr>
            <p:spPr>
              <a:xfrm>
                <a:off x="5939482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g547">
                <a:extLst>
                  <a:ext uri="{FF2B5EF4-FFF2-40B4-BE49-F238E27FC236}">
                    <a16:creationId xmlns:a16="http://schemas.microsoft.com/office/drawing/2014/main" id="{15D83217-235B-007C-7D3A-9074158FB899}"/>
                  </a:ext>
                </a:extLst>
              </p:cNvPr>
              <p:cNvSpPr/>
              <p:nvPr/>
            </p:nvSpPr>
            <p:spPr>
              <a:xfrm>
                <a:off x="5951120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g548">
                <a:extLst>
                  <a:ext uri="{FF2B5EF4-FFF2-40B4-BE49-F238E27FC236}">
                    <a16:creationId xmlns:a16="http://schemas.microsoft.com/office/drawing/2014/main" id="{CD80F5C5-0A7A-EEBC-E987-BE6ED821BA05}"/>
                  </a:ext>
                </a:extLst>
              </p:cNvPr>
              <p:cNvSpPr/>
              <p:nvPr/>
            </p:nvSpPr>
            <p:spPr>
              <a:xfrm>
                <a:off x="5962757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g549">
                <a:extLst>
                  <a:ext uri="{FF2B5EF4-FFF2-40B4-BE49-F238E27FC236}">
                    <a16:creationId xmlns:a16="http://schemas.microsoft.com/office/drawing/2014/main" id="{41D0FFC6-130C-0AC8-97F0-C0311EDEE38A}"/>
                  </a:ext>
                </a:extLst>
              </p:cNvPr>
              <p:cNvSpPr/>
              <p:nvPr/>
            </p:nvSpPr>
            <p:spPr>
              <a:xfrm>
                <a:off x="597439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g550">
                <a:extLst>
                  <a:ext uri="{FF2B5EF4-FFF2-40B4-BE49-F238E27FC236}">
                    <a16:creationId xmlns:a16="http://schemas.microsoft.com/office/drawing/2014/main" id="{FCF8CFCE-7E8A-E28E-5948-6A2C5D9EC204}"/>
                  </a:ext>
                </a:extLst>
              </p:cNvPr>
              <p:cNvSpPr/>
              <p:nvPr/>
            </p:nvSpPr>
            <p:spPr>
              <a:xfrm>
                <a:off x="5986032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g551">
                <a:extLst>
                  <a:ext uri="{FF2B5EF4-FFF2-40B4-BE49-F238E27FC236}">
                    <a16:creationId xmlns:a16="http://schemas.microsoft.com/office/drawing/2014/main" id="{7FBC0D33-02AB-83D5-D652-428F2D0FFC88}"/>
                  </a:ext>
                </a:extLst>
              </p:cNvPr>
              <p:cNvSpPr/>
              <p:nvPr/>
            </p:nvSpPr>
            <p:spPr>
              <a:xfrm>
                <a:off x="5997669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g552">
                <a:extLst>
                  <a:ext uri="{FF2B5EF4-FFF2-40B4-BE49-F238E27FC236}">
                    <a16:creationId xmlns:a16="http://schemas.microsoft.com/office/drawing/2014/main" id="{824859E3-8DCC-5E07-34FC-4FA217FDF7A0}"/>
                  </a:ext>
                </a:extLst>
              </p:cNvPr>
              <p:cNvSpPr/>
              <p:nvPr/>
            </p:nvSpPr>
            <p:spPr>
              <a:xfrm>
                <a:off x="600930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g553">
                <a:extLst>
                  <a:ext uri="{FF2B5EF4-FFF2-40B4-BE49-F238E27FC236}">
                    <a16:creationId xmlns:a16="http://schemas.microsoft.com/office/drawing/2014/main" id="{305FFAC4-F85F-0429-D600-C173132A63C6}"/>
                  </a:ext>
                </a:extLst>
              </p:cNvPr>
              <p:cNvSpPr/>
              <p:nvPr/>
            </p:nvSpPr>
            <p:spPr>
              <a:xfrm>
                <a:off x="602094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g554">
                <a:extLst>
                  <a:ext uri="{FF2B5EF4-FFF2-40B4-BE49-F238E27FC236}">
                    <a16:creationId xmlns:a16="http://schemas.microsoft.com/office/drawing/2014/main" id="{722308E0-1923-F729-77AC-DB4BBA99F685}"/>
                  </a:ext>
                </a:extLst>
              </p:cNvPr>
              <p:cNvSpPr/>
              <p:nvPr/>
            </p:nvSpPr>
            <p:spPr>
              <a:xfrm>
                <a:off x="6032581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g555">
                <a:extLst>
                  <a:ext uri="{FF2B5EF4-FFF2-40B4-BE49-F238E27FC236}">
                    <a16:creationId xmlns:a16="http://schemas.microsoft.com/office/drawing/2014/main" id="{CA55A95A-7008-C030-A4E4-A6EF81AEE98B}"/>
                  </a:ext>
                </a:extLst>
              </p:cNvPr>
              <p:cNvSpPr/>
              <p:nvPr/>
            </p:nvSpPr>
            <p:spPr>
              <a:xfrm>
                <a:off x="604421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g556">
                <a:extLst>
                  <a:ext uri="{FF2B5EF4-FFF2-40B4-BE49-F238E27FC236}">
                    <a16:creationId xmlns:a16="http://schemas.microsoft.com/office/drawing/2014/main" id="{3A78FD42-E53A-C2DC-CC56-7A21E58ACC31}"/>
                  </a:ext>
                </a:extLst>
              </p:cNvPr>
              <p:cNvSpPr/>
              <p:nvPr/>
            </p:nvSpPr>
            <p:spPr>
              <a:xfrm>
                <a:off x="6172229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g557">
                <a:extLst>
                  <a:ext uri="{FF2B5EF4-FFF2-40B4-BE49-F238E27FC236}">
                    <a16:creationId xmlns:a16="http://schemas.microsoft.com/office/drawing/2014/main" id="{C14B7638-4495-19E8-9F20-E4CA5C5602C5}"/>
                  </a:ext>
                </a:extLst>
              </p:cNvPr>
              <p:cNvSpPr/>
              <p:nvPr/>
            </p:nvSpPr>
            <p:spPr>
              <a:xfrm>
                <a:off x="618386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g558">
                <a:extLst>
                  <a:ext uri="{FF2B5EF4-FFF2-40B4-BE49-F238E27FC236}">
                    <a16:creationId xmlns:a16="http://schemas.microsoft.com/office/drawing/2014/main" id="{F028C14F-75B7-4D0C-C7C3-528F9FD49361}"/>
                  </a:ext>
                </a:extLst>
              </p:cNvPr>
              <p:cNvSpPr/>
              <p:nvPr/>
            </p:nvSpPr>
            <p:spPr>
              <a:xfrm>
                <a:off x="619550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g559">
                <a:extLst>
                  <a:ext uri="{FF2B5EF4-FFF2-40B4-BE49-F238E27FC236}">
                    <a16:creationId xmlns:a16="http://schemas.microsoft.com/office/drawing/2014/main" id="{18F5C8C4-52A2-42A9-13CF-268DD4595B12}"/>
                  </a:ext>
                </a:extLst>
              </p:cNvPr>
              <p:cNvSpPr/>
              <p:nvPr/>
            </p:nvSpPr>
            <p:spPr>
              <a:xfrm>
                <a:off x="6207141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g560">
                <a:extLst>
                  <a:ext uri="{FF2B5EF4-FFF2-40B4-BE49-F238E27FC236}">
                    <a16:creationId xmlns:a16="http://schemas.microsoft.com/office/drawing/2014/main" id="{8CDD8A2D-068A-2387-7C1A-EDDC4BFF6DA8}"/>
                  </a:ext>
                </a:extLst>
              </p:cNvPr>
              <p:cNvSpPr/>
              <p:nvPr/>
            </p:nvSpPr>
            <p:spPr>
              <a:xfrm>
                <a:off x="621877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g561">
                <a:extLst>
                  <a:ext uri="{FF2B5EF4-FFF2-40B4-BE49-F238E27FC236}">
                    <a16:creationId xmlns:a16="http://schemas.microsoft.com/office/drawing/2014/main" id="{6904F39B-26B8-4383-A329-99CACD0E68D1}"/>
                  </a:ext>
                </a:extLst>
              </p:cNvPr>
              <p:cNvSpPr/>
              <p:nvPr/>
            </p:nvSpPr>
            <p:spPr>
              <a:xfrm>
                <a:off x="623041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g562">
                <a:extLst>
                  <a:ext uri="{FF2B5EF4-FFF2-40B4-BE49-F238E27FC236}">
                    <a16:creationId xmlns:a16="http://schemas.microsoft.com/office/drawing/2014/main" id="{9E7DD69B-E476-693D-C49F-FB02C8AC1302}"/>
                  </a:ext>
                </a:extLst>
              </p:cNvPr>
              <p:cNvSpPr/>
              <p:nvPr/>
            </p:nvSpPr>
            <p:spPr>
              <a:xfrm>
                <a:off x="5858021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g563">
                <a:extLst>
                  <a:ext uri="{FF2B5EF4-FFF2-40B4-BE49-F238E27FC236}">
                    <a16:creationId xmlns:a16="http://schemas.microsoft.com/office/drawing/2014/main" id="{91314719-771C-F150-374F-A304F2A043D2}"/>
                  </a:ext>
                </a:extLst>
              </p:cNvPr>
              <p:cNvSpPr/>
              <p:nvPr/>
            </p:nvSpPr>
            <p:spPr>
              <a:xfrm>
                <a:off x="586965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g564">
                <a:extLst>
                  <a:ext uri="{FF2B5EF4-FFF2-40B4-BE49-F238E27FC236}">
                    <a16:creationId xmlns:a16="http://schemas.microsoft.com/office/drawing/2014/main" id="{A652C09C-960D-21E5-AA14-186E08C0DAF5}"/>
                  </a:ext>
                </a:extLst>
              </p:cNvPr>
              <p:cNvSpPr/>
              <p:nvPr/>
            </p:nvSpPr>
            <p:spPr>
              <a:xfrm>
                <a:off x="588129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g565">
                <a:extLst>
                  <a:ext uri="{FF2B5EF4-FFF2-40B4-BE49-F238E27FC236}">
                    <a16:creationId xmlns:a16="http://schemas.microsoft.com/office/drawing/2014/main" id="{49D19AB0-9DA4-1FFA-222E-1697DC7DF0F8}"/>
                  </a:ext>
                </a:extLst>
              </p:cNvPr>
              <p:cNvSpPr/>
              <p:nvPr/>
            </p:nvSpPr>
            <p:spPr>
              <a:xfrm>
                <a:off x="5892933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g566">
                <a:extLst>
                  <a:ext uri="{FF2B5EF4-FFF2-40B4-BE49-F238E27FC236}">
                    <a16:creationId xmlns:a16="http://schemas.microsoft.com/office/drawing/2014/main" id="{AEC830AF-56C3-3A61-BD51-557359C475C8}"/>
                  </a:ext>
                </a:extLst>
              </p:cNvPr>
              <p:cNvSpPr/>
              <p:nvPr/>
            </p:nvSpPr>
            <p:spPr>
              <a:xfrm>
                <a:off x="5904570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g567">
                <a:extLst>
                  <a:ext uri="{FF2B5EF4-FFF2-40B4-BE49-F238E27FC236}">
                    <a16:creationId xmlns:a16="http://schemas.microsoft.com/office/drawing/2014/main" id="{5232C03F-010C-A46A-5BE2-A96CD666E43E}"/>
                  </a:ext>
                </a:extLst>
              </p:cNvPr>
              <p:cNvSpPr/>
              <p:nvPr/>
            </p:nvSpPr>
            <p:spPr>
              <a:xfrm>
                <a:off x="591620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g568">
                <a:extLst>
                  <a:ext uri="{FF2B5EF4-FFF2-40B4-BE49-F238E27FC236}">
                    <a16:creationId xmlns:a16="http://schemas.microsoft.com/office/drawing/2014/main" id="{FBD2B9A4-A865-9501-DBB9-AE10B9150494}"/>
                  </a:ext>
                </a:extLst>
              </p:cNvPr>
              <p:cNvSpPr/>
              <p:nvPr/>
            </p:nvSpPr>
            <p:spPr>
              <a:xfrm>
                <a:off x="5927845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g569">
                <a:extLst>
                  <a:ext uri="{FF2B5EF4-FFF2-40B4-BE49-F238E27FC236}">
                    <a16:creationId xmlns:a16="http://schemas.microsoft.com/office/drawing/2014/main" id="{596AC792-F612-354F-1579-1ED011D74B69}"/>
                  </a:ext>
                </a:extLst>
              </p:cNvPr>
              <p:cNvSpPr/>
              <p:nvPr/>
            </p:nvSpPr>
            <p:spPr>
              <a:xfrm>
                <a:off x="593948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6">
                  <a:alpha val="100000"/>
                </a:srgbClr>
              </a:solidFill>
              <a:ln w="5420" cap="flat">
                <a:solidFill>
                  <a:srgbClr val="3C43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g570">
                <a:extLst>
                  <a:ext uri="{FF2B5EF4-FFF2-40B4-BE49-F238E27FC236}">
                    <a16:creationId xmlns:a16="http://schemas.microsoft.com/office/drawing/2014/main" id="{909C043A-9513-6AD0-B1E4-A1974B5CAB89}"/>
                  </a:ext>
                </a:extLst>
              </p:cNvPr>
              <p:cNvSpPr/>
              <p:nvPr/>
            </p:nvSpPr>
            <p:spPr>
              <a:xfrm>
                <a:off x="5951120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g571">
                <a:extLst>
                  <a:ext uri="{FF2B5EF4-FFF2-40B4-BE49-F238E27FC236}">
                    <a16:creationId xmlns:a16="http://schemas.microsoft.com/office/drawing/2014/main" id="{F85EE068-722D-1D15-79BC-0BD7D79EC50F}"/>
                  </a:ext>
                </a:extLst>
              </p:cNvPr>
              <p:cNvSpPr/>
              <p:nvPr/>
            </p:nvSpPr>
            <p:spPr>
              <a:xfrm>
                <a:off x="5962757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g572">
                <a:extLst>
                  <a:ext uri="{FF2B5EF4-FFF2-40B4-BE49-F238E27FC236}">
                    <a16:creationId xmlns:a16="http://schemas.microsoft.com/office/drawing/2014/main" id="{661943A0-CC31-E20F-3D6D-956D8FD9B065}"/>
                  </a:ext>
                </a:extLst>
              </p:cNvPr>
              <p:cNvSpPr/>
              <p:nvPr/>
            </p:nvSpPr>
            <p:spPr>
              <a:xfrm>
                <a:off x="5974394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g573">
                <a:extLst>
                  <a:ext uri="{FF2B5EF4-FFF2-40B4-BE49-F238E27FC236}">
                    <a16:creationId xmlns:a16="http://schemas.microsoft.com/office/drawing/2014/main" id="{08BBBAB2-5906-2B19-3FF0-89E0D9A5B21E}"/>
                  </a:ext>
                </a:extLst>
              </p:cNvPr>
              <p:cNvSpPr/>
              <p:nvPr/>
            </p:nvSpPr>
            <p:spPr>
              <a:xfrm>
                <a:off x="598603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g574">
                <a:extLst>
                  <a:ext uri="{FF2B5EF4-FFF2-40B4-BE49-F238E27FC236}">
                    <a16:creationId xmlns:a16="http://schemas.microsoft.com/office/drawing/2014/main" id="{BFAE2474-5102-37DE-2819-693F2A6936CD}"/>
                  </a:ext>
                </a:extLst>
              </p:cNvPr>
              <p:cNvSpPr/>
              <p:nvPr/>
            </p:nvSpPr>
            <p:spPr>
              <a:xfrm>
                <a:off x="5997669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g575">
                <a:extLst>
                  <a:ext uri="{FF2B5EF4-FFF2-40B4-BE49-F238E27FC236}">
                    <a16:creationId xmlns:a16="http://schemas.microsoft.com/office/drawing/2014/main" id="{237D5289-2015-0C4B-DB96-3644CBE75CC3}"/>
                  </a:ext>
                </a:extLst>
              </p:cNvPr>
              <p:cNvSpPr/>
              <p:nvPr/>
            </p:nvSpPr>
            <p:spPr>
              <a:xfrm>
                <a:off x="600930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g576">
                <a:extLst>
                  <a:ext uri="{FF2B5EF4-FFF2-40B4-BE49-F238E27FC236}">
                    <a16:creationId xmlns:a16="http://schemas.microsoft.com/office/drawing/2014/main" id="{0A365CFC-CF99-EBF4-7B10-97759D5F100C}"/>
                  </a:ext>
                </a:extLst>
              </p:cNvPr>
              <p:cNvSpPr/>
              <p:nvPr/>
            </p:nvSpPr>
            <p:spPr>
              <a:xfrm>
                <a:off x="616059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g577">
                <a:extLst>
                  <a:ext uri="{FF2B5EF4-FFF2-40B4-BE49-F238E27FC236}">
                    <a16:creationId xmlns:a16="http://schemas.microsoft.com/office/drawing/2014/main" id="{D1327893-A559-2638-C804-B44620CB055F}"/>
                  </a:ext>
                </a:extLst>
              </p:cNvPr>
              <p:cNvSpPr/>
              <p:nvPr/>
            </p:nvSpPr>
            <p:spPr>
              <a:xfrm>
                <a:off x="6172229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g578">
                <a:extLst>
                  <a:ext uri="{FF2B5EF4-FFF2-40B4-BE49-F238E27FC236}">
                    <a16:creationId xmlns:a16="http://schemas.microsoft.com/office/drawing/2014/main" id="{C55C5156-2E70-9D6D-1285-DA04C1081F80}"/>
                  </a:ext>
                </a:extLst>
              </p:cNvPr>
              <p:cNvSpPr/>
              <p:nvPr/>
            </p:nvSpPr>
            <p:spPr>
              <a:xfrm>
                <a:off x="618386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g579">
                <a:extLst>
                  <a:ext uri="{FF2B5EF4-FFF2-40B4-BE49-F238E27FC236}">
                    <a16:creationId xmlns:a16="http://schemas.microsoft.com/office/drawing/2014/main" id="{1D235127-64AC-CE89-D570-EF508AC34E89}"/>
                  </a:ext>
                </a:extLst>
              </p:cNvPr>
              <p:cNvSpPr/>
              <p:nvPr/>
            </p:nvSpPr>
            <p:spPr>
              <a:xfrm>
                <a:off x="6195504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g580">
                <a:extLst>
                  <a:ext uri="{FF2B5EF4-FFF2-40B4-BE49-F238E27FC236}">
                    <a16:creationId xmlns:a16="http://schemas.microsoft.com/office/drawing/2014/main" id="{DD9FDFA3-5DD3-4CD2-10AF-0B0F6D0F4784}"/>
                  </a:ext>
                </a:extLst>
              </p:cNvPr>
              <p:cNvSpPr/>
              <p:nvPr/>
            </p:nvSpPr>
            <p:spPr>
              <a:xfrm>
                <a:off x="6207141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g581">
                <a:extLst>
                  <a:ext uri="{FF2B5EF4-FFF2-40B4-BE49-F238E27FC236}">
                    <a16:creationId xmlns:a16="http://schemas.microsoft.com/office/drawing/2014/main" id="{BFC69871-EB16-99C1-7161-46A900AAEEBE}"/>
                  </a:ext>
                </a:extLst>
              </p:cNvPr>
              <p:cNvSpPr/>
              <p:nvPr/>
            </p:nvSpPr>
            <p:spPr>
              <a:xfrm>
                <a:off x="621877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g582">
                <a:extLst>
                  <a:ext uri="{FF2B5EF4-FFF2-40B4-BE49-F238E27FC236}">
                    <a16:creationId xmlns:a16="http://schemas.microsoft.com/office/drawing/2014/main" id="{FFE1B541-B250-B557-3D85-118AAD7F1083}"/>
                  </a:ext>
                </a:extLst>
              </p:cNvPr>
              <p:cNvSpPr/>
              <p:nvPr/>
            </p:nvSpPr>
            <p:spPr>
              <a:xfrm>
                <a:off x="579983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563">
                  <a:alpha val="100000"/>
                </a:srgbClr>
              </a:solidFill>
              <a:ln w="5420" cap="flat">
                <a:solidFill>
                  <a:srgbClr val="3A35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g583">
                <a:extLst>
                  <a:ext uri="{FF2B5EF4-FFF2-40B4-BE49-F238E27FC236}">
                    <a16:creationId xmlns:a16="http://schemas.microsoft.com/office/drawing/2014/main" id="{07B88748-0575-0214-437D-33B61506A8C1}"/>
                  </a:ext>
                </a:extLst>
              </p:cNvPr>
              <p:cNvSpPr/>
              <p:nvPr/>
            </p:nvSpPr>
            <p:spPr>
              <a:xfrm>
                <a:off x="581147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360">
                  <a:alpha val="100000"/>
                </a:srgbClr>
              </a:solidFill>
              <a:ln w="5420" cap="flat">
                <a:solidFill>
                  <a:srgbClr val="3A336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g584">
                <a:extLst>
                  <a:ext uri="{FF2B5EF4-FFF2-40B4-BE49-F238E27FC236}">
                    <a16:creationId xmlns:a16="http://schemas.microsoft.com/office/drawing/2014/main" id="{F03E629D-9228-DA00-76D3-10A9EF7F7907}"/>
                  </a:ext>
                </a:extLst>
              </p:cNvPr>
              <p:cNvSpPr/>
              <p:nvPr/>
            </p:nvSpPr>
            <p:spPr>
              <a:xfrm>
                <a:off x="582310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15E">
                  <a:alpha val="100000"/>
                </a:srgbClr>
              </a:solidFill>
              <a:ln w="5420" cap="flat">
                <a:solidFill>
                  <a:srgbClr val="3A31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g585">
                <a:extLst>
                  <a:ext uri="{FF2B5EF4-FFF2-40B4-BE49-F238E27FC236}">
                    <a16:creationId xmlns:a16="http://schemas.microsoft.com/office/drawing/2014/main" id="{71F73ECB-2B10-4E53-7CE7-48CD45D3A164}"/>
                  </a:ext>
                </a:extLst>
              </p:cNvPr>
              <p:cNvSpPr/>
              <p:nvPr/>
            </p:nvSpPr>
            <p:spPr>
              <a:xfrm>
                <a:off x="583474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15E">
                  <a:alpha val="100000"/>
                </a:srgbClr>
              </a:solidFill>
              <a:ln w="5420" cap="flat">
                <a:solidFill>
                  <a:srgbClr val="3A31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g586">
                <a:extLst>
                  <a:ext uri="{FF2B5EF4-FFF2-40B4-BE49-F238E27FC236}">
                    <a16:creationId xmlns:a16="http://schemas.microsoft.com/office/drawing/2014/main" id="{E7D28BAE-A8C3-00F0-B4CB-5EDAAB93B1F2}"/>
                  </a:ext>
                </a:extLst>
              </p:cNvPr>
              <p:cNvSpPr/>
              <p:nvPr/>
            </p:nvSpPr>
            <p:spPr>
              <a:xfrm>
                <a:off x="584638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25F">
                  <a:alpha val="100000"/>
                </a:srgbClr>
              </a:solidFill>
              <a:ln w="5420" cap="flat">
                <a:solidFill>
                  <a:srgbClr val="3A32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g587">
                <a:extLst>
                  <a:ext uri="{FF2B5EF4-FFF2-40B4-BE49-F238E27FC236}">
                    <a16:creationId xmlns:a16="http://schemas.microsoft.com/office/drawing/2014/main" id="{F549CD2B-9522-AEAB-90BA-8E9D1D1DC8B7}"/>
                  </a:ext>
                </a:extLst>
              </p:cNvPr>
              <p:cNvSpPr/>
              <p:nvPr/>
            </p:nvSpPr>
            <p:spPr>
              <a:xfrm>
                <a:off x="5858021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361">
                  <a:alpha val="100000"/>
                </a:srgbClr>
              </a:solidFill>
              <a:ln w="5420" cap="flat">
                <a:solidFill>
                  <a:srgbClr val="3A33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g588">
                <a:extLst>
                  <a:ext uri="{FF2B5EF4-FFF2-40B4-BE49-F238E27FC236}">
                    <a16:creationId xmlns:a16="http://schemas.microsoft.com/office/drawing/2014/main" id="{2264A53D-6F38-DE48-4D20-C5437413915E}"/>
                  </a:ext>
                </a:extLst>
              </p:cNvPr>
              <p:cNvSpPr/>
              <p:nvPr/>
            </p:nvSpPr>
            <p:spPr>
              <a:xfrm>
                <a:off x="5869658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564">
                  <a:alpha val="100000"/>
                </a:srgbClr>
              </a:solidFill>
              <a:ln w="5420" cap="flat">
                <a:solidFill>
                  <a:srgbClr val="3A35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g589">
                <a:extLst>
                  <a:ext uri="{FF2B5EF4-FFF2-40B4-BE49-F238E27FC236}">
                    <a16:creationId xmlns:a16="http://schemas.microsoft.com/office/drawing/2014/main" id="{E6002EA2-D451-E94B-5936-0BF5EBA90B9F}"/>
                  </a:ext>
                </a:extLst>
              </p:cNvPr>
              <p:cNvSpPr/>
              <p:nvPr/>
            </p:nvSpPr>
            <p:spPr>
              <a:xfrm>
                <a:off x="588129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g590">
                <a:extLst>
                  <a:ext uri="{FF2B5EF4-FFF2-40B4-BE49-F238E27FC236}">
                    <a16:creationId xmlns:a16="http://schemas.microsoft.com/office/drawing/2014/main" id="{B508A7CE-4393-EC4A-AB77-6BA311AE75AD}"/>
                  </a:ext>
                </a:extLst>
              </p:cNvPr>
              <p:cNvSpPr/>
              <p:nvPr/>
            </p:nvSpPr>
            <p:spPr>
              <a:xfrm>
                <a:off x="5892933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g591">
                <a:extLst>
                  <a:ext uri="{FF2B5EF4-FFF2-40B4-BE49-F238E27FC236}">
                    <a16:creationId xmlns:a16="http://schemas.microsoft.com/office/drawing/2014/main" id="{3E8B4658-BB28-4BD1-AB8B-5E2D99E5A5F0}"/>
                  </a:ext>
                </a:extLst>
              </p:cNvPr>
              <p:cNvSpPr/>
              <p:nvPr/>
            </p:nvSpPr>
            <p:spPr>
              <a:xfrm>
                <a:off x="5904570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g592">
                <a:extLst>
                  <a:ext uri="{FF2B5EF4-FFF2-40B4-BE49-F238E27FC236}">
                    <a16:creationId xmlns:a16="http://schemas.microsoft.com/office/drawing/2014/main" id="{086DA8B7-2EAF-D9BE-4449-82AEBB2AFED5}"/>
                  </a:ext>
                </a:extLst>
              </p:cNvPr>
              <p:cNvSpPr/>
              <p:nvPr/>
            </p:nvSpPr>
            <p:spPr>
              <a:xfrm>
                <a:off x="5916208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g593">
                <a:extLst>
                  <a:ext uri="{FF2B5EF4-FFF2-40B4-BE49-F238E27FC236}">
                    <a16:creationId xmlns:a16="http://schemas.microsoft.com/office/drawing/2014/main" id="{4A30EC72-F112-3CBA-4F81-8D371033C8F6}"/>
                  </a:ext>
                </a:extLst>
              </p:cNvPr>
              <p:cNvSpPr/>
              <p:nvPr/>
            </p:nvSpPr>
            <p:spPr>
              <a:xfrm>
                <a:off x="5927845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g594">
                <a:extLst>
                  <a:ext uri="{FF2B5EF4-FFF2-40B4-BE49-F238E27FC236}">
                    <a16:creationId xmlns:a16="http://schemas.microsoft.com/office/drawing/2014/main" id="{63A87A0F-FA4E-49E5-436A-206A8AA08145}"/>
                  </a:ext>
                </a:extLst>
              </p:cNvPr>
              <p:cNvSpPr/>
              <p:nvPr/>
            </p:nvSpPr>
            <p:spPr>
              <a:xfrm>
                <a:off x="593948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g595">
                <a:extLst>
                  <a:ext uri="{FF2B5EF4-FFF2-40B4-BE49-F238E27FC236}">
                    <a16:creationId xmlns:a16="http://schemas.microsoft.com/office/drawing/2014/main" id="{1792E345-DD97-0CE1-2623-932088668899}"/>
                  </a:ext>
                </a:extLst>
              </p:cNvPr>
              <p:cNvSpPr/>
              <p:nvPr/>
            </p:nvSpPr>
            <p:spPr>
              <a:xfrm>
                <a:off x="5951120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g596">
                <a:extLst>
                  <a:ext uri="{FF2B5EF4-FFF2-40B4-BE49-F238E27FC236}">
                    <a16:creationId xmlns:a16="http://schemas.microsoft.com/office/drawing/2014/main" id="{D8F9C29D-DFA1-1BFE-3F6C-E7AE47083CFF}"/>
                  </a:ext>
                </a:extLst>
              </p:cNvPr>
              <p:cNvSpPr/>
              <p:nvPr/>
            </p:nvSpPr>
            <p:spPr>
              <a:xfrm>
                <a:off x="597439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g597">
                <a:extLst>
                  <a:ext uri="{FF2B5EF4-FFF2-40B4-BE49-F238E27FC236}">
                    <a16:creationId xmlns:a16="http://schemas.microsoft.com/office/drawing/2014/main" id="{3C68E047-AC9E-C590-CD93-0F44656BF44E}"/>
                  </a:ext>
                </a:extLst>
              </p:cNvPr>
              <p:cNvSpPr/>
              <p:nvPr/>
            </p:nvSpPr>
            <p:spPr>
              <a:xfrm>
                <a:off x="598603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g598">
                <a:extLst>
                  <a:ext uri="{FF2B5EF4-FFF2-40B4-BE49-F238E27FC236}">
                    <a16:creationId xmlns:a16="http://schemas.microsoft.com/office/drawing/2014/main" id="{A6E962F3-701D-54CD-E781-92E3E2C5F70C}"/>
                  </a:ext>
                </a:extLst>
              </p:cNvPr>
              <p:cNvSpPr/>
              <p:nvPr/>
            </p:nvSpPr>
            <p:spPr>
              <a:xfrm>
                <a:off x="599766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g599">
                <a:extLst>
                  <a:ext uri="{FF2B5EF4-FFF2-40B4-BE49-F238E27FC236}">
                    <a16:creationId xmlns:a16="http://schemas.microsoft.com/office/drawing/2014/main" id="{A09942BD-0B91-2827-7586-BEF1975CA3C1}"/>
                  </a:ext>
                </a:extLst>
              </p:cNvPr>
              <p:cNvSpPr/>
              <p:nvPr/>
            </p:nvSpPr>
            <p:spPr>
              <a:xfrm>
                <a:off x="616059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g600">
                <a:extLst>
                  <a:ext uri="{FF2B5EF4-FFF2-40B4-BE49-F238E27FC236}">
                    <a16:creationId xmlns:a16="http://schemas.microsoft.com/office/drawing/2014/main" id="{BE6D8D5D-5997-A57A-AED3-AB5738FE5DF2}"/>
                  </a:ext>
                </a:extLst>
              </p:cNvPr>
              <p:cNvSpPr/>
              <p:nvPr/>
            </p:nvSpPr>
            <p:spPr>
              <a:xfrm>
                <a:off x="617222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g601">
                <a:extLst>
                  <a:ext uri="{FF2B5EF4-FFF2-40B4-BE49-F238E27FC236}">
                    <a16:creationId xmlns:a16="http://schemas.microsoft.com/office/drawing/2014/main" id="{9E6D021B-9C60-4839-F16A-91EE4D2BF8E4}"/>
                  </a:ext>
                </a:extLst>
              </p:cNvPr>
              <p:cNvSpPr/>
              <p:nvPr/>
            </p:nvSpPr>
            <p:spPr>
              <a:xfrm>
                <a:off x="618386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g602">
                <a:extLst>
                  <a:ext uri="{FF2B5EF4-FFF2-40B4-BE49-F238E27FC236}">
                    <a16:creationId xmlns:a16="http://schemas.microsoft.com/office/drawing/2014/main" id="{05E38225-9980-F73D-6147-410FC44179BF}"/>
                  </a:ext>
                </a:extLst>
              </p:cNvPr>
              <p:cNvSpPr/>
              <p:nvPr/>
            </p:nvSpPr>
            <p:spPr>
              <a:xfrm>
                <a:off x="619550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g603">
                <a:extLst>
                  <a:ext uri="{FF2B5EF4-FFF2-40B4-BE49-F238E27FC236}">
                    <a16:creationId xmlns:a16="http://schemas.microsoft.com/office/drawing/2014/main" id="{0E439665-4BC6-1E24-66B6-1C0C8D9937C0}"/>
                  </a:ext>
                </a:extLst>
              </p:cNvPr>
              <p:cNvSpPr/>
              <p:nvPr/>
            </p:nvSpPr>
            <p:spPr>
              <a:xfrm>
                <a:off x="6207141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g604">
                <a:extLst>
                  <a:ext uri="{FF2B5EF4-FFF2-40B4-BE49-F238E27FC236}">
                    <a16:creationId xmlns:a16="http://schemas.microsoft.com/office/drawing/2014/main" id="{8091209B-A212-33BD-B21F-7C1D4BD187D9}"/>
                  </a:ext>
                </a:extLst>
              </p:cNvPr>
              <p:cNvSpPr/>
              <p:nvPr/>
            </p:nvSpPr>
            <p:spPr>
              <a:xfrm>
                <a:off x="576492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g605">
                <a:extLst>
                  <a:ext uri="{FF2B5EF4-FFF2-40B4-BE49-F238E27FC236}">
                    <a16:creationId xmlns:a16="http://schemas.microsoft.com/office/drawing/2014/main" id="{5E8B29CA-FE78-85C2-7F97-317E2E343034}"/>
                  </a:ext>
                </a:extLst>
              </p:cNvPr>
              <p:cNvSpPr/>
              <p:nvPr/>
            </p:nvSpPr>
            <p:spPr>
              <a:xfrm>
                <a:off x="5776560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g606">
                <a:extLst>
                  <a:ext uri="{FF2B5EF4-FFF2-40B4-BE49-F238E27FC236}">
                    <a16:creationId xmlns:a16="http://schemas.microsoft.com/office/drawing/2014/main" id="{F6C52C5E-F7F7-F6B5-73A9-D9C18410DED0}"/>
                  </a:ext>
                </a:extLst>
              </p:cNvPr>
              <p:cNvSpPr/>
              <p:nvPr/>
            </p:nvSpPr>
            <p:spPr>
              <a:xfrm>
                <a:off x="5788197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g607">
                <a:extLst>
                  <a:ext uri="{FF2B5EF4-FFF2-40B4-BE49-F238E27FC236}">
                    <a16:creationId xmlns:a16="http://schemas.microsoft.com/office/drawing/2014/main" id="{BC9642E2-3DA6-CD2B-EA48-C7988630A9F1}"/>
                  </a:ext>
                </a:extLst>
              </p:cNvPr>
              <p:cNvSpPr/>
              <p:nvPr/>
            </p:nvSpPr>
            <p:spPr>
              <a:xfrm>
                <a:off x="579983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563">
                  <a:alpha val="100000"/>
                </a:srgbClr>
              </a:solidFill>
              <a:ln w="5420" cap="flat">
                <a:solidFill>
                  <a:srgbClr val="3A35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g608">
                <a:extLst>
                  <a:ext uri="{FF2B5EF4-FFF2-40B4-BE49-F238E27FC236}">
                    <a16:creationId xmlns:a16="http://schemas.microsoft.com/office/drawing/2014/main" id="{E34AF729-FFA7-20E6-617C-1FDD4A013460}"/>
                  </a:ext>
                </a:extLst>
              </p:cNvPr>
              <p:cNvSpPr/>
              <p:nvPr/>
            </p:nvSpPr>
            <p:spPr>
              <a:xfrm>
                <a:off x="581147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315D">
                  <a:alpha val="100000"/>
                </a:srgbClr>
              </a:solidFill>
              <a:ln w="5420" cap="flat">
                <a:solidFill>
                  <a:srgbClr val="39315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g609">
                <a:extLst>
                  <a:ext uri="{FF2B5EF4-FFF2-40B4-BE49-F238E27FC236}">
                    <a16:creationId xmlns:a16="http://schemas.microsoft.com/office/drawing/2014/main" id="{94B9DE01-D7E4-7070-5FCD-EDE11881D308}"/>
                  </a:ext>
                </a:extLst>
              </p:cNvPr>
              <p:cNvSpPr/>
              <p:nvPr/>
            </p:nvSpPr>
            <p:spPr>
              <a:xfrm>
                <a:off x="5823109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2E5A">
                  <a:alpha val="100000"/>
                </a:srgbClr>
              </a:solidFill>
              <a:ln w="5420" cap="flat">
                <a:solidFill>
                  <a:srgbClr val="392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g610">
                <a:extLst>
                  <a:ext uri="{FF2B5EF4-FFF2-40B4-BE49-F238E27FC236}">
                    <a16:creationId xmlns:a16="http://schemas.microsoft.com/office/drawing/2014/main" id="{D6B0B4B0-A78B-67B8-F3E2-F4A6B74E44AA}"/>
                  </a:ext>
                </a:extLst>
              </p:cNvPr>
              <p:cNvSpPr/>
              <p:nvPr/>
            </p:nvSpPr>
            <p:spPr>
              <a:xfrm>
                <a:off x="583474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2E5A">
                  <a:alpha val="100000"/>
                </a:srgbClr>
              </a:solidFill>
              <a:ln w="5420" cap="flat">
                <a:solidFill>
                  <a:srgbClr val="392E5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g611">
                <a:extLst>
                  <a:ext uri="{FF2B5EF4-FFF2-40B4-BE49-F238E27FC236}">
                    <a16:creationId xmlns:a16="http://schemas.microsoft.com/office/drawing/2014/main" id="{24D4972F-11E3-D3CF-39D0-15A1366E84F8}"/>
                  </a:ext>
                </a:extLst>
              </p:cNvPr>
              <p:cNvSpPr/>
              <p:nvPr/>
            </p:nvSpPr>
            <p:spPr>
              <a:xfrm>
                <a:off x="584638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305C">
                  <a:alpha val="100000"/>
                </a:srgbClr>
              </a:solidFill>
              <a:ln w="5420" cap="flat">
                <a:solidFill>
                  <a:srgbClr val="39305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g612">
                <a:extLst>
                  <a:ext uri="{FF2B5EF4-FFF2-40B4-BE49-F238E27FC236}">
                    <a16:creationId xmlns:a16="http://schemas.microsoft.com/office/drawing/2014/main" id="{1DD69FA6-0AA5-2FC3-8D92-0DA9922A0B4F}"/>
                  </a:ext>
                </a:extLst>
              </p:cNvPr>
              <p:cNvSpPr/>
              <p:nvPr/>
            </p:nvSpPr>
            <p:spPr>
              <a:xfrm>
                <a:off x="5858021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25F">
                  <a:alpha val="100000"/>
                </a:srgbClr>
              </a:solidFill>
              <a:ln w="5420" cap="flat">
                <a:solidFill>
                  <a:srgbClr val="3A32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g613">
                <a:extLst>
                  <a:ext uri="{FF2B5EF4-FFF2-40B4-BE49-F238E27FC236}">
                    <a16:creationId xmlns:a16="http://schemas.microsoft.com/office/drawing/2014/main" id="{7420D82D-1066-2CF6-25DD-42CFC0E82BB3}"/>
                  </a:ext>
                </a:extLst>
              </p:cNvPr>
              <p:cNvSpPr/>
              <p:nvPr/>
            </p:nvSpPr>
            <p:spPr>
              <a:xfrm>
                <a:off x="5869658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462">
                  <a:alpha val="100000"/>
                </a:srgbClr>
              </a:solidFill>
              <a:ln w="5420" cap="flat">
                <a:solidFill>
                  <a:srgbClr val="3A346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g614">
                <a:extLst>
                  <a:ext uri="{FF2B5EF4-FFF2-40B4-BE49-F238E27FC236}">
                    <a16:creationId xmlns:a16="http://schemas.microsoft.com/office/drawing/2014/main" id="{12E43EEE-EE42-AB03-8255-882519F2B69F}"/>
                  </a:ext>
                </a:extLst>
              </p:cNvPr>
              <p:cNvSpPr/>
              <p:nvPr/>
            </p:nvSpPr>
            <p:spPr>
              <a:xfrm>
                <a:off x="588129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g615">
                <a:extLst>
                  <a:ext uri="{FF2B5EF4-FFF2-40B4-BE49-F238E27FC236}">
                    <a16:creationId xmlns:a16="http://schemas.microsoft.com/office/drawing/2014/main" id="{C4685D3B-DA46-69EF-4CF1-B5BA30D53938}"/>
                  </a:ext>
                </a:extLst>
              </p:cNvPr>
              <p:cNvSpPr/>
              <p:nvPr/>
            </p:nvSpPr>
            <p:spPr>
              <a:xfrm>
                <a:off x="5892933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g616">
                <a:extLst>
                  <a:ext uri="{FF2B5EF4-FFF2-40B4-BE49-F238E27FC236}">
                    <a16:creationId xmlns:a16="http://schemas.microsoft.com/office/drawing/2014/main" id="{1E2D4C46-BA73-3EA6-E6B6-386085FFEA47}"/>
                  </a:ext>
                </a:extLst>
              </p:cNvPr>
              <p:cNvSpPr/>
              <p:nvPr/>
            </p:nvSpPr>
            <p:spPr>
              <a:xfrm>
                <a:off x="5904570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g617">
                <a:extLst>
                  <a:ext uri="{FF2B5EF4-FFF2-40B4-BE49-F238E27FC236}">
                    <a16:creationId xmlns:a16="http://schemas.microsoft.com/office/drawing/2014/main" id="{12A86523-17A0-FBCA-08E0-EA26BBD1239F}"/>
                  </a:ext>
                </a:extLst>
              </p:cNvPr>
              <p:cNvSpPr/>
              <p:nvPr/>
            </p:nvSpPr>
            <p:spPr>
              <a:xfrm>
                <a:off x="5927845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g618">
                <a:extLst>
                  <a:ext uri="{FF2B5EF4-FFF2-40B4-BE49-F238E27FC236}">
                    <a16:creationId xmlns:a16="http://schemas.microsoft.com/office/drawing/2014/main" id="{97950696-2D6F-C55B-1AA0-C4417B456015}"/>
                  </a:ext>
                </a:extLst>
              </p:cNvPr>
              <p:cNvSpPr/>
              <p:nvPr/>
            </p:nvSpPr>
            <p:spPr>
              <a:xfrm>
                <a:off x="593948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g619">
                <a:extLst>
                  <a:ext uri="{FF2B5EF4-FFF2-40B4-BE49-F238E27FC236}">
                    <a16:creationId xmlns:a16="http://schemas.microsoft.com/office/drawing/2014/main" id="{5D510C18-7D44-19B2-5434-1468D2B937DC}"/>
                  </a:ext>
                </a:extLst>
              </p:cNvPr>
              <p:cNvSpPr/>
              <p:nvPr/>
            </p:nvSpPr>
            <p:spPr>
              <a:xfrm>
                <a:off x="616059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g620">
                <a:extLst>
                  <a:ext uri="{FF2B5EF4-FFF2-40B4-BE49-F238E27FC236}">
                    <a16:creationId xmlns:a16="http://schemas.microsoft.com/office/drawing/2014/main" id="{B03866CA-E8B0-C221-998E-047B5F6D3017}"/>
                  </a:ext>
                </a:extLst>
              </p:cNvPr>
              <p:cNvSpPr/>
              <p:nvPr/>
            </p:nvSpPr>
            <p:spPr>
              <a:xfrm>
                <a:off x="6172229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g621">
                <a:extLst>
                  <a:ext uri="{FF2B5EF4-FFF2-40B4-BE49-F238E27FC236}">
                    <a16:creationId xmlns:a16="http://schemas.microsoft.com/office/drawing/2014/main" id="{428E7C51-A8DE-91E7-89FD-2D70645C62CE}"/>
                  </a:ext>
                </a:extLst>
              </p:cNvPr>
              <p:cNvSpPr/>
              <p:nvPr/>
            </p:nvSpPr>
            <p:spPr>
              <a:xfrm>
                <a:off x="618386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g622">
                <a:extLst>
                  <a:ext uri="{FF2B5EF4-FFF2-40B4-BE49-F238E27FC236}">
                    <a16:creationId xmlns:a16="http://schemas.microsoft.com/office/drawing/2014/main" id="{E5183F35-F046-BDDA-36B2-0441CED037F1}"/>
                  </a:ext>
                </a:extLst>
              </p:cNvPr>
              <p:cNvSpPr/>
              <p:nvPr/>
            </p:nvSpPr>
            <p:spPr>
              <a:xfrm>
                <a:off x="619550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6">
                  <a:alpha val="100000"/>
                </a:srgbClr>
              </a:solidFill>
              <a:ln w="5420" cap="flat">
                <a:solidFill>
                  <a:srgbClr val="3A58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g623">
                <a:extLst>
                  <a:ext uri="{FF2B5EF4-FFF2-40B4-BE49-F238E27FC236}">
                    <a16:creationId xmlns:a16="http://schemas.microsoft.com/office/drawing/2014/main" id="{FACCA8EA-B9FF-412F-56E0-65488681E2F2}"/>
                  </a:ext>
                </a:extLst>
              </p:cNvPr>
              <p:cNvSpPr/>
              <p:nvPr/>
            </p:nvSpPr>
            <p:spPr>
              <a:xfrm>
                <a:off x="6207141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g624">
                <a:extLst>
                  <a:ext uri="{FF2B5EF4-FFF2-40B4-BE49-F238E27FC236}">
                    <a16:creationId xmlns:a16="http://schemas.microsoft.com/office/drawing/2014/main" id="{78E1FC3F-C97E-67EE-60FC-5F1B09E99ABA}"/>
                  </a:ext>
                </a:extLst>
              </p:cNvPr>
              <p:cNvSpPr/>
              <p:nvPr/>
            </p:nvSpPr>
            <p:spPr>
              <a:xfrm>
                <a:off x="5753285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g625">
                <a:extLst>
                  <a:ext uri="{FF2B5EF4-FFF2-40B4-BE49-F238E27FC236}">
                    <a16:creationId xmlns:a16="http://schemas.microsoft.com/office/drawing/2014/main" id="{64289F5C-F2E7-88A6-D040-070D77968630}"/>
                  </a:ext>
                </a:extLst>
              </p:cNvPr>
              <p:cNvSpPr/>
              <p:nvPr/>
            </p:nvSpPr>
            <p:spPr>
              <a:xfrm>
                <a:off x="576492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3">
                  <a:alpha val="100000"/>
                </a:srgbClr>
              </a:solidFill>
              <a:ln w="5420" cap="flat">
                <a:solidFill>
                  <a:srgbClr val="3C41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g626">
                <a:extLst>
                  <a:ext uri="{FF2B5EF4-FFF2-40B4-BE49-F238E27FC236}">
                    <a16:creationId xmlns:a16="http://schemas.microsoft.com/office/drawing/2014/main" id="{82D4A131-3A5B-089B-2B7F-CEF5DB480086}"/>
                  </a:ext>
                </a:extLst>
              </p:cNvPr>
              <p:cNvSpPr/>
              <p:nvPr/>
            </p:nvSpPr>
            <p:spPr>
              <a:xfrm>
                <a:off x="5776560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g627">
                <a:extLst>
                  <a:ext uri="{FF2B5EF4-FFF2-40B4-BE49-F238E27FC236}">
                    <a16:creationId xmlns:a16="http://schemas.microsoft.com/office/drawing/2014/main" id="{B0847646-55DD-48EA-395B-EA4F4695EA76}"/>
                  </a:ext>
                </a:extLst>
              </p:cNvPr>
              <p:cNvSpPr/>
              <p:nvPr/>
            </p:nvSpPr>
            <p:spPr>
              <a:xfrm>
                <a:off x="5788197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g628">
                <a:extLst>
                  <a:ext uri="{FF2B5EF4-FFF2-40B4-BE49-F238E27FC236}">
                    <a16:creationId xmlns:a16="http://schemas.microsoft.com/office/drawing/2014/main" id="{1609CF72-DEE1-12AC-DB1F-E66521F039A4}"/>
                  </a:ext>
                </a:extLst>
              </p:cNvPr>
              <p:cNvSpPr/>
              <p:nvPr/>
            </p:nvSpPr>
            <p:spPr>
              <a:xfrm>
                <a:off x="579983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g629">
                <a:extLst>
                  <a:ext uri="{FF2B5EF4-FFF2-40B4-BE49-F238E27FC236}">
                    <a16:creationId xmlns:a16="http://schemas.microsoft.com/office/drawing/2014/main" id="{C24C2DBF-7107-7682-71A0-2BE0219A1A0F}"/>
                  </a:ext>
                </a:extLst>
              </p:cNvPr>
              <p:cNvSpPr/>
              <p:nvPr/>
            </p:nvSpPr>
            <p:spPr>
              <a:xfrm>
                <a:off x="581147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g630">
                <a:extLst>
                  <a:ext uri="{FF2B5EF4-FFF2-40B4-BE49-F238E27FC236}">
                    <a16:creationId xmlns:a16="http://schemas.microsoft.com/office/drawing/2014/main" id="{5DEF9B15-56F0-FF73-C820-03DD52AF4F1C}"/>
                  </a:ext>
                </a:extLst>
              </p:cNvPr>
              <p:cNvSpPr/>
              <p:nvPr/>
            </p:nvSpPr>
            <p:spPr>
              <a:xfrm>
                <a:off x="5823109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25F">
                  <a:alpha val="100000"/>
                </a:srgbClr>
              </a:solidFill>
              <a:ln w="5420" cap="flat">
                <a:solidFill>
                  <a:srgbClr val="3A32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g631">
                <a:extLst>
                  <a:ext uri="{FF2B5EF4-FFF2-40B4-BE49-F238E27FC236}">
                    <a16:creationId xmlns:a16="http://schemas.microsoft.com/office/drawing/2014/main" id="{9AD0921F-E57C-32C1-0197-E3B2DFECAF06}"/>
                  </a:ext>
                </a:extLst>
              </p:cNvPr>
              <p:cNvSpPr/>
              <p:nvPr/>
            </p:nvSpPr>
            <p:spPr>
              <a:xfrm>
                <a:off x="583474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15E">
                  <a:alpha val="100000"/>
                </a:srgbClr>
              </a:solidFill>
              <a:ln w="5420" cap="flat">
                <a:solidFill>
                  <a:srgbClr val="3A315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g632">
                <a:extLst>
                  <a:ext uri="{FF2B5EF4-FFF2-40B4-BE49-F238E27FC236}">
                    <a16:creationId xmlns:a16="http://schemas.microsoft.com/office/drawing/2014/main" id="{E8DD982B-63AA-316F-0490-58C5CAA8FB75}"/>
                  </a:ext>
                </a:extLst>
              </p:cNvPr>
              <p:cNvSpPr/>
              <p:nvPr/>
            </p:nvSpPr>
            <p:spPr>
              <a:xfrm>
                <a:off x="584638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25F">
                  <a:alpha val="100000"/>
                </a:srgbClr>
              </a:solidFill>
              <a:ln w="5420" cap="flat">
                <a:solidFill>
                  <a:srgbClr val="3A325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g633">
                <a:extLst>
                  <a:ext uri="{FF2B5EF4-FFF2-40B4-BE49-F238E27FC236}">
                    <a16:creationId xmlns:a16="http://schemas.microsoft.com/office/drawing/2014/main" id="{F52E64A5-6381-4487-E105-1DD682F2CAB2}"/>
                  </a:ext>
                </a:extLst>
              </p:cNvPr>
              <p:cNvSpPr/>
              <p:nvPr/>
            </p:nvSpPr>
            <p:spPr>
              <a:xfrm>
                <a:off x="5858021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461">
                  <a:alpha val="100000"/>
                </a:srgbClr>
              </a:solidFill>
              <a:ln w="5420" cap="flat">
                <a:solidFill>
                  <a:srgbClr val="3A346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g634">
                <a:extLst>
                  <a:ext uri="{FF2B5EF4-FFF2-40B4-BE49-F238E27FC236}">
                    <a16:creationId xmlns:a16="http://schemas.microsoft.com/office/drawing/2014/main" id="{B8B89B48-4F6C-2A74-14F5-273E3D01E5E6}"/>
                  </a:ext>
                </a:extLst>
              </p:cNvPr>
              <p:cNvSpPr/>
              <p:nvPr/>
            </p:nvSpPr>
            <p:spPr>
              <a:xfrm>
                <a:off x="5869658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g635">
                <a:extLst>
                  <a:ext uri="{FF2B5EF4-FFF2-40B4-BE49-F238E27FC236}">
                    <a16:creationId xmlns:a16="http://schemas.microsoft.com/office/drawing/2014/main" id="{2DC61C9C-C7B1-7CF4-2035-46423574ACDF}"/>
                  </a:ext>
                </a:extLst>
              </p:cNvPr>
              <p:cNvSpPr/>
              <p:nvPr/>
            </p:nvSpPr>
            <p:spPr>
              <a:xfrm>
                <a:off x="588129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g636">
                <a:extLst>
                  <a:ext uri="{FF2B5EF4-FFF2-40B4-BE49-F238E27FC236}">
                    <a16:creationId xmlns:a16="http://schemas.microsoft.com/office/drawing/2014/main" id="{B1624BB5-941D-1474-5DBD-A101618A130A}"/>
                  </a:ext>
                </a:extLst>
              </p:cNvPr>
              <p:cNvSpPr/>
              <p:nvPr/>
            </p:nvSpPr>
            <p:spPr>
              <a:xfrm>
                <a:off x="5892933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g637">
                <a:extLst>
                  <a:ext uri="{FF2B5EF4-FFF2-40B4-BE49-F238E27FC236}">
                    <a16:creationId xmlns:a16="http://schemas.microsoft.com/office/drawing/2014/main" id="{82ED9D87-0040-D2A1-03FD-C36A504BD97C}"/>
                  </a:ext>
                </a:extLst>
              </p:cNvPr>
              <p:cNvSpPr/>
              <p:nvPr/>
            </p:nvSpPr>
            <p:spPr>
              <a:xfrm>
                <a:off x="616059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g638">
                <a:extLst>
                  <a:ext uri="{FF2B5EF4-FFF2-40B4-BE49-F238E27FC236}">
                    <a16:creationId xmlns:a16="http://schemas.microsoft.com/office/drawing/2014/main" id="{876EE6CC-A7CF-35DB-C733-5ED4C17B783F}"/>
                  </a:ext>
                </a:extLst>
              </p:cNvPr>
              <p:cNvSpPr/>
              <p:nvPr/>
            </p:nvSpPr>
            <p:spPr>
              <a:xfrm>
                <a:off x="6172229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6">
                  <a:alpha val="100000"/>
                </a:srgbClr>
              </a:solidFill>
              <a:ln w="5420" cap="flat">
                <a:solidFill>
                  <a:srgbClr val="3A58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g639">
                <a:extLst>
                  <a:ext uri="{FF2B5EF4-FFF2-40B4-BE49-F238E27FC236}">
                    <a16:creationId xmlns:a16="http://schemas.microsoft.com/office/drawing/2014/main" id="{21CEBF79-06C5-6107-8CB3-DF80501CB25B}"/>
                  </a:ext>
                </a:extLst>
              </p:cNvPr>
              <p:cNvSpPr/>
              <p:nvPr/>
            </p:nvSpPr>
            <p:spPr>
              <a:xfrm>
                <a:off x="618386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g640">
                <a:extLst>
                  <a:ext uri="{FF2B5EF4-FFF2-40B4-BE49-F238E27FC236}">
                    <a16:creationId xmlns:a16="http://schemas.microsoft.com/office/drawing/2014/main" id="{8113B65A-DB8B-F413-6A8C-4AEA554A74C3}"/>
                  </a:ext>
                </a:extLst>
              </p:cNvPr>
              <p:cNvSpPr/>
              <p:nvPr/>
            </p:nvSpPr>
            <p:spPr>
              <a:xfrm>
                <a:off x="619550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g641">
                <a:extLst>
                  <a:ext uri="{FF2B5EF4-FFF2-40B4-BE49-F238E27FC236}">
                    <a16:creationId xmlns:a16="http://schemas.microsoft.com/office/drawing/2014/main" id="{BB9221D5-83D4-2D1D-E24B-E7903BADEE93}"/>
                  </a:ext>
                </a:extLst>
              </p:cNvPr>
              <p:cNvSpPr/>
              <p:nvPr/>
            </p:nvSpPr>
            <p:spPr>
              <a:xfrm>
                <a:off x="6207141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g642">
                <a:extLst>
                  <a:ext uri="{FF2B5EF4-FFF2-40B4-BE49-F238E27FC236}">
                    <a16:creationId xmlns:a16="http://schemas.microsoft.com/office/drawing/2014/main" id="{77C96C38-0FED-0079-614C-82F82CD459FC}"/>
                  </a:ext>
                </a:extLst>
              </p:cNvPr>
              <p:cNvSpPr/>
              <p:nvPr/>
            </p:nvSpPr>
            <p:spPr>
              <a:xfrm>
                <a:off x="6218778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g643">
                <a:extLst>
                  <a:ext uri="{FF2B5EF4-FFF2-40B4-BE49-F238E27FC236}">
                    <a16:creationId xmlns:a16="http://schemas.microsoft.com/office/drawing/2014/main" id="{7F86F197-8F85-80EE-AD3A-03F55901A64D}"/>
                  </a:ext>
                </a:extLst>
              </p:cNvPr>
              <p:cNvSpPr/>
              <p:nvPr/>
            </p:nvSpPr>
            <p:spPr>
              <a:xfrm>
                <a:off x="623041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g644">
                <a:extLst>
                  <a:ext uri="{FF2B5EF4-FFF2-40B4-BE49-F238E27FC236}">
                    <a16:creationId xmlns:a16="http://schemas.microsoft.com/office/drawing/2014/main" id="{496F835D-4763-0230-0B07-CDBA1A503528}"/>
                  </a:ext>
                </a:extLst>
              </p:cNvPr>
              <p:cNvSpPr/>
              <p:nvPr/>
            </p:nvSpPr>
            <p:spPr>
              <a:xfrm>
                <a:off x="6276965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g645">
                <a:extLst>
                  <a:ext uri="{FF2B5EF4-FFF2-40B4-BE49-F238E27FC236}">
                    <a16:creationId xmlns:a16="http://schemas.microsoft.com/office/drawing/2014/main" id="{AD759B0E-EBFB-B74D-8133-E0B87E64C37B}"/>
                  </a:ext>
                </a:extLst>
              </p:cNvPr>
              <p:cNvSpPr/>
              <p:nvPr/>
            </p:nvSpPr>
            <p:spPr>
              <a:xfrm>
                <a:off x="628860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g646">
                <a:extLst>
                  <a:ext uri="{FF2B5EF4-FFF2-40B4-BE49-F238E27FC236}">
                    <a16:creationId xmlns:a16="http://schemas.microsoft.com/office/drawing/2014/main" id="{BF2A0A8D-7D41-C2B3-E7AE-189B003F252B}"/>
                  </a:ext>
                </a:extLst>
              </p:cNvPr>
              <p:cNvSpPr/>
              <p:nvPr/>
            </p:nvSpPr>
            <p:spPr>
              <a:xfrm>
                <a:off x="6300240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g647">
                <a:extLst>
                  <a:ext uri="{FF2B5EF4-FFF2-40B4-BE49-F238E27FC236}">
                    <a16:creationId xmlns:a16="http://schemas.microsoft.com/office/drawing/2014/main" id="{C241FEF8-983E-3B1C-3C46-6DBBA73C5611}"/>
                  </a:ext>
                </a:extLst>
              </p:cNvPr>
              <p:cNvSpPr/>
              <p:nvPr/>
            </p:nvSpPr>
            <p:spPr>
              <a:xfrm>
                <a:off x="6311877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g648">
                <a:extLst>
                  <a:ext uri="{FF2B5EF4-FFF2-40B4-BE49-F238E27FC236}">
                    <a16:creationId xmlns:a16="http://schemas.microsoft.com/office/drawing/2014/main" id="{9DE2852E-316A-D2BF-8BE1-F669CC63053D}"/>
                  </a:ext>
                </a:extLst>
              </p:cNvPr>
              <p:cNvSpPr/>
              <p:nvPr/>
            </p:nvSpPr>
            <p:spPr>
              <a:xfrm>
                <a:off x="632351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g649">
                <a:extLst>
                  <a:ext uri="{FF2B5EF4-FFF2-40B4-BE49-F238E27FC236}">
                    <a16:creationId xmlns:a16="http://schemas.microsoft.com/office/drawing/2014/main" id="{71F379C1-B997-3921-7A16-129938287E46}"/>
                  </a:ext>
                </a:extLst>
              </p:cNvPr>
              <p:cNvSpPr/>
              <p:nvPr/>
            </p:nvSpPr>
            <p:spPr>
              <a:xfrm>
                <a:off x="574164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g650">
                <a:extLst>
                  <a:ext uri="{FF2B5EF4-FFF2-40B4-BE49-F238E27FC236}">
                    <a16:creationId xmlns:a16="http://schemas.microsoft.com/office/drawing/2014/main" id="{14859E1F-6D4D-6191-4D16-865643448188}"/>
                  </a:ext>
                </a:extLst>
              </p:cNvPr>
              <p:cNvSpPr/>
              <p:nvPr/>
            </p:nvSpPr>
            <p:spPr>
              <a:xfrm>
                <a:off x="5753285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g651">
                <a:extLst>
                  <a:ext uri="{FF2B5EF4-FFF2-40B4-BE49-F238E27FC236}">
                    <a16:creationId xmlns:a16="http://schemas.microsoft.com/office/drawing/2014/main" id="{0483D29E-FFAC-36AC-DDF1-6E146FABAA5D}"/>
                  </a:ext>
                </a:extLst>
              </p:cNvPr>
              <p:cNvSpPr/>
              <p:nvPr/>
            </p:nvSpPr>
            <p:spPr>
              <a:xfrm>
                <a:off x="576492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5">
                  <a:alpha val="100000"/>
                </a:srgbClr>
              </a:solidFill>
              <a:ln w="5420" cap="flat">
                <a:solidFill>
                  <a:srgbClr val="3C41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g652">
                <a:extLst>
                  <a:ext uri="{FF2B5EF4-FFF2-40B4-BE49-F238E27FC236}">
                    <a16:creationId xmlns:a16="http://schemas.microsoft.com/office/drawing/2014/main" id="{300108A6-474C-A67C-D7C6-432E45323EE0}"/>
                  </a:ext>
                </a:extLst>
              </p:cNvPr>
              <p:cNvSpPr/>
              <p:nvPr/>
            </p:nvSpPr>
            <p:spPr>
              <a:xfrm>
                <a:off x="5776560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g653">
                <a:extLst>
                  <a:ext uri="{FF2B5EF4-FFF2-40B4-BE49-F238E27FC236}">
                    <a16:creationId xmlns:a16="http://schemas.microsoft.com/office/drawing/2014/main" id="{502DC8D0-D846-FCF2-19D6-26296B866824}"/>
                  </a:ext>
                </a:extLst>
              </p:cNvPr>
              <p:cNvSpPr/>
              <p:nvPr/>
            </p:nvSpPr>
            <p:spPr>
              <a:xfrm>
                <a:off x="5788197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g654">
                <a:extLst>
                  <a:ext uri="{FF2B5EF4-FFF2-40B4-BE49-F238E27FC236}">
                    <a16:creationId xmlns:a16="http://schemas.microsoft.com/office/drawing/2014/main" id="{3D91984F-5AA6-2E47-5EF4-50B0E5E3889A}"/>
                  </a:ext>
                </a:extLst>
              </p:cNvPr>
              <p:cNvSpPr/>
              <p:nvPr/>
            </p:nvSpPr>
            <p:spPr>
              <a:xfrm>
                <a:off x="579983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g655">
                <a:extLst>
                  <a:ext uri="{FF2B5EF4-FFF2-40B4-BE49-F238E27FC236}">
                    <a16:creationId xmlns:a16="http://schemas.microsoft.com/office/drawing/2014/main" id="{947F98E9-5F30-2758-7A42-2D876355109F}"/>
                  </a:ext>
                </a:extLst>
              </p:cNvPr>
              <p:cNvSpPr/>
              <p:nvPr/>
            </p:nvSpPr>
            <p:spPr>
              <a:xfrm>
                <a:off x="581147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g656">
                <a:extLst>
                  <a:ext uri="{FF2B5EF4-FFF2-40B4-BE49-F238E27FC236}">
                    <a16:creationId xmlns:a16="http://schemas.microsoft.com/office/drawing/2014/main" id="{4856E752-DD12-12D1-A00A-75D7C936E5B7}"/>
                  </a:ext>
                </a:extLst>
              </p:cNvPr>
              <p:cNvSpPr/>
              <p:nvPr/>
            </p:nvSpPr>
            <p:spPr>
              <a:xfrm>
                <a:off x="5823109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g657">
                <a:extLst>
                  <a:ext uri="{FF2B5EF4-FFF2-40B4-BE49-F238E27FC236}">
                    <a16:creationId xmlns:a16="http://schemas.microsoft.com/office/drawing/2014/main" id="{5B358E48-53E5-8FB6-1D6B-D5ADB6C480F3}"/>
                  </a:ext>
                </a:extLst>
              </p:cNvPr>
              <p:cNvSpPr/>
              <p:nvPr/>
            </p:nvSpPr>
            <p:spPr>
              <a:xfrm>
                <a:off x="583474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g658">
                <a:extLst>
                  <a:ext uri="{FF2B5EF4-FFF2-40B4-BE49-F238E27FC236}">
                    <a16:creationId xmlns:a16="http://schemas.microsoft.com/office/drawing/2014/main" id="{77BE5D7C-6AC3-49EF-C1A6-1C135B6C62B0}"/>
                  </a:ext>
                </a:extLst>
              </p:cNvPr>
              <p:cNvSpPr/>
              <p:nvPr/>
            </p:nvSpPr>
            <p:spPr>
              <a:xfrm>
                <a:off x="584638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g659">
                <a:extLst>
                  <a:ext uri="{FF2B5EF4-FFF2-40B4-BE49-F238E27FC236}">
                    <a16:creationId xmlns:a16="http://schemas.microsoft.com/office/drawing/2014/main" id="{71E21960-BAFD-DA7D-18C2-0B588849A498}"/>
                  </a:ext>
                </a:extLst>
              </p:cNvPr>
              <p:cNvSpPr/>
              <p:nvPr/>
            </p:nvSpPr>
            <p:spPr>
              <a:xfrm>
                <a:off x="5858021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g660">
                <a:extLst>
                  <a:ext uri="{FF2B5EF4-FFF2-40B4-BE49-F238E27FC236}">
                    <a16:creationId xmlns:a16="http://schemas.microsoft.com/office/drawing/2014/main" id="{04177153-7994-2747-0FE4-B98F42145BFE}"/>
                  </a:ext>
                </a:extLst>
              </p:cNvPr>
              <p:cNvSpPr/>
              <p:nvPr/>
            </p:nvSpPr>
            <p:spPr>
              <a:xfrm>
                <a:off x="586965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g661">
                <a:extLst>
                  <a:ext uri="{FF2B5EF4-FFF2-40B4-BE49-F238E27FC236}">
                    <a16:creationId xmlns:a16="http://schemas.microsoft.com/office/drawing/2014/main" id="{454742F9-9DA5-3738-C716-6D796483E4C9}"/>
                  </a:ext>
                </a:extLst>
              </p:cNvPr>
              <p:cNvSpPr/>
              <p:nvPr/>
            </p:nvSpPr>
            <p:spPr>
              <a:xfrm>
                <a:off x="588129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g662">
                <a:extLst>
                  <a:ext uri="{FF2B5EF4-FFF2-40B4-BE49-F238E27FC236}">
                    <a16:creationId xmlns:a16="http://schemas.microsoft.com/office/drawing/2014/main" id="{089FFBD8-5BB1-4A75-3F2B-4A849724EDB4}"/>
                  </a:ext>
                </a:extLst>
              </p:cNvPr>
              <p:cNvSpPr/>
              <p:nvPr/>
            </p:nvSpPr>
            <p:spPr>
              <a:xfrm>
                <a:off x="6172229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g663">
                <a:extLst>
                  <a:ext uri="{FF2B5EF4-FFF2-40B4-BE49-F238E27FC236}">
                    <a16:creationId xmlns:a16="http://schemas.microsoft.com/office/drawing/2014/main" id="{993A4B88-4359-6F25-5CE3-CF69D5B274CC}"/>
                  </a:ext>
                </a:extLst>
              </p:cNvPr>
              <p:cNvSpPr/>
              <p:nvPr/>
            </p:nvSpPr>
            <p:spPr>
              <a:xfrm>
                <a:off x="618386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g664">
                <a:extLst>
                  <a:ext uri="{FF2B5EF4-FFF2-40B4-BE49-F238E27FC236}">
                    <a16:creationId xmlns:a16="http://schemas.microsoft.com/office/drawing/2014/main" id="{7C99EA9B-D050-6553-E024-BF7432616B9D}"/>
                  </a:ext>
                </a:extLst>
              </p:cNvPr>
              <p:cNvSpPr/>
              <p:nvPr/>
            </p:nvSpPr>
            <p:spPr>
              <a:xfrm>
                <a:off x="619550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g665">
                <a:extLst>
                  <a:ext uri="{FF2B5EF4-FFF2-40B4-BE49-F238E27FC236}">
                    <a16:creationId xmlns:a16="http://schemas.microsoft.com/office/drawing/2014/main" id="{B36FF8D8-DF68-39B1-B9A7-E6D5D40B556F}"/>
                  </a:ext>
                </a:extLst>
              </p:cNvPr>
              <p:cNvSpPr/>
              <p:nvPr/>
            </p:nvSpPr>
            <p:spPr>
              <a:xfrm>
                <a:off x="6207141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g666">
                <a:extLst>
                  <a:ext uri="{FF2B5EF4-FFF2-40B4-BE49-F238E27FC236}">
                    <a16:creationId xmlns:a16="http://schemas.microsoft.com/office/drawing/2014/main" id="{E4D2C463-B03F-26A1-9C4F-7C6F26A646CC}"/>
                  </a:ext>
                </a:extLst>
              </p:cNvPr>
              <p:cNvSpPr/>
              <p:nvPr/>
            </p:nvSpPr>
            <p:spPr>
              <a:xfrm>
                <a:off x="621877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g667">
                <a:extLst>
                  <a:ext uri="{FF2B5EF4-FFF2-40B4-BE49-F238E27FC236}">
                    <a16:creationId xmlns:a16="http://schemas.microsoft.com/office/drawing/2014/main" id="{7B59111E-424E-DB9A-8240-2F96030C47D3}"/>
                  </a:ext>
                </a:extLst>
              </p:cNvPr>
              <p:cNvSpPr/>
              <p:nvPr/>
            </p:nvSpPr>
            <p:spPr>
              <a:xfrm>
                <a:off x="623041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g668">
                <a:extLst>
                  <a:ext uri="{FF2B5EF4-FFF2-40B4-BE49-F238E27FC236}">
                    <a16:creationId xmlns:a16="http://schemas.microsoft.com/office/drawing/2014/main" id="{06ABABF8-23D5-E9F7-8A97-75E97774EE0B}"/>
                  </a:ext>
                </a:extLst>
              </p:cNvPr>
              <p:cNvSpPr/>
              <p:nvPr/>
            </p:nvSpPr>
            <p:spPr>
              <a:xfrm>
                <a:off x="6242053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g669">
                <a:extLst>
                  <a:ext uri="{FF2B5EF4-FFF2-40B4-BE49-F238E27FC236}">
                    <a16:creationId xmlns:a16="http://schemas.microsoft.com/office/drawing/2014/main" id="{8C44D6D5-6842-7A08-D6FE-41AA4DA25C97}"/>
                  </a:ext>
                </a:extLst>
              </p:cNvPr>
              <p:cNvSpPr/>
              <p:nvPr/>
            </p:nvSpPr>
            <p:spPr>
              <a:xfrm>
                <a:off x="626532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g670">
                <a:extLst>
                  <a:ext uri="{FF2B5EF4-FFF2-40B4-BE49-F238E27FC236}">
                    <a16:creationId xmlns:a16="http://schemas.microsoft.com/office/drawing/2014/main" id="{90503D63-03E1-B28D-FD15-241917A89708}"/>
                  </a:ext>
                </a:extLst>
              </p:cNvPr>
              <p:cNvSpPr/>
              <p:nvPr/>
            </p:nvSpPr>
            <p:spPr>
              <a:xfrm>
                <a:off x="6276965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g671">
                <a:extLst>
                  <a:ext uri="{FF2B5EF4-FFF2-40B4-BE49-F238E27FC236}">
                    <a16:creationId xmlns:a16="http://schemas.microsoft.com/office/drawing/2014/main" id="{1B46912B-8A40-C07D-44F3-E9511B696354}"/>
                  </a:ext>
                </a:extLst>
              </p:cNvPr>
              <p:cNvSpPr/>
              <p:nvPr/>
            </p:nvSpPr>
            <p:spPr>
              <a:xfrm>
                <a:off x="628860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g672">
                <a:extLst>
                  <a:ext uri="{FF2B5EF4-FFF2-40B4-BE49-F238E27FC236}">
                    <a16:creationId xmlns:a16="http://schemas.microsoft.com/office/drawing/2014/main" id="{4A423E06-4E4F-7E28-1117-64B779E660E2}"/>
                  </a:ext>
                </a:extLst>
              </p:cNvPr>
              <p:cNvSpPr/>
              <p:nvPr/>
            </p:nvSpPr>
            <p:spPr>
              <a:xfrm>
                <a:off x="6300240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g673">
                <a:extLst>
                  <a:ext uri="{FF2B5EF4-FFF2-40B4-BE49-F238E27FC236}">
                    <a16:creationId xmlns:a16="http://schemas.microsoft.com/office/drawing/2014/main" id="{B554F4F9-9EB8-D016-077A-AD6092FA8198}"/>
                  </a:ext>
                </a:extLst>
              </p:cNvPr>
              <p:cNvSpPr/>
              <p:nvPr/>
            </p:nvSpPr>
            <p:spPr>
              <a:xfrm>
                <a:off x="6311877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g674">
                <a:extLst>
                  <a:ext uri="{FF2B5EF4-FFF2-40B4-BE49-F238E27FC236}">
                    <a16:creationId xmlns:a16="http://schemas.microsoft.com/office/drawing/2014/main" id="{0ACA42E6-F7C8-AA2A-F0E0-FB909A3D2726}"/>
                  </a:ext>
                </a:extLst>
              </p:cNvPr>
              <p:cNvSpPr/>
              <p:nvPr/>
            </p:nvSpPr>
            <p:spPr>
              <a:xfrm>
                <a:off x="632351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g675">
                <a:extLst>
                  <a:ext uri="{FF2B5EF4-FFF2-40B4-BE49-F238E27FC236}">
                    <a16:creationId xmlns:a16="http://schemas.microsoft.com/office/drawing/2014/main" id="{0ED6E292-CF56-2B05-1528-B59C7311575F}"/>
                  </a:ext>
                </a:extLst>
              </p:cNvPr>
              <p:cNvSpPr/>
              <p:nvPr/>
            </p:nvSpPr>
            <p:spPr>
              <a:xfrm>
                <a:off x="633515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g676">
                <a:extLst>
                  <a:ext uri="{FF2B5EF4-FFF2-40B4-BE49-F238E27FC236}">
                    <a16:creationId xmlns:a16="http://schemas.microsoft.com/office/drawing/2014/main" id="{DF8C5C7F-667B-22D6-9381-DEAC30A8F947}"/>
                  </a:ext>
                </a:extLst>
              </p:cNvPr>
              <p:cNvSpPr/>
              <p:nvPr/>
            </p:nvSpPr>
            <p:spPr>
              <a:xfrm>
                <a:off x="573001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g677">
                <a:extLst>
                  <a:ext uri="{FF2B5EF4-FFF2-40B4-BE49-F238E27FC236}">
                    <a16:creationId xmlns:a16="http://schemas.microsoft.com/office/drawing/2014/main" id="{25590D5D-18D1-3E87-8C65-B0116DFBD90E}"/>
                  </a:ext>
                </a:extLst>
              </p:cNvPr>
              <p:cNvSpPr/>
              <p:nvPr/>
            </p:nvSpPr>
            <p:spPr>
              <a:xfrm>
                <a:off x="574164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g678">
                <a:extLst>
                  <a:ext uri="{FF2B5EF4-FFF2-40B4-BE49-F238E27FC236}">
                    <a16:creationId xmlns:a16="http://schemas.microsoft.com/office/drawing/2014/main" id="{841222E2-17D9-7A74-626C-5CE2FECF73A8}"/>
                  </a:ext>
                </a:extLst>
              </p:cNvPr>
              <p:cNvSpPr/>
              <p:nvPr/>
            </p:nvSpPr>
            <p:spPr>
              <a:xfrm>
                <a:off x="5753285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g679">
                <a:extLst>
                  <a:ext uri="{FF2B5EF4-FFF2-40B4-BE49-F238E27FC236}">
                    <a16:creationId xmlns:a16="http://schemas.microsoft.com/office/drawing/2014/main" id="{602166E8-7B4F-27D8-8B85-70F43BCB9698}"/>
                  </a:ext>
                </a:extLst>
              </p:cNvPr>
              <p:cNvSpPr/>
              <p:nvPr/>
            </p:nvSpPr>
            <p:spPr>
              <a:xfrm>
                <a:off x="576492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g680">
                <a:extLst>
                  <a:ext uri="{FF2B5EF4-FFF2-40B4-BE49-F238E27FC236}">
                    <a16:creationId xmlns:a16="http://schemas.microsoft.com/office/drawing/2014/main" id="{3325AF9E-6AFA-A219-41B0-79E37A9B5EB1}"/>
                  </a:ext>
                </a:extLst>
              </p:cNvPr>
              <p:cNvSpPr/>
              <p:nvPr/>
            </p:nvSpPr>
            <p:spPr>
              <a:xfrm>
                <a:off x="577656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5">
                  <a:alpha val="100000"/>
                </a:srgbClr>
              </a:solidFill>
              <a:ln w="5420" cap="flat">
                <a:solidFill>
                  <a:srgbClr val="3C41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g681">
                <a:extLst>
                  <a:ext uri="{FF2B5EF4-FFF2-40B4-BE49-F238E27FC236}">
                    <a16:creationId xmlns:a16="http://schemas.microsoft.com/office/drawing/2014/main" id="{7167221D-2F82-D2E5-84E0-68B5138887F0}"/>
                  </a:ext>
                </a:extLst>
              </p:cNvPr>
              <p:cNvSpPr/>
              <p:nvPr/>
            </p:nvSpPr>
            <p:spPr>
              <a:xfrm>
                <a:off x="5788197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3">
                  <a:alpha val="100000"/>
                </a:srgbClr>
              </a:solidFill>
              <a:ln w="5420" cap="flat">
                <a:solidFill>
                  <a:srgbClr val="3C41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g682">
                <a:extLst>
                  <a:ext uri="{FF2B5EF4-FFF2-40B4-BE49-F238E27FC236}">
                    <a16:creationId xmlns:a16="http://schemas.microsoft.com/office/drawing/2014/main" id="{C77DA2C3-14B2-448D-E8EF-2B22EE306910}"/>
                  </a:ext>
                </a:extLst>
              </p:cNvPr>
              <p:cNvSpPr/>
              <p:nvPr/>
            </p:nvSpPr>
            <p:spPr>
              <a:xfrm>
                <a:off x="579983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g683">
                <a:extLst>
                  <a:ext uri="{FF2B5EF4-FFF2-40B4-BE49-F238E27FC236}">
                    <a16:creationId xmlns:a16="http://schemas.microsoft.com/office/drawing/2014/main" id="{736126AD-41F9-F042-030A-2ADCBCCE5D17}"/>
                  </a:ext>
                </a:extLst>
              </p:cNvPr>
              <p:cNvSpPr/>
              <p:nvPr/>
            </p:nvSpPr>
            <p:spPr>
              <a:xfrm>
                <a:off x="581147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g684">
                <a:extLst>
                  <a:ext uri="{FF2B5EF4-FFF2-40B4-BE49-F238E27FC236}">
                    <a16:creationId xmlns:a16="http://schemas.microsoft.com/office/drawing/2014/main" id="{2DC8CE1F-0696-2A60-151F-20887B1C6933}"/>
                  </a:ext>
                </a:extLst>
              </p:cNvPr>
              <p:cNvSpPr/>
              <p:nvPr/>
            </p:nvSpPr>
            <p:spPr>
              <a:xfrm>
                <a:off x="5823109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g685">
                <a:extLst>
                  <a:ext uri="{FF2B5EF4-FFF2-40B4-BE49-F238E27FC236}">
                    <a16:creationId xmlns:a16="http://schemas.microsoft.com/office/drawing/2014/main" id="{0F4E8DE4-EE54-8166-3929-DC07C7C121DB}"/>
                  </a:ext>
                </a:extLst>
              </p:cNvPr>
              <p:cNvSpPr/>
              <p:nvPr/>
            </p:nvSpPr>
            <p:spPr>
              <a:xfrm>
                <a:off x="583474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g686">
                <a:extLst>
                  <a:ext uri="{FF2B5EF4-FFF2-40B4-BE49-F238E27FC236}">
                    <a16:creationId xmlns:a16="http://schemas.microsoft.com/office/drawing/2014/main" id="{F25D195F-2F1F-A518-EED5-C6BD1ADC1EF5}"/>
                  </a:ext>
                </a:extLst>
              </p:cNvPr>
              <p:cNvSpPr/>
              <p:nvPr/>
            </p:nvSpPr>
            <p:spPr>
              <a:xfrm>
                <a:off x="584638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g687">
                <a:extLst>
                  <a:ext uri="{FF2B5EF4-FFF2-40B4-BE49-F238E27FC236}">
                    <a16:creationId xmlns:a16="http://schemas.microsoft.com/office/drawing/2014/main" id="{6ADE2504-E87E-B8D5-BC91-6F9C5995A8DC}"/>
                  </a:ext>
                </a:extLst>
              </p:cNvPr>
              <p:cNvSpPr/>
              <p:nvPr/>
            </p:nvSpPr>
            <p:spPr>
              <a:xfrm>
                <a:off x="6172229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g688">
                <a:extLst>
                  <a:ext uri="{FF2B5EF4-FFF2-40B4-BE49-F238E27FC236}">
                    <a16:creationId xmlns:a16="http://schemas.microsoft.com/office/drawing/2014/main" id="{7E4F3C3B-7B17-8830-78ED-498ED0712869}"/>
                  </a:ext>
                </a:extLst>
              </p:cNvPr>
              <p:cNvSpPr/>
              <p:nvPr/>
            </p:nvSpPr>
            <p:spPr>
              <a:xfrm>
                <a:off x="618386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g689">
                <a:extLst>
                  <a:ext uri="{FF2B5EF4-FFF2-40B4-BE49-F238E27FC236}">
                    <a16:creationId xmlns:a16="http://schemas.microsoft.com/office/drawing/2014/main" id="{7AF149A3-E502-19D9-6355-C435DAEA86D5}"/>
                  </a:ext>
                </a:extLst>
              </p:cNvPr>
              <p:cNvSpPr/>
              <p:nvPr/>
            </p:nvSpPr>
            <p:spPr>
              <a:xfrm>
                <a:off x="619550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g690">
                <a:extLst>
                  <a:ext uri="{FF2B5EF4-FFF2-40B4-BE49-F238E27FC236}">
                    <a16:creationId xmlns:a16="http://schemas.microsoft.com/office/drawing/2014/main" id="{BD173614-C8D9-2818-1DE6-F0202BD25BE9}"/>
                  </a:ext>
                </a:extLst>
              </p:cNvPr>
              <p:cNvSpPr/>
              <p:nvPr/>
            </p:nvSpPr>
            <p:spPr>
              <a:xfrm>
                <a:off x="6207141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g691">
                <a:extLst>
                  <a:ext uri="{FF2B5EF4-FFF2-40B4-BE49-F238E27FC236}">
                    <a16:creationId xmlns:a16="http://schemas.microsoft.com/office/drawing/2014/main" id="{7A9CC8B4-EF46-FACD-2185-2ED8FCECFD99}"/>
                  </a:ext>
                </a:extLst>
              </p:cNvPr>
              <p:cNvSpPr/>
              <p:nvPr/>
            </p:nvSpPr>
            <p:spPr>
              <a:xfrm>
                <a:off x="621877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g692">
                <a:extLst>
                  <a:ext uri="{FF2B5EF4-FFF2-40B4-BE49-F238E27FC236}">
                    <a16:creationId xmlns:a16="http://schemas.microsoft.com/office/drawing/2014/main" id="{B9F9F67B-B2DA-8F4D-1C29-FF8DF2BB2C47}"/>
                  </a:ext>
                </a:extLst>
              </p:cNvPr>
              <p:cNvSpPr/>
              <p:nvPr/>
            </p:nvSpPr>
            <p:spPr>
              <a:xfrm>
                <a:off x="623041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g693">
                <a:extLst>
                  <a:ext uri="{FF2B5EF4-FFF2-40B4-BE49-F238E27FC236}">
                    <a16:creationId xmlns:a16="http://schemas.microsoft.com/office/drawing/2014/main" id="{853C452C-6B0A-16A6-342A-874B69E94B5A}"/>
                  </a:ext>
                </a:extLst>
              </p:cNvPr>
              <p:cNvSpPr/>
              <p:nvPr/>
            </p:nvSpPr>
            <p:spPr>
              <a:xfrm>
                <a:off x="6242053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g694">
                <a:extLst>
                  <a:ext uri="{FF2B5EF4-FFF2-40B4-BE49-F238E27FC236}">
                    <a16:creationId xmlns:a16="http://schemas.microsoft.com/office/drawing/2014/main" id="{F6285C66-E02C-F664-0DD3-014025029E1D}"/>
                  </a:ext>
                </a:extLst>
              </p:cNvPr>
              <p:cNvSpPr/>
              <p:nvPr/>
            </p:nvSpPr>
            <p:spPr>
              <a:xfrm>
                <a:off x="625369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g695">
                <a:extLst>
                  <a:ext uri="{FF2B5EF4-FFF2-40B4-BE49-F238E27FC236}">
                    <a16:creationId xmlns:a16="http://schemas.microsoft.com/office/drawing/2014/main" id="{E5AA8411-66B7-B872-576C-B31E4574E1C8}"/>
                  </a:ext>
                </a:extLst>
              </p:cNvPr>
              <p:cNvSpPr/>
              <p:nvPr/>
            </p:nvSpPr>
            <p:spPr>
              <a:xfrm>
                <a:off x="626532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g696">
                <a:extLst>
                  <a:ext uri="{FF2B5EF4-FFF2-40B4-BE49-F238E27FC236}">
                    <a16:creationId xmlns:a16="http://schemas.microsoft.com/office/drawing/2014/main" id="{6B046E9D-695F-5FE7-F31B-F224CE88E4F2}"/>
                  </a:ext>
                </a:extLst>
              </p:cNvPr>
              <p:cNvSpPr/>
              <p:nvPr/>
            </p:nvSpPr>
            <p:spPr>
              <a:xfrm>
                <a:off x="6276965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g697">
                <a:extLst>
                  <a:ext uri="{FF2B5EF4-FFF2-40B4-BE49-F238E27FC236}">
                    <a16:creationId xmlns:a16="http://schemas.microsoft.com/office/drawing/2014/main" id="{58B544F3-44B5-7269-059F-D178D34A890D}"/>
                  </a:ext>
                </a:extLst>
              </p:cNvPr>
              <p:cNvSpPr/>
              <p:nvPr/>
            </p:nvSpPr>
            <p:spPr>
              <a:xfrm>
                <a:off x="628860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g698">
                <a:extLst>
                  <a:ext uri="{FF2B5EF4-FFF2-40B4-BE49-F238E27FC236}">
                    <a16:creationId xmlns:a16="http://schemas.microsoft.com/office/drawing/2014/main" id="{993BD023-16C8-E8F1-924C-4C2C030CFBCD}"/>
                  </a:ext>
                </a:extLst>
              </p:cNvPr>
              <p:cNvSpPr/>
              <p:nvPr/>
            </p:nvSpPr>
            <p:spPr>
              <a:xfrm>
                <a:off x="630024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g699">
                <a:extLst>
                  <a:ext uri="{FF2B5EF4-FFF2-40B4-BE49-F238E27FC236}">
                    <a16:creationId xmlns:a16="http://schemas.microsoft.com/office/drawing/2014/main" id="{99A38B3D-4896-D860-7566-7152B46FDA1D}"/>
                  </a:ext>
                </a:extLst>
              </p:cNvPr>
              <p:cNvSpPr/>
              <p:nvPr/>
            </p:nvSpPr>
            <p:spPr>
              <a:xfrm>
                <a:off x="6311877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g700">
                <a:extLst>
                  <a:ext uri="{FF2B5EF4-FFF2-40B4-BE49-F238E27FC236}">
                    <a16:creationId xmlns:a16="http://schemas.microsoft.com/office/drawing/2014/main" id="{545C5589-4560-B3CD-B8BE-D05B2053B47B}"/>
                  </a:ext>
                </a:extLst>
              </p:cNvPr>
              <p:cNvSpPr/>
              <p:nvPr/>
            </p:nvSpPr>
            <p:spPr>
              <a:xfrm>
                <a:off x="632351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g701">
                <a:extLst>
                  <a:ext uri="{FF2B5EF4-FFF2-40B4-BE49-F238E27FC236}">
                    <a16:creationId xmlns:a16="http://schemas.microsoft.com/office/drawing/2014/main" id="{D8B6FB81-E323-D92A-488E-896A8ED197E2}"/>
                  </a:ext>
                </a:extLst>
              </p:cNvPr>
              <p:cNvSpPr/>
              <p:nvPr/>
            </p:nvSpPr>
            <p:spPr>
              <a:xfrm>
                <a:off x="633515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g702">
                <a:extLst>
                  <a:ext uri="{FF2B5EF4-FFF2-40B4-BE49-F238E27FC236}">
                    <a16:creationId xmlns:a16="http://schemas.microsoft.com/office/drawing/2014/main" id="{60631000-2DAE-5E0F-6D14-77EB8F8BD7C5}"/>
                  </a:ext>
                </a:extLst>
              </p:cNvPr>
              <p:cNvSpPr/>
              <p:nvPr/>
            </p:nvSpPr>
            <p:spPr>
              <a:xfrm>
                <a:off x="5718373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g703">
                <a:extLst>
                  <a:ext uri="{FF2B5EF4-FFF2-40B4-BE49-F238E27FC236}">
                    <a16:creationId xmlns:a16="http://schemas.microsoft.com/office/drawing/2014/main" id="{878F5CEB-D88E-85A7-C1FA-28A99A15D83B}"/>
                  </a:ext>
                </a:extLst>
              </p:cNvPr>
              <p:cNvSpPr/>
              <p:nvPr/>
            </p:nvSpPr>
            <p:spPr>
              <a:xfrm>
                <a:off x="573001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g704">
                <a:extLst>
                  <a:ext uri="{FF2B5EF4-FFF2-40B4-BE49-F238E27FC236}">
                    <a16:creationId xmlns:a16="http://schemas.microsoft.com/office/drawing/2014/main" id="{3D5FFC2E-8DB4-0A62-65DF-A4DF284105BA}"/>
                  </a:ext>
                </a:extLst>
              </p:cNvPr>
              <p:cNvSpPr/>
              <p:nvPr/>
            </p:nvSpPr>
            <p:spPr>
              <a:xfrm>
                <a:off x="574164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g705">
                <a:extLst>
                  <a:ext uri="{FF2B5EF4-FFF2-40B4-BE49-F238E27FC236}">
                    <a16:creationId xmlns:a16="http://schemas.microsoft.com/office/drawing/2014/main" id="{AAA9041A-D89E-1E17-91CD-FF0CDFFB35E2}"/>
                  </a:ext>
                </a:extLst>
              </p:cNvPr>
              <p:cNvSpPr/>
              <p:nvPr/>
            </p:nvSpPr>
            <p:spPr>
              <a:xfrm>
                <a:off x="5753285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g706">
                <a:extLst>
                  <a:ext uri="{FF2B5EF4-FFF2-40B4-BE49-F238E27FC236}">
                    <a16:creationId xmlns:a16="http://schemas.microsoft.com/office/drawing/2014/main" id="{2D267DE7-A45C-55B0-E0FE-458855B6414D}"/>
                  </a:ext>
                </a:extLst>
              </p:cNvPr>
              <p:cNvSpPr/>
              <p:nvPr/>
            </p:nvSpPr>
            <p:spPr>
              <a:xfrm>
                <a:off x="576492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g707">
                <a:extLst>
                  <a:ext uri="{FF2B5EF4-FFF2-40B4-BE49-F238E27FC236}">
                    <a16:creationId xmlns:a16="http://schemas.microsoft.com/office/drawing/2014/main" id="{60F3F648-FC6C-CA3B-FECF-A96E98CC0135}"/>
                  </a:ext>
                </a:extLst>
              </p:cNvPr>
              <p:cNvSpPr/>
              <p:nvPr/>
            </p:nvSpPr>
            <p:spPr>
              <a:xfrm>
                <a:off x="577656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g708">
                <a:extLst>
                  <a:ext uri="{FF2B5EF4-FFF2-40B4-BE49-F238E27FC236}">
                    <a16:creationId xmlns:a16="http://schemas.microsoft.com/office/drawing/2014/main" id="{BE2BD4BF-0830-37D2-79F1-13A2F71A785E}"/>
                  </a:ext>
                </a:extLst>
              </p:cNvPr>
              <p:cNvSpPr/>
              <p:nvPr/>
            </p:nvSpPr>
            <p:spPr>
              <a:xfrm>
                <a:off x="5788197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6">
                  <a:alpha val="100000"/>
                </a:srgbClr>
              </a:solidFill>
              <a:ln w="5420" cap="flat">
                <a:solidFill>
                  <a:srgbClr val="3C43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g709">
                <a:extLst>
                  <a:ext uri="{FF2B5EF4-FFF2-40B4-BE49-F238E27FC236}">
                    <a16:creationId xmlns:a16="http://schemas.microsoft.com/office/drawing/2014/main" id="{9D9F89F8-E2A2-8AB3-25AD-53DCD1F0B52E}"/>
                  </a:ext>
                </a:extLst>
              </p:cNvPr>
              <p:cNvSpPr/>
              <p:nvPr/>
            </p:nvSpPr>
            <p:spPr>
              <a:xfrm>
                <a:off x="579983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g710">
                <a:extLst>
                  <a:ext uri="{FF2B5EF4-FFF2-40B4-BE49-F238E27FC236}">
                    <a16:creationId xmlns:a16="http://schemas.microsoft.com/office/drawing/2014/main" id="{9C6AA9B7-B681-294F-38AF-E7120F28BA06}"/>
                  </a:ext>
                </a:extLst>
              </p:cNvPr>
              <p:cNvSpPr/>
              <p:nvPr/>
            </p:nvSpPr>
            <p:spPr>
              <a:xfrm>
                <a:off x="581147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g711">
                <a:extLst>
                  <a:ext uri="{FF2B5EF4-FFF2-40B4-BE49-F238E27FC236}">
                    <a16:creationId xmlns:a16="http://schemas.microsoft.com/office/drawing/2014/main" id="{D65CC467-000F-797E-DDB8-BEA7B8252D7C}"/>
                  </a:ext>
                </a:extLst>
              </p:cNvPr>
              <p:cNvSpPr/>
              <p:nvPr/>
            </p:nvSpPr>
            <p:spPr>
              <a:xfrm>
                <a:off x="6183866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g712">
                <a:extLst>
                  <a:ext uri="{FF2B5EF4-FFF2-40B4-BE49-F238E27FC236}">
                    <a16:creationId xmlns:a16="http://schemas.microsoft.com/office/drawing/2014/main" id="{E1E8D6B9-E5FB-83A5-2BAB-FA9BBC7B6F44}"/>
                  </a:ext>
                </a:extLst>
              </p:cNvPr>
              <p:cNvSpPr/>
              <p:nvPr/>
            </p:nvSpPr>
            <p:spPr>
              <a:xfrm>
                <a:off x="619550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g713">
                <a:extLst>
                  <a:ext uri="{FF2B5EF4-FFF2-40B4-BE49-F238E27FC236}">
                    <a16:creationId xmlns:a16="http://schemas.microsoft.com/office/drawing/2014/main" id="{65AA5147-6606-9D0E-2C3D-0A49DA1E5E05}"/>
                  </a:ext>
                </a:extLst>
              </p:cNvPr>
              <p:cNvSpPr/>
              <p:nvPr/>
            </p:nvSpPr>
            <p:spPr>
              <a:xfrm>
                <a:off x="6207141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g714">
                <a:extLst>
                  <a:ext uri="{FF2B5EF4-FFF2-40B4-BE49-F238E27FC236}">
                    <a16:creationId xmlns:a16="http://schemas.microsoft.com/office/drawing/2014/main" id="{DCE1458C-2B80-2603-1DA6-057A104C3BF3}"/>
                  </a:ext>
                </a:extLst>
              </p:cNvPr>
              <p:cNvSpPr/>
              <p:nvPr/>
            </p:nvSpPr>
            <p:spPr>
              <a:xfrm>
                <a:off x="621877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g715">
                <a:extLst>
                  <a:ext uri="{FF2B5EF4-FFF2-40B4-BE49-F238E27FC236}">
                    <a16:creationId xmlns:a16="http://schemas.microsoft.com/office/drawing/2014/main" id="{C17B5529-1694-F116-93B0-C0A2642153F0}"/>
                  </a:ext>
                </a:extLst>
              </p:cNvPr>
              <p:cNvSpPr/>
              <p:nvPr/>
            </p:nvSpPr>
            <p:spPr>
              <a:xfrm>
                <a:off x="6230416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g716">
                <a:extLst>
                  <a:ext uri="{FF2B5EF4-FFF2-40B4-BE49-F238E27FC236}">
                    <a16:creationId xmlns:a16="http://schemas.microsoft.com/office/drawing/2014/main" id="{3B77090A-902F-7278-46D7-F25118D7D86C}"/>
                  </a:ext>
                </a:extLst>
              </p:cNvPr>
              <p:cNvSpPr/>
              <p:nvPr/>
            </p:nvSpPr>
            <p:spPr>
              <a:xfrm>
                <a:off x="6242053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g717">
                <a:extLst>
                  <a:ext uri="{FF2B5EF4-FFF2-40B4-BE49-F238E27FC236}">
                    <a16:creationId xmlns:a16="http://schemas.microsoft.com/office/drawing/2014/main" id="{E929D445-8434-2FD1-F55F-F7F7925E9C4B}"/>
                  </a:ext>
                </a:extLst>
              </p:cNvPr>
              <p:cNvSpPr/>
              <p:nvPr/>
            </p:nvSpPr>
            <p:spPr>
              <a:xfrm>
                <a:off x="625369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g718">
                <a:extLst>
                  <a:ext uri="{FF2B5EF4-FFF2-40B4-BE49-F238E27FC236}">
                    <a16:creationId xmlns:a16="http://schemas.microsoft.com/office/drawing/2014/main" id="{D4204C76-C0D6-79A8-8CFB-1F1514E7E37A}"/>
                  </a:ext>
                </a:extLst>
              </p:cNvPr>
              <p:cNvSpPr/>
              <p:nvPr/>
            </p:nvSpPr>
            <p:spPr>
              <a:xfrm>
                <a:off x="626532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g719">
                <a:extLst>
                  <a:ext uri="{FF2B5EF4-FFF2-40B4-BE49-F238E27FC236}">
                    <a16:creationId xmlns:a16="http://schemas.microsoft.com/office/drawing/2014/main" id="{E4AE50D5-4E46-904B-8F0F-E91D17B5269D}"/>
                  </a:ext>
                </a:extLst>
              </p:cNvPr>
              <p:cNvSpPr/>
              <p:nvPr/>
            </p:nvSpPr>
            <p:spPr>
              <a:xfrm>
                <a:off x="6276965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g720">
                <a:extLst>
                  <a:ext uri="{FF2B5EF4-FFF2-40B4-BE49-F238E27FC236}">
                    <a16:creationId xmlns:a16="http://schemas.microsoft.com/office/drawing/2014/main" id="{5AC97432-C1A6-1A23-ED87-CA00563E015F}"/>
                  </a:ext>
                </a:extLst>
              </p:cNvPr>
              <p:cNvSpPr/>
              <p:nvPr/>
            </p:nvSpPr>
            <p:spPr>
              <a:xfrm>
                <a:off x="628860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g721">
                <a:extLst>
                  <a:ext uri="{FF2B5EF4-FFF2-40B4-BE49-F238E27FC236}">
                    <a16:creationId xmlns:a16="http://schemas.microsoft.com/office/drawing/2014/main" id="{ED456C4A-6FF5-3E8D-3A69-0297BC038BD4}"/>
                  </a:ext>
                </a:extLst>
              </p:cNvPr>
              <p:cNvSpPr/>
              <p:nvPr/>
            </p:nvSpPr>
            <p:spPr>
              <a:xfrm>
                <a:off x="630024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g722">
                <a:extLst>
                  <a:ext uri="{FF2B5EF4-FFF2-40B4-BE49-F238E27FC236}">
                    <a16:creationId xmlns:a16="http://schemas.microsoft.com/office/drawing/2014/main" id="{42352569-49C7-D98C-7D17-D66A6CB2F27D}"/>
                  </a:ext>
                </a:extLst>
              </p:cNvPr>
              <p:cNvSpPr/>
              <p:nvPr/>
            </p:nvSpPr>
            <p:spPr>
              <a:xfrm>
                <a:off x="6311877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g723">
                <a:extLst>
                  <a:ext uri="{FF2B5EF4-FFF2-40B4-BE49-F238E27FC236}">
                    <a16:creationId xmlns:a16="http://schemas.microsoft.com/office/drawing/2014/main" id="{E19F1B24-A706-1A7D-492F-DB8D46BE9B72}"/>
                  </a:ext>
                </a:extLst>
              </p:cNvPr>
              <p:cNvSpPr/>
              <p:nvPr/>
            </p:nvSpPr>
            <p:spPr>
              <a:xfrm>
                <a:off x="632351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g724">
                <a:extLst>
                  <a:ext uri="{FF2B5EF4-FFF2-40B4-BE49-F238E27FC236}">
                    <a16:creationId xmlns:a16="http://schemas.microsoft.com/office/drawing/2014/main" id="{5AC609E5-64F6-CB37-B1C9-7AD7FA1793CE}"/>
                  </a:ext>
                </a:extLst>
              </p:cNvPr>
              <p:cNvSpPr/>
              <p:nvPr/>
            </p:nvSpPr>
            <p:spPr>
              <a:xfrm>
                <a:off x="5706736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g725">
                <a:extLst>
                  <a:ext uri="{FF2B5EF4-FFF2-40B4-BE49-F238E27FC236}">
                    <a16:creationId xmlns:a16="http://schemas.microsoft.com/office/drawing/2014/main" id="{328169BA-0FEF-BCE0-1899-93E206F63F1E}"/>
                  </a:ext>
                </a:extLst>
              </p:cNvPr>
              <p:cNvSpPr/>
              <p:nvPr/>
            </p:nvSpPr>
            <p:spPr>
              <a:xfrm>
                <a:off x="5718373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g726">
                <a:extLst>
                  <a:ext uri="{FF2B5EF4-FFF2-40B4-BE49-F238E27FC236}">
                    <a16:creationId xmlns:a16="http://schemas.microsoft.com/office/drawing/2014/main" id="{D0706BCA-8202-407E-57ED-36814CD433A0}"/>
                  </a:ext>
                </a:extLst>
              </p:cNvPr>
              <p:cNvSpPr/>
              <p:nvPr/>
            </p:nvSpPr>
            <p:spPr>
              <a:xfrm>
                <a:off x="573001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g727">
                <a:extLst>
                  <a:ext uri="{FF2B5EF4-FFF2-40B4-BE49-F238E27FC236}">
                    <a16:creationId xmlns:a16="http://schemas.microsoft.com/office/drawing/2014/main" id="{D437D246-121B-71C6-BC11-9AB4E200A310}"/>
                  </a:ext>
                </a:extLst>
              </p:cNvPr>
              <p:cNvSpPr/>
              <p:nvPr/>
            </p:nvSpPr>
            <p:spPr>
              <a:xfrm>
                <a:off x="574164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g728">
                <a:extLst>
                  <a:ext uri="{FF2B5EF4-FFF2-40B4-BE49-F238E27FC236}">
                    <a16:creationId xmlns:a16="http://schemas.microsoft.com/office/drawing/2014/main" id="{353243FA-4BF9-5C68-0F9F-4E28B78D69AC}"/>
                  </a:ext>
                </a:extLst>
              </p:cNvPr>
              <p:cNvSpPr/>
              <p:nvPr/>
            </p:nvSpPr>
            <p:spPr>
              <a:xfrm>
                <a:off x="5753285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g729">
                <a:extLst>
                  <a:ext uri="{FF2B5EF4-FFF2-40B4-BE49-F238E27FC236}">
                    <a16:creationId xmlns:a16="http://schemas.microsoft.com/office/drawing/2014/main" id="{DB9FF226-CE5B-BF06-F4B1-409CC67C3648}"/>
                  </a:ext>
                </a:extLst>
              </p:cNvPr>
              <p:cNvSpPr/>
              <p:nvPr/>
            </p:nvSpPr>
            <p:spPr>
              <a:xfrm>
                <a:off x="5764922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g730">
                <a:extLst>
                  <a:ext uri="{FF2B5EF4-FFF2-40B4-BE49-F238E27FC236}">
                    <a16:creationId xmlns:a16="http://schemas.microsoft.com/office/drawing/2014/main" id="{1ADF0DA6-4EFC-E869-76D3-E792BC56095F}"/>
                  </a:ext>
                </a:extLst>
              </p:cNvPr>
              <p:cNvSpPr/>
              <p:nvPr/>
            </p:nvSpPr>
            <p:spPr>
              <a:xfrm>
                <a:off x="577656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g731">
                <a:extLst>
                  <a:ext uri="{FF2B5EF4-FFF2-40B4-BE49-F238E27FC236}">
                    <a16:creationId xmlns:a16="http://schemas.microsoft.com/office/drawing/2014/main" id="{2CC464AB-034F-9AE7-6546-E0C3DF8617A3}"/>
                  </a:ext>
                </a:extLst>
              </p:cNvPr>
              <p:cNvSpPr/>
              <p:nvPr/>
            </p:nvSpPr>
            <p:spPr>
              <a:xfrm>
                <a:off x="6195504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g732">
                <a:extLst>
                  <a:ext uri="{FF2B5EF4-FFF2-40B4-BE49-F238E27FC236}">
                    <a16:creationId xmlns:a16="http://schemas.microsoft.com/office/drawing/2014/main" id="{A8F50749-C041-833E-9630-251D0BC165B5}"/>
                  </a:ext>
                </a:extLst>
              </p:cNvPr>
              <p:cNvSpPr/>
              <p:nvPr/>
            </p:nvSpPr>
            <p:spPr>
              <a:xfrm>
                <a:off x="6207141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g733">
                <a:extLst>
                  <a:ext uri="{FF2B5EF4-FFF2-40B4-BE49-F238E27FC236}">
                    <a16:creationId xmlns:a16="http://schemas.microsoft.com/office/drawing/2014/main" id="{FE902D11-CFF8-DDED-951E-2D5458577ED9}"/>
                  </a:ext>
                </a:extLst>
              </p:cNvPr>
              <p:cNvSpPr/>
              <p:nvPr/>
            </p:nvSpPr>
            <p:spPr>
              <a:xfrm>
                <a:off x="621877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g734">
                <a:extLst>
                  <a:ext uri="{FF2B5EF4-FFF2-40B4-BE49-F238E27FC236}">
                    <a16:creationId xmlns:a16="http://schemas.microsoft.com/office/drawing/2014/main" id="{92D54607-3AC4-B5CE-719E-838A1904B4C9}"/>
                  </a:ext>
                </a:extLst>
              </p:cNvPr>
              <p:cNvSpPr/>
              <p:nvPr/>
            </p:nvSpPr>
            <p:spPr>
              <a:xfrm>
                <a:off x="6230416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g735">
                <a:extLst>
                  <a:ext uri="{FF2B5EF4-FFF2-40B4-BE49-F238E27FC236}">
                    <a16:creationId xmlns:a16="http://schemas.microsoft.com/office/drawing/2014/main" id="{75DDAC4A-554D-E227-5CC4-9EA269098C01}"/>
                  </a:ext>
                </a:extLst>
              </p:cNvPr>
              <p:cNvSpPr/>
              <p:nvPr/>
            </p:nvSpPr>
            <p:spPr>
              <a:xfrm>
                <a:off x="6242053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g736">
                <a:extLst>
                  <a:ext uri="{FF2B5EF4-FFF2-40B4-BE49-F238E27FC236}">
                    <a16:creationId xmlns:a16="http://schemas.microsoft.com/office/drawing/2014/main" id="{880732E4-7209-B11D-955F-EFD079A37192}"/>
                  </a:ext>
                </a:extLst>
              </p:cNvPr>
              <p:cNvSpPr/>
              <p:nvPr/>
            </p:nvSpPr>
            <p:spPr>
              <a:xfrm>
                <a:off x="625369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g737">
                <a:extLst>
                  <a:ext uri="{FF2B5EF4-FFF2-40B4-BE49-F238E27FC236}">
                    <a16:creationId xmlns:a16="http://schemas.microsoft.com/office/drawing/2014/main" id="{54447877-E105-D6CB-9D09-D1AF98CA1B6A}"/>
                  </a:ext>
                </a:extLst>
              </p:cNvPr>
              <p:cNvSpPr/>
              <p:nvPr/>
            </p:nvSpPr>
            <p:spPr>
              <a:xfrm>
                <a:off x="626532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g738">
                <a:extLst>
                  <a:ext uri="{FF2B5EF4-FFF2-40B4-BE49-F238E27FC236}">
                    <a16:creationId xmlns:a16="http://schemas.microsoft.com/office/drawing/2014/main" id="{F2F3E319-468E-7A39-8B48-6D0F8BC5A032}"/>
                  </a:ext>
                </a:extLst>
              </p:cNvPr>
              <p:cNvSpPr/>
              <p:nvPr/>
            </p:nvSpPr>
            <p:spPr>
              <a:xfrm>
                <a:off x="6276965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g739">
                <a:extLst>
                  <a:ext uri="{FF2B5EF4-FFF2-40B4-BE49-F238E27FC236}">
                    <a16:creationId xmlns:a16="http://schemas.microsoft.com/office/drawing/2014/main" id="{6DE70979-2709-B96C-A1E3-CF2975B70EED}"/>
                  </a:ext>
                </a:extLst>
              </p:cNvPr>
              <p:cNvSpPr/>
              <p:nvPr/>
            </p:nvSpPr>
            <p:spPr>
              <a:xfrm>
                <a:off x="6288602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g740">
                <a:extLst>
                  <a:ext uri="{FF2B5EF4-FFF2-40B4-BE49-F238E27FC236}">
                    <a16:creationId xmlns:a16="http://schemas.microsoft.com/office/drawing/2014/main" id="{8D042F7D-95DE-7F56-0BFA-4C4845606797}"/>
                  </a:ext>
                </a:extLst>
              </p:cNvPr>
              <p:cNvSpPr/>
              <p:nvPr/>
            </p:nvSpPr>
            <p:spPr>
              <a:xfrm>
                <a:off x="630024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g741">
                <a:extLst>
                  <a:ext uri="{FF2B5EF4-FFF2-40B4-BE49-F238E27FC236}">
                    <a16:creationId xmlns:a16="http://schemas.microsoft.com/office/drawing/2014/main" id="{3EC570B0-CA31-CDB3-5549-A5F8E9F82C4F}"/>
                  </a:ext>
                </a:extLst>
              </p:cNvPr>
              <p:cNvSpPr/>
              <p:nvPr/>
            </p:nvSpPr>
            <p:spPr>
              <a:xfrm>
                <a:off x="6311877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g742">
                <a:extLst>
                  <a:ext uri="{FF2B5EF4-FFF2-40B4-BE49-F238E27FC236}">
                    <a16:creationId xmlns:a16="http://schemas.microsoft.com/office/drawing/2014/main" id="{D7D0491E-3BA1-058A-B0B2-58F303C0C883}"/>
                  </a:ext>
                </a:extLst>
              </p:cNvPr>
              <p:cNvSpPr/>
              <p:nvPr/>
            </p:nvSpPr>
            <p:spPr>
              <a:xfrm>
                <a:off x="5706736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g743">
                <a:extLst>
                  <a:ext uri="{FF2B5EF4-FFF2-40B4-BE49-F238E27FC236}">
                    <a16:creationId xmlns:a16="http://schemas.microsoft.com/office/drawing/2014/main" id="{5327D1AC-5F5B-DB92-51A5-361018C1E1C0}"/>
                  </a:ext>
                </a:extLst>
              </p:cNvPr>
              <p:cNvSpPr/>
              <p:nvPr/>
            </p:nvSpPr>
            <p:spPr>
              <a:xfrm>
                <a:off x="5718373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g744">
                <a:extLst>
                  <a:ext uri="{FF2B5EF4-FFF2-40B4-BE49-F238E27FC236}">
                    <a16:creationId xmlns:a16="http://schemas.microsoft.com/office/drawing/2014/main" id="{8C6FB7A7-DB42-BF39-8983-5F2C6275DE73}"/>
                  </a:ext>
                </a:extLst>
              </p:cNvPr>
              <p:cNvSpPr/>
              <p:nvPr/>
            </p:nvSpPr>
            <p:spPr>
              <a:xfrm>
                <a:off x="5730010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g745">
                <a:extLst>
                  <a:ext uri="{FF2B5EF4-FFF2-40B4-BE49-F238E27FC236}">
                    <a16:creationId xmlns:a16="http://schemas.microsoft.com/office/drawing/2014/main" id="{5BF83D5A-9DB4-9727-29A6-505FEF423A06}"/>
                  </a:ext>
                </a:extLst>
              </p:cNvPr>
              <p:cNvSpPr/>
              <p:nvPr/>
            </p:nvSpPr>
            <p:spPr>
              <a:xfrm>
                <a:off x="574164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g746">
                <a:extLst>
                  <a:ext uri="{FF2B5EF4-FFF2-40B4-BE49-F238E27FC236}">
                    <a16:creationId xmlns:a16="http://schemas.microsoft.com/office/drawing/2014/main" id="{67A6A6FD-3988-607A-A131-C673537D668D}"/>
                  </a:ext>
                </a:extLst>
              </p:cNvPr>
              <p:cNvSpPr/>
              <p:nvPr/>
            </p:nvSpPr>
            <p:spPr>
              <a:xfrm>
                <a:off x="5753285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g747">
                <a:extLst>
                  <a:ext uri="{FF2B5EF4-FFF2-40B4-BE49-F238E27FC236}">
                    <a16:creationId xmlns:a16="http://schemas.microsoft.com/office/drawing/2014/main" id="{3F685AD4-46C8-B6C5-F93E-76F00EFB2D2A}"/>
                  </a:ext>
                </a:extLst>
              </p:cNvPr>
              <p:cNvSpPr/>
              <p:nvPr/>
            </p:nvSpPr>
            <p:spPr>
              <a:xfrm>
                <a:off x="5764922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g748">
                <a:extLst>
                  <a:ext uri="{FF2B5EF4-FFF2-40B4-BE49-F238E27FC236}">
                    <a16:creationId xmlns:a16="http://schemas.microsoft.com/office/drawing/2014/main" id="{666170A2-FA4C-E4B1-732B-3D2A42B898EC}"/>
                  </a:ext>
                </a:extLst>
              </p:cNvPr>
              <p:cNvSpPr/>
              <p:nvPr/>
            </p:nvSpPr>
            <p:spPr>
              <a:xfrm>
                <a:off x="621877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g749">
                <a:extLst>
                  <a:ext uri="{FF2B5EF4-FFF2-40B4-BE49-F238E27FC236}">
                    <a16:creationId xmlns:a16="http://schemas.microsoft.com/office/drawing/2014/main" id="{53303D2C-3FAE-8E9E-5FB5-1342B392040C}"/>
                  </a:ext>
                </a:extLst>
              </p:cNvPr>
              <p:cNvSpPr/>
              <p:nvPr/>
            </p:nvSpPr>
            <p:spPr>
              <a:xfrm>
                <a:off x="6230416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g750">
                <a:extLst>
                  <a:ext uri="{FF2B5EF4-FFF2-40B4-BE49-F238E27FC236}">
                    <a16:creationId xmlns:a16="http://schemas.microsoft.com/office/drawing/2014/main" id="{D949A9E0-42E9-409C-0B90-2A0C325FD3AA}"/>
                  </a:ext>
                </a:extLst>
              </p:cNvPr>
              <p:cNvSpPr/>
              <p:nvPr/>
            </p:nvSpPr>
            <p:spPr>
              <a:xfrm>
                <a:off x="6242053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g751">
                <a:extLst>
                  <a:ext uri="{FF2B5EF4-FFF2-40B4-BE49-F238E27FC236}">
                    <a16:creationId xmlns:a16="http://schemas.microsoft.com/office/drawing/2014/main" id="{5A357612-CF7B-A11D-5C96-E54E0D9C594E}"/>
                  </a:ext>
                </a:extLst>
              </p:cNvPr>
              <p:cNvSpPr/>
              <p:nvPr/>
            </p:nvSpPr>
            <p:spPr>
              <a:xfrm>
                <a:off x="6253690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g752">
                <a:extLst>
                  <a:ext uri="{FF2B5EF4-FFF2-40B4-BE49-F238E27FC236}">
                    <a16:creationId xmlns:a16="http://schemas.microsoft.com/office/drawing/2014/main" id="{BDB06CFA-8885-2E39-2598-B4E480F7215C}"/>
                  </a:ext>
                </a:extLst>
              </p:cNvPr>
              <p:cNvSpPr/>
              <p:nvPr/>
            </p:nvSpPr>
            <p:spPr>
              <a:xfrm>
                <a:off x="626532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g753">
                <a:extLst>
                  <a:ext uri="{FF2B5EF4-FFF2-40B4-BE49-F238E27FC236}">
                    <a16:creationId xmlns:a16="http://schemas.microsoft.com/office/drawing/2014/main" id="{5BEEC4A4-E43F-D9A7-12B3-4554528F5757}"/>
                  </a:ext>
                </a:extLst>
              </p:cNvPr>
              <p:cNvSpPr/>
              <p:nvPr/>
            </p:nvSpPr>
            <p:spPr>
              <a:xfrm>
                <a:off x="6276965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g754">
                <a:extLst>
                  <a:ext uri="{FF2B5EF4-FFF2-40B4-BE49-F238E27FC236}">
                    <a16:creationId xmlns:a16="http://schemas.microsoft.com/office/drawing/2014/main" id="{5CF2BA1E-1216-ADB0-2313-2E950CD5DC0B}"/>
                  </a:ext>
                </a:extLst>
              </p:cNvPr>
              <p:cNvSpPr/>
              <p:nvPr/>
            </p:nvSpPr>
            <p:spPr>
              <a:xfrm>
                <a:off x="6288602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g755">
                <a:extLst>
                  <a:ext uri="{FF2B5EF4-FFF2-40B4-BE49-F238E27FC236}">
                    <a16:creationId xmlns:a16="http://schemas.microsoft.com/office/drawing/2014/main" id="{62F3FB17-E7FE-40E2-2900-15222EA38491}"/>
                  </a:ext>
                </a:extLst>
              </p:cNvPr>
              <p:cNvSpPr/>
              <p:nvPr/>
            </p:nvSpPr>
            <p:spPr>
              <a:xfrm>
                <a:off x="569509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g756">
                <a:extLst>
                  <a:ext uri="{FF2B5EF4-FFF2-40B4-BE49-F238E27FC236}">
                    <a16:creationId xmlns:a16="http://schemas.microsoft.com/office/drawing/2014/main" id="{CC9C3A14-C61A-FC49-F8EE-7F3D777B803D}"/>
                  </a:ext>
                </a:extLst>
              </p:cNvPr>
              <p:cNvSpPr/>
              <p:nvPr/>
            </p:nvSpPr>
            <p:spPr>
              <a:xfrm>
                <a:off x="5706736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g757">
                <a:extLst>
                  <a:ext uri="{FF2B5EF4-FFF2-40B4-BE49-F238E27FC236}">
                    <a16:creationId xmlns:a16="http://schemas.microsoft.com/office/drawing/2014/main" id="{A75F9B0B-1D8C-D060-D4DB-9F744FA31438}"/>
                  </a:ext>
                </a:extLst>
              </p:cNvPr>
              <p:cNvSpPr/>
              <p:nvPr/>
            </p:nvSpPr>
            <p:spPr>
              <a:xfrm>
                <a:off x="5718373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g758">
                <a:extLst>
                  <a:ext uri="{FF2B5EF4-FFF2-40B4-BE49-F238E27FC236}">
                    <a16:creationId xmlns:a16="http://schemas.microsoft.com/office/drawing/2014/main" id="{B13AD537-FFE2-974E-EF40-55E2B28E4717}"/>
                  </a:ext>
                </a:extLst>
              </p:cNvPr>
              <p:cNvSpPr/>
              <p:nvPr/>
            </p:nvSpPr>
            <p:spPr>
              <a:xfrm>
                <a:off x="5730010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g759">
                <a:extLst>
                  <a:ext uri="{FF2B5EF4-FFF2-40B4-BE49-F238E27FC236}">
                    <a16:creationId xmlns:a16="http://schemas.microsoft.com/office/drawing/2014/main" id="{B33829DA-F650-6724-5A09-612A48C3D7DF}"/>
                  </a:ext>
                </a:extLst>
              </p:cNvPr>
              <p:cNvSpPr/>
              <p:nvPr/>
            </p:nvSpPr>
            <p:spPr>
              <a:xfrm>
                <a:off x="574164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g760">
                <a:extLst>
                  <a:ext uri="{FF2B5EF4-FFF2-40B4-BE49-F238E27FC236}">
                    <a16:creationId xmlns:a16="http://schemas.microsoft.com/office/drawing/2014/main" id="{1F3BEF1F-F937-9734-91E1-517DD6E22F19}"/>
                  </a:ext>
                </a:extLst>
              </p:cNvPr>
              <p:cNvSpPr/>
              <p:nvPr/>
            </p:nvSpPr>
            <p:spPr>
              <a:xfrm>
                <a:off x="5753285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g761">
                <a:extLst>
                  <a:ext uri="{FF2B5EF4-FFF2-40B4-BE49-F238E27FC236}">
                    <a16:creationId xmlns:a16="http://schemas.microsoft.com/office/drawing/2014/main" id="{EC20FC51-D5A6-4E85-4B92-E17F6457019A}"/>
                  </a:ext>
                </a:extLst>
              </p:cNvPr>
              <p:cNvSpPr/>
              <p:nvPr/>
            </p:nvSpPr>
            <p:spPr>
              <a:xfrm>
                <a:off x="6242053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g762">
                <a:extLst>
                  <a:ext uri="{FF2B5EF4-FFF2-40B4-BE49-F238E27FC236}">
                    <a16:creationId xmlns:a16="http://schemas.microsoft.com/office/drawing/2014/main" id="{8C6BFE3F-8A7A-B9FB-E17B-8D9CB5C24E25}"/>
                  </a:ext>
                </a:extLst>
              </p:cNvPr>
              <p:cNvSpPr/>
              <p:nvPr/>
            </p:nvSpPr>
            <p:spPr>
              <a:xfrm>
                <a:off x="6253690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g763">
                <a:extLst>
                  <a:ext uri="{FF2B5EF4-FFF2-40B4-BE49-F238E27FC236}">
                    <a16:creationId xmlns:a16="http://schemas.microsoft.com/office/drawing/2014/main" id="{9E83E6F6-2FB6-F49F-5556-A510CBD1D87E}"/>
                  </a:ext>
                </a:extLst>
              </p:cNvPr>
              <p:cNvSpPr/>
              <p:nvPr/>
            </p:nvSpPr>
            <p:spPr>
              <a:xfrm>
                <a:off x="626532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g764">
                <a:extLst>
                  <a:ext uri="{FF2B5EF4-FFF2-40B4-BE49-F238E27FC236}">
                    <a16:creationId xmlns:a16="http://schemas.microsoft.com/office/drawing/2014/main" id="{14244EE5-C40D-1BC4-6FD9-138B98F5D1F4}"/>
                  </a:ext>
                </a:extLst>
              </p:cNvPr>
              <p:cNvSpPr/>
              <p:nvPr/>
            </p:nvSpPr>
            <p:spPr>
              <a:xfrm>
                <a:off x="5683461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g765">
                <a:extLst>
                  <a:ext uri="{FF2B5EF4-FFF2-40B4-BE49-F238E27FC236}">
                    <a16:creationId xmlns:a16="http://schemas.microsoft.com/office/drawing/2014/main" id="{8EB81D25-F3CA-F6EC-D3B0-C520D91B30E0}"/>
                  </a:ext>
                </a:extLst>
              </p:cNvPr>
              <p:cNvSpPr/>
              <p:nvPr/>
            </p:nvSpPr>
            <p:spPr>
              <a:xfrm>
                <a:off x="5695098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g766">
                <a:extLst>
                  <a:ext uri="{FF2B5EF4-FFF2-40B4-BE49-F238E27FC236}">
                    <a16:creationId xmlns:a16="http://schemas.microsoft.com/office/drawing/2014/main" id="{83BDA421-DDCE-B54D-4AC3-AD9A7A59635F}"/>
                  </a:ext>
                </a:extLst>
              </p:cNvPr>
              <p:cNvSpPr/>
              <p:nvPr/>
            </p:nvSpPr>
            <p:spPr>
              <a:xfrm>
                <a:off x="5706736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g767">
                <a:extLst>
                  <a:ext uri="{FF2B5EF4-FFF2-40B4-BE49-F238E27FC236}">
                    <a16:creationId xmlns:a16="http://schemas.microsoft.com/office/drawing/2014/main" id="{AACC1E8B-DBD9-E9E1-1B03-ACA8B0BDB085}"/>
                  </a:ext>
                </a:extLst>
              </p:cNvPr>
              <p:cNvSpPr/>
              <p:nvPr/>
            </p:nvSpPr>
            <p:spPr>
              <a:xfrm>
                <a:off x="5718373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g768">
                <a:extLst>
                  <a:ext uri="{FF2B5EF4-FFF2-40B4-BE49-F238E27FC236}">
                    <a16:creationId xmlns:a16="http://schemas.microsoft.com/office/drawing/2014/main" id="{42BBB02A-05A8-7D97-5F36-F3F96F5588C3}"/>
                  </a:ext>
                </a:extLst>
              </p:cNvPr>
              <p:cNvSpPr/>
              <p:nvPr/>
            </p:nvSpPr>
            <p:spPr>
              <a:xfrm>
                <a:off x="5730010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g769">
                <a:extLst>
                  <a:ext uri="{FF2B5EF4-FFF2-40B4-BE49-F238E27FC236}">
                    <a16:creationId xmlns:a16="http://schemas.microsoft.com/office/drawing/2014/main" id="{98881EF6-F46C-AA92-5A57-259D91C5CF75}"/>
                  </a:ext>
                </a:extLst>
              </p:cNvPr>
              <p:cNvSpPr/>
              <p:nvPr/>
            </p:nvSpPr>
            <p:spPr>
              <a:xfrm>
                <a:off x="5741648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g770">
                <a:extLst>
                  <a:ext uri="{FF2B5EF4-FFF2-40B4-BE49-F238E27FC236}">
                    <a16:creationId xmlns:a16="http://schemas.microsoft.com/office/drawing/2014/main" id="{0DF9D547-C338-57FE-AC20-679AB1CC2C66}"/>
                  </a:ext>
                </a:extLst>
              </p:cNvPr>
              <p:cNvSpPr/>
              <p:nvPr/>
            </p:nvSpPr>
            <p:spPr>
              <a:xfrm>
                <a:off x="5683461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g771">
                <a:extLst>
                  <a:ext uri="{FF2B5EF4-FFF2-40B4-BE49-F238E27FC236}">
                    <a16:creationId xmlns:a16="http://schemas.microsoft.com/office/drawing/2014/main" id="{E1FAA29D-7560-9194-405D-8B6CCFCE149F}"/>
                  </a:ext>
                </a:extLst>
              </p:cNvPr>
              <p:cNvSpPr/>
              <p:nvPr/>
            </p:nvSpPr>
            <p:spPr>
              <a:xfrm>
                <a:off x="5695098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g772">
                <a:extLst>
                  <a:ext uri="{FF2B5EF4-FFF2-40B4-BE49-F238E27FC236}">
                    <a16:creationId xmlns:a16="http://schemas.microsoft.com/office/drawing/2014/main" id="{8E0D677D-C874-770D-29B2-2DB133EC862F}"/>
                  </a:ext>
                </a:extLst>
              </p:cNvPr>
              <p:cNvSpPr/>
              <p:nvPr/>
            </p:nvSpPr>
            <p:spPr>
              <a:xfrm>
                <a:off x="5706736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g773">
                <a:extLst>
                  <a:ext uri="{FF2B5EF4-FFF2-40B4-BE49-F238E27FC236}">
                    <a16:creationId xmlns:a16="http://schemas.microsoft.com/office/drawing/2014/main" id="{901AD84D-AE52-F6C7-5A53-C733435462EB}"/>
                  </a:ext>
                </a:extLst>
              </p:cNvPr>
              <p:cNvSpPr/>
              <p:nvPr/>
            </p:nvSpPr>
            <p:spPr>
              <a:xfrm>
                <a:off x="5718373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g774">
                <a:extLst>
                  <a:ext uri="{FF2B5EF4-FFF2-40B4-BE49-F238E27FC236}">
                    <a16:creationId xmlns:a16="http://schemas.microsoft.com/office/drawing/2014/main" id="{F9DFAF33-3C58-8F77-EDCC-5FBB92D37050}"/>
                  </a:ext>
                </a:extLst>
              </p:cNvPr>
              <p:cNvSpPr/>
              <p:nvPr/>
            </p:nvSpPr>
            <p:spPr>
              <a:xfrm>
                <a:off x="5730010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g775">
                <a:extLst>
                  <a:ext uri="{FF2B5EF4-FFF2-40B4-BE49-F238E27FC236}">
                    <a16:creationId xmlns:a16="http://schemas.microsoft.com/office/drawing/2014/main" id="{0A222F4E-ED7E-EA79-4378-9707D38EB03E}"/>
                  </a:ext>
                </a:extLst>
              </p:cNvPr>
              <p:cNvSpPr/>
              <p:nvPr/>
            </p:nvSpPr>
            <p:spPr>
              <a:xfrm>
                <a:off x="5671824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g776">
                <a:extLst>
                  <a:ext uri="{FF2B5EF4-FFF2-40B4-BE49-F238E27FC236}">
                    <a16:creationId xmlns:a16="http://schemas.microsoft.com/office/drawing/2014/main" id="{9A42C223-473B-EEB8-2119-A24258D1958B}"/>
                  </a:ext>
                </a:extLst>
              </p:cNvPr>
              <p:cNvSpPr/>
              <p:nvPr/>
            </p:nvSpPr>
            <p:spPr>
              <a:xfrm>
                <a:off x="5683461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g777">
                <a:extLst>
                  <a:ext uri="{FF2B5EF4-FFF2-40B4-BE49-F238E27FC236}">
                    <a16:creationId xmlns:a16="http://schemas.microsoft.com/office/drawing/2014/main" id="{A300C7A0-4E8A-01DA-A6E3-B3C28B38245E}"/>
                  </a:ext>
                </a:extLst>
              </p:cNvPr>
              <p:cNvSpPr/>
              <p:nvPr/>
            </p:nvSpPr>
            <p:spPr>
              <a:xfrm>
                <a:off x="5695098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g778">
                <a:extLst>
                  <a:ext uri="{FF2B5EF4-FFF2-40B4-BE49-F238E27FC236}">
                    <a16:creationId xmlns:a16="http://schemas.microsoft.com/office/drawing/2014/main" id="{2FB5850D-8768-0BA7-57B6-A6912583C2AE}"/>
                  </a:ext>
                </a:extLst>
              </p:cNvPr>
              <p:cNvSpPr/>
              <p:nvPr/>
            </p:nvSpPr>
            <p:spPr>
              <a:xfrm>
                <a:off x="5706736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g779">
                <a:extLst>
                  <a:ext uri="{FF2B5EF4-FFF2-40B4-BE49-F238E27FC236}">
                    <a16:creationId xmlns:a16="http://schemas.microsoft.com/office/drawing/2014/main" id="{01E2420D-7096-93F3-8FE0-BD91607CBC6E}"/>
                  </a:ext>
                </a:extLst>
              </p:cNvPr>
              <p:cNvSpPr/>
              <p:nvPr/>
            </p:nvSpPr>
            <p:spPr>
              <a:xfrm>
                <a:off x="5718373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g780">
                <a:extLst>
                  <a:ext uri="{FF2B5EF4-FFF2-40B4-BE49-F238E27FC236}">
                    <a16:creationId xmlns:a16="http://schemas.microsoft.com/office/drawing/2014/main" id="{DE400305-BC64-D6CF-2345-78D30539E604}"/>
                  </a:ext>
                </a:extLst>
              </p:cNvPr>
              <p:cNvSpPr/>
              <p:nvPr/>
            </p:nvSpPr>
            <p:spPr>
              <a:xfrm>
                <a:off x="5730010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g781">
                <a:extLst>
                  <a:ext uri="{FF2B5EF4-FFF2-40B4-BE49-F238E27FC236}">
                    <a16:creationId xmlns:a16="http://schemas.microsoft.com/office/drawing/2014/main" id="{15B38CBA-4124-5435-EC31-503AB0B81BAC}"/>
                  </a:ext>
                </a:extLst>
              </p:cNvPr>
              <p:cNvSpPr/>
              <p:nvPr/>
            </p:nvSpPr>
            <p:spPr>
              <a:xfrm>
                <a:off x="5671824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g782">
                <a:extLst>
                  <a:ext uri="{FF2B5EF4-FFF2-40B4-BE49-F238E27FC236}">
                    <a16:creationId xmlns:a16="http://schemas.microsoft.com/office/drawing/2014/main" id="{1DFC22C8-A412-D16B-1F70-F3EEBD6797ED}"/>
                  </a:ext>
                </a:extLst>
              </p:cNvPr>
              <p:cNvSpPr/>
              <p:nvPr/>
            </p:nvSpPr>
            <p:spPr>
              <a:xfrm>
                <a:off x="5683461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g783">
                <a:extLst>
                  <a:ext uri="{FF2B5EF4-FFF2-40B4-BE49-F238E27FC236}">
                    <a16:creationId xmlns:a16="http://schemas.microsoft.com/office/drawing/2014/main" id="{99E6C481-002E-722B-3A7A-5820FD3870D8}"/>
                  </a:ext>
                </a:extLst>
              </p:cNvPr>
              <p:cNvSpPr/>
              <p:nvPr/>
            </p:nvSpPr>
            <p:spPr>
              <a:xfrm>
                <a:off x="5695098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g784">
                <a:extLst>
                  <a:ext uri="{FF2B5EF4-FFF2-40B4-BE49-F238E27FC236}">
                    <a16:creationId xmlns:a16="http://schemas.microsoft.com/office/drawing/2014/main" id="{BA3931A6-DBFC-61A8-7CB5-92B39E2E491A}"/>
                  </a:ext>
                </a:extLst>
              </p:cNvPr>
              <p:cNvSpPr/>
              <p:nvPr/>
            </p:nvSpPr>
            <p:spPr>
              <a:xfrm>
                <a:off x="5706736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g785">
                <a:extLst>
                  <a:ext uri="{FF2B5EF4-FFF2-40B4-BE49-F238E27FC236}">
                    <a16:creationId xmlns:a16="http://schemas.microsoft.com/office/drawing/2014/main" id="{A47DDA2B-A83F-8590-4BEB-1210478CAC15}"/>
                  </a:ext>
                </a:extLst>
              </p:cNvPr>
              <p:cNvSpPr/>
              <p:nvPr/>
            </p:nvSpPr>
            <p:spPr>
              <a:xfrm>
                <a:off x="5718373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g786">
                <a:extLst>
                  <a:ext uri="{FF2B5EF4-FFF2-40B4-BE49-F238E27FC236}">
                    <a16:creationId xmlns:a16="http://schemas.microsoft.com/office/drawing/2014/main" id="{8CF2ACFF-9DF2-E5E8-1F5C-E87D5DE3AC28}"/>
                  </a:ext>
                </a:extLst>
              </p:cNvPr>
              <p:cNvSpPr/>
              <p:nvPr/>
            </p:nvSpPr>
            <p:spPr>
              <a:xfrm>
                <a:off x="5730010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g787">
                <a:extLst>
                  <a:ext uri="{FF2B5EF4-FFF2-40B4-BE49-F238E27FC236}">
                    <a16:creationId xmlns:a16="http://schemas.microsoft.com/office/drawing/2014/main" id="{86C9818C-5E2F-4851-A3EE-93709DD42D39}"/>
                  </a:ext>
                </a:extLst>
              </p:cNvPr>
              <p:cNvSpPr/>
              <p:nvPr/>
            </p:nvSpPr>
            <p:spPr>
              <a:xfrm>
                <a:off x="5671824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g788">
                <a:extLst>
                  <a:ext uri="{FF2B5EF4-FFF2-40B4-BE49-F238E27FC236}">
                    <a16:creationId xmlns:a16="http://schemas.microsoft.com/office/drawing/2014/main" id="{C9FDD5F7-5AEA-8521-809F-5D4756DDC9AF}"/>
                  </a:ext>
                </a:extLst>
              </p:cNvPr>
              <p:cNvSpPr/>
              <p:nvPr/>
            </p:nvSpPr>
            <p:spPr>
              <a:xfrm>
                <a:off x="5683461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g789">
                <a:extLst>
                  <a:ext uri="{FF2B5EF4-FFF2-40B4-BE49-F238E27FC236}">
                    <a16:creationId xmlns:a16="http://schemas.microsoft.com/office/drawing/2014/main" id="{A8C78E89-C612-CD0A-07A1-824BFDA6BB71}"/>
                  </a:ext>
                </a:extLst>
              </p:cNvPr>
              <p:cNvSpPr/>
              <p:nvPr/>
            </p:nvSpPr>
            <p:spPr>
              <a:xfrm>
                <a:off x="5695098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g790">
                <a:extLst>
                  <a:ext uri="{FF2B5EF4-FFF2-40B4-BE49-F238E27FC236}">
                    <a16:creationId xmlns:a16="http://schemas.microsoft.com/office/drawing/2014/main" id="{C90F6F61-42DC-FC7E-24BA-31D29D4C317C}"/>
                  </a:ext>
                </a:extLst>
              </p:cNvPr>
              <p:cNvSpPr/>
              <p:nvPr/>
            </p:nvSpPr>
            <p:spPr>
              <a:xfrm>
                <a:off x="5706736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g791">
                <a:extLst>
                  <a:ext uri="{FF2B5EF4-FFF2-40B4-BE49-F238E27FC236}">
                    <a16:creationId xmlns:a16="http://schemas.microsoft.com/office/drawing/2014/main" id="{9ED94CB3-8752-7995-5B72-5B235EF4ED53}"/>
                  </a:ext>
                </a:extLst>
              </p:cNvPr>
              <p:cNvSpPr/>
              <p:nvPr/>
            </p:nvSpPr>
            <p:spPr>
              <a:xfrm>
                <a:off x="5718373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g792">
                <a:extLst>
                  <a:ext uri="{FF2B5EF4-FFF2-40B4-BE49-F238E27FC236}">
                    <a16:creationId xmlns:a16="http://schemas.microsoft.com/office/drawing/2014/main" id="{AD0A8A95-51B5-D5D7-AA54-55E74A22DB98}"/>
                  </a:ext>
                </a:extLst>
              </p:cNvPr>
              <p:cNvSpPr/>
              <p:nvPr/>
            </p:nvSpPr>
            <p:spPr>
              <a:xfrm>
                <a:off x="5730010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g793">
                <a:extLst>
                  <a:ext uri="{FF2B5EF4-FFF2-40B4-BE49-F238E27FC236}">
                    <a16:creationId xmlns:a16="http://schemas.microsoft.com/office/drawing/2014/main" id="{AA865431-F9B9-B596-EBB5-02640F0C698C}"/>
                  </a:ext>
                </a:extLst>
              </p:cNvPr>
              <p:cNvSpPr/>
              <p:nvPr/>
            </p:nvSpPr>
            <p:spPr>
              <a:xfrm>
                <a:off x="5671824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g794">
                <a:extLst>
                  <a:ext uri="{FF2B5EF4-FFF2-40B4-BE49-F238E27FC236}">
                    <a16:creationId xmlns:a16="http://schemas.microsoft.com/office/drawing/2014/main" id="{D36148F7-1AAB-4DB2-77DD-7B5AAF3AA4C9}"/>
                  </a:ext>
                </a:extLst>
              </p:cNvPr>
              <p:cNvSpPr/>
              <p:nvPr/>
            </p:nvSpPr>
            <p:spPr>
              <a:xfrm>
                <a:off x="5683461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g795">
                <a:extLst>
                  <a:ext uri="{FF2B5EF4-FFF2-40B4-BE49-F238E27FC236}">
                    <a16:creationId xmlns:a16="http://schemas.microsoft.com/office/drawing/2014/main" id="{0B359DAE-C246-F2E9-F9F1-7051CBB41F6A}"/>
                  </a:ext>
                </a:extLst>
              </p:cNvPr>
              <p:cNvSpPr/>
              <p:nvPr/>
            </p:nvSpPr>
            <p:spPr>
              <a:xfrm>
                <a:off x="5695098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g796">
                <a:extLst>
                  <a:ext uri="{FF2B5EF4-FFF2-40B4-BE49-F238E27FC236}">
                    <a16:creationId xmlns:a16="http://schemas.microsoft.com/office/drawing/2014/main" id="{45FC9D3E-3C90-AC60-2511-C6B7E8BC78DB}"/>
                  </a:ext>
                </a:extLst>
              </p:cNvPr>
              <p:cNvSpPr/>
              <p:nvPr/>
            </p:nvSpPr>
            <p:spPr>
              <a:xfrm>
                <a:off x="5706736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g797">
                <a:extLst>
                  <a:ext uri="{FF2B5EF4-FFF2-40B4-BE49-F238E27FC236}">
                    <a16:creationId xmlns:a16="http://schemas.microsoft.com/office/drawing/2014/main" id="{2DE75BEC-314F-5650-A804-3347C39AD6EE}"/>
                  </a:ext>
                </a:extLst>
              </p:cNvPr>
              <p:cNvSpPr/>
              <p:nvPr/>
            </p:nvSpPr>
            <p:spPr>
              <a:xfrm>
                <a:off x="5718373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g798">
                <a:extLst>
                  <a:ext uri="{FF2B5EF4-FFF2-40B4-BE49-F238E27FC236}">
                    <a16:creationId xmlns:a16="http://schemas.microsoft.com/office/drawing/2014/main" id="{F50F0C86-6FE2-3421-A01A-BEB23454B0DB}"/>
                  </a:ext>
                </a:extLst>
              </p:cNvPr>
              <p:cNvSpPr/>
              <p:nvPr/>
            </p:nvSpPr>
            <p:spPr>
              <a:xfrm>
                <a:off x="5730010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g799">
                <a:extLst>
                  <a:ext uri="{FF2B5EF4-FFF2-40B4-BE49-F238E27FC236}">
                    <a16:creationId xmlns:a16="http://schemas.microsoft.com/office/drawing/2014/main" id="{DAB1F144-7B59-1017-262C-93C56468A76E}"/>
                  </a:ext>
                </a:extLst>
              </p:cNvPr>
              <p:cNvSpPr/>
              <p:nvPr/>
            </p:nvSpPr>
            <p:spPr>
              <a:xfrm>
                <a:off x="5741648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g800">
                <a:extLst>
                  <a:ext uri="{FF2B5EF4-FFF2-40B4-BE49-F238E27FC236}">
                    <a16:creationId xmlns:a16="http://schemas.microsoft.com/office/drawing/2014/main" id="{C0E0C747-E43E-71E4-EC55-B140632B835C}"/>
                  </a:ext>
                </a:extLst>
              </p:cNvPr>
              <p:cNvSpPr/>
              <p:nvPr/>
            </p:nvSpPr>
            <p:spPr>
              <a:xfrm>
                <a:off x="5660186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g801">
                <a:extLst>
                  <a:ext uri="{FF2B5EF4-FFF2-40B4-BE49-F238E27FC236}">
                    <a16:creationId xmlns:a16="http://schemas.microsoft.com/office/drawing/2014/main" id="{47C1D1BD-30A6-3D16-8FD9-52D7CC83E115}"/>
                  </a:ext>
                </a:extLst>
              </p:cNvPr>
              <p:cNvSpPr/>
              <p:nvPr/>
            </p:nvSpPr>
            <p:spPr>
              <a:xfrm>
                <a:off x="5671824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g802">
                <a:extLst>
                  <a:ext uri="{FF2B5EF4-FFF2-40B4-BE49-F238E27FC236}">
                    <a16:creationId xmlns:a16="http://schemas.microsoft.com/office/drawing/2014/main" id="{60AE4340-9AB9-1EA8-8FE4-B258E42D8A75}"/>
                  </a:ext>
                </a:extLst>
              </p:cNvPr>
              <p:cNvSpPr/>
              <p:nvPr/>
            </p:nvSpPr>
            <p:spPr>
              <a:xfrm>
                <a:off x="5683461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g803">
                <a:extLst>
                  <a:ext uri="{FF2B5EF4-FFF2-40B4-BE49-F238E27FC236}">
                    <a16:creationId xmlns:a16="http://schemas.microsoft.com/office/drawing/2014/main" id="{94EA14B4-C5B7-395F-EF6F-FB213AF77979}"/>
                  </a:ext>
                </a:extLst>
              </p:cNvPr>
              <p:cNvSpPr/>
              <p:nvPr/>
            </p:nvSpPr>
            <p:spPr>
              <a:xfrm>
                <a:off x="5695098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g804">
                <a:extLst>
                  <a:ext uri="{FF2B5EF4-FFF2-40B4-BE49-F238E27FC236}">
                    <a16:creationId xmlns:a16="http://schemas.microsoft.com/office/drawing/2014/main" id="{C3DFEEC4-2157-10DE-6849-632D69AD203B}"/>
                  </a:ext>
                </a:extLst>
              </p:cNvPr>
              <p:cNvSpPr/>
              <p:nvPr/>
            </p:nvSpPr>
            <p:spPr>
              <a:xfrm>
                <a:off x="5706736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g805">
                <a:extLst>
                  <a:ext uri="{FF2B5EF4-FFF2-40B4-BE49-F238E27FC236}">
                    <a16:creationId xmlns:a16="http://schemas.microsoft.com/office/drawing/2014/main" id="{2362B9BD-2300-2A1A-E040-4F691FF81E4D}"/>
                  </a:ext>
                </a:extLst>
              </p:cNvPr>
              <p:cNvSpPr/>
              <p:nvPr/>
            </p:nvSpPr>
            <p:spPr>
              <a:xfrm>
                <a:off x="5718373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g806">
                <a:extLst>
                  <a:ext uri="{FF2B5EF4-FFF2-40B4-BE49-F238E27FC236}">
                    <a16:creationId xmlns:a16="http://schemas.microsoft.com/office/drawing/2014/main" id="{015F22B5-04C3-C417-CA7B-A3B093E6C232}"/>
                  </a:ext>
                </a:extLst>
              </p:cNvPr>
              <p:cNvSpPr/>
              <p:nvPr/>
            </p:nvSpPr>
            <p:spPr>
              <a:xfrm>
                <a:off x="5730010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g807">
                <a:extLst>
                  <a:ext uri="{FF2B5EF4-FFF2-40B4-BE49-F238E27FC236}">
                    <a16:creationId xmlns:a16="http://schemas.microsoft.com/office/drawing/2014/main" id="{CFF187FE-C49F-1005-3B6B-3136A83E26CC}"/>
                  </a:ext>
                </a:extLst>
              </p:cNvPr>
              <p:cNvSpPr/>
              <p:nvPr/>
            </p:nvSpPr>
            <p:spPr>
              <a:xfrm>
                <a:off x="5648549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g808">
                <a:extLst>
                  <a:ext uri="{FF2B5EF4-FFF2-40B4-BE49-F238E27FC236}">
                    <a16:creationId xmlns:a16="http://schemas.microsoft.com/office/drawing/2014/main" id="{1268449C-D1E9-3F0B-EDEC-4F4E87B4D7C6}"/>
                  </a:ext>
                </a:extLst>
              </p:cNvPr>
              <p:cNvSpPr/>
              <p:nvPr/>
            </p:nvSpPr>
            <p:spPr>
              <a:xfrm>
                <a:off x="5660186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g809">
                <a:extLst>
                  <a:ext uri="{FF2B5EF4-FFF2-40B4-BE49-F238E27FC236}">
                    <a16:creationId xmlns:a16="http://schemas.microsoft.com/office/drawing/2014/main" id="{7D52A1F2-45A9-B24D-83CC-72F7BBA28527}"/>
                  </a:ext>
                </a:extLst>
              </p:cNvPr>
              <p:cNvSpPr/>
              <p:nvPr/>
            </p:nvSpPr>
            <p:spPr>
              <a:xfrm>
                <a:off x="5671824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g810">
                <a:extLst>
                  <a:ext uri="{FF2B5EF4-FFF2-40B4-BE49-F238E27FC236}">
                    <a16:creationId xmlns:a16="http://schemas.microsoft.com/office/drawing/2014/main" id="{D9611289-E4BF-8EB7-003C-39FA464EAB03}"/>
                  </a:ext>
                </a:extLst>
              </p:cNvPr>
              <p:cNvSpPr/>
              <p:nvPr/>
            </p:nvSpPr>
            <p:spPr>
              <a:xfrm>
                <a:off x="5683461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g811">
                <a:extLst>
                  <a:ext uri="{FF2B5EF4-FFF2-40B4-BE49-F238E27FC236}">
                    <a16:creationId xmlns:a16="http://schemas.microsoft.com/office/drawing/2014/main" id="{3997C48B-477B-F9AF-7261-4EDED88CB455}"/>
                  </a:ext>
                </a:extLst>
              </p:cNvPr>
              <p:cNvSpPr/>
              <p:nvPr/>
            </p:nvSpPr>
            <p:spPr>
              <a:xfrm>
                <a:off x="5695098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g812">
                <a:extLst>
                  <a:ext uri="{FF2B5EF4-FFF2-40B4-BE49-F238E27FC236}">
                    <a16:creationId xmlns:a16="http://schemas.microsoft.com/office/drawing/2014/main" id="{F86D5C28-9127-5E31-98C0-40821DDC8FCF}"/>
                  </a:ext>
                </a:extLst>
              </p:cNvPr>
              <p:cNvSpPr/>
              <p:nvPr/>
            </p:nvSpPr>
            <p:spPr>
              <a:xfrm>
                <a:off x="5706736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g813">
                <a:extLst>
                  <a:ext uri="{FF2B5EF4-FFF2-40B4-BE49-F238E27FC236}">
                    <a16:creationId xmlns:a16="http://schemas.microsoft.com/office/drawing/2014/main" id="{8A098FC9-83FF-0D01-C316-706A214AEE5F}"/>
                  </a:ext>
                </a:extLst>
              </p:cNvPr>
              <p:cNvSpPr/>
              <p:nvPr/>
            </p:nvSpPr>
            <p:spPr>
              <a:xfrm>
                <a:off x="5718373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g814">
                <a:extLst>
                  <a:ext uri="{FF2B5EF4-FFF2-40B4-BE49-F238E27FC236}">
                    <a16:creationId xmlns:a16="http://schemas.microsoft.com/office/drawing/2014/main" id="{85E42014-0F0E-8697-20EF-F69AD1626931}"/>
                  </a:ext>
                </a:extLst>
              </p:cNvPr>
              <p:cNvSpPr/>
              <p:nvPr/>
            </p:nvSpPr>
            <p:spPr>
              <a:xfrm>
                <a:off x="5648549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g815">
                <a:extLst>
                  <a:ext uri="{FF2B5EF4-FFF2-40B4-BE49-F238E27FC236}">
                    <a16:creationId xmlns:a16="http://schemas.microsoft.com/office/drawing/2014/main" id="{06816517-7918-CC7B-7B59-BB5F8C3F176B}"/>
                  </a:ext>
                </a:extLst>
              </p:cNvPr>
              <p:cNvSpPr/>
              <p:nvPr/>
            </p:nvSpPr>
            <p:spPr>
              <a:xfrm>
                <a:off x="5660186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g816">
                <a:extLst>
                  <a:ext uri="{FF2B5EF4-FFF2-40B4-BE49-F238E27FC236}">
                    <a16:creationId xmlns:a16="http://schemas.microsoft.com/office/drawing/2014/main" id="{7FB74792-F115-7C7D-EB14-0E32B929FAC6}"/>
                  </a:ext>
                </a:extLst>
              </p:cNvPr>
              <p:cNvSpPr/>
              <p:nvPr/>
            </p:nvSpPr>
            <p:spPr>
              <a:xfrm>
                <a:off x="5671824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g817">
                <a:extLst>
                  <a:ext uri="{FF2B5EF4-FFF2-40B4-BE49-F238E27FC236}">
                    <a16:creationId xmlns:a16="http://schemas.microsoft.com/office/drawing/2014/main" id="{4E28E51F-6101-28F2-DE4F-B7EE587F5A42}"/>
                  </a:ext>
                </a:extLst>
              </p:cNvPr>
              <p:cNvSpPr/>
              <p:nvPr/>
            </p:nvSpPr>
            <p:spPr>
              <a:xfrm>
                <a:off x="5683461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g818">
                <a:extLst>
                  <a:ext uri="{FF2B5EF4-FFF2-40B4-BE49-F238E27FC236}">
                    <a16:creationId xmlns:a16="http://schemas.microsoft.com/office/drawing/2014/main" id="{A0697BDF-A30C-BB38-C22A-27280A24F835}"/>
                  </a:ext>
                </a:extLst>
              </p:cNvPr>
              <p:cNvSpPr/>
              <p:nvPr/>
            </p:nvSpPr>
            <p:spPr>
              <a:xfrm>
                <a:off x="5695098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g819">
                <a:extLst>
                  <a:ext uri="{FF2B5EF4-FFF2-40B4-BE49-F238E27FC236}">
                    <a16:creationId xmlns:a16="http://schemas.microsoft.com/office/drawing/2014/main" id="{9703F789-D045-5987-4132-9809FBD000FE}"/>
                  </a:ext>
                </a:extLst>
              </p:cNvPr>
              <p:cNvSpPr/>
              <p:nvPr/>
            </p:nvSpPr>
            <p:spPr>
              <a:xfrm>
                <a:off x="5706736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g820">
                <a:extLst>
                  <a:ext uri="{FF2B5EF4-FFF2-40B4-BE49-F238E27FC236}">
                    <a16:creationId xmlns:a16="http://schemas.microsoft.com/office/drawing/2014/main" id="{96D4306D-0EF4-1237-517D-AA836715F3B7}"/>
                  </a:ext>
                </a:extLst>
              </p:cNvPr>
              <p:cNvSpPr/>
              <p:nvPr/>
            </p:nvSpPr>
            <p:spPr>
              <a:xfrm>
                <a:off x="5718373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g821">
                <a:extLst>
                  <a:ext uri="{FF2B5EF4-FFF2-40B4-BE49-F238E27FC236}">
                    <a16:creationId xmlns:a16="http://schemas.microsoft.com/office/drawing/2014/main" id="{FD268A28-112F-1CDD-1AAD-1A9EBAE3D11F}"/>
                  </a:ext>
                </a:extLst>
              </p:cNvPr>
              <p:cNvSpPr/>
              <p:nvPr/>
            </p:nvSpPr>
            <p:spPr>
              <a:xfrm>
                <a:off x="5741648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g822">
                <a:extLst>
                  <a:ext uri="{FF2B5EF4-FFF2-40B4-BE49-F238E27FC236}">
                    <a16:creationId xmlns:a16="http://schemas.microsoft.com/office/drawing/2014/main" id="{AA10F795-F128-D5B3-BC2B-4400995D959B}"/>
                  </a:ext>
                </a:extLst>
              </p:cNvPr>
              <p:cNvSpPr/>
              <p:nvPr/>
            </p:nvSpPr>
            <p:spPr>
              <a:xfrm>
                <a:off x="5753285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g823">
                <a:extLst>
                  <a:ext uri="{FF2B5EF4-FFF2-40B4-BE49-F238E27FC236}">
                    <a16:creationId xmlns:a16="http://schemas.microsoft.com/office/drawing/2014/main" id="{D0847710-6D98-5AA8-53F1-3EF7DC3A2D0A}"/>
                  </a:ext>
                </a:extLst>
              </p:cNvPr>
              <p:cNvSpPr/>
              <p:nvPr/>
            </p:nvSpPr>
            <p:spPr>
              <a:xfrm>
                <a:off x="5764922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g824">
                <a:extLst>
                  <a:ext uri="{FF2B5EF4-FFF2-40B4-BE49-F238E27FC236}">
                    <a16:creationId xmlns:a16="http://schemas.microsoft.com/office/drawing/2014/main" id="{525312E1-C209-9301-CD29-D81CCF2F7241}"/>
                  </a:ext>
                </a:extLst>
              </p:cNvPr>
              <p:cNvSpPr/>
              <p:nvPr/>
            </p:nvSpPr>
            <p:spPr>
              <a:xfrm>
                <a:off x="5776560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g825">
                <a:extLst>
                  <a:ext uri="{FF2B5EF4-FFF2-40B4-BE49-F238E27FC236}">
                    <a16:creationId xmlns:a16="http://schemas.microsoft.com/office/drawing/2014/main" id="{44763ED4-6FDD-9E16-6A91-FC1312D668FF}"/>
                  </a:ext>
                </a:extLst>
              </p:cNvPr>
              <p:cNvSpPr/>
              <p:nvPr/>
            </p:nvSpPr>
            <p:spPr>
              <a:xfrm>
                <a:off x="5648549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g826">
                <a:extLst>
                  <a:ext uri="{FF2B5EF4-FFF2-40B4-BE49-F238E27FC236}">
                    <a16:creationId xmlns:a16="http://schemas.microsoft.com/office/drawing/2014/main" id="{D232612B-199B-C06C-07D0-620F8FC05EE7}"/>
                  </a:ext>
                </a:extLst>
              </p:cNvPr>
              <p:cNvSpPr/>
              <p:nvPr/>
            </p:nvSpPr>
            <p:spPr>
              <a:xfrm>
                <a:off x="5660186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g827">
                <a:extLst>
                  <a:ext uri="{FF2B5EF4-FFF2-40B4-BE49-F238E27FC236}">
                    <a16:creationId xmlns:a16="http://schemas.microsoft.com/office/drawing/2014/main" id="{5D8E6B9E-97D0-C1AB-0316-2C29C6FA83F4}"/>
                  </a:ext>
                </a:extLst>
              </p:cNvPr>
              <p:cNvSpPr/>
              <p:nvPr/>
            </p:nvSpPr>
            <p:spPr>
              <a:xfrm>
                <a:off x="5671824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g828">
                <a:extLst>
                  <a:ext uri="{FF2B5EF4-FFF2-40B4-BE49-F238E27FC236}">
                    <a16:creationId xmlns:a16="http://schemas.microsoft.com/office/drawing/2014/main" id="{05E97EC0-A0AF-CBC5-556D-7D212222EE94}"/>
                  </a:ext>
                </a:extLst>
              </p:cNvPr>
              <p:cNvSpPr/>
              <p:nvPr/>
            </p:nvSpPr>
            <p:spPr>
              <a:xfrm>
                <a:off x="5683461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g829">
                <a:extLst>
                  <a:ext uri="{FF2B5EF4-FFF2-40B4-BE49-F238E27FC236}">
                    <a16:creationId xmlns:a16="http://schemas.microsoft.com/office/drawing/2014/main" id="{91E73FB8-2D56-3A08-2DE8-C6BDFA8AD41A}"/>
                  </a:ext>
                </a:extLst>
              </p:cNvPr>
              <p:cNvSpPr/>
              <p:nvPr/>
            </p:nvSpPr>
            <p:spPr>
              <a:xfrm>
                <a:off x="5695098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g830">
                <a:extLst>
                  <a:ext uri="{FF2B5EF4-FFF2-40B4-BE49-F238E27FC236}">
                    <a16:creationId xmlns:a16="http://schemas.microsoft.com/office/drawing/2014/main" id="{45042497-6418-7A4A-E15C-62E7391B096F}"/>
                  </a:ext>
                </a:extLst>
              </p:cNvPr>
              <p:cNvSpPr/>
              <p:nvPr/>
            </p:nvSpPr>
            <p:spPr>
              <a:xfrm>
                <a:off x="5706736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g831">
                <a:extLst>
                  <a:ext uri="{FF2B5EF4-FFF2-40B4-BE49-F238E27FC236}">
                    <a16:creationId xmlns:a16="http://schemas.microsoft.com/office/drawing/2014/main" id="{3BC7930E-50C9-E650-1869-4263818A833C}"/>
                  </a:ext>
                </a:extLst>
              </p:cNvPr>
              <p:cNvSpPr/>
              <p:nvPr/>
            </p:nvSpPr>
            <p:spPr>
              <a:xfrm>
                <a:off x="5718373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g832">
                <a:extLst>
                  <a:ext uri="{FF2B5EF4-FFF2-40B4-BE49-F238E27FC236}">
                    <a16:creationId xmlns:a16="http://schemas.microsoft.com/office/drawing/2014/main" id="{F4CE781A-281D-3381-6511-0C26B624D9CF}"/>
                  </a:ext>
                </a:extLst>
              </p:cNvPr>
              <p:cNvSpPr/>
              <p:nvPr/>
            </p:nvSpPr>
            <p:spPr>
              <a:xfrm>
                <a:off x="5730010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g833">
                <a:extLst>
                  <a:ext uri="{FF2B5EF4-FFF2-40B4-BE49-F238E27FC236}">
                    <a16:creationId xmlns:a16="http://schemas.microsoft.com/office/drawing/2014/main" id="{3FE548E8-69BB-5674-7932-F7CAF29E89C6}"/>
                  </a:ext>
                </a:extLst>
              </p:cNvPr>
              <p:cNvSpPr/>
              <p:nvPr/>
            </p:nvSpPr>
            <p:spPr>
              <a:xfrm>
                <a:off x="5741648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g834">
                <a:extLst>
                  <a:ext uri="{FF2B5EF4-FFF2-40B4-BE49-F238E27FC236}">
                    <a16:creationId xmlns:a16="http://schemas.microsoft.com/office/drawing/2014/main" id="{A6A09622-14E5-5A2F-A424-2751D8708D35}"/>
                  </a:ext>
                </a:extLst>
              </p:cNvPr>
              <p:cNvSpPr/>
              <p:nvPr/>
            </p:nvSpPr>
            <p:spPr>
              <a:xfrm>
                <a:off x="5753285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g835">
                <a:extLst>
                  <a:ext uri="{FF2B5EF4-FFF2-40B4-BE49-F238E27FC236}">
                    <a16:creationId xmlns:a16="http://schemas.microsoft.com/office/drawing/2014/main" id="{97119098-DDFD-B284-1920-18BCE5A16927}"/>
                  </a:ext>
                </a:extLst>
              </p:cNvPr>
              <p:cNvSpPr/>
              <p:nvPr/>
            </p:nvSpPr>
            <p:spPr>
              <a:xfrm>
                <a:off x="5764922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g836">
                <a:extLst>
                  <a:ext uri="{FF2B5EF4-FFF2-40B4-BE49-F238E27FC236}">
                    <a16:creationId xmlns:a16="http://schemas.microsoft.com/office/drawing/2014/main" id="{9E393F4D-7DBE-77CF-F08A-60F6820262AF}"/>
                  </a:ext>
                </a:extLst>
              </p:cNvPr>
              <p:cNvSpPr/>
              <p:nvPr/>
            </p:nvSpPr>
            <p:spPr>
              <a:xfrm>
                <a:off x="5776560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g837">
                <a:extLst>
                  <a:ext uri="{FF2B5EF4-FFF2-40B4-BE49-F238E27FC236}">
                    <a16:creationId xmlns:a16="http://schemas.microsoft.com/office/drawing/2014/main" id="{F1C61A08-5D93-2B92-1B35-4B0697933602}"/>
                  </a:ext>
                </a:extLst>
              </p:cNvPr>
              <p:cNvSpPr/>
              <p:nvPr/>
            </p:nvSpPr>
            <p:spPr>
              <a:xfrm>
                <a:off x="5788197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g838">
                <a:extLst>
                  <a:ext uri="{FF2B5EF4-FFF2-40B4-BE49-F238E27FC236}">
                    <a16:creationId xmlns:a16="http://schemas.microsoft.com/office/drawing/2014/main" id="{00607DB2-3794-55C4-D8AF-11302B089AC4}"/>
                  </a:ext>
                </a:extLst>
              </p:cNvPr>
              <p:cNvSpPr/>
              <p:nvPr/>
            </p:nvSpPr>
            <p:spPr>
              <a:xfrm>
                <a:off x="5671824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g839">
                <a:extLst>
                  <a:ext uri="{FF2B5EF4-FFF2-40B4-BE49-F238E27FC236}">
                    <a16:creationId xmlns:a16="http://schemas.microsoft.com/office/drawing/2014/main" id="{56501605-75D0-F062-3F30-50FE4B8F2DC2}"/>
                  </a:ext>
                </a:extLst>
              </p:cNvPr>
              <p:cNvSpPr/>
              <p:nvPr/>
            </p:nvSpPr>
            <p:spPr>
              <a:xfrm>
                <a:off x="5683461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g840">
                <a:extLst>
                  <a:ext uri="{FF2B5EF4-FFF2-40B4-BE49-F238E27FC236}">
                    <a16:creationId xmlns:a16="http://schemas.microsoft.com/office/drawing/2014/main" id="{548517A8-217B-B414-499A-594187FBC639}"/>
                  </a:ext>
                </a:extLst>
              </p:cNvPr>
              <p:cNvSpPr/>
              <p:nvPr/>
            </p:nvSpPr>
            <p:spPr>
              <a:xfrm>
                <a:off x="5695098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g841">
                <a:extLst>
                  <a:ext uri="{FF2B5EF4-FFF2-40B4-BE49-F238E27FC236}">
                    <a16:creationId xmlns:a16="http://schemas.microsoft.com/office/drawing/2014/main" id="{63651938-962C-55DB-7B60-53ADD6D8794E}"/>
                  </a:ext>
                </a:extLst>
              </p:cNvPr>
              <p:cNvSpPr/>
              <p:nvPr/>
            </p:nvSpPr>
            <p:spPr>
              <a:xfrm>
                <a:off x="5706736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g842">
                <a:extLst>
                  <a:ext uri="{FF2B5EF4-FFF2-40B4-BE49-F238E27FC236}">
                    <a16:creationId xmlns:a16="http://schemas.microsoft.com/office/drawing/2014/main" id="{2E9F3A97-8C51-C4FD-1BD7-BEFE346A68DE}"/>
                  </a:ext>
                </a:extLst>
              </p:cNvPr>
              <p:cNvSpPr/>
              <p:nvPr/>
            </p:nvSpPr>
            <p:spPr>
              <a:xfrm>
                <a:off x="5718373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g843">
                <a:extLst>
                  <a:ext uri="{FF2B5EF4-FFF2-40B4-BE49-F238E27FC236}">
                    <a16:creationId xmlns:a16="http://schemas.microsoft.com/office/drawing/2014/main" id="{3C1DBAFA-209A-CA7D-1A41-C4ADAE0A6217}"/>
                  </a:ext>
                </a:extLst>
              </p:cNvPr>
              <p:cNvSpPr/>
              <p:nvPr/>
            </p:nvSpPr>
            <p:spPr>
              <a:xfrm>
                <a:off x="5730010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g844">
                <a:extLst>
                  <a:ext uri="{FF2B5EF4-FFF2-40B4-BE49-F238E27FC236}">
                    <a16:creationId xmlns:a16="http://schemas.microsoft.com/office/drawing/2014/main" id="{44C23CE8-2608-A3D9-7346-BA28DEB5E5EF}"/>
                  </a:ext>
                </a:extLst>
              </p:cNvPr>
              <p:cNvSpPr/>
              <p:nvPr/>
            </p:nvSpPr>
            <p:spPr>
              <a:xfrm>
                <a:off x="5741648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g845">
                <a:extLst>
                  <a:ext uri="{FF2B5EF4-FFF2-40B4-BE49-F238E27FC236}">
                    <a16:creationId xmlns:a16="http://schemas.microsoft.com/office/drawing/2014/main" id="{677C747C-1243-1788-70B6-B6100C4EA428}"/>
                  </a:ext>
                </a:extLst>
              </p:cNvPr>
              <p:cNvSpPr/>
              <p:nvPr/>
            </p:nvSpPr>
            <p:spPr>
              <a:xfrm>
                <a:off x="5753285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g846">
                <a:extLst>
                  <a:ext uri="{FF2B5EF4-FFF2-40B4-BE49-F238E27FC236}">
                    <a16:creationId xmlns:a16="http://schemas.microsoft.com/office/drawing/2014/main" id="{D51A5901-2686-80D9-6644-C22FE0D93E48}"/>
                  </a:ext>
                </a:extLst>
              </p:cNvPr>
              <p:cNvSpPr/>
              <p:nvPr/>
            </p:nvSpPr>
            <p:spPr>
              <a:xfrm>
                <a:off x="5764922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g847">
                <a:extLst>
                  <a:ext uri="{FF2B5EF4-FFF2-40B4-BE49-F238E27FC236}">
                    <a16:creationId xmlns:a16="http://schemas.microsoft.com/office/drawing/2014/main" id="{3D97F16B-9671-9613-0019-30D4D0136270}"/>
                  </a:ext>
                </a:extLst>
              </p:cNvPr>
              <p:cNvSpPr/>
              <p:nvPr/>
            </p:nvSpPr>
            <p:spPr>
              <a:xfrm>
                <a:off x="5776560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g848">
                <a:extLst>
                  <a:ext uri="{FF2B5EF4-FFF2-40B4-BE49-F238E27FC236}">
                    <a16:creationId xmlns:a16="http://schemas.microsoft.com/office/drawing/2014/main" id="{88C350D6-DC95-C3A8-97B2-45F4D19EC7A4}"/>
                  </a:ext>
                </a:extLst>
              </p:cNvPr>
              <p:cNvSpPr/>
              <p:nvPr/>
            </p:nvSpPr>
            <p:spPr>
              <a:xfrm>
                <a:off x="5788197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g849">
                <a:extLst>
                  <a:ext uri="{FF2B5EF4-FFF2-40B4-BE49-F238E27FC236}">
                    <a16:creationId xmlns:a16="http://schemas.microsoft.com/office/drawing/2014/main" id="{AD3C6AF9-E2B7-3B4F-C4E0-EEC127FF94B5}"/>
                  </a:ext>
                </a:extLst>
              </p:cNvPr>
              <p:cNvSpPr/>
              <p:nvPr/>
            </p:nvSpPr>
            <p:spPr>
              <a:xfrm>
                <a:off x="5799834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g850">
                <a:extLst>
                  <a:ext uri="{FF2B5EF4-FFF2-40B4-BE49-F238E27FC236}">
                    <a16:creationId xmlns:a16="http://schemas.microsoft.com/office/drawing/2014/main" id="{DB9BDD19-DAB0-CFE5-D557-A277F7FA4EB9}"/>
                  </a:ext>
                </a:extLst>
              </p:cNvPr>
              <p:cNvSpPr/>
              <p:nvPr/>
            </p:nvSpPr>
            <p:spPr>
              <a:xfrm>
                <a:off x="5625275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g851">
                <a:extLst>
                  <a:ext uri="{FF2B5EF4-FFF2-40B4-BE49-F238E27FC236}">
                    <a16:creationId xmlns:a16="http://schemas.microsoft.com/office/drawing/2014/main" id="{DBD8B554-67F9-E065-2613-0583C021D192}"/>
                  </a:ext>
                </a:extLst>
              </p:cNvPr>
              <p:cNvSpPr/>
              <p:nvPr/>
            </p:nvSpPr>
            <p:spPr>
              <a:xfrm>
                <a:off x="5636912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g852">
                <a:extLst>
                  <a:ext uri="{FF2B5EF4-FFF2-40B4-BE49-F238E27FC236}">
                    <a16:creationId xmlns:a16="http://schemas.microsoft.com/office/drawing/2014/main" id="{F3D0E46A-6EBC-3981-D893-9C23097DE960}"/>
                  </a:ext>
                </a:extLst>
              </p:cNvPr>
              <p:cNvSpPr/>
              <p:nvPr/>
            </p:nvSpPr>
            <p:spPr>
              <a:xfrm>
                <a:off x="5648549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g853">
                <a:extLst>
                  <a:ext uri="{FF2B5EF4-FFF2-40B4-BE49-F238E27FC236}">
                    <a16:creationId xmlns:a16="http://schemas.microsoft.com/office/drawing/2014/main" id="{C87E89E3-383E-8ADF-4538-FB5B15D7E5D7}"/>
                  </a:ext>
                </a:extLst>
              </p:cNvPr>
              <p:cNvSpPr/>
              <p:nvPr/>
            </p:nvSpPr>
            <p:spPr>
              <a:xfrm>
                <a:off x="5660186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g854">
                <a:extLst>
                  <a:ext uri="{FF2B5EF4-FFF2-40B4-BE49-F238E27FC236}">
                    <a16:creationId xmlns:a16="http://schemas.microsoft.com/office/drawing/2014/main" id="{FCA3BF62-4CD3-5720-4D69-602462C2C505}"/>
                  </a:ext>
                </a:extLst>
              </p:cNvPr>
              <p:cNvSpPr/>
              <p:nvPr/>
            </p:nvSpPr>
            <p:spPr>
              <a:xfrm>
                <a:off x="5695098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g855">
                <a:extLst>
                  <a:ext uri="{FF2B5EF4-FFF2-40B4-BE49-F238E27FC236}">
                    <a16:creationId xmlns:a16="http://schemas.microsoft.com/office/drawing/2014/main" id="{907A23B8-B246-7DF3-4061-D85C47865B22}"/>
                  </a:ext>
                </a:extLst>
              </p:cNvPr>
              <p:cNvSpPr/>
              <p:nvPr/>
            </p:nvSpPr>
            <p:spPr>
              <a:xfrm>
                <a:off x="5706736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g856">
                <a:extLst>
                  <a:ext uri="{FF2B5EF4-FFF2-40B4-BE49-F238E27FC236}">
                    <a16:creationId xmlns:a16="http://schemas.microsoft.com/office/drawing/2014/main" id="{9F0DE6A8-7006-61A6-5CBA-E6DFC5A0C634}"/>
                  </a:ext>
                </a:extLst>
              </p:cNvPr>
              <p:cNvSpPr/>
              <p:nvPr/>
            </p:nvSpPr>
            <p:spPr>
              <a:xfrm>
                <a:off x="5718373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g857">
                <a:extLst>
                  <a:ext uri="{FF2B5EF4-FFF2-40B4-BE49-F238E27FC236}">
                    <a16:creationId xmlns:a16="http://schemas.microsoft.com/office/drawing/2014/main" id="{E3065279-29BA-6A6B-636E-90D33A8736AB}"/>
                  </a:ext>
                </a:extLst>
              </p:cNvPr>
              <p:cNvSpPr/>
              <p:nvPr/>
            </p:nvSpPr>
            <p:spPr>
              <a:xfrm>
                <a:off x="5730010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g858">
                <a:extLst>
                  <a:ext uri="{FF2B5EF4-FFF2-40B4-BE49-F238E27FC236}">
                    <a16:creationId xmlns:a16="http://schemas.microsoft.com/office/drawing/2014/main" id="{807E40EF-6884-9090-49DF-6CEDC02AC4BF}"/>
                  </a:ext>
                </a:extLst>
              </p:cNvPr>
              <p:cNvSpPr/>
              <p:nvPr/>
            </p:nvSpPr>
            <p:spPr>
              <a:xfrm>
                <a:off x="5741648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g859">
                <a:extLst>
                  <a:ext uri="{FF2B5EF4-FFF2-40B4-BE49-F238E27FC236}">
                    <a16:creationId xmlns:a16="http://schemas.microsoft.com/office/drawing/2014/main" id="{E7F68ADB-92D6-09F3-29AB-9677D79E915B}"/>
                  </a:ext>
                </a:extLst>
              </p:cNvPr>
              <p:cNvSpPr/>
              <p:nvPr/>
            </p:nvSpPr>
            <p:spPr>
              <a:xfrm>
                <a:off x="5753285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g860">
                <a:extLst>
                  <a:ext uri="{FF2B5EF4-FFF2-40B4-BE49-F238E27FC236}">
                    <a16:creationId xmlns:a16="http://schemas.microsoft.com/office/drawing/2014/main" id="{4F4730CE-10F9-4F9E-AB6A-CF834D134698}"/>
                  </a:ext>
                </a:extLst>
              </p:cNvPr>
              <p:cNvSpPr/>
              <p:nvPr/>
            </p:nvSpPr>
            <p:spPr>
              <a:xfrm>
                <a:off x="5764922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g861">
                <a:extLst>
                  <a:ext uri="{FF2B5EF4-FFF2-40B4-BE49-F238E27FC236}">
                    <a16:creationId xmlns:a16="http://schemas.microsoft.com/office/drawing/2014/main" id="{3A624A29-D791-09B9-6812-E8943EB2ED34}"/>
                  </a:ext>
                </a:extLst>
              </p:cNvPr>
              <p:cNvSpPr/>
              <p:nvPr/>
            </p:nvSpPr>
            <p:spPr>
              <a:xfrm>
                <a:off x="5776560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g862">
                <a:extLst>
                  <a:ext uri="{FF2B5EF4-FFF2-40B4-BE49-F238E27FC236}">
                    <a16:creationId xmlns:a16="http://schemas.microsoft.com/office/drawing/2014/main" id="{A9A474B0-6AA2-2329-CA22-E26401AE5760}"/>
                  </a:ext>
                </a:extLst>
              </p:cNvPr>
              <p:cNvSpPr/>
              <p:nvPr/>
            </p:nvSpPr>
            <p:spPr>
              <a:xfrm>
                <a:off x="5788197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g863">
                <a:extLst>
                  <a:ext uri="{FF2B5EF4-FFF2-40B4-BE49-F238E27FC236}">
                    <a16:creationId xmlns:a16="http://schemas.microsoft.com/office/drawing/2014/main" id="{FD7CA6B3-32AA-5A5B-DDF3-526E2798315C}"/>
                  </a:ext>
                </a:extLst>
              </p:cNvPr>
              <p:cNvSpPr/>
              <p:nvPr/>
            </p:nvSpPr>
            <p:spPr>
              <a:xfrm>
                <a:off x="5799834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g864">
                <a:extLst>
                  <a:ext uri="{FF2B5EF4-FFF2-40B4-BE49-F238E27FC236}">
                    <a16:creationId xmlns:a16="http://schemas.microsoft.com/office/drawing/2014/main" id="{944EFA7B-FB36-4076-C208-D60FA55EDABE}"/>
                  </a:ext>
                </a:extLst>
              </p:cNvPr>
              <p:cNvSpPr/>
              <p:nvPr/>
            </p:nvSpPr>
            <p:spPr>
              <a:xfrm>
                <a:off x="5613637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g865">
                <a:extLst>
                  <a:ext uri="{FF2B5EF4-FFF2-40B4-BE49-F238E27FC236}">
                    <a16:creationId xmlns:a16="http://schemas.microsoft.com/office/drawing/2014/main" id="{6282E2D4-D23B-BCC5-CE72-D8CE6A8AAB34}"/>
                  </a:ext>
                </a:extLst>
              </p:cNvPr>
              <p:cNvSpPr/>
              <p:nvPr/>
            </p:nvSpPr>
            <p:spPr>
              <a:xfrm>
                <a:off x="5625275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g866">
                <a:extLst>
                  <a:ext uri="{FF2B5EF4-FFF2-40B4-BE49-F238E27FC236}">
                    <a16:creationId xmlns:a16="http://schemas.microsoft.com/office/drawing/2014/main" id="{DED65E73-8CE2-F735-DA3D-B3E1EEAA6E3E}"/>
                  </a:ext>
                </a:extLst>
              </p:cNvPr>
              <p:cNvSpPr/>
              <p:nvPr/>
            </p:nvSpPr>
            <p:spPr>
              <a:xfrm>
                <a:off x="563691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g867">
                <a:extLst>
                  <a:ext uri="{FF2B5EF4-FFF2-40B4-BE49-F238E27FC236}">
                    <a16:creationId xmlns:a16="http://schemas.microsoft.com/office/drawing/2014/main" id="{79C26512-B500-18B2-5047-AB45BC1AD746}"/>
                  </a:ext>
                </a:extLst>
              </p:cNvPr>
              <p:cNvSpPr/>
              <p:nvPr/>
            </p:nvSpPr>
            <p:spPr>
              <a:xfrm>
                <a:off x="5648549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g868">
                <a:extLst>
                  <a:ext uri="{FF2B5EF4-FFF2-40B4-BE49-F238E27FC236}">
                    <a16:creationId xmlns:a16="http://schemas.microsoft.com/office/drawing/2014/main" id="{C5413A4F-3CD7-D74B-A3CA-DDB20E0F8481}"/>
                  </a:ext>
                </a:extLst>
              </p:cNvPr>
              <p:cNvSpPr/>
              <p:nvPr/>
            </p:nvSpPr>
            <p:spPr>
              <a:xfrm>
                <a:off x="5660186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g869">
                <a:extLst>
                  <a:ext uri="{FF2B5EF4-FFF2-40B4-BE49-F238E27FC236}">
                    <a16:creationId xmlns:a16="http://schemas.microsoft.com/office/drawing/2014/main" id="{DAC0CD06-93ED-932F-05A7-3F2673D36EB5}"/>
                  </a:ext>
                </a:extLst>
              </p:cNvPr>
              <p:cNvSpPr/>
              <p:nvPr/>
            </p:nvSpPr>
            <p:spPr>
              <a:xfrm>
                <a:off x="5671824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g870">
                <a:extLst>
                  <a:ext uri="{FF2B5EF4-FFF2-40B4-BE49-F238E27FC236}">
                    <a16:creationId xmlns:a16="http://schemas.microsoft.com/office/drawing/2014/main" id="{B5E5BBF6-4B52-8A7C-5A99-6E051C42B400}"/>
                  </a:ext>
                </a:extLst>
              </p:cNvPr>
              <p:cNvSpPr/>
              <p:nvPr/>
            </p:nvSpPr>
            <p:spPr>
              <a:xfrm>
                <a:off x="5683461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g871">
                <a:extLst>
                  <a:ext uri="{FF2B5EF4-FFF2-40B4-BE49-F238E27FC236}">
                    <a16:creationId xmlns:a16="http://schemas.microsoft.com/office/drawing/2014/main" id="{EB7DB62C-3B41-F52F-1DE0-2C40FE0E1EC6}"/>
                  </a:ext>
                </a:extLst>
              </p:cNvPr>
              <p:cNvSpPr/>
              <p:nvPr/>
            </p:nvSpPr>
            <p:spPr>
              <a:xfrm>
                <a:off x="5695098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g872">
                <a:extLst>
                  <a:ext uri="{FF2B5EF4-FFF2-40B4-BE49-F238E27FC236}">
                    <a16:creationId xmlns:a16="http://schemas.microsoft.com/office/drawing/2014/main" id="{D2C349CA-4F47-C1E6-477A-3095142A4293}"/>
                  </a:ext>
                </a:extLst>
              </p:cNvPr>
              <p:cNvSpPr/>
              <p:nvPr/>
            </p:nvSpPr>
            <p:spPr>
              <a:xfrm>
                <a:off x="5706736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g873">
                <a:extLst>
                  <a:ext uri="{FF2B5EF4-FFF2-40B4-BE49-F238E27FC236}">
                    <a16:creationId xmlns:a16="http://schemas.microsoft.com/office/drawing/2014/main" id="{3946862F-F825-373E-4B29-796B3746E6C7}"/>
                  </a:ext>
                </a:extLst>
              </p:cNvPr>
              <p:cNvSpPr/>
              <p:nvPr/>
            </p:nvSpPr>
            <p:spPr>
              <a:xfrm>
                <a:off x="5718373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g874">
                <a:extLst>
                  <a:ext uri="{FF2B5EF4-FFF2-40B4-BE49-F238E27FC236}">
                    <a16:creationId xmlns:a16="http://schemas.microsoft.com/office/drawing/2014/main" id="{297215F3-D196-B84C-0070-4D216959EB15}"/>
                  </a:ext>
                </a:extLst>
              </p:cNvPr>
              <p:cNvSpPr/>
              <p:nvPr/>
            </p:nvSpPr>
            <p:spPr>
              <a:xfrm>
                <a:off x="5730010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g875">
                <a:extLst>
                  <a:ext uri="{FF2B5EF4-FFF2-40B4-BE49-F238E27FC236}">
                    <a16:creationId xmlns:a16="http://schemas.microsoft.com/office/drawing/2014/main" id="{B3210283-CD6F-F3A1-1528-31476B2A5197}"/>
                  </a:ext>
                </a:extLst>
              </p:cNvPr>
              <p:cNvSpPr/>
              <p:nvPr/>
            </p:nvSpPr>
            <p:spPr>
              <a:xfrm>
                <a:off x="5741648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g876">
                <a:extLst>
                  <a:ext uri="{FF2B5EF4-FFF2-40B4-BE49-F238E27FC236}">
                    <a16:creationId xmlns:a16="http://schemas.microsoft.com/office/drawing/2014/main" id="{9EDA314C-EDDA-49B6-25E4-231938F3F329}"/>
                  </a:ext>
                </a:extLst>
              </p:cNvPr>
              <p:cNvSpPr/>
              <p:nvPr/>
            </p:nvSpPr>
            <p:spPr>
              <a:xfrm>
                <a:off x="5753285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g877">
                <a:extLst>
                  <a:ext uri="{FF2B5EF4-FFF2-40B4-BE49-F238E27FC236}">
                    <a16:creationId xmlns:a16="http://schemas.microsoft.com/office/drawing/2014/main" id="{1D63D294-2705-95B8-2B79-D66D23AFB0EF}"/>
                  </a:ext>
                </a:extLst>
              </p:cNvPr>
              <p:cNvSpPr/>
              <p:nvPr/>
            </p:nvSpPr>
            <p:spPr>
              <a:xfrm>
                <a:off x="576492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g878">
                <a:extLst>
                  <a:ext uri="{FF2B5EF4-FFF2-40B4-BE49-F238E27FC236}">
                    <a16:creationId xmlns:a16="http://schemas.microsoft.com/office/drawing/2014/main" id="{E3174316-C8AB-E02F-329A-80AC487C68B3}"/>
                  </a:ext>
                </a:extLst>
              </p:cNvPr>
              <p:cNvSpPr/>
              <p:nvPr/>
            </p:nvSpPr>
            <p:spPr>
              <a:xfrm>
                <a:off x="5776560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g879">
                <a:extLst>
                  <a:ext uri="{FF2B5EF4-FFF2-40B4-BE49-F238E27FC236}">
                    <a16:creationId xmlns:a16="http://schemas.microsoft.com/office/drawing/2014/main" id="{822D4D95-C871-87EA-604F-078521D53E19}"/>
                  </a:ext>
                </a:extLst>
              </p:cNvPr>
              <p:cNvSpPr/>
              <p:nvPr/>
            </p:nvSpPr>
            <p:spPr>
              <a:xfrm>
                <a:off x="5788197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g880">
                <a:extLst>
                  <a:ext uri="{FF2B5EF4-FFF2-40B4-BE49-F238E27FC236}">
                    <a16:creationId xmlns:a16="http://schemas.microsoft.com/office/drawing/2014/main" id="{149566DE-4688-EB28-739A-CEFE2A4D4775}"/>
                  </a:ext>
                </a:extLst>
              </p:cNvPr>
              <p:cNvSpPr/>
              <p:nvPr/>
            </p:nvSpPr>
            <p:spPr>
              <a:xfrm>
                <a:off x="5799834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g881">
                <a:extLst>
                  <a:ext uri="{FF2B5EF4-FFF2-40B4-BE49-F238E27FC236}">
                    <a16:creationId xmlns:a16="http://schemas.microsoft.com/office/drawing/2014/main" id="{67F1808A-D1A3-6056-351E-34E02EFC921D}"/>
                  </a:ext>
                </a:extLst>
              </p:cNvPr>
              <p:cNvSpPr/>
              <p:nvPr/>
            </p:nvSpPr>
            <p:spPr>
              <a:xfrm>
                <a:off x="581147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g882">
                <a:extLst>
                  <a:ext uri="{FF2B5EF4-FFF2-40B4-BE49-F238E27FC236}">
                    <a16:creationId xmlns:a16="http://schemas.microsoft.com/office/drawing/2014/main" id="{19CF588A-F312-2FD6-05B8-B3D6035D448F}"/>
                  </a:ext>
                </a:extLst>
              </p:cNvPr>
              <p:cNvSpPr/>
              <p:nvPr/>
            </p:nvSpPr>
            <p:spPr>
              <a:xfrm>
                <a:off x="5613637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g883">
                <a:extLst>
                  <a:ext uri="{FF2B5EF4-FFF2-40B4-BE49-F238E27FC236}">
                    <a16:creationId xmlns:a16="http://schemas.microsoft.com/office/drawing/2014/main" id="{E8599044-0F5F-5EA3-E4A3-77DE9A1BA7BB}"/>
                  </a:ext>
                </a:extLst>
              </p:cNvPr>
              <p:cNvSpPr/>
              <p:nvPr/>
            </p:nvSpPr>
            <p:spPr>
              <a:xfrm>
                <a:off x="5625275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g884">
                <a:extLst>
                  <a:ext uri="{FF2B5EF4-FFF2-40B4-BE49-F238E27FC236}">
                    <a16:creationId xmlns:a16="http://schemas.microsoft.com/office/drawing/2014/main" id="{FDBB2B43-F536-F19E-618D-8D9C02E90079}"/>
                  </a:ext>
                </a:extLst>
              </p:cNvPr>
              <p:cNvSpPr/>
              <p:nvPr/>
            </p:nvSpPr>
            <p:spPr>
              <a:xfrm>
                <a:off x="563691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g885">
                <a:extLst>
                  <a:ext uri="{FF2B5EF4-FFF2-40B4-BE49-F238E27FC236}">
                    <a16:creationId xmlns:a16="http://schemas.microsoft.com/office/drawing/2014/main" id="{A9D293D5-ED36-6B18-7EF3-827CC6448FC1}"/>
                  </a:ext>
                </a:extLst>
              </p:cNvPr>
              <p:cNvSpPr/>
              <p:nvPr/>
            </p:nvSpPr>
            <p:spPr>
              <a:xfrm>
                <a:off x="5648549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4">
                  <a:alpha val="100000"/>
                </a:srgbClr>
              </a:solidFill>
              <a:ln w="5420" cap="flat">
                <a:solidFill>
                  <a:srgbClr val="3C4D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g886">
                <a:extLst>
                  <a:ext uri="{FF2B5EF4-FFF2-40B4-BE49-F238E27FC236}">
                    <a16:creationId xmlns:a16="http://schemas.microsoft.com/office/drawing/2014/main" id="{DC16B92F-2854-917A-2FA7-655DF5F580E2}"/>
                  </a:ext>
                </a:extLst>
              </p:cNvPr>
              <p:cNvSpPr/>
              <p:nvPr/>
            </p:nvSpPr>
            <p:spPr>
              <a:xfrm>
                <a:off x="5660186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g887">
                <a:extLst>
                  <a:ext uri="{FF2B5EF4-FFF2-40B4-BE49-F238E27FC236}">
                    <a16:creationId xmlns:a16="http://schemas.microsoft.com/office/drawing/2014/main" id="{E3408795-9BF3-B536-938A-DD3047331826}"/>
                  </a:ext>
                </a:extLst>
              </p:cNvPr>
              <p:cNvSpPr/>
              <p:nvPr/>
            </p:nvSpPr>
            <p:spPr>
              <a:xfrm>
                <a:off x="5671824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g888">
                <a:extLst>
                  <a:ext uri="{FF2B5EF4-FFF2-40B4-BE49-F238E27FC236}">
                    <a16:creationId xmlns:a16="http://schemas.microsoft.com/office/drawing/2014/main" id="{914D84FF-E34C-3676-3D04-98E3C7534439}"/>
                  </a:ext>
                </a:extLst>
              </p:cNvPr>
              <p:cNvSpPr/>
              <p:nvPr/>
            </p:nvSpPr>
            <p:spPr>
              <a:xfrm>
                <a:off x="5683461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g889">
                <a:extLst>
                  <a:ext uri="{FF2B5EF4-FFF2-40B4-BE49-F238E27FC236}">
                    <a16:creationId xmlns:a16="http://schemas.microsoft.com/office/drawing/2014/main" id="{CE1606A3-E873-ABF2-6089-84D0F7F40ECE}"/>
                  </a:ext>
                </a:extLst>
              </p:cNvPr>
              <p:cNvSpPr/>
              <p:nvPr/>
            </p:nvSpPr>
            <p:spPr>
              <a:xfrm>
                <a:off x="5695098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g890">
                <a:extLst>
                  <a:ext uri="{FF2B5EF4-FFF2-40B4-BE49-F238E27FC236}">
                    <a16:creationId xmlns:a16="http://schemas.microsoft.com/office/drawing/2014/main" id="{A8B7C1C9-951F-0049-2CB7-892539EDB31E}"/>
                  </a:ext>
                </a:extLst>
              </p:cNvPr>
              <p:cNvSpPr/>
              <p:nvPr/>
            </p:nvSpPr>
            <p:spPr>
              <a:xfrm>
                <a:off x="5706736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g891">
                <a:extLst>
                  <a:ext uri="{FF2B5EF4-FFF2-40B4-BE49-F238E27FC236}">
                    <a16:creationId xmlns:a16="http://schemas.microsoft.com/office/drawing/2014/main" id="{255C272C-F4EA-8346-7E02-90064D775198}"/>
                  </a:ext>
                </a:extLst>
              </p:cNvPr>
              <p:cNvSpPr/>
              <p:nvPr/>
            </p:nvSpPr>
            <p:spPr>
              <a:xfrm>
                <a:off x="5718373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g892">
                <a:extLst>
                  <a:ext uri="{FF2B5EF4-FFF2-40B4-BE49-F238E27FC236}">
                    <a16:creationId xmlns:a16="http://schemas.microsoft.com/office/drawing/2014/main" id="{28E0BAFF-EA02-CB96-873E-BB4B51E946A4}"/>
                  </a:ext>
                </a:extLst>
              </p:cNvPr>
              <p:cNvSpPr/>
              <p:nvPr/>
            </p:nvSpPr>
            <p:spPr>
              <a:xfrm>
                <a:off x="5730010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g893">
                <a:extLst>
                  <a:ext uri="{FF2B5EF4-FFF2-40B4-BE49-F238E27FC236}">
                    <a16:creationId xmlns:a16="http://schemas.microsoft.com/office/drawing/2014/main" id="{15B8A887-DD69-3006-4367-9283485F2EE7}"/>
                  </a:ext>
                </a:extLst>
              </p:cNvPr>
              <p:cNvSpPr/>
              <p:nvPr/>
            </p:nvSpPr>
            <p:spPr>
              <a:xfrm>
                <a:off x="5741648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g894">
                <a:extLst>
                  <a:ext uri="{FF2B5EF4-FFF2-40B4-BE49-F238E27FC236}">
                    <a16:creationId xmlns:a16="http://schemas.microsoft.com/office/drawing/2014/main" id="{5E7B1F71-3756-BD30-1E75-38678F0AD8D3}"/>
                  </a:ext>
                </a:extLst>
              </p:cNvPr>
              <p:cNvSpPr/>
              <p:nvPr/>
            </p:nvSpPr>
            <p:spPr>
              <a:xfrm>
                <a:off x="5753285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g895">
                <a:extLst>
                  <a:ext uri="{FF2B5EF4-FFF2-40B4-BE49-F238E27FC236}">
                    <a16:creationId xmlns:a16="http://schemas.microsoft.com/office/drawing/2014/main" id="{2E5B153E-1E76-05D2-077E-1DF6AE68B826}"/>
                  </a:ext>
                </a:extLst>
              </p:cNvPr>
              <p:cNvSpPr/>
              <p:nvPr/>
            </p:nvSpPr>
            <p:spPr>
              <a:xfrm>
                <a:off x="576492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g896">
                <a:extLst>
                  <a:ext uri="{FF2B5EF4-FFF2-40B4-BE49-F238E27FC236}">
                    <a16:creationId xmlns:a16="http://schemas.microsoft.com/office/drawing/2014/main" id="{CF7A9413-C593-D14D-F1B2-3A92A120D7B8}"/>
                  </a:ext>
                </a:extLst>
              </p:cNvPr>
              <p:cNvSpPr/>
              <p:nvPr/>
            </p:nvSpPr>
            <p:spPr>
              <a:xfrm>
                <a:off x="5776560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g897">
                <a:extLst>
                  <a:ext uri="{FF2B5EF4-FFF2-40B4-BE49-F238E27FC236}">
                    <a16:creationId xmlns:a16="http://schemas.microsoft.com/office/drawing/2014/main" id="{ECF225DF-5D35-B992-0573-2650C94C9B0A}"/>
                  </a:ext>
                </a:extLst>
              </p:cNvPr>
              <p:cNvSpPr/>
              <p:nvPr/>
            </p:nvSpPr>
            <p:spPr>
              <a:xfrm>
                <a:off x="5788197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g898">
                <a:extLst>
                  <a:ext uri="{FF2B5EF4-FFF2-40B4-BE49-F238E27FC236}">
                    <a16:creationId xmlns:a16="http://schemas.microsoft.com/office/drawing/2014/main" id="{5656C1D3-6EC3-E500-3421-EC55C1437040}"/>
                  </a:ext>
                </a:extLst>
              </p:cNvPr>
              <p:cNvSpPr/>
              <p:nvPr/>
            </p:nvSpPr>
            <p:spPr>
              <a:xfrm>
                <a:off x="5799834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g899">
                <a:extLst>
                  <a:ext uri="{FF2B5EF4-FFF2-40B4-BE49-F238E27FC236}">
                    <a16:creationId xmlns:a16="http://schemas.microsoft.com/office/drawing/2014/main" id="{D4903F2D-FB7D-0830-FFD0-03EFB06A9340}"/>
                  </a:ext>
                </a:extLst>
              </p:cNvPr>
              <p:cNvSpPr/>
              <p:nvPr/>
            </p:nvSpPr>
            <p:spPr>
              <a:xfrm>
                <a:off x="581147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g900">
                <a:extLst>
                  <a:ext uri="{FF2B5EF4-FFF2-40B4-BE49-F238E27FC236}">
                    <a16:creationId xmlns:a16="http://schemas.microsoft.com/office/drawing/2014/main" id="{2841CA8F-8144-9B08-A182-AB730931D024}"/>
                  </a:ext>
                </a:extLst>
              </p:cNvPr>
              <p:cNvSpPr/>
              <p:nvPr/>
            </p:nvSpPr>
            <p:spPr>
              <a:xfrm>
                <a:off x="5613637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g901">
                <a:extLst>
                  <a:ext uri="{FF2B5EF4-FFF2-40B4-BE49-F238E27FC236}">
                    <a16:creationId xmlns:a16="http://schemas.microsoft.com/office/drawing/2014/main" id="{252E7432-B529-526E-1603-2E16A0724526}"/>
                  </a:ext>
                </a:extLst>
              </p:cNvPr>
              <p:cNvSpPr/>
              <p:nvPr/>
            </p:nvSpPr>
            <p:spPr>
              <a:xfrm>
                <a:off x="5625275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g902">
                <a:extLst>
                  <a:ext uri="{FF2B5EF4-FFF2-40B4-BE49-F238E27FC236}">
                    <a16:creationId xmlns:a16="http://schemas.microsoft.com/office/drawing/2014/main" id="{78D4D5E4-3A1B-12FA-5AC1-B1B9CD6FF501}"/>
                  </a:ext>
                </a:extLst>
              </p:cNvPr>
              <p:cNvSpPr/>
              <p:nvPr/>
            </p:nvSpPr>
            <p:spPr>
              <a:xfrm>
                <a:off x="563691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g903">
                <a:extLst>
                  <a:ext uri="{FF2B5EF4-FFF2-40B4-BE49-F238E27FC236}">
                    <a16:creationId xmlns:a16="http://schemas.microsoft.com/office/drawing/2014/main" id="{CCC9A407-51C8-BAB5-C158-51857CBA282B}"/>
                  </a:ext>
                </a:extLst>
              </p:cNvPr>
              <p:cNvSpPr/>
              <p:nvPr/>
            </p:nvSpPr>
            <p:spPr>
              <a:xfrm>
                <a:off x="5648549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g904">
                <a:extLst>
                  <a:ext uri="{FF2B5EF4-FFF2-40B4-BE49-F238E27FC236}">
                    <a16:creationId xmlns:a16="http://schemas.microsoft.com/office/drawing/2014/main" id="{81D16E44-D2A0-3E6F-1C7F-E793EFA954CB}"/>
                  </a:ext>
                </a:extLst>
              </p:cNvPr>
              <p:cNvSpPr/>
              <p:nvPr/>
            </p:nvSpPr>
            <p:spPr>
              <a:xfrm>
                <a:off x="5660186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g905">
                <a:extLst>
                  <a:ext uri="{FF2B5EF4-FFF2-40B4-BE49-F238E27FC236}">
                    <a16:creationId xmlns:a16="http://schemas.microsoft.com/office/drawing/2014/main" id="{89EAD79E-64B4-F8DA-01FE-7947E0E54E77}"/>
                  </a:ext>
                </a:extLst>
              </p:cNvPr>
              <p:cNvSpPr/>
              <p:nvPr/>
            </p:nvSpPr>
            <p:spPr>
              <a:xfrm>
                <a:off x="5671824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g906">
                <a:extLst>
                  <a:ext uri="{FF2B5EF4-FFF2-40B4-BE49-F238E27FC236}">
                    <a16:creationId xmlns:a16="http://schemas.microsoft.com/office/drawing/2014/main" id="{4236D52B-0943-6D8D-4480-5FA74B6EFC64}"/>
                  </a:ext>
                </a:extLst>
              </p:cNvPr>
              <p:cNvSpPr/>
              <p:nvPr/>
            </p:nvSpPr>
            <p:spPr>
              <a:xfrm>
                <a:off x="5683461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g907">
                <a:extLst>
                  <a:ext uri="{FF2B5EF4-FFF2-40B4-BE49-F238E27FC236}">
                    <a16:creationId xmlns:a16="http://schemas.microsoft.com/office/drawing/2014/main" id="{2E6B71A5-2BAB-4D13-A0EA-68AFDDF35786}"/>
                  </a:ext>
                </a:extLst>
              </p:cNvPr>
              <p:cNvSpPr/>
              <p:nvPr/>
            </p:nvSpPr>
            <p:spPr>
              <a:xfrm>
                <a:off x="5695098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g908">
                <a:extLst>
                  <a:ext uri="{FF2B5EF4-FFF2-40B4-BE49-F238E27FC236}">
                    <a16:creationId xmlns:a16="http://schemas.microsoft.com/office/drawing/2014/main" id="{8D5DA45F-49FE-1C81-22F7-0E31C9A31EB5}"/>
                  </a:ext>
                </a:extLst>
              </p:cNvPr>
              <p:cNvSpPr/>
              <p:nvPr/>
            </p:nvSpPr>
            <p:spPr>
              <a:xfrm>
                <a:off x="5706736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g909">
                <a:extLst>
                  <a:ext uri="{FF2B5EF4-FFF2-40B4-BE49-F238E27FC236}">
                    <a16:creationId xmlns:a16="http://schemas.microsoft.com/office/drawing/2014/main" id="{55B73C6E-3252-8DE5-D244-03D137848A50}"/>
                  </a:ext>
                </a:extLst>
              </p:cNvPr>
              <p:cNvSpPr/>
              <p:nvPr/>
            </p:nvSpPr>
            <p:spPr>
              <a:xfrm>
                <a:off x="5718373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g910">
                <a:extLst>
                  <a:ext uri="{FF2B5EF4-FFF2-40B4-BE49-F238E27FC236}">
                    <a16:creationId xmlns:a16="http://schemas.microsoft.com/office/drawing/2014/main" id="{A4F641C8-DA30-3D8F-0BB2-2E9890BE18D5}"/>
                  </a:ext>
                </a:extLst>
              </p:cNvPr>
              <p:cNvSpPr/>
              <p:nvPr/>
            </p:nvSpPr>
            <p:spPr>
              <a:xfrm>
                <a:off x="5730010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g911">
                <a:extLst>
                  <a:ext uri="{FF2B5EF4-FFF2-40B4-BE49-F238E27FC236}">
                    <a16:creationId xmlns:a16="http://schemas.microsoft.com/office/drawing/2014/main" id="{942DE2F9-80D6-7CDC-F094-976EE396DBA2}"/>
                  </a:ext>
                </a:extLst>
              </p:cNvPr>
              <p:cNvSpPr/>
              <p:nvPr/>
            </p:nvSpPr>
            <p:spPr>
              <a:xfrm>
                <a:off x="5741648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g912">
                <a:extLst>
                  <a:ext uri="{FF2B5EF4-FFF2-40B4-BE49-F238E27FC236}">
                    <a16:creationId xmlns:a16="http://schemas.microsoft.com/office/drawing/2014/main" id="{6A4FDEFC-A14C-3463-713E-17DBF8C55306}"/>
                  </a:ext>
                </a:extLst>
              </p:cNvPr>
              <p:cNvSpPr/>
              <p:nvPr/>
            </p:nvSpPr>
            <p:spPr>
              <a:xfrm>
                <a:off x="5753285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g913">
                <a:extLst>
                  <a:ext uri="{FF2B5EF4-FFF2-40B4-BE49-F238E27FC236}">
                    <a16:creationId xmlns:a16="http://schemas.microsoft.com/office/drawing/2014/main" id="{C92CF931-1305-7DA9-6281-891B13A67BAE}"/>
                  </a:ext>
                </a:extLst>
              </p:cNvPr>
              <p:cNvSpPr/>
              <p:nvPr/>
            </p:nvSpPr>
            <p:spPr>
              <a:xfrm>
                <a:off x="576492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g914">
                <a:extLst>
                  <a:ext uri="{FF2B5EF4-FFF2-40B4-BE49-F238E27FC236}">
                    <a16:creationId xmlns:a16="http://schemas.microsoft.com/office/drawing/2014/main" id="{8190CA48-472E-9A25-DBE5-7D62596C1F4D}"/>
                  </a:ext>
                </a:extLst>
              </p:cNvPr>
              <p:cNvSpPr/>
              <p:nvPr/>
            </p:nvSpPr>
            <p:spPr>
              <a:xfrm>
                <a:off x="5776560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g915">
                <a:extLst>
                  <a:ext uri="{FF2B5EF4-FFF2-40B4-BE49-F238E27FC236}">
                    <a16:creationId xmlns:a16="http://schemas.microsoft.com/office/drawing/2014/main" id="{DA930777-A588-90D9-2637-0026DB7B1A9B}"/>
                  </a:ext>
                </a:extLst>
              </p:cNvPr>
              <p:cNvSpPr/>
              <p:nvPr/>
            </p:nvSpPr>
            <p:spPr>
              <a:xfrm>
                <a:off x="5788197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g916">
                <a:extLst>
                  <a:ext uri="{FF2B5EF4-FFF2-40B4-BE49-F238E27FC236}">
                    <a16:creationId xmlns:a16="http://schemas.microsoft.com/office/drawing/2014/main" id="{7A7C99FB-2D37-9C05-A2A6-4DC78B8D93B5}"/>
                  </a:ext>
                </a:extLst>
              </p:cNvPr>
              <p:cNvSpPr/>
              <p:nvPr/>
            </p:nvSpPr>
            <p:spPr>
              <a:xfrm>
                <a:off x="5799834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g917">
                <a:extLst>
                  <a:ext uri="{FF2B5EF4-FFF2-40B4-BE49-F238E27FC236}">
                    <a16:creationId xmlns:a16="http://schemas.microsoft.com/office/drawing/2014/main" id="{CE871D58-99AD-3748-0987-57AC10824220}"/>
                  </a:ext>
                </a:extLst>
              </p:cNvPr>
              <p:cNvSpPr/>
              <p:nvPr/>
            </p:nvSpPr>
            <p:spPr>
              <a:xfrm>
                <a:off x="581147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g918">
                <a:extLst>
                  <a:ext uri="{FF2B5EF4-FFF2-40B4-BE49-F238E27FC236}">
                    <a16:creationId xmlns:a16="http://schemas.microsoft.com/office/drawing/2014/main" id="{911FFF16-7515-9DB6-A83C-118548B703AE}"/>
                  </a:ext>
                </a:extLst>
              </p:cNvPr>
              <p:cNvSpPr/>
              <p:nvPr/>
            </p:nvSpPr>
            <p:spPr>
              <a:xfrm>
                <a:off x="547398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g919">
                <a:extLst>
                  <a:ext uri="{FF2B5EF4-FFF2-40B4-BE49-F238E27FC236}">
                    <a16:creationId xmlns:a16="http://schemas.microsoft.com/office/drawing/2014/main" id="{B39B23DB-8099-3975-4003-DB1C8970EC63}"/>
                  </a:ext>
                </a:extLst>
              </p:cNvPr>
              <p:cNvSpPr/>
              <p:nvPr/>
            </p:nvSpPr>
            <p:spPr>
              <a:xfrm>
                <a:off x="552053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g920">
                <a:extLst>
                  <a:ext uri="{FF2B5EF4-FFF2-40B4-BE49-F238E27FC236}">
                    <a16:creationId xmlns:a16="http://schemas.microsoft.com/office/drawing/2014/main" id="{B714B8D6-5034-DFE1-BD9B-9DA09304527B}"/>
                  </a:ext>
                </a:extLst>
              </p:cNvPr>
              <p:cNvSpPr/>
              <p:nvPr/>
            </p:nvSpPr>
            <p:spPr>
              <a:xfrm>
                <a:off x="553217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g921">
                <a:extLst>
                  <a:ext uri="{FF2B5EF4-FFF2-40B4-BE49-F238E27FC236}">
                    <a16:creationId xmlns:a16="http://schemas.microsoft.com/office/drawing/2014/main" id="{53999C89-D04B-3A63-3F98-0F2D2F8AEB69}"/>
                  </a:ext>
                </a:extLst>
              </p:cNvPr>
              <p:cNvSpPr/>
              <p:nvPr/>
            </p:nvSpPr>
            <p:spPr>
              <a:xfrm>
                <a:off x="554381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g922">
                <a:extLst>
                  <a:ext uri="{FF2B5EF4-FFF2-40B4-BE49-F238E27FC236}">
                    <a16:creationId xmlns:a16="http://schemas.microsoft.com/office/drawing/2014/main" id="{E402EF1F-853D-B47F-F93F-30D469C772A6}"/>
                  </a:ext>
                </a:extLst>
              </p:cNvPr>
              <p:cNvSpPr/>
              <p:nvPr/>
            </p:nvSpPr>
            <p:spPr>
              <a:xfrm>
                <a:off x="5555451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g923">
                <a:extLst>
                  <a:ext uri="{FF2B5EF4-FFF2-40B4-BE49-F238E27FC236}">
                    <a16:creationId xmlns:a16="http://schemas.microsoft.com/office/drawing/2014/main" id="{AB214412-E426-40DD-CB08-7A7DFD3616CD}"/>
                  </a:ext>
                </a:extLst>
              </p:cNvPr>
              <p:cNvSpPr/>
              <p:nvPr/>
            </p:nvSpPr>
            <p:spPr>
              <a:xfrm>
                <a:off x="556708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g924">
                <a:extLst>
                  <a:ext uri="{FF2B5EF4-FFF2-40B4-BE49-F238E27FC236}">
                    <a16:creationId xmlns:a16="http://schemas.microsoft.com/office/drawing/2014/main" id="{4824FBA4-F75B-9B41-386C-11DD956DDAC5}"/>
                  </a:ext>
                </a:extLst>
              </p:cNvPr>
              <p:cNvSpPr/>
              <p:nvPr/>
            </p:nvSpPr>
            <p:spPr>
              <a:xfrm>
                <a:off x="557872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g925">
                <a:extLst>
                  <a:ext uri="{FF2B5EF4-FFF2-40B4-BE49-F238E27FC236}">
                    <a16:creationId xmlns:a16="http://schemas.microsoft.com/office/drawing/2014/main" id="{CD540265-6A94-5873-7C77-E5A0C1635236}"/>
                  </a:ext>
                </a:extLst>
              </p:cNvPr>
              <p:cNvSpPr/>
              <p:nvPr/>
            </p:nvSpPr>
            <p:spPr>
              <a:xfrm>
                <a:off x="559036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g926">
                <a:extLst>
                  <a:ext uri="{FF2B5EF4-FFF2-40B4-BE49-F238E27FC236}">
                    <a16:creationId xmlns:a16="http://schemas.microsoft.com/office/drawing/2014/main" id="{CF46C585-0648-56AB-0696-31BD8AA431A3}"/>
                  </a:ext>
                </a:extLst>
              </p:cNvPr>
              <p:cNvSpPr/>
              <p:nvPr/>
            </p:nvSpPr>
            <p:spPr>
              <a:xfrm>
                <a:off x="560200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g927">
                <a:extLst>
                  <a:ext uri="{FF2B5EF4-FFF2-40B4-BE49-F238E27FC236}">
                    <a16:creationId xmlns:a16="http://schemas.microsoft.com/office/drawing/2014/main" id="{FB6CBB60-51EA-80D5-B01A-73AF3C67944C}"/>
                  </a:ext>
                </a:extLst>
              </p:cNvPr>
              <p:cNvSpPr/>
              <p:nvPr/>
            </p:nvSpPr>
            <p:spPr>
              <a:xfrm>
                <a:off x="5613637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g928">
                <a:extLst>
                  <a:ext uri="{FF2B5EF4-FFF2-40B4-BE49-F238E27FC236}">
                    <a16:creationId xmlns:a16="http://schemas.microsoft.com/office/drawing/2014/main" id="{D0CFB730-C36C-0872-0EF1-7DE2041E19F0}"/>
                  </a:ext>
                </a:extLst>
              </p:cNvPr>
              <p:cNvSpPr/>
              <p:nvPr/>
            </p:nvSpPr>
            <p:spPr>
              <a:xfrm>
                <a:off x="562527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g929">
                <a:extLst>
                  <a:ext uri="{FF2B5EF4-FFF2-40B4-BE49-F238E27FC236}">
                    <a16:creationId xmlns:a16="http://schemas.microsoft.com/office/drawing/2014/main" id="{C049DCAB-0EFF-6519-F668-8BF47361ABB6}"/>
                  </a:ext>
                </a:extLst>
              </p:cNvPr>
              <p:cNvSpPr/>
              <p:nvPr/>
            </p:nvSpPr>
            <p:spPr>
              <a:xfrm>
                <a:off x="5636912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g930">
                <a:extLst>
                  <a:ext uri="{FF2B5EF4-FFF2-40B4-BE49-F238E27FC236}">
                    <a16:creationId xmlns:a16="http://schemas.microsoft.com/office/drawing/2014/main" id="{E26094D1-26A8-ECAA-6099-22059520B302}"/>
                  </a:ext>
                </a:extLst>
              </p:cNvPr>
              <p:cNvSpPr/>
              <p:nvPr/>
            </p:nvSpPr>
            <p:spPr>
              <a:xfrm>
                <a:off x="564854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g931">
                <a:extLst>
                  <a:ext uri="{FF2B5EF4-FFF2-40B4-BE49-F238E27FC236}">
                    <a16:creationId xmlns:a16="http://schemas.microsoft.com/office/drawing/2014/main" id="{57672A87-AE00-E3AF-E91B-39AE325B5A2B}"/>
                  </a:ext>
                </a:extLst>
              </p:cNvPr>
              <p:cNvSpPr/>
              <p:nvPr/>
            </p:nvSpPr>
            <p:spPr>
              <a:xfrm>
                <a:off x="566018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g932">
                <a:extLst>
                  <a:ext uri="{FF2B5EF4-FFF2-40B4-BE49-F238E27FC236}">
                    <a16:creationId xmlns:a16="http://schemas.microsoft.com/office/drawing/2014/main" id="{4B5FEF44-E2A1-2EDB-1E04-EBF1C16CDC6A}"/>
                  </a:ext>
                </a:extLst>
              </p:cNvPr>
              <p:cNvSpPr/>
              <p:nvPr/>
            </p:nvSpPr>
            <p:spPr>
              <a:xfrm>
                <a:off x="5671824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g933">
                <a:extLst>
                  <a:ext uri="{FF2B5EF4-FFF2-40B4-BE49-F238E27FC236}">
                    <a16:creationId xmlns:a16="http://schemas.microsoft.com/office/drawing/2014/main" id="{730F18B3-8A6C-517C-9FD3-0332ADBF1942}"/>
                  </a:ext>
                </a:extLst>
              </p:cNvPr>
              <p:cNvSpPr/>
              <p:nvPr/>
            </p:nvSpPr>
            <p:spPr>
              <a:xfrm>
                <a:off x="5683461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g934">
                <a:extLst>
                  <a:ext uri="{FF2B5EF4-FFF2-40B4-BE49-F238E27FC236}">
                    <a16:creationId xmlns:a16="http://schemas.microsoft.com/office/drawing/2014/main" id="{ED28E51C-7B77-6DDB-6072-32B4B3B5E3B6}"/>
                  </a:ext>
                </a:extLst>
              </p:cNvPr>
              <p:cNvSpPr/>
              <p:nvPr/>
            </p:nvSpPr>
            <p:spPr>
              <a:xfrm>
                <a:off x="569509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g935">
                <a:extLst>
                  <a:ext uri="{FF2B5EF4-FFF2-40B4-BE49-F238E27FC236}">
                    <a16:creationId xmlns:a16="http://schemas.microsoft.com/office/drawing/2014/main" id="{E96A5B25-2672-7C90-97A9-E4D9E7E09759}"/>
                  </a:ext>
                </a:extLst>
              </p:cNvPr>
              <p:cNvSpPr/>
              <p:nvPr/>
            </p:nvSpPr>
            <p:spPr>
              <a:xfrm>
                <a:off x="570673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g936">
                <a:extLst>
                  <a:ext uri="{FF2B5EF4-FFF2-40B4-BE49-F238E27FC236}">
                    <a16:creationId xmlns:a16="http://schemas.microsoft.com/office/drawing/2014/main" id="{0AB86F3B-76A3-4B89-F404-64C8F6EC8B62}"/>
                  </a:ext>
                </a:extLst>
              </p:cNvPr>
              <p:cNvSpPr/>
              <p:nvPr/>
            </p:nvSpPr>
            <p:spPr>
              <a:xfrm>
                <a:off x="571837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g937">
                <a:extLst>
                  <a:ext uri="{FF2B5EF4-FFF2-40B4-BE49-F238E27FC236}">
                    <a16:creationId xmlns:a16="http://schemas.microsoft.com/office/drawing/2014/main" id="{55516F98-5C5C-1250-D62A-2E8BAC84D0F2}"/>
                  </a:ext>
                </a:extLst>
              </p:cNvPr>
              <p:cNvSpPr/>
              <p:nvPr/>
            </p:nvSpPr>
            <p:spPr>
              <a:xfrm>
                <a:off x="573001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g938">
                <a:extLst>
                  <a:ext uri="{FF2B5EF4-FFF2-40B4-BE49-F238E27FC236}">
                    <a16:creationId xmlns:a16="http://schemas.microsoft.com/office/drawing/2014/main" id="{80B8BB15-9D6E-2B36-2B22-F80930CE4D86}"/>
                  </a:ext>
                </a:extLst>
              </p:cNvPr>
              <p:cNvSpPr/>
              <p:nvPr/>
            </p:nvSpPr>
            <p:spPr>
              <a:xfrm>
                <a:off x="574164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g939">
                <a:extLst>
                  <a:ext uri="{FF2B5EF4-FFF2-40B4-BE49-F238E27FC236}">
                    <a16:creationId xmlns:a16="http://schemas.microsoft.com/office/drawing/2014/main" id="{477B721F-A719-46DC-1E59-E8BA6D8A9D5B}"/>
                  </a:ext>
                </a:extLst>
              </p:cNvPr>
              <p:cNvSpPr/>
              <p:nvPr/>
            </p:nvSpPr>
            <p:spPr>
              <a:xfrm>
                <a:off x="575328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g940">
                <a:extLst>
                  <a:ext uri="{FF2B5EF4-FFF2-40B4-BE49-F238E27FC236}">
                    <a16:creationId xmlns:a16="http://schemas.microsoft.com/office/drawing/2014/main" id="{ECF66029-96F4-98BD-7857-39482E84A261}"/>
                  </a:ext>
                </a:extLst>
              </p:cNvPr>
              <p:cNvSpPr/>
              <p:nvPr/>
            </p:nvSpPr>
            <p:spPr>
              <a:xfrm>
                <a:off x="5764922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g941">
                <a:extLst>
                  <a:ext uri="{FF2B5EF4-FFF2-40B4-BE49-F238E27FC236}">
                    <a16:creationId xmlns:a16="http://schemas.microsoft.com/office/drawing/2014/main" id="{F462045D-E763-6C43-FE33-69B605BED3F3}"/>
                  </a:ext>
                </a:extLst>
              </p:cNvPr>
              <p:cNvSpPr/>
              <p:nvPr/>
            </p:nvSpPr>
            <p:spPr>
              <a:xfrm>
                <a:off x="577656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g942">
                <a:extLst>
                  <a:ext uri="{FF2B5EF4-FFF2-40B4-BE49-F238E27FC236}">
                    <a16:creationId xmlns:a16="http://schemas.microsoft.com/office/drawing/2014/main" id="{11F07EBE-A7C9-95F3-B096-798EC94B8DD4}"/>
                  </a:ext>
                </a:extLst>
              </p:cNvPr>
              <p:cNvSpPr/>
              <p:nvPr/>
            </p:nvSpPr>
            <p:spPr>
              <a:xfrm>
                <a:off x="5788197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g943">
                <a:extLst>
                  <a:ext uri="{FF2B5EF4-FFF2-40B4-BE49-F238E27FC236}">
                    <a16:creationId xmlns:a16="http://schemas.microsoft.com/office/drawing/2014/main" id="{BDFB3078-B522-791C-AB37-63C834ED324B}"/>
                  </a:ext>
                </a:extLst>
              </p:cNvPr>
              <p:cNvSpPr/>
              <p:nvPr/>
            </p:nvSpPr>
            <p:spPr>
              <a:xfrm>
                <a:off x="5799834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g944">
                <a:extLst>
                  <a:ext uri="{FF2B5EF4-FFF2-40B4-BE49-F238E27FC236}">
                    <a16:creationId xmlns:a16="http://schemas.microsoft.com/office/drawing/2014/main" id="{7493F5C9-296C-7CEA-BD3B-8827807F1CC6}"/>
                  </a:ext>
                </a:extLst>
              </p:cNvPr>
              <p:cNvSpPr/>
              <p:nvPr/>
            </p:nvSpPr>
            <p:spPr>
              <a:xfrm>
                <a:off x="534597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g945">
                <a:extLst>
                  <a:ext uri="{FF2B5EF4-FFF2-40B4-BE49-F238E27FC236}">
                    <a16:creationId xmlns:a16="http://schemas.microsoft.com/office/drawing/2014/main" id="{AACB4AC8-F8B2-082F-644A-695162098AEC}"/>
                  </a:ext>
                </a:extLst>
              </p:cNvPr>
              <p:cNvSpPr/>
              <p:nvPr/>
            </p:nvSpPr>
            <p:spPr>
              <a:xfrm>
                <a:off x="535761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g946">
                <a:extLst>
                  <a:ext uri="{FF2B5EF4-FFF2-40B4-BE49-F238E27FC236}">
                    <a16:creationId xmlns:a16="http://schemas.microsoft.com/office/drawing/2014/main" id="{EC740793-40A9-C018-C22C-75F3E1819051}"/>
                  </a:ext>
                </a:extLst>
              </p:cNvPr>
              <p:cNvSpPr/>
              <p:nvPr/>
            </p:nvSpPr>
            <p:spPr>
              <a:xfrm>
                <a:off x="536925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g947">
                <a:extLst>
                  <a:ext uri="{FF2B5EF4-FFF2-40B4-BE49-F238E27FC236}">
                    <a16:creationId xmlns:a16="http://schemas.microsoft.com/office/drawing/2014/main" id="{377F6909-1F8D-45DB-5D1C-CA519816F0B5}"/>
                  </a:ext>
                </a:extLst>
              </p:cNvPr>
              <p:cNvSpPr/>
              <p:nvPr/>
            </p:nvSpPr>
            <p:spPr>
              <a:xfrm>
                <a:off x="543907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g948">
                <a:extLst>
                  <a:ext uri="{FF2B5EF4-FFF2-40B4-BE49-F238E27FC236}">
                    <a16:creationId xmlns:a16="http://schemas.microsoft.com/office/drawing/2014/main" id="{4A366C6A-ADA5-1617-57D3-18AE4E8EA7E2}"/>
                  </a:ext>
                </a:extLst>
              </p:cNvPr>
              <p:cNvSpPr/>
              <p:nvPr/>
            </p:nvSpPr>
            <p:spPr>
              <a:xfrm>
                <a:off x="545071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g949">
                <a:extLst>
                  <a:ext uri="{FF2B5EF4-FFF2-40B4-BE49-F238E27FC236}">
                    <a16:creationId xmlns:a16="http://schemas.microsoft.com/office/drawing/2014/main" id="{7C77C456-63F2-133C-2512-64ACE2064A43}"/>
                  </a:ext>
                </a:extLst>
              </p:cNvPr>
              <p:cNvSpPr/>
              <p:nvPr/>
            </p:nvSpPr>
            <p:spPr>
              <a:xfrm>
                <a:off x="546235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g950">
                <a:extLst>
                  <a:ext uri="{FF2B5EF4-FFF2-40B4-BE49-F238E27FC236}">
                    <a16:creationId xmlns:a16="http://schemas.microsoft.com/office/drawing/2014/main" id="{9D64F203-0F9B-D206-3769-F3082133EA0F}"/>
                  </a:ext>
                </a:extLst>
              </p:cNvPr>
              <p:cNvSpPr/>
              <p:nvPr/>
            </p:nvSpPr>
            <p:spPr>
              <a:xfrm>
                <a:off x="547398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g951">
                <a:extLst>
                  <a:ext uri="{FF2B5EF4-FFF2-40B4-BE49-F238E27FC236}">
                    <a16:creationId xmlns:a16="http://schemas.microsoft.com/office/drawing/2014/main" id="{DCD65B11-3D51-E51E-9728-0059F24A0993}"/>
                  </a:ext>
                </a:extLst>
              </p:cNvPr>
              <p:cNvSpPr/>
              <p:nvPr/>
            </p:nvSpPr>
            <p:spPr>
              <a:xfrm>
                <a:off x="548562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g952">
                <a:extLst>
                  <a:ext uri="{FF2B5EF4-FFF2-40B4-BE49-F238E27FC236}">
                    <a16:creationId xmlns:a16="http://schemas.microsoft.com/office/drawing/2014/main" id="{0834D7F3-618A-A602-D85D-84BAC0CFD9FF}"/>
                  </a:ext>
                </a:extLst>
              </p:cNvPr>
              <p:cNvSpPr/>
              <p:nvPr/>
            </p:nvSpPr>
            <p:spPr>
              <a:xfrm>
                <a:off x="5497264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g953">
                <a:extLst>
                  <a:ext uri="{FF2B5EF4-FFF2-40B4-BE49-F238E27FC236}">
                    <a16:creationId xmlns:a16="http://schemas.microsoft.com/office/drawing/2014/main" id="{A1BC239E-1BF3-6EEC-5B78-5D64C6EB7D37}"/>
                  </a:ext>
                </a:extLst>
              </p:cNvPr>
              <p:cNvSpPr/>
              <p:nvPr/>
            </p:nvSpPr>
            <p:spPr>
              <a:xfrm>
                <a:off x="550890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g954">
                <a:extLst>
                  <a:ext uri="{FF2B5EF4-FFF2-40B4-BE49-F238E27FC236}">
                    <a16:creationId xmlns:a16="http://schemas.microsoft.com/office/drawing/2014/main" id="{55B46BA0-3CC4-0F72-E78E-74914B5F2BF0}"/>
                  </a:ext>
                </a:extLst>
              </p:cNvPr>
              <p:cNvSpPr/>
              <p:nvPr/>
            </p:nvSpPr>
            <p:spPr>
              <a:xfrm>
                <a:off x="552053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g955">
                <a:extLst>
                  <a:ext uri="{FF2B5EF4-FFF2-40B4-BE49-F238E27FC236}">
                    <a16:creationId xmlns:a16="http://schemas.microsoft.com/office/drawing/2014/main" id="{35853FD3-6745-D1E4-A583-74A2EDC933A3}"/>
                  </a:ext>
                </a:extLst>
              </p:cNvPr>
              <p:cNvSpPr/>
              <p:nvPr/>
            </p:nvSpPr>
            <p:spPr>
              <a:xfrm>
                <a:off x="553217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g956">
                <a:extLst>
                  <a:ext uri="{FF2B5EF4-FFF2-40B4-BE49-F238E27FC236}">
                    <a16:creationId xmlns:a16="http://schemas.microsoft.com/office/drawing/2014/main" id="{1DE2BE1B-ECEC-6565-3E9F-B21F78F0E586}"/>
                  </a:ext>
                </a:extLst>
              </p:cNvPr>
              <p:cNvSpPr/>
              <p:nvPr/>
            </p:nvSpPr>
            <p:spPr>
              <a:xfrm>
                <a:off x="554381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g957">
                <a:extLst>
                  <a:ext uri="{FF2B5EF4-FFF2-40B4-BE49-F238E27FC236}">
                    <a16:creationId xmlns:a16="http://schemas.microsoft.com/office/drawing/2014/main" id="{70C8A197-4E46-0ED4-A022-FD5323C62F53}"/>
                  </a:ext>
                </a:extLst>
              </p:cNvPr>
              <p:cNvSpPr/>
              <p:nvPr/>
            </p:nvSpPr>
            <p:spPr>
              <a:xfrm>
                <a:off x="555545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g958">
                <a:extLst>
                  <a:ext uri="{FF2B5EF4-FFF2-40B4-BE49-F238E27FC236}">
                    <a16:creationId xmlns:a16="http://schemas.microsoft.com/office/drawing/2014/main" id="{97A8E18A-1CFB-E0BE-D003-A9C610528857}"/>
                  </a:ext>
                </a:extLst>
              </p:cNvPr>
              <p:cNvSpPr/>
              <p:nvPr/>
            </p:nvSpPr>
            <p:spPr>
              <a:xfrm>
                <a:off x="556708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g959">
                <a:extLst>
                  <a:ext uri="{FF2B5EF4-FFF2-40B4-BE49-F238E27FC236}">
                    <a16:creationId xmlns:a16="http://schemas.microsoft.com/office/drawing/2014/main" id="{4AE39CB1-E663-7669-0A84-EF887247A29A}"/>
                  </a:ext>
                </a:extLst>
              </p:cNvPr>
              <p:cNvSpPr/>
              <p:nvPr/>
            </p:nvSpPr>
            <p:spPr>
              <a:xfrm>
                <a:off x="557872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g960">
                <a:extLst>
                  <a:ext uri="{FF2B5EF4-FFF2-40B4-BE49-F238E27FC236}">
                    <a16:creationId xmlns:a16="http://schemas.microsoft.com/office/drawing/2014/main" id="{823088E2-5678-2B9A-AB5F-A6474411B99C}"/>
                  </a:ext>
                </a:extLst>
              </p:cNvPr>
              <p:cNvSpPr/>
              <p:nvPr/>
            </p:nvSpPr>
            <p:spPr>
              <a:xfrm>
                <a:off x="559036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g961">
                <a:extLst>
                  <a:ext uri="{FF2B5EF4-FFF2-40B4-BE49-F238E27FC236}">
                    <a16:creationId xmlns:a16="http://schemas.microsoft.com/office/drawing/2014/main" id="{4ED6E45A-34C3-4E67-62CA-1076F44C43CE}"/>
                  </a:ext>
                </a:extLst>
              </p:cNvPr>
              <p:cNvSpPr/>
              <p:nvPr/>
            </p:nvSpPr>
            <p:spPr>
              <a:xfrm>
                <a:off x="5602000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g962">
                <a:extLst>
                  <a:ext uri="{FF2B5EF4-FFF2-40B4-BE49-F238E27FC236}">
                    <a16:creationId xmlns:a16="http://schemas.microsoft.com/office/drawing/2014/main" id="{68E0141B-1AE1-48F9-A439-5A0AB05CE056}"/>
                  </a:ext>
                </a:extLst>
              </p:cNvPr>
              <p:cNvSpPr/>
              <p:nvPr/>
            </p:nvSpPr>
            <p:spPr>
              <a:xfrm>
                <a:off x="561363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g963">
                <a:extLst>
                  <a:ext uri="{FF2B5EF4-FFF2-40B4-BE49-F238E27FC236}">
                    <a16:creationId xmlns:a16="http://schemas.microsoft.com/office/drawing/2014/main" id="{D8EF9134-2201-2487-7F41-DF49897C47DC}"/>
                  </a:ext>
                </a:extLst>
              </p:cNvPr>
              <p:cNvSpPr/>
              <p:nvPr/>
            </p:nvSpPr>
            <p:spPr>
              <a:xfrm>
                <a:off x="562527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g964">
                <a:extLst>
                  <a:ext uri="{FF2B5EF4-FFF2-40B4-BE49-F238E27FC236}">
                    <a16:creationId xmlns:a16="http://schemas.microsoft.com/office/drawing/2014/main" id="{1E8E67AD-FABF-3BC2-9399-1A40783A618A}"/>
                  </a:ext>
                </a:extLst>
              </p:cNvPr>
              <p:cNvSpPr/>
              <p:nvPr/>
            </p:nvSpPr>
            <p:spPr>
              <a:xfrm>
                <a:off x="563691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g965">
                <a:extLst>
                  <a:ext uri="{FF2B5EF4-FFF2-40B4-BE49-F238E27FC236}">
                    <a16:creationId xmlns:a16="http://schemas.microsoft.com/office/drawing/2014/main" id="{3DB22308-5EF7-2C94-174F-C490CD4B5306}"/>
                  </a:ext>
                </a:extLst>
              </p:cNvPr>
              <p:cNvSpPr/>
              <p:nvPr/>
            </p:nvSpPr>
            <p:spPr>
              <a:xfrm>
                <a:off x="564854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g966">
                <a:extLst>
                  <a:ext uri="{FF2B5EF4-FFF2-40B4-BE49-F238E27FC236}">
                    <a16:creationId xmlns:a16="http://schemas.microsoft.com/office/drawing/2014/main" id="{0A9CEB98-795F-C127-5A20-DCCBB2812FA5}"/>
                  </a:ext>
                </a:extLst>
              </p:cNvPr>
              <p:cNvSpPr/>
              <p:nvPr/>
            </p:nvSpPr>
            <p:spPr>
              <a:xfrm>
                <a:off x="566018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g967">
                <a:extLst>
                  <a:ext uri="{FF2B5EF4-FFF2-40B4-BE49-F238E27FC236}">
                    <a16:creationId xmlns:a16="http://schemas.microsoft.com/office/drawing/2014/main" id="{A0F7329B-DF12-E3A7-39FC-429C603B88E1}"/>
                  </a:ext>
                </a:extLst>
              </p:cNvPr>
              <p:cNvSpPr/>
              <p:nvPr/>
            </p:nvSpPr>
            <p:spPr>
              <a:xfrm>
                <a:off x="5671824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g968">
                <a:extLst>
                  <a:ext uri="{FF2B5EF4-FFF2-40B4-BE49-F238E27FC236}">
                    <a16:creationId xmlns:a16="http://schemas.microsoft.com/office/drawing/2014/main" id="{F9A55D90-7418-00D5-975F-3CA071EEF98D}"/>
                  </a:ext>
                </a:extLst>
              </p:cNvPr>
              <p:cNvSpPr/>
              <p:nvPr/>
            </p:nvSpPr>
            <p:spPr>
              <a:xfrm>
                <a:off x="568346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E">
                  <a:alpha val="100000"/>
                </a:srgbClr>
              </a:solidFill>
              <a:ln w="5420" cap="flat">
                <a:solidFill>
                  <a:srgbClr val="3B54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g969">
                <a:extLst>
                  <a:ext uri="{FF2B5EF4-FFF2-40B4-BE49-F238E27FC236}">
                    <a16:creationId xmlns:a16="http://schemas.microsoft.com/office/drawing/2014/main" id="{48CC6ECD-8F90-96ED-787A-6AD277F187C7}"/>
                  </a:ext>
                </a:extLst>
              </p:cNvPr>
              <p:cNvSpPr/>
              <p:nvPr/>
            </p:nvSpPr>
            <p:spPr>
              <a:xfrm>
                <a:off x="569509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g970">
                <a:extLst>
                  <a:ext uri="{FF2B5EF4-FFF2-40B4-BE49-F238E27FC236}">
                    <a16:creationId xmlns:a16="http://schemas.microsoft.com/office/drawing/2014/main" id="{BFC6BB7B-E41B-BA23-E3D8-55488E2A483B}"/>
                  </a:ext>
                </a:extLst>
              </p:cNvPr>
              <p:cNvSpPr/>
              <p:nvPr/>
            </p:nvSpPr>
            <p:spPr>
              <a:xfrm>
                <a:off x="570673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g971">
                <a:extLst>
                  <a:ext uri="{FF2B5EF4-FFF2-40B4-BE49-F238E27FC236}">
                    <a16:creationId xmlns:a16="http://schemas.microsoft.com/office/drawing/2014/main" id="{C23E9F49-6DC7-EAC1-486E-4B7D10B97002}"/>
                  </a:ext>
                </a:extLst>
              </p:cNvPr>
              <p:cNvSpPr/>
              <p:nvPr/>
            </p:nvSpPr>
            <p:spPr>
              <a:xfrm>
                <a:off x="571837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g972">
                <a:extLst>
                  <a:ext uri="{FF2B5EF4-FFF2-40B4-BE49-F238E27FC236}">
                    <a16:creationId xmlns:a16="http://schemas.microsoft.com/office/drawing/2014/main" id="{F7D0788A-A80D-1630-FB63-8FBCCAEEA58C}"/>
                  </a:ext>
                </a:extLst>
              </p:cNvPr>
              <p:cNvSpPr/>
              <p:nvPr/>
            </p:nvSpPr>
            <p:spPr>
              <a:xfrm>
                <a:off x="5730010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g973">
                <a:extLst>
                  <a:ext uri="{FF2B5EF4-FFF2-40B4-BE49-F238E27FC236}">
                    <a16:creationId xmlns:a16="http://schemas.microsoft.com/office/drawing/2014/main" id="{CAFF4AB3-8E98-CA0B-622D-BE4036ECACD7}"/>
                  </a:ext>
                </a:extLst>
              </p:cNvPr>
              <p:cNvSpPr/>
              <p:nvPr/>
            </p:nvSpPr>
            <p:spPr>
              <a:xfrm>
                <a:off x="574164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g974">
                <a:extLst>
                  <a:ext uri="{FF2B5EF4-FFF2-40B4-BE49-F238E27FC236}">
                    <a16:creationId xmlns:a16="http://schemas.microsoft.com/office/drawing/2014/main" id="{49633931-9819-0D5D-6954-86FA311969F3}"/>
                  </a:ext>
                </a:extLst>
              </p:cNvPr>
              <p:cNvSpPr/>
              <p:nvPr/>
            </p:nvSpPr>
            <p:spPr>
              <a:xfrm>
                <a:off x="575328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g975">
                <a:extLst>
                  <a:ext uri="{FF2B5EF4-FFF2-40B4-BE49-F238E27FC236}">
                    <a16:creationId xmlns:a16="http://schemas.microsoft.com/office/drawing/2014/main" id="{9A8C50FD-EF3C-E5A3-B324-9C6941F84807}"/>
                  </a:ext>
                </a:extLst>
              </p:cNvPr>
              <p:cNvSpPr/>
              <p:nvPr/>
            </p:nvSpPr>
            <p:spPr>
              <a:xfrm>
                <a:off x="576492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g976">
                <a:extLst>
                  <a:ext uri="{FF2B5EF4-FFF2-40B4-BE49-F238E27FC236}">
                    <a16:creationId xmlns:a16="http://schemas.microsoft.com/office/drawing/2014/main" id="{E612784D-707F-4DBD-4F2C-200900774DF7}"/>
                  </a:ext>
                </a:extLst>
              </p:cNvPr>
              <p:cNvSpPr/>
              <p:nvPr/>
            </p:nvSpPr>
            <p:spPr>
              <a:xfrm>
                <a:off x="533434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g977">
                <a:extLst>
                  <a:ext uri="{FF2B5EF4-FFF2-40B4-BE49-F238E27FC236}">
                    <a16:creationId xmlns:a16="http://schemas.microsoft.com/office/drawing/2014/main" id="{BD237E3B-406E-F785-53B4-67401849FC96}"/>
                  </a:ext>
                </a:extLst>
              </p:cNvPr>
              <p:cNvSpPr/>
              <p:nvPr/>
            </p:nvSpPr>
            <p:spPr>
              <a:xfrm>
                <a:off x="534597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g978">
                <a:extLst>
                  <a:ext uri="{FF2B5EF4-FFF2-40B4-BE49-F238E27FC236}">
                    <a16:creationId xmlns:a16="http://schemas.microsoft.com/office/drawing/2014/main" id="{5147E06B-3FEB-8F97-EFAA-4026ACCEC8E1}"/>
                  </a:ext>
                </a:extLst>
              </p:cNvPr>
              <p:cNvSpPr/>
              <p:nvPr/>
            </p:nvSpPr>
            <p:spPr>
              <a:xfrm>
                <a:off x="535761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g979">
                <a:extLst>
                  <a:ext uri="{FF2B5EF4-FFF2-40B4-BE49-F238E27FC236}">
                    <a16:creationId xmlns:a16="http://schemas.microsoft.com/office/drawing/2014/main" id="{7F227742-AE6F-8313-5FFB-CC1C6170A5BE}"/>
                  </a:ext>
                </a:extLst>
              </p:cNvPr>
              <p:cNvSpPr/>
              <p:nvPr/>
            </p:nvSpPr>
            <p:spPr>
              <a:xfrm>
                <a:off x="536925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g980">
                <a:extLst>
                  <a:ext uri="{FF2B5EF4-FFF2-40B4-BE49-F238E27FC236}">
                    <a16:creationId xmlns:a16="http://schemas.microsoft.com/office/drawing/2014/main" id="{900FCC62-54B9-58B5-C90E-68EC015D5EEA}"/>
                  </a:ext>
                </a:extLst>
              </p:cNvPr>
              <p:cNvSpPr/>
              <p:nvPr/>
            </p:nvSpPr>
            <p:spPr>
              <a:xfrm>
                <a:off x="538089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g981">
                <a:extLst>
                  <a:ext uri="{FF2B5EF4-FFF2-40B4-BE49-F238E27FC236}">
                    <a16:creationId xmlns:a16="http://schemas.microsoft.com/office/drawing/2014/main" id="{B0FBA9FC-DD13-C627-74F1-133D9B940772}"/>
                  </a:ext>
                </a:extLst>
              </p:cNvPr>
              <p:cNvSpPr/>
              <p:nvPr/>
            </p:nvSpPr>
            <p:spPr>
              <a:xfrm>
                <a:off x="541580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g982">
                <a:extLst>
                  <a:ext uri="{FF2B5EF4-FFF2-40B4-BE49-F238E27FC236}">
                    <a16:creationId xmlns:a16="http://schemas.microsoft.com/office/drawing/2014/main" id="{65CE9103-36D0-A8AF-D5F7-3462971E6296}"/>
                  </a:ext>
                </a:extLst>
              </p:cNvPr>
              <p:cNvSpPr/>
              <p:nvPr/>
            </p:nvSpPr>
            <p:spPr>
              <a:xfrm>
                <a:off x="5427440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4">
                  <a:alpha val="100000"/>
                </a:srgbClr>
              </a:solidFill>
              <a:ln w="5420" cap="flat">
                <a:solidFill>
                  <a:srgbClr val="3A7D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g983">
                <a:extLst>
                  <a:ext uri="{FF2B5EF4-FFF2-40B4-BE49-F238E27FC236}">
                    <a16:creationId xmlns:a16="http://schemas.microsoft.com/office/drawing/2014/main" id="{E873652B-133A-165B-C8ED-3260DC4C7568}"/>
                  </a:ext>
                </a:extLst>
              </p:cNvPr>
              <p:cNvSpPr/>
              <p:nvPr/>
            </p:nvSpPr>
            <p:spPr>
              <a:xfrm>
                <a:off x="543907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g984">
                <a:extLst>
                  <a:ext uri="{FF2B5EF4-FFF2-40B4-BE49-F238E27FC236}">
                    <a16:creationId xmlns:a16="http://schemas.microsoft.com/office/drawing/2014/main" id="{036B867A-5CBF-09F2-74B8-4CB1472A90F5}"/>
                  </a:ext>
                </a:extLst>
              </p:cNvPr>
              <p:cNvSpPr/>
              <p:nvPr/>
            </p:nvSpPr>
            <p:spPr>
              <a:xfrm>
                <a:off x="545071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g985">
                <a:extLst>
                  <a:ext uri="{FF2B5EF4-FFF2-40B4-BE49-F238E27FC236}">
                    <a16:creationId xmlns:a16="http://schemas.microsoft.com/office/drawing/2014/main" id="{8DACC8E6-66C4-CFBE-1760-C85B42302AC2}"/>
                  </a:ext>
                </a:extLst>
              </p:cNvPr>
              <p:cNvSpPr/>
              <p:nvPr/>
            </p:nvSpPr>
            <p:spPr>
              <a:xfrm>
                <a:off x="5462352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g986">
                <a:extLst>
                  <a:ext uri="{FF2B5EF4-FFF2-40B4-BE49-F238E27FC236}">
                    <a16:creationId xmlns:a16="http://schemas.microsoft.com/office/drawing/2014/main" id="{EC0EAE9E-5C9D-3F1F-9B38-F0D54DC78FAE}"/>
                  </a:ext>
                </a:extLst>
              </p:cNvPr>
              <p:cNvSpPr/>
              <p:nvPr/>
            </p:nvSpPr>
            <p:spPr>
              <a:xfrm>
                <a:off x="547398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g987">
                <a:extLst>
                  <a:ext uri="{FF2B5EF4-FFF2-40B4-BE49-F238E27FC236}">
                    <a16:creationId xmlns:a16="http://schemas.microsoft.com/office/drawing/2014/main" id="{BF6A8A0A-B7D4-6C7A-E0E3-0C9FD6EA3612}"/>
                  </a:ext>
                </a:extLst>
              </p:cNvPr>
              <p:cNvSpPr/>
              <p:nvPr/>
            </p:nvSpPr>
            <p:spPr>
              <a:xfrm>
                <a:off x="548562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g988">
                <a:extLst>
                  <a:ext uri="{FF2B5EF4-FFF2-40B4-BE49-F238E27FC236}">
                    <a16:creationId xmlns:a16="http://schemas.microsoft.com/office/drawing/2014/main" id="{8D497F96-06F1-0D95-F038-564FF8B39ADA}"/>
                  </a:ext>
                </a:extLst>
              </p:cNvPr>
              <p:cNvSpPr/>
              <p:nvPr/>
            </p:nvSpPr>
            <p:spPr>
              <a:xfrm>
                <a:off x="5497264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g989">
                <a:extLst>
                  <a:ext uri="{FF2B5EF4-FFF2-40B4-BE49-F238E27FC236}">
                    <a16:creationId xmlns:a16="http://schemas.microsoft.com/office/drawing/2014/main" id="{B7024660-6209-1B08-C857-DDF8456C8735}"/>
                  </a:ext>
                </a:extLst>
              </p:cNvPr>
              <p:cNvSpPr/>
              <p:nvPr/>
            </p:nvSpPr>
            <p:spPr>
              <a:xfrm>
                <a:off x="550890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g990">
                <a:extLst>
                  <a:ext uri="{FF2B5EF4-FFF2-40B4-BE49-F238E27FC236}">
                    <a16:creationId xmlns:a16="http://schemas.microsoft.com/office/drawing/2014/main" id="{EFD5527E-D421-C04E-6C2A-B0A39AF9742C}"/>
                  </a:ext>
                </a:extLst>
              </p:cNvPr>
              <p:cNvSpPr/>
              <p:nvPr/>
            </p:nvSpPr>
            <p:spPr>
              <a:xfrm>
                <a:off x="552053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g991">
                <a:extLst>
                  <a:ext uri="{FF2B5EF4-FFF2-40B4-BE49-F238E27FC236}">
                    <a16:creationId xmlns:a16="http://schemas.microsoft.com/office/drawing/2014/main" id="{0D118B2B-01BB-7236-019B-5E3911A8A61D}"/>
                  </a:ext>
                </a:extLst>
              </p:cNvPr>
              <p:cNvSpPr/>
              <p:nvPr/>
            </p:nvSpPr>
            <p:spPr>
              <a:xfrm>
                <a:off x="553217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g992">
                <a:extLst>
                  <a:ext uri="{FF2B5EF4-FFF2-40B4-BE49-F238E27FC236}">
                    <a16:creationId xmlns:a16="http://schemas.microsoft.com/office/drawing/2014/main" id="{D969BDC7-24C4-930C-22DD-B6A4B341FE0E}"/>
                  </a:ext>
                </a:extLst>
              </p:cNvPr>
              <p:cNvSpPr/>
              <p:nvPr/>
            </p:nvSpPr>
            <p:spPr>
              <a:xfrm>
                <a:off x="554381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g993">
                <a:extLst>
                  <a:ext uri="{FF2B5EF4-FFF2-40B4-BE49-F238E27FC236}">
                    <a16:creationId xmlns:a16="http://schemas.microsoft.com/office/drawing/2014/main" id="{8056548C-73EB-1A36-6325-D6B35291AA98}"/>
                  </a:ext>
                </a:extLst>
              </p:cNvPr>
              <p:cNvSpPr/>
              <p:nvPr/>
            </p:nvSpPr>
            <p:spPr>
              <a:xfrm>
                <a:off x="555545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g994">
                <a:extLst>
                  <a:ext uri="{FF2B5EF4-FFF2-40B4-BE49-F238E27FC236}">
                    <a16:creationId xmlns:a16="http://schemas.microsoft.com/office/drawing/2014/main" id="{28CCB5D3-F822-D535-A077-00485449D39E}"/>
                  </a:ext>
                </a:extLst>
              </p:cNvPr>
              <p:cNvSpPr/>
              <p:nvPr/>
            </p:nvSpPr>
            <p:spPr>
              <a:xfrm>
                <a:off x="5567088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g995">
                <a:extLst>
                  <a:ext uri="{FF2B5EF4-FFF2-40B4-BE49-F238E27FC236}">
                    <a16:creationId xmlns:a16="http://schemas.microsoft.com/office/drawing/2014/main" id="{5529D3A7-3CE0-2308-388E-C886C255A36F}"/>
                  </a:ext>
                </a:extLst>
              </p:cNvPr>
              <p:cNvSpPr/>
              <p:nvPr/>
            </p:nvSpPr>
            <p:spPr>
              <a:xfrm>
                <a:off x="557872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g996">
                <a:extLst>
                  <a:ext uri="{FF2B5EF4-FFF2-40B4-BE49-F238E27FC236}">
                    <a16:creationId xmlns:a16="http://schemas.microsoft.com/office/drawing/2014/main" id="{DA47470C-C230-E12D-A5D4-46F867971853}"/>
                  </a:ext>
                </a:extLst>
              </p:cNvPr>
              <p:cNvSpPr/>
              <p:nvPr/>
            </p:nvSpPr>
            <p:spPr>
              <a:xfrm>
                <a:off x="559036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g997">
                <a:extLst>
                  <a:ext uri="{FF2B5EF4-FFF2-40B4-BE49-F238E27FC236}">
                    <a16:creationId xmlns:a16="http://schemas.microsoft.com/office/drawing/2014/main" id="{ED24A73D-CD1C-CFF4-25D0-D9E242F2743B}"/>
                  </a:ext>
                </a:extLst>
              </p:cNvPr>
              <p:cNvSpPr/>
              <p:nvPr/>
            </p:nvSpPr>
            <p:spPr>
              <a:xfrm>
                <a:off x="5602000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g998">
                <a:extLst>
                  <a:ext uri="{FF2B5EF4-FFF2-40B4-BE49-F238E27FC236}">
                    <a16:creationId xmlns:a16="http://schemas.microsoft.com/office/drawing/2014/main" id="{58980BED-BDEB-895F-5C79-D14C4B047DAF}"/>
                  </a:ext>
                </a:extLst>
              </p:cNvPr>
              <p:cNvSpPr/>
              <p:nvPr/>
            </p:nvSpPr>
            <p:spPr>
              <a:xfrm>
                <a:off x="561363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g999">
                <a:extLst>
                  <a:ext uri="{FF2B5EF4-FFF2-40B4-BE49-F238E27FC236}">
                    <a16:creationId xmlns:a16="http://schemas.microsoft.com/office/drawing/2014/main" id="{D355EA9E-84B8-5EAE-A65D-CDD6CDE0B73F}"/>
                  </a:ext>
                </a:extLst>
              </p:cNvPr>
              <p:cNvSpPr/>
              <p:nvPr/>
            </p:nvSpPr>
            <p:spPr>
              <a:xfrm>
                <a:off x="562527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g1000">
                <a:extLst>
                  <a:ext uri="{FF2B5EF4-FFF2-40B4-BE49-F238E27FC236}">
                    <a16:creationId xmlns:a16="http://schemas.microsoft.com/office/drawing/2014/main" id="{64D3A7C7-58E8-76DB-D4F1-EA174097B04D}"/>
                  </a:ext>
                </a:extLst>
              </p:cNvPr>
              <p:cNvSpPr/>
              <p:nvPr/>
            </p:nvSpPr>
            <p:spPr>
              <a:xfrm>
                <a:off x="5636912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g1001">
                <a:extLst>
                  <a:ext uri="{FF2B5EF4-FFF2-40B4-BE49-F238E27FC236}">
                    <a16:creationId xmlns:a16="http://schemas.microsoft.com/office/drawing/2014/main" id="{29D996D1-61AF-C530-58EE-972134BF1416}"/>
                  </a:ext>
                </a:extLst>
              </p:cNvPr>
              <p:cNvSpPr/>
              <p:nvPr/>
            </p:nvSpPr>
            <p:spPr>
              <a:xfrm>
                <a:off x="564854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g1002">
                <a:extLst>
                  <a:ext uri="{FF2B5EF4-FFF2-40B4-BE49-F238E27FC236}">
                    <a16:creationId xmlns:a16="http://schemas.microsoft.com/office/drawing/2014/main" id="{5EC0E517-7686-9129-6934-5914792148FC}"/>
                  </a:ext>
                </a:extLst>
              </p:cNvPr>
              <p:cNvSpPr/>
              <p:nvPr/>
            </p:nvSpPr>
            <p:spPr>
              <a:xfrm>
                <a:off x="566018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g1003">
                <a:extLst>
                  <a:ext uri="{FF2B5EF4-FFF2-40B4-BE49-F238E27FC236}">
                    <a16:creationId xmlns:a16="http://schemas.microsoft.com/office/drawing/2014/main" id="{C313CDA3-EB03-3C6D-E3B0-38AE4A2BECEF}"/>
                  </a:ext>
                </a:extLst>
              </p:cNvPr>
              <p:cNvSpPr/>
              <p:nvPr/>
            </p:nvSpPr>
            <p:spPr>
              <a:xfrm>
                <a:off x="5671824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g1004">
                <a:extLst>
                  <a:ext uri="{FF2B5EF4-FFF2-40B4-BE49-F238E27FC236}">
                    <a16:creationId xmlns:a16="http://schemas.microsoft.com/office/drawing/2014/main" id="{4E213F4E-93E5-2FA7-4B53-A90AF7E6CC45}"/>
                  </a:ext>
                </a:extLst>
              </p:cNvPr>
              <p:cNvSpPr/>
              <p:nvPr/>
            </p:nvSpPr>
            <p:spPr>
              <a:xfrm>
                <a:off x="568346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g1005">
                <a:extLst>
                  <a:ext uri="{FF2B5EF4-FFF2-40B4-BE49-F238E27FC236}">
                    <a16:creationId xmlns:a16="http://schemas.microsoft.com/office/drawing/2014/main" id="{AD0F3785-2BA9-0D31-BE28-A2037D17CC31}"/>
                  </a:ext>
                </a:extLst>
              </p:cNvPr>
              <p:cNvSpPr/>
              <p:nvPr/>
            </p:nvSpPr>
            <p:spPr>
              <a:xfrm>
                <a:off x="570673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g1006">
                <a:extLst>
                  <a:ext uri="{FF2B5EF4-FFF2-40B4-BE49-F238E27FC236}">
                    <a16:creationId xmlns:a16="http://schemas.microsoft.com/office/drawing/2014/main" id="{B537EAB4-F594-DE37-B400-B5F7D19A02BB}"/>
                  </a:ext>
                </a:extLst>
              </p:cNvPr>
              <p:cNvSpPr/>
              <p:nvPr/>
            </p:nvSpPr>
            <p:spPr>
              <a:xfrm>
                <a:off x="571837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g1007">
                <a:extLst>
                  <a:ext uri="{FF2B5EF4-FFF2-40B4-BE49-F238E27FC236}">
                    <a16:creationId xmlns:a16="http://schemas.microsoft.com/office/drawing/2014/main" id="{B3ADB2EF-DEFE-B55E-6B8A-340235CAEA10}"/>
                  </a:ext>
                </a:extLst>
              </p:cNvPr>
              <p:cNvSpPr/>
              <p:nvPr/>
            </p:nvSpPr>
            <p:spPr>
              <a:xfrm>
                <a:off x="533434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g1008">
                <a:extLst>
                  <a:ext uri="{FF2B5EF4-FFF2-40B4-BE49-F238E27FC236}">
                    <a16:creationId xmlns:a16="http://schemas.microsoft.com/office/drawing/2014/main" id="{98A492A6-3DBA-77E0-17DD-4EA1F915CCF2}"/>
                  </a:ext>
                </a:extLst>
              </p:cNvPr>
              <p:cNvSpPr/>
              <p:nvPr/>
            </p:nvSpPr>
            <p:spPr>
              <a:xfrm>
                <a:off x="534597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4">
                  <a:alpha val="100000"/>
                </a:srgbClr>
              </a:solidFill>
              <a:ln w="5420" cap="flat">
                <a:solidFill>
                  <a:srgbClr val="3A7D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g1009">
                <a:extLst>
                  <a:ext uri="{FF2B5EF4-FFF2-40B4-BE49-F238E27FC236}">
                    <a16:creationId xmlns:a16="http://schemas.microsoft.com/office/drawing/2014/main" id="{FBEFBAB2-9972-3B67-CA44-53EC76CD811A}"/>
                  </a:ext>
                </a:extLst>
              </p:cNvPr>
              <p:cNvSpPr/>
              <p:nvPr/>
            </p:nvSpPr>
            <p:spPr>
              <a:xfrm>
                <a:off x="5357616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g1010">
                <a:extLst>
                  <a:ext uri="{FF2B5EF4-FFF2-40B4-BE49-F238E27FC236}">
                    <a16:creationId xmlns:a16="http://schemas.microsoft.com/office/drawing/2014/main" id="{11F70FD9-8F9C-4F79-AE5C-38D2DD12462B}"/>
                  </a:ext>
                </a:extLst>
              </p:cNvPr>
              <p:cNvSpPr/>
              <p:nvPr/>
            </p:nvSpPr>
            <p:spPr>
              <a:xfrm>
                <a:off x="536925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g1011">
                <a:extLst>
                  <a:ext uri="{FF2B5EF4-FFF2-40B4-BE49-F238E27FC236}">
                    <a16:creationId xmlns:a16="http://schemas.microsoft.com/office/drawing/2014/main" id="{CED1F5A3-68E1-C7F1-A35E-B74EB66AFE70}"/>
                  </a:ext>
                </a:extLst>
              </p:cNvPr>
              <p:cNvSpPr/>
              <p:nvPr/>
            </p:nvSpPr>
            <p:spPr>
              <a:xfrm>
                <a:off x="538089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g1012">
                <a:extLst>
                  <a:ext uri="{FF2B5EF4-FFF2-40B4-BE49-F238E27FC236}">
                    <a16:creationId xmlns:a16="http://schemas.microsoft.com/office/drawing/2014/main" id="{FB33D1E0-D044-DCC3-72DB-195E19091123}"/>
                  </a:ext>
                </a:extLst>
              </p:cNvPr>
              <p:cNvSpPr/>
              <p:nvPr/>
            </p:nvSpPr>
            <p:spPr>
              <a:xfrm>
                <a:off x="5392528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g1013">
                <a:extLst>
                  <a:ext uri="{FF2B5EF4-FFF2-40B4-BE49-F238E27FC236}">
                    <a16:creationId xmlns:a16="http://schemas.microsoft.com/office/drawing/2014/main" id="{AE401552-27FC-D520-F160-3D9BAFB74DA4}"/>
                  </a:ext>
                </a:extLst>
              </p:cNvPr>
              <p:cNvSpPr/>
              <p:nvPr/>
            </p:nvSpPr>
            <p:spPr>
              <a:xfrm>
                <a:off x="540416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g1014">
                <a:extLst>
                  <a:ext uri="{FF2B5EF4-FFF2-40B4-BE49-F238E27FC236}">
                    <a16:creationId xmlns:a16="http://schemas.microsoft.com/office/drawing/2014/main" id="{8DB60918-50BD-D550-EF9C-345369A2264D}"/>
                  </a:ext>
                </a:extLst>
              </p:cNvPr>
              <p:cNvSpPr/>
              <p:nvPr/>
            </p:nvSpPr>
            <p:spPr>
              <a:xfrm>
                <a:off x="541580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g1015">
                <a:extLst>
                  <a:ext uri="{FF2B5EF4-FFF2-40B4-BE49-F238E27FC236}">
                    <a16:creationId xmlns:a16="http://schemas.microsoft.com/office/drawing/2014/main" id="{0AF5B43B-D0A9-95C4-9B0B-17F1C0E76815}"/>
                  </a:ext>
                </a:extLst>
              </p:cNvPr>
              <p:cNvSpPr/>
              <p:nvPr/>
            </p:nvSpPr>
            <p:spPr>
              <a:xfrm>
                <a:off x="5427440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g1016">
                <a:extLst>
                  <a:ext uri="{FF2B5EF4-FFF2-40B4-BE49-F238E27FC236}">
                    <a16:creationId xmlns:a16="http://schemas.microsoft.com/office/drawing/2014/main" id="{95E4606B-1381-3501-36DC-2282C410D73F}"/>
                  </a:ext>
                </a:extLst>
              </p:cNvPr>
              <p:cNvSpPr/>
              <p:nvPr/>
            </p:nvSpPr>
            <p:spPr>
              <a:xfrm>
                <a:off x="543907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g1017">
                <a:extLst>
                  <a:ext uri="{FF2B5EF4-FFF2-40B4-BE49-F238E27FC236}">
                    <a16:creationId xmlns:a16="http://schemas.microsoft.com/office/drawing/2014/main" id="{26FDDECA-2EC2-7650-FE89-7EC86C39EFDE}"/>
                  </a:ext>
                </a:extLst>
              </p:cNvPr>
              <p:cNvSpPr/>
              <p:nvPr/>
            </p:nvSpPr>
            <p:spPr>
              <a:xfrm>
                <a:off x="545071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g1018">
                <a:extLst>
                  <a:ext uri="{FF2B5EF4-FFF2-40B4-BE49-F238E27FC236}">
                    <a16:creationId xmlns:a16="http://schemas.microsoft.com/office/drawing/2014/main" id="{5145EFCC-7985-9CCC-0131-9640BC2CCEAE}"/>
                  </a:ext>
                </a:extLst>
              </p:cNvPr>
              <p:cNvSpPr/>
              <p:nvPr/>
            </p:nvSpPr>
            <p:spPr>
              <a:xfrm>
                <a:off x="5462352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g1019">
                <a:extLst>
                  <a:ext uri="{FF2B5EF4-FFF2-40B4-BE49-F238E27FC236}">
                    <a16:creationId xmlns:a16="http://schemas.microsoft.com/office/drawing/2014/main" id="{70AD8372-B746-18A0-1900-C721F5CD71BF}"/>
                  </a:ext>
                </a:extLst>
              </p:cNvPr>
              <p:cNvSpPr/>
              <p:nvPr/>
            </p:nvSpPr>
            <p:spPr>
              <a:xfrm>
                <a:off x="547398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g1020">
                <a:extLst>
                  <a:ext uri="{FF2B5EF4-FFF2-40B4-BE49-F238E27FC236}">
                    <a16:creationId xmlns:a16="http://schemas.microsoft.com/office/drawing/2014/main" id="{4C7C5A9C-D31F-515F-BB19-C5906449D94E}"/>
                  </a:ext>
                </a:extLst>
              </p:cNvPr>
              <p:cNvSpPr/>
              <p:nvPr/>
            </p:nvSpPr>
            <p:spPr>
              <a:xfrm>
                <a:off x="548562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g1021">
                <a:extLst>
                  <a:ext uri="{FF2B5EF4-FFF2-40B4-BE49-F238E27FC236}">
                    <a16:creationId xmlns:a16="http://schemas.microsoft.com/office/drawing/2014/main" id="{677A1CE3-7335-A96E-7D79-65D8CC696E06}"/>
                  </a:ext>
                </a:extLst>
              </p:cNvPr>
              <p:cNvSpPr/>
              <p:nvPr/>
            </p:nvSpPr>
            <p:spPr>
              <a:xfrm>
                <a:off x="5497264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g1022">
                <a:extLst>
                  <a:ext uri="{FF2B5EF4-FFF2-40B4-BE49-F238E27FC236}">
                    <a16:creationId xmlns:a16="http://schemas.microsoft.com/office/drawing/2014/main" id="{7167F336-6859-1ED4-D7E7-D9927606631D}"/>
                  </a:ext>
                </a:extLst>
              </p:cNvPr>
              <p:cNvSpPr/>
              <p:nvPr/>
            </p:nvSpPr>
            <p:spPr>
              <a:xfrm>
                <a:off x="550890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g1023">
                <a:extLst>
                  <a:ext uri="{FF2B5EF4-FFF2-40B4-BE49-F238E27FC236}">
                    <a16:creationId xmlns:a16="http://schemas.microsoft.com/office/drawing/2014/main" id="{39994334-77D1-F77F-A44E-D00F87AA33C3}"/>
                  </a:ext>
                </a:extLst>
              </p:cNvPr>
              <p:cNvSpPr/>
              <p:nvPr/>
            </p:nvSpPr>
            <p:spPr>
              <a:xfrm>
                <a:off x="552053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g1024">
                <a:extLst>
                  <a:ext uri="{FF2B5EF4-FFF2-40B4-BE49-F238E27FC236}">
                    <a16:creationId xmlns:a16="http://schemas.microsoft.com/office/drawing/2014/main" id="{938B9D41-9774-B82F-323A-B6A4EC4B3002}"/>
                  </a:ext>
                </a:extLst>
              </p:cNvPr>
              <p:cNvSpPr/>
              <p:nvPr/>
            </p:nvSpPr>
            <p:spPr>
              <a:xfrm>
                <a:off x="5532176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g1025">
                <a:extLst>
                  <a:ext uri="{FF2B5EF4-FFF2-40B4-BE49-F238E27FC236}">
                    <a16:creationId xmlns:a16="http://schemas.microsoft.com/office/drawing/2014/main" id="{5340311E-822A-489C-9893-1D154B0D4D33}"/>
                  </a:ext>
                </a:extLst>
              </p:cNvPr>
              <p:cNvSpPr/>
              <p:nvPr/>
            </p:nvSpPr>
            <p:spPr>
              <a:xfrm>
                <a:off x="554381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g1026">
                <a:extLst>
                  <a:ext uri="{FF2B5EF4-FFF2-40B4-BE49-F238E27FC236}">
                    <a16:creationId xmlns:a16="http://schemas.microsoft.com/office/drawing/2014/main" id="{64118D7A-3E56-79A6-7830-2EF434C04E30}"/>
                  </a:ext>
                </a:extLst>
              </p:cNvPr>
              <p:cNvSpPr/>
              <p:nvPr/>
            </p:nvSpPr>
            <p:spPr>
              <a:xfrm>
                <a:off x="555545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g1027">
                <a:extLst>
                  <a:ext uri="{FF2B5EF4-FFF2-40B4-BE49-F238E27FC236}">
                    <a16:creationId xmlns:a16="http://schemas.microsoft.com/office/drawing/2014/main" id="{5B7A7746-ABB4-BB7A-44D5-86A4A766E337}"/>
                  </a:ext>
                </a:extLst>
              </p:cNvPr>
              <p:cNvSpPr/>
              <p:nvPr/>
            </p:nvSpPr>
            <p:spPr>
              <a:xfrm>
                <a:off x="5567088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g1028">
                <a:extLst>
                  <a:ext uri="{FF2B5EF4-FFF2-40B4-BE49-F238E27FC236}">
                    <a16:creationId xmlns:a16="http://schemas.microsoft.com/office/drawing/2014/main" id="{D3C026A2-280B-5586-08B5-0AD431F1CA20}"/>
                  </a:ext>
                </a:extLst>
              </p:cNvPr>
              <p:cNvSpPr/>
              <p:nvPr/>
            </p:nvSpPr>
            <p:spPr>
              <a:xfrm>
                <a:off x="557872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g1029">
                <a:extLst>
                  <a:ext uri="{FF2B5EF4-FFF2-40B4-BE49-F238E27FC236}">
                    <a16:creationId xmlns:a16="http://schemas.microsoft.com/office/drawing/2014/main" id="{3596A09B-DB10-A0D5-CE98-5FC5EB8994A6}"/>
                  </a:ext>
                </a:extLst>
              </p:cNvPr>
              <p:cNvSpPr/>
              <p:nvPr/>
            </p:nvSpPr>
            <p:spPr>
              <a:xfrm>
                <a:off x="559036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g1030">
                <a:extLst>
                  <a:ext uri="{FF2B5EF4-FFF2-40B4-BE49-F238E27FC236}">
                    <a16:creationId xmlns:a16="http://schemas.microsoft.com/office/drawing/2014/main" id="{E319BC36-9C87-23B3-3718-E330C3FD4587}"/>
                  </a:ext>
                </a:extLst>
              </p:cNvPr>
              <p:cNvSpPr/>
              <p:nvPr/>
            </p:nvSpPr>
            <p:spPr>
              <a:xfrm>
                <a:off x="5602000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g1031">
                <a:extLst>
                  <a:ext uri="{FF2B5EF4-FFF2-40B4-BE49-F238E27FC236}">
                    <a16:creationId xmlns:a16="http://schemas.microsoft.com/office/drawing/2014/main" id="{25720626-BFC9-582C-CED4-11E320C71960}"/>
                  </a:ext>
                </a:extLst>
              </p:cNvPr>
              <p:cNvSpPr/>
              <p:nvPr/>
            </p:nvSpPr>
            <p:spPr>
              <a:xfrm>
                <a:off x="561363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g1032">
                <a:extLst>
                  <a:ext uri="{FF2B5EF4-FFF2-40B4-BE49-F238E27FC236}">
                    <a16:creationId xmlns:a16="http://schemas.microsoft.com/office/drawing/2014/main" id="{51F2FE52-423B-3BB2-F1EA-C09FE6ACC7E4}"/>
                  </a:ext>
                </a:extLst>
              </p:cNvPr>
              <p:cNvSpPr/>
              <p:nvPr/>
            </p:nvSpPr>
            <p:spPr>
              <a:xfrm>
                <a:off x="562527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g1033">
                <a:extLst>
                  <a:ext uri="{FF2B5EF4-FFF2-40B4-BE49-F238E27FC236}">
                    <a16:creationId xmlns:a16="http://schemas.microsoft.com/office/drawing/2014/main" id="{94CD506B-A9DD-A912-8337-50B49D6D9960}"/>
                  </a:ext>
                </a:extLst>
              </p:cNvPr>
              <p:cNvSpPr/>
              <p:nvPr/>
            </p:nvSpPr>
            <p:spPr>
              <a:xfrm>
                <a:off x="5636912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g1034">
                <a:extLst>
                  <a:ext uri="{FF2B5EF4-FFF2-40B4-BE49-F238E27FC236}">
                    <a16:creationId xmlns:a16="http://schemas.microsoft.com/office/drawing/2014/main" id="{81B0CF4F-71D4-B10E-A4A8-B4D398405676}"/>
                  </a:ext>
                </a:extLst>
              </p:cNvPr>
              <p:cNvSpPr/>
              <p:nvPr/>
            </p:nvSpPr>
            <p:spPr>
              <a:xfrm>
                <a:off x="534597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g1035">
                <a:extLst>
                  <a:ext uri="{FF2B5EF4-FFF2-40B4-BE49-F238E27FC236}">
                    <a16:creationId xmlns:a16="http://schemas.microsoft.com/office/drawing/2014/main" id="{CA328E0E-DCD8-F5A8-BAAF-EF6A956CC360}"/>
                  </a:ext>
                </a:extLst>
              </p:cNvPr>
              <p:cNvSpPr/>
              <p:nvPr/>
            </p:nvSpPr>
            <p:spPr>
              <a:xfrm>
                <a:off x="5357616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g1036">
                <a:extLst>
                  <a:ext uri="{FF2B5EF4-FFF2-40B4-BE49-F238E27FC236}">
                    <a16:creationId xmlns:a16="http://schemas.microsoft.com/office/drawing/2014/main" id="{BA9CA681-743A-78A4-4F73-D7E706148C98}"/>
                  </a:ext>
                </a:extLst>
              </p:cNvPr>
              <p:cNvSpPr/>
              <p:nvPr/>
            </p:nvSpPr>
            <p:spPr>
              <a:xfrm>
                <a:off x="536925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g1037">
                <a:extLst>
                  <a:ext uri="{FF2B5EF4-FFF2-40B4-BE49-F238E27FC236}">
                    <a16:creationId xmlns:a16="http://schemas.microsoft.com/office/drawing/2014/main" id="{F7304C1D-5F66-ADBE-7477-B92B37B6F7B5}"/>
                  </a:ext>
                </a:extLst>
              </p:cNvPr>
              <p:cNvSpPr/>
              <p:nvPr/>
            </p:nvSpPr>
            <p:spPr>
              <a:xfrm>
                <a:off x="538089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g1038">
                <a:extLst>
                  <a:ext uri="{FF2B5EF4-FFF2-40B4-BE49-F238E27FC236}">
                    <a16:creationId xmlns:a16="http://schemas.microsoft.com/office/drawing/2014/main" id="{F0357E92-DDBA-AD37-3598-176EC30B2055}"/>
                  </a:ext>
                </a:extLst>
              </p:cNvPr>
              <p:cNvSpPr/>
              <p:nvPr/>
            </p:nvSpPr>
            <p:spPr>
              <a:xfrm>
                <a:off x="5392528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g1039">
                <a:extLst>
                  <a:ext uri="{FF2B5EF4-FFF2-40B4-BE49-F238E27FC236}">
                    <a16:creationId xmlns:a16="http://schemas.microsoft.com/office/drawing/2014/main" id="{F8DCF23C-657E-62DA-18B6-92453F37AB52}"/>
                  </a:ext>
                </a:extLst>
              </p:cNvPr>
              <p:cNvSpPr/>
              <p:nvPr/>
            </p:nvSpPr>
            <p:spPr>
              <a:xfrm>
                <a:off x="5404165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4">
                  <a:alpha val="100000"/>
                </a:srgbClr>
              </a:solidFill>
              <a:ln w="5420" cap="flat">
                <a:solidFill>
                  <a:srgbClr val="3A7D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g1040">
                <a:extLst>
                  <a:ext uri="{FF2B5EF4-FFF2-40B4-BE49-F238E27FC236}">
                    <a16:creationId xmlns:a16="http://schemas.microsoft.com/office/drawing/2014/main" id="{E8D1BE11-688F-3427-34B8-EDAB7CD61BB3}"/>
                  </a:ext>
                </a:extLst>
              </p:cNvPr>
              <p:cNvSpPr/>
              <p:nvPr/>
            </p:nvSpPr>
            <p:spPr>
              <a:xfrm>
                <a:off x="541580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g1041">
                <a:extLst>
                  <a:ext uri="{FF2B5EF4-FFF2-40B4-BE49-F238E27FC236}">
                    <a16:creationId xmlns:a16="http://schemas.microsoft.com/office/drawing/2014/main" id="{4A9C1E19-A82C-0BCF-1A47-4B32F62D3716}"/>
                  </a:ext>
                </a:extLst>
              </p:cNvPr>
              <p:cNvSpPr/>
              <p:nvPr/>
            </p:nvSpPr>
            <p:spPr>
              <a:xfrm>
                <a:off x="5427440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g1042">
                <a:extLst>
                  <a:ext uri="{FF2B5EF4-FFF2-40B4-BE49-F238E27FC236}">
                    <a16:creationId xmlns:a16="http://schemas.microsoft.com/office/drawing/2014/main" id="{1DEB12A3-23B4-E874-894C-F1312F690862}"/>
                  </a:ext>
                </a:extLst>
              </p:cNvPr>
              <p:cNvSpPr/>
              <p:nvPr/>
            </p:nvSpPr>
            <p:spPr>
              <a:xfrm>
                <a:off x="5439077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g1043">
                <a:extLst>
                  <a:ext uri="{FF2B5EF4-FFF2-40B4-BE49-F238E27FC236}">
                    <a16:creationId xmlns:a16="http://schemas.microsoft.com/office/drawing/2014/main" id="{F3FB7BF4-6478-CCFF-28F5-58D02C217830}"/>
                  </a:ext>
                </a:extLst>
              </p:cNvPr>
              <p:cNvSpPr/>
              <p:nvPr/>
            </p:nvSpPr>
            <p:spPr>
              <a:xfrm>
                <a:off x="5450715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g1044">
                <a:extLst>
                  <a:ext uri="{FF2B5EF4-FFF2-40B4-BE49-F238E27FC236}">
                    <a16:creationId xmlns:a16="http://schemas.microsoft.com/office/drawing/2014/main" id="{DD9EF7BF-B3EF-DBC6-B56D-BF58F4C85B80}"/>
                  </a:ext>
                </a:extLst>
              </p:cNvPr>
              <p:cNvSpPr/>
              <p:nvPr/>
            </p:nvSpPr>
            <p:spPr>
              <a:xfrm>
                <a:off x="5462352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g1045">
                <a:extLst>
                  <a:ext uri="{FF2B5EF4-FFF2-40B4-BE49-F238E27FC236}">
                    <a16:creationId xmlns:a16="http://schemas.microsoft.com/office/drawing/2014/main" id="{68598FBE-67EE-757C-3277-DC3408280E08}"/>
                  </a:ext>
                </a:extLst>
              </p:cNvPr>
              <p:cNvSpPr/>
              <p:nvPr/>
            </p:nvSpPr>
            <p:spPr>
              <a:xfrm>
                <a:off x="547398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g1046">
                <a:extLst>
                  <a:ext uri="{FF2B5EF4-FFF2-40B4-BE49-F238E27FC236}">
                    <a16:creationId xmlns:a16="http://schemas.microsoft.com/office/drawing/2014/main" id="{69C0B121-4147-7D3B-8869-9BE539A7ACBE}"/>
                  </a:ext>
                </a:extLst>
              </p:cNvPr>
              <p:cNvSpPr/>
              <p:nvPr/>
            </p:nvSpPr>
            <p:spPr>
              <a:xfrm>
                <a:off x="5485627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g1047">
                <a:extLst>
                  <a:ext uri="{FF2B5EF4-FFF2-40B4-BE49-F238E27FC236}">
                    <a16:creationId xmlns:a16="http://schemas.microsoft.com/office/drawing/2014/main" id="{B3AE07D5-72C5-5E6D-1B6A-8DB6AD7383D9}"/>
                  </a:ext>
                </a:extLst>
              </p:cNvPr>
              <p:cNvSpPr/>
              <p:nvPr/>
            </p:nvSpPr>
            <p:spPr>
              <a:xfrm>
                <a:off x="5497264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g1048">
                <a:extLst>
                  <a:ext uri="{FF2B5EF4-FFF2-40B4-BE49-F238E27FC236}">
                    <a16:creationId xmlns:a16="http://schemas.microsoft.com/office/drawing/2014/main" id="{3AA984FC-1BC4-9410-F342-E7884E55869F}"/>
                  </a:ext>
                </a:extLst>
              </p:cNvPr>
              <p:cNvSpPr/>
              <p:nvPr/>
            </p:nvSpPr>
            <p:spPr>
              <a:xfrm>
                <a:off x="550890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g1049">
                <a:extLst>
                  <a:ext uri="{FF2B5EF4-FFF2-40B4-BE49-F238E27FC236}">
                    <a16:creationId xmlns:a16="http://schemas.microsoft.com/office/drawing/2014/main" id="{D0A52DC7-3967-1AF7-6D19-F8937C422E0E}"/>
                  </a:ext>
                </a:extLst>
              </p:cNvPr>
              <p:cNvSpPr/>
              <p:nvPr/>
            </p:nvSpPr>
            <p:spPr>
              <a:xfrm>
                <a:off x="552053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g1050">
                <a:extLst>
                  <a:ext uri="{FF2B5EF4-FFF2-40B4-BE49-F238E27FC236}">
                    <a16:creationId xmlns:a16="http://schemas.microsoft.com/office/drawing/2014/main" id="{77878923-9109-24F0-5DF5-716F84AD6F86}"/>
                  </a:ext>
                </a:extLst>
              </p:cNvPr>
              <p:cNvSpPr/>
              <p:nvPr/>
            </p:nvSpPr>
            <p:spPr>
              <a:xfrm>
                <a:off x="5532176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g1051">
                <a:extLst>
                  <a:ext uri="{FF2B5EF4-FFF2-40B4-BE49-F238E27FC236}">
                    <a16:creationId xmlns:a16="http://schemas.microsoft.com/office/drawing/2014/main" id="{B84E4079-1816-4CE9-B34F-29D784A05B7B}"/>
                  </a:ext>
                </a:extLst>
              </p:cNvPr>
              <p:cNvSpPr/>
              <p:nvPr/>
            </p:nvSpPr>
            <p:spPr>
              <a:xfrm>
                <a:off x="554381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g1052">
                <a:extLst>
                  <a:ext uri="{FF2B5EF4-FFF2-40B4-BE49-F238E27FC236}">
                    <a16:creationId xmlns:a16="http://schemas.microsoft.com/office/drawing/2014/main" id="{D9632729-E243-9ACB-6B06-3C0497EF1F04}"/>
                  </a:ext>
                </a:extLst>
              </p:cNvPr>
              <p:cNvSpPr/>
              <p:nvPr/>
            </p:nvSpPr>
            <p:spPr>
              <a:xfrm>
                <a:off x="555545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g1053">
                <a:extLst>
                  <a:ext uri="{FF2B5EF4-FFF2-40B4-BE49-F238E27FC236}">
                    <a16:creationId xmlns:a16="http://schemas.microsoft.com/office/drawing/2014/main" id="{10C71D06-E96D-6662-954A-5CFDA62EA708}"/>
                  </a:ext>
                </a:extLst>
              </p:cNvPr>
              <p:cNvSpPr/>
              <p:nvPr/>
            </p:nvSpPr>
            <p:spPr>
              <a:xfrm>
                <a:off x="5567088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g1054">
                <a:extLst>
                  <a:ext uri="{FF2B5EF4-FFF2-40B4-BE49-F238E27FC236}">
                    <a16:creationId xmlns:a16="http://schemas.microsoft.com/office/drawing/2014/main" id="{D8ADF068-18AA-1574-626F-05FE5A096B31}"/>
                  </a:ext>
                </a:extLst>
              </p:cNvPr>
              <p:cNvSpPr/>
              <p:nvPr/>
            </p:nvSpPr>
            <p:spPr>
              <a:xfrm>
                <a:off x="559036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g1055">
                <a:extLst>
                  <a:ext uri="{FF2B5EF4-FFF2-40B4-BE49-F238E27FC236}">
                    <a16:creationId xmlns:a16="http://schemas.microsoft.com/office/drawing/2014/main" id="{45AE1242-3B52-9507-AB40-D7B35BE52060}"/>
                  </a:ext>
                </a:extLst>
              </p:cNvPr>
              <p:cNvSpPr/>
              <p:nvPr/>
            </p:nvSpPr>
            <p:spPr>
              <a:xfrm>
                <a:off x="5345979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g1056">
                <a:extLst>
                  <a:ext uri="{FF2B5EF4-FFF2-40B4-BE49-F238E27FC236}">
                    <a16:creationId xmlns:a16="http://schemas.microsoft.com/office/drawing/2014/main" id="{FA276BBC-2CF5-5762-4739-E048A45CCEE6}"/>
                  </a:ext>
                </a:extLst>
              </p:cNvPr>
              <p:cNvSpPr/>
              <p:nvPr/>
            </p:nvSpPr>
            <p:spPr>
              <a:xfrm>
                <a:off x="5357616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g1057">
                <a:extLst>
                  <a:ext uri="{FF2B5EF4-FFF2-40B4-BE49-F238E27FC236}">
                    <a16:creationId xmlns:a16="http://schemas.microsoft.com/office/drawing/2014/main" id="{FA0552EF-4B00-920E-3B9B-CE176E89D142}"/>
                  </a:ext>
                </a:extLst>
              </p:cNvPr>
              <p:cNvSpPr/>
              <p:nvPr/>
            </p:nvSpPr>
            <p:spPr>
              <a:xfrm>
                <a:off x="5369253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g1058">
                <a:extLst>
                  <a:ext uri="{FF2B5EF4-FFF2-40B4-BE49-F238E27FC236}">
                    <a16:creationId xmlns:a16="http://schemas.microsoft.com/office/drawing/2014/main" id="{BF4AFB9B-09B4-A70F-A999-A3D4B9B26CD3}"/>
                  </a:ext>
                </a:extLst>
              </p:cNvPr>
              <p:cNvSpPr/>
              <p:nvPr/>
            </p:nvSpPr>
            <p:spPr>
              <a:xfrm>
                <a:off x="5380891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4">
                  <a:alpha val="100000"/>
                </a:srgbClr>
              </a:solidFill>
              <a:ln w="5420" cap="flat">
                <a:solidFill>
                  <a:srgbClr val="3A7D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g1059">
                <a:extLst>
                  <a:ext uri="{FF2B5EF4-FFF2-40B4-BE49-F238E27FC236}">
                    <a16:creationId xmlns:a16="http://schemas.microsoft.com/office/drawing/2014/main" id="{5F53B892-38F0-E249-E732-4FD11A2DBD14}"/>
                  </a:ext>
                </a:extLst>
              </p:cNvPr>
              <p:cNvSpPr/>
              <p:nvPr/>
            </p:nvSpPr>
            <p:spPr>
              <a:xfrm>
                <a:off x="5392528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g1060">
                <a:extLst>
                  <a:ext uri="{FF2B5EF4-FFF2-40B4-BE49-F238E27FC236}">
                    <a16:creationId xmlns:a16="http://schemas.microsoft.com/office/drawing/2014/main" id="{F0308E6C-D787-3977-D585-20DDFB0609F7}"/>
                  </a:ext>
                </a:extLst>
              </p:cNvPr>
              <p:cNvSpPr/>
              <p:nvPr/>
            </p:nvSpPr>
            <p:spPr>
              <a:xfrm>
                <a:off x="5404165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4">
                  <a:alpha val="100000"/>
                </a:srgbClr>
              </a:solidFill>
              <a:ln w="5420" cap="flat">
                <a:solidFill>
                  <a:srgbClr val="3A7D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g1061">
                <a:extLst>
                  <a:ext uri="{FF2B5EF4-FFF2-40B4-BE49-F238E27FC236}">
                    <a16:creationId xmlns:a16="http://schemas.microsoft.com/office/drawing/2014/main" id="{429D91CB-429C-71C8-DDDC-82BA90890BD3}"/>
                  </a:ext>
                </a:extLst>
              </p:cNvPr>
              <p:cNvSpPr/>
              <p:nvPr/>
            </p:nvSpPr>
            <p:spPr>
              <a:xfrm>
                <a:off x="5415803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g1062">
                <a:extLst>
                  <a:ext uri="{FF2B5EF4-FFF2-40B4-BE49-F238E27FC236}">
                    <a16:creationId xmlns:a16="http://schemas.microsoft.com/office/drawing/2014/main" id="{3737C028-09E7-6E33-6D8C-DE731FD69C75}"/>
                  </a:ext>
                </a:extLst>
              </p:cNvPr>
              <p:cNvSpPr/>
              <p:nvPr/>
            </p:nvSpPr>
            <p:spPr>
              <a:xfrm>
                <a:off x="5427440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g1063">
                <a:extLst>
                  <a:ext uri="{FF2B5EF4-FFF2-40B4-BE49-F238E27FC236}">
                    <a16:creationId xmlns:a16="http://schemas.microsoft.com/office/drawing/2014/main" id="{8F6C45B4-190A-DC1D-78B5-62B6C5015889}"/>
                  </a:ext>
                </a:extLst>
              </p:cNvPr>
              <p:cNvSpPr/>
              <p:nvPr/>
            </p:nvSpPr>
            <p:spPr>
              <a:xfrm>
                <a:off x="5439077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g1064">
                <a:extLst>
                  <a:ext uri="{FF2B5EF4-FFF2-40B4-BE49-F238E27FC236}">
                    <a16:creationId xmlns:a16="http://schemas.microsoft.com/office/drawing/2014/main" id="{4F1614CA-1A67-A029-76AD-9EC4E1456AFA}"/>
                  </a:ext>
                </a:extLst>
              </p:cNvPr>
              <p:cNvSpPr/>
              <p:nvPr/>
            </p:nvSpPr>
            <p:spPr>
              <a:xfrm>
                <a:off x="5450715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g1065">
                <a:extLst>
                  <a:ext uri="{FF2B5EF4-FFF2-40B4-BE49-F238E27FC236}">
                    <a16:creationId xmlns:a16="http://schemas.microsoft.com/office/drawing/2014/main" id="{B79B4B5A-DEAC-5CED-88FF-1A54279FE9E8}"/>
                  </a:ext>
                </a:extLst>
              </p:cNvPr>
              <p:cNvSpPr/>
              <p:nvPr/>
            </p:nvSpPr>
            <p:spPr>
              <a:xfrm>
                <a:off x="5462352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g1066">
                <a:extLst>
                  <a:ext uri="{FF2B5EF4-FFF2-40B4-BE49-F238E27FC236}">
                    <a16:creationId xmlns:a16="http://schemas.microsoft.com/office/drawing/2014/main" id="{A57A6738-8D65-8C95-BC52-C9D2B604D229}"/>
                  </a:ext>
                </a:extLst>
              </p:cNvPr>
              <p:cNvSpPr/>
              <p:nvPr/>
            </p:nvSpPr>
            <p:spPr>
              <a:xfrm>
                <a:off x="5334341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g1067">
                <a:extLst>
                  <a:ext uri="{FF2B5EF4-FFF2-40B4-BE49-F238E27FC236}">
                    <a16:creationId xmlns:a16="http://schemas.microsoft.com/office/drawing/2014/main" id="{CFB92C31-D35B-0DD1-E725-F4FE66AAD1F1}"/>
                  </a:ext>
                </a:extLst>
              </p:cNvPr>
              <p:cNvSpPr/>
              <p:nvPr/>
            </p:nvSpPr>
            <p:spPr>
              <a:xfrm>
                <a:off x="5345979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g1068">
                <a:extLst>
                  <a:ext uri="{FF2B5EF4-FFF2-40B4-BE49-F238E27FC236}">
                    <a16:creationId xmlns:a16="http://schemas.microsoft.com/office/drawing/2014/main" id="{EB516A90-FA94-FCF8-FE18-AF725D33B2FE}"/>
                  </a:ext>
                </a:extLst>
              </p:cNvPr>
              <p:cNvSpPr/>
              <p:nvPr/>
            </p:nvSpPr>
            <p:spPr>
              <a:xfrm>
                <a:off x="5357616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g1069">
                <a:extLst>
                  <a:ext uri="{FF2B5EF4-FFF2-40B4-BE49-F238E27FC236}">
                    <a16:creationId xmlns:a16="http://schemas.microsoft.com/office/drawing/2014/main" id="{1F34880F-B4E1-FD88-A84E-6162B47B4CFB}"/>
                  </a:ext>
                </a:extLst>
              </p:cNvPr>
              <p:cNvSpPr/>
              <p:nvPr/>
            </p:nvSpPr>
            <p:spPr>
              <a:xfrm>
                <a:off x="5369253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g1070">
                <a:extLst>
                  <a:ext uri="{FF2B5EF4-FFF2-40B4-BE49-F238E27FC236}">
                    <a16:creationId xmlns:a16="http://schemas.microsoft.com/office/drawing/2014/main" id="{8E872C00-6EAE-8C8C-9A93-4D2C29A9BBD7}"/>
                  </a:ext>
                </a:extLst>
              </p:cNvPr>
              <p:cNvSpPr/>
              <p:nvPr/>
            </p:nvSpPr>
            <p:spPr>
              <a:xfrm>
                <a:off x="5380891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g1071">
                <a:extLst>
                  <a:ext uri="{FF2B5EF4-FFF2-40B4-BE49-F238E27FC236}">
                    <a16:creationId xmlns:a16="http://schemas.microsoft.com/office/drawing/2014/main" id="{56DDF4E2-494C-3B1F-6B86-1084451B5174}"/>
                  </a:ext>
                </a:extLst>
              </p:cNvPr>
              <p:cNvSpPr/>
              <p:nvPr/>
            </p:nvSpPr>
            <p:spPr>
              <a:xfrm>
                <a:off x="5392528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g1072">
                <a:extLst>
                  <a:ext uri="{FF2B5EF4-FFF2-40B4-BE49-F238E27FC236}">
                    <a16:creationId xmlns:a16="http://schemas.microsoft.com/office/drawing/2014/main" id="{EAC157A1-A815-5D6D-D9C2-A92E657E0B57}"/>
                  </a:ext>
                </a:extLst>
              </p:cNvPr>
              <p:cNvSpPr/>
              <p:nvPr/>
            </p:nvSpPr>
            <p:spPr>
              <a:xfrm>
                <a:off x="5404165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4">
                  <a:alpha val="100000"/>
                </a:srgbClr>
              </a:solidFill>
              <a:ln w="5420" cap="flat">
                <a:solidFill>
                  <a:srgbClr val="3A7D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g1073">
                <a:extLst>
                  <a:ext uri="{FF2B5EF4-FFF2-40B4-BE49-F238E27FC236}">
                    <a16:creationId xmlns:a16="http://schemas.microsoft.com/office/drawing/2014/main" id="{F72928AD-5482-5BE9-FA0C-AA8F3C8183E5}"/>
                  </a:ext>
                </a:extLst>
              </p:cNvPr>
              <p:cNvSpPr/>
              <p:nvPr/>
            </p:nvSpPr>
            <p:spPr>
              <a:xfrm>
                <a:off x="5415803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g1074">
                <a:extLst>
                  <a:ext uri="{FF2B5EF4-FFF2-40B4-BE49-F238E27FC236}">
                    <a16:creationId xmlns:a16="http://schemas.microsoft.com/office/drawing/2014/main" id="{698485AA-6C6A-3C98-3EC8-B969AB2AD608}"/>
                  </a:ext>
                </a:extLst>
              </p:cNvPr>
              <p:cNvSpPr/>
              <p:nvPr/>
            </p:nvSpPr>
            <p:spPr>
              <a:xfrm>
                <a:off x="5427440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g1075">
                <a:extLst>
                  <a:ext uri="{FF2B5EF4-FFF2-40B4-BE49-F238E27FC236}">
                    <a16:creationId xmlns:a16="http://schemas.microsoft.com/office/drawing/2014/main" id="{75AB43B1-6DFE-A0A2-50DD-E7488A82F6CC}"/>
                  </a:ext>
                </a:extLst>
              </p:cNvPr>
              <p:cNvSpPr/>
              <p:nvPr/>
            </p:nvSpPr>
            <p:spPr>
              <a:xfrm>
                <a:off x="5322704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g1076">
                <a:extLst>
                  <a:ext uri="{FF2B5EF4-FFF2-40B4-BE49-F238E27FC236}">
                    <a16:creationId xmlns:a16="http://schemas.microsoft.com/office/drawing/2014/main" id="{E321FF8C-0678-FFC5-1137-FA4D219D8D56}"/>
                  </a:ext>
                </a:extLst>
              </p:cNvPr>
              <p:cNvSpPr/>
              <p:nvPr/>
            </p:nvSpPr>
            <p:spPr>
              <a:xfrm>
                <a:off x="5334341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g1077">
                <a:extLst>
                  <a:ext uri="{FF2B5EF4-FFF2-40B4-BE49-F238E27FC236}">
                    <a16:creationId xmlns:a16="http://schemas.microsoft.com/office/drawing/2014/main" id="{67D5A3DB-9AA1-7047-12B4-253375CC352D}"/>
                  </a:ext>
                </a:extLst>
              </p:cNvPr>
              <p:cNvSpPr/>
              <p:nvPr/>
            </p:nvSpPr>
            <p:spPr>
              <a:xfrm>
                <a:off x="5345979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g1078">
                <a:extLst>
                  <a:ext uri="{FF2B5EF4-FFF2-40B4-BE49-F238E27FC236}">
                    <a16:creationId xmlns:a16="http://schemas.microsoft.com/office/drawing/2014/main" id="{03EA0C12-065B-8733-12E4-AABBBA067103}"/>
                  </a:ext>
                </a:extLst>
              </p:cNvPr>
              <p:cNvSpPr/>
              <p:nvPr/>
            </p:nvSpPr>
            <p:spPr>
              <a:xfrm>
                <a:off x="5357616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g1079">
                <a:extLst>
                  <a:ext uri="{FF2B5EF4-FFF2-40B4-BE49-F238E27FC236}">
                    <a16:creationId xmlns:a16="http://schemas.microsoft.com/office/drawing/2014/main" id="{A17C4AE0-B65F-AFEE-85DF-FD38E2A5062D}"/>
                  </a:ext>
                </a:extLst>
              </p:cNvPr>
              <p:cNvSpPr/>
              <p:nvPr/>
            </p:nvSpPr>
            <p:spPr>
              <a:xfrm>
                <a:off x="5369253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g1080">
                <a:extLst>
                  <a:ext uri="{FF2B5EF4-FFF2-40B4-BE49-F238E27FC236}">
                    <a16:creationId xmlns:a16="http://schemas.microsoft.com/office/drawing/2014/main" id="{927C3314-56DA-E0CB-8636-9B44D29C81C1}"/>
                  </a:ext>
                </a:extLst>
              </p:cNvPr>
              <p:cNvSpPr/>
              <p:nvPr/>
            </p:nvSpPr>
            <p:spPr>
              <a:xfrm>
                <a:off x="5380891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g1081">
                <a:extLst>
                  <a:ext uri="{FF2B5EF4-FFF2-40B4-BE49-F238E27FC236}">
                    <a16:creationId xmlns:a16="http://schemas.microsoft.com/office/drawing/2014/main" id="{72BBC15B-9D57-6FDC-B09B-2053B6A6A07A}"/>
                  </a:ext>
                </a:extLst>
              </p:cNvPr>
              <p:cNvSpPr/>
              <p:nvPr/>
            </p:nvSpPr>
            <p:spPr>
              <a:xfrm>
                <a:off x="5392528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g1082">
                <a:extLst>
                  <a:ext uri="{FF2B5EF4-FFF2-40B4-BE49-F238E27FC236}">
                    <a16:creationId xmlns:a16="http://schemas.microsoft.com/office/drawing/2014/main" id="{171F8884-EF41-3119-FAC4-6694FDA6F004}"/>
                  </a:ext>
                </a:extLst>
              </p:cNvPr>
              <p:cNvSpPr/>
              <p:nvPr/>
            </p:nvSpPr>
            <p:spPr>
              <a:xfrm>
                <a:off x="5404165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4">
                  <a:alpha val="100000"/>
                </a:srgbClr>
              </a:solidFill>
              <a:ln w="5420" cap="flat">
                <a:solidFill>
                  <a:srgbClr val="3A7D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g1083">
                <a:extLst>
                  <a:ext uri="{FF2B5EF4-FFF2-40B4-BE49-F238E27FC236}">
                    <a16:creationId xmlns:a16="http://schemas.microsoft.com/office/drawing/2014/main" id="{10F2244E-6F2B-2A29-350D-93C5D8689A3E}"/>
                  </a:ext>
                </a:extLst>
              </p:cNvPr>
              <p:cNvSpPr/>
              <p:nvPr/>
            </p:nvSpPr>
            <p:spPr>
              <a:xfrm>
                <a:off x="5311067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g1084">
                <a:extLst>
                  <a:ext uri="{FF2B5EF4-FFF2-40B4-BE49-F238E27FC236}">
                    <a16:creationId xmlns:a16="http://schemas.microsoft.com/office/drawing/2014/main" id="{BFE0508A-68B1-41F3-35B6-09C1B7689006}"/>
                  </a:ext>
                </a:extLst>
              </p:cNvPr>
              <p:cNvSpPr/>
              <p:nvPr/>
            </p:nvSpPr>
            <p:spPr>
              <a:xfrm>
                <a:off x="5322704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g1085">
                <a:extLst>
                  <a:ext uri="{FF2B5EF4-FFF2-40B4-BE49-F238E27FC236}">
                    <a16:creationId xmlns:a16="http://schemas.microsoft.com/office/drawing/2014/main" id="{F399049C-210B-B95E-81BA-BC929E0EDEA8}"/>
                  </a:ext>
                </a:extLst>
              </p:cNvPr>
              <p:cNvSpPr/>
              <p:nvPr/>
            </p:nvSpPr>
            <p:spPr>
              <a:xfrm>
                <a:off x="5334341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g1086">
                <a:extLst>
                  <a:ext uri="{FF2B5EF4-FFF2-40B4-BE49-F238E27FC236}">
                    <a16:creationId xmlns:a16="http://schemas.microsoft.com/office/drawing/2014/main" id="{5CA4DA00-86FD-A380-99AD-BFAEB16B7FAA}"/>
                  </a:ext>
                </a:extLst>
              </p:cNvPr>
              <p:cNvSpPr/>
              <p:nvPr/>
            </p:nvSpPr>
            <p:spPr>
              <a:xfrm>
                <a:off x="5345979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g1087">
                <a:extLst>
                  <a:ext uri="{FF2B5EF4-FFF2-40B4-BE49-F238E27FC236}">
                    <a16:creationId xmlns:a16="http://schemas.microsoft.com/office/drawing/2014/main" id="{26938F3C-D1EE-FC4B-143F-180C624B0059}"/>
                  </a:ext>
                </a:extLst>
              </p:cNvPr>
              <p:cNvSpPr/>
              <p:nvPr/>
            </p:nvSpPr>
            <p:spPr>
              <a:xfrm>
                <a:off x="5357616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g1088">
                <a:extLst>
                  <a:ext uri="{FF2B5EF4-FFF2-40B4-BE49-F238E27FC236}">
                    <a16:creationId xmlns:a16="http://schemas.microsoft.com/office/drawing/2014/main" id="{C76355E9-0FC1-14C0-9BD4-1CCC1760BCB3}"/>
                  </a:ext>
                </a:extLst>
              </p:cNvPr>
              <p:cNvSpPr/>
              <p:nvPr/>
            </p:nvSpPr>
            <p:spPr>
              <a:xfrm>
                <a:off x="5369253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g1089">
                <a:extLst>
                  <a:ext uri="{FF2B5EF4-FFF2-40B4-BE49-F238E27FC236}">
                    <a16:creationId xmlns:a16="http://schemas.microsoft.com/office/drawing/2014/main" id="{B9108B84-9958-B223-F44A-8559D320FE8A}"/>
                  </a:ext>
                </a:extLst>
              </p:cNvPr>
              <p:cNvSpPr/>
              <p:nvPr/>
            </p:nvSpPr>
            <p:spPr>
              <a:xfrm>
                <a:off x="5380891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g1090">
                <a:extLst>
                  <a:ext uri="{FF2B5EF4-FFF2-40B4-BE49-F238E27FC236}">
                    <a16:creationId xmlns:a16="http://schemas.microsoft.com/office/drawing/2014/main" id="{33B71006-E06A-CF53-5C54-37A0A5BC6B88}"/>
                  </a:ext>
                </a:extLst>
              </p:cNvPr>
              <p:cNvSpPr/>
              <p:nvPr/>
            </p:nvSpPr>
            <p:spPr>
              <a:xfrm>
                <a:off x="5311067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g1091">
                <a:extLst>
                  <a:ext uri="{FF2B5EF4-FFF2-40B4-BE49-F238E27FC236}">
                    <a16:creationId xmlns:a16="http://schemas.microsoft.com/office/drawing/2014/main" id="{6BE91592-F619-F1E4-AA18-5E2E8CCC05D9}"/>
                  </a:ext>
                </a:extLst>
              </p:cNvPr>
              <p:cNvSpPr/>
              <p:nvPr/>
            </p:nvSpPr>
            <p:spPr>
              <a:xfrm>
                <a:off x="5322704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g1092">
                <a:extLst>
                  <a:ext uri="{FF2B5EF4-FFF2-40B4-BE49-F238E27FC236}">
                    <a16:creationId xmlns:a16="http://schemas.microsoft.com/office/drawing/2014/main" id="{B3AB37B9-CFEB-80F5-3669-0264F436D440}"/>
                  </a:ext>
                </a:extLst>
              </p:cNvPr>
              <p:cNvSpPr/>
              <p:nvPr/>
            </p:nvSpPr>
            <p:spPr>
              <a:xfrm>
                <a:off x="5334341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g1093">
                <a:extLst>
                  <a:ext uri="{FF2B5EF4-FFF2-40B4-BE49-F238E27FC236}">
                    <a16:creationId xmlns:a16="http://schemas.microsoft.com/office/drawing/2014/main" id="{A3C945CA-880A-D658-2325-6EBC6DFE3FD4}"/>
                  </a:ext>
                </a:extLst>
              </p:cNvPr>
              <p:cNvSpPr/>
              <p:nvPr/>
            </p:nvSpPr>
            <p:spPr>
              <a:xfrm>
                <a:off x="5345979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g1094">
                <a:extLst>
                  <a:ext uri="{FF2B5EF4-FFF2-40B4-BE49-F238E27FC236}">
                    <a16:creationId xmlns:a16="http://schemas.microsoft.com/office/drawing/2014/main" id="{A60B6696-0FEC-C94C-4931-AA2EE67E6B2E}"/>
                  </a:ext>
                </a:extLst>
              </p:cNvPr>
              <p:cNvSpPr/>
              <p:nvPr/>
            </p:nvSpPr>
            <p:spPr>
              <a:xfrm>
                <a:off x="5357616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g1095">
                <a:extLst>
                  <a:ext uri="{FF2B5EF4-FFF2-40B4-BE49-F238E27FC236}">
                    <a16:creationId xmlns:a16="http://schemas.microsoft.com/office/drawing/2014/main" id="{E40A5A32-DB7E-462E-8D58-293206F9C370}"/>
                  </a:ext>
                </a:extLst>
              </p:cNvPr>
              <p:cNvSpPr/>
              <p:nvPr/>
            </p:nvSpPr>
            <p:spPr>
              <a:xfrm>
                <a:off x="5369253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g1096">
                <a:extLst>
                  <a:ext uri="{FF2B5EF4-FFF2-40B4-BE49-F238E27FC236}">
                    <a16:creationId xmlns:a16="http://schemas.microsoft.com/office/drawing/2014/main" id="{61DA9BBF-86C3-A068-8FD1-4F99D9C78BA2}"/>
                  </a:ext>
                </a:extLst>
              </p:cNvPr>
              <p:cNvSpPr/>
              <p:nvPr/>
            </p:nvSpPr>
            <p:spPr>
              <a:xfrm>
                <a:off x="5380891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g1097">
                <a:extLst>
                  <a:ext uri="{FF2B5EF4-FFF2-40B4-BE49-F238E27FC236}">
                    <a16:creationId xmlns:a16="http://schemas.microsoft.com/office/drawing/2014/main" id="{821FFB5D-FE91-C3A0-343C-C1EFECCD19D5}"/>
                  </a:ext>
                </a:extLst>
              </p:cNvPr>
              <p:cNvSpPr/>
              <p:nvPr/>
            </p:nvSpPr>
            <p:spPr>
              <a:xfrm>
                <a:off x="5311067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g1098">
                <a:extLst>
                  <a:ext uri="{FF2B5EF4-FFF2-40B4-BE49-F238E27FC236}">
                    <a16:creationId xmlns:a16="http://schemas.microsoft.com/office/drawing/2014/main" id="{BF0F9346-5649-BD03-548C-D0FDFE13FB06}"/>
                  </a:ext>
                </a:extLst>
              </p:cNvPr>
              <p:cNvSpPr/>
              <p:nvPr/>
            </p:nvSpPr>
            <p:spPr>
              <a:xfrm>
                <a:off x="5322704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g1099">
                <a:extLst>
                  <a:ext uri="{FF2B5EF4-FFF2-40B4-BE49-F238E27FC236}">
                    <a16:creationId xmlns:a16="http://schemas.microsoft.com/office/drawing/2014/main" id="{5FA78D06-33AE-066F-5109-5E3E3381AED0}"/>
                  </a:ext>
                </a:extLst>
              </p:cNvPr>
              <p:cNvSpPr/>
              <p:nvPr/>
            </p:nvSpPr>
            <p:spPr>
              <a:xfrm>
                <a:off x="5334341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g1100">
                <a:extLst>
                  <a:ext uri="{FF2B5EF4-FFF2-40B4-BE49-F238E27FC236}">
                    <a16:creationId xmlns:a16="http://schemas.microsoft.com/office/drawing/2014/main" id="{F15D3384-644F-7F42-6AD4-0ED503144B16}"/>
                  </a:ext>
                </a:extLst>
              </p:cNvPr>
              <p:cNvSpPr/>
              <p:nvPr/>
            </p:nvSpPr>
            <p:spPr>
              <a:xfrm>
                <a:off x="5345979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g1101">
                <a:extLst>
                  <a:ext uri="{FF2B5EF4-FFF2-40B4-BE49-F238E27FC236}">
                    <a16:creationId xmlns:a16="http://schemas.microsoft.com/office/drawing/2014/main" id="{E0AFCA6B-29E3-7100-D465-2797C6CF453F}"/>
                  </a:ext>
                </a:extLst>
              </p:cNvPr>
              <p:cNvSpPr/>
              <p:nvPr/>
            </p:nvSpPr>
            <p:spPr>
              <a:xfrm>
                <a:off x="5357616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g1102">
                <a:extLst>
                  <a:ext uri="{FF2B5EF4-FFF2-40B4-BE49-F238E27FC236}">
                    <a16:creationId xmlns:a16="http://schemas.microsoft.com/office/drawing/2014/main" id="{8C9A5F98-E550-6A5A-A0DC-A26036B61DCB}"/>
                  </a:ext>
                </a:extLst>
              </p:cNvPr>
              <p:cNvSpPr/>
              <p:nvPr/>
            </p:nvSpPr>
            <p:spPr>
              <a:xfrm>
                <a:off x="5369253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g1103">
                <a:extLst>
                  <a:ext uri="{FF2B5EF4-FFF2-40B4-BE49-F238E27FC236}">
                    <a16:creationId xmlns:a16="http://schemas.microsoft.com/office/drawing/2014/main" id="{D8D7CD37-FC4E-4EC2-8151-B9251295B4DA}"/>
                  </a:ext>
                </a:extLst>
              </p:cNvPr>
              <p:cNvSpPr/>
              <p:nvPr/>
            </p:nvSpPr>
            <p:spPr>
              <a:xfrm>
                <a:off x="5380891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g1104">
                <a:extLst>
                  <a:ext uri="{FF2B5EF4-FFF2-40B4-BE49-F238E27FC236}">
                    <a16:creationId xmlns:a16="http://schemas.microsoft.com/office/drawing/2014/main" id="{7EF07E63-ABEA-4765-EB14-80447ACD1A2D}"/>
                  </a:ext>
                </a:extLst>
              </p:cNvPr>
              <p:cNvSpPr/>
              <p:nvPr/>
            </p:nvSpPr>
            <p:spPr>
              <a:xfrm>
                <a:off x="5311067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g1105">
                <a:extLst>
                  <a:ext uri="{FF2B5EF4-FFF2-40B4-BE49-F238E27FC236}">
                    <a16:creationId xmlns:a16="http://schemas.microsoft.com/office/drawing/2014/main" id="{74E013D2-B861-D2F1-F398-9A39A6F68040}"/>
                  </a:ext>
                </a:extLst>
              </p:cNvPr>
              <p:cNvSpPr/>
              <p:nvPr/>
            </p:nvSpPr>
            <p:spPr>
              <a:xfrm>
                <a:off x="5322704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g1106">
                <a:extLst>
                  <a:ext uri="{FF2B5EF4-FFF2-40B4-BE49-F238E27FC236}">
                    <a16:creationId xmlns:a16="http://schemas.microsoft.com/office/drawing/2014/main" id="{2510071C-D9FA-4A63-A7C0-40C292B79DBF}"/>
                  </a:ext>
                </a:extLst>
              </p:cNvPr>
              <p:cNvSpPr/>
              <p:nvPr/>
            </p:nvSpPr>
            <p:spPr>
              <a:xfrm>
                <a:off x="5334341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g1107">
                <a:extLst>
                  <a:ext uri="{FF2B5EF4-FFF2-40B4-BE49-F238E27FC236}">
                    <a16:creationId xmlns:a16="http://schemas.microsoft.com/office/drawing/2014/main" id="{6B473F21-9E39-1E6B-3E36-7D53261C334E}"/>
                  </a:ext>
                </a:extLst>
              </p:cNvPr>
              <p:cNvSpPr/>
              <p:nvPr/>
            </p:nvSpPr>
            <p:spPr>
              <a:xfrm>
                <a:off x="5345979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g1108">
                <a:extLst>
                  <a:ext uri="{FF2B5EF4-FFF2-40B4-BE49-F238E27FC236}">
                    <a16:creationId xmlns:a16="http://schemas.microsoft.com/office/drawing/2014/main" id="{D697B7D6-430C-E5CD-5205-D1C4D5183916}"/>
                  </a:ext>
                </a:extLst>
              </p:cNvPr>
              <p:cNvSpPr/>
              <p:nvPr/>
            </p:nvSpPr>
            <p:spPr>
              <a:xfrm>
                <a:off x="5357616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g1109">
                <a:extLst>
                  <a:ext uri="{FF2B5EF4-FFF2-40B4-BE49-F238E27FC236}">
                    <a16:creationId xmlns:a16="http://schemas.microsoft.com/office/drawing/2014/main" id="{82B610D3-1673-75EC-03C2-B37E865B33A3}"/>
                  </a:ext>
                </a:extLst>
              </p:cNvPr>
              <p:cNvSpPr/>
              <p:nvPr/>
            </p:nvSpPr>
            <p:spPr>
              <a:xfrm>
                <a:off x="5369253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g1110">
                <a:extLst>
                  <a:ext uri="{FF2B5EF4-FFF2-40B4-BE49-F238E27FC236}">
                    <a16:creationId xmlns:a16="http://schemas.microsoft.com/office/drawing/2014/main" id="{4B059D11-2038-A20F-BF58-3348BCD25968}"/>
                  </a:ext>
                </a:extLst>
              </p:cNvPr>
              <p:cNvSpPr/>
              <p:nvPr/>
            </p:nvSpPr>
            <p:spPr>
              <a:xfrm>
                <a:off x="5380891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g1111">
                <a:extLst>
                  <a:ext uri="{FF2B5EF4-FFF2-40B4-BE49-F238E27FC236}">
                    <a16:creationId xmlns:a16="http://schemas.microsoft.com/office/drawing/2014/main" id="{438A2FA3-AC86-8531-2627-DA49A659ADAD}"/>
                  </a:ext>
                </a:extLst>
              </p:cNvPr>
              <p:cNvSpPr/>
              <p:nvPr/>
            </p:nvSpPr>
            <p:spPr>
              <a:xfrm>
                <a:off x="5241243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g1112">
                <a:extLst>
                  <a:ext uri="{FF2B5EF4-FFF2-40B4-BE49-F238E27FC236}">
                    <a16:creationId xmlns:a16="http://schemas.microsoft.com/office/drawing/2014/main" id="{916F9507-7B4B-CC16-9C57-A55063757A4D}"/>
                  </a:ext>
                </a:extLst>
              </p:cNvPr>
              <p:cNvSpPr/>
              <p:nvPr/>
            </p:nvSpPr>
            <p:spPr>
              <a:xfrm>
                <a:off x="5252880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g1113">
                <a:extLst>
                  <a:ext uri="{FF2B5EF4-FFF2-40B4-BE49-F238E27FC236}">
                    <a16:creationId xmlns:a16="http://schemas.microsoft.com/office/drawing/2014/main" id="{6985C108-89C1-A070-5394-07B5C6450653}"/>
                  </a:ext>
                </a:extLst>
              </p:cNvPr>
              <p:cNvSpPr/>
              <p:nvPr/>
            </p:nvSpPr>
            <p:spPr>
              <a:xfrm>
                <a:off x="5334341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g1114">
                <a:extLst>
                  <a:ext uri="{FF2B5EF4-FFF2-40B4-BE49-F238E27FC236}">
                    <a16:creationId xmlns:a16="http://schemas.microsoft.com/office/drawing/2014/main" id="{BBF12FE3-A51B-8AF9-B361-E3CECAD1FEC5}"/>
                  </a:ext>
                </a:extLst>
              </p:cNvPr>
              <p:cNvSpPr/>
              <p:nvPr/>
            </p:nvSpPr>
            <p:spPr>
              <a:xfrm>
                <a:off x="5345979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g1115">
                <a:extLst>
                  <a:ext uri="{FF2B5EF4-FFF2-40B4-BE49-F238E27FC236}">
                    <a16:creationId xmlns:a16="http://schemas.microsoft.com/office/drawing/2014/main" id="{0DC9ABFB-04A2-A05C-0AFE-BF6334C33105}"/>
                  </a:ext>
                </a:extLst>
              </p:cNvPr>
              <p:cNvSpPr/>
              <p:nvPr/>
            </p:nvSpPr>
            <p:spPr>
              <a:xfrm>
                <a:off x="5357616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g1116">
                <a:extLst>
                  <a:ext uri="{FF2B5EF4-FFF2-40B4-BE49-F238E27FC236}">
                    <a16:creationId xmlns:a16="http://schemas.microsoft.com/office/drawing/2014/main" id="{3A1E002D-CF2F-21CB-C65E-235A6023C6AE}"/>
                  </a:ext>
                </a:extLst>
              </p:cNvPr>
              <p:cNvSpPr/>
              <p:nvPr/>
            </p:nvSpPr>
            <p:spPr>
              <a:xfrm>
                <a:off x="5369253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g1117">
                <a:extLst>
                  <a:ext uri="{FF2B5EF4-FFF2-40B4-BE49-F238E27FC236}">
                    <a16:creationId xmlns:a16="http://schemas.microsoft.com/office/drawing/2014/main" id="{3F944E90-B5F0-1F4B-DC43-8E883D6A64BD}"/>
                  </a:ext>
                </a:extLst>
              </p:cNvPr>
              <p:cNvSpPr/>
              <p:nvPr/>
            </p:nvSpPr>
            <p:spPr>
              <a:xfrm>
                <a:off x="5380891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g1118">
                <a:extLst>
                  <a:ext uri="{FF2B5EF4-FFF2-40B4-BE49-F238E27FC236}">
                    <a16:creationId xmlns:a16="http://schemas.microsoft.com/office/drawing/2014/main" id="{2438C4FF-FAD8-65BF-7B75-72E799E6AA8F}"/>
                  </a:ext>
                </a:extLst>
              </p:cNvPr>
              <p:cNvSpPr/>
              <p:nvPr/>
            </p:nvSpPr>
            <p:spPr>
              <a:xfrm>
                <a:off x="5217968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g1119">
                <a:extLst>
                  <a:ext uri="{FF2B5EF4-FFF2-40B4-BE49-F238E27FC236}">
                    <a16:creationId xmlns:a16="http://schemas.microsoft.com/office/drawing/2014/main" id="{60DBC8EB-D082-82FE-866E-CA98C8E2B863}"/>
                  </a:ext>
                </a:extLst>
              </p:cNvPr>
              <p:cNvSpPr/>
              <p:nvPr/>
            </p:nvSpPr>
            <p:spPr>
              <a:xfrm>
                <a:off x="5229605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g1120">
                <a:extLst>
                  <a:ext uri="{FF2B5EF4-FFF2-40B4-BE49-F238E27FC236}">
                    <a16:creationId xmlns:a16="http://schemas.microsoft.com/office/drawing/2014/main" id="{FAE0B174-7D21-2449-700E-870F8122B00D}"/>
                  </a:ext>
                </a:extLst>
              </p:cNvPr>
              <p:cNvSpPr/>
              <p:nvPr/>
            </p:nvSpPr>
            <p:spPr>
              <a:xfrm>
                <a:off x="5241243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g1121">
                <a:extLst>
                  <a:ext uri="{FF2B5EF4-FFF2-40B4-BE49-F238E27FC236}">
                    <a16:creationId xmlns:a16="http://schemas.microsoft.com/office/drawing/2014/main" id="{94848F39-B365-8B0C-B1D9-841248C9E5D4}"/>
                  </a:ext>
                </a:extLst>
              </p:cNvPr>
              <p:cNvSpPr/>
              <p:nvPr/>
            </p:nvSpPr>
            <p:spPr>
              <a:xfrm>
                <a:off x="5252880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g1122">
                <a:extLst>
                  <a:ext uri="{FF2B5EF4-FFF2-40B4-BE49-F238E27FC236}">
                    <a16:creationId xmlns:a16="http://schemas.microsoft.com/office/drawing/2014/main" id="{16CC1EA7-B41F-8501-CDF2-480ECD4174BD}"/>
                  </a:ext>
                </a:extLst>
              </p:cNvPr>
              <p:cNvSpPr/>
              <p:nvPr/>
            </p:nvSpPr>
            <p:spPr>
              <a:xfrm>
                <a:off x="5264517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g1123">
                <a:extLst>
                  <a:ext uri="{FF2B5EF4-FFF2-40B4-BE49-F238E27FC236}">
                    <a16:creationId xmlns:a16="http://schemas.microsoft.com/office/drawing/2014/main" id="{B6EEC565-8972-DAB5-6BA2-6CFC31A1F46C}"/>
                  </a:ext>
                </a:extLst>
              </p:cNvPr>
              <p:cNvSpPr/>
              <p:nvPr/>
            </p:nvSpPr>
            <p:spPr>
              <a:xfrm>
                <a:off x="5334341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g1124">
                <a:extLst>
                  <a:ext uri="{FF2B5EF4-FFF2-40B4-BE49-F238E27FC236}">
                    <a16:creationId xmlns:a16="http://schemas.microsoft.com/office/drawing/2014/main" id="{57345044-CD88-B375-F359-09CACB8B6D5B}"/>
                  </a:ext>
                </a:extLst>
              </p:cNvPr>
              <p:cNvSpPr/>
              <p:nvPr/>
            </p:nvSpPr>
            <p:spPr>
              <a:xfrm>
                <a:off x="5345979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g1125">
                <a:extLst>
                  <a:ext uri="{FF2B5EF4-FFF2-40B4-BE49-F238E27FC236}">
                    <a16:creationId xmlns:a16="http://schemas.microsoft.com/office/drawing/2014/main" id="{2FA3CBC3-068B-D13F-07BA-A29D483EC2E0}"/>
                  </a:ext>
                </a:extLst>
              </p:cNvPr>
              <p:cNvSpPr/>
              <p:nvPr/>
            </p:nvSpPr>
            <p:spPr>
              <a:xfrm>
                <a:off x="5357616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g1126">
                <a:extLst>
                  <a:ext uri="{FF2B5EF4-FFF2-40B4-BE49-F238E27FC236}">
                    <a16:creationId xmlns:a16="http://schemas.microsoft.com/office/drawing/2014/main" id="{D2E0E8DB-F617-1355-2237-BBC50C4842A9}"/>
                  </a:ext>
                </a:extLst>
              </p:cNvPr>
              <p:cNvSpPr/>
              <p:nvPr/>
            </p:nvSpPr>
            <p:spPr>
              <a:xfrm>
                <a:off x="5369253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g1127">
                <a:extLst>
                  <a:ext uri="{FF2B5EF4-FFF2-40B4-BE49-F238E27FC236}">
                    <a16:creationId xmlns:a16="http://schemas.microsoft.com/office/drawing/2014/main" id="{2A709813-DF30-7283-A3DA-2713685661AF}"/>
                  </a:ext>
                </a:extLst>
              </p:cNvPr>
              <p:cNvSpPr/>
              <p:nvPr/>
            </p:nvSpPr>
            <p:spPr>
              <a:xfrm>
                <a:off x="5380891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g1128">
                <a:extLst>
                  <a:ext uri="{FF2B5EF4-FFF2-40B4-BE49-F238E27FC236}">
                    <a16:creationId xmlns:a16="http://schemas.microsoft.com/office/drawing/2014/main" id="{2B0C2541-C9F4-8562-A8A1-80A34172A369}"/>
                  </a:ext>
                </a:extLst>
              </p:cNvPr>
              <p:cNvSpPr/>
              <p:nvPr/>
            </p:nvSpPr>
            <p:spPr>
              <a:xfrm>
                <a:off x="519469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g1129">
                <a:extLst>
                  <a:ext uri="{FF2B5EF4-FFF2-40B4-BE49-F238E27FC236}">
                    <a16:creationId xmlns:a16="http://schemas.microsoft.com/office/drawing/2014/main" id="{ED30264C-3FFF-BACA-2C15-4927E17FFADC}"/>
                  </a:ext>
                </a:extLst>
              </p:cNvPr>
              <p:cNvSpPr/>
              <p:nvPr/>
            </p:nvSpPr>
            <p:spPr>
              <a:xfrm>
                <a:off x="5206331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g1130">
                <a:extLst>
                  <a:ext uri="{FF2B5EF4-FFF2-40B4-BE49-F238E27FC236}">
                    <a16:creationId xmlns:a16="http://schemas.microsoft.com/office/drawing/2014/main" id="{4D236485-6C20-8999-72E0-AAA00B20F013}"/>
                  </a:ext>
                </a:extLst>
              </p:cNvPr>
              <p:cNvSpPr/>
              <p:nvPr/>
            </p:nvSpPr>
            <p:spPr>
              <a:xfrm>
                <a:off x="5217968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DAB">
                  <a:alpha val="100000"/>
                </a:srgbClr>
              </a:solidFill>
              <a:ln w="5420" cap="flat">
                <a:solidFill>
                  <a:srgbClr val="48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g1131">
                <a:extLst>
                  <a:ext uri="{FF2B5EF4-FFF2-40B4-BE49-F238E27FC236}">
                    <a16:creationId xmlns:a16="http://schemas.microsoft.com/office/drawing/2014/main" id="{C2E3FBDB-9653-520E-624A-7CC9BA8FB6C1}"/>
                  </a:ext>
                </a:extLst>
              </p:cNvPr>
              <p:cNvSpPr/>
              <p:nvPr/>
            </p:nvSpPr>
            <p:spPr>
              <a:xfrm>
                <a:off x="5229605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g1132">
                <a:extLst>
                  <a:ext uri="{FF2B5EF4-FFF2-40B4-BE49-F238E27FC236}">
                    <a16:creationId xmlns:a16="http://schemas.microsoft.com/office/drawing/2014/main" id="{89469307-43B5-B297-D85E-C0270DDF2B72}"/>
                  </a:ext>
                </a:extLst>
              </p:cNvPr>
              <p:cNvSpPr/>
              <p:nvPr/>
            </p:nvSpPr>
            <p:spPr>
              <a:xfrm>
                <a:off x="524124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g1133">
                <a:extLst>
                  <a:ext uri="{FF2B5EF4-FFF2-40B4-BE49-F238E27FC236}">
                    <a16:creationId xmlns:a16="http://schemas.microsoft.com/office/drawing/2014/main" id="{B9923FFB-801C-FC79-B7FB-2E5546A55CBF}"/>
                  </a:ext>
                </a:extLst>
              </p:cNvPr>
              <p:cNvSpPr/>
              <p:nvPr/>
            </p:nvSpPr>
            <p:spPr>
              <a:xfrm>
                <a:off x="5252880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g1134">
                <a:extLst>
                  <a:ext uri="{FF2B5EF4-FFF2-40B4-BE49-F238E27FC236}">
                    <a16:creationId xmlns:a16="http://schemas.microsoft.com/office/drawing/2014/main" id="{0C9198DD-3443-EDF8-96E5-E3DF1C8DD909}"/>
                  </a:ext>
                </a:extLst>
              </p:cNvPr>
              <p:cNvSpPr/>
              <p:nvPr/>
            </p:nvSpPr>
            <p:spPr>
              <a:xfrm>
                <a:off x="5264517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g1135">
                <a:extLst>
                  <a:ext uri="{FF2B5EF4-FFF2-40B4-BE49-F238E27FC236}">
                    <a16:creationId xmlns:a16="http://schemas.microsoft.com/office/drawing/2014/main" id="{E3F6661A-FE7C-B193-CA70-7936504C679F}"/>
                  </a:ext>
                </a:extLst>
              </p:cNvPr>
              <p:cNvSpPr/>
              <p:nvPr/>
            </p:nvSpPr>
            <p:spPr>
              <a:xfrm>
                <a:off x="5322704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8">
                  <a:alpha val="100000"/>
                </a:srgbClr>
              </a:solidFill>
              <a:ln w="5420" cap="flat">
                <a:solidFill>
                  <a:srgbClr val="3595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g1136">
                <a:extLst>
                  <a:ext uri="{FF2B5EF4-FFF2-40B4-BE49-F238E27FC236}">
                    <a16:creationId xmlns:a16="http://schemas.microsoft.com/office/drawing/2014/main" id="{0B3E2D2E-86B6-E75E-4E4B-7495FCE8E43D}"/>
                  </a:ext>
                </a:extLst>
              </p:cNvPr>
              <p:cNvSpPr/>
              <p:nvPr/>
            </p:nvSpPr>
            <p:spPr>
              <a:xfrm>
                <a:off x="5334341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g1137">
                <a:extLst>
                  <a:ext uri="{FF2B5EF4-FFF2-40B4-BE49-F238E27FC236}">
                    <a16:creationId xmlns:a16="http://schemas.microsoft.com/office/drawing/2014/main" id="{534E5874-0619-D358-DF58-40F6F7D12A31}"/>
                  </a:ext>
                </a:extLst>
              </p:cNvPr>
              <p:cNvSpPr/>
              <p:nvPr/>
            </p:nvSpPr>
            <p:spPr>
              <a:xfrm>
                <a:off x="5345979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g1138">
                <a:extLst>
                  <a:ext uri="{FF2B5EF4-FFF2-40B4-BE49-F238E27FC236}">
                    <a16:creationId xmlns:a16="http://schemas.microsoft.com/office/drawing/2014/main" id="{4919373E-AC2A-3979-68FB-6D914A1F62C2}"/>
                  </a:ext>
                </a:extLst>
              </p:cNvPr>
              <p:cNvSpPr/>
              <p:nvPr/>
            </p:nvSpPr>
            <p:spPr>
              <a:xfrm>
                <a:off x="5357616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g1139">
                <a:extLst>
                  <a:ext uri="{FF2B5EF4-FFF2-40B4-BE49-F238E27FC236}">
                    <a16:creationId xmlns:a16="http://schemas.microsoft.com/office/drawing/2014/main" id="{7CB9944C-21CF-7EC4-881E-2373F3AB61A1}"/>
                  </a:ext>
                </a:extLst>
              </p:cNvPr>
              <p:cNvSpPr/>
              <p:nvPr/>
            </p:nvSpPr>
            <p:spPr>
              <a:xfrm>
                <a:off x="536925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g1140">
                <a:extLst>
                  <a:ext uri="{FF2B5EF4-FFF2-40B4-BE49-F238E27FC236}">
                    <a16:creationId xmlns:a16="http://schemas.microsoft.com/office/drawing/2014/main" id="{42C4DF08-D952-0FEF-867F-871A929CD017}"/>
                  </a:ext>
                </a:extLst>
              </p:cNvPr>
              <p:cNvSpPr/>
              <p:nvPr/>
            </p:nvSpPr>
            <p:spPr>
              <a:xfrm>
                <a:off x="5183056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g1141">
                <a:extLst>
                  <a:ext uri="{FF2B5EF4-FFF2-40B4-BE49-F238E27FC236}">
                    <a16:creationId xmlns:a16="http://schemas.microsoft.com/office/drawing/2014/main" id="{BF53561A-D15F-D32B-0804-E8A2FA5A9207}"/>
                  </a:ext>
                </a:extLst>
              </p:cNvPr>
              <p:cNvSpPr/>
              <p:nvPr/>
            </p:nvSpPr>
            <p:spPr>
              <a:xfrm>
                <a:off x="519469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g1142">
                <a:extLst>
                  <a:ext uri="{FF2B5EF4-FFF2-40B4-BE49-F238E27FC236}">
                    <a16:creationId xmlns:a16="http://schemas.microsoft.com/office/drawing/2014/main" id="{D98FBEF9-21AA-11FC-5A71-9B045AE841E6}"/>
                  </a:ext>
                </a:extLst>
              </p:cNvPr>
              <p:cNvSpPr/>
              <p:nvPr/>
            </p:nvSpPr>
            <p:spPr>
              <a:xfrm>
                <a:off x="5206331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g1143">
                <a:extLst>
                  <a:ext uri="{FF2B5EF4-FFF2-40B4-BE49-F238E27FC236}">
                    <a16:creationId xmlns:a16="http://schemas.microsoft.com/office/drawing/2014/main" id="{2F50019F-18A0-D8C6-2818-18E0945598AF}"/>
                  </a:ext>
                </a:extLst>
              </p:cNvPr>
              <p:cNvSpPr/>
              <p:nvPr/>
            </p:nvSpPr>
            <p:spPr>
              <a:xfrm>
                <a:off x="5217968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g1144">
                <a:extLst>
                  <a:ext uri="{FF2B5EF4-FFF2-40B4-BE49-F238E27FC236}">
                    <a16:creationId xmlns:a16="http://schemas.microsoft.com/office/drawing/2014/main" id="{E9147AC2-0AA1-9248-B690-3054C59BDD58}"/>
                  </a:ext>
                </a:extLst>
              </p:cNvPr>
              <p:cNvSpPr/>
              <p:nvPr/>
            </p:nvSpPr>
            <p:spPr>
              <a:xfrm>
                <a:off x="5229605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g1145">
                <a:extLst>
                  <a:ext uri="{FF2B5EF4-FFF2-40B4-BE49-F238E27FC236}">
                    <a16:creationId xmlns:a16="http://schemas.microsoft.com/office/drawing/2014/main" id="{AC19F9CD-FCAB-E708-EB93-C4BB5966E228}"/>
                  </a:ext>
                </a:extLst>
              </p:cNvPr>
              <p:cNvSpPr/>
              <p:nvPr/>
            </p:nvSpPr>
            <p:spPr>
              <a:xfrm>
                <a:off x="524124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g1146">
                <a:extLst>
                  <a:ext uri="{FF2B5EF4-FFF2-40B4-BE49-F238E27FC236}">
                    <a16:creationId xmlns:a16="http://schemas.microsoft.com/office/drawing/2014/main" id="{C7F01DDB-48D2-58E8-493B-942158BDF04D}"/>
                  </a:ext>
                </a:extLst>
              </p:cNvPr>
              <p:cNvSpPr/>
              <p:nvPr/>
            </p:nvSpPr>
            <p:spPr>
              <a:xfrm>
                <a:off x="5252880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g1147">
                <a:extLst>
                  <a:ext uri="{FF2B5EF4-FFF2-40B4-BE49-F238E27FC236}">
                    <a16:creationId xmlns:a16="http://schemas.microsoft.com/office/drawing/2014/main" id="{D75E46F7-04B2-6D9D-4A2F-1C550A4E17C1}"/>
                  </a:ext>
                </a:extLst>
              </p:cNvPr>
              <p:cNvSpPr/>
              <p:nvPr/>
            </p:nvSpPr>
            <p:spPr>
              <a:xfrm>
                <a:off x="5264517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g1148">
                <a:extLst>
                  <a:ext uri="{FF2B5EF4-FFF2-40B4-BE49-F238E27FC236}">
                    <a16:creationId xmlns:a16="http://schemas.microsoft.com/office/drawing/2014/main" id="{617664B0-D94B-0B6B-624D-A7C1AD51B046}"/>
                  </a:ext>
                </a:extLst>
              </p:cNvPr>
              <p:cNvSpPr/>
              <p:nvPr/>
            </p:nvSpPr>
            <p:spPr>
              <a:xfrm>
                <a:off x="5322704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g1149">
                <a:extLst>
                  <a:ext uri="{FF2B5EF4-FFF2-40B4-BE49-F238E27FC236}">
                    <a16:creationId xmlns:a16="http://schemas.microsoft.com/office/drawing/2014/main" id="{52BC3047-16EA-95EA-A9C6-9732ED068632}"/>
                  </a:ext>
                </a:extLst>
              </p:cNvPr>
              <p:cNvSpPr/>
              <p:nvPr/>
            </p:nvSpPr>
            <p:spPr>
              <a:xfrm>
                <a:off x="5334341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g1150">
                <a:extLst>
                  <a:ext uri="{FF2B5EF4-FFF2-40B4-BE49-F238E27FC236}">
                    <a16:creationId xmlns:a16="http://schemas.microsoft.com/office/drawing/2014/main" id="{6F995AC5-F252-7999-4CE3-544A19D771E8}"/>
                  </a:ext>
                </a:extLst>
              </p:cNvPr>
              <p:cNvSpPr/>
              <p:nvPr/>
            </p:nvSpPr>
            <p:spPr>
              <a:xfrm>
                <a:off x="5345979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g1151">
                <a:extLst>
                  <a:ext uri="{FF2B5EF4-FFF2-40B4-BE49-F238E27FC236}">
                    <a16:creationId xmlns:a16="http://schemas.microsoft.com/office/drawing/2014/main" id="{B0399A26-E39B-48E4-31B1-962C62A400DC}"/>
                  </a:ext>
                </a:extLst>
              </p:cNvPr>
              <p:cNvSpPr/>
              <p:nvPr/>
            </p:nvSpPr>
            <p:spPr>
              <a:xfrm>
                <a:off x="5357616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g1152">
                <a:extLst>
                  <a:ext uri="{FF2B5EF4-FFF2-40B4-BE49-F238E27FC236}">
                    <a16:creationId xmlns:a16="http://schemas.microsoft.com/office/drawing/2014/main" id="{CEB80C90-4E08-A491-32C5-CE7C0AE3F2EB}"/>
                  </a:ext>
                </a:extLst>
              </p:cNvPr>
              <p:cNvSpPr/>
              <p:nvPr/>
            </p:nvSpPr>
            <p:spPr>
              <a:xfrm>
                <a:off x="536925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g1153">
                <a:extLst>
                  <a:ext uri="{FF2B5EF4-FFF2-40B4-BE49-F238E27FC236}">
                    <a16:creationId xmlns:a16="http://schemas.microsoft.com/office/drawing/2014/main" id="{3E36C03D-65C1-FAC4-7725-EC337E73C879}"/>
                  </a:ext>
                </a:extLst>
              </p:cNvPr>
              <p:cNvSpPr/>
              <p:nvPr/>
            </p:nvSpPr>
            <p:spPr>
              <a:xfrm>
                <a:off x="512486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g1154">
                <a:extLst>
                  <a:ext uri="{FF2B5EF4-FFF2-40B4-BE49-F238E27FC236}">
                    <a16:creationId xmlns:a16="http://schemas.microsoft.com/office/drawing/2014/main" id="{CAAE6953-933A-6876-67A0-8B74E20DF756}"/>
                  </a:ext>
                </a:extLst>
              </p:cNvPr>
              <p:cNvSpPr/>
              <p:nvPr/>
            </p:nvSpPr>
            <p:spPr>
              <a:xfrm>
                <a:off x="5136507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g1155">
                <a:extLst>
                  <a:ext uri="{FF2B5EF4-FFF2-40B4-BE49-F238E27FC236}">
                    <a16:creationId xmlns:a16="http://schemas.microsoft.com/office/drawing/2014/main" id="{259A9901-995D-9114-5223-29B5264465D7}"/>
                  </a:ext>
                </a:extLst>
              </p:cNvPr>
              <p:cNvSpPr/>
              <p:nvPr/>
            </p:nvSpPr>
            <p:spPr>
              <a:xfrm>
                <a:off x="5148144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g1156">
                <a:extLst>
                  <a:ext uri="{FF2B5EF4-FFF2-40B4-BE49-F238E27FC236}">
                    <a16:creationId xmlns:a16="http://schemas.microsoft.com/office/drawing/2014/main" id="{9B89B15F-3362-EDE6-AA34-644A803DADCF}"/>
                  </a:ext>
                </a:extLst>
              </p:cNvPr>
              <p:cNvSpPr/>
              <p:nvPr/>
            </p:nvSpPr>
            <p:spPr>
              <a:xfrm>
                <a:off x="515978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g1157">
                <a:extLst>
                  <a:ext uri="{FF2B5EF4-FFF2-40B4-BE49-F238E27FC236}">
                    <a16:creationId xmlns:a16="http://schemas.microsoft.com/office/drawing/2014/main" id="{823C5591-C730-6E87-33AD-F2A279278897}"/>
                  </a:ext>
                </a:extLst>
              </p:cNvPr>
              <p:cNvSpPr/>
              <p:nvPr/>
            </p:nvSpPr>
            <p:spPr>
              <a:xfrm>
                <a:off x="517141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g1158">
                <a:extLst>
                  <a:ext uri="{FF2B5EF4-FFF2-40B4-BE49-F238E27FC236}">
                    <a16:creationId xmlns:a16="http://schemas.microsoft.com/office/drawing/2014/main" id="{2E168953-6012-B0DA-5A95-AFCF507D1B1D}"/>
                  </a:ext>
                </a:extLst>
              </p:cNvPr>
              <p:cNvSpPr/>
              <p:nvPr/>
            </p:nvSpPr>
            <p:spPr>
              <a:xfrm>
                <a:off x="5183056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g1159">
                <a:extLst>
                  <a:ext uri="{FF2B5EF4-FFF2-40B4-BE49-F238E27FC236}">
                    <a16:creationId xmlns:a16="http://schemas.microsoft.com/office/drawing/2014/main" id="{2C51E30E-3047-4A60-7F55-66C1E212989A}"/>
                  </a:ext>
                </a:extLst>
              </p:cNvPr>
              <p:cNvSpPr/>
              <p:nvPr/>
            </p:nvSpPr>
            <p:spPr>
              <a:xfrm>
                <a:off x="519469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g1160">
                <a:extLst>
                  <a:ext uri="{FF2B5EF4-FFF2-40B4-BE49-F238E27FC236}">
                    <a16:creationId xmlns:a16="http://schemas.microsoft.com/office/drawing/2014/main" id="{6FA60159-3674-5235-459D-C83C0D2F833E}"/>
                  </a:ext>
                </a:extLst>
              </p:cNvPr>
              <p:cNvSpPr/>
              <p:nvPr/>
            </p:nvSpPr>
            <p:spPr>
              <a:xfrm>
                <a:off x="520633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g1161">
                <a:extLst>
                  <a:ext uri="{FF2B5EF4-FFF2-40B4-BE49-F238E27FC236}">
                    <a16:creationId xmlns:a16="http://schemas.microsoft.com/office/drawing/2014/main" id="{530F06BC-B241-ACA8-CE88-AE83E3AA6C7A}"/>
                  </a:ext>
                </a:extLst>
              </p:cNvPr>
              <p:cNvSpPr/>
              <p:nvPr/>
            </p:nvSpPr>
            <p:spPr>
              <a:xfrm>
                <a:off x="5217968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g1162">
                <a:extLst>
                  <a:ext uri="{FF2B5EF4-FFF2-40B4-BE49-F238E27FC236}">
                    <a16:creationId xmlns:a16="http://schemas.microsoft.com/office/drawing/2014/main" id="{F0230CC5-C93A-287C-216E-501ECF151ADB}"/>
                  </a:ext>
                </a:extLst>
              </p:cNvPr>
              <p:cNvSpPr/>
              <p:nvPr/>
            </p:nvSpPr>
            <p:spPr>
              <a:xfrm>
                <a:off x="5229605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g1163">
                <a:extLst>
                  <a:ext uri="{FF2B5EF4-FFF2-40B4-BE49-F238E27FC236}">
                    <a16:creationId xmlns:a16="http://schemas.microsoft.com/office/drawing/2014/main" id="{7239D1C8-8502-523E-2172-E65A314718FD}"/>
                  </a:ext>
                </a:extLst>
              </p:cNvPr>
              <p:cNvSpPr/>
              <p:nvPr/>
            </p:nvSpPr>
            <p:spPr>
              <a:xfrm>
                <a:off x="524124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g1164">
                <a:extLst>
                  <a:ext uri="{FF2B5EF4-FFF2-40B4-BE49-F238E27FC236}">
                    <a16:creationId xmlns:a16="http://schemas.microsoft.com/office/drawing/2014/main" id="{1C3357D0-A44E-A60B-F9F9-D0A1DBB0912F}"/>
                  </a:ext>
                </a:extLst>
              </p:cNvPr>
              <p:cNvSpPr/>
              <p:nvPr/>
            </p:nvSpPr>
            <p:spPr>
              <a:xfrm>
                <a:off x="5252880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g1165">
                <a:extLst>
                  <a:ext uri="{FF2B5EF4-FFF2-40B4-BE49-F238E27FC236}">
                    <a16:creationId xmlns:a16="http://schemas.microsoft.com/office/drawing/2014/main" id="{C5180F89-F7F7-7507-DAAC-D2A98616FD60}"/>
                  </a:ext>
                </a:extLst>
              </p:cNvPr>
              <p:cNvSpPr/>
              <p:nvPr/>
            </p:nvSpPr>
            <p:spPr>
              <a:xfrm>
                <a:off x="5311067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g1166">
                <a:extLst>
                  <a:ext uri="{FF2B5EF4-FFF2-40B4-BE49-F238E27FC236}">
                    <a16:creationId xmlns:a16="http://schemas.microsoft.com/office/drawing/2014/main" id="{A3866100-7D94-BC56-D5CC-572367164505}"/>
                  </a:ext>
                </a:extLst>
              </p:cNvPr>
              <p:cNvSpPr/>
              <p:nvPr/>
            </p:nvSpPr>
            <p:spPr>
              <a:xfrm>
                <a:off x="5322704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g1167">
                <a:extLst>
                  <a:ext uri="{FF2B5EF4-FFF2-40B4-BE49-F238E27FC236}">
                    <a16:creationId xmlns:a16="http://schemas.microsoft.com/office/drawing/2014/main" id="{FF196C0E-965D-05BB-A41C-033C12E40AE7}"/>
                  </a:ext>
                </a:extLst>
              </p:cNvPr>
              <p:cNvSpPr/>
              <p:nvPr/>
            </p:nvSpPr>
            <p:spPr>
              <a:xfrm>
                <a:off x="533434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g1168">
                <a:extLst>
                  <a:ext uri="{FF2B5EF4-FFF2-40B4-BE49-F238E27FC236}">
                    <a16:creationId xmlns:a16="http://schemas.microsoft.com/office/drawing/2014/main" id="{F1BA909E-DC3C-238B-59E9-39F7722A13C0}"/>
                  </a:ext>
                </a:extLst>
              </p:cNvPr>
              <p:cNvSpPr/>
              <p:nvPr/>
            </p:nvSpPr>
            <p:spPr>
              <a:xfrm>
                <a:off x="534597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g1169">
                <a:extLst>
                  <a:ext uri="{FF2B5EF4-FFF2-40B4-BE49-F238E27FC236}">
                    <a16:creationId xmlns:a16="http://schemas.microsoft.com/office/drawing/2014/main" id="{199A0509-13A5-66B0-C700-54A416907B6C}"/>
                  </a:ext>
                </a:extLst>
              </p:cNvPr>
              <p:cNvSpPr/>
              <p:nvPr/>
            </p:nvSpPr>
            <p:spPr>
              <a:xfrm>
                <a:off x="5357616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g1170">
                <a:extLst>
                  <a:ext uri="{FF2B5EF4-FFF2-40B4-BE49-F238E27FC236}">
                    <a16:creationId xmlns:a16="http://schemas.microsoft.com/office/drawing/2014/main" id="{4FFAFC63-81EA-EEDA-6D60-6A92D947CE83}"/>
                  </a:ext>
                </a:extLst>
              </p:cNvPr>
              <p:cNvSpPr/>
              <p:nvPr/>
            </p:nvSpPr>
            <p:spPr>
              <a:xfrm>
                <a:off x="536925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g1171">
                <a:extLst>
                  <a:ext uri="{FF2B5EF4-FFF2-40B4-BE49-F238E27FC236}">
                    <a16:creationId xmlns:a16="http://schemas.microsoft.com/office/drawing/2014/main" id="{ABBB6583-0492-D65B-4F00-1C1160366438}"/>
                  </a:ext>
                </a:extLst>
              </p:cNvPr>
              <p:cNvSpPr/>
              <p:nvPr/>
            </p:nvSpPr>
            <p:spPr>
              <a:xfrm>
                <a:off x="5113232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g1172">
                <a:extLst>
                  <a:ext uri="{FF2B5EF4-FFF2-40B4-BE49-F238E27FC236}">
                    <a16:creationId xmlns:a16="http://schemas.microsoft.com/office/drawing/2014/main" id="{C412E2D1-D355-CE41-C493-2915A85D2B70}"/>
                  </a:ext>
                </a:extLst>
              </p:cNvPr>
              <p:cNvSpPr/>
              <p:nvPr/>
            </p:nvSpPr>
            <p:spPr>
              <a:xfrm>
                <a:off x="512486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g1173">
                <a:extLst>
                  <a:ext uri="{FF2B5EF4-FFF2-40B4-BE49-F238E27FC236}">
                    <a16:creationId xmlns:a16="http://schemas.microsoft.com/office/drawing/2014/main" id="{2298791C-B4AA-5951-F702-EC1924AE58A5}"/>
                  </a:ext>
                </a:extLst>
              </p:cNvPr>
              <p:cNvSpPr/>
              <p:nvPr/>
            </p:nvSpPr>
            <p:spPr>
              <a:xfrm>
                <a:off x="5136507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g1174">
                <a:extLst>
                  <a:ext uri="{FF2B5EF4-FFF2-40B4-BE49-F238E27FC236}">
                    <a16:creationId xmlns:a16="http://schemas.microsoft.com/office/drawing/2014/main" id="{272D7641-A93E-64E6-312F-42A399D3DEF0}"/>
                  </a:ext>
                </a:extLst>
              </p:cNvPr>
              <p:cNvSpPr/>
              <p:nvPr/>
            </p:nvSpPr>
            <p:spPr>
              <a:xfrm>
                <a:off x="5148144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g1175">
                <a:extLst>
                  <a:ext uri="{FF2B5EF4-FFF2-40B4-BE49-F238E27FC236}">
                    <a16:creationId xmlns:a16="http://schemas.microsoft.com/office/drawing/2014/main" id="{4A67C6C4-BFE0-23CB-BDBC-3ABFFC126E08}"/>
                  </a:ext>
                </a:extLst>
              </p:cNvPr>
              <p:cNvSpPr/>
              <p:nvPr/>
            </p:nvSpPr>
            <p:spPr>
              <a:xfrm>
                <a:off x="515978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g1176">
                <a:extLst>
                  <a:ext uri="{FF2B5EF4-FFF2-40B4-BE49-F238E27FC236}">
                    <a16:creationId xmlns:a16="http://schemas.microsoft.com/office/drawing/2014/main" id="{E90D84C7-E7EB-ECC4-BEEF-A3D565D2581C}"/>
                  </a:ext>
                </a:extLst>
              </p:cNvPr>
              <p:cNvSpPr/>
              <p:nvPr/>
            </p:nvSpPr>
            <p:spPr>
              <a:xfrm>
                <a:off x="517141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BFAB">
                  <a:alpha val="100000"/>
                </a:srgbClr>
              </a:solidFill>
              <a:ln w="5420" cap="flat">
                <a:solidFill>
                  <a:srgbClr val="57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g1177">
                <a:extLst>
                  <a:ext uri="{FF2B5EF4-FFF2-40B4-BE49-F238E27FC236}">
                    <a16:creationId xmlns:a16="http://schemas.microsoft.com/office/drawing/2014/main" id="{25BB81CC-649C-DDBD-ACB2-CEE50AFD8711}"/>
                  </a:ext>
                </a:extLst>
              </p:cNvPr>
              <p:cNvSpPr/>
              <p:nvPr/>
            </p:nvSpPr>
            <p:spPr>
              <a:xfrm>
                <a:off x="5183056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g1178">
                <a:extLst>
                  <a:ext uri="{FF2B5EF4-FFF2-40B4-BE49-F238E27FC236}">
                    <a16:creationId xmlns:a16="http://schemas.microsoft.com/office/drawing/2014/main" id="{41A56C89-D171-8F47-EA05-C73D0686F413}"/>
                  </a:ext>
                </a:extLst>
              </p:cNvPr>
              <p:cNvSpPr/>
              <p:nvPr/>
            </p:nvSpPr>
            <p:spPr>
              <a:xfrm>
                <a:off x="519469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g1179">
                <a:extLst>
                  <a:ext uri="{FF2B5EF4-FFF2-40B4-BE49-F238E27FC236}">
                    <a16:creationId xmlns:a16="http://schemas.microsoft.com/office/drawing/2014/main" id="{B2DB57EF-94DE-AD23-287A-12C97D890470}"/>
                  </a:ext>
                </a:extLst>
              </p:cNvPr>
              <p:cNvSpPr/>
              <p:nvPr/>
            </p:nvSpPr>
            <p:spPr>
              <a:xfrm>
                <a:off x="520633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g1180">
                <a:extLst>
                  <a:ext uri="{FF2B5EF4-FFF2-40B4-BE49-F238E27FC236}">
                    <a16:creationId xmlns:a16="http://schemas.microsoft.com/office/drawing/2014/main" id="{76E6B842-C9A3-0E34-F424-7BB9B1433684}"/>
                  </a:ext>
                </a:extLst>
              </p:cNvPr>
              <p:cNvSpPr/>
              <p:nvPr/>
            </p:nvSpPr>
            <p:spPr>
              <a:xfrm>
                <a:off x="5217968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g1181">
                <a:extLst>
                  <a:ext uri="{FF2B5EF4-FFF2-40B4-BE49-F238E27FC236}">
                    <a16:creationId xmlns:a16="http://schemas.microsoft.com/office/drawing/2014/main" id="{2F0152E8-4769-F769-3805-F2F8A2955492}"/>
                  </a:ext>
                </a:extLst>
              </p:cNvPr>
              <p:cNvSpPr/>
              <p:nvPr/>
            </p:nvSpPr>
            <p:spPr>
              <a:xfrm>
                <a:off x="5229605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g1182">
                <a:extLst>
                  <a:ext uri="{FF2B5EF4-FFF2-40B4-BE49-F238E27FC236}">
                    <a16:creationId xmlns:a16="http://schemas.microsoft.com/office/drawing/2014/main" id="{F56B245E-B228-7CE8-9242-D0EFAFC003E8}"/>
                  </a:ext>
                </a:extLst>
              </p:cNvPr>
              <p:cNvSpPr/>
              <p:nvPr/>
            </p:nvSpPr>
            <p:spPr>
              <a:xfrm>
                <a:off x="524124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g1183">
                <a:extLst>
                  <a:ext uri="{FF2B5EF4-FFF2-40B4-BE49-F238E27FC236}">
                    <a16:creationId xmlns:a16="http://schemas.microsoft.com/office/drawing/2014/main" id="{E9D87A7E-8092-3CD8-FF6E-A59789D835C2}"/>
                  </a:ext>
                </a:extLst>
              </p:cNvPr>
              <p:cNvSpPr/>
              <p:nvPr/>
            </p:nvSpPr>
            <p:spPr>
              <a:xfrm>
                <a:off x="529942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g1184">
                <a:extLst>
                  <a:ext uri="{FF2B5EF4-FFF2-40B4-BE49-F238E27FC236}">
                    <a16:creationId xmlns:a16="http://schemas.microsoft.com/office/drawing/2014/main" id="{4131E37A-5586-3E7D-87EA-FC577989FC59}"/>
                  </a:ext>
                </a:extLst>
              </p:cNvPr>
              <p:cNvSpPr/>
              <p:nvPr/>
            </p:nvSpPr>
            <p:spPr>
              <a:xfrm>
                <a:off x="5311067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g1185">
                <a:extLst>
                  <a:ext uri="{FF2B5EF4-FFF2-40B4-BE49-F238E27FC236}">
                    <a16:creationId xmlns:a16="http://schemas.microsoft.com/office/drawing/2014/main" id="{00528338-241B-B6E7-CC73-79C55270739F}"/>
                  </a:ext>
                </a:extLst>
              </p:cNvPr>
              <p:cNvSpPr/>
              <p:nvPr/>
            </p:nvSpPr>
            <p:spPr>
              <a:xfrm>
                <a:off x="5322704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g1186">
                <a:extLst>
                  <a:ext uri="{FF2B5EF4-FFF2-40B4-BE49-F238E27FC236}">
                    <a16:creationId xmlns:a16="http://schemas.microsoft.com/office/drawing/2014/main" id="{BED14B00-5291-F60A-0F7A-E597D346D670}"/>
                  </a:ext>
                </a:extLst>
              </p:cNvPr>
              <p:cNvSpPr/>
              <p:nvPr/>
            </p:nvSpPr>
            <p:spPr>
              <a:xfrm>
                <a:off x="533434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g1187">
                <a:extLst>
                  <a:ext uri="{FF2B5EF4-FFF2-40B4-BE49-F238E27FC236}">
                    <a16:creationId xmlns:a16="http://schemas.microsoft.com/office/drawing/2014/main" id="{374A72A4-4BB4-C2AA-E26E-53A6F65F0F8E}"/>
                  </a:ext>
                </a:extLst>
              </p:cNvPr>
              <p:cNvSpPr/>
              <p:nvPr/>
            </p:nvSpPr>
            <p:spPr>
              <a:xfrm>
                <a:off x="534597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g1188">
                <a:extLst>
                  <a:ext uri="{FF2B5EF4-FFF2-40B4-BE49-F238E27FC236}">
                    <a16:creationId xmlns:a16="http://schemas.microsoft.com/office/drawing/2014/main" id="{A2D6DDE3-2F0B-173A-0B78-0EA3DFF16E8B}"/>
                  </a:ext>
                </a:extLst>
              </p:cNvPr>
              <p:cNvSpPr/>
              <p:nvPr/>
            </p:nvSpPr>
            <p:spPr>
              <a:xfrm>
                <a:off x="5357616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g1189">
                <a:extLst>
                  <a:ext uri="{FF2B5EF4-FFF2-40B4-BE49-F238E27FC236}">
                    <a16:creationId xmlns:a16="http://schemas.microsoft.com/office/drawing/2014/main" id="{12427C60-E992-3F67-966D-A70D9EE5394D}"/>
                  </a:ext>
                </a:extLst>
              </p:cNvPr>
              <p:cNvSpPr/>
              <p:nvPr/>
            </p:nvSpPr>
            <p:spPr>
              <a:xfrm>
                <a:off x="536925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g1190">
                <a:extLst>
                  <a:ext uri="{FF2B5EF4-FFF2-40B4-BE49-F238E27FC236}">
                    <a16:creationId xmlns:a16="http://schemas.microsoft.com/office/drawing/2014/main" id="{890441F3-22DA-4D9B-0258-478CBC270458}"/>
                  </a:ext>
                </a:extLst>
              </p:cNvPr>
              <p:cNvSpPr/>
              <p:nvPr/>
            </p:nvSpPr>
            <p:spPr>
              <a:xfrm>
                <a:off x="508995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g1191">
                <a:extLst>
                  <a:ext uri="{FF2B5EF4-FFF2-40B4-BE49-F238E27FC236}">
                    <a16:creationId xmlns:a16="http://schemas.microsoft.com/office/drawing/2014/main" id="{77A6A288-29DC-3DCD-9AA0-D22BA846F1AE}"/>
                  </a:ext>
                </a:extLst>
              </p:cNvPr>
              <p:cNvSpPr/>
              <p:nvPr/>
            </p:nvSpPr>
            <p:spPr>
              <a:xfrm>
                <a:off x="5101595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g1192">
                <a:extLst>
                  <a:ext uri="{FF2B5EF4-FFF2-40B4-BE49-F238E27FC236}">
                    <a16:creationId xmlns:a16="http://schemas.microsoft.com/office/drawing/2014/main" id="{AB5D4CFB-DD8D-A767-9865-D32A2346480E}"/>
                  </a:ext>
                </a:extLst>
              </p:cNvPr>
              <p:cNvSpPr/>
              <p:nvPr/>
            </p:nvSpPr>
            <p:spPr>
              <a:xfrm>
                <a:off x="5113232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g1193">
                <a:extLst>
                  <a:ext uri="{FF2B5EF4-FFF2-40B4-BE49-F238E27FC236}">
                    <a16:creationId xmlns:a16="http://schemas.microsoft.com/office/drawing/2014/main" id="{9CBEFE0F-7B8A-7D5E-6D44-208EC39929D9}"/>
                  </a:ext>
                </a:extLst>
              </p:cNvPr>
              <p:cNvSpPr/>
              <p:nvPr/>
            </p:nvSpPr>
            <p:spPr>
              <a:xfrm>
                <a:off x="512486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g1194">
                <a:extLst>
                  <a:ext uri="{FF2B5EF4-FFF2-40B4-BE49-F238E27FC236}">
                    <a16:creationId xmlns:a16="http://schemas.microsoft.com/office/drawing/2014/main" id="{A147CA41-3BA4-3E2C-9AAF-AE7C05D0B362}"/>
                  </a:ext>
                </a:extLst>
              </p:cNvPr>
              <p:cNvSpPr/>
              <p:nvPr/>
            </p:nvSpPr>
            <p:spPr>
              <a:xfrm>
                <a:off x="513650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g1195">
                <a:extLst>
                  <a:ext uri="{FF2B5EF4-FFF2-40B4-BE49-F238E27FC236}">
                    <a16:creationId xmlns:a16="http://schemas.microsoft.com/office/drawing/2014/main" id="{D6280244-4B48-FA2B-79BA-7CAF2539CA64}"/>
                  </a:ext>
                </a:extLst>
              </p:cNvPr>
              <p:cNvSpPr/>
              <p:nvPr/>
            </p:nvSpPr>
            <p:spPr>
              <a:xfrm>
                <a:off x="5148144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g1196">
                <a:extLst>
                  <a:ext uri="{FF2B5EF4-FFF2-40B4-BE49-F238E27FC236}">
                    <a16:creationId xmlns:a16="http://schemas.microsoft.com/office/drawing/2014/main" id="{DF99F57E-CCB9-A283-9C3F-720D36C9D63E}"/>
                  </a:ext>
                </a:extLst>
              </p:cNvPr>
              <p:cNvSpPr/>
              <p:nvPr/>
            </p:nvSpPr>
            <p:spPr>
              <a:xfrm>
                <a:off x="515978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g1197">
                <a:extLst>
                  <a:ext uri="{FF2B5EF4-FFF2-40B4-BE49-F238E27FC236}">
                    <a16:creationId xmlns:a16="http://schemas.microsoft.com/office/drawing/2014/main" id="{62D90004-C643-CC99-A654-3EE094E123F7}"/>
                  </a:ext>
                </a:extLst>
              </p:cNvPr>
              <p:cNvSpPr/>
              <p:nvPr/>
            </p:nvSpPr>
            <p:spPr>
              <a:xfrm>
                <a:off x="517141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g1198">
                <a:extLst>
                  <a:ext uri="{FF2B5EF4-FFF2-40B4-BE49-F238E27FC236}">
                    <a16:creationId xmlns:a16="http://schemas.microsoft.com/office/drawing/2014/main" id="{A804FF0C-332B-DB48-4627-AC26C81AFC3F}"/>
                  </a:ext>
                </a:extLst>
              </p:cNvPr>
              <p:cNvSpPr/>
              <p:nvPr/>
            </p:nvSpPr>
            <p:spPr>
              <a:xfrm>
                <a:off x="5183056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g1199">
                <a:extLst>
                  <a:ext uri="{FF2B5EF4-FFF2-40B4-BE49-F238E27FC236}">
                    <a16:creationId xmlns:a16="http://schemas.microsoft.com/office/drawing/2014/main" id="{CD7AAF8A-98CF-C31B-2CA7-C80D3F93BAA8}"/>
                  </a:ext>
                </a:extLst>
              </p:cNvPr>
              <p:cNvSpPr/>
              <p:nvPr/>
            </p:nvSpPr>
            <p:spPr>
              <a:xfrm>
                <a:off x="5194693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g1200">
                <a:extLst>
                  <a:ext uri="{FF2B5EF4-FFF2-40B4-BE49-F238E27FC236}">
                    <a16:creationId xmlns:a16="http://schemas.microsoft.com/office/drawing/2014/main" id="{B6F7376C-6816-E5E2-BE26-A7300F3BF069}"/>
                  </a:ext>
                </a:extLst>
              </p:cNvPr>
              <p:cNvSpPr/>
              <p:nvPr/>
            </p:nvSpPr>
            <p:spPr>
              <a:xfrm>
                <a:off x="520633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g1201">
                <a:extLst>
                  <a:ext uri="{FF2B5EF4-FFF2-40B4-BE49-F238E27FC236}">
                    <a16:creationId xmlns:a16="http://schemas.microsoft.com/office/drawing/2014/main" id="{60F478E1-1EF4-C82C-F270-58B48DFD3B1A}"/>
                  </a:ext>
                </a:extLst>
              </p:cNvPr>
              <p:cNvSpPr/>
              <p:nvPr/>
            </p:nvSpPr>
            <p:spPr>
              <a:xfrm>
                <a:off x="5217968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g1202">
                <a:extLst>
                  <a:ext uri="{FF2B5EF4-FFF2-40B4-BE49-F238E27FC236}">
                    <a16:creationId xmlns:a16="http://schemas.microsoft.com/office/drawing/2014/main" id="{E33BDBB5-A7DA-479D-D2BF-5A4A206AB40E}"/>
                  </a:ext>
                </a:extLst>
              </p:cNvPr>
              <p:cNvSpPr/>
              <p:nvPr/>
            </p:nvSpPr>
            <p:spPr>
              <a:xfrm>
                <a:off x="5287792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g1203">
                <a:extLst>
                  <a:ext uri="{FF2B5EF4-FFF2-40B4-BE49-F238E27FC236}">
                    <a16:creationId xmlns:a16="http://schemas.microsoft.com/office/drawing/2014/main" id="{33FAE468-11C8-B32E-86B1-BDBA2FA9EED4}"/>
                  </a:ext>
                </a:extLst>
              </p:cNvPr>
              <p:cNvSpPr/>
              <p:nvPr/>
            </p:nvSpPr>
            <p:spPr>
              <a:xfrm>
                <a:off x="529942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g1204">
                <a:extLst>
                  <a:ext uri="{FF2B5EF4-FFF2-40B4-BE49-F238E27FC236}">
                    <a16:creationId xmlns:a16="http://schemas.microsoft.com/office/drawing/2014/main" id="{91335392-4FD5-0C91-A292-625739B18DD4}"/>
                  </a:ext>
                </a:extLst>
              </p:cNvPr>
              <p:cNvSpPr/>
              <p:nvPr/>
            </p:nvSpPr>
            <p:spPr>
              <a:xfrm>
                <a:off x="531106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g1205">
                <a:extLst>
                  <a:ext uri="{FF2B5EF4-FFF2-40B4-BE49-F238E27FC236}">
                    <a16:creationId xmlns:a16="http://schemas.microsoft.com/office/drawing/2014/main" id="{E97F974F-49C0-9F72-76CF-7C5152F3F5C1}"/>
                  </a:ext>
                </a:extLst>
              </p:cNvPr>
              <p:cNvSpPr/>
              <p:nvPr/>
            </p:nvSpPr>
            <p:spPr>
              <a:xfrm>
                <a:off x="5322704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g1206">
                <a:extLst>
                  <a:ext uri="{FF2B5EF4-FFF2-40B4-BE49-F238E27FC236}">
                    <a16:creationId xmlns:a16="http://schemas.microsoft.com/office/drawing/2014/main" id="{610ACE8B-1165-FC51-70B5-ABCEAF4E9A76}"/>
                  </a:ext>
                </a:extLst>
              </p:cNvPr>
              <p:cNvSpPr/>
              <p:nvPr/>
            </p:nvSpPr>
            <p:spPr>
              <a:xfrm>
                <a:off x="533434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g1207">
                <a:extLst>
                  <a:ext uri="{FF2B5EF4-FFF2-40B4-BE49-F238E27FC236}">
                    <a16:creationId xmlns:a16="http://schemas.microsoft.com/office/drawing/2014/main" id="{1E00164F-623D-02B6-ADA7-09D21428146E}"/>
                  </a:ext>
                </a:extLst>
              </p:cNvPr>
              <p:cNvSpPr/>
              <p:nvPr/>
            </p:nvSpPr>
            <p:spPr>
              <a:xfrm>
                <a:off x="534597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g1208">
                <a:extLst>
                  <a:ext uri="{FF2B5EF4-FFF2-40B4-BE49-F238E27FC236}">
                    <a16:creationId xmlns:a16="http://schemas.microsoft.com/office/drawing/2014/main" id="{5CAAA24F-740C-2DAE-D502-FD5FA8C3BA78}"/>
                  </a:ext>
                </a:extLst>
              </p:cNvPr>
              <p:cNvSpPr/>
              <p:nvPr/>
            </p:nvSpPr>
            <p:spPr>
              <a:xfrm>
                <a:off x="506668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g1209">
                <a:extLst>
                  <a:ext uri="{FF2B5EF4-FFF2-40B4-BE49-F238E27FC236}">
                    <a16:creationId xmlns:a16="http://schemas.microsoft.com/office/drawing/2014/main" id="{9BAFEA6E-B74A-F74E-4C3B-5D03197BE508}"/>
                  </a:ext>
                </a:extLst>
              </p:cNvPr>
              <p:cNvSpPr/>
              <p:nvPr/>
            </p:nvSpPr>
            <p:spPr>
              <a:xfrm>
                <a:off x="5078320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g1210">
                <a:extLst>
                  <a:ext uri="{FF2B5EF4-FFF2-40B4-BE49-F238E27FC236}">
                    <a16:creationId xmlns:a16="http://schemas.microsoft.com/office/drawing/2014/main" id="{E0524083-303E-56C7-49B5-3345F5A8ABDF}"/>
                  </a:ext>
                </a:extLst>
              </p:cNvPr>
              <p:cNvSpPr/>
              <p:nvPr/>
            </p:nvSpPr>
            <p:spPr>
              <a:xfrm>
                <a:off x="508995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g1211">
                <a:extLst>
                  <a:ext uri="{FF2B5EF4-FFF2-40B4-BE49-F238E27FC236}">
                    <a16:creationId xmlns:a16="http://schemas.microsoft.com/office/drawing/2014/main" id="{425B66EB-705A-A3E1-5A68-E86897875243}"/>
                  </a:ext>
                </a:extLst>
              </p:cNvPr>
              <p:cNvSpPr/>
              <p:nvPr/>
            </p:nvSpPr>
            <p:spPr>
              <a:xfrm>
                <a:off x="510159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g1212">
                <a:extLst>
                  <a:ext uri="{FF2B5EF4-FFF2-40B4-BE49-F238E27FC236}">
                    <a16:creationId xmlns:a16="http://schemas.microsoft.com/office/drawing/2014/main" id="{1FE94CB1-224C-52C6-71E8-05B1F635C78A}"/>
                  </a:ext>
                </a:extLst>
              </p:cNvPr>
              <p:cNvSpPr/>
              <p:nvPr/>
            </p:nvSpPr>
            <p:spPr>
              <a:xfrm>
                <a:off x="5113232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g1213">
                <a:extLst>
                  <a:ext uri="{FF2B5EF4-FFF2-40B4-BE49-F238E27FC236}">
                    <a16:creationId xmlns:a16="http://schemas.microsoft.com/office/drawing/2014/main" id="{96CA7952-43F5-CA97-C92C-D10F92F74A52}"/>
                  </a:ext>
                </a:extLst>
              </p:cNvPr>
              <p:cNvSpPr/>
              <p:nvPr/>
            </p:nvSpPr>
            <p:spPr>
              <a:xfrm>
                <a:off x="512486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g1214">
                <a:extLst>
                  <a:ext uri="{FF2B5EF4-FFF2-40B4-BE49-F238E27FC236}">
                    <a16:creationId xmlns:a16="http://schemas.microsoft.com/office/drawing/2014/main" id="{1228B148-064C-7672-D006-215EAE368D0E}"/>
                  </a:ext>
                </a:extLst>
              </p:cNvPr>
              <p:cNvSpPr/>
              <p:nvPr/>
            </p:nvSpPr>
            <p:spPr>
              <a:xfrm>
                <a:off x="513650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g1215">
                <a:extLst>
                  <a:ext uri="{FF2B5EF4-FFF2-40B4-BE49-F238E27FC236}">
                    <a16:creationId xmlns:a16="http://schemas.microsoft.com/office/drawing/2014/main" id="{30B5B527-929B-8FD1-DB11-FEC6E841CD09}"/>
                  </a:ext>
                </a:extLst>
              </p:cNvPr>
              <p:cNvSpPr/>
              <p:nvPr/>
            </p:nvSpPr>
            <p:spPr>
              <a:xfrm>
                <a:off x="5148144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g1216">
                <a:extLst>
                  <a:ext uri="{FF2B5EF4-FFF2-40B4-BE49-F238E27FC236}">
                    <a16:creationId xmlns:a16="http://schemas.microsoft.com/office/drawing/2014/main" id="{2BD4CA78-7CE2-DB71-B956-2EA60CF76E16}"/>
                  </a:ext>
                </a:extLst>
              </p:cNvPr>
              <p:cNvSpPr/>
              <p:nvPr/>
            </p:nvSpPr>
            <p:spPr>
              <a:xfrm>
                <a:off x="515978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g1217">
                <a:extLst>
                  <a:ext uri="{FF2B5EF4-FFF2-40B4-BE49-F238E27FC236}">
                    <a16:creationId xmlns:a16="http://schemas.microsoft.com/office/drawing/2014/main" id="{20CD9B27-E087-F46F-36D6-161880067670}"/>
                  </a:ext>
                </a:extLst>
              </p:cNvPr>
              <p:cNvSpPr/>
              <p:nvPr/>
            </p:nvSpPr>
            <p:spPr>
              <a:xfrm>
                <a:off x="517141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g1218">
                <a:extLst>
                  <a:ext uri="{FF2B5EF4-FFF2-40B4-BE49-F238E27FC236}">
                    <a16:creationId xmlns:a16="http://schemas.microsoft.com/office/drawing/2014/main" id="{11F3653C-4624-44BC-23C0-0D91C88F3D67}"/>
                  </a:ext>
                </a:extLst>
              </p:cNvPr>
              <p:cNvSpPr/>
              <p:nvPr/>
            </p:nvSpPr>
            <p:spPr>
              <a:xfrm>
                <a:off x="5183056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g1219">
                <a:extLst>
                  <a:ext uri="{FF2B5EF4-FFF2-40B4-BE49-F238E27FC236}">
                    <a16:creationId xmlns:a16="http://schemas.microsoft.com/office/drawing/2014/main" id="{195511AE-D3D9-83DF-7B8D-9C31AF743AEF}"/>
                  </a:ext>
                </a:extLst>
              </p:cNvPr>
              <p:cNvSpPr/>
              <p:nvPr/>
            </p:nvSpPr>
            <p:spPr>
              <a:xfrm>
                <a:off x="519469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g1220">
                <a:extLst>
                  <a:ext uri="{FF2B5EF4-FFF2-40B4-BE49-F238E27FC236}">
                    <a16:creationId xmlns:a16="http://schemas.microsoft.com/office/drawing/2014/main" id="{3E3CFA2E-691F-ED15-C662-512D314B9FB2}"/>
                  </a:ext>
                </a:extLst>
              </p:cNvPr>
              <p:cNvSpPr/>
              <p:nvPr/>
            </p:nvSpPr>
            <p:spPr>
              <a:xfrm>
                <a:off x="520633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g1221">
                <a:extLst>
                  <a:ext uri="{FF2B5EF4-FFF2-40B4-BE49-F238E27FC236}">
                    <a16:creationId xmlns:a16="http://schemas.microsoft.com/office/drawing/2014/main" id="{64C32DA2-9278-F0ED-7075-93CF9ADF2956}"/>
                  </a:ext>
                </a:extLst>
              </p:cNvPr>
              <p:cNvSpPr/>
              <p:nvPr/>
            </p:nvSpPr>
            <p:spPr>
              <a:xfrm>
                <a:off x="5217968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g1222">
                <a:extLst>
                  <a:ext uri="{FF2B5EF4-FFF2-40B4-BE49-F238E27FC236}">
                    <a16:creationId xmlns:a16="http://schemas.microsoft.com/office/drawing/2014/main" id="{5991239F-F312-9DAA-5649-2E3ED0B09AF9}"/>
                  </a:ext>
                </a:extLst>
              </p:cNvPr>
              <p:cNvSpPr/>
              <p:nvPr/>
            </p:nvSpPr>
            <p:spPr>
              <a:xfrm>
                <a:off x="522960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g1223">
                <a:extLst>
                  <a:ext uri="{FF2B5EF4-FFF2-40B4-BE49-F238E27FC236}">
                    <a16:creationId xmlns:a16="http://schemas.microsoft.com/office/drawing/2014/main" id="{3ECDC515-5482-1427-4431-877C01245BEF}"/>
                  </a:ext>
                </a:extLst>
              </p:cNvPr>
              <p:cNvSpPr/>
              <p:nvPr/>
            </p:nvSpPr>
            <p:spPr>
              <a:xfrm>
                <a:off x="524124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g1224">
                <a:extLst>
                  <a:ext uri="{FF2B5EF4-FFF2-40B4-BE49-F238E27FC236}">
                    <a16:creationId xmlns:a16="http://schemas.microsoft.com/office/drawing/2014/main" id="{15C2AA92-30F3-7EA2-A700-3E99EC59915C}"/>
                  </a:ext>
                </a:extLst>
              </p:cNvPr>
              <p:cNvSpPr/>
              <p:nvPr/>
            </p:nvSpPr>
            <p:spPr>
              <a:xfrm>
                <a:off x="5252880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g1225">
                <a:extLst>
                  <a:ext uri="{FF2B5EF4-FFF2-40B4-BE49-F238E27FC236}">
                    <a16:creationId xmlns:a16="http://schemas.microsoft.com/office/drawing/2014/main" id="{C4CD923A-BCC0-D180-8DAF-5B3670BD69C5}"/>
                  </a:ext>
                </a:extLst>
              </p:cNvPr>
              <p:cNvSpPr/>
              <p:nvPr/>
            </p:nvSpPr>
            <p:spPr>
              <a:xfrm>
                <a:off x="527615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g1226">
                <a:extLst>
                  <a:ext uri="{FF2B5EF4-FFF2-40B4-BE49-F238E27FC236}">
                    <a16:creationId xmlns:a16="http://schemas.microsoft.com/office/drawing/2014/main" id="{8EC6812F-8458-E964-8B54-5D487A53A6B8}"/>
                  </a:ext>
                </a:extLst>
              </p:cNvPr>
              <p:cNvSpPr/>
              <p:nvPr/>
            </p:nvSpPr>
            <p:spPr>
              <a:xfrm>
                <a:off x="5287792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g1227">
                <a:extLst>
                  <a:ext uri="{FF2B5EF4-FFF2-40B4-BE49-F238E27FC236}">
                    <a16:creationId xmlns:a16="http://schemas.microsoft.com/office/drawing/2014/main" id="{94DCACA3-31C4-7981-3709-A97D004410D3}"/>
                  </a:ext>
                </a:extLst>
              </p:cNvPr>
              <p:cNvSpPr/>
              <p:nvPr/>
            </p:nvSpPr>
            <p:spPr>
              <a:xfrm>
                <a:off x="529942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g1228">
                <a:extLst>
                  <a:ext uri="{FF2B5EF4-FFF2-40B4-BE49-F238E27FC236}">
                    <a16:creationId xmlns:a16="http://schemas.microsoft.com/office/drawing/2014/main" id="{E1F4CED6-8F80-1FC2-5BFD-1BC2C251EBE7}"/>
                  </a:ext>
                </a:extLst>
              </p:cNvPr>
              <p:cNvSpPr/>
              <p:nvPr/>
            </p:nvSpPr>
            <p:spPr>
              <a:xfrm>
                <a:off x="531106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g1229">
                <a:extLst>
                  <a:ext uri="{FF2B5EF4-FFF2-40B4-BE49-F238E27FC236}">
                    <a16:creationId xmlns:a16="http://schemas.microsoft.com/office/drawing/2014/main" id="{A021D92E-7794-75C7-CCF0-AEC1E44484B9}"/>
                  </a:ext>
                </a:extLst>
              </p:cNvPr>
              <p:cNvSpPr/>
              <p:nvPr/>
            </p:nvSpPr>
            <p:spPr>
              <a:xfrm>
                <a:off x="5322704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g1230">
                <a:extLst>
                  <a:ext uri="{FF2B5EF4-FFF2-40B4-BE49-F238E27FC236}">
                    <a16:creationId xmlns:a16="http://schemas.microsoft.com/office/drawing/2014/main" id="{2AF986A5-2C78-CC37-4EB2-78DF9BD6CFC3}"/>
                  </a:ext>
                </a:extLst>
              </p:cNvPr>
              <p:cNvSpPr/>
              <p:nvPr/>
            </p:nvSpPr>
            <p:spPr>
              <a:xfrm>
                <a:off x="533434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g1231">
                <a:extLst>
                  <a:ext uri="{FF2B5EF4-FFF2-40B4-BE49-F238E27FC236}">
                    <a16:creationId xmlns:a16="http://schemas.microsoft.com/office/drawing/2014/main" id="{C5721B20-8B99-73AC-A33B-B2EB7C03678B}"/>
                  </a:ext>
                </a:extLst>
              </p:cNvPr>
              <p:cNvSpPr/>
              <p:nvPr/>
            </p:nvSpPr>
            <p:spPr>
              <a:xfrm>
                <a:off x="534597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g1232">
                <a:extLst>
                  <a:ext uri="{FF2B5EF4-FFF2-40B4-BE49-F238E27FC236}">
                    <a16:creationId xmlns:a16="http://schemas.microsoft.com/office/drawing/2014/main" id="{C1DFFABA-6865-E218-9378-A35F3F1D0E74}"/>
                  </a:ext>
                </a:extLst>
              </p:cNvPr>
              <p:cNvSpPr/>
              <p:nvPr/>
            </p:nvSpPr>
            <p:spPr>
              <a:xfrm>
                <a:off x="506668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g1233">
                <a:extLst>
                  <a:ext uri="{FF2B5EF4-FFF2-40B4-BE49-F238E27FC236}">
                    <a16:creationId xmlns:a16="http://schemas.microsoft.com/office/drawing/2014/main" id="{0643DCD1-E1E6-12E2-0395-1C635FD0415D}"/>
                  </a:ext>
                </a:extLst>
              </p:cNvPr>
              <p:cNvSpPr/>
              <p:nvPr/>
            </p:nvSpPr>
            <p:spPr>
              <a:xfrm>
                <a:off x="5078320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g1234">
                <a:extLst>
                  <a:ext uri="{FF2B5EF4-FFF2-40B4-BE49-F238E27FC236}">
                    <a16:creationId xmlns:a16="http://schemas.microsoft.com/office/drawing/2014/main" id="{14E22BB8-19F4-9649-74B6-F7DC393145C6}"/>
                  </a:ext>
                </a:extLst>
              </p:cNvPr>
              <p:cNvSpPr/>
              <p:nvPr/>
            </p:nvSpPr>
            <p:spPr>
              <a:xfrm>
                <a:off x="508995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g1235">
                <a:extLst>
                  <a:ext uri="{FF2B5EF4-FFF2-40B4-BE49-F238E27FC236}">
                    <a16:creationId xmlns:a16="http://schemas.microsoft.com/office/drawing/2014/main" id="{F55DB83C-E3C1-3707-A76E-06B3987F0DFA}"/>
                  </a:ext>
                </a:extLst>
              </p:cNvPr>
              <p:cNvSpPr/>
              <p:nvPr/>
            </p:nvSpPr>
            <p:spPr>
              <a:xfrm>
                <a:off x="510159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g1236">
                <a:extLst>
                  <a:ext uri="{FF2B5EF4-FFF2-40B4-BE49-F238E27FC236}">
                    <a16:creationId xmlns:a16="http://schemas.microsoft.com/office/drawing/2014/main" id="{13EFDDED-9B81-EF31-2880-B14A57FE158A}"/>
                  </a:ext>
                </a:extLst>
              </p:cNvPr>
              <p:cNvSpPr/>
              <p:nvPr/>
            </p:nvSpPr>
            <p:spPr>
              <a:xfrm>
                <a:off x="5113232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g1237">
                <a:extLst>
                  <a:ext uri="{FF2B5EF4-FFF2-40B4-BE49-F238E27FC236}">
                    <a16:creationId xmlns:a16="http://schemas.microsoft.com/office/drawing/2014/main" id="{F4EAA424-E540-4E59-48FD-4C4142514693}"/>
                  </a:ext>
                </a:extLst>
              </p:cNvPr>
              <p:cNvSpPr/>
              <p:nvPr/>
            </p:nvSpPr>
            <p:spPr>
              <a:xfrm>
                <a:off x="512486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g1238">
                <a:extLst>
                  <a:ext uri="{FF2B5EF4-FFF2-40B4-BE49-F238E27FC236}">
                    <a16:creationId xmlns:a16="http://schemas.microsoft.com/office/drawing/2014/main" id="{DAB97BC3-5634-6E45-13DB-C4997FF36CEA}"/>
                  </a:ext>
                </a:extLst>
              </p:cNvPr>
              <p:cNvSpPr/>
              <p:nvPr/>
            </p:nvSpPr>
            <p:spPr>
              <a:xfrm>
                <a:off x="513650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g1239">
                <a:extLst>
                  <a:ext uri="{FF2B5EF4-FFF2-40B4-BE49-F238E27FC236}">
                    <a16:creationId xmlns:a16="http://schemas.microsoft.com/office/drawing/2014/main" id="{1390C2F3-42EA-B944-23CB-22CBD45DF12A}"/>
                  </a:ext>
                </a:extLst>
              </p:cNvPr>
              <p:cNvSpPr/>
              <p:nvPr/>
            </p:nvSpPr>
            <p:spPr>
              <a:xfrm>
                <a:off x="5148144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g1240">
                <a:extLst>
                  <a:ext uri="{FF2B5EF4-FFF2-40B4-BE49-F238E27FC236}">
                    <a16:creationId xmlns:a16="http://schemas.microsoft.com/office/drawing/2014/main" id="{87887283-C62B-4784-F712-16B9FA1D0801}"/>
                  </a:ext>
                </a:extLst>
              </p:cNvPr>
              <p:cNvSpPr/>
              <p:nvPr/>
            </p:nvSpPr>
            <p:spPr>
              <a:xfrm>
                <a:off x="515978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g1241">
                <a:extLst>
                  <a:ext uri="{FF2B5EF4-FFF2-40B4-BE49-F238E27FC236}">
                    <a16:creationId xmlns:a16="http://schemas.microsoft.com/office/drawing/2014/main" id="{741FE504-AC4F-C206-3D2E-8ACAE0A9CC51}"/>
                  </a:ext>
                </a:extLst>
              </p:cNvPr>
              <p:cNvSpPr/>
              <p:nvPr/>
            </p:nvSpPr>
            <p:spPr>
              <a:xfrm>
                <a:off x="517141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g1242">
                <a:extLst>
                  <a:ext uri="{FF2B5EF4-FFF2-40B4-BE49-F238E27FC236}">
                    <a16:creationId xmlns:a16="http://schemas.microsoft.com/office/drawing/2014/main" id="{25151AB8-7E20-368B-6C93-4231AA123220}"/>
                  </a:ext>
                </a:extLst>
              </p:cNvPr>
              <p:cNvSpPr/>
              <p:nvPr/>
            </p:nvSpPr>
            <p:spPr>
              <a:xfrm>
                <a:off x="5183056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g1243">
                <a:extLst>
                  <a:ext uri="{FF2B5EF4-FFF2-40B4-BE49-F238E27FC236}">
                    <a16:creationId xmlns:a16="http://schemas.microsoft.com/office/drawing/2014/main" id="{7DBEBB67-C34F-3007-5C76-9851CBA1F2A0}"/>
                  </a:ext>
                </a:extLst>
              </p:cNvPr>
              <p:cNvSpPr/>
              <p:nvPr/>
            </p:nvSpPr>
            <p:spPr>
              <a:xfrm>
                <a:off x="519469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g1244">
                <a:extLst>
                  <a:ext uri="{FF2B5EF4-FFF2-40B4-BE49-F238E27FC236}">
                    <a16:creationId xmlns:a16="http://schemas.microsoft.com/office/drawing/2014/main" id="{112EAD39-330D-FB97-C91A-EB10EC574B74}"/>
                  </a:ext>
                </a:extLst>
              </p:cNvPr>
              <p:cNvSpPr/>
              <p:nvPr/>
            </p:nvSpPr>
            <p:spPr>
              <a:xfrm>
                <a:off x="520633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g1245">
                <a:extLst>
                  <a:ext uri="{FF2B5EF4-FFF2-40B4-BE49-F238E27FC236}">
                    <a16:creationId xmlns:a16="http://schemas.microsoft.com/office/drawing/2014/main" id="{DE7CB1D4-0E35-93DF-BAA0-7B3AC7E52ACF}"/>
                  </a:ext>
                </a:extLst>
              </p:cNvPr>
              <p:cNvSpPr/>
              <p:nvPr/>
            </p:nvSpPr>
            <p:spPr>
              <a:xfrm>
                <a:off x="5217968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g1246">
                <a:extLst>
                  <a:ext uri="{FF2B5EF4-FFF2-40B4-BE49-F238E27FC236}">
                    <a16:creationId xmlns:a16="http://schemas.microsoft.com/office/drawing/2014/main" id="{1963BF61-95A1-3D81-82F8-EDE239C6F29D}"/>
                  </a:ext>
                </a:extLst>
              </p:cNvPr>
              <p:cNvSpPr/>
              <p:nvPr/>
            </p:nvSpPr>
            <p:spPr>
              <a:xfrm>
                <a:off x="522960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g1247">
                <a:extLst>
                  <a:ext uri="{FF2B5EF4-FFF2-40B4-BE49-F238E27FC236}">
                    <a16:creationId xmlns:a16="http://schemas.microsoft.com/office/drawing/2014/main" id="{D862BA14-104B-108C-246B-57B1BC69A588}"/>
                  </a:ext>
                </a:extLst>
              </p:cNvPr>
              <p:cNvSpPr/>
              <p:nvPr/>
            </p:nvSpPr>
            <p:spPr>
              <a:xfrm>
                <a:off x="524124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g1248">
                <a:extLst>
                  <a:ext uri="{FF2B5EF4-FFF2-40B4-BE49-F238E27FC236}">
                    <a16:creationId xmlns:a16="http://schemas.microsoft.com/office/drawing/2014/main" id="{C32424DC-9A3E-C6C6-90C3-069EB9037087}"/>
                  </a:ext>
                </a:extLst>
              </p:cNvPr>
              <p:cNvSpPr/>
              <p:nvPr/>
            </p:nvSpPr>
            <p:spPr>
              <a:xfrm>
                <a:off x="5252880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g1249">
                <a:extLst>
                  <a:ext uri="{FF2B5EF4-FFF2-40B4-BE49-F238E27FC236}">
                    <a16:creationId xmlns:a16="http://schemas.microsoft.com/office/drawing/2014/main" id="{025C2CBF-73CA-292D-AA76-BE14E8ED06AB}"/>
                  </a:ext>
                </a:extLst>
              </p:cNvPr>
              <p:cNvSpPr/>
              <p:nvPr/>
            </p:nvSpPr>
            <p:spPr>
              <a:xfrm>
                <a:off x="526451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g1250">
                <a:extLst>
                  <a:ext uri="{FF2B5EF4-FFF2-40B4-BE49-F238E27FC236}">
                    <a16:creationId xmlns:a16="http://schemas.microsoft.com/office/drawing/2014/main" id="{20FA9507-ACD4-B780-E879-4B1A1004A090}"/>
                  </a:ext>
                </a:extLst>
              </p:cNvPr>
              <p:cNvSpPr/>
              <p:nvPr/>
            </p:nvSpPr>
            <p:spPr>
              <a:xfrm>
                <a:off x="527615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g1251">
                <a:extLst>
                  <a:ext uri="{FF2B5EF4-FFF2-40B4-BE49-F238E27FC236}">
                    <a16:creationId xmlns:a16="http://schemas.microsoft.com/office/drawing/2014/main" id="{C5FACF94-8A23-0E63-984D-C1585121B813}"/>
                  </a:ext>
                </a:extLst>
              </p:cNvPr>
              <p:cNvSpPr/>
              <p:nvPr/>
            </p:nvSpPr>
            <p:spPr>
              <a:xfrm>
                <a:off x="5287792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g1252">
                <a:extLst>
                  <a:ext uri="{FF2B5EF4-FFF2-40B4-BE49-F238E27FC236}">
                    <a16:creationId xmlns:a16="http://schemas.microsoft.com/office/drawing/2014/main" id="{0F5C4F36-7909-C451-7C83-249E3F96ACCC}"/>
                  </a:ext>
                </a:extLst>
              </p:cNvPr>
              <p:cNvSpPr/>
              <p:nvPr/>
            </p:nvSpPr>
            <p:spPr>
              <a:xfrm>
                <a:off x="529942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g1253">
                <a:extLst>
                  <a:ext uri="{FF2B5EF4-FFF2-40B4-BE49-F238E27FC236}">
                    <a16:creationId xmlns:a16="http://schemas.microsoft.com/office/drawing/2014/main" id="{0158BD6E-E6ED-6CFD-9733-8E246D8CDA0B}"/>
                  </a:ext>
                </a:extLst>
              </p:cNvPr>
              <p:cNvSpPr/>
              <p:nvPr/>
            </p:nvSpPr>
            <p:spPr>
              <a:xfrm>
                <a:off x="531106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g1254">
                <a:extLst>
                  <a:ext uri="{FF2B5EF4-FFF2-40B4-BE49-F238E27FC236}">
                    <a16:creationId xmlns:a16="http://schemas.microsoft.com/office/drawing/2014/main" id="{AF663EAA-C288-FE95-2E76-FEB18873C9F4}"/>
                  </a:ext>
                </a:extLst>
              </p:cNvPr>
              <p:cNvSpPr/>
              <p:nvPr/>
            </p:nvSpPr>
            <p:spPr>
              <a:xfrm>
                <a:off x="5322704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g1255">
                <a:extLst>
                  <a:ext uri="{FF2B5EF4-FFF2-40B4-BE49-F238E27FC236}">
                    <a16:creationId xmlns:a16="http://schemas.microsoft.com/office/drawing/2014/main" id="{D17E5082-D8E2-E725-36BE-0B4A0A4949DF}"/>
                  </a:ext>
                </a:extLst>
              </p:cNvPr>
              <p:cNvSpPr/>
              <p:nvPr/>
            </p:nvSpPr>
            <p:spPr>
              <a:xfrm>
                <a:off x="533434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g1256">
                <a:extLst>
                  <a:ext uri="{FF2B5EF4-FFF2-40B4-BE49-F238E27FC236}">
                    <a16:creationId xmlns:a16="http://schemas.microsoft.com/office/drawing/2014/main" id="{890E1F5A-8FF8-6A06-CFC2-209F9F7C4D00}"/>
                  </a:ext>
                </a:extLst>
              </p:cNvPr>
              <p:cNvSpPr/>
              <p:nvPr/>
            </p:nvSpPr>
            <p:spPr>
              <a:xfrm>
                <a:off x="506668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g1257">
                <a:extLst>
                  <a:ext uri="{FF2B5EF4-FFF2-40B4-BE49-F238E27FC236}">
                    <a16:creationId xmlns:a16="http://schemas.microsoft.com/office/drawing/2014/main" id="{DD89BD13-06E7-0272-52E0-9D373BCC2055}"/>
                  </a:ext>
                </a:extLst>
              </p:cNvPr>
              <p:cNvSpPr/>
              <p:nvPr/>
            </p:nvSpPr>
            <p:spPr>
              <a:xfrm>
                <a:off x="5078320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g1258">
                <a:extLst>
                  <a:ext uri="{FF2B5EF4-FFF2-40B4-BE49-F238E27FC236}">
                    <a16:creationId xmlns:a16="http://schemas.microsoft.com/office/drawing/2014/main" id="{764B468D-71AF-8346-FD0A-C3AC2BDA7633}"/>
                  </a:ext>
                </a:extLst>
              </p:cNvPr>
              <p:cNvSpPr/>
              <p:nvPr/>
            </p:nvSpPr>
            <p:spPr>
              <a:xfrm>
                <a:off x="508995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g1259">
                <a:extLst>
                  <a:ext uri="{FF2B5EF4-FFF2-40B4-BE49-F238E27FC236}">
                    <a16:creationId xmlns:a16="http://schemas.microsoft.com/office/drawing/2014/main" id="{5EAF8A1E-7C9C-B299-0054-9E2F12DC3C96}"/>
                  </a:ext>
                </a:extLst>
              </p:cNvPr>
              <p:cNvSpPr/>
              <p:nvPr/>
            </p:nvSpPr>
            <p:spPr>
              <a:xfrm>
                <a:off x="510159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g1260">
                <a:extLst>
                  <a:ext uri="{FF2B5EF4-FFF2-40B4-BE49-F238E27FC236}">
                    <a16:creationId xmlns:a16="http://schemas.microsoft.com/office/drawing/2014/main" id="{3355BE51-49AF-FFD5-6C19-167D9E94A948}"/>
                  </a:ext>
                </a:extLst>
              </p:cNvPr>
              <p:cNvSpPr/>
              <p:nvPr/>
            </p:nvSpPr>
            <p:spPr>
              <a:xfrm>
                <a:off x="5113232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g1261">
                <a:extLst>
                  <a:ext uri="{FF2B5EF4-FFF2-40B4-BE49-F238E27FC236}">
                    <a16:creationId xmlns:a16="http://schemas.microsoft.com/office/drawing/2014/main" id="{F3911BE5-CCCC-4319-4CB7-50F3E9A9CC0C}"/>
                  </a:ext>
                </a:extLst>
              </p:cNvPr>
              <p:cNvSpPr/>
              <p:nvPr/>
            </p:nvSpPr>
            <p:spPr>
              <a:xfrm>
                <a:off x="512486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g1262">
                <a:extLst>
                  <a:ext uri="{FF2B5EF4-FFF2-40B4-BE49-F238E27FC236}">
                    <a16:creationId xmlns:a16="http://schemas.microsoft.com/office/drawing/2014/main" id="{FB65B012-A3D7-C939-EA3C-27B42291AB92}"/>
                  </a:ext>
                </a:extLst>
              </p:cNvPr>
              <p:cNvSpPr/>
              <p:nvPr/>
            </p:nvSpPr>
            <p:spPr>
              <a:xfrm>
                <a:off x="513650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g1263">
                <a:extLst>
                  <a:ext uri="{FF2B5EF4-FFF2-40B4-BE49-F238E27FC236}">
                    <a16:creationId xmlns:a16="http://schemas.microsoft.com/office/drawing/2014/main" id="{1980C933-8A4E-1076-6E40-BEE1DD491193}"/>
                  </a:ext>
                </a:extLst>
              </p:cNvPr>
              <p:cNvSpPr/>
              <p:nvPr/>
            </p:nvSpPr>
            <p:spPr>
              <a:xfrm>
                <a:off x="5148144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g1264">
                <a:extLst>
                  <a:ext uri="{FF2B5EF4-FFF2-40B4-BE49-F238E27FC236}">
                    <a16:creationId xmlns:a16="http://schemas.microsoft.com/office/drawing/2014/main" id="{BE3DE80F-4EE6-50BA-2E47-B7C134096236}"/>
                  </a:ext>
                </a:extLst>
              </p:cNvPr>
              <p:cNvSpPr/>
              <p:nvPr/>
            </p:nvSpPr>
            <p:spPr>
              <a:xfrm>
                <a:off x="5159781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g1265">
                <a:extLst>
                  <a:ext uri="{FF2B5EF4-FFF2-40B4-BE49-F238E27FC236}">
                    <a16:creationId xmlns:a16="http://schemas.microsoft.com/office/drawing/2014/main" id="{172A3020-A49D-4548-B6E3-F53E56BD1CCC}"/>
                  </a:ext>
                </a:extLst>
              </p:cNvPr>
              <p:cNvSpPr/>
              <p:nvPr/>
            </p:nvSpPr>
            <p:spPr>
              <a:xfrm>
                <a:off x="517141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g1266">
                <a:extLst>
                  <a:ext uri="{FF2B5EF4-FFF2-40B4-BE49-F238E27FC236}">
                    <a16:creationId xmlns:a16="http://schemas.microsoft.com/office/drawing/2014/main" id="{C98BC685-529C-0D7C-345B-BA31801E680B}"/>
                  </a:ext>
                </a:extLst>
              </p:cNvPr>
              <p:cNvSpPr/>
              <p:nvPr/>
            </p:nvSpPr>
            <p:spPr>
              <a:xfrm>
                <a:off x="5183056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g1267">
                <a:extLst>
                  <a:ext uri="{FF2B5EF4-FFF2-40B4-BE49-F238E27FC236}">
                    <a16:creationId xmlns:a16="http://schemas.microsoft.com/office/drawing/2014/main" id="{668C1A9B-3520-3254-2B2A-89141944F1D8}"/>
                  </a:ext>
                </a:extLst>
              </p:cNvPr>
              <p:cNvSpPr/>
              <p:nvPr/>
            </p:nvSpPr>
            <p:spPr>
              <a:xfrm>
                <a:off x="519469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g1268">
                <a:extLst>
                  <a:ext uri="{FF2B5EF4-FFF2-40B4-BE49-F238E27FC236}">
                    <a16:creationId xmlns:a16="http://schemas.microsoft.com/office/drawing/2014/main" id="{B2508330-709C-EA33-3F86-7CFB11D29ADF}"/>
                  </a:ext>
                </a:extLst>
              </p:cNvPr>
              <p:cNvSpPr/>
              <p:nvPr/>
            </p:nvSpPr>
            <p:spPr>
              <a:xfrm>
                <a:off x="5206331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g1269">
                <a:extLst>
                  <a:ext uri="{FF2B5EF4-FFF2-40B4-BE49-F238E27FC236}">
                    <a16:creationId xmlns:a16="http://schemas.microsoft.com/office/drawing/2014/main" id="{E0996E38-070F-291C-D697-F9A36C4524A4}"/>
                  </a:ext>
                </a:extLst>
              </p:cNvPr>
              <p:cNvSpPr/>
              <p:nvPr/>
            </p:nvSpPr>
            <p:spPr>
              <a:xfrm>
                <a:off x="5217968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g1270">
                <a:extLst>
                  <a:ext uri="{FF2B5EF4-FFF2-40B4-BE49-F238E27FC236}">
                    <a16:creationId xmlns:a16="http://schemas.microsoft.com/office/drawing/2014/main" id="{7D9B843F-ABB9-6907-B595-6F42AA584122}"/>
                  </a:ext>
                </a:extLst>
              </p:cNvPr>
              <p:cNvSpPr/>
              <p:nvPr/>
            </p:nvSpPr>
            <p:spPr>
              <a:xfrm>
                <a:off x="522960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g1271">
                <a:extLst>
                  <a:ext uri="{FF2B5EF4-FFF2-40B4-BE49-F238E27FC236}">
                    <a16:creationId xmlns:a16="http://schemas.microsoft.com/office/drawing/2014/main" id="{9C6534BE-5C4D-DD15-4D1B-A4F5093D9D71}"/>
                  </a:ext>
                </a:extLst>
              </p:cNvPr>
              <p:cNvSpPr/>
              <p:nvPr/>
            </p:nvSpPr>
            <p:spPr>
              <a:xfrm>
                <a:off x="524124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g1272">
                <a:extLst>
                  <a:ext uri="{FF2B5EF4-FFF2-40B4-BE49-F238E27FC236}">
                    <a16:creationId xmlns:a16="http://schemas.microsoft.com/office/drawing/2014/main" id="{48684230-5EB1-88F3-AFEA-20758E43E39F}"/>
                  </a:ext>
                </a:extLst>
              </p:cNvPr>
              <p:cNvSpPr/>
              <p:nvPr/>
            </p:nvSpPr>
            <p:spPr>
              <a:xfrm>
                <a:off x="5252880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g1273">
                <a:extLst>
                  <a:ext uri="{FF2B5EF4-FFF2-40B4-BE49-F238E27FC236}">
                    <a16:creationId xmlns:a16="http://schemas.microsoft.com/office/drawing/2014/main" id="{8A1E34F5-DCA4-A42B-6844-E3E3DD785ACC}"/>
                  </a:ext>
                </a:extLst>
              </p:cNvPr>
              <p:cNvSpPr/>
              <p:nvPr/>
            </p:nvSpPr>
            <p:spPr>
              <a:xfrm>
                <a:off x="526451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g1274">
                <a:extLst>
                  <a:ext uri="{FF2B5EF4-FFF2-40B4-BE49-F238E27FC236}">
                    <a16:creationId xmlns:a16="http://schemas.microsoft.com/office/drawing/2014/main" id="{BB0502D7-2B5A-3996-44E3-EC695B53887A}"/>
                  </a:ext>
                </a:extLst>
              </p:cNvPr>
              <p:cNvSpPr/>
              <p:nvPr/>
            </p:nvSpPr>
            <p:spPr>
              <a:xfrm>
                <a:off x="527615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g1275">
                <a:extLst>
                  <a:ext uri="{FF2B5EF4-FFF2-40B4-BE49-F238E27FC236}">
                    <a16:creationId xmlns:a16="http://schemas.microsoft.com/office/drawing/2014/main" id="{494CD145-7A7C-6455-4130-AF40DAF6ACFE}"/>
                  </a:ext>
                </a:extLst>
              </p:cNvPr>
              <p:cNvSpPr/>
              <p:nvPr/>
            </p:nvSpPr>
            <p:spPr>
              <a:xfrm>
                <a:off x="5287792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g1276">
                <a:extLst>
                  <a:ext uri="{FF2B5EF4-FFF2-40B4-BE49-F238E27FC236}">
                    <a16:creationId xmlns:a16="http://schemas.microsoft.com/office/drawing/2014/main" id="{C8E6EE5B-E53A-AC67-E92D-66D8DC5BD896}"/>
                  </a:ext>
                </a:extLst>
              </p:cNvPr>
              <p:cNvSpPr/>
              <p:nvPr/>
            </p:nvSpPr>
            <p:spPr>
              <a:xfrm>
                <a:off x="529942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g1277">
                <a:extLst>
                  <a:ext uri="{FF2B5EF4-FFF2-40B4-BE49-F238E27FC236}">
                    <a16:creationId xmlns:a16="http://schemas.microsoft.com/office/drawing/2014/main" id="{2BF784F5-A969-62F4-D0EA-B56AAD1C33CA}"/>
                  </a:ext>
                </a:extLst>
              </p:cNvPr>
              <p:cNvSpPr/>
              <p:nvPr/>
            </p:nvSpPr>
            <p:spPr>
              <a:xfrm>
                <a:off x="531106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g1278">
                <a:extLst>
                  <a:ext uri="{FF2B5EF4-FFF2-40B4-BE49-F238E27FC236}">
                    <a16:creationId xmlns:a16="http://schemas.microsoft.com/office/drawing/2014/main" id="{CAF9E59F-763A-287A-E874-4415E60FFF30}"/>
                  </a:ext>
                </a:extLst>
              </p:cNvPr>
              <p:cNvSpPr/>
              <p:nvPr/>
            </p:nvSpPr>
            <p:spPr>
              <a:xfrm>
                <a:off x="5322704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g1279">
                <a:extLst>
                  <a:ext uri="{FF2B5EF4-FFF2-40B4-BE49-F238E27FC236}">
                    <a16:creationId xmlns:a16="http://schemas.microsoft.com/office/drawing/2014/main" id="{9A905CE9-A614-404E-B90D-F4CB56E1A4BA}"/>
                  </a:ext>
                </a:extLst>
              </p:cNvPr>
              <p:cNvSpPr/>
              <p:nvPr/>
            </p:nvSpPr>
            <p:spPr>
              <a:xfrm>
                <a:off x="5031771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g1280">
                <a:extLst>
                  <a:ext uri="{FF2B5EF4-FFF2-40B4-BE49-F238E27FC236}">
                    <a16:creationId xmlns:a16="http://schemas.microsoft.com/office/drawing/2014/main" id="{1E5E64FB-3D9A-59ED-41DA-E6900E8D6325}"/>
                  </a:ext>
                </a:extLst>
              </p:cNvPr>
              <p:cNvSpPr/>
              <p:nvPr/>
            </p:nvSpPr>
            <p:spPr>
              <a:xfrm>
                <a:off x="5043408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g1281">
                <a:extLst>
                  <a:ext uri="{FF2B5EF4-FFF2-40B4-BE49-F238E27FC236}">
                    <a16:creationId xmlns:a16="http://schemas.microsoft.com/office/drawing/2014/main" id="{EA57BEDB-2109-8015-1352-059FF3D7C697}"/>
                  </a:ext>
                </a:extLst>
              </p:cNvPr>
              <p:cNvSpPr/>
              <p:nvPr/>
            </p:nvSpPr>
            <p:spPr>
              <a:xfrm>
                <a:off x="506668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g1282">
                <a:extLst>
                  <a:ext uri="{FF2B5EF4-FFF2-40B4-BE49-F238E27FC236}">
                    <a16:creationId xmlns:a16="http://schemas.microsoft.com/office/drawing/2014/main" id="{21ADCE27-FE3E-415A-9A4D-0968EE9DF1DF}"/>
                  </a:ext>
                </a:extLst>
              </p:cNvPr>
              <p:cNvSpPr/>
              <p:nvPr/>
            </p:nvSpPr>
            <p:spPr>
              <a:xfrm>
                <a:off x="5078320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g1283">
                <a:extLst>
                  <a:ext uri="{FF2B5EF4-FFF2-40B4-BE49-F238E27FC236}">
                    <a16:creationId xmlns:a16="http://schemas.microsoft.com/office/drawing/2014/main" id="{78594260-9467-59C1-C7E4-390538F4D38B}"/>
                  </a:ext>
                </a:extLst>
              </p:cNvPr>
              <p:cNvSpPr/>
              <p:nvPr/>
            </p:nvSpPr>
            <p:spPr>
              <a:xfrm>
                <a:off x="508995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g1284">
                <a:extLst>
                  <a:ext uri="{FF2B5EF4-FFF2-40B4-BE49-F238E27FC236}">
                    <a16:creationId xmlns:a16="http://schemas.microsoft.com/office/drawing/2014/main" id="{26E9BE53-A0B5-5810-2239-5FD4A4C89CC0}"/>
                  </a:ext>
                </a:extLst>
              </p:cNvPr>
              <p:cNvSpPr/>
              <p:nvPr/>
            </p:nvSpPr>
            <p:spPr>
              <a:xfrm>
                <a:off x="510159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g1285">
                <a:extLst>
                  <a:ext uri="{FF2B5EF4-FFF2-40B4-BE49-F238E27FC236}">
                    <a16:creationId xmlns:a16="http://schemas.microsoft.com/office/drawing/2014/main" id="{F523651B-14DA-F5F2-B6BF-B07FB9D25E7D}"/>
                  </a:ext>
                </a:extLst>
              </p:cNvPr>
              <p:cNvSpPr/>
              <p:nvPr/>
            </p:nvSpPr>
            <p:spPr>
              <a:xfrm>
                <a:off x="5113232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g1286">
                <a:extLst>
                  <a:ext uri="{FF2B5EF4-FFF2-40B4-BE49-F238E27FC236}">
                    <a16:creationId xmlns:a16="http://schemas.microsoft.com/office/drawing/2014/main" id="{C34721C0-1C6C-9BE4-1103-EB292C4FCE75}"/>
                  </a:ext>
                </a:extLst>
              </p:cNvPr>
              <p:cNvSpPr/>
              <p:nvPr/>
            </p:nvSpPr>
            <p:spPr>
              <a:xfrm>
                <a:off x="5124869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g1287">
                <a:extLst>
                  <a:ext uri="{FF2B5EF4-FFF2-40B4-BE49-F238E27FC236}">
                    <a16:creationId xmlns:a16="http://schemas.microsoft.com/office/drawing/2014/main" id="{233CDD00-78A1-379D-60FC-D59EC074FBC0}"/>
                  </a:ext>
                </a:extLst>
              </p:cNvPr>
              <p:cNvSpPr/>
              <p:nvPr/>
            </p:nvSpPr>
            <p:spPr>
              <a:xfrm>
                <a:off x="513650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g1288">
                <a:extLst>
                  <a:ext uri="{FF2B5EF4-FFF2-40B4-BE49-F238E27FC236}">
                    <a16:creationId xmlns:a16="http://schemas.microsoft.com/office/drawing/2014/main" id="{CE81F1A7-1235-3DD0-2D49-F1BCF1F1527A}"/>
                  </a:ext>
                </a:extLst>
              </p:cNvPr>
              <p:cNvSpPr/>
              <p:nvPr/>
            </p:nvSpPr>
            <p:spPr>
              <a:xfrm>
                <a:off x="5148144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g1289">
                <a:extLst>
                  <a:ext uri="{FF2B5EF4-FFF2-40B4-BE49-F238E27FC236}">
                    <a16:creationId xmlns:a16="http://schemas.microsoft.com/office/drawing/2014/main" id="{E319EC03-BB24-1ADA-5D25-6A7F847DF188}"/>
                  </a:ext>
                </a:extLst>
              </p:cNvPr>
              <p:cNvSpPr/>
              <p:nvPr/>
            </p:nvSpPr>
            <p:spPr>
              <a:xfrm>
                <a:off x="5183056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g1290">
                <a:extLst>
                  <a:ext uri="{FF2B5EF4-FFF2-40B4-BE49-F238E27FC236}">
                    <a16:creationId xmlns:a16="http://schemas.microsoft.com/office/drawing/2014/main" id="{12662584-6D9E-B37D-8934-3C1C27F8A788}"/>
                  </a:ext>
                </a:extLst>
              </p:cNvPr>
              <p:cNvSpPr/>
              <p:nvPr/>
            </p:nvSpPr>
            <p:spPr>
              <a:xfrm>
                <a:off x="519469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g1291">
                <a:extLst>
                  <a:ext uri="{FF2B5EF4-FFF2-40B4-BE49-F238E27FC236}">
                    <a16:creationId xmlns:a16="http://schemas.microsoft.com/office/drawing/2014/main" id="{96D6CB42-171B-7D47-69C1-6DDDE077A040}"/>
                  </a:ext>
                </a:extLst>
              </p:cNvPr>
              <p:cNvSpPr/>
              <p:nvPr/>
            </p:nvSpPr>
            <p:spPr>
              <a:xfrm>
                <a:off x="5206331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g1292">
                <a:extLst>
                  <a:ext uri="{FF2B5EF4-FFF2-40B4-BE49-F238E27FC236}">
                    <a16:creationId xmlns:a16="http://schemas.microsoft.com/office/drawing/2014/main" id="{95AC8005-AB10-45C2-F0DD-815D7A77D5BE}"/>
                  </a:ext>
                </a:extLst>
              </p:cNvPr>
              <p:cNvSpPr/>
              <p:nvPr/>
            </p:nvSpPr>
            <p:spPr>
              <a:xfrm>
                <a:off x="5217968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g1293">
                <a:extLst>
                  <a:ext uri="{FF2B5EF4-FFF2-40B4-BE49-F238E27FC236}">
                    <a16:creationId xmlns:a16="http://schemas.microsoft.com/office/drawing/2014/main" id="{5EF12353-2F82-BD7D-C683-32955505CBBD}"/>
                  </a:ext>
                </a:extLst>
              </p:cNvPr>
              <p:cNvSpPr/>
              <p:nvPr/>
            </p:nvSpPr>
            <p:spPr>
              <a:xfrm>
                <a:off x="522960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g1294">
                <a:extLst>
                  <a:ext uri="{FF2B5EF4-FFF2-40B4-BE49-F238E27FC236}">
                    <a16:creationId xmlns:a16="http://schemas.microsoft.com/office/drawing/2014/main" id="{1D02FCA7-AC14-9825-63F1-A4E701F0B82A}"/>
                  </a:ext>
                </a:extLst>
              </p:cNvPr>
              <p:cNvSpPr/>
              <p:nvPr/>
            </p:nvSpPr>
            <p:spPr>
              <a:xfrm>
                <a:off x="524124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g1295">
                <a:extLst>
                  <a:ext uri="{FF2B5EF4-FFF2-40B4-BE49-F238E27FC236}">
                    <a16:creationId xmlns:a16="http://schemas.microsoft.com/office/drawing/2014/main" id="{EFDACB3D-E3A9-9DAD-6682-DA8E8BB3A5B6}"/>
                  </a:ext>
                </a:extLst>
              </p:cNvPr>
              <p:cNvSpPr/>
              <p:nvPr/>
            </p:nvSpPr>
            <p:spPr>
              <a:xfrm>
                <a:off x="5252880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g1296">
                <a:extLst>
                  <a:ext uri="{FF2B5EF4-FFF2-40B4-BE49-F238E27FC236}">
                    <a16:creationId xmlns:a16="http://schemas.microsoft.com/office/drawing/2014/main" id="{221DDC42-1F4A-2D1A-BE5B-289197A4C907}"/>
                  </a:ext>
                </a:extLst>
              </p:cNvPr>
              <p:cNvSpPr/>
              <p:nvPr/>
            </p:nvSpPr>
            <p:spPr>
              <a:xfrm>
                <a:off x="526451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g1297">
                <a:extLst>
                  <a:ext uri="{FF2B5EF4-FFF2-40B4-BE49-F238E27FC236}">
                    <a16:creationId xmlns:a16="http://schemas.microsoft.com/office/drawing/2014/main" id="{12B9269C-977C-CF76-2E22-739688E86819}"/>
                  </a:ext>
                </a:extLst>
              </p:cNvPr>
              <p:cNvSpPr/>
              <p:nvPr/>
            </p:nvSpPr>
            <p:spPr>
              <a:xfrm>
                <a:off x="527615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g1298">
                <a:extLst>
                  <a:ext uri="{FF2B5EF4-FFF2-40B4-BE49-F238E27FC236}">
                    <a16:creationId xmlns:a16="http://schemas.microsoft.com/office/drawing/2014/main" id="{E08D0E26-4538-A9A6-3166-21540D64AAB8}"/>
                  </a:ext>
                </a:extLst>
              </p:cNvPr>
              <p:cNvSpPr/>
              <p:nvPr/>
            </p:nvSpPr>
            <p:spPr>
              <a:xfrm>
                <a:off x="5287792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g1299">
                <a:extLst>
                  <a:ext uri="{FF2B5EF4-FFF2-40B4-BE49-F238E27FC236}">
                    <a16:creationId xmlns:a16="http://schemas.microsoft.com/office/drawing/2014/main" id="{CC753AAE-7692-60FC-36B8-468346AC6D09}"/>
                  </a:ext>
                </a:extLst>
              </p:cNvPr>
              <p:cNvSpPr/>
              <p:nvPr/>
            </p:nvSpPr>
            <p:spPr>
              <a:xfrm>
                <a:off x="5299429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g1300">
                <a:extLst>
                  <a:ext uri="{FF2B5EF4-FFF2-40B4-BE49-F238E27FC236}">
                    <a16:creationId xmlns:a16="http://schemas.microsoft.com/office/drawing/2014/main" id="{8CC5CBED-FCCC-1112-D10B-806E515AE8AB}"/>
                  </a:ext>
                </a:extLst>
              </p:cNvPr>
              <p:cNvSpPr/>
              <p:nvPr/>
            </p:nvSpPr>
            <p:spPr>
              <a:xfrm>
                <a:off x="531106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g1301">
                <a:extLst>
                  <a:ext uri="{FF2B5EF4-FFF2-40B4-BE49-F238E27FC236}">
                    <a16:creationId xmlns:a16="http://schemas.microsoft.com/office/drawing/2014/main" id="{FAAF4F35-580E-BAA3-7A6F-FBC1055A31F4}"/>
                  </a:ext>
                </a:extLst>
              </p:cNvPr>
              <p:cNvSpPr/>
              <p:nvPr/>
            </p:nvSpPr>
            <p:spPr>
              <a:xfrm>
                <a:off x="502013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g1302">
                <a:extLst>
                  <a:ext uri="{FF2B5EF4-FFF2-40B4-BE49-F238E27FC236}">
                    <a16:creationId xmlns:a16="http://schemas.microsoft.com/office/drawing/2014/main" id="{781A1E47-E7DC-0438-50C8-0D1BD3FA616C}"/>
                  </a:ext>
                </a:extLst>
              </p:cNvPr>
              <p:cNvSpPr/>
              <p:nvPr/>
            </p:nvSpPr>
            <p:spPr>
              <a:xfrm>
                <a:off x="5031771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g1303">
                <a:extLst>
                  <a:ext uri="{FF2B5EF4-FFF2-40B4-BE49-F238E27FC236}">
                    <a16:creationId xmlns:a16="http://schemas.microsoft.com/office/drawing/2014/main" id="{7FF315C4-1D88-61FD-DCDB-C888366BE6B0}"/>
                  </a:ext>
                </a:extLst>
              </p:cNvPr>
              <p:cNvSpPr/>
              <p:nvPr/>
            </p:nvSpPr>
            <p:spPr>
              <a:xfrm>
                <a:off x="5043408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g1304">
                <a:extLst>
                  <a:ext uri="{FF2B5EF4-FFF2-40B4-BE49-F238E27FC236}">
                    <a16:creationId xmlns:a16="http://schemas.microsoft.com/office/drawing/2014/main" id="{C40E98E8-55ED-B082-7D3B-90A2D2F01B39}"/>
                  </a:ext>
                </a:extLst>
              </p:cNvPr>
              <p:cNvSpPr/>
              <p:nvPr/>
            </p:nvSpPr>
            <p:spPr>
              <a:xfrm>
                <a:off x="505504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g1305">
                <a:extLst>
                  <a:ext uri="{FF2B5EF4-FFF2-40B4-BE49-F238E27FC236}">
                    <a16:creationId xmlns:a16="http://schemas.microsoft.com/office/drawing/2014/main" id="{923875CF-8F53-3677-15F8-400A2BE91A2F}"/>
                  </a:ext>
                </a:extLst>
              </p:cNvPr>
              <p:cNvSpPr/>
              <p:nvPr/>
            </p:nvSpPr>
            <p:spPr>
              <a:xfrm>
                <a:off x="506668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g1306">
                <a:extLst>
                  <a:ext uri="{FF2B5EF4-FFF2-40B4-BE49-F238E27FC236}">
                    <a16:creationId xmlns:a16="http://schemas.microsoft.com/office/drawing/2014/main" id="{89A7385A-186A-749F-40FE-17C94E8EFA92}"/>
                  </a:ext>
                </a:extLst>
              </p:cNvPr>
              <p:cNvSpPr/>
              <p:nvPr/>
            </p:nvSpPr>
            <p:spPr>
              <a:xfrm>
                <a:off x="5078320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g1307">
                <a:extLst>
                  <a:ext uri="{FF2B5EF4-FFF2-40B4-BE49-F238E27FC236}">
                    <a16:creationId xmlns:a16="http://schemas.microsoft.com/office/drawing/2014/main" id="{80FE4041-5BD3-0CB9-E563-AB079AB2B189}"/>
                  </a:ext>
                </a:extLst>
              </p:cNvPr>
              <p:cNvSpPr/>
              <p:nvPr/>
            </p:nvSpPr>
            <p:spPr>
              <a:xfrm>
                <a:off x="508995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g1308">
                <a:extLst>
                  <a:ext uri="{FF2B5EF4-FFF2-40B4-BE49-F238E27FC236}">
                    <a16:creationId xmlns:a16="http://schemas.microsoft.com/office/drawing/2014/main" id="{2C1374D1-9600-6FA9-2E23-CFB4FCA997C8}"/>
                  </a:ext>
                </a:extLst>
              </p:cNvPr>
              <p:cNvSpPr/>
              <p:nvPr/>
            </p:nvSpPr>
            <p:spPr>
              <a:xfrm>
                <a:off x="510159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g1309">
                <a:extLst>
                  <a:ext uri="{FF2B5EF4-FFF2-40B4-BE49-F238E27FC236}">
                    <a16:creationId xmlns:a16="http://schemas.microsoft.com/office/drawing/2014/main" id="{58D5A025-CD13-860D-FAE3-81BF6E995066}"/>
                  </a:ext>
                </a:extLst>
              </p:cNvPr>
              <p:cNvSpPr/>
              <p:nvPr/>
            </p:nvSpPr>
            <p:spPr>
              <a:xfrm>
                <a:off x="5113232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g1310">
                <a:extLst>
                  <a:ext uri="{FF2B5EF4-FFF2-40B4-BE49-F238E27FC236}">
                    <a16:creationId xmlns:a16="http://schemas.microsoft.com/office/drawing/2014/main" id="{9DE1C66E-CCB0-C89A-7C75-82BB040A19BE}"/>
                  </a:ext>
                </a:extLst>
              </p:cNvPr>
              <p:cNvSpPr/>
              <p:nvPr/>
            </p:nvSpPr>
            <p:spPr>
              <a:xfrm>
                <a:off x="5124869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g1311">
                <a:extLst>
                  <a:ext uri="{FF2B5EF4-FFF2-40B4-BE49-F238E27FC236}">
                    <a16:creationId xmlns:a16="http://schemas.microsoft.com/office/drawing/2014/main" id="{51227CAE-3FC6-5448-581D-09A496559510}"/>
                  </a:ext>
                </a:extLst>
              </p:cNvPr>
              <p:cNvSpPr/>
              <p:nvPr/>
            </p:nvSpPr>
            <p:spPr>
              <a:xfrm>
                <a:off x="513650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g1312">
                <a:extLst>
                  <a:ext uri="{FF2B5EF4-FFF2-40B4-BE49-F238E27FC236}">
                    <a16:creationId xmlns:a16="http://schemas.microsoft.com/office/drawing/2014/main" id="{7857568D-9B51-3F80-AD05-02172A09D92E}"/>
                  </a:ext>
                </a:extLst>
              </p:cNvPr>
              <p:cNvSpPr/>
              <p:nvPr/>
            </p:nvSpPr>
            <p:spPr>
              <a:xfrm>
                <a:off x="5148144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g1313">
                <a:extLst>
                  <a:ext uri="{FF2B5EF4-FFF2-40B4-BE49-F238E27FC236}">
                    <a16:creationId xmlns:a16="http://schemas.microsoft.com/office/drawing/2014/main" id="{661D583E-D393-D5D6-95C7-4ED41777617D}"/>
                  </a:ext>
                </a:extLst>
              </p:cNvPr>
              <p:cNvSpPr/>
              <p:nvPr/>
            </p:nvSpPr>
            <p:spPr>
              <a:xfrm>
                <a:off x="519469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g1314">
                <a:extLst>
                  <a:ext uri="{FF2B5EF4-FFF2-40B4-BE49-F238E27FC236}">
                    <a16:creationId xmlns:a16="http://schemas.microsoft.com/office/drawing/2014/main" id="{F36A20BE-20AC-A291-43C9-646AC5EE3638}"/>
                  </a:ext>
                </a:extLst>
              </p:cNvPr>
              <p:cNvSpPr/>
              <p:nvPr/>
            </p:nvSpPr>
            <p:spPr>
              <a:xfrm>
                <a:off x="5206331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g1315">
                <a:extLst>
                  <a:ext uri="{FF2B5EF4-FFF2-40B4-BE49-F238E27FC236}">
                    <a16:creationId xmlns:a16="http://schemas.microsoft.com/office/drawing/2014/main" id="{D75CA519-EEAB-5C35-1362-95CF4F34BF4C}"/>
                  </a:ext>
                </a:extLst>
              </p:cNvPr>
              <p:cNvSpPr/>
              <p:nvPr/>
            </p:nvSpPr>
            <p:spPr>
              <a:xfrm>
                <a:off x="5217968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g1316">
                <a:extLst>
                  <a:ext uri="{FF2B5EF4-FFF2-40B4-BE49-F238E27FC236}">
                    <a16:creationId xmlns:a16="http://schemas.microsoft.com/office/drawing/2014/main" id="{0EFDFF17-280A-2BC6-2C8F-4ADB94BD9B60}"/>
                  </a:ext>
                </a:extLst>
              </p:cNvPr>
              <p:cNvSpPr/>
              <p:nvPr/>
            </p:nvSpPr>
            <p:spPr>
              <a:xfrm>
                <a:off x="522960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g1317">
                <a:extLst>
                  <a:ext uri="{FF2B5EF4-FFF2-40B4-BE49-F238E27FC236}">
                    <a16:creationId xmlns:a16="http://schemas.microsoft.com/office/drawing/2014/main" id="{DAE7F00A-F382-F3B8-FB8D-7FC278BB127F}"/>
                  </a:ext>
                </a:extLst>
              </p:cNvPr>
              <p:cNvSpPr/>
              <p:nvPr/>
            </p:nvSpPr>
            <p:spPr>
              <a:xfrm>
                <a:off x="524124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g1318">
                <a:extLst>
                  <a:ext uri="{FF2B5EF4-FFF2-40B4-BE49-F238E27FC236}">
                    <a16:creationId xmlns:a16="http://schemas.microsoft.com/office/drawing/2014/main" id="{C9F7A945-308C-CA1F-C6CE-EAAD04202287}"/>
                  </a:ext>
                </a:extLst>
              </p:cNvPr>
              <p:cNvSpPr/>
              <p:nvPr/>
            </p:nvSpPr>
            <p:spPr>
              <a:xfrm>
                <a:off x="5252880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g1319">
                <a:extLst>
                  <a:ext uri="{FF2B5EF4-FFF2-40B4-BE49-F238E27FC236}">
                    <a16:creationId xmlns:a16="http://schemas.microsoft.com/office/drawing/2014/main" id="{4B5EA42C-CC2A-A02D-0198-F54EB8132ACF}"/>
                  </a:ext>
                </a:extLst>
              </p:cNvPr>
              <p:cNvSpPr/>
              <p:nvPr/>
            </p:nvSpPr>
            <p:spPr>
              <a:xfrm>
                <a:off x="526451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g1320">
                <a:extLst>
                  <a:ext uri="{FF2B5EF4-FFF2-40B4-BE49-F238E27FC236}">
                    <a16:creationId xmlns:a16="http://schemas.microsoft.com/office/drawing/2014/main" id="{D5013C87-40E4-99AF-20FA-5D1C9EF7ECF6}"/>
                  </a:ext>
                </a:extLst>
              </p:cNvPr>
              <p:cNvSpPr/>
              <p:nvPr/>
            </p:nvSpPr>
            <p:spPr>
              <a:xfrm>
                <a:off x="527615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g1321">
                <a:extLst>
                  <a:ext uri="{FF2B5EF4-FFF2-40B4-BE49-F238E27FC236}">
                    <a16:creationId xmlns:a16="http://schemas.microsoft.com/office/drawing/2014/main" id="{83C17827-0564-53A1-8282-595AC8B0C4A1}"/>
                  </a:ext>
                </a:extLst>
              </p:cNvPr>
              <p:cNvSpPr/>
              <p:nvPr/>
            </p:nvSpPr>
            <p:spPr>
              <a:xfrm>
                <a:off x="5287792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g1322">
                <a:extLst>
                  <a:ext uri="{FF2B5EF4-FFF2-40B4-BE49-F238E27FC236}">
                    <a16:creationId xmlns:a16="http://schemas.microsoft.com/office/drawing/2014/main" id="{01FF1537-6859-9049-2DAF-20CA3B528556}"/>
                  </a:ext>
                </a:extLst>
              </p:cNvPr>
              <p:cNvSpPr/>
              <p:nvPr/>
            </p:nvSpPr>
            <p:spPr>
              <a:xfrm>
                <a:off x="5299429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g1323">
                <a:extLst>
                  <a:ext uri="{FF2B5EF4-FFF2-40B4-BE49-F238E27FC236}">
                    <a16:creationId xmlns:a16="http://schemas.microsoft.com/office/drawing/2014/main" id="{3FBFDEC5-7A4D-936A-1126-F124624213B7}"/>
                  </a:ext>
                </a:extLst>
              </p:cNvPr>
              <p:cNvSpPr/>
              <p:nvPr/>
            </p:nvSpPr>
            <p:spPr>
              <a:xfrm>
                <a:off x="5008496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g1324">
                <a:extLst>
                  <a:ext uri="{FF2B5EF4-FFF2-40B4-BE49-F238E27FC236}">
                    <a16:creationId xmlns:a16="http://schemas.microsoft.com/office/drawing/2014/main" id="{69B09C67-53D6-5B49-3B2E-5D7A12C2EE43}"/>
                  </a:ext>
                </a:extLst>
              </p:cNvPr>
              <p:cNvSpPr/>
              <p:nvPr/>
            </p:nvSpPr>
            <p:spPr>
              <a:xfrm>
                <a:off x="502013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g1325">
                <a:extLst>
                  <a:ext uri="{FF2B5EF4-FFF2-40B4-BE49-F238E27FC236}">
                    <a16:creationId xmlns:a16="http://schemas.microsoft.com/office/drawing/2014/main" id="{E17ABA8B-6167-6FF7-1487-57C7D67FE612}"/>
                  </a:ext>
                </a:extLst>
              </p:cNvPr>
              <p:cNvSpPr/>
              <p:nvPr/>
            </p:nvSpPr>
            <p:spPr>
              <a:xfrm>
                <a:off x="5031771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g1326">
                <a:extLst>
                  <a:ext uri="{FF2B5EF4-FFF2-40B4-BE49-F238E27FC236}">
                    <a16:creationId xmlns:a16="http://schemas.microsoft.com/office/drawing/2014/main" id="{CDBFD554-7E31-BE8C-800A-9A224E71645F}"/>
                  </a:ext>
                </a:extLst>
              </p:cNvPr>
              <p:cNvSpPr/>
              <p:nvPr/>
            </p:nvSpPr>
            <p:spPr>
              <a:xfrm>
                <a:off x="5043408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g1327">
                <a:extLst>
                  <a:ext uri="{FF2B5EF4-FFF2-40B4-BE49-F238E27FC236}">
                    <a16:creationId xmlns:a16="http://schemas.microsoft.com/office/drawing/2014/main" id="{B5631429-E090-C09F-D9D6-A3C8212B4241}"/>
                  </a:ext>
                </a:extLst>
              </p:cNvPr>
              <p:cNvSpPr/>
              <p:nvPr/>
            </p:nvSpPr>
            <p:spPr>
              <a:xfrm>
                <a:off x="505504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g1328">
                <a:extLst>
                  <a:ext uri="{FF2B5EF4-FFF2-40B4-BE49-F238E27FC236}">
                    <a16:creationId xmlns:a16="http://schemas.microsoft.com/office/drawing/2014/main" id="{BA4BB147-2104-2EFF-4B0A-860D44B05E26}"/>
                  </a:ext>
                </a:extLst>
              </p:cNvPr>
              <p:cNvSpPr/>
              <p:nvPr/>
            </p:nvSpPr>
            <p:spPr>
              <a:xfrm>
                <a:off x="506668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g1329">
                <a:extLst>
                  <a:ext uri="{FF2B5EF4-FFF2-40B4-BE49-F238E27FC236}">
                    <a16:creationId xmlns:a16="http://schemas.microsoft.com/office/drawing/2014/main" id="{D1BAFBD3-6E43-8191-5216-15BDDCB0E39D}"/>
                  </a:ext>
                </a:extLst>
              </p:cNvPr>
              <p:cNvSpPr/>
              <p:nvPr/>
            </p:nvSpPr>
            <p:spPr>
              <a:xfrm>
                <a:off x="5078320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g1330">
                <a:extLst>
                  <a:ext uri="{FF2B5EF4-FFF2-40B4-BE49-F238E27FC236}">
                    <a16:creationId xmlns:a16="http://schemas.microsoft.com/office/drawing/2014/main" id="{C31CBF4B-0A50-1E78-CA6D-680D55ACC6A3}"/>
                  </a:ext>
                </a:extLst>
              </p:cNvPr>
              <p:cNvSpPr/>
              <p:nvPr/>
            </p:nvSpPr>
            <p:spPr>
              <a:xfrm>
                <a:off x="508995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g1331">
                <a:extLst>
                  <a:ext uri="{FF2B5EF4-FFF2-40B4-BE49-F238E27FC236}">
                    <a16:creationId xmlns:a16="http://schemas.microsoft.com/office/drawing/2014/main" id="{F516DF5D-13AF-415A-3392-A2948E128BE9}"/>
                  </a:ext>
                </a:extLst>
              </p:cNvPr>
              <p:cNvSpPr/>
              <p:nvPr/>
            </p:nvSpPr>
            <p:spPr>
              <a:xfrm>
                <a:off x="510159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g1332">
                <a:extLst>
                  <a:ext uri="{FF2B5EF4-FFF2-40B4-BE49-F238E27FC236}">
                    <a16:creationId xmlns:a16="http://schemas.microsoft.com/office/drawing/2014/main" id="{2CC49367-4512-91C8-DC30-D1858ED173F0}"/>
                  </a:ext>
                </a:extLst>
              </p:cNvPr>
              <p:cNvSpPr/>
              <p:nvPr/>
            </p:nvSpPr>
            <p:spPr>
              <a:xfrm>
                <a:off x="5113232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g1333">
                <a:extLst>
                  <a:ext uri="{FF2B5EF4-FFF2-40B4-BE49-F238E27FC236}">
                    <a16:creationId xmlns:a16="http://schemas.microsoft.com/office/drawing/2014/main" id="{C1AB4659-A88E-2B05-F307-5015EEBC2006}"/>
                  </a:ext>
                </a:extLst>
              </p:cNvPr>
              <p:cNvSpPr/>
              <p:nvPr/>
            </p:nvSpPr>
            <p:spPr>
              <a:xfrm>
                <a:off x="5124869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g1334">
                <a:extLst>
                  <a:ext uri="{FF2B5EF4-FFF2-40B4-BE49-F238E27FC236}">
                    <a16:creationId xmlns:a16="http://schemas.microsoft.com/office/drawing/2014/main" id="{F6463B2B-7844-1C9D-B00E-E2D20FC782AD}"/>
                  </a:ext>
                </a:extLst>
              </p:cNvPr>
              <p:cNvSpPr/>
              <p:nvPr/>
            </p:nvSpPr>
            <p:spPr>
              <a:xfrm>
                <a:off x="513650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g1335">
                <a:extLst>
                  <a:ext uri="{FF2B5EF4-FFF2-40B4-BE49-F238E27FC236}">
                    <a16:creationId xmlns:a16="http://schemas.microsoft.com/office/drawing/2014/main" id="{5E23B97F-15AB-E936-300A-E11F851B3088}"/>
                  </a:ext>
                </a:extLst>
              </p:cNvPr>
              <p:cNvSpPr/>
              <p:nvPr/>
            </p:nvSpPr>
            <p:spPr>
              <a:xfrm>
                <a:off x="5148144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g1336">
                <a:extLst>
                  <a:ext uri="{FF2B5EF4-FFF2-40B4-BE49-F238E27FC236}">
                    <a16:creationId xmlns:a16="http://schemas.microsoft.com/office/drawing/2014/main" id="{30D788A3-55D9-6045-2EB6-292B63CD2F84}"/>
                  </a:ext>
                </a:extLst>
              </p:cNvPr>
              <p:cNvSpPr/>
              <p:nvPr/>
            </p:nvSpPr>
            <p:spPr>
              <a:xfrm>
                <a:off x="519469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g1337">
                <a:extLst>
                  <a:ext uri="{FF2B5EF4-FFF2-40B4-BE49-F238E27FC236}">
                    <a16:creationId xmlns:a16="http://schemas.microsoft.com/office/drawing/2014/main" id="{FEB52306-A0CE-BCA1-59B0-415838FEA85A}"/>
                  </a:ext>
                </a:extLst>
              </p:cNvPr>
              <p:cNvSpPr/>
              <p:nvPr/>
            </p:nvSpPr>
            <p:spPr>
              <a:xfrm>
                <a:off x="5206331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g1338">
                <a:extLst>
                  <a:ext uri="{FF2B5EF4-FFF2-40B4-BE49-F238E27FC236}">
                    <a16:creationId xmlns:a16="http://schemas.microsoft.com/office/drawing/2014/main" id="{452F244E-CD31-33A4-834A-619567B485D8}"/>
                  </a:ext>
                </a:extLst>
              </p:cNvPr>
              <p:cNvSpPr/>
              <p:nvPr/>
            </p:nvSpPr>
            <p:spPr>
              <a:xfrm>
                <a:off x="5217968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g1339">
                <a:extLst>
                  <a:ext uri="{FF2B5EF4-FFF2-40B4-BE49-F238E27FC236}">
                    <a16:creationId xmlns:a16="http://schemas.microsoft.com/office/drawing/2014/main" id="{02BCDFB2-46A9-462D-0582-63239346B26C}"/>
                  </a:ext>
                </a:extLst>
              </p:cNvPr>
              <p:cNvSpPr/>
              <p:nvPr/>
            </p:nvSpPr>
            <p:spPr>
              <a:xfrm>
                <a:off x="522960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g1340">
                <a:extLst>
                  <a:ext uri="{FF2B5EF4-FFF2-40B4-BE49-F238E27FC236}">
                    <a16:creationId xmlns:a16="http://schemas.microsoft.com/office/drawing/2014/main" id="{3EFA67BE-926C-EFB6-02D4-A55A1169FC8D}"/>
                  </a:ext>
                </a:extLst>
              </p:cNvPr>
              <p:cNvSpPr/>
              <p:nvPr/>
            </p:nvSpPr>
            <p:spPr>
              <a:xfrm>
                <a:off x="524124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g1341">
                <a:extLst>
                  <a:ext uri="{FF2B5EF4-FFF2-40B4-BE49-F238E27FC236}">
                    <a16:creationId xmlns:a16="http://schemas.microsoft.com/office/drawing/2014/main" id="{82D9D137-1414-D6BE-5DE2-F7A823C7304F}"/>
                  </a:ext>
                </a:extLst>
              </p:cNvPr>
              <p:cNvSpPr/>
              <p:nvPr/>
            </p:nvSpPr>
            <p:spPr>
              <a:xfrm>
                <a:off x="5252880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g1342">
                <a:extLst>
                  <a:ext uri="{FF2B5EF4-FFF2-40B4-BE49-F238E27FC236}">
                    <a16:creationId xmlns:a16="http://schemas.microsoft.com/office/drawing/2014/main" id="{96011363-C816-FB54-FD11-9B7E0589F024}"/>
                  </a:ext>
                </a:extLst>
              </p:cNvPr>
              <p:cNvSpPr/>
              <p:nvPr/>
            </p:nvSpPr>
            <p:spPr>
              <a:xfrm>
                <a:off x="526451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g1343">
                <a:extLst>
                  <a:ext uri="{FF2B5EF4-FFF2-40B4-BE49-F238E27FC236}">
                    <a16:creationId xmlns:a16="http://schemas.microsoft.com/office/drawing/2014/main" id="{6129F3DA-5A44-E714-4813-E8116766D79B}"/>
                  </a:ext>
                </a:extLst>
              </p:cNvPr>
              <p:cNvSpPr/>
              <p:nvPr/>
            </p:nvSpPr>
            <p:spPr>
              <a:xfrm>
                <a:off x="527615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g1344">
                <a:extLst>
                  <a:ext uri="{FF2B5EF4-FFF2-40B4-BE49-F238E27FC236}">
                    <a16:creationId xmlns:a16="http://schemas.microsoft.com/office/drawing/2014/main" id="{E0AC7889-B78F-F068-21FE-AA13980B790D}"/>
                  </a:ext>
                </a:extLst>
              </p:cNvPr>
              <p:cNvSpPr/>
              <p:nvPr/>
            </p:nvSpPr>
            <p:spPr>
              <a:xfrm>
                <a:off x="5287792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g1345">
                <a:extLst>
                  <a:ext uri="{FF2B5EF4-FFF2-40B4-BE49-F238E27FC236}">
                    <a16:creationId xmlns:a16="http://schemas.microsoft.com/office/drawing/2014/main" id="{D2660598-A6A7-6CEA-EB9A-07AE9F7F2019}"/>
                  </a:ext>
                </a:extLst>
              </p:cNvPr>
              <p:cNvSpPr/>
              <p:nvPr/>
            </p:nvSpPr>
            <p:spPr>
              <a:xfrm>
                <a:off x="4996859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g1346">
                <a:extLst>
                  <a:ext uri="{FF2B5EF4-FFF2-40B4-BE49-F238E27FC236}">
                    <a16:creationId xmlns:a16="http://schemas.microsoft.com/office/drawing/2014/main" id="{1472E8E8-B9B5-5665-0A1E-CE0C2B4D6C5D}"/>
                  </a:ext>
                </a:extLst>
              </p:cNvPr>
              <p:cNvSpPr/>
              <p:nvPr/>
            </p:nvSpPr>
            <p:spPr>
              <a:xfrm>
                <a:off x="5008496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g1347">
                <a:extLst>
                  <a:ext uri="{FF2B5EF4-FFF2-40B4-BE49-F238E27FC236}">
                    <a16:creationId xmlns:a16="http://schemas.microsoft.com/office/drawing/2014/main" id="{10CC2333-DE51-E82D-F8DA-7E39115BAC0A}"/>
                  </a:ext>
                </a:extLst>
              </p:cNvPr>
              <p:cNvSpPr/>
              <p:nvPr/>
            </p:nvSpPr>
            <p:spPr>
              <a:xfrm>
                <a:off x="502013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BFAB">
                  <a:alpha val="100000"/>
                </a:srgbClr>
              </a:solidFill>
              <a:ln w="5420" cap="flat">
                <a:solidFill>
                  <a:srgbClr val="57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g1348">
                <a:extLst>
                  <a:ext uri="{FF2B5EF4-FFF2-40B4-BE49-F238E27FC236}">
                    <a16:creationId xmlns:a16="http://schemas.microsoft.com/office/drawing/2014/main" id="{D87F4383-1F20-3E82-CBB8-0EAF3F6A6980}"/>
                  </a:ext>
                </a:extLst>
              </p:cNvPr>
              <p:cNvSpPr/>
              <p:nvPr/>
            </p:nvSpPr>
            <p:spPr>
              <a:xfrm>
                <a:off x="503177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g1349">
                <a:extLst>
                  <a:ext uri="{FF2B5EF4-FFF2-40B4-BE49-F238E27FC236}">
                    <a16:creationId xmlns:a16="http://schemas.microsoft.com/office/drawing/2014/main" id="{6A734054-AC46-99C6-BF59-AD598B436883}"/>
                  </a:ext>
                </a:extLst>
              </p:cNvPr>
              <p:cNvSpPr/>
              <p:nvPr/>
            </p:nvSpPr>
            <p:spPr>
              <a:xfrm>
                <a:off x="5043408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g1350">
                <a:extLst>
                  <a:ext uri="{FF2B5EF4-FFF2-40B4-BE49-F238E27FC236}">
                    <a16:creationId xmlns:a16="http://schemas.microsoft.com/office/drawing/2014/main" id="{4727382D-D358-8F94-269F-0F9C4DF00EE2}"/>
                  </a:ext>
                </a:extLst>
              </p:cNvPr>
              <p:cNvSpPr/>
              <p:nvPr/>
            </p:nvSpPr>
            <p:spPr>
              <a:xfrm>
                <a:off x="505504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g1351">
                <a:extLst>
                  <a:ext uri="{FF2B5EF4-FFF2-40B4-BE49-F238E27FC236}">
                    <a16:creationId xmlns:a16="http://schemas.microsoft.com/office/drawing/2014/main" id="{692E625B-E6B6-E7F4-2A67-78BE58B10C1B}"/>
                  </a:ext>
                </a:extLst>
              </p:cNvPr>
              <p:cNvSpPr/>
              <p:nvPr/>
            </p:nvSpPr>
            <p:spPr>
              <a:xfrm>
                <a:off x="506668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g1352">
                <a:extLst>
                  <a:ext uri="{FF2B5EF4-FFF2-40B4-BE49-F238E27FC236}">
                    <a16:creationId xmlns:a16="http://schemas.microsoft.com/office/drawing/2014/main" id="{741F9166-FF38-9826-756A-B7F924F023F4}"/>
                  </a:ext>
                </a:extLst>
              </p:cNvPr>
              <p:cNvSpPr/>
              <p:nvPr/>
            </p:nvSpPr>
            <p:spPr>
              <a:xfrm>
                <a:off x="5078320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g1353">
                <a:extLst>
                  <a:ext uri="{FF2B5EF4-FFF2-40B4-BE49-F238E27FC236}">
                    <a16:creationId xmlns:a16="http://schemas.microsoft.com/office/drawing/2014/main" id="{94AE3C21-97C3-7B16-5F06-BF8AA26362DD}"/>
                  </a:ext>
                </a:extLst>
              </p:cNvPr>
              <p:cNvSpPr/>
              <p:nvPr/>
            </p:nvSpPr>
            <p:spPr>
              <a:xfrm>
                <a:off x="508995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g1354">
                <a:extLst>
                  <a:ext uri="{FF2B5EF4-FFF2-40B4-BE49-F238E27FC236}">
                    <a16:creationId xmlns:a16="http://schemas.microsoft.com/office/drawing/2014/main" id="{851F0B40-AC21-F76E-1EF1-8D95A8393CDA}"/>
                  </a:ext>
                </a:extLst>
              </p:cNvPr>
              <p:cNvSpPr/>
              <p:nvPr/>
            </p:nvSpPr>
            <p:spPr>
              <a:xfrm>
                <a:off x="510159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g1355">
                <a:extLst>
                  <a:ext uri="{FF2B5EF4-FFF2-40B4-BE49-F238E27FC236}">
                    <a16:creationId xmlns:a16="http://schemas.microsoft.com/office/drawing/2014/main" id="{D16BB24B-9BDA-9B01-790B-DE94237DC3CD}"/>
                  </a:ext>
                </a:extLst>
              </p:cNvPr>
              <p:cNvSpPr/>
              <p:nvPr/>
            </p:nvSpPr>
            <p:spPr>
              <a:xfrm>
                <a:off x="5113232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g1356">
                <a:extLst>
                  <a:ext uri="{FF2B5EF4-FFF2-40B4-BE49-F238E27FC236}">
                    <a16:creationId xmlns:a16="http://schemas.microsoft.com/office/drawing/2014/main" id="{7C16D895-2B33-5FC9-CAFC-63BC79D35335}"/>
                  </a:ext>
                </a:extLst>
              </p:cNvPr>
              <p:cNvSpPr/>
              <p:nvPr/>
            </p:nvSpPr>
            <p:spPr>
              <a:xfrm>
                <a:off x="5124869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g1357">
                <a:extLst>
                  <a:ext uri="{FF2B5EF4-FFF2-40B4-BE49-F238E27FC236}">
                    <a16:creationId xmlns:a16="http://schemas.microsoft.com/office/drawing/2014/main" id="{A7D35E82-C480-8F23-BEB5-A0AD68518C82}"/>
                  </a:ext>
                </a:extLst>
              </p:cNvPr>
              <p:cNvSpPr/>
              <p:nvPr/>
            </p:nvSpPr>
            <p:spPr>
              <a:xfrm>
                <a:off x="513650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g1358">
                <a:extLst>
                  <a:ext uri="{FF2B5EF4-FFF2-40B4-BE49-F238E27FC236}">
                    <a16:creationId xmlns:a16="http://schemas.microsoft.com/office/drawing/2014/main" id="{07A1B4BF-9966-2985-DE5D-7AA93806FDF8}"/>
                  </a:ext>
                </a:extLst>
              </p:cNvPr>
              <p:cNvSpPr/>
              <p:nvPr/>
            </p:nvSpPr>
            <p:spPr>
              <a:xfrm>
                <a:off x="5148144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g1359">
                <a:extLst>
                  <a:ext uri="{FF2B5EF4-FFF2-40B4-BE49-F238E27FC236}">
                    <a16:creationId xmlns:a16="http://schemas.microsoft.com/office/drawing/2014/main" id="{FFFB458D-DBBF-6DFF-27F8-9BFCACF05C09}"/>
                  </a:ext>
                </a:extLst>
              </p:cNvPr>
              <p:cNvSpPr/>
              <p:nvPr/>
            </p:nvSpPr>
            <p:spPr>
              <a:xfrm>
                <a:off x="515978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g1360">
                <a:extLst>
                  <a:ext uri="{FF2B5EF4-FFF2-40B4-BE49-F238E27FC236}">
                    <a16:creationId xmlns:a16="http://schemas.microsoft.com/office/drawing/2014/main" id="{4BA1E672-6416-C638-12F0-C51B9394D912}"/>
                  </a:ext>
                </a:extLst>
              </p:cNvPr>
              <p:cNvSpPr/>
              <p:nvPr/>
            </p:nvSpPr>
            <p:spPr>
              <a:xfrm>
                <a:off x="520633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g1361">
                <a:extLst>
                  <a:ext uri="{FF2B5EF4-FFF2-40B4-BE49-F238E27FC236}">
                    <a16:creationId xmlns:a16="http://schemas.microsoft.com/office/drawing/2014/main" id="{3E968846-8E65-BB64-50A3-9F935173FE00}"/>
                  </a:ext>
                </a:extLst>
              </p:cNvPr>
              <p:cNvSpPr/>
              <p:nvPr/>
            </p:nvSpPr>
            <p:spPr>
              <a:xfrm>
                <a:off x="5217968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g1362">
                <a:extLst>
                  <a:ext uri="{FF2B5EF4-FFF2-40B4-BE49-F238E27FC236}">
                    <a16:creationId xmlns:a16="http://schemas.microsoft.com/office/drawing/2014/main" id="{E9C37D40-E8FD-C047-D7D3-5BD8276F61C7}"/>
                  </a:ext>
                </a:extLst>
              </p:cNvPr>
              <p:cNvSpPr/>
              <p:nvPr/>
            </p:nvSpPr>
            <p:spPr>
              <a:xfrm>
                <a:off x="522960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g1363">
                <a:extLst>
                  <a:ext uri="{FF2B5EF4-FFF2-40B4-BE49-F238E27FC236}">
                    <a16:creationId xmlns:a16="http://schemas.microsoft.com/office/drawing/2014/main" id="{70968E62-B0FE-294A-204B-57A4B84F4383}"/>
                  </a:ext>
                </a:extLst>
              </p:cNvPr>
              <p:cNvSpPr/>
              <p:nvPr/>
            </p:nvSpPr>
            <p:spPr>
              <a:xfrm>
                <a:off x="524124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g1364">
                <a:extLst>
                  <a:ext uri="{FF2B5EF4-FFF2-40B4-BE49-F238E27FC236}">
                    <a16:creationId xmlns:a16="http://schemas.microsoft.com/office/drawing/2014/main" id="{F24354E1-7592-8424-D096-055F62F56ADC}"/>
                  </a:ext>
                </a:extLst>
              </p:cNvPr>
              <p:cNvSpPr/>
              <p:nvPr/>
            </p:nvSpPr>
            <p:spPr>
              <a:xfrm>
                <a:off x="5252880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g1365">
                <a:extLst>
                  <a:ext uri="{FF2B5EF4-FFF2-40B4-BE49-F238E27FC236}">
                    <a16:creationId xmlns:a16="http://schemas.microsoft.com/office/drawing/2014/main" id="{16BB2194-C613-0C9C-030C-7901CAA1AF84}"/>
                  </a:ext>
                </a:extLst>
              </p:cNvPr>
              <p:cNvSpPr/>
              <p:nvPr/>
            </p:nvSpPr>
            <p:spPr>
              <a:xfrm>
                <a:off x="526451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g1366">
                <a:extLst>
                  <a:ext uri="{FF2B5EF4-FFF2-40B4-BE49-F238E27FC236}">
                    <a16:creationId xmlns:a16="http://schemas.microsoft.com/office/drawing/2014/main" id="{A3EC06EE-DC26-7619-479D-CA21FC68960E}"/>
                  </a:ext>
                </a:extLst>
              </p:cNvPr>
              <p:cNvSpPr/>
              <p:nvPr/>
            </p:nvSpPr>
            <p:spPr>
              <a:xfrm>
                <a:off x="527615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g1367">
                <a:extLst>
                  <a:ext uri="{FF2B5EF4-FFF2-40B4-BE49-F238E27FC236}">
                    <a16:creationId xmlns:a16="http://schemas.microsoft.com/office/drawing/2014/main" id="{4BE4D91A-D804-80A9-6610-290D401C95B1}"/>
                  </a:ext>
                </a:extLst>
              </p:cNvPr>
              <p:cNvSpPr/>
              <p:nvPr/>
            </p:nvSpPr>
            <p:spPr>
              <a:xfrm>
                <a:off x="4996859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g1368">
                <a:extLst>
                  <a:ext uri="{FF2B5EF4-FFF2-40B4-BE49-F238E27FC236}">
                    <a16:creationId xmlns:a16="http://schemas.microsoft.com/office/drawing/2014/main" id="{61409C45-28AC-CE5F-C5F3-F7D2E8A2CF2F}"/>
                  </a:ext>
                </a:extLst>
              </p:cNvPr>
              <p:cNvSpPr/>
              <p:nvPr/>
            </p:nvSpPr>
            <p:spPr>
              <a:xfrm>
                <a:off x="5008496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g1369">
                <a:extLst>
                  <a:ext uri="{FF2B5EF4-FFF2-40B4-BE49-F238E27FC236}">
                    <a16:creationId xmlns:a16="http://schemas.microsoft.com/office/drawing/2014/main" id="{6208D5D5-9ABE-5DEA-65AE-D132FE21F289}"/>
                  </a:ext>
                </a:extLst>
              </p:cNvPr>
              <p:cNvSpPr/>
              <p:nvPr/>
            </p:nvSpPr>
            <p:spPr>
              <a:xfrm>
                <a:off x="502013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g1370">
                <a:extLst>
                  <a:ext uri="{FF2B5EF4-FFF2-40B4-BE49-F238E27FC236}">
                    <a16:creationId xmlns:a16="http://schemas.microsoft.com/office/drawing/2014/main" id="{6A849B4B-AEB7-A425-B771-9050E5711659}"/>
                  </a:ext>
                </a:extLst>
              </p:cNvPr>
              <p:cNvSpPr/>
              <p:nvPr/>
            </p:nvSpPr>
            <p:spPr>
              <a:xfrm>
                <a:off x="503177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g1371">
                <a:extLst>
                  <a:ext uri="{FF2B5EF4-FFF2-40B4-BE49-F238E27FC236}">
                    <a16:creationId xmlns:a16="http://schemas.microsoft.com/office/drawing/2014/main" id="{67BCCF1A-2CCA-5EFA-FCE3-A734202C9F2C}"/>
                  </a:ext>
                </a:extLst>
              </p:cNvPr>
              <p:cNvSpPr/>
              <p:nvPr/>
            </p:nvSpPr>
            <p:spPr>
              <a:xfrm>
                <a:off x="5043408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g1372">
                <a:extLst>
                  <a:ext uri="{FF2B5EF4-FFF2-40B4-BE49-F238E27FC236}">
                    <a16:creationId xmlns:a16="http://schemas.microsoft.com/office/drawing/2014/main" id="{63A14243-0977-47C2-0E61-E553CBFF400F}"/>
                  </a:ext>
                </a:extLst>
              </p:cNvPr>
              <p:cNvSpPr/>
              <p:nvPr/>
            </p:nvSpPr>
            <p:spPr>
              <a:xfrm>
                <a:off x="505504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g1373">
                <a:extLst>
                  <a:ext uri="{FF2B5EF4-FFF2-40B4-BE49-F238E27FC236}">
                    <a16:creationId xmlns:a16="http://schemas.microsoft.com/office/drawing/2014/main" id="{3BBEC1DC-F8D4-16DC-9EE6-F8CE0E398FF7}"/>
                  </a:ext>
                </a:extLst>
              </p:cNvPr>
              <p:cNvSpPr/>
              <p:nvPr/>
            </p:nvSpPr>
            <p:spPr>
              <a:xfrm>
                <a:off x="506668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g1374">
                <a:extLst>
                  <a:ext uri="{FF2B5EF4-FFF2-40B4-BE49-F238E27FC236}">
                    <a16:creationId xmlns:a16="http://schemas.microsoft.com/office/drawing/2014/main" id="{4CDC5382-CEFC-D138-80C2-ACB2F84AD09A}"/>
                  </a:ext>
                </a:extLst>
              </p:cNvPr>
              <p:cNvSpPr/>
              <p:nvPr/>
            </p:nvSpPr>
            <p:spPr>
              <a:xfrm>
                <a:off x="5078320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g1375">
                <a:extLst>
                  <a:ext uri="{FF2B5EF4-FFF2-40B4-BE49-F238E27FC236}">
                    <a16:creationId xmlns:a16="http://schemas.microsoft.com/office/drawing/2014/main" id="{740ABB9E-4F30-DD0C-728D-ACF0B190864E}"/>
                  </a:ext>
                </a:extLst>
              </p:cNvPr>
              <p:cNvSpPr/>
              <p:nvPr/>
            </p:nvSpPr>
            <p:spPr>
              <a:xfrm>
                <a:off x="508995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g1376">
                <a:extLst>
                  <a:ext uri="{FF2B5EF4-FFF2-40B4-BE49-F238E27FC236}">
                    <a16:creationId xmlns:a16="http://schemas.microsoft.com/office/drawing/2014/main" id="{5E08C326-DE06-D60F-71A3-1C35A80A4B33}"/>
                  </a:ext>
                </a:extLst>
              </p:cNvPr>
              <p:cNvSpPr/>
              <p:nvPr/>
            </p:nvSpPr>
            <p:spPr>
              <a:xfrm>
                <a:off x="510159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g1377">
                <a:extLst>
                  <a:ext uri="{FF2B5EF4-FFF2-40B4-BE49-F238E27FC236}">
                    <a16:creationId xmlns:a16="http://schemas.microsoft.com/office/drawing/2014/main" id="{1E524BD0-FCE5-2255-9858-C66CA37C24A5}"/>
                  </a:ext>
                </a:extLst>
              </p:cNvPr>
              <p:cNvSpPr/>
              <p:nvPr/>
            </p:nvSpPr>
            <p:spPr>
              <a:xfrm>
                <a:off x="5113232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g1378">
                <a:extLst>
                  <a:ext uri="{FF2B5EF4-FFF2-40B4-BE49-F238E27FC236}">
                    <a16:creationId xmlns:a16="http://schemas.microsoft.com/office/drawing/2014/main" id="{2668D561-0741-CC2B-5E4A-0CA480CFB322}"/>
                  </a:ext>
                </a:extLst>
              </p:cNvPr>
              <p:cNvSpPr/>
              <p:nvPr/>
            </p:nvSpPr>
            <p:spPr>
              <a:xfrm>
                <a:off x="5124869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B">
                  <a:alpha val="100000"/>
                </a:srgbClr>
              </a:solidFill>
              <a:ln w="5420" cap="flat">
                <a:solidFill>
                  <a:srgbClr val="48A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g1379">
                <a:extLst>
                  <a:ext uri="{FF2B5EF4-FFF2-40B4-BE49-F238E27FC236}">
                    <a16:creationId xmlns:a16="http://schemas.microsoft.com/office/drawing/2014/main" id="{C53FBA03-D61F-610D-59C5-9CFDE11B5167}"/>
                  </a:ext>
                </a:extLst>
              </p:cNvPr>
              <p:cNvSpPr/>
              <p:nvPr/>
            </p:nvSpPr>
            <p:spPr>
              <a:xfrm>
                <a:off x="513650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g1380">
                <a:extLst>
                  <a:ext uri="{FF2B5EF4-FFF2-40B4-BE49-F238E27FC236}">
                    <a16:creationId xmlns:a16="http://schemas.microsoft.com/office/drawing/2014/main" id="{3A7FD96C-4B78-C182-B503-067790009D5B}"/>
                  </a:ext>
                </a:extLst>
              </p:cNvPr>
              <p:cNvSpPr/>
              <p:nvPr/>
            </p:nvSpPr>
            <p:spPr>
              <a:xfrm>
                <a:off x="5148144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g1381">
                <a:extLst>
                  <a:ext uri="{FF2B5EF4-FFF2-40B4-BE49-F238E27FC236}">
                    <a16:creationId xmlns:a16="http://schemas.microsoft.com/office/drawing/2014/main" id="{1840B1A9-607C-C9B0-4767-C3E11506C6A7}"/>
                  </a:ext>
                </a:extLst>
              </p:cNvPr>
              <p:cNvSpPr/>
              <p:nvPr/>
            </p:nvSpPr>
            <p:spPr>
              <a:xfrm>
                <a:off x="515978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g1382">
                <a:extLst>
                  <a:ext uri="{FF2B5EF4-FFF2-40B4-BE49-F238E27FC236}">
                    <a16:creationId xmlns:a16="http://schemas.microsoft.com/office/drawing/2014/main" id="{4A118B34-4276-FE03-D9CB-FB75B2C3F4FC}"/>
                  </a:ext>
                </a:extLst>
              </p:cNvPr>
              <p:cNvSpPr/>
              <p:nvPr/>
            </p:nvSpPr>
            <p:spPr>
              <a:xfrm>
                <a:off x="520633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g1383">
                <a:extLst>
                  <a:ext uri="{FF2B5EF4-FFF2-40B4-BE49-F238E27FC236}">
                    <a16:creationId xmlns:a16="http://schemas.microsoft.com/office/drawing/2014/main" id="{556852E0-9816-0EAC-30C7-F4610E9161EC}"/>
                  </a:ext>
                </a:extLst>
              </p:cNvPr>
              <p:cNvSpPr/>
              <p:nvPr/>
            </p:nvSpPr>
            <p:spPr>
              <a:xfrm>
                <a:off x="5217968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g1384">
                <a:extLst>
                  <a:ext uri="{FF2B5EF4-FFF2-40B4-BE49-F238E27FC236}">
                    <a16:creationId xmlns:a16="http://schemas.microsoft.com/office/drawing/2014/main" id="{8EBD1A0C-792D-0C80-7256-A6A3CBC74E83}"/>
                  </a:ext>
                </a:extLst>
              </p:cNvPr>
              <p:cNvSpPr/>
              <p:nvPr/>
            </p:nvSpPr>
            <p:spPr>
              <a:xfrm>
                <a:off x="522960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g1385">
                <a:extLst>
                  <a:ext uri="{FF2B5EF4-FFF2-40B4-BE49-F238E27FC236}">
                    <a16:creationId xmlns:a16="http://schemas.microsoft.com/office/drawing/2014/main" id="{654C350C-EFB8-CD9D-5342-7B8E21C055AC}"/>
                  </a:ext>
                </a:extLst>
              </p:cNvPr>
              <p:cNvSpPr/>
              <p:nvPr/>
            </p:nvSpPr>
            <p:spPr>
              <a:xfrm>
                <a:off x="524124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g1386">
                <a:extLst>
                  <a:ext uri="{FF2B5EF4-FFF2-40B4-BE49-F238E27FC236}">
                    <a16:creationId xmlns:a16="http://schemas.microsoft.com/office/drawing/2014/main" id="{BBD20CBB-508D-B928-9C2D-90774ABEB6E2}"/>
                  </a:ext>
                </a:extLst>
              </p:cNvPr>
              <p:cNvSpPr/>
              <p:nvPr/>
            </p:nvSpPr>
            <p:spPr>
              <a:xfrm>
                <a:off x="5252880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g1387">
                <a:extLst>
                  <a:ext uri="{FF2B5EF4-FFF2-40B4-BE49-F238E27FC236}">
                    <a16:creationId xmlns:a16="http://schemas.microsoft.com/office/drawing/2014/main" id="{D9B1C3B0-CEA6-4712-5B32-32B9DE018052}"/>
                  </a:ext>
                </a:extLst>
              </p:cNvPr>
              <p:cNvSpPr/>
              <p:nvPr/>
            </p:nvSpPr>
            <p:spPr>
              <a:xfrm>
                <a:off x="526451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g1388">
                <a:extLst>
                  <a:ext uri="{FF2B5EF4-FFF2-40B4-BE49-F238E27FC236}">
                    <a16:creationId xmlns:a16="http://schemas.microsoft.com/office/drawing/2014/main" id="{689095AD-BE53-7B08-1085-1DC17EEBD641}"/>
                  </a:ext>
                </a:extLst>
              </p:cNvPr>
              <p:cNvSpPr/>
              <p:nvPr/>
            </p:nvSpPr>
            <p:spPr>
              <a:xfrm>
                <a:off x="498522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g1389">
                <a:extLst>
                  <a:ext uri="{FF2B5EF4-FFF2-40B4-BE49-F238E27FC236}">
                    <a16:creationId xmlns:a16="http://schemas.microsoft.com/office/drawing/2014/main" id="{7CF660E7-AF13-741A-D985-70BFD83DC8D1}"/>
                  </a:ext>
                </a:extLst>
              </p:cNvPr>
              <p:cNvSpPr/>
              <p:nvPr/>
            </p:nvSpPr>
            <p:spPr>
              <a:xfrm>
                <a:off x="499685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g1390">
                <a:extLst>
                  <a:ext uri="{FF2B5EF4-FFF2-40B4-BE49-F238E27FC236}">
                    <a16:creationId xmlns:a16="http://schemas.microsoft.com/office/drawing/2014/main" id="{E2D605CA-58C6-6237-FB79-9547A02410F7}"/>
                  </a:ext>
                </a:extLst>
              </p:cNvPr>
              <p:cNvSpPr/>
              <p:nvPr/>
            </p:nvSpPr>
            <p:spPr>
              <a:xfrm>
                <a:off x="5008496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g1391">
                <a:extLst>
                  <a:ext uri="{FF2B5EF4-FFF2-40B4-BE49-F238E27FC236}">
                    <a16:creationId xmlns:a16="http://schemas.microsoft.com/office/drawing/2014/main" id="{A8863095-32B1-E11F-F2EE-D4782DEB14EB}"/>
                  </a:ext>
                </a:extLst>
              </p:cNvPr>
              <p:cNvSpPr/>
              <p:nvPr/>
            </p:nvSpPr>
            <p:spPr>
              <a:xfrm>
                <a:off x="502013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g1392">
                <a:extLst>
                  <a:ext uri="{FF2B5EF4-FFF2-40B4-BE49-F238E27FC236}">
                    <a16:creationId xmlns:a16="http://schemas.microsoft.com/office/drawing/2014/main" id="{D1DF36F8-1ADC-7888-2395-90097BBAA4F5}"/>
                  </a:ext>
                </a:extLst>
              </p:cNvPr>
              <p:cNvSpPr/>
              <p:nvPr/>
            </p:nvSpPr>
            <p:spPr>
              <a:xfrm>
                <a:off x="503177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g1393">
                <a:extLst>
                  <a:ext uri="{FF2B5EF4-FFF2-40B4-BE49-F238E27FC236}">
                    <a16:creationId xmlns:a16="http://schemas.microsoft.com/office/drawing/2014/main" id="{C6EAC2D1-F507-FF85-9BA4-13B4A59362E3}"/>
                  </a:ext>
                </a:extLst>
              </p:cNvPr>
              <p:cNvSpPr/>
              <p:nvPr/>
            </p:nvSpPr>
            <p:spPr>
              <a:xfrm>
                <a:off x="5043408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g1394">
                <a:extLst>
                  <a:ext uri="{FF2B5EF4-FFF2-40B4-BE49-F238E27FC236}">
                    <a16:creationId xmlns:a16="http://schemas.microsoft.com/office/drawing/2014/main" id="{F57747BF-58A0-6CF7-ACB0-1E7334C19E00}"/>
                  </a:ext>
                </a:extLst>
              </p:cNvPr>
              <p:cNvSpPr/>
              <p:nvPr/>
            </p:nvSpPr>
            <p:spPr>
              <a:xfrm>
                <a:off x="505504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g1395">
                <a:extLst>
                  <a:ext uri="{FF2B5EF4-FFF2-40B4-BE49-F238E27FC236}">
                    <a16:creationId xmlns:a16="http://schemas.microsoft.com/office/drawing/2014/main" id="{E0CD8D86-3166-B8C9-C91D-6F0C3716DA71}"/>
                  </a:ext>
                </a:extLst>
              </p:cNvPr>
              <p:cNvSpPr/>
              <p:nvPr/>
            </p:nvSpPr>
            <p:spPr>
              <a:xfrm>
                <a:off x="506668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g1396">
                <a:extLst>
                  <a:ext uri="{FF2B5EF4-FFF2-40B4-BE49-F238E27FC236}">
                    <a16:creationId xmlns:a16="http://schemas.microsoft.com/office/drawing/2014/main" id="{82FEB292-8566-2808-336B-A24FFE829E4F}"/>
                  </a:ext>
                </a:extLst>
              </p:cNvPr>
              <p:cNvSpPr/>
              <p:nvPr/>
            </p:nvSpPr>
            <p:spPr>
              <a:xfrm>
                <a:off x="5078320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g1397">
                <a:extLst>
                  <a:ext uri="{FF2B5EF4-FFF2-40B4-BE49-F238E27FC236}">
                    <a16:creationId xmlns:a16="http://schemas.microsoft.com/office/drawing/2014/main" id="{40EE836E-0D6E-4064-00DF-6AFA908C6559}"/>
                  </a:ext>
                </a:extLst>
              </p:cNvPr>
              <p:cNvSpPr/>
              <p:nvPr/>
            </p:nvSpPr>
            <p:spPr>
              <a:xfrm>
                <a:off x="508995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g1398">
                <a:extLst>
                  <a:ext uri="{FF2B5EF4-FFF2-40B4-BE49-F238E27FC236}">
                    <a16:creationId xmlns:a16="http://schemas.microsoft.com/office/drawing/2014/main" id="{610134D1-91EF-B3D5-B490-15E7547304C3}"/>
                  </a:ext>
                </a:extLst>
              </p:cNvPr>
              <p:cNvSpPr/>
              <p:nvPr/>
            </p:nvSpPr>
            <p:spPr>
              <a:xfrm>
                <a:off x="510159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g1399">
                <a:extLst>
                  <a:ext uri="{FF2B5EF4-FFF2-40B4-BE49-F238E27FC236}">
                    <a16:creationId xmlns:a16="http://schemas.microsoft.com/office/drawing/2014/main" id="{ABD52A0E-04B9-DDD6-D7E5-E4A700BE1B48}"/>
                  </a:ext>
                </a:extLst>
              </p:cNvPr>
              <p:cNvSpPr/>
              <p:nvPr/>
            </p:nvSpPr>
            <p:spPr>
              <a:xfrm>
                <a:off x="5113232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g1400">
                <a:extLst>
                  <a:ext uri="{FF2B5EF4-FFF2-40B4-BE49-F238E27FC236}">
                    <a16:creationId xmlns:a16="http://schemas.microsoft.com/office/drawing/2014/main" id="{54EAD269-D343-7E92-C8A3-0E2EAA3AC23E}"/>
                  </a:ext>
                </a:extLst>
              </p:cNvPr>
              <p:cNvSpPr/>
              <p:nvPr/>
            </p:nvSpPr>
            <p:spPr>
              <a:xfrm>
                <a:off x="512486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g1401">
                <a:extLst>
                  <a:ext uri="{FF2B5EF4-FFF2-40B4-BE49-F238E27FC236}">
                    <a16:creationId xmlns:a16="http://schemas.microsoft.com/office/drawing/2014/main" id="{6EF91663-B6B9-5D8E-A2E2-25A60133356A}"/>
                  </a:ext>
                </a:extLst>
              </p:cNvPr>
              <p:cNvSpPr/>
              <p:nvPr/>
            </p:nvSpPr>
            <p:spPr>
              <a:xfrm>
                <a:off x="513650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g1402">
                <a:extLst>
                  <a:ext uri="{FF2B5EF4-FFF2-40B4-BE49-F238E27FC236}">
                    <a16:creationId xmlns:a16="http://schemas.microsoft.com/office/drawing/2014/main" id="{08D9C35E-D53D-536C-557A-00BB5724C733}"/>
                  </a:ext>
                </a:extLst>
              </p:cNvPr>
              <p:cNvSpPr/>
              <p:nvPr/>
            </p:nvSpPr>
            <p:spPr>
              <a:xfrm>
                <a:off x="5148144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g1403">
                <a:extLst>
                  <a:ext uri="{FF2B5EF4-FFF2-40B4-BE49-F238E27FC236}">
                    <a16:creationId xmlns:a16="http://schemas.microsoft.com/office/drawing/2014/main" id="{4DA0F35F-ADC1-43A6-25CD-C6F926AD3C29}"/>
                  </a:ext>
                </a:extLst>
              </p:cNvPr>
              <p:cNvSpPr/>
              <p:nvPr/>
            </p:nvSpPr>
            <p:spPr>
              <a:xfrm>
                <a:off x="515978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g1404">
                <a:extLst>
                  <a:ext uri="{FF2B5EF4-FFF2-40B4-BE49-F238E27FC236}">
                    <a16:creationId xmlns:a16="http://schemas.microsoft.com/office/drawing/2014/main" id="{F1DF5D4E-65BA-1356-A3B4-FCBC5D121809}"/>
                  </a:ext>
                </a:extLst>
              </p:cNvPr>
              <p:cNvSpPr/>
              <p:nvPr/>
            </p:nvSpPr>
            <p:spPr>
              <a:xfrm>
                <a:off x="517141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g1405">
                <a:extLst>
                  <a:ext uri="{FF2B5EF4-FFF2-40B4-BE49-F238E27FC236}">
                    <a16:creationId xmlns:a16="http://schemas.microsoft.com/office/drawing/2014/main" id="{28212F6C-77E7-518A-F748-A1E0D839B6EC}"/>
                  </a:ext>
                </a:extLst>
              </p:cNvPr>
              <p:cNvSpPr/>
              <p:nvPr/>
            </p:nvSpPr>
            <p:spPr>
              <a:xfrm>
                <a:off x="520633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g1406">
                <a:extLst>
                  <a:ext uri="{FF2B5EF4-FFF2-40B4-BE49-F238E27FC236}">
                    <a16:creationId xmlns:a16="http://schemas.microsoft.com/office/drawing/2014/main" id="{62F05F7A-0044-5E61-5B64-AD5CE5340C41}"/>
                  </a:ext>
                </a:extLst>
              </p:cNvPr>
              <p:cNvSpPr/>
              <p:nvPr/>
            </p:nvSpPr>
            <p:spPr>
              <a:xfrm>
                <a:off x="5217968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g1407">
                <a:extLst>
                  <a:ext uri="{FF2B5EF4-FFF2-40B4-BE49-F238E27FC236}">
                    <a16:creationId xmlns:a16="http://schemas.microsoft.com/office/drawing/2014/main" id="{55424462-5315-48EF-F05E-E2B4C56D3115}"/>
                  </a:ext>
                </a:extLst>
              </p:cNvPr>
              <p:cNvSpPr/>
              <p:nvPr/>
            </p:nvSpPr>
            <p:spPr>
              <a:xfrm>
                <a:off x="522960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g1408">
                <a:extLst>
                  <a:ext uri="{FF2B5EF4-FFF2-40B4-BE49-F238E27FC236}">
                    <a16:creationId xmlns:a16="http://schemas.microsoft.com/office/drawing/2014/main" id="{3D6A3CE6-7D03-99F2-ACFA-4F9AE9A2E7CB}"/>
                  </a:ext>
                </a:extLst>
              </p:cNvPr>
              <p:cNvSpPr/>
              <p:nvPr/>
            </p:nvSpPr>
            <p:spPr>
              <a:xfrm>
                <a:off x="524124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g1409">
                <a:extLst>
                  <a:ext uri="{FF2B5EF4-FFF2-40B4-BE49-F238E27FC236}">
                    <a16:creationId xmlns:a16="http://schemas.microsoft.com/office/drawing/2014/main" id="{5B77377B-86A8-8FD4-7102-B633C78FADF3}"/>
                  </a:ext>
                </a:extLst>
              </p:cNvPr>
              <p:cNvSpPr/>
              <p:nvPr/>
            </p:nvSpPr>
            <p:spPr>
              <a:xfrm>
                <a:off x="5252880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g1410">
                <a:extLst>
                  <a:ext uri="{FF2B5EF4-FFF2-40B4-BE49-F238E27FC236}">
                    <a16:creationId xmlns:a16="http://schemas.microsoft.com/office/drawing/2014/main" id="{9B753C0B-9674-3DA1-5184-41D758673F55}"/>
                  </a:ext>
                </a:extLst>
              </p:cNvPr>
              <p:cNvSpPr/>
              <p:nvPr/>
            </p:nvSpPr>
            <p:spPr>
              <a:xfrm>
                <a:off x="526451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g1411">
                <a:extLst>
                  <a:ext uri="{FF2B5EF4-FFF2-40B4-BE49-F238E27FC236}">
                    <a16:creationId xmlns:a16="http://schemas.microsoft.com/office/drawing/2014/main" id="{CE2F3618-3615-4B15-5A60-E8798E3A11AF}"/>
                  </a:ext>
                </a:extLst>
              </p:cNvPr>
              <p:cNvSpPr/>
              <p:nvPr/>
            </p:nvSpPr>
            <p:spPr>
              <a:xfrm>
                <a:off x="498522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g1412">
                <a:extLst>
                  <a:ext uri="{FF2B5EF4-FFF2-40B4-BE49-F238E27FC236}">
                    <a16:creationId xmlns:a16="http://schemas.microsoft.com/office/drawing/2014/main" id="{24B66F88-65B2-FED1-1FE7-B94604A37082}"/>
                  </a:ext>
                </a:extLst>
              </p:cNvPr>
              <p:cNvSpPr/>
              <p:nvPr/>
            </p:nvSpPr>
            <p:spPr>
              <a:xfrm>
                <a:off x="499685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g1413">
                <a:extLst>
                  <a:ext uri="{FF2B5EF4-FFF2-40B4-BE49-F238E27FC236}">
                    <a16:creationId xmlns:a16="http://schemas.microsoft.com/office/drawing/2014/main" id="{8E93EDB0-AF08-A168-1965-A94BDA151B60}"/>
                  </a:ext>
                </a:extLst>
              </p:cNvPr>
              <p:cNvSpPr/>
              <p:nvPr/>
            </p:nvSpPr>
            <p:spPr>
              <a:xfrm>
                <a:off x="5008496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g1414">
                <a:extLst>
                  <a:ext uri="{FF2B5EF4-FFF2-40B4-BE49-F238E27FC236}">
                    <a16:creationId xmlns:a16="http://schemas.microsoft.com/office/drawing/2014/main" id="{48EF0A13-3EC4-7300-215E-E608CF2B520F}"/>
                  </a:ext>
                </a:extLst>
              </p:cNvPr>
              <p:cNvSpPr/>
              <p:nvPr/>
            </p:nvSpPr>
            <p:spPr>
              <a:xfrm>
                <a:off x="502013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g1415">
                <a:extLst>
                  <a:ext uri="{FF2B5EF4-FFF2-40B4-BE49-F238E27FC236}">
                    <a16:creationId xmlns:a16="http://schemas.microsoft.com/office/drawing/2014/main" id="{D6476B3E-3B71-DE23-DE2B-334A86ACC7DF}"/>
                  </a:ext>
                </a:extLst>
              </p:cNvPr>
              <p:cNvSpPr/>
              <p:nvPr/>
            </p:nvSpPr>
            <p:spPr>
              <a:xfrm>
                <a:off x="503177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g1416">
                <a:extLst>
                  <a:ext uri="{FF2B5EF4-FFF2-40B4-BE49-F238E27FC236}">
                    <a16:creationId xmlns:a16="http://schemas.microsoft.com/office/drawing/2014/main" id="{0D71C460-8CCF-E6AD-B96A-BA439FB4D65E}"/>
                  </a:ext>
                </a:extLst>
              </p:cNvPr>
              <p:cNvSpPr/>
              <p:nvPr/>
            </p:nvSpPr>
            <p:spPr>
              <a:xfrm>
                <a:off x="5043408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g1417">
                <a:extLst>
                  <a:ext uri="{FF2B5EF4-FFF2-40B4-BE49-F238E27FC236}">
                    <a16:creationId xmlns:a16="http://schemas.microsoft.com/office/drawing/2014/main" id="{0D392C62-85CA-3DD5-81A7-9E2EB284FB1C}"/>
                  </a:ext>
                </a:extLst>
              </p:cNvPr>
              <p:cNvSpPr/>
              <p:nvPr/>
            </p:nvSpPr>
            <p:spPr>
              <a:xfrm>
                <a:off x="505504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g1418">
                <a:extLst>
                  <a:ext uri="{FF2B5EF4-FFF2-40B4-BE49-F238E27FC236}">
                    <a16:creationId xmlns:a16="http://schemas.microsoft.com/office/drawing/2014/main" id="{F1F3A7DD-E312-0F0B-5A66-3D6582DFA275}"/>
                  </a:ext>
                </a:extLst>
              </p:cNvPr>
              <p:cNvSpPr/>
              <p:nvPr/>
            </p:nvSpPr>
            <p:spPr>
              <a:xfrm>
                <a:off x="506668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g1419">
                <a:extLst>
                  <a:ext uri="{FF2B5EF4-FFF2-40B4-BE49-F238E27FC236}">
                    <a16:creationId xmlns:a16="http://schemas.microsoft.com/office/drawing/2014/main" id="{FD379D17-8C29-3460-86FA-1E9C68E1E50B}"/>
                  </a:ext>
                </a:extLst>
              </p:cNvPr>
              <p:cNvSpPr/>
              <p:nvPr/>
            </p:nvSpPr>
            <p:spPr>
              <a:xfrm>
                <a:off x="5078320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g1420">
                <a:extLst>
                  <a:ext uri="{FF2B5EF4-FFF2-40B4-BE49-F238E27FC236}">
                    <a16:creationId xmlns:a16="http://schemas.microsoft.com/office/drawing/2014/main" id="{86BD5284-B627-B602-B7DE-448DFDA74EB6}"/>
                  </a:ext>
                </a:extLst>
              </p:cNvPr>
              <p:cNvSpPr/>
              <p:nvPr/>
            </p:nvSpPr>
            <p:spPr>
              <a:xfrm>
                <a:off x="508995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g1421">
                <a:extLst>
                  <a:ext uri="{FF2B5EF4-FFF2-40B4-BE49-F238E27FC236}">
                    <a16:creationId xmlns:a16="http://schemas.microsoft.com/office/drawing/2014/main" id="{A0F62D15-EEBE-D136-8787-DF4103604CAF}"/>
                  </a:ext>
                </a:extLst>
              </p:cNvPr>
              <p:cNvSpPr/>
              <p:nvPr/>
            </p:nvSpPr>
            <p:spPr>
              <a:xfrm>
                <a:off x="510159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g1422">
                <a:extLst>
                  <a:ext uri="{FF2B5EF4-FFF2-40B4-BE49-F238E27FC236}">
                    <a16:creationId xmlns:a16="http://schemas.microsoft.com/office/drawing/2014/main" id="{97EAEC9C-BFA2-0B42-489E-DA515A6EDB68}"/>
                  </a:ext>
                </a:extLst>
              </p:cNvPr>
              <p:cNvSpPr/>
              <p:nvPr/>
            </p:nvSpPr>
            <p:spPr>
              <a:xfrm>
                <a:off x="5113232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g1423">
                <a:extLst>
                  <a:ext uri="{FF2B5EF4-FFF2-40B4-BE49-F238E27FC236}">
                    <a16:creationId xmlns:a16="http://schemas.microsoft.com/office/drawing/2014/main" id="{9A57F874-4F35-13D8-B11E-95981A6768AE}"/>
                  </a:ext>
                </a:extLst>
              </p:cNvPr>
              <p:cNvSpPr/>
              <p:nvPr/>
            </p:nvSpPr>
            <p:spPr>
              <a:xfrm>
                <a:off x="512486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g1424">
                <a:extLst>
                  <a:ext uri="{FF2B5EF4-FFF2-40B4-BE49-F238E27FC236}">
                    <a16:creationId xmlns:a16="http://schemas.microsoft.com/office/drawing/2014/main" id="{34583C90-ED5C-4569-18A7-90242FAC0902}"/>
                  </a:ext>
                </a:extLst>
              </p:cNvPr>
              <p:cNvSpPr/>
              <p:nvPr/>
            </p:nvSpPr>
            <p:spPr>
              <a:xfrm>
                <a:off x="513650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g1425">
                <a:extLst>
                  <a:ext uri="{FF2B5EF4-FFF2-40B4-BE49-F238E27FC236}">
                    <a16:creationId xmlns:a16="http://schemas.microsoft.com/office/drawing/2014/main" id="{881858B6-56D7-AE8B-E652-49A4F1694B87}"/>
                  </a:ext>
                </a:extLst>
              </p:cNvPr>
              <p:cNvSpPr/>
              <p:nvPr/>
            </p:nvSpPr>
            <p:spPr>
              <a:xfrm>
                <a:off x="5148144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g1426">
                <a:extLst>
                  <a:ext uri="{FF2B5EF4-FFF2-40B4-BE49-F238E27FC236}">
                    <a16:creationId xmlns:a16="http://schemas.microsoft.com/office/drawing/2014/main" id="{3572DFF8-3A99-E4FE-4133-72D8AEA8674D}"/>
                  </a:ext>
                </a:extLst>
              </p:cNvPr>
              <p:cNvSpPr/>
              <p:nvPr/>
            </p:nvSpPr>
            <p:spPr>
              <a:xfrm>
                <a:off x="515978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g1427">
                <a:extLst>
                  <a:ext uri="{FF2B5EF4-FFF2-40B4-BE49-F238E27FC236}">
                    <a16:creationId xmlns:a16="http://schemas.microsoft.com/office/drawing/2014/main" id="{BAD6212D-A807-DF85-E541-76DBB37AF68D}"/>
                  </a:ext>
                </a:extLst>
              </p:cNvPr>
              <p:cNvSpPr/>
              <p:nvPr/>
            </p:nvSpPr>
            <p:spPr>
              <a:xfrm>
                <a:off x="517141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g1428">
                <a:extLst>
                  <a:ext uri="{FF2B5EF4-FFF2-40B4-BE49-F238E27FC236}">
                    <a16:creationId xmlns:a16="http://schemas.microsoft.com/office/drawing/2014/main" id="{DF6AAF86-0E12-9252-42A2-198073646730}"/>
                  </a:ext>
                </a:extLst>
              </p:cNvPr>
              <p:cNvSpPr/>
              <p:nvPr/>
            </p:nvSpPr>
            <p:spPr>
              <a:xfrm>
                <a:off x="5183056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g1429">
                <a:extLst>
                  <a:ext uri="{FF2B5EF4-FFF2-40B4-BE49-F238E27FC236}">
                    <a16:creationId xmlns:a16="http://schemas.microsoft.com/office/drawing/2014/main" id="{05320BB3-2B42-0B60-4FA7-F58C6D753263}"/>
                  </a:ext>
                </a:extLst>
              </p:cNvPr>
              <p:cNvSpPr/>
              <p:nvPr/>
            </p:nvSpPr>
            <p:spPr>
              <a:xfrm>
                <a:off x="5217968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g1430">
                <a:extLst>
                  <a:ext uri="{FF2B5EF4-FFF2-40B4-BE49-F238E27FC236}">
                    <a16:creationId xmlns:a16="http://schemas.microsoft.com/office/drawing/2014/main" id="{090C14FB-E15B-D3F0-6781-75CD9DBA3530}"/>
                  </a:ext>
                </a:extLst>
              </p:cNvPr>
              <p:cNvSpPr/>
              <p:nvPr/>
            </p:nvSpPr>
            <p:spPr>
              <a:xfrm>
                <a:off x="522960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g1431">
                <a:extLst>
                  <a:ext uri="{FF2B5EF4-FFF2-40B4-BE49-F238E27FC236}">
                    <a16:creationId xmlns:a16="http://schemas.microsoft.com/office/drawing/2014/main" id="{DDC3250A-FA8A-2E5F-CAAB-3AFC4A948CAC}"/>
                  </a:ext>
                </a:extLst>
              </p:cNvPr>
              <p:cNvSpPr/>
              <p:nvPr/>
            </p:nvSpPr>
            <p:spPr>
              <a:xfrm>
                <a:off x="524124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g1432">
                <a:extLst>
                  <a:ext uri="{FF2B5EF4-FFF2-40B4-BE49-F238E27FC236}">
                    <a16:creationId xmlns:a16="http://schemas.microsoft.com/office/drawing/2014/main" id="{9A024CD2-0ADE-47DC-7C06-A395AD7FBDBC}"/>
                  </a:ext>
                </a:extLst>
              </p:cNvPr>
              <p:cNvSpPr/>
              <p:nvPr/>
            </p:nvSpPr>
            <p:spPr>
              <a:xfrm>
                <a:off x="5252880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g1433">
                <a:extLst>
                  <a:ext uri="{FF2B5EF4-FFF2-40B4-BE49-F238E27FC236}">
                    <a16:creationId xmlns:a16="http://schemas.microsoft.com/office/drawing/2014/main" id="{B7330781-BFC3-0FB6-E1DD-9EE380919EDC}"/>
                  </a:ext>
                </a:extLst>
              </p:cNvPr>
              <p:cNvSpPr/>
              <p:nvPr/>
            </p:nvSpPr>
            <p:spPr>
              <a:xfrm>
                <a:off x="526451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g1434">
                <a:extLst>
                  <a:ext uri="{FF2B5EF4-FFF2-40B4-BE49-F238E27FC236}">
                    <a16:creationId xmlns:a16="http://schemas.microsoft.com/office/drawing/2014/main" id="{8CF8666B-B858-CCE3-EDD1-FACE55BEE1AD}"/>
                  </a:ext>
                </a:extLst>
              </p:cNvPr>
              <p:cNvSpPr/>
              <p:nvPr/>
            </p:nvSpPr>
            <p:spPr>
              <a:xfrm>
                <a:off x="498522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g1435">
                <a:extLst>
                  <a:ext uri="{FF2B5EF4-FFF2-40B4-BE49-F238E27FC236}">
                    <a16:creationId xmlns:a16="http://schemas.microsoft.com/office/drawing/2014/main" id="{1D7BF2DA-E3A9-BF81-DDB5-9218099BDA82}"/>
                  </a:ext>
                </a:extLst>
              </p:cNvPr>
              <p:cNvSpPr/>
              <p:nvPr/>
            </p:nvSpPr>
            <p:spPr>
              <a:xfrm>
                <a:off x="499685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g1436">
                <a:extLst>
                  <a:ext uri="{FF2B5EF4-FFF2-40B4-BE49-F238E27FC236}">
                    <a16:creationId xmlns:a16="http://schemas.microsoft.com/office/drawing/2014/main" id="{CB2FC5FC-0E67-B538-32EA-F68B30557934}"/>
                  </a:ext>
                </a:extLst>
              </p:cNvPr>
              <p:cNvSpPr/>
              <p:nvPr/>
            </p:nvSpPr>
            <p:spPr>
              <a:xfrm>
                <a:off x="5008496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g1437">
                <a:extLst>
                  <a:ext uri="{FF2B5EF4-FFF2-40B4-BE49-F238E27FC236}">
                    <a16:creationId xmlns:a16="http://schemas.microsoft.com/office/drawing/2014/main" id="{D9D707AA-E428-35D5-B10E-508857AE00D3}"/>
                  </a:ext>
                </a:extLst>
              </p:cNvPr>
              <p:cNvSpPr/>
              <p:nvPr/>
            </p:nvSpPr>
            <p:spPr>
              <a:xfrm>
                <a:off x="502013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g1438">
                <a:extLst>
                  <a:ext uri="{FF2B5EF4-FFF2-40B4-BE49-F238E27FC236}">
                    <a16:creationId xmlns:a16="http://schemas.microsoft.com/office/drawing/2014/main" id="{800E940F-7F32-80C8-B24B-58AB2A4DB29A}"/>
                  </a:ext>
                </a:extLst>
              </p:cNvPr>
              <p:cNvSpPr/>
              <p:nvPr/>
            </p:nvSpPr>
            <p:spPr>
              <a:xfrm>
                <a:off x="503177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g1439">
                <a:extLst>
                  <a:ext uri="{FF2B5EF4-FFF2-40B4-BE49-F238E27FC236}">
                    <a16:creationId xmlns:a16="http://schemas.microsoft.com/office/drawing/2014/main" id="{F72BEB4A-8284-3F2D-9F32-96F32715D5DB}"/>
                  </a:ext>
                </a:extLst>
              </p:cNvPr>
              <p:cNvSpPr/>
              <p:nvPr/>
            </p:nvSpPr>
            <p:spPr>
              <a:xfrm>
                <a:off x="5043408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g1440">
                <a:extLst>
                  <a:ext uri="{FF2B5EF4-FFF2-40B4-BE49-F238E27FC236}">
                    <a16:creationId xmlns:a16="http://schemas.microsoft.com/office/drawing/2014/main" id="{577C26C3-D133-04ED-CC17-36755B9227F1}"/>
                  </a:ext>
                </a:extLst>
              </p:cNvPr>
              <p:cNvSpPr/>
              <p:nvPr/>
            </p:nvSpPr>
            <p:spPr>
              <a:xfrm>
                <a:off x="505504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g1441">
                <a:extLst>
                  <a:ext uri="{FF2B5EF4-FFF2-40B4-BE49-F238E27FC236}">
                    <a16:creationId xmlns:a16="http://schemas.microsoft.com/office/drawing/2014/main" id="{FFD28D29-C42B-5A5C-6A39-7EC0085801DB}"/>
                  </a:ext>
                </a:extLst>
              </p:cNvPr>
              <p:cNvSpPr/>
              <p:nvPr/>
            </p:nvSpPr>
            <p:spPr>
              <a:xfrm>
                <a:off x="506668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g1442">
                <a:extLst>
                  <a:ext uri="{FF2B5EF4-FFF2-40B4-BE49-F238E27FC236}">
                    <a16:creationId xmlns:a16="http://schemas.microsoft.com/office/drawing/2014/main" id="{E634EFDE-5B14-66C4-B6E9-1A51756EDBF1}"/>
                  </a:ext>
                </a:extLst>
              </p:cNvPr>
              <p:cNvSpPr/>
              <p:nvPr/>
            </p:nvSpPr>
            <p:spPr>
              <a:xfrm>
                <a:off x="5078320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g1443">
                <a:extLst>
                  <a:ext uri="{FF2B5EF4-FFF2-40B4-BE49-F238E27FC236}">
                    <a16:creationId xmlns:a16="http://schemas.microsoft.com/office/drawing/2014/main" id="{20CA039E-EE61-4BFD-02B4-CF8C3A0D9A43}"/>
                  </a:ext>
                </a:extLst>
              </p:cNvPr>
              <p:cNvSpPr/>
              <p:nvPr/>
            </p:nvSpPr>
            <p:spPr>
              <a:xfrm>
                <a:off x="508995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g1444">
                <a:extLst>
                  <a:ext uri="{FF2B5EF4-FFF2-40B4-BE49-F238E27FC236}">
                    <a16:creationId xmlns:a16="http://schemas.microsoft.com/office/drawing/2014/main" id="{38B38A68-2898-3E98-8E4E-59C436CFCDBF}"/>
                  </a:ext>
                </a:extLst>
              </p:cNvPr>
              <p:cNvSpPr/>
              <p:nvPr/>
            </p:nvSpPr>
            <p:spPr>
              <a:xfrm>
                <a:off x="510159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g1445">
                <a:extLst>
                  <a:ext uri="{FF2B5EF4-FFF2-40B4-BE49-F238E27FC236}">
                    <a16:creationId xmlns:a16="http://schemas.microsoft.com/office/drawing/2014/main" id="{B02D4914-C59E-9558-344B-40D5FCA18807}"/>
                  </a:ext>
                </a:extLst>
              </p:cNvPr>
              <p:cNvSpPr/>
              <p:nvPr/>
            </p:nvSpPr>
            <p:spPr>
              <a:xfrm>
                <a:off x="5113232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g1446">
                <a:extLst>
                  <a:ext uri="{FF2B5EF4-FFF2-40B4-BE49-F238E27FC236}">
                    <a16:creationId xmlns:a16="http://schemas.microsoft.com/office/drawing/2014/main" id="{4A2BF45F-ECF9-A683-6F7E-847B87C3C6E9}"/>
                  </a:ext>
                </a:extLst>
              </p:cNvPr>
              <p:cNvSpPr/>
              <p:nvPr/>
            </p:nvSpPr>
            <p:spPr>
              <a:xfrm>
                <a:off x="512486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g1447">
                <a:extLst>
                  <a:ext uri="{FF2B5EF4-FFF2-40B4-BE49-F238E27FC236}">
                    <a16:creationId xmlns:a16="http://schemas.microsoft.com/office/drawing/2014/main" id="{FE680CD4-BE72-BA90-F780-3DD18AC186C7}"/>
                  </a:ext>
                </a:extLst>
              </p:cNvPr>
              <p:cNvSpPr/>
              <p:nvPr/>
            </p:nvSpPr>
            <p:spPr>
              <a:xfrm>
                <a:off x="513650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g1448">
                <a:extLst>
                  <a:ext uri="{FF2B5EF4-FFF2-40B4-BE49-F238E27FC236}">
                    <a16:creationId xmlns:a16="http://schemas.microsoft.com/office/drawing/2014/main" id="{CFE2C4DF-A91C-FE1C-5051-A60B9488FD37}"/>
                  </a:ext>
                </a:extLst>
              </p:cNvPr>
              <p:cNvSpPr/>
              <p:nvPr/>
            </p:nvSpPr>
            <p:spPr>
              <a:xfrm>
                <a:off x="5148144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g1449">
                <a:extLst>
                  <a:ext uri="{FF2B5EF4-FFF2-40B4-BE49-F238E27FC236}">
                    <a16:creationId xmlns:a16="http://schemas.microsoft.com/office/drawing/2014/main" id="{A2C9929A-1622-3D1E-B224-931A9A2C5C05}"/>
                  </a:ext>
                </a:extLst>
              </p:cNvPr>
              <p:cNvSpPr/>
              <p:nvPr/>
            </p:nvSpPr>
            <p:spPr>
              <a:xfrm>
                <a:off x="515978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g1450">
                <a:extLst>
                  <a:ext uri="{FF2B5EF4-FFF2-40B4-BE49-F238E27FC236}">
                    <a16:creationId xmlns:a16="http://schemas.microsoft.com/office/drawing/2014/main" id="{7DFD7CF3-91FC-518A-F28B-EDEF69B6C181}"/>
                  </a:ext>
                </a:extLst>
              </p:cNvPr>
              <p:cNvSpPr/>
              <p:nvPr/>
            </p:nvSpPr>
            <p:spPr>
              <a:xfrm>
                <a:off x="517141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g1451">
                <a:extLst>
                  <a:ext uri="{FF2B5EF4-FFF2-40B4-BE49-F238E27FC236}">
                    <a16:creationId xmlns:a16="http://schemas.microsoft.com/office/drawing/2014/main" id="{D95FC470-CB12-E1DC-E20E-9ABF34F21984}"/>
                  </a:ext>
                </a:extLst>
              </p:cNvPr>
              <p:cNvSpPr/>
              <p:nvPr/>
            </p:nvSpPr>
            <p:spPr>
              <a:xfrm>
                <a:off x="5183056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g1452">
                <a:extLst>
                  <a:ext uri="{FF2B5EF4-FFF2-40B4-BE49-F238E27FC236}">
                    <a16:creationId xmlns:a16="http://schemas.microsoft.com/office/drawing/2014/main" id="{723B8ED1-D7B9-F042-F5DA-914A564A98D8}"/>
                  </a:ext>
                </a:extLst>
              </p:cNvPr>
              <p:cNvSpPr/>
              <p:nvPr/>
            </p:nvSpPr>
            <p:spPr>
              <a:xfrm>
                <a:off x="520633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g1453">
                <a:extLst>
                  <a:ext uri="{FF2B5EF4-FFF2-40B4-BE49-F238E27FC236}">
                    <a16:creationId xmlns:a16="http://schemas.microsoft.com/office/drawing/2014/main" id="{B0D2B9DC-AC69-0B5E-8E67-53E8F0977836}"/>
                  </a:ext>
                </a:extLst>
              </p:cNvPr>
              <p:cNvSpPr/>
              <p:nvPr/>
            </p:nvSpPr>
            <p:spPr>
              <a:xfrm>
                <a:off x="5217968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g1454">
                <a:extLst>
                  <a:ext uri="{FF2B5EF4-FFF2-40B4-BE49-F238E27FC236}">
                    <a16:creationId xmlns:a16="http://schemas.microsoft.com/office/drawing/2014/main" id="{2ED25E5B-01DB-BD14-2145-FEE0AB18FA00}"/>
                  </a:ext>
                </a:extLst>
              </p:cNvPr>
              <p:cNvSpPr/>
              <p:nvPr/>
            </p:nvSpPr>
            <p:spPr>
              <a:xfrm>
                <a:off x="522960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g1455">
                <a:extLst>
                  <a:ext uri="{FF2B5EF4-FFF2-40B4-BE49-F238E27FC236}">
                    <a16:creationId xmlns:a16="http://schemas.microsoft.com/office/drawing/2014/main" id="{9A612340-FFF5-FDCF-508B-C379442C51F7}"/>
                  </a:ext>
                </a:extLst>
              </p:cNvPr>
              <p:cNvSpPr/>
              <p:nvPr/>
            </p:nvSpPr>
            <p:spPr>
              <a:xfrm>
                <a:off x="524124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g1456">
                <a:extLst>
                  <a:ext uri="{FF2B5EF4-FFF2-40B4-BE49-F238E27FC236}">
                    <a16:creationId xmlns:a16="http://schemas.microsoft.com/office/drawing/2014/main" id="{4AC98111-F829-02F4-DBA4-671730D4C259}"/>
                  </a:ext>
                </a:extLst>
              </p:cNvPr>
              <p:cNvSpPr/>
              <p:nvPr/>
            </p:nvSpPr>
            <p:spPr>
              <a:xfrm>
                <a:off x="5252880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g1457">
                <a:extLst>
                  <a:ext uri="{FF2B5EF4-FFF2-40B4-BE49-F238E27FC236}">
                    <a16:creationId xmlns:a16="http://schemas.microsoft.com/office/drawing/2014/main" id="{E0746FDF-A3B7-44B4-8810-41E7081F9EBE}"/>
                  </a:ext>
                </a:extLst>
              </p:cNvPr>
              <p:cNvSpPr/>
              <p:nvPr/>
            </p:nvSpPr>
            <p:spPr>
              <a:xfrm>
                <a:off x="526451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g1458">
                <a:extLst>
                  <a:ext uri="{FF2B5EF4-FFF2-40B4-BE49-F238E27FC236}">
                    <a16:creationId xmlns:a16="http://schemas.microsoft.com/office/drawing/2014/main" id="{B91E4263-C5BC-98F3-D94B-F1A9D273EDB0}"/>
                  </a:ext>
                </a:extLst>
              </p:cNvPr>
              <p:cNvSpPr/>
              <p:nvPr/>
            </p:nvSpPr>
            <p:spPr>
              <a:xfrm>
                <a:off x="499685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g1459">
                <a:extLst>
                  <a:ext uri="{FF2B5EF4-FFF2-40B4-BE49-F238E27FC236}">
                    <a16:creationId xmlns:a16="http://schemas.microsoft.com/office/drawing/2014/main" id="{E56ED209-C67A-6703-1A73-2E34177087EC}"/>
                  </a:ext>
                </a:extLst>
              </p:cNvPr>
              <p:cNvSpPr/>
              <p:nvPr/>
            </p:nvSpPr>
            <p:spPr>
              <a:xfrm>
                <a:off x="5008496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g1460">
                <a:extLst>
                  <a:ext uri="{FF2B5EF4-FFF2-40B4-BE49-F238E27FC236}">
                    <a16:creationId xmlns:a16="http://schemas.microsoft.com/office/drawing/2014/main" id="{1D8EB17A-5A23-CB41-A74A-D717FAD23841}"/>
                  </a:ext>
                </a:extLst>
              </p:cNvPr>
              <p:cNvSpPr/>
              <p:nvPr/>
            </p:nvSpPr>
            <p:spPr>
              <a:xfrm>
                <a:off x="502013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g1461">
                <a:extLst>
                  <a:ext uri="{FF2B5EF4-FFF2-40B4-BE49-F238E27FC236}">
                    <a16:creationId xmlns:a16="http://schemas.microsoft.com/office/drawing/2014/main" id="{90135E2D-1F09-8C9F-5BCC-0F704F4CC1BB}"/>
                  </a:ext>
                </a:extLst>
              </p:cNvPr>
              <p:cNvSpPr/>
              <p:nvPr/>
            </p:nvSpPr>
            <p:spPr>
              <a:xfrm>
                <a:off x="503177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g1462">
                <a:extLst>
                  <a:ext uri="{FF2B5EF4-FFF2-40B4-BE49-F238E27FC236}">
                    <a16:creationId xmlns:a16="http://schemas.microsoft.com/office/drawing/2014/main" id="{6B659D8F-D55F-6BC7-DF2D-AD087587F400}"/>
                  </a:ext>
                </a:extLst>
              </p:cNvPr>
              <p:cNvSpPr/>
              <p:nvPr/>
            </p:nvSpPr>
            <p:spPr>
              <a:xfrm>
                <a:off x="5043408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g1463">
                <a:extLst>
                  <a:ext uri="{FF2B5EF4-FFF2-40B4-BE49-F238E27FC236}">
                    <a16:creationId xmlns:a16="http://schemas.microsoft.com/office/drawing/2014/main" id="{42E029DB-EBB2-C030-ABB9-B2D9DE25DC1F}"/>
                  </a:ext>
                </a:extLst>
              </p:cNvPr>
              <p:cNvSpPr/>
              <p:nvPr/>
            </p:nvSpPr>
            <p:spPr>
              <a:xfrm>
                <a:off x="505504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g1464">
                <a:extLst>
                  <a:ext uri="{FF2B5EF4-FFF2-40B4-BE49-F238E27FC236}">
                    <a16:creationId xmlns:a16="http://schemas.microsoft.com/office/drawing/2014/main" id="{8F16AABA-AE32-A293-592E-2DE8A0AC0770}"/>
                  </a:ext>
                </a:extLst>
              </p:cNvPr>
              <p:cNvSpPr/>
              <p:nvPr/>
            </p:nvSpPr>
            <p:spPr>
              <a:xfrm>
                <a:off x="506668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g1465">
                <a:extLst>
                  <a:ext uri="{FF2B5EF4-FFF2-40B4-BE49-F238E27FC236}">
                    <a16:creationId xmlns:a16="http://schemas.microsoft.com/office/drawing/2014/main" id="{828710D1-20FA-25AF-B5F2-23A4E66F7929}"/>
                  </a:ext>
                </a:extLst>
              </p:cNvPr>
              <p:cNvSpPr/>
              <p:nvPr/>
            </p:nvSpPr>
            <p:spPr>
              <a:xfrm>
                <a:off x="5078320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g1466">
                <a:extLst>
                  <a:ext uri="{FF2B5EF4-FFF2-40B4-BE49-F238E27FC236}">
                    <a16:creationId xmlns:a16="http://schemas.microsoft.com/office/drawing/2014/main" id="{265ECEA4-9CEA-F146-FCCB-0F1F8CFFEB02}"/>
                  </a:ext>
                </a:extLst>
              </p:cNvPr>
              <p:cNvSpPr/>
              <p:nvPr/>
            </p:nvSpPr>
            <p:spPr>
              <a:xfrm>
                <a:off x="508995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g1467">
                <a:extLst>
                  <a:ext uri="{FF2B5EF4-FFF2-40B4-BE49-F238E27FC236}">
                    <a16:creationId xmlns:a16="http://schemas.microsoft.com/office/drawing/2014/main" id="{E823157C-51EC-457E-487B-E20F9D1AEFDC}"/>
                  </a:ext>
                </a:extLst>
              </p:cNvPr>
              <p:cNvSpPr/>
              <p:nvPr/>
            </p:nvSpPr>
            <p:spPr>
              <a:xfrm>
                <a:off x="510159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g1468">
                <a:extLst>
                  <a:ext uri="{FF2B5EF4-FFF2-40B4-BE49-F238E27FC236}">
                    <a16:creationId xmlns:a16="http://schemas.microsoft.com/office/drawing/2014/main" id="{2CED43E1-8493-9341-59D0-C0B91944F8A6}"/>
                  </a:ext>
                </a:extLst>
              </p:cNvPr>
              <p:cNvSpPr/>
              <p:nvPr/>
            </p:nvSpPr>
            <p:spPr>
              <a:xfrm>
                <a:off x="5113232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g1469">
                <a:extLst>
                  <a:ext uri="{FF2B5EF4-FFF2-40B4-BE49-F238E27FC236}">
                    <a16:creationId xmlns:a16="http://schemas.microsoft.com/office/drawing/2014/main" id="{1CB5D416-8098-5C07-C6FD-3A50AEE71072}"/>
                  </a:ext>
                </a:extLst>
              </p:cNvPr>
              <p:cNvSpPr/>
              <p:nvPr/>
            </p:nvSpPr>
            <p:spPr>
              <a:xfrm>
                <a:off x="512486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g1470">
                <a:extLst>
                  <a:ext uri="{FF2B5EF4-FFF2-40B4-BE49-F238E27FC236}">
                    <a16:creationId xmlns:a16="http://schemas.microsoft.com/office/drawing/2014/main" id="{35EFC8B3-3B9E-0FA3-6F59-DDE3823E452A}"/>
                  </a:ext>
                </a:extLst>
              </p:cNvPr>
              <p:cNvSpPr/>
              <p:nvPr/>
            </p:nvSpPr>
            <p:spPr>
              <a:xfrm>
                <a:off x="513650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g1471">
                <a:extLst>
                  <a:ext uri="{FF2B5EF4-FFF2-40B4-BE49-F238E27FC236}">
                    <a16:creationId xmlns:a16="http://schemas.microsoft.com/office/drawing/2014/main" id="{FE3F00AA-76CF-364C-A441-62AF8DB47EAC}"/>
                  </a:ext>
                </a:extLst>
              </p:cNvPr>
              <p:cNvSpPr/>
              <p:nvPr/>
            </p:nvSpPr>
            <p:spPr>
              <a:xfrm>
                <a:off x="5148144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g1472">
                <a:extLst>
                  <a:ext uri="{FF2B5EF4-FFF2-40B4-BE49-F238E27FC236}">
                    <a16:creationId xmlns:a16="http://schemas.microsoft.com/office/drawing/2014/main" id="{A7CF3823-5D39-2D19-4875-CAC8D1B453D6}"/>
                  </a:ext>
                </a:extLst>
              </p:cNvPr>
              <p:cNvSpPr/>
              <p:nvPr/>
            </p:nvSpPr>
            <p:spPr>
              <a:xfrm>
                <a:off x="515978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g1473">
                <a:extLst>
                  <a:ext uri="{FF2B5EF4-FFF2-40B4-BE49-F238E27FC236}">
                    <a16:creationId xmlns:a16="http://schemas.microsoft.com/office/drawing/2014/main" id="{2FFF1CD4-16D8-615F-66E8-36CCF1131181}"/>
                  </a:ext>
                </a:extLst>
              </p:cNvPr>
              <p:cNvSpPr/>
              <p:nvPr/>
            </p:nvSpPr>
            <p:spPr>
              <a:xfrm>
                <a:off x="517141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g1474">
                <a:extLst>
                  <a:ext uri="{FF2B5EF4-FFF2-40B4-BE49-F238E27FC236}">
                    <a16:creationId xmlns:a16="http://schemas.microsoft.com/office/drawing/2014/main" id="{C09EC6CB-B42D-4119-C435-FD48A42C749C}"/>
                  </a:ext>
                </a:extLst>
              </p:cNvPr>
              <p:cNvSpPr/>
              <p:nvPr/>
            </p:nvSpPr>
            <p:spPr>
              <a:xfrm>
                <a:off x="5183056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g1475">
                <a:extLst>
                  <a:ext uri="{FF2B5EF4-FFF2-40B4-BE49-F238E27FC236}">
                    <a16:creationId xmlns:a16="http://schemas.microsoft.com/office/drawing/2014/main" id="{BDBECC01-34A7-37A1-4C63-5A262BD35115}"/>
                  </a:ext>
                </a:extLst>
              </p:cNvPr>
              <p:cNvSpPr/>
              <p:nvPr/>
            </p:nvSpPr>
            <p:spPr>
              <a:xfrm>
                <a:off x="519469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g1476">
                <a:extLst>
                  <a:ext uri="{FF2B5EF4-FFF2-40B4-BE49-F238E27FC236}">
                    <a16:creationId xmlns:a16="http://schemas.microsoft.com/office/drawing/2014/main" id="{E84AA3BB-8754-EE3D-AA86-9F399C86D7FF}"/>
                  </a:ext>
                </a:extLst>
              </p:cNvPr>
              <p:cNvSpPr/>
              <p:nvPr/>
            </p:nvSpPr>
            <p:spPr>
              <a:xfrm>
                <a:off x="520633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g1477">
                <a:extLst>
                  <a:ext uri="{FF2B5EF4-FFF2-40B4-BE49-F238E27FC236}">
                    <a16:creationId xmlns:a16="http://schemas.microsoft.com/office/drawing/2014/main" id="{4AB97413-5937-3B77-7ED5-F6A8FA8BD5D6}"/>
                  </a:ext>
                </a:extLst>
              </p:cNvPr>
              <p:cNvSpPr/>
              <p:nvPr/>
            </p:nvSpPr>
            <p:spPr>
              <a:xfrm>
                <a:off x="5217968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g1478">
                <a:extLst>
                  <a:ext uri="{FF2B5EF4-FFF2-40B4-BE49-F238E27FC236}">
                    <a16:creationId xmlns:a16="http://schemas.microsoft.com/office/drawing/2014/main" id="{D93C231C-910C-880C-FC07-22855FFA55C8}"/>
                  </a:ext>
                </a:extLst>
              </p:cNvPr>
              <p:cNvSpPr/>
              <p:nvPr/>
            </p:nvSpPr>
            <p:spPr>
              <a:xfrm>
                <a:off x="522960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g1479">
                <a:extLst>
                  <a:ext uri="{FF2B5EF4-FFF2-40B4-BE49-F238E27FC236}">
                    <a16:creationId xmlns:a16="http://schemas.microsoft.com/office/drawing/2014/main" id="{20E39698-4545-9ED7-716D-C7E58E3DAB16}"/>
                  </a:ext>
                </a:extLst>
              </p:cNvPr>
              <p:cNvSpPr/>
              <p:nvPr/>
            </p:nvSpPr>
            <p:spPr>
              <a:xfrm>
                <a:off x="524124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g1480">
                <a:extLst>
                  <a:ext uri="{FF2B5EF4-FFF2-40B4-BE49-F238E27FC236}">
                    <a16:creationId xmlns:a16="http://schemas.microsoft.com/office/drawing/2014/main" id="{F3700AD0-149B-B7BD-EB46-58D3F54B68C1}"/>
                  </a:ext>
                </a:extLst>
              </p:cNvPr>
              <p:cNvSpPr/>
              <p:nvPr/>
            </p:nvSpPr>
            <p:spPr>
              <a:xfrm>
                <a:off x="5252880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g1481">
                <a:extLst>
                  <a:ext uri="{FF2B5EF4-FFF2-40B4-BE49-F238E27FC236}">
                    <a16:creationId xmlns:a16="http://schemas.microsoft.com/office/drawing/2014/main" id="{B53B9F28-55FA-E399-62A2-C5A303A7F4DD}"/>
                  </a:ext>
                </a:extLst>
              </p:cNvPr>
              <p:cNvSpPr/>
              <p:nvPr/>
            </p:nvSpPr>
            <p:spPr>
              <a:xfrm>
                <a:off x="526451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g1482">
                <a:extLst>
                  <a:ext uri="{FF2B5EF4-FFF2-40B4-BE49-F238E27FC236}">
                    <a16:creationId xmlns:a16="http://schemas.microsoft.com/office/drawing/2014/main" id="{EA7DCEDF-BC43-7B6E-684B-C7613C5684AD}"/>
                  </a:ext>
                </a:extLst>
              </p:cNvPr>
              <p:cNvSpPr/>
              <p:nvPr/>
            </p:nvSpPr>
            <p:spPr>
              <a:xfrm>
                <a:off x="5008496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g1483">
                <a:extLst>
                  <a:ext uri="{FF2B5EF4-FFF2-40B4-BE49-F238E27FC236}">
                    <a16:creationId xmlns:a16="http://schemas.microsoft.com/office/drawing/2014/main" id="{DC3B232A-CBB1-C5DB-C9AF-79B1C5AD0489}"/>
                  </a:ext>
                </a:extLst>
              </p:cNvPr>
              <p:cNvSpPr/>
              <p:nvPr/>
            </p:nvSpPr>
            <p:spPr>
              <a:xfrm>
                <a:off x="502013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g1484">
                <a:extLst>
                  <a:ext uri="{FF2B5EF4-FFF2-40B4-BE49-F238E27FC236}">
                    <a16:creationId xmlns:a16="http://schemas.microsoft.com/office/drawing/2014/main" id="{44A6292D-3747-9219-A03F-63A5C144F9DF}"/>
                  </a:ext>
                </a:extLst>
              </p:cNvPr>
              <p:cNvSpPr/>
              <p:nvPr/>
            </p:nvSpPr>
            <p:spPr>
              <a:xfrm>
                <a:off x="503177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g1485">
                <a:extLst>
                  <a:ext uri="{FF2B5EF4-FFF2-40B4-BE49-F238E27FC236}">
                    <a16:creationId xmlns:a16="http://schemas.microsoft.com/office/drawing/2014/main" id="{F9D36D11-3A37-5195-8BC8-9C8F7B184599}"/>
                  </a:ext>
                </a:extLst>
              </p:cNvPr>
              <p:cNvSpPr/>
              <p:nvPr/>
            </p:nvSpPr>
            <p:spPr>
              <a:xfrm>
                <a:off x="5043408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g1486">
                <a:extLst>
                  <a:ext uri="{FF2B5EF4-FFF2-40B4-BE49-F238E27FC236}">
                    <a16:creationId xmlns:a16="http://schemas.microsoft.com/office/drawing/2014/main" id="{B54334A2-9A08-71FC-5750-6537154526BE}"/>
                  </a:ext>
                </a:extLst>
              </p:cNvPr>
              <p:cNvSpPr/>
              <p:nvPr/>
            </p:nvSpPr>
            <p:spPr>
              <a:xfrm>
                <a:off x="505504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g1487">
                <a:extLst>
                  <a:ext uri="{FF2B5EF4-FFF2-40B4-BE49-F238E27FC236}">
                    <a16:creationId xmlns:a16="http://schemas.microsoft.com/office/drawing/2014/main" id="{B742DF58-004F-AC5B-9D68-B0C0D78B7671}"/>
                  </a:ext>
                </a:extLst>
              </p:cNvPr>
              <p:cNvSpPr/>
              <p:nvPr/>
            </p:nvSpPr>
            <p:spPr>
              <a:xfrm>
                <a:off x="506668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g1488">
                <a:extLst>
                  <a:ext uri="{FF2B5EF4-FFF2-40B4-BE49-F238E27FC236}">
                    <a16:creationId xmlns:a16="http://schemas.microsoft.com/office/drawing/2014/main" id="{ED05259B-4869-2C58-EED7-F354C87C3C94}"/>
                  </a:ext>
                </a:extLst>
              </p:cNvPr>
              <p:cNvSpPr/>
              <p:nvPr/>
            </p:nvSpPr>
            <p:spPr>
              <a:xfrm>
                <a:off x="5078320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g1489">
                <a:extLst>
                  <a:ext uri="{FF2B5EF4-FFF2-40B4-BE49-F238E27FC236}">
                    <a16:creationId xmlns:a16="http://schemas.microsoft.com/office/drawing/2014/main" id="{3BCE3C09-B4AF-F934-A6BB-333982AB5F7D}"/>
                  </a:ext>
                </a:extLst>
              </p:cNvPr>
              <p:cNvSpPr/>
              <p:nvPr/>
            </p:nvSpPr>
            <p:spPr>
              <a:xfrm>
                <a:off x="5089957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g1490">
                <a:extLst>
                  <a:ext uri="{FF2B5EF4-FFF2-40B4-BE49-F238E27FC236}">
                    <a16:creationId xmlns:a16="http://schemas.microsoft.com/office/drawing/2014/main" id="{69C0BA01-4755-B23E-AECF-3FFB78CF8A6F}"/>
                  </a:ext>
                </a:extLst>
              </p:cNvPr>
              <p:cNvSpPr/>
              <p:nvPr/>
            </p:nvSpPr>
            <p:spPr>
              <a:xfrm>
                <a:off x="510159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g1491">
                <a:extLst>
                  <a:ext uri="{FF2B5EF4-FFF2-40B4-BE49-F238E27FC236}">
                    <a16:creationId xmlns:a16="http://schemas.microsoft.com/office/drawing/2014/main" id="{6098010D-96E9-F414-F624-8E3ED1AEFF98}"/>
                  </a:ext>
                </a:extLst>
              </p:cNvPr>
              <p:cNvSpPr/>
              <p:nvPr/>
            </p:nvSpPr>
            <p:spPr>
              <a:xfrm>
                <a:off x="5113232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g1492">
                <a:extLst>
                  <a:ext uri="{FF2B5EF4-FFF2-40B4-BE49-F238E27FC236}">
                    <a16:creationId xmlns:a16="http://schemas.microsoft.com/office/drawing/2014/main" id="{7A03C079-49B3-06F2-029A-3349647562DA}"/>
                  </a:ext>
                </a:extLst>
              </p:cNvPr>
              <p:cNvSpPr/>
              <p:nvPr/>
            </p:nvSpPr>
            <p:spPr>
              <a:xfrm>
                <a:off x="5124869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g1493">
                <a:extLst>
                  <a:ext uri="{FF2B5EF4-FFF2-40B4-BE49-F238E27FC236}">
                    <a16:creationId xmlns:a16="http://schemas.microsoft.com/office/drawing/2014/main" id="{2B90AA86-A8BC-96D7-D05F-9C0EC16E879F}"/>
                  </a:ext>
                </a:extLst>
              </p:cNvPr>
              <p:cNvSpPr/>
              <p:nvPr/>
            </p:nvSpPr>
            <p:spPr>
              <a:xfrm>
                <a:off x="5136507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g1494">
                <a:extLst>
                  <a:ext uri="{FF2B5EF4-FFF2-40B4-BE49-F238E27FC236}">
                    <a16:creationId xmlns:a16="http://schemas.microsoft.com/office/drawing/2014/main" id="{A784EFE1-2663-4547-B5F1-2EFBE40FCD18}"/>
                  </a:ext>
                </a:extLst>
              </p:cNvPr>
              <p:cNvSpPr/>
              <p:nvPr/>
            </p:nvSpPr>
            <p:spPr>
              <a:xfrm>
                <a:off x="5148144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g1495">
                <a:extLst>
                  <a:ext uri="{FF2B5EF4-FFF2-40B4-BE49-F238E27FC236}">
                    <a16:creationId xmlns:a16="http://schemas.microsoft.com/office/drawing/2014/main" id="{0B1CF605-0332-3D90-DD57-93B43F26875E}"/>
                  </a:ext>
                </a:extLst>
              </p:cNvPr>
              <p:cNvSpPr/>
              <p:nvPr/>
            </p:nvSpPr>
            <p:spPr>
              <a:xfrm>
                <a:off x="515978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g1496">
                <a:extLst>
                  <a:ext uri="{FF2B5EF4-FFF2-40B4-BE49-F238E27FC236}">
                    <a16:creationId xmlns:a16="http://schemas.microsoft.com/office/drawing/2014/main" id="{E6C018DF-4678-B817-9769-F6356F419C81}"/>
                  </a:ext>
                </a:extLst>
              </p:cNvPr>
              <p:cNvSpPr/>
              <p:nvPr/>
            </p:nvSpPr>
            <p:spPr>
              <a:xfrm>
                <a:off x="5171419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g1497">
                <a:extLst>
                  <a:ext uri="{FF2B5EF4-FFF2-40B4-BE49-F238E27FC236}">
                    <a16:creationId xmlns:a16="http://schemas.microsoft.com/office/drawing/2014/main" id="{668FCBB9-8F9A-20C1-070C-7F7B6A400991}"/>
                  </a:ext>
                </a:extLst>
              </p:cNvPr>
              <p:cNvSpPr/>
              <p:nvPr/>
            </p:nvSpPr>
            <p:spPr>
              <a:xfrm>
                <a:off x="5183056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g1498">
                <a:extLst>
                  <a:ext uri="{FF2B5EF4-FFF2-40B4-BE49-F238E27FC236}">
                    <a16:creationId xmlns:a16="http://schemas.microsoft.com/office/drawing/2014/main" id="{4739CBD1-D499-1747-94B4-E941608546CA}"/>
                  </a:ext>
                </a:extLst>
              </p:cNvPr>
              <p:cNvSpPr/>
              <p:nvPr/>
            </p:nvSpPr>
            <p:spPr>
              <a:xfrm>
                <a:off x="519469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g1499">
                <a:extLst>
                  <a:ext uri="{FF2B5EF4-FFF2-40B4-BE49-F238E27FC236}">
                    <a16:creationId xmlns:a16="http://schemas.microsoft.com/office/drawing/2014/main" id="{BCF84864-F948-F3BF-A264-31BB207CDF6D}"/>
                  </a:ext>
                </a:extLst>
              </p:cNvPr>
              <p:cNvSpPr/>
              <p:nvPr/>
            </p:nvSpPr>
            <p:spPr>
              <a:xfrm>
                <a:off x="520633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g1500">
                <a:extLst>
                  <a:ext uri="{FF2B5EF4-FFF2-40B4-BE49-F238E27FC236}">
                    <a16:creationId xmlns:a16="http://schemas.microsoft.com/office/drawing/2014/main" id="{D5DDBD46-C5EF-E7C6-7241-020294E4CBFD}"/>
                  </a:ext>
                </a:extLst>
              </p:cNvPr>
              <p:cNvSpPr/>
              <p:nvPr/>
            </p:nvSpPr>
            <p:spPr>
              <a:xfrm>
                <a:off x="5217968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g1501">
                <a:extLst>
                  <a:ext uri="{FF2B5EF4-FFF2-40B4-BE49-F238E27FC236}">
                    <a16:creationId xmlns:a16="http://schemas.microsoft.com/office/drawing/2014/main" id="{9BE2F063-1E8F-491E-EDCB-6B265E25C4F8}"/>
                  </a:ext>
                </a:extLst>
              </p:cNvPr>
              <p:cNvSpPr/>
              <p:nvPr/>
            </p:nvSpPr>
            <p:spPr>
              <a:xfrm>
                <a:off x="522960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g1502">
                <a:extLst>
                  <a:ext uri="{FF2B5EF4-FFF2-40B4-BE49-F238E27FC236}">
                    <a16:creationId xmlns:a16="http://schemas.microsoft.com/office/drawing/2014/main" id="{C2108CDC-0E62-21A8-DA55-AF19B4D9A155}"/>
                  </a:ext>
                </a:extLst>
              </p:cNvPr>
              <p:cNvSpPr/>
              <p:nvPr/>
            </p:nvSpPr>
            <p:spPr>
              <a:xfrm>
                <a:off x="524124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g1503">
                <a:extLst>
                  <a:ext uri="{FF2B5EF4-FFF2-40B4-BE49-F238E27FC236}">
                    <a16:creationId xmlns:a16="http://schemas.microsoft.com/office/drawing/2014/main" id="{8FA910A7-BF58-8D62-7BF7-59EFBC8C3C7C}"/>
                  </a:ext>
                </a:extLst>
              </p:cNvPr>
              <p:cNvSpPr/>
              <p:nvPr/>
            </p:nvSpPr>
            <p:spPr>
              <a:xfrm>
                <a:off x="5252880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g1504">
                <a:extLst>
                  <a:ext uri="{FF2B5EF4-FFF2-40B4-BE49-F238E27FC236}">
                    <a16:creationId xmlns:a16="http://schemas.microsoft.com/office/drawing/2014/main" id="{0E42F6A1-4C47-EF3F-601E-0E54DC481441}"/>
                  </a:ext>
                </a:extLst>
              </p:cNvPr>
              <p:cNvSpPr/>
              <p:nvPr/>
            </p:nvSpPr>
            <p:spPr>
              <a:xfrm>
                <a:off x="5008496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g1505">
                <a:extLst>
                  <a:ext uri="{FF2B5EF4-FFF2-40B4-BE49-F238E27FC236}">
                    <a16:creationId xmlns:a16="http://schemas.microsoft.com/office/drawing/2014/main" id="{E7228C48-CD8B-2B64-342C-AAA548E3ABB6}"/>
                  </a:ext>
                </a:extLst>
              </p:cNvPr>
              <p:cNvSpPr/>
              <p:nvPr/>
            </p:nvSpPr>
            <p:spPr>
              <a:xfrm>
                <a:off x="502013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g1506">
                <a:extLst>
                  <a:ext uri="{FF2B5EF4-FFF2-40B4-BE49-F238E27FC236}">
                    <a16:creationId xmlns:a16="http://schemas.microsoft.com/office/drawing/2014/main" id="{F52B0BD9-C89C-9322-2C3C-3A1CCC50543F}"/>
                  </a:ext>
                </a:extLst>
              </p:cNvPr>
              <p:cNvSpPr/>
              <p:nvPr/>
            </p:nvSpPr>
            <p:spPr>
              <a:xfrm>
                <a:off x="503177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g1507">
                <a:extLst>
                  <a:ext uri="{FF2B5EF4-FFF2-40B4-BE49-F238E27FC236}">
                    <a16:creationId xmlns:a16="http://schemas.microsoft.com/office/drawing/2014/main" id="{DF000CE9-8C60-702A-DFBE-B79FFB6B5AA2}"/>
                  </a:ext>
                </a:extLst>
              </p:cNvPr>
              <p:cNvSpPr/>
              <p:nvPr/>
            </p:nvSpPr>
            <p:spPr>
              <a:xfrm>
                <a:off x="5043408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g1508">
                <a:extLst>
                  <a:ext uri="{FF2B5EF4-FFF2-40B4-BE49-F238E27FC236}">
                    <a16:creationId xmlns:a16="http://schemas.microsoft.com/office/drawing/2014/main" id="{8CFDBCDB-F768-0A6E-3C7D-0A122EE511CB}"/>
                  </a:ext>
                </a:extLst>
              </p:cNvPr>
              <p:cNvSpPr/>
              <p:nvPr/>
            </p:nvSpPr>
            <p:spPr>
              <a:xfrm>
                <a:off x="505504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g1509">
                <a:extLst>
                  <a:ext uri="{FF2B5EF4-FFF2-40B4-BE49-F238E27FC236}">
                    <a16:creationId xmlns:a16="http://schemas.microsoft.com/office/drawing/2014/main" id="{1F0491C2-E20C-7D9A-AF71-4C1096C54B56}"/>
                  </a:ext>
                </a:extLst>
              </p:cNvPr>
              <p:cNvSpPr/>
              <p:nvPr/>
            </p:nvSpPr>
            <p:spPr>
              <a:xfrm>
                <a:off x="506668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g1510">
                <a:extLst>
                  <a:ext uri="{FF2B5EF4-FFF2-40B4-BE49-F238E27FC236}">
                    <a16:creationId xmlns:a16="http://schemas.microsoft.com/office/drawing/2014/main" id="{2C5E1589-409D-7F9D-6570-EAA80729118D}"/>
                  </a:ext>
                </a:extLst>
              </p:cNvPr>
              <p:cNvSpPr/>
              <p:nvPr/>
            </p:nvSpPr>
            <p:spPr>
              <a:xfrm>
                <a:off x="5078320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g1511">
                <a:extLst>
                  <a:ext uri="{FF2B5EF4-FFF2-40B4-BE49-F238E27FC236}">
                    <a16:creationId xmlns:a16="http://schemas.microsoft.com/office/drawing/2014/main" id="{87AE4EF0-21BC-44E8-3584-E36471099960}"/>
                  </a:ext>
                </a:extLst>
              </p:cNvPr>
              <p:cNvSpPr/>
              <p:nvPr/>
            </p:nvSpPr>
            <p:spPr>
              <a:xfrm>
                <a:off x="5089957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g1512">
                <a:extLst>
                  <a:ext uri="{FF2B5EF4-FFF2-40B4-BE49-F238E27FC236}">
                    <a16:creationId xmlns:a16="http://schemas.microsoft.com/office/drawing/2014/main" id="{0045EEFE-F040-F06E-844E-A62B6E5B733F}"/>
                  </a:ext>
                </a:extLst>
              </p:cNvPr>
              <p:cNvSpPr/>
              <p:nvPr/>
            </p:nvSpPr>
            <p:spPr>
              <a:xfrm>
                <a:off x="510159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g1513">
                <a:extLst>
                  <a:ext uri="{FF2B5EF4-FFF2-40B4-BE49-F238E27FC236}">
                    <a16:creationId xmlns:a16="http://schemas.microsoft.com/office/drawing/2014/main" id="{4F4A640F-4CF2-0C73-8358-C511DC383AD3}"/>
                  </a:ext>
                </a:extLst>
              </p:cNvPr>
              <p:cNvSpPr/>
              <p:nvPr/>
            </p:nvSpPr>
            <p:spPr>
              <a:xfrm>
                <a:off x="5113232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g1514">
                <a:extLst>
                  <a:ext uri="{FF2B5EF4-FFF2-40B4-BE49-F238E27FC236}">
                    <a16:creationId xmlns:a16="http://schemas.microsoft.com/office/drawing/2014/main" id="{254409E0-7846-F0AB-AC51-12AEFE491879}"/>
                  </a:ext>
                </a:extLst>
              </p:cNvPr>
              <p:cNvSpPr/>
              <p:nvPr/>
            </p:nvSpPr>
            <p:spPr>
              <a:xfrm>
                <a:off x="5124869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g1515">
                <a:extLst>
                  <a:ext uri="{FF2B5EF4-FFF2-40B4-BE49-F238E27FC236}">
                    <a16:creationId xmlns:a16="http://schemas.microsoft.com/office/drawing/2014/main" id="{61233F64-24EB-77FC-7730-E9BCBC21E7A4}"/>
                  </a:ext>
                </a:extLst>
              </p:cNvPr>
              <p:cNvSpPr/>
              <p:nvPr/>
            </p:nvSpPr>
            <p:spPr>
              <a:xfrm>
                <a:off x="5136507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g1516">
                <a:extLst>
                  <a:ext uri="{FF2B5EF4-FFF2-40B4-BE49-F238E27FC236}">
                    <a16:creationId xmlns:a16="http://schemas.microsoft.com/office/drawing/2014/main" id="{A0C8EED1-4220-BE6E-3DD9-C4F76CCDF8E6}"/>
                  </a:ext>
                </a:extLst>
              </p:cNvPr>
              <p:cNvSpPr/>
              <p:nvPr/>
            </p:nvSpPr>
            <p:spPr>
              <a:xfrm>
                <a:off x="5148144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g1517">
                <a:extLst>
                  <a:ext uri="{FF2B5EF4-FFF2-40B4-BE49-F238E27FC236}">
                    <a16:creationId xmlns:a16="http://schemas.microsoft.com/office/drawing/2014/main" id="{56A4A86D-97DE-765D-59A8-B6C9D334C454}"/>
                  </a:ext>
                </a:extLst>
              </p:cNvPr>
              <p:cNvSpPr/>
              <p:nvPr/>
            </p:nvSpPr>
            <p:spPr>
              <a:xfrm>
                <a:off x="515978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g1518">
                <a:extLst>
                  <a:ext uri="{FF2B5EF4-FFF2-40B4-BE49-F238E27FC236}">
                    <a16:creationId xmlns:a16="http://schemas.microsoft.com/office/drawing/2014/main" id="{D5268DDF-FB25-D3F9-C764-690347F3A65C}"/>
                  </a:ext>
                </a:extLst>
              </p:cNvPr>
              <p:cNvSpPr/>
              <p:nvPr/>
            </p:nvSpPr>
            <p:spPr>
              <a:xfrm>
                <a:off x="5171419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g1519">
                <a:extLst>
                  <a:ext uri="{FF2B5EF4-FFF2-40B4-BE49-F238E27FC236}">
                    <a16:creationId xmlns:a16="http://schemas.microsoft.com/office/drawing/2014/main" id="{34BB8002-2FD5-8594-FD75-170C147B390B}"/>
                  </a:ext>
                </a:extLst>
              </p:cNvPr>
              <p:cNvSpPr/>
              <p:nvPr/>
            </p:nvSpPr>
            <p:spPr>
              <a:xfrm>
                <a:off x="5183056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g1520">
                <a:extLst>
                  <a:ext uri="{FF2B5EF4-FFF2-40B4-BE49-F238E27FC236}">
                    <a16:creationId xmlns:a16="http://schemas.microsoft.com/office/drawing/2014/main" id="{433A8146-E608-2EC6-CE40-05C489C5D33C}"/>
                  </a:ext>
                </a:extLst>
              </p:cNvPr>
              <p:cNvSpPr/>
              <p:nvPr/>
            </p:nvSpPr>
            <p:spPr>
              <a:xfrm>
                <a:off x="519469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g1521">
                <a:extLst>
                  <a:ext uri="{FF2B5EF4-FFF2-40B4-BE49-F238E27FC236}">
                    <a16:creationId xmlns:a16="http://schemas.microsoft.com/office/drawing/2014/main" id="{4786DA40-32C9-AC2F-A109-782D118D5DF7}"/>
                  </a:ext>
                </a:extLst>
              </p:cNvPr>
              <p:cNvSpPr/>
              <p:nvPr/>
            </p:nvSpPr>
            <p:spPr>
              <a:xfrm>
                <a:off x="520633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g1522">
                <a:extLst>
                  <a:ext uri="{FF2B5EF4-FFF2-40B4-BE49-F238E27FC236}">
                    <a16:creationId xmlns:a16="http://schemas.microsoft.com/office/drawing/2014/main" id="{4453BA8F-196D-8D93-E43D-6BE6E520B304}"/>
                  </a:ext>
                </a:extLst>
              </p:cNvPr>
              <p:cNvSpPr/>
              <p:nvPr/>
            </p:nvSpPr>
            <p:spPr>
              <a:xfrm>
                <a:off x="5217968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g1523">
                <a:extLst>
                  <a:ext uri="{FF2B5EF4-FFF2-40B4-BE49-F238E27FC236}">
                    <a16:creationId xmlns:a16="http://schemas.microsoft.com/office/drawing/2014/main" id="{0507B823-D7A3-54B4-DCCA-C950A3E5DCE2}"/>
                  </a:ext>
                </a:extLst>
              </p:cNvPr>
              <p:cNvSpPr/>
              <p:nvPr/>
            </p:nvSpPr>
            <p:spPr>
              <a:xfrm>
                <a:off x="522960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g1524">
                <a:extLst>
                  <a:ext uri="{FF2B5EF4-FFF2-40B4-BE49-F238E27FC236}">
                    <a16:creationId xmlns:a16="http://schemas.microsoft.com/office/drawing/2014/main" id="{26BA69F9-CF69-0DD5-BC0B-AE153EF5C2CC}"/>
                  </a:ext>
                </a:extLst>
              </p:cNvPr>
              <p:cNvSpPr/>
              <p:nvPr/>
            </p:nvSpPr>
            <p:spPr>
              <a:xfrm>
                <a:off x="524124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g1525">
                <a:extLst>
                  <a:ext uri="{FF2B5EF4-FFF2-40B4-BE49-F238E27FC236}">
                    <a16:creationId xmlns:a16="http://schemas.microsoft.com/office/drawing/2014/main" id="{36C91885-35CD-F674-D928-3C8AFD5AE5F3}"/>
                  </a:ext>
                </a:extLst>
              </p:cNvPr>
              <p:cNvSpPr/>
              <p:nvPr/>
            </p:nvSpPr>
            <p:spPr>
              <a:xfrm>
                <a:off x="503177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g1526">
                <a:extLst>
                  <a:ext uri="{FF2B5EF4-FFF2-40B4-BE49-F238E27FC236}">
                    <a16:creationId xmlns:a16="http://schemas.microsoft.com/office/drawing/2014/main" id="{BD3CBFCF-2246-BDBA-4D8D-62177B04FB4F}"/>
                  </a:ext>
                </a:extLst>
              </p:cNvPr>
              <p:cNvSpPr/>
              <p:nvPr/>
            </p:nvSpPr>
            <p:spPr>
              <a:xfrm>
                <a:off x="5043408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g1527">
                <a:extLst>
                  <a:ext uri="{FF2B5EF4-FFF2-40B4-BE49-F238E27FC236}">
                    <a16:creationId xmlns:a16="http://schemas.microsoft.com/office/drawing/2014/main" id="{14651AE0-3AD8-D586-C9B1-6FFEA4EBF968}"/>
                  </a:ext>
                </a:extLst>
              </p:cNvPr>
              <p:cNvSpPr/>
              <p:nvPr/>
            </p:nvSpPr>
            <p:spPr>
              <a:xfrm>
                <a:off x="505504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g1528">
                <a:extLst>
                  <a:ext uri="{FF2B5EF4-FFF2-40B4-BE49-F238E27FC236}">
                    <a16:creationId xmlns:a16="http://schemas.microsoft.com/office/drawing/2014/main" id="{76B2B56C-8510-EA67-54E8-D71F2CB55742}"/>
                  </a:ext>
                </a:extLst>
              </p:cNvPr>
              <p:cNvSpPr/>
              <p:nvPr/>
            </p:nvSpPr>
            <p:spPr>
              <a:xfrm>
                <a:off x="5066683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g1529">
                <a:extLst>
                  <a:ext uri="{FF2B5EF4-FFF2-40B4-BE49-F238E27FC236}">
                    <a16:creationId xmlns:a16="http://schemas.microsoft.com/office/drawing/2014/main" id="{22CE9B72-2077-3952-2A77-A56F8A6D358A}"/>
                  </a:ext>
                </a:extLst>
              </p:cNvPr>
              <p:cNvSpPr/>
              <p:nvPr/>
            </p:nvSpPr>
            <p:spPr>
              <a:xfrm>
                <a:off x="5078320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g1530">
                <a:extLst>
                  <a:ext uri="{FF2B5EF4-FFF2-40B4-BE49-F238E27FC236}">
                    <a16:creationId xmlns:a16="http://schemas.microsoft.com/office/drawing/2014/main" id="{A3062604-CB03-17FF-7FF6-A75D99D2885A}"/>
                  </a:ext>
                </a:extLst>
              </p:cNvPr>
              <p:cNvSpPr/>
              <p:nvPr/>
            </p:nvSpPr>
            <p:spPr>
              <a:xfrm>
                <a:off x="5089957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g1531">
                <a:extLst>
                  <a:ext uri="{FF2B5EF4-FFF2-40B4-BE49-F238E27FC236}">
                    <a16:creationId xmlns:a16="http://schemas.microsoft.com/office/drawing/2014/main" id="{3A5C64E1-E81D-7B93-6134-99C5FAC6EAD4}"/>
                  </a:ext>
                </a:extLst>
              </p:cNvPr>
              <p:cNvSpPr/>
              <p:nvPr/>
            </p:nvSpPr>
            <p:spPr>
              <a:xfrm>
                <a:off x="510159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g1532">
                <a:extLst>
                  <a:ext uri="{FF2B5EF4-FFF2-40B4-BE49-F238E27FC236}">
                    <a16:creationId xmlns:a16="http://schemas.microsoft.com/office/drawing/2014/main" id="{D9390331-5716-A79F-3DAB-B43551156F93}"/>
                  </a:ext>
                </a:extLst>
              </p:cNvPr>
              <p:cNvSpPr/>
              <p:nvPr/>
            </p:nvSpPr>
            <p:spPr>
              <a:xfrm>
                <a:off x="5113232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g1533">
                <a:extLst>
                  <a:ext uri="{FF2B5EF4-FFF2-40B4-BE49-F238E27FC236}">
                    <a16:creationId xmlns:a16="http://schemas.microsoft.com/office/drawing/2014/main" id="{93450B66-4580-8F1E-1B1B-A18A0AA4990B}"/>
                  </a:ext>
                </a:extLst>
              </p:cNvPr>
              <p:cNvSpPr/>
              <p:nvPr/>
            </p:nvSpPr>
            <p:spPr>
              <a:xfrm>
                <a:off x="5124869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g1534">
                <a:extLst>
                  <a:ext uri="{FF2B5EF4-FFF2-40B4-BE49-F238E27FC236}">
                    <a16:creationId xmlns:a16="http://schemas.microsoft.com/office/drawing/2014/main" id="{863C1ADD-056F-AA5D-152F-435ACDFAE2A4}"/>
                  </a:ext>
                </a:extLst>
              </p:cNvPr>
              <p:cNvSpPr/>
              <p:nvPr/>
            </p:nvSpPr>
            <p:spPr>
              <a:xfrm>
                <a:off x="5136507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g1535">
                <a:extLst>
                  <a:ext uri="{FF2B5EF4-FFF2-40B4-BE49-F238E27FC236}">
                    <a16:creationId xmlns:a16="http://schemas.microsoft.com/office/drawing/2014/main" id="{F4074AE3-62EB-F2D7-0A26-F54CDCB89B46}"/>
                  </a:ext>
                </a:extLst>
              </p:cNvPr>
              <p:cNvSpPr/>
              <p:nvPr/>
            </p:nvSpPr>
            <p:spPr>
              <a:xfrm>
                <a:off x="5148144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g1536">
                <a:extLst>
                  <a:ext uri="{FF2B5EF4-FFF2-40B4-BE49-F238E27FC236}">
                    <a16:creationId xmlns:a16="http://schemas.microsoft.com/office/drawing/2014/main" id="{2D7B1840-C0D5-9FD0-E557-DB7FE137C0DA}"/>
                  </a:ext>
                </a:extLst>
              </p:cNvPr>
              <p:cNvSpPr/>
              <p:nvPr/>
            </p:nvSpPr>
            <p:spPr>
              <a:xfrm>
                <a:off x="515978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g1537">
                <a:extLst>
                  <a:ext uri="{FF2B5EF4-FFF2-40B4-BE49-F238E27FC236}">
                    <a16:creationId xmlns:a16="http://schemas.microsoft.com/office/drawing/2014/main" id="{6FE38BBD-7280-9FB6-25DF-FC4FED747C4C}"/>
                  </a:ext>
                </a:extLst>
              </p:cNvPr>
              <p:cNvSpPr/>
              <p:nvPr/>
            </p:nvSpPr>
            <p:spPr>
              <a:xfrm>
                <a:off x="5171419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g1538">
                <a:extLst>
                  <a:ext uri="{FF2B5EF4-FFF2-40B4-BE49-F238E27FC236}">
                    <a16:creationId xmlns:a16="http://schemas.microsoft.com/office/drawing/2014/main" id="{43E729E6-4A87-81E0-2747-42C134749A0E}"/>
                  </a:ext>
                </a:extLst>
              </p:cNvPr>
              <p:cNvSpPr/>
              <p:nvPr/>
            </p:nvSpPr>
            <p:spPr>
              <a:xfrm>
                <a:off x="5183056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g1539">
                <a:extLst>
                  <a:ext uri="{FF2B5EF4-FFF2-40B4-BE49-F238E27FC236}">
                    <a16:creationId xmlns:a16="http://schemas.microsoft.com/office/drawing/2014/main" id="{2399A96D-3B47-9C74-8F08-8C75B7E9E0DB}"/>
                  </a:ext>
                </a:extLst>
              </p:cNvPr>
              <p:cNvSpPr/>
              <p:nvPr/>
            </p:nvSpPr>
            <p:spPr>
              <a:xfrm>
                <a:off x="5194693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g1540">
                <a:extLst>
                  <a:ext uri="{FF2B5EF4-FFF2-40B4-BE49-F238E27FC236}">
                    <a16:creationId xmlns:a16="http://schemas.microsoft.com/office/drawing/2014/main" id="{B35533D9-2C0D-F26C-A759-446F41E459BE}"/>
                  </a:ext>
                </a:extLst>
              </p:cNvPr>
              <p:cNvSpPr/>
              <p:nvPr/>
            </p:nvSpPr>
            <p:spPr>
              <a:xfrm>
                <a:off x="520633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g1541">
                <a:extLst>
                  <a:ext uri="{FF2B5EF4-FFF2-40B4-BE49-F238E27FC236}">
                    <a16:creationId xmlns:a16="http://schemas.microsoft.com/office/drawing/2014/main" id="{E029F3EE-A763-B8A9-955A-E126B7CAB99B}"/>
                  </a:ext>
                </a:extLst>
              </p:cNvPr>
              <p:cNvSpPr/>
              <p:nvPr/>
            </p:nvSpPr>
            <p:spPr>
              <a:xfrm>
                <a:off x="5217968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g1542">
                <a:extLst>
                  <a:ext uri="{FF2B5EF4-FFF2-40B4-BE49-F238E27FC236}">
                    <a16:creationId xmlns:a16="http://schemas.microsoft.com/office/drawing/2014/main" id="{E6CC667E-D56C-6D44-15F4-D0F4F555D3C6}"/>
                  </a:ext>
                </a:extLst>
              </p:cNvPr>
              <p:cNvSpPr/>
              <p:nvPr/>
            </p:nvSpPr>
            <p:spPr>
              <a:xfrm>
                <a:off x="522960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g1543">
                <a:extLst>
                  <a:ext uri="{FF2B5EF4-FFF2-40B4-BE49-F238E27FC236}">
                    <a16:creationId xmlns:a16="http://schemas.microsoft.com/office/drawing/2014/main" id="{3431855F-34E6-23BE-D409-5769DE29AB1C}"/>
                  </a:ext>
                </a:extLst>
              </p:cNvPr>
              <p:cNvSpPr/>
              <p:nvPr/>
            </p:nvSpPr>
            <p:spPr>
              <a:xfrm>
                <a:off x="5043408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g1544">
                <a:extLst>
                  <a:ext uri="{FF2B5EF4-FFF2-40B4-BE49-F238E27FC236}">
                    <a16:creationId xmlns:a16="http://schemas.microsoft.com/office/drawing/2014/main" id="{EB412C8A-EEA8-42F7-EA79-5B7D7B6CE7C6}"/>
                  </a:ext>
                </a:extLst>
              </p:cNvPr>
              <p:cNvSpPr/>
              <p:nvPr/>
            </p:nvSpPr>
            <p:spPr>
              <a:xfrm>
                <a:off x="5055045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g1545">
                <a:extLst>
                  <a:ext uri="{FF2B5EF4-FFF2-40B4-BE49-F238E27FC236}">
                    <a16:creationId xmlns:a16="http://schemas.microsoft.com/office/drawing/2014/main" id="{40E0EF67-F217-54BE-70DD-9332AC82261A}"/>
                  </a:ext>
                </a:extLst>
              </p:cNvPr>
              <p:cNvSpPr/>
              <p:nvPr/>
            </p:nvSpPr>
            <p:spPr>
              <a:xfrm>
                <a:off x="5066683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g1546">
                <a:extLst>
                  <a:ext uri="{FF2B5EF4-FFF2-40B4-BE49-F238E27FC236}">
                    <a16:creationId xmlns:a16="http://schemas.microsoft.com/office/drawing/2014/main" id="{AEA1A0F6-1EEF-0E4D-3233-B4D9AD6AF28E}"/>
                  </a:ext>
                </a:extLst>
              </p:cNvPr>
              <p:cNvSpPr/>
              <p:nvPr/>
            </p:nvSpPr>
            <p:spPr>
              <a:xfrm>
                <a:off x="5078320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g1547">
                <a:extLst>
                  <a:ext uri="{FF2B5EF4-FFF2-40B4-BE49-F238E27FC236}">
                    <a16:creationId xmlns:a16="http://schemas.microsoft.com/office/drawing/2014/main" id="{8599FE45-59E0-B7B9-9369-DF1F0CCD51E0}"/>
                  </a:ext>
                </a:extLst>
              </p:cNvPr>
              <p:cNvSpPr/>
              <p:nvPr/>
            </p:nvSpPr>
            <p:spPr>
              <a:xfrm>
                <a:off x="5089957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g1548">
                <a:extLst>
                  <a:ext uri="{FF2B5EF4-FFF2-40B4-BE49-F238E27FC236}">
                    <a16:creationId xmlns:a16="http://schemas.microsoft.com/office/drawing/2014/main" id="{752B7C31-A153-13B6-89A8-5C863E21B180}"/>
                  </a:ext>
                </a:extLst>
              </p:cNvPr>
              <p:cNvSpPr/>
              <p:nvPr/>
            </p:nvSpPr>
            <p:spPr>
              <a:xfrm>
                <a:off x="5101595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g1549">
                <a:extLst>
                  <a:ext uri="{FF2B5EF4-FFF2-40B4-BE49-F238E27FC236}">
                    <a16:creationId xmlns:a16="http://schemas.microsoft.com/office/drawing/2014/main" id="{B6957B37-5732-EEFB-3AA7-D7D99CE070D4}"/>
                  </a:ext>
                </a:extLst>
              </p:cNvPr>
              <p:cNvSpPr/>
              <p:nvPr/>
            </p:nvSpPr>
            <p:spPr>
              <a:xfrm>
                <a:off x="5113232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g1550">
                <a:extLst>
                  <a:ext uri="{FF2B5EF4-FFF2-40B4-BE49-F238E27FC236}">
                    <a16:creationId xmlns:a16="http://schemas.microsoft.com/office/drawing/2014/main" id="{82FD7A48-8A24-B916-2290-542F76F0570C}"/>
                  </a:ext>
                </a:extLst>
              </p:cNvPr>
              <p:cNvSpPr/>
              <p:nvPr/>
            </p:nvSpPr>
            <p:spPr>
              <a:xfrm>
                <a:off x="5124869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g1551">
                <a:extLst>
                  <a:ext uri="{FF2B5EF4-FFF2-40B4-BE49-F238E27FC236}">
                    <a16:creationId xmlns:a16="http://schemas.microsoft.com/office/drawing/2014/main" id="{A9B25BAB-F07C-A059-C102-F65A51015474}"/>
                  </a:ext>
                </a:extLst>
              </p:cNvPr>
              <p:cNvSpPr/>
              <p:nvPr/>
            </p:nvSpPr>
            <p:spPr>
              <a:xfrm>
                <a:off x="5136507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g1552">
                <a:extLst>
                  <a:ext uri="{FF2B5EF4-FFF2-40B4-BE49-F238E27FC236}">
                    <a16:creationId xmlns:a16="http://schemas.microsoft.com/office/drawing/2014/main" id="{FB601093-0D51-4954-FB5C-5E76D502BC19}"/>
                  </a:ext>
                </a:extLst>
              </p:cNvPr>
              <p:cNvSpPr/>
              <p:nvPr/>
            </p:nvSpPr>
            <p:spPr>
              <a:xfrm>
                <a:off x="5148144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g1553">
                <a:extLst>
                  <a:ext uri="{FF2B5EF4-FFF2-40B4-BE49-F238E27FC236}">
                    <a16:creationId xmlns:a16="http://schemas.microsoft.com/office/drawing/2014/main" id="{49ADBEFE-CF8E-E23A-5111-386EF60A2A76}"/>
                  </a:ext>
                </a:extLst>
              </p:cNvPr>
              <p:cNvSpPr/>
              <p:nvPr/>
            </p:nvSpPr>
            <p:spPr>
              <a:xfrm>
                <a:off x="5159781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g1554">
                <a:extLst>
                  <a:ext uri="{FF2B5EF4-FFF2-40B4-BE49-F238E27FC236}">
                    <a16:creationId xmlns:a16="http://schemas.microsoft.com/office/drawing/2014/main" id="{B41907F6-CE44-DB05-BBCF-A3A98AB69334}"/>
                  </a:ext>
                </a:extLst>
              </p:cNvPr>
              <p:cNvSpPr/>
              <p:nvPr/>
            </p:nvSpPr>
            <p:spPr>
              <a:xfrm>
                <a:off x="5171419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g1555">
                <a:extLst>
                  <a:ext uri="{FF2B5EF4-FFF2-40B4-BE49-F238E27FC236}">
                    <a16:creationId xmlns:a16="http://schemas.microsoft.com/office/drawing/2014/main" id="{6EC71E3B-8696-64F1-9B84-338365B1CE6C}"/>
                  </a:ext>
                </a:extLst>
              </p:cNvPr>
              <p:cNvSpPr/>
              <p:nvPr/>
            </p:nvSpPr>
            <p:spPr>
              <a:xfrm>
                <a:off x="5183056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g1556">
                <a:extLst>
                  <a:ext uri="{FF2B5EF4-FFF2-40B4-BE49-F238E27FC236}">
                    <a16:creationId xmlns:a16="http://schemas.microsoft.com/office/drawing/2014/main" id="{DDAB17A9-029E-ABE4-3448-89A9A2542A39}"/>
                  </a:ext>
                </a:extLst>
              </p:cNvPr>
              <p:cNvSpPr/>
              <p:nvPr/>
            </p:nvSpPr>
            <p:spPr>
              <a:xfrm>
                <a:off x="5194693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g1557">
                <a:extLst>
                  <a:ext uri="{FF2B5EF4-FFF2-40B4-BE49-F238E27FC236}">
                    <a16:creationId xmlns:a16="http://schemas.microsoft.com/office/drawing/2014/main" id="{04DB5206-8637-E478-A737-9DBFF10F95E0}"/>
                  </a:ext>
                </a:extLst>
              </p:cNvPr>
              <p:cNvSpPr/>
              <p:nvPr/>
            </p:nvSpPr>
            <p:spPr>
              <a:xfrm>
                <a:off x="5206331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g1558">
                <a:extLst>
                  <a:ext uri="{FF2B5EF4-FFF2-40B4-BE49-F238E27FC236}">
                    <a16:creationId xmlns:a16="http://schemas.microsoft.com/office/drawing/2014/main" id="{8CD9CFDB-4249-A798-BA0A-F5F41B4CB189}"/>
                  </a:ext>
                </a:extLst>
              </p:cNvPr>
              <p:cNvSpPr/>
              <p:nvPr/>
            </p:nvSpPr>
            <p:spPr>
              <a:xfrm>
                <a:off x="5217968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g1559">
                <a:extLst>
                  <a:ext uri="{FF2B5EF4-FFF2-40B4-BE49-F238E27FC236}">
                    <a16:creationId xmlns:a16="http://schemas.microsoft.com/office/drawing/2014/main" id="{A4FCA147-094D-D71D-B815-1C14F37158C2}"/>
                  </a:ext>
                </a:extLst>
              </p:cNvPr>
              <p:cNvSpPr/>
              <p:nvPr/>
            </p:nvSpPr>
            <p:spPr>
              <a:xfrm>
                <a:off x="5055045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g1560">
                <a:extLst>
                  <a:ext uri="{FF2B5EF4-FFF2-40B4-BE49-F238E27FC236}">
                    <a16:creationId xmlns:a16="http://schemas.microsoft.com/office/drawing/2014/main" id="{E1BA4504-1CA8-806C-4078-C1624A8032D7}"/>
                  </a:ext>
                </a:extLst>
              </p:cNvPr>
              <p:cNvSpPr/>
              <p:nvPr/>
            </p:nvSpPr>
            <p:spPr>
              <a:xfrm>
                <a:off x="5066683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g1561">
                <a:extLst>
                  <a:ext uri="{FF2B5EF4-FFF2-40B4-BE49-F238E27FC236}">
                    <a16:creationId xmlns:a16="http://schemas.microsoft.com/office/drawing/2014/main" id="{574E0818-EF9A-B5B6-E09B-83D3D931289E}"/>
                  </a:ext>
                </a:extLst>
              </p:cNvPr>
              <p:cNvSpPr/>
              <p:nvPr/>
            </p:nvSpPr>
            <p:spPr>
              <a:xfrm>
                <a:off x="5078320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g1562">
                <a:extLst>
                  <a:ext uri="{FF2B5EF4-FFF2-40B4-BE49-F238E27FC236}">
                    <a16:creationId xmlns:a16="http://schemas.microsoft.com/office/drawing/2014/main" id="{B9552C94-0C39-324B-D3BA-32ACC0E73B1F}"/>
                  </a:ext>
                </a:extLst>
              </p:cNvPr>
              <p:cNvSpPr/>
              <p:nvPr/>
            </p:nvSpPr>
            <p:spPr>
              <a:xfrm>
                <a:off x="5089957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g1563">
                <a:extLst>
                  <a:ext uri="{FF2B5EF4-FFF2-40B4-BE49-F238E27FC236}">
                    <a16:creationId xmlns:a16="http://schemas.microsoft.com/office/drawing/2014/main" id="{32EE83E9-1589-21BD-3175-240B18763E99}"/>
                  </a:ext>
                </a:extLst>
              </p:cNvPr>
              <p:cNvSpPr/>
              <p:nvPr/>
            </p:nvSpPr>
            <p:spPr>
              <a:xfrm>
                <a:off x="5101595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g1564">
                <a:extLst>
                  <a:ext uri="{FF2B5EF4-FFF2-40B4-BE49-F238E27FC236}">
                    <a16:creationId xmlns:a16="http://schemas.microsoft.com/office/drawing/2014/main" id="{859AC415-E358-007E-C730-075B9CC5E4E3}"/>
                  </a:ext>
                </a:extLst>
              </p:cNvPr>
              <p:cNvSpPr/>
              <p:nvPr/>
            </p:nvSpPr>
            <p:spPr>
              <a:xfrm>
                <a:off x="5113232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g1565">
                <a:extLst>
                  <a:ext uri="{FF2B5EF4-FFF2-40B4-BE49-F238E27FC236}">
                    <a16:creationId xmlns:a16="http://schemas.microsoft.com/office/drawing/2014/main" id="{50F4B583-6D4A-BA80-E637-ACF19287FBE3}"/>
                  </a:ext>
                </a:extLst>
              </p:cNvPr>
              <p:cNvSpPr/>
              <p:nvPr/>
            </p:nvSpPr>
            <p:spPr>
              <a:xfrm>
                <a:off x="5124869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g1566">
                <a:extLst>
                  <a:ext uri="{FF2B5EF4-FFF2-40B4-BE49-F238E27FC236}">
                    <a16:creationId xmlns:a16="http://schemas.microsoft.com/office/drawing/2014/main" id="{67433F3F-7F9E-84B3-E7FE-E76A3525B907}"/>
                  </a:ext>
                </a:extLst>
              </p:cNvPr>
              <p:cNvSpPr/>
              <p:nvPr/>
            </p:nvSpPr>
            <p:spPr>
              <a:xfrm>
                <a:off x="5136507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g1567">
                <a:extLst>
                  <a:ext uri="{FF2B5EF4-FFF2-40B4-BE49-F238E27FC236}">
                    <a16:creationId xmlns:a16="http://schemas.microsoft.com/office/drawing/2014/main" id="{BBBA1DDA-4844-D9B0-0992-69FE49958941}"/>
                  </a:ext>
                </a:extLst>
              </p:cNvPr>
              <p:cNvSpPr/>
              <p:nvPr/>
            </p:nvSpPr>
            <p:spPr>
              <a:xfrm>
                <a:off x="5148144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g1568">
                <a:extLst>
                  <a:ext uri="{FF2B5EF4-FFF2-40B4-BE49-F238E27FC236}">
                    <a16:creationId xmlns:a16="http://schemas.microsoft.com/office/drawing/2014/main" id="{65AB8F4C-E8CF-F63B-7797-3BCD275A3D03}"/>
                  </a:ext>
                </a:extLst>
              </p:cNvPr>
              <p:cNvSpPr/>
              <p:nvPr/>
            </p:nvSpPr>
            <p:spPr>
              <a:xfrm>
                <a:off x="5159781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g1569">
                <a:extLst>
                  <a:ext uri="{FF2B5EF4-FFF2-40B4-BE49-F238E27FC236}">
                    <a16:creationId xmlns:a16="http://schemas.microsoft.com/office/drawing/2014/main" id="{9BAE814C-B8E3-621E-5CBB-C5E34EC0B2E3}"/>
                  </a:ext>
                </a:extLst>
              </p:cNvPr>
              <p:cNvSpPr/>
              <p:nvPr/>
            </p:nvSpPr>
            <p:spPr>
              <a:xfrm>
                <a:off x="5171419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g1570">
                <a:extLst>
                  <a:ext uri="{FF2B5EF4-FFF2-40B4-BE49-F238E27FC236}">
                    <a16:creationId xmlns:a16="http://schemas.microsoft.com/office/drawing/2014/main" id="{143BDBE9-39F0-980A-5EC6-82905E578FCE}"/>
                  </a:ext>
                </a:extLst>
              </p:cNvPr>
              <p:cNvSpPr/>
              <p:nvPr/>
            </p:nvSpPr>
            <p:spPr>
              <a:xfrm>
                <a:off x="5183056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g1571">
                <a:extLst>
                  <a:ext uri="{FF2B5EF4-FFF2-40B4-BE49-F238E27FC236}">
                    <a16:creationId xmlns:a16="http://schemas.microsoft.com/office/drawing/2014/main" id="{E1B6FBFB-C0A4-5227-CEB6-8D4AC4DC5B15}"/>
                  </a:ext>
                </a:extLst>
              </p:cNvPr>
              <p:cNvSpPr/>
              <p:nvPr/>
            </p:nvSpPr>
            <p:spPr>
              <a:xfrm>
                <a:off x="5194693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g1572">
                <a:extLst>
                  <a:ext uri="{FF2B5EF4-FFF2-40B4-BE49-F238E27FC236}">
                    <a16:creationId xmlns:a16="http://schemas.microsoft.com/office/drawing/2014/main" id="{9397CEA3-FA53-4390-D4F2-EEB23AD96ECF}"/>
                  </a:ext>
                </a:extLst>
              </p:cNvPr>
              <p:cNvSpPr/>
              <p:nvPr/>
            </p:nvSpPr>
            <p:spPr>
              <a:xfrm>
                <a:off x="5206331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g1573">
                <a:extLst>
                  <a:ext uri="{FF2B5EF4-FFF2-40B4-BE49-F238E27FC236}">
                    <a16:creationId xmlns:a16="http://schemas.microsoft.com/office/drawing/2014/main" id="{71138ECA-9A42-23BB-A610-41A178190769}"/>
                  </a:ext>
                </a:extLst>
              </p:cNvPr>
              <p:cNvSpPr/>
              <p:nvPr/>
            </p:nvSpPr>
            <p:spPr>
              <a:xfrm>
                <a:off x="5217968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g1574">
                <a:extLst>
                  <a:ext uri="{FF2B5EF4-FFF2-40B4-BE49-F238E27FC236}">
                    <a16:creationId xmlns:a16="http://schemas.microsoft.com/office/drawing/2014/main" id="{C1EB18AD-786C-E439-85DF-D0A274A1DAC4}"/>
                  </a:ext>
                </a:extLst>
              </p:cNvPr>
              <p:cNvSpPr/>
              <p:nvPr/>
            </p:nvSpPr>
            <p:spPr>
              <a:xfrm>
                <a:off x="5008496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g1575">
                <a:extLst>
                  <a:ext uri="{FF2B5EF4-FFF2-40B4-BE49-F238E27FC236}">
                    <a16:creationId xmlns:a16="http://schemas.microsoft.com/office/drawing/2014/main" id="{DDE66954-2DF3-C19D-3E92-2429FF57C751}"/>
                  </a:ext>
                </a:extLst>
              </p:cNvPr>
              <p:cNvSpPr/>
              <p:nvPr/>
            </p:nvSpPr>
            <p:spPr>
              <a:xfrm>
                <a:off x="502013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g1576">
                <a:extLst>
                  <a:ext uri="{FF2B5EF4-FFF2-40B4-BE49-F238E27FC236}">
                    <a16:creationId xmlns:a16="http://schemas.microsoft.com/office/drawing/2014/main" id="{B4596B1E-6EDC-920E-8132-DF7F76CB5532}"/>
                  </a:ext>
                </a:extLst>
              </p:cNvPr>
              <p:cNvSpPr/>
              <p:nvPr/>
            </p:nvSpPr>
            <p:spPr>
              <a:xfrm>
                <a:off x="503177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g1577">
                <a:extLst>
                  <a:ext uri="{FF2B5EF4-FFF2-40B4-BE49-F238E27FC236}">
                    <a16:creationId xmlns:a16="http://schemas.microsoft.com/office/drawing/2014/main" id="{CE47E8AF-62D7-B628-81B1-BAC7992182B8}"/>
                  </a:ext>
                </a:extLst>
              </p:cNvPr>
              <p:cNvSpPr/>
              <p:nvPr/>
            </p:nvSpPr>
            <p:spPr>
              <a:xfrm>
                <a:off x="5043408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g1578">
                <a:extLst>
                  <a:ext uri="{FF2B5EF4-FFF2-40B4-BE49-F238E27FC236}">
                    <a16:creationId xmlns:a16="http://schemas.microsoft.com/office/drawing/2014/main" id="{AE4237AA-57CD-0EBC-2C67-B3C637EF5495}"/>
                  </a:ext>
                </a:extLst>
              </p:cNvPr>
              <p:cNvSpPr/>
              <p:nvPr/>
            </p:nvSpPr>
            <p:spPr>
              <a:xfrm>
                <a:off x="5055045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g1579">
                <a:extLst>
                  <a:ext uri="{FF2B5EF4-FFF2-40B4-BE49-F238E27FC236}">
                    <a16:creationId xmlns:a16="http://schemas.microsoft.com/office/drawing/2014/main" id="{31D41D85-7328-6EB2-04D2-DD6A9383594D}"/>
                  </a:ext>
                </a:extLst>
              </p:cNvPr>
              <p:cNvSpPr/>
              <p:nvPr/>
            </p:nvSpPr>
            <p:spPr>
              <a:xfrm>
                <a:off x="506668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g1580">
                <a:extLst>
                  <a:ext uri="{FF2B5EF4-FFF2-40B4-BE49-F238E27FC236}">
                    <a16:creationId xmlns:a16="http://schemas.microsoft.com/office/drawing/2014/main" id="{12D66F56-E315-7935-68D5-FEEA7F1A5FF5}"/>
                  </a:ext>
                </a:extLst>
              </p:cNvPr>
              <p:cNvSpPr/>
              <p:nvPr/>
            </p:nvSpPr>
            <p:spPr>
              <a:xfrm>
                <a:off x="5078320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g1581">
                <a:extLst>
                  <a:ext uri="{FF2B5EF4-FFF2-40B4-BE49-F238E27FC236}">
                    <a16:creationId xmlns:a16="http://schemas.microsoft.com/office/drawing/2014/main" id="{61E7213F-7320-0864-3F63-C7A343F6BF89}"/>
                  </a:ext>
                </a:extLst>
              </p:cNvPr>
              <p:cNvSpPr/>
              <p:nvPr/>
            </p:nvSpPr>
            <p:spPr>
              <a:xfrm>
                <a:off x="5089957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g1582">
                <a:extLst>
                  <a:ext uri="{FF2B5EF4-FFF2-40B4-BE49-F238E27FC236}">
                    <a16:creationId xmlns:a16="http://schemas.microsoft.com/office/drawing/2014/main" id="{52F73667-2CD2-613E-1DE7-E30D3D64BAB7}"/>
                  </a:ext>
                </a:extLst>
              </p:cNvPr>
              <p:cNvSpPr/>
              <p:nvPr/>
            </p:nvSpPr>
            <p:spPr>
              <a:xfrm>
                <a:off x="5101595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g1583">
                <a:extLst>
                  <a:ext uri="{FF2B5EF4-FFF2-40B4-BE49-F238E27FC236}">
                    <a16:creationId xmlns:a16="http://schemas.microsoft.com/office/drawing/2014/main" id="{C77FF03C-1930-35C4-949A-1FD6B90CA5A9}"/>
                  </a:ext>
                </a:extLst>
              </p:cNvPr>
              <p:cNvSpPr/>
              <p:nvPr/>
            </p:nvSpPr>
            <p:spPr>
              <a:xfrm>
                <a:off x="5113232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g1584">
                <a:extLst>
                  <a:ext uri="{FF2B5EF4-FFF2-40B4-BE49-F238E27FC236}">
                    <a16:creationId xmlns:a16="http://schemas.microsoft.com/office/drawing/2014/main" id="{CB5E2F91-3CF2-76F8-6C82-063810E6F691}"/>
                  </a:ext>
                </a:extLst>
              </p:cNvPr>
              <p:cNvSpPr/>
              <p:nvPr/>
            </p:nvSpPr>
            <p:spPr>
              <a:xfrm>
                <a:off x="5124869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g1585">
                <a:extLst>
                  <a:ext uri="{FF2B5EF4-FFF2-40B4-BE49-F238E27FC236}">
                    <a16:creationId xmlns:a16="http://schemas.microsoft.com/office/drawing/2014/main" id="{4FCACE17-E1B5-D373-0835-CF108389ED68}"/>
                  </a:ext>
                </a:extLst>
              </p:cNvPr>
              <p:cNvSpPr/>
              <p:nvPr/>
            </p:nvSpPr>
            <p:spPr>
              <a:xfrm>
                <a:off x="5136507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g1586">
                <a:extLst>
                  <a:ext uri="{FF2B5EF4-FFF2-40B4-BE49-F238E27FC236}">
                    <a16:creationId xmlns:a16="http://schemas.microsoft.com/office/drawing/2014/main" id="{850E7CBC-3283-7F18-602C-2AD3A7F3AE49}"/>
                  </a:ext>
                </a:extLst>
              </p:cNvPr>
              <p:cNvSpPr/>
              <p:nvPr/>
            </p:nvSpPr>
            <p:spPr>
              <a:xfrm>
                <a:off x="5148144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g1587">
                <a:extLst>
                  <a:ext uri="{FF2B5EF4-FFF2-40B4-BE49-F238E27FC236}">
                    <a16:creationId xmlns:a16="http://schemas.microsoft.com/office/drawing/2014/main" id="{604D3954-F989-6D59-F8CC-2775B1F169CA}"/>
                  </a:ext>
                </a:extLst>
              </p:cNvPr>
              <p:cNvSpPr/>
              <p:nvPr/>
            </p:nvSpPr>
            <p:spPr>
              <a:xfrm>
                <a:off x="515978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g1588">
                <a:extLst>
                  <a:ext uri="{FF2B5EF4-FFF2-40B4-BE49-F238E27FC236}">
                    <a16:creationId xmlns:a16="http://schemas.microsoft.com/office/drawing/2014/main" id="{6991FE2B-0F9F-4D9D-9DCD-CF14012C5C5D}"/>
                  </a:ext>
                </a:extLst>
              </p:cNvPr>
              <p:cNvSpPr/>
              <p:nvPr/>
            </p:nvSpPr>
            <p:spPr>
              <a:xfrm>
                <a:off x="5171419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g1589">
                <a:extLst>
                  <a:ext uri="{FF2B5EF4-FFF2-40B4-BE49-F238E27FC236}">
                    <a16:creationId xmlns:a16="http://schemas.microsoft.com/office/drawing/2014/main" id="{D2522AC2-3295-7039-50D6-CE026E62A1D6}"/>
                  </a:ext>
                </a:extLst>
              </p:cNvPr>
              <p:cNvSpPr/>
              <p:nvPr/>
            </p:nvSpPr>
            <p:spPr>
              <a:xfrm>
                <a:off x="5183056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g1590">
                <a:extLst>
                  <a:ext uri="{FF2B5EF4-FFF2-40B4-BE49-F238E27FC236}">
                    <a16:creationId xmlns:a16="http://schemas.microsoft.com/office/drawing/2014/main" id="{4463C768-D52F-FBF4-A101-BBDF69CB3D5B}"/>
                  </a:ext>
                </a:extLst>
              </p:cNvPr>
              <p:cNvSpPr/>
              <p:nvPr/>
            </p:nvSpPr>
            <p:spPr>
              <a:xfrm>
                <a:off x="519469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g1591">
                <a:extLst>
                  <a:ext uri="{FF2B5EF4-FFF2-40B4-BE49-F238E27FC236}">
                    <a16:creationId xmlns:a16="http://schemas.microsoft.com/office/drawing/2014/main" id="{3417914C-2B3C-DC71-69A4-18227302A0F3}"/>
                  </a:ext>
                </a:extLst>
              </p:cNvPr>
              <p:cNvSpPr/>
              <p:nvPr/>
            </p:nvSpPr>
            <p:spPr>
              <a:xfrm>
                <a:off x="520633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g1592">
                <a:extLst>
                  <a:ext uri="{FF2B5EF4-FFF2-40B4-BE49-F238E27FC236}">
                    <a16:creationId xmlns:a16="http://schemas.microsoft.com/office/drawing/2014/main" id="{AA1EDC02-E388-676A-CE5E-791CC10427D2}"/>
                  </a:ext>
                </a:extLst>
              </p:cNvPr>
              <p:cNvSpPr/>
              <p:nvPr/>
            </p:nvSpPr>
            <p:spPr>
              <a:xfrm>
                <a:off x="499685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g1593">
                <a:extLst>
                  <a:ext uri="{FF2B5EF4-FFF2-40B4-BE49-F238E27FC236}">
                    <a16:creationId xmlns:a16="http://schemas.microsoft.com/office/drawing/2014/main" id="{521B4B75-4BC4-FD11-9FB8-437706B64A18}"/>
                  </a:ext>
                </a:extLst>
              </p:cNvPr>
              <p:cNvSpPr/>
              <p:nvPr/>
            </p:nvSpPr>
            <p:spPr>
              <a:xfrm>
                <a:off x="5008496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g1594">
                <a:extLst>
                  <a:ext uri="{FF2B5EF4-FFF2-40B4-BE49-F238E27FC236}">
                    <a16:creationId xmlns:a16="http://schemas.microsoft.com/office/drawing/2014/main" id="{054BAC0F-5FA6-A219-2906-6DB592011F49}"/>
                  </a:ext>
                </a:extLst>
              </p:cNvPr>
              <p:cNvSpPr/>
              <p:nvPr/>
            </p:nvSpPr>
            <p:spPr>
              <a:xfrm>
                <a:off x="502013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g1595">
                <a:extLst>
                  <a:ext uri="{FF2B5EF4-FFF2-40B4-BE49-F238E27FC236}">
                    <a16:creationId xmlns:a16="http://schemas.microsoft.com/office/drawing/2014/main" id="{C5963413-DF9C-F3BF-2DC4-894534F94BF3}"/>
                  </a:ext>
                </a:extLst>
              </p:cNvPr>
              <p:cNvSpPr/>
              <p:nvPr/>
            </p:nvSpPr>
            <p:spPr>
              <a:xfrm>
                <a:off x="503177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g1596">
                <a:extLst>
                  <a:ext uri="{FF2B5EF4-FFF2-40B4-BE49-F238E27FC236}">
                    <a16:creationId xmlns:a16="http://schemas.microsoft.com/office/drawing/2014/main" id="{ED8FDD42-74F9-9E5E-A3B2-3E0B81279139}"/>
                  </a:ext>
                </a:extLst>
              </p:cNvPr>
              <p:cNvSpPr/>
              <p:nvPr/>
            </p:nvSpPr>
            <p:spPr>
              <a:xfrm>
                <a:off x="5043408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g1597">
                <a:extLst>
                  <a:ext uri="{FF2B5EF4-FFF2-40B4-BE49-F238E27FC236}">
                    <a16:creationId xmlns:a16="http://schemas.microsoft.com/office/drawing/2014/main" id="{D018FADE-14B1-89F5-9EF0-C501D5CB8832}"/>
                  </a:ext>
                </a:extLst>
              </p:cNvPr>
              <p:cNvSpPr/>
              <p:nvPr/>
            </p:nvSpPr>
            <p:spPr>
              <a:xfrm>
                <a:off x="5055045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6AA">
                  <a:alpha val="100000"/>
                </a:srgbClr>
              </a:solidFill>
              <a:ln w="5420" cap="flat">
                <a:solidFill>
                  <a:srgbClr val="42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g1598">
                <a:extLst>
                  <a:ext uri="{FF2B5EF4-FFF2-40B4-BE49-F238E27FC236}">
                    <a16:creationId xmlns:a16="http://schemas.microsoft.com/office/drawing/2014/main" id="{977DEA3F-7BF3-AF51-25CD-62006E574B68}"/>
                  </a:ext>
                </a:extLst>
              </p:cNvPr>
              <p:cNvSpPr/>
              <p:nvPr/>
            </p:nvSpPr>
            <p:spPr>
              <a:xfrm>
                <a:off x="506668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g1599">
                <a:extLst>
                  <a:ext uri="{FF2B5EF4-FFF2-40B4-BE49-F238E27FC236}">
                    <a16:creationId xmlns:a16="http://schemas.microsoft.com/office/drawing/2014/main" id="{0608F9D4-4152-4B57-5946-C2A278CFE559}"/>
                  </a:ext>
                </a:extLst>
              </p:cNvPr>
              <p:cNvSpPr/>
              <p:nvPr/>
            </p:nvSpPr>
            <p:spPr>
              <a:xfrm>
                <a:off x="5078320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g1600">
                <a:extLst>
                  <a:ext uri="{FF2B5EF4-FFF2-40B4-BE49-F238E27FC236}">
                    <a16:creationId xmlns:a16="http://schemas.microsoft.com/office/drawing/2014/main" id="{7334DC43-75E0-E3A9-1CB6-F8FA08C8E385}"/>
                  </a:ext>
                </a:extLst>
              </p:cNvPr>
              <p:cNvSpPr/>
              <p:nvPr/>
            </p:nvSpPr>
            <p:spPr>
              <a:xfrm>
                <a:off x="5089957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g1601">
                <a:extLst>
                  <a:ext uri="{FF2B5EF4-FFF2-40B4-BE49-F238E27FC236}">
                    <a16:creationId xmlns:a16="http://schemas.microsoft.com/office/drawing/2014/main" id="{E5286BDC-649C-AF03-FCB7-4010F3D2622D}"/>
                  </a:ext>
                </a:extLst>
              </p:cNvPr>
              <p:cNvSpPr/>
              <p:nvPr/>
            </p:nvSpPr>
            <p:spPr>
              <a:xfrm>
                <a:off x="5101595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g1602">
                <a:extLst>
                  <a:ext uri="{FF2B5EF4-FFF2-40B4-BE49-F238E27FC236}">
                    <a16:creationId xmlns:a16="http://schemas.microsoft.com/office/drawing/2014/main" id="{90557517-F1B7-4C4D-D700-812126EA8BF3}"/>
                  </a:ext>
                </a:extLst>
              </p:cNvPr>
              <p:cNvSpPr/>
              <p:nvPr/>
            </p:nvSpPr>
            <p:spPr>
              <a:xfrm>
                <a:off x="5113232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g1603">
                <a:extLst>
                  <a:ext uri="{FF2B5EF4-FFF2-40B4-BE49-F238E27FC236}">
                    <a16:creationId xmlns:a16="http://schemas.microsoft.com/office/drawing/2014/main" id="{1858DD5F-623A-7C71-A0F4-236EB4D2FBEE}"/>
                  </a:ext>
                </a:extLst>
              </p:cNvPr>
              <p:cNvSpPr/>
              <p:nvPr/>
            </p:nvSpPr>
            <p:spPr>
              <a:xfrm>
                <a:off x="512486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g1604">
                <a:extLst>
                  <a:ext uri="{FF2B5EF4-FFF2-40B4-BE49-F238E27FC236}">
                    <a16:creationId xmlns:a16="http://schemas.microsoft.com/office/drawing/2014/main" id="{8103C9CA-DF87-3E84-6AD6-96E38C38EBB4}"/>
                  </a:ext>
                </a:extLst>
              </p:cNvPr>
              <p:cNvSpPr/>
              <p:nvPr/>
            </p:nvSpPr>
            <p:spPr>
              <a:xfrm>
                <a:off x="5136507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g1605">
                <a:extLst>
                  <a:ext uri="{FF2B5EF4-FFF2-40B4-BE49-F238E27FC236}">
                    <a16:creationId xmlns:a16="http://schemas.microsoft.com/office/drawing/2014/main" id="{550AF4F4-5E0D-0A37-C678-408BE837157C}"/>
                  </a:ext>
                </a:extLst>
              </p:cNvPr>
              <p:cNvSpPr/>
              <p:nvPr/>
            </p:nvSpPr>
            <p:spPr>
              <a:xfrm>
                <a:off x="5148144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g1606">
                <a:extLst>
                  <a:ext uri="{FF2B5EF4-FFF2-40B4-BE49-F238E27FC236}">
                    <a16:creationId xmlns:a16="http://schemas.microsoft.com/office/drawing/2014/main" id="{3D19F6FD-3598-F9AA-0392-A1E38031F754}"/>
                  </a:ext>
                </a:extLst>
              </p:cNvPr>
              <p:cNvSpPr/>
              <p:nvPr/>
            </p:nvSpPr>
            <p:spPr>
              <a:xfrm>
                <a:off x="515978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g1607">
                <a:extLst>
                  <a:ext uri="{FF2B5EF4-FFF2-40B4-BE49-F238E27FC236}">
                    <a16:creationId xmlns:a16="http://schemas.microsoft.com/office/drawing/2014/main" id="{2682484B-5732-8092-48A9-BFEF7A8F59F3}"/>
                  </a:ext>
                </a:extLst>
              </p:cNvPr>
              <p:cNvSpPr/>
              <p:nvPr/>
            </p:nvSpPr>
            <p:spPr>
              <a:xfrm>
                <a:off x="517141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g1608">
                <a:extLst>
                  <a:ext uri="{FF2B5EF4-FFF2-40B4-BE49-F238E27FC236}">
                    <a16:creationId xmlns:a16="http://schemas.microsoft.com/office/drawing/2014/main" id="{D82077AC-73E6-5E71-108C-CD4C6E207A9F}"/>
                  </a:ext>
                </a:extLst>
              </p:cNvPr>
              <p:cNvSpPr/>
              <p:nvPr/>
            </p:nvSpPr>
            <p:spPr>
              <a:xfrm>
                <a:off x="5183056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g1609">
                <a:extLst>
                  <a:ext uri="{FF2B5EF4-FFF2-40B4-BE49-F238E27FC236}">
                    <a16:creationId xmlns:a16="http://schemas.microsoft.com/office/drawing/2014/main" id="{6291D7DA-1F1F-3B9C-46E9-02B0C10C1842}"/>
                  </a:ext>
                </a:extLst>
              </p:cNvPr>
              <p:cNvSpPr/>
              <p:nvPr/>
            </p:nvSpPr>
            <p:spPr>
              <a:xfrm>
                <a:off x="519469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g1610">
                <a:extLst>
                  <a:ext uri="{FF2B5EF4-FFF2-40B4-BE49-F238E27FC236}">
                    <a16:creationId xmlns:a16="http://schemas.microsoft.com/office/drawing/2014/main" id="{DD9113FA-D270-F1D1-2A9D-E0AC1BFCD6FA}"/>
                  </a:ext>
                </a:extLst>
              </p:cNvPr>
              <p:cNvSpPr/>
              <p:nvPr/>
            </p:nvSpPr>
            <p:spPr>
              <a:xfrm>
                <a:off x="520633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g1611">
                <a:extLst>
                  <a:ext uri="{FF2B5EF4-FFF2-40B4-BE49-F238E27FC236}">
                    <a16:creationId xmlns:a16="http://schemas.microsoft.com/office/drawing/2014/main" id="{A7780383-ED17-6CDE-C9A5-A4399C2B3FC8}"/>
                  </a:ext>
                </a:extLst>
              </p:cNvPr>
              <p:cNvSpPr/>
              <p:nvPr/>
            </p:nvSpPr>
            <p:spPr>
              <a:xfrm>
                <a:off x="499685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g1612">
                <a:extLst>
                  <a:ext uri="{FF2B5EF4-FFF2-40B4-BE49-F238E27FC236}">
                    <a16:creationId xmlns:a16="http://schemas.microsoft.com/office/drawing/2014/main" id="{611C6419-B07D-0C7B-BDB3-ED1368B65B96}"/>
                  </a:ext>
                </a:extLst>
              </p:cNvPr>
              <p:cNvSpPr/>
              <p:nvPr/>
            </p:nvSpPr>
            <p:spPr>
              <a:xfrm>
                <a:off x="5008496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g1613">
                <a:extLst>
                  <a:ext uri="{FF2B5EF4-FFF2-40B4-BE49-F238E27FC236}">
                    <a16:creationId xmlns:a16="http://schemas.microsoft.com/office/drawing/2014/main" id="{3184E44F-5EDE-A199-A3C7-D7064787B13A}"/>
                  </a:ext>
                </a:extLst>
              </p:cNvPr>
              <p:cNvSpPr/>
              <p:nvPr/>
            </p:nvSpPr>
            <p:spPr>
              <a:xfrm>
                <a:off x="502013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g1614">
                <a:extLst>
                  <a:ext uri="{FF2B5EF4-FFF2-40B4-BE49-F238E27FC236}">
                    <a16:creationId xmlns:a16="http://schemas.microsoft.com/office/drawing/2014/main" id="{0BB3C216-EB89-FBE7-8EAA-11304DC8E63C}"/>
                  </a:ext>
                </a:extLst>
              </p:cNvPr>
              <p:cNvSpPr/>
              <p:nvPr/>
            </p:nvSpPr>
            <p:spPr>
              <a:xfrm>
                <a:off x="5031771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g1615">
                <a:extLst>
                  <a:ext uri="{FF2B5EF4-FFF2-40B4-BE49-F238E27FC236}">
                    <a16:creationId xmlns:a16="http://schemas.microsoft.com/office/drawing/2014/main" id="{E8F10937-4545-0301-99B3-45694C00FC28}"/>
                  </a:ext>
                </a:extLst>
              </p:cNvPr>
              <p:cNvSpPr/>
              <p:nvPr/>
            </p:nvSpPr>
            <p:spPr>
              <a:xfrm>
                <a:off x="5043408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6AA">
                  <a:alpha val="100000"/>
                </a:srgbClr>
              </a:solidFill>
              <a:ln w="5420" cap="flat">
                <a:solidFill>
                  <a:srgbClr val="42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g1616">
                <a:extLst>
                  <a:ext uri="{FF2B5EF4-FFF2-40B4-BE49-F238E27FC236}">
                    <a16:creationId xmlns:a16="http://schemas.microsoft.com/office/drawing/2014/main" id="{71F2682D-DF37-2889-E5D2-8821BBBBF709}"/>
                  </a:ext>
                </a:extLst>
              </p:cNvPr>
              <p:cNvSpPr/>
              <p:nvPr/>
            </p:nvSpPr>
            <p:spPr>
              <a:xfrm>
                <a:off x="5055045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g1617">
                <a:extLst>
                  <a:ext uri="{FF2B5EF4-FFF2-40B4-BE49-F238E27FC236}">
                    <a16:creationId xmlns:a16="http://schemas.microsoft.com/office/drawing/2014/main" id="{2895D8C7-9424-DE77-A648-F44696833193}"/>
                  </a:ext>
                </a:extLst>
              </p:cNvPr>
              <p:cNvSpPr/>
              <p:nvPr/>
            </p:nvSpPr>
            <p:spPr>
              <a:xfrm>
                <a:off x="506668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g1618">
                <a:extLst>
                  <a:ext uri="{FF2B5EF4-FFF2-40B4-BE49-F238E27FC236}">
                    <a16:creationId xmlns:a16="http://schemas.microsoft.com/office/drawing/2014/main" id="{B2456095-AB2A-18BB-BBB3-2310172E6E69}"/>
                  </a:ext>
                </a:extLst>
              </p:cNvPr>
              <p:cNvSpPr/>
              <p:nvPr/>
            </p:nvSpPr>
            <p:spPr>
              <a:xfrm>
                <a:off x="5078320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g1619">
                <a:extLst>
                  <a:ext uri="{FF2B5EF4-FFF2-40B4-BE49-F238E27FC236}">
                    <a16:creationId xmlns:a16="http://schemas.microsoft.com/office/drawing/2014/main" id="{8B694479-B709-092F-2C2D-5921F2E9C2AE}"/>
                  </a:ext>
                </a:extLst>
              </p:cNvPr>
              <p:cNvSpPr/>
              <p:nvPr/>
            </p:nvSpPr>
            <p:spPr>
              <a:xfrm>
                <a:off x="5089957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g1620">
                <a:extLst>
                  <a:ext uri="{FF2B5EF4-FFF2-40B4-BE49-F238E27FC236}">
                    <a16:creationId xmlns:a16="http://schemas.microsoft.com/office/drawing/2014/main" id="{00F8E32F-9EA8-7194-D4B9-E2EEA788E0F0}"/>
                  </a:ext>
                </a:extLst>
              </p:cNvPr>
              <p:cNvSpPr/>
              <p:nvPr/>
            </p:nvSpPr>
            <p:spPr>
              <a:xfrm>
                <a:off x="5101595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g1621">
                <a:extLst>
                  <a:ext uri="{FF2B5EF4-FFF2-40B4-BE49-F238E27FC236}">
                    <a16:creationId xmlns:a16="http://schemas.microsoft.com/office/drawing/2014/main" id="{58D756A3-7E57-17A6-7C1B-2088F16A66FF}"/>
                  </a:ext>
                </a:extLst>
              </p:cNvPr>
              <p:cNvSpPr/>
              <p:nvPr/>
            </p:nvSpPr>
            <p:spPr>
              <a:xfrm>
                <a:off x="5113232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g1622">
                <a:extLst>
                  <a:ext uri="{FF2B5EF4-FFF2-40B4-BE49-F238E27FC236}">
                    <a16:creationId xmlns:a16="http://schemas.microsoft.com/office/drawing/2014/main" id="{E5CD6E17-5059-5594-CDC9-E021E5F94DCB}"/>
                  </a:ext>
                </a:extLst>
              </p:cNvPr>
              <p:cNvSpPr/>
              <p:nvPr/>
            </p:nvSpPr>
            <p:spPr>
              <a:xfrm>
                <a:off x="512486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g1623">
                <a:extLst>
                  <a:ext uri="{FF2B5EF4-FFF2-40B4-BE49-F238E27FC236}">
                    <a16:creationId xmlns:a16="http://schemas.microsoft.com/office/drawing/2014/main" id="{E91237F5-6DDE-CAD1-A7D0-00E6AFBEAFD1}"/>
                  </a:ext>
                </a:extLst>
              </p:cNvPr>
              <p:cNvSpPr/>
              <p:nvPr/>
            </p:nvSpPr>
            <p:spPr>
              <a:xfrm>
                <a:off x="5136507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g1624">
                <a:extLst>
                  <a:ext uri="{FF2B5EF4-FFF2-40B4-BE49-F238E27FC236}">
                    <a16:creationId xmlns:a16="http://schemas.microsoft.com/office/drawing/2014/main" id="{09440CE4-CE4C-4883-9022-5305CD3BA548}"/>
                  </a:ext>
                </a:extLst>
              </p:cNvPr>
              <p:cNvSpPr/>
              <p:nvPr/>
            </p:nvSpPr>
            <p:spPr>
              <a:xfrm>
                <a:off x="5148144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g1625">
                <a:extLst>
                  <a:ext uri="{FF2B5EF4-FFF2-40B4-BE49-F238E27FC236}">
                    <a16:creationId xmlns:a16="http://schemas.microsoft.com/office/drawing/2014/main" id="{16053048-0AC9-50DE-6E36-98DC3A8622BB}"/>
                  </a:ext>
                </a:extLst>
              </p:cNvPr>
              <p:cNvSpPr/>
              <p:nvPr/>
            </p:nvSpPr>
            <p:spPr>
              <a:xfrm>
                <a:off x="5159781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g1626">
                <a:extLst>
                  <a:ext uri="{FF2B5EF4-FFF2-40B4-BE49-F238E27FC236}">
                    <a16:creationId xmlns:a16="http://schemas.microsoft.com/office/drawing/2014/main" id="{26F83A52-F42D-9391-248C-61787C2E5810}"/>
                  </a:ext>
                </a:extLst>
              </p:cNvPr>
              <p:cNvSpPr/>
              <p:nvPr/>
            </p:nvSpPr>
            <p:spPr>
              <a:xfrm>
                <a:off x="517141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g1627">
                <a:extLst>
                  <a:ext uri="{FF2B5EF4-FFF2-40B4-BE49-F238E27FC236}">
                    <a16:creationId xmlns:a16="http://schemas.microsoft.com/office/drawing/2014/main" id="{5B2C96A6-D5AB-993A-70D2-91215E32D050}"/>
                  </a:ext>
                </a:extLst>
              </p:cNvPr>
              <p:cNvSpPr/>
              <p:nvPr/>
            </p:nvSpPr>
            <p:spPr>
              <a:xfrm>
                <a:off x="5183056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g1628">
                <a:extLst>
                  <a:ext uri="{FF2B5EF4-FFF2-40B4-BE49-F238E27FC236}">
                    <a16:creationId xmlns:a16="http://schemas.microsoft.com/office/drawing/2014/main" id="{CA02768F-544E-9070-8A60-37F185FCB6DA}"/>
                  </a:ext>
                </a:extLst>
              </p:cNvPr>
              <p:cNvSpPr/>
              <p:nvPr/>
            </p:nvSpPr>
            <p:spPr>
              <a:xfrm>
                <a:off x="519469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g1629">
                <a:extLst>
                  <a:ext uri="{FF2B5EF4-FFF2-40B4-BE49-F238E27FC236}">
                    <a16:creationId xmlns:a16="http://schemas.microsoft.com/office/drawing/2014/main" id="{F344DCD9-1EA7-C006-375D-148102E3AE6F}"/>
                  </a:ext>
                </a:extLst>
              </p:cNvPr>
              <p:cNvSpPr/>
              <p:nvPr/>
            </p:nvSpPr>
            <p:spPr>
              <a:xfrm>
                <a:off x="499685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g1630">
                <a:extLst>
                  <a:ext uri="{FF2B5EF4-FFF2-40B4-BE49-F238E27FC236}">
                    <a16:creationId xmlns:a16="http://schemas.microsoft.com/office/drawing/2014/main" id="{55DFF4BF-9484-4D76-381E-AE5180DE9EA6}"/>
                  </a:ext>
                </a:extLst>
              </p:cNvPr>
              <p:cNvSpPr/>
              <p:nvPr/>
            </p:nvSpPr>
            <p:spPr>
              <a:xfrm>
                <a:off x="5008496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g1631">
                <a:extLst>
                  <a:ext uri="{FF2B5EF4-FFF2-40B4-BE49-F238E27FC236}">
                    <a16:creationId xmlns:a16="http://schemas.microsoft.com/office/drawing/2014/main" id="{C8D28272-0F36-0F3E-2327-98AB94D8AA40}"/>
                  </a:ext>
                </a:extLst>
              </p:cNvPr>
              <p:cNvSpPr/>
              <p:nvPr/>
            </p:nvSpPr>
            <p:spPr>
              <a:xfrm>
                <a:off x="5020133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g1632">
                <a:extLst>
                  <a:ext uri="{FF2B5EF4-FFF2-40B4-BE49-F238E27FC236}">
                    <a16:creationId xmlns:a16="http://schemas.microsoft.com/office/drawing/2014/main" id="{DBE83369-013B-BA2D-319E-25B69534DBB4}"/>
                  </a:ext>
                </a:extLst>
              </p:cNvPr>
              <p:cNvSpPr/>
              <p:nvPr/>
            </p:nvSpPr>
            <p:spPr>
              <a:xfrm>
                <a:off x="5031771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g1633">
                <a:extLst>
                  <a:ext uri="{FF2B5EF4-FFF2-40B4-BE49-F238E27FC236}">
                    <a16:creationId xmlns:a16="http://schemas.microsoft.com/office/drawing/2014/main" id="{A82E0577-9799-F4E3-5230-732FA510AD42}"/>
                  </a:ext>
                </a:extLst>
              </p:cNvPr>
              <p:cNvSpPr/>
              <p:nvPr/>
            </p:nvSpPr>
            <p:spPr>
              <a:xfrm>
                <a:off x="5043408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g1634">
                <a:extLst>
                  <a:ext uri="{FF2B5EF4-FFF2-40B4-BE49-F238E27FC236}">
                    <a16:creationId xmlns:a16="http://schemas.microsoft.com/office/drawing/2014/main" id="{BB01AC12-7381-E6FB-612E-B7842739EBBC}"/>
                  </a:ext>
                </a:extLst>
              </p:cNvPr>
              <p:cNvSpPr/>
              <p:nvPr/>
            </p:nvSpPr>
            <p:spPr>
              <a:xfrm>
                <a:off x="5055045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g1635">
                <a:extLst>
                  <a:ext uri="{FF2B5EF4-FFF2-40B4-BE49-F238E27FC236}">
                    <a16:creationId xmlns:a16="http://schemas.microsoft.com/office/drawing/2014/main" id="{D5D3686C-9CD7-79BC-76E3-0178EA4BB74E}"/>
                  </a:ext>
                </a:extLst>
              </p:cNvPr>
              <p:cNvSpPr/>
              <p:nvPr/>
            </p:nvSpPr>
            <p:spPr>
              <a:xfrm>
                <a:off x="5066683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g1636">
                <a:extLst>
                  <a:ext uri="{FF2B5EF4-FFF2-40B4-BE49-F238E27FC236}">
                    <a16:creationId xmlns:a16="http://schemas.microsoft.com/office/drawing/2014/main" id="{752C49E7-DE80-9D20-8968-13FE3E4488C0}"/>
                  </a:ext>
                </a:extLst>
              </p:cNvPr>
              <p:cNvSpPr/>
              <p:nvPr/>
            </p:nvSpPr>
            <p:spPr>
              <a:xfrm>
                <a:off x="5078320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g1637">
                <a:extLst>
                  <a:ext uri="{FF2B5EF4-FFF2-40B4-BE49-F238E27FC236}">
                    <a16:creationId xmlns:a16="http://schemas.microsoft.com/office/drawing/2014/main" id="{BBE46592-1C22-07AC-4DC8-18CBBE37347B}"/>
                  </a:ext>
                </a:extLst>
              </p:cNvPr>
              <p:cNvSpPr/>
              <p:nvPr/>
            </p:nvSpPr>
            <p:spPr>
              <a:xfrm>
                <a:off x="5089957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AAA">
                  <a:alpha val="100000"/>
                </a:srgbClr>
              </a:solidFill>
              <a:ln w="5420" cap="flat">
                <a:solidFill>
                  <a:srgbClr val="47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g1638">
                <a:extLst>
                  <a:ext uri="{FF2B5EF4-FFF2-40B4-BE49-F238E27FC236}">
                    <a16:creationId xmlns:a16="http://schemas.microsoft.com/office/drawing/2014/main" id="{C12C9D4F-53F4-4D7D-ED44-96F2E5DC7A73}"/>
                  </a:ext>
                </a:extLst>
              </p:cNvPr>
              <p:cNvSpPr/>
              <p:nvPr/>
            </p:nvSpPr>
            <p:spPr>
              <a:xfrm>
                <a:off x="5101595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g1639">
                <a:extLst>
                  <a:ext uri="{FF2B5EF4-FFF2-40B4-BE49-F238E27FC236}">
                    <a16:creationId xmlns:a16="http://schemas.microsoft.com/office/drawing/2014/main" id="{29753311-3005-E689-AB90-4E80DEA86C17}"/>
                  </a:ext>
                </a:extLst>
              </p:cNvPr>
              <p:cNvSpPr/>
              <p:nvPr/>
            </p:nvSpPr>
            <p:spPr>
              <a:xfrm>
                <a:off x="5113232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g1640">
                <a:extLst>
                  <a:ext uri="{FF2B5EF4-FFF2-40B4-BE49-F238E27FC236}">
                    <a16:creationId xmlns:a16="http://schemas.microsoft.com/office/drawing/2014/main" id="{2E48D54B-F0F9-0D19-8CD2-C3026C30C022}"/>
                  </a:ext>
                </a:extLst>
              </p:cNvPr>
              <p:cNvSpPr/>
              <p:nvPr/>
            </p:nvSpPr>
            <p:spPr>
              <a:xfrm>
                <a:off x="512486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g1641">
                <a:extLst>
                  <a:ext uri="{FF2B5EF4-FFF2-40B4-BE49-F238E27FC236}">
                    <a16:creationId xmlns:a16="http://schemas.microsoft.com/office/drawing/2014/main" id="{70F4B5D9-A3AB-7190-63D4-14875C06CBFA}"/>
                  </a:ext>
                </a:extLst>
              </p:cNvPr>
              <p:cNvSpPr/>
              <p:nvPr/>
            </p:nvSpPr>
            <p:spPr>
              <a:xfrm>
                <a:off x="5136507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7A9">
                  <a:alpha val="100000"/>
                </a:srgbClr>
              </a:solidFill>
              <a:ln w="5420" cap="flat">
                <a:solidFill>
                  <a:srgbClr val="35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g1642">
                <a:extLst>
                  <a:ext uri="{FF2B5EF4-FFF2-40B4-BE49-F238E27FC236}">
                    <a16:creationId xmlns:a16="http://schemas.microsoft.com/office/drawing/2014/main" id="{C72524BD-3E54-F230-CE17-53D8DC4EA0D0}"/>
                  </a:ext>
                </a:extLst>
              </p:cNvPr>
              <p:cNvSpPr/>
              <p:nvPr/>
            </p:nvSpPr>
            <p:spPr>
              <a:xfrm>
                <a:off x="5148144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g1643">
                <a:extLst>
                  <a:ext uri="{FF2B5EF4-FFF2-40B4-BE49-F238E27FC236}">
                    <a16:creationId xmlns:a16="http://schemas.microsoft.com/office/drawing/2014/main" id="{C6F1D753-450A-372C-6572-3226DF63CFD9}"/>
                  </a:ext>
                </a:extLst>
              </p:cNvPr>
              <p:cNvSpPr/>
              <p:nvPr/>
            </p:nvSpPr>
            <p:spPr>
              <a:xfrm>
                <a:off x="5159781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g1644">
                <a:extLst>
                  <a:ext uri="{FF2B5EF4-FFF2-40B4-BE49-F238E27FC236}">
                    <a16:creationId xmlns:a16="http://schemas.microsoft.com/office/drawing/2014/main" id="{F1883B2B-D4F4-7114-2F28-259E4F286921}"/>
                  </a:ext>
                </a:extLst>
              </p:cNvPr>
              <p:cNvSpPr/>
              <p:nvPr/>
            </p:nvSpPr>
            <p:spPr>
              <a:xfrm>
                <a:off x="517141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g1645">
                <a:extLst>
                  <a:ext uri="{FF2B5EF4-FFF2-40B4-BE49-F238E27FC236}">
                    <a16:creationId xmlns:a16="http://schemas.microsoft.com/office/drawing/2014/main" id="{7DF30174-6484-02BA-D3B5-CB3BE6DEEF7C}"/>
                  </a:ext>
                </a:extLst>
              </p:cNvPr>
              <p:cNvSpPr/>
              <p:nvPr/>
            </p:nvSpPr>
            <p:spPr>
              <a:xfrm>
                <a:off x="5183056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g1646">
                <a:extLst>
                  <a:ext uri="{FF2B5EF4-FFF2-40B4-BE49-F238E27FC236}">
                    <a16:creationId xmlns:a16="http://schemas.microsoft.com/office/drawing/2014/main" id="{3828D71B-C1A6-A54B-FFEA-E3E42BB0E020}"/>
                  </a:ext>
                </a:extLst>
              </p:cNvPr>
              <p:cNvSpPr/>
              <p:nvPr/>
            </p:nvSpPr>
            <p:spPr>
              <a:xfrm>
                <a:off x="5008496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g1647">
                <a:extLst>
                  <a:ext uri="{FF2B5EF4-FFF2-40B4-BE49-F238E27FC236}">
                    <a16:creationId xmlns:a16="http://schemas.microsoft.com/office/drawing/2014/main" id="{F5413807-FC8D-4CEC-BD7E-23C8750A3751}"/>
                  </a:ext>
                </a:extLst>
              </p:cNvPr>
              <p:cNvSpPr/>
              <p:nvPr/>
            </p:nvSpPr>
            <p:spPr>
              <a:xfrm>
                <a:off x="5020133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g1648">
                <a:extLst>
                  <a:ext uri="{FF2B5EF4-FFF2-40B4-BE49-F238E27FC236}">
                    <a16:creationId xmlns:a16="http://schemas.microsoft.com/office/drawing/2014/main" id="{8EB58180-4794-8E46-17CA-52001D8D0392}"/>
                  </a:ext>
                </a:extLst>
              </p:cNvPr>
              <p:cNvSpPr/>
              <p:nvPr/>
            </p:nvSpPr>
            <p:spPr>
              <a:xfrm>
                <a:off x="5031771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4AA">
                  <a:alpha val="100000"/>
                </a:srgbClr>
              </a:solidFill>
              <a:ln w="5420" cap="flat">
                <a:solidFill>
                  <a:srgbClr val="42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g1649">
                <a:extLst>
                  <a:ext uri="{FF2B5EF4-FFF2-40B4-BE49-F238E27FC236}">
                    <a16:creationId xmlns:a16="http://schemas.microsoft.com/office/drawing/2014/main" id="{9B74B57E-434D-4171-5D32-6907853664F3}"/>
                  </a:ext>
                </a:extLst>
              </p:cNvPr>
              <p:cNvSpPr/>
              <p:nvPr/>
            </p:nvSpPr>
            <p:spPr>
              <a:xfrm>
                <a:off x="5043408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g1650">
                <a:extLst>
                  <a:ext uri="{FF2B5EF4-FFF2-40B4-BE49-F238E27FC236}">
                    <a16:creationId xmlns:a16="http://schemas.microsoft.com/office/drawing/2014/main" id="{3F981F37-B943-C399-BE23-F4CFE14B04CA}"/>
                  </a:ext>
                </a:extLst>
              </p:cNvPr>
              <p:cNvSpPr/>
              <p:nvPr/>
            </p:nvSpPr>
            <p:spPr>
              <a:xfrm>
                <a:off x="5055045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g1651">
                <a:extLst>
                  <a:ext uri="{FF2B5EF4-FFF2-40B4-BE49-F238E27FC236}">
                    <a16:creationId xmlns:a16="http://schemas.microsoft.com/office/drawing/2014/main" id="{90FC58D8-413D-F239-676D-17D04070BF8D}"/>
                  </a:ext>
                </a:extLst>
              </p:cNvPr>
              <p:cNvSpPr/>
              <p:nvPr/>
            </p:nvSpPr>
            <p:spPr>
              <a:xfrm>
                <a:off x="5066683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g1652">
                <a:extLst>
                  <a:ext uri="{FF2B5EF4-FFF2-40B4-BE49-F238E27FC236}">
                    <a16:creationId xmlns:a16="http://schemas.microsoft.com/office/drawing/2014/main" id="{2128849C-5B51-1B89-0096-C8CC6F4672F7}"/>
                  </a:ext>
                </a:extLst>
              </p:cNvPr>
              <p:cNvSpPr/>
              <p:nvPr/>
            </p:nvSpPr>
            <p:spPr>
              <a:xfrm>
                <a:off x="5078320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g1653">
                <a:extLst>
                  <a:ext uri="{FF2B5EF4-FFF2-40B4-BE49-F238E27FC236}">
                    <a16:creationId xmlns:a16="http://schemas.microsoft.com/office/drawing/2014/main" id="{30F9A592-91E1-D9A8-86D2-49948106EA3B}"/>
                  </a:ext>
                </a:extLst>
              </p:cNvPr>
              <p:cNvSpPr/>
              <p:nvPr/>
            </p:nvSpPr>
            <p:spPr>
              <a:xfrm>
                <a:off x="5089957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g1654">
                <a:extLst>
                  <a:ext uri="{FF2B5EF4-FFF2-40B4-BE49-F238E27FC236}">
                    <a16:creationId xmlns:a16="http://schemas.microsoft.com/office/drawing/2014/main" id="{9F7E4C27-A595-1631-F73D-9C16474A49B6}"/>
                  </a:ext>
                </a:extLst>
              </p:cNvPr>
              <p:cNvSpPr/>
              <p:nvPr/>
            </p:nvSpPr>
            <p:spPr>
              <a:xfrm>
                <a:off x="5101595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g1655">
                <a:extLst>
                  <a:ext uri="{FF2B5EF4-FFF2-40B4-BE49-F238E27FC236}">
                    <a16:creationId xmlns:a16="http://schemas.microsoft.com/office/drawing/2014/main" id="{54BABCBC-2730-C313-1D34-7B280ED47792}"/>
                  </a:ext>
                </a:extLst>
              </p:cNvPr>
              <p:cNvSpPr/>
              <p:nvPr/>
            </p:nvSpPr>
            <p:spPr>
              <a:xfrm>
                <a:off x="5113232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6AA">
                  <a:alpha val="100000"/>
                </a:srgbClr>
              </a:solidFill>
              <a:ln w="5420" cap="flat">
                <a:solidFill>
                  <a:srgbClr val="42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g1656">
                <a:extLst>
                  <a:ext uri="{FF2B5EF4-FFF2-40B4-BE49-F238E27FC236}">
                    <a16:creationId xmlns:a16="http://schemas.microsoft.com/office/drawing/2014/main" id="{7561C357-E481-EDAF-D0C3-89F2DFDC0DB4}"/>
                  </a:ext>
                </a:extLst>
              </p:cNvPr>
              <p:cNvSpPr/>
              <p:nvPr/>
            </p:nvSpPr>
            <p:spPr>
              <a:xfrm>
                <a:off x="5124869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g1657">
                <a:extLst>
                  <a:ext uri="{FF2B5EF4-FFF2-40B4-BE49-F238E27FC236}">
                    <a16:creationId xmlns:a16="http://schemas.microsoft.com/office/drawing/2014/main" id="{63823BEE-DD35-5A05-027A-B07F43F99321}"/>
                  </a:ext>
                </a:extLst>
              </p:cNvPr>
              <p:cNvSpPr/>
              <p:nvPr/>
            </p:nvSpPr>
            <p:spPr>
              <a:xfrm>
                <a:off x="5136507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g1658">
                <a:extLst>
                  <a:ext uri="{FF2B5EF4-FFF2-40B4-BE49-F238E27FC236}">
                    <a16:creationId xmlns:a16="http://schemas.microsoft.com/office/drawing/2014/main" id="{3EB8123D-E0A4-A9F7-5623-587C132E002B}"/>
                  </a:ext>
                </a:extLst>
              </p:cNvPr>
              <p:cNvSpPr/>
              <p:nvPr/>
            </p:nvSpPr>
            <p:spPr>
              <a:xfrm>
                <a:off x="5148144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g1659">
                <a:extLst>
                  <a:ext uri="{FF2B5EF4-FFF2-40B4-BE49-F238E27FC236}">
                    <a16:creationId xmlns:a16="http://schemas.microsoft.com/office/drawing/2014/main" id="{9CBE85B7-A701-4DA0-5084-BD4DFB96496B}"/>
                  </a:ext>
                </a:extLst>
              </p:cNvPr>
              <p:cNvSpPr/>
              <p:nvPr/>
            </p:nvSpPr>
            <p:spPr>
              <a:xfrm>
                <a:off x="5159781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g1660">
                <a:extLst>
                  <a:ext uri="{FF2B5EF4-FFF2-40B4-BE49-F238E27FC236}">
                    <a16:creationId xmlns:a16="http://schemas.microsoft.com/office/drawing/2014/main" id="{80CC9334-B669-C0B0-E8D1-1FFD23E2F89E}"/>
                  </a:ext>
                </a:extLst>
              </p:cNvPr>
              <p:cNvSpPr/>
              <p:nvPr/>
            </p:nvSpPr>
            <p:spPr>
              <a:xfrm>
                <a:off x="5171419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g1661">
                <a:extLst>
                  <a:ext uri="{FF2B5EF4-FFF2-40B4-BE49-F238E27FC236}">
                    <a16:creationId xmlns:a16="http://schemas.microsoft.com/office/drawing/2014/main" id="{949EE130-414D-B318-F9F7-60D12A42D671}"/>
                  </a:ext>
                </a:extLst>
              </p:cNvPr>
              <p:cNvSpPr/>
              <p:nvPr/>
            </p:nvSpPr>
            <p:spPr>
              <a:xfrm>
                <a:off x="5043408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g1662">
                <a:extLst>
                  <a:ext uri="{FF2B5EF4-FFF2-40B4-BE49-F238E27FC236}">
                    <a16:creationId xmlns:a16="http://schemas.microsoft.com/office/drawing/2014/main" id="{4A31E050-FE7E-0767-A628-82F338A16AAE}"/>
                  </a:ext>
                </a:extLst>
              </p:cNvPr>
              <p:cNvSpPr/>
              <p:nvPr/>
            </p:nvSpPr>
            <p:spPr>
              <a:xfrm>
                <a:off x="5055045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g1663">
                <a:extLst>
                  <a:ext uri="{FF2B5EF4-FFF2-40B4-BE49-F238E27FC236}">
                    <a16:creationId xmlns:a16="http://schemas.microsoft.com/office/drawing/2014/main" id="{304C335D-B39A-6C1A-BBB5-A22BF4C81821}"/>
                  </a:ext>
                </a:extLst>
              </p:cNvPr>
              <p:cNvSpPr/>
              <p:nvPr/>
            </p:nvSpPr>
            <p:spPr>
              <a:xfrm>
                <a:off x="5066683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g1664">
                <a:extLst>
                  <a:ext uri="{FF2B5EF4-FFF2-40B4-BE49-F238E27FC236}">
                    <a16:creationId xmlns:a16="http://schemas.microsoft.com/office/drawing/2014/main" id="{EF0FD4C7-5215-4A98-06FD-A0D8BE4095CC}"/>
                  </a:ext>
                </a:extLst>
              </p:cNvPr>
              <p:cNvSpPr/>
              <p:nvPr/>
            </p:nvSpPr>
            <p:spPr>
              <a:xfrm>
                <a:off x="5078320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g1665">
                <a:extLst>
                  <a:ext uri="{FF2B5EF4-FFF2-40B4-BE49-F238E27FC236}">
                    <a16:creationId xmlns:a16="http://schemas.microsoft.com/office/drawing/2014/main" id="{C06490E5-2668-D66C-3F89-2DA24B0237E0}"/>
                  </a:ext>
                </a:extLst>
              </p:cNvPr>
              <p:cNvSpPr/>
              <p:nvPr/>
            </p:nvSpPr>
            <p:spPr>
              <a:xfrm>
                <a:off x="5089957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g1666">
                <a:extLst>
                  <a:ext uri="{FF2B5EF4-FFF2-40B4-BE49-F238E27FC236}">
                    <a16:creationId xmlns:a16="http://schemas.microsoft.com/office/drawing/2014/main" id="{BAA35481-B13B-DBAD-11DF-B38D7BBC1534}"/>
                  </a:ext>
                </a:extLst>
              </p:cNvPr>
              <p:cNvSpPr/>
              <p:nvPr/>
            </p:nvSpPr>
            <p:spPr>
              <a:xfrm>
                <a:off x="5101595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g1667">
                <a:extLst>
                  <a:ext uri="{FF2B5EF4-FFF2-40B4-BE49-F238E27FC236}">
                    <a16:creationId xmlns:a16="http://schemas.microsoft.com/office/drawing/2014/main" id="{7DA96524-7402-9B76-B8CB-4AE5AE2D4638}"/>
                  </a:ext>
                </a:extLst>
              </p:cNvPr>
              <p:cNvSpPr/>
              <p:nvPr/>
            </p:nvSpPr>
            <p:spPr>
              <a:xfrm>
                <a:off x="5113232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g1668">
                <a:extLst>
                  <a:ext uri="{FF2B5EF4-FFF2-40B4-BE49-F238E27FC236}">
                    <a16:creationId xmlns:a16="http://schemas.microsoft.com/office/drawing/2014/main" id="{C8643E8B-F016-58A2-0381-DDC6BF2F97DD}"/>
                  </a:ext>
                </a:extLst>
              </p:cNvPr>
              <p:cNvSpPr/>
              <p:nvPr/>
            </p:nvSpPr>
            <p:spPr>
              <a:xfrm>
                <a:off x="5124869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g1669">
                <a:extLst>
                  <a:ext uri="{FF2B5EF4-FFF2-40B4-BE49-F238E27FC236}">
                    <a16:creationId xmlns:a16="http://schemas.microsoft.com/office/drawing/2014/main" id="{5E788205-DAFA-CA4C-A665-BA9AD0DA9509}"/>
                  </a:ext>
                </a:extLst>
              </p:cNvPr>
              <p:cNvSpPr/>
              <p:nvPr/>
            </p:nvSpPr>
            <p:spPr>
              <a:xfrm>
                <a:off x="5136507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g1670">
                <a:extLst>
                  <a:ext uri="{FF2B5EF4-FFF2-40B4-BE49-F238E27FC236}">
                    <a16:creationId xmlns:a16="http://schemas.microsoft.com/office/drawing/2014/main" id="{20424BBF-6447-69E3-2015-9BC079379FEA}"/>
                  </a:ext>
                </a:extLst>
              </p:cNvPr>
              <p:cNvSpPr/>
              <p:nvPr/>
            </p:nvSpPr>
            <p:spPr>
              <a:xfrm>
                <a:off x="5148144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g1671">
                <a:extLst>
                  <a:ext uri="{FF2B5EF4-FFF2-40B4-BE49-F238E27FC236}">
                    <a16:creationId xmlns:a16="http://schemas.microsoft.com/office/drawing/2014/main" id="{1FB9045C-4E41-201B-8929-5A8BE9189F42}"/>
                  </a:ext>
                </a:extLst>
              </p:cNvPr>
              <p:cNvSpPr/>
              <p:nvPr/>
            </p:nvSpPr>
            <p:spPr>
              <a:xfrm>
                <a:off x="5159781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g1672">
                <a:extLst>
                  <a:ext uri="{FF2B5EF4-FFF2-40B4-BE49-F238E27FC236}">
                    <a16:creationId xmlns:a16="http://schemas.microsoft.com/office/drawing/2014/main" id="{24AB40EF-62F6-0E5D-B781-5E7EA392D0EE}"/>
                  </a:ext>
                </a:extLst>
              </p:cNvPr>
              <p:cNvSpPr/>
              <p:nvPr/>
            </p:nvSpPr>
            <p:spPr>
              <a:xfrm>
                <a:off x="5171419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g1673">
                <a:extLst>
                  <a:ext uri="{FF2B5EF4-FFF2-40B4-BE49-F238E27FC236}">
                    <a16:creationId xmlns:a16="http://schemas.microsoft.com/office/drawing/2014/main" id="{02D9ADB0-07C5-67F7-51B1-E9B83E60F77A}"/>
                  </a:ext>
                </a:extLst>
              </p:cNvPr>
              <p:cNvSpPr/>
              <p:nvPr/>
            </p:nvSpPr>
            <p:spPr>
              <a:xfrm>
                <a:off x="5066683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g1674">
                <a:extLst>
                  <a:ext uri="{FF2B5EF4-FFF2-40B4-BE49-F238E27FC236}">
                    <a16:creationId xmlns:a16="http://schemas.microsoft.com/office/drawing/2014/main" id="{8212CE0A-ECC3-3D99-EC23-690A753AFEDA}"/>
                  </a:ext>
                </a:extLst>
              </p:cNvPr>
              <p:cNvSpPr/>
              <p:nvPr/>
            </p:nvSpPr>
            <p:spPr>
              <a:xfrm>
                <a:off x="5078320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g1675">
                <a:extLst>
                  <a:ext uri="{FF2B5EF4-FFF2-40B4-BE49-F238E27FC236}">
                    <a16:creationId xmlns:a16="http://schemas.microsoft.com/office/drawing/2014/main" id="{506F4C11-3BEE-FB5A-5A9E-2C8958323254}"/>
                  </a:ext>
                </a:extLst>
              </p:cNvPr>
              <p:cNvSpPr/>
              <p:nvPr/>
            </p:nvSpPr>
            <p:spPr>
              <a:xfrm>
                <a:off x="5089957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g1676">
                <a:extLst>
                  <a:ext uri="{FF2B5EF4-FFF2-40B4-BE49-F238E27FC236}">
                    <a16:creationId xmlns:a16="http://schemas.microsoft.com/office/drawing/2014/main" id="{E133A869-6CA4-BB16-8B77-AFC08A7FB353}"/>
                  </a:ext>
                </a:extLst>
              </p:cNvPr>
              <p:cNvSpPr/>
              <p:nvPr/>
            </p:nvSpPr>
            <p:spPr>
              <a:xfrm>
                <a:off x="5101595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g1677">
                <a:extLst>
                  <a:ext uri="{FF2B5EF4-FFF2-40B4-BE49-F238E27FC236}">
                    <a16:creationId xmlns:a16="http://schemas.microsoft.com/office/drawing/2014/main" id="{60E115C1-EF5D-D547-6D3F-E8E40C33DCCD}"/>
                  </a:ext>
                </a:extLst>
              </p:cNvPr>
              <p:cNvSpPr/>
              <p:nvPr/>
            </p:nvSpPr>
            <p:spPr>
              <a:xfrm>
                <a:off x="5113232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g1678">
                <a:extLst>
                  <a:ext uri="{FF2B5EF4-FFF2-40B4-BE49-F238E27FC236}">
                    <a16:creationId xmlns:a16="http://schemas.microsoft.com/office/drawing/2014/main" id="{C3396D1E-2798-9F21-E0BA-1A2F8185914A}"/>
                  </a:ext>
                </a:extLst>
              </p:cNvPr>
              <p:cNvSpPr/>
              <p:nvPr/>
            </p:nvSpPr>
            <p:spPr>
              <a:xfrm>
                <a:off x="5124869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g1679">
                <a:extLst>
                  <a:ext uri="{FF2B5EF4-FFF2-40B4-BE49-F238E27FC236}">
                    <a16:creationId xmlns:a16="http://schemas.microsoft.com/office/drawing/2014/main" id="{F9DC78E2-A58E-3DE3-1C55-4417F1039619}"/>
                  </a:ext>
                </a:extLst>
              </p:cNvPr>
              <p:cNvSpPr/>
              <p:nvPr/>
            </p:nvSpPr>
            <p:spPr>
              <a:xfrm>
                <a:off x="5136507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g1680">
                <a:extLst>
                  <a:ext uri="{FF2B5EF4-FFF2-40B4-BE49-F238E27FC236}">
                    <a16:creationId xmlns:a16="http://schemas.microsoft.com/office/drawing/2014/main" id="{73CF24CE-E0D1-61B2-C65F-E015AD168430}"/>
                  </a:ext>
                </a:extLst>
              </p:cNvPr>
              <p:cNvSpPr/>
              <p:nvPr/>
            </p:nvSpPr>
            <p:spPr>
              <a:xfrm>
                <a:off x="5148144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g1681">
                <a:extLst>
                  <a:ext uri="{FF2B5EF4-FFF2-40B4-BE49-F238E27FC236}">
                    <a16:creationId xmlns:a16="http://schemas.microsoft.com/office/drawing/2014/main" id="{B19F062D-5382-E9D8-A297-1308F5D3519D}"/>
                  </a:ext>
                </a:extLst>
              </p:cNvPr>
              <p:cNvSpPr/>
              <p:nvPr/>
            </p:nvSpPr>
            <p:spPr>
              <a:xfrm>
                <a:off x="5159781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g1682">
                <a:extLst>
                  <a:ext uri="{FF2B5EF4-FFF2-40B4-BE49-F238E27FC236}">
                    <a16:creationId xmlns:a16="http://schemas.microsoft.com/office/drawing/2014/main" id="{33DF5A67-09BC-3BD3-6632-6D016578333C}"/>
                  </a:ext>
                </a:extLst>
              </p:cNvPr>
              <p:cNvSpPr/>
              <p:nvPr/>
            </p:nvSpPr>
            <p:spPr>
              <a:xfrm>
                <a:off x="5171419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g1683">
                <a:extLst>
                  <a:ext uri="{FF2B5EF4-FFF2-40B4-BE49-F238E27FC236}">
                    <a16:creationId xmlns:a16="http://schemas.microsoft.com/office/drawing/2014/main" id="{4077B1DF-16F4-D166-8576-47F7CB86030E}"/>
                  </a:ext>
                </a:extLst>
              </p:cNvPr>
              <p:cNvSpPr/>
              <p:nvPr/>
            </p:nvSpPr>
            <p:spPr>
              <a:xfrm>
                <a:off x="5078320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g1684">
                <a:extLst>
                  <a:ext uri="{FF2B5EF4-FFF2-40B4-BE49-F238E27FC236}">
                    <a16:creationId xmlns:a16="http://schemas.microsoft.com/office/drawing/2014/main" id="{E70A3AB7-2A98-E94E-272A-F4B06F08FF3D}"/>
                  </a:ext>
                </a:extLst>
              </p:cNvPr>
              <p:cNvSpPr/>
              <p:nvPr/>
            </p:nvSpPr>
            <p:spPr>
              <a:xfrm>
                <a:off x="5089957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g1685">
                <a:extLst>
                  <a:ext uri="{FF2B5EF4-FFF2-40B4-BE49-F238E27FC236}">
                    <a16:creationId xmlns:a16="http://schemas.microsoft.com/office/drawing/2014/main" id="{AC76631F-3F60-90E1-CD68-19B2CC8C7F3A}"/>
                  </a:ext>
                </a:extLst>
              </p:cNvPr>
              <p:cNvSpPr/>
              <p:nvPr/>
            </p:nvSpPr>
            <p:spPr>
              <a:xfrm>
                <a:off x="5101595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g1686">
                <a:extLst>
                  <a:ext uri="{FF2B5EF4-FFF2-40B4-BE49-F238E27FC236}">
                    <a16:creationId xmlns:a16="http://schemas.microsoft.com/office/drawing/2014/main" id="{BA8FFAA9-9BD9-1768-F3C3-9C54B43E3CE6}"/>
                  </a:ext>
                </a:extLst>
              </p:cNvPr>
              <p:cNvSpPr/>
              <p:nvPr/>
            </p:nvSpPr>
            <p:spPr>
              <a:xfrm>
                <a:off x="5113232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g1687">
                <a:extLst>
                  <a:ext uri="{FF2B5EF4-FFF2-40B4-BE49-F238E27FC236}">
                    <a16:creationId xmlns:a16="http://schemas.microsoft.com/office/drawing/2014/main" id="{66BE8759-8D94-153D-1DCE-7D0FC8DB9941}"/>
                  </a:ext>
                </a:extLst>
              </p:cNvPr>
              <p:cNvSpPr/>
              <p:nvPr/>
            </p:nvSpPr>
            <p:spPr>
              <a:xfrm>
                <a:off x="5124869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g1688">
                <a:extLst>
                  <a:ext uri="{FF2B5EF4-FFF2-40B4-BE49-F238E27FC236}">
                    <a16:creationId xmlns:a16="http://schemas.microsoft.com/office/drawing/2014/main" id="{2BA05480-C8C6-C9EC-F115-C6C216A78904}"/>
                  </a:ext>
                </a:extLst>
              </p:cNvPr>
              <p:cNvSpPr/>
              <p:nvPr/>
            </p:nvSpPr>
            <p:spPr>
              <a:xfrm>
                <a:off x="5136507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g1689">
                <a:extLst>
                  <a:ext uri="{FF2B5EF4-FFF2-40B4-BE49-F238E27FC236}">
                    <a16:creationId xmlns:a16="http://schemas.microsoft.com/office/drawing/2014/main" id="{7F0F6B44-AE9C-70C6-38DC-42821225CC2D}"/>
                  </a:ext>
                </a:extLst>
              </p:cNvPr>
              <p:cNvSpPr/>
              <p:nvPr/>
            </p:nvSpPr>
            <p:spPr>
              <a:xfrm>
                <a:off x="5148144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g1690">
                <a:extLst>
                  <a:ext uri="{FF2B5EF4-FFF2-40B4-BE49-F238E27FC236}">
                    <a16:creationId xmlns:a16="http://schemas.microsoft.com/office/drawing/2014/main" id="{BA4D74A1-C1D0-8A7B-6B0E-1BED41471680}"/>
                  </a:ext>
                </a:extLst>
              </p:cNvPr>
              <p:cNvSpPr/>
              <p:nvPr/>
            </p:nvSpPr>
            <p:spPr>
              <a:xfrm>
                <a:off x="5159781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g1691">
                <a:extLst>
                  <a:ext uri="{FF2B5EF4-FFF2-40B4-BE49-F238E27FC236}">
                    <a16:creationId xmlns:a16="http://schemas.microsoft.com/office/drawing/2014/main" id="{62860DE3-3CC9-9315-B3A2-F65422DF5D9D}"/>
                  </a:ext>
                </a:extLst>
              </p:cNvPr>
              <p:cNvSpPr/>
              <p:nvPr/>
            </p:nvSpPr>
            <p:spPr>
              <a:xfrm>
                <a:off x="5171419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g1692">
                <a:extLst>
                  <a:ext uri="{FF2B5EF4-FFF2-40B4-BE49-F238E27FC236}">
                    <a16:creationId xmlns:a16="http://schemas.microsoft.com/office/drawing/2014/main" id="{9778B730-6598-799A-B473-494846DE56DF}"/>
                  </a:ext>
                </a:extLst>
              </p:cNvPr>
              <p:cNvSpPr/>
              <p:nvPr/>
            </p:nvSpPr>
            <p:spPr>
              <a:xfrm>
                <a:off x="5089957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g1693">
                <a:extLst>
                  <a:ext uri="{FF2B5EF4-FFF2-40B4-BE49-F238E27FC236}">
                    <a16:creationId xmlns:a16="http://schemas.microsoft.com/office/drawing/2014/main" id="{7BAF7AA9-B6D2-C63C-835F-12AE9E020748}"/>
                  </a:ext>
                </a:extLst>
              </p:cNvPr>
              <p:cNvSpPr/>
              <p:nvPr/>
            </p:nvSpPr>
            <p:spPr>
              <a:xfrm>
                <a:off x="5101595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g1694">
                <a:extLst>
                  <a:ext uri="{FF2B5EF4-FFF2-40B4-BE49-F238E27FC236}">
                    <a16:creationId xmlns:a16="http://schemas.microsoft.com/office/drawing/2014/main" id="{8090A1A0-2F0C-3F18-46ED-9EEC631EE419}"/>
                  </a:ext>
                </a:extLst>
              </p:cNvPr>
              <p:cNvSpPr/>
              <p:nvPr/>
            </p:nvSpPr>
            <p:spPr>
              <a:xfrm>
                <a:off x="5113232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g1695">
                <a:extLst>
                  <a:ext uri="{FF2B5EF4-FFF2-40B4-BE49-F238E27FC236}">
                    <a16:creationId xmlns:a16="http://schemas.microsoft.com/office/drawing/2014/main" id="{38B9CAAA-A349-1065-8A34-01CA6FFE9E1B}"/>
                  </a:ext>
                </a:extLst>
              </p:cNvPr>
              <p:cNvSpPr/>
              <p:nvPr/>
            </p:nvSpPr>
            <p:spPr>
              <a:xfrm>
                <a:off x="5124869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g1696">
                <a:extLst>
                  <a:ext uri="{FF2B5EF4-FFF2-40B4-BE49-F238E27FC236}">
                    <a16:creationId xmlns:a16="http://schemas.microsoft.com/office/drawing/2014/main" id="{7E593A39-D2F3-86D2-16EE-B7270E805544}"/>
                  </a:ext>
                </a:extLst>
              </p:cNvPr>
              <p:cNvSpPr/>
              <p:nvPr/>
            </p:nvSpPr>
            <p:spPr>
              <a:xfrm>
                <a:off x="5136507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g1697">
                <a:extLst>
                  <a:ext uri="{FF2B5EF4-FFF2-40B4-BE49-F238E27FC236}">
                    <a16:creationId xmlns:a16="http://schemas.microsoft.com/office/drawing/2014/main" id="{EDFFC26D-8AC3-D62F-9FF8-838FFFF5BB4C}"/>
                  </a:ext>
                </a:extLst>
              </p:cNvPr>
              <p:cNvSpPr/>
              <p:nvPr/>
            </p:nvSpPr>
            <p:spPr>
              <a:xfrm>
                <a:off x="5148144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g1698">
                <a:extLst>
                  <a:ext uri="{FF2B5EF4-FFF2-40B4-BE49-F238E27FC236}">
                    <a16:creationId xmlns:a16="http://schemas.microsoft.com/office/drawing/2014/main" id="{40C84E78-CF60-AAA8-A15D-A41403C58071}"/>
                  </a:ext>
                </a:extLst>
              </p:cNvPr>
              <p:cNvSpPr/>
              <p:nvPr/>
            </p:nvSpPr>
            <p:spPr>
              <a:xfrm>
                <a:off x="5159781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g1699">
                <a:extLst>
                  <a:ext uri="{FF2B5EF4-FFF2-40B4-BE49-F238E27FC236}">
                    <a16:creationId xmlns:a16="http://schemas.microsoft.com/office/drawing/2014/main" id="{AC10988A-69FA-CB4A-8DCB-62C8C4E5B95A}"/>
                  </a:ext>
                </a:extLst>
              </p:cNvPr>
              <p:cNvSpPr/>
              <p:nvPr/>
            </p:nvSpPr>
            <p:spPr>
              <a:xfrm>
                <a:off x="5171419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g1700">
                <a:extLst>
                  <a:ext uri="{FF2B5EF4-FFF2-40B4-BE49-F238E27FC236}">
                    <a16:creationId xmlns:a16="http://schemas.microsoft.com/office/drawing/2014/main" id="{687942C0-6C25-E697-7705-FEDE693D4A34}"/>
                  </a:ext>
                </a:extLst>
              </p:cNvPr>
              <p:cNvSpPr/>
              <p:nvPr/>
            </p:nvSpPr>
            <p:spPr>
              <a:xfrm>
                <a:off x="5183056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g1701">
                <a:extLst>
                  <a:ext uri="{FF2B5EF4-FFF2-40B4-BE49-F238E27FC236}">
                    <a16:creationId xmlns:a16="http://schemas.microsoft.com/office/drawing/2014/main" id="{06EDE160-2D58-CA1D-ABEE-15489F0E1FB8}"/>
                  </a:ext>
                </a:extLst>
              </p:cNvPr>
              <p:cNvSpPr/>
              <p:nvPr/>
            </p:nvSpPr>
            <p:spPr>
              <a:xfrm>
                <a:off x="5124869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g1702">
                <a:extLst>
                  <a:ext uri="{FF2B5EF4-FFF2-40B4-BE49-F238E27FC236}">
                    <a16:creationId xmlns:a16="http://schemas.microsoft.com/office/drawing/2014/main" id="{DC291A6F-61D2-84D7-E1EF-6B020C590E2A}"/>
                  </a:ext>
                </a:extLst>
              </p:cNvPr>
              <p:cNvSpPr/>
              <p:nvPr/>
            </p:nvSpPr>
            <p:spPr>
              <a:xfrm>
                <a:off x="5136507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g1703">
                <a:extLst>
                  <a:ext uri="{FF2B5EF4-FFF2-40B4-BE49-F238E27FC236}">
                    <a16:creationId xmlns:a16="http://schemas.microsoft.com/office/drawing/2014/main" id="{DB86FD1B-B173-7CDB-9A51-074A59638FB7}"/>
                  </a:ext>
                </a:extLst>
              </p:cNvPr>
              <p:cNvSpPr/>
              <p:nvPr/>
            </p:nvSpPr>
            <p:spPr>
              <a:xfrm>
                <a:off x="5148144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g1704">
                <a:extLst>
                  <a:ext uri="{FF2B5EF4-FFF2-40B4-BE49-F238E27FC236}">
                    <a16:creationId xmlns:a16="http://schemas.microsoft.com/office/drawing/2014/main" id="{111EE6CA-0BD6-C2B5-8812-475137C2BF17}"/>
                  </a:ext>
                </a:extLst>
              </p:cNvPr>
              <p:cNvSpPr/>
              <p:nvPr/>
            </p:nvSpPr>
            <p:spPr>
              <a:xfrm>
                <a:off x="5159781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g1705">
                <a:extLst>
                  <a:ext uri="{FF2B5EF4-FFF2-40B4-BE49-F238E27FC236}">
                    <a16:creationId xmlns:a16="http://schemas.microsoft.com/office/drawing/2014/main" id="{9D5C6AA7-EE29-0BB9-0CCB-8C2F5A716CDE}"/>
                  </a:ext>
                </a:extLst>
              </p:cNvPr>
              <p:cNvSpPr/>
              <p:nvPr/>
            </p:nvSpPr>
            <p:spPr>
              <a:xfrm>
                <a:off x="5171419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g1706">
                <a:extLst>
                  <a:ext uri="{FF2B5EF4-FFF2-40B4-BE49-F238E27FC236}">
                    <a16:creationId xmlns:a16="http://schemas.microsoft.com/office/drawing/2014/main" id="{163D66CD-40DC-2F84-0B59-DE4AD0D6809A}"/>
                  </a:ext>
                </a:extLst>
              </p:cNvPr>
              <p:cNvSpPr/>
              <p:nvPr/>
            </p:nvSpPr>
            <p:spPr>
              <a:xfrm>
                <a:off x="5183056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g1707">
                <a:extLst>
                  <a:ext uri="{FF2B5EF4-FFF2-40B4-BE49-F238E27FC236}">
                    <a16:creationId xmlns:a16="http://schemas.microsoft.com/office/drawing/2014/main" id="{27FC99EB-F4AA-BB86-9FEA-A3FE3F0EEB7F}"/>
                  </a:ext>
                </a:extLst>
              </p:cNvPr>
              <p:cNvSpPr/>
              <p:nvPr/>
            </p:nvSpPr>
            <p:spPr>
              <a:xfrm>
                <a:off x="5066683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g1708">
                <a:extLst>
                  <a:ext uri="{FF2B5EF4-FFF2-40B4-BE49-F238E27FC236}">
                    <a16:creationId xmlns:a16="http://schemas.microsoft.com/office/drawing/2014/main" id="{009B28A5-748A-78F9-2CEC-589876FE531F}"/>
                  </a:ext>
                </a:extLst>
              </p:cNvPr>
              <p:cNvSpPr/>
              <p:nvPr/>
            </p:nvSpPr>
            <p:spPr>
              <a:xfrm>
                <a:off x="5113232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g1709">
                <a:extLst>
                  <a:ext uri="{FF2B5EF4-FFF2-40B4-BE49-F238E27FC236}">
                    <a16:creationId xmlns:a16="http://schemas.microsoft.com/office/drawing/2014/main" id="{E04AA18D-7883-DC16-806D-9A8D9C83631A}"/>
                  </a:ext>
                </a:extLst>
              </p:cNvPr>
              <p:cNvSpPr/>
              <p:nvPr/>
            </p:nvSpPr>
            <p:spPr>
              <a:xfrm>
                <a:off x="5124869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g1710">
                <a:extLst>
                  <a:ext uri="{FF2B5EF4-FFF2-40B4-BE49-F238E27FC236}">
                    <a16:creationId xmlns:a16="http://schemas.microsoft.com/office/drawing/2014/main" id="{3DF9E1E7-4063-4103-F9B3-A52BE9E0A796}"/>
                  </a:ext>
                </a:extLst>
              </p:cNvPr>
              <p:cNvSpPr/>
              <p:nvPr/>
            </p:nvSpPr>
            <p:spPr>
              <a:xfrm>
                <a:off x="5136507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g1711">
                <a:extLst>
                  <a:ext uri="{FF2B5EF4-FFF2-40B4-BE49-F238E27FC236}">
                    <a16:creationId xmlns:a16="http://schemas.microsoft.com/office/drawing/2014/main" id="{8119DAD7-89C7-496B-FC4F-EA46C00C5CA9}"/>
                  </a:ext>
                </a:extLst>
              </p:cNvPr>
              <p:cNvSpPr/>
              <p:nvPr/>
            </p:nvSpPr>
            <p:spPr>
              <a:xfrm>
                <a:off x="5148144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g1712">
                <a:extLst>
                  <a:ext uri="{FF2B5EF4-FFF2-40B4-BE49-F238E27FC236}">
                    <a16:creationId xmlns:a16="http://schemas.microsoft.com/office/drawing/2014/main" id="{E4DE182A-605A-31DE-3D3E-DC0EDC6C0B71}"/>
                  </a:ext>
                </a:extLst>
              </p:cNvPr>
              <p:cNvSpPr/>
              <p:nvPr/>
            </p:nvSpPr>
            <p:spPr>
              <a:xfrm>
                <a:off x="5159781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g1713">
                <a:extLst>
                  <a:ext uri="{FF2B5EF4-FFF2-40B4-BE49-F238E27FC236}">
                    <a16:creationId xmlns:a16="http://schemas.microsoft.com/office/drawing/2014/main" id="{B0475E23-E119-B81D-6B53-04C2C1209246}"/>
                  </a:ext>
                </a:extLst>
              </p:cNvPr>
              <p:cNvSpPr/>
              <p:nvPr/>
            </p:nvSpPr>
            <p:spPr>
              <a:xfrm>
                <a:off x="5171419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g1714">
                <a:extLst>
                  <a:ext uri="{FF2B5EF4-FFF2-40B4-BE49-F238E27FC236}">
                    <a16:creationId xmlns:a16="http://schemas.microsoft.com/office/drawing/2014/main" id="{D83B9DF8-A553-7553-56F6-53114981BFB4}"/>
                  </a:ext>
                </a:extLst>
              </p:cNvPr>
              <p:cNvSpPr/>
              <p:nvPr/>
            </p:nvSpPr>
            <p:spPr>
              <a:xfrm>
                <a:off x="5183056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g1715">
                <a:extLst>
                  <a:ext uri="{FF2B5EF4-FFF2-40B4-BE49-F238E27FC236}">
                    <a16:creationId xmlns:a16="http://schemas.microsoft.com/office/drawing/2014/main" id="{CF44A046-093D-9CC4-5EF7-42B5A9030E9D}"/>
                  </a:ext>
                </a:extLst>
              </p:cNvPr>
              <p:cNvSpPr/>
              <p:nvPr/>
            </p:nvSpPr>
            <p:spPr>
              <a:xfrm>
                <a:off x="5055045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g1716">
                <a:extLst>
                  <a:ext uri="{FF2B5EF4-FFF2-40B4-BE49-F238E27FC236}">
                    <a16:creationId xmlns:a16="http://schemas.microsoft.com/office/drawing/2014/main" id="{56FD0366-043E-5224-1743-2D1C4221BF1E}"/>
                  </a:ext>
                </a:extLst>
              </p:cNvPr>
              <p:cNvSpPr/>
              <p:nvPr/>
            </p:nvSpPr>
            <p:spPr>
              <a:xfrm>
                <a:off x="5066683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g1717">
                <a:extLst>
                  <a:ext uri="{FF2B5EF4-FFF2-40B4-BE49-F238E27FC236}">
                    <a16:creationId xmlns:a16="http://schemas.microsoft.com/office/drawing/2014/main" id="{5E554277-33A4-36CF-EC90-E76B3E82D774}"/>
                  </a:ext>
                </a:extLst>
              </p:cNvPr>
              <p:cNvSpPr/>
              <p:nvPr/>
            </p:nvSpPr>
            <p:spPr>
              <a:xfrm>
                <a:off x="5078320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g1718">
                <a:extLst>
                  <a:ext uri="{FF2B5EF4-FFF2-40B4-BE49-F238E27FC236}">
                    <a16:creationId xmlns:a16="http://schemas.microsoft.com/office/drawing/2014/main" id="{E51B7E63-D317-4589-6CDC-E8FA2A834B30}"/>
                  </a:ext>
                </a:extLst>
              </p:cNvPr>
              <p:cNvSpPr/>
              <p:nvPr/>
            </p:nvSpPr>
            <p:spPr>
              <a:xfrm>
                <a:off x="5089957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g1719">
                <a:extLst>
                  <a:ext uri="{FF2B5EF4-FFF2-40B4-BE49-F238E27FC236}">
                    <a16:creationId xmlns:a16="http://schemas.microsoft.com/office/drawing/2014/main" id="{0E6BC1B4-A015-B08E-C943-62B744A24656}"/>
                  </a:ext>
                </a:extLst>
              </p:cNvPr>
              <p:cNvSpPr/>
              <p:nvPr/>
            </p:nvSpPr>
            <p:spPr>
              <a:xfrm>
                <a:off x="5101595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g1720">
                <a:extLst>
                  <a:ext uri="{FF2B5EF4-FFF2-40B4-BE49-F238E27FC236}">
                    <a16:creationId xmlns:a16="http://schemas.microsoft.com/office/drawing/2014/main" id="{F9BF9785-F289-E52D-E784-0EC5CD60D0C9}"/>
                  </a:ext>
                </a:extLst>
              </p:cNvPr>
              <p:cNvSpPr/>
              <p:nvPr/>
            </p:nvSpPr>
            <p:spPr>
              <a:xfrm>
                <a:off x="5113232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g1721">
                <a:extLst>
                  <a:ext uri="{FF2B5EF4-FFF2-40B4-BE49-F238E27FC236}">
                    <a16:creationId xmlns:a16="http://schemas.microsoft.com/office/drawing/2014/main" id="{BDAB536C-F51D-0443-43AB-4D50F491086C}"/>
                  </a:ext>
                </a:extLst>
              </p:cNvPr>
              <p:cNvSpPr/>
              <p:nvPr/>
            </p:nvSpPr>
            <p:spPr>
              <a:xfrm>
                <a:off x="5124869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g1722">
                <a:extLst>
                  <a:ext uri="{FF2B5EF4-FFF2-40B4-BE49-F238E27FC236}">
                    <a16:creationId xmlns:a16="http://schemas.microsoft.com/office/drawing/2014/main" id="{DF4DF410-018A-78B0-34E0-42CC02BEF7D6}"/>
                  </a:ext>
                </a:extLst>
              </p:cNvPr>
              <p:cNvSpPr/>
              <p:nvPr/>
            </p:nvSpPr>
            <p:spPr>
              <a:xfrm>
                <a:off x="5136507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g1723">
                <a:extLst>
                  <a:ext uri="{FF2B5EF4-FFF2-40B4-BE49-F238E27FC236}">
                    <a16:creationId xmlns:a16="http://schemas.microsoft.com/office/drawing/2014/main" id="{82E80415-1EBC-014E-261D-0E03EA17EAA3}"/>
                  </a:ext>
                </a:extLst>
              </p:cNvPr>
              <p:cNvSpPr/>
              <p:nvPr/>
            </p:nvSpPr>
            <p:spPr>
              <a:xfrm>
                <a:off x="5148144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g1724">
                <a:extLst>
                  <a:ext uri="{FF2B5EF4-FFF2-40B4-BE49-F238E27FC236}">
                    <a16:creationId xmlns:a16="http://schemas.microsoft.com/office/drawing/2014/main" id="{730420B7-CFD8-3367-7C42-958CD8D4ED10}"/>
                  </a:ext>
                </a:extLst>
              </p:cNvPr>
              <p:cNvSpPr/>
              <p:nvPr/>
            </p:nvSpPr>
            <p:spPr>
              <a:xfrm>
                <a:off x="5159781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g1725">
                <a:extLst>
                  <a:ext uri="{FF2B5EF4-FFF2-40B4-BE49-F238E27FC236}">
                    <a16:creationId xmlns:a16="http://schemas.microsoft.com/office/drawing/2014/main" id="{8A39F191-17E0-B3AE-EE45-6D341B8FB084}"/>
                  </a:ext>
                </a:extLst>
              </p:cNvPr>
              <p:cNvSpPr/>
              <p:nvPr/>
            </p:nvSpPr>
            <p:spPr>
              <a:xfrm>
                <a:off x="5171419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g1726">
                <a:extLst>
                  <a:ext uri="{FF2B5EF4-FFF2-40B4-BE49-F238E27FC236}">
                    <a16:creationId xmlns:a16="http://schemas.microsoft.com/office/drawing/2014/main" id="{7A67DDC8-D023-3CC2-CF20-11488BE8BE56}"/>
                  </a:ext>
                </a:extLst>
              </p:cNvPr>
              <p:cNvSpPr/>
              <p:nvPr/>
            </p:nvSpPr>
            <p:spPr>
              <a:xfrm>
                <a:off x="5183056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g1727">
                <a:extLst>
                  <a:ext uri="{FF2B5EF4-FFF2-40B4-BE49-F238E27FC236}">
                    <a16:creationId xmlns:a16="http://schemas.microsoft.com/office/drawing/2014/main" id="{DC9B3A1F-8001-F368-1CBC-8D9D7FDC0965}"/>
                  </a:ext>
                </a:extLst>
              </p:cNvPr>
              <p:cNvSpPr/>
              <p:nvPr/>
            </p:nvSpPr>
            <p:spPr>
              <a:xfrm>
                <a:off x="5043408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g1728">
                <a:extLst>
                  <a:ext uri="{FF2B5EF4-FFF2-40B4-BE49-F238E27FC236}">
                    <a16:creationId xmlns:a16="http://schemas.microsoft.com/office/drawing/2014/main" id="{C7009EBA-EC71-0E69-759F-313C5B618D2D}"/>
                  </a:ext>
                </a:extLst>
              </p:cNvPr>
              <p:cNvSpPr/>
              <p:nvPr/>
            </p:nvSpPr>
            <p:spPr>
              <a:xfrm>
                <a:off x="5055045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g1729">
                <a:extLst>
                  <a:ext uri="{FF2B5EF4-FFF2-40B4-BE49-F238E27FC236}">
                    <a16:creationId xmlns:a16="http://schemas.microsoft.com/office/drawing/2014/main" id="{B1B99A98-FDD8-A375-B110-DEDAC7501700}"/>
                  </a:ext>
                </a:extLst>
              </p:cNvPr>
              <p:cNvSpPr/>
              <p:nvPr/>
            </p:nvSpPr>
            <p:spPr>
              <a:xfrm>
                <a:off x="5066683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g1730">
                <a:extLst>
                  <a:ext uri="{FF2B5EF4-FFF2-40B4-BE49-F238E27FC236}">
                    <a16:creationId xmlns:a16="http://schemas.microsoft.com/office/drawing/2014/main" id="{CF9236DB-2AD5-33A5-CE17-4C4985B4D1CF}"/>
                  </a:ext>
                </a:extLst>
              </p:cNvPr>
              <p:cNvSpPr/>
              <p:nvPr/>
            </p:nvSpPr>
            <p:spPr>
              <a:xfrm>
                <a:off x="5078320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g1731">
                <a:extLst>
                  <a:ext uri="{FF2B5EF4-FFF2-40B4-BE49-F238E27FC236}">
                    <a16:creationId xmlns:a16="http://schemas.microsoft.com/office/drawing/2014/main" id="{81F11522-0227-1B3E-CEB6-30D23DD5E804}"/>
                  </a:ext>
                </a:extLst>
              </p:cNvPr>
              <p:cNvSpPr/>
              <p:nvPr/>
            </p:nvSpPr>
            <p:spPr>
              <a:xfrm>
                <a:off x="5089957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g1732">
                <a:extLst>
                  <a:ext uri="{FF2B5EF4-FFF2-40B4-BE49-F238E27FC236}">
                    <a16:creationId xmlns:a16="http://schemas.microsoft.com/office/drawing/2014/main" id="{552EDFDE-F8B4-A0BA-7DD8-36F089A674BF}"/>
                  </a:ext>
                </a:extLst>
              </p:cNvPr>
              <p:cNvSpPr/>
              <p:nvPr/>
            </p:nvSpPr>
            <p:spPr>
              <a:xfrm>
                <a:off x="5101595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g1733">
                <a:extLst>
                  <a:ext uri="{FF2B5EF4-FFF2-40B4-BE49-F238E27FC236}">
                    <a16:creationId xmlns:a16="http://schemas.microsoft.com/office/drawing/2014/main" id="{54089BE8-48E8-C940-9768-0C36533ADB13}"/>
                  </a:ext>
                </a:extLst>
              </p:cNvPr>
              <p:cNvSpPr/>
              <p:nvPr/>
            </p:nvSpPr>
            <p:spPr>
              <a:xfrm>
                <a:off x="5113232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g1734">
                <a:extLst>
                  <a:ext uri="{FF2B5EF4-FFF2-40B4-BE49-F238E27FC236}">
                    <a16:creationId xmlns:a16="http://schemas.microsoft.com/office/drawing/2014/main" id="{0040B355-3024-717B-AAEC-834397A23E7B}"/>
                  </a:ext>
                </a:extLst>
              </p:cNvPr>
              <p:cNvSpPr/>
              <p:nvPr/>
            </p:nvSpPr>
            <p:spPr>
              <a:xfrm>
                <a:off x="5124869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g1735">
                <a:extLst>
                  <a:ext uri="{FF2B5EF4-FFF2-40B4-BE49-F238E27FC236}">
                    <a16:creationId xmlns:a16="http://schemas.microsoft.com/office/drawing/2014/main" id="{CA675A52-F793-475E-E5B8-412E7D75AAC5}"/>
                  </a:ext>
                </a:extLst>
              </p:cNvPr>
              <p:cNvSpPr/>
              <p:nvPr/>
            </p:nvSpPr>
            <p:spPr>
              <a:xfrm>
                <a:off x="5136507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g1736">
                <a:extLst>
                  <a:ext uri="{FF2B5EF4-FFF2-40B4-BE49-F238E27FC236}">
                    <a16:creationId xmlns:a16="http://schemas.microsoft.com/office/drawing/2014/main" id="{3F818B1B-CCC5-9962-D319-54FAC6EAB8B4}"/>
                  </a:ext>
                </a:extLst>
              </p:cNvPr>
              <p:cNvSpPr/>
              <p:nvPr/>
            </p:nvSpPr>
            <p:spPr>
              <a:xfrm>
                <a:off x="5148144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g1737">
                <a:extLst>
                  <a:ext uri="{FF2B5EF4-FFF2-40B4-BE49-F238E27FC236}">
                    <a16:creationId xmlns:a16="http://schemas.microsoft.com/office/drawing/2014/main" id="{BB6C8C52-4D16-7FB5-4E08-848F593EBE88}"/>
                  </a:ext>
                </a:extLst>
              </p:cNvPr>
              <p:cNvSpPr/>
              <p:nvPr/>
            </p:nvSpPr>
            <p:spPr>
              <a:xfrm>
                <a:off x="5159781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g1738">
                <a:extLst>
                  <a:ext uri="{FF2B5EF4-FFF2-40B4-BE49-F238E27FC236}">
                    <a16:creationId xmlns:a16="http://schemas.microsoft.com/office/drawing/2014/main" id="{0B56ECC4-402B-C134-7865-C0E71DE648CF}"/>
                  </a:ext>
                </a:extLst>
              </p:cNvPr>
              <p:cNvSpPr/>
              <p:nvPr/>
            </p:nvSpPr>
            <p:spPr>
              <a:xfrm>
                <a:off x="5171419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g1739">
                <a:extLst>
                  <a:ext uri="{FF2B5EF4-FFF2-40B4-BE49-F238E27FC236}">
                    <a16:creationId xmlns:a16="http://schemas.microsoft.com/office/drawing/2014/main" id="{16519854-585F-0B2F-C76F-181143C045B2}"/>
                  </a:ext>
                </a:extLst>
              </p:cNvPr>
              <p:cNvSpPr/>
              <p:nvPr/>
            </p:nvSpPr>
            <p:spPr>
              <a:xfrm>
                <a:off x="5183056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g1740">
                <a:extLst>
                  <a:ext uri="{FF2B5EF4-FFF2-40B4-BE49-F238E27FC236}">
                    <a16:creationId xmlns:a16="http://schemas.microsoft.com/office/drawing/2014/main" id="{A4813EC5-0054-BA91-B4AB-4FA711D35E96}"/>
                  </a:ext>
                </a:extLst>
              </p:cNvPr>
              <p:cNvSpPr/>
              <p:nvPr/>
            </p:nvSpPr>
            <p:spPr>
              <a:xfrm>
                <a:off x="5194693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g1741">
                <a:extLst>
                  <a:ext uri="{FF2B5EF4-FFF2-40B4-BE49-F238E27FC236}">
                    <a16:creationId xmlns:a16="http://schemas.microsoft.com/office/drawing/2014/main" id="{C0CCCEC1-3983-DEF0-1B50-9C0E7FD6D851}"/>
                  </a:ext>
                </a:extLst>
              </p:cNvPr>
              <p:cNvSpPr/>
              <p:nvPr/>
            </p:nvSpPr>
            <p:spPr>
              <a:xfrm>
                <a:off x="5043408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g1742">
                <a:extLst>
                  <a:ext uri="{FF2B5EF4-FFF2-40B4-BE49-F238E27FC236}">
                    <a16:creationId xmlns:a16="http://schemas.microsoft.com/office/drawing/2014/main" id="{E33EB4D3-D39F-A0E6-C539-211401D45E96}"/>
                  </a:ext>
                </a:extLst>
              </p:cNvPr>
              <p:cNvSpPr/>
              <p:nvPr/>
            </p:nvSpPr>
            <p:spPr>
              <a:xfrm>
                <a:off x="5055045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g1743">
                <a:extLst>
                  <a:ext uri="{FF2B5EF4-FFF2-40B4-BE49-F238E27FC236}">
                    <a16:creationId xmlns:a16="http://schemas.microsoft.com/office/drawing/2014/main" id="{C1CB542F-C5AC-7D10-CF9C-C86804DF0064}"/>
                  </a:ext>
                </a:extLst>
              </p:cNvPr>
              <p:cNvSpPr/>
              <p:nvPr/>
            </p:nvSpPr>
            <p:spPr>
              <a:xfrm>
                <a:off x="5066683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g1744">
                <a:extLst>
                  <a:ext uri="{FF2B5EF4-FFF2-40B4-BE49-F238E27FC236}">
                    <a16:creationId xmlns:a16="http://schemas.microsoft.com/office/drawing/2014/main" id="{E40B9FD8-92DC-FE71-03AB-CDDBB8797777}"/>
                  </a:ext>
                </a:extLst>
              </p:cNvPr>
              <p:cNvSpPr/>
              <p:nvPr/>
            </p:nvSpPr>
            <p:spPr>
              <a:xfrm>
                <a:off x="5078320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g1745">
                <a:extLst>
                  <a:ext uri="{FF2B5EF4-FFF2-40B4-BE49-F238E27FC236}">
                    <a16:creationId xmlns:a16="http://schemas.microsoft.com/office/drawing/2014/main" id="{D1AA4E56-9CEE-B2BF-178C-B878AD8B3CDE}"/>
                  </a:ext>
                </a:extLst>
              </p:cNvPr>
              <p:cNvSpPr/>
              <p:nvPr/>
            </p:nvSpPr>
            <p:spPr>
              <a:xfrm>
                <a:off x="5089957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g1746">
                <a:extLst>
                  <a:ext uri="{FF2B5EF4-FFF2-40B4-BE49-F238E27FC236}">
                    <a16:creationId xmlns:a16="http://schemas.microsoft.com/office/drawing/2014/main" id="{D0768C60-E2F1-F7EC-7AB9-37F413F5204C}"/>
                  </a:ext>
                </a:extLst>
              </p:cNvPr>
              <p:cNvSpPr/>
              <p:nvPr/>
            </p:nvSpPr>
            <p:spPr>
              <a:xfrm>
                <a:off x="5101595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g1747">
                <a:extLst>
                  <a:ext uri="{FF2B5EF4-FFF2-40B4-BE49-F238E27FC236}">
                    <a16:creationId xmlns:a16="http://schemas.microsoft.com/office/drawing/2014/main" id="{56F78F0C-7470-D99C-028F-72078D32DD19}"/>
                  </a:ext>
                </a:extLst>
              </p:cNvPr>
              <p:cNvSpPr/>
              <p:nvPr/>
            </p:nvSpPr>
            <p:spPr>
              <a:xfrm>
                <a:off x="5113232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g1748">
                <a:extLst>
                  <a:ext uri="{FF2B5EF4-FFF2-40B4-BE49-F238E27FC236}">
                    <a16:creationId xmlns:a16="http://schemas.microsoft.com/office/drawing/2014/main" id="{469C96FB-4781-96C5-09D5-AAB5CD168D3A}"/>
                  </a:ext>
                </a:extLst>
              </p:cNvPr>
              <p:cNvSpPr/>
              <p:nvPr/>
            </p:nvSpPr>
            <p:spPr>
              <a:xfrm>
                <a:off x="5124869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g1749">
                <a:extLst>
                  <a:ext uri="{FF2B5EF4-FFF2-40B4-BE49-F238E27FC236}">
                    <a16:creationId xmlns:a16="http://schemas.microsoft.com/office/drawing/2014/main" id="{FE00E770-3CBC-D82D-BEEB-B6A875EA401B}"/>
                  </a:ext>
                </a:extLst>
              </p:cNvPr>
              <p:cNvSpPr/>
              <p:nvPr/>
            </p:nvSpPr>
            <p:spPr>
              <a:xfrm>
                <a:off x="5136507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g1750">
                <a:extLst>
                  <a:ext uri="{FF2B5EF4-FFF2-40B4-BE49-F238E27FC236}">
                    <a16:creationId xmlns:a16="http://schemas.microsoft.com/office/drawing/2014/main" id="{BD0AE00E-0923-3406-1113-F3C684D10202}"/>
                  </a:ext>
                </a:extLst>
              </p:cNvPr>
              <p:cNvSpPr/>
              <p:nvPr/>
            </p:nvSpPr>
            <p:spPr>
              <a:xfrm>
                <a:off x="5148144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g1751">
                <a:extLst>
                  <a:ext uri="{FF2B5EF4-FFF2-40B4-BE49-F238E27FC236}">
                    <a16:creationId xmlns:a16="http://schemas.microsoft.com/office/drawing/2014/main" id="{CDE3C2EF-6E71-A6A7-F440-7488746A4061}"/>
                  </a:ext>
                </a:extLst>
              </p:cNvPr>
              <p:cNvSpPr/>
              <p:nvPr/>
            </p:nvSpPr>
            <p:spPr>
              <a:xfrm>
                <a:off x="5159781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g1752">
                <a:extLst>
                  <a:ext uri="{FF2B5EF4-FFF2-40B4-BE49-F238E27FC236}">
                    <a16:creationId xmlns:a16="http://schemas.microsoft.com/office/drawing/2014/main" id="{E81810BB-DE17-4BC4-E5A0-0486EE746587}"/>
                  </a:ext>
                </a:extLst>
              </p:cNvPr>
              <p:cNvSpPr/>
              <p:nvPr/>
            </p:nvSpPr>
            <p:spPr>
              <a:xfrm>
                <a:off x="5171419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g1753">
                <a:extLst>
                  <a:ext uri="{FF2B5EF4-FFF2-40B4-BE49-F238E27FC236}">
                    <a16:creationId xmlns:a16="http://schemas.microsoft.com/office/drawing/2014/main" id="{2064EC0A-76D1-DA2E-4698-7FE8B269CE31}"/>
                  </a:ext>
                </a:extLst>
              </p:cNvPr>
              <p:cNvSpPr/>
              <p:nvPr/>
            </p:nvSpPr>
            <p:spPr>
              <a:xfrm>
                <a:off x="5183056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g1754">
                <a:extLst>
                  <a:ext uri="{FF2B5EF4-FFF2-40B4-BE49-F238E27FC236}">
                    <a16:creationId xmlns:a16="http://schemas.microsoft.com/office/drawing/2014/main" id="{3B81AD71-8903-288B-DC23-F2FACFE355AC}"/>
                  </a:ext>
                </a:extLst>
              </p:cNvPr>
              <p:cNvSpPr/>
              <p:nvPr/>
            </p:nvSpPr>
            <p:spPr>
              <a:xfrm>
                <a:off x="5194693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g1755">
                <a:extLst>
                  <a:ext uri="{FF2B5EF4-FFF2-40B4-BE49-F238E27FC236}">
                    <a16:creationId xmlns:a16="http://schemas.microsoft.com/office/drawing/2014/main" id="{2C3087FC-85FD-975E-3B3D-921A30B0C28E}"/>
                  </a:ext>
                </a:extLst>
              </p:cNvPr>
              <p:cNvSpPr/>
              <p:nvPr/>
            </p:nvSpPr>
            <p:spPr>
              <a:xfrm>
                <a:off x="5206331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g1756">
                <a:extLst>
                  <a:ext uri="{FF2B5EF4-FFF2-40B4-BE49-F238E27FC236}">
                    <a16:creationId xmlns:a16="http://schemas.microsoft.com/office/drawing/2014/main" id="{22341829-FA70-39B7-695A-BC3BFEEEAB04}"/>
                  </a:ext>
                </a:extLst>
              </p:cNvPr>
              <p:cNvSpPr/>
              <p:nvPr/>
            </p:nvSpPr>
            <p:spPr>
              <a:xfrm>
                <a:off x="5043408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g1757">
                <a:extLst>
                  <a:ext uri="{FF2B5EF4-FFF2-40B4-BE49-F238E27FC236}">
                    <a16:creationId xmlns:a16="http://schemas.microsoft.com/office/drawing/2014/main" id="{EFAD6DB7-97F8-251B-D62C-2675A11F1846}"/>
                  </a:ext>
                </a:extLst>
              </p:cNvPr>
              <p:cNvSpPr/>
              <p:nvPr/>
            </p:nvSpPr>
            <p:spPr>
              <a:xfrm>
                <a:off x="5055045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g1758">
                <a:extLst>
                  <a:ext uri="{FF2B5EF4-FFF2-40B4-BE49-F238E27FC236}">
                    <a16:creationId xmlns:a16="http://schemas.microsoft.com/office/drawing/2014/main" id="{7C094608-E06B-C1D5-9DCF-983AD506B109}"/>
                  </a:ext>
                </a:extLst>
              </p:cNvPr>
              <p:cNvSpPr/>
              <p:nvPr/>
            </p:nvSpPr>
            <p:spPr>
              <a:xfrm>
                <a:off x="5066683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g1759">
                <a:extLst>
                  <a:ext uri="{FF2B5EF4-FFF2-40B4-BE49-F238E27FC236}">
                    <a16:creationId xmlns:a16="http://schemas.microsoft.com/office/drawing/2014/main" id="{F1E15817-3479-A1A4-AE81-B9E0B083166A}"/>
                  </a:ext>
                </a:extLst>
              </p:cNvPr>
              <p:cNvSpPr/>
              <p:nvPr/>
            </p:nvSpPr>
            <p:spPr>
              <a:xfrm>
                <a:off x="5078320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g1760">
                <a:extLst>
                  <a:ext uri="{FF2B5EF4-FFF2-40B4-BE49-F238E27FC236}">
                    <a16:creationId xmlns:a16="http://schemas.microsoft.com/office/drawing/2014/main" id="{0FD94ACF-7FFC-135D-E587-E04823717574}"/>
                  </a:ext>
                </a:extLst>
              </p:cNvPr>
              <p:cNvSpPr/>
              <p:nvPr/>
            </p:nvSpPr>
            <p:spPr>
              <a:xfrm>
                <a:off x="5089957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g1761">
                <a:extLst>
                  <a:ext uri="{FF2B5EF4-FFF2-40B4-BE49-F238E27FC236}">
                    <a16:creationId xmlns:a16="http://schemas.microsoft.com/office/drawing/2014/main" id="{4A657F1A-D02D-8F5D-D64A-9A9421A3872E}"/>
                  </a:ext>
                </a:extLst>
              </p:cNvPr>
              <p:cNvSpPr/>
              <p:nvPr/>
            </p:nvSpPr>
            <p:spPr>
              <a:xfrm>
                <a:off x="5101595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g1762">
                <a:extLst>
                  <a:ext uri="{FF2B5EF4-FFF2-40B4-BE49-F238E27FC236}">
                    <a16:creationId xmlns:a16="http://schemas.microsoft.com/office/drawing/2014/main" id="{EDCF527A-6F29-FC2E-2CEB-14B33F6DE5A4}"/>
                  </a:ext>
                </a:extLst>
              </p:cNvPr>
              <p:cNvSpPr/>
              <p:nvPr/>
            </p:nvSpPr>
            <p:spPr>
              <a:xfrm>
                <a:off x="5113232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g1763">
                <a:extLst>
                  <a:ext uri="{FF2B5EF4-FFF2-40B4-BE49-F238E27FC236}">
                    <a16:creationId xmlns:a16="http://schemas.microsoft.com/office/drawing/2014/main" id="{CA759010-5FE0-6AC1-1162-4CC7388B3532}"/>
                  </a:ext>
                </a:extLst>
              </p:cNvPr>
              <p:cNvSpPr/>
              <p:nvPr/>
            </p:nvSpPr>
            <p:spPr>
              <a:xfrm>
                <a:off x="5124869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g1764">
                <a:extLst>
                  <a:ext uri="{FF2B5EF4-FFF2-40B4-BE49-F238E27FC236}">
                    <a16:creationId xmlns:a16="http://schemas.microsoft.com/office/drawing/2014/main" id="{8954C50C-0714-0E04-C0D8-571142611DF8}"/>
                  </a:ext>
                </a:extLst>
              </p:cNvPr>
              <p:cNvSpPr/>
              <p:nvPr/>
            </p:nvSpPr>
            <p:spPr>
              <a:xfrm>
                <a:off x="5136507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g1765">
                <a:extLst>
                  <a:ext uri="{FF2B5EF4-FFF2-40B4-BE49-F238E27FC236}">
                    <a16:creationId xmlns:a16="http://schemas.microsoft.com/office/drawing/2014/main" id="{10CBF5F3-3799-9A22-0BFA-9C9403B394A7}"/>
                  </a:ext>
                </a:extLst>
              </p:cNvPr>
              <p:cNvSpPr/>
              <p:nvPr/>
            </p:nvSpPr>
            <p:spPr>
              <a:xfrm>
                <a:off x="5148144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g1766">
                <a:extLst>
                  <a:ext uri="{FF2B5EF4-FFF2-40B4-BE49-F238E27FC236}">
                    <a16:creationId xmlns:a16="http://schemas.microsoft.com/office/drawing/2014/main" id="{64519409-3EBD-E906-167B-D6D813DA43A7}"/>
                  </a:ext>
                </a:extLst>
              </p:cNvPr>
              <p:cNvSpPr/>
              <p:nvPr/>
            </p:nvSpPr>
            <p:spPr>
              <a:xfrm>
                <a:off x="5159781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g1767">
                <a:extLst>
                  <a:ext uri="{FF2B5EF4-FFF2-40B4-BE49-F238E27FC236}">
                    <a16:creationId xmlns:a16="http://schemas.microsoft.com/office/drawing/2014/main" id="{579E45AA-4A75-82DC-212D-B7774274502F}"/>
                  </a:ext>
                </a:extLst>
              </p:cNvPr>
              <p:cNvSpPr/>
              <p:nvPr/>
            </p:nvSpPr>
            <p:spPr>
              <a:xfrm>
                <a:off x="5171419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g1768">
                <a:extLst>
                  <a:ext uri="{FF2B5EF4-FFF2-40B4-BE49-F238E27FC236}">
                    <a16:creationId xmlns:a16="http://schemas.microsoft.com/office/drawing/2014/main" id="{9B3EFEB5-E5FE-4D3C-095D-45E4C5585134}"/>
                  </a:ext>
                </a:extLst>
              </p:cNvPr>
              <p:cNvSpPr/>
              <p:nvPr/>
            </p:nvSpPr>
            <p:spPr>
              <a:xfrm>
                <a:off x="5183056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g1769">
                <a:extLst>
                  <a:ext uri="{FF2B5EF4-FFF2-40B4-BE49-F238E27FC236}">
                    <a16:creationId xmlns:a16="http://schemas.microsoft.com/office/drawing/2014/main" id="{BB98CA13-1013-397A-3012-A6714C8CE5F5}"/>
                  </a:ext>
                </a:extLst>
              </p:cNvPr>
              <p:cNvSpPr/>
              <p:nvPr/>
            </p:nvSpPr>
            <p:spPr>
              <a:xfrm>
                <a:off x="5194693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g1770">
                <a:extLst>
                  <a:ext uri="{FF2B5EF4-FFF2-40B4-BE49-F238E27FC236}">
                    <a16:creationId xmlns:a16="http://schemas.microsoft.com/office/drawing/2014/main" id="{9D712407-E99C-4F3F-F421-F115C752845B}"/>
                  </a:ext>
                </a:extLst>
              </p:cNvPr>
              <p:cNvSpPr/>
              <p:nvPr/>
            </p:nvSpPr>
            <p:spPr>
              <a:xfrm>
                <a:off x="5206331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g1771">
                <a:extLst>
                  <a:ext uri="{FF2B5EF4-FFF2-40B4-BE49-F238E27FC236}">
                    <a16:creationId xmlns:a16="http://schemas.microsoft.com/office/drawing/2014/main" id="{7922F2DC-9C3C-FA8E-976D-73E059889755}"/>
                  </a:ext>
                </a:extLst>
              </p:cNvPr>
              <p:cNvSpPr/>
              <p:nvPr/>
            </p:nvSpPr>
            <p:spPr>
              <a:xfrm>
                <a:off x="5043408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g1772">
                <a:extLst>
                  <a:ext uri="{FF2B5EF4-FFF2-40B4-BE49-F238E27FC236}">
                    <a16:creationId xmlns:a16="http://schemas.microsoft.com/office/drawing/2014/main" id="{6FAD0B72-9600-0D5B-38D5-38B26C01A208}"/>
                  </a:ext>
                </a:extLst>
              </p:cNvPr>
              <p:cNvSpPr/>
              <p:nvPr/>
            </p:nvSpPr>
            <p:spPr>
              <a:xfrm>
                <a:off x="5055045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g1773">
                <a:extLst>
                  <a:ext uri="{FF2B5EF4-FFF2-40B4-BE49-F238E27FC236}">
                    <a16:creationId xmlns:a16="http://schemas.microsoft.com/office/drawing/2014/main" id="{F110EC8A-DC0D-05F8-36C5-C38640B238FD}"/>
                  </a:ext>
                </a:extLst>
              </p:cNvPr>
              <p:cNvSpPr/>
              <p:nvPr/>
            </p:nvSpPr>
            <p:spPr>
              <a:xfrm>
                <a:off x="5066683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g1774">
                <a:extLst>
                  <a:ext uri="{FF2B5EF4-FFF2-40B4-BE49-F238E27FC236}">
                    <a16:creationId xmlns:a16="http://schemas.microsoft.com/office/drawing/2014/main" id="{FAA037CB-680F-2BBC-B3E1-3BF382FC2AEB}"/>
                  </a:ext>
                </a:extLst>
              </p:cNvPr>
              <p:cNvSpPr/>
              <p:nvPr/>
            </p:nvSpPr>
            <p:spPr>
              <a:xfrm>
                <a:off x="5078320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g1775">
                <a:extLst>
                  <a:ext uri="{FF2B5EF4-FFF2-40B4-BE49-F238E27FC236}">
                    <a16:creationId xmlns:a16="http://schemas.microsoft.com/office/drawing/2014/main" id="{DB7D3E88-48A4-856F-AEE6-564B2069E826}"/>
                  </a:ext>
                </a:extLst>
              </p:cNvPr>
              <p:cNvSpPr/>
              <p:nvPr/>
            </p:nvSpPr>
            <p:spPr>
              <a:xfrm>
                <a:off x="5089957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g1776">
                <a:extLst>
                  <a:ext uri="{FF2B5EF4-FFF2-40B4-BE49-F238E27FC236}">
                    <a16:creationId xmlns:a16="http://schemas.microsoft.com/office/drawing/2014/main" id="{06C85D91-4B6A-8A3C-A2E2-90363867EF3E}"/>
                  </a:ext>
                </a:extLst>
              </p:cNvPr>
              <p:cNvSpPr/>
              <p:nvPr/>
            </p:nvSpPr>
            <p:spPr>
              <a:xfrm>
                <a:off x="5101595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g1777">
                <a:extLst>
                  <a:ext uri="{FF2B5EF4-FFF2-40B4-BE49-F238E27FC236}">
                    <a16:creationId xmlns:a16="http://schemas.microsoft.com/office/drawing/2014/main" id="{007EEFEE-DB25-10DC-DCB5-4F129EF5D13D}"/>
                  </a:ext>
                </a:extLst>
              </p:cNvPr>
              <p:cNvSpPr/>
              <p:nvPr/>
            </p:nvSpPr>
            <p:spPr>
              <a:xfrm>
                <a:off x="5113232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g1778">
                <a:extLst>
                  <a:ext uri="{FF2B5EF4-FFF2-40B4-BE49-F238E27FC236}">
                    <a16:creationId xmlns:a16="http://schemas.microsoft.com/office/drawing/2014/main" id="{EB5AC9BB-18B4-536B-1F19-BCE009DEE893}"/>
                  </a:ext>
                </a:extLst>
              </p:cNvPr>
              <p:cNvSpPr/>
              <p:nvPr/>
            </p:nvSpPr>
            <p:spPr>
              <a:xfrm>
                <a:off x="5124869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g1779">
                <a:extLst>
                  <a:ext uri="{FF2B5EF4-FFF2-40B4-BE49-F238E27FC236}">
                    <a16:creationId xmlns:a16="http://schemas.microsoft.com/office/drawing/2014/main" id="{FA919551-70A5-5457-7648-3BD268293D1F}"/>
                  </a:ext>
                </a:extLst>
              </p:cNvPr>
              <p:cNvSpPr/>
              <p:nvPr/>
            </p:nvSpPr>
            <p:spPr>
              <a:xfrm>
                <a:off x="5136507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g1780">
                <a:extLst>
                  <a:ext uri="{FF2B5EF4-FFF2-40B4-BE49-F238E27FC236}">
                    <a16:creationId xmlns:a16="http://schemas.microsoft.com/office/drawing/2014/main" id="{32270DBD-D6F8-A156-4CD9-C5820AB67FAF}"/>
                  </a:ext>
                </a:extLst>
              </p:cNvPr>
              <p:cNvSpPr/>
              <p:nvPr/>
            </p:nvSpPr>
            <p:spPr>
              <a:xfrm>
                <a:off x="5148144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g1781">
                <a:extLst>
                  <a:ext uri="{FF2B5EF4-FFF2-40B4-BE49-F238E27FC236}">
                    <a16:creationId xmlns:a16="http://schemas.microsoft.com/office/drawing/2014/main" id="{43859A7D-BE9D-4DD9-F72A-F882488C53D4}"/>
                  </a:ext>
                </a:extLst>
              </p:cNvPr>
              <p:cNvSpPr/>
              <p:nvPr/>
            </p:nvSpPr>
            <p:spPr>
              <a:xfrm>
                <a:off x="5159781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g1782">
                <a:extLst>
                  <a:ext uri="{FF2B5EF4-FFF2-40B4-BE49-F238E27FC236}">
                    <a16:creationId xmlns:a16="http://schemas.microsoft.com/office/drawing/2014/main" id="{375A86D5-331B-1909-81D4-A0CEC7F0AA17}"/>
                  </a:ext>
                </a:extLst>
              </p:cNvPr>
              <p:cNvSpPr/>
              <p:nvPr/>
            </p:nvSpPr>
            <p:spPr>
              <a:xfrm>
                <a:off x="5171419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g1783">
                <a:extLst>
                  <a:ext uri="{FF2B5EF4-FFF2-40B4-BE49-F238E27FC236}">
                    <a16:creationId xmlns:a16="http://schemas.microsoft.com/office/drawing/2014/main" id="{912BE063-D576-A49D-6B2B-C7AD3293A5C6}"/>
                  </a:ext>
                </a:extLst>
              </p:cNvPr>
              <p:cNvSpPr/>
              <p:nvPr/>
            </p:nvSpPr>
            <p:spPr>
              <a:xfrm>
                <a:off x="5183056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g1784">
                <a:extLst>
                  <a:ext uri="{FF2B5EF4-FFF2-40B4-BE49-F238E27FC236}">
                    <a16:creationId xmlns:a16="http://schemas.microsoft.com/office/drawing/2014/main" id="{DFFBCB83-A2E0-28F9-8243-5771E5E7BEE8}"/>
                  </a:ext>
                </a:extLst>
              </p:cNvPr>
              <p:cNvSpPr/>
              <p:nvPr/>
            </p:nvSpPr>
            <p:spPr>
              <a:xfrm>
                <a:off x="5194693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g1785">
                <a:extLst>
                  <a:ext uri="{FF2B5EF4-FFF2-40B4-BE49-F238E27FC236}">
                    <a16:creationId xmlns:a16="http://schemas.microsoft.com/office/drawing/2014/main" id="{292CAEF9-6A01-47B7-6F8F-8C664F8C6406}"/>
                  </a:ext>
                </a:extLst>
              </p:cNvPr>
              <p:cNvSpPr/>
              <p:nvPr/>
            </p:nvSpPr>
            <p:spPr>
              <a:xfrm>
                <a:off x="5206331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g1786">
                <a:extLst>
                  <a:ext uri="{FF2B5EF4-FFF2-40B4-BE49-F238E27FC236}">
                    <a16:creationId xmlns:a16="http://schemas.microsoft.com/office/drawing/2014/main" id="{6C65AFA1-B171-AEB2-24D2-6A0C24CAEF6A}"/>
                  </a:ext>
                </a:extLst>
              </p:cNvPr>
              <p:cNvSpPr/>
              <p:nvPr/>
            </p:nvSpPr>
            <p:spPr>
              <a:xfrm>
                <a:off x="5217968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g1787">
                <a:extLst>
                  <a:ext uri="{FF2B5EF4-FFF2-40B4-BE49-F238E27FC236}">
                    <a16:creationId xmlns:a16="http://schemas.microsoft.com/office/drawing/2014/main" id="{F9547C04-0B57-5DE4-76A0-E4722EE62B34}"/>
                  </a:ext>
                </a:extLst>
              </p:cNvPr>
              <p:cNvSpPr/>
              <p:nvPr/>
            </p:nvSpPr>
            <p:spPr>
              <a:xfrm>
                <a:off x="5055045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g1788">
                <a:extLst>
                  <a:ext uri="{FF2B5EF4-FFF2-40B4-BE49-F238E27FC236}">
                    <a16:creationId xmlns:a16="http://schemas.microsoft.com/office/drawing/2014/main" id="{D2823C71-BCD8-C139-D2C4-9E4E85842D82}"/>
                  </a:ext>
                </a:extLst>
              </p:cNvPr>
              <p:cNvSpPr/>
              <p:nvPr/>
            </p:nvSpPr>
            <p:spPr>
              <a:xfrm>
                <a:off x="5066683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g1789">
                <a:extLst>
                  <a:ext uri="{FF2B5EF4-FFF2-40B4-BE49-F238E27FC236}">
                    <a16:creationId xmlns:a16="http://schemas.microsoft.com/office/drawing/2014/main" id="{255F880B-EE77-CF70-F9F2-0E342E03F9E9}"/>
                  </a:ext>
                </a:extLst>
              </p:cNvPr>
              <p:cNvSpPr/>
              <p:nvPr/>
            </p:nvSpPr>
            <p:spPr>
              <a:xfrm>
                <a:off x="5078320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g1790">
                <a:extLst>
                  <a:ext uri="{FF2B5EF4-FFF2-40B4-BE49-F238E27FC236}">
                    <a16:creationId xmlns:a16="http://schemas.microsoft.com/office/drawing/2014/main" id="{1498A8C1-389F-B6DA-AB3F-15C40D5AE3FC}"/>
                  </a:ext>
                </a:extLst>
              </p:cNvPr>
              <p:cNvSpPr/>
              <p:nvPr/>
            </p:nvSpPr>
            <p:spPr>
              <a:xfrm>
                <a:off x="5089957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g1791">
                <a:extLst>
                  <a:ext uri="{FF2B5EF4-FFF2-40B4-BE49-F238E27FC236}">
                    <a16:creationId xmlns:a16="http://schemas.microsoft.com/office/drawing/2014/main" id="{3652B491-9B70-37CB-516E-42DE643C654A}"/>
                  </a:ext>
                </a:extLst>
              </p:cNvPr>
              <p:cNvSpPr/>
              <p:nvPr/>
            </p:nvSpPr>
            <p:spPr>
              <a:xfrm>
                <a:off x="5101595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g1792">
                <a:extLst>
                  <a:ext uri="{FF2B5EF4-FFF2-40B4-BE49-F238E27FC236}">
                    <a16:creationId xmlns:a16="http://schemas.microsoft.com/office/drawing/2014/main" id="{77C7369A-B623-78AF-B43C-37561AE959AB}"/>
                  </a:ext>
                </a:extLst>
              </p:cNvPr>
              <p:cNvSpPr/>
              <p:nvPr/>
            </p:nvSpPr>
            <p:spPr>
              <a:xfrm>
                <a:off x="5113232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g1793">
                <a:extLst>
                  <a:ext uri="{FF2B5EF4-FFF2-40B4-BE49-F238E27FC236}">
                    <a16:creationId xmlns:a16="http://schemas.microsoft.com/office/drawing/2014/main" id="{C57A3F07-DE42-2C8E-6F40-C77393CDF5BE}"/>
                  </a:ext>
                </a:extLst>
              </p:cNvPr>
              <p:cNvSpPr/>
              <p:nvPr/>
            </p:nvSpPr>
            <p:spPr>
              <a:xfrm>
                <a:off x="5124869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g1794">
                <a:extLst>
                  <a:ext uri="{FF2B5EF4-FFF2-40B4-BE49-F238E27FC236}">
                    <a16:creationId xmlns:a16="http://schemas.microsoft.com/office/drawing/2014/main" id="{4684F681-DEAA-4784-BCA4-12904DC3B0EE}"/>
                  </a:ext>
                </a:extLst>
              </p:cNvPr>
              <p:cNvSpPr/>
              <p:nvPr/>
            </p:nvSpPr>
            <p:spPr>
              <a:xfrm>
                <a:off x="5136507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g1795">
                <a:extLst>
                  <a:ext uri="{FF2B5EF4-FFF2-40B4-BE49-F238E27FC236}">
                    <a16:creationId xmlns:a16="http://schemas.microsoft.com/office/drawing/2014/main" id="{DAE3FFD0-5342-A242-C0EF-01E1B7F89D19}"/>
                  </a:ext>
                </a:extLst>
              </p:cNvPr>
              <p:cNvSpPr/>
              <p:nvPr/>
            </p:nvSpPr>
            <p:spPr>
              <a:xfrm>
                <a:off x="5148144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g1796">
                <a:extLst>
                  <a:ext uri="{FF2B5EF4-FFF2-40B4-BE49-F238E27FC236}">
                    <a16:creationId xmlns:a16="http://schemas.microsoft.com/office/drawing/2014/main" id="{686014A2-B87D-17EA-E0E3-CD5D720AE163}"/>
                  </a:ext>
                </a:extLst>
              </p:cNvPr>
              <p:cNvSpPr/>
              <p:nvPr/>
            </p:nvSpPr>
            <p:spPr>
              <a:xfrm>
                <a:off x="5159781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g1797">
                <a:extLst>
                  <a:ext uri="{FF2B5EF4-FFF2-40B4-BE49-F238E27FC236}">
                    <a16:creationId xmlns:a16="http://schemas.microsoft.com/office/drawing/2014/main" id="{FA0C833B-0B26-EA99-CA75-F27C5B41993B}"/>
                  </a:ext>
                </a:extLst>
              </p:cNvPr>
              <p:cNvSpPr/>
              <p:nvPr/>
            </p:nvSpPr>
            <p:spPr>
              <a:xfrm>
                <a:off x="5171419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g1798">
                <a:extLst>
                  <a:ext uri="{FF2B5EF4-FFF2-40B4-BE49-F238E27FC236}">
                    <a16:creationId xmlns:a16="http://schemas.microsoft.com/office/drawing/2014/main" id="{659D2B17-6085-A058-94B2-D7F4093999BF}"/>
                  </a:ext>
                </a:extLst>
              </p:cNvPr>
              <p:cNvSpPr/>
              <p:nvPr/>
            </p:nvSpPr>
            <p:spPr>
              <a:xfrm>
                <a:off x="5183056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g1799">
                <a:extLst>
                  <a:ext uri="{FF2B5EF4-FFF2-40B4-BE49-F238E27FC236}">
                    <a16:creationId xmlns:a16="http://schemas.microsoft.com/office/drawing/2014/main" id="{DAF14F5E-6D3C-4875-0A71-54A687974374}"/>
                  </a:ext>
                </a:extLst>
              </p:cNvPr>
              <p:cNvSpPr/>
              <p:nvPr/>
            </p:nvSpPr>
            <p:spPr>
              <a:xfrm>
                <a:off x="5194693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g1800">
                <a:extLst>
                  <a:ext uri="{FF2B5EF4-FFF2-40B4-BE49-F238E27FC236}">
                    <a16:creationId xmlns:a16="http://schemas.microsoft.com/office/drawing/2014/main" id="{C263BECF-F7F0-96EA-42E5-31E341A2BFF5}"/>
                  </a:ext>
                </a:extLst>
              </p:cNvPr>
              <p:cNvSpPr/>
              <p:nvPr/>
            </p:nvSpPr>
            <p:spPr>
              <a:xfrm>
                <a:off x="5206331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g1801">
                <a:extLst>
                  <a:ext uri="{FF2B5EF4-FFF2-40B4-BE49-F238E27FC236}">
                    <a16:creationId xmlns:a16="http://schemas.microsoft.com/office/drawing/2014/main" id="{27B61E5B-3FDF-2360-7ACA-237E5F894FBE}"/>
                  </a:ext>
                </a:extLst>
              </p:cNvPr>
              <p:cNvSpPr/>
              <p:nvPr/>
            </p:nvSpPr>
            <p:spPr>
              <a:xfrm>
                <a:off x="5217968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g1802">
                <a:extLst>
                  <a:ext uri="{FF2B5EF4-FFF2-40B4-BE49-F238E27FC236}">
                    <a16:creationId xmlns:a16="http://schemas.microsoft.com/office/drawing/2014/main" id="{85A27CD7-68ED-9C43-E814-6E153BF9CEF3}"/>
                  </a:ext>
                </a:extLst>
              </p:cNvPr>
              <p:cNvSpPr/>
              <p:nvPr/>
            </p:nvSpPr>
            <p:spPr>
              <a:xfrm>
                <a:off x="502013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g1803">
                <a:extLst>
                  <a:ext uri="{FF2B5EF4-FFF2-40B4-BE49-F238E27FC236}">
                    <a16:creationId xmlns:a16="http://schemas.microsoft.com/office/drawing/2014/main" id="{F7D5DBB9-9A07-FE83-AEAB-0A8B1FED9266}"/>
                  </a:ext>
                </a:extLst>
              </p:cNvPr>
              <p:cNvSpPr/>
              <p:nvPr/>
            </p:nvSpPr>
            <p:spPr>
              <a:xfrm>
                <a:off x="503177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g1804">
                <a:extLst>
                  <a:ext uri="{FF2B5EF4-FFF2-40B4-BE49-F238E27FC236}">
                    <a16:creationId xmlns:a16="http://schemas.microsoft.com/office/drawing/2014/main" id="{CDBE29F2-F8D1-7EC2-A8DF-C88ECE0A14F6}"/>
                  </a:ext>
                </a:extLst>
              </p:cNvPr>
              <p:cNvSpPr/>
              <p:nvPr/>
            </p:nvSpPr>
            <p:spPr>
              <a:xfrm>
                <a:off x="5043408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g1805">
                <a:extLst>
                  <a:ext uri="{FF2B5EF4-FFF2-40B4-BE49-F238E27FC236}">
                    <a16:creationId xmlns:a16="http://schemas.microsoft.com/office/drawing/2014/main" id="{2C658E04-C0E0-4BF3-023C-5DF7A786083A}"/>
                  </a:ext>
                </a:extLst>
              </p:cNvPr>
              <p:cNvSpPr/>
              <p:nvPr/>
            </p:nvSpPr>
            <p:spPr>
              <a:xfrm>
                <a:off x="5055045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g1806">
                <a:extLst>
                  <a:ext uri="{FF2B5EF4-FFF2-40B4-BE49-F238E27FC236}">
                    <a16:creationId xmlns:a16="http://schemas.microsoft.com/office/drawing/2014/main" id="{628D3A28-40B0-684D-8976-75CB2909DE08}"/>
                  </a:ext>
                </a:extLst>
              </p:cNvPr>
              <p:cNvSpPr/>
              <p:nvPr/>
            </p:nvSpPr>
            <p:spPr>
              <a:xfrm>
                <a:off x="506668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g1807">
                <a:extLst>
                  <a:ext uri="{FF2B5EF4-FFF2-40B4-BE49-F238E27FC236}">
                    <a16:creationId xmlns:a16="http://schemas.microsoft.com/office/drawing/2014/main" id="{096D5FF1-E791-B868-8274-2407042263E8}"/>
                  </a:ext>
                </a:extLst>
              </p:cNvPr>
              <p:cNvSpPr/>
              <p:nvPr/>
            </p:nvSpPr>
            <p:spPr>
              <a:xfrm>
                <a:off x="5078320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g1808">
                <a:extLst>
                  <a:ext uri="{FF2B5EF4-FFF2-40B4-BE49-F238E27FC236}">
                    <a16:creationId xmlns:a16="http://schemas.microsoft.com/office/drawing/2014/main" id="{F908A244-04E0-DD76-B41F-0385E2660F00}"/>
                  </a:ext>
                </a:extLst>
              </p:cNvPr>
              <p:cNvSpPr/>
              <p:nvPr/>
            </p:nvSpPr>
            <p:spPr>
              <a:xfrm>
                <a:off x="5089957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g1809">
                <a:extLst>
                  <a:ext uri="{FF2B5EF4-FFF2-40B4-BE49-F238E27FC236}">
                    <a16:creationId xmlns:a16="http://schemas.microsoft.com/office/drawing/2014/main" id="{3E1AA397-CAAB-BE44-D9B2-F04FA906DADC}"/>
                  </a:ext>
                </a:extLst>
              </p:cNvPr>
              <p:cNvSpPr/>
              <p:nvPr/>
            </p:nvSpPr>
            <p:spPr>
              <a:xfrm>
                <a:off x="5101595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g1810">
                <a:extLst>
                  <a:ext uri="{FF2B5EF4-FFF2-40B4-BE49-F238E27FC236}">
                    <a16:creationId xmlns:a16="http://schemas.microsoft.com/office/drawing/2014/main" id="{90FF4226-EA90-6ADE-90CA-03836927EEAC}"/>
                  </a:ext>
                </a:extLst>
              </p:cNvPr>
              <p:cNvSpPr/>
              <p:nvPr/>
            </p:nvSpPr>
            <p:spPr>
              <a:xfrm>
                <a:off x="5113232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g1811">
                <a:extLst>
                  <a:ext uri="{FF2B5EF4-FFF2-40B4-BE49-F238E27FC236}">
                    <a16:creationId xmlns:a16="http://schemas.microsoft.com/office/drawing/2014/main" id="{D932FA14-D457-F4B8-8396-1DE6B6693710}"/>
                  </a:ext>
                </a:extLst>
              </p:cNvPr>
              <p:cNvSpPr/>
              <p:nvPr/>
            </p:nvSpPr>
            <p:spPr>
              <a:xfrm>
                <a:off x="5124869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g1812">
                <a:extLst>
                  <a:ext uri="{FF2B5EF4-FFF2-40B4-BE49-F238E27FC236}">
                    <a16:creationId xmlns:a16="http://schemas.microsoft.com/office/drawing/2014/main" id="{B7F3C409-913A-9FC3-31E8-0968FAE5706F}"/>
                  </a:ext>
                </a:extLst>
              </p:cNvPr>
              <p:cNvSpPr/>
              <p:nvPr/>
            </p:nvSpPr>
            <p:spPr>
              <a:xfrm>
                <a:off x="5136507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g1813">
                <a:extLst>
                  <a:ext uri="{FF2B5EF4-FFF2-40B4-BE49-F238E27FC236}">
                    <a16:creationId xmlns:a16="http://schemas.microsoft.com/office/drawing/2014/main" id="{FBF59D97-B234-B8D0-996A-D77E8D50BA17}"/>
                  </a:ext>
                </a:extLst>
              </p:cNvPr>
              <p:cNvSpPr/>
              <p:nvPr/>
            </p:nvSpPr>
            <p:spPr>
              <a:xfrm>
                <a:off x="5148144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g1814">
                <a:extLst>
                  <a:ext uri="{FF2B5EF4-FFF2-40B4-BE49-F238E27FC236}">
                    <a16:creationId xmlns:a16="http://schemas.microsoft.com/office/drawing/2014/main" id="{6C2493F0-DA2B-32A6-9520-2654765144C8}"/>
                  </a:ext>
                </a:extLst>
              </p:cNvPr>
              <p:cNvSpPr/>
              <p:nvPr/>
            </p:nvSpPr>
            <p:spPr>
              <a:xfrm>
                <a:off x="515978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g1815">
                <a:extLst>
                  <a:ext uri="{FF2B5EF4-FFF2-40B4-BE49-F238E27FC236}">
                    <a16:creationId xmlns:a16="http://schemas.microsoft.com/office/drawing/2014/main" id="{50DF1CB5-6FF4-8F25-1F14-270EA29B799E}"/>
                  </a:ext>
                </a:extLst>
              </p:cNvPr>
              <p:cNvSpPr/>
              <p:nvPr/>
            </p:nvSpPr>
            <p:spPr>
              <a:xfrm>
                <a:off x="5171419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g1816">
                <a:extLst>
                  <a:ext uri="{FF2B5EF4-FFF2-40B4-BE49-F238E27FC236}">
                    <a16:creationId xmlns:a16="http://schemas.microsoft.com/office/drawing/2014/main" id="{9DBBDAEC-5BFD-CCD9-7D6E-E529FE4F2EB2}"/>
                  </a:ext>
                </a:extLst>
              </p:cNvPr>
              <p:cNvSpPr/>
              <p:nvPr/>
            </p:nvSpPr>
            <p:spPr>
              <a:xfrm>
                <a:off x="5183056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g1817">
                <a:extLst>
                  <a:ext uri="{FF2B5EF4-FFF2-40B4-BE49-F238E27FC236}">
                    <a16:creationId xmlns:a16="http://schemas.microsoft.com/office/drawing/2014/main" id="{14868118-A6BB-CF44-03F0-746D1B5A1178}"/>
                  </a:ext>
                </a:extLst>
              </p:cNvPr>
              <p:cNvSpPr/>
              <p:nvPr/>
            </p:nvSpPr>
            <p:spPr>
              <a:xfrm>
                <a:off x="519469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g1818">
                <a:extLst>
                  <a:ext uri="{FF2B5EF4-FFF2-40B4-BE49-F238E27FC236}">
                    <a16:creationId xmlns:a16="http://schemas.microsoft.com/office/drawing/2014/main" id="{E6DAE961-467F-4D0D-B4BC-2A7FC7509C1B}"/>
                  </a:ext>
                </a:extLst>
              </p:cNvPr>
              <p:cNvSpPr/>
              <p:nvPr/>
            </p:nvSpPr>
            <p:spPr>
              <a:xfrm>
                <a:off x="520633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g1819">
                <a:extLst>
                  <a:ext uri="{FF2B5EF4-FFF2-40B4-BE49-F238E27FC236}">
                    <a16:creationId xmlns:a16="http://schemas.microsoft.com/office/drawing/2014/main" id="{8A726104-0383-82E4-73F1-8486ED09E2B6}"/>
                  </a:ext>
                </a:extLst>
              </p:cNvPr>
              <p:cNvSpPr/>
              <p:nvPr/>
            </p:nvSpPr>
            <p:spPr>
              <a:xfrm>
                <a:off x="502013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g1820">
                <a:extLst>
                  <a:ext uri="{FF2B5EF4-FFF2-40B4-BE49-F238E27FC236}">
                    <a16:creationId xmlns:a16="http://schemas.microsoft.com/office/drawing/2014/main" id="{3689420B-8E75-C954-2CAD-DF3A83C75409}"/>
                  </a:ext>
                </a:extLst>
              </p:cNvPr>
              <p:cNvSpPr/>
              <p:nvPr/>
            </p:nvSpPr>
            <p:spPr>
              <a:xfrm>
                <a:off x="5031771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g1821">
                <a:extLst>
                  <a:ext uri="{FF2B5EF4-FFF2-40B4-BE49-F238E27FC236}">
                    <a16:creationId xmlns:a16="http://schemas.microsoft.com/office/drawing/2014/main" id="{9D0407B9-B56D-2E43-4675-40F53E6C97DC}"/>
                  </a:ext>
                </a:extLst>
              </p:cNvPr>
              <p:cNvSpPr/>
              <p:nvPr/>
            </p:nvSpPr>
            <p:spPr>
              <a:xfrm>
                <a:off x="5043408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g1822">
                <a:extLst>
                  <a:ext uri="{FF2B5EF4-FFF2-40B4-BE49-F238E27FC236}">
                    <a16:creationId xmlns:a16="http://schemas.microsoft.com/office/drawing/2014/main" id="{268BF68D-743D-1B9E-AF70-45BDEA3BA429}"/>
                  </a:ext>
                </a:extLst>
              </p:cNvPr>
              <p:cNvSpPr/>
              <p:nvPr/>
            </p:nvSpPr>
            <p:spPr>
              <a:xfrm>
                <a:off x="5055045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g1823">
                <a:extLst>
                  <a:ext uri="{FF2B5EF4-FFF2-40B4-BE49-F238E27FC236}">
                    <a16:creationId xmlns:a16="http://schemas.microsoft.com/office/drawing/2014/main" id="{FCA1057C-3DC7-A5C9-10B8-051AB145C6F9}"/>
                  </a:ext>
                </a:extLst>
              </p:cNvPr>
              <p:cNvSpPr/>
              <p:nvPr/>
            </p:nvSpPr>
            <p:spPr>
              <a:xfrm>
                <a:off x="506668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g1824">
                <a:extLst>
                  <a:ext uri="{FF2B5EF4-FFF2-40B4-BE49-F238E27FC236}">
                    <a16:creationId xmlns:a16="http://schemas.microsoft.com/office/drawing/2014/main" id="{C48AB135-8C74-84A2-C192-6E0C832F885E}"/>
                  </a:ext>
                </a:extLst>
              </p:cNvPr>
              <p:cNvSpPr/>
              <p:nvPr/>
            </p:nvSpPr>
            <p:spPr>
              <a:xfrm>
                <a:off x="5078320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g1825">
                <a:extLst>
                  <a:ext uri="{FF2B5EF4-FFF2-40B4-BE49-F238E27FC236}">
                    <a16:creationId xmlns:a16="http://schemas.microsoft.com/office/drawing/2014/main" id="{1B5B8269-FF68-A0EA-7C6F-0CFF3EA4388F}"/>
                  </a:ext>
                </a:extLst>
              </p:cNvPr>
              <p:cNvSpPr/>
              <p:nvPr/>
            </p:nvSpPr>
            <p:spPr>
              <a:xfrm>
                <a:off x="5089957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g1826">
                <a:extLst>
                  <a:ext uri="{FF2B5EF4-FFF2-40B4-BE49-F238E27FC236}">
                    <a16:creationId xmlns:a16="http://schemas.microsoft.com/office/drawing/2014/main" id="{D810083D-D381-9C2E-1FC7-4D6D5F159E4B}"/>
                  </a:ext>
                </a:extLst>
              </p:cNvPr>
              <p:cNvSpPr/>
              <p:nvPr/>
            </p:nvSpPr>
            <p:spPr>
              <a:xfrm>
                <a:off x="5101595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g1827">
                <a:extLst>
                  <a:ext uri="{FF2B5EF4-FFF2-40B4-BE49-F238E27FC236}">
                    <a16:creationId xmlns:a16="http://schemas.microsoft.com/office/drawing/2014/main" id="{5FB84BD8-2058-2F72-6736-7862FBECD41B}"/>
                  </a:ext>
                </a:extLst>
              </p:cNvPr>
              <p:cNvSpPr/>
              <p:nvPr/>
            </p:nvSpPr>
            <p:spPr>
              <a:xfrm>
                <a:off x="5113232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g1828">
                <a:extLst>
                  <a:ext uri="{FF2B5EF4-FFF2-40B4-BE49-F238E27FC236}">
                    <a16:creationId xmlns:a16="http://schemas.microsoft.com/office/drawing/2014/main" id="{7C677DC1-B963-3886-3124-9A3B0631163C}"/>
                  </a:ext>
                </a:extLst>
              </p:cNvPr>
              <p:cNvSpPr/>
              <p:nvPr/>
            </p:nvSpPr>
            <p:spPr>
              <a:xfrm>
                <a:off x="5124869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g1829">
                <a:extLst>
                  <a:ext uri="{FF2B5EF4-FFF2-40B4-BE49-F238E27FC236}">
                    <a16:creationId xmlns:a16="http://schemas.microsoft.com/office/drawing/2014/main" id="{F4199346-98D8-B0F2-6300-7E3FCB85685D}"/>
                  </a:ext>
                </a:extLst>
              </p:cNvPr>
              <p:cNvSpPr/>
              <p:nvPr/>
            </p:nvSpPr>
            <p:spPr>
              <a:xfrm>
                <a:off x="5136507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g1830">
                <a:extLst>
                  <a:ext uri="{FF2B5EF4-FFF2-40B4-BE49-F238E27FC236}">
                    <a16:creationId xmlns:a16="http://schemas.microsoft.com/office/drawing/2014/main" id="{ED27D51E-8FB8-A306-EFFD-92D15DF196B7}"/>
                  </a:ext>
                </a:extLst>
              </p:cNvPr>
              <p:cNvSpPr/>
              <p:nvPr/>
            </p:nvSpPr>
            <p:spPr>
              <a:xfrm>
                <a:off x="5148144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g1831">
                <a:extLst>
                  <a:ext uri="{FF2B5EF4-FFF2-40B4-BE49-F238E27FC236}">
                    <a16:creationId xmlns:a16="http://schemas.microsoft.com/office/drawing/2014/main" id="{9FDB242A-1323-4B0E-0EA5-98AD121932F8}"/>
                  </a:ext>
                </a:extLst>
              </p:cNvPr>
              <p:cNvSpPr/>
              <p:nvPr/>
            </p:nvSpPr>
            <p:spPr>
              <a:xfrm>
                <a:off x="5159781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g1832">
                <a:extLst>
                  <a:ext uri="{FF2B5EF4-FFF2-40B4-BE49-F238E27FC236}">
                    <a16:creationId xmlns:a16="http://schemas.microsoft.com/office/drawing/2014/main" id="{4AB93929-3BF5-A912-A4FD-EBCFAB367D7E}"/>
                  </a:ext>
                </a:extLst>
              </p:cNvPr>
              <p:cNvSpPr/>
              <p:nvPr/>
            </p:nvSpPr>
            <p:spPr>
              <a:xfrm>
                <a:off x="5171419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g1833">
                <a:extLst>
                  <a:ext uri="{FF2B5EF4-FFF2-40B4-BE49-F238E27FC236}">
                    <a16:creationId xmlns:a16="http://schemas.microsoft.com/office/drawing/2014/main" id="{CB894439-B6EF-A673-5C2D-B5F1CFD113D0}"/>
                  </a:ext>
                </a:extLst>
              </p:cNvPr>
              <p:cNvSpPr/>
              <p:nvPr/>
            </p:nvSpPr>
            <p:spPr>
              <a:xfrm>
                <a:off x="5183056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g1834">
                <a:extLst>
                  <a:ext uri="{FF2B5EF4-FFF2-40B4-BE49-F238E27FC236}">
                    <a16:creationId xmlns:a16="http://schemas.microsoft.com/office/drawing/2014/main" id="{3ECDC59F-A840-BA93-46D5-C1C0E242EB9E}"/>
                  </a:ext>
                </a:extLst>
              </p:cNvPr>
              <p:cNvSpPr/>
              <p:nvPr/>
            </p:nvSpPr>
            <p:spPr>
              <a:xfrm>
                <a:off x="519469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g1835">
                <a:extLst>
                  <a:ext uri="{FF2B5EF4-FFF2-40B4-BE49-F238E27FC236}">
                    <a16:creationId xmlns:a16="http://schemas.microsoft.com/office/drawing/2014/main" id="{942F6584-483A-D568-A977-F05D228D9267}"/>
                  </a:ext>
                </a:extLst>
              </p:cNvPr>
              <p:cNvSpPr/>
              <p:nvPr/>
            </p:nvSpPr>
            <p:spPr>
              <a:xfrm>
                <a:off x="5020133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g1836">
                <a:extLst>
                  <a:ext uri="{FF2B5EF4-FFF2-40B4-BE49-F238E27FC236}">
                    <a16:creationId xmlns:a16="http://schemas.microsoft.com/office/drawing/2014/main" id="{4293350F-4923-092C-B9E3-D946D0BC741F}"/>
                  </a:ext>
                </a:extLst>
              </p:cNvPr>
              <p:cNvSpPr/>
              <p:nvPr/>
            </p:nvSpPr>
            <p:spPr>
              <a:xfrm>
                <a:off x="5031771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g1837">
                <a:extLst>
                  <a:ext uri="{FF2B5EF4-FFF2-40B4-BE49-F238E27FC236}">
                    <a16:creationId xmlns:a16="http://schemas.microsoft.com/office/drawing/2014/main" id="{84D75C65-7B70-5816-61A2-6380800BEDE2}"/>
                  </a:ext>
                </a:extLst>
              </p:cNvPr>
              <p:cNvSpPr/>
              <p:nvPr/>
            </p:nvSpPr>
            <p:spPr>
              <a:xfrm>
                <a:off x="5043408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g1838">
                <a:extLst>
                  <a:ext uri="{FF2B5EF4-FFF2-40B4-BE49-F238E27FC236}">
                    <a16:creationId xmlns:a16="http://schemas.microsoft.com/office/drawing/2014/main" id="{3E78757C-CB2A-0605-D80A-BE44BB5B462B}"/>
                  </a:ext>
                </a:extLst>
              </p:cNvPr>
              <p:cNvSpPr/>
              <p:nvPr/>
            </p:nvSpPr>
            <p:spPr>
              <a:xfrm>
                <a:off x="5055045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g1839">
                <a:extLst>
                  <a:ext uri="{FF2B5EF4-FFF2-40B4-BE49-F238E27FC236}">
                    <a16:creationId xmlns:a16="http://schemas.microsoft.com/office/drawing/2014/main" id="{755C8AA9-A7A9-6E3D-A0A9-F57D84C5ECA2}"/>
                  </a:ext>
                </a:extLst>
              </p:cNvPr>
              <p:cNvSpPr/>
              <p:nvPr/>
            </p:nvSpPr>
            <p:spPr>
              <a:xfrm>
                <a:off x="5066683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g1840">
                <a:extLst>
                  <a:ext uri="{FF2B5EF4-FFF2-40B4-BE49-F238E27FC236}">
                    <a16:creationId xmlns:a16="http://schemas.microsoft.com/office/drawing/2014/main" id="{3A94250A-E39A-2C8E-DF46-256704920A9B}"/>
                  </a:ext>
                </a:extLst>
              </p:cNvPr>
              <p:cNvSpPr/>
              <p:nvPr/>
            </p:nvSpPr>
            <p:spPr>
              <a:xfrm>
                <a:off x="5078320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g1841">
                <a:extLst>
                  <a:ext uri="{FF2B5EF4-FFF2-40B4-BE49-F238E27FC236}">
                    <a16:creationId xmlns:a16="http://schemas.microsoft.com/office/drawing/2014/main" id="{199AD4E6-7483-9B17-4EE7-3ECA25A15288}"/>
                  </a:ext>
                </a:extLst>
              </p:cNvPr>
              <p:cNvSpPr/>
              <p:nvPr/>
            </p:nvSpPr>
            <p:spPr>
              <a:xfrm>
                <a:off x="5089957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g1842">
                <a:extLst>
                  <a:ext uri="{FF2B5EF4-FFF2-40B4-BE49-F238E27FC236}">
                    <a16:creationId xmlns:a16="http://schemas.microsoft.com/office/drawing/2014/main" id="{42F3C90E-97B7-9C68-F124-BA8D437841E1}"/>
                  </a:ext>
                </a:extLst>
              </p:cNvPr>
              <p:cNvSpPr/>
              <p:nvPr/>
            </p:nvSpPr>
            <p:spPr>
              <a:xfrm>
                <a:off x="5101595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g1843">
                <a:extLst>
                  <a:ext uri="{FF2B5EF4-FFF2-40B4-BE49-F238E27FC236}">
                    <a16:creationId xmlns:a16="http://schemas.microsoft.com/office/drawing/2014/main" id="{0544DEC7-7E31-430E-ED14-786F7ADE0F7E}"/>
                  </a:ext>
                </a:extLst>
              </p:cNvPr>
              <p:cNvSpPr/>
              <p:nvPr/>
            </p:nvSpPr>
            <p:spPr>
              <a:xfrm>
                <a:off x="5113232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g1844">
                <a:extLst>
                  <a:ext uri="{FF2B5EF4-FFF2-40B4-BE49-F238E27FC236}">
                    <a16:creationId xmlns:a16="http://schemas.microsoft.com/office/drawing/2014/main" id="{F8052D72-25AB-F456-0FA7-D41F6E77E0B9}"/>
                  </a:ext>
                </a:extLst>
              </p:cNvPr>
              <p:cNvSpPr/>
              <p:nvPr/>
            </p:nvSpPr>
            <p:spPr>
              <a:xfrm>
                <a:off x="5124869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g1845">
                <a:extLst>
                  <a:ext uri="{FF2B5EF4-FFF2-40B4-BE49-F238E27FC236}">
                    <a16:creationId xmlns:a16="http://schemas.microsoft.com/office/drawing/2014/main" id="{5935EF4E-35C9-EED9-AD53-930FDEEDBC1B}"/>
                  </a:ext>
                </a:extLst>
              </p:cNvPr>
              <p:cNvSpPr/>
              <p:nvPr/>
            </p:nvSpPr>
            <p:spPr>
              <a:xfrm>
                <a:off x="5136507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g1846">
                <a:extLst>
                  <a:ext uri="{FF2B5EF4-FFF2-40B4-BE49-F238E27FC236}">
                    <a16:creationId xmlns:a16="http://schemas.microsoft.com/office/drawing/2014/main" id="{C1CB8237-AFAF-A2F9-DB4E-E4B3605A2323}"/>
                  </a:ext>
                </a:extLst>
              </p:cNvPr>
              <p:cNvSpPr/>
              <p:nvPr/>
            </p:nvSpPr>
            <p:spPr>
              <a:xfrm>
                <a:off x="5148144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g1847">
                <a:extLst>
                  <a:ext uri="{FF2B5EF4-FFF2-40B4-BE49-F238E27FC236}">
                    <a16:creationId xmlns:a16="http://schemas.microsoft.com/office/drawing/2014/main" id="{DA7E2A86-7846-FB1B-2D80-F894F9644B0D}"/>
                  </a:ext>
                </a:extLst>
              </p:cNvPr>
              <p:cNvSpPr/>
              <p:nvPr/>
            </p:nvSpPr>
            <p:spPr>
              <a:xfrm>
                <a:off x="5159781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g1848">
                <a:extLst>
                  <a:ext uri="{FF2B5EF4-FFF2-40B4-BE49-F238E27FC236}">
                    <a16:creationId xmlns:a16="http://schemas.microsoft.com/office/drawing/2014/main" id="{74BCC252-F1FE-DABC-1DDD-4BA62C571D64}"/>
                  </a:ext>
                </a:extLst>
              </p:cNvPr>
              <p:cNvSpPr/>
              <p:nvPr/>
            </p:nvSpPr>
            <p:spPr>
              <a:xfrm>
                <a:off x="5171419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g1849">
                <a:extLst>
                  <a:ext uri="{FF2B5EF4-FFF2-40B4-BE49-F238E27FC236}">
                    <a16:creationId xmlns:a16="http://schemas.microsoft.com/office/drawing/2014/main" id="{BE539047-BBAA-8B8C-7E7F-4291A04365CE}"/>
                  </a:ext>
                </a:extLst>
              </p:cNvPr>
              <p:cNvSpPr/>
              <p:nvPr/>
            </p:nvSpPr>
            <p:spPr>
              <a:xfrm>
                <a:off x="5183056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g1850">
                <a:extLst>
                  <a:ext uri="{FF2B5EF4-FFF2-40B4-BE49-F238E27FC236}">
                    <a16:creationId xmlns:a16="http://schemas.microsoft.com/office/drawing/2014/main" id="{CF9433C4-D9F7-3DB5-BFF4-C1E1DAA47F91}"/>
                  </a:ext>
                </a:extLst>
              </p:cNvPr>
              <p:cNvSpPr/>
              <p:nvPr/>
            </p:nvSpPr>
            <p:spPr>
              <a:xfrm>
                <a:off x="5020133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g1851">
                <a:extLst>
                  <a:ext uri="{FF2B5EF4-FFF2-40B4-BE49-F238E27FC236}">
                    <a16:creationId xmlns:a16="http://schemas.microsoft.com/office/drawing/2014/main" id="{A7A0D9B5-7E68-89F2-9EDC-85019F361F2F}"/>
                  </a:ext>
                </a:extLst>
              </p:cNvPr>
              <p:cNvSpPr/>
              <p:nvPr/>
            </p:nvSpPr>
            <p:spPr>
              <a:xfrm>
                <a:off x="5031771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g1852">
                <a:extLst>
                  <a:ext uri="{FF2B5EF4-FFF2-40B4-BE49-F238E27FC236}">
                    <a16:creationId xmlns:a16="http://schemas.microsoft.com/office/drawing/2014/main" id="{5BCE6454-91DB-62CD-8B42-98FF9E3172FC}"/>
                  </a:ext>
                </a:extLst>
              </p:cNvPr>
              <p:cNvSpPr/>
              <p:nvPr/>
            </p:nvSpPr>
            <p:spPr>
              <a:xfrm>
                <a:off x="5043408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g1853">
                <a:extLst>
                  <a:ext uri="{FF2B5EF4-FFF2-40B4-BE49-F238E27FC236}">
                    <a16:creationId xmlns:a16="http://schemas.microsoft.com/office/drawing/2014/main" id="{93DDD6E1-BF14-463F-166D-AE92D380C8EE}"/>
                  </a:ext>
                </a:extLst>
              </p:cNvPr>
              <p:cNvSpPr/>
              <p:nvPr/>
            </p:nvSpPr>
            <p:spPr>
              <a:xfrm>
                <a:off x="5055045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g1854">
                <a:extLst>
                  <a:ext uri="{FF2B5EF4-FFF2-40B4-BE49-F238E27FC236}">
                    <a16:creationId xmlns:a16="http://schemas.microsoft.com/office/drawing/2014/main" id="{7D2A6DDB-7B88-8AE6-6505-CC775BFB1AB8}"/>
                  </a:ext>
                </a:extLst>
              </p:cNvPr>
              <p:cNvSpPr/>
              <p:nvPr/>
            </p:nvSpPr>
            <p:spPr>
              <a:xfrm>
                <a:off x="5066683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g1855">
                <a:extLst>
                  <a:ext uri="{FF2B5EF4-FFF2-40B4-BE49-F238E27FC236}">
                    <a16:creationId xmlns:a16="http://schemas.microsoft.com/office/drawing/2014/main" id="{483924BF-EDFA-8278-74DE-1D22656EF9F4}"/>
                  </a:ext>
                </a:extLst>
              </p:cNvPr>
              <p:cNvSpPr/>
              <p:nvPr/>
            </p:nvSpPr>
            <p:spPr>
              <a:xfrm>
                <a:off x="5078320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g1856">
                <a:extLst>
                  <a:ext uri="{FF2B5EF4-FFF2-40B4-BE49-F238E27FC236}">
                    <a16:creationId xmlns:a16="http://schemas.microsoft.com/office/drawing/2014/main" id="{8AB0454F-8278-3E5C-5CC1-A22519024646}"/>
                  </a:ext>
                </a:extLst>
              </p:cNvPr>
              <p:cNvSpPr/>
              <p:nvPr/>
            </p:nvSpPr>
            <p:spPr>
              <a:xfrm>
                <a:off x="5089957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g1857">
                <a:extLst>
                  <a:ext uri="{FF2B5EF4-FFF2-40B4-BE49-F238E27FC236}">
                    <a16:creationId xmlns:a16="http://schemas.microsoft.com/office/drawing/2014/main" id="{75007AE8-5EB6-8E00-E2F5-91BA233659B0}"/>
                  </a:ext>
                </a:extLst>
              </p:cNvPr>
              <p:cNvSpPr/>
              <p:nvPr/>
            </p:nvSpPr>
            <p:spPr>
              <a:xfrm>
                <a:off x="5101595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g1858">
                <a:extLst>
                  <a:ext uri="{FF2B5EF4-FFF2-40B4-BE49-F238E27FC236}">
                    <a16:creationId xmlns:a16="http://schemas.microsoft.com/office/drawing/2014/main" id="{37167B65-93EC-0339-CEA9-93CBE9B0E0B5}"/>
                  </a:ext>
                </a:extLst>
              </p:cNvPr>
              <p:cNvSpPr/>
              <p:nvPr/>
            </p:nvSpPr>
            <p:spPr>
              <a:xfrm>
                <a:off x="5113232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g1859">
                <a:extLst>
                  <a:ext uri="{FF2B5EF4-FFF2-40B4-BE49-F238E27FC236}">
                    <a16:creationId xmlns:a16="http://schemas.microsoft.com/office/drawing/2014/main" id="{416883E5-BEA7-58AF-0D08-9A2CBACA8608}"/>
                  </a:ext>
                </a:extLst>
              </p:cNvPr>
              <p:cNvSpPr/>
              <p:nvPr/>
            </p:nvSpPr>
            <p:spPr>
              <a:xfrm>
                <a:off x="5124869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g1860">
                <a:extLst>
                  <a:ext uri="{FF2B5EF4-FFF2-40B4-BE49-F238E27FC236}">
                    <a16:creationId xmlns:a16="http://schemas.microsoft.com/office/drawing/2014/main" id="{6E352222-4D4F-4AEC-8645-F54CEA4E0839}"/>
                  </a:ext>
                </a:extLst>
              </p:cNvPr>
              <p:cNvSpPr/>
              <p:nvPr/>
            </p:nvSpPr>
            <p:spPr>
              <a:xfrm>
                <a:off x="5136507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g1861">
                <a:extLst>
                  <a:ext uri="{FF2B5EF4-FFF2-40B4-BE49-F238E27FC236}">
                    <a16:creationId xmlns:a16="http://schemas.microsoft.com/office/drawing/2014/main" id="{7F16206D-A21C-DA4D-CB2F-E6EB753EEBA8}"/>
                  </a:ext>
                </a:extLst>
              </p:cNvPr>
              <p:cNvSpPr/>
              <p:nvPr/>
            </p:nvSpPr>
            <p:spPr>
              <a:xfrm>
                <a:off x="5148144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g1862">
                <a:extLst>
                  <a:ext uri="{FF2B5EF4-FFF2-40B4-BE49-F238E27FC236}">
                    <a16:creationId xmlns:a16="http://schemas.microsoft.com/office/drawing/2014/main" id="{9D0C4CFD-DA0B-10A8-ADD1-C2CF02CF0219}"/>
                  </a:ext>
                </a:extLst>
              </p:cNvPr>
              <p:cNvSpPr/>
              <p:nvPr/>
            </p:nvSpPr>
            <p:spPr>
              <a:xfrm>
                <a:off x="5159781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g1863">
                <a:extLst>
                  <a:ext uri="{FF2B5EF4-FFF2-40B4-BE49-F238E27FC236}">
                    <a16:creationId xmlns:a16="http://schemas.microsoft.com/office/drawing/2014/main" id="{C04E0930-636D-C5B2-EB7E-4967B8E37F3E}"/>
                  </a:ext>
                </a:extLst>
              </p:cNvPr>
              <p:cNvSpPr/>
              <p:nvPr/>
            </p:nvSpPr>
            <p:spPr>
              <a:xfrm>
                <a:off x="5171419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g1864">
                <a:extLst>
                  <a:ext uri="{FF2B5EF4-FFF2-40B4-BE49-F238E27FC236}">
                    <a16:creationId xmlns:a16="http://schemas.microsoft.com/office/drawing/2014/main" id="{3A68DACC-8C3C-0881-3385-173CF419330A}"/>
                  </a:ext>
                </a:extLst>
              </p:cNvPr>
              <p:cNvSpPr/>
              <p:nvPr/>
            </p:nvSpPr>
            <p:spPr>
              <a:xfrm>
                <a:off x="5008496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g1865">
                <a:extLst>
                  <a:ext uri="{FF2B5EF4-FFF2-40B4-BE49-F238E27FC236}">
                    <a16:creationId xmlns:a16="http://schemas.microsoft.com/office/drawing/2014/main" id="{9464F9B3-6E51-A54A-A632-2D09DAD5BD88}"/>
                  </a:ext>
                </a:extLst>
              </p:cNvPr>
              <p:cNvSpPr/>
              <p:nvPr/>
            </p:nvSpPr>
            <p:spPr>
              <a:xfrm>
                <a:off x="5020133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g1866">
                <a:extLst>
                  <a:ext uri="{FF2B5EF4-FFF2-40B4-BE49-F238E27FC236}">
                    <a16:creationId xmlns:a16="http://schemas.microsoft.com/office/drawing/2014/main" id="{37646EC4-FBB5-C617-48A1-EFDC688E5DCB}"/>
                  </a:ext>
                </a:extLst>
              </p:cNvPr>
              <p:cNvSpPr/>
              <p:nvPr/>
            </p:nvSpPr>
            <p:spPr>
              <a:xfrm>
                <a:off x="5031771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g1867">
                <a:extLst>
                  <a:ext uri="{FF2B5EF4-FFF2-40B4-BE49-F238E27FC236}">
                    <a16:creationId xmlns:a16="http://schemas.microsoft.com/office/drawing/2014/main" id="{BD97AAB3-6601-850D-3E51-134D882E55B8}"/>
                  </a:ext>
                </a:extLst>
              </p:cNvPr>
              <p:cNvSpPr/>
              <p:nvPr/>
            </p:nvSpPr>
            <p:spPr>
              <a:xfrm>
                <a:off x="5043408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g1868">
                <a:extLst>
                  <a:ext uri="{FF2B5EF4-FFF2-40B4-BE49-F238E27FC236}">
                    <a16:creationId xmlns:a16="http://schemas.microsoft.com/office/drawing/2014/main" id="{E0DFA350-30F6-0758-FA9D-7E0EC7133CA7}"/>
                  </a:ext>
                </a:extLst>
              </p:cNvPr>
              <p:cNvSpPr/>
              <p:nvPr/>
            </p:nvSpPr>
            <p:spPr>
              <a:xfrm>
                <a:off x="5055045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g1869">
                <a:extLst>
                  <a:ext uri="{FF2B5EF4-FFF2-40B4-BE49-F238E27FC236}">
                    <a16:creationId xmlns:a16="http://schemas.microsoft.com/office/drawing/2014/main" id="{A6398A67-32A0-83E7-0C9C-914070F4104F}"/>
                  </a:ext>
                </a:extLst>
              </p:cNvPr>
              <p:cNvSpPr/>
              <p:nvPr/>
            </p:nvSpPr>
            <p:spPr>
              <a:xfrm>
                <a:off x="5066683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g1870">
                <a:extLst>
                  <a:ext uri="{FF2B5EF4-FFF2-40B4-BE49-F238E27FC236}">
                    <a16:creationId xmlns:a16="http://schemas.microsoft.com/office/drawing/2014/main" id="{944F664B-7FEB-C970-4066-4FEE9625E728}"/>
                  </a:ext>
                </a:extLst>
              </p:cNvPr>
              <p:cNvSpPr/>
              <p:nvPr/>
            </p:nvSpPr>
            <p:spPr>
              <a:xfrm>
                <a:off x="5078320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g1871">
                <a:extLst>
                  <a:ext uri="{FF2B5EF4-FFF2-40B4-BE49-F238E27FC236}">
                    <a16:creationId xmlns:a16="http://schemas.microsoft.com/office/drawing/2014/main" id="{B4D287BC-CA0F-52E8-C035-0B9000F51028}"/>
                  </a:ext>
                </a:extLst>
              </p:cNvPr>
              <p:cNvSpPr/>
              <p:nvPr/>
            </p:nvSpPr>
            <p:spPr>
              <a:xfrm>
                <a:off x="5089957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g1872">
                <a:extLst>
                  <a:ext uri="{FF2B5EF4-FFF2-40B4-BE49-F238E27FC236}">
                    <a16:creationId xmlns:a16="http://schemas.microsoft.com/office/drawing/2014/main" id="{CCE3DCA8-84F0-1E83-6B3D-2863C9B132AF}"/>
                  </a:ext>
                </a:extLst>
              </p:cNvPr>
              <p:cNvSpPr/>
              <p:nvPr/>
            </p:nvSpPr>
            <p:spPr>
              <a:xfrm>
                <a:off x="5101595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g1873">
                <a:extLst>
                  <a:ext uri="{FF2B5EF4-FFF2-40B4-BE49-F238E27FC236}">
                    <a16:creationId xmlns:a16="http://schemas.microsoft.com/office/drawing/2014/main" id="{3A94FEE4-E423-F209-69C9-541CA65B5B1F}"/>
                  </a:ext>
                </a:extLst>
              </p:cNvPr>
              <p:cNvSpPr/>
              <p:nvPr/>
            </p:nvSpPr>
            <p:spPr>
              <a:xfrm>
                <a:off x="5113232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g1874">
                <a:extLst>
                  <a:ext uri="{FF2B5EF4-FFF2-40B4-BE49-F238E27FC236}">
                    <a16:creationId xmlns:a16="http://schemas.microsoft.com/office/drawing/2014/main" id="{FA393F67-EF36-C189-DE15-B6380433E238}"/>
                  </a:ext>
                </a:extLst>
              </p:cNvPr>
              <p:cNvSpPr/>
              <p:nvPr/>
            </p:nvSpPr>
            <p:spPr>
              <a:xfrm>
                <a:off x="5124869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g1875">
                <a:extLst>
                  <a:ext uri="{FF2B5EF4-FFF2-40B4-BE49-F238E27FC236}">
                    <a16:creationId xmlns:a16="http://schemas.microsoft.com/office/drawing/2014/main" id="{067D4DE6-7005-E3A0-313A-E11BCB9AE739}"/>
                  </a:ext>
                </a:extLst>
              </p:cNvPr>
              <p:cNvSpPr/>
              <p:nvPr/>
            </p:nvSpPr>
            <p:spPr>
              <a:xfrm>
                <a:off x="5136507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g1876">
                <a:extLst>
                  <a:ext uri="{FF2B5EF4-FFF2-40B4-BE49-F238E27FC236}">
                    <a16:creationId xmlns:a16="http://schemas.microsoft.com/office/drawing/2014/main" id="{25A9BF51-FC83-05EB-AF64-D77102BF03B3}"/>
                  </a:ext>
                </a:extLst>
              </p:cNvPr>
              <p:cNvSpPr/>
              <p:nvPr/>
            </p:nvSpPr>
            <p:spPr>
              <a:xfrm>
                <a:off x="5148144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g1877">
                <a:extLst>
                  <a:ext uri="{FF2B5EF4-FFF2-40B4-BE49-F238E27FC236}">
                    <a16:creationId xmlns:a16="http://schemas.microsoft.com/office/drawing/2014/main" id="{469F5837-D68B-668A-9CE1-4A47D24E3E87}"/>
                  </a:ext>
                </a:extLst>
              </p:cNvPr>
              <p:cNvSpPr/>
              <p:nvPr/>
            </p:nvSpPr>
            <p:spPr>
              <a:xfrm>
                <a:off x="5008496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g1878">
                <a:extLst>
                  <a:ext uri="{FF2B5EF4-FFF2-40B4-BE49-F238E27FC236}">
                    <a16:creationId xmlns:a16="http://schemas.microsoft.com/office/drawing/2014/main" id="{4402C984-4AD2-7790-D270-B1F070A342A8}"/>
                  </a:ext>
                </a:extLst>
              </p:cNvPr>
              <p:cNvSpPr/>
              <p:nvPr/>
            </p:nvSpPr>
            <p:spPr>
              <a:xfrm>
                <a:off x="5020133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g1879">
                <a:extLst>
                  <a:ext uri="{FF2B5EF4-FFF2-40B4-BE49-F238E27FC236}">
                    <a16:creationId xmlns:a16="http://schemas.microsoft.com/office/drawing/2014/main" id="{A393E6F6-5C58-96B3-EAA3-77827311E2EE}"/>
                  </a:ext>
                </a:extLst>
              </p:cNvPr>
              <p:cNvSpPr/>
              <p:nvPr/>
            </p:nvSpPr>
            <p:spPr>
              <a:xfrm>
                <a:off x="5031771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g1880">
                <a:extLst>
                  <a:ext uri="{FF2B5EF4-FFF2-40B4-BE49-F238E27FC236}">
                    <a16:creationId xmlns:a16="http://schemas.microsoft.com/office/drawing/2014/main" id="{772CF5D7-B619-6625-D0DA-A764D79C1F0F}"/>
                  </a:ext>
                </a:extLst>
              </p:cNvPr>
              <p:cNvSpPr/>
              <p:nvPr/>
            </p:nvSpPr>
            <p:spPr>
              <a:xfrm>
                <a:off x="5043408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g1881">
                <a:extLst>
                  <a:ext uri="{FF2B5EF4-FFF2-40B4-BE49-F238E27FC236}">
                    <a16:creationId xmlns:a16="http://schemas.microsoft.com/office/drawing/2014/main" id="{314C9151-A209-E662-9851-268711668FA7}"/>
                  </a:ext>
                </a:extLst>
              </p:cNvPr>
              <p:cNvSpPr/>
              <p:nvPr/>
            </p:nvSpPr>
            <p:spPr>
              <a:xfrm>
                <a:off x="5055045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g1882">
                <a:extLst>
                  <a:ext uri="{FF2B5EF4-FFF2-40B4-BE49-F238E27FC236}">
                    <a16:creationId xmlns:a16="http://schemas.microsoft.com/office/drawing/2014/main" id="{5F5C76C3-2B12-4F66-CED7-7CDCD076509D}"/>
                  </a:ext>
                </a:extLst>
              </p:cNvPr>
              <p:cNvSpPr/>
              <p:nvPr/>
            </p:nvSpPr>
            <p:spPr>
              <a:xfrm>
                <a:off x="5066683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g1883">
                <a:extLst>
                  <a:ext uri="{FF2B5EF4-FFF2-40B4-BE49-F238E27FC236}">
                    <a16:creationId xmlns:a16="http://schemas.microsoft.com/office/drawing/2014/main" id="{D53D9B0B-1981-213F-9652-F40EE3327EF1}"/>
                  </a:ext>
                </a:extLst>
              </p:cNvPr>
              <p:cNvSpPr/>
              <p:nvPr/>
            </p:nvSpPr>
            <p:spPr>
              <a:xfrm>
                <a:off x="5078320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g1884">
                <a:extLst>
                  <a:ext uri="{FF2B5EF4-FFF2-40B4-BE49-F238E27FC236}">
                    <a16:creationId xmlns:a16="http://schemas.microsoft.com/office/drawing/2014/main" id="{21904825-4E4F-2519-CED8-A38858041250}"/>
                  </a:ext>
                </a:extLst>
              </p:cNvPr>
              <p:cNvSpPr/>
              <p:nvPr/>
            </p:nvSpPr>
            <p:spPr>
              <a:xfrm>
                <a:off x="5089957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g1885">
                <a:extLst>
                  <a:ext uri="{FF2B5EF4-FFF2-40B4-BE49-F238E27FC236}">
                    <a16:creationId xmlns:a16="http://schemas.microsoft.com/office/drawing/2014/main" id="{75F5916B-F0DC-79D2-DB2F-D9F070C41F20}"/>
                  </a:ext>
                </a:extLst>
              </p:cNvPr>
              <p:cNvSpPr/>
              <p:nvPr/>
            </p:nvSpPr>
            <p:spPr>
              <a:xfrm>
                <a:off x="5101595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g1886">
                <a:extLst>
                  <a:ext uri="{FF2B5EF4-FFF2-40B4-BE49-F238E27FC236}">
                    <a16:creationId xmlns:a16="http://schemas.microsoft.com/office/drawing/2014/main" id="{FD2E9C22-171D-855E-C8FB-3FDEBBA653D1}"/>
                  </a:ext>
                </a:extLst>
              </p:cNvPr>
              <p:cNvSpPr/>
              <p:nvPr/>
            </p:nvSpPr>
            <p:spPr>
              <a:xfrm>
                <a:off x="5113232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g1887">
                <a:extLst>
                  <a:ext uri="{FF2B5EF4-FFF2-40B4-BE49-F238E27FC236}">
                    <a16:creationId xmlns:a16="http://schemas.microsoft.com/office/drawing/2014/main" id="{59D2433F-FBED-FC44-31F0-CE0F8794B680}"/>
                  </a:ext>
                </a:extLst>
              </p:cNvPr>
              <p:cNvSpPr/>
              <p:nvPr/>
            </p:nvSpPr>
            <p:spPr>
              <a:xfrm>
                <a:off x="5124869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g1888">
                <a:extLst>
                  <a:ext uri="{FF2B5EF4-FFF2-40B4-BE49-F238E27FC236}">
                    <a16:creationId xmlns:a16="http://schemas.microsoft.com/office/drawing/2014/main" id="{22F88BE4-C0AD-868E-BF5F-243816539918}"/>
                  </a:ext>
                </a:extLst>
              </p:cNvPr>
              <p:cNvSpPr/>
              <p:nvPr/>
            </p:nvSpPr>
            <p:spPr>
              <a:xfrm>
                <a:off x="5136507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g1889">
                <a:extLst>
                  <a:ext uri="{FF2B5EF4-FFF2-40B4-BE49-F238E27FC236}">
                    <a16:creationId xmlns:a16="http://schemas.microsoft.com/office/drawing/2014/main" id="{BF06386E-8EB1-8149-789B-AAF5CFF4A0B1}"/>
                  </a:ext>
                </a:extLst>
              </p:cNvPr>
              <p:cNvSpPr/>
              <p:nvPr/>
            </p:nvSpPr>
            <p:spPr>
              <a:xfrm>
                <a:off x="5008496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g1890">
                <a:extLst>
                  <a:ext uri="{FF2B5EF4-FFF2-40B4-BE49-F238E27FC236}">
                    <a16:creationId xmlns:a16="http://schemas.microsoft.com/office/drawing/2014/main" id="{93C60AE8-C3D5-6B83-B402-723FA39F5C54}"/>
                  </a:ext>
                </a:extLst>
              </p:cNvPr>
              <p:cNvSpPr/>
              <p:nvPr/>
            </p:nvSpPr>
            <p:spPr>
              <a:xfrm>
                <a:off x="5020133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g1891">
                <a:extLst>
                  <a:ext uri="{FF2B5EF4-FFF2-40B4-BE49-F238E27FC236}">
                    <a16:creationId xmlns:a16="http://schemas.microsoft.com/office/drawing/2014/main" id="{AF843B10-6853-A364-A783-3BB068A9C75F}"/>
                  </a:ext>
                </a:extLst>
              </p:cNvPr>
              <p:cNvSpPr/>
              <p:nvPr/>
            </p:nvSpPr>
            <p:spPr>
              <a:xfrm>
                <a:off x="5031771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g1892">
                <a:extLst>
                  <a:ext uri="{FF2B5EF4-FFF2-40B4-BE49-F238E27FC236}">
                    <a16:creationId xmlns:a16="http://schemas.microsoft.com/office/drawing/2014/main" id="{C6C96148-4C91-A6C2-E6E0-AFFE3A4F6676}"/>
                  </a:ext>
                </a:extLst>
              </p:cNvPr>
              <p:cNvSpPr/>
              <p:nvPr/>
            </p:nvSpPr>
            <p:spPr>
              <a:xfrm>
                <a:off x="5043408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g1893">
                <a:extLst>
                  <a:ext uri="{FF2B5EF4-FFF2-40B4-BE49-F238E27FC236}">
                    <a16:creationId xmlns:a16="http://schemas.microsoft.com/office/drawing/2014/main" id="{17B2654E-8E12-3FB6-59BA-C7BC97E906B1}"/>
                  </a:ext>
                </a:extLst>
              </p:cNvPr>
              <p:cNvSpPr/>
              <p:nvPr/>
            </p:nvSpPr>
            <p:spPr>
              <a:xfrm>
                <a:off x="5055045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g1894">
                <a:extLst>
                  <a:ext uri="{FF2B5EF4-FFF2-40B4-BE49-F238E27FC236}">
                    <a16:creationId xmlns:a16="http://schemas.microsoft.com/office/drawing/2014/main" id="{88258F3A-8BF1-439C-5306-E0005DE24D8B}"/>
                  </a:ext>
                </a:extLst>
              </p:cNvPr>
              <p:cNvSpPr/>
              <p:nvPr/>
            </p:nvSpPr>
            <p:spPr>
              <a:xfrm>
                <a:off x="5066683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g1895">
                <a:extLst>
                  <a:ext uri="{FF2B5EF4-FFF2-40B4-BE49-F238E27FC236}">
                    <a16:creationId xmlns:a16="http://schemas.microsoft.com/office/drawing/2014/main" id="{3FF4D8B2-93A7-F734-9569-62E59BA1FF8C}"/>
                  </a:ext>
                </a:extLst>
              </p:cNvPr>
              <p:cNvSpPr/>
              <p:nvPr/>
            </p:nvSpPr>
            <p:spPr>
              <a:xfrm>
                <a:off x="5078320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g1896">
                <a:extLst>
                  <a:ext uri="{FF2B5EF4-FFF2-40B4-BE49-F238E27FC236}">
                    <a16:creationId xmlns:a16="http://schemas.microsoft.com/office/drawing/2014/main" id="{5E4D4263-2422-45D3-EFD0-60AB96520130}"/>
                  </a:ext>
                </a:extLst>
              </p:cNvPr>
              <p:cNvSpPr/>
              <p:nvPr/>
            </p:nvSpPr>
            <p:spPr>
              <a:xfrm>
                <a:off x="5089957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g1897">
                <a:extLst>
                  <a:ext uri="{FF2B5EF4-FFF2-40B4-BE49-F238E27FC236}">
                    <a16:creationId xmlns:a16="http://schemas.microsoft.com/office/drawing/2014/main" id="{2DCF09EC-9202-59DE-4BF8-EFBCFDC10E91}"/>
                  </a:ext>
                </a:extLst>
              </p:cNvPr>
              <p:cNvSpPr/>
              <p:nvPr/>
            </p:nvSpPr>
            <p:spPr>
              <a:xfrm>
                <a:off x="5101595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g1898">
                <a:extLst>
                  <a:ext uri="{FF2B5EF4-FFF2-40B4-BE49-F238E27FC236}">
                    <a16:creationId xmlns:a16="http://schemas.microsoft.com/office/drawing/2014/main" id="{A2A900B8-FB2C-C693-2017-80B6020F950E}"/>
                  </a:ext>
                </a:extLst>
              </p:cNvPr>
              <p:cNvSpPr/>
              <p:nvPr/>
            </p:nvSpPr>
            <p:spPr>
              <a:xfrm>
                <a:off x="5113232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g1899">
                <a:extLst>
                  <a:ext uri="{FF2B5EF4-FFF2-40B4-BE49-F238E27FC236}">
                    <a16:creationId xmlns:a16="http://schemas.microsoft.com/office/drawing/2014/main" id="{AE5A20BD-6B70-5D56-F9F0-F37E9BE2D372}"/>
                  </a:ext>
                </a:extLst>
              </p:cNvPr>
              <p:cNvSpPr/>
              <p:nvPr/>
            </p:nvSpPr>
            <p:spPr>
              <a:xfrm>
                <a:off x="5124869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g1900">
                <a:extLst>
                  <a:ext uri="{FF2B5EF4-FFF2-40B4-BE49-F238E27FC236}">
                    <a16:creationId xmlns:a16="http://schemas.microsoft.com/office/drawing/2014/main" id="{7FB087D7-DC26-DD81-9C3A-8C0B5704317C}"/>
                  </a:ext>
                </a:extLst>
              </p:cNvPr>
              <p:cNvSpPr/>
              <p:nvPr/>
            </p:nvSpPr>
            <p:spPr>
              <a:xfrm>
                <a:off x="4985221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g1901">
                <a:extLst>
                  <a:ext uri="{FF2B5EF4-FFF2-40B4-BE49-F238E27FC236}">
                    <a16:creationId xmlns:a16="http://schemas.microsoft.com/office/drawing/2014/main" id="{0CDB9D00-955A-0E44-746A-A136A0D3D56D}"/>
                  </a:ext>
                </a:extLst>
              </p:cNvPr>
              <p:cNvSpPr/>
              <p:nvPr/>
            </p:nvSpPr>
            <p:spPr>
              <a:xfrm>
                <a:off x="4996859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g1902">
                <a:extLst>
                  <a:ext uri="{FF2B5EF4-FFF2-40B4-BE49-F238E27FC236}">
                    <a16:creationId xmlns:a16="http://schemas.microsoft.com/office/drawing/2014/main" id="{DEC53D76-F428-6658-2EA7-87273511E2D6}"/>
                  </a:ext>
                </a:extLst>
              </p:cNvPr>
              <p:cNvSpPr/>
              <p:nvPr/>
            </p:nvSpPr>
            <p:spPr>
              <a:xfrm>
                <a:off x="5008496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g1903">
                <a:extLst>
                  <a:ext uri="{FF2B5EF4-FFF2-40B4-BE49-F238E27FC236}">
                    <a16:creationId xmlns:a16="http://schemas.microsoft.com/office/drawing/2014/main" id="{1FB254F3-5DCF-E107-AA5E-260795A97FCC}"/>
                  </a:ext>
                </a:extLst>
              </p:cNvPr>
              <p:cNvSpPr/>
              <p:nvPr/>
            </p:nvSpPr>
            <p:spPr>
              <a:xfrm>
                <a:off x="5020133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g1904">
                <a:extLst>
                  <a:ext uri="{FF2B5EF4-FFF2-40B4-BE49-F238E27FC236}">
                    <a16:creationId xmlns:a16="http://schemas.microsoft.com/office/drawing/2014/main" id="{184A34FC-F158-4347-EAD2-B302F0F9A461}"/>
                  </a:ext>
                </a:extLst>
              </p:cNvPr>
              <p:cNvSpPr/>
              <p:nvPr/>
            </p:nvSpPr>
            <p:spPr>
              <a:xfrm>
                <a:off x="5031771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g1905">
                <a:extLst>
                  <a:ext uri="{FF2B5EF4-FFF2-40B4-BE49-F238E27FC236}">
                    <a16:creationId xmlns:a16="http://schemas.microsoft.com/office/drawing/2014/main" id="{74DCE60E-3276-965F-3A35-BDE529B7C7FC}"/>
                  </a:ext>
                </a:extLst>
              </p:cNvPr>
              <p:cNvSpPr/>
              <p:nvPr/>
            </p:nvSpPr>
            <p:spPr>
              <a:xfrm>
                <a:off x="5043408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g1906">
                <a:extLst>
                  <a:ext uri="{FF2B5EF4-FFF2-40B4-BE49-F238E27FC236}">
                    <a16:creationId xmlns:a16="http://schemas.microsoft.com/office/drawing/2014/main" id="{3BE34CFC-841B-44B0-CA18-FD8B98A03B8A}"/>
                  </a:ext>
                </a:extLst>
              </p:cNvPr>
              <p:cNvSpPr/>
              <p:nvPr/>
            </p:nvSpPr>
            <p:spPr>
              <a:xfrm>
                <a:off x="5055045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g1907">
                <a:extLst>
                  <a:ext uri="{FF2B5EF4-FFF2-40B4-BE49-F238E27FC236}">
                    <a16:creationId xmlns:a16="http://schemas.microsoft.com/office/drawing/2014/main" id="{5D6D8401-C3CC-587D-615C-B53D25989206}"/>
                  </a:ext>
                </a:extLst>
              </p:cNvPr>
              <p:cNvSpPr/>
              <p:nvPr/>
            </p:nvSpPr>
            <p:spPr>
              <a:xfrm>
                <a:off x="5066683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g1908">
                <a:extLst>
                  <a:ext uri="{FF2B5EF4-FFF2-40B4-BE49-F238E27FC236}">
                    <a16:creationId xmlns:a16="http://schemas.microsoft.com/office/drawing/2014/main" id="{CF899F2A-847B-0E63-E452-F5366CAAD404}"/>
                  </a:ext>
                </a:extLst>
              </p:cNvPr>
              <p:cNvSpPr/>
              <p:nvPr/>
            </p:nvSpPr>
            <p:spPr>
              <a:xfrm>
                <a:off x="5078320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g1909">
                <a:extLst>
                  <a:ext uri="{FF2B5EF4-FFF2-40B4-BE49-F238E27FC236}">
                    <a16:creationId xmlns:a16="http://schemas.microsoft.com/office/drawing/2014/main" id="{76A27431-1778-F13F-1239-8596999D24B6}"/>
                  </a:ext>
                </a:extLst>
              </p:cNvPr>
              <p:cNvSpPr/>
              <p:nvPr/>
            </p:nvSpPr>
            <p:spPr>
              <a:xfrm>
                <a:off x="5089957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g1910">
                <a:extLst>
                  <a:ext uri="{FF2B5EF4-FFF2-40B4-BE49-F238E27FC236}">
                    <a16:creationId xmlns:a16="http://schemas.microsoft.com/office/drawing/2014/main" id="{786B1B1E-8CCA-9F65-3D6A-BE7857440AF0}"/>
                  </a:ext>
                </a:extLst>
              </p:cNvPr>
              <p:cNvSpPr/>
              <p:nvPr/>
            </p:nvSpPr>
            <p:spPr>
              <a:xfrm>
                <a:off x="5101595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g1911">
                <a:extLst>
                  <a:ext uri="{FF2B5EF4-FFF2-40B4-BE49-F238E27FC236}">
                    <a16:creationId xmlns:a16="http://schemas.microsoft.com/office/drawing/2014/main" id="{C95FC823-F4F1-3CC5-1D35-61E7F16DBC0A}"/>
                  </a:ext>
                </a:extLst>
              </p:cNvPr>
              <p:cNvSpPr/>
              <p:nvPr/>
            </p:nvSpPr>
            <p:spPr>
              <a:xfrm>
                <a:off x="5113232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g1912">
                <a:extLst>
                  <a:ext uri="{FF2B5EF4-FFF2-40B4-BE49-F238E27FC236}">
                    <a16:creationId xmlns:a16="http://schemas.microsoft.com/office/drawing/2014/main" id="{E1FAD4D6-F0A4-F2E0-9BB4-FD557A9AF75A}"/>
                  </a:ext>
                </a:extLst>
              </p:cNvPr>
              <p:cNvSpPr/>
              <p:nvPr/>
            </p:nvSpPr>
            <p:spPr>
              <a:xfrm>
                <a:off x="5124869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g1913">
                <a:extLst>
                  <a:ext uri="{FF2B5EF4-FFF2-40B4-BE49-F238E27FC236}">
                    <a16:creationId xmlns:a16="http://schemas.microsoft.com/office/drawing/2014/main" id="{6BB3AA00-A6EC-7DEA-FE18-DB47300E523C}"/>
                  </a:ext>
                </a:extLst>
              </p:cNvPr>
              <p:cNvSpPr/>
              <p:nvPr/>
            </p:nvSpPr>
            <p:spPr>
              <a:xfrm>
                <a:off x="4973584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g1914">
                <a:extLst>
                  <a:ext uri="{FF2B5EF4-FFF2-40B4-BE49-F238E27FC236}">
                    <a16:creationId xmlns:a16="http://schemas.microsoft.com/office/drawing/2014/main" id="{D83FF4CF-E560-8EC2-39C3-B40E46E4D84C}"/>
                  </a:ext>
                </a:extLst>
              </p:cNvPr>
              <p:cNvSpPr/>
              <p:nvPr/>
            </p:nvSpPr>
            <p:spPr>
              <a:xfrm>
                <a:off x="4985221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g1915">
                <a:extLst>
                  <a:ext uri="{FF2B5EF4-FFF2-40B4-BE49-F238E27FC236}">
                    <a16:creationId xmlns:a16="http://schemas.microsoft.com/office/drawing/2014/main" id="{5B260F67-77EB-2156-E226-E0358C0C233F}"/>
                  </a:ext>
                </a:extLst>
              </p:cNvPr>
              <p:cNvSpPr/>
              <p:nvPr/>
            </p:nvSpPr>
            <p:spPr>
              <a:xfrm>
                <a:off x="4996859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g1916">
                <a:extLst>
                  <a:ext uri="{FF2B5EF4-FFF2-40B4-BE49-F238E27FC236}">
                    <a16:creationId xmlns:a16="http://schemas.microsoft.com/office/drawing/2014/main" id="{B54ED6E1-66F8-8B3F-A797-D3A23A40A7AF}"/>
                  </a:ext>
                </a:extLst>
              </p:cNvPr>
              <p:cNvSpPr/>
              <p:nvPr/>
            </p:nvSpPr>
            <p:spPr>
              <a:xfrm>
                <a:off x="5008496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g1917">
                <a:extLst>
                  <a:ext uri="{FF2B5EF4-FFF2-40B4-BE49-F238E27FC236}">
                    <a16:creationId xmlns:a16="http://schemas.microsoft.com/office/drawing/2014/main" id="{3EE6817C-AE5D-3C2E-16F5-AC1E2A3386EF}"/>
                  </a:ext>
                </a:extLst>
              </p:cNvPr>
              <p:cNvSpPr/>
              <p:nvPr/>
            </p:nvSpPr>
            <p:spPr>
              <a:xfrm>
                <a:off x="5020133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g1918">
                <a:extLst>
                  <a:ext uri="{FF2B5EF4-FFF2-40B4-BE49-F238E27FC236}">
                    <a16:creationId xmlns:a16="http://schemas.microsoft.com/office/drawing/2014/main" id="{BEEC1D42-8A07-1C04-7685-377D1E4C9B1D}"/>
                  </a:ext>
                </a:extLst>
              </p:cNvPr>
              <p:cNvSpPr/>
              <p:nvPr/>
            </p:nvSpPr>
            <p:spPr>
              <a:xfrm>
                <a:off x="5031771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g1919">
                <a:extLst>
                  <a:ext uri="{FF2B5EF4-FFF2-40B4-BE49-F238E27FC236}">
                    <a16:creationId xmlns:a16="http://schemas.microsoft.com/office/drawing/2014/main" id="{D35A7E2C-AE1E-4668-8A12-2A2FA9373D39}"/>
                  </a:ext>
                </a:extLst>
              </p:cNvPr>
              <p:cNvSpPr/>
              <p:nvPr/>
            </p:nvSpPr>
            <p:spPr>
              <a:xfrm>
                <a:off x="5043408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g1920">
                <a:extLst>
                  <a:ext uri="{FF2B5EF4-FFF2-40B4-BE49-F238E27FC236}">
                    <a16:creationId xmlns:a16="http://schemas.microsoft.com/office/drawing/2014/main" id="{89F5FC50-5324-975A-3B73-E974E60D6F05}"/>
                  </a:ext>
                </a:extLst>
              </p:cNvPr>
              <p:cNvSpPr/>
              <p:nvPr/>
            </p:nvSpPr>
            <p:spPr>
              <a:xfrm>
                <a:off x="5055045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g1921">
                <a:extLst>
                  <a:ext uri="{FF2B5EF4-FFF2-40B4-BE49-F238E27FC236}">
                    <a16:creationId xmlns:a16="http://schemas.microsoft.com/office/drawing/2014/main" id="{2620700C-93E5-D0BA-5C3F-98ADD36F8AE7}"/>
                  </a:ext>
                </a:extLst>
              </p:cNvPr>
              <p:cNvSpPr/>
              <p:nvPr/>
            </p:nvSpPr>
            <p:spPr>
              <a:xfrm>
                <a:off x="5066683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g1922">
                <a:extLst>
                  <a:ext uri="{FF2B5EF4-FFF2-40B4-BE49-F238E27FC236}">
                    <a16:creationId xmlns:a16="http://schemas.microsoft.com/office/drawing/2014/main" id="{98733C90-CE6A-246F-AA79-A359058F2A70}"/>
                  </a:ext>
                </a:extLst>
              </p:cNvPr>
              <p:cNvSpPr/>
              <p:nvPr/>
            </p:nvSpPr>
            <p:spPr>
              <a:xfrm>
                <a:off x="5078320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g1923">
                <a:extLst>
                  <a:ext uri="{FF2B5EF4-FFF2-40B4-BE49-F238E27FC236}">
                    <a16:creationId xmlns:a16="http://schemas.microsoft.com/office/drawing/2014/main" id="{4E4B7B6A-1459-107D-4253-4E64AC2398F2}"/>
                  </a:ext>
                </a:extLst>
              </p:cNvPr>
              <p:cNvSpPr/>
              <p:nvPr/>
            </p:nvSpPr>
            <p:spPr>
              <a:xfrm>
                <a:off x="5089957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g1924">
                <a:extLst>
                  <a:ext uri="{FF2B5EF4-FFF2-40B4-BE49-F238E27FC236}">
                    <a16:creationId xmlns:a16="http://schemas.microsoft.com/office/drawing/2014/main" id="{34F31619-6BE9-91F3-911E-EFDE345FBDD9}"/>
                  </a:ext>
                </a:extLst>
              </p:cNvPr>
              <p:cNvSpPr/>
              <p:nvPr/>
            </p:nvSpPr>
            <p:spPr>
              <a:xfrm>
                <a:off x="5101595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g1925">
                <a:extLst>
                  <a:ext uri="{FF2B5EF4-FFF2-40B4-BE49-F238E27FC236}">
                    <a16:creationId xmlns:a16="http://schemas.microsoft.com/office/drawing/2014/main" id="{BF322A52-30A7-FCE4-1772-7F81076BD736}"/>
                  </a:ext>
                </a:extLst>
              </p:cNvPr>
              <p:cNvSpPr/>
              <p:nvPr/>
            </p:nvSpPr>
            <p:spPr>
              <a:xfrm>
                <a:off x="5113232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g1926">
                <a:extLst>
                  <a:ext uri="{FF2B5EF4-FFF2-40B4-BE49-F238E27FC236}">
                    <a16:creationId xmlns:a16="http://schemas.microsoft.com/office/drawing/2014/main" id="{6384838E-710A-C31E-EADB-3C8FEC09DC81}"/>
                  </a:ext>
                </a:extLst>
              </p:cNvPr>
              <p:cNvSpPr/>
              <p:nvPr/>
            </p:nvSpPr>
            <p:spPr>
              <a:xfrm>
                <a:off x="5124869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g1927">
                <a:extLst>
                  <a:ext uri="{FF2B5EF4-FFF2-40B4-BE49-F238E27FC236}">
                    <a16:creationId xmlns:a16="http://schemas.microsoft.com/office/drawing/2014/main" id="{77ED26BC-F3A6-77EF-747E-D1BF1F49C821}"/>
                  </a:ext>
                </a:extLst>
              </p:cNvPr>
              <p:cNvSpPr/>
              <p:nvPr/>
            </p:nvSpPr>
            <p:spPr>
              <a:xfrm>
                <a:off x="4973584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g1928">
                <a:extLst>
                  <a:ext uri="{FF2B5EF4-FFF2-40B4-BE49-F238E27FC236}">
                    <a16:creationId xmlns:a16="http://schemas.microsoft.com/office/drawing/2014/main" id="{C8691E75-3E27-25C5-72EB-025F4BAB3693}"/>
                  </a:ext>
                </a:extLst>
              </p:cNvPr>
              <p:cNvSpPr/>
              <p:nvPr/>
            </p:nvSpPr>
            <p:spPr>
              <a:xfrm>
                <a:off x="4985221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g1929">
                <a:extLst>
                  <a:ext uri="{FF2B5EF4-FFF2-40B4-BE49-F238E27FC236}">
                    <a16:creationId xmlns:a16="http://schemas.microsoft.com/office/drawing/2014/main" id="{E0762FA5-44FA-0D47-0B91-52F88D93EEF5}"/>
                  </a:ext>
                </a:extLst>
              </p:cNvPr>
              <p:cNvSpPr/>
              <p:nvPr/>
            </p:nvSpPr>
            <p:spPr>
              <a:xfrm>
                <a:off x="4996859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g1930">
                <a:extLst>
                  <a:ext uri="{FF2B5EF4-FFF2-40B4-BE49-F238E27FC236}">
                    <a16:creationId xmlns:a16="http://schemas.microsoft.com/office/drawing/2014/main" id="{D3EE639D-BFB3-B60E-0E9E-6EE75CB022D2}"/>
                  </a:ext>
                </a:extLst>
              </p:cNvPr>
              <p:cNvSpPr/>
              <p:nvPr/>
            </p:nvSpPr>
            <p:spPr>
              <a:xfrm>
                <a:off x="5008496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g1931">
                <a:extLst>
                  <a:ext uri="{FF2B5EF4-FFF2-40B4-BE49-F238E27FC236}">
                    <a16:creationId xmlns:a16="http://schemas.microsoft.com/office/drawing/2014/main" id="{D621FEB9-5197-CEE7-4C06-E0C9B1B2C77F}"/>
                  </a:ext>
                </a:extLst>
              </p:cNvPr>
              <p:cNvSpPr/>
              <p:nvPr/>
            </p:nvSpPr>
            <p:spPr>
              <a:xfrm>
                <a:off x="5020133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g1932">
                <a:extLst>
                  <a:ext uri="{FF2B5EF4-FFF2-40B4-BE49-F238E27FC236}">
                    <a16:creationId xmlns:a16="http://schemas.microsoft.com/office/drawing/2014/main" id="{AF1A2A45-809B-005E-5436-78F08B5526A3}"/>
                  </a:ext>
                </a:extLst>
              </p:cNvPr>
              <p:cNvSpPr/>
              <p:nvPr/>
            </p:nvSpPr>
            <p:spPr>
              <a:xfrm>
                <a:off x="5031771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g1933">
                <a:extLst>
                  <a:ext uri="{FF2B5EF4-FFF2-40B4-BE49-F238E27FC236}">
                    <a16:creationId xmlns:a16="http://schemas.microsoft.com/office/drawing/2014/main" id="{648D79F7-9198-641F-2F67-1312F1A7C492}"/>
                  </a:ext>
                </a:extLst>
              </p:cNvPr>
              <p:cNvSpPr/>
              <p:nvPr/>
            </p:nvSpPr>
            <p:spPr>
              <a:xfrm>
                <a:off x="5043408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g1934">
                <a:extLst>
                  <a:ext uri="{FF2B5EF4-FFF2-40B4-BE49-F238E27FC236}">
                    <a16:creationId xmlns:a16="http://schemas.microsoft.com/office/drawing/2014/main" id="{66A8ACC8-6FF2-F7EF-6ED8-A8985C8C4FF8}"/>
                  </a:ext>
                </a:extLst>
              </p:cNvPr>
              <p:cNvSpPr/>
              <p:nvPr/>
            </p:nvSpPr>
            <p:spPr>
              <a:xfrm>
                <a:off x="5055045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g1935">
                <a:extLst>
                  <a:ext uri="{FF2B5EF4-FFF2-40B4-BE49-F238E27FC236}">
                    <a16:creationId xmlns:a16="http://schemas.microsoft.com/office/drawing/2014/main" id="{FB0189FD-632E-063C-4B88-1E5217D602AC}"/>
                  </a:ext>
                </a:extLst>
              </p:cNvPr>
              <p:cNvSpPr/>
              <p:nvPr/>
            </p:nvSpPr>
            <p:spPr>
              <a:xfrm>
                <a:off x="5066683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g1936">
                <a:extLst>
                  <a:ext uri="{FF2B5EF4-FFF2-40B4-BE49-F238E27FC236}">
                    <a16:creationId xmlns:a16="http://schemas.microsoft.com/office/drawing/2014/main" id="{15FC3089-5A54-0A5C-885C-BB9F25F66C8F}"/>
                  </a:ext>
                </a:extLst>
              </p:cNvPr>
              <p:cNvSpPr/>
              <p:nvPr/>
            </p:nvSpPr>
            <p:spPr>
              <a:xfrm>
                <a:off x="5078320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g1937">
                <a:extLst>
                  <a:ext uri="{FF2B5EF4-FFF2-40B4-BE49-F238E27FC236}">
                    <a16:creationId xmlns:a16="http://schemas.microsoft.com/office/drawing/2014/main" id="{E795A0A1-40B9-9594-AC85-E4780E93FE03}"/>
                  </a:ext>
                </a:extLst>
              </p:cNvPr>
              <p:cNvSpPr/>
              <p:nvPr/>
            </p:nvSpPr>
            <p:spPr>
              <a:xfrm>
                <a:off x="5089957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g1938">
                <a:extLst>
                  <a:ext uri="{FF2B5EF4-FFF2-40B4-BE49-F238E27FC236}">
                    <a16:creationId xmlns:a16="http://schemas.microsoft.com/office/drawing/2014/main" id="{EB2A1867-0622-4863-0922-0EB50ADF8373}"/>
                  </a:ext>
                </a:extLst>
              </p:cNvPr>
              <p:cNvSpPr/>
              <p:nvPr/>
            </p:nvSpPr>
            <p:spPr>
              <a:xfrm>
                <a:off x="5101595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g1939">
                <a:extLst>
                  <a:ext uri="{FF2B5EF4-FFF2-40B4-BE49-F238E27FC236}">
                    <a16:creationId xmlns:a16="http://schemas.microsoft.com/office/drawing/2014/main" id="{C8EAF45C-D5EB-F1B8-2006-112A4421A830}"/>
                  </a:ext>
                </a:extLst>
              </p:cNvPr>
              <p:cNvSpPr/>
              <p:nvPr/>
            </p:nvSpPr>
            <p:spPr>
              <a:xfrm>
                <a:off x="5113232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g1940">
                <a:extLst>
                  <a:ext uri="{FF2B5EF4-FFF2-40B4-BE49-F238E27FC236}">
                    <a16:creationId xmlns:a16="http://schemas.microsoft.com/office/drawing/2014/main" id="{897A3C13-1861-2937-755E-04AE5A90CBE3}"/>
                  </a:ext>
                </a:extLst>
              </p:cNvPr>
              <p:cNvSpPr/>
              <p:nvPr/>
            </p:nvSpPr>
            <p:spPr>
              <a:xfrm>
                <a:off x="4961947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g1941">
                <a:extLst>
                  <a:ext uri="{FF2B5EF4-FFF2-40B4-BE49-F238E27FC236}">
                    <a16:creationId xmlns:a16="http://schemas.microsoft.com/office/drawing/2014/main" id="{9703596C-2A72-A0C9-076D-1D96B2F5FC65}"/>
                  </a:ext>
                </a:extLst>
              </p:cNvPr>
              <p:cNvSpPr/>
              <p:nvPr/>
            </p:nvSpPr>
            <p:spPr>
              <a:xfrm>
                <a:off x="4973584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g1942">
                <a:extLst>
                  <a:ext uri="{FF2B5EF4-FFF2-40B4-BE49-F238E27FC236}">
                    <a16:creationId xmlns:a16="http://schemas.microsoft.com/office/drawing/2014/main" id="{590B65FA-D97F-BE9C-C463-971E8764F873}"/>
                  </a:ext>
                </a:extLst>
              </p:cNvPr>
              <p:cNvSpPr/>
              <p:nvPr/>
            </p:nvSpPr>
            <p:spPr>
              <a:xfrm>
                <a:off x="4985221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g1943">
                <a:extLst>
                  <a:ext uri="{FF2B5EF4-FFF2-40B4-BE49-F238E27FC236}">
                    <a16:creationId xmlns:a16="http://schemas.microsoft.com/office/drawing/2014/main" id="{4BD1F07B-7A18-E2BB-A500-D6100213FE47}"/>
                  </a:ext>
                </a:extLst>
              </p:cNvPr>
              <p:cNvSpPr/>
              <p:nvPr/>
            </p:nvSpPr>
            <p:spPr>
              <a:xfrm>
                <a:off x="4996859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g1944">
                <a:extLst>
                  <a:ext uri="{FF2B5EF4-FFF2-40B4-BE49-F238E27FC236}">
                    <a16:creationId xmlns:a16="http://schemas.microsoft.com/office/drawing/2014/main" id="{707B88D5-46B8-5B95-6707-1D52A11A573B}"/>
                  </a:ext>
                </a:extLst>
              </p:cNvPr>
              <p:cNvSpPr/>
              <p:nvPr/>
            </p:nvSpPr>
            <p:spPr>
              <a:xfrm>
                <a:off x="5008496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g1945">
                <a:extLst>
                  <a:ext uri="{FF2B5EF4-FFF2-40B4-BE49-F238E27FC236}">
                    <a16:creationId xmlns:a16="http://schemas.microsoft.com/office/drawing/2014/main" id="{BB5031C8-B4B8-1F35-F430-CB36AAC3A382}"/>
                  </a:ext>
                </a:extLst>
              </p:cNvPr>
              <p:cNvSpPr/>
              <p:nvPr/>
            </p:nvSpPr>
            <p:spPr>
              <a:xfrm>
                <a:off x="5020133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g1946">
                <a:extLst>
                  <a:ext uri="{FF2B5EF4-FFF2-40B4-BE49-F238E27FC236}">
                    <a16:creationId xmlns:a16="http://schemas.microsoft.com/office/drawing/2014/main" id="{641ED25D-95EE-5FA4-2690-34819DBDEE24}"/>
                  </a:ext>
                </a:extLst>
              </p:cNvPr>
              <p:cNvSpPr/>
              <p:nvPr/>
            </p:nvSpPr>
            <p:spPr>
              <a:xfrm>
                <a:off x="5031771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g1947">
                <a:extLst>
                  <a:ext uri="{FF2B5EF4-FFF2-40B4-BE49-F238E27FC236}">
                    <a16:creationId xmlns:a16="http://schemas.microsoft.com/office/drawing/2014/main" id="{4EA8D007-6EF0-EFA6-F02B-5FDF0C9254C4}"/>
                  </a:ext>
                </a:extLst>
              </p:cNvPr>
              <p:cNvSpPr/>
              <p:nvPr/>
            </p:nvSpPr>
            <p:spPr>
              <a:xfrm>
                <a:off x="5043408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g1948">
                <a:extLst>
                  <a:ext uri="{FF2B5EF4-FFF2-40B4-BE49-F238E27FC236}">
                    <a16:creationId xmlns:a16="http://schemas.microsoft.com/office/drawing/2014/main" id="{0B340FFF-DCE8-7309-4087-9ADA5E1CBB80}"/>
                  </a:ext>
                </a:extLst>
              </p:cNvPr>
              <p:cNvSpPr/>
              <p:nvPr/>
            </p:nvSpPr>
            <p:spPr>
              <a:xfrm>
                <a:off x="5055045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g1949">
                <a:extLst>
                  <a:ext uri="{FF2B5EF4-FFF2-40B4-BE49-F238E27FC236}">
                    <a16:creationId xmlns:a16="http://schemas.microsoft.com/office/drawing/2014/main" id="{8217CE54-B718-1771-CBA5-79C111823847}"/>
                  </a:ext>
                </a:extLst>
              </p:cNvPr>
              <p:cNvSpPr/>
              <p:nvPr/>
            </p:nvSpPr>
            <p:spPr>
              <a:xfrm>
                <a:off x="5066683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g1950">
                <a:extLst>
                  <a:ext uri="{FF2B5EF4-FFF2-40B4-BE49-F238E27FC236}">
                    <a16:creationId xmlns:a16="http://schemas.microsoft.com/office/drawing/2014/main" id="{1558747D-A90E-020C-924A-91F760EB074B}"/>
                  </a:ext>
                </a:extLst>
              </p:cNvPr>
              <p:cNvSpPr/>
              <p:nvPr/>
            </p:nvSpPr>
            <p:spPr>
              <a:xfrm>
                <a:off x="5078320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g1951">
                <a:extLst>
                  <a:ext uri="{FF2B5EF4-FFF2-40B4-BE49-F238E27FC236}">
                    <a16:creationId xmlns:a16="http://schemas.microsoft.com/office/drawing/2014/main" id="{AE5AFFEB-1830-04C4-653F-5D66377872A8}"/>
                  </a:ext>
                </a:extLst>
              </p:cNvPr>
              <p:cNvSpPr/>
              <p:nvPr/>
            </p:nvSpPr>
            <p:spPr>
              <a:xfrm>
                <a:off x="5089957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g1952">
                <a:extLst>
                  <a:ext uri="{FF2B5EF4-FFF2-40B4-BE49-F238E27FC236}">
                    <a16:creationId xmlns:a16="http://schemas.microsoft.com/office/drawing/2014/main" id="{FC47FC16-3EBC-BBD3-E3FC-7E9B23F67AE9}"/>
                  </a:ext>
                </a:extLst>
              </p:cNvPr>
              <p:cNvSpPr/>
              <p:nvPr/>
            </p:nvSpPr>
            <p:spPr>
              <a:xfrm>
                <a:off x="5101595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g1953">
                <a:extLst>
                  <a:ext uri="{FF2B5EF4-FFF2-40B4-BE49-F238E27FC236}">
                    <a16:creationId xmlns:a16="http://schemas.microsoft.com/office/drawing/2014/main" id="{E8E27E53-250E-3C8E-114B-CB22B48EC6F7}"/>
                  </a:ext>
                </a:extLst>
              </p:cNvPr>
              <p:cNvSpPr/>
              <p:nvPr/>
            </p:nvSpPr>
            <p:spPr>
              <a:xfrm>
                <a:off x="4950309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g1954">
                <a:extLst>
                  <a:ext uri="{FF2B5EF4-FFF2-40B4-BE49-F238E27FC236}">
                    <a16:creationId xmlns:a16="http://schemas.microsoft.com/office/drawing/2014/main" id="{BF90D4D4-1647-2DDB-7153-BD331CA14CB7}"/>
                  </a:ext>
                </a:extLst>
              </p:cNvPr>
              <p:cNvSpPr/>
              <p:nvPr/>
            </p:nvSpPr>
            <p:spPr>
              <a:xfrm>
                <a:off x="4961947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g1955">
                <a:extLst>
                  <a:ext uri="{FF2B5EF4-FFF2-40B4-BE49-F238E27FC236}">
                    <a16:creationId xmlns:a16="http://schemas.microsoft.com/office/drawing/2014/main" id="{80F148E4-840F-58EE-A8AE-233367B6175F}"/>
                  </a:ext>
                </a:extLst>
              </p:cNvPr>
              <p:cNvSpPr/>
              <p:nvPr/>
            </p:nvSpPr>
            <p:spPr>
              <a:xfrm>
                <a:off x="4973584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g1956">
                <a:extLst>
                  <a:ext uri="{FF2B5EF4-FFF2-40B4-BE49-F238E27FC236}">
                    <a16:creationId xmlns:a16="http://schemas.microsoft.com/office/drawing/2014/main" id="{4C12C674-3EB0-046F-529D-192A02F3C20A}"/>
                  </a:ext>
                </a:extLst>
              </p:cNvPr>
              <p:cNvSpPr/>
              <p:nvPr/>
            </p:nvSpPr>
            <p:spPr>
              <a:xfrm>
                <a:off x="4985221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g1957">
                <a:extLst>
                  <a:ext uri="{FF2B5EF4-FFF2-40B4-BE49-F238E27FC236}">
                    <a16:creationId xmlns:a16="http://schemas.microsoft.com/office/drawing/2014/main" id="{D4B2A3BF-7792-E51B-5287-CC0610433ACF}"/>
                  </a:ext>
                </a:extLst>
              </p:cNvPr>
              <p:cNvSpPr/>
              <p:nvPr/>
            </p:nvSpPr>
            <p:spPr>
              <a:xfrm>
                <a:off x="4996859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g1958">
                <a:extLst>
                  <a:ext uri="{FF2B5EF4-FFF2-40B4-BE49-F238E27FC236}">
                    <a16:creationId xmlns:a16="http://schemas.microsoft.com/office/drawing/2014/main" id="{8633F7B4-0135-0FCB-1CCB-B93836A0E7AE}"/>
                  </a:ext>
                </a:extLst>
              </p:cNvPr>
              <p:cNvSpPr/>
              <p:nvPr/>
            </p:nvSpPr>
            <p:spPr>
              <a:xfrm>
                <a:off x="5008496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g1959">
                <a:extLst>
                  <a:ext uri="{FF2B5EF4-FFF2-40B4-BE49-F238E27FC236}">
                    <a16:creationId xmlns:a16="http://schemas.microsoft.com/office/drawing/2014/main" id="{4C9D98F1-19FA-E703-75A2-CB9BBAC8780A}"/>
                  </a:ext>
                </a:extLst>
              </p:cNvPr>
              <p:cNvSpPr/>
              <p:nvPr/>
            </p:nvSpPr>
            <p:spPr>
              <a:xfrm>
                <a:off x="5020133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g1960">
                <a:extLst>
                  <a:ext uri="{FF2B5EF4-FFF2-40B4-BE49-F238E27FC236}">
                    <a16:creationId xmlns:a16="http://schemas.microsoft.com/office/drawing/2014/main" id="{43AAA16A-697C-BDB2-F92F-0461C2E8B81C}"/>
                  </a:ext>
                </a:extLst>
              </p:cNvPr>
              <p:cNvSpPr/>
              <p:nvPr/>
            </p:nvSpPr>
            <p:spPr>
              <a:xfrm>
                <a:off x="5031771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E">
                  <a:alpha val="100000"/>
                </a:srgbClr>
              </a:solidFill>
              <a:ln w="5420" cap="flat">
                <a:solidFill>
                  <a:srgbClr val="3B54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g1961">
                <a:extLst>
                  <a:ext uri="{FF2B5EF4-FFF2-40B4-BE49-F238E27FC236}">
                    <a16:creationId xmlns:a16="http://schemas.microsoft.com/office/drawing/2014/main" id="{F1404E5E-CAE5-F666-D549-EC8165E2ACB9}"/>
                  </a:ext>
                </a:extLst>
              </p:cNvPr>
              <p:cNvSpPr/>
              <p:nvPr/>
            </p:nvSpPr>
            <p:spPr>
              <a:xfrm>
                <a:off x="5043408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g1962">
                <a:extLst>
                  <a:ext uri="{FF2B5EF4-FFF2-40B4-BE49-F238E27FC236}">
                    <a16:creationId xmlns:a16="http://schemas.microsoft.com/office/drawing/2014/main" id="{BC09EAF6-FABC-6D47-3FAD-EF00509B383F}"/>
                  </a:ext>
                </a:extLst>
              </p:cNvPr>
              <p:cNvSpPr/>
              <p:nvPr/>
            </p:nvSpPr>
            <p:spPr>
              <a:xfrm>
                <a:off x="5055045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g1963">
                <a:extLst>
                  <a:ext uri="{FF2B5EF4-FFF2-40B4-BE49-F238E27FC236}">
                    <a16:creationId xmlns:a16="http://schemas.microsoft.com/office/drawing/2014/main" id="{9D2E89A4-8CF7-E4E3-0938-F126CB657674}"/>
                  </a:ext>
                </a:extLst>
              </p:cNvPr>
              <p:cNvSpPr/>
              <p:nvPr/>
            </p:nvSpPr>
            <p:spPr>
              <a:xfrm>
                <a:off x="5066683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g1964">
                <a:extLst>
                  <a:ext uri="{FF2B5EF4-FFF2-40B4-BE49-F238E27FC236}">
                    <a16:creationId xmlns:a16="http://schemas.microsoft.com/office/drawing/2014/main" id="{B0CB3A08-D6FD-CA12-116D-3B6160F1D5B3}"/>
                  </a:ext>
                </a:extLst>
              </p:cNvPr>
              <p:cNvSpPr/>
              <p:nvPr/>
            </p:nvSpPr>
            <p:spPr>
              <a:xfrm>
                <a:off x="5078320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g1965">
                <a:extLst>
                  <a:ext uri="{FF2B5EF4-FFF2-40B4-BE49-F238E27FC236}">
                    <a16:creationId xmlns:a16="http://schemas.microsoft.com/office/drawing/2014/main" id="{52545A3B-CF9B-6105-ADE2-D8FE4D65DDF0}"/>
                  </a:ext>
                </a:extLst>
              </p:cNvPr>
              <p:cNvSpPr/>
              <p:nvPr/>
            </p:nvSpPr>
            <p:spPr>
              <a:xfrm>
                <a:off x="4927035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g1966">
                <a:extLst>
                  <a:ext uri="{FF2B5EF4-FFF2-40B4-BE49-F238E27FC236}">
                    <a16:creationId xmlns:a16="http://schemas.microsoft.com/office/drawing/2014/main" id="{DD6CC9C2-F132-1476-20D7-4A9F97C418B3}"/>
                  </a:ext>
                </a:extLst>
              </p:cNvPr>
              <p:cNvSpPr/>
              <p:nvPr/>
            </p:nvSpPr>
            <p:spPr>
              <a:xfrm>
                <a:off x="4938672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F">
                  <a:alpha val="100000"/>
                </a:srgbClr>
              </a:solidFill>
              <a:ln w="5420" cap="flat">
                <a:solidFill>
                  <a:srgbClr val="3C48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g1967">
                <a:extLst>
                  <a:ext uri="{FF2B5EF4-FFF2-40B4-BE49-F238E27FC236}">
                    <a16:creationId xmlns:a16="http://schemas.microsoft.com/office/drawing/2014/main" id="{2D4224E2-A2F7-3663-DC0D-5A4420F84724}"/>
                  </a:ext>
                </a:extLst>
              </p:cNvPr>
              <p:cNvSpPr/>
              <p:nvPr/>
            </p:nvSpPr>
            <p:spPr>
              <a:xfrm>
                <a:off x="4950309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g1968">
                <a:extLst>
                  <a:ext uri="{FF2B5EF4-FFF2-40B4-BE49-F238E27FC236}">
                    <a16:creationId xmlns:a16="http://schemas.microsoft.com/office/drawing/2014/main" id="{04643D3A-4A9E-8E4A-BEBC-25E061114460}"/>
                  </a:ext>
                </a:extLst>
              </p:cNvPr>
              <p:cNvSpPr/>
              <p:nvPr/>
            </p:nvSpPr>
            <p:spPr>
              <a:xfrm>
                <a:off x="4961947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g1969">
                <a:extLst>
                  <a:ext uri="{FF2B5EF4-FFF2-40B4-BE49-F238E27FC236}">
                    <a16:creationId xmlns:a16="http://schemas.microsoft.com/office/drawing/2014/main" id="{A60790A2-F28F-DB2E-F882-5338C647F276}"/>
                  </a:ext>
                </a:extLst>
              </p:cNvPr>
              <p:cNvSpPr/>
              <p:nvPr/>
            </p:nvSpPr>
            <p:spPr>
              <a:xfrm>
                <a:off x="4973584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g1970">
                <a:extLst>
                  <a:ext uri="{FF2B5EF4-FFF2-40B4-BE49-F238E27FC236}">
                    <a16:creationId xmlns:a16="http://schemas.microsoft.com/office/drawing/2014/main" id="{D201F607-601E-2626-3D1C-70BA2D364954}"/>
                  </a:ext>
                </a:extLst>
              </p:cNvPr>
              <p:cNvSpPr/>
              <p:nvPr/>
            </p:nvSpPr>
            <p:spPr>
              <a:xfrm>
                <a:off x="4985221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g1971">
                <a:extLst>
                  <a:ext uri="{FF2B5EF4-FFF2-40B4-BE49-F238E27FC236}">
                    <a16:creationId xmlns:a16="http://schemas.microsoft.com/office/drawing/2014/main" id="{48195C0F-26E0-F9A0-78EB-60DAAFBC7866}"/>
                  </a:ext>
                </a:extLst>
              </p:cNvPr>
              <p:cNvSpPr/>
              <p:nvPr/>
            </p:nvSpPr>
            <p:spPr>
              <a:xfrm>
                <a:off x="4996859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g1972">
                <a:extLst>
                  <a:ext uri="{FF2B5EF4-FFF2-40B4-BE49-F238E27FC236}">
                    <a16:creationId xmlns:a16="http://schemas.microsoft.com/office/drawing/2014/main" id="{29A36C1B-B3B5-560E-DB9D-D01F5E242BE7}"/>
                  </a:ext>
                </a:extLst>
              </p:cNvPr>
              <p:cNvSpPr/>
              <p:nvPr/>
            </p:nvSpPr>
            <p:spPr>
              <a:xfrm>
                <a:off x="5008496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g1973">
                <a:extLst>
                  <a:ext uri="{FF2B5EF4-FFF2-40B4-BE49-F238E27FC236}">
                    <a16:creationId xmlns:a16="http://schemas.microsoft.com/office/drawing/2014/main" id="{B009C715-6A70-61FD-CF8F-D4AECDD77EAF}"/>
                  </a:ext>
                </a:extLst>
              </p:cNvPr>
              <p:cNvSpPr/>
              <p:nvPr/>
            </p:nvSpPr>
            <p:spPr>
              <a:xfrm>
                <a:off x="5020133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g1974">
                <a:extLst>
                  <a:ext uri="{FF2B5EF4-FFF2-40B4-BE49-F238E27FC236}">
                    <a16:creationId xmlns:a16="http://schemas.microsoft.com/office/drawing/2014/main" id="{A1CCA18F-DD11-DFB1-8ACD-132484F94169}"/>
                  </a:ext>
                </a:extLst>
              </p:cNvPr>
              <p:cNvSpPr/>
              <p:nvPr/>
            </p:nvSpPr>
            <p:spPr>
              <a:xfrm>
                <a:off x="4915397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g1975">
                <a:extLst>
                  <a:ext uri="{FF2B5EF4-FFF2-40B4-BE49-F238E27FC236}">
                    <a16:creationId xmlns:a16="http://schemas.microsoft.com/office/drawing/2014/main" id="{74CE71F0-D3AD-1B52-8CCD-A8069ACF4962}"/>
                  </a:ext>
                </a:extLst>
              </p:cNvPr>
              <p:cNvSpPr/>
              <p:nvPr/>
            </p:nvSpPr>
            <p:spPr>
              <a:xfrm>
                <a:off x="4927035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g1976">
                <a:extLst>
                  <a:ext uri="{FF2B5EF4-FFF2-40B4-BE49-F238E27FC236}">
                    <a16:creationId xmlns:a16="http://schemas.microsoft.com/office/drawing/2014/main" id="{B7D1FCC3-D69F-951E-E03F-B4009A6E99CF}"/>
                  </a:ext>
                </a:extLst>
              </p:cNvPr>
              <p:cNvSpPr/>
              <p:nvPr/>
            </p:nvSpPr>
            <p:spPr>
              <a:xfrm>
                <a:off x="4938672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g1977">
                <a:extLst>
                  <a:ext uri="{FF2B5EF4-FFF2-40B4-BE49-F238E27FC236}">
                    <a16:creationId xmlns:a16="http://schemas.microsoft.com/office/drawing/2014/main" id="{E4F11081-AE35-E34C-DCC1-1B3B8386D2AD}"/>
                  </a:ext>
                </a:extLst>
              </p:cNvPr>
              <p:cNvSpPr/>
              <p:nvPr/>
            </p:nvSpPr>
            <p:spPr>
              <a:xfrm>
                <a:off x="4950309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g1978">
                <a:extLst>
                  <a:ext uri="{FF2B5EF4-FFF2-40B4-BE49-F238E27FC236}">
                    <a16:creationId xmlns:a16="http://schemas.microsoft.com/office/drawing/2014/main" id="{4FDCB437-069B-47C4-BD67-67DDBD505725}"/>
                  </a:ext>
                </a:extLst>
              </p:cNvPr>
              <p:cNvSpPr/>
              <p:nvPr/>
            </p:nvSpPr>
            <p:spPr>
              <a:xfrm>
                <a:off x="4961947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g1979">
                <a:extLst>
                  <a:ext uri="{FF2B5EF4-FFF2-40B4-BE49-F238E27FC236}">
                    <a16:creationId xmlns:a16="http://schemas.microsoft.com/office/drawing/2014/main" id="{7BDA3FF0-3088-0682-6C16-A18BB753A5B7}"/>
                  </a:ext>
                </a:extLst>
              </p:cNvPr>
              <p:cNvSpPr/>
              <p:nvPr/>
            </p:nvSpPr>
            <p:spPr>
              <a:xfrm>
                <a:off x="4973584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g1980">
                <a:extLst>
                  <a:ext uri="{FF2B5EF4-FFF2-40B4-BE49-F238E27FC236}">
                    <a16:creationId xmlns:a16="http://schemas.microsoft.com/office/drawing/2014/main" id="{CFD3E716-8456-4F42-E4DD-17EF4701471C}"/>
                  </a:ext>
                </a:extLst>
              </p:cNvPr>
              <p:cNvSpPr/>
              <p:nvPr/>
            </p:nvSpPr>
            <p:spPr>
              <a:xfrm>
                <a:off x="4985221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g1981">
                <a:extLst>
                  <a:ext uri="{FF2B5EF4-FFF2-40B4-BE49-F238E27FC236}">
                    <a16:creationId xmlns:a16="http://schemas.microsoft.com/office/drawing/2014/main" id="{9B0BED34-2B46-3C59-FA87-27C714998DAB}"/>
                  </a:ext>
                </a:extLst>
              </p:cNvPr>
              <p:cNvSpPr/>
              <p:nvPr/>
            </p:nvSpPr>
            <p:spPr>
              <a:xfrm>
                <a:off x="4996859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g1982">
                <a:extLst>
                  <a:ext uri="{FF2B5EF4-FFF2-40B4-BE49-F238E27FC236}">
                    <a16:creationId xmlns:a16="http://schemas.microsoft.com/office/drawing/2014/main" id="{0561920B-E1CE-9264-E3B9-1EA1623B51C0}"/>
                  </a:ext>
                </a:extLst>
              </p:cNvPr>
              <p:cNvSpPr/>
              <p:nvPr/>
            </p:nvSpPr>
            <p:spPr>
              <a:xfrm>
                <a:off x="4892123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g1983">
                <a:extLst>
                  <a:ext uri="{FF2B5EF4-FFF2-40B4-BE49-F238E27FC236}">
                    <a16:creationId xmlns:a16="http://schemas.microsoft.com/office/drawing/2014/main" id="{B9C04CF3-12E3-FB0F-0C95-AAE60C91B50E}"/>
                  </a:ext>
                </a:extLst>
              </p:cNvPr>
              <p:cNvSpPr/>
              <p:nvPr/>
            </p:nvSpPr>
            <p:spPr>
              <a:xfrm>
                <a:off x="4903760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g1984">
                <a:extLst>
                  <a:ext uri="{FF2B5EF4-FFF2-40B4-BE49-F238E27FC236}">
                    <a16:creationId xmlns:a16="http://schemas.microsoft.com/office/drawing/2014/main" id="{6BEB5067-1266-719E-A625-201F44FEEE50}"/>
                  </a:ext>
                </a:extLst>
              </p:cNvPr>
              <p:cNvSpPr/>
              <p:nvPr/>
            </p:nvSpPr>
            <p:spPr>
              <a:xfrm>
                <a:off x="4915397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g1985">
                <a:extLst>
                  <a:ext uri="{FF2B5EF4-FFF2-40B4-BE49-F238E27FC236}">
                    <a16:creationId xmlns:a16="http://schemas.microsoft.com/office/drawing/2014/main" id="{20EAD296-D5A7-BBA7-D996-9ECEF6EFB34F}"/>
                  </a:ext>
                </a:extLst>
              </p:cNvPr>
              <p:cNvSpPr/>
              <p:nvPr/>
            </p:nvSpPr>
            <p:spPr>
              <a:xfrm>
                <a:off x="4927035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g1986">
                <a:extLst>
                  <a:ext uri="{FF2B5EF4-FFF2-40B4-BE49-F238E27FC236}">
                    <a16:creationId xmlns:a16="http://schemas.microsoft.com/office/drawing/2014/main" id="{82640F5B-AC72-A5F0-37E9-C5DDF0D52712}"/>
                  </a:ext>
                </a:extLst>
              </p:cNvPr>
              <p:cNvSpPr/>
              <p:nvPr/>
            </p:nvSpPr>
            <p:spPr>
              <a:xfrm>
                <a:off x="4938672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g1987">
                <a:extLst>
                  <a:ext uri="{FF2B5EF4-FFF2-40B4-BE49-F238E27FC236}">
                    <a16:creationId xmlns:a16="http://schemas.microsoft.com/office/drawing/2014/main" id="{07EC5272-24FA-9AAF-A1DE-6C1677F546D7}"/>
                  </a:ext>
                </a:extLst>
              </p:cNvPr>
              <p:cNvSpPr/>
              <p:nvPr/>
            </p:nvSpPr>
            <p:spPr>
              <a:xfrm>
                <a:off x="4950309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g1988">
                <a:extLst>
                  <a:ext uri="{FF2B5EF4-FFF2-40B4-BE49-F238E27FC236}">
                    <a16:creationId xmlns:a16="http://schemas.microsoft.com/office/drawing/2014/main" id="{A4962A47-DC69-2B7E-A321-799C915E5D41}"/>
                  </a:ext>
                </a:extLst>
              </p:cNvPr>
              <p:cNvSpPr/>
              <p:nvPr/>
            </p:nvSpPr>
            <p:spPr>
              <a:xfrm>
                <a:off x="4961947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g1989">
                <a:extLst>
                  <a:ext uri="{FF2B5EF4-FFF2-40B4-BE49-F238E27FC236}">
                    <a16:creationId xmlns:a16="http://schemas.microsoft.com/office/drawing/2014/main" id="{C9A594DE-7B8E-D3AD-8C87-F0D55E3E77FC}"/>
                  </a:ext>
                </a:extLst>
              </p:cNvPr>
              <p:cNvSpPr/>
              <p:nvPr/>
            </p:nvSpPr>
            <p:spPr>
              <a:xfrm>
                <a:off x="4973584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g1990">
                <a:extLst>
                  <a:ext uri="{FF2B5EF4-FFF2-40B4-BE49-F238E27FC236}">
                    <a16:creationId xmlns:a16="http://schemas.microsoft.com/office/drawing/2014/main" id="{A054E4DE-BA9E-BE1A-5E65-6920B4E4E989}"/>
                  </a:ext>
                </a:extLst>
              </p:cNvPr>
              <p:cNvSpPr/>
              <p:nvPr/>
            </p:nvSpPr>
            <p:spPr>
              <a:xfrm>
                <a:off x="4985221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g1991">
                <a:extLst>
                  <a:ext uri="{FF2B5EF4-FFF2-40B4-BE49-F238E27FC236}">
                    <a16:creationId xmlns:a16="http://schemas.microsoft.com/office/drawing/2014/main" id="{D85E3CF7-9A04-A431-239C-F15B46C5E556}"/>
                  </a:ext>
                </a:extLst>
              </p:cNvPr>
              <p:cNvSpPr/>
              <p:nvPr/>
            </p:nvSpPr>
            <p:spPr>
              <a:xfrm>
                <a:off x="4857211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g1992">
                <a:extLst>
                  <a:ext uri="{FF2B5EF4-FFF2-40B4-BE49-F238E27FC236}">
                    <a16:creationId xmlns:a16="http://schemas.microsoft.com/office/drawing/2014/main" id="{5C35C08D-2DB3-5D5C-56A7-DC4C0C7D626F}"/>
                  </a:ext>
                </a:extLst>
              </p:cNvPr>
              <p:cNvSpPr/>
              <p:nvPr/>
            </p:nvSpPr>
            <p:spPr>
              <a:xfrm>
                <a:off x="4868848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E">
                  <a:alpha val="100000"/>
                </a:srgbClr>
              </a:solidFill>
              <a:ln w="5420" cap="flat">
                <a:solidFill>
                  <a:srgbClr val="3B54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g1993">
                <a:extLst>
                  <a:ext uri="{FF2B5EF4-FFF2-40B4-BE49-F238E27FC236}">
                    <a16:creationId xmlns:a16="http://schemas.microsoft.com/office/drawing/2014/main" id="{7FA2A385-9BCF-34EF-715F-50C5B4004674}"/>
                  </a:ext>
                </a:extLst>
              </p:cNvPr>
              <p:cNvSpPr/>
              <p:nvPr/>
            </p:nvSpPr>
            <p:spPr>
              <a:xfrm>
                <a:off x="4880485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g1994">
                <a:extLst>
                  <a:ext uri="{FF2B5EF4-FFF2-40B4-BE49-F238E27FC236}">
                    <a16:creationId xmlns:a16="http://schemas.microsoft.com/office/drawing/2014/main" id="{20EE9CE6-6FFF-CF11-91DF-FBF3C59A8CE3}"/>
                  </a:ext>
                </a:extLst>
              </p:cNvPr>
              <p:cNvSpPr/>
              <p:nvPr/>
            </p:nvSpPr>
            <p:spPr>
              <a:xfrm>
                <a:off x="4892123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g1995">
                <a:extLst>
                  <a:ext uri="{FF2B5EF4-FFF2-40B4-BE49-F238E27FC236}">
                    <a16:creationId xmlns:a16="http://schemas.microsoft.com/office/drawing/2014/main" id="{1279BA04-7A5A-0706-E377-872EE74AFF23}"/>
                  </a:ext>
                </a:extLst>
              </p:cNvPr>
              <p:cNvSpPr/>
              <p:nvPr/>
            </p:nvSpPr>
            <p:spPr>
              <a:xfrm>
                <a:off x="4903760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g1996">
                <a:extLst>
                  <a:ext uri="{FF2B5EF4-FFF2-40B4-BE49-F238E27FC236}">
                    <a16:creationId xmlns:a16="http://schemas.microsoft.com/office/drawing/2014/main" id="{3C92C38F-E359-4A63-5E22-788AEC15A1B9}"/>
                  </a:ext>
                </a:extLst>
              </p:cNvPr>
              <p:cNvSpPr/>
              <p:nvPr/>
            </p:nvSpPr>
            <p:spPr>
              <a:xfrm>
                <a:off x="4915397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g1997">
                <a:extLst>
                  <a:ext uri="{FF2B5EF4-FFF2-40B4-BE49-F238E27FC236}">
                    <a16:creationId xmlns:a16="http://schemas.microsoft.com/office/drawing/2014/main" id="{88A3CE81-71E2-2952-D0E2-2418A54C0908}"/>
                  </a:ext>
                </a:extLst>
              </p:cNvPr>
              <p:cNvSpPr/>
              <p:nvPr/>
            </p:nvSpPr>
            <p:spPr>
              <a:xfrm>
                <a:off x="4927035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g1998">
                <a:extLst>
                  <a:ext uri="{FF2B5EF4-FFF2-40B4-BE49-F238E27FC236}">
                    <a16:creationId xmlns:a16="http://schemas.microsoft.com/office/drawing/2014/main" id="{AEA4D3D3-2F0A-57AA-C1D7-A6A7DEAF2EDB}"/>
                  </a:ext>
                </a:extLst>
              </p:cNvPr>
              <p:cNvSpPr/>
              <p:nvPr/>
            </p:nvSpPr>
            <p:spPr>
              <a:xfrm>
                <a:off x="4938672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D">
                  <a:alpha val="100000"/>
                </a:srgbClr>
              </a:solidFill>
              <a:ln w="5420" cap="flat">
                <a:solidFill>
                  <a:srgbClr val="3C48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g1999">
                <a:extLst>
                  <a:ext uri="{FF2B5EF4-FFF2-40B4-BE49-F238E27FC236}">
                    <a16:creationId xmlns:a16="http://schemas.microsoft.com/office/drawing/2014/main" id="{BB219BBC-EC3A-C22E-40BB-4842B596F3B8}"/>
                  </a:ext>
                </a:extLst>
              </p:cNvPr>
              <p:cNvSpPr/>
              <p:nvPr/>
            </p:nvSpPr>
            <p:spPr>
              <a:xfrm>
                <a:off x="4950309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g2000">
                <a:extLst>
                  <a:ext uri="{FF2B5EF4-FFF2-40B4-BE49-F238E27FC236}">
                    <a16:creationId xmlns:a16="http://schemas.microsoft.com/office/drawing/2014/main" id="{5AA4DFEF-EB81-B711-0E5B-728681C3AA98}"/>
                  </a:ext>
                </a:extLst>
              </p:cNvPr>
              <p:cNvSpPr/>
              <p:nvPr/>
            </p:nvSpPr>
            <p:spPr>
              <a:xfrm>
                <a:off x="4961947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g2001">
                <a:extLst>
                  <a:ext uri="{FF2B5EF4-FFF2-40B4-BE49-F238E27FC236}">
                    <a16:creationId xmlns:a16="http://schemas.microsoft.com/office/drawing/2014/main" id="{F852425E-BDC2-D35D-835A-13CA4C8ECBE8}"/>
                  </a:ext>
                </a:extLst>
              </p:cNvPr>
              <p:cNvSpPr/>
              <p:nvPr/>
            </p:nvSpPr>
            <p:spPr>
              <a:xfrm>
                <a:off x="4973584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g2002">
                <a:extLst>
                  <a:ext uri="{FF2B5EF4-FFF2-40B4-BE49-F238E27FC236}">
                    <a16:creationId xmlns:a16="http://schemas.microsoft.com/office/drawing/2014/main" id="{BA2C864B-F210-DC20-AA9F-F2F5CCD24CE0}"/>
                  </a:ext>
                </a:extLst>
              </p:cNvPr>
              <p:cNvSpPr/>
              <p:nvPr/>
            </p:nvSpPr>
            <p:spPr>
              <a:xfrm>
                <a:off x="4833936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g2003">
                <a:extLst>
                  <a:ext uri="{FF2B5EF4-FFF2-40B4-BE49-F238E27FC236}">
                    <a16:creationId xmlns:a16="http://schemas.microsoft.com/office/drawing/2014/main" id="{25BAED3F-DFE3-CF6B-5258-00B994669CCC}"/>
                  </a:ext>
                </a:extLst>
              </p:cNvPr>
              <p:cNvSpPr/>
              <p:nvPr/>
            </p:nvSpPr>
            <p:spPr>
              <a:xfrm>
                <a:off x="4845573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g2004">
                <a:extLst>
                  <a:ext uri="{FF2B5EF4-FFF2-40B4-BE49-F238E27FC236}">
                    <a16:creationId xmlns:a16="http://schemas.microsoft.com/office/drawing/2014/main" id="{59530C02-7B9C-457C-91DD-89877560EDEF}"/>
                  </a:ext>
                </a:extLst>
              </p:cNvPr>
              <p:cNvSpPr/>
              <p:nvPr/>
            </p:nvSpPr>
            <p:spPr>
              <a:xfrm>
                <a:off x="4857211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g2005">
                <a:extLst>
                  <a:ext uri="{FF2B5EF4-FFF2-40B4-BE49-F238E27FC236}">
                    <a16:creationId xmlns:a16="http://schemas.microsoft.com/office/drawing/2014/main" id="{56843240-D0F9-0870-1E15-8203BF3EBC7E}"/>
                  </a:ext>
                </a:extLst>
              </p:cNvPr>
              <p:cNvSpPr/>
              <p:nvPr/>
            </p:nvSpPr>
            <p:spPr>
              <a:xfrm>
                <a:off x="4868848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g2006">
                <a:extLst>
                  <a:ext uri="{FF2B5EF4-FFF2-40B4-BE49-F238E27FC236}">
                    <a16:creationId xmlns:a16="http://schemas.microsoft.com/office/drawing/2014/main" id="{353D5075-0718-FB80-787B-0C5662C22A06}"/>
                  </a:ext>
                </a:extLst>
              </p:cNvPr>
              <p:cNvSpPr/>
              <p:nvPr/>
            </p:nvSpPr>
            <p:spPr>
              <a:xfrm>
                <a:off x="4880485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g2007">
                <a:extLst>
                  <a:ext uri="{FF2B5EF4-FFF2-40B4-BE49-F238E27FC236}">
                    <a16:creationId xmlns:a16="http://schemas.microsoft.com/office/drawing/2014/main" id="{8AC57C09-D9D3-5B65-ACAB-EC279A93EECF}"/>
                  </a:ext>
                </a:extLst>
              </p:cNvPr>
              <p:cNvSpPr/>
              <p:nvPr/>
            </p:nvSpPr>
            <p:spPr>
              <a:xfrm>
                <a:off x="4892123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g2008">
                <a:extLst>
                  <a:ext uri="{FF2B5EF4-FFF2-40B4-BE49-F238E27FC236}">
                    <a16:creationId xmlns:a16="http://schemas.microsoft.com/office/drawing/2014/main" id="{3114A97D-65F2-72EB-5508-99B6DA356FDC}"/>
                  </a:ext>
                </a:extLst>
              </p:cNvPr>
              <p:cNvSpPr/>
              <p:nvPr/>
            </p:nvSpPr>
            <p:spPr>
              <a:xfrm>
                <a:off x="4903760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g2009">
                <a:extLst>
                  <a:ext uri="{FF2B5EF4-FFF2-40B4-BE49-F238E27FC236}">
                    <a16:creationId xmlns:a16="http://schemas.microsoft.com/office/drawing/2014/main" id="{CF752654-37D0-8973-E622-77C7B75A6CA9}"/>
                  </a:ext>
                </a:extLst>
              </p:cNvPr>
              <p:cNvSpPr/>
              <p:nvPr/>
            </p:nvSpPr>
            <p:spPr>
              <a:xfrm>
                <a:off x="4915397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g2010">
                <a:extLst>
                  <a:ext uri="{FF2B5EF4-FFF2-40B4-BE49-F238E27FC236}">
                    <a16:creationId xmlns:a16="http://schemas.microsoft.com/office/drawing/2014/main" id="{B5DCCA9C-AF7E-F90C-E982-514F0A5273B3}"/>
                  </a:ext>
                </a:extLst>
              </p:cNvPr>
              <p:cNvSpPr/>
              <p:nvPr/>
            </p:nvSpPr>
            <p:spPr>
              <a:xfrm>
                <a:off x="4927035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g2011">
                <a:extLst>
                  <a:ext uri="{FF2B5EF4-FFF2-40B4-BE49-F238E27FC236}">
                    <a16:creationId xmlns:a16="http://schemas.microsoft.com/office/drawing/2014/main" id="{7FBAA122-E72A-9E2E-4156-A9BFCE3B09C2}"/>
                  </a:ext>
                </a:extLst>
              </p:cNvPr>
              <p:cNvSpPr/>
              <p:nvPr/>
            </p:nvSpPr>
            <p:spPr>
              <a:xfrm>
                <a:off x="4938672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g2012">
                <a:extLst>
                  <a:ext uri="{FF2B5EF4-FFF2-40B4-BE49-F238E27FC236}">
                    <a16:creationId xmlns:a16="http://schemas.microsoft.com/office/drawing/2014/main" id="{29FD80DF-9AE4-9F8A-027D-0D4435EC51C3}"/>
                  </a:ext>
                </a:extLst>
              </p:cNvPr>
              <p:cNvSpPr/>
              <p:nvPr/>
            </p:nvSpPr>
            <p:spPr>
              <a:xfrm>
                <a:off x="4950309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g2013">
                <a:extLst>
                  <a:ext uri="{FF2B5EF4-FFF2-40B4-BE49-F238E27FC236}">
                    <a16:creationId xmlns:a16="http://schemas.microsoft.com/office/drawing/2014/main" id="{4E91AD9C-1F2A-3D09-B6FD-1BD7EEAD5B4E}"/>
                  </a:ext>
                </a:extLst>
              </p:cNvPr>
              <p:cNvSpPr/>
              <p:nvPr/>
            </p:nvSpPr>
            <p:spPr>
              <a:xfrm>
                <a:off x="4961947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g2014">
                <a:extLst>
                  <a:ext uri="{FF2B5EF4-FFF2-40B4-BE49-F238E27FC236}">
                    <a16:creationId xmlns:a16="http://schemas.microsoft.com/office/drawing/2014/main" id="{8AE88FE8-593E-E843-8DC8-97EDAD4853B8}"/>
                  </a:ext>
                </a:extLst>
              </p:cNvPr>
              <p:cNvSpPr/>
              <p:nvPr/>
            </p:nvSpPr>
            <p:spPr>
              <a:xfrm>
                <a:off x="4822299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g2015">
                <a:extLst>
                  <a:ext uri="{FF2B5EF4-FFF2-40B4-BE49-F238E27FC236}">
                    <a16:creationId xmlns:a16="http://schemas.microsoft.com/office/drawing/2014/main" id="{C7B1AC03-023B-258C-BD36-39E7BAA0EA63}"/>
                  </a:ext>
                </a:extLst>
              </p:cNvPr>
              <p:cNvSpPr/>
              <p:nvPr/>
            </p:nvSpPr>
            <p:spPr>
              <a:xfrm>
                <a:off x="4833936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g2016">
                <a:extLst>
                  <a:ext uri="{FF2B5EF4-FFF2-40B4-BE49-F238E27FC236}">
                    <a16:creationId xmlns:a16="http://schemas.microsoft.com/office/drawing/2014/main" id="{705B1697-61FC-B34F-2E8A-BFD1AC172E21}"/>
                  </a:ext>
                </a:extLst>
              </p:cNvPr>
              <p:cNvSpPr/>
              <p:nvPr/>
            </p:nvSpPr>
            <p:spPr>
              <a:xfrm>
                <a:off x="4845573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g2017">
                <a:extLst>
                  <a:ext uri="{FF2B5EF4-FFF2-40B4-BE49-F238E27FC236}">
                    <a16:creationId xmlns:a16="http://schemas.microsoft.com/office/drawing/2014/main" id="{7E3AFA66-B835-82C0-C4B3-407861A85D8B}"/>
                  </a:ext>
                </a:extLst>
              </p:cNvPr>
              <p:cNvSpPr/>
              <p:nvPr/>
            </p:nvSpPr>
            <p:spPr>
              <a:xfrm>
                <a:off x="4857211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g2018">
                <a:extLst>
                  <a:ext uri="{FF2B5EF4-FFF2-40B4-BE49-F238E27FC236}">
                    <a16:creationId xmlns:a16="http://schemas.microsoft.com/office/drawing/2014/main" id="{5241E4B9-8EEE-C661-43FE-A483AAD303B9}"/>
                  </a:ext>
                </a:extLst>
              </p:cNvPr>
              <p:cNvSpPr/>
              <p:nvPr/>
            </p:nvSpPr>
            <p:spPr>
              <a:xfrm>
                <a:off x="4868848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g2019">
                <a:extLst>
                  <a:ext uri="{FF2B5EF4-FFF2-40B4-BE49-F238E27FC236}">
                    <a16:creationId xmlns:a16="http://schemas.microsoft.com/office/drawing/2014/main" id="{0305A148-89A3-F060-18D1-8D93D7E1A4BE}"/>
                  </a:ext>
                </a:extLst>
              </p:cNvPr>
              <p:cNvSpPr/>
              <p:nvPr/>
            </p:nvSpPr>
            <p:spPr>
              <a:xfrm>
                <a:off x="4880485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g2020">
                <a:extLst>
                  <a:ext uri="{FF2B5EF4-FFF2-40B4-BE49-F238E27FC236}">
                    <a16:creationId xmlns:a16="http://schemas.microsoft.com/office/drawing/2014/main" id="{67B61695-378E-47AA-275F-DEB6E8A8B925}"/>
                  </a:ext>
                </a:extLst>
              </p:cNvPr>
              <p:cNvSpPr/>
              <p:nvPr/>
            </p:nvSpPr>
            <p:spPr>
              <a:xfrm>
                <a:off x="4892123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g2021">
                <a:extLst>
                  <a:ext uri="{FF2B5EF4-FFF2-40B4-BE49-F238E27FC236}">
                    <a16:creationId xmlns:a16="http://schemas.microsoft.com/office/drawing/2014/main" id="{4C4D56DB-8D9D-F960-A428-C6072D28A46A}"/>
                  </a:ext>
                </a:extLst>
              </p:cNvPr>
              <p:cNvSpPr/>
              <p:nvPr/>
            </p:nvSpPr>
            <p:spPr>
              <a:xfrm>
                <a:off x="4903760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g2022">
                <a:extLst>
                  <a:ext uri="{FF2B5EF4-FFF2-40B4-BE49-F238E27FC236}">
                    <a16:creationId xmlns:a16="http://schemas.microsoft.com/office/drawing/2014/main" id="{D6797445-63BF-B623-33C0-F05CE5ABA8CB}"/>
                  </a:ext>
                </a:extLst>
              </p:cNvPr>
              <p:cNvSpPr/>
              <p:nvPr/>
            </p:nvSpPr>
            <p:spPr>
              <a:xfrm>
                <a:off x="4915397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g2023">
                <a:extLst>
                  <a:ext uri="{FF2B5EF4-FFF2-40B4-BE49-F238E27FC236}">
                    <a16:creationId xmlns:a16="http://schemas.microsoft.com/office/drawing/2014/main" id="{EA43C0B6-799B-1872-FD21-07F3A8A48A9D}"/>
                  </a:ext>
                </a:extLst>
              </p:cNvPr>
              <p:cNvSpPr/>
              <p:nvPr/>
            </p:nvSpPr>
            <p:spPr>
              <a:xfrm>
                <a:off x="4927035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g2024">
                <a:extLst>
                  <a:ext uri="{FF2B5EF4-FFF2-40B4-BE49-F238E27FC236}">
                    <a16:creationId xmlns:a16="http://schemas.microsoft.com/office/drawing/2014/main" id="{7FBF3103-2D6D-5AB1-6AAD-0837B5923DBA}"/>
                  </a:ext>
                </a:extLst>
              </p:cNvPr>
              <p:cNvSpPr/>
              <p:nvPr/>
            </p:nvSpPr>
            <p:spPr>
              <a:xfrm>
                <a:off x="4938672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g2025">
                <a:extLst>
                  <a:ext uri="{FF2B5EF4-FFF2-40B4-BE49-F238E27FC236}">
                    <a16:creationId xmlns:a16="http://schemas.microsoft.com/office/drawing/2014/main" id="{36839174-AD35-CFEA-E128-CF1FE6CCE2DA}"/>
                  </a:ext>
                </a:extLst>
              </p:cNvPr>
              <p:cNvSpPr/>
              <p:nvPr/>
            </p:nvSpPr>
            <p:spPr>
              <a:xfrm>
                <a:off x="4950309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g2026">
                <a:extLst>
                  <a:ext uri="{FF2B5EF4-FFF2-40B4-BE49-F238E27FC236}">
                    <a16:creationId xmlns:a16="http://schemas.microsoft.com/office/drawing/2014/main" id="{0985531C-41EF-8BA9-900A-E5109669F7A2}"/>
                  </a:ext>
                </a:extLst>
              </p:cNvPr>
              <p:cNvSpPr/>
              <p:nvPr/>
            </p:nvSpPr>
            <p:spPr>
              <a:xfrm>
                <a:off x="4961947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g2027">
                <a:extLst>
                  <a:ext uri="{FF2B5EF4-FFF2-40B4-BE49-F238E27FC236}">
                    <a16:creationId xmlns:a16="http://schemas.microsoft.com/office/drawing/2014/main" id="{38E8C426-C441-9EA0-B2DB-BF7EF7F960AF}"/>
                  </a:ext>
                </a:extLst>
              </p:cNvPr>
              <p:cNvSpPr/>
              <p:nvPr/>
            </p:nvSpPr>
            <p:spPr>
              <a:xfrm>
                <a:off x="4810661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g2028">
                <a:extLst>
                  <a:ext uri="{FF2B5EF4-FFF2-40B4-BE49-F238E27FC236}">
                    <a16:creationId xmlns:a16="http://schemas.microsoft.com/office/drawing/2014/main" id="{2E7112F1-F7BC-6261-2989-025BC22D31B7}"/>
                  </a:ext>
                </a:extLst>
              </p:cNvPr>
              <p:cNvSpPr/>
              <p:nvPr/>
            </p:nvSpPr>
            <p:spPr>
              <a:xfrm>
                <a:off x="4822299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g2029">
                <a:extLst>
                  <a:ext uri="{FF2B5EF4-FFF2-40B4-BE49-F238E27FC236}">
                    <a16:creationId xmlns:a16="http://schemas.microsoft.com/office/drawing/2014/main" id="{8675E2E4-5F22-B232-90D0-3F4246B72471}"/>
                  </a:ext>
                </a:extLst>
              </p:cNvPr>
              <p:cNvSpPr/>
              <p:nvPr/>
            </p:nvSpPr>
            <p:spPr>
              <a:xfrm>
                <a:off x="4833936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g2030">
                <a:extLst>
                  <a:ext uri="{FF2B5EF4-FFF2-40B4-BE49-F238E27FC236}">
                    <a16:creationId xmlns:a16="http://schemas.microsoft.com/office/drawing/2014/main" id="{C7079C71-6D17-7CFD-5EA3-D65B9AEEF26E}"/>
                  </a:ext>
                </a:extLst>
              </p:cNvPr>
              <p:cNvSpPr/>
              <p:nvPr/>
            </p:nvSpPr>
            <p:spPr>
              <a:xfrm>
                <a:off x="4845573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g2031">
                <a:extLst>
                  <a:ext uri="{FF2B5EF4-FFF2-40B4-BE49-F238E27FC236}">
                    <a16:creationId xmlns:a16="http://schemas.microsoft.com/office/drawing/2014/main" id="{ACFDAA2A-FF71-8FF6-447A-9D2704C51FFC}"/>
                  </a:ext>
                </a:extLst>
              </p:cNvPr>
              <p:cNvSpPr/>
              <p:nvPr/>
            </p:nvSpPr>
            <p:spPr>
              <a:xfrm>
                <a:off x="4857211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g2032">
                <a:extLst>
                  <a:ext uri="{FF2B5EF4-FFF2-40B4-BE49-F238E27FC236}">
                    <a16:creationId xmlns:a16="http://schemas.microsoft.com/office/drawing/2014/main" id="{E9B1EB38-9A7B-BF1A-7555-7078166CA671}"/>
                  </a:ext>
                </a:extLst>
              </p:cNvPr>
              <p:cNvSpPr/>
              <p:nvPr/>
            </p:nvSpPr>
            <p:spPr>
              <a:xfrm>
                <a:off x="4868848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g2033">
                <a:extLst>
                  <a:ext uri="{FF2B5EF4-FFF2-40B4-BE49-F238E27FC236}">
                    <a16:creationId xmlns:a16="http://schemas.microsoft.com/office/drawing/2014/main" id="{ECD1157A-D3C8-F5BD-B6AB-3DD548D1DA34}"/>
                  </a:ext>
                </a:extLst>
              </p:cNvPr>
              <p:cNvSpPr/>
              <p:nvPr/>
            </p:nvSpPr>
            <p:spPr>
              <a:xfrm>
                <a:off x="4880485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g2034">
                <a:extLst>
                  <a:ext uri="{FF2B5EF4-FFF2-40B4-BE49-F238E27FC236}">
                    <a16:creationId xmlns:a16="http://schemas.microsoft.com/office/drawing/2014/main" id="{B3EE3C23-A2AB-C578-EF4D-8310811E893C}"/>
                  </a:ext>
                </a:extLst>
              </p:cNvPr>
              <p:cNvSpPr/>
              <p:nvPr/>
            </p:nvSpPr>
            <p:spPr>
              <a:xfrm>
                <a:off x="4892123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g2035">
                <a:extLst>
                  <a:ext uri="{FF2B5EF4-FFF2-40B4-BE49-F238E27FC236}">
                    <a16:creationId xmlns:a16="http://schemas.microsoft.com/office/drawing/2014/main" id="{D6B785E2-BE5E-4615-0BB1-138B067172AA}"/>
                  </a:ext>
                </a:extLst>
              </p:cNvPr>
              <p:cNvSpPr/>
              <p:nvPr/>
            </p:nvSpPr>
            <p:spPr>
              <a:xfrm>
                <a:off x="4903760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g2036">
                <a:extLst>
                  <a:ext uri="{FF2B5EF4-FFF2-40B4-BE49-F238E27FC236}">
                    <a16:creationId xmlns:a16="http://schemas.microsoft.com/office/drawing/2014/main" id="{58FA1621-3124-B618-974B-D56BF1C550B6}"/>
                  </a:ext>
                </a:extLst>
              </p:cNvPr>
              <p:cNvSpPr/>
              <p:nvPr/>
            </p:nvSpPr>
            <p:spPr>
              <a:xfrm>
                <a:off x="4915397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g2037">
                <a:extLst>
                  <a:ext uri="{FF2B5EF4-FFF2-40B4-BE49-F238E27FC236}">
                    <a16:creationId xmlns:a16="http://schemas.microsoft.com/office/drawing/2014/main" id="{DFE9CBA3-B5D4-3C05-F740-5E9E37CE64B0}"/>
                  </a:ext>
                </a:extLst>
              </p:cNvPr>
              <p:cNvSpPr/>
              <p:nvPr/>
            </p:nvSpPr>
            <p:spPr>
              <a:xfrm>
                <a:off x="4927035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g2038">
                <a:extLst>
                  <a:ext uri="{FF2B5EF4-FFF2-40B4-BE49-F238E27FC236}">
                    <a16:creationId xmlns:a16="http://schemas.microsoft.com/office/drawing/2014/main" id="{85AF159D-9017-D0D2-F091-7583A1B4E7A6}"/>
                  </a:ext>
                </a:extLst>
              </p:cNvPr>
              <p:cNvSpPr/>
              <p:nvPr/>
            </p:nvSpPr>
            <p:spPr>
              <a:xfrm>
                <a:off x="4938672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g2039">
                <a:extLst>
                  <a:ext uri="{FF2B5EF4-FFF2-40B4-BE49-F238E27FC236}">
                    <a16:creationId xmlns:a16="http://schemas.microsoft.com/office/drawing/2014/main" id="{81B6506E-247E-71E0-83FD-C99DF4B0158F}"/>
                  </a:ext>
                </a:extLst>
              </p:cNvPr>
              <p:cNvSpPr/>
              <p:nvPr/>
            </p:nvSpPr>
            <p:spPr>
              <a:xfrm>
                <a:off x="4950309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g2040">
                <a:extLst>
                  <a:ext uri="{FF2B5EF4-FFF2-40B4-BE49-F238E27FC236}">
                    <a16:creationId xmlns:a16="http://schemas.microsoft.com/office/drawing/2014/main" id="{0A3F893C-6672-15D6-BBCC-9B2031CAE4D9}"/>
                  </a:ext>
                </a:extLst>
              </p:cNvPr>
              <p:cNvSpPr/>
              <p:nvPr/>
            </p:nvSpPr>
            <p:spPr>
              <a:xfrm>
                <a:off x="4799024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g2041">
                <a:extLst>
                  <a:ext uri="{FF2B5EF4-FFF2-40B4-BE49-F238E27FC236}">
                    <a16:creationId xmlns:a16="http://schemas.microsoft.com/office/drawing/2014/main" id="{E7967DDC-028F-8D9F-B447-0600FB4D6C5C}"/>
                  </a:ext>
                </a:extLst>
              </p:cNvPr>
              <p:cNvSpPr/>
              <p:nvPr/>
            </p:nvSpPr>
            <p:spPr>
              <a:xfrm>
                <a:off x="4810661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g2042">
                <a:extLst>
                  <a:ext uri="{FF2B5EF4-FFF2-40B4-BE49-F238E27FC236}">
                    <a16:creationId xmlns:a16="http://schemas.microsoft.com/office/drawing/2014/main" id="{CFBAD098-6DBA-2CFC-EDB2-D3968F7B750E}"/>
                  </a:ext>
                </a:extLst>
              </p:cNvPr>
              <p:cNvSpPr/>
              <p:nvPr/>
            </p:nvSpPr>
            <p:spPr>
              <a:xfrm>
                <a:off x="4822299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g2043">
                <a:extLst>
                  <a:ext uri="{FF2B5EF4-FFF2-40B4-BE49-F238E27FC236}">
                    <a16:creationId xmlns:a16="http://schemas.microsoft.com/office/drawing/2014/main" id="{81F97989-E0D3-BCD1-C0B2-A647827C356B}"/>
                  </a:ext>
                </a:extLst>
              </p:cNvPr>
              <p:cNvSpPr/>
              <p:nvPr/>
            </p:nvSpPr>
            <p:spPr>
              <a:xfrm>
                <a:off x="4833936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g2044">
                <a:extLst>
                  <a:ext uri="{FF2B5EF4-FFF2-40B4-BE49-F238E27FC236}">
                    <a16:creationId xmlns:a16="http://schemas.microsoft.com/office/drawing/2014/main" id="{2C5B17D1-F21D-7539-1A62-AA9F1E03BA64}"/>
                  </a:ext>
                </a:extLst>
              </p:cNvPr>
              <p:cNvSpPr/>
              <p:nvPr/>
            </p:nvSpPr>
            <p:spPr>
              <a:xfrm>
                <a:off x="4845573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g2045">
                <a:extLst>
                  <a:ext uri="{FF2B5EF4-FFF2-40B4-BE49-F238E27FC236}">
                    <a16:creationId xmlns:a16="http://schemas.microsoft.com/office/drawing/2014/main" id="{FDFB45EF-1EB4-97B2-0F2B-6200F8D03FC4}"/>
                  </a:ext>
                </a:extLst>
              </p:cNvPr>
              <p:cNvSpPr/>
              <p:nvPr/>
            </p:nvSpPr>
            <p:spPr>
              <a:xfrm>
                <a:off x="4857211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g2046">
                <a:extLst>
                  <a:ext uri="{FF2B5EF4-FFF2-40B4-BE49-F238E27FC236}">
                    <a16:creationId xmlns:a16="http://schemas.microsoft.com/office/drawing/2014/main" id="{C2FF272C-EA81-C7D2-5B4C-FA42CF91BF1D}"/>
                  </a:ext>
                </a:extLst>
              </p:cNvPr>
              <p:cNvSpPr/>
              <p:nvPr/>
            </p:nvSpPr>
            <p:spPr>
              <a:xfrm>
                <a:off x="4868848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g2047">
                <a:extLst>
                  <a:ext uri="{FF2B5EF4-FFF2-40B4-BE49-F238E27FC236}">
                    <a16:creationId xmlns:a16="http://schemas.microsoft.com/office/drawing/2014/main" id="{03203F83-55DC-9B5B-06A6-D2E089EAA9FF}"/>
                  </a:ext>
                </a:extLst>
              </p:cNvPr>
              <p:cNvSpPr/>
              <p:nvPr/>
            </p:nvSpPr>
            <p:spPr>
              <a:xfrm>
                <a:off x="4787387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g2048">
                <a:extLst>
                  <a:ext uri="{FF2B5EF4-FFF2-40B4-BE49-F238E27FC236}">
                    <a16:creationId xmlns:a16="http://schemas.microsoft.com/office/drawing/2014/main" id="{B1C596D5-7728-8907-920E-46BFF225E2EA}"/>
                  </a:ext>
                </a:extLst>
              </p:cNvPr>
              <p:cNvSpPr/>
              <p:nvPr/>
            </p:nvSpPr>
            <p:spPr>
              <a:xfrm>
                <a:off x="4799024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g2049">
                <a:extLst>
                  <a:ext uri="{FF2B5EF4-FFF2-40B4-BE49-F238E27FC236}">
                    <a16:creationId xmlns:a16="http://schemas.microsoft.com/office/drawing/2014/main" id="{155E4CA4-4A9F-F174-3782-376D9F218EAC}"/>
                  </a:ext>
                </a:extLst>
              </p:cNvPr>
              <p:cNvSpPr/>
              <p:nvPr/>
            </p:nvSpPr>
            <p:spPr>
              <a:xfrm>
                <a:off x="4810661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g2050">
                <a:extLst>
                  <a:ext uri="{FF2B5EF4-FFF2-40B4-BE49-F238E27FC236}">
                    <a16:creationId xmlns:a16="http://schemas.microsoft.com/office/drawing/2014/main" id="{AB800E3A-3AEB-F6B1-B761-67B4E160A5C2}"/>
                  </a:ext>
                </a:extLst>
              </p:cNvPr>
              <p:cNvSpPr/>
              <p:nvPr/>
            </p:nvSpPr>
            <p:spPr>
              <a:xfrm>
                <a:off x="4822299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g2051">
                <a:extLst>
                  <a:ext uri="{FF2B5EF4-FFF2-40B4-BE49-F238E27FC236}">
                    <a16:creationId xmlns:a16="http://schemas.microsoft.com/office/drawing/2014/main" id="{C44B71AC-03A0-40D3-7445-51D43EACD250}"/>
                  </a:ext>
                </a:extLst>
              </p:cNvPr>
              <p:cNvSpPr/>
              <p:nvPr/>
            </p:nvSpPr>
            <p:spPr>
              <a:xfrm>
                <a:off x="4833936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g2052">
                <a:extLst>
                  <a:ext uri="{FF2B5EF4-FFF2-40B4-BE49-F238E27FC236}">
                    <a16:creationId xmlns:a16="http://schemas.microsoft.com/office/drawing/2014/main" id="{F48B831A-7195-C2FE-8EA8-49B88C11D275}"/>
                  </a:ext>
                </a:extLst>
              </p:cNvPr>
              <p:cNvSpPr/>
              <p:nvPr/>
            </p:nvSpPr>
            <p:spPr>
              <a:xfrm>
                <a:off x="4845573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g2053">
                <a:extLst>
                  <a:ext uri="{FF2B5EF4-FFF2-40B4-BE49-F238E27FC236}">
                    <a16:creationId xmlns:a16="http://schemas.microsoft.com/office/drawing/2014/main" id="{58283C66-9A9C-55AD-4538-158B8C5CCECB}"/>
                  </a:ext>
                </a:extLst>
              </p:cNvPr>
              <p:cNvSpPr/>
              <p:nvPr/>
            </p:nvSpPr>
            <p:spPr>
              <a:xfrm>
                <a:off x="4857211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g2054">
                <a:extLst>
                  <a:ext uri="{FF2B5EF4-FFF2-40B4-BE49-F238E27FC236}">
                    <a16:creationId xmlns:a16="http://schemas.microsoft.com/office/drawing/2014/main" id="{B149DAD9-2EFD-FE59-112D-1DA424F3EB23}"/>
                  </a:ext>
                </a:extLst>
              </p:cNvPr>
              <p:cNvSpPr/>
              <p:nvPr/>
            </p:nvSpPr>
            <p:spPr>
              <a:xfrm>
                <a:off x="4775749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g2055">
                <a:extLst>
                  <a:ext uri="{FF2B5EF4-FFF2-40B4-BE49-F238E27FC236}">
                    <a16:creationId xmlns:a16="http://schemas.microsoft.com/office/drawing/2014/main" id="{E0B470FB-218B-41CE-5620-0F885E89AD60}"/>
                  </a:ext>
                </a:extLst>
              </p:cNvPr>
              <p:cNvSpPr/>
              <p:nvPr/>
            </p:nvSpPr>
            <p:spPr>
              <a:xfrm>
                <a:off x="4787387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g2056">
                <a:extLst>
                  <a:ext uri="{FF2B5EF4-FFF2-40B4-BE49-F238E27FC236}">
                    <a16:creationId xmlns:a16="http://schemas.microsoft.com/office/drawing/2014/main" id="{52713405-08F6-C25D-E292-44753357A8BF}"/>
                  </a:ext>
                </a:extLst>
              </p:cNvPr>
              <p:cNvSpPr/>
              <p:nvPr/>
            </p:nvSpPr>
            <p:spPr>
              <a:xfrm>
                <a:off x="4799024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g2057">
                <a:extLst>
                  <a:ext uri="{FF2B5EF4-FFF2-40B4-BE49-F238E27FC236}">
                    <a16:creationId xmlns:a16="http://schemas.microsoft.com/office/drawing/2014/main" id="{C12317C8-AD07-08CA-5361-6E3A719CE6C5}"/>
                  </a:ext>
                </a:extLst>
              </p:cNvPr>
              <p:cNvSpPr/>
              <p:nvPr/>
            </p:nvSpPr>
            <p:spPr>
              <a:xfrm>
                <a:off x="4810661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g2058">
                <a:extLst>
                  <a:ext uri="{FF2B5EF4-FFF2-40B4-BE49-F238E27FC236}">
                    <a16:creationId xmlns:a16="http://schemas.microsoft.com/office/drawing/2014/main" id="{094686ED-1FFC-75AD-17BB-48DFBCCB2BC8}"/>
                  </a:ext>
                </a:extLst>
              </p:cNvPr>
              <p:cNvSpPr/>
              <p:nvPr/>
            </p:nvSpPr>
            <p:spPr>
              <a:xfrm>
                <a:off x="4822299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g2059">
                <a:extLst>
                  <a:ext uri="{FF2B5EF4-FFF2-40B4-BE49-F238E27FC236}">
                    <a16:creationId xmlns:a16="http://schemas.microsoft.com/office/drawing/2014/main" id="{714937A0-1FE5-950E-7A28-02A4DF7C87F3}"/>
                  </a:ext>
                </a:extLst>
              </p:cNvPr>
              <p:cNvSpPr/>
              <p:nvPr/>
            </p:nvSpPr>
            <p:spPr>
              <a:xfrm>
                <a:off x="4833936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g2060">
                <a:extLst>
                  <a:ext uri="{FF2B5EF4-FFF2-40B4-BE49-F238E27FC236}">
                    <a16:creationId xmlns:a16="http://schemas.microsoft.com/office/drawing/2014/main" id="{4BCEF168-A735-BE36-7CB6-42EC94AC4CD9}"/>
                  </a:ext>
                </a:extLst>
              </p:cNvPr>
              <p:cNvSpPr/>
              <p:nvPr/>
            </p:nvSpPr>
            <p:spPr>
              <a:xfrm>
                <a:off x="4845573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g2061">
                <a:extLst>
                  <a:ext uri="{FF2B5EF4-FFF2-40B4-BE49-F238E27FC236}">
                    <a16:creationId xmlns:a16="http://schemas.microsoft.com/office/drawing/2014/main" id="{45B3F01F-C73A-4E0E-9EAF-4B110B3D8EBC}"/>
                  </a:ext>
                </a:extLst>
              </p:cNvPr>
              <p:cNvSpPr/>
              <p:nvPr/>
            </p:nvSpPr>
            <p:spPr>
              <a:xfrm>
                <a:off x="4775749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g2062">
                <a:extLst>
                  <a:ext uri="{FF2B5EF4-FFF2-40B4-BE49-F238E27FC236}">
                    <a16:creationId xmlns:a16="http://schemas.microsoft.com/office/drawing/2014/main" id="{F552F4C7-DD52-5F12-2FED-493D5FBFC520}"/>
                  </a:ext>
                </a:extLst>
              </p:cNvPr>
              <p:cNvSpPr/>
              <p:nvPr/>
            </p:nvSpPr>
            <p:spPr>
              <a:xfrm>
                <a:off x="4787387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g2063">
                <a:extLst>
                  <a:ext uri="{FF2B5EF4-FFF2-40B4-BE49-F238E27FC236}">
                    <a16:creationId xmlns:a16="http://schemas.microsoft.com/office/drawing/2014/main" id="{3876A87B-D64A-DE74-1736-33A2B61AB9A8}"/>
                  </a:ext>
                </a:extLst>
              </p:cNvPr>
              <p:cNvSpPr/>
              <p:nvPr/>
            </p:nvSpPr>
            <p:spPr>
              <a:xfrm>
                <a:off x="4799024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g2064">
                <a:extLst>
                  <a:ext uri="{FF2B5EF4-FFF2-40B4-BE49-F238E27FC236}">
                    <a16:creationId xmlns:a16="http://schemas.microsoft.com/office/drawing/2014/main" id="{4C8604EA-C1A6-7ACA-2C6A-CC37464963B4}"/>
                  </a:ext>
                </a:extLst>
              </p:cNvPr>
              <p:cNvSpPr/>
              <p:nvPr/>
            </p:nvSpPr>
            <p:spPr>
              <a:xfrm>
                <a:off x="4810661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g2065">
                <a:extLst>
                  <a:ext uri="{FF2B5EF4-FFF2-40B4-BE49-F238E27FC236}">
                    <a16:creationId xmlns:a16="http://schemas.microsoft.com/office/drawing/2014/main" id="{6B44276C-825C-6682-A82A-E06C85ED1C05}"/>
                  </a:ext>
                </a:extLst>
              </p:cNvPr>
              <p:cNvSpPr/>
              <p:nvPr/>
            </p:nvSpPr>
            <p:spPr>
              <a:xfrm>
                <a:off x="4822299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g2066">
                <a:extLst>
                  <a:ext uri="{FF2B5EF4-FFF2-40B4-BE49-F238E27FC236}">
                    <a16:creationId xmlns:a16="http://schemas.microsoft.com/office/drawing/2014/main" id="{596CB056-1DE8-072F-EA7A-C10222F273CD}"/>
                  </a:ext>
                </a:extLst>
              </p:cNvPr>
              <p:cNvSpPr/>
              <p:nvPr/>
            </p:nvSpPr>
            <p:spPr>
              <a:xfrm>
                <a:off x="4833936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g2067">
                <a:extLst>
                  <a:ext uri="{FF2B5EF4-FFF2-40B4-BE49-F238E27FC236}">
                    <a16:creationId xmlns:a16="http://schemas.microsoft.com/office/drawing/2014/main" id="{B87E2DB6-FD0F-7353-B6D7-2C8C0B9DCA88}"/>
                  </a:ext>
                </a:extLst>
              </p:cNvPr>
              <p:cNvSpPr/>
              <p:nvPr/>
            </p:nvSpPr>
            <p:spPr>
              <a:xfrm>
                <a:off x="4752475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g2068">
                <a:extLst>
                  <a:ext uri="{FF2B5EF4-FFF2-40B4-BE49-F238E27FC236}">
                    <a16:creationId xmlns:a16="http://schemas.microsoft.com/office/drawing/2014/main" id="{8942BE2A-CEA4-7F82-A06B-3F6B32763301}"/>
                  </a:ext>
                </a:extLst>
              </p:cNvPr>
              <p:cNvSpPr/>
              <p:nvPr/>
            </p:nvSpPr>
            <p:spPr>
              <a:xfrm>
                <a:off x="4764112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g2069">
                <a:extLst>
                  <a:ext uri="{FF2B5EF4-FFF2-40B4-BE49-F238E27FC236}">
                    <a16:creationId xmlns:a16="http://schemas.microsoft.com/office/drawing/2014/main" id="{5801C869-A1BD-FDE9-D34E-D84EA25FDDDF}"/>
                  </a:ext>
                </a:extLst>
              </p:cNvPr>
              <p:cNvSpPr/>
              <p:nvPr/>
            </p:nvSpPr>
            <p:spPr>
              <a:xfrm>
                <a:off x="4775749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g2070">
                <a:extLst>
                  <a:ext uri="{FF2B5EF4-FFF2-40B4-BE49-F238E27FC236}">
                    <a16:creationId xmlns:a16="http://schemas.microsoft.com/office/drawing/2014/main" id="{441670CA-253C-0B58-7217-B558DE729B1B}"/>
                  </a:ext>
                </a:extLst>
              </p:cNvPr>
              <p:cNvSpPr/>
              <p:nvPr/>
            </p:nvSpPr>
            <p:spPr>
              <a:xfrm>
                <a:off x="4787387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g2071">
                <a:extLst>
                  <a:ext uri="{FF2B5EF4-FFF2-40B4-BE49-F238E27FC236}">
                    <a16:creationId xmlns:a16="http://schemas.microsoft.com/office/drawing/2014/main" id="{ABFF56FB-6C82-C117-6164-2E9E45D99C4A}"/>
                  </a:ext>
                </a:extLst>
              </p:cNvPr>
              <p:cNvSpPr/>
              <p:nvPr/>
            </p:nvSpPr>
            <p:spPr>
              <a:xfrm>
                <a:off x="4799024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g2072">
                <a:extLst>
                  <a:ext uri="{FF2B5EF4-FFF2-40B4-BE49-F238E27FC236}">
                    <a16:creationId xmlns:a16="http://schemas.microsoft.com/office/drawing/2014/main" id="{1A06A07C-AF8B-CCC4-023A-6B61A74CE217}"/>
                  </a:ext>
                </a:extLst>
              </p:cNvPr>
              <p:cNvSpPr/>
              <p:nvPr/>
            </p:nvSpPr>
            <p:spPr>
              <a:xfrm>
                <a:off x="4810661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g2073">
                <a:extLst>
                  <a:ext uri="{FF2B5EF4-FFF2-40B4-BE49-F238E27FC236}">
                    <a16:creationId xmlns:a16="http://schemas.microsoft.com/office/drawing/2014/main" id="{E43792FA-3E5E-03E7-83FE-049AA3932835}"/>
                  </a:ext>
                </a:extLst>
              </p:cNvPr>
              <p:cNvSpPr/>
              <p:nvPr/>
            </p:nvSpPr>
            <p:spPr>
              <a:xfrm>
                <a:off x="4822299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g2074">
                <a:extLst>
                  <a:ext uri="{FF2B5EF4-FFF2-40B4-BE49-F238E27FC236}">
                    <a16:creationId xmlns:a16="http://schemas.microsoft.com/office/drawing/2014/main" id="{EF5EB174-3592-6498-0739-14D648FE30EE}"/>
                  </a:ext>
                </a:extLst>
              </p:cNvPr>
              <p:cNvSpPr/>
              <p:nvPr/>
            </p:nvSpPr>
            <p:spPr>
              <a:xfrm>
                <a:off x="4740837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g2075">
                <a:extLst>
                  <a:ext uri="{FF2B5EF4-FFF2-40B4-BE49-F238E27FC236}">
                    <a16:creationId xmlns:a16="http://schemas.microsoft.com/office/drawing/2014/main" id="{DD120431-BECB-1383-0693-49700BB9C509}"/>
                  </a:ext>
                </a:extLst>
              </p:cNvPr>
              <p:cNvSpPr/>
              <p:nvPr/>
            </p:nvSpPr>
            <p:spPr>
              <a:xfrm>
                <a:off x="4752475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g2076">
                <a:extLst>
                  <a:ext uri="{FF2B5EF4-FFF2-40B4-BE49-F238E27FC236}">
                    <a16:creationId xmlns:a16="http://schemas.microsoft.com/office/drawing/2014/main" id="{0481B053-8E60-E4B0-ECE3-1304C97E3B8F}"/>
                  </a:ext>
                </a:extLst>
              </p:cNvPr>
              <p:cNvSpPr/>
              <p:nvPr/>
            </p:nvSpPr>
            <p:spPr>
              <a:xfrm>
                <a:off x="4764112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g2077">
                <a:extLst>
                  <a:ext uri="{FF2B5EF4-FFF2-40B4-BE49-F238E27FC236}">
                    <a16:creationId xmlns:a16="http://schemas.microsoft.com/office/drawing/2014/main" id="{0380C39A-0091-1078-A3DE-B7296A7DCBC4}"/>
                  </a:ext>
                </a:extLst>
              </p:cNvPr>
              <p:cNvSpPr/>
              <p:nvPr/>
            </p:nvSpPr>
            <p:spPr>
              <a:xfrm>
                <a:off x="4775749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g2078">
                <a:extLst>
                  <a:ext uri="{FF2B5EF4-FFF2-40B4-BE49-F238E27FC236}">
                    <a16:creationId xmlns:a16="http://schemas.microsoft.com/office/drawing/2014/main" id="{A1DD4081-EA63-9A5E-6034-B63272BED318}"/>
                  </a:ext>
                </a:extLst>
              </p:cNvPr>
              <p:cNvSpPr/>
              <p:nvPr/>
            </p:nvSpPr>
            <p:spPr>
              <a:xfrm>
                <a:off x="4787387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g2079">
                <a:extLst>
                  <a:ext uri="{FF2B5EF4-FFF2-40B4-BE49-F238E27FC236}">
                    <a16:creationId xmlns:a16="http://schemas.microsoft.com/office/drawing/2014/main" id="{938B605D-376D-BD22-078E-0DBBFF7CBC2D}"/>
                  </a:ext>
                </a:extLst>
              </p:cNvPr>
              <p:cNvSpPr/>
              <p:nvPr/>
            </p:nvSpPr>
            <p:spPr>
              <a:xfrm>
                <a:off x="4799024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g2080">
                <a:extLst>
                  <a:ext uri="{FF2B5EF4-FFF2-40B4-BE49-F238E27FC236}">
                    <a16:creationId xmlns:a16="http://schemas.microsoft.com/office/drawing/2014/main" id="{2AD79DCC-3F9F-E520-E677-8905BDC47A4F}"/>
                  </a:ext>
                </a:extLst>
              </p:cNvPr>
              <p:cNvSpPr/>
              <p:nvPr/>
            </p:nvSpPr>
            <p:spPr>
              <a:xfrm>
                <a:off x="4810661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g2081">
                <a:extLst>
                  <a:ext uri="{FF2B5EF4-FFF2-40B4-BE49-F238E27FC236}">
                    <a16:creationId xmlns:a16="http://schemas.microsoft.com/office/drawing/2014/main" id="{FE4C5D5B-6193-71AF-4AD0-01BEF0CFE6DC}"/>
                  </a:ext>
                </a:extLst>
              </p:cNvPr>
              <p:cNvSpPr/>
              <p:nvPr/>
            </p:nvSpPr>
            <p:spPr>
              <a:xfrm>
                <a:off x="4822299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g2082">
                <a:extLst>
                  <a:ext uri="{FF2B5EF4-FFF2-40B4-BE49-F238E27FC236}">
                    <a16:creationId xmlns:a16="http://schemas.microsoft.com/office/drawing/2014/main" id="{BA999173-06C6-FDB8-ED9D-1206CE99A200}"/>
                  </a:ext>
                </a:extLst>
              </p:cNvPr>
              <p:cNvSpPr/>
              <p:nvPr/>
            </p:nvSpPr>
            <p:spPr>
              <a:xfrm>
                <a:off x="4717563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g2083">
                <a:extLst>
                  <a:ext uri="{FF2B5EF4-FFF2-40B4-BE49-F238E27FC236}">
                    <a16:creationId xmlns:a16="http://schemas.microsoft.com/office/drawing/2014/main" id="{CCB6E470-6F2C-9B88-6F16-9764059CBE7F}"/>
                  </a:ext>
                </a:extLst>
              </p:cNvPr>
              <p:cNvSpPr/>
              <p:nvPr/>
            </p:nvSpPr>
            <p:spPr>
              <a:xfrm>
                <a:off x="4729200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g2084">
                <a:extLst>
                  <a:ext uri="{FF2B5EF4-FFF2-40B4-BE49-F238E27FC236}">
                    <a16:creationId xmlns:a16="http://schemas.microsoft.com/office/drawing/2014/main" id="{4B767BB5-203D-0789-1A81-BFBBBE606F7F}"/>
                  </a:ext>
                </a:extLst>
              </p:cNvPr>
              <p:cNvSpPr/>
              <p:nvPr/>
            </p:nvSpPr>
            <p:spPr>
              <a:xfrm>
                <a:off x="4740837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g2085">
                <a:extLst>
                  <a:ext uri="{FF2B5EF4-FFF2-40B4-BE49-F238E27FC236}">
                    <a16:creationId xmlns:a16="http://schemas.microsoft.com/office/drawing/2014/main" id="{7CCAF54C-405C-D980-470C-E9712CAEC72D}"/>
                  </a:ext>
                </a:extLst>
              </p:cNvPr>
              <p:cNvSpPr/>
              <p:nvPr/>
            </p:nvSpPr>
            <p:spPr>
              <a:xfrm>
                <a:off x="4752475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g2086">
                <a:extLst>
                  <a:ext uri="{FF2B5EF4-FFF2-40B4-BE49-F238E27FC236}">
                    <a16:creationId xmlns:a16="http://schemas.microsoft.com/office/drawing/2014/main" id="{6C8FB883-CB5E-0B66-C3C2-BC6A452C81CA}"/>
                  </a:ext>
                </a:extLst>
              </p:cNvPr>
              <p:cNvSpPr/>
              <p:nvPr/>
            </p:nvSpPr>
            <p:spPr>
              <a:xfrm>
                <a:off x="4764112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g2087">
                <a:extLst>
                  <a:ext uri="{FF2B5EF4-FFF2-40B4-BE49-F238E27FC236}">
                    <a16:creationId xmlns:a16="http://schemas.microsoft.com/office/drawing/2014/main" id="{89F9A9B0-BFC4-CDE8-FF7A-067F9348CEC7}"/>
                  </a:ext>
                </a:extLst>
              </p:cNvPr>
              <p:cNvSpPr/>
              <p:nvPr/>
            </p:nvSpPr>
            <p:spPr>
              <a:xfrm>
                <a:off x="4775749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g2088">
                <a:extLst>
                  <a:ext uri="{FF2B5EF4-FFF2-40B4-BE49-F238E27FC236}">
                    <a16:creationId xmlns:a16="http://schemas.microsoft.com/office/drawing/2014/main" id="{52D086B6-DF0F-6649-82C9-35C8773ACBB8}"/>
                  </a:ext>
                </a:extLst>
              </p:cNvPr>
              <p:cNvSpPr/>
              <p:nvPr/>
            </p:nvSpPr>
            <p:spPr>
              <a:xfrm>
                <a:off x="4787387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g2089">
                <a:extLst>
                  <a:ext uri="{FF2B5EF4-FFF2-40B4-BE49-F238E27FC236}">
                    <a16:creationId xmlns:a16="http://schemas.microsoft.com/office/drawing/2014/main" id="{EC488FC9-F06A-EAB3-FDC8-F156D99A1BD2}"/>
                  </a:ext>
                </a:extLst>
              </p:cNvPr>
              <p:cNvSpPr/>
              <p:nvPr/>
            </p:nvSpPr>
            <p:spPr>
              <a:xfrm>
                <a:off x="4799024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g2090">
                <a:extLst>
                  <a:ext uri="{FF2B5EF4-FFF2-40B4-BE49-F238E27FC236}">
                    <a16:creationId xmlns:a16="http://schemas.microsoft.com/office/drawing/2014/main" id="{97B91107-1412-BCE7-BBEA-9B9964BF1C30}"/>
                  </a:ext>
                </a:extLst>
              </p:cNvPr>
              <p:cNvSpPr/>
              <p:nvPr/>
            </p:nvSpPr>
            <p:spPr>
              <a:xfrm>
                <a:off x="4810661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g2091">
                <a:extLst>
                  <a:ext uri="{FF2B5EF4-FFF2-40B4-BE49-F238E27FC236}">
                    <a16:creationId xmlns:a16="http://schemas.microsoft.com/office/drawing/2014/main" id="{F81EF251-019B-9081-58A4-45FC1CE1A05F}"/>
                  </a:ext>
                </a:extLst>
              </p:cNvPr>
              <p:cNvSpPr/>
              <p:nvPr/>
            </p:nvSpPr>
            <p:spPr>
              <a:xfrm>
                <a:off x="4705925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g2092">
                <a:extLst>
                  <a:ext uri="{FF2B5EF4-FFF2-40B4-BE49-F238E27FC236}">
                    <a16:creationId xmlns:a16="http://schemas.microsoft.com/office/drawing/2014/main" id="{E17C2B91-E885-416A-8F16-BC5E78BB2319}"/>
                  </a:ext>
                </a:extLst>
              </p:cNvPr>
              <p:cNvSpPr/>
              <p:nvPr/>
            </p:nvSpPr>
            <p:spPr>
              <a:xfrm>
                <a:off x="4717563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g2093">
                <a:extLst>
                  <a:ext uri="{FF2B5EF4-FFF2-40B4-BE49-F238E27FC236}">
                    <a16:creationId xmlns:a16="http://schemas.microsoft.com/office/drawing/2014/main" id="{5884C515-1BCB-04BB-F9B4-237AE587CA3A}"/>
                  </a:ext>
                </a:extLst>
              </p:cNvPr>
              <p:cNvSpPr/>
              <p:nvPr/>
            </p:nvSpPr>
            <p:spPr>
              <a:xfrm>
                <a:off x="4729200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g2094">
                <a:extLst>
                  <a:ext uri="{FF2B5EF4-FFF2-40B4-BE49-F238E27FC236}">
                    <a16:creationId xmlns:a16="http://schemas.microsoft.com/office/drawing/2014/main" id="{397D3966-CBA9-53E0-5DF3-56EC38457B2B}"/>
                  </a:ext>
                </a:extLst>
              </p:cNvPr>
              <p:cNvSpPr/>
              <p:nvPr/>
            </p:nvSpPr>
            <p:spPr>
              <a:xfrm>
                <a:off x="4740837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g2095">
                <a:extLst>
                  <a:ext uri="{FF2B5EF4-FFF2-40B4-BE49-F238E27FC236}">
                    <a16:creationId xmlns:a16="http://schemas.microsoft.com/office/drawing/2014/main" id="{4AF99F01-24C2-6ADE-BB19-549A48B75AC6}"/>
                  </a:ext>
                </a:extLst>
              </p:cNvPr>
              <p:cNvSpPr/>
              <p:nvPr/>
            </p:nvSpPr>
            <p:spPr>
              <a:xfrm>
                <a:off x="4752475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g2096">
                <a:extLst>
                  <a:ext uri="{FF2B5EF4-FFF2-40B4-BE49-F238E27FC236}">
                    <a16:creationId xmlns:a16="http://schemas.microsoft.com/office/drawing/2014/main" id="{EC5904E3-7953-68AB-1D8C-E56C42F6C9E0}"/>
                  </a:ext>
                </a:extLst>
              </p:cNvPr>
              <p:cNvSpPr/>
              <p:nvPr/>
            </p:nvSpPr>
            <p:spPr>
              <a:xfrm>
                <a:off x="4764112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g2097">
                <a:extLst>
                  <a:ext uri="{FF2B5EF4-FFF2-40B4-BE49-F238E27FC236}">
                    <a16:creationId xmlns:a16="http://schemas.microsoft.com/office/drawing/2014/main" id="{85D12A96-D3C2-88D8-F37D-FE7E4493B91F}"/>
                  </a:ext>
                </a:extLst>
              </p:cNvPr>
              <p:cNvSpPr/>
              <p:nvPr/>
            </p:nvSpPr>
            <p:spPr>
              <a:xfrm>
                <a:off x="4775749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g2098">
                <a:extLst>
                  <a:ext uri="{FF2B5EF4-FFF2-40B4-BE49-F238E27FC236}">
                    <a16:creationId xmlns:a16="http://schemas.microsoft.com/office/drawing/2014/main" id="{81FC102F-3184-6F31-7D63-0F7DC8B87C68}"/>
                  </a:ext>
                </a:extLst>
              </p:cNvPr>
              <p:cNvSpPr/>
              <p:nvPr/>
            </p:nvSpPr>
            <p:spPr>
              <a:xfrm>
                <a:off x="4787387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g2099">
                <a:extLst>
                  <a:ext uri="{FF2B5EF4-FFF2-40B4-BE49-F238E27FC236}">
                    <a16:creationId xmlns:a16="http://schemas.microsoft.com/office/drawing/2014/main" id="{024A0DA6-98B2-825E-4AE1-AAF66FB4D47B}"/>
                  </a:ext>
                </a:extLst>
              </p:cNvPr>
              <p:cNvSpPr/>
              <p:nvPr/>
            </p:nvSpPr>
            <p:spPr>
              <a:xfrm>
                <a:off x="4647739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g2100">
                <a:extLst>
                  <a:ext uri="{FF2B5EF4-FFF2-40B4-BE49-F238E27FC236}">
                    <a16:creationId xmlns:a16="http://schemas.microsoft.com/office/drawing/2014/main" id="{991556D1-7AAB-8CB1-E701-7F8C31C47A5C}"/>
                  </a:ext>
                </a:extLst>
              </p:cNvPr>
              <p:cNvSpPr/>
              <p:nvPr/>
            </p:nvSpPr>
            <p:spPr>
              <a:xfrm>
                <a:off x="4659376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g2101">
                <a:extLst>
                  <a:ext uri="{FF2B5EF4-FFF2-40B4-BE49-F238E27FC236}">
                    <a16:creationId xmlns:a16="http://schemas.microsoft.com/office/drawing/2014/main" id="{B8960D63-D3A6-0F55-074C-8FE92A245708}"/>
                  </a:ext>
                </a:extLst>
              </p:cNvPr>
              <p:cNvSpPr/>
              <p:nvPr/>
            </p:nvSpPr>
            <p:spPr>
              <a:xfrm>
                <a:off x="4671013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g2102">
                <a:extLst>
                  <a:ext uri="{FF2B5EF4-FFF2-40B4-BE49-F238E27FC236}">
                    <a16:creationId xmlns:a16="http://schemas.microsoft.com/office/drawing/2014/main" id="{A2EA8B97-CE0A-0138-F873-CDBE7457C7B0}"/>
                  </a:ext>
                </a:extLst>
              </p:cNvPr>
              <p:cNvSpPr/>
              <p:nvPr/>
            </p:nvSpPr>
            <p:spPr>
              <a:xfrm>
                <a:off x="4682651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g2103">
                <a:extLst>
                  <a:ext uri="{FF2B5EF4-FFF2-40B4-BE49-F238E27FC236}">
                    <a16:creationId xmlns:a16="http://schemas.microsoft.com/office/drawing/2014/main" id="{9A695252-BBE2-879A-DF39-084C57A9BCB7}"/>
                  </a:ext>
                </a:extLst>
              </p:cNvPr>
              <p:cNvSpPr/>
              <p:nvPr/>
            </p:nvSpPr>
            <p:spPr>
              <a:xfrm>
                <a:off x="4694288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g2104">
                <a:extLst>
                  <a:ext uri="{FF2B5EF4-FFF2-40B4-BE49-F238E27FC236}">
                    <a16:creationId xmlns:a16="http://schemas.microsoft.com/office/drawing/2014/main" id="{22DDE904-A29D-F8B8-0C65-C6E2F88F31F8}"/>
                  </a:ext>
                </a:extLst>
              </p:cNvPr>
              <p:cNvSpPr/>
              <p:nvPr/>
            </p:nvSpPr>
            <p:spPr>
              <a:xfrm>
                <a:off x="4705925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g2105">
                <a:extLst>
                  <a:ext uri="{FF2B5EF4-FFF2-40B4-BE49-F238E27FC236}">
                    <a16:creationId xmlns:a16="http://schemas.microsoft.com/office/drawing/2014/main" id="{8EA17B7B-5C0E-DE9B-FF72-894B8F101829}"/>
                  </a:ext>
                </a:extLst>
              </p:cNvPr>
              <p:cNvSpPr/>
              <p:nvPr/>
            </p:nvSpPr>
            <p:spPr>
              <a:xfrm>
                <a:off x="4717563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g2106">
                <a:extLst>
                  <a:ext uri="{FF2B5EF4-FFF2-40B4-BE49-F238E27FC236}">
                    <a16:creationId xmlns:a16="http://schemas.microsoft.com/office/drawing/2014/main" id="{0703E6FB-35B4-8462-250F-EA7573CF1E1B}"/>
                  </a:ext>
                </a:extLst>
              </p:cNvPr>
              <p:cNvSpPr/>
              <p:nvPr/>
            </p:nvSpPr>
            <p:spPr>
              <a:xfrm>
                <a:off x="4729200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g2107">
                <a:extLst>
                  <a:ext uri="{FF2B5EF4-FFF2-40B4-BE49-F238E27FC236}">
                    <a16:creationId xmlns:a16="http://schemas.microsoft.com/office/drawing/2014/main" id="{FBB20E93-A7A9-435A-1C4B-0EFFEDF89D71}"/>
                  </a:ext>
                </a:extLst>
              </p:cNvPr>
              <p:cNvSpPr/>
              <p:nvPr/>
            </p:nvSpPr>
            <p:spPr>
              <a:xfrm>
                <a:off x="4740837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g2108">
                <a:extLst>
                  <a:ext uri="{FF2B5EF4-FFF2-40B4-BE49-F238E27FC236}">
                    <a16:creationId xmlns:a16="http://schemas.microsoft.com/office/drawing/2014/main" id="{D46050D2-50DF-6C6E-D720-78DAB9713F90}"/>
                  </a:ext>
                </a:extLst>
              </p:cNvPr>
              <p:cNvSpPr/>
              <p:nvPr/>
            </p:nvSpPr>
            <p:spPr>
              <a:xfrm>
                <a:off x="4752475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g2109">
                <a:extLst>
                  <a:ext uri="{FF2B5EF4-FFF2-40B4-BE49-F238E27FC236}">
                    <a16:creationId xmlns:a16="http://schemas.microsoft.com/office/drawing/2014/main" id="{DF66066C-AB67-934F-846A-C2CDA256DFDF}"/>
                  </a:ext>
                </a:extLst>
              </p:cNvPr>
              <p:cNvSpPr/>
              <p:nvPr/>
            </p:nvSpPr>
            <p:spPr>
              <a:xfrm>
                <a:off x="4764112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g2110">
                <a:extLst>
                  <a:ext uri="{FF2B5EF4-FFF2-40B4-BE49-F238E27FC236}">
                    <a16:creationId xmlns:a16="http://schemas.microsoft.com/office/drawing/2014/main" id="{9107A12C-1CB1-BFD8-2E39-0D40A9C108A0}"/>
                  </a:ext>
                </a:extLst>
              </p:cNvPr>
              <p:cNvSpPr/>
              <p:nvPr/>
            </p:nvSpPr>
            <p:spPr>
              <a:xfrm>
                <a:off x="4775749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g2111">
                <a:extLst>
                  <a:ext uri="{FF2B5EF4-FFF2-40B4-BE49-F238E27FC236}">
                    <a16:creationId xmlns:a16="http://schemas.microsoft.com/office/drawing/2014/main" id="{A159741B-27B0-9E5C-0B88-DB216D0F2C35}"/>
                  </a:ext>
                </a:extLst>
              </p:cNvPr>
              <p:cNvSpPr/>
              <p:nvPr/>
            </p:nvSpPr>
            <p:spPr>
              <a:xfrm>
                <a:off x="4624464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D">
                  <a:alpha val="100000"/>
                </a:srgbClr>
              </a:solidFill>
              <a:ln w="5420" cap="flat">
                <a:solidFill>
                  <a:srgbClr val="3C48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g2112">
                <a:extLst>
                  <a:ext uri="{FF2B5EF4-FFF2-40B4-BE49-F238E27FC236}">
                    <a16:creationId xmlns:a16="http://schemas.microsoft.com/office/drawing/2014/main" id="{B9893A16-F12F-C1C5-41EA-4053699BDC29}"/>
                  </a:ext>
                </a:extLst>
              </p:cNvPr>
              <p:cNvSpPr/>
              <p:nvPr/>
            </p:nvSpPr>
            <p:spPr>
              <a:xfrm>
                <a:off x="4636101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g2113">
                <a:extLst>
                  <a:ext uri="{FF2B5EF4-FFF2-40B4-BE49-F238E27FC236}">
                    <a16:creationId xmlns:a16="http://schemas.microsoft.com/office/drawing/2014/main" id="{3E1187E5-110B-470B-1770-A17EC379EF0D}"/>
                  </a:ext>
                </a:extLst>
              </p:cNvPr>
              <p:cNvSpPr/>
              <p:nvPr/>
            </p:nvSpPr>
            <p:spPr>
              <a:xfrm>
                <a:off x="4647739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g2114">
                <a:extLst>
                  <a:ext uri="{FF2B5EF4-FFF2-40B4-BE49-F238E27FC236}">
                    <a16:creationId xmlns:a16="http://schemas.microsoft.com/office/drawing/2014/main" id="{9F14D1B0-9C5B-304C-B7D3-E964B9826899}"/>
                  </a:ext>
                </a:extLst>
              </p:cNvPr>
              <p:cNvSpPr/>
              <p:nvPr/>
            </p:nvSpPr>
            <p:spPr>
              <a:xfrm>
                <a:off x="4659376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g2115">
                <a:extLst>
                  <a:ext uri="{FF2B5EF4-FFF2-40B4-BE49-F238E27FC236}">
                    <a16:creationId xmlns:a16="http://schemas.microsoft.com/office/drawing/2014/main" id="{AC1CD775-A821-4A25-27FB-1C55117E8B97}"/>
                  </a:ext>
                </a:extLst>
              </p:cNvPr>
              <p:cNvSpPr/>
              <p:nvPr/>
            </p:nvSpPr>
            <p:spPr>
              <a:xfrm>
                <a:off x="4671013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g2116">
                <a:extLst>
                  <a:ext uri="{FF2B5EF4-FFF2-40B4-BE49-F238E27FC236}">
                    <a16:creationId xmlns:a16="http://schemas.microsoft.com/office/drawing/2014/main" id="{37301238-002E-48BA-6A8C-40EFDD0A897D}"/>
                  </a:ext>
                </a:extLst>
              </p:cNvPr>
              <p:cNvSpPr/>
              <p:nvPr/>
            </p:nvSpPr>
            <p:spPr>
              <a:xfrm>
                <a:off x="4682651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g2117">
                <a:extLst>
                  <a:ext uri="{FF2B5EF4-FFF2-40B4-BE49-F238E27FC236}">
                    <a16:creationId xmlns:a16="http://schemas.microsoft.com/office/drawing/2014/main" id="{6839F74A-4048-2B53-61E8-1CD19F3B6451}"/>
                  </a:ext>
                </a:extLst>
              </p:cNvPr>
              <p:cNvSpPr/>
              <p:nvPr/>
            </p:nvSpPr>
            <p:spPr>
              <a:xfrm>
                <a:off x="4694288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g2118">
                <a:extLst>
                  <a:ext uri="{FF2B5EF4-FFF2-40B4-BE49-F238E27FC236}">
                    <a16:creationId xmlns:a16="http://schemas.microsoft.com/office/drawing/2014/main" id="{8B38B341-49F0-232C-5686-64BFFAFA3FE3}"/>
                  </a:ext>
                </a:extLst>
              </p:cNvPr>
              <p:cNvSpPr/>
              <p:nvPr/>
            </p:nvSpPr>
            <p:spPr>
              <a:xfrm>
                <a:off x="4705925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g2119">
                <a:extLst>
                  <a:ext uri="{FF2B5EF4-FFF2-40B4-BE49-F238E27FC236}">
                    <a16:creationId xmlns:a16="http://schemas.microsoft.com/office/drawing/2014/main" id="{CB189746-740F-88F0-C4B3-75EB751564A7}"/>
                  </a:ext>
                </a:extLst>
              </p:cNvPr>
              <p:cNvSpPr/>
              <p:nvPr/>
            </p:nvSpPr>
            <p:spPr>
              <a:xfrm>
                <a:off x="4717563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g2120">
                <a:extLst>
                  <a:ext uri="{FF2B5EF4-FFF2-40B4-BE49-F238E27FC236}">
                    <a16:creationId xmlns:a16="http://schemas.microsoft.com/office/drawing/2014/main" id="{B1248CD7-0527-E89C-007B-BDEAF3A81D54}"/>
                  </a:ext>
                </a:extLst>
              </p:cNvPr>
              <p:cNvSpPr/>
              <p:nvPr/>
            </p:nvSpPr>
            <p:spPr>
              <a:xfrm>
                <a:off x="4729200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g2121">
                <a:extLst>
                  <a:ext uri="{FF2B5EF4-FFF2-40B4-BE49-F238E27FC236}">
                    <a16:creationId xmlns:a16="http://schemas.microsoft.com/office/drawing/2014/main" id="{6C541AA5-8EAE-2A0E-B3EB-17399BE6F494}"/>
                  </a:ext>
                </a:extLst>
              </p:cNvPr>
              <p:cNvSpPr/>
              <p:nvPr/>
            </p:nvSpPr>
            <p:spPr>
              <a:xfrm>
                <a:off x="4740837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g2122">
                <a:extLst>
                  <a:ext uri="{FF2B5EF4-FFF2-40B4-BE49-F238E27FC236}">
                    <a16:creationId xmlns:a16="http://schemas.microsoft.com/office/drawing/2014/main" id="{A3471E38-EE31-6993-4C85-1B36F6F1F150}"/>
                  </a:ext>
                </a:extLst>
              </p:cNvPr>
              <p:cNvSpPr/>
              <p:nvPr/>
            </p:nvSpPr>
            <p:spPr>
              <a:xfrm>
                <a:off x="4752475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g2123">
                <a:extLst>
                  <a:ext uri="{FF2B5EF4-FFF2-40B4-BE49-F238E27FC236}">
                    <a16:creationId xmlns:a16="http://schemas.microsoft.com/office/drawing/2014/main" id="{4A6B3FF1-7488-22B7-499B-E836AC0B61B8}"/>
                  </a:ext>
                </a:extLst>
              </p:cNvPr>
              <p:cNvSpPr/>
              <p:nvPr/>
            </p:nvSpPr>
            <p:spPr>
              <a:xfrm>
                <a:off x="4764112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g2124">
                <a:extLst>
                  <a:ext uri="{FF2B5EF4-FFF2-40B4-BE49-F238E27FC236}">
                    <a16:creationId xmlns:a16="http://schemas.microsoft.com/office/drawing/2014/main" id="{F1DABD06-727A-3112-C52A-176B7B00A437}"/>
                  </a:ext>
                </a:extLst>
              </p:cNvPr>
              <p:cNvSpPr/>
              <p:nvPr/>
            </p:nvSpPr>
            <p:spPr>
              <a:xfrm>
                <a:off x="4612827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g2125">
                <a:extLst>
                  <a:ext uri="{FF2B5EF4-FFF2-40B4-BE49-F238E27FC236}">
                    <a16:creationId xmlns:a16="http://schemas.microsoft.com/office/drawing/2014/main" id="{8F3A433D-1B9C-2252-9F13-AA8740DBF89A}"/>
                  </a:ext>
                </a:extLst>
              </p:cNvPr>
              <p:cNvSpPr/>
              <p:nvPr/>
            </p:nvSpPr>
            <p:spPr>
              <a:xfrm>
                <a:off x="4624464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g2126">
                <a:extLst>
                  <a:ext uri="{FF2B5EF4-FFF2-40B4-BE49-F238E27FC236}">
                    <a16:creationId xmlns:a16="http://schemas.microsoft.com/office/drawing/2014/main" id="{A035144B-EC5F-1892-174E-98A66421AF29}"/>
                  </a:ext>
                </a:extLst>
              </p:cNvPr>
              <p:cNvSpPr/>
              <p:nvPr/>
            </p:nvSpPr>
            <p:spPr>
              <a:xfrm>
                <a:off x="4636101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g2127">
                <a:extLst>
                  <a:ext uri="{FF2B5EF4-FFF2-40B4-BE49-F238E27FC236}">
                    <a16:creationId xmlns:a16="http://schemas.microsoft.com/office/drawing/2014/main" id="{BF1F1790-4D00-FD12-FC6F-D520FCB355B7}"/>
                  </a:ext>
                </a:extLst>
              </p:cNvPr>
              <p:cNvSpPr/>
              <p:nvPr/>
            </p:nvSpPr>
            <p:spPr>
              <a:xfrm>
                <a:off x="4647739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g2128">
                <a:extLst>
                  <a:ext uri="{FF2B5EF4-FFF2-40B4-BE49-F238E27FC236}">
                    <a16:creationId xmlns:a16="http://schemas.microsoft.com/office/drawing/2014/main" id="{6FC45108-FC90-0196-61F0-48BC4D880D25}"/>
                  </a:ext>
                </a:extLst>
              </p:cNvPr>
              <p:cNvSpPr/>
              <p:nvPr/>
            </p:nvSpPr>
            <p:spPr>
              <a:xfrm>
                <a:off x="4659376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g2129">
                <a:extLst>
                  <a:ext uri="{FF2B5EF4-FFF2-40B4-BE49-F238E27FC236}">
                    <a16:creationId xmlns:a16="http://schemas.microsoft.com/office/drawing/2014/main" id="{D12FD27C-E4E1-8D4A-0AAD-2AC5976154BA}"/>
                  </a:ext>
                </a:extLst>
              </p:cNvPr>
              <p:cNvSpPr/>
              <p:nvPr/>
            </p:nvSpPr>
            <p:spPr>
              <a:xfrm>
                <a:off x="4671013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g2130">
                <a:extLst>
                  <a:ext uri="{FF2B5EF4-FFF2-40B4-BE49-F238E27FC236}">
                    <a16:creationId xmlns:a16="http://schemas.microsoft.com/office/drawing/2014/main" id="{ACA2A264-5B31-D64D-4380-D235670AED20}"/>
                  </a:ext>
                </a:extLst>
              </p:cNvPr>
              <p:cNvSpPr/>
              <p:nvPr/>
            </p:nvSpPr>
            <p:spPr>
              <a:xfrm>
                <a:off x="4682651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g2131">
                <a:extLst>
                  <a:ext uri="{FF2B5EF4-FFF2-40B4-BE49-F238E27FC236}">
                    <a16:creationId xmlns:a16="http://schemas.microsoft.com/office/drawing/2014/main" id="{DCE3885F-A386-ABFA-8F23-2ACF7289E0FD}"/>
                  </a:ext>
                </a:extLst>
              </p:cNvPr>
              <p:cNvSpPr/>
              <p:nvPr/>
            </p:nvSpPr>
            <p:spPr>
              <a:xfrm>
                <a:off x="4694288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g2132">
                <a:extLst>
                  <a:ext uri="{FF2B5EF4-FFF2-40B4-BE49-F238E27FC236}">
                    <a16:creationId xmlns:a16="http://schemas.microsoft.com/office/drawing/2014/main" id="{F406717F-1232-3F7B-0A46-05CDB95048AB}"/>
                  </a:ext>
                </a:extLst>
              </p:cNvPr>
              <p:cNvSpPr/>
              <p:nvPr/>
            </p:nvSpPr>
            <p:spPr>
              <a:xfrm>
                <a:off x="4705925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g2133">
                <a:extLst>
                  <a:ext uri="{FF2B5EF4-FFF2-40B4-BE49-F238E27FC236}">
                    <a16:creationId xmlns:a16="http://schemas.microsoft.com/office/drawing/2014/main" id="{3A633C24-ED38-8206-1697-AA2E28B4988C}"/>
                  </a:ext>
                </a:extLst>
              </p:cNvPr>
              <p:cNvSpPr/>
              <p:nvPr/>
            </p:nvSpPr>
            <p:spPr>
              <a:xfrm>
                <a:off x="4717563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g2134">
                <a:extLst>
                  <a:ext uri="{FF2B5EF4-FFF2-40B4-BE49-F238E27FC236}">
                    <a16:creationId xmlns:a16="http://schemas.microsoft.com/office/drawing/2014/main" id="{5C2E9DAB-63AB-AD41-0F6D-F1FC2920F4FE}"/>
                  </a:ext>
                </a:extLst>
              </p:cNvPr>
              <p:cNvSpPr/>
              <p:nvPr/>
            </p:nvSpPr>
            <p:spPr>
              <a:xfrm>
                <a:off x="4729200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g2135">
                <a:extLst>
                  <a:ext uri="{FF2B5EF4-FFF2-40B4-BE49-F238E27FC236}">
                    <a16:creationId xmlns:a16="http://schemas.microsoft.com/office/drawing/2014/main" id="{29C4B0BB-D15E-6A0E-DC8D-2973B537C782}"/>
                  </a:ext>
                </a:extLst>
              </p:cNvPr>
              <p:cNvSpPr/>
              <p:nvPr/>
            </p:nvSpPr>
            <p:spPr>
              <a:xfrm>
                <a:off x="4740837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g2136">
                <a:extLst>
                  <a:ext uri="{FF2B5EF4-FFF2-40B4-BE49-F238E27FC236}">
                    <a16:creationId xmlns:a16="http://schemas.microsoft.com/office/drawing/2014/main" id="{1FF37FFA-E460-2C6B-DE58-E06579659CB5}"/>
                  </a:ext>
                </a:extLst>
              </p:cNvPr>
              <p:cNvSpPr/>
              <p:nvPr/>
            </p:nvSpPr>
            <p:spPr>
              <a:xfrm>
                <a:off x="4612827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g2137">
                <a:extLst>
                  <a:ext uri="{FF2B5EF4-FFF2-40B4-BE49-F238E27FC236}">
                    <a16:creationId xmlns:a16="http://schemas.microsoft.com/office/drawing/2014/main" id="{A528C986-8C35-BC1F-3937-CBA79A361691}"/>
                  </a:ext>
                </a:extLst>
              </p:cNvPr>
              <p:cNvSpPr/>
              <p:nvPr/>
            </p:nvSpPr>
            <p:spPr>
              <a:xfrm>
                <a:off x="4624464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8">
                  <a:alpha val="100000"/>
                </a:srgbClr>
              </a:solidFill>
              <a:ln w="5420" cap="flat">
                <a:solidFill>
                  <a:srgbClr val="3C4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g2138">
                <a:extLst>
                  <a:ext uri="{FF2B5EF4-FFF2-40B4-BE49-F238E27FC236}">
                    <a16:creationId xmlns:a16="http://schemas.microsoft.com/office/drawing/2014/main" id="{4426401E-35B6-6BF4-EDDA-694A8553089B}"/>
                  </a:ext>
                </a:extLst>
              </p:cNvPr>
              <p:cNvSpPr/>
              <p:nvPr/>
            </p:nvSpPr>
            <p:spPr>
              <a:xfrm>
                <a:off x="4636101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g2139">
                <a:extLst>
                  <a:ext uri="{FF2B5EF4-FFF2-40B4-BE49-F238E27FC236}">
                    <a16:creationId xmlns:a16="http://schemas.microsoft.com/office/drawing/2014/main" id="{25301A55-7A20-FE5D-F328-F1DDEDAC496F}"/>
                  </a:ext>
                </a:extLst>
              </p:cNvPr>
              <p:cNvSpPr/>
              <p:nvPr/>
            </p:nvSpPr>
            <p:spPr>
              <a:xfrm>
                <a:off x="4647739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g2140">
                <a:extLst>
                  <a:ext uri="{FF2B5EF4-FFF2-40B4-BE49-F238E27FC236}">
                    <a16:creationId xmlns:a16="http://schemas.microsoft.com/office/drawing/2014/main" id="{97A32608-412F-4D0F-768C-A247BDC3DACB}"/>
                  </a:ext>
                </a:extLst>
              </p:cNvPr>
              <p:cNvSpPr/>
              <p:nvPr/>
            </p:nvSpPr>
            <p:spPr>
              <a:xfrm>
                <a:off x="4659376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g2141">
                <a:extLst>
                  <a:ext uri="{FF2B5EF4-FFF2-40B4-BE49-F238E27FC236}">
                    <a16:creationId xmlns:a16="http://schemas.microsoft.com/office/drawing/2014/main" id="{A2DE66A7-C12C-4C7B-A9DE-6579BA67982D}"/>
                  </a:ext>
                </a:extLst>
              </p:cNvPr>
              <p:cNvSpPr/>
              <p:nvPr/>
            </p:nvSpPr>
            <p:spPr>
              <a:xfrm>
                <a:off x="4671013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g2142">
                <a:extLst>
                  <a:ext uri="{FF2B5EF4-FFF2-40B4-BE49-F238E27FC236}">
                    <a16:creationId xmlns:a16="http://schemas.microsoft.com/office/drawing/2014/main" id="{ADFA2869-FF40-DA7E-EE83-67DE6AAA0612}"/>
                  </a:ext>
                </a:extLst>
              </p:cNvPr>
              <p:cNvSpPr/>
              <p:nvPr/>
            </p:nvSpPr>
            <p:spPr>
              <a:xfrm>
                <a:off x="4682651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g2143">
                <a:extLst>
                  <a:ext uri="{FF2B5EF4-FFF2-40B4-BE49-F238E27FC236}">
                    <a16:creationId xmlns:a16="http://schemas.microsoft.com/office/drawing/2014/main" id="{2688B522-9796-5EF9-A5CE-AEAEEB21B919}"/>
                  </a:ext>
                </a:extLst>
              </p:cNvPr>
              <p:cNvSpPr/>
              <p:nvPr/>
            </p:nvSpPr>
            <p:spPr>
              <a:xfrm>
                <a:off x="4694288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g2144">
                <a:extLst>
                  <a:ext uri="{FF2B5EF4-FFF2-40B4-BE49-F238E27FC236}">
                    <a16:creationId xmlns:a16="http://schemas.microsoft.com/office/drawing/2014/main" id="{F4190730-41C3-3E1A-D3BB-3402D8D4F220}"/>
                  </a:ext>
                </a:extLst>
              </p:cNvPr>
              <p:cNvSpPr/>
              <p:nvPr/>
            </p:nvSpPr>
            <p:spPr>
              <a:xfrm>
                <a:off x="4705925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g2145">
                <a:extLst>
                  <a:ext uri="{FF2B5EF4-FFF2-40B4-BE49-F238E27FC236}">
                    <a16:creationId xmlns:a16="http://schemas.microsoft.com/office/drawing/2014/main" id="{53B414DA-610A-79E7-5A86-59042A7C314E}"/>
                  </a:ext>
                </a:extLst>
              </p:cNvPr>
              <p:cNvSpPr/>
              <p:nvPr/>
            </p:nvSpPr>
            <p:spPr>
              <a:xfrm>
                <a:off x="4717563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g2146">
                <a:extLst>
                  <a:ext uri="{FF2B5EF4-FFF2-40B4-BE49-F238E27FC236}">
                    <a16:creationId xmlns:a16="http://schemas.microsoft.com/office/drawing/2014/main" id="{AD650FF3-42DF-28C8-375A-2BC0F2A363B4}"/>
                  </a:ext>
                </a:extLst>
              </p:cNvPr>
              <p:cNvSpPr/>
              <p:nvPr/>
            </p:nvSpPr>
            <p:spPr>
              <a:xfrm>
                <a:off x="4729200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g2147">
                <a:extLst>
                  <a:ext uri="{FF2B5EF4-FFF2-40B4-BE49-F238E27FC236}">
                    <a16:creationId xmlns:a16="http://schemas.microsoft.com/office/drawing/2014/main" id="{7CDC9A51-F98B-8F6F-EF93-548573F5819E}"/>
                  </a:ext>
                </a:extLst>
              </p:cNvPr>
              <p:cNvSpPr/>
              <p:nvPr/>
            </p:nvSpPr>
            <p:spPr>
              <a:xfrm>
                <a:off x="4612827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g2148">
                <a:extLst>
                  <a:ext uri="{FF2B5EF4-FFF2-40B4-BE49-F238E27FC236}">
                    <a16:creationId xmlns:a16="http://schemas.microsoft.com/office/drawing/2014/main" id="{E9004C70-F813-3105-2D83-A24E9C6B155F}"/>
                  </a:ext>
                </a:extLst>
              </p:cNvPr>
              <p:cNvSpPr/>
              <p:nvPr/>
            </p:nvSpPr>
            <p:spPr>
              <a:xfrm>
                <a:off x="4624464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g2149">
                <a:extLst>
                  <a:ext uri="{FF2B5EF4-FFF2-40B4-BE49-F238E27FC236}">
                    <a16:creationId xmlns:a16="http://schemas.microsoft.com/office/drawing/2014/main" id="{26DA93FA-4A71-9898-8216-571A20B794ED}"/>
                  </a:ext>
                </a:extLst>
              </p:cNvPr>
              <p:cNvSpPr/>
              <p:nvPr/>
            </p:nvSpPr>
            <p:spPr>
              <a:xfrm>
                <a:off x="4636101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g2150">
                <a:extLst>
                  <a:ext uri="{FF2B5EF4-FFF2-40B4-BE49-F238E27FC236}">
                    <a16:creationId xmlns:a16="http://schemas.microsoft.com/office/drawing/2014/main" id="{D823846E-C726-D70B-1E20-68E7BAAD76AA}"/>
                  </a:ext>
                </a:extLst>
              </p:cNvPr>
              <p:cNvSpPr/>
              <p:nvPr/>
            </p:nvSpPr>
            <p:spPr>
              <a:xfrm>
                <a:off x="4647739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g2151">
                <a:extLst>
                  <a:ext uri="{FF2B5EF4-FFF2-40B4-BE49-F238E27FC236}">
                    <a16:creationId xmlns:a16="http://schemas.microsoft.com/office/drawing/2014/main" id="{1491A140-4347-6319-3E84-DFDAE29A3604}"/>
                  </a:ext>
                </a:extLst>
              </p:cNvPr>
              <p:cNvSpPr/>
              <p:nvPr/>
            </p:nvSpPr>
            <p:spPr>
              <a:xfrm>
                <a:off x="4659376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g2152">
                <a:extLst>
                  <a:ext uri="{FF2B5EF4-FFF2-40B4-BE49-F238E27FC236}">
                    <a16:creationId xmlns:a16="http://schemas.microsoft.com/office/drawing/2014/main" id="{6E293D65-CFAD-CECB-3257-46DB68C0D262}"/>
                  </a:ext>
                </a:extLst>
              </p:cNvPr>
              <p:cNvSpPr/>
              <p:nvPr/>
            </p:nvSpPr>
            <p:spPr>
              <a:xfrm>
                <a:off x="4671013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g2153">
                <a:extLst>
                  <a:ext uri="{FF2B5EF4-FFF2-40B4-BE49-F238E27FC236}">
                    <a16:creationId xmlns:a16="http://schemas.microsoft.com/office/drawing/2014/main" id="{7303455F-AA73-FA72-C7C2-21B2E4583316}"/>
                  </a:ext>
                </a:extLst>
              </p:cNvPr>
              <p:cNvSpPr/>
              <p:nvPr/>
            </p:nvSpPr>
            <p:spPr>
              <a:xfrm>
                <a:off x="4682651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g2154">
                <a:extLst>
                  <a:ext uri="{FF2B5EF4-FFF2-40B4-BE49-F238E27FC236}">
                    <a16:creationId xmlns:a16="http://schemas.microsoft.com/office/drawing/2014/main" id="{1A6BE4CB-06A4-DA91-7167-BF32B531D33B}"/>
                  </a:ext>
                </a:extLst>
              </p:cNvPr>
              <p:cNvSpPr/>
              <p:nvPr/>
            </p:nvSpPr>
            <p:spPr>
              <a:xfrm>
                <a:off x="4694288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g2155">
                <a:extLst>
                  <a:ext uri="{FF2B5EF4-FFF2-40B4-BE49-F238E27FC236}">
                    <a16:creationId xmlns:a16="http://schemas.microsoft.com/office/drawing/2014/main" id="{7F541517-CD97-158A-FA85-4099E4812572}"/>
                  </a:ext>
                </a:extLst>
              </p:cNvPr>
              <p:cNvSpPr/>
              <p:nvPr/>
            </p:nvSpPr>
            <p:spPr>
              <a:xfrm>
                <a:off x="4612827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3">
                  <a:alpha val="100000"/>
                </a:srgbClr>
              </a:solidFill>
              <a:ln w="5420" cap="flat">
                <a:solidFill>
                  <a:srgbClr val="3B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g2156">
                <a:extLst>
                  <a:ext uri="{FF2B5EF4-FFF2-40B4-BE49-F238E27FC236}">
                    <a16:creationId xmlns:a16="http://schemas.microsoft.com/office/drawing/2014/main" id="{87617809-A2D9-BDCA-0607-D59E27827F9C}"/>
                  </a:ext>
                </a:extLst>
              </p:cNvPr>
              <p:cNvSpPr/>
              <p:nvPr/>
            </p:nvSpPr>
            <p:spPr>
              <a:xfrm>
                <a:off x="4624464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g2157">
                <a:extLst>
                  <a:ext uri="{FF2B5EF4-FFF2-40B4-BE49-F238E27FC236}">
                    <a16:creationId xmlns:a16="http://schemas.microsoft.com/office/drawing/2014/main" id="{23C6B0BE-5B23-BB73-3993-20C8652BE360}"/>
                  </a:ext>
                </a:extLst>
              </p:cNvPr>
              <p:cNvSpPr/>
              <p:nvPr/>
            </p:nvSpPr>
            <p:spPr>
              <a:xfrm>
                <a:off x="4636101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6">
                  <a:alpha val="100000"/>
                </a:srgbClr>
              </a:solidFill>
              <a:ln w="5420" cap="flat">
                <a:solidFill>
                  <a:srgbClr val="3C43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g2158">
                <a:extLst>
                  <a:ext uri="{FF2B5EF4-FFF2-40B4-BE49-F238E27FC236}">
                    <a16:creationId xmlns:a16="http://schemas.microsoft.com/office/drawing/2014/main" id="{BF4CFE7F-BD7D-BA79-9965-ED0CE1F1E2EF}"/>
                  </a:ext>
                </a:extLst>
              </p:cNvPr>
              <p:cNvSpPr/>
              <p:nvPr/>
            </p:nvSpPr>
            <p:spPr>
              <a:xfrm>
                <a:off x="4647739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g2159">
                <a:extLst>
                  <a:ext uri="{FF2B5EF4-FFF2-40B4-BE49-F238E27FC236}">
                    <a16:creationId xmlns:a16="http://schemas.microsoft.com/office/drawing/2014/main" id="{813BF4F2-7340-7A33-A4E0-A8021582D3F8}"/>
                  </a:ext>
                </a:extLst>
              </p:cNvPr>
              <p:cNvSpPr/>
              <p:nvPr/>
            </p:nvSpPr>
            <p:spPr>
              <a:xfrm>
                <a:off x="4659376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g2160">
                <a:extLst>
                  <a:ext uri="{FF2B5EF4-FFF2-40B4-BE49-F238E27FC236}">
                    <a16:creationId xmlns:a16="http://schemas.microsoft.com/office/drawing/2014/main" id="{225410C2-EA8F-32C5-A9BD-4042EDF56164}"/>
                  </a:ext>
                </a:extLst>
              </p:cNvPr>
              <p:cNvSpPr/>
              <p:nvPr/>
            </p:nvSpPr>
            <p:spPr>
              <a:xfrm>
                <a:off x="4671013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g2161">
                <a:extLst>
                  <a:ext uri="{FF2B5EF4-FFF2-40B4-BE49-F238E27FC236}">
                    <a16:creationId xmlns:a16="http://schemas.microsoft.com/office/drawing/2014/main" id="{DE9AC8EE-E1F6-0C23-93D2-793586FCED8C}"/>
                  </a:ext>
                </a:extLst>
              </p:cNvPr>
              <p:cNvSpPr/>
              <p:nvPr/>
            </p:nvSpPr>
            <p:spPr>
              <a:xfrm>
                <a:off x="4682651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g2162">
                <a:extLst>
                  <a:ext uri="{FF2B5EF4-FFF2-40B4-BE49-F238E27FC236}">
                    <a16:creationId xmlns:a16="http://schemas.microsoft.com/office/drawing/2014/main" id="{DC703557-61C9-09AF-612B-EE24BBC4F744}"/>
                  </a:ext>
                </a:extLst>
              </p:cNvPr>
              <p:cNvSpPr/>
              <p:nvPr/>
            </p:nvSpPr>
            <p:spPr>
              <a:xfrm>
                <a:off x="4589552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g2163">
                <a:extLst>
                  <a:ext uri="{FF2B5EF4-FFF2-40B4-BE49-F238E27FC236}">
                    <a16:creationId xmlns:a16="http://schemas.microsoft.com/office/drawing/2014/main" id="{907A7D75-244D-8ED7-A94C-8CE2A73F9902}"/>
                  </a:ext>
                </a:extLst>
              </p:cNvPr>
              <p:cNvSpPr/>
              <p:nvPr/>
            </p:nvSpPr>
            <p:spPr>
              <a:xfrm>
                <a:off x="4601190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g2164">
                <a:extLst>
                  <a:ext uri="{FF2B5EF4-FFF2-40B4-BE49-F238E27FC236}">
                    <a16:creationId xmlns:a16="http://schemas.microsoft.com/office/drawing/2014/main" id="{71BCF84D-A1D4-2E06-ADD9-C7725BE81FEC}"/>
                  </a:ext>
                </a:extLst>
              </p:cNvPr>
              <p:cNvSpPr/>
              <p:nvPr/>
            </p:nvSpPr>
            <p:spPr>
              <a:xfrm>
                <a:off x="4612827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g2165">
                <a:extLst>
                  <a:ext uri="{FF2B5EF4-FFF2-40B4-BE49-F238E27FC236}">
                    <a16:creationId xmlns:a16="http://schemas.microsoft.com/office/drawing/2014/main" id="{C64BAA72-E0FA-F649-8D41-4808FECE0F59}"/>
                  </a:ext>
                </a:extLst>
              </p:cNvPr>
              <p:cNvSpPr/>
              <p:nvPr/>
            </p:nvSpPr>
            <p:spPr>
              <a:xfrm>
                <a:off x="4624464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g2166">
                <a:extLst>
                  <a:ext uri="{FF2B5EF4-FFF2-40B4-BE49-F238E27FC236}">
                    <a16:creationId xmlns:a16="http://schemas.microsoft.com/office/drawing/2014/main" id="{6F37C728-B82D-C5D5-28A6-735A8303F35F}"/>
                  </a:ext>
                </a:extLst>
              </p:cNvPr>
              <p:cNvSpPr/>
              <p:nvPr/>
            </p:nvSpPr>
            <p:spPr>
              <a:xfrm>
                <a:off x="4636101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g2167">
                <a:extLst>
                  <a:ext uri="{FF2B5EF4-FFF2-40B4-BE49-F238E27FC236}">
                    <a16:creationId xmlns:a16="http://schemas.microsoft.com/office/drawing/2014/main" id="{E0610744-8B32-5154-7EBA-6B192DC26812}"/>
                  </a:ext>
                </a:extLst>
              </p:cNvPr>
              <p:cNvSpPr/>
              <p:nvPr/>
            </p:nvSpPr>
            <p:spPr>
              <a:xfrm>
                <a:off x="4647739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g2168">
                <a:extLst>
                  <a:ext uri="{FF2B5EF4-FFF2-40B4-BE49-F238E27FC236}">
                    <a16:creationId xmlns:a16="http://schemas.microsoft.com/office/drawing/2014/main" id="{39DFBFAF-F3B3-C3B1-5B62-A66FB097D9EA}"/>
                  </a:ext>
                </a:extLst>
              </p:cNvPr>
              <p:cNvSpPr/>
              <p:nvPr/>
            </p:nvSpPr>
            <p:spPr>
              <a:xfrm>
                <a:off x="4659376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g2169">
                <a:extLst>
                  <a:ext uri="{FF2B5EF4-FFF2-40B4-BE49-F238E27FC236}">
                    <a16:creationId xmlns:a16="http://schemas.microsoft.com/office/drawing/2014/main" id="{1F8CA0C8-501D-036E-9623-5002B06478FC}"/>
                  </a:ext>
                </a:extLst>
              </p:cNvPr>
              <p:cNvSpPr/>
              <p:nvPr/>
            </p:nvSpPr>
            <p:spPr>
              <a:xfrm>
                <a:off x="4671013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g2170">
                <a:extLst>
                  <a:ext uri="{FF2B5EF4-FFF2-40B4-BE49-F238E27FC236}">
                    <a16:creationId xmlns:a16="http://schemas.microsoft.com/office/drawing/2014/main" id="{9B9E1ECC-45AF-5A2B-36C1-FEB79D914B98}"/>
                  </a:ext>
                </a:extLst>
              </p:cNvPr>
              <p:cNvSpPr/>
              <p:nvPr/>
            </p:nvSpPr>
            <p:spPr>
              <a:xfrm>
                <a:off x="4589552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g2171">
                <a:extLst>
                  <a:ext uri="{FF2B5EF4-FFF2-40B4-BE49-F238E27FC236}">
                    <a16:creationId xmlns:a16="http://schemas.microsoft.com/office/drawing/2014/main" id="{7CD893C5-F4BB-99A4-876C-7C35887992BE}"/>
                  </a:ext>
                </a:extLst>
              </p:cNvPr>
              <p:cNvSpPr/>
              <p:nvPr/>
            </p:nvSpPr>
            <p:spPr>
              <a:xfrm>
                <a:off x="4601190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g2172">
                <a:extLst>
                  <a:ext uri="{FF2B5EF4-FFF2-40B4-BE49-F238E27FC236}">
                    <a16:creationId xmlns:a16="http://schemas.microsoft.com/office/drawing/2014/main" id="{5F781F18-4AC3-8F02-13C6-461AE74CB6AB}"/>
                  </a:ext>
                </a:extLst>
              </p:cNvPr>
              <p:cNvSpPr/>
              <p:nvPr/>
            </p:nvSpPr>
            <p:spPr>
              <a:xfrm>
                <a:off x="4612827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g2173">
                <a:extLst>
                  <a:ext uri="{FF2B5EF4-FFF2-40B4-BE49-F238E27FC236}">
                    <a16:creationId xmlns:a16="http://schemas.microsoft.com/office/drawing/2014/main" id="{126896EB-5540-526B-1F71-AE7486114C77}"/>
                  </a:ext>
                </a:extLst>
              </p:cNvPr>
              <p:cNvSpPr/>
              <p:nvPr/>
            </p:nvSpPr>
            <p:spPr>
              <a:xfrm>
                <a:off x="4624464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g2174">
                <a:extLst>
                  <a:ext uri="{FF2B5EF4-FFF2-40B4-BE49-F238E27FC236}">
                    <a16:creationId xmlns:a16="http://schemas.microsoft.com/office/drawing/2014/main" id="{A8DC1D39-C0EE-4A9C-7923-CB7F2D8E4310}"/>
                  </a:ext>
                </a:extLst>
              </p:cNvPr>
              <p:cNvSpPr/>
              <p:nvPr/>
            </p:nvSpPr>
            <p:spPr>
              <a:xfrm>
                <a:off x="4636101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g2175">
                <a:extLst>
                  <a:ext uri="{FF2B5EF4-FFF2-40B4-BE49-F238E27FC236}">
                    <a16:creationId xmlns:a16="http://schemas.microsoft.com/office/drawing/2014/main" id="{861D7BC4-E880-579C-4B93-415334AC9BD3}"/>
                  </a:ext>
                </a:extLst>
              </p:cNvPr>
              <p:cNvSpPr/>
              <p:nvPr/>
            </p:nvSpPr>
            <p:spPr>
              <a:xfrm>
                <a:off x="4647739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g2176">
                <a:extLst>
                  <a:ext uri="{FF2B5EF4-FFF2-40B4-BE49-F238E27FC236}">
                    <a16:creationId xmlns:a16="http://schemas.microsoft.com/office/drawing/2014/main" id="{706E0107-2FE0-B7CF-F15B-B9C7AF1EEE18}"/>
                  </a:ext>
                </a:extLst>
              </p:cNvPr>
              <p:cNvSpPr/>
              <p:nvPr/>
            </p:nvSpPr>
            <p:spPr>
              <a:xfrm>
                <a:off x="4659376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g2177">
                <a:extLst>
                  <a:ext uri="{FF2B5EF4-FFF2-40B4-BE49-F238E27FC236}">
                    <a16:creationId xmlns:a16="http://schemas.microsoft.com/office/drawing/2014/main" id="{2513316B-079E-BFE8-B2C0-B8005B38C560}"/>
                  </a:ext>
                </a:extLst>
              </p:cNvPr>
              <p:cNvSpPr/>
              <p:nvPr/>
            </p:nvSpPr>
            <p:spPr>
              <a:xfrm>
                <a:off x="4577915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g2178">
                <a:extLst>
                  <a:ext uri="{FF2B5EF4-FFF2-40B4-BE49-F238E27FC236}">
                    <a16:creationId xmlns:a16="http://schemas.microsoft.com/office/drawing/2014/main" id="{74266DAC-C4CA-23A8-2179-99E497029F09}"/>
                  </a:ext>
                </a:extLst>
              </p:cNvPr>
              <p:cNvSpPr/>
              <p:nvPr/>
            </p:nvSpPr>
            <p:spPr>
              <a:xfrm>
                <a:off x="4589552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g2179">
                <a:extLst>
                  <a:ext uri="{FF2B5EF4-FFF2-40B4-BE49-F238E27FC236}">
                    <a16:creationId xmlns:a16="http://schemas.microsoft.com/office/drawing/2014/main" id="{939F741F-2C00-488D-7C0F-2137FE9FDD70}"/>
                  </a:ext>
                </a:extLst>
              </p:cNvPr>
              <p:cNvSpPr/>
              <p:nvPr/>
            </p:nvSpPr>
            <p:spPr>
              <a:xfrm>
                <a:off x="4601190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g2180">
                <a:extLst>
                  <a:ext uri="{FF2B5EF4-FFF2-40B4-BE49-F238E27FC236}">
                    <a16:creationId xmlns:a16="http://schemas.microsoft.com/office/drawing/2014/main" id="{A96A61AD-1178-7E77-E1AC-F6E630C6DDD8}"/>
                  </a:ext>
                </a:extLst>
              </p:cNvPr>
              <p:cNvSpPr/>
              <p:nvPr/>
            </p:nvSpPr>
            <p:spPr>
              <a:xfrm>
                <a:off x="4612827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g2181">
                <a:extLst>
                  <a:ext uri="{FF2B5EF4-FFF2-40B4-BE49-F238E27FC236}">
                    <a16:creationId xmlns:a16="http://schemas.microsoft.com/office/drawing/2014/main" id="{18F79C5C-3CF2-C4B7-B302-72A38DECEE76}"/>
                  </a:ext>
                </a:extLst>
              </p:cNvPr>
              <p:cNvSpPr/>
              <p:nvPr/>
            </p:nvSpPr>
            <p:spPr>
              <a:xfrm>
                <a:off x="4624464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g2182">
                <a:extLst>
                  <a:ext uri="{FF2B5EF4-FFF2-40B4-BE49-F238E27FC236}">
                    <a16:creationId xmlns:a16="http://schemas.microsoft.com/office/drawing/2014/main" id="{8FFB8FFC-D773-81AA-F4AC-54C484073F99}"/>
                  </a:ext>
                </a:extLst>
              </p:cNvPr>
              <p:cNvSpPr/>
              <p:nvPr/>
            </p:nvSpPr>
            <p:spPr>
              <a:xfrm>
                <a:off x="4636101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5">
                  <a:alpha val="100000"/>
                </a:srgbClr>
              </a:solidFill>
              <a:ln w="5420" cap="flat">
                <a:solidFill>
                  <a:srgbClr val="3C41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g2183">
                <a:extLst>
                  <a:ext uri="{FF2B5EF4-FFF2-40B4-BE49-F238E27FC236}">
                    <a16:creationId xmlns:a16="http://schemas.microsoft.com/office/drawing/2014/main" id="{A3006422-D686-1030-7875-D2FC7B0E1B62}"/>
                  </a:ext>
                </a:extLst>
              </p:cNvPr>
              <p:cNvSpPr/>
              <p:nvPr/>
            </p:nvSpPr>
            <p:spPr>
              <a:xfrm>
                <a:off x="4647739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g2184">
                <a:extLst>
                  <a:ext uri="{FF2B5EF4-FFF2-40B4-BE49-F238E27FC236}">
                    <a16:creationId xmlns:a16="http://schemas.microsoft.com/office/drawing/2014/main" id="{F492CC1A-FC0D-50A7-7ADE-FC004790B4D2}"/>
                  </a:ext>
                </a:extLst>
              </p:cNvPr>
              <p:cNvSpPr/>
              <p:nvPr/>
            </p:nvSpPr>
            <p:spPr>
              <a:xfrm>
                <a:off x="4577915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g2185">
                <a:extLst>
                  <a:ext uri="{FF2B5EF4-FFF2-40B4-BE49-F238E27FC236}">
                    <a16:creationId xmlns:a16="http://schemas.microsoft.com/office/drawing/2014/main" id="{616265B5-B191-8698-743E-973F98350D5E}"/>
                  </a:ext>
                </a:extLst>
              </p:cNvPr>
              <p:cNvSpPr/>
              <p:nvPr/>
            </p:nvSpPr>
            <p:spPr>
              <a:xfrm>
                <a:off x="4589552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g2186">
                <a:extLst>
                  <a:ext uri="{FF2B5EF4-FFF2-40B4-BE49-F238E27FC236}">
                    <a16:creationId xmlns:a16="http://schemas.microsoft.com/office/drawing/2014/main" id="{D5FA5E4A-9A7C-4C38-C788-CF1B55B309EA}"/>
                  </a:ext>
                </a:extLst>
              </p:cNvPr>
              <p:cNvSpPr/>
              <p:nvPr/>
            </p:nvSpPr>
            <p:spPr>
              <a:xfrm>
                <a:off x="4601190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g2187">
                <a:extLst>
                  <a:ext uri="{FF2B5EF4-FFF2-40B4-BE49-F238E27FC236}">
                    <a16:creationId xmlns:a16="http://schemas.microsoft.com/office/drawing/2014/main" id="{264EBD13-32B0-9D37-7B25-C906FE490796}"/>
                  </a:ext>
                </a:extLst>
              </p:cNvPr>
              <p:cNvSpPr/>
              <p:nvPr/>
            </p:nvSpPr>
            <p:spPr>
              <a:xfrm>
                <a:off x="4612827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g2188">
                <a:extLst>
                  <a:ext uri="{FF2B5EF4-FFF2-40B4-BE49-F238E27FC236}">
                    <a16:creationId xmlns:a16="http://schemas.microsoft.com/office/drawing/2014/main" id="{C41C0DA6-9DF0-6AD6-EA83-DCBF6F0CCF60}"/>
                  </a:ext>
                </a:extLst>
              </p:cNvPr>
              <p:cNvSpPr/>
              <p:nvPr/>
            </p:nvSpPr>
            <p:spPr>
              <a:xfrm>
                <a:off x="4624464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g2189">
                <a:extLst>
                  <a:ext uri="{FF2B5EF4-FFF2-40B4-BE49-F238E27FC236}">
                    <a16:creationId xmlns:a16="http://schemas.microsoft.com/office/drawing/2014/main" id="{A7199BC6-7E0F-2B83-A10F-CACD015C08BD}"/>
                  </a:ext>
                </a:extLst>
              </p:cNvPr>
              <p:cNvSpPr/>
              <p:nvPr/>
            </p:nvSpPr>
            <p:spPr>
              <a:xfrm>
                <a:off x="4636101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g2190">
                <a:extLst>
                  <a:ext uri="{FF2B5EF4-FFF2-40B4-BE49-F238E27FC236}">
                    <a16:creationId xmlns:a16="http://schemas.microsoft.com/office/drawing/2014/main" id="{2FCA6C2D-DF7E-CF2D-64C3-1F2C52AF38FE}"/>
                  </a:ext>
                </a:extLst>
              </p:cNvPr>
              <p:cNvSpPr/>
              <p:nvPr/>
            </p:nvSpPr>
            <p:spPr>
              <a:xfrm>
                <a:off x="4566278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g2191">
                <a:extLst>
                  <a:ext uri="{FF2B5EF4-FFF2-40B4-BE49-F238E27FC236}">
                    <a16:creationId xmlns:a16="http://schemas.microsoft.com/office/drawing/2014/main" id="{B7166059-CA99-0DB5-9680-CD5F6A8847B1}"/>
                  </a:ext>
                </a:extLst>
              </p:cNvPr>
              <p:cNvSpPr/>
              <p:nvPr/>
            </p:nvSpPr>
            <p:spPr>
              <a:xfrm>
                <a:off x="4577915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g2192">
                <a:extLst>
                  <a:ext uri="{FF2B5EF4-FFF2-40B4-BE49-F238E27FC236}">
                    <a16:creationId xmlns:a16="http://schemas.microsoft.com/office/drawing/2014/main" id="{66557928-1D1C-7A26-FA48-04AEA7D507BB}"/>
                  </a:ext>
                </a:extLst>
              </p:cNvPr>
              <p:cNvSpPr/>
              <p:nvPr/>
            </p:nvSpPr>
            <p:spPr>
              <a:xfrm>
                <a:off x="4589552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g2193">
                <a:extLst>
                  <a:ext uri="{FF2B5EF4-FFF2-40B4-BE49-F238E27FC236}">
                    <a16:creationId xmlns:a16="http://schemas.microsoft.com/office/drawing/2014/main" id="{7335B4E2-CE23-4607-4CDD-FF3461D92C46}"/>
                  </a:ext>
                </a:extLst>
              </p:cNvPr>
              <p:cNvSpPr/>
              <p:nvPr/>
            </p:nvSpPr>
            <p:spPr>
              <a:xfrm>
                <a:off x="4601190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g2194">
                <a:extLst>
                  <a:ext uri="{FF2B5EF4-FFF2-40B4-BE49-F238E27FC236}">
                    <a16:creationId xmlns:a16="http://schemas.microsoft.com/office/drawing/2014/main" id="{B9294F93-50FC-AA08-9903-878F3BFFCC97}"/>
                  </a:ext>
                </a:extLst>
              </p:cNvPr>
              <p:cNvSpPr/>
              <p:nvPr/>
            </p:nvSpPr>
            <p:spPr>
              <a:xfrm>
                <a:off x="4612827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g2195">
                <a:extLst>
                  <a:ext uri="{FF2B5EF4-FFF2-40B4-BE49-F238E27FC236}">
                    <a16:creationId xmlns:a16="http://schemas.microsoft.com/office/drawing/2014/main" id="{8154EDC1-3596-C53F-5384-6E01F1E7E6FC}"/>
                  </a:ext>
                </a:extLst>
              </p:cNvPr>
              <p:cNvSpPr/>
              <p:nvPr/>
            </p:nvSpPr>
            <p:spPr>
              <a:xfrm>
                <a:off x="4624464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g2196">
                <a:extLst>
                  <a:ext uri="{FF2B5EF4-FFF2-40B4-BE49-F238E27FC236}">
                    <a16:creationId xmlns:a16="http://schemas.microsoft.com/office/drawing/2014/main" id="{82422F7B-5EAB-6203-54F7-1CDD16C34460}"/>
                  </a:ext>
                </a:extLst>
              </p:cNvPr>
              <p:cNvSpPr/>
              <p:nvPr/>
            </p:nvSpPr>
            <p:spPr>
              <a:xfrm>
                <a:off x="4566278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g2197">
                <a:extLst>
                  <a:ext uri="{FF2B5EF4-FFF2-40B4-BE49-F238E27FC236}">
                    <a16:creationId xmlns:a16="http://schemas.microsoft.com/office/drawing/2014/main" id="{F0641ACB-9199-119F-8B25-B19C851857D2}"/>
                  </a:ext>
                </a:extLst>
              </p:cNvPr>
              <p:cNvSpPr/>
              <p:nvPr/>
            </p:nvSpPr>
            <p:spPr>
              <a:xfrm>
                <a:off x="4577915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g2198">
                <a:extLst>
                  <a:ext uri="{FF2B5EF4-FFF2-40B4-BE49-F238E27FC236}">
                    <a16:creationId xmlns:a16="http://schemas.microsoft.com/office/drawing/2014/main" id="{9A4ECF50-E9DF-6122-E168-4F535FECD1E4}"/>
                  </a:ext>
                </a:extLst>
              </p:cNvPr>
              <p:cNvSpPr/>
              <p:nvPr/>
            </p:nvSpPr>
            <p:spPr>
              <a:xfrm>
                <a:off x="4589552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g2199">
                <a:extLst>
                  <a:ext uri="{FF2B5EF4-FFF2-40B4-BE49-F238E27FC236}">
                    <a16:creationId xmlns:a16="http://schemas.microsoft.com/office/drawing/2014/main" id="{AEC2A51B-587F-92E0-3E90-82D5DB99282F}"/>
                  </a:ext>
                </a:extLst>
              </p:cNvPr>
              <p:cNvSpPr/>
              <p:nvPr/>
            </p:nvSpPr>
            <p:spPr>
              <a:xfrm>
                <a:off x="4601190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g2200">
                <a:extLst>
                  <a:ext uri="{FF2B5EF4-FFF2-40B4-BE49-F238E27FC236}">
                    <a16:creationId xmlns:a16="http://schemas.microsoft.com/office/drawing/2014/main" id="{BC40D445-7150-3399-C7FB-D32D4B74E735}"/>
                  </a:ext>
                </a:extLst>
              </p:cNvPr>
              <p:cNvSpPr/>
              <p:nvPr/>
            </p:nvSpPr>
            <p:spPr>
              <a:xfrm>
                <a:off x="4612827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g2201">
                <a:extLst>
                  <a:ext uri="{FF2B5EF4-FFF2-40B4-BE49-F238E27FC236}">
                    <a16:creationId xmlns:a16="http://schemas.microsoft.com/office/drawing/2014/main" id="{D3123CD1-0DC5-C6F2-73F4-CA2BB98CB47A}"/>
                  </a:ext>
                </a:extLst>
              </p:cNvPr>
              <p:cNvSpPr/>
              <p:nvPr/>
            </p:nvSpPr>
            <p:spPr>
              <a:xfrm>
                <a:off x="4554640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g2202">
                <a:extLst>
                  <a:ext uri="{FF2B5EF4-FFF2-40B4-BE49-F238E27FC236}">
                    <a16:creationId xmlns:a16="http://schemas.microsoft.com/office/drawing/2014/main" id="{C54673E5-969C-CBE5-F924-BE46111AD57E}"/>
                  </a:ext>
                </a:extLst>
              </p:cNvPr>
              <p:cNvSpPr/>
              <p:nvPr/>
            </p:nvSpPr>
            <p:spPr>
              <a:xfrm>
                <a:off x="4566278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g2203">
                <a:extLst>
                  <a:ext uri="{FF2B5EF4-FFF2-40B4-BE49-F238E27FC236}">
                    <a16:creationId xmlns:a16="http://schemas.microsoft.com/office/drawing/2014/main" id="{45C7D6DB-8F41-9878-A4D8-5994D190E4A3}"/>
                  </a:ext>
                </a:extLst>
              </p:cNvPr>
              <p:cNvSpPr/>
              <p:nvPr/>
            </p:nvSpPr>
            <p:spPr>
              <a:xfrm>
                <a:off x="4577915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g2204">
                <a:extLst>
                  <a:ext uri="{FF2B5EF4-FFF2-40B4-BE49-F238E27FC236}">
                    <a16:creationId xmlns:a16="http://schemas.microsoft.com/office/drawing/2014/main" id="{8ACE0F19-A097-5FB3-D71C-BABFD2AB9580}"/>
                  </a:ext>
                </a:extLst>
              </p:cNvPr>
              <p:cNvSpPr/>
              <p:nvPr/>
            </p:nvSpPr>
            <p:spPr>
              <a:xfrm>
                <a:off x="4589552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6">
                  <a:alpha val="100000"/>
                </a:srgbClr>
              </a:solidFill>
              <a:ln w="5420" cap="flat">
                <a:solidFill>
                  <a:srgbClr val="3C43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g2205">
                <a:extLst>
                  <a:ext uri="{FF2B5EF4-FFF2-40B4-BE49-F238E27FC236}">
                    <a16:creationId xmlns:a16="http://schemas.microsoft.com/office/drawing/2014/main" id="{197F8764-DFD5-C1C4-42B2-EBEA97402549}"/>
                  </a:ext>
                </a:extLst>
              </p:cNvPr>
              <p:cNvSpPr/>
              <p:nvPr/>
            </p:nvSpPr>
            <p:spPr>
              <a:xfrm>
                <a:off x="4601190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g2206">
                <a:extLst>
                  <a:ext uri="{FF2B5EF4-FFF2-40B4-BE49-F238E27FC236}">
                    <a16:creationId xmlns:a16="http://schemas.microsoft.com/office/drawing/2014/main" id="{3EAB02D8-6EDF-EA7D-A86A-146ABD2F11FE}"/>
                  </a:ext>
                </a:extLst>
              </p:cNvPr>
              <p:cNvSpPr/>
              <p:nvPr/>
            </p:nvSpPr>
            <p:spPr>
              <a:xfrm>
                <a:off x="4612827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g2207">
                <a:extLst>
                  <a:ext uri="{FF2B5EF4-FFF2-40B4-BE49-F238E27FC236}">
                    <a16:creationId xmlns:a16="http://schemas.microsoft.com/office/drawing/2014/main" id="{ED6BC32C-796A-81DC-11FE-39BEBB708D38}"/>
                  </a:ext>
                </a:extLst>
              </p:cNvPr>
              <p:cNvSpPr/>
              <p:nvPr/>
            </p:nvSpPr>
            <p:spPr>
              <a:xfrm>
                <a:off x="4554640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g2208">
                <a:extLst>
                  <a:ext uri="{FF2B5EF4-FFF2-40B4-BE49-F238E27FC236}">
                    <a16:creationId xmlns:a16="http://schemas.microsoft.com/office/drawing/2014/main" id="{89679976-C688-BC2F-AEAA-B4E9AC9D04E3}"/>
                  </a:ext>
                </a:extLst>
              </p:cNvPr>
              <p:cNvSpPr/>
              <p:nvPr/>
            </p:nvSpPr>
            <p:spPr>
              <a:xfrm>
                <a:off x="4566278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g2209">
                <a:extLst>
                  <a:ext uri="{FF2B5EF4-FFF2-40B4-BE49-F238E27FC236}">
                    <a16:creationId xmlns:a16="http://schemas.microsoft.com/office/drawing/2014/main" id="{9F99471B-C254-1A21-E029-C5D1DC961E89}"/>
                  </a:ext>
                </a:extLst>
              </p:cNvPr>
              <p:cNvSpPr/>
              <p:nvPr/>
            </p:nvSpPr>
            <p:spPr>
              <a:xfrm>
                <a:off x="4577915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g2210">
                <a:extLst>
                  <a:ext uri="{FF2B5EF4-FFF2-40B4-BE49-F238E27FC236}">
                    <a16:creationId xmlns:a16="http://schemas.microsoft.com/office/drawing/2014/main" id="{1567DB59-8EE9-C632-C2EC-346BDDFB2E04}"/>
                  </a:ext>
                </a:extLst>
              </p:cNvPr>
              <p:cNvSpPr/>
              <p:nvPr/>
            </p:nvSpPr>
            <p:spPr>
              <a:xfrm>
                <a:off x="4589552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g2211">
                <a:extLst>
                  <a:ext uri="{FF2B5EF4-FFF2-40B4-BE49-F238E27FC236}">
                    <a16:creationId xmlns:a16="http://schemas.microsoft.com/office/drawing/2014/main" id="{2AA36E6E-93C1-B4BF-EE23-9AD714D4CBEE}"/>
                  </a:ext>
                </a:extLst>
              </p:cNvPr>
              <p:cNvSpPr/>
              <p:nvPr/>
            </p:nvSpPr>
            <p:spPr>
              <a:xfrm>
                <a:off x="4601190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g2212">
                <a:extLst>
                  <a:ext uri="{FF2B5EF4-FFF2-40B4-BE49-F238E27FC236}">
                    <a16:creationId xmlns:a16="http://schemas.microsoft.com/office/drawing/2014/main" id="{E3D2E54C-3D2F-0A76-BB9E-1D2B8115122A}"/>
                  </a:ext>
                </a:extLst>
              </p:cNvPr>
              <p:cNvSpPr/>
              <p:nvPr/>
            </p:nvSpPr>
            <p:spPr>
              <a:xfrm>
                <a:off x="4543003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g2213">
                <a:extLst>
                  <a:ext uri="{FF2B5EF4-FFF2-40B4-BE49-F238E27FC236}">
                    <a16:creationId xmlns:a16="http://schemas.microsoft.com/office/drawing/2014/main" id="{0CBB8D48-4BD1-F4BF-E389-4A8CDE3248FB}"/>
                  </a:ext>
                </a:extLst>
              </p:cNvPr>
              <p:cNvSpPr/>
              <p:nvPr/>
            </p:nvSpPr>
            <p:spPr>
              <a:xfrm>
                <a:off x="4554640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g2214">
                <a:extLst>
                  <a:ext uri="{FF2B5EF4-FFF2-40B4-BE49-F238E27FC236}">
                    <a16:creationId xmlns:a16="http://schemas.microsoft.com/office/drawing/2014/main" id="{D810B911-BF56-B80F-B0D3-0814CC22B46D}"/>
                  </a:ext>
                </a:extLst>
              </p:cNvPr>
              <p:cNvSpPr/>
              <p:nvPr/>
            </p:nvSpPr>
            <p:spPr>
              <a:xfrm>
                <a:off x="4566278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g2215">
                <a:extLst>
                  <a:ext uri="{FF2B5EF4-FFF2-40B4-BE49-F238E27FC236}">
                    <a16:creationId xmlns:a16="http://schemas.microsoft.com/office/drawing/2014/main" id="{E8192ACF-544C-828F-119E-9C0B6CF6BC22}"/>
                  </a:ext>
                </a:extLst>
              </p:cNvPr>
              <p:cNvSpPr/>
              <p:nvPr/>
            </p:nvSpPr>
            <p:spPr>
              <a:xfrm>
                <a:off x="4577915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g2216">
                <a:extLst>
                  <a:ext uri="{FF2B5EF4-FFF2-40B4-BE49-F238E27FC236}">
                    <a16:creationId xmlns:a16="http://schemas.microsoft.com/office/drawing/2014/main" id="{43C39085-FD5F-2486-B0C1-D1D12E461CE6}"/>
                  </a:ext>
                </a:extLst>
              </p:cNvPr>
              <p:cNvSpPr/>
              <p:nvPr/>
            </p:nvSpPr>
            <p:spPr>
              <a:xfrm>
                <a:off x="4589552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g2217">
                <a:extLst>
                  <a:ext uri="{FF2B5EF4-FFF2-40B4-BE49-F238E27FC236}">
                    <a16:creationId xmlns:a16="http://schemas.microsoft.com/office/drawing/2014/main" id="{D04D43C3-BF57-3CFB-D4C1-D0C23247FC98}"/>
                  </a:ext>
                </a:extLst>
              </p:cNvPr>
              <p:cNvSpPr/>
              <p:nvPr/>
            </p:nvSpPr>
            <p:spPr>
              <a:xfrm>
                <a:off x="4601190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g2218">
                <a:extLst>
                  <a:ext uri="{FF2B5EF4-FFF2-40B4-BE49-F238E27FC236}">
                    <a16:creationId xmlns:a16="http://schemas.microsoft.com/office/drawing/2014/main" id="{96ADAC4B-3E5D-A9C9-5550-1E4C6FD240A3}"/>
                  </a:ext>
                </a:extLst>
              </p:cNvPr>
              <p:cNvSpPr/>
              <p:nvPr/>
            </p:nvSpPr>
            <p:spPr>
              <a:xfrm>
                <a:off x="4543003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g2219">
                <a:extLst>
                  <a:ext uri="{FF2B5EF4-FFF2-40B4-BE49-F238E27FC236}">
                    <a16:creationId xmlns:a16="http://schemas.microsoft.com/office/drawing/2014/main" id="{EA9BB19A-EE09-D020-54B1-6834B504E9B1}"/>
                  </a:ext>
                </a:extLst>
              </p:cNvPr>
              <p:cNvSpPr/>
              <p:nvPr/>
            </p:nvSpPr>
            <p:spPr>
              <a:xfrm>
                <a:off x="4554640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g2220">
                <a:extLst>
                  <a:ext uri="{FF2B5EF4-FFF2-40B4-BE49-F238E27FC236}">
                    <a16:creationId xmlns:a16="http://schemas.microsoft.com/office/drawing/2014/main" id="{DE99B1FC-9CAD-241F-0CA1-302F6CA9F678}"/>
                  </a:ext>
                </a:extLst>
              </p:cNvPr>
              <p:cNvSpPr/>
              <p:nvPr/>
            </p:nvSpPr>
            <p:spPr>
              <a:xfrm>
                <a:off x="4566278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g2221">
                <a:extLst>
                  <a:ext uri="{FF2B5EF4-FFF2-40B4-BE49-F238E27FC236}">
                    <a16:creationId xmlns:a16="http://schemas.microsoft.com/office/drawing/2014/main" id="{5C54AAB0-EEA3-91FF-95BF-1C362ED2FFC5}"/>
                  </a:ext>
                </a:extLst>
              </p:cNvPr>
              <p:cNvSpPr/>
              <p:nvPr/>
            </p:nvSpPr>
            <p:spPr>
              <a:xfrm>
                <a:off x="4577915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g2222">
                <a:extLst>
                  <a:ext uri="{FF2B5EF4-FFF2-40B4-BE49-F238E27FC236}">
                    <a16:creationId xmlns:a16="http://schemas.microsoft.com/office/drawing/2014/main" id="{4F2662D5-9250-5240-3ABB-A84EA52729FB}"/>
                  </a:ext>
                </a:extLst>
              </p:cNvPr>
              <p:cNvSpPr/>
              <p:nvPr/>
            </p:nvSpPr>
            <p:spPr>
              <a:xfrm>
                <a:off x="4589552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g2223">
                <a:extLst>
                  <a:ext uri="{FF2B5EF4-FFF2-40B4-BE49-F238E27FC236}">
                    <a16:creationId xmlns:a16="http://schemas.microsoft.com/office/drawing/2014/main" id="{F273C0BF-63E3-A55B-149E-0A991CA65D91}"/>
                  </a:ext>
                </a:extLst>
              </p:cNvPr>
              <p:cNvSpPr/>
              <p:nvPr/>
            </p:nvSpPr>
            <p:spPr>
              <a:xfrm>
                <a:off x="4601190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g2224">
                <a:extLst>
                  <a:ext uri="{FF2B5EF4-FFF2-40B4-BE49-F238E27FC236}">
                    <a16:creationId xmlns:a16="http://schemas.microsoft.com/office/drawing/2014/main" id="{930A1000-E99D-113E-B21B-B0DF40316368}"/>
                  </a:ext>
                </a:extLst>
              </p:cNvPr>
              <p:cNvSpPr/>
              <p:nvPr/>
            </p:nvSpPr>
            <p:spPr>
              <a:xfrm>
                <a:off x="4543003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g2225">
                <a:extLst>
                  <a:ext uri="{FF2B5EF4-FFF2-40B4-BE49-F238E27FC236}">
                    <a16:creationId xmlns:a16="http://schemas.microsoft.com/office/drawing/2014/main" id="{572DDF56-2831-2765-50FF-D7C7769266F7}"/>
                  </a:ext>
                </a:extLst>
              </p:cNvPr>
              <p:cNvSpPr/>
              <p:nvPr/>
            </p:nvSpPr>
            <p:spPr>
              <a:xfrm>
                <a:off x="4554640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g2226">
                <a:extLst>
                  <a:ext uri="{FF2B5EF4-FFF2-40B4-BE49-F238E27FC236}">
                    <a16:creationId xmlns:a16="http://schemas.microsoft.com/office/drawing/2014/main" id="{0E2BC3FC-9989-7B7A-FBA2-B2A2002B4EC8}"/>
                  </a:ext>
                </a:extLst>
              </p:cNvPr>
              <p:cNvSpPr/>
              <p:nvPr/>
            </p:nvSpPr>
            <p:spPr>
              <a:xfrm>
                <a:off x="4566278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g2227">
                <a:extLst>
                  <a:ext uri="{FF2B5EF4-FFF2-40B4-BE49-F238E27FC236}">
                    <a16:creationId xmlns:a16="http://schemas.microsoft.com/office/drawing/2014/main" id="{11A9D1B4-BDCD-6220-7B0A-1E22AE3884C0}"/>
                  </a:ext>
                </a:extLst>
              </p:cNvPr>
              <p:cNvSpPr/>
              <p:nvPr/>
            </p:nvSpPr>
            <p:spPr>
              <a:xfrm>
                <a:off x="4577915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g2228">
                <a:extLst>
                  <a:ext uri="{FF2B5EF4-FFF2-40B4-BE49-F238E27FC236}">
                    <a16:creationId xmlns:a16="http://schemas.microsoft.com/office/drawing/2014/main" id="{83CB177D-18B1-F7CF-A41C-F4E6BFDA1987}"/>
                  </a:ext>
                </a:extLst>
              </p:cNvPr>
              <p:cNvSpPr/>
              <p:nvPr/>
            </p:nvSpPr>
            <p:spPr>
              <a:xfrm>
                <a:off x="4589552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g2229">
                <a:extLst>
                  <a:ext uri="{FF2B5EF4-FFF2-40B4-BE49-F238E27FC236}">
                    <a16:creationId xmlns:a16="http://schemas.microsoft.com/office/drawing/2014/main" id="{A6D83B58-1CBC-92F9-2783-EB996D9C3755}"/>
                  </a:ext>
                </a:extLst>
              </p:cNvPr>
              <p:cNvSpPr/>
              <p:nvPr/>
            </p:nvSpPr>
            <p:spPr>
              <a:xfrm>
                <a:off x="3856400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g2230">
                <a:extLst>
                  <a:ext uri="{FF2B5EF4-FFF2-40B4-BE49-F238E27FC236}">
                    <a16:creationId xmlns:a16="http://schemas.microsoft.com/office/drawing/2014/main" id="{886E90F6-5E99-C99E-F750-0F5CE0018B81}"/>
                  </a:ext>
                </a:extLst>
              </p:cNvPr>
              <p:cNvSpPr/>
              <p:nvPr/>
            </p:nvSpPr>
            <p:spPr>
              <a:xfrm>
                <a:off x="3868038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g2231">
                <a:extLst>
                  <a:ext uri="{FF2B5EF4-FFF2-40B4-BE49-F238E27FC236}">
                    <a16:creationId xmlns:a16="http://schemas.microsoft.com/office/drawing/2014/main" id="{71A829E8-AED5-5FCD-172F-59B7EE59DA96}"/>
                  </a:ext>
                </a:extLst>
              </p:cNvPr>
              <p:cNvSpPr/>
              <p:nvPr/>
            </p:nvSpPr>
            <p:spPr>
              <a:xfrm>
                <a:off x="3879675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g2232">
                <a:extLst>
                  <a:ext uri="{FF2B5EF4-FFF2-40B4-BE49-F238E27FC236}">
                    <a16:creationId xmlns:a16="http://schemas.microsoft.com/office/drawing/2014/main" id="{E18A3301-7223-0ED3-3969-5972A6C94D7C}"/>
                  </a:ext>
                </a:extLst>
              </p:cNvPr>
              <p:cNvSpPr/>
              <p:nvPr/>
            </p:nvSpPr>
            <p:spPr>
              <a:xfrm>
                <a:off x="3891312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g2233">
                <a:extLst>
                  <a:ext uri="{FF2B5EF4-FFF2-40B4-BE49-F238E27FC236}">
                    <a16:creationId xmlns:a16="http://schemas.microsoft.com/office/drawing/2014/main" id="{BA4F8EB5-6FC9-D1FE-F21A-8ACAB8A781BD}"/>
                  </a:ext>
                </a:extLst>
              </p:cNvPr>
              <p:cNvSpPr/>
              <p:nvPr/>
            </p:nvSpPr>
            <p:spPr>
              <a:xfrm>
                <a:off x="4543003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g2234">
                <a:extLst>
                  <a:ext uri="{FF2B5EF4-FFF2-40B4-BE49-F238E27FC236}">
                    <a16:creationId xmlns:a16="http://schemas.microsoft.com/office/drawing/2014/main" id="{3B725C82-6BFD-5E06-1970-E0DD185A2AA7}"/>
                  </a:ext>
                </a:extLst>
              </p:cNvPr>
              <p:cNvSpPr/>
              <p:nvPr/>
            </p:nvSpPr>
            <p:spPr>
              <a:xfrm>
                <a:off x="4554640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g2235">
                <a:extLst>
                  <a:ext uri="{FF2B5EF4-FFF2-40B4-BE49-F238E27FC236}">
                    <a16:creationId xmlns:a16="http://schemas.microsoft.com/office/drawing/2014/main" id="{3C0EE196-E347-5DB1-1A9A-8481303B15FB}"/>
                  </a:ext>
                </a:extLst>
              </p:cNvPr>
              <p:cNvSpPr/>
              <p:nvPr/>
            </p:nvSpPr>
            <p:spPr>
              <a:xfrm>
                <a:off x="4566278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g2236">
                <a:extLst>
                  <a:ext uri="{FF2B5EF4-FFF2-40B4-BE49-F238E27FC236}">
                    <a16:creationId xmlns:a16="http://schemas.microsoft.com/office/drawing/2014/main" id="{6B33052B-B7B6-8471-45C7-1FF83D581325}"/>
                  </a:ext>
                </a:extLst>
              </p:cNvPr>
              <p:cNvSpPr/>
              <p:nvPr/>
            </p:nvSpPr>
            <p:spPr>
              <a:xfrm>
                <a:off x="4577915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g2237">
                <a:extLst>
                  <a:ext uri="{FF2B5EF4-FFF2-40B4-BE49-F238E27FC236}">
                    <a16:creationId xmlns:a16="http://schemas.microsoft.com/office/drawing/2014/main" id="{B02561F6-9875-A924-8CC5-35C1051393A0}"/>
                  </a:ext>
                </a:extLst>
              </p:cNvPr>
              <p:cNvSpPr/>
              <p:nvPr/>
            </p:nvSpPr>
            <p:spPr>
              <a:xfrm>
                <a:off x="385640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g2238">
                <a:extLst>
                  <a:ext uri="{FF2B5EF4-FFF2-40B4-BE49-F238E27FC236}">
                    <a16:creationId xmlns:a16="http://schemas.microsoft.com/office/drawing/2014/main" id="{4D38035E-FF39-5A64-604D-0A3B5C2BA08D}"/>
                  </a:ext>
                </a:extLst>
              </p:cNvPr>
              <p:cNvSpPr/>
              <p:nvPr/>
            </p:nvSpPr>
            <p:spPr>
              <a:xfrm>
                <a:off x="386803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g2239">
                <a:extLst>
                  <a:ext uri="{FF2B5EF4-FFF2-40B4-BE49-F238E27FC236}">
                    <a16:creationId xmlns:a16="http://schemas.microsoft.com/office/drawing/2014/main" id="{A810197C-D965-CE0B-2143-F258949A6F8A}"/>
                  </a:ext>
                </a:extLst>
              </p:cNvPr>
              <p:cNvSpPr/>
              <p:nvPr/>
            </p:nvSpPr>
            <p:spPr>
              <a:xfrm>
                <a:off x="3879675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g2240">
                <a:extLst>
                  <a:ext uri="{FF2B5EF4-FFF2-40B4-BE49-F238E27FC236}">
                    <a16:creationId xmlns:a16="http://schemas.microsoft.com/office/drawing/2014/main" id="{2BD2C226-E058-1526-E5E6-BBF53217A059}"/>
                  </a:ext>
                </a:extLst>
              </p:cNvPr>
              <p:cNvSpPr/>
              <p:nvPr/>
            </p:nvSpPr>
            <p:spPr>
              <a:xfrm>
                <a:off x="3891312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g2241">
                <a:extLst>
                  <a:ext uri="{FF2B5EF4-FFF2-40B4-BE49-F238E27FC236}">
                    <a16:creationId xmlns:a16="http://schemas.microsoft.com/office/drawing/2014/main" id="{79047D3A-814B-8512-2FB8-143263B1059C}"/>
                  </a:ext>
                </a:extLst>
              </p:cNvPr>
              <p:cNvSpPr/>
              <p:nvPr/>
            </p:nvSpPr>
            <p:spPr>
              <a:xfrm>
                <a:off x="390295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g2242">
                <a:extLst>
                  <a:ext uri="{FF2B5EF4-FFF2-40B4-BE49-F238E27FC236}">
                    <a16:creationId xmlns:a16="http://schemas.microsoft.com/office/drawing/2014/main" id="{CA302191-BE96-FB74-1639-D067FBC02941}"/>
                  </a:ext>
                </a:extLst>
              </p:cNvPr>
              <p:cNvSpPr/>
              <p:nvPr/>
            </p:nvSpPr>
            <p:spPr>
              <a:xfrm>
                <a:off x="3949499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g2243">
                <a:extLst>
                  <a:ext uri="{FF2B5EF4-FFF2-40B4-BE49-F238E27FC236}">
                    <a16:creationId xmlns:a16="http://schemas.microsoft.com/office/drawing/2014/main" id="{2A366BBC-72B1-7197-565C-69F07A5E551B}"/>
                  </a:ext>
                </a:extLst>
              </p:cNvPr>
              <p:cNvSpPr/>
              <p:nvPr/>
            </p:nvSpPr>
            <p:spPr>
              <a:xfrm>
                <a:off x="3961136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g2244">
                <a:extLst>
                  <a:ext uri="{FF2B5EF4-FFF2-40B4-BE49-F238E27FC236}">
                    <a16:creationId xmlns:a16="http://schemas.microsoft.com/office/drawing/2014/main" id="{6CF58FBE-B625-0C32-1FD1-B8300A20AEBF}"/>
                  </a:ext>
                </a:extLst>
              </p:cNvPr>
              <p:cNvSpPr/>
              <p:nvPr/>
            </p:nvSpPr>
            <p:spPr>
              <a:xfrm>
                <a:off x="3972774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g2245">
                <a:extLst>
                  <a:ext uri="{FF2B5EF4-FFF2-40B4-BE49-F238E27FC236}">
                    <a16:creationId xmlns:a16="http://schemas.microsoft.com/office/drawing/2014/main" id="{AB57A42B-2979-F7F1-5713-B0453D7CBA01}"/>
                  </a:ext>
                </a:extLst>
              </p:cNvPr>
              <p:cNvSpPr/>
              <p:nvPr/>
            </p:nvSpPr>
            <p:spPr>
              <a:xfrm>
                <a:off x="3984411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g2246">
                <a:extLst>
                  <a:ext uri="{FF2B5EF4-FFF2-40B4-BE49-F238E27FC236}">
                    <a16:creationId xmlns:a16="http://schemas.microsoft.com/office/drawing/2014/main" id="{2FE24EAC-7555-FF1B-431E-B103F51DD80A}"/>
                  </a:ext>
                </a:extLst>
              </p:cNvPr>
              <p:cNvSpPr/>
              <p:nvPr/>
            </p:nvSpPr>
            <p:spPr>
              <a:xfrm>
                <a:off x="399604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g2247">
                <a:extLst>
                  <a:ext uri="{FF2B5EF4-FFF2-40B4-BE49-F238E27FC236}">
                    <a16:creationId xmlns:a16="http://schemas.microsoft.com/office/drawing/2014/main" id="{BD2A7B41-DBDA-6DAB-EE5C-28E758B5C884}"/>
                  </a:ext>
                </a:extLst>
              </p:cNvPr>
              <p:cNvSpPr/>
              <p:nvPr/>
            </p:nvSpPr>
            <p:spPr>
              <a:xfrm>
                <a:off x="4543003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g2248">
                <a:extLst>
                  <a:ext uri="{FF2B5EF4-FFF2-40B4-BE49-F238E27FC236}">
                    <a16:creationId xmlns:a16="http://schemas.microsoft.com/office/drawing/2014/main" id="{00829881-0540-5479-0DCC-F3C718182377}"/>
                  </a:ext>
                </a:extLst>
              </p:cNvPr>
              <p:cNvSpPr/>
              <p:nvPr/>
            </p:nvSpPr>
            <p:spPr>
              <a:xfrm>
                <a:off x="455464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g2249">
                <a:extLst>
                  <a:ext uri="{FF2B5EF4-FFF2-40B4-BE49-F238E27FC236}">
                    <a16:creationId xmlns:a16="http://schemas.microsoft.com/office/drawing/2014/main" id="{E37FDEAD-31D1-A8A9-689A-3C59989C93A0}"/>
                  </a:ext>
                </a:extLst>
              </p:cNvPr>
              <p:cNvSpPr/>
              <p:nvPr/>
            </p:nvSpPr>
            <p:spPr>
              <a:xfrm>
                <a:off x="456627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g2250">
                <a:extLst>
                  <a:ext uri="{FF2B5EF4-FFF2-40B4-BE49-F238E27FC236}">
                    <a16:creationId xmlns:a16="http://schemas.microsoft.com/office/drawing/2014/main" id="{25251040-0217-914A-0C71-D360FB0C6F20}"/>
                  </a:ext>
                </a:extLst>
              </p:cNvPr>
              <p:cNvSpPr/>
              <p:nvPr/>
            </p:nvSpPr>
            <p:spPr>
              <a:xfrm>
                <a:off x="4577915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g2251">
                <a:extLst>
                  <a:ext uri="{FF2B5EF4-FFF2-40B4-BE49-F238E27FC236}">
                    <a16:creationId xmlns:a16="http://schemas.microsoft.com/office/drawing/2014/main" id="{CE647DF1-493A-9978-159C-3FCDEB8AE36E}"/>
                  </a:ext>
                </a:extLst>
              </p:cNvPr>
              <p:cNvSpPr/>
              <p:nvPr/>
            </p:nvSpPr>
            <p:spPr>
              <a:xfrm>
                <a:off x="4589552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g2252">
                <a:extLst>
                  <a:ext uri="{FF2B5EF4-FFF2-40B4-BE49-F238E27FC236}">
                    <a16:creationId xmlns:a16="http://schemas.microsoft.com/office/drawing/2014/main" id="{C0DD1965-014F-706E-7F6B-246374327AD7}"/>
                  </a:ext>
                </a:extLst>
              </p:cNvPr>
              <p:cNvSpPr/>
              <p:nvPr/>
            </p:nvSpPr>
            <p:spPr>
              <a:xfrm>
                <a:off x="3774939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g2253">
                <a:extLst>
                  <a:ext uri="{FF2B5EF4-FFF2-40B4-BE49-F238E27FC236}">
                    <a16:creationId xmlns:a16="http://schemas.microsoft.com/office/drawing/2014/main" id="{C720D718-6A53-41D2-7FA4-8B6ED18B0600}"/>
                  </a:ext>
                </a:extLst>
              </p:cNvPr>
              <p:cNvSpPr/>
              <p:nvPr/>
            </p:nvSpPr>
            <p:spPr>
              <a:xfrm>
                <a:off x="378657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g2254">
                <a:extLst>
                  <a:ext uri="{FF2B5EF4-FFF2-40B4-BE49-F238E27FC236}">
                    <a16:creationId xmlns:a16="http://schemas.microsoft.com/office/drawing/2014/main" id="{557470FD-36A5-711E-C510-DC832FE9D766}"/>
                  </a:ext>
                </a:extLst>
              </p:cNvPr>
              <p:cNvSpPr/>
              <p:nvPr/>
            </p:nvSpPr>
            <p:spPr>
              <a:xfrm>
                <a:off x="384476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g2255">
                <a:extLst>
                  <a:ext uri="{FF2B5EF4-FFF2-40B4-BE49-F238E27FC236}">
                    <a16:creationId xmlns:a16="http://schemas.microsoft.com/office/drawing/2014/main" id="{41AA57B9-09F0-1ED1-7A0D-A465ECF708D2}"/>
                  </a:ext>
                </a:extLst>
              </p:cNvPr>
              <p:cNvSpPr/>
              <p:nvPr/>
            </p:nvSpPr>
            <p:spPr>
              <a:xfrm>
                <a:off x="385640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g2256">
                <a:extLst>
                  <a:ext uri="{FF2B5EF4-FFF2-40B4-BE49-F238E27FC236}">
                    <a16:creationId xmlns:a16="http://schemas.microsoft.com/office/drawing/2014/main" id="{C44A83B1-29B5-1257-D043-35C180E263AD}"/>
                  </a:ext>
                </a:extLst>
              </p:cNvPr>
              <p:cNvSpPr/>
              <p:nvPr/>
            </p:nvSpPr>
            <p:spPr>
              <a:xfrm>
                <a:off x="386803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g2257">
                <a:extLst>
                  <a:ext uri="{FF2B5EF4-FFF2-40B4-BE49-F238E27FC236}">
                    <a16:creationId xmlns:a16="http://schemas.microsoft.com/office/drawing/2014/main" id="{6F50CFBC-4A07-B60F-4A17-715903AF51C1}"/>
                  </a:ext>
                </a:extLst>
              </p:cNvPr>
              <p:cNvSpPr/>
              <p:nvPr/>
            </p:nvSpPr>
            <p:spPr>
              <a:xfrm>
                <a:off x="387967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g2258">
                <a:extLst>
                  <a:ext uri="{FF2B5EF4-FFF2-40B4-BE49-F238E27FC236}">
                    <a16:creationId xmlns:a16="http://schemas.microsoft.com/office/drawing/2014/main" id="{DC4B9866-B4F1-7920-6E20-D56324114BF5}"/>
                  </a:ext>
                </a:extLst>
              </p:cNvPr>
              <p:cNvSpPr/>
              <p:nvPr/>
            </p:nvSpPr>
            <p:spPr>
              <a:xfrm>
                <a:off x="389131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g2259">
                <a:extLst>
                  <a:ext uri="{FF2B5EF4-FFF2-40B4-BE49-F238E27FC236}">
                    <a16:creationId xmlns:a16="http://schemas.microsoft.com/office/drawing/2014/main" id="{B3587499-7D48-165D-19C3-FE015C15362A}"/>
                  </a:ext>
                </a:extLst>
              </p:cNvPr>
              <p:cNvSpPr/>
              <p:nvPr/>
            </p:nvSpPr>
            <p:spPr>
              <a:xfrm>
                <a:off x="390295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g2260">
                <a:extLst>
                  <a:ext uri="{FF2B5EF4-FFF2-40B4-BE49-F238E27FC236}">
                    <a16:creationId xmlns:a16="http://schemas.microsoft.com/office/drawing/2014/main" id="{3FDED421-E50A-34CB-C2B8-837E09801829}"/>
                  </a:ext>
                </a:extLst>
              </p:cNvPr>
              <p:cNvSpPr/>
              <p:nvPr/>
            </p:nvSpPr>
            <p:spPr>
              <a:xfrm>
                <a:off x="3949499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g2261">
                <a:extLst>
                  <a:ext uri="{FF2B5EF4-FFF2-40B4-BE49-F238E27FC236}">
                    <a16:creationId xmlns:a16="http://schemas.microsoft.com/office/drawing/2014/main" id="{3F320682-AB65-D25B-244C-AAF759C014AF}"/>
                  </a:ext>
                </a:extLst>
              </p:cNvPr>
              <p:cNvSpPr/>
              <p:nvPr/>
            </p:nvSpPr>
            <p:spPr>
              <a:xfrm>
                <a:off x="396113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g2262">
                <a:extLst>
                  <a:ext uri="{FF2B5EF4-FFF2-40B4-BE49-F238E27FC236}">
                    <a16:creationId xmlns:a16="http://schemas.microsoft.com/office/drawing/2014/main" id="{5145FD09-76EB-3121-CAA0-D0564A980E91}"/>
                  </a:ext>
                </a:extLst>
              </p:cNvPr>
              <p:cNvSpPr/>
              <p:nvPr/>
            </p:nvSpPr>
            <p:spPr>
              <a:xfrm>
                <a:off x="3972774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g2263">
                <a:extLst>
                  <a:ext uri="{FF2B5EF4-FFF2-40B4-BE49-F238E27FC236}">
                    <a16:creationId xmlns:a16="http://schemas.microsoft.com/office/drawing/2014/main" id="{82844E83-AE6B-DC3E-062D-64D6C8F98469}"/>
                  </a:ext>
                </a:extLst>
              </p:cNvPr>
              <p:cNvSpPr/>
              <p:nvPr/>
            </p:nvSpPr>
            <p:spPr>
              <a:xfrm>
                <a:off x="3984411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g2264">
                <a:extLst>
                  <a:ext uri="{FF2B5EF4-FFF2-40B4-BE49-F238E27FC236}">
                    <a16:creationId xmlns:a16="http://schemas.microsoft.com/office/drawing/2014/main" id="{5FE49130-C902-DEE6-2A4D-E2B2D33900F4}"/>
                  </a:ext>
                </a:extLst>
              </p:cNvPr>
              <p:cNvSpPr/>
              <p:nvPr/>
            </p:nvSpPr>
            <p:spPr>
              <a:xfrm>
                <a:off x="399604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g2265">
                <a:extLst>
                  <a:ext uri="{FF2B5EF4-FFF2-40B4-BE49-F238E27FC236}">
                    <a16:creationId xmlns:a16="http://schemas.microsoft.com/office/drawing/2014/main" id="{BF55562D-605B-26EE-0B39-D71E8D2CDFC9}"/>
                  </a:ext>
                </a:extLst>
              </p:cNvPr>
              <p:cNvSpPr/>
              <p:nvPr/>
            </p:nvSpPr>
            <p:spPr>
              <a:xfrm>
                <a:off x="400768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g2266">
                <a:extLst>
                  <a:ext uri="{FF2B5EF4-FFF2-40B4-BE49-F238E27FC236}">
                    <a16:creationId xmlns:a16="http://schemas.microsoft.com/office/drawing/2014/main" id="{81266499-9384-5A49-5510-1603CCEF06E3}"/>
                  </a:ext>
                </a:extLst>
              </p:cNvPr>
              <p:cNvSpPr/>
              <p:nvPr/>
            </p:nvSpPr>
            <p:spPr>
              <a:xfrm>
                <a:off x="401932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g2267">
                <a:extLst>
                  <a:ext uri="{FF2B5EF4-FFF2-40B4-BE49-F238E27FC236}">
                    <a16:creationId xmlns:a16="http://schemas.microsoft.com/office/drawing/2014/main" id="{BE21550D-13C9-EA8C-C9D4-F72673A992B0}"/>
                  </a:ext>
                </a:extLst>
              </p:cNvPr>
              <p:cNvSpPr/>
              <p:nvPr/>
            </p:nvSpPr>
            <p:spPr>
              <a:xfrm>
                <a:off x="403096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g2268">
                <a:extLst>
                  <a:ext uri="{FF2B5EF4-FFF2-40B4-BE49-F238E27FC236}">
                    <a16:creationId xmlns:a16="http://schemas.microsoft.com/office/drawing/2014/main" id="{5BDD31E3-3719-6349-514F-C911CA5090C9}"/>
                  </a:ext>
                </a:extLst>
              </p:cNvPr>
              <p:cNvSpPr/>
              <p:nvPr/>
            </p:nvSpPr>
            <p:spPr>
              <a:xfrm>
                <a:off x="404259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g2269">
                <a:extLst>
                  <a:ext uri="{FF2B5EF4-FFF2-40B4-BE49-F238E27FC236}">
                    <a16:creationId xmlns:a16="http://schemas.microsoft.com/office/drawing/2014/main" id="{C4448058-87A3-9CF5-73E3-835EAF901DB9}"/>
                  </a:ext>
                </a:extLst>
              </p:cNvPr>
              <p:cNvSpPr/>
              <p:nvPr/>
            </p:nvSpPr>
            <p:spPr>
              <a:xfrm>
                <a:off x="405423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g2270">
                <a:extLst>
                  <a:ext uri="{FF2B5EF4-FFF2-40B4-BE49-F238E27FC236}">
                    <a16:creationId xmlns:a16="http://schemas.microsoft.com/office/drawing/2014/main" id="{EF903EE4-F298-9F89-A07F-C6A90C45247C}"/>
                  </a:ext>
                </a:extLst>
              </p:cNvPr>
              <p:cNvSpPr/>
              <p:nvPr/>
            </p:nvSpPr>
            <p:spPr>
              <a:xfrm>
                <a:off x="406587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g2271">
                <a:extLst>
                  <a:ext uri="{FF2B5EF4-FFF2-40B4-BE49-F238E27FC236}">
                    <a16:creationId xmlns:a16="http://schemas.microsoft.com/office/drawing/2014/main" id="{A49BD00B-1D0A-3643-A69B-9F21ECD05178}"/>
                  </a:ext>
                </a:extLst>
              </p:cNvPr>
              <p:cNvSpPr/>
              <p:nvPr/>
            </p:nvSpPr>
            <p:spPr>
              <a:xfrm>
                <a:off x="407751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g2272">
                <a:extLst>
                  <a:ext uri="{FF2B5EF4-FFF2-40B4-BE49-F238E27FC236}">
                    <a16:creationId xmlns:a16="http://schemas.microsoft.com/office/drawing/2014/main" id="{D1A8B47A-912A-61A2-6B3D-B0D70D6B3900}"/>
                  </a:ext>
                </a:extLst>
              </p:cNvPr>
              <p:cNvSpPr/>
              <p:nvPr/>
            </p:nvSpPr>
            <p:spPr>
              <a:xfrm>
                <a:off x="454300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g2273">
                <a:extLst>
                  <a:ext uri="{FF2B5EF4-FFF2-40B4-BE49-F238E27FC236}">
                    <a16:creationId xmlns:a16="http://schemas.microsoft.com/office/drawing/2014/main" id="{E150B08E-61B8-973E-5975-03F7CE8EB3C3}"/>
                  </a:ext>
                </a:extLst>
              </p:cNvPr>
              <p:cNvSpPr/>
              <p:nvPr/>
            </p:nvSpPr>
            <p:spPr>
              <a:xfrm>
                <a:off x="455464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g2274">
                <a:extLst>
                  <a:ext uri="{FF2B5EF4-FFF2-40B4-BE49-F238E27FC236}">
                    <a16:creationId xmlns:a16="http://schemas.microsoft.com/office/drawing/2014/main" id="{98A26D8E-20E2-8902-5B8A-B0AFFD59CFA5}"/>
                  </a:ext>
                </a:extLst>
              </p:cNvPr>
              <p:cNvSpPr/>
              <p:nvPr/>
            </p:nvSpPr>
            <p:spPr>
              <a:xfrm>
                <a:off x="456627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g2275">
                <a:extLst>
                  <a:ext uri="{FF2B5EF4-FFF2-40B4-BE49-F238E27FC236}">
                    <a16:creationId xmlns:a16="http://schemas.microsoft.com/office/drawing/2014/main" id="{3D3ECC59-81F0-465D-37A0-C11309D4BA04}"/>
                  </a:ext>
                </a:extLst>
              </p:cNvPr>
              <p:cNvSpPr/>
              <p:nvPr/>
            </p:nvSpPr>
            <p:spPr>
              <a:xfrm>
                <a:off x="457791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g2276">
                <a:extLst>
                  <a:ext uri="{FF2B5EF4-FFF2-40B4-BE49-F238E27FC236}">
                    <a16:creationId xmlns:a16="http://schemas.microsoft.com/office/drawing/2014/main" id="{6B657600-5C40-4137-86A5-A67F298F9B6A}"/>
                  </a:ext>
                </a:extLst>
              </p:cNvPr>
              <p:cNvSpPr/>
              <p:nvPr/>
            </p:nvSpPr>
            <p:spPr>
              <a:xfrm>
                <a:off x="458955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g2277">
                <a:extLst>
                  <a:ext uri="{FF2B5EF4-FFF2-40B4-BE49-F238E27FC236}">
                    <a16:creationId xmlns:a16="http://schemas.microsoft.com/office/drawing/2014/main" id="{470A5488-F79F-6FF9-3884-42ADD3323149}"/>
                  </a:ext>
                </a:extLst>
              </p:cNvPr>
              <p:cNvSpPr/>
              <p:nvPr/>
            </p:nvSpPr>
            <p:spPr>
              <a:xfrm>
                <a:off x="362365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g2278">
                <a:extLst>
                  <a:ext uri="{FF2B5EF4-FFF2-40B4-BE49-F238E27FC236}">
                    <a16:creationId xmlns:a16="http://schemas.microsoft.com/office/drawing/2014/main" id="{1F1F270E-7852-ECF9-7DA8-C3946C5C2A9E}"/>
                  </a:ext>
                </a:extLst>
              </p:cNvPr>
              <p:cNvSpPr/>
              <p:nvPr/>
            </p:nvSpPr>
            <p:spPr>
              <a:xfrm>
                <a:off x="363529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g2279">
                <a:extLst>
                  <a:ext uri="{FF2B5EF4-FFF2-40B4-BE49-F238E27FC236}">
                    <a16:creationId xmlns:a16="http://schemas.microsoft.com/office/drawing/2014/main" id="{FF2E7F18-DC41-9397-873D-09FDDF4ACCB9}"/>
                  </a:ext>
                </a:extLst>
              </p:cNvPr>
              <p:cNvSpPr/>
              <p:nvPr/>
            </p:nvSpPr>
            <p:spPr>
              <a:xfrm>
                <a:off x="364692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g2280">
                <a:extLst>
                  <a:ext uri="{FF2B5EF4-FFF2-40B4-BE49-F238E27FC236}">
                    <a16:creationId xmlns:a16="http://schemas.microsoft.com/office/drawing/2014/main" id="{63774E97-884F-123F-7E3B-07961AE944D3}"/>
                  </a:ext>
                </a:extLst>
              </p:cNvPr>
              <p:cNvSpPr/>
              <p:nvPr/>
            </p:nvSpPr>
            <p:spPr>
              <a:xfrm>
                <a:off x="365856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g2281">
                <a:extLst>
                  <a:ext uri="{FF2B5EF4-FFF2-40B4-BE49-F238E27FC236}">
                    <a16:creationId xmlns:a16="http://schemas.microsoft.com/office/drawing/2014/main" id="{C3137F52-9033-12F6-7CC2-86D353C500FB}"/>
                  </a:ext>
                </a:extLst>
              </p:cNvPr>
              <p:cNvSpPr/>
              <p:nvPr/>
            </p:nvSpPr>
            <p:spPr>
              <a:xfrm>
                <a:off x="367020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g2282">
                <a:extLst>
                  <a:ext uri="{FF2B5EF4-FFF2-40B4-BE49-F238E27FC236}">
                    <a16:creationId xmlns:a16="http://schemas.microsoft.com/office/drawing/2014/main" id="{F10E2FF0-86AF-0F40-F926-099EAE5F8116}"/>
                  </a:ext>
                </a:extLst>
              </p:cNvPr>
              <p:cNvSpPr/>
              <p:nvPr/>
            </p:nvSpPr>
            <p:spPr>
              <a:xfrm>
                <a:off x="372839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g2283">
                <a:extLst>
                  <a:ext uri="{FF2B5EF4-FFF2-40B4-BE49-F238E27FC236}">
                    <a16:creationId xmlns:a16="http://schemas.microsoft.com/office/drawing/2014/main" id="{3D9F6A26-2111-6096-1D0C-69064160E688}"/>
                  </a:ext>
                </a:extLst>
              </p:cNvPr>
              <p:cNvSpPr/>
              <p:nvPr/>
            </p:nvSpPr>
            <p:spPr>
              <a:xfrm>
                <a:off x="374002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g2284">
                <a:extLst>
                  <a:ext uri="{FF2B5EF4-FFF2-40B4-BE49-F238E27FC236}">
                    <a16:creationId xmlns:a16="http://schemas.microsoft.com/office/drawing/2014/main" id="{888F412F-2E82-3274-F1C7-13513B90F2B9}"/>
                  </a:ext>
                </a:extLst>
              </p:cNvPr>
              <p:cNvSpPr/>
              <p:nvPr/>
            </p:nvSpPr>
            <p:spPr>
              <a:xfrm>
                <a:off x="375166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g2285">
                <a:extLst>
                  <a:ext uri="{FF2B5EF4-FFF2-40B4-BE49-F238E27FC236}">
                    <a16:creationId xmlns:a16="http://schemas.microsoft.com/office/drawing/2014/main" id="{11B27980-CC39-4273-EB22-670EB6C3429A}"/>
                  </a:ext>
                </a:extLst>
              </p:cNvPr>
              <p:cNvSpPr/>
              <p:nvPr/>
            </p:nvSpPr>
            <p:spPr>
              <a:xfrm>
                <a:off x="376330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g2286">
                <a:extLst>
                  <a:ext uri="{FF2B5EF4-FFF2-40B4-BE49-F238E27FC236}">
                    <a16:creationId xmlns:a16="http://schemas.microsoft.com/office/drawing/2014/main" id="{0392641F-BD65-20BA-E101-A990FC579DC8}"/>
                  </a:ext>
                </a:extLst>
              </p:cNvPr>
              <p:cNvSpPr/>
              <p:nvPr/>
            </p:nvSpPr>
            <p:spPr>
              <a:xfrm>
                <a:off x="377493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g2287">
                <a:extLst>
                  <a:ext uri="{FF2B5EF4-FFF2-40B4-BE49-F238E27FC236}">
                    <a16:creationId xmlns:a16="http://schemas.microsoft.com/office/drawing/2014/main" id="{8B05B782-C6C3-6AD1-46D1-4950C0D66E4E}"/>
                  </a:ext>
                </a:extLst>
              </p:cNvPr>
              <p:cNvSpPr/>
              <p:nvPr/>
            </p:nvSpPr>
            <p:spPr>
              <a:xfrm>
                <a:off x="378657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g2288">
                <a:extLst>
                  <a:ext uri="{FF2B5EF4-FFF2-40B4-BE49-F238E27FC236}">
                    <a16:creationId xmlns:a16="http://schemas.microsoft.com/office/drawing/2014/main" id="{B6ECC01B-2E8A-EDF2-5859-AA97B0299262}"/>
                  </a:ext>
                </a:extLst>
              </p:cNvPr>
              <p:cNvSpPr/>
              <p:nvPr/>
            </p:nvSpPr>
            <p:spPr>
              <a:xfrm>
                <a:off x="379821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g2289">
                <a:extLst>
                  <a:ext uri="{FF2B5EF4-FFF2-40B4-BE49-F238E27FC236}">
                    <a16:creationId xmlns:a16="http://schemas.microsoft.com/office/drawing/2014/main" id="{7F9D4DAE-91BF-3EB9-0D29-F09E9E9BF046}"/>
                  </a:ext>
                </a:extLst>
              </p:cNvPr>
              <p:cNvSpPr/>
              <p:nvPr/>
            </p:nvSpPr>
            <p:spPr>
              <a:xfrm>
                <a:off x="380985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g2290">
                <a:extLst>
                  <a:ext uri="{FF2B5EF4-FFF2-40B4-BE49-F238E27FC236}">
                    <a16:creationId xmlns:a16="http://schemas.microsoft.com/office/drawing/2014/main" id="{4D93E26D-0A0A-BF3E-55CC-D8D5055ECA57}"/>
                  </a:ext>
                </a:extLst>
              </p:cNvPr>
              <p:cNvSpPr/>
              <p:nvPr/>
            </p:nvSpPr>
            <p:spPr>
              <a:xfrm>
                <a:off x="382148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g2291">
                <a:extLst>
                  <a:ext uri="{FF2B5EF4-FFF2-40B4-BE49-F238E27FC236}">
                    <a16:creationId xmlns:a16="http://schemas.microsoft.com/office/drawing/2014/main" id="{EA28EF87-6E22-DC3F-73A8-83F40F7677BC}"/>
                  </a:ext>
                </a:extLst>
              </p:cNvPr>
              <p:cNvSpPr/>
              <p:nvPr/>
            </p:nvSpPr>
            <p:spPr>
              <a:xfrm>
                <a:off x="383312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g2292">
                <a:extLst>
                  <a:ext uri="{FF2B5EF4-FFF2-40B4-BE49-F238E27FC236}">
                    <a16:creationId xmlns:a16="http://schemas.microsoft.com/office/drawing/2014/main" id="{14944BDD-DC75-C160-6B3D-D54B31B0FD61}"/>
                  </a:ext>
                </a:extLst>
              </p:cNvPr>
              <p:cNvSpPr/>
              <p:nvPr/>
            </p:nvSpPr>
            <p:spPr>
              <a:xfrm>
                <a:off x="384476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g2293">
                <a:extLst>
                  <a:ext uri="{FF2B5EF4-FFF2-40B4-BE49-F238E27FC236}">
                    <a16:creationId xmlns:a16="http://schemas.microsoft.com/office/drawing/2014/main" id="{CA604FA6-1DBA-8F3D-EDB2-1AEEBCB22BF8}"/>
                  </a:ext>
                </a:extLst>
              </p:cNvPr>
              <p:cNvSpPr/>
              <p:nvPr/>
            </p:nvSpPr>
            <p:spPr>
              <a:xfrm>
                <a:off x="385640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g2294">
                <a:extLst>
                  <a:ext uri="{FF2B5EF4-FFF2-40B4-BE49-F238E27FC236}">
                    <a16:creationId xmlns:a16="http://schemas.microsoft.com/office/drawing/2014/main" id="{CE8E3BC8-A6E9-86EB-4465-ACC93EC9E1B7}"/>
                  </a:ext>
                </a:extLst>
              </p:cNvPr>
              <p:cNvSpPr/>
              <p:nvPr/>
            </p:nvSpPr>
            <p:spPr>
              <a:xfrm>
                <a:off x="386803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g2295">
                <a:extLst>
                  <a:ext uri="{FF2B5EF4-FFF2-40B4-BE49-F238E27FC236}">
                    <a16:creationId xmlns:a16="http://schemas.microsoft.com/office/drawing/2014/main" id="{36D0D53A-BE4E-49B3-CE36-8B8496B1963F}"/>
                  </a:ext>
                </a:extLst>
              </p:cNvPr>
              <p:cNvSpPr/>
              <p:nvPr/>
            </p:nvSpPr>
            <p:spPr>
              <a:xfrm>
                <a:off x="387967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g2296">
                <a:extLst>
                  <a:ext uri="{FF2B5EF4-FFF2-40B4-BE49-F238E27FC236}">
                    <a16:creationId xmlns:a16="http://schemas.microsoft.com/office/drawing/2014/main" id="{EB5CEF89-E408-AA88-464E-57AAFE4326CD}"/>
                  </a:ext>
                </a:extLst>
              </p:cNvPr>
              <p:cNvSpPr/>
              <p:nvPr/>
            </p:nvSpPr>
            <p:spPr>
              <a:xfrm>
                <a:off x="389131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g2297">
                <a:extLst>
                  <a:ext uri="{FF2B5EF4-FFF2-40B4-BE49-F238E27FC236}">
                    <a16:creationId xmlns:a16="http://schemas.microsoft.com/office/drawing/2014/main" id="{DDBA3CCF-1DCA-5D9B-B913-B074DD0B8475}"/>
                  </a:ext>
                </a:extLst>
              </p:cNvPr>
              <p:cNvSpPr/>
              <p:nvPr/>
            </p:nvSpPr>
            <p:spPr>
              <a:xfrm>
                <a:off x="390295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g2298">
                <a:extLst>
                  <a:ext uri="{FF2B5EF4-FFF2-40B4-BE49-F238E27FC236}">
                    <a16:creationId xmlns:a16="http://schemas.microsoft.com/office/drawing/2014/main" id="{6241611C-47D2-6685-A99C-A924BF452852}"/>
                  </a:ext>
                </a:extLst>
              </p:cNvPr>
              <p:cNvSpPr/>
              <p:nvPr/>
            </p:nvSpPr>
            <p:spPr>
              <a:xfrm>
                <a:off x="391458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g2299">
                <a:extLst>
                  <a:ext uri="{FF2B5EF4-FFF2-40B4-BE49-F238E27FC236}">
                    <a16:creationId xmlns:a16="http://schemas.microsoft.com/office/drawing/2014/main" id="{A416D248-AC98-5B22-7AB7-581E8B41B5BD}"/>
                  </a:ext>
                </a:extLst>
              </p:cNvPr>
              <p:cNvSpPr/>
              <p:nvPr/>
            </p:nvSpPr>
            <p:spPr>
              <a:xfrm>
                <a:off x="392622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g2300">
                <a:extLst>
                  <a:ext uri="{FF2B5EF4-FFF2-40B4-BE49-F238E27FC236}">
                    <a16:creationId xmlns:a16="http://schemas.microsoft.com/office/drawing/2014/main" id="{9A151FD3-4261-072A-908F-A1AAAB14D423}"/>
                  </a:ext>
                </a:extLst>
              </p:cNvPr>
              <p:cNvSpPr/>
              <p:nvPr/>
            </p:nvSpPr>
            <p:spPr>
              <a:xfrm>
                <a:off x="393786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g2301">
                <a:extLst>
                  <a:ext uri="{FF2B5EF4-FFF2-40B4-BE49-F238E27FC236}">
                    <a16:creationId xmlns:a16="http://schemas.microsoft.com/office/drawing/2014/main" id="{413DFBD4-A718-D7A5-8481-005F110E10DC}"/>
                  </a:ext>
                </a:extLst>
              </p:cNvPr>
              <p:cNvSpPr/>
              <p:nvPr/>
            </p:nvSpPr>
            <p:spPr>
              <a:xfrm>
                <a:off x="394949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g2302">
                <a:extLst>
                  <a:ext uri="{FF2B5EF4-FFF2-40B4-BE49-F238E27FC236}">
                    <a16:creationId xmlns:a16="http://schemas.microsoft.com/office/drawing/2014/main" id="{41EB5146-1CAC-F5F1-277E-0529C8AFA191}"/>
                  </a:ext>
                </a:extLst>
              </p:cNvPr>
              <p:cNvSpPr/>
              <p:nvPr/>
            </p:nvSpPr>
            <p:spPr>
              <a:xfrm>
                <a:off x="396113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g2303">
                <a:extLst>
                  <a:ext uri="{FF2B5EF4-FFF2-40B4-BE49-F238E27FC236}">
                    <a16:creationId xmlns:a16="http://schemas.microsoft.com/office/drawing/2014/main" id="{EADA75AF-B527-B923-0994-548995A69ACE}"/>
                  </a:ext>
                </a:extLst>
              </p:cNvPr>
              <p:cNvSpPr/>
              <p:nvPr/>
            </p:nvSpPr>
            <p:spPr>
              <a:xfrm>
                <a:off x="397277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g2304">
                <a:extLst>
                  <a:ext uri="{FF2B5EF4-FFF2-40B4-BE49-F238E27FC236}">
                    <a16:creationId xmlns:a16="http://schemas.microsoft.com/office/drawing/2014/main" id="{72BD1217-6B36-A067-647A-CE23B5F73DBE}"/>
                  </a:ext>
                </a:extLst>
              </p:cNvPr>
              <p:cNvSpPr/>
              <p:nvPr/>
            </p:nvSpPr>
            <p:spPr>
              <a:xfrm>
                <a:off x="398441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g2305">
                <a:extLst>
                  <a:ext uri="{FF2B5EF4-FFF2-40B4-BE49-F238E27FC236}">
                    <a16:creationId xmlns:a16="http://schemas.microsoft.com/office/drawing/2014/main" id="{40ED9078-252E-6217-05FD-B48022C7BC04}"/>
                  </a:ext>
                </a:extLst>
              </p:cNvPr>
              <p:cNvSpPr/>
              <p:nvPr/>
            </p:nvSpPr>
            <p:spPr>
              <a:xfrm>
                <a:off x="399604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g2306">
                <a:extLst>
                  <a:ext uri="{FF2B5EF4-FFF2-40B4-BE49-F238E27FC236}">
                    <a16:creationId xmlns:a16="http://schemas.microsoft.com/office/drawing/2014/main" id="{E316AB6E-215A-05D9-68C5-CDE99A7F5031}"/>
                  </a:ext>
                </a:extLst>
              </p:cNvPr>
              <p:cNvSpPr/>
              <p:nvPr/>
            </p:nvSpPr>
            <p:spPr>
              <a:xfrm>
                <a:off x="400768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g2307">
                <a:extLst>
                  <a:ext uri="{FF2B5EF4-FFF2-40B4-BE49-F238E27FC236}">
                    <a16:creationId xmlns:a16="http://schemas.microsoft.com/office/drawing/2014/main" id="{DFD57E80-3D2C-F620-462B-61F3614EBB2E}"/>
                  </a:ext>
                </a:extLst>
              </p:cNvPr>
              <p:cNvSpPr/>
              <p:nvPr/>
            </p:nvSpPr>
            <p:spPr>
              <a:xfrm>
                <a:off x="401932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g2308">
                <a:extLst>
                  <a:ext uri="{FF2B5EF4-FFF2-40B4-BE49-F238E27FC236}">
                    <a16:creationId xmlns:a16="http://schemas.microsoft.com/office/drawing/2014/main" id="{6C79E26B-06B1-5D4A-7A91-32FEF5714594}"/>
                  </a:ext>
                </a:extLst>
              </p:cNvPr>
              <p:cNvSpPr/>
              <p:nvPr/>
            </p:nvSpPr>
            <p:spPr>
              <a:xfrm>
                <a:off x="403096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g2309">
                <a:extLst>
                  <a:ext uri="{FF2B5EF4-FFF2-40B4-BE49-F238E27FC236}">
                    <a16:creationId xmlns:a16="http://schemas.microsoft.com/office/drawing/2014/main" id="{35CD596A-00D0-DA1F-5F5C-99E0C249C15C}"/>
                  </a:ext>
                </a:extLst>
              </p:cNvPr>
              <p:cNvSpPr/>
              <p:nvPr/>
            </p:nvSpPr>
            <p:spPr>
              <a:xfrm>
                <a:off x="404259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g2310">
                <a:extLst>
                  <a:ext uri="{FF2B5EF4-FFF2-40B4-BE49-F238E27FC236}">
                    <a16:creationId xmlns:a16="http://schemas.microsoft.com/office/drawing/2014/main" id="{4381ECEC-8A32-C410-12B4-BD7D68E170DC}"/>
                  </a:ext>
                </a:extLst>
              </p:cNvPr>
              <p:cNvSpPr/>
              <p:nvPr/>
            </p:nvSpPr>
            <p:spPr>
              <a:xfrm>
                <a:off x="405423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g2311">
                <a:extLst>
                  <a:ext uri="{FF2B5EF4-FFF2-40B4-BE49-F238E27FC236}">
                    <a16:creationId xmlns:a16="http://schemas.microsoft.com/office/drawing/2014/main" id="{309780CD-2676-59EB-BD39-FE688F06D20D}"/>
                  </a:ext>
                </a:extLst>
              </p:cNvPr>
              <p:cNvSpPr/>
              <p:nvPr/>
            </p:nvSpPr>
            <p:spPr>
              <a:xfrm>
                <a:off x="406587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g2312">
                <a:extLst>
                  <a:ext uri="{FF2B5EF4-FFF2-40B4-BE49-F238E27FC236}">
                    <a16:creationId xmlns:a16="http://schemas.microsoft.com/office/drawing/2014/main" id="{71622C7D-951E-9DC9-3A48-A6126AB612EE}"/>
                  </a:ext>
                </a:extLst>
              </p:cNvPr>
              <p:cNvSpPr/>
              <p:nvPr/>
            </p:nvSpPr>
            <p:spPr>
              <a:xfrm>
                <a:off x="407751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g2313">
                <a:extLst>
                  <a:ext uri="{FF2B5EF4-FFF2-40B4-BE49-F238E27FC236}">
                    <a16:creationId xmlns:a16="http://schemas.microsoft.com/office/drawing/2014/main" id="{760EC60F-9E92-9E89-D8C4-35AA54FCB6AB}"/>
                  </a:ext>
                </a:extLst>
              </p:cNvPr>
              <p:cNvSpPr/>
              <p:nvPr/>
            </p:nvSpPr>
            <p:spPr>
              <a:xfrm>
                <a:off x="408914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g2314">
                <a:extLst>
                  <a:ext uri="{FF2B5EF4-FFF2-40B4-BE49-F238E27FC236}">
                    <a16:creationId xmlns:a16="http://schemas.microsoft.com/office/drawing/2014/main" id="{E6B77014-2283-FB6F-369E-B88292A385D3}"/>
                  </a:ext>
                </a:extLst>
              </p:cNvPr>
              <p:cNvSpPr/>
              <p:nvPr/>
            </p:nvSpPr>
            <p:spPr>
              <a:xfrm>
                <a:off x="412405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g2315">
                <a:extLst>
                  <a:ext uri="{FF2B5EF4-FFF2-40B4-BE49-F238E27FC236}">
                    <a16:creationId xmlns:a16="http://schemas.microsoft.com/office/drawing/2014/main" id="{658FC91A-45A7-56C6-48C4-7BB660C30A1A}"/>
                  </a:ext>
                </a:extLst>
              </p:cNvPr>
              <p:cNvSpPr/>
              <p:nvPr/>
            </p:nvSpPr>
            <p:spPr>
              <a:xfrm>
                <a:off x="454300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g2316">
                <a:extLst>
                  <a:ext uri="{FF2B5EF4-FFF2-40B4-BE49-F238E27FC236}">
                    <a16:creationId xmlns:a16="http://schemas.microsoft.com/office/drawing/2014/main" id="{07C1FE6A-6BCA-8852-88AA-014AC32968DF}"/>
                  </a:ext>
                </a:extLst>
              </p:cNvPr>
              <p:cNvSpPr/>
              <p:nvPr/>
            </p:nvSpPr>
            <p:spPr>
              <a:xfrm>
                <a:off x="455464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g2317">
                <a:extLst>
                  <a:ext uri="{FF2B5EF4-FFF2-40B4-BE49-F238E27FC236}">
                    <a16:creationId xmlns:a16="http://schemas.microsoft.com/office/drawing/2014/main" id="{616BFC8C-6C22-67C0-3D23-23D8FADD78DF}"/>
                  </a:ext>
                </a:extLst>
              </p:cNvPr>
              <p:cNvSpPr/>
              <p:nvPr/>
            </p:nvSpPr>
            <p:spPr>
              <a:xfrm>
                <a:off x="456627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g2318">
                <a:extLst>
                  <a:ext uri="{FF2B5EF4-FFF2-40B4-BE49-F238E27FC236}">
                    <a16:creationId xmlns:a16="http://schemas.microsoft.com/office/drawing/2014/main" id="{F73C3A00-55E6-AAFF-3FE8-E763DD8BE62D}"/>
                  </a:ext>
                </a:extLst>
              </p:cNvPr>
              <p:cNvSpPr/>
              <p:nvPr/>
            </p:nvSpPr>
            <p:spPr>
              <a:xfrm>
                <a:off x="457791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g2319">
                <a:extLst>
                  <a:ext uri="{FF2B5EF4-FFF2-40B4-BE49-F238E27FC236}">
                    <a16:creationId xmlns:a16="http://schemas.microsoft.com/office/drawing/2014/main" id="{C91AAD7F-1099-3A06-44A2-DE736ED321D0}"/>
                  </a:ext>
                </a:extLst>
              </p:cNvPr>
              <p:cNvSpPr/>
              <p:nvPr/>
            </p:nvSpPr>
            <p:spPr>
              <a:xfrm>
                <a:off x="458955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g2320">
                <a:extLst>
                  <a:ext uri="{FF2B5EF4-FFF2-40B4-BE49-F238E27FC236}">
                    <a16:creationId xmlns:a16="http://schemas.microsoft.com/office/drawing/2014/main" id="{D03549F1-F556-53AE-79C5-FCFB0A8F341A}"/>
                  </a:ext>
                </a:extLst>
              </p:cNvPr>
              <p:cNvSpPr/>
              <p:nvPr/>
            </p:nvSpPr>
            <p:spPr>
              <a:xfrm>
                <a:off x="361201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g2321">
                <a:extLst>
                  <a:ext uri="{FF2B5EF4-FFF2-40B4-BE49-F238E27FC236}">
                    <a16:creationId xmlns:a16="http://schemas.microsoft.com/office/drawing/2014/main" id="{58B68E6D-26E9-360F-7E8E-27788BEB1D41}"/>
                  </a:ext>
                </a:extLst>
              </p:cNvPr>
              <p:cNvSpPr/>
              <p:nvPr/>
            </p:nvSpPr>
            <p:spPr>
              <a:xfrm>
                <a:off x="362365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g2322">
                <a:extLst>
                  <a:ext uri="{FF2B5EF4-FFF2-40B4-BE49-F238E27FC236}">
                    <a16:creationId xmlns:a16="http://schemas.microsoft.com/office/drawing/2014/main" id="{3C9ECB5F-3252-7B57-6329-E40CE4843242}"/>
                  </a:ext>
                </a:extLst>
              </p:cNvPr>
              <p:cNvSpPr/>
              <p:nvPr/>
            </p:nvSpPr>
            <p:spPr>
              <a:xfrm>
                <a:off x="363529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g2323">
                <a:extLst>
                  <a:ext uri="{FF2B5EF4-FFF2-40B4-BE49-F238E27FC236}">
                    <a16:creationId xmlns:a16="http://schemas.microsoft.com/office/drawing/2014/main" id="{CA13575F-FB9D-1105-E35B-E2E3420184A1}"/>
                  </a:ext>
                </a:extLst>
              </p:cNvPr>
              <p:cNvSpPr/>
              <p:nvPr/>
            </p:nvSpPr>
            <p:spPr>
              <a:xfrm>
                <a:off x="364692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g2324">
                <a:extLst>
                  <a:ext uri="{FF2B5EF4-FFF2-40B4-BE49-F238E27FC236}">
                    <a16:creationId xmlns:a16="http://schemas.microsoft.com/office/drawing/2014/main" id="{2E6BAF56-AF4B-A1AA-459B-88AAF09ABD99}"/>
                  </a:ext>
                </a:extLst>
              </p:cNvPr>
              <p:cNvSpPr/>
              <p:nvPr/>
            </p:nvSpPr>
            <p:spPr>
              <a:xfrm>
                <a:off x="365856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g2325">
                <a:extLst>
                  <a:ext uri="{FF2B5EF4-FFF2-40B4-BE49-F238E27FC236}">
                    <a16:creationId xmlns:a16="http://schemas.microsoft.com/office/drawing/2014/main" id="{56875BE6-9A0C-B739-6144-BB418D2BBC0D}"/>
                  </a:ext>
                </a:extLst>
              </p:cNvPr>
              <p:cNvSpPr/>
              <p:nvPr/>
            </p:nvSpPr>
            <p:spPr>
              <a:xfrm>
                <a:off x="367020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g2326">
                <a:extLst>
                  <a:ext uri="{FF2B5EF4-FFF2-40B4-BE49-F238E27FC236}">
                    <a16:creationId xmlns:a16="http://schemas.microsoft.com/office/drawing/2014/main" id="{CB1C2406-7D20-E26F-770A-9B521CA2C3ED}"/>
                  </a:ext>
                </a:extLst>
              </p:cNvPr>
              <p:cNvSpPr/>
              <p:nvPr/>
            </p:nvSpPr>
            <p:spPr>
              <a:xfrm>
                <a:off x="368184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g2327">
                <a:extLst>
                  <a:ext uri="{FF2B5EF4-FFF2-40B4-BE49-F238E27FC236}">
                    <a16:creationId xmlns:a16="http://schemas.microsoft.com/office/drawing/2014/main" id="{2ECE01E5-C3FA-3532-14F8-386A69CE17C8}"/>
                  </a:ext>
                </a:extLst>
              </p:cNvPr>
              <p:cNvSpPr/>
              <p:nvPr/>
            </p:nvSpPr>
            <p:spPr>
              <a:xfrm>
                <a:off x="369347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g2328">
                <a:extLst>
                  <a:ext uri="{FF2B5EF4-FFF2-40B4-BE49-F238E27FC236}">
                    <a16:creationId xmlns:a16="http://schemas.microsoft.com/office/drawing/2014/main" id="{A9CD41D9-A3E2-1CC8-E817-D9E698E9E1CA}"/>
                  </a:ext>
                </a:extLst>
              </p:cNvPr>
              <p:cNvSpPr/>
              <p:nvPr/>
            </p:nvSpPr>
            <p:spPr>
              <a:xfrm>
                <a:off x="370511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g2329">
                <a:extLst>
                  <a:ext uri="{FF2B5EF4-FFF2-40B4-BE49-F238E27FC236}">
                    <a16:creationId xmlns:a16="http://schemas.microsoft.com/office/drawing/2014/main" id="{F4EF640E-A40D-A530-D92E-51B8711D3EB9}"/>
                  </a:ext>
                </a:extLst>
              </p:cNvPr>
              <p:cNvSpPr/>
              <p:nvPr/>
            </p:nvSpPr>
            <p:spPr>
              <a:xfrm>
                <a:off x="371675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g2330">
                <a:extLst>
                  <a:ext uri="{FF2B5EF4-FFF2-40B4-BE49-F238E27FC236}">
                    <a16:creationId xmlns:a16="http://schemas.microsoft.com/office/drawing/2014/main" id="{2DC709DD-9503-45FE-E57A-53309408B78D}"/>
                  </a:ext>
                </a:extLst>
              </p:cNvPr>
              <p:cNvSpPr/>
              <p:nvPr/>
            </p:nvSpPr>
            <p:spPr>
              <a:xfrm>
                <a:off x="372839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g2331">
                <a:extLst>
                  <a:ext uri="{FF2B5EF4-FFF2-40B4-BE49-F238E27FC236}">
                    <a16:creationId xmlns:a16="http://schemas.microsoft.com/office/drawing/2014/main" id="{10D61460-3AFF-8D38-9422-4D2BBD8E8567}"/>
                  </a:ext>
                </a:extLst>
              </p:cNvPr>
              <p:cNvSpPr/>
              <p:nvPr/>
            </p:nvSpPr>
            <p:spPr>
              <a:xfrm>
                <a:off x="374002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g2332">
                <a:extLst>
                  <a:ext uri="{FF2B5EF4-FFF2-40B4-BE49-F238E27FC236}">
                    <a16:creationId xmlns:a16="http://schemas.microsoft.com/office/drawing/2014/main" id="{CC82CDF5-A880-3B32-82DA-D3DE94E6FCCF}"/>
                  </a:ext>
                </a:extLst>
              </p:cNvPr>
              <p:cNvSpPr/>
              <p:nvPr/>
            </p:nvSpPr>
            <p:spPr>
              <a:xfrm>
                <a:off x="375166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g2333">
                <a:extLst>
                  <a:ext uri="{FF2B5EF4-FFF2-40B4-BE49-F238E27FC236}">
                    <a16:creationId xmlns:a16="http://schemas.microsoft.com/office/drawing/2014/main" id="{0B0CC9B9-32F3-422C-5C48-26B5E7B7718B}"/>
                  </a:ext>
                </a:extLst>
              </p:cNvPr>
              <p:cNvSpPr/>
              <p:nvPr/>
            </p:nvSpPr>
            <p:spPr>
              <a:xfrm>
                <a:off x="376330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g2334">
                <a:extLst>
                  <a:ext uri="{FF2B5EF4-FFF2-40B4-BE49-F238E27FC236}">
                    <a16:creationId xmlns:a16="http://schemas.microsoft.com/office/drawing/2014/main" id="{4C69F84E-907D-265E-C499-330C212124E4}"/>
                  </a:ext>
                </a:extLst>
              </p:cNvPr>
              <p:cNvSpPr/>
              <p:nvPr/>
            </p:nvSpPr>
            <p:spPr>
              <a:xfrm>
                <a:off x="377493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g2335">
                <a:extLst>
                  <a:ext uri="{FF2B5EF4-FFF2-40B4-BE49-F238E27FC236}">
                    <a16:creationId xmlns:a16="http://schemas.microsoft.com/office/drawing/2014/main" id="{225D2C62-6B27-A23F-F1B3-075AFC5D9113}"/>
                  </a:ext>
                </a:extLst>
              </p:cNvPr>
              <p:cNvSpPr/>
              <p:nvPr/>
            </p:nvSpPr>
            <p:spPr>
              <a:xfrm>
                <a:off x="378657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g2336">
                <a:extLst>
                  <a:ext uri="{FF2B5EF4-FFF2-40B4-BE49-F238E27FC236}">
                    <a16:creationId xmlns:a16="http://schemas.microsoft.com/office/drawing/2014/main" id="{6C738CB8-F82C-086C-B4E9-3A0FB925457B}"/>
                  </a:ext>
                </a:extLst>
              </p:cNvPr>
              <p:cNvSpPr/>
              <p:nvPr/>
            </p:nvSpPr>
            <p:spPr>
              <a:xfrm>
                <a:off x="379821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g2337">
                <a:extLst>
                  <a:ext uri="{FF2B5EF4-FFF2-40B4-BE49-F238E27FC236}">
                    <a16:creationId xmlns:a16="http://schemas.microsoft.com/office/drawing/2014/main" id="{52CB9CFA-9292-7088-BE5C-AFF144FD3F2E}"/>
                  </a:ext>
                </a:extLst>
              </p:cNvPr>
              <p:cNvSpPr/>
              <p:nvPr/>
            </p:nvSpPr>
            <p:spPr>
              <a:xfrm>
                <a:off x="380985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g2338">
                <a:extLst>
                  <a:ext uri="{FF2B5EF4-FFF2-40B4-BE49-F238E27FC236}">
                    <a16:creationId xmlns:a16="http://schemas.microsoft.com/office/drawing/2014/main" id="{7268ABE8-E3C1-3BE0-FA08-6B5856643FF1}"/>
                  </a:ext>
                </a:extLst>
              </p:cNvPr>
              <p:cNvSpPr/>
              <p:nvPr/>
            </p:nvSpPr>
            <p:spPr>
              <a:xfrm>
                <a:off x="382148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g2339">
                <a:extLst>
                  <a:ext uri="{FF2B5EF4-FFF2-40B4-BE49-F238E27FC236}">
                    <a16:creationId xmlns:a16="http://schemas.microsoft.com/office/drawing/2014/main" id="{AE3A2E48-2A58-6B02-541B-8B4B09217C10}"/>
                  </a:ext>
                </a:extLst>
              </p:cNvPr>
              <p:cNvSpPr/>
              <p:nvPr/>
            </p:nvSpPr>
            <p:spPr>
              <a:xfrm>
                <a:off x="383312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g2340">
                <a:extLst>
                  <a:ext uri="{FF2B5EF4-FFF2-40B4-BE49-F238E27FC236}">
                    <a16:creationId xmlns:a16="http://schemas.microsoft.com/office/drawing/2014/main" id="{34AF0945-0483-5474-8DBF-C4F8D68D7EDF}"/>
                  </a:ext>
                </a:extLst>
              </p:cNvPr>
              <p:cNvSpPr/>
              <p:nvPr/>
            </p:nvSpPr>
            <p:spPr>
              <a:xfrm>
                <a:off x="384476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g2341">
                <a:extLst>
                  <a:ext uri="{FF2B5EF4-FFF2-40B4-BE49-F238E27FC236}">
                    <a16:creationId xmlns:a16="http://schemas.microsoft.com/office/drawing/2014/main" id="{3A027244-0801-5ADD-8925-85974ED39A89}"/>
                  </a:ext>
                </a:extLst>
              </p:cNvPr>
              <p:cNvSpPr/>
              <p:nvPr/>
            </p:nvSpPr>
            <p:spPr>
              <a:xfrm>
                <a:off x="385640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g2342">
                <a:extLst>
                  <a:ext uri="{FF2B5EF4-FFF2-40B4-BE49-F238E27FC236}">
                    <a16:creationId xmlns:a16="http://schemas.microsoft.com/office/drawing/2014/main" id="{857F1548-C85A-AB47-A7F4-E860550649B9}"/>
                  </a:ext>
                </a:extLst>
              </p:cNvPr>
              <p:cNvSpPr/>
              <p:nvPr/>
            </p:nvSpPr>
            <p:spPr>
              <a:xfrm>
                <a:off x="386803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g2343">
                <a:extLst>
                  <a:ext uri="{FF2B5EF4-FFF2-40B4-BE49-F238E27FC236}">
                    <a16:creationId xmlns:a16="http://schemas.microsoft.com/office/drawing/2014/main" id="{16F1F8AA-DC98-C68F-A709-FEBB08EE9157}"/>
                  </a:ext>
                </a:extLst>
              </p:cNvPr>
              <p:cNvSpPr/>
              <p:nvPr/>
            </p:nvSpPr>
            <p:spPr>
              <a:xfrm>
                <a:off x="387967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g2344">
                <a:extLst>
                  <a:ext uri="{FF2B5EF4-FFF2-40B4-BE49-F238E27FC236}">
                    <a16:creationId xmlns:a16="http://schemas.microsoft.com/office/drawing/2014/main" id="{1171ED55-0345-A98D-28AC-D52F8E4AF766}"/>
                  </a:ext>
                </a:extLst>
              </p:cNvPr>
              <p:cNvSpPr/>
              <p:nvPr/>
            </p:nvSpPr>
            <p:spPr>
              <a:xfrm>
                <a:off x="389131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g2345">
                <a:extLst>
                  <a:ext uri="{FF2B5EF4-FFF2-40B4-BE49-F238E27FC236}">
                    <a16:creationId xmlns:a16="http://schemas.microsoft.com/office/drawing/2014/main" id="{FFF09962-7409-1D34-0C5D-010DC288335D}"/>
                  </a:ext>
                </a:extLst>
              </p:cNvPr>
              <p:cNvSpPr/>
              <p:nvPr/>
            </p:nvSpPr>
            <p:spPr>
              <a:xfrm>
                <a:off x="390295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g2346">
                <a:extLst>
                  <a:ext uri="{FF2B5EF4-FFF2-40B4-BE49-F238E27FC236}">
                    <a16:creationId xmlns:a16="http://schemas.microsoft.com/office/drawing/2014/main" id="{E638BAC2-6B8C-AD6A-D347-59395607B069}"/>
                  </a:ext>
                </a:extLst>
              </p:cNvPr>
              <p:cNvSpPr/>
              <p:nvPr/>
            </p:nvSpPr>
            <p:spPr>
              <a:xfrm>
                <a:off x="391458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g2347">
                <a:extLst>
                  <a:ext uri="{FF2B5EF4-FFF2-40B4-BE49-F238E27FC236}">
                    <a16:creationId xmlns:a16="http://schemas.microsoft.com/office/drawing/2014/main" id="{D8B28DD4-30C5-0718-8141-C8C0BC89D53E}"/>
                  </a:ext>
                </a:extLst>
              </p:cNvPr>
              <p:cNvSpPr/>
              <p:nvPr/>
            </p:nvSpPr>
            <p:spPr>
              <a:xfrm>
                <a:off x="392622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g2348">
                <a:extLst>
                  <a:ext uri="{FF2B5EF4-FFF2-40B4-BE49-F238E27FC236}">
                    <a16:creationId xmlns:a16="http://schemas.microsoft.com/office/drawing/2014/main" id="{B99D7CE4-A789-912E-0317-72A4383BC823}"/>
                  </a:ext>
                </a:extLst>
              </p:cNvPr>
              <p:cNvSpPr/>
              <p:nvPr/>
            </p:nvSpPr>
            <p:spPr>
              <a:xfrm>
                <a:off x="393786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g2349">
                <a:extLst>
                  <a:ext uri="{FF2B5EF4-FFF2-40B4-BE49-F238E27FC236}">
                    <a16:creationId xmlns:a16="http://schemas.microsoft.com/office/drawing/2014/main" id="{5B674D6F-B5E7-8F7D-7E43-963132E154CC}"/>
                  </a:ext>
                </a:extLst>
              </p:cNvPr>
              <p:cNvSpPr/>
              <p:nvPr/>
            </p:nvSpPr>
            <p:spPr>
              <a:xfrm>
                <a:off x="394949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g2350">
                <a:extLst>
                  <a:ext uri="{FF2B5EF4-FFF2-40B4-BE49-F238E27FC236}">
                    <a16:creationId xmlns:a16="http://schemas.microsoft.com/office/drawing/2014/main" id="{942DADA9-9253-3AC5-1474-E1D9DAC37FAB}"/>
                  </a:ext>
                </a:extLst>
              </p:cNvPr>
              <p:cNvSpPr/>
              <p:nvPr/>
            </p:nvSpPr>
            <p:spPr>
              <a:xfrm>
                <a:off x="396113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g2351">
                <a:extLst>
                  <a:ext uri="{FF2B5EF4-FFF2-40B4-BE49-F238E27FC236}">
                    <a16:creationId xmlns:a16="http://schemas.microsoft.com/office/drawing/2014/main" id="{6166AFE0-632B-1A7B-F33A-E5C764F37EED}"/>
                  </a:ext>
                </a:extLst>
              </p:cNvPr>
              <p:cNvSpPr/>
              <p:nvPr/>
            </p:nvSpPr>
            <p:spPr>
              <a:xfrm>
                <a:off x="397277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g2352">
                <a:extLst>
                  <a:ext uri="{FF2B5EF4-FFF2-40B4-BE49-F238E27FC236}">
                    <a16:creationId xmlns:a16="http://schemas.microsoft.com/office/drawing/2014/main" id="{736D3FFF-D5AE-8708-DF04-7FD626350C4D}"/>
                  </a:ext>
                </a:extLst>
              </p:cNvPr>
              <p:cNvSpPr/>
              <p:nvPr/>
            </p:nvSpPr>
            <p:spPr>
              <a:xfrm>
                <a:off x="398441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g2353">
                <a:extLst>
                  <a:ext uri="{FF2B5EF4-FFF2-40B4-BE49-F238E27FC236}">
                    <a16:creationId xmlns:a16="http://schemas.microsoft.com/office/drawing/2014/main" id="{A69C1EAD-A009-27AE-1534-AA71258D69F9}"/>
                  </a:ext>
                </a:extLst>
              </p:cNvPr>
              <p:cNvSpPr/>
              <p:nvPr/>
            </p:nvSpPr>
            <p:spPr>
              <a:xfrm>
                <a:off x="399604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g2354">
                <a:extLst>
                  <a:ext uri="{FF2B5EF4-FFF2-40B4-BE49-F238E27FC236}">
                    <a16:creationId xmlns:a16="http://schemas.microsoft.com/office/drawing/2014/main" id="{F849DBC5-3AA5-EFE2-1A7A-67584DC90BB3}"/>
                  </a:ext>
                </a:extLst>
              </p:cNvPr>
              <p:cNvSpPr/>
              <p:nvPr/>
            </p:nvSpPr>
            <p:spPr>
              <a:xfrm>
                <a:off x="400768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g2355">
                <a:extLst>
                  <a:ext uri="{FF2B5EF4-FFF2-40B4-BE49-F238E27FC236}">
                    <a16:creationId xmlns:a16="http://schemas.microsoft.com/office/drawing/2014/main" id="{1B8EE3AF-903E-1106-1FBE-F1918A2A85C3}"/>
                  </a:ext>
                </a:extLst>
              </p:cNvPr>
              <p:cNvSpPr/>
              <p:nvPr/>
            </p:nvSpPr>
            <p:spPr>
              <a:xfrm>
                <a:off x="401932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g2356">
                <a:extLst>
                  <a:ext uri="{FF2B5EF4-FFF2-40B4-BE49-F238E27FC236}">
                    <a16:creationId xmlns:a16="http://schemas.microsoft.com/office/drawing/2014/main" id="{07F59B46-7CE2-1024-3399-C22E60CA3733}"/>
                  </a:ext>
                </a:extLst>
              </p:cNvPr>
              <p:cNvSpPr/>
              <p:nvPr/>
            </p:nvSpPr>
            <p:spPr>
              <a:xfrm>
                <a:off x="403096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g2357">
                <a:extLst>
                  <a:ext uri="{FF2B5EF4-FFF2-40B4-BE49-F238E27FC236}">
                    <a16:creationId xmlns:a16="http://schemas.microsoft.com/office/drawing/2014/main" id="{0CCBAFA8-D14F-39CF-C714-64816618642D}"/>
                  </a:ext>
                </a:extLst>
              </p:cNvPr>
              <p:cNvSpPr/>
              <p:nvPr/>
            </p:nvSpPr>
            <p:spPr>
              <a:xfrm>
                <a:off x="404259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g2358">
                <a:extLst>
                  <a:ext uri="{FF2B5EF4-FFF2-40B4-BE49-F238E27FC236}">
                    <a16:creationId xmlns:a16="http://schemas.microsoft.com/office/drawing/2014/main" id="{5482E8A5-9D11-C0B4-C9F5-1E5E75528286}"/>
                  </a:ext>
                </a:extLst>
              </p:cNvPr>
              <p:cNvSpPr/>
              <p:nvPr/>
            </p:nvSpPr>
            <p:spPr>
              <a:xfrm>
                <a:off x="405423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g2359">
                <a:extLst>
                  <a:ext uri="{FF2B5EF4-FFF2-40B4-BE49-F238E27FC236}">
                    <a16:creationId xmlns:a16="http://schemas.microsoft.com/office/drawing/2014/main" id="{8A9FEEA7-8D49-6ECE-AFAB-9DB5981A721E}"/>
                  </a:ext>
                </a:extLst>
              </p:cNvPr>
              <p:cNvSpPr/>
              <p:nvPr/>
            </p:nvSpPr>
            <p:spPr>
              <a:xfrm>
                <a:off x="406587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g2360">
                <a:extLst>
                  <a:ext uri="{FF2B5EF4-FFF2-40B4-BE49-F238E27FC236}">
                    <a16:creationId xmlns:a16="http://schemas.microsoft.com/office/drawing/2014/main" id="{3B875131-654C-50F2-A374-33AF8156C455}"/>
                  </a:ext>
                </a:extLst>
              </p:cNvPr>
              <p:cNvSpPr/>
              <p:nvPr/>
            </p:nvSpPr>
            <p:spPr>
              <a:xfrm>
                <a:off x="407751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g2361">
                <a:extLst>
                  <a:ext uri="{FF2B5EF4-FFF2-40B4-BE49-F238E27FC236}">
                    <a16:creationId xmlns:a16="http://schemas.microsoft.com/office/drawing/2014/main" id="{518FB5F2-8E87-9565-F8EB-D3B51C82334D}"/>
                  </a:ext>
                </a:extLst>
              </p:cNvPr>
              <p:cNvSpPr/>
              <p:nvPr/>
            </p:nvSpPr>
            <p:spPr>
              <a:xfrm>
                <a:off x="408914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g2362">
                <a:extLst>
                  <a:ext uri="{FF2B5EF4-FFF2-40B4-BE49-F238E27FC236}">
                    <a16:creationId xmlns:a16="http://schemas.microsoft.com/office/drawing/2014/main" id="{89849926-B5E0-8FCD-7EEF-71B6D92C4943}"/>
                  </a:ext>
                </a:extLst>
              </p:cNvPr>
              <p:cNvSpPr/>
              <p:nvPr/>
            </p:nvSpPr>
            <p:spPr>
              <a:xfrm>
                <a:off x="410078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g2363">
                <a:extLst>
                  <a:ext uri="{FF2B5EF4-FFF2-40B4-BE49-F238E27FC236}">
                    <a16:creationId xmlns:a16="http://schemas.microsoft.com/office/drawing/2014/main" id="{0F088439-3B25-6152-3B39-926AFB147FB4}"/>
                  </a:ext>
                </a:extLst>
              </p:cNvPr>
              <p:cNvSpPr/>
              <p:nvPr/>
            </p:nvSpPr>
            <p:spPr>
              <a:xfrm>
                <a:off x="411242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g2364">
                <a:extLst>
                  <a:ext uri="{FF2B5EF4-FFF2-40B4-BE49-F238E27FC236}">
                    <a16:creationId xmlns:a16="http://schemas.microsoft.com/office/drawing/2014/main" id="{4722AF95-A200-DE90-497B-4BD642CD792E}"/>
                  </a:ext>
                </a:extLst>
              </p:cNvPr>
              <p:cNvSpPr/>
              <p:nvPr/>
            </p:nvSpPr>
            <p:spPr>
              <a:xfrm>
                <a:off x="412405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g2365">
                <a:extLst>
                  <a:ext uri="{FF2B5EF4-FFF2-40B4-BE49-F238E27FC236}">
                    <a16:creationId xmlns:a16="http://schemas.microsoft.com/office/drawing/2014/main" id="{F2089249-4216-0D54-0CE4-A6F8E2477AD3}"/>
                  </a:ext>
                </a:extLst>
              </p:cNvPr>
              <p:cNvSpPr/>
              <p:nvPr/>
            </p:nvSpPr>
            <p:spPr>
              <a:xfrm>
                <a:off x="413569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g2366">
                <a:extLst>
                  <a:ext uri="{FF2B5EF4-FFF2-40B4-BE49-F238E27FC236}">
                    <a16:creationId xmlns:a16="http://schemas.microsoft.com/office/drawing/2014/main" id="{2DAFBA96-B9A0-99CE-B423-5E1EEFA70B26}"/>
                  </a:ext>
                </a:extLst>
              </p:cNvPr>
              <p:cNvSpPr/>
              <p:nvPr/>
            </p:nvSpPr>
            <p:spPr>
              <a:xfrm>
                <a:off x="414733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g2367">
                <a:extLst>
                  <a:ext uri="{FF2B5EF4-FFF2-40B4-BE49-F238E27FC236}">
                    <a16:creationId xmlns:a16="http://schemas.microsoft.com/office/drawing/2014/main" id="{A71D7B5B-A4A9-EEA3-155E-AF3217628508}"/>
                  </a:ext>
                </a:extLst>
              </p:cNvPr>
              <p:cNvSpPr/>
              <p:nvPr/>
            </p:nvSpPr>
            <p:spPr>
              <a:xfrm>
                <a:off x="455464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g2368">
                <a:extLst>
                  <a:ext uri="{FF2B5EF4-FFF2-40B4-BE49-F238E27FC236}">
                    <a16:creationId xmlns:a16="http://schemas.microsoft.com/office/drawing/2014/main" id="{E5F635AD-719A-F368-6DE3-320A7BCD6FAA}"/>
                  </a:ext>
                </a:extLst>
              </p:cNvPr>
              <p:cNvSpPr/>
              <p:nvPr/>
            </p:nvSpPr>
            <p:spPr>
              <a:xfrm>
                <a:off x="456627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g2369">
                <a:extLst>
                  <a:ext uri="{FF2B5EF4-FFF2-40B4-BE49-F238E27FC236}">
                    <a16:creationId xmlns:a16="http://schemas.microsoft.com/office/drawing/2014/main" id="{9B556F0B-80EE-BCF9-E5A5-1AC43FC73B75}"/>
                  </a:ext>
                </a:extLst>
              </p:cNvPr>
              <p:cNvSpPr/>
              <p:nvPr/>
            </p:nvSpPr>
            <p:spPr>
              <a:xfrm>
                <a:off x="457791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g2370">
                <a:extLst>
                  <a:ext uri="{FF2B5EF4-FFF2-40B4-BE49-F238E27FC236}">
                    <a16:creationId xmlns:a16="http://schemas.microsoft.com/office/drawing/2014/main" id="{C3B2D2B7-D863-F320-A53E-7C0AD922443E}"/>
                  </a:ext>
                </a:extLst>
              </p:cNvPr>
              <p:cNvSpPr/>
              <p:nvPr/>
            </p:nvSpPr>
            <p:spPr>
              <a:xfrm>
                <a:off x="458955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g2371">
                <a:extLst>
                  <a:ext uri="{FF2B5EF4-FFF2-40B4-BE49-F238E27FC236}">
                    <a16:creationId xmlns:a16="http://schemas.microsoft.com/office/drawing/2014/main" id="{D871D32F-9A48-07AE-F347-A33D1FBF38CC}"/>
                  </a:ext>
                </a:extLst>
              </p:cNvPr>
              <p:cNvSpPr/>
              <p:nvPr/>
            </p:nvSpPr>
            <p:spPr>
              <a:xfrm>
                <a:off x="360037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g2372">
                <a:extLst>
                  <a:ext uri="{FF2B5EF4-FFF2-40B4-BE49-F238E27FC236}">
                    <a16:creationId xmlns:a16="http://schemas.microsoft.com/office/drawing/2014/main" id="{87D35FBA-1362-A7D7-BB7D-21EB144ADDD4}"/>
                  </a:ext>
                </a:extLst>
              </p:cNvPr>
              <p:cNvSpPr/>
              <p:nvPr/>
            </p:nvSpPr>
            <p:spPr>
              <a:xfrm>
                <a:off x="361201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g2373">
                <a:extLst>
                  <a:ext uri="{FF2B5EF4-FFF2-40B4-BE49-F238E27FC236}">
                    <a16:creationId xmlns:a16="http://schemas.microsoft.com/office/drawing/2014/main" id="{BF3C07A6-DCD6-3469-6606-E2AC0608E8D2}"/>
                  </a:ext>
                </a:extLst>
              </p:cNvPr>
              <p:cNvSpPr/>
              <p:nvPr/>
            </p:nvSpPr>
            <p:spPr>
              <a:xfrm>
                <a:off x="362365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g2374">
                <a:extLst>
                  <a:ext uri="{FF2B5EF4-FFF2-40B4-BE49-F238E27FC236}">
                    <a16:creationId xmlns:a16="http://schemas.microsoft.com/office/drawing/2014/main" id="{05F41F4F-974E-F277-2A29-69304FB32CC6}"/>
                  </a:ext>
                </a:extLst>
              </p:cNvPr>
              <p:cNvSpPr/>
              <p:nvPr/>
            </p:nvSpPr>
            <p:spPr>
              <a:xfrm>
                <a:off x="363529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g2375">
                <a:extLst>
                  <a:ext uri="{FF2B5EF4-FFF2-40B4-BE49-F238E27FC236}">
                    <a16:creationId xmlns:a16="http://schemas.microsoft.com/office/drawing/2014/main" id="{4ED96318-273E-E412-E233-79CD01BCF483}"/>
                  </a:ext>
                </a:extLst>
              </p:cNvPr>
              <p:cNvSpPr/>
              <p:nvPr/>
            </p:nvSpPr>
            <p:spPr>
              <a:xfrm>
                <a:off x="364692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g2376">
                <a:extLst>
                  <a:ext uri="{FF2B5EF4-FFF2-40B4-BE49-F238E27FC236}">
                    <a16:creationId xmlns:a16="http://schemas.microsoft.com/office/drawing/2014/main" id="{618C0177-D432-CA69-4ED4-49298061DCDF}"/>
                  </a:ext>
                </a:extLst>
              </p:cNvPr>
              <p:cNvSpPr/>
              <p:nvPr/>
            </p:nvSpPr>
            <p:spPr>
              <a:xfrm>
                <a:off x="365856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g2377">
                <a:extLst>
                  <a:ext uri="{FF2B5EF4-FFF2-40B4-BE49-F238E27FC236}">
                    <a16:creationId xmlns:a16="http://schemas.microsoft.com/office/drawing/2014/main" id="{E52CB001-53A4-DD62-CB2D-917FC5AE555D}"/>
                  </a:ext>
                </a:extLst>
              </p:cNvPr>
              <p:cNvSpPr/>
              <p:nvPr/>
            </p:nvSpPr>
            <p:spPr>
              <a:xfrm>
                <a:off x="367020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g2378">
                <a:extLst>
                  <a:ext uri="{FF2B5EF4-FFF2-40B4-BE49-F238E27FC236}">
                    <a16:creationId xmlns:a16="http://schemas.microsoft.com/office/drawing/2014/main" id="{303F0A94-B8EF-5183-E602-256D6E4E8EC2}"/>
                  </a:ext>
                </a:extLst>
              </p:cNvPr>
              <p:cNvSpPr/>
              <p:nvPr/>
            </p:nvSpPr>
            <p:spPr>
              <a:xfrm>
                <a:off x="368184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g2379">
                <a:extLst>
                  <a:ext uri="{FF2B5EF4-FFF2-40B4-BE49-F238E27FC236}">
                    <a16:creationId xmlns:a16="http://schemas.microsoft.com/office/drawing/2014/main" id="{B33DE5B4-5C66-9AF6-1FC4-BA7E85283BA6}"/>
                  </a:ext>
                </a:extLst>
              </p:cNvPr>
              <p:cNvSpPr/>
              <p:nvPr/>
            </p:nvSpPr>
            <p:spPr>
              <a:xfrm>
                <a:off x="369347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g2380">
                <a:extLst>
                  <a:ext uri="{FF2B5EF4-FFF2-40B4-BE49-F238E27FC236}">
                    <a16:creationId xmlns:a16="http://schemas.microsoft.com/office/drawing/2014/main" id="{D5B4DDE6-1035-1CC0-0350-7F11999582A8}"/>
                  </a:ext>
                </a:extLst>
              </p:cNvPr>
              <p:cNvSpPr/>
              <p:nvPr/>
            </p:nvSpPr>
            <p:spPr>
              <a:xfrm>
                <a:off x="370511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g2381">
                <a:extLst>
                  <a:ext uri="{FF2B5EF4-FFF2-40B4-BE49-F238E27FC236}">
                    <a16:creationId xmlns:a16="http://schemas.microsoft.com/office/drawing/2014/main" id="{F164EC16-D1FF-2D5E-7C04-16900F8244CF}"/>
                  </a:ext>
                </a:extLst>
              </p:cNvPr>
              <p:cNvSpPr/>
              <p:nvPr/>
            </p:nvSpPr>
            <p:spPr>
              <a:xfrm>
                <a:off x="371675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g2382">
                <a:extLst>
                  <a:ext uri="{FF2B5EF4-FFF2-40B4-BE49-F238E27FC236}">
                    <a16:creationId xmlns:a16="http://schemas.microsoft.com/office/drawing/2014/main" id="{F6AB605A-1E55-4569-CCE7-718B1CB4BC61}"/>
                  </a:ext>
                </a:extLst>
              </p:cNvPr>
              <p:cNvSpPr/>
              <p:nvPr/>
            </p:nvSpPr>
            <p:spPr>
              <a:xfrm>
                <a:off x="372839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g2383">
                <a:extLst>
                  <a:ext uri="{FF2B5EF4-FFF2-40B4-BE49-F238E27FC236}">
                    <a16:creationId xmlns:a16="http://schemas.microsoft.com/office/drawing/2014/main" id="{C2FF2889-F811-7DAB-E15B-EB5069064B10}"/>
                  </a:ext>
                </a:extLst>
              </p:cNvPr>
              <p:cNvSpPr/>
              <p:nvPr/>
            </p:nvSpPr>
            <p:spPr>
              <a:xfrm>
                <a:off x="374002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g2384">
                <a:extLst>
                  <a:ext uri="{FF2B5EF4-FFF2-40B4-BE49-F238E27FC236}">
                    <a16:creationId xmlns:a16="http://schemas.microsoft.com/office/drawing/2014/main" id="{EBF85974-6426-0DA5-77F8-EDDA20F742D8}"/>
                  </a:ext>
                </a:extLst>
              </p:cNvPr>
              <p:cNvSpPr/>
              <p:nvPr/>
            </p:nvSpPr>
            <p:spPr>
              <a:xfrm>
                <a:off x="375166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g2385">
                <a:extLst>
                  <a:ext uri="{FF2B5EF4-FFF2-40B4-BE49-F238E27FC236}">
                    <a16:creationId xmlns:a16="http://schemas.microsoft.com/office/drawing/2014/main" id="{19833C92-9B50-2DEA-CADB-63B7238D87F5}"/>
                  </a:ext>
                </a:extLst>
              </p:cNvPr>
              <p:cNvSpPr/>
              <p:nvPr/>
            </p:nvSpPr>
            <p:spPr>
              <a:xfrm>
                <a:off x="376330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g2386">
                <a:extLst>
                  <a:ext uri="{FF2B5EF4-FFF2-40B4-BE49-F238E27FC236}">
                    <a16:creationId xmlns:a16="http://schemas.microsoft.com/office/drawing/2014/main" id="{69F36AD8-2A82-FD03-80D4-09CCFBAA8CE7}"/>
                  </a:ext>
                </a:extLst>
              </p:cNvPr>
              <p:cNvSpPr/>
              <p:nvPr/>
            </p:nvSpPr>
            <p:spPr>
              <a:xfrm>
                <a:off x="377493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g2387">
                <a:extLst>
                  <a:ext uri="{FF2B5EF4-FFF2-40B4-BE49-F238E27FC236}">
                    <a16:creationId xmlns:a16="http://schemas.microsoft.com/office/drawing/2014/main" id="{69A34C04-CC5F-E59F-F315-E5F85461EF94}"/>
                  </a:ext>
                </a:extLst>
              </p:cNvPr>
              <p:cNvSpPr/>
              <p:nvPr/>
            </p:nvSpPr>
            <p:spPr>
              <a:xfrm>
                <a:off x="378657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g2388">
                <a:extLst>
                  <a:ext uri="{FF2B5EF4-FFF2-40B4-BE49-F238E27FC236}">
                    <a16:creationId xmlns:a16="http://schemas.microsoft.com/office/drawing/2014/main" id="{0FA0EB9E-80E8-7BEB-BDC5-D225DEA5D936}"/>
                  </a:ext>
                </a:extLst>
              </p:cNvPr>
              <p:cNvSpPr/>
              <p:nvPr/>
            </p:nvSpPr>
            <p:spPr>
              <a:xfrm>
                <a:off x="379821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g2389">
                <a:extLst>
                  <a:ext uri="{FF2B5EF4-FFF2-40B4-BE49-F238E27FC236}">
                    <a16:creationId xmlns:a16="http://schemas.microsoft.com/office/drawing/2014/main" id="{47418A05-E2ED-BB73-B106-566CB896105F}"/>
                  </a:ext>
                </a:extLst>
              </p:cNvPr>
              <p:cNvSpPr/>
              <p:nvPr/>
            </p:nvSpPr>
            <p:spPr>
              <a:xfrm>
                <a:off x="380985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g2390">
                <a:extLst>
                  <a:ext uri="{FF2B5EF4-FFF2-40B4-BE49-F238E27FC236}">
                    <a16:creationId xmlns:a16="http://schemas.microsoft.com/office/drawing/2014/main" id="{491AE76F-38F7-A159-62D3-62E18CD790F0}"/>
                  </a:ext>
                </a:extLst>
              </p:cNvPr>
              <p:cNvSpPr/>
              <p:nvPr/>
            </p:nvSpPr>
            <p:spPr>
              <a:xfrm>
                <a:off x="382148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g2391">
                <a:extLst>
                  <a:ext uri="{FF2B5EF4-FFF2-40B4-BE49-F238E27FC236}">
                    <a16:creationId xmlns:a16="http://schemas.microsoft.com/office/drawing/2014/main" id="{3583A5C2-D2D9-4218-36EE-6C44403B9706}"/>
                  </a:ext>
                </a:extLst>
              </p:cNvPr>
              <p:cNvSpPr/>
              <p:nvPr/>
            </p:nvSpPr>
            <p:spPr>
              <a:xfrm>
                <a:off x="383312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g2392">
                <a:extLst>
                  <a:ext uri="{FF2B5EF4-FFF2-40B4-BE49-F238E27FC236}">
                    <a16:creationId xmlns:a16="http://schemas.microsoft.com/office/drawing/2014/main" id="{2B738615-46B7-BC00-92F3-47E899EE77CC}"/>
                  </a:ext>
                </a:extLst>
              </p:cNvPr>
              <p:cNvSpPr/>
              <p:nvPr/>
            </p:nvSpPr>
            <p:spPr>
              <a:xfrm>
                <a:off x="384476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g2393">
                <a:extLst>
                  <a:ext uri="{FF2B5EF4-FFF2-40B4-BE49-F238E27FC236}">
                    <a16:creationId xmlns:a16="http://schemas.microsoft.com/office/drawing/2014/main" id="{926DCC63-BEE7-0380-7244-A006DF027DB5}"/>
                  </a:ext>
                </a:extLst>
              </p:cNvPr>
              <p:cNvSpPr/>
              <p:nvPr/>
            </p:nvSpPr>
            <p:spPr>
              <a:xfrm>
                <a:off x="385640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g2394">
                <a:extLst>
                  <a:ext uri="{FF2B5EF4-FFF2-40B4-BE49-F238E27FC236}">
                    <a16:creationId xmlns:a16="http://schemas.microsoft.com/office/drawing/2014/main" id="{3B8EEF4D-BD88-85F6-6C25-BEC0C52DB4FB}"/>
                  </a:ext>
                </a:extLst>
              </p:cNvPr>
              <p:cNvSpPr/>
              <p:nvPr/>
            </p:nvSpPr>
            <p:spPr>
              <a:xfrm>
                <a:off x="386803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g2395">
                <a:extLst>
                  <a:ext uri="{FF2B5EF4-FFF2-40B4-BE49-F238E27FC236}">
                    <a16:creationId xmlns:a16="http://schemas.microsoft.com/office/drawing/2014/main" id="{3BEB212A-6C24-13A8-F1F5-DAF2A7A140F3}"/>
                  </a:ext>
                </a:extLst>
              </p:cNvPr>
              <p:cNvSpPr/>
              <p:nvPr/>
            </p:nvSpPr>
            <p:spPr>
              <a:xfrm>
                <a:off x="387967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g2396">
                <a:extLst>
                  <a:ext uri="{FF2B5EF4-FFF2-40B4-BE49-F238E27FC236}">
                    <a16:creationId xmlns:a16="http://schemas.microsoft.com/office/drawing/2014/main" id="{0E9141CA-B285-F60E-45DA-CFBAC734C74D}"/>
                  </a:ext>
                </a:extLst>
              </p:cNvPr>
              <p:cNvSpPr/>
              <p:nvPr/>
            </p:nvSpPr>
            <p:spPr>
              <a:xfrm>
                <a:off x="389131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g2397">
                <a:extLst>
                  <a:ext uri="{FF2B5EF4-FFF2-40B4-BE49-F238E27FC236}">
                    <a16:creationId xmlns:a16="http://schemas.microsoft.com/office/drawing/2014/main" id="{AE2110D8-9DFF-7521-8FCB-E993E38F9EF3}"/>
                  </a:ext>
                </a:extLst>
              </p:cNvPr>
              <p:cNvSpPr/>
              <p:nvPr/>
            </p:nvSpPr>
            <p:spPr>
              <a:xfrm>
                <a:off x="390295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g2398">
                <a:extLst>
                  <a:ext uri="{FF2B5EF4-FFF2-40B4-BE49-F238E27FC236}">
                    <a16:creationId xmlns:a16="http://schemas.microsoft.com/office/drawing/2014/main" id="{FD0175C4-401D-9B37-8911-1D572DA51118}"/>
                  </a:ext>
                </a:extLst>
              </p:cNvPr>
              <p:cNvSpPr/>
              <p:nvPr/>
            </p:nvSpPr>
            <p:spPr>
              <a:xfrm>
                <a:off x="391458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g2399">
                <a:extLst>
                  <a:ext uri="{FF2B5EF4-FFF2-40B4-BE49-F238E27FC236}">
                    <a16:creationId xmlns:a16="http://schemas.microsoft.com/office/drawing/2014/main" id="{3096723B-9ECB-09F8-FBAC-F58C78EE0181}"/>
                  </a:ext>
                </a:extLst>
              </p:cNvPr>
              <p:cNvSpPr/>
              <p:nvPr/>
            </p:nvSpPr>
            <p:spPr>
              <a:xfrm>
                <a:off x="392622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g2400">
                <a:extLst>
                  <a:ext uri="{FF2B5EF4-FFF2-40B4-BE49-F238E27FC236}">
                    <a16:creationId xmlns:a16="http://schemas.microsoft.com/office/drawing/2014/main" id="{F380F1B5-F628-7E89-6F87-8651C0EDC026}"/>
                  </a:ext>
                </a:extLst>
              </p:cNvPr>
              <p:cNvSpPr/>
              <p:nvPr/>
            </p:nvSpPr>
            <p:spPr>
              <a:xfrm>
                <a:off x="393786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g2401">
                <a:extLst>
                  <a:ext uri="{FF2B5EF4-FFF2-40B4-BE49-F238E27FC236}">
                    <a16:creationId xmlns:a16="http://schemas.microsoft.com/office/drawing/2014/main" id="{C74348B9-7969-EDB7-164E-9DCBD72637C2}"/>
                  </a:ext>
                </a:extLst>
              </p:cNvPr>
              <p:cNvSpPr/>
              <p:nvPr/>
            </p:nvSpPr>
            <p:spPr>
              <a:xfrm>
                <a:off x="394949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g2402">
                <a:extLst>
                  <a:ext uri="{FF2B5EF4-FFF2-40B4-BE49-F238E27FC236}">
                    <a16:creationId xmlns:a16="http://schemas.microsoft.com/office/drawing/2014/main" id="{7AD0999A-75CF-7FB2-616F-22FAE949A1ED}"/>
                  </a:ext>
                </a:extLst>
              </p:cNvPr>
              <p:cNvSpPr/>
              <p:nvPr/>
            </p:nvSpPr>
            <p:spPr>
              <a:xfrm>
                <a:off x="396113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g2403">
                <a:extLst>
                  <a:ext uri="{FF2B5EF4-FFF2-40B4-BE49-F238E27FC236}">
                    <a16:creationId xmlns:a16="http://schemas.microsoft.com/office/drawing/2014/main" id="{FCF48CA3-6663-D03C-E119-7A5B37641259}"/>
                  </a:ext>
                </a:extLst>
              </p:cNvPr>
              <p:cNvSpPr/>
              <p:nvPr/>
            </p:nvSpPr>
            <p:spPr>
              <a:xfrm>
                <a:off x="397277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g2404">
                <a:extLst>
                  <a:ext uri="{FF2B5EF4-FFF2-40B4-BE49-F238E27FC236}">
                    <a16:creationId xmlns:a16="http://schemas.microsoft.com/office/drawing/2014/main" id="{DAAC179D-CA90-B20B-3C73-A3D57F34F55B}"/>
                  </a:ext>
                </a:extLst>
              </p:cNvPr>
              <p:cNvSpPr/>
              <p:nvPr/>
            </p:nvSpPr>
            <p:spPr>
              <a:xfrm>
                <a:off x="398441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g2405">
                <a:extLst>
                  <a:ext uri="{FF2B5EF4-FFF2-40B4-BE49-F238E27FC236}">
                    <a16:creationId xmlns:a16="http://schemas.microsoft.com/office/drawing/2014/main" id="{73439EF7-38B6-4BF5-2019-5F91957F015F}"/>
                  </a:ext>
                </a:extLst>
              </p:cNvPr>
              <p:cNvSpPr/>
              <p:nvPr/>
            </p:nvSpPr>
            <p:spPr>
              <a:xfrm>
                <a:off x="399604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g2406">
                <a:extLst>
                  <a:ext uri="{FF2B5EF4-FFF2-40B4-BE49-F238E27FC236}">
                    <a16:creationId xmlns:a16="http://schemas.microsoft.com/office/drawing/2014/main" id="{26D69C60-62A8-0A7F-F54C-A45E51A4FFC5}"/>
                  </a:ext>
                </a:extLst>
              </p:cNvPr>
              <p:cNvSpPr/>
              <p:nvPr/>
            </p:nvSpPr>
            <p:spPr>
              <a:xfrm>
                <a:off x="400768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g2407">
                <a:extLst>
                  <a:ext uri="{FF2B5EF4-FFF2-40B4-BE49-F238E27FC236}">
                    <a16:creationId xmlns:a16="http://schemas.microsoft.com/office/drawing/2014/main" id="{659F0D09-26AD-9922-791F-CB098834D625}"/>
                  </a:ext>
                </a:extLst>
              </p:cNvPr>
              <p:cNvSpPr/>
              <p:nvPr/>
            </p:nvSpPr>
            <p:spPr>
              <a:xfrm>
                <a:off x="401932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g2408">
                <a:extLst>
                  <a:ext uri="{FF2B5EF4-FFF2-40B4-BE49-F238E27FC236}">
                    <a16:creationId xmlns:a16="http://schemas.microsoft.com/office/drawing/2014/main" id="{91B0AB34-4752-8704-9FC4-A6C1A758799A}"/>
                  </a:ext>
                </a:extLst>
              </p:cNvPr>
              <p:cNvSpPr/>
              <p:nvPr/>
            </p:nvSpPr>
            <p:spPr>
              <a:xfrm>
                <a:off x="403096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g2409">
                <a:extLst>
                  <a:ext uri="{FF2B5EF4-FFF2-40B4-BE49-F238E27FC236}">
                    <a16:creationId xmlns:a16="http://schemas.microsoft.com/office/drawing/2014/main" id="{5ADDB2F0-8D9D-52D1-2CF8-A27BECCEBAC5}"/>
                  </a:ext>
                </a:extLst>
              </p:cNvPr>
              <p:cNvSpPr/>
              <p:nvPr/>
            </p:nvSpPr>
            <p:spPr>
              <a:xfrm>
                <a:off x="404259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g2410">
                <a:extLst>
                  <a:ext uri="{FF2B5EF4-FFF2-40B4-BE49-F238E27FC236}">
                    <a16:creationId xmlns:a16="http://schemas.microsoft.com/office/drawing/2014/main" id="{37DC90C4-C7BB-0E65-FC3E-042B43108498}"/>
                  </a:ext>
                </a:extLst>
              </p:cNvPr>
              <p:cNvSpPr/>
              <p:nvPr/>
            </p:nvSpPr>
            <p:spPr>
              <a:xfrm>
                <a:off x="405423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g2411">
                <a:extLst>
                  <a:ext uri="{FF2B5EF4-FFF2-40B4-BE49-F238E27FC236}">
                    <a16:creationId xmlns:a16="http://schemas.microsoft.com/office/drawing/2014/main" id="{2EAEAE09-2B65-C3C7-4E96-8867870782F6}"/>
                  </a:ext>
                </a:extLst>
              </p:cNvPr>
              <p:cNvSpPr/>
              <p:nvPr/>
            </p:nvSpPr>
            <p:spPr>
              <a:xfrm>
                <a:off x="406587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g2412">
                <a:extLst>
                  <a:ext uri="{FF2B5EF4-FFF2-40B4-BE49-F238E27FC236}">
                    <a16:creationId xmlns:a16="http://schemas.microsoft.com/office/drawing/2014/main" id="{BEF3F252-CEFC-B437-5DD6-1524540F6171}"/>
                  </a:ext>
                </a:extLst>
              </p:cNvPr>
              <p:cNvSpPr/>
              <p:nvPr/>
            </p:nvSpPr>
            <p:spPr>
              <a:xfrm>
                <a:off x="407751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g2413">
                <a:extLst>
                  <a:ext uri="{FF2B5EF4-FFF2-40B4-BE49-F238E27FC236}">
                    <a16:creationId xmlns:a16="http://schemas.microsoft.com/office/drawing/2014/main" id="{A4980D9F-B684-6B99-E86B-0E9015C0E3F7}"/>
                  </a:ext>
                </a:extLst>
              </p:cNvPr>
              <p:cNvSpPr/>
              <p:nvPr/>
            </p:nvSpPr>
            <p:spPr>
              <a:xfrm>
                <a:off x="408914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g2414">
                <a:extLst>
                  <a:ext uri="{FF2B5EF4-FFF2-40B4-BE49-F238E27FC236}">
                    <a16:creationId xmlns:a16="http://schemas.microsoft.com/office/drawing/2014/main" id="{ACAEF23A-FC28-7E0E-01ED-C62C2CAF62FA}"/>
                  </a:ext>
                </a:extLst>
              </p:cNvPr>
              <p:cNvSpPr/>
              <p:nvPr/>
            </p:nvSpPr>
            <p:spPr>
              <a:xfrm>
                <a:off x="410078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g2415">
                <a:extLst>
                  <a:ext uri="{FF2B5EF4-FFF2-40B4-BE49-F238E27FC236}">
                    <a16:creationId xmlns:a16="http://schemas.microsoft.com/office/drawing/2014/main" id="{A1CA51C4-9973-18F2-B305-08F3629349E3}"/>
                  </a:ext>
                </a:extLst>
              </p:cNvPr>
              <p:cNvSpPr/>
              <p:nvPr/>
            </p:nvSpPr>
            <p:spPr>
              <a:xfrm>
                <a:off x="411242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g2416">
                <a:extLst>
                  <a:ext uri="{FF2B5EF4-FFF2-40B4-BE49-F238E27FC236}">
                    <a16:creationId xmlns:a16="http://schemas.microsoft.com/office/drawing/2014/main" id="{4BF6A368-221A-B4B8-2F08-1590B172E3D5}"/>
                  </a:ext>
                </a:extLst>
              </p:cNvPr>
              <p:cNvSpPr/>
              <p:nvPr/>
            </p:nvSpPr>
            <p:spPr>
              <a:xfrm>
                <a:off x="412405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g2417">
                <a:extLst>
                  <a:ext uri="{FF2B5EF4-FFF2-40B4-BE49-F238E27FC236}">
                    <a16:creationId xmlns:a16="http://schemas.microsoft.com/office/drawing/2014/main" id="{45BB4D03-260D-104C-EC36-EC092912C200}"/>
                  </a:ext>
                </a:extLst>
              </p:cNvPr>
              <p:cNvSpPr/>
              <p:nvPr/>
            </p:nvSpPr>
            <p:spPr>
              <a:xfrm>
                <a:off x="413569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g2418">
                <a:extLst>
                  <a:ext uri="{FF2B5EF4-FFF2-40B4-BE49-F238E27FC236}">
                    <a16:creationId xmlns:a16="http://schemas.microsoft.com/office/drawing/2014/main" id="{83B4F8D5-1E1E-4405-D30D-B0907B7F1F5C}"/>
                  </a:ext>
                </a:extLst>
              </p:cNvPr>
              <p:cNvSpPr/>
              <p:nvPr/>
            </p:nvSpPr>
            <p:spPr>
              <a:xfrm>
                <a:off x="414733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g2419">
                <a:extLst>
                  <a:ext uri="{FF2B5EF4-FFF2-40B4-BE49-F238E27FC236}">
                    <a16:creationId xmlns:a16="http://schemas.microsoft.com/office/drawing/2014/main" id="{9D5969BD-C0F3-B3E0-32D7-7BCEC54B3970}"/>
                  </a:ext>
                </a:extLst>
              </p:cNvPr>
              <p:cNvSpPr/>
              <p:nvPr/>
            </p:nvSpPr>
            <p:spPr>
              <a:xfrm>
                <a:off x="426370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g2420">
                <a:extLst>
                  <a:ext uri="{FF2B5EF4-FFF2-40B4-BE49-F238E27FC236}">
                    <a16:creationId xmlns:a16="http://schemas.microsoft.com/office/drawing/2014/main" id="{BFEDE43C-8D94-BAFA-40A3-1440650BD9CA}"/>
                  </a:ext>
                </a:extLst>
              </p:cNvPr>
              <p:cNvSpPr/>
              <p:nvPr/>
            </p:nvSpPr>
            <p:spPr>
              <a:xfrm>
                <a:off x="427534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g2421">
                <a:extLst>
                  <a:ext uri="{FF2B5EF4-FFF2-40B4-BE49-F238E27FC236}">
                    <a16:creationId xmlns:a16="http://schemas.microsoft.com/office/drawing/2014/main" id="{2C971F10-6B88-C0FD-A9FB-DFFE0A165251}"/>
                  </a:ext>
                </a:extLst>
              </p:cNvPr>
              <p:cNvSpPr/>
              <p:nvPr/>
            </p:nvSpPr>
            <p:spPr>
              <a:xfrm>
                <a:off x="428698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g2422">
                <a:extLst>
                  <a:ext uri="{FF2B5EF4-FFF2-40B4-BE49-F238E27FC236}">
                    <a16:creationId xmlns:a16="http://schemas.microsoft.com/office/drawing/2014/main" id="{881CFF31-1351-9532-8A0C-B0FAF645410E}"/>
                  </a:ext>
                </a:extLst>
              </p:cNvPr>
              <p:cNvSpPr/>
              <p:nvPr/>
            </p:nvSpPr>
            <p:spPr>
              <a:xfrm>
                <a:off x="429861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g2423">
                <a:extLst>
                  <a:ext uri="{FF2B5EF4-FFF2-40B4-BE49-F238E27FC236}">
                    <a16:creationId xmlns:a16="http://schemas.microsoft.com/office/drawing/2014/main" id="{3AF97BFB-A306-A024-0B15-585ADE55500E}"/>
                  </a:ext>
                </a:extLst>
              </p:cNvPr>
              <p:cNvSpPr/>
              <p:nvPr/>
            </p:nvSpPr>
            <p:spPr>
              <a:xfrm>
                <a:off x="455464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g2424">
                <a:extLst>
                  <a:ext uri="{FF2B5EF4-FFF2-40B4-BE49-F238E27FC236}">
                    <a16:creationId xmlns:a16="http://schemas.microsoft.com/office/drawing/2014/main" id="{3B957FE1-B787-1214-B73B-8CB56EF07002}"/>
                  </a:ext>
                </a:extLst>
              </p:cNvPr>
              <p:cNvSpPr/>
              <p:nvPr/>
            </p:nvSpPr>
            <p:spPr>
              <a:xfrm>
                <a:off x="456627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g2425">
                <a:extLst>
                  <a:ext uri="{FF2B5EF4-FFF2-40B4-BE49-F238E27FC236}">
                    <a16:creationId xmlns:a16="http://schemas.microsoft.com/office/drawing/2014/main" id="{07605656-49D8-20A4-32FF-393B26AB28F7}"/>
                  </a:ext>
                </a:extLst>
              </p:cNvPr>
              <p:cNvSpPr/>
              <p:nvPr/>
            </p:nvSpPr>
            <p:spPr>
              <a:xfrm>
                <a:off x="457791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g2426">
                <a:extLst>
                  <a:ext uri="{FF2B5EF4-FFF2-40B4-BE49-F238E27FC236}">
                    <a16:creationId xmlns:a16="http://schemas.microsoft.com/office/drawing/2014/main" id="{2F9DE5EB-99FE-0CF6-7541-9C4D94B183D8}"/>
                  </a:ext>
                </a:extLst>
              </p:cNvPr>
              <p:cNvSpPr/>
              <p:nvPr/>
            </p:nvSpPr>
            <p:spPr>
              <a:xfrm>
                <a:off x="458955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g2427">
                <a:extLst>
                  <a:ext uri="{FF2B5EF4-FFF2-40B4-BE49-F238E27FC236}">
                    <a16:creationId xmlns:a16="http://schemas.microsoft.com/office/drawing/2014/main" id="{72D00E8E-CDB2-0E1D-3E80-E14D1575D828}"/>
                  </a:ext>
                </a:extLst>
              </p:cNvPr>
              <p:cNvSpPr/>
              <p:nvPr/>
            </p:nvSpPr>
            <p:spPr>
              <a:xfrm>
                <a:off x="460119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1">
                  <a:alpha val="100000"/>
                </a:srgbClr>
              </a:solidFill>
              <a:ln w="5420" cap="flat">
                <a:solidFill>
                  <a:srgbClr val="3B3E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g2428">
                <a:extLst>
                  <a:ext uri="{FF2B5EF4-FFF2-40B4-BE49-F238E27FC236}">
                    <a16:creationId xmlns:a16="http://schemas.microsoft.com/office/drawing/2014/main" id="{8962CE30-BFBA-64A9-A112-852145416361}"/>
                  </a:ext>
                </a:extLst>
              </p:cNvPr>
              <p:cNvSpPr/>
              <p:nvPr/>
            </p:nvSpPr>
            <p:spPr>
              <a:xfrm>
                <a:off x="325125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g2429">
                <a:extLst>
                  <a:ext uri="{FF2B5EF4-FFF2-40B4-BE49-F238E27FC236}">
                    <a16:creationId xmlns:a16="http://schemas.microsoft.com/office/drawing/2014/main" id="{C24557AE-17EC-F74C-1257-E31F4ECB4AB4}"/>
                  </a:ext>
                </a:extLst>
              </p:cNvPr>
              <p:cNvSpPr/>
              <p:nvPr/>
            </p:nvSpPr>
            <p:spPr>
              <a:xfrm>
                <a:off x="326289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g2430">
                <a:extLst>
                  <a:ext uri="{FF2B5EF4-FFF2-40B4-BE49-F238E27FC236}">
                    <a16:creationId xmlns:a16="http://schemas.microsoft.com/office/drawing/2014/main" id="{D08CC01F-F339-8890-5F51-F54A38B1D6AF}"/>
                  </a:ext>
                </a:extLst>
              </p:cNvPr>
              <p:cNvSpPr/>
              <p:nvPr/>
            </p:nvSpPr>
            <p:spPr>
              <a:xfrm>
                <a:off x="360037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g2431">
                <a:extLst>
                  <a:ext uri="{FF2B5EF4-FFF2-40B4-BE49-F238E27FC236}">
                    <a16:creationId xmlns:a16="http://schemas.microsoft.com/office/drawing/2014/main" id="{E4D8BE57-4BCD-C50D-269C-F4178277CD33}"/>
                  </a:ext>
                </a:extLst>
              </p:cNvPr>
              <p:cNvSpPr/>
              <p:nvPr/>
            </p:nvSpPr>
            <p:spPr>
              <a:xfrm>
                <a:off x="361201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g2432">
                <a:extLst>
                  <a:ext uri="{FF2B5EF4-FFF2-40B4-BE49-F238E27FC236}">
                    <a16:creationId xmlns:a16="http://schemas.microsoft.com/office/drawing/2014/main" id="{52B44A5C-A27D-9AA4-90DD-F64D5D1A04F3}"/>
                  </a:ext>
                </a:extLst>
              </p:cNvPr>
              <p:cNvSpPr/>
              <p:nvPr/>
            </p:nvSpPr>
            <p:spPr>
              <a:xfrm>
                <a:off x="362365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g2433">
                <a:extLst>
                  <a:ext uri="{FF2B5EF4-FFF2-40B4-BE49-F238E27FC236}">
                    <a16:creationId xmlns:a16="http://schemas.microsoft.com/office/drawing/2014/main" id="{7E9D6C6A-7B1E-2AF0-4B98-07963B7EA4A6}"/>
                  </a:ext>
                </a:extLst>
              </p:cNvPr>
              <p:cNvSpPr/>
              <p:nvPr/>
            </p:nvSpPr>
            <p:spPr>
              <a:xfrm>
                <a:off x="363529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g2434">
                <a:extLst>
                  <a:ext uri="{FF2B5EF4-FFF2-40B4-BE49-F238E27FC236}">
                    <a16:creationId xmlns:a16="http://schemas.microsoft.com/office/drawing/2014/main" id="{13B28DD5-182C-0A41-C8C3-A333732D5583}"/>
                  </a:ext>
                </a:extLst>
              </p:cNvPr>
              <p:cNvSpPr/>
              <p:nvPr/>
            </p:nvSpPr>
            <p:spPr>
              <a:xfrm>
                <a:off x="364692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g2435">
                <a:extLst>
                  <a:ext uri="{FF2B5EF4-FFF2-40B4-BE49-F238E27FC236}">
                    <a16:creationId xmlns:a16="http://schemas.microsoft.com/office/drawing/2014/main" id="{5D031CC1-45C3-632D-6B25-B059FE513A04}"/>
                  </a:ext>
                </a:extLst>
              </p:cNvPr>
              <p:cNvSpPr/>
              <p:nvPr/>
            </p:nvSpPr>
            <p:spPr>
              <a:xfrm>
                <a:off x="365856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g2436">
                <a:extLst>
                  <a:ext uri="{FF2B5EF4-FFF2-40B4-BE49-F238E27FC236}">
                    <a16:creationId xmlns:a16="http://schemas.microsoft.com/office/drawing/2014/main" id="{BA8569A9-CE32-0E6B-369B-89034B9E475D}"/>
                  </a:ext>
                </a:extLst>
              </p:cNvPr>
              <p:cNvSpPr/>
              <p:nvPr/>
            </p:nvSpPr>
            <p:spPr>
              <a:xfrm>
                <a:off x="367020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g2437">
                <a:extLst>
                  <a:ext uri="{FF2B5EF4-FFF2-40B4-BE49-F238E27FC236}">
                    <a16:creationId xmlns:a16="http://schemas.microsoft.com/office/drawing/2014/main" id="{6EF26711-E455-48B2-CC52-F9162209EFEE}"/>
                  </a:ext>
                </a:extLst>
              </p:cNvPr>
              <p:cNvSpPr/>
              <p:nvPr/>
            </p:nvSpPr>
            <p:spPr>
              <a:xfrm>
                <a:off x="368184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g2438">
                <a:extLst>
                  <a:ext uri="{FF2B5EF4-FFF2-40B4-BE49-F238E27FC236}">
                    <a16:creationId xmlns:a16="http://schemas.microsoft.com/office/drawing/2014/main" id="{F3892B5A-B56C-F78A-28A1-AF0B8748580B}"/>
                  </a:ext>
                </a:extLst>
              </p:cNvPr>
              <p:cNvSpPr/>
              <p:nvPr/>
            </p:nvSpPr>
            <p:spPr>
              <a:xfrm>
                <a:off x="369347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g2439">
                <a:extLst>
                  <a:ext uri="{FF2B5EF4-FFF2-40B4-BE49-F238E27FC236}">
                    <a16:creationId xmlns:a16="http://schemas.microsoft.com/office/drawing/2014/main" id="{925876A3-6D83-0D24-CE8B-452274AE2C6C}"/>
                  </a:ext>
                </a:extLst>
              </p:cNvPr>
              <p:cNvSpPr/>
              <p:nvPr/>
            </p:nvSpPr>
            <p:spPr>
              <a:xfrm>
                <a:off x="370511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g2440">
                <a:extLst>
                  <a:ext uri="{FF2B5EF4-FFF2-40B4-BE49-F238E27FC236}">
                    <a16:creationId xmlns:a16="http://schemas.microsoft.com/office/drawing/2014/main" id="{F35C9D06-5BE2-B6DA-3F25-8ED94D8812D5}"/>
                  </a:ext>
                </a:extLst>
              </p:cNvPr>
              <p:cNvSpPr/>
              <p:nvPr/>
            </p:nvSpPr>
            <p:spPr>
              <a:xfrm>
                <a:off x="371675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g2441">
                <a:extLst>
                  <a:ext uri="{FF2B5EF4-FFF2-40B4-BE49-F238E27FC236}">
                    <a16:creationId xmlns:a16="http://schemas.microsoft.com/office/drawing/2014/main" id="{C3441774-E008-8041-3C52-DCCE61096625}"/>
                  </a:ext>
                </a:extLst>
              </p:cNvPr>
              <p:cNvSpPr/>
              <p:nvPr/>
            </p:nvSpPr>
            <p:spPr>
              <a:xfrm>
                <a:off x="372839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g2442">
                <a:extLst>
                  <a:ext uri="{FF2B5EF4-FFF2-40B4-BE49-F238E27FC236}">
                    <a16:creationId xmlns:a16="http://schemas.microsoft.com/office/drawing/2014/main" id="{01A4D252-EF19-0F6A-1970-5375BA4139FC}"/>
                  </a:ext>
                </a:extLst>
              </p:cNvPr>
              <p:cNvSpPr/>
              <p:nvPr/>
            </p:nvSpPr>
            <p:spPr>
              <a:xfrm>
                <a:off x="374002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g2443">
                <a:extLst>
                  <a:ext uri="{FF2B5EF4-FFF2-40B4-BE49-F238E27FC236}">
                    <a16:creationId xmlns:a16="http://schemas.microsoft.com/office/drawing/2014/main" id="{25F965A9-65CA-2988-A74C-5F7A4568763C}"/>
                  </a:ext>
                </a:extLst>
              </p:cNvPr>
              <p:cNvSpPr/>
              <p:nvPr/>
            </p:nvSpPr>
            <p:spPr>
              <a:xfrm>
                <a:off x="375166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g2444">
                <a:extLst>
                  <a:ext uri="{FF2B5EF4-FFF2-40B4-BE49-F238E27FC236}">
                    <a16:creationId xmlns:a16="http://schemas.microsoft.com/office/drawing/2014/main" id="{42F3C295-84F0-F9CB-A58A-F620FCCCA3F3}"/>
                  </a:ext>
                </a:extLst>
              </p:cNvPr>
              <p:cNvSpPr/>
              <p:nvPr/>
            </p:nvSpPr>
            <p:spPr>
              <a:xfrm>
                <a:off x="376330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g2445">
                <a:extLst>
                  <a:ext uri="{FF2B5EF4-FFF2-40B4-BE49-F238E27FC236}">
                    <a16:creationId xmlns:a16="http://schemas.microsoft.com/office/drawing/2014/main" id="{28764BBB-4BAE-DEA5-A410-94794D298FEE}"/>
                  </a:ext>
                </a:extLst>
              </p:cNvPr>
              <p:cNvSpPr/>
              <p:nvPr/>
            </p:nvSpPr>
            <p:spPr>
              <a:xfrm>
                <a:off x="377493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g2446">
                <a:extLst>
                  <a:ext uri="{FF2B5EF4-FFF2-40B4-BE49-F238E27FC236}">
                    <a16:creationId xmlns:a16="http://schemas.microsoft.com/office/drawing/2014/main" id="{A58D75B0-5792-FAC2-69CA-BDDC6E27F046}"/>
                  </a:ext>
                </a:extLst>
              </p:cNvPr>
              <p:cNvSpPr/>
              <p:nvPr/>
            </p:nvSpPr>
            <p:spPr>
              <a:xfrm>
                <a:off x="378657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g2447">
                <a:extLst>
                  <a:ext uri="{FF2B5EF4-FFF2-40B4-BE49-F238E27FC236}">
                    <a16:creationId xmlns:a16="http://schemas.microsoft.com/office/drawing/2014/main" id="{8C369834-41C3-AA39-8B7B-84F737841511}"/>
                  </a:ext>
                </a:extLst>
              </p:cNvPr>
              <p:cNvSpPr/>
              <p:nvPr/>
            </p:nvSpPr>
            <p:spPr>
              <a:xfrm>
                <a:off x="379821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g2448">
                <a:extLst>
                  <a:ext uri="{FF2B5EF4-FFF2-40B4-BE49-F238E27FC236}">
                    <a16:creationId xmlns:a16="http://schemas.microsoft.com/office/drawing/2014/main" id="{35FD3B9A-A1ED-9384-F86F-3E2BFA9FA199}"/>
                  </a:ext>
                </a:extLst>
              </p:cNvPr>
              <p:cNvSpPr/>
              <p:nvPr/>
            </p:nvSpPr>
            <p:spPr>
              <a:xfrm>
                <a:off x="380985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g2449">
                <a:extLst>
                  <a:ext uri="{FF2B5EF4-FFF2-40B4-BE49-F238E27FC236}">
                    <a16:creationId xmlns:a16="http://schemas.microsoft.com/office/drawing/2014/main" id="{114E80C6-15FB-D344-DEF3-42A228694F5D}"/>
                  </a:ext>
                </a:extLst>
              </p:cNvPr>
              <p:cNvSpPr/>
              <p:nvPr/>
            </p:nvSpPr>
            <p:spPr>
              <a:xfrm>
                <a:off x="382148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g2450">
                <a:extLst>
                  <a:ext uri="{FF2B5EF4-FFF2-40B4-BE49-F238E27FC236}">
                    <a16:creationId xmlns:a16="http://schemas.microsoft.com/office/drawing/2014/main" id="{B224CBE2-CC3F-78CD-ADC3-F56AD57BE6E7}"/>
                  </a:ext>
                </a:extLst>
              </p:cNvPr>
              <p:cNvSpPr/>
              <p:nvPr/>
            </p:nvSpPr>
            <p:spPr>
              <a:xfrm>
                <a:off x="383312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g2451">
                <a:extLst>
                  <a:ext uri="{FF2B5EF4-FFF2-40B4-BE49-F238E27FC236}">
                    <a16:creationId xmlns:a16="http://schemas.microsoft.com/office/drawing/2014/main" id="{399D51AC-B8AF-E1B5-0310-FB0AB7EA70E8}"/>
                  </a:ext>
                </a:extLst>
              </p:cNvPr>
              <p:cNvSpPr/>
              <p:nvPr/>
            </p:nvSpPr>
            <p:spPr>
              <a:xfrm>
                <a:off x="384476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g2452">
                <a:extLst>
                  <a:ext uri="{FF2B5EF4-FFF2-40B4-BE49-F238E27FC236}">
                    <a16:creationId xmlns:a16="http://schemas.microsoft.com/office/drawing/2014/main" id="{56F67D73-26A4-4BF0-E8D0-4104CD6EB132}"/>
                  </a:ext>
                </a:extLst>
              </p:cNvPr>
              <p:cNvSpPr/>
              <p:nvPr/>
            </p:nvSpPr>
            <p:spPr>
              <a:xfrm>
                <a:off x="385640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g2453">
                <a:extLst>
                  <a:ext uri="{FF2B5EF4-FFF2-40B4-BE49-F238E27FC236}">
                    <a16:creationId xmlns:a16="http://schemas.microsoft.com/office/drawing/2014/main" id="{36E84C8C-D8DD-77D5-F0DC-3626F7D5D90D}"/>
                  </a:ext>
                </a:extLst>
              </p:cNvPr>
              <p:cNvSpPr/>
              <p:nvPr/>
            </p:nvSpPr>
            <p:spPr>
              <a:xfrm>
                <a:off x="386803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g2454">
                <a:extLst>
                  <a:ext uri="{FF2B5EF4-FFF2-40B4-BE49-F238E27FC236}">
                    <a16:creationId xmlns:a16="http://schemas.microsoft.com/office/drawing/2014/main" id="{AEF3CB63-29B0-E808-88D9-E6C672DFCEB4}"/>
                  </a:ext>
                </a:extLst>
              </p:cNvPr>
              <p:cNvSpPr/>
              <p:nvPr/>
            </p:nvSpPr>
            <p:spPr>
              <a:xfrm>
                <a:off x="387967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g2455">
                <a:extLst>
                  <a:ext uri="{FF2B5EF4-FFF2-40B4-BE49-F238E27FC236}">
                    <a16:creationId xmlns:a16="http://schemas.microsoft.com/office/drawing/2014/main" id="{54C3C53E-E00C-6F2C-F949-34CECFE2A712}"/>
                  </a:ext>
                </a:extLst>
              </p:cNvPr>
              <p:cNvSpPr/>
              <p:nvPr/>
            </p:nvSpPr>
            <p:spPr>
              <a:xfrm>
                <a:off x="389131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g2456">
                <a:extLst>
                  <a:ext uri="{FF2B5EF4-FFF2-40B4-BE49-F238E27FC236}">
                    <a16:creationId xmlns:a16="http://schemas.microsoft.com/office/drawing/2014/main" id="{8024A067-1B30-C94C-1748-8FD4A067EE07}"/>
                  </a:ext>
                </a:extLst>
              </p:cNvPr>
              <p:cNvSpPr/>
              <p:nvPr/>
            </p:nvSpPr>
            <p:spPr>
              <a:xfrm>
                <a:off x="390295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g2457">
                <a:extLst>
                  <a:ext uri="{FF2B5EF4-FFF2-40B4-BE49-F238E27FC236}">
                    <a16:creationId xmlns:a16="http://schemas.microsoft.com/office/drawing/2014/main" id="{9640AB5F-38E9-1179-F533-36080B6BAC15}"/>
                  </a:ext>
                </a:extLst>
              </p:cNvPr>
              <p:cNvSpPr/>
              <p:nvPr/>
            </p:nvSpPr>
            <p:spPr>
              <a:xfrm>
                <a:off x="391458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g2458">
                <a:extLst>
                  <a:ext uri="{FF2B5EF4-FFF2-40B4-BE49-F238E27FC236}">
                    <a16:creationId xmlns:a16="http://schemas.microsoft.com/office/drawing/2014/main" id="{BF34FF6D-FB10-665B-02D8-77F330CE9FAA}"/>
                  </a:ext>
                </a:extLst>
              </p:cNvPr>
              <p:cNvSpPr/>
              <p:nvPr/>
            </p:nvSpPr>
            <p:spPr>
              <a:xfrm>
                <a:off x="392622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g2459">
                <a:extLst>
                  <a:ext uri="{FF2B5EF4-FFF2-40B4-BE49-F238E27FC236}">
                    <a16:creationId xmlns:a16="http://schemas.microsoft.com/office/drawing/2014/main" id="{A272BCBA-09E6-6C7B-0398-A98051A1CB1A}"/>
                  </a:ext>
                </a:extLst>
              </p:cNvPr>
              <p:cNvSpPr/>
              <p:nvPr/>
            </p:nvSpPr>
            <p:spPr>
              <a:xfrm>
                <a:off x="393786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g2460">
                <a:extLst>
                  <a:ext uri="{FF2B5EF4-FFF2-40B4-BE49-F238E27FC236}">
                    <a16:creationId xmlns:a16="http://schemas.microsoft.com/office/drawing/2014/main" id="{399F1657-AA27-8B2B-5F98-8E96F67522BE}"/>
                  </a:ext>
                </a:extLst>
              </p:cNvPr>
              <p:cNvSpPr/>
              <p:nvPr/>
            </p:nvSpPr>
            <p:spPr>
              <a:xfrm>
                <a:off x="394949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g2461">
                <a:extLst>
                  <a:ext uri="{FF2B5EF4-FFF2-40B4-BE49-F238E27FC236}">
                    <a16:creationId xmlns:a16="http://schemas.microsoft.com/office/drawing/2014/main" id="{E368F36D-5DD8-9366-C1BD-2BF3B5EC5BE4}"/>
                  </a:ext>
                </a:extLst>
              </p:cNvPr>
              <p:cNvSpPr/>
              <p:nvPr/>
            </p:nvSpPr>
            <p:spPr>
              <a:xfrm>
                <a:off x="396113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g2462">
                <a:extLst>
                  <a:ext uri="{FF2B5EF4-FFF2-40B4-BE49-F238E27FC236}">
                    <a16:creationId xmlns:a16="http://schemas.microsoft.com/office/drawing/2014/main" id="{952157F0-FEEF-5A4D-A3AE-924B70474146}"/>
                  </a:ext>
                </a:extLst>
              </p:cNvPr>
              <p:cNvSpPr/>
              <p:nvPr/>
            </p:nvSpPr>
            <p:spPr>
              <a:xfrm>
                <a:off x="397277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g2463">
                <a:extLst>
                  <a:ext uri="{FF2B5EF4-FFF2-40B4-BE49-F238E27FC236}">
                    <a16:creationId xmlns:a16="http://schemas.microsoft.com/office/drawing/2014/main" id="{622C345B-16BC-ED01-9E4A-DA3AAFFF2A1B}"/>
                  </a:ext>
                </a:extLst>
              </p:cNvPr>
              <p:cNvSpPr/>
              <p:nvPr/>
            </p:nvSpPr>
            <p:spPr>
              <a:xfrm>
                <a:off x="398441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g2464">
                <a:extLst>
                  <a:ext uri="{FF2B5EF4-FFF2-40B4-BE49-F238E27FC236}">
                    <a16:creationId xmlns:a16="http://schemas.microsoft.com/office/drawing/2014/main" id="{959F2F38-35F7-61C7-EFFD-904B575F9B62}"/>
                  </a:ext>
                </a:extLst>
              </p:cNvPr>
              <p:cNvSpPr/>
              <p:nvPr/>
            </p:nvSpPr>
            <p:spPr>
              <a:xfrm>
                <a:off x="399604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g2465">
                <a:extLst>
                  <a:ext uri="{FF2B5EF4-FFF2-40B4-BE49-F238E27FC236}">
                    <a16:creationId xmlns:a16="http://schemas.microsoft.com/office/drawing/2014/main" id="{F191690B-4007-9AD3-FA45-948BEAFE5A8F}"/>
                  </a:ext>
                </a:extLst>
              </p:cNvPr>
              <p:cNvSpPr/>
              <p:nvPr/>
            </p:nvSpPr>
            <p:spPr>
              <a:xfrm>
                <a:off x="400768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g2466">
                <a:extLst>
                  <a:ext uri="{FF2B5EF4-FFF2-40B4-BE49-F238E27FC236}">
                    <a16:creationId xmlns:a16="http://schemas.microsoft.com/office/drawing/2014/main" id="{9062BBD9-CC81-C55E-3F4F-6FBAEBDA5E73}"/>
                  </a:ext>
                </a:extLst>
              </p:cNvPr>
              <p:cNvSpPr/>
              <p:nvPr/>
            </p:nvSpPr>
            <p:spPr>
              <a:xfrm>
                <a:off x="401932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g2467">
                <a:extLst>
                  <a:ext uri="{FF2B5EF4-FFF2-40B4-BE49-F238E27FC236}">
                    <a16:creationId xmlns:a16="http://schemas.microsoft.com/office/drawing/2014/main" id="{03AE0704-F4CF-1EAA-2A54-788DB002F083}"/>
                  </a:ext>
                </a:extLst>
              </p:cNvPr>
              <p:cNvSpPr/>
              <p:nvPr/>
            </p:nvSpPr>
            <p:spPr>
              <a:xfrm>
                <a:off x="403096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g2468">
                <a:extLst>
                  <a:ext uri="{FF2B5EF4-FFF2-40B4-BE49-F238E27FC236}">
                    <a16:creationId xmlns:a16="http://schemas.microsoft.com/office/drawing/2014/main" id="{5E4756C5-00D6-D54F-CB16-25914801F37F}"/>
                  </a:ext>
                </a:extLst>
              </p:cNvPr>
              <p:cNvSpPr/>
              <p:nvPr/>
            </p:nvSpPr>
            <p:spPr>
              <a:xfrm>
                <a:off x="404259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g2469">
                <a:extLst>
                  <a:ext uri="{FF2B5EF4-FFF2-40B4-BE49-F238E27FC236}">
                    <a16:creationId xmlns:a16="http://schemas.microsoft.com/office/drawing/2014/main" id="{422C0DF5-F2EF-A49C-CB19-FA8832966C04}"/>
                  </a:ext>
                </a:extLst>
              </p:cNvPr>
              <p:cNvSpPr/>
              <p:nvPr/>
            </p:nvSpPr>
            <p:spPr>
              <a:xfrm>
                <a:off x="405423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g2470">
                <a:extLst>
                  <a:ext uri="{FF2B5EF4-FFF2-40B4-BE49-F238E27FC236}">
                    <a16:creationId xmlns:a16="http://schemas.microsoft.com/office/drawing/2014/main" id="{ABEA300F-998E-46A1-B13A-26EE2018426F}"/>
                  </a:ext>
                </a:extLst>
              </p:cNvPr>
              <p:cNvSpPr/>
              <p:nvPr/>
            </p:nvSpPr>
            <p:spPr>
              <a:xfrm>
                <a:off x="406587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g2471">
                <a:extLst>
                  <a:ext uri="{FF2B5EF4-FFF2-40B4-BE49-F238E27FC236}">
                    <a16:creationId xmlns:a16="http://schemas.microsoft.com/office/drawing/2014/main" id="{9BC79A54-D636-E166-F544-13FA6967EEF9}"/>
                  </a:ext>
                </a:extLst>
              </p:cNvPr>
              <p:cNvSpPr/>
              <p:nvPr/>
            </p:nvSpPr>
            <p:spPr>
              <a:xfrm>
                <a:off x="407751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g2472">
                <a:extLst>
                  <a:ext uri="{FF2B5EF4-FFF2-40B4-BE49-F238E27FC236}">
                    <a16:creationId xmlns:a16="http://schemas.microsoft.com/office/drawing/2014/main" id="{EB8CE078-9149-1934-0E9E-3A9D1F145DB7}"/>
                  </a:ext>
                </a:extLst>
              </p:cNvPr>
              <p:cNvSpPr/>
              <p:nvPr/>
            </p:nvSpPr>
            <p:spPr>
              <a:xfrm>
                <a:off x="408914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g2473">
                <a:extLst>
                  <a:ext uri="{FF2B5EF4-FFF2-40B4-BE49-F238E27FC236}">
                    <a16:creationId xmlns:a16="http://schemas.microsoft.com/office/drawing/2014/main" id="{98BE9EED-9AE6-D07A-41AB-474AC3AA6432}"/>
                  </a:ext>
                </a:extLst>
              </p:cNvPr>
              <p:cNvSpPr/>
              <p:nvPr/>
            </p:nvSpPr>
            <p:spPr>
              <a:xfrm>
                <a:off x="410078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g2474">
                <a:extLst>
                  <a:ext uri="{FF2B5EF4-FFF2-40B4-BE49-F238E27FC236}">
                    <a16:creationId xmlns:a16="http://schemas.microsoft.com/office/drawing/2014/main" id="{4899D253-69E8-B73B-2642-D9E05DB4AD8D}"/>
                  </a:ext>
                </a:extLst>
              </p:cNvPr>
              <p:cNvSpPr/>
              <p:nvPr/>
            </p:nvSpPr>
            <p:spPr>
              <a:xfrm>
                <a:off x="411242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g2475">
                <a:extLst>
                  <a:ext uri="{FF2B5EF4-FFF2-40B4-BE49-F238E27FC236}">
                    <a16:creationId xmlns:a16="http://schemas.microsoft.com/office/drawing/2014/main" id="{A3330D88-1AF9-59F3-27DD-CE839816D86C}"/>
                  </a:ext>
                </a:extLst>
              </p:cNvPr>
              <p:cNvSpPr/>
              <p:nvPr/>
            </p:nvSpPr>
            <p:spPr>
              <a:xfrm>
                <a:off x="412405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g2476">
                <a:extLst>
                  <a:ext uri="{FF2B5EF4-FFF2-40B4-BE49-F238E27FC236}">
                    <a16:creationId xmlns:a16="http://schemas.microsoft.com/office/drawing/2014/main" id="{142656B0-6EB7-5FE7-3BEF-675235911B1B}"/>
                  </a:ext>
                </a:extLst>
              </p:cNvPr>
              <p:cNvSpPr/>
              <p:nvPr/>
            </p:nvSpPr>
            <p:spPr>
              <a:xfrm>
                <a:off x="413569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g2477">
                <a:extLst>
                  <a:ext uri="{FF2B5EF4-FFF2-40B4-BE49-F238E27FC236}">
                    <a16:creationId xmlns:a16="http://schemas.microsoft.com/office/drawing/2014/main" id="{DBA88521-3EC7-7134-EDB1-B990EAF3A68A}"/>
                  </a:ext>
                </a:extLst>
              </p:cNvPr>
              <p:cNvSpPr/>
              <p:nvPr/>
            </p:nvSpPr>
            <p:spPr>
              <a:xfrm>
                <a:off x="414733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g2478">
                <a:extLst>
                  <a:ext uri="{FF2B5EF4-FFF2-40B4-BE49-F238E27FC236}">
                    <a16:creationId xmlns:a16="http://schemas.microsoft.com/office/drawing/2014/main" id="{1EAE13A7-98BD-028A-3E76-C80EFFB0BBDC}"/>
                  </a:ext>
                </a:extLst>
              </p:cNvPr>
              <p:cNvSpPr/>
              <p:nvPr/>
            </p:nvSpPr>
            <p:spPr>
              <a:xfrm>
                <a:off x="425207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g2479">
                <a:extLst>
                  <a:ext uri="{FF2B5EF4-FFF2-40B4-BE49-F238E27FC236}">
                    <a16:creationId xmlns:a16="http://schemas.microsoft.com/office/drawing/2014/main" id="{DB237C05-D6D7-22FC-2E8A-79C196239F38}"/>
                  </a:ext>
                </a:extLst>
              </p:cNvPr>
              <p:cNvSpPr/>
              <p:nvPr/>
            </p:nvSpPr>
            <p:spPr>
              <a:xfrm>
                <a:off x="426370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g2480">
                <a:extLst>
                  <a:ext uri="{FF2B5EF4-FFF2-40B4-BE49-F238E27FC236}">
                    <a16:creationId xmlns:a16="http://schemas.microsoft.com/office/drawing/2014/main" id="{A49BC90C-1CF0-11C3-AF36-8169EF5D6093}"/>
                  </a:ext>
                </a:extLst>
              </p:cNvPr>
              <p:cNvSpPr/>
              <p:nvPr/>
            </p:nvSpPr>
            <p:spPr>
              <a:xfrm>
                <a:off x="427534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g2481">
                <a:extLst>
                  <a:ext uri="{FF2B5EF4-FFF2-40B4-BE49-F238E27FC236}">
                    <a16:creationId xmlns:a16="http://schemas.microsoft.com/office/drawing/2014/main" id="{CB671E82-0314-A787-70EA-E7EE122A689D}"/>
                  </a:ext>
                </a:extLst>
              </p:cNvPr>
              <p:cNvSpPr/>
              <p:nvPr/>
            </p:nvSpPr>
            <p:spPr>
              <a:xfrm>
                <a:off x="428698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g2482">
                <a:extLst>
                  <a:ext uri="{FF2B5EF4-FFF2-40B4-BE49-F238E27FC236}">
                    <a16:creationId xmlns:a16="http://schemas.microsoft.com/office/drawing/2014/main" id="{6AFC06C9-2815-8AA5-64D6-D0AE176E7C23}"/>
                  </a:ext>
                </a:extLst>
              </p:cNvPr>
              <p:cNvSpPr/>
              <p:nvPr/>
            </p:nvSpPr>
            <p:spPr>
              <a:xfrm>
                <a:off x="429861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g2483">
                <a:extLst>
                  <a:ext uri="{FF2B5EF4-FFF2-40B4-BE49-F238E27FC236}">
                    <a16:creationId xmlns:a16="http://schemas.microsoft.com/office/drawing/2014/main" id="{49A6CDD4-C237-E4AB-D4C7-E60C6813F682}"/>
                  </a:ext>
                </a:extLst>
              </p:cNvPr>
              <p:cNvSpPr/>
              <p:nvPr/>
            </p:nvSpPr>
            <p:spPr>
              <a:xfrm>
                <a:off x="431025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g2484">
                <a:extLst>
                  <a:ext uri="{FF2B5EF4-FFF2-40B4-BE49-F238E27FC236}">
                    <a16:creationId xmlns:a16="http://schemas.microsoft.com/office/drawing/2014/main" id="{74896556-D9F7-64EA-6755-55A2608FCA6B}"/>
                  </a:ext>
                </a:extLst>
              </p:cNvPr>
              <p:cNvSpPr/>
              <p:nvPr/>
            </p:nvSpPr>
            <p:spPr>
              <a:xfrm>
                <a:off x="432189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g2485">
                <a:extLst>
                  <a:ext uri="{FF2B5EF4-FFF2-40B4-BE49-F238E27FC236}">
                    <a16:creationId xmlns:a16="http://schemas.microsoft.com/office/drawing/2014/main" id="{D9012549-BF2C-8895-B842-74165442C1EC}"/>
                  </a:ext>
                </a:extLst>
              </p:cNvPr>
              <p:cNvSpPr/>
              <p:nvPr/>
            </p:nvSpPr>
            <p:spPr>
              <a:xfrm>
                <a:off x="455464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g2486">
                <a:extLst>
                  <a:ext uri="{FF2B5EF4-FFF2-40B4-BE49-F238E27FC236}">
                    <a16:creationId xmlns:a16="http://schemas.microsoft.com/office/drawing/2014/main" id="{FE71A682-5D80-B404-689F-EF94CDE3CA4F}"/>
                  </a:ext>
                </a:extLst>
              </p:cNvPr>
              <p:cNvSpPr/>
              <p:nvPr/>
            </p:nvSpPr>
            <p:spPr>
              <a:xfrm>
                <a:off x="456627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g2487">
                <a:extLst>
                  <a:ext uri="{FF2B5EF4-FFF2-40B4-BE49-F238E27FC236}">
                    <a16:creationId xmlns:a16="http://schemas.microsoft.com/office/drawing/2014/main" id="{A502DF83-9B58-EAE2-EE01-944C7947D43D}"/>
                  </a:ext>
                </a:extLst>
              </p:cNvPr>
              <p:cNvSpPr/>
              <p:nvPr/>
            </p:nvSpPr>
            <p:spPr>
              <a:xfrm>
                <a:off x="457791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g2488">
                <a:extLst>
                  <a:ext uri="{FF2B5EF4-FFF2-40B4-BE49-F238E27FC236}">
                    <a16:creationId xmlns:a16="http://schemas.microsoft.com/office/drawing/2014/main" id="{CDA7934F-7C69-E09E-9D4B-11D1A57D5EFE}"/>
                  </a:ext>
                </a:extLst>
              </p:cNvPr>
              <p:cNvSpPr/>
              <p:nvPr/>
            </p:nvSpPr>
            <p:spPr>
              <a:xfrm>
                <a:off x="458955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g2489">
                <a:extLst>
                  <a:ext uri="{FF2B5EF4-FFF2-40B4-BE49-F238E27FC236}">
                    <a16:creationId xmlns:a16="http://schemas.microsoft.com/office/drawing/2014/main" id="{0DC51D9B-BC98-1071-6559-AACD56082D29}"/>
                  </a:ext>
                </a:extLst>
              </p:cNvPr>
              <p:cNvSpPr/>
              <p:nvPr/>
            </p:nvSpPr>
            <p:spPr>
              <a:xfrm>
                <a:off x="460119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g2490">
                <a:extLst>
                  <a:ext uri="{FF2B5EF4-FFF2-40B4-BE49-F238E27FC236}">
                    <a16:creationId xmlns:a16="http://schemas.microsoft.com/office/drawing/2014/main" id="{3747AF54-D246-B111-7B11-F7F6640DF6F1}"/>
                  </a:ext>
                </a:extLst>
              </p:cNvPr>
              <p:cNvSpPr/>
              <p:nvPr/>
            </p:nvSpPr>
            <p:spPr>
              <a:xfrm>
                <a:off x="323962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g2491">
                <a:extLst>
                  <a:ext uri="{FF2B5EF4-FFF2-40B4-BE49-F238E27FC236}">
                    <a16:creationId xmlns:a16="http://schemas.microsoft.com/office/drawing/2014/main" id="{F7E87548-E5F4-A816-0216-0B3029AC15BA}"/>
                  </a:ext>
                </a:extLst>
              </p:cNvPr>
              <p:cNvSpPr/>
              <p:nvPr/>
            </p:nvSpPr>
            <p:spPr>
              <a:xfrm>
                <a:off x="325125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g2492">
                <a:extLst>
                  <a:ext uri="{FF2B5EF4-FFF2-40B4-BE49-F238E27FC236}">
                    <a16:creationId xmlns:a16="http://schemas.microsoft.com/office/drawing/2014/main" id="{90B1CE9A-F6E4-EF91-E360-AEEB27C4650E}"/>
                  </a:ext>
                </a:extLst>
              </p:cNvPr>
              <p:cNvSpPr/>
              <p:nvPr/>
            </p:nvSpPr>
            <p:spPr>
              <a:xfrm>
                <a:off x="326289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g2493">
                <a:extLst>
                  <a:ext uri="{FF2B5EF4-FFF2-40B4-BE49-F238E27FC236}">
                    <a16:creationId xmlns:a16="http://schemas.microsoft.com/office/drawing/2014/main" id="{6291E769-808C-124B-CAEB-1C5F2B4420E7}"/>
                  </a:ext>
                </a:extLst>
              </p:cNvPr>
              <p:cNvSpPr/>
              <p:nvPr/>
            </p:nvSpPr>
            <p:spPr>
              <a:xfrm>
                <a:off x="327453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g2494">
                <a:extLst>
                  <a:ext uri="{FF2B5EF4-FFF2-40B4-BE49-F238E27FC236}">
                    <a16:creationId xmlns:a16="http://schemas.microsoft.com/office/drawing/2014/main" id="{24B560E5-84BB-AC99-EB2B-0CA91BA871F7}"/>
                  </a:ext>
                </a:extLst>
              </p:cNvPr>
              <p:cNvSpPr/>
              <p:nvPr/>
            </p:nvSpPr>
            <p:spPr>
              <a:xfrm>
                <a:off x="328617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g2495">
                <a:extLst>
                  <a:ext uri="{FF2B5EF4-FFF2-40B4-BE49-F238E27FC236}">
                    <a16:creationId xmlns:a16="http://schemas.microsoft.com/office/drawing/2014/main" id="{039F2C40-16D9-48E8-5D4F-511F2FDE1FC8}"/>
                  </a:ext>
                </a:extLst>
              </p:cNvPr>
              <p:cNvSpPr/>
              <p:nvPr/>
            </p:nvSpPr>
            <p:spPr>
              <a:xfrm>
                <a:off x="360037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g2496">
                <a:extLst>
                  <a:ext uri="{FF2B5EF4-FFF2-40B4-BE49-F238E27FC236}">
                    <a16:creationId xmlns:a16="http://schemas.microsoft.com/office/drawing/2014/main" id="{9E1FD1AC-7382-B851-3CC8-565EA49E29AB}"/>
                  </a:ext>
                </a:extLst>
              </p:cNvPr>
              <p:cNvSpPr/>
              <p:nvPr/>
            </p:nvSpPr>
            <p:spPr>
              <a:xfrm>
                <a:off x="361201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g2497">
                <a:extLst>
                  <a:ext uri="{FF2B5EF4-FFF2-40B4-BE49-F238E27FC236}">
                    <a16:creationId xmlns:a16="http://schemas.microsoft.com/office/drawing/2014/main" id="{6F500EBE-DB32-3BE3-2E5A-98EF15E9D789}"/>
                  </a:ext>
                </a:extLst>
              </p:cNvPr>
              <p:cNvSpPr/>
              <p:nvPr/>
            </p:nvSpPr>
            <p:spPr>
              <a:xfrm>
                <a:off x="362365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g2498">
                <a:extLst>
                  <a:ext uri="{FF2B5EF4-FFF2-40B4-BE49-F238E27FC236}">
                    <a16:creationId xmlns:a16="http://schemas.microsoft.com/office/drawing/2014/main" id="{D547124C-F09D-16CC-70D4-00DEA90D8E75}"/>
                  </a:ext>
                </a:extLst>
              </p:cNvPr>
              <p:cNvSpPr/>
              <p:nvPr/>
            </p:nvSpPr>
            <p:spPr>
              <a:xfrm>
                <a:off x="363529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g2499">
                <a:extLst>
                  <a:ext uri="{FF2B5EF4-FFF2-40B4-BE49-F238E27FC236}">
                    <a16:creationId xmlns:a16="http://schemas.microsoft.com/office/drawing/2014/main" id="{32B39DE8-EF4A-0407-8435-2DCBEF4BF9D0}"/>
                  </a:ext>
                </a:extLst>
              </p:cNvPr>
              <p:cNvSpPr/>
              <p:nvPr/>
            </p:nvSpPr>
            <p:spPr>
              <a:xfrm>
                <a:off x="364692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g2500">
                <a:extLst>
                  <a:ext uri="{FF2B5EF4-FFF2-40B4-BE49-F238E27FC236}">
                    <a16:creationId xmlns:a16="http://schemas.microsoft.com/office/drawing/2014/main" id="{6C749948-A88A-2A10-D324-575B40699E7D}"/>
                  </a:ext>
                </a:extLst>
              </p:cNvPr>
              <p:cNvSpPr/>
              <p:nvPr/>
            </p:nvSpPr>
            <p:spPr>
              <a:xfrm>
                <a:off x="365856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g2501">
                <a:extLst>
                  <a:ext uri="{FF2B5EF4-FFF2-40B4-BE49-F238E27FC236}">
                    <a16:creationId xmlns:a16="http://schemas.microsoft.com/office/drawing/2014/main" id="{00D3F7F3-A2A4-996C-6FD6-D162B5563C83}"/>
                  </a:ext>
                </a:extLst>
              </p:cNvPr>
              <p:cNvSpPr/>
              <p:nvPr/>
            </p:nvSpPr>
            <p:spPr>
              <a:xfrm>
                <a:off x="3670203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g2502">
                <a:extLst>
                  <a:ext uri="{FF2B5EF4-FFF2-40B4-BE49-F238E27FC236}">
                    <a16:creationId xmlns:a16="http://schemas.microsoft.com/office/drawing/2014/main" id="{1BB55D02-8343-3980-3D80-9BC9499408E0}"/>
                  </a:ext>
                </a:extLst>
              </p:cNvPr>
              <p:cNvSpPr/>
              <p:nvPr/>
            </p:nvSpPr>
            <p:spPr>
              <a:xfrm>
                <a:off x="368184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g2503">
                <a:extLst>
                  <a:ext uri="{FF2B5EF4-FFF2-40B4-BE49-F238E27FC236}">
                    <a16:creationId xmlns:a16="http://schemas.microsoft.com/office/drawing/2014/main" id="{4771A8FA-0704-E8D3-A676-4046FE398D49}"/>
                  </a:ext>
                </a:extLst>
              </p:cNvPr>
              <p:cNvSpPr/>
              <p:nvPr/>
            </p:nvSpPr>
            <p:spPr>
              <a:xfrm>
                <a:off x="369347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g2504">
                <a:extLst>
                  <a:ext uri="{FF2B5EF4-FFF2-40B4-BE49-F238E27FC236}">
                    <a16:creationId xmlns:a16="http://schemas.microsoft.com/office/drawing/2014/main" id="{B985D419-0885-2D40-3A78-CDF2CE1A8A59}"/>
                  </a:ext>
                </a:extLst>
              </p:cNvPr>
              <p:cNvSpPr/>
              <p:nvPr/>
            </p:nvSpPr>
            <p:spPr>
              <a:xfrm>
                <a:off x="370511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g2505">
                <a:extLst>
                  <a:ext uri="{FF2B5EF4-FFF2-40B4-BE49-F238E27FC236}">
                    <a16:creationId xmlns:a16="http://schemas.microsoft.com/office/drawing/2014/main" id="{871B7E40-2BB1-5AE4-BC7E-AD1C1AC17C5A}"/>
                  </a:ext>
                </a:extLst>
              </p:cNvPr>
              <p:cNvSpPr/>
              <p:nvPr/>
            </p:nvSpPr>
            <p:spPr>
              <a:xfrm>
                <a:off x="371675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g2506">
                <a:extLst>
                  <a:ext uri="{FF2B5EF4-FFF2-40B4-BE49-F238E27FC236}">
                    <a16:creationId xmlns:a16="http://schemas.microsoft.com/office/drawing/2014/main" id="{F4BC2344-9130-3E62-5841-7B8DF26E92B2}"/>
                  </a:ext>
                </a:extLst>
              </p:cNvPr>
              <p:cNvSpPr/>
              <p:nvPr/>
            </p:nvSpPr>
            <p:spPr>
              <a:xfrm>
                <a:off x="372839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g2507">
                <a:extLst>
                  <a:ext uri="{FF2B5EF4-FFF2-40B4-BE49-F238E27FC236}">
                    <a16:creationId xmlns:a16="http://schemas.microsoft.com/office/drawing/2014/main" id="{B1B347F3-ADA4-0939-7E32-DDCB66CD9B25}"/>
                  </a:ext>
                </a:extLst>
              </p:cNvPr>
              <p:cNvSpPr/>
              <p:nvPr/>
            </p:nvSpPr>
            <p:spPr>
              <a:xfrm>
                <a:off x="374002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g2508">
                <a:extLst>
                  <a:ext uri="{FF2B5EF4-FFF2-40B4-BE49-F238E27FC236}">
                    <a16:creationId xmlns:a16="http://schemas.microsoft.com/office/drawing/2014/main" id="{0280E2EE-3887-1F25-54C9-CF1E11D77304}"/>
                  </a:ext>
                </a:extLst>
              </p:cNvPr>
              <p:cNvSpPr/>
              <p:nvPr/>
            </p:nvSpPr>
            <p:spPr>
              <a:xfrm>
                <a:off x="375166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g2509">
                <a:extLst>
                  <a:ext uri="{FF2B5EF4-FFF2-40B4-BE49-F238E27FC236}">
                    <a16:creationId xmlns:a16="http://schemas.microsoft.com/office/drawing/2014/main" id="{84ED633C-2BF9-ECC9-03A6-608C033F7591}"/>
                  </a:ext>
                </a:extLst>
              </p:cNvPr>
              <p:cNvSpPr/>
              <p:nvPr/>
            </p:nvSpPr>
            <p:spPr>
              <a:xfrm>
                <a:off x="385640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g2510">
                <a:extLst>
                  <a:ext uri="{FF2B5EF4-FFF2-40B4-BE49-F238E27FC236}">
                    <a16:creationId xmlns:a16="http://schemas.microsoft.com/office/drawing/2014/main" id="{8BF7EF14-3199-A4FA-4387-66CA034FCAC9}"/>
                  </a:ext>
                </a:extLst>
              </p:cNvPr>
              <p:cNvSpPr/>
              <p:nvPr/>
            </p:nvSpPr>
            <p:spPr>
              <a:xfrm>
                <a:off x="386803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g2511">
                <a:extLst>
                  <a:ext uri="{FF2B5EF4-FFF2-40B4-BE49-F238E27FC236}">
                    <a16:creationId xmlns:a16="http://schemas.microsoft.com/office/drawing/2014/main" id="{1217BC75-91B4-8885-4606-8F8C900F9559}"/>
                  </a:ext>
                </a:extLst>
              </p:cNvPr>
              <p:cNvSpPr/>
              <p:nvPr/>
            </p:nvSpPr>
            <p:spPr>
              <a:xfrm>
                <a:off x="387967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g2512">
                <a:extLst>
                  <a:ext uri="{FF2B5EF4-FFF2-40B4-BE49-F238E27FC236}">
                    <a16:creationId xmlns:a16="http://schemas.microsoft.com/office/drawing/2014/main" id="{97D2F468-34F4-C864-1FBB-3EF21202F986}"/>
                  </a:ext>
                </a:extLst>
              </p:cNvPr>
              <p:cNvSpPr/>
              <p:nvPr/>
            </p:nvSpPr>
            <p:spPr>
              <a:xfrm>
                <a:off x="389131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g2513">
                <a:extLst>
                  <a:ext uri="{FF2B5EF4-FFF2-40B4-BE49-F238E27FC236}">
                    <a16:creationId xmlns:a16="http://schemas.microsoft.com/office/drawing/2014/main" id="{82B4FE8E-7FFD-CB95-7D1F-1A89F49C36F7}"/>
                  </a:ext>
                </a:extLst>
              </p:cNvPr>
              <p:cNvSpPr/>
              <p:nvPr/>
            </p:nvSpPr>
            <p:spPr>
              <a:xfrm>
                <a:off x="390295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g2514">
                <a:extLst>
                  <a:ext uri="{FF2B5EF4-FFF2-40B4-BE49-F238E27FC236}">
                    <a16:creationId xmlns:a16="http://schemas.microsoft.com/office/drawing/2014/main" id="{C4540A78-D2CE-FE23-D725-0E7B204E6303}"/>
                  </a:ext>
                </a:extLst>
              </p:cNvPr>
              <p:cNvSpPr/>
              <p:nvPr/>
            </p:nvSpPr>
            <p:spPr>
              <a:xfrm>
                <a:off x="391458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g2515">
                <a:extLst>
                  <a:ext uri="{FF2B5EF4-FFF2-40B4-BE49-F238E27FC236}">
                    <a16:creationId xmlns:a16="http://schemas.microsoft.com/office/drawing/2014/main" id="{FBD50B3E-EF2B-B37F-5561-AA2BA70138AD}"/>
                  </a:ext>
                </a:extLst>
              </p:cNvPr>
              <p:cNvSpPr/>
              <p:nvPr/>
            </p:nvSpPr>
            <p:spPr>
              <a:xfrm>
                <a:off x="392622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g2516">
                <a:extLst>
                  <a:ext uri="{FF2B5EF4-FFF2-40B4-BE49-F238E27FC236}">
                    <a16:creationId xmlns:a16="http://schemas.microsoft.com/office/drawing/2014/main" id="{819AC8F8-F42D-CB11-B9D8-4EAEE6823691}"/>
                  </a:ext>
                </a:extLst>
              </p:cNvPr>
              <p:cNvSpPr/>
              <p:nvPr/>
            </p:nvSpPr>
            <p:spPr>
              <a:xfrm>
                <a:off x="393786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g2517">
                <a:extLst>
                  <a:ext uri="{FF2B5EF4-FFF2-40B4-BE49-F238E27FC236}">
                    <a16:creationId xmlns:a16="http://schemas.microsoft.com/office/drawing/2014/main" id="{2125C441-5A47-27B6-783B-069CA676CBE5}"/>
                  </a:ext>
                </a:extLst>
              </p:cNvPr>
              <p:cNvSpPr/>
              <p:nvPr/>
            </p:nvSpPr>
            <p:spPr>
              <a:xfrm>
                <a:off x="394949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g2518">
                <a:extLst>
                  <a:ext uri="{FF2B5EF4-FFF2-40B4-BE49-F238E27FC236}">
                    <a16:creationId xmlns:a16="http://schemas.microsoft.com/office/drawing/2014/main" id="{323BCA6F-7DBB-B47E-21DF-1840AA0E3A3D}"/>
                  </a:ext>
                </a:extLst>
              </p:cNvPr>
              <p:cNvSpPr/>
              <p:nvPr/>
            </p:nvSpPr>
            <p:spPr>
              <a:xfrm>
                <a:off x="396113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g2519">
                <a:extLst>
                  <a:ext uri="{FF2B5EF4-FFF2-40B4-BE49-F238E27FC236}">
                    <a16:creationId xmlns:a16="http://schemas.microsoft.com/office/drawing/2014/main" id="{A41287C2-0966-672C-E3BA-E398253A4861}"/>
                  </a:ext>
                </a:extLst>
              </p:cNvPr>
              <p:cNvSpPr/>
              <p:nvPr/>
            </p:nvSpPr>
            <p:spPr>
              <a:xfrm>
                <a:off x="406587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g2520">
                <a:extLst>
                  <a:ext uri="{FF2B5EF4-FFF2-40B4-BE49-F238E27FC236}">
                    <a16:creationId xmlns:a16="http://schemas.microsoft.com/office/drawing/2014/main" id="{2DACE91D-B209-3652-BA5F-A7D2C13A966F}"/>
                  </a:ext>
                </a:extLst>
              </p:cNvPr>
              <p:cNvSpPr/>
              <p:nvPr/>
            </p:nvSpPr>
            <p:spPr>
              <a:xfrm>
                <a:off x="407751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g2521">
                <a:extLst>
                  <a:ext uri="{FF2B5EF4-FFF2-40B4-BE49-F238E27FC236}">
                    <a16:creationId xmlns:a16="http://schemas.microsoft.com/office/drawing/2014/main" id="{2DC664DD-891E-5E7E-BE5B-9A68D93A4DC5}"/>
                  </a:ext>
                </a:extLst>
              </p:cNvPr>
              <p:cNvSpPr/>
              <p:nvPr/>
            </p:nvSpPr>
            <p:spPr>
              <a:xfrm>
                <a:off x="408914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g2522">
                <a:extLst>
                  <a:ext uri="{FF2B5EF4-FFF2-40B4-BE49-F238E27FC236}">
                    <a16:creationId xmlns:a16="http://schemas.microsoft.com/office/drawing/2014/main" id="{B4462C63-CEC2-E244-54C2-0317A90C9DE1}"/>
                  </a:ext>
                </a:extLst>
              </p:cNvPr>
              <p:cNvSpPr/>
              <p:nvPr/>
            </p:nvSpPr>
            <p:spPr>
              <a:xfrm>
                <a:off x="410078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g2523">
                <a:extLst>
                  <a:ext uri="{FF2B5EF4-FFF2-40B4-BE49-F238E27FC236}">
                    <a16:creationId xmlns:a16="http://schemas.microsoft.com/office/drawing/2014/main" id="{10961107-528F-4346-0364-86FE649C3B2B}"/>
                  </a:ext>
                </a:extLst>
              </p:cNvPr>
              <p:cNvSpPr/>
              <p:nvPr/>
            </p:nvSpPr>
            <p:spPr>
              <a:xfrm>
                <a:off x="411242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g2524">
                <a:extLst>
                  <a:ext uri="{FF2B5EF4-FFF2-40B4-BE49-F238E27FC236}">
                    <a16:creationId xmlns:a16="http://schemas.microsoft.com/office/drawing/2014/main" id="{C8F3C438-5632-913D-B740-D78ED9D1DDA1}"/>
                  </a:ext>
                </a:extLst>
              </p:cNvPr>
              <p:cNvSpPr/>
              <p:nvPr/>
            </p:nvSpPr>
            <p:spPr>
              <a:xfrm>
                <a:off x="412405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g2525">
                <a:extLst>
                  <a:ext uri="{FF2B5EF4-FFF2-40B4-BE49-F238E27FC236}">
                    <a16:creationId xmlns:a16="http://schemas.microsoft.com/office/drawing/2014/main" id="{45D6A4DF-2D16-5A35-64D0-BDC63628B2F1}"/>
                  </a:ext>
                </a:extLst>
              </p:cNvPr>
              <p:cNvSpPr/>
              <p:nvPr/>
            </p:nvSpPr>
            <p:spPr>
              <a:xfrm>
                <a:off x="413569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g2526">
                <a:extLst>
                  <a:ext uri="{FF2B5EF4-FFF2-40B4-BE49-F238E27FC236}">
                    <a16:creationId xmlns:a16="http://schemas.microsoft.com/office/drawing/2014/main" id="{FBDE545F-5D74-5ADB-4665-58B23F5BD626}"/>
                  </a:ext>
                </a:extLst>
              </p:cNvPr>
              <p:cNvSpPr/>
              <p:nvPr/>
            </p:nvSpPr>
            <p:spPr>
              <a:xfrm>
                <a:off x="414733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g2527">
                <a:extLst>
                  <a:ext uri="{FF2B5EF4-FFF2-40B4-BE49-F238E27FC236}">
                    <a16:creationId xmlns:a16="http://schemas.microsoft.com/office/drawing/2014/main" id="{297E37B3-AD76-7166-85E1-679C5E8818E1}"/>
                  </a:ext>
                </a:extLst>
              </p:cNvPr>
              <p:cNvSpPr/>
              <p:nvPr/>
            </p:nvSpPr>
            <p:spPr>
              <a:xfrm>
                <a:off x="415897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g2528">
                <a:extLst>
                  <a:ext uri="{FF2B5EF4-FFF2-40B4-BE49-F238E27FC236}">
                    <a16:creationId xmlns:a16="http://schemas.microsoft.com/office/drawing/2014/main" id="{A065F2C1-2DCC-B3DC-4167-57E41C340364}"/>
                  </a:ext>
                </a:extLst>
              </p:cNvPr>
              <p:cNvSpPr/>
              <p:nvPr/>
            </p:nvSpPr>
            <p:spPr>
              <a:xfrm>
                <a:off x="422879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g2529">
                <a:extLst>
                  <a:ext uri="{FF2B5EF4-FFF2-40B4-BE49-F238E27FC236}">
                    <a16:creationId xmlns:a16="http://schemas.microsoft.com/office/drawing/2014/main" id="{F916944D-278C-10EE-116C-312C536EE3B8}"/>
                  </a:ext>
                </a:extLst>
              </p:cNvPr>
              <p:cNvSpPr/>
              <p:nvPr/>
            </p:nvSpPr>
            <p:spPr>
              <a:xfrm>
                <a:off x="424043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g2530">
                <a:extLst>
                  <a:ext uri="{FF2B5EF4-FFF2-40B4-BE49-F238E27FC236}">
                    <a16:creationId xmlns:a16="http://schemas.microsoft.com/office/drawing/2014/main" id="{41E72276-FC4B-5F6C-4151-AEEEF0970F64}"/>
                  </a:ext>
                </a:extLst>
              </p:cNvPr>
              <p:cNvSpPr/>
              <p:nvPr/>
            </p:nvSpPr>
            <p:spPr>
              <a:xfrm>
                <a:off x="425207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g2531">
                <a:extLst>
                  <a:ext uri="{FF2B5EF4-FFF2-40B4-BE49-F238E27FC236}">
                    <a16:creationId xmlns:a16="http://schemas.microsoft.com/office/drawing/2014/main" id="{A7CBC339-E72B-044E-C627-24696839A915}"/>
                  </a:ext>
                </a:extLst>
              </p:cNvPr>
              <p:cNvSpPr/>
              <p:nvPr/>
            </p:nvSpPr>
            <p:spPr>
              <a:xfrm>
                <a:off x="426370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g2532">
                <a:extLst>
                  <a:ext uri="{FF2B5EF4-FFF2-40B4-BE49-F238E27FC236}">
                    <a16:creationId xmlns:a16="http://schemas.microsoft.com/office/drawing/2014/main" id="{D1E1C488-2408-451F-7752-713E30A4D491}"/>
                  </a:ext>
                </a:extLst>
              </p:cNvPr>
              <p:cNvSpPr/>
              <p:nvPr/>
            </p:nvSpPr>
            <p:spPr>
              <a:xfrm>
                <a:off x="427534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g2533">
                <a:extLst>
                  <a:ext uri="{FF2B5EF4-FFF2-40B4-BE49-F238E27FC236}">
                    <a16:creationId xmlns:a16="http://schemas.microsoft.com/office/drawing/2014/main" id="{9C646D92-507C-A2CF-ACA8-D0763D4FE28B}"/>
                  </a:ext>
                </a:extLst>
              </p:cNvPr>
              <p:cNvSpPr/>
              <p:nvPr/>
            </p:nvSpPr>
            <p:spPr>
              <a:xfrm>
                <a:off x="428698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g2534">
                <a:extLst>
                  <a:ext uri="{FF2B5EF4-FFF2-40B4-BE49-F238E27FC236}">
                    <a16:creationId xmlns:a16="http://schemas.microsoft.com/office/drawing/2014/main" id="{9C673FBA-0D5B-B026-B86F-631455B6BEB3}"/>
                  </a:ext>
                </a:extLst>
              </p:cNvPr>
              <p:cNvSpPr/>
              <p:nvPr/>
            </p:nvSpPr>
            <p:spPr>
              <a:xfrm>
                <a:off x="429861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g2535">
                <a:extLst>
                  <a:ext uri="{FF2B5EF4-FFF2-40B4-BE49-F238E27FC236}">
                    <a16:creationId xmlns:a16="http://schemas.microsoft.com/office/drawing/2014/main" id="{E9384BD8-C40B-CDA3-E70C-473E0EBF8071}"/>
                  </a:ext>
                </a:extLst>
              </p:cNvPr>
              <p:cNvSpPr/>
              <p:nvPr/>
            </p:nvSpPr>
            <p:spPr>
              <a:xfrm>
                <a:off x="431025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g2536">
                <a:extLst>
                  <a:ext uri="{FF2B5EF4-FFF2-40B4-BE49-F238E27FC236}">
                    <a16:creationId xmlns:a16="http://schemas.microsoft.com/office/drawing/2014/main" id="{BA9C923E-9D10-503C-F1BF-24359FDFF863}"/>
                  </a:ext>
                </a:extLst>
              </p:cNvPr>
              <p:cNvSpPr/>
              <p:nvPr/>
            </p:nvSpPr>
            <p:spPr>
              <a:xfrm>
                <a:off x="432189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g2537">
                <a:extLst>
                  <a:ext uri="{FF2B5EF4-FFF2-40B4-BE49-F238E27FC236}">
                    <a16:creationId xmlns:a16="http://schemas.microsoft.com/office/drawing/2014/main" id="{98C452F3-F241-D4F8-DC2B-D9C474F18821}"/>
                  </a:ext>
                </a:extLst>
              </p:cNvPr>
              <p:cNvSpPr/>
              <p:nvPr/>
            </p:nvSpPr>
            <p:spPr>
              <a:xfrm>
                <a:off x="433353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g2538">
                <a:extLst>
                  <a:ext uri="{FF2B5EF4-FFF2-40B4-BE49-F238E27FC236}">
                    <a16:creationId xmlns:a16="http://schemas.microsoft.com/office/drawing/2014/main" id="{1FD17771-26B3-57D7-1339-D74634D44C8F}"/>
                  </a:ext>
                </a:extLst>
              </p:cNvPr>
              <p:cNvSpPr/>
              <p:nvPr/>
            </p:nvSpPr>
            <p:spPr>
              <a:xfrm>
                <a:off x="434516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g2539">
                <a:extLst>
                  <a:ext uri="{FF2B5EF4-FFF2-40B4-BE49-F238E27FC236}">
                    <a16:creationId xmlns:a16="http://schemas.microsoft.com/office/drawing/2014/main" id="{09F07B1B-B2A0-F4E1-FDC7-C11FF6D59336}"/>
                  </a:ext>
                </a:extLst>
              </p:cNvPr>
              <p:cNvSpPr/>
              <p:nvPr/>
            </p:nvSpPr>
            <p:spPr>
              <a:xfrm>
                <a:off x="455464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g2540">
                <a:extLst>
                  <a:ext uri="{FF2B5EF4-FFF2-40B4-BE49-F238E27FC236}">
                    <a16:creationId xmlns:a16="http://schemas.microsoft.com/office/drawing/2014/main" id="{CFD842D9-0C27-3C55-853C-73E935E41E9B}"/>
                  </a:ext>
                </a:extLst>
              </p:cNvPr>
              <p:cNvSpPr/>
              <p:nvPr/>
            </p:nvSpPr>
            <p:spPr>
              <a:xfrm>
                <a:off x="456627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g2541">
                <a:extLst>
                  <a:ext uri="{FF2B5EF4-FFF2-40B4-BE49-F238E27FC236}">
                    <a16:creationId xmlns:a16="http://schemas.microsoft.com/office/drawing/2014/main" id="{ED985DCC-108F-7AA3-C441-CE4C729D8FF6}"/>
                  </a:ext>
                </a:extLst>
              </p:cNvPr>
              <p:cNvSpPr/>
              <p:nvPr/>
            </p:nvSpPr>
            <p:spPr>
              <a:xfrm>
                <a:off x="457791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g2542">
                <a:extLst>
                  <a:ext uri="{FF2B5EF4-FFF2-40B4-BE49-F238E27FC236}">
                    <a16:creationId xmlns:a16="http://schemas.microsoft.com/office/drawing/2014/main" id="{75CBBF29-0FE3-A355-F84E-10CCCCFBA316}"/>
                  </a:ext>
                </a:extLst>
              </p:cNvPr>
              <p:cNvSpPr/>
              <p:nvPr/>
            </p:nvSpPr>
            <p:spPr>
              <a:xfrm>
                <a:off x="458955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g2543">
                <a:extLst>
                  <a:ext uri="{FF2B5EF4-FFF2-40B4-BE49-F238E27FC236}">
                    <a16:creationId xmlns:a16="http://schemas.microsoft.com/office/drawing/2014/main" id="{5BA74782-59E3-F991-79B7-579D93D33716}"/>
                  </a:ext>
                </a:extLst>
              </p:cNvPr>
              <p:cNvSpPr/>
              <p:nvPr/>
            </p:nvSpPr>
            <p:spPr>
              <a:xfrm>
                <a:off x="460119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g2544">
                <a:extLst>
                  <a:ext uri="{FF2B5EF4-FFF2-40B4-BE49-F238E27FC236}">
                    <a16:creationId xmlns:a16="http://schemas.microsoft.com/office/drawing/2014/main" id="{EB9DE1C8-2F53-BC3C-C100-FB23D39ED783}"/>
                  </a:ext>
                </a:extLst>
              </p:cNvPr>
              <p:cNvSpPr/>
              <p:nvPr/>
            </p:nvSpPr>
            <p:spPr>
              <a:xfrm>
                <a:off x="314652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g2545">
                <a:extLst>
                  <a:ext uri="{FF2B5EF4-FFF2-40B4-BE49-F238E27FC236}">
                    <a16:creationId xmlns:a16="http://schemas.microsoft.com/office/drawing/2014/main" id="{A8208A7D-86E3-0B5A-003E-C6CD99D0EEE4}"/>
                  </a:ext>
                </a:extLst>
              </p:cNvPr>
              <p:cNvSpPr/>
              <p:nvPr/>
            </p:nvSpPr>
            <p:spPr>
              <a:xfrm>
                <a:off x="315816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g2546">
                <a:extLst>
                  <a:ext uri="{FF2B5EF4-FFF2-40B4-BE49-F238E27FC236}">
                    <a16:creationId xmlns:a16="http://schemas.microsoft.com/office/drawing/2014/main" id="{C7CA03C7-631A-0584-3476-4A884D6B023D}"/>
                  </a:ext>
                </a:extLst>
              </p:cNvPr>
              <p:cNvSpPr/>
              <p:nvPr/>
            </p:nvSpPr>
            <p:spPr>
              <a:xfrm>
                <a:off x="316979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g2547">
                <a:extLst>
                  <a:ext uri="{FF2B5EF4-FFF2-40B4-BE49-F238E27FC236}">
                    <a16:creationId xmlns:a16="http://schemas.microsoft.com/office/drawing/2014/main" id="{28E2B0B7-7054-B7B9-8F41-BC075A6937F4}"/>
                  </a:ext>
                </a:extLst>
              </p:cNvPr>
              <p:cNvSpPr/>
              <p:nvPr/>
            </p:nvSpPr>
            <p:spPr>
              <a:xfrm>
                <a:off x="322798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g2548">
                <a:extLst>
                  <a:ext uri="{FF2B5EF4-FFF2-40B4-BE49-F238E27FC236}">
                    <a16:creationId xmlns:a16="http://schemas.microsoft.com/office/drawing/2014/main" id="{9287933E-07EB-CAC2-A0BA-8E9E8E4BA3F7}"/>
                  </a:ext>
                </a:extLst>
              </p:cNvPr>
              <p:cNvSpPr/>
              <p:nvPr/>
            </p:nvSpPr>
            <p:spPr>
              <a:xfrm>
                <a:off x="323962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g2549">
                <a:extLst>
                  <a:ext uri="{FF2B5EF4-FFF2-40B4-BE49-F238E27FC236}">
                    <a16:creationId xmlns:a16="http://schemas.microsoft.com/office/drawing/2014/main" id="{53350E65-8FB1-1361-2312-42B90A3EAE62}"/>
                  </a:ext>
                </a:extLst>
              </p:cNvPr>
              <p:cNvSpPr/>
              <p:nvPr/>
            </p:nvSpPr>
            <p:spPr>
              <a:xfrm>
                <a:off x="325125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g2550">
                <a:extLst>
                  <a:ext uri="{FF2B5EF4-FFF2-40B4-BE49-F238E27FC236}">
                    <a16:creationId xmlns:a16="http://schemas.microsoft.com/office/drawing/2014/main" id="{51302BA0-7922-9D42-866B-4FC3D4AF13C5}"/>
                  </a:ext>
                </a:extLst>
              </p:cNvPr>
              <p:cNvSpPr/>
              <p:nvPr/>
            </p:nvSpPr>
            <p:spPr>
              <a:xfrm>
                <a:off x="326289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g2551">
                <a:extLst>
                  <a:ext uri="{FF2B5EF4-FFF2-40B4-BE49-F238E27FC236}">
                    <a16:creationId xmlns:a16="http://schemas.microsoft.com/office/drawing/2014/main" id="{C987BB51-02AB-B401-E5C5-276963C8DDCB}"/>
                  </a:ext>
                </a:extLst>
              </p:cNvPr>
              <p:cNvSpPr/>
              <p:nvPr/>
            </p:nvSpPr>
            <p:spPr>
              <a:xfrm>
                <a:off x="327453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g2552">
                <a:extLst>
                  <a:ext uri="{FF2B5EF4-FFF2-40B4-BE49-F238E27FC236}">
                    <a16:creationId xmlns:a16="http://schemas.microsoft.com/office/drawing/2014/main" id="{2A76F326-A081-9AA1-16FB-7C971E5C028A}"/>
                  </a:ext>
                </a:extLst>
              </p:cNvPr>
              <p:cNvSpPr/>
              <p:nvPr/>
            </p:nvSpPr>
            <p:spPr>
              <a:xfrm>
                <a:off x="328617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g2553">
                <a:extLst>
                  <a:ext uri="{FF2B5EF4-FFF2-40B4-BE49-F238E27FC236}">
                    <a16:creationId xmlns:a16="http://schemas.microsoft.com/office/drawing/2014/main" id="{A9C5078B-62E2-4ADB-2124-95DC9A2BB129}"/>
                  </a:ext>
                </a:extLst>
              </p:cNvPr>
              <p:cNvSpPr/>
              <p:nvPr/>
            </p:nvSpPr>
            <p:spPr>
              <a:xfrm>
                <a:off x="329780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g2554">
                <a:extLst>
                  <a:ext uri="{FF2B5EF4-FFF2-40B4-BE49-F238E27FC236}">
                    <a16:creationId xmlns:a16="http://schemas.microsoft.com/office/drawing/2014/main" id="{2FEFF93A-578A-D309-1418-7F068CE4EA7F}"/>
                  </a:ext>
                </a:extLst>
              </p:cNvPr>
              <p:cNvSpPr/>
              <p:nvPr/>
            </p:nvSpPr>
            <p:spPr>
              <a:xfrm>
                <a:off x="330944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g2555">
                <a:extLst>
                  <a:ext uri="{FF2B5EF4-FFF2-40B4-BE49-F238E27FC236}">
                    <a16:creationId xmlns:a16="http://schemas.microsoft.com/office/drawing/2014/main" id="{E6F87D4D-1EBE-7171-B26C-9875A168C6DB}"/>
                  </a:ext>
                </a:extLst>
              </p:cNvPr>
              <p:cNvSpPr/>
              <p:nvPr/>
            </p:nvSpPr>
            <p:spPr>
              <a:xfrm>
                <a:off x="332108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g2556">
                <a:extLst>
                  <a:ext uri="{FF2B5EF4-FFF2-40B4-BE49-F238E27FC236}">
                    <a16:creationId xmlns:a16="http://schemas.microsoft.com/office/drawing/2014/main" id="{090CB0FE-C56C-693E-A394-3F581DF4F590}"/>
                  </a:ext>
                </a:extLst>
              </p:cNvPr>
              <p:cNvSpPr/>
              <p:nvPr/>
            </p:nvSpPr>
            <p:spPr>
              <a:xfrm>
                <a:off x="333272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g2557">
                <a:extLst>
                  <a:ext uri="{FF2B5EF4-FFF2-40B4-BE49-F238E27FC236}">
                    <a16:creationId xmlns:a16="http://schemas.microsoft.com/office/drawing/2014/main" id="{07BC7444-5B4B-4A68-9E48-B721561C6305}"/>
                  </a:ext>
                </a:extLst>
              </p:cNvPr>
              <p:cNvSpPr/>
              <p:nvPr/>
            </p:nvSpPr>
            <p:spPr>
              <a:xfrm>
                <a:off x="334435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g2558">
                <a:extLst>
                  <a:ext uri="{FF2B5EF4-FFF2-40B4-BE49-F238E27FC236}">
                    <a16:creationId xmlns:a16="http://schemas.microsoft.com/office/drawing/2014/main" id="{AD0DE04C-2054-C7A0-12C6-51DF7B165596}"/>
                  </a:ext>
                </a:extLst>
              </p:cNvPr>
              <p:cNvSpPr/>
              <p:nvPr/>
            </p:nvSpPr>
            <p:spPr>
              <a:xfrm>
                <a:off x="343745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g2559">
                <a:extLst>
                  <a:ext uri="{FF2B5EF4-FFF2-40B4-BE49-F238E27FC236}">
                    <a16:creationId xmlns:a16="http://schemas.microsoft.com/office/drawing/2014/main" id="{19A69584-50EC-A297-9505-4B0745B76177}"/>
                  </a:ext>
                </a:extLst>
              </p:cNvPr>
              <p:cNvSpPr/>
              <p:nvPr/>
            </p:nvSpPr>
            <p:spPr>
              <a:xfrm>
                <a:off x="344909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g2560">
                <a:extLst>
                  <a:ext uri="{FF2B5EF4-FFF2-40B4-BE49-F238E27FC236}">
                    <a16:creationId xmlns:a16="http://schemas.microsoft.com/office/drawing/2014/main" id="{03C58219-6161-D3A6-9DB7-F9F2A6D2057F}"/>
                  </a:ext>
                </a:extLst>
              </p:cNvPr>
              <p:cNvSpPr/>
              <p:nvPr/>
            </p:nvSpPr>
            <p:spPr>
              <a:xfrm>
                <a:off x="346073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g2561">
                <a:extLst>
                  <a:ext uri="{FF2B5EF4-FFF2-40B4-BE49-F238E27FC236}">
                    <a16:creationId xmlns:a16="http://schemas.microsoft.com/office/drawing/2014/main" id="{9CF83122-8DE4-E320-BCC3-DA2AD7872266}"/>
                  </a:ext>
                </a:extLst>
              </p:cNvPr>
              <p:cNvSpPr/>
              <p:nvPr/>
            </p:nvSpPr>
            <p:spPr>
              <a:xfrm>
                <a:off x="347236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g2562">
                <a:extLst>
                  <a:ext uri="{FF2B5EF4-FFF2-40B4-BE49-F238E27FC236}">
                    <a16:creationId xmlns:a16="http://schemas.microsoft.com/office/drawing/2014/main" id="{52C8D7A9-289A-E5F7-726E-A087281CA026}"/>
                  </a:ext>
                </a:extLst>
              </p:cNvPr>
              <p:cNvSpPr/>
              <p:nvPr/>
            </p:nvSpPr>
            <p:spPr>
              <a:xfrm>
                <a:off x="348400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g2563">
                <a:extLst>
                  <a:ext uri="{FF2B5EF4-FFF2-40B4-BE49-F238E27FC236}">
                    <a16:creationId xmlns:a16="http://schemas.microsoft.com/office/drawing/2014/main" id="{2D033DB5-AED0-7805-8244-EB6BE6186C36}"/>
                  </a:ext>
                </a:extLst>
              </p:cNvPr>
              <p:cNvSpPr/>
              <p:nvPr/>
            </p:nvSpPr>
            <p:spPr>
              <a:xfrm>
                <a:off x="360037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g2564">
                <a:extLst>
                  <a:ext uri="{FF2B5EF4-FFF2-40B4-BE49-F238E27FC236}">
                    <a16:creationId xmlns:a16="http://schemas.microsoft.com/office/drawing/2014/main" id="{6C28F4F2-5A38-DD88-77D7-37438CD85E11}"/>
                  </a:ext>
                </a:extLst>
              </p:cNvPr>
              <p:cNvSpPr/>
              <p:nvPr/>
            </p:nvSpPr>
            <p:spPr>
              <a:xfrm>
                <a:off x="361201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g2565">
                <a:extLst>
                  <a:ext uri="{FF2B5EF4-FFF2-40B4-BE49-F238E27FC236}">
                    <a16:creationId xmlns:a16="http://schemas.microsoft.com/office/drawing/2014/main" id="{15512B47-D7D3-C6CD-23D9-63612B4C1CDD}"/>
                  </a:ext>
                </a:extLst>
              </p:cNvPr>
              <p:cNvSpPr/>
              <p:nvPr/>
            </p:nvSpPr>
            <p:spPr>
              <a:xfrm>
                <a:off x="362365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g2566">
                <a:extLst>
                  <a:ext uri="{FF2B5EF4-FFF2-40B4-BE49-F238E27FC236}">
                    <a16:creationId xmlns:a16="http://schemas.microsoft.com/office/drawing/2014/main" id="{23257CF4-6D05-7189-E452-24F747F1D919}"/>
                  </a:ext>
                </a:extLst>
              </p:cNvPr>
              <p:cNvSpPr/>
              <p:nvPr/>
            </p:nvSpPr>
            <p:spPr>
              <a:xfrm>
                <a:off x="363529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g2567">
                <a:extLst>
                  <a:ext uri="{FF2B5EF4-FFF2-40B4-BE49-F238E27FC236}">
                    <a16:creationId xmlns:a16="http://schemas.microsoft.com/office/drawing/2014/main" id="{2C3A718D-D45C-5E1D-3C6F-FFCE608443AB}"/>
                  </a:ext>
                </a:extLst>
              </p:cNvPr>
              <p:cNvSpPr/>
              <p:nvPr/>
            </p:nvSpPr>
            <p:spPr>
              <a:xfrm>
                <a:off x="364692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g2568">
                <a:extLst>
                  <a:ext uri="{FF2B5EF4-FFF2-40B4-BE49-F238E27FC236}">
                    <a16:creationId xmlns:a16="http://schemas.microsoft.com/office/drawing/2014/main" id="{370C95E3-2BD6-61A8-2B1E-0409D726A9CE}"/>
                  </a:ext>
                </a:extLst>
              </p:cNvPr>
              <p:cNvSpPr/>
              <p:nvPr/>
            </p:nvSpPr>
            <p:spPr>
              <a:xfrm>
                <a:off x="365856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g2569">
                <a:extLst>
                  <a:ext uri="{FF2B5EF4-FFF2-40B4-BE49-F238E27FC236}">
                    <a16:creationId xmlns:a16="http://schemas.microsoft.com/office/drawing/2014/main" id="{7A3A2359-FDC3-1DC0-AC61-A8188FC4E9EC}"/>
                  </a:ext>
                </a:extLst>
              </p:cNvPr>
              <p:cNvSpPr/>
              <p:nvPr/>
            </p:nvSpPr>
            <p:spPr>
              <a:xfrm>
                <a:off x="367020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g2570">
                <a:extLst>
                  <a:ext uri="{FF2B5EF4-FFF2-40B4-BE49-F238E27FC236}">
                    <a16:creationId xmlns:a16="http://schemas.microsoft.com/office/drawing/2014/main" id="{CD6742BD-94F6-1AE6-CEE3-4230B1232F9D}"/>
                  </a:ext>
                </a:extLst>
              </p:cNvPr>
              <p:cNvSpPr/>
              <p:nvPr/>
            </p:nvSpPr>
            <p:spPr>
              <a:xfrm>
                <a:off x="368184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g2571">
                <a:extLst>
                  <a:ext uri="{FF2B5EF4-FFF2-40B4-BE49-F238E27FC236}">
                    <a16:creationId xmlns:a16="http://schemas.microsoft.com/office/drawing/2014/main" id="{5E18FD0A-B53C-CFBF-E1E3-5634DC3C72F8}"/>
                  </a:ext>
                </a:extLst>
              </p:cNvPr>
              <p:cNvSpPr/>
              <p:nvPr/>
            </p:nvSpPr>
            <p:spPr>
              <a:xfrm>
                <a:off x="369347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g2572">
                <a:extLst>
                  <a:ext uri="{FF2B5EF4-FFF2-40B4-BE49-F238E27FC236}">
                    <a16:creationId xmlns:a16="http://schemas.microsoft.com/office/drawing/2014/main" id="{F04BE2E1-ED92-67A0-2BF5-63E20423C701}"/>
                  </a:ext>
                </a:extLst>
              </p:cNvPr>
              <p:cNvSpPr/>
              <p:nvPr/>
            </p:nvSpPr>
            <p:spPr>
              <a:xfrm>
                <a:off x="370511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g2573">
                <a:extLst>
                  <a:ext uri="{FF2B5EF4-FFF2-40B4-BE49-F238E27FC236}">
                    <a16:creationId xmlns:a16="http://schemas.microsoft.com/office/drawing/2014/main" id="{4433E5B1-FCBA-29A8-1B04-D82EC2BD4248}"/>
                  </a:ext>
                </a:extLst>
              </p:cNvPr>
              <p:cNvSpPr/>
              <p:nvPr/>
            </p:nvSpPr>
            <p:spPr>
              <a:xfrm>
                <a:off x="371675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g2574">
                <a:extLst>
                  <a:ext uri="{FF2B5EF4-FFF2-40B4-BE49-F238E27FC236}">
                    <a16:creationId xmlns:a16="http://schemas.microsoft.com/office/drawing/2014/main" id="{1FDBEB67-F6CE-465B-2E13-AAB7683301C8}"/>
                  </a:ext>
                </a:extLst>
              </p:cNvPr>
              <p:cNvSpPr/>
              <p:nvPr/>
            </p:nvSpPr>
            <p:spPr>
              <a:xfrm>
                <a:off x="372839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g2575">
                <a:extLst>
                  <a:ext uri="{FF2B5EF4-FFF2-40B4-BE49-F238E27FC236}">
                    <a16:creationId xmlns:a16="http://schemas.microsoft.com/office/drawing/2014/main" id="{B5012F60-72E6-3723-7410-4F2A99258EB8}"/>
                  </a:ext>
                </a:extLst>
              </p:cNvPr>
              <p:cNvSpPr/>
              <p:nvPr/>
            </p:nvSpPr>
            <p:spPr>
              <a:xfrm>
                <a:off x="374002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g2576">
                <a:extLst>
                  <a:ext uri="{FF2B5EF4-FFF2-40B4-BE49-F238E27FC236}">
                    <a16:creationId xmlns:a16="http://schemas.microsoft.com/office/drawing/2014/main" id="{30780E23-79AC-A844-2EB3-4353085D8B70}"/>
                  </a:ext>
                </a:extLst>
              </p:cNvPr>
              <p:cNvSpPr/>
              <p:nvPr/>
            </p:nvSpPr>
            <p:spPr>
              <a:xfrm>
                <a:off x="375166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g2577">
                <a:extLst>
                  <a:ext uri="{FF2B5EF4-FFF2-40B4-BE49-F238E27FC236}">
                    <a16:creationId xmlns:a16="http://schemas.microsoft.com/office/drawing/2014/main" id="{68814122-4D6A-FEAB-5EF9-B22863BB79CE}"/>
                  </a:ext>
                </a:extLst>
              </p:cNvPr>
              <p:cNvSpPr/>
              <p:nvPr/>
            </p:nvSpPr>
            <p:spPr>
              <a:xfrm>
                <a:off x="410078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g2578">
                <a:extLst>
                  <a:ext uri="{FF2B5EF4-FFF2-40B4-BE49-F238E27FC236}">
                    <a16:creationId xmlns:a16="http://schemas.microsoft.com/office/drawing/2014/main" id="{0B234930-15AA-258E-1F3C-A35406265273}"/>
                  </a:ext>
                </a:extLst>
              </p:cNvPr>
              <p:cNvSpPr/>
              <p:nvPr/>
            </p:nvSpPr>
            <p:spPr>
              <a:xfrm>
                <a:off x="411242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B">
                  <a:alpha val="100000"/>
                </a:srgbClr>
              </a:solidFill>
              <a:ln w="5420" cap="flat">
                <a:solidFill>
                  <a:srgbClr val="395D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g2579">
                <a:extLst>
                  <a:ext uri="{FF2B5EF4-FFF2-40B4-BE49-F238E27FC236}">
                    <a16:creationId xmlns:a16="http://schemas.microsoft.com/office/drawing/2014/main" id="{2E0D46D1-60E6-C7B7-EE08-51898F70861D}"/>
                  </a:ext>
                </a:extLst>
              </p:cNvPr>
              <p:cNvSpPr/>
              <p:nvPr/>
            </p:nvSpPr>
            <p:spPr>
              <a:xfrm>
                <a:off x="412405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g2580">
                <a:extLst>
                  <a:ext uri="{FF2B5EF4-FFF2-40B4-BE49-F238E27FC236}">
                    <a16:creationId xmlns:a16="http://schemas.microsoft.com/office/drawing/2014/main" id="{1C111044-7EF7-A8E9-B9D5-4BD2055284A4}"/>
                  </a:ext>
                </a:extLst>
              </p:cNvPr>
              <p:cNvSpPr/>
              <p:nvPr/>
            </p:nvSpPr>
            <p:spPr>
              <a:xfrm>
                <a:off x="413569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g2581">
                <a:extLst>
                  <a:ext uri="{FF2B5EF4-FFF2-40B4-BE49-F238E27FC236}">
                    <a16:creationId xmlns:a16="http://schemas.microsoft.com/office/drawing/2014/main" id="{78F4419B-0565-A7B0-47ED-7C1C1F508E96}"/>
                  </a:ext>
                </a:extLst>
              </p:cNvPr>
              <p:cNvSpPr/>
              <p:nvPr/>
            </p:nvSpPr>
            <p:spPr>
              <a:xfrm>
                <a:off x="414733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g2582">
                <a:extLst>
                  <a:ext uri="{FF2B5EF4-FFF2-40B4-BE49-F238E27FC236}">
                    <a16:creationId xmlns:a16="http://schemas.microsoft.com/office/drawing/2014/main" id="{F0478FA1-E56D-A380-86A9-4D9B96F8F35E}"/>
                  </a:ext>
                </a:extLst>
              </p:cNvPr>
              <p:cNvSpPr/>
              <p:nvPr/>
            </p:nvSpPr>
            <p:spPr>
              <a:xfrm>
                <a:off x="415897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g2583">
                <a:extLst>
                  <a:ext uri="{FF2B5EF4-FFF2-40B4-BE49-F238E27FC236}">
                    <a16:creationId xmlns:a16="http://schemas.microsoft.com/office/drawing/2014/main" id="{79F67164-C3B6-C3CB-6157-C9B9FE3BE6E9}"/>
                  </a:ext>
                </a:extLst>
              </p:cNvPr>
              <p:cNvSpPr/>
              <p:nvPr/>
            </p:nvSpPr>
            <p:spPr>
              <a:xfrm>
                <a:off x="417060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g2584">
                <a:extLst>
                  <a:ext uri="{FF2B5EF4-FFF2-40B4-BE49-F238E27FC236}">
                    <a16:creationId xmlns:a16="http://schemas.microsoft.com/office/drawing/2014/main" id="{158008F6-3C8A-A4A5-2654-834B18C3CFB5}"/>
                  </a:ext>
                </a:extLst>
              </p:cNvPr>
              <p:cNvSpPr/>
              <p:nvPr/>
            </p:nvSpPr>
            <p:spPr>
              <a:xfrm>
                <a:off x="419388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g2585">
                <a:extLst>
                  <a:ext uri="{FF2B5EF4-FFF2-40B4-BE49-F238E27FC236}">
                    <a16:creationId xmlns:a16="http://schemas.microsoft.com/office/drawing/2014/main" id="{FDB9A7EA-C8EA-522E-87DB-32E48A8E6C81}"/>
                  </a:ext>
                </a:extLst>
              </p:cNvPr>
              <p:cNvSpPr/>
              <p:nvPr/>
            </p:nvSpPr>
            <p:spPr>
              <a:xfrm>
                <a:off x="420552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g2586">
                <a:extLst>
                  <a:ext uri="{FF2B5EF4-FFF2-40B4-BE49-F238E27FC236}">
                    <a16:creationId xmlns:a16="http://schemas.microsoft.com/office/drawing/2014/main" id="{22886933-10E6-9CCE-B16A-E9291B854CC5}"/>
                  </a:ext>
                </a:extLst>
              </p:cNvPr>
              <p:cNvSpPr/>
              <p:nvPr/>
            </p:nvSpPr>
            <p:spPr>
              <a:xfrm>
                <a:off x="421715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g2587">
                <a:extLst>
                  <a:ext uri="{FF2B5EF4-FFF2-40B4-BE49-F238E27FC236}">
                    <a16:creationId xmlns:a16="http://schemas.microsoft.com/office/drawing/2014/main" id="{804CD70D-C428-D1E2-8E7B-5515CF83F54A}"/>
                  </a:ext>
                </a:extLst>
              </p:cNvPr>
              <p:cNvSpPr/>
              <p:nvPr/>
            </p:nvSpPr>
            <p:spPr>
              <a:xfrm>
                <a:off x="422879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g2588">
                <a:extLst>
                  <a:ext uri="{FF2B5EF4-FFF2-40B4-BE49-F238E27FC236}">
                    <a16:creationId xmlns:a16="http://schemas.microsoft.com/office/drawing/2014/main" id="{C50B9C1D-CF46-E5BA-ADF8-DF9F2502DFF1}"/>
                  </a:ext>
                </a:extLst>
              </p:cNvPr>
              <p:cNvSpPr/>
              <p:nvPr/>
            </p:nvSpPr>
            <p:spPr>
              <a:xfrm>
                <a:off x="424043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g2589">
                <a:extLst>
                  <a:ext uri="{FF2B5EF4-FFF2-40B4-BE49-F238E27FC236}">
                    <a16:creationId xmlns:a16="http://schemas.microsoft.com/office/drawing/2014/main" id="{3B8D62B6-385E-C810-3EB6-5C894B5CDDF6}"/>
                  </a:ext>
                </a:extLst>
              </p:cNvPr>
              <p:cNvSpPr/>
              <p:nvPr/>
            </p:nvSpPr>
            <p:spPr>
              <a:xfrm>
                <a:off x="425207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g2590">
                <a:extLst>
                  <a:ext uri="{FF2B5EF4-FFF2-40B4-BE49-F238E27FC236}">
                    <a16:creationId xmlns:a16="http://schemas.microsoft.com/office/drawing/2014/main" id="{154D6F4E-B7C0-9F06-4020-FCCE76A79A00}"/>
                  </a:ext>
                </a:extLst>
              </p:cNvPr>
              <p:cNvSpPr/>
              <p:nvPr/>
            </p:nvSpPr>
            <p:spPr>
              <a:xfrm>
                <a:off x="426370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g2591">
                <a:extLst>
                  <a:ext uri="{FF2B5EF4-FFF2-40B4-BE49-F238E27FC236}">
                    <a16:creationId xmlns:a16="http://schemas.microsoft.com/office/drawing/2014/main" id="{3F423C53-DF4A-FEC6-B2A0-D32EC49E0BE2}"/>
                  </a:ext>
                </a:extLst>
              </p:cNvPr>
              <p:cNvSpPr/>
              <p:nvPr/>
            </p:nvSpPr>
            <p:spPr>
              <a:xfrm>
                <a:off x="427534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g2592">
                <a:extLst>
                  <a:ext uri="{FF2B5EF4-FFF2-40B4-BE49-F238E27FC236}">
                    <a16:creationId xmlns:a16="http://schemas.microsoft.com/office/drawing/2014/main" id="{093B5333-537D-BAD1-067E-9A7473F8FC10}"/>
                  </a:ext>
                </a:extLst>
              </p:cNvPr>
              <p:cNvSpPr/>
              <p:nvPr/>
            </p:nvSpPr>
            <p:spPr>
              <a:xfrm>
                <a:off x="428698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g2593">
                <a:extLst>
                  <a:ext uri="{FF2B5EF4-FFF2-40B4-BE49-F238E27FC236}">
                    <a16:creationId xmlns:a16="http://schemas.microsoft.com/office/drawing/2014/main" id="{6A07FC6F-6694-F84E-9DE8-CEE1076F35B1}"/>
                  </a:ext>
                </a:extLst>
              </p:cNvPr>
              <p:cNvSpPr/>
              <p:nvPr/>
            </p:nvSpPr>
            <p:spPr>
              <a:xfrm>
                <a:off x="429861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g2594">
                <a:extLst>
                  <a:ext uri="{FF2B5EF4-FFF2-40B4-BE49-F238E27FC236}">
                    <a16:creationId xmlns:a16="http://schemas.microsoft.com/office/drawing/2014/main" id="{97E614AB-1512-8D71-4ACC-1853856771F9}"/>
                  </a:ext>
                </a:extLst>
              </p:cNvPr>
              <p:cNvSpPr/>
              <p:nvPr/>
            </p:nvSpPr>
            <p:spPr>
              <a:xfrm>
                <a:off x="431025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g2595">
                <a:extLst>
                  <a:ext uri="{FF2B5EF4-FFF2-40B4-BE49-F238E27FC236}">
                    <a16:creationId xmlns:a16="http://schemas.microsoft.com/office/drawing/2014/main" id="{6636C9CC-7C56-6580-593D-81100D9923F2}"/>
                  </a:ext>
                </a:extLst>
              </p:cNvPr>
              <p:cNvSpPr/>
              <p:nvPr/>
            </p:nvSpPr>
            <p:spPr>
              <a:xfrm>
                <a:off x="432189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g2596">
                <a:extLst>
                  <a:ext uri="{FF2B5EF4-FFF2-40B4-BE49-F238E27FC236}">
                    <a16:creationId xmlns:a16="http://schemas.microsoft.com/office/drawing/2014/main" id="{A1DCC946-AF93-31D8-6738-139E7B012F15}"/>
                  </a:ext>
                </a:extLst>
              </p:cNvPr>
              <p:cNvSpPr/>
              <p:nvPr/>
            </p:nvSpPr>
            <p:spPr>
              <a:xfrm>
                <a:off x="433353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g2597">
                <a:extLst>
                  <a:ext uri="{FF2B5EF4-FFF2-40B4-BE49-F238E27FC236}">
                    <a16:creationId xmlns:a16="http://schemas.microsoft.com/office/drawing/2014/main" id="{69A68D74-5F1C-9358-1D0D-C66B9655E66F}"/>
                  </a:ext>
                </a:extLst>
              </p:cNvPr>
              <p:cNvSpPr/>
              <p:nvPr/>
            </p:nvSpPr>
            <p:spPr>
              <a:xfrm>
                <a:off x="434516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g2598">
                <a:extLst>
                  <a:ext uri="{FF2B5EF4-FFF2-40B4-BE49-F238E27FC236}">
                    <a16:creationId xmlns:a16="http://schemas.microsoft.com/office/drawing/2014/main" id="{9A908BB0-A4B4-1C69-EE29-333321168C66}"/>
                  </a:ext>
                </a:extLst>
              </p:cNvPr>
              <p:cNvSpPr/>
              <p:nvPr/>
            </p:nvSpPr>
            <p:spPr>
              <a:xfrm>
                <a:off x="435680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g2599">
                <a:extLst>
                  <a:ext uri="{FF2B5EF4-FFF2-40B4-BE49-F238E27FC236}">
                    <a16:creationId xmlns:a16="http://schemas.microsoft.com/office/drawing/2014/main" id="{3C4ADA30-840F-81B2-6AEE-091E78460B1A}"/>
                  </a:ext>
                </a:extLst>
              </p:cNvPr>
              <p:cNvSpPr/>
              <p:nvPr/>
            </p:nvSpPr>
            <p:spPr>
              <a:xfrm>
                <a:off x="456627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g2600">
                <a:extLst>
                  <a:ext uri="{FF2B5EF4-FFF2-40B4-BE49-F238E27FC236}">
                    <a16:creationId xmlns:a16="http://schemas.microsoft.com/office/drawing/2014/main" id="{0B6DCEE6-A84B-7BC2-E827-E9CAEB63A664}"/>
                  </a:ext>
                </a:extLst>
              </p:cNvPr>
              <p:cNvSpPr/>
              <p:nvPr/>
            </p:nvSpPr>
            <p:spPr>
              <a:xfrm>
                <a:off x="457791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g2601">
                <a:extLst>
                  <a:ext uri="{FF2B5EF4-FFF2-40B4-BE49-F238E27FC236}">
                    <a16:creationId xmlns:a16="http://schemas.microsoft.com/office/drawing/2014/main" id="{30792CCF-CAD3-6ACE-356E-C10A8FA89E58}"/>
                  </a:ext>
                </a:extLst>
              </p:cNvPr>
              <p:cNvSpPr/>
              <p:nvPr/>
            </p:nvSpPr>
            <p:spPr>
              <a:xfrm>
                <a:off x="458955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g2602">
                <a:extLst>
                  <a:ext uri="{FF2B5EF4-FFF2-40B4-BE49-F238E27FC236}">
                    <a16:creationId xmlns:a16="http://schemas.microsoft.com/office/drawing/2014/main" id="{90C22506-0F3F-E30B-1C46-30ED2131944B}"/>
                  </a:ext>
                </a:extLst>
              </p:cNvPr>
              <p:cNvSpPr/>
              <p:nvPr/>
            </p:nvSpPr>
            <p:spPr>
              <a:xfrm>
                <a:off x="460119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g2603">
                <a:extLst>
                  <a:ext uri="{FF2B5EF4-FFF2-40B4-BE49-F238E27FC236}">
                    <a16:creationId xmlns:a16="http://schemas.microsoft.com/office/drawing/2014/main" id="{0D6D7918-B86D-B735-4FFD-282990163B10}"/>
                  </a:ext>
                </a:extLst>
              </p:cNvPr>
              <p:cNvSpPr/>
              <p:nvPr/>
            </p:nvSpPr>
            <p:spPr>
              <a:xfrm>
                <a:off x="312324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g2604">
                <a:extLst>
                  <a:ext uri="{FF2B5EF4-FFF2-40B4-BE49-F238E27FC236}">
                    <a16:creationId xmlns:a16="http://schemas.microsoft.com/office/drawing/2014/main" id="{A2E7FCCA-E0E7-1F19-A925-6C59A59F0D5A}"/>
                  </a:ext>
                </a:extLst>
              </p:cNvPr>
              <p:cNvSpPr/>
              <p:nvPr/>
            </p:nvSpPr>
            <p:spPr>
              <a:xfrm>
                <a:off x="313488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g2605">
                <a:extLst>
                  <a:ext uri="{FF2B5EF4-FFF2-40B4-BE49-F238E27FC236}">
                    <a16:creationId xmlns:a16="http://schemas.microsoft.com/office/drawing/2014/main" id="{97F6FDD9-550E-675B-5B7F-8A78E4D37F5E}"/>
                  </a:ext>
                </a:extLst>
              </p:cNvPr>
              <p:cNvSpPr/>
              <p:nvPr/>
            </p:nvSpPr>
            <p:spPr>
              <a:xfrm>
                <a:off x="314652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g2606">
                <a:extLst>
                  <a:ext uri="{FF2B5EF4-FFF2-40B4-BE49-F238E27FC236}">
                    <a16:creationId xmlns:a16="http://schemas.microsoft.com/office/drawing/2014/main" id="{02C60712-FF5B-5798-BB4D-DEA56B540F64}"/>
                  </a:ext>
                </a:extLst>
              </p:cNvPr>
              <p:cNvSpPr/>
              <p:nvPr/>
            </p:nvSpPr>
            <p:spPr>
              <a:xfrm>
                <a:off x="315816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g2607">
                <a:extLst>
                  <a:ext uri="{FF2B5EF4-FFF2-40B4-BE49-F238E27FC236}">
                    <a16:creationId xmlns:a16="http://schemas.microsoft.com/office/drawing/2014/main" id="{13C53714-8F56-E545-DFF3-70AD578AA6A0}"/>
                  </a:ext>
                </a:extLst>
              </p:cNvPr>
              <p:cNvSpPr/>
              <p:nvPr/>
            </p:nvSpPr>
            <p:spPr>
              <a:xfrm>
                <a:off x="316979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g2608">
                <a:extLst>
                  <a:ext uri="{FF2B5EF4-FFF2-40B4-BE49-F238E27FC236}">
                    <a16:creationId xmlns:a16="http://schemas.microsoft.com/office/drawing/2014/main" id="{9B9B4425-5778-9144-DD53-8AAB4A59D1C3}"/>
                  </a:ext>
                </a:extLst>
              </p:cNvPr>
              <p:cNvSpPr/>
              <p:nvPr/>
            </p:nvSpPr>
            <p:spPr>
              <a:xfrm>
                <a:off x="318143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g2609">
                <a:extLst>
                  <a:ext uri="{FF2B5EF4-FFF2-40B4-BE49-F238E27FC236}">
                    <a16:creationId xmlns:a16="http://schemas.microsoft.com/office/drawing/2014/main" id="{93DD5D91-BD47-D947-FAFC-529D7E819650}"/>
                  </a:ext>
                </a:extLst>
              </p:cNvPr>
              <p:cNvSpPr/>
              <p:nvPr/>
            </p:nvSpPr>
            <p:spPr>
              <a:xfrm>
                <a:off x="321634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g2610">
                <a:extLst>
                  <a:ext uri="{FF2B5EF4-FFF2-40B4-BE49-F238E27FC236}">
                    <a16:creationId xmlns:a16="http://schemas.microsoft.com/office/drawing/2014/main" id="{8C36F758-BCA6-837E-CBE6-856C74B29DEC}"/>
                  </a:ext>
                </a:extLst>
              </p:cNvPr>
              <p:cNvSpPr/>
              <p:nvPr/>
            </p:nvSpPr>
            <p:spPr>
              <a:xfrm>
                <a:off x="322798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g2611">
                <a:extLst>
                  <a:ext uri="{FF2B5EF4-FFF2-40B4-BE49-F238E27FC236}">
                    <a16:creationId xmlns:a16="http://schemas.microsoft.com/office/drawing/2014/main" id="{8E05136F-13A7-DB0E-F3B7-98A4A35AD843}"/>
                  </a:ext>
                </a:extLst>
              </p:cNvPr>
              <p:cNvSpPr/>
              <p:nvPr/>
            </p:nvSpPr>
            <p:spPr>
              <a:xfrm>
                <a:off x="323962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g2612">
                <a:extLst>
                  <a:ext uri="{FF2B5EF4-FFF2-40B4-BE49-F238E27FC236}">
                    <a16:creationId xmlns:a16="http://schemas.microsoft.com/office/drawing/2014/main" id="{2819050C-1DBE-CAA6-C613-9E7C22C4A269}"/>
                  </a:ext>
                </a:extLst>
              </p:cNvPr>
              <p:cNvSpPr/>
              <p:nvPr/>
            </p:nvSpPr>
            <p:spPr>
              <a:xfrm>
                <a:off x="325125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g2613">
                <a:extLst>
                  <a:ext uri="{FF2B5EF4-FFF2-40B4-BE49-F238E27FC236}">
                    <a16:creationId xmlns:a16="http://schemas.microsoft.com/office/drawing/2014/main" id="{37BA492E-DD5A-C7B5-DA45-0A14812073A3}"/>
                  </a:ext>
                </a:extLst>
              </p:cNvPr>
              <p:cNvSpPr/>
              <p:nvPr/>
            </p:nvSpPr>
            <p:spPr>
              <a:xfrm>
                <a:off x="326289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g2614">
                <a:extLst>
                  <a:ext uri="{FF2B5EF4-FFF2-40B4-BE49-F238E27FC236}">
                    <a16:creationId xmlns:a16="http://schemas.microsoft.com/office/drawing/2014/main" id="{B5238CE7-6F22-EEBF-2C61-9A1DD5AE7080}"/>
                  </a:ext>
                </a:extLst>
              </p:cNvPr>
              <p:cNvSpPr/>
              <p:nvPr/>
            </p:nvSpPr>
            <p:spPr>
              <a:xfrm>
                <a:off x="327453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g2615">
                <a:extLst>
                  <a:ext uri="{FF2B5EF4-FFF2-40B4-BE49-F238E27FC236}">
                    <a16:creationId xmlns:a16="http://schemas.microsoft.com/office/drawing/2014/main" id="{77A110C2-2E66-CCEC-9BA4-80D3907071D2}"/>
                  </a:ext>
                </a:extLst>
              </p:cNvPr>
              <p:cNvSpPr/>
              <p:nvPr/>
            </p:nvSpPr>
            <p:spPr>
              <a:xfrm>
                <a:off x="328617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g2616">
                <a:extLst>
                  <a:ext uri="{FF2B5EF4-FFF2-40B4-BE49-F238E27FC236}">
                    <a16:creationId xmlns:a16="http://schemas.microsoft.com/office/drawing/2014/main" id="{C545E3D3-B9F7-D7CB-7784-7871061D4EE0}"/>
                  </a:ext>
                </a:extLst>
              </p:cNvPr>
              <p:cNvSpPr/>
              <p:nvPr/>
            </p:nvSpPr>
            <p:spPr>
              <a:xfrm>
                <a:off x="329780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g2617">
                <a:extLst>
                  <a:ext uri="{FF2B5EF4-FFF2-40B4-BE49-F238E27FC236}">
                    <a16:creationId xmlns:a16="http://schemas.microsoft.com/office/drawing/2014/main" id="{E139B2C1-AAB9-301F-F18A-8F98378E5A16}"/>
                  </a:ext>
                </a:extLst>
              </p:cNvPr>
              <p:cNvSpPr/>
              <p:nvPr/>
            </p:nvSpPr>
            <p:spPr>
              <a:xfrm>
                <a:off x="330944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g2618">
                <a:extLst>
                  <a:ext uri="{FF2B5EF4-FFF2-40B4-BE49-F238E27FC236}">
                    <a16:creationId xmlns:a16="http://schemas.microsoft.com/office/drawing/2014/main" id="{8B28171C-4840-2F0A-D627-3030B91A8BD3}"/>
                  </a:ext>
                </a:extLst>
              </p:cNvPr>
              <p:cNvSpPr/>
              <p:nvPr/>
            </p:nvSpPr>
            <p:spPr>
              <a:xfrm>
                <a:off x="332108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g2619">
                <a:extLst>
                  <a:ext uri="{FF2B5EF4-FFF2-40B4-BE49-F238E27FC236}">
                    <a16:creationId xmlns:a16="http://schemas.microsoft.com/office/drawing/2014/main" id="{C35F25B0-9E9B-5F10-5004-A5982F26AF24}"/>
                  </a:ext>
                </a:extLst>
              </p:cNvPr>
              <p:cNvSpPr/>
              <p:nvPr/>
            </p:nvSpPr>
            <p:spPr>
              <a:xfrm>
                <a:off x="333272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g2620">
                <a:extLst>
                  <a:ext uri="{FF2B5EF4-FFF2-40B4-BE49-F238E27FC236}">
                    <a16:creationId xmlns:a16="http://schemas.microsoft.com/office/drawing/2014/main" id="{0793E8F8-58BF-90A8-ED11-0C3A5E3E6E81}"/>
                  </a:ext>
                </a:extLst>
              </p:cNvPr>
              <p:cNvSpPr/>
              <p:nvPr/>
            </p:nvSpPr>
            <p:spPr>
              <a:xfrm>
                <a:off x="334435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g2621">
                <a:extLst>
                  <a:ext uri="{FF2B5EF4-FFF2-40B4-BE49-F238E27FC236}">
                    <a16:creationId xmlns:a16="http://schemas.microsoft.com/office/drawing/2014/main" id="{F9E89BCA-ECC5-E0E1-FF01-FFEA344DD9DE}"/>
                  </a:ext>
                </a:extLst>
              </p:cNvPr>
              <p:cNvSpPr/>
              <p:nvPr/>
            </p:nvSpPr>
            <p:spPr>
              <a:xfrm>
                <a:off x="335599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g2622">
                <a:extLst>
                  <a:ext uri="{FF2B5EF4-FFF2-40B4-BE49-F238E27FC236}">
                    <a16:creationId xmlns:a16="http://schemas.microsoft.com/office/drawing/2014/main" id="{317CAA1E-26CF-C9F4-207F-59E9687CED35}"/>
                  </a:ext>
                </a:extLst>
              </p:cNvPr>
              <p:cNvSpPr/>
              <p:nvPr/>
            </p:nvSpPr>
            <p:spPr>
              <a:xfrm>
                <a:off x="336763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g2623">
                <a:extLst>
                  <a:ext uri="{FF2B5EF4-FFF2-40B4-BE49-F238E27FC236}">
                    <a16:creationId xmlns:a16="http://schemas.microsoft.com/office/drawing/2014/main" id="{F9D44A99-D607-43CA-A129-E9A3F8911263}"/>
                  </a:ext>
                </a:extLst>
              </p:cNvPr>
              <p:cNvSpPr/>
              <p:nvPr/>
            </p:nvSpPr>
            <p:spPr>
              <a:xfrm>
                <a:off x="342581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g2624">
                <a:extLst>
                  <a:ext uri="{FF2B5EF4-FFF2-40B4-BE49-F238E27FC236}">
                    <a16:creationId xmlns:a16="http://schemas.microsoft.com/office/drawing/2014/main" id="{545E6B4C-33D2-9E3C-856E-1B622266685A}"/>
                  </a:ext>
                </a:extLst>
              </p:cNvPr>
              <p:cNvSpPr/>
              <p:nvPr/>
            </p:nvSpPr>
            <p:spPr>
              <a:xfrm>
                <a:off x="343745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g2625">
                <a:extLst>
                  <a:ext uri="{FF2B5EF4-FFF2-40B4-BE49-F238E27FC236}">
                    <a16:creationId xmlns:a16="http://schemas.microsoft.com/office/drawing/2014/main" id="{B63A8EAA-D0F5-4A75-0888-9BEF8F0020C4}"/>
                  </a:ext>
                </a:extLst>
              </p:cNvPr>
              <p:cNvSpPr/>
              <p:nvPr/>
            </p:nvSpPr>
            <p:spPr>
              <a:xfrm>
                <a:off x="344909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g2626">
                <a:extLst>
                  <a:ext uri="{FF2B5EF4-FFF2-40B4-BE49-F238E27FC236}">
                    <a16:creationId xmlns:a16="http://schemas.microsoft.com/office/drawing/2014/main" id="{F70740EC-E55B-8B26-8C22-8D0C08141421}"/>
                  </a:ext>
                </a:extLst>
              </p:cNvPr>
              <p:cNvSpPr/>
              <p:nvPr/>
            </p:nvSpPr>
            <p:spPr>
              <a:xfrm>
                <a:off x="346073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g2627">
                <a:extLst>
                  <a:ext uri="{FF2B5EF4-FFF2-40B4-BE49-F238E27FC236}">
                    <a16:creationId xmlns:a16="http://schemas.microsoft.com/office/drawing/2014/main" id="{6588720F-01A2-D542-9D96-A2CD14BFF05F}"/>
                  </a:ext>
                </a:extLst>
              </p:cNvPr>
              <p:cNvSpPr/>
              <p:nvPr/>
            </p:nvSpPr>
            <p:spPr>
              <a:xfrm>
                <a:off x="347236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g2628">
                <a:extLst>
                  <a:ext uri="{FF2B5EF4-FFF2-40B4-BE49-F238E27FC236}">
                    <a16:creationId xmlns:a16="http://schemas.microsoft.com/office/drawing/2014/main" id="{A8B86411-F19D-63E5-1641-D9096DF7CEB7}"/>
                  </a:ext>
                </a:extLst>
              </p:cNvPr>
              <p:cNvSpPr/>
              <p:nvPr/>
            </p:nvSpPr>
            <p:spPr>
              <a:xfrm>
                <a:off x="348400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g2629">
                <a:extLst>
                  <a:ext uri="{FF2B5EF4-FFF2-40B4-BE49-F238E27FC236}">
                    <a16:creationId xmlns:a16="http://schemas.microsoft.com/office/drawing/2014/main" id="{B9D3F5AD-2649-18A5-1E6F-5B5A00E2B058}"/>
                  </a:ext>
                </a:extLst>
              </p:cNvPr>
              <p:cNvSpPr/>
              <p:nvPr/>
            </p:nvSpPr>
            <p:spPr>
              <a:xfrm>
                <a:off x="349564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g2630">
                <a:extLst>
                  <a:ext uri="{FF2B5EF4-FFF2-40B4-BE49-F238E27FC236}">
                    <a16:creationId xmlns:a16="http://schemas.microsoft.com/office/drawing/2014/main" id="{D81C975B-4420-FC0C-32DB-CAD22DEB5375}"/>
                  </a:ext>
                </a:extLst>
              </p:cNvPr>
              <p:cNvSpPr/>
              <p:nvPr/>
            </p:nvSpPr>
            <p:spPr>
              <a:xfrm>
                <a:off x="350728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g2631">
                <a:extLst>
                  <a:ext uri="{FF2B5EF4-FFF2-40B4-BE49-F238E27FC236}">
                    <a16:creationId xmlns:a16="http://schemas.microsoft.com/office/drawing/2014/main" id="{FBC5B26B-ACA0-279E-EC2C-3739C1C19F49}"/>
                  </a:ext>
                </a:extLst>
              </p:cNvPr>
              <p:cNvSpPr/>
              <p:nvPr/>
            </p:nvSpPr>
            <p:spPr>
              <a:xfrm>
                <a:off x="362365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g2632">
                <a:extLst>
                  <a:ext uri="{FF2B5EF4-FFF2-40B4-BE49-F238E27FC236}">
                    <a16:creationId xmlns:a16="http://schemas.microsoft.com/office/drawing/2014/main" id="{29B2BDBA-F119-B76A-A3BD-05578ACE50D7}"/>
                  </a:ext>
                </a:extLst>
              </p:cNvPr>
              <p:cNvSpPr/>
              <p:nvPr/>
            </p:nvSpPr>
            <p:spPr>
              <a:xfrm>
                <a:off x="363529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g2633">
                <a:extLst>
                  <a:ext uri="{FF2B5EF4-FFF2-40B4-BE49-F238E27FC236}">
                    <a16:creationId xmlns:a16="http://schemas.microsoft.com/office/drawing/2014/main" id="{2E8104D3-F08E-8AF6-9623-36125000354E}"/>
                  </a:ext>
                </a:extLst>
              </p:cNvPr>
              <p:cNvSpPr/>
              <p:nvPr/>
            </p:nvSpPr>
            <p:spPr>
              <a:xfrm>
                <a:off x="364692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g2634">
                <a:extLst>
                  <a:ext uri="{FF2B5EF4-FFF2-40B4-BE49-F238E27FC236}">
                    <a16:creationId xmlns:a16="http://schemas.microsoft.com/office/drawing/2014/main" id="{A9A23E8C-49BF-53E8-1A95-C6FBDA5D9924}"/>
                  </a:ext>
                </a:extLst>
              </p:cNvPr>
              <p:cNvSpPr/>
              <p:nvPr/>
            </p:nvSpPr>
            <p:spPr>
              <a:xfrm>
                <a:off x="365856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g2635">
                <a:extLst>
                  <a:ext uri="{FF2B5EF4-FFF2-40B4-BE49-F238E27FC236}">
                    <a16:creationId xmlns:a16="http://schemas.microsoft.com/office/drawing/2014/main" id="{8CFB3325-E2FF-46BC-6D9F-890B6A082043}"/>
                  </a:ext>
                </a:extLst>
              </p:cNvPr>
              <p:cNvSpPr/>
              <p:nvPr/>
            </p:nvSpPr>
            <p:spPr>
              <a:xfrm>
                <a:off x="367020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g2636">
                <a:extLst>
                  <a:ext uri="{FF2B5EF4-FFF2-40B4-BE49-F238E27FC236}">
                    <a16:creationId xmlns:a16="http://schemas.microsoft.com/office/drawing/2014/main" id="{00C4B5FB-8A5F-434F-A033-5C2AF72878A9}"/>
                  </a:ext>
                </a:extLst>
              </p:cNvPr>
              <p:cNvSpPr/>
              <p:nvPr/>
            </p:nvSpPr>
            <p:spPr>
              <a:xfrm>
                <a:off x="368184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g2637">
                <a:extLst>
                  <a:ext uri="{FF2B5EF4-FFF2-40B4-BE49-F238E27FC236}">
                    <a16:creationId xmlns:a16="http://schemas.microsoft.com/office/drawing/2014/main" id="{DA3E4C38-64CB-1913-02DE-3B7902F04FFB}"/>
                  </a:ext>
                </a:extLst>
              </p:cNvPr>
              <p:cNvSpPr/>
              <p:nvPr/>
            </p:nvSpPr>
            <p:spPr>
              <a:xfrm>
                <a:off x="369347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g2638">
                <a:extLst>
                  <a:ext uri="{FF2B5EF4-FFF2-40B4-BE49-F238E27FC236}">
                    <a16:creationId xmlns:a16="http://schemas.microsoft.com/office/drawing/2014/main" id="{F23EFFE2-9B65-7844-15CA-3A60EC3F94AC}"/>
                  </a:ext>
                </a:extLst>
              </p:cNvPr>
              <p:cNvSpPr/>
              <p:nvPr/>
            </p:nvSpPr>
            <p:spPr>
              <a:xfrm>
                <a:off x="370511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g2639">
                <a:extLst>
                  <a:ext uri="{FF2B5EF4-FFF2-40B4-BE49-F238E27FC236}">
                    <a16:creationId xmlns:a16="http://schemas.microsoft.com/office/drawing/2014/main" id="{1D7857E9-DF43-B948-6F72-B6A6979866CE}"/>
                  </a:ext>
                </a:extLst>
              </p:cNvPr>
              <p:cNvSpPr/>
              <p:nvPr/>
            </p:nvSpPr>
            <p:spPr>
              <a:xfrm>
                <a:off x="371675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g2640">
                <a:extLst>
                  <a:ext uri="{FF2B5EF4-FFF2-40B4-BE49-F238E27FC236}">
                    <a16:creationId xmlns:a16="http://schemas.microsoft.com/office/drawing/2014/main" id="{5AE8F0C2-46DD-44F2-18B8-E1EA6E10E90A}"/>
                  </a:ext>
                </a:extLst>
              </p:cNvPr>
              <p:cNvSpPr/>
              <p:nvPr/>
            </p:nvSpPr>
            <p:spPr>
              <a:xfrm>
                <a:off x="372839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g2641">
                <a:extLst>
                  <a:ext uri="{FF2B5EF4-FFF2-40B4-BE49-F238E27FC236}">
                    <a16:creationId xmlns:a16="http://schemas.microsoft.com/office/drawing/2014/main" id="{08F279F3-8B9E-EE25-8815-E0F4A04C4BEA}"/>
                  </a:ext>
                </a:extLst>
              </p:cNvPr>
              <p:cNvSpPr/>
              <p:nvPr/>
            </p:nvSpPr>
            <p:spPr>
              <a:xfrm>
                <a:off x="374002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g2642">
                <a:extLst>
                  <a:ext uri="{FF2B5EF4-FFF2-40B4-BE49-F238E27FC236}">
                    <a16:creationId xmlns:a16="http://schemas.microsoft.com/office/drawing/2014/main" id="{5B717EE6-859D-737D-D4C0-5F76394D8CD1}"/>
                  </a:ext>
                </a:extLst>
              </p:cNvPr>
              <p:cNvSpPr/>
              <p:nvPr/>
            </p:nvSpPr>
            <p:spPr>
              <a:xfrm>
                <a:off x="375166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g2643">
                <a:extLst>
                  <a:ext uri="{FF2B5EF4-FFF2-40B4-BE49-F238E27FC236}">
                    <a16:creationId xmlns:a16="http://schemas.microsoft.com/office/drawing/2014/main" id="{DB4EC894-49D7-B74A-B121-666C512E87B6}"/>
                  </a:ext>
                </a:extLst>
              </p:cNvPr>
              <p:cNvSpPr/>
              <p:nvPr/>
            </p:nvSpPr>
            <p:spPr>
              <a:xfrm>
                <a:off x="411242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g2644">
                <a:extLst>
                  <a:ext uri="{FF2B5EF4-FFF2-40B4-BE49-F238E27FC236}">
                    <a16:creationId xmlns:a16="http://schemas.microsoft.com/office/drawing/2014/main" id="{FECAB2EF-FBBC-A0C6-F2C2-C77EED6FA737}"/>
                  </a:ext>
                </a:extLst>
              </p:cNvPr>
              <p:cNvSpPr/>
              <p:nvPr/>
            </p:nvSpPr>
            <p:spPr>
              <a:xfrm>
                <a:off x="412405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g2645">
                <a:extLst>
                  <a:ext uri="{FF2B5EF4-FFF2-40B4-BE49-F238E27FC236}">
                    <a16:creationId xmlns:a16="http://schemas.microsoft.com/office/drawing/2014/main" id="{326E698C-3941-ED51-9409-A9A0F851606E}"/>
                  </a:ext>
                </a:extLst>
              </p:cNvPr>
              <p:cNvSpPr/>
              <p:nvPr/>
            </p:nvSpPr>
            <p:spPr>
              <a:xfrm>
                <a:off x="413569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g2646">
                <a:extLst>
                  <a:ext uri="{FF2B5EF4-FFF2-40B4-BE49-F238E27FC236}">
                    <a16:creationId xmlns:a16="http://schemas.microsoft.com/office/drawing/2014/main" id="{2F98EFD4-F74E-3ACC-B6E8-E412150D0271}"/>
                  </a:ext>
                </a:extLst>
              </p:cNvPr>
              <p:cNvSpPr/>
              <p:nvPr/>
            </p:nvSpPr>
            <p:spPr>
              <a:xfrm>
                <a:off x="414733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g2647">
                <a:extLst>
                  <a:ext uri="{FF2B5EF4-FFF2-40B4-BE49-F238E27FC236}">
                    <a16:creationId xmlns:a16="http://schemas.microsoft.com/office/drawing/2014/main" id="{4746AD7A-B1DE-0595-673D-49ABA02BE21D}"/>
                  </a:ext>
                </a:extLst>
              </p:cNvPr>
              <p:cNvSpPr/>
              <p:nvPr/>
            </p:nvSpPr>
            <p:spPr>
              <a:xfrm>
                <a:off x="415897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g2648">
                <a:extLst>
                  <a:ext uri="{FF2B5EF4-FFF2-40B4-BE49-F238E27FC236}">
                    <a16:creationId xmlns:a16="http://schemas.microsoft.com/office/drawing/2014/main" id="{1AB745FE-2F88-3909-B380-807674CD9AF0}"/>
                  </a:ext>
                </a:extLst>
              </p:cNvPr>
              <p:cNvSpPr/>
              <p:nvPr/>
            </p:nvSpPr>
            <p:spPr>
              <a:xfrm>
                <a:off x="417060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g2649">
                <a:extLst>
                  <a:ext uri="{FF2B5EF4-FFF2-40B4-BE49-F238E27FC236}">
                    <a16:creationId xmlns:a16="http://schemas.microsoft.com/office/drawing/2014/main" id="{3ED0BDAA-71F7-5C5B-1876-1410ED950668}"/>
                  </a:ext>
                </a:extLst>
              </p:cNvPr>
              <p:cNvSpPr/>
              <p:nvPr/>
            </p:nvSpPr>
            <p:spPr>
              <a:xfrm>
                <a:off x="418224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g2650">
                <a:extLst>
                  <a:ext uri="{FF2B5EF4-FFF2-40B4-BE49-F238E27FC236}">
                    <a16:creationId xmlns:a16="http://schemas.microsoft.com/office/drawing/2014/main" id="{498FDE11-0C92-C97D-5EEE-8F5D912BFC7A}"/>
                  </a:ext>
                </a:extLst>
              </p:cNvPr>
              <p:cNvSpPr/>
              <p:nvPr/>
            </p:nvSpPr>
            <p:spPr>
              <a:xfrm>
                <a:off x="419388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g2651">
                <a:extLst>
                  <a:ext uri="{FF2B5EF4-FFF2-40B4-BE49-F238E27FC236}">
                    <a16:creationId xmlns:a16="http://schemas.microsoft.com/office/drawing/2014/main" id="{8359FC32-BF4B-94BE-0B49-17EB7CF887C3}"/>
                  </a:ext>
                </a:extLst>
              </p:cNvPr>
              <p:cNvSpPr/>
              <p:nvPr/>
            </p:nvSpPr>
            <p:spPr>
              <a:xfrm>
                <a:off x="420552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g2652">
                <a:extLst>
                  <a:ext uri="{FF2B5EF4-FFF2-40B4-BE49-F238E27FC236}">
                    <a16:creationId xmlns:a16="http://schemas.microsoft.com/office/drawing/2014/main" id="{00480A4C-C2AD-E3F4-4DBA-C796D7CEE065}"/>
                  </a:ext>
                </a:extLst>
              </p:cNvPr>
              <p:cNvSpPr/>
              <p:nvPr/>
            </p:nvSpPr>
            <p:spPr>
              <a:xfrm>
                <a:off x="421715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g2653">
                <a:extLst>
                  <a:ext uri="{FF2B5EF4-FFF2-40B4-BE49-F238E27FC236}">
                    <a16:creationId xmlns:a16="http://schemas.microsoft.com/office/drawing/2014/main" id="{457F3FC6-1EE5-778B-C200-8BD6AE8183A8}"/>
                  </a:ext>
                </a:extLst>
              </p:cNvPr>
              <p:cNvSpPr/>
              <p:nvPr/>
            </p:nvSpPr>
            <p:spPr>
              <a:xfrm>
                <a:off x="422879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g2654">
                <a:extLst>
                  <a:ext uri="{FF2B5EF4-FFF2-40B4-BE49-F238E27FC236}">
                    <a16:creationId xmlns:a16="http://schemas.microsoft.com/office/drawing/2014/main" id="{E5012873-58D6-7869-23BE-CC67B03DE62E}"/>
                  </a:ext>
                </a:extLst>
              </p:cNvPr>
              <p:cNvSpPr/>
              <p:nvPr/>
            </p:nvSpPr>
            <p:spPr>
              <a:xfrm>
                <a:off x="424043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g2655">
                <a:extLst>
                  <a:ext uri="{FF2B5EF4-FFF2-40B4-BE49-F238E27FC236}">
                    <a16:creationId xmlns:a16="http://schemas.microsoft.com/office/drawing/2014/main" id="{0D123E4A-0272-BBBD-2D5D-B478FE1D1646}"/>
                  </a:ext>
                </a:extLst>
              </p:cNvPr>
              <p:cNvSpPr/>
              <p:nvPr/>
            </p:nvSpPr>
            <p:spPr>
              <a:xfrm>
                <a:off x="425207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g2656">
                <a:extLst>
                  <a:ext uri="{FF2B5EF4-FFF2-40B4-BE49-F238E27FC236}">
                    <a16:creationId xmlns:a16="http://schemas.microsoft.com/office/drawing/2014/main" id="{734E45E6-1CC5-270E-BC80-9BB0C7C38E6B}"/>
                  </a:ext>
                </a:extLst>
              </p:cNvPr>
              <p:cNvSpPr/>
              <p:nvPr/>
            </p:nvSpPr>
            <p:spPr>
              <a:xfrm>
                <a:off x="426370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g2657">
                <a:extLst>
                  <a:ext uri="{FF2B5EF4-FFF2-40B4-BE49-F238E27FC236}">
                    <a16:creationId xmlns:a16="http://schemas.microsoft.com/office/drawing/2014/main" id="{A334920C-B590-4DEF-AC62-D4CE94DB76F8}"/>
                  </a:ext>
                </a:extLst>
              </p:cNvPr>
              <p:cNvSpPr/>
              <p:nvPr/>
            </p:nvSpPr>
            <p:spPr>
              <a:xfrm>
                <a:off x="427534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8">
                  <a:alpha val="100000"/>
                </a:srgbClr>
              </a:solidFill>
              <a:ln w="5420" cap="flat">
                <a:solidFill>
                  <a:srgbClr val="3A5B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g2658">
                <a:extLst>
                  <a:ext uri="{FF2B5EF4-FFF2-40B4-BE49-F238E27FC236}">
                    <a16:creationId xmlns:a16="http://schemas.microsoft.com/office/drawing/2014/main" id="{AD4C3EB5-57F7-BECA-1224-BE2DB635B49D}"/>
                  </a:ext>
                </a:extLst>
              </p:cNvPr>
              <p:cNvSpPr/>
              <p:nvPr/>
            </p:nvSpPr>
            <p:spPr>
              <a:xfrm>
                <a:off x="428698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g2659">
                <a:extLst>
                  <a:ext uri="{FF2B5EF4-FFF2-40B4-BE49-F238E27FC236}">
                    <a16:creationId xmlns:a16="http://schemas.microsoft.com/office/drawing/2014/main" id="{42CE28CE-8014-E9A7-4FC0-EBC7057B5072}"/>
                  </a:ext>
                </a:extLst>
              </p:cNvPr>
              <p:cNvSpPr/>
              <p:nvPr/>
            </p:nvSpPr>
            <p:spPr>
              <a:xfrm>
                <a:off x="429861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g2660">
                <a:extLst>
                  <a:ext uri="{FF2B5EF4-FFF2-40B4-BE49-F238E27FC236}">
                    <a16:creationId xmlns:a16="http://schemas.microsoft.com/office/drawing/2014/main" id="{2EAB62A5-58C3-EBA4-32F5-B360E168DEB8}"/>
                  </a:ext>
                </a:extLst>
              </p:cNvPr>
              <p:cNvSpPr/>
              <p:nvPr/>
            </p:nvSpPr>
            <p:spPr>
              <a:xfrm>
                <a:off x="431025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g2661">
                <a:extLst>
                  <a:ext uri="{FF2B5EF4-FFF2-40B4-BE49-F238E27FC236}">
                    <a16:creationId xmlns:a16="http://schemas.microsoft.com/office/drawing/2014/main" id="{E47BAAF9-D190-3697-E675-A4A6A30D140D}"/>
                  </a:ext>
                </a:extLst>
              </p:cNvPr>
              <p:cNvSpPr/>
              <p:nvPr/>
            </p:nvSpPr>
            <p:spPr>
              <a:xfrm>
                <a:off x="432189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g2662">
                <a:extLst>
                  <a:ext uri="{FF2B5EF4-FFF2-40B4-BE49-F238E27FC236}">
                    <a16:creationId xmlns:a16="http://schemas.microsoft.com/office/drawing/2014/main" id="{ABFF3242-88C1-D192-7CDD-263EE02A9A7C}"/>
                  </a:ext>
                </a:extLst>
              </p:cNvPr>
              <p:cNvSpPr/>
              <p:nvPr/>
            </p:nvSpPr>
            <p:spPr>
              <a:xfrm>
                <a:off x="433353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g2663">
                <a:extLst>
                  <a:ext uri="{FF2B5EF4-FFF2-40B4-BE49-F238E27FC236}">
                    <a16:creationId xmlns:a16="http://schemas.microsoft.com/office/drawing/2014/main" id="{C07338FA-A567-71A1-09D9-B9857C299C26}"/>
                  </a:ext>
                </a:extLst>
              </p:cNvPr>
              <p:cNvSpPr/>
              <p:nvPr/>
            </p:nvSpPr>
            <p:spPr>
              <a:xfrm>
                <a:off x="434516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g2664">
                <a:extLst>
                  <a:ext uri="{FF2B5EF4-FFF2-40B4-BE49-F238E27FC236}">
                    <a16:creationId xmlns:a16="http://schemas.microsoft.com/office/drawing/2014/main" id="{1B7D31A1-0B90-F6CB-9016-17738C1C0A58}"/>
                  </a:ext>
                </a:extLst>
              </p:cNvPr>
              <p:cNvSpPr/>
              <p:nvPr/>
            </p:nvSpPr>
            <p:spPr>
              <a:xfrm>
                <a:off x="435680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g2665">
                <a:extLst>
                  <a:ext uri="{FF2B5EF4-FFF2-40B4-BE49-F238E27FC236}">
                    <a16:creationId xmlns:a16="http://schemas.microsoft.com/office/drawing/2014/main" id="{5BFF1C0F-DDB8-8AA0-F492-5FCCBE009B60}"/>
                  </a:ext>
                </a:extLst>
              </p:cNvPr>
              <p:cNvSpPr/>
              <p:nvPr/>
            </p:nvSpPr>
            <p:spPr>
              <a:xfrm>
                <a:off x="436844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g2666">
                <a:extLst>
                  <a:ext uri="{FF2B5EF4-FFF2-40B4-BE49-F238E27FC236}">
                    <a16:creationId xmlns:a16="http://schemas.microsoft.com/office/drawing/2014/main" id="{A71E2CB4-A0AE-DC10-3307-07640E3FB3DB}"/>
                  </a:ext>
                </a:extLst>
              </p:cNvPr>
              <p:cNvSpPr/>
              <p:nvPr/>
            </p:nvSpPr>
            <p:spPr>
              <a:xfrm>
                <a:off x="456627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g2667">
                <a:extLst>
                  <a:ext uri="{FF2B5EF4-FFF2-40B4-BE49-F238E27FC236}">
                    <a16:creationId xmlns:a16="http://schemas.microsoft.com/office/drawing/2014/main" id="{4D70EE13-B115-F98E-7646-F0B680CD9CB2}"/>
                  </a:ext>
                </a:extLst>
              </p:cNvPr>
              <p:cNvSpPr/>
              <p:nvPr/>
            </p:nvSpPr>
            <p:spPr>
              <a:xfrm>
                <a:off x="457791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g2668">
                <a:extLst>
                  <a:ext uri="{FF2B5EF4-FFF2-40B4-BE49-F238E27FC236}">
                    <a16:creationId xmlns:a16="http://schemas.microsoft.com/office/drawing/2014/main" id="{E247C49A-0BAE-87CC-789C-9110834C59DA}"/>
                  </a:ext>
                </a:extLst>
              </p:cNvPr>
              <p:cNvSpPr/>
              <p:nvPr/>
            </p:nvSpPr>
            <p:spPr>
              <a:xfrm>
                <a:off x="458955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g2669">
                <a:extLst>
                  <a:ext uri="{FF2B5EF4-FFF2-40B4-BE49-F238E27FC236}">
                    <a16:creationId xmlns:a16="http://schemas.microsoft.com/office/drawing/2014/main" id="{061C33AE-E152-FF41-8FC9-9A9AA10D0879}"/>
                  </a:ext>
                </a:extLst>
              </p:cNvPr>
              <p:cNvSpPr/>
              <p:nvPr/>
            </p:nvSpPr>
            <p:spPr>
              <a:xfrm>
                <a:off x="460119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g2670">
                <a:extLst>
                  <a:ext uri="{FF2B5EF4-FFF2-40B4-BE49-F238E27FC236}">
                    <a16:creationId xmlns:a16="http://schemas.microsoft.com/office/drawing/2014/main" id="{27262F60-F1F7-2CD2-08EE-74680F491EE2}"/>
                  </a:ext>
                </a:extLst>
              </p:cNvPr>
              <p:cNvSpPr/>
              <p:nvPr/>
            </p:nvSpPr>
            <p:spPr>
              <a:xfrm>
                <a:off x="461282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g2671">
                <a:extLst>
                  <a:ext uri="{FF2B5EF4-FFF2-40B4-BE49-F238E27FC236}">
                    <a16:creationId xmlns:a16="http://schemas.microsoft.com/office/drawing/2014/main" id="{94EB8EDD-D710-7415-D2B7-4DCB141563DB}"/>
                  </a:ext>
                </a:extLst>
              </p:cNvPr>
              <p:cNvSpPr/>
              <p:nvPr/>
            </p:nvSpPr>
            <p:spPr>
              <a:xfrm>
                <a:off x="311161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g2672">
                <a:extLst>
                  <a:ext uri="{FF2B5EF4-FFF2-40B4-BE49-F238E27FC236}">
                    <a16:creationId xmlns:a16="http://schemas.microsoft.com/office/drawing/2014/main" id="{62D6B1C9-E98D-695F-E608-942287CFA635}"/>
                  </a:ext>
                </a:extLst>
              </p:cNvPr>
              <p:cNvSpPr/>
              <p:nvPr/>
            </p:nvSpPr>
            <p:spPr>
              <a:xfrm>
                <a:off x="312324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g2673">
                <a:extLst>
                  <a:ext uri="{FF2B5EF4-FFF2-40B4-BE49-F238E27FC236}">
                    <a16:creationId xmlns:a16="http://schemas.microsoft.com/office/drawing/2014/main" id="{FDC9BC53-F3AB-E07D-C5E4-3E31DC388052}"/>
                  </a:ext>
                </a:extLst>
              </p:cNvPr>
              <p:cNvSpPr/>
              <p:nvPr/>
            </p:nvSpPr>
            <p:spPr>
              <a:xfrm>
                <a:off x="313488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g2674">
                <a:extLst>
                  <a:ext uri="{FF2B5EF4-FFF2-40B4-BE49-F238E27FC236}">
                    <a16:creationId xmlns:a16="http://schemas.microsoft.com/office/drawing/2014/main" id="{6EECA61C-33A3-3B5A-1B57-8360D59EFF6C}"/>
                  </a:ext>
                </a:extLst>
              </p:cNvPr>
              <p:cNvSpPr/>
              <p:nvPr/>
            </p:nvSpPr>
            <p:spPr>
              <a:xfrm>
                <a:off x="314652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g2675">
                <a:extLst>
                  <a:ext uri="{FF2B5EF4-FFF2-40B4-BE49-F238E27FC236}">
                    <a16:creationId xmlns:a16="http://schemas.microsoft.com/office/drawing/2014/main" id="{F9560AE9-9597-2F8E-3E61-7E355E0D3380}"/>
                  </a:ext>
                </a:extLst>
              </p:cNvPr>
              <p:cNvSpPr/>
              <p:nvPr/>
            </p:nvSpPr>
            <p:spPr>
              <a:xfrm>
                <a:off x="315816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g2676">
                <a:extLst>
                  <a:ext uri="{FF2B5EF4-FFF2-40B4-BE49-F238E27FC236}">
                    <a16:creationId xmlns:a16="http://schemas.microsoft.com/office/drawing/2014/main" id="{606D6C04-A438-4009-B471-0AD1F01DCAD4}"/>
                  </a:ext>
                </a:extLst>
              </p:cNvPr>
              <p:cNvSpPr/>
              <p:nvPr/>
            </p:nvSpPr>
            <p:spPr>
              <a:xfrm>
                <a:off x="316979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g2677">
                <a:extLst>
                  <a:ext uri="{FF2B5EF4-FFF2-40B4-BE49-F238E27FC236}">
                    <a16:creationId xmlns:a16="http://schemas.microsoft.com/office/drawing/2014/main" id="{652C029C-E869-12F2-ECC4-82D20CC01134}"/>
                  </a:ext>
                </a:extLst>
              </p:cNvPr>
              <p:cNvSpPr/>
              <p:nvPr/>
            </p:nvSpPr>
            <p:spPr>
              <a:xfrm>
                <a:off x="318143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g2678">
                <a:extLst>
                  <a:ext uri="{FF2B5EF4-FFF2-40B4-BE49-F238E27FC236}">
                    <a16:creationId xmlns:a16="http://schemas.microsoft.com/office/drawing/2014/main" id="{552B94EB-3DB5-7303-CA9E-CF07A59EBFFC}"/>
                  </a:ext>
                </a:extLst>
              </p:cNvPr>
              <p:cNvSpPr/>
              <p:nvPr/>
            </p:nvSpPr>
            <p:spPr>
              <a:xfrm>
                <a:off x="319307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g2679">
                <a:extLst>
                  <a:ext uri="{FF2B5EF4-FFF2-40B4-BE49-F238E27FC236}">
                    <a16:creationId xmlns:a16="http://schemas.microsoft.com/office/drawing/2014/main" id="{CE0629B6-9DE6-4640-CC27-A699D57963DC}"/>
                  </a:ext>
                </a:extLst>
              </p:cNvPr>
              <p:cNvSpPr/>
              <p:nvPr/>
            </p:nvSpPr>
            <p:spPr>
              <a:xfrm>
                <a:off x="320471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g2680">
                <a:extLst>
                  <a:ext uri="{FF2B5EF4-FFF2-40B4-BE49-F238E27FC236}">
                    <a16:creationId xmlns:a16="http://schemas.microsoft.com/office/drawing/2014/main" id="{CEFF7FE4-D23B-536A-029A-AC1155C577B1}"/>
                  </a:ext>
                </a:extLst>
              </p:cNvPr>
              <p:cNvSpPr/>
              <p:nvPr/>
            </p:nvSpPr>
            <p:spPr>
              <a:xfrm>
                <a:off x="321634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g2681">
                <a:extLst>
                  <a:ext uri="{FF2B5EF4-FFF2-40B4-BE49-F238E27FC236}">
                    <a16:creationId xmlns:a16="http://schemas.microsoft.com/office/drawing/2014/main" id="{8CBD38F5-A183-AFDB-1C2E-2A0D1A83FC75}"/>
                  </a:ext>
                </a:extLst>
              </p:cNvPr>
              <p:cNvSpPr/>
              <p:nvPr/>
            </p:nvSpPr>
            <p:spPr>
              <a:xfrm>
                <a:off x="322798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g2682">
                <a:extLst>
                  <a:ext uri="{FF2B5EF4-FFF2-40B4-BE49-F238E27FC236}">
                    <a16:creationId xmlns:a16="http://schemas.microsoft.com/office/drawing/2014/main" id="{C87BB24C-DB72-7D2A-BA89-C9A6F2974ED9}"/>
                  </a:ext>
                </a:extLst>
              </p:cNvPr>
              <p:cNvSpPr/>
              <p:nvPr/>
            </p:nvSpPr>
            <p:spPr>
              <a:xfrm>
                <a:off x="323962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g2683">
                <a:extLst>
                  <a:ext uri="{FF2B5EF4-FFF2-40B4-BE49-F238E27FC236}">
                    <a16:creationId xmlns:a16="http://schemas.microsoft.com/office/drawing/2014/main" id="{CCDDB4C0-2070-FA18-1DD3-E3D89B24CCD4}"/>
                  </a:ext>
                </a:extLst>
              </p:cNvPr>
              <p:cNvSpPr/>
              <p:nvPr/>
            </p:nvSpPr>
            <p:spPr>
              <a:xfrm>
                <a:off x="325125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g2684">
                <a:extLst>
                  <a:ext uri="{FF2B5EF4-FFF2-40B4-BE49-F238E27FC236}">
                    <a16:creationId xmlns:a16="http://schemas.microsoft.com/office/drawing/2014/main" id="{92DAB706-7CE2-0D27-F183-74755E28B924}"/>
                  </a:ext>
                </a:extLst>
              </p:cNvPr>
              <p:cNvSpPr/>
              <p:nvPr/>
            </p:nvSpPr>
            <p:spPr>
              <a:xfrm>
                <a:off x="326289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g2685">
                <a:extLst>
                  <a:ext uri="{FF2B5EF4-FFF2-40B4-BE49-F238E27FC236}">
                    <a16:creationId xmlns:a16="http://schemas.microsoft.com/office/drawing/2014/main" id="{9B992BE4-DC6F-476B-B6F8-2D443A9CEE61}"/>
                  </a:ext>
                </a:extLst>
              </p:cNvPr>
              <p:cNvSpPr/>
              <p:nvPr/>
            </p:nvSpPr>
            <p:spPr>
              <a:xfrm>
                <a:off x="327453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g2686">
                <a:extLst>
                  <a:ext uri="{FF2B5EF4-FFF2-40B4-BE49-F238E27FC236}">
                    <a16:creationId xmlns:a16="http://schemas.microsoft.com/office/drawing/2014/main" id="{A834A0FF-A574-B63F-482A-C964FAA335C0}"/>
                  </a:ext>
                </a:extLst>
              </p:cNvPr>
              <p:cNvSpPr/>
              <p:nvPr/>
            </p:nvSpPr>
            <p:spPr>
              <a:xfrm>
                <a:off x="328617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g2687">
                <a:extLst>
                  <a:ext uri="{FF2B5EF4-FFF2-40B4-BE49-F238E27FC236}">
                    <a16:creationId xmlns:a16="http://schemas.microsoft.com/office/drawing/2014/main" id="{5FB91798-A8F0-AEFB-A1E4-76667062FEA2}"/>
                  </a:ext>
                </a:extLst>
              </p:cNvPr>
              <p:cNvSpPr/>
              <p:nvPr/>
            </p:nvSpPr>
            <p:spPr>
              <a:xfrm>
                <a:off x="329780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g2688">
                <a:extLst>
                  <a:ext uri="{FF2B5EF4-FFF2-40B4-BE49-F238E27FC236}">
                    <a16:creationId xmlns:a16="http://schemas.microsoft.com/office/drawing/2014/main" id="{9201C122-3E6D-C3AF-6230-874EE1BE9830}"/>
                  </a:ext>
                </a:extLst>
              </p:cNvPr>
              <p:cNvSpPr/>
              <p:nvPr/>
            </p:nvSpPr>
            <p:spPr>
              <a:xfrm>
                <a:off x="330944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g2689">
                <a:extLst>
                  <a:ext uri="{FF2B5EF4-FFF2-40B4-BE49-F238E27FC236}">
                    <a16:creationId xmlns:a16="http://schemas.microsoft.com/office/drawing/2014/main" id="{A9ED9FA2-7FA6-E705-F5E0-AB8C0FD5DC8D}"/>
                  </a:ext>
                </a:extLst>
              </p:cNvPr>
              <p:cNvSpPr/>
              <p:nvPr/>
            </p:nvSpPr>
            <p:spPr>
              <a:xfrm>
                <a:off x="332108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g2690">
                <a:extLst>
                  <a:ext uri="{FF2B5EF4-FFF2-40B4-BE49-F238E27FC236}">
                    <a16:creationId xmlns:a16="http://schemas.microsoft.com/office/drawing/2014/main" id="{1EA98157-8B87-A9FD-3DE6-3C5F7D044C01}"/>
                  </a:ext>
                </a:extLst>
              </p:cNvPr>
              <p:cNvSpPr/>
              <p:nvPr/>
            </p:nvSpPr>
            <p:spPr>
              <a:xfrm>
                <a:off x="333272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g2691">
                <a:extLst>
                  <a:ext uri="{FF2B5EF4-FFF2-40B4-BE49-F238E27FC236}">
                    <a16:creationId xmlns:a16="http://schemas.microsoft.com/office/drawing/2014/main" id="{FF30D97E-BE97-4711-A1B4-E60AD1B80709}"/>
                  </a:ext>
                </a:extLst>
              </p:cNvPr>
              <p:cNvSpPr/>
              <p:nvPr/>
            </p:nvSpPr>
            <p:spPr>
              <a:xfrm>
                <a:off x="334435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g2692">
                <a:extLst>
                  <a:ext uri="{FF2B5EF4-FFF2-40B4-BE49-F238E27FC236}">
                    <a16:creationId xmlns:a16="http://schemas.microsoft.com/office/drawing/2014/main" id="{F453D015-4F6C-3069-8F9D-1A40EA154FB9}"/>
                  </a:ext>
                </a:extLst>
              </p:cNvPr>
              <p:cNvSpPr/>
              <p:nvPr/>
            </p:nvSpPr>
            <p:spPr>
              <a:xfrm>
                <a:off x="335599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g2693">
                <a:extLst>
                  <a:ext uri="{FF2B5EF4-FFF2-40B4-BE49-F238E27FC236}">
                    <a16:creationId xmlns:a16="http://schemas.microsoft.com/office/drawing/2014/main" id="{135FF2E1-749B-028C-0847-4CBF429A8E14}"/>
                  </a:ext>
                </a:extLst>
              </p:cNvPr>
              <p:cNvSpPr/>
              <p:nvPr/>
            </p:nvSpPr>
            <p:spPr>
              <a:xfrm>
                <a:off x="336763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g2694">
                <a:extLst>
                  <a:ext uri="{FF2B5EF4-FFF2-40B4-BE49-F238E27FC236}">
                    <a16:creationId xmlns:a16="http://schemas.microsoft.com/office/drawing/2014/main" id="{D57E3725-43C0-3512-FCBF-919F206F3C3C}"/>
                  </a:ext>
                </a:extLst>
              </p:cNvPr>
              <p:cNvSpPr/>
              <p:nvPr/>
            </p:nvSpPr>
            <p:spPr>
              <a:xfrm>
                <a:off x="337927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g2695">
                <a:extLst>
                  <a:ext uri="{FF2B5EF4-FFF2-40B4-BE49-F238E27FC236}">
                    <a16:creationId xmlns:a16="http://schemas.microsoft.com/office/drawing/2014/main" id="{2CFCC4B3-FFAD-D28E-01F8-9C91D07BF2C8}"/>
                  </a:ext>
                </a:extLst>
              </p:cNvPr>
              <p:cNvSpPr/>
              <p:nvPr/>
            </p:nvSpPr>
            <p:spPr>
              <a:xfrm>
                <a:off x="339090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g2696">
                <a:extLst>
                  <a:ext uri="{FF2B5EF4-FFF2-40B4-BE49-F238E27FC236}">
                    <a16:creationId xmlns:a16="http://schemas.microsoft.com/office/drawing/2014/main" id="{86A688E1-4EB1-FD20-6284-AE7DF466FDAC}"/>
                  </a:ext>
                </a:extLst>
              </p:cNvPr>
              <p:cNvSpPr/>
              <p:nvPr/>
            </p:nvSpPr>
            <p:spPr>
              <a:xfrm>
                <a:off x="340254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g2697">
                <a:extLst>
                  <a:ext uri="{FF2B5EF4-FFF2-40B4-BE49-F238E27FC236}">
                    <a16:creationId xmlns:a16="http://schemas.microsoft.com/office/drawing/2014/main" id="{256F6DB6-3BCF-8CA1-FCE0-FC6132092584}"/>
                  </a:ext>
                </a:extLst>
              </p:cNvPr>
              <p:cNvSpPr/>
              <p:nvPr/>
            </p:nvSpPr>
            <p:spPr>
              <a:xfrm>
                <a:off x="341418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g2698">
                <a:extLst>
                  <a:ext uri="{FF2B5EF4-FFF2-40B4-BE49-F238E27FC236}">
                    <a16:creationId xmlns:a16="http://schemas.microsoft.com/office/drawing/2014/main" id="{A379C0BB-FD00-B8ED-5D31-07B6663F1A6E}"/>
                  </a:ext>
                </a:extLst>
              </p:cNvPr>
              <p:cNvSpPr/>
              <p:nvPr/>
            </p:nvSpPr>
            <p:spPr>
              <a:xfrm>
                <a:off x="342581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g2699">
                <a:extLst>
                  <a:ext uri="{FF2B5EF4-FFF2-40B4-BE49-F238E27FC236}">
                    <a16:creationId xmlns:a16="http://schemas.microsoft.com/office/drawing/2014/main" id="{FE32E74A-BBB0-1AB3-6437-C87CEBC31911}"/>
                  </a:ext>
                </a:extLst>
              </p:cNvPr>
              <p:cNvSpPr/>
              <p:nvPr/>
            </p:nvSpPr>
            <p:spPr>
              <a:xfrm>
                <a:off x="343745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g2700">
                <a:extLst>
                  <a:ext uri="{FF2B5EF4-FFF2-40B4-BE49-F238E27FC236}">
                    <a16:creationId xmlns:a16="http://schemas.microsoft.com/office/drawing/2014/main" id="{CE2E250C-1AD8-0363-2925-C99B4A9DA3A9}"/>
                  </a:ext>
                </a:extLst>
              </p:cNvPr>
              <p:cNvSpPr/>
              <p:nvPr/>
            </p:nvSpPr>
            <p:spPr>
              <a:xfrm>
                <a:off x="344909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g2701">
                <a:extLst>
                  <a:ext uri="{FF2B5EF4-FFF2-40B4-BE49-F238E27FC236}">
                    <a16:creationId xmlns:a16="http://schemas.microsoft.com/office/drawing/2014/main" id="{225E5446-D68E-F1EB-4B4B-E9718A0DC76A}"/>
                  </a:ext>
                </a:extLst>
              </p:cNvPr>
              <p:cNvSpPr/>
              <p:nvPr/>
            </p:nvSpPr>
            <p:spPr>
              <a:xfrm>
                <a:off x="346073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g2702">
                <a:extLst>
                  <a:ext uri="{FF2B5EF4-FFF2-40B4-BE49-F238E27FC236}">
                    <a16:creationId xmlns:a16="http://schemas.microsoft.com/office/drawing/2014/main" id="{17B0C555-F612-A9E5-3808-EEDF8C1A30C6}"/>
                  </a:ext>
                </a:extLst>
              </p:cNvPr>
              <p:cNvSpPr/>
              <p:nvPr/>
            </p:nvSpPr>
            <p:spPr>
              <a:xfrm>
                <a:off x="347236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g2703">
                <a:extLst>
                  <a:ext uri="{FF2B5EF4-FFF2-40B4-BE49-F238E27FC236}">
                    <a16:creationId xmlns:a16="http://schemas.microsoft.com/office/drawing/2014/main" id="{472AF227-1FBE-00E8-4C9F-4F1FE3405A26}"/>
                  </a:ext>
                </a:extLst>
              </p:cNvPr>
              <p:cNvSpPr/>
              <p:nvPr/>
            </p:nvSpPr>
            <p:spPr>
              <a:xfrm>
                <a:off x="348400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g2704">
                <a:extLst>
                  <a:ext uri="{FF2B5EF4-FFF2-40B4-BE49-F238E27FC236}">
                    <a16:creationId xmlns:a16="http://schemas.microsoft.com/office/drawing/2014/main" id="{337A65B3-38CC-D8F7-29A4-055812EB9EAE}"/>
                  </a:ext>
                </a:extLst>
              </p:cNvPr>
              <p:cNvSpPr/>
              <p:nvPr/>
            </p:nvSpPr>
            <p:spPr>
              <a:xfrm>
                <a:off x="349564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g2705">
                <a:extLst>
                  <a:ext uri="{FF2B5EF4-FFF2-40B4-BE49-F238E27FC236}">
                    <a16:creationId xmlns:a16="http://schemas.microsoft.com/office/drawing/2014/main" id="{6C3C59E3-2790-CF6C-C78C-83D424FBA30C}"/>
                  </a:ext>
                </a:extLst>
              </p:cNvPr>
              <p:cNvSpPr/>
              <p:nvPr/>
            </p:nvSpPr>
            <p:spPr>
              <a:xfrm>
                <a:off x="350728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g2706">
                <a:extLst>
                  <a:ext uri="{FF2B5EF4-FFF2-40B4-BE49-F238E27FC236}">
                    <a16:creationId xmlns:a16="http://schemas.microsoft.com/office/drawing/2014/main" id="{078CAB4F-E039-AEDF-B6E8-0749F0D2B210}"/>
                  </a:ext>
                </a:extLst>
              </p:cNvPr>
              <p:cNvSpPr/>
              <p:nvPr/>
            </p:nvSpPr>
            <p:spPr>
              <a:xfrm>
                <a:off x="351891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g2707">
                <a:extLst>
                  <a:ext uri="{FF2B5EF4-FFF2-40B4-BE49-F238E27FC236}">
                    <a16:creationId xmlns:a16="http://schemas.microsoft.com/office/drawing/2014/main" id="{F8BAAFBD-1829-D065-1840-7502CCA210D4}"/>
                  </a:ext>
                </a:extLst>
              </p:cNvPr>
              <p:cNvSpPr/>
              <p:nvPr/>
            </p:nvSpPr>
            <p:spPr>
              <a:xfrm>
                <a:off x="353055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g2708">
                <a:extLst>
                  <a:ext uri="{FF2B5EF4-FFF2-40B4-BE49-F238E27FC236}">
                    <a16:creationId xmlns:a16="http://schemas.microsoft.com/office/drawing/2014/main" id="{68387D62-5807-F137-9229-D45E9A91DE70}"/>
                  </a:ext>
                </a:extLst>
              </p:cNvPr>
              <p:cNvSpPr/>
              <p:nvPr/>
            </p:nvSpPr>
            <p:spPr>
              <a:xfrm>
                <a:off x="354219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g2709">
                <a:extLst>
                  <a:ext uri="{FF2B5EF4-FFF2-40B4-BE49-F238E27FC236}">
                    <a16:creationId xmlns:a16="http://schemas.microsoft.com/office/drawing/2014/main" id="{5A7812C8-80D3-9D2D-B10C-62CF38BE7F0B}"/>
                  </a:ext>
                </a:extLst>
              </p:cNvPr>
              <p:cNvSpPr/>
              <p:nvPr/>
            </p:nvSpPr>
            <p:spPr>
              <a:xfrm>
                <a:off x="363529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g2710">
                <a:extLst>
                  <a:ext uri="{FF2B5EF4-FFF2-40B4-BE49-F238E27FC236}">
                    <a16:creationId xmlns:a16="http://schemas.microsoft.com/office/drawing/2014/main" id="{2D0C29AB-1A40-C7D9-65B4-3AD45CDDA936}"/>
                  </a:ext>
                </a:extLst>
              </p:cNvPr>
              <p:cNvSpPr/>
              <p:nvPr/>
            </p:nvSpPr>
            <p:spPr>
              <a:xfrm>
                <a:off x="364692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g2711">
                <a:extLst>
                  <a:ext uri="{FF2B5EF4-FFF2-40B4-BE49-F238E27FC236}">
                    <a16:creationId xmlns:a16="http://schemas.microsoft.com/office/drawing/2014/main" id="{6F2A4D30-2921-1308-9AAE-B3F092E8A795}"/>
                  </a:ext>
                </a:extLst>
              </p:cNvPr>
              <p:cNvSpPr/>
              <p:nvPr/>
            </p:nvSpPr>
            <p:spPr>
              <a:xfrm>
                <a:off x="365856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g2712">
                <a:extLst>
                  <a:ext uri="{FF2B5EF4-FFF2-40B4-BE49-F238E27FC236}">
                    <a16:creationId xmlns:a16="http://schemas.microsoft.com/office/drawing/2014/main" id="{D6060E45-C830-1B4C-195A-454D37B7B00F}"/>
                  </a:ext>
                </a:extLst>
              </p:cNvPr>
              <p:cNvSpPr/>
              <p:nvPr/>
            </p:nvSpPr>
            <p:spPr>
              <a:xfrm>
                <a:off x="368184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g2713">
                <a:extLst>
                  <a:ext uri="{FF2B5EF4-FFF2-40B4-BE49-F238E27FC236}">
                    <a16:creationId xmlns:a16="http://schemas.microsoft.com/office/drawing/2014/main" id="{0C726579-F934-4415-1951-B558D9C08440}"/>
                  </a:ext>
                </a:extLst>
              </p:cNvPr>
              <p:cNvSpPr/>
              <p:nvPr/>
            </p:nvSpPr>
            <p:spPr>
              <a:xfrm>
                <a:off x="369347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g2714">
                <a:extLst>
                  <a:ext uri="{FF2B5EF4-FFF2-40B4-BE49-F238E27FC236}">
                    <a16:creationId xmlns:a16="http://schemas.microsoft.com/office/drawing/2014/main" id="{12861237-BB5E-F624-63B2-D1DB005745D6}"/>
                  </a:ext>
                </a:extLst>
              </p:cNvPr>
              <p:cNvSpPr/>
              <p:nvPr/>
            </p:nvSpPr>
            <p:spPr>
              <a:xfrm>
                <a:off x="370511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g2715">
                <a:extLst>
                  <a:ext uri="{FF2B5EF4-FFF2-40B4-BE49-F238E27FC236}">
                    <a16:creationId xmlns:a16="http://schemas.microsoft.com/office/drawing/2014/main" id="{1B1ED4C7-7DA0-0F8F-F24B-FD5A5B994BE3}"/>
                  </a:ext>
                </a:extLst>
              </p:cNvPr>
              <p:cNvSpPr/>
              <p:nvPr/>
            </p:nvSpPr>
            <p:spPr>
              <a:xfrm>
                <a:off x="371675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g2716">
                <a:extLst>
                  <a:ext uri="{FF2B5EF4-FFF2-40B4-BE49-F238E27FC236}">
                    <a16:creationId xmlns:a16="http://schemas.microsoft.com/office/drawing/2014/main" id="{1588B300-3946-5F8B-78B7-EE46C90559FD}"/>
                  </a:ext>
                </a:extLst>
              </p:cNvPr>
              <p:cNvSpPr/>
              <p:nvPr/>
            </p:nvSpPr>
            <p:spPr>
              <a:xfrm>
                <a:off x="372839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g2717">
                <a:extLst>
                  <a:ext uri="{FF2B5EF4-FFF2-40B4-BE49-F238E27FC236}">
                    <a16:creationId xmlns:a16="http://schemas.microsoft.com/office/drawing/2014/main" id="{D72AA5B4-8D32-8886-90AC-0A5E0E102663}"/>
                  </a:ext>
                </a:extLst>
              </p:cNvPr>
              <p:cNvSpPr/>
              <p:nvPr/>
            </p:nvSpPr>
            <p:spPr>
              <a:xfrm>
                <a:off x="374002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g2718">
                <a:extLst>
                  <a:ext uri="{FF2B5EF4-FFF2-40B4-BE49-F238E27FC236}">
                    <a16:creationId xmlns:a16="http://schemas.microsoft.com/office/drawing/2014/main" id="{F05BE65D-A4CD-E7DE-BE4D-22D124C460B6}"/>
                  </a:ext>
                </a:extLst>
              </p:cNvPr>
              <p:cNvSpPr/>
              <p:nvPr/>
            </p:nvSpPr>
            <p:spPr>
              <a:xfrm>
                <a:off x="375166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g2719">
                <a:extLst>
                  <a:ext uri="{FF2B5EF4-FFF2-40B4-BE49-F238E27FC236}">
                    <a16:creationId xmlns:a16="http://schemas.microsoft.com/office/drawing/2014/main" id="{AB92F2E4-50D4-8657-5218-D55E224CB7BB}"/>
                  </a:ext>
                </a:extLst>
              </p:cNvPr>
              <p:cNvSpPr/>
              <p:nvPr/>
            </p:nvSpPr>
            <p:spPr>
              <a:xfrm>
                <a:off x="412405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g2720">
                <a:extLst>
                  <a:ext uri="{FF2B5EF4-FFF2-40B4-BE49-F238E27FC236}">
                    <a16:creationId xmlns:a16="http://schemas.microsoft.com/office/drawing/2014/main" id="{B6B60F90-7B82-CA38-13F0-3D4DBDC511E5}"/>
                  </a:ext>
                </a:extLst>
              </p:cNvPr>
              <p:cNvSpPr/>
              <p:nvPr/>
            </p:nvSpPr>
            <p:spPr>
              <a:xfrm>
                <a:off x="413569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g2721">
                <a:extLst>
                  <a:ext uri="{FF2B5EF4-FFF2-40B4-BE49-F238E27FC236}">
                    <a16:creationId xmlns:a16="http://schemas.microsoft.com/office/drawing/2014/main" id="{9ADCC478-4772-C7FF-FF4F-D8ADB04ADD0E}"/>
                  </a:ext>
                </a:extLst>
              </p:cNvPr>
              <p:cNvSpPr/>
              <p:nvPr/>
            </p:nvSpPr>
            <p:spPr>
              <a:xfrm>
                <a:off x="414733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g2722">
                <a:extLst>
                  <a:ext uri="{FF2B5EF4-FFF2-40B4-BE49-F238E27FC236}">
                    <a16:creationId xmlns:a16="http://schemas.microsoft.com/office/drawing/2014/main" id="{A9FFBB8A-6DB2-CFAF-291E-8397D207038A}"/>
                  </a:ext>
                </a:extLst>
              </p:cNvPr>
              <p:cNvSpPr/>
              <p:nvPr/>
            </p:nvSpPr>
            <p:spPr>
              <a:xfrm>
                <a:off x="415897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g2723">
                <a:extLst>
                  <a:ext uri="{FF2B5EF4-FFF2-40B4-BE49-F238E27FC236}">
                    <a16:creationId xmlns:a16="http://schemas.microsoft.com/office/drawing/2014/main" id="{62BC5B86-0AD5-60B6-9E9E-4679E272AE19}"/>
                  </a:ext>
                </a:extLst>
              </p:cNvPr>
              <p:cNvSpPr/>
              <p:nvPr/>
            </p:nvSpPr>
            <p:spPr>
              <a:xfrm>
                <a:off x="417060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g2724">
                <a:extLst>
                  <a:ext uri="{FF2B5EF4-FFF2-40B4-BE49-F238E27FC236}">
                    <a16:creationId xmlns:a16="http://schemas.microsoft.com/office/drawing/2014/main" id="{48632088-50CB-D60F-1D4F-55F28D3B5C24}"/>
                  </a:ext>
                </a:extLst>
              </p:cNvPr>
              <p:cNvSpPr/>
              <p:nvPr/>
            </p:nvSpPr>
            <p:spPr>
              <a:xfrm>
                <a:off x="418224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g2725">
                <a:extLst>
                  <a:ext uri="{FF2B5EF4-FFF2-40B4-BE49-F238E27FC236}">
                    <a16:creationId xmlns:a16="http://schemas.microsoft.com/office/drawing/2014/main" id="{0942A6D4-B01B-8FF5-C00E-6B4CC7D98C1A}"/>
                  </a:ext>
                </a:extLst>
              </p:cNvPr>
              <p:cNvSpPr/>
              <p:nvPr/>
            </p:nvSpPr>
            <p:spPr>
              <a:xfrm>
                <a:off x="419388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g2726">
                <a:extLst>
                  <a:ext uri="{FF2B5EF4-FFF2-40B4-BE49-F238E27FC236}">
                    <a16:creationId xmlns:a16="http://schemas.microsoft.com/office/drawing/2014/main" id="{DF6B95D9-34C2-6B50-8947-C69E12FF31C3}"/>
                  </a:ext>
                </a:extLst>
              </p:cNvPr>
              <p:cNvSpPr/>
              <p:nvPr/>
            </p:nvSpPr>
            <p:spPr>
              <a:xfrm>
                <a:off x="420552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g2727">
                <a:extLst>
                  <a:ext uri="{FF2B5EF4-FFF2-40B4-BE49-F238E27FC236}">
                    <a16:creationId xmlns:a16="http://schemas.microsoft.com/office/drawing/2014/main" id="{E8BE5E8B-C914-E668-E708-49E101F71D87}"/>
                  </a:ext>
                </a:extLst>
              </p:cNvPr>
              <p:cNvSpPr/>
              <p:nvPr/>
            </p:nvSpPr>
            <p:spPr>
              <a:xfrm>
                <a:off x="421715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g2728">
                <a:extLst>
                  <a:ext uri="{FF2B5EF4-FFF2-40B4-BE49-F238E27FC236}">
                    <a16:creationId xmlns:a16="http://schemas.microsoft.com/office/drawing/2014/main" id="{BA73AD8E-5FB0-0A81-6A01-71D75A64EA40}"/>
                  </a:ext>
                </a:extLst>
              </p:cNvPr>
              <p:cNvSpPr/>
              <p:nvPr/>
            </p:nvSpPr>
            <p:spPr>
              <a:xfrm>
                <a:off x="422879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g2729">
                <a:extLst>
                  <a:ext uri="{FF2B5EF4-FFF2-40B4-BE49-F238E27FC236}">
                    <a16:creationId xmlns:a16="http://schemas.microsoft.com/office/drawing/2014/main" id="{C0FA6403-43AF-41FC-E888-09D8D94BD2EC}"/>
                  </a:ext>
                </a:extLst>
              </p:cNvPr>
              <p:cNvSpPr/>
              <p:nvPr/>
            </p:nvSpPr>
            <p:spPr>
              <a:xfrm>
                <a:off x="424043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g2730">
                <a:extLst>
                  <a:ext uri="{FF2B5EF4-FFF2-40B4-BE49-F238E27FC236}">
                    <a16:creationId xmlns:a16="http://schemas.microsoft.com/office/drawing/2014/main" id="{7D16E96D-31AF-2F70-5FB3-32805F9598A4}"/>
                  </a:ext>
                </a:extLst>
              </p:cNvPr>
              <p:cNvSpPr/>
              <p:nvPr/>
            </p:nvSpPr>
            <p:spPr>
              <a:xfrm>
                <a:off x="425207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g2731">
                <a:extLst>
                  <a:ext uri="{FF2B5EF4-FFF2-40B4-BE49-F238E27FC236}">
                    <a16:creationId xmlns:a16="http://schemas.microsoft.com/office/drawing/2014/main" id="{9899AE58-430E-C3DA-9882-F2514C6F803F}"/>
                  </a:ext>
                </a:extLst>
              </p:cNvPr>
              <p:cNvSpPr/>
              <p:nvPr/>
            </p:nvSpPr>
            <p:spPr>
              <a:xfrm>
                <a:off x="426370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g2732">
                <a:extLst>
                  <a:ext uri="{FF2B5EF4-FFF2-40B4-BE49-F238E27FC236}">
                    <a16:creationId xmlns:a16="http://schemas.microsoft.com/office/drawing/2014/main" id="{FF8126C2-2FD7-FDAB-ADC3-4129F064EA26}"/>
                  </a:ext>
                </a:extLst>
              </p:cNvPr>
              <p:cNvSpPr/>
              <p:nvPr/>
            </p:nvSpPr>
            <p:spPr>
              <a:xfrm>
                <a:off x="427534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g2733">
                <a:extLst>
                  <a:ext uri="{FF2B5EF4-FFF2-40B4-BE49-F238E27FC236}">
                    <a16:creationId xmlns:a16="http://schemas.microsoft.com/office/drawing/2014/main" id="{3F3B2E9F-D66F-4016-95F4-8668AF46A058}"/>
                  </a:ext>
                </a:extLst>
              </p:cNvPr>
              <p:cNvSpPr/>
              <p:nvPr/>
            </p:nvSpPr>
            <p:spPr>
              <a:xfrm>
                <a:off x="431025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g2734">
                <a:extLst>
                  <a:ext uri="{FF2B5EF4-FFF2-40B4-BE49-F238E27FC236}">
                    <a16:creationId xmlns:a16="http://schemas.microsoft.com/office/drawing/2014/main" id="{402C0F9D-A232-E318-6C3C-BD5415F6878D}"/>
                  </a:ext>
                </a:extLst>
              </p:cNvPr>
              <p:cNvSpPr/>
              <p:nvPr/>
            </p:nvSpPr>
            <p:spPr>
              <a:xfrm>
                <a:off x="432189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g2735">
                <a:extLst>
                  <a:ext uri="{FF2B5EF4-FFF2-40B4-BE49-F238E27FC236}">
                    <a16:creationId xmlns:a16="http://schemas.microsoft.com/office/drawing/2014/main" id="{DC6F5D50-CCA3-C6C4-CE96-99658D9E0F1C}"/>
                  </a:ext>
                </a:extLst>
              </p:cNvPr>
              <p:cNvSpPr/>
              <p:nvPr/>
            </p:nvSpPr>
            <p:spPr>
              <a:xfrm>
                <a:off x="433353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g2736">
                <a:extLst>
                  <a:ext uri="{FF2B5EF4-FFF2-40B4-BE49-F238E27FC236}">
                    <a16:creationId xmlns:a16="http://schemas.microsoft.com/office/drawing/2014/main" id="{2F094E0E-9D9A-A29B-3341-0DD2CFB5279F}"/>
                  </a:ext>
                </a:extLst>
              </p:cNvPr>
              <p:cNvSpPr/>
              <p:nvPr/>
            </p:nvSpPr>
            <p:spPr>
              <a:xfrm>
                <a:off x="434516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g2737">
                <a:extLst>
                  <a:ext uri="{FF2B5EF4-FFF2-40B4-BE49-F238E27FC236}">
                    <a16:creationId xmlns:a16="http://schemas.microsoft.com/office/drawing/2014/main" id="{74979739-5CA0-A7C1-D741-533E7AF82237}"/>
                  </a:ext>
                </a:extLst>
              </p:cNvPr>
              <p:cNvSpPr/>
              <p:nvPr/>
            </p:nvSpPr>
            <p:spPr>
              <a:xfrm>
                <a:off x="435680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g2738">
                <a:extLst>
                  <a:ext uri="{FF2B5EF4-FFF2-40B4-BE49-F238E27FC236}">
                    <a16:creationId xmlns:a16="http://schemas.microsoft.com/office/drawing/2014/main" id="{43C3F720-99D8-223F-0898-0CA8B06B02A8}"/>
                  </a:ext>
                </a:extLst>
              </p:cNvPr>
              <p:cNvSpPr/>
              <p:nvPr/>
            </p:nvSpPr>
            <p:spPr>
              <a:xfrm>
                <a:off x="436844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g2739">
                <a:extLst>
                  <a:ext uri="{FF2B5EF4-FFF2-40B4-BE49-F238E27FC236}">
                    <a16:creationId xmlns:a16="http://schemas.microsoft.com/office/drawing/2014/main" id="{3C2D182A-4CFD-0F15-AE33-2D3F330BC1D8}"/>
                  </a:ext>
                </a:extLst>
              </p:cNvPr>
              <p:cNvSpPr/>
              <p:nvPr/>
            </p:nvSpPr>
            <p:spPr>
              <a:xfrm>
                <a:off x="438008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g2740">
                <a:extLst>
                  <a:ext uri="{FF2B5EF4-FFF2-40B4-BE49-F238E27FC236}">
                    <a16:creationId xmlns:a16="http://schemas.microsoft.com/office/drawing/2014/main" id="{43C5A9D7-CC03-E8A2-430D-5B93AC823573}"/>
                  </a:ext>
                </a:extLst>
              </p:cNvPr>
              <p:cNvSpPr/>
              <p:nvPr/>
            </p:nvSpPr>
            <p:spPr>
              <a:xfrm>
                <a:off x="456627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g2741">
                <a:extLst>
                  <a:ext uri="{FF2B5EF4-FFF2-40B4-BE49-F238E27FC236}">
                    <a16:creationId xmlns:a16="http://schemas.microsoft.com/office/drawing/2014/main" id="{C559340D-8699-650A-8E0F-7A1CB0DED18F}"/>
                  </a:ext>
                </a:extLst>
              </p:cNvPr>
              <p:cNvSpPr/>
              <p:nvPr/>
            </p:nvSpPr>
            <p:spPr>
              <a:xfrm>
                <a:off x="457791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g2742">
                <a:extLst>
                  <a:ext uri="{FF2B5EF4-FFF2-40B4-BE49-F238E27FC236}">
                    <a16:creationId xmlns:a16="http://schemas.microsoft.com/office/drawing/2014/main" id="{958EC743-616B-6A0F-A447-77DBDCAD908F}"/>
                  </a:ext>
                </a:extLst>
              </p:cNvPr>
              <p:cNvSpPr/>
              <p:nvPr/>
            </p:nvSpPr>
            <p:spPr>
              <a:xfrm>
                <a:off x="458955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g2743">
                <a:extLst>
                  <a:ext uri="{FF2B5EF4-FFF2-40B4-BE49-F238E27FC236}">
                    <a16:creationId xmlns:a16="http://schemas.microsoft.com/office/drawing/2014/main" id="{D0324E3E-AF6A-C808-9E05-97A9BF561E50}"/>
                  </a:ext>
                </a:extLst>
              </p:cNvPr>
              <p:cNvSpPr/>
              <p:nvPr/>
            </p:nvSpPr>
            <p:spPr>
              <a:xfrm>
                <a:off x="460119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8">
                  <a:alpha val="100000"/>
                </a:srgbClr>
              </a:solidFill>
              <a:ln w="5420" cap="flat">
                <a:solidFill>
                  <a:srgbClr val="3C4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g2744">
                <a:extLst>
                  <a:ext uri="{FF2B5EF4-FFF2-40B4-BE49-F238E27FC236}">
                    <a16:creationId xmlns:a16="http://schemas.microsoft.com/office/drawing/2014/main" id="{B4D00D8D-ADD6-8107-58BE-64F4D845F6A0}"/>
                  </a:ext>
                </a:extLst>
              </p:cNvPr>
              <p:cNvSpPr/>
              <p:nvPr/>
            </p:nvSpPr>
            <p:spPr>
              <a:xfrm>
                <a:off x="461282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g2745">
                <a:extLst>
                  <a:ext uri="{FF2B5EF4-FFF2-40B4-BE49-F238E27FC236}">
                    <a16:creationId xmlns:a16="http://schemas.microsoft.com/office/drawing/2014/main" id="{190E167C-D8C1-D547-EBED-F9683B54B87B}"/>
                  </a:ext>
                </a:extLst>
              </p:cNvPr>
              <p:cNvSpPr/>
              <p:nvPr/>
            </p:nvSpPr>
            <p:spPr>
              <a:xfrm>
                <a:off x="311161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g2746">
                <a:extLst>
                  <a:ext uri="{FF2B5EF4-FFF2-40B4-BE49-F238E27FC236}">
                    <a16:creationId xmlns:a16="http://schemas.microsoft.com/office/drawing/2014/main" id="{CF53DCCA-E937-EC1F-F605-F5D911BD7C04}"/>
                  </a:ext>
                </a:extLst>
              </p:cNvPr>
              <p:cNvSpPr/>
              <p:nvPr/>
            </p:nvSpPr>
            <p:spPr>
              <a:xfrm>
                <a:off x="312324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g2747">
                <a:extLst>
                  <a:ext uri="{FF2B5EF4-FFF2-40B4-BE49-F238E27FC236}">
                    <a16:creationId xmlns:a16="http://schemas.microsoft.com/office/drawing/2014/main" id="{BE089F37-0A2C-0B88-AC5C-84A46B39C95F}"/>
                  </a:ext>
                </a:extLst>
              </p:cNvPr>
              <p:cNvSpPr/>
              <p:nvPr/>
            </p:nvSpPr>
            <p:spPr>
              <a:xfrm>
                <a:off x="313488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g2748">
                <a:extLst>
                  <a:ext uri="{FF2B5EF4-FFF2-40B4-BE49-F238E27FC236}">
                    <a16:creationId xmlns:a16="http://schemas.microsoft.com/office/drawing/2014/main" id="{4BD04418-F0D8-0989-5A78-647C6DEEEC2C}"/>
                  </a:ext>
                </a:extLst>
              </p:cNvPr>
              <p:cNvSpPr/>
              <p:nvPr/>
            </p:nvSpPr>
            <p:spPr>
              <a:xfrm>
                <a:off x="314652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g2749">
                <a:extLst>
                  <a:ext uri="{FF2B5EF4-FFF2-40B4-BE49-F238E27FC236}">
                    <a16:creationId xmlns:a16="http://schemas.microsoft.com/office/drawing/2014/main" id="{CF9C2C9A-1F1A-7963-0BB7-851C905C4E82}"/>
                  </a:ext>
                </a:extLst>
              </p:cNvPr>
              <p:cNvSpPr/>
              <p:nvPr/>
            </p:nvSpPr>
            <p:spPr>
              <a:xfrm>
                <a:off x="315816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g2750">
                <a:extLst>
                  <a:ext uri="{FF2B5EF4-FFF2-40B4-BE49-F238E27FC236}">
                    <a16:creationId xmlns:a16="http://schemas.microsoft.com/office/drawing/2014/main" id="{B861D874-AFC0-C913-18B2-0FC9638CEC90}"/>
                  </a:ext>
                </a:extLst>
              </p:cNvPr>
              <p:cNvSpPr/>
              <p:nvPr/>
            </p:nvSpPr>
            <p:spPr>
              <a:xfrm>
                <a:off x="316979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g2751">
                <a:extLst>
                  <a:ext uri="{FF2B5EF4-FFF2-40B4-BE49-F238E27FC236}">
                    <a16:creationId xmlns:a16="http://schemas.microsoft.com/office/drawing/2014/main" id="{AA55B5B7-47F2-C55F-BC5D-806F19D9A505}"/>
                  </a:ext>
                </a:extLst>
              </p:cNvPr>
              <p:cNvSpPr/>
              <p:nvPr/>
            </p:nvSpPr>
            <p:spPr>
              <a:xfrm>
                <a:off x="318143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g2752">
                <a:extLst>
                  <a:ext uri="{FF2B5EF4-FFF2-40B4-BE49-F238E27FC236}">
                    <a16:creationId xmlns:a16="http://schemas.microsoft.com/office/drawing/2014/main" id="{E4CA076C-8138-DB99-7E1C-E9415545321D}"/>
                  </a:ext>
                </a:extLst>
              </p:cNvPr>
              <p:cNvSpPr/>
              <p:nvPr/>
            </p:nvSpPr>
            <p:spPr>
              <a:xfrm>
                <a:off x="319307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g2753">
                <a:extLst>
                  <a:ext uri="{FF2B5EF4-FFF2-40B4-BE49-F238E27FC236}">
                    <a16:creationId xmlns:a16="http://schemas.microsoft.com/office/drawing/2014/main" id="{BF3198B7-9F0B-54CB-3E22-5681FF15405B}"/>
                  </a:ext>
                </a:extLst>
              </p:cNvPr>
              <p:cNvSpPr/>
              <p:nvPr/>
            </p:nvSpPr>
            <p:spPr>
              <a:xfrm>
                <a:off x="320471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g2754">
                <a:extLst>
                  <a:ext uri="{FF2B5EF4-FFF2-40B4-BE49-F238E27FC236}">
                    <a16:creationId xmlns:a16="http://schemas.microsoft.com/office/drawing/2014/main" id="{6B23A031-19EF-BDD1-2819-2E19DAC408D5}"/>
                  </a:ext>
                </a:extLst>
              </p:cNvPr>
              <p:cNvSpPr/>
              <p:nvPr/>
            </p:nvSpPr>
            <p:spPr>
              <a:xfrm>
                <a:off x="321634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g2755">
                <a:extLst>
                  <a:ext uri="{FF2B5EF4-FFF2-40B4-BE49-F238E27FC236}">
                    <a16:creationId xmlns:a16="http://schemas.microsoft.com/office/drawing/2014/main" id="{7DF51F72-2FE5-0850-3398-D304F199B553}"/>
                  </a:ext>
                </a:extLst>
              </p:cNvPr>
              <p:cNvSpPr/>
              <p:nvPr/>
            </p:nvSpPr>
            <p:spPr>
              <a:xfrm>
                <a:off x="322798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g2756">
                <a:extLst>
                  <a:ext uri="{FF2B5EF4-FFF2-40B4-BE49-F238E27FC236}">
                    <a16:creationId xmlns:a16="http://schemas.microsoft.com/office/drawing/2014/main" id="{28094D3C-2DBC-C2BD-BE23-14AD64F140D5}"/>
                  </a:ext>
                </a:extLst>
              </p:cNvPr>
              <p:cNvSpPr/>
              <p:nvPr/>
            </p:nvSpPr>
            <p:spPr>
              <a:xfrm>
                <a:off x="323962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g2757">
                <a:extLst>
                  <a:ext uri="{FF2B5EF4-FFF2-40B4-BE49-F238E27FC236}">
                    <a16:creationId xmlns:a16="http://schemas.microsoft.com/office/drawing/2014/main" id="{98019652-A6CF-4716-FC24-E74C3A6805A1}"/>
                  </a:ext>
                </a:extLst>
              </p:cNvPr>
              <p:cNvSpPr/>
              <p:nvPr/>
            </p:nvSpPr>
            <p:spPr>
              <a:xfrm>
                <a:off x="325125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g2758">
                <a:extLst>
                  <a:ext uri="{FF2B5EF4-FFF2-40B4-BE49-F238E27FC236}">
                    <a16:creationId xmlns:a16="http://schemas.microsoft.com/office/drawing/2014/main" id="{EC3DD25B-44B1-2B00-514B-BE362BAA73C0}"/>
                  </a:ext>
                </a:extLst>
              </p:cNvPr>
              <p:cNvSpPr/>
              <p:nvPr/>
            </p:nvSpPr>
            <p:spPr>
              <a:xfrm>
                <a:off x="326289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g2759">
                <a:extLst>
                  <a:ext uri="{FF2B5EF4-FFF2-40B4-BE49-F238E27FC236}">
                    <a16:creationId xmlns:a16="http://schemas.microsoft.com/office/drawing/2014/main" id="{8A2E5598-9B6B-874B-C7CA-3D605ED89DAE}"/>
                  </a:ext>
                </a:extLst>
              </p:cNvPr>
              <p:cNvSpPr/>
              <p:nvPr/>
            </p:nvSpPr>
            <p:spPr>
              <a:xfrm>
                <a:off x="327453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g2760">
                <a:extLst>
                  <a:ext uri="{FF2B5EF4-FFF2-40B4-BE49-F238E27FC236}">
                    <a16:creationId xmlns:a16="http://schemas.microsoft.com/office/drawing/2014/main" id="{F93429A7-61DA-6E08-4EF2-769BE8C3FEB7}"/>
                  </a:ext>
                </a:extLst>
              </p:cNvPr>
              <p:cNvSpPr/>
              <p:nvPr/>
            </p:nvSpPr>
            <p:spPr>
              <a:xfrm>
                <a:off x="328617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g2761">
                <a:extLst>
                  <a:ext uri="{FF2B5EF4-FFF2-40B4-BE49-F238E27FC236}">
                    <a16:creationId xmlns:a16="http://schemas.microsoft.com/office/drawing/2014/main" id="{C46D0687-9DF6-4B70-1004-A4F79C8CCF62}"/>
                  </a:ext>
                </a:extLst>
              </p:cNvPr>
              <p:cNvSpPr/>
              <p:nvPr/>
            </p:nvSpPr>
            <p:spPr>
              <a:xfrm>
                <a:off x="329780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g2762">
                <a:extLst>
                  <a:ext uri="{FF2B5EF4-FFF2-40B4-BE49-F238E27FC236}">
                    <a16:creationId xmlns:a16="http://schemas.microsoft.com/office/drawing/2014/main" id="{DF9BC114-61A0-A372-9A3C-5E3CD613B8D8}"/>
                  </a:ext>
                </a:extLst>
              </p:cNvPr>
              <p:cNvSpPr/>
              <p:nvPr/>
            </p:nvSpPr>
            <p:spPr>
              <a:xfrm>
                <a:off x="330944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g2763">
                <a:extLst>
                  <a:ext uri="{FF2B5EF4-FFF2-40B4-BE49-F238E27FC236}">
                    <a16:creationId xmlns:a16="http://schemas.microsoft.com/office/drawing/2014/main" id="{8E857963-003D-68E3-72DA-347BDC1957D4}"/>
                  </a:ext>
                </a:extLst>
              </p:cNvPr>
              <p:cNvSpPr/>
              <p:nvPr/>
            </p:nvSpPr>
            <p:spPr>
              <a:xfrm>
                <a:off x="332108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g2764">
                <a:extLst>
                  <a:ext uri="{FF2B5EF4-FFF2-40B4-BE49-F238E27FC236}">
                    <a16:creationId xmlns:a16="http://schemas.microsoft.com/office/drawing/2014/main" id="{F4F2CD5A-31A2-B6CC-6629-5825CD717317}"/>
                  </a:ext>
                </a:extLst>
              </p:cNvPr>
              <p:cNvSpPr/>
              <p:nvPr/>
            </p:nvSpPr>
            <p:spPr>
              <a:xfrm>
                <a:off x="333272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g2765">
                <a:extLst>
                  <a:ext uri="{FF2B5EF4-FFF2-40B4-BE49-F238E27FC236}">
                    <a16:creationId xmlns:a16="http://schemas.microsoft.com/office/drawing/2014/main" id="{8E107201-7549-33C2-BC75-F98F8A3E9787}"/>
                  </a:ext>
                </a:extLst>
              </p:cNvPr>
              <p:cNvSpPr/>
              <p:nvPr/>
            </p:nvSpPr>
            <p:spPr>
              <a:xfrm>
                <a:off x="334435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g2766">
                <a:extLst>
                  <a:ext uri="{FF2B5EF4-FFF2-40B4-BE49-F238E27FC236}">
                    <a16:creationId xmlns:a16="http://schemas.microsoft.com/office/drawing/2014/main" id="{245500B2-E021-59ED-F1A4-A5DFD0271694}"/>
                  </a:ext>
                </a:extLst>
              </p:cNvPr>
              <p:cNvSpPr/>
              <p:nvPr/>
            </p:nvSpPr>
            <p:spPr>
              <a:xfrm>
                <a:off x="335599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g2767">
                <a:extLst>
                  <a:ext uri="{FF2B5EF4-FFF2-40B4-BE49-F238E27FC236}">
                    <a16:creationId xmlns:a16="http://schemas.microsoft.com/office/drawing/2014/main" id="{A67D85BA-DF93-8089-EC55-E5055ED10416}"/>
                  </a:ext>
                </a:extLst>
              </p:cNvPr>
              <p:cNvSpPr/>
              <p:nvPr/>
            </p:nvSpPr>
            <p:spPr>
              <a:xfrm>
                <a:off x="336763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g2768">
                <a:extLst>
                  <a:ext uri="{FF2B5EF4-FFF2-40B4-BE49-F238E27FC236}">
                    <a16:creationId xmlns:a16="http://schemas.microsoft.com/office/drawing/2014/main" id="{33E78C56-32AD-CE19-EEF2-4EAC337F960C}"/>
                  </a:ext>
                </a:extLst>
              </p:cNvPr>
              <p:cNvSpPr/>
              <p:nvPr/>
            </p:nvSpPr>
            <p:spPr>
              <a:xfrm>
                <a:off x="337927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g2769">
                <a:extLst>
                  <a:ext uri="{FF2B5EF4-FFF2-40B4-BE49-F238E27FC236}">
                    <a16:creationId xmlns:a16="http://schemas.microsoft.com/office/drawing/2014/main" id="{1F5466BE-FA39-5BBB-7A39-14C881AB10E4}"/>
                  </a:ext>
                </a:extLst>
              </p:cNvPr>
              <p:cNvSpPr/>
              <p:nvPr/>
            </p:nvSpPr>
            <p:spPr>
              <a:xfrm>
                <a:off x="339090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g2770">
                <a:extLst>
                  <a:ext uri="{FF2B5EF4-FFF2-40B4-BE49-F238E27FC236}">
                    <a16:creationId xmlns:a16="http://schemas.microsoft.com/office/drawing/2014/main" id="{AC07857F-78DE-8ECA-68E1-296A85056CE5}"/>
                  </a:ext>
                </a:extLst>
              </p:cNvPr>
              <p:cNvSpPr/>
              <p:nvPr/>
            </p:nvSpPr>
            <p:spPr>
              <a:xfrm>
                <a:off x="340254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g2771">
                <a:extLst>
                  <a:ext uri="{FF2B5EF4-FFF2-40B4-BE49-F238E27FC236}">
                    <a16:creationId xmlns:a16="http://schemas.microsoft.com/office/drawing/2014/main" id="{A1781D57-DA10-CFBC-3ECF-11C37E4011A3}"/>
                  </a:ext>
                </a:extLst>
              </p:cNvPr>
              <p:cNvSpPr/>
              <p:nvPr/>
            </p:nvSpPr>
            <p:spPr>
              <a:xfrm>
                <a:off x="341418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g2772">
                <a:extLst>
                  <a:ext uri="{FF2B5EF4-FFF2-40B4-BE49-F238E27FC236}">
                    <a16:creationId xmlns:a16="http://schemas.microsoft.com/office/drawing/2014/main" id="{7331A4EB-E0F1-5693-473D-5A791737CA3D}"/>
                  </a:ext>
                </a:extLst>
              </p:cNvPr>
              <p:cNvSpPr/>
              <p:nvPr/>
            </p:nvSpPr>
            <p:spPr>
              <a:xfrm>
                <a:off x="342581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g2773">
                <a:extLst>
                  <a:ext uri="{FF2B5EF4-FFF2-40B4-BE49-F238E27FC236}">
                    <a16:creationId xmlns:a16="http://schemas.microsoft.com/office/drawing/2014/main" id="{15FD7B86-B9A0-CFC2-D66A-538A07D63E56}"/>
                  </a:ext>
                </a:extLst>
              </p:cNvPr>
              <p:cNvSpPr/>
              <p:nvPr/>
            </p:nvSpPr>
            <p:spPr>
              <a:xfrm>
                <a:off x="343745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g2774">
                <a:extLst>
                  <a:ext uri="{FF2B5EF4-FFF2-40B4-BE49-F238E27FC236}">
                    <a16:creationId xmlns:a16="http://schemas.microsoft.com/office/drawing/2014/main" id="{95FF7248-8E08-0F79-3DCF-2E5BB68D46B8}"/>
                  </a:ext>
                </a:extLst>
              </p:cNvPr>
              <p:cNvSpPr/>
              <p:nvPr/>
            </p:nvSpPr>
            <p:spPr>
              <a:xfrm>
                <a:off x="344909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g2775">
                <a:extLst>
                  <a:ext uri="{FF2B5EF4-FFF2-40B4-BE49-F238E27FC236}">
                    <a16:creationId xmlns:a16="http://schemas.microsoft.com/office/drawing/2014/main" id="{8CECA776-9257-76C7-BF21-4CC43AE50014}"/>
                  </a:ext>
                </a:extLst>
              </p:cNvPr>
              <p:cNvSpPr/>
              <p:nvPr/>
            </p:nvSpPr>
            <p:spPr>
              <a:xfrm>
                <a:off x="346073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g2776">
                <a:extLst>
                  <a:ext uri="{FF2B5EF4-FFF2-40B4-BE49-F238E27FC236}">
                    <a16:creationId xmlns:a16="http://schemas.microsoft.com/office/drawing/2014/main" id="{3A69E8DD-FFDE-DDBF-443B-0F071E53C3DF}"/>
                  </a:ext>
                </a:extLst>
              </p:cNvPr>
              <p:cNvSpPr/>
              <p:nvPr/>
            </p:nvSpPr>
            <p:spPr>
              <a:xfrm>
                <a:off x="347236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g2777">
                <a:extLst>
                  <a:ext uri="{FF2B5EF4-FFF2-40B4-BE49-F238E27FC236}">
                    <a16:creationId xmlns:a16="http://schemas.microsoft.com/office/drawing/2014/main" id="{6A69DB30-DADD-BCB6-1EC0-D5EC1F9BAABB}"/>
                  </a:ext>
                </a:extLst>
              </p:cNvPr>
              <p:cNvSpPr/>
              <p:nvPr/>
            </p:nvSpPr>
            <p:spPr>
              <a:xfrm>
                <a:off x="348400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g2778">
                <a:extLst>
                  <a:ext uri="{FF2B5EF4-FFF2-40B4-BE49-F238E27FC236}">
                    <a16:creationId xmlns:a16="http://schemas.microsoft.com/office/drawing/2014/main" id="{E0B211B2-26D5-3F92-1BD9-D66898F0C176}"/>
                  </a:ext>
                </a:extLst>
              </p:cNvPr>
              <p:cNvSpPr/>
              <p:nvPr/>
            </p:nvSpPr>
            <p:spPr>
              <a:xfrm>
                <a:off x="349564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g2779">
                <a:extLst>
                  <a:ext uri="{FF2B5EF4-FFF2-40B4-BE49-F238E27FC236}">
                    <a16:creationId xmlns:a16="http://schemas.microsoft.com/office/drawing/2014/main" id="{22176AF8-6E3F-CB81-ED8D-30892B0CE0F0}"/>
                  </a:ext>
                </a:extLst>
              </p:cNvPr>
              <p:cNvSpPr/>
              <p:nvPr/>
            </p:nvSpPr>
            <p:spPr>
              <a:xfrm>
                <a:off x="350728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g2780">
                <a:extLst>
                  <a:ext uri="{FF2B5EF4-FFF2-40B4-BE49-F238E27FC236}">
                    <a16:creationId xmlns:a16="http://schemas.microsoft.com/office/drawing/2014/main" id="{2CFBD382-5B9F-20F3-4E99-BDCEF9130BEA}"/>
                  </a:ext>
                </a:extLst>
              </p:cNvPr>
              <p:cNvSpPr/>
              <p:nvPr/>
            </p:nvSpPr>
            <p:spPr>
              <a:xfrm>
                <a:off x="351891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g2781">
                <a:extLst>
                  <a:ext uri="{FF2B5EF4-FFF2-40B4-BE49-F238E27FC236}">
                    <a16:creationId xmlns:a16="http://schemas.microsoft.com/office/drawing/2014/main" id="{CE0CE086-3BFD-FC29-C982-2762FA9F680B}"/>
                  </a:ext>
                </a:extLst>
              </p:cNvPr>
              <p:cNvSpPr/>
              <p:nvPr/>
            </p:nvSpPr>
            <p:spPr>
              <a:xfrm>
                <a:off x="353055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g2782">
                <a:extLst>
                  <a:ext uri="{FF2B5EF4-FFF2-40B4-BE49-F238E27FC236}">
                    <a16:creationId xmlns:a16="http://schemas.microsoft.com/office/drawing/2014/main" id="{39BC8D76-5F7C-0F48-2F3E-E4C71AC67766}"/>
                  </a:ext>
                </a:extLst>
              </p:cNvPr>
              <p:cNvSpPr/>
              <p:nvPr/>
            </p:nvSpPr>
            <p:spPr>
              <a:xfrm>
                <a:off x="354219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g2783">
                <a:extLst>
                  <a:ext uri="{FF2B5EF4-FFF2-40B4-BE49-F238E27FC236}">
                    <a16:creationId xmlns:a16="http://schemas.microsoft.com/office/drawing/2014/main" id="{2BF59C57-ACCD-0C19-6E53-E04474B57D02}"/>
                  </a:ext>
                </a:extLst>
              </p:cNvPr>
              <p:cNvSpPr/>
              <p:nvPr/>
            </p:nvSpPr>
            <p:spPr>
              <a:xfrm>
                <a:off x="355383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g2784">
                <a:extLst>
                  <a:ext uri="{FF2B5EF4-FFF2-40B4-BE49-F238E27FC236}">
                    <a16:creationId xmlns:a16="http://schemas.microsoft.com/office/drawing/2014/main" id="{15545530-6787-FA20-4D4B-70CDB1C7498A}"/>
                  </a:ext>
                </a:extLst>
              </p:cNvPr>
              <p:cNvSpPr/>
              <p:nvPr/>
            </p:nvSpPr>
            <p:spPr>
              <a:xfrm>
                <a:off x="362365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g2785">
                <a:extLst>
                  <a:ext uri="{FF2B5EF4-FFF2-40B4-BE49-F238E27FC236}">
                    <a16:creationId xmlns:a16="http://schemas.microsoft.com/office/drawing/2014/main" id="{53302E08-9C3F-7B58-76A0-1E7BF925F018}"/>
                  </a:ext>
                </a:extLst>
              </p:cNvPr>
              <p:cNvSpPr/>
              <p:nvPr/>
            </p:nvSpPr>
            <p:spPr>
              <a:xfrm>
                <a:off x="363529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g2786">
                <a:extLst>
                  <a:ext uri="{FF2B5EF4-FFF2-40B4-BE49-F238E27FC236}">
                    <a16:creationId xmlns:a16="http://schemas.microsoft.com/office/drawing/2014/main" id="{F1226A4F-9D1F-3D77-F001-8BAE8849B665}"/>
                  </a:ext>
                </a:extLst>
              </p:cNvPr>
              <p:cNvSpPr/>
              <p:nvPr/>
            </p:nvSpPr>
            <p:spPr>
              <a:xfrm>
                <a:off x="364692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g2787">
                <a:extLst>
                  <a:ext uri="{FF2B5EF4-FFF2-40B4-BE49-F238E27FC236}">
                    <a16:creationId xmlns:a16="http://schemas.microsoft.com/office/drawing/2014/main" id="{2A8CE390-FD22-B365-E69D-C6D5715C9D4C}"/>
                  </a:ext>
                </a:extLst>
              </p:cNvPr>
              <p:cNvSpPr/>
              <p:nvPr/>
            </p:nvSpPr>
            <p:spPr>
              <a:xfrm>
                <a:off x="365856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g2788">
                <a:extLst>
                  <a:ext uri="{FF2B5EF4-FFF2-40B4-BE49-F238E27FC236}">
                    <a16:creationId xmlns:a16="http://schemas.microsoft.com/office/drawing/2014/main" id="{77CEFBF6-620D-A881-1EB4-1DE237BB0604}"/>
                  </a:ext>
                </a:extLst>
              </p:cNvPr>
              <p:cNvSpPr/>
              <p:nvPr/>
            </p:nvSpPr>
            <p:spPr>
              <a:xfrm>
                <a:off x="367020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g2789">
                <a:extLst>
                  <a:ext uri="{FF2B5EF4-FFF2-40B4-BE49-F238E27FC236}">
                    <a16:creationId xmlns:a16="http://schemas.microsoft.com/office/drawing/2014/main" id="{5C338187-6003-A596-31D8-3CA6E5E068C7}"/>
                  </a:ext>
                </a:extLst>
              </p:cNvPr>
              <p:cNvSpPr/>
              <p:nvPr/>
            </p:nvSpPr>
            <p:spPr>
              <a:xfrm>
                <a:off x="368184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g2790">
                <a:extLst>
                  <a:ext uri="{FF2B5EF4-FFF2-40B4-BE49-F238E27FC236}">
                    <a16:creationId xmlns:a16="http://schemas.microsoft.com/office/drawing/2014/main" id="{586E55B3-BF2F-9C1A-32AC-97FD771468F1}"/>
                  </a:ext>
                </a:extLst>
              </p:cNvPr>
              <p:cNvSpPr/>
              <p:nvPr/>
            </p:nvSpPr>
            <p:spPr>
              <a:xfrm>
                <a:off x="369347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g2791">
                <a:extLst>
                  <a:ext uri="{FF2B5EF4-FFF2-40B4-BE49-F238E27FC236}">
                    <a16:creationId xmlns:a16="http://schemas.microsoft.com/office/drawing/2014/main" id="{3BE4A1CF-F976-CEB0-B730-5F89289909C6}"/>
                  </a:ext>
                </a:extLst>
              </p:cNvPr>
              <p:cNvSpPr/>
              <p:nvPr/>
            </p:nvSpPr>
            <p:spPr>
              <a:xfrm>
                <a:off x="370511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g2792">
                <a:extLst>
                  <a:ext uri="{FF2B5EF4-FFF2-40B4-BE49-F238E27FC236}">
                    <a16:creationId xmlns:a16="http://schemas.microsoft.com/office/drawing/2014/main" id="{886220EA-8B1E-09B8-CDA0-F2596B3B24CC}"/>
                  </a:ext>
                </a:extLst>
              </p:cNvPr>
              <p:cNvSpPr/>
              <p:nvPr/>
            </p:nvSpPr>
            <p:spPr>
              <a:xfrm>
                <a:off x="371675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g2793">
                <a:extLst>
                  <a:ext uri="{FF2B5EF4-FFF2-40B4-BE49-F238E27FC236}">
                    <a16:creationId xmlns:a16="http://schemas.microsoft.com/office/drawing/2014/main" id="{7B8A13FF-B5DE-32F4-58E5-D8C9F6D39DFD}"/>
                  </a:ext>
                </a:extLst>
              </p:cNvPr>
              <p:cNvSpPr/>
              <p:nvPr/>
            </p:nvSpPr>
            <p:spPr>
              <a:xfrm>
                <a:off x="372839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g2794">
                <a:extLst>
                  <a:ext uri="{FF2B5EF4-FFF2-40B4-BE49-F238E27FC236}">
                    <a16:creationId xmlns:a16="http://schemas.microsoft.com/office/drawing/2014/main" id="{33F36F2C-9F4D-6ADC-F6C0-EE4046AB7C3F}"/>
                  </a:ext>
                </a:extLst>
              </p:cNvPr>
              <p:cNvSpPr/>
              <p:nvPr/>
            </p:nvSpPr>
            <p:spPr>
              <a:xfrm>
                <a:off x="374002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g2795">
                <a:extLst>
                  <a:ext uri="{FF2B5EF4-FFF2-40B4-BE49-F238E27FC236}">
                    <a16:creationId xmlns:a16="http://schemas.microsoft.com/office/drawing/2014/main" id="{CB6A4C37-4B28-2B88-0A2E-2DFD8812D3F8}"/>
                  </a:ext>
                </a:extLst>
              </p:cNvPr>
              <p:cNvSpPr/>
              <p:nvPr/>
            </p:nvSpPr>
            <p:spPr>
              <a:xfrm>
                <a:off x="413569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g2796">
                <a:extLst>
                  <a:ext uri="{FF2B5EF4-FFF2-40B4-BE49-F238E27FC236}">
                    <a16:creationId xmlns:a16="http://schemas.microsoft.com/office/drawing/2014/main" id="{66FC7D10-3556-E991-EBB6-F6AB59A7FE9D}"/>
                  </a:ext>
                </a:extLst>
              </p:cNvPr>
              <p:cNvSpPr/>
              <p:nvPr/>
            </p:nvSpPr>
            <p:spPr>
              <a:xfrm>
                <a:off x="414733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g2797">
                <a:extLst>
                  <a:ext uri="{FF2B5EF4-FFF2-40B4-BE49-F238E27FC236}">
                    <a16:creationId xmlns:a16="http://schemas.microsoft.com/office/drawing/2014/main" id="{52926A60-7E85-36F2-816F-562F5A85A7FF}"/>
                  </a:ext>
                </a:extLst>
              </p:cNvPr>
              <p:cNvSpPr/>
              <p:nvPr/>
            </p:nvSpPr>
            <p:spPr>
              <a:xfrm>
                <a:off x="415897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g2798">
                <a:extLst>
                  <a:ext uri="{FF2B5EF4-FFF2-40B4-BE49-F238E27FC236}">
                    <a16:creationId xmlns:a16="http://schemas.microsoft.com/office/drawing/2014/main" id="{DACE823D-3C67-F53C-A6B9-C6A7B0F71BFB}"/>
                  </a:ext>
                </a:extLst>
              </p:cNvPr>
              <p:cNvSpPr/>
              <p:nvPr/>
            </p:nvSpPr>
            <p:spPr>
              <a:xfrm>
                <a:off x="417060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g2799">
                <a:extLst>
                  <a:ext uri="{FF2B5EF4-FFF2-40B4-BE49-F238E27FC236}">
                    <a16:creationId xmlns:a16="http://schemas.microsoft.com/office/drawing/2014/main" id="{C46EC049-59CF-6432-0872-914140A4896F}"/>
                  </a:ext>
                </a:extLst>
              </p:cNvPr>
              <p:cNvSpPr/>
              <p:nvPr/>
            </p:nvSpPr>
            <p:spPr>
              <a:xfrm>
                <a:off x="418224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g2800">
                <a:extLst>
                  <a:ext uri="{FF2B5EF4-FFF2-40B4-BE49-F238E27FC236}">
                    <a16:creationId xmlns:a16="http://schemas.microsoft.com/office/drawing/2014/main" id="{18818324-7EDF-CA2F-1185-37E4491F77F5}"/>
                  </a:ext>
                </a:extLst>
              </p:cNvPr>
              <p:cNvSpPr/>
              <p:nvPr/>
            </p:nvSpPr>
            <p:spPr>
              <a:xfrm>
                <a:off x="419388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g2801">
                <a:extLst>
                  <a:ext uri="{FF2B5EF4-FFF2-40B4-BE49-F238E27FC236}">
                    <a16:creationId xmlns:a16="http://schemas.microsoft.com/office/drawing/2014/main" id="{84C59874-AD8B-C9B8-D00A-90994920BA80}"/>
                  </a:ext>
                </a:extLst>
              </p:cNvPr>
              <p:cNvSpPr/>
              <p:nvPr/>
            </p:nvSpPr>
            <p:spPr>
              <a:xfrm>
                <a:off x="420552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g2802">
                <a:extLst>
                  <a:ext uri="{FF2B5EF4-FFF2-40B4-BE49-F238E27FC236}">
                    <a16:creationId xmlns:a16="http://schemas.microsoft.com/office/drawing/2014/main" id="{EFC91252-ECFA-4B1F-07B8-C5B46685EA75}"/>
                  </a:ext>
                </a:extLst>
              </p:cNvPr>
              <p:cNvSpPr/>
              <p:nvPr/>
            </p:nvSpPr>
            <p:spPr>
              <a:xfrm>
                <a:off x="421715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g2803">
                <a:extLst>
                  <a:ext uri="{FF2B5EF4-FFF2-40B4-BE49-F238E27FC236}">
                    <a16:creationId xmlns:a16="http://schemas.microsoft.com/office/drawing/2014/main" id="{69BE3E7E-5C47-45F1-DF45-624BB54EDAFD}"/>
                  </a:ext>
                </a:extLst>
              </p:cNvPr>
              <p:cNvSpPr/>
              <p:nvPr/>
            </p:nvSpPr>
            <p:spPr>
              <a:xfrm>
                <a:off x="422879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g2804">
                <a:extLst>
                  <a:ext uri="{FF2B5EF4-FFF2-40B4-BE49-F238E27FC236}">
                    <a16:creationId xmlns:a16="http://schemas.microsoft.com/office/drawing/2014/main" id="{140C28FE-B09D-0D76-6C15-9747A697A383}"/>
                  </a:ext>
                </a:extLst>
              </p:cNvPr>
              <p:cNvSpPr/>
              <p:nvPr/>
            </p:nvSpPr>
            <p:spPr>
              <a:xfrm>
                <a:off x="424043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g2805">
                <a:extLst>
                  <a:ext uri="{FF2B5EF4-FFF2-40B4-BE49-F238E27FC236}">
                    <a16:creationId xmlns:a16="http://schemas.microsoft.com/office/drawing/2014/main" id="{BFFBCAD9-31F7-4E31-89D7-55B0B7952F9B}"/>
                  </a:ext>
                </a:extLst>
              </p:cNvPr>
              <p:cNvSpPr/>
              <p:nvPr/>
            </p:nvSpPr>
            <p:spPr>
              <a:xfrm>
                <a:off x="432189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g2806">
                <a:extLst>
                  <a:ext uri="{FF2B5EF4-FFF2-40B4-BE49-F238E27FC236}">
                    <a16:creationId xmlns:a16="http://schemas.microsoft.com/office/drawing/2014/main" id="{CF44BC84-A273-5F27-BB54-DB670C9C5B15}"/>
                  </a:ext>
                </a:extLst>
              </p:cNvPr>
              <p:cNvSpPr/>
              <p:nvPr/>
            </p:nvSpPr>
            <p:spPr>
              <a:xfrm>
                <a:off x="433353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g2807">
                <a:extLst>
                  <a:ext uri="{FF2B5EF4-FFF2-40B4-BE49-F238E27FC236}">
                    <a16:creationId xmlns:a16="http://schemas.microsoft.com/office/drawing/2014/main" id="{35ECA828-62FB-D56F-60C6-ACBD7CC4D67F}"/>
                  </a:ext>
                </a:extLst>
              </p:cNvPr>
              <p:cNvSpPr/>
              <p:nvPr/>
            </p:nvSpPr>
            <p:spPr>
              <a:xfrm>
                <a:off x="434516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g2808">
                <a:extLst>
                  <a:ext uri="{FF2B5EF4-FFF2-40B4-BE49-F238E27FC236}">
                    <a16:creationId xmlns:a16="http://schemas.microsoft.com/office/drawing/2014/main" id="{AA918DD1-D390-41B7-3FB1-6DC517A2789F}"/>
                  </a:ext>
                </a:extLst>
              </p:cNvPr>
              <p:cNvSpPr/>
              <p:nvPr/>
            </p:nvSpPr>
            <p:spPr>
              <a:xfrm>
                <a:off x="435680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g2809">
                <a:extLst>
                  <a:ext uri="{FF2B5EF4-FFF2-40B4-BE49-F238E27FC236}">
                    <a16:creationId xmlns:a16="http://schemas.microsoft.com/office/drawing/2014/main" id="{0FE669D7-A7A9-8F05-A6EC-DE2D70FE4506}"/>
                  </a:ext>
                </a:extLst>
              </p:cNvPr>
              <p:cNvSpPr/>
              <p:nvPr/>
            </p:nvSpPr>
            <p:spPr>
              <a:xfrm>
                <a:off x="436844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g2810">
                <a:extLst>
                  <a:ext uri="{FF2B5EF4-FFF2-40B4-BE49-F238E27FC236}">
                    <a16:creationId xmlns:a16="http://schemas.microsoft.com/office/drawing/2014/main" id="{B98A0DC2-710C-204F-CB2E-E71C70846C30}"/>
                  </a:ext>
                </a:extLst>
              </p:cNvPr>
              <p:cNvSpPr/>
              <p:nvPr/>
            </p:nvSpPr>
            <p:spPr>
              <a:xfrm>
                <a:off x="438008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g2811">
                <a:extLst>
                  <a:ext uri="{FF2B5EF4-FFF2-40B4-BE49-F238E27FC236}">
                    <a16:creationId xmlns:a16="http://schemas.microsoft.com/office/drawing/2014/main" id="{655E1931-DF71-7CCF-D77C-1CC7D1C55E09}"/>
                  </a:ext>
                </a:extLst>
              </p:cNvPr>
              <p:cNvSpPr/>
              <p:nvPr/>
            </p:nvSpPr>
            <p:spPr>
              <a:xfrm>
                <a:off x="457791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g2812">
                <a:extLst>
                  <a:ext uri="{FF2B5EF4-FFF2-40B4-BE49-F238E27FC236}">
                    <a16:creationId xmlns:a16="http://schemas.microsoft.com/office/drawing/2014/main" id="{CFF3B00D-523A-CF41-4E1F-390A72DBCD0D}"/>
                  </a:ext>
                </a:extLst>
              </p:cNvPr>
              <p:cNvSpPr/>
              <p:nvPr/>
            </p:nvSpPr>
            <p:spPr>
              <a:xfrm>
                <a:off x="458955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g2813">
                <a:extLst>
                  <a:ext uri="{FF2B5EF4-FFF2-40B4-BE49-F238E27FC236}">
                    <a16:creationId xmlns:a16="http://schemas.microsoft.com/office/drawing/2014/main" id="{B6AF6811-4FA3-BAA9-7A65-FCDE78489A82}"/>
                  </a:ext>
                </a:extLst>
              </p:cNvPr>
              <p:cNvSpPr/>
              <p:nvPr/>
            </p:nvSpPr>
            <p:spPr>
              <a:xfrm>
                <a:off x="460119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g2814">
                <a:extLst>
                  <a:ext uri="{FF2B5EF4-FFF2-40B4-BE49-F238E27FC236}">
                    <a16:creationId xmlns:a16="http://schemas.microsoft.com/office/drawing/2014/main" id="{CD4D3902-350F-3248-BB61-F633D2291609}"/>
                  </a:ext>
                </a:extLst>
              </p:cNvPr>
              <p:cNvSpPr/>
              <p:nvPr/>
            </p:nvSpPr>
            <p:spPr>
              <a:xfrm>
                <a:off x="461282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g2815">
                <a:extLst>
                  <a:ext uri="{FF2B5EF4-FFF2-40B4-BE49-F238E27FC236}">
                    <a16:creationId xmlns:a16="http://schemas.microsoft.com/office/drawing/2014/main" id="{7EA46DB9-E247-B870-044D-013281650ED0}"/>
                  </a:ext>
                </a:extLst>
              </p:cNvPr>
              <p:cNvSpPr/>
              <p:nvPr/>
            </p:nvSpPr>
            <p:spPr>
              <a:xfrm>
                <a:off x="462446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g2816">
                <a:extLst>
                  <a:ext uri="{FF2B5EF4-FFF2-40B4-BE49-F238E27FC236}">
                    <a16:creationId xmlns:a16="http://schemas.microsoft.com/office/drawing/2014/main" id="{6299F427-B56E-C8B9-E1C8-207E0AA33140}"/>
                  </a:ext>
                </a:extLst>
              </p:cNvPr>
              <p:cNvSpPr/>
              <p:nvPr/>
            </p:nvSpPr>
            <p:spPr>
              <a:xfrm>
                <a:off x="311161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g2817">
                <a:extLst>
                  <a:ext uri="{FF2B5EF4-FFF2-40B4-BE49-F238E27FC236}">
                    <a16:creationId xmlns:a16="http://schemas.microsoft.com/office/drawing/2014/main" id="{1261370B-9DBF-A22C-D880-52CDB5E2D7D0}"/>
                  </a:ext>
                </a:extLst>
              </p:cNvPr>
              <p:cNvSpPr/>
              <p:nvPr/>
            </p:nvSpPr>
            <p:spPr>
              <a:xfrm>
                <a:off x="312324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g2818">
                <a:extLst>
                  <a:ext uri="{FF2B5EF4-FFF2-40B4-BE49-F238E27FC236}">
                    <a16:creationId xmlns:a16="http://schemas.microsoft.com/office/drawing/2014/main" id="{526868F5-E355-F287-40CA-097D9077FF3E}"/>
                  </a:ext>
                </a:extLst>
              </p:cNvPr>
              <p:cNvSpPr/>
              <p:nvPr/>
            </p:nvSpPr>
            <p:spPr>
              <a:xfrm>
                <a:off x="313488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g2819">
                <a:extLst>
                  <a:ext uri="{FF2B5EF4-FFF2-40B4-BE49-F238E27FC236}">
                    <a16:creationId xmlns:a16="http://schemas.microsoft.com/office/drawing/2014/main" id="{F66043F6-7948-F90E-C971-3DB8FC75CB87}"/>
                  </a:ext>
                </a:extLst>
              </p:cNvPr>
              <p:cNvSpPr/>
              <p:nvPr/>
            </p:nvSpPr>
            <p:spPr>
              <a:xfrm>
                <a:off x="314652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g2820">
                <a:extLst>
                  <a:ext uri="{FF2B5EF4-FFF2-40B4-BE49-F238E27FC236}">
                    <a16:creationId xmlns:a16="http://schemas.microsoft.com/office/drawing/2014/main" id="{0ED49556-2231-6150-6BB5-3DE6AE79D337}"/>
                  </a:ext>
                </a:extLst>
              </p:cNvPr>
              <p:cNvSpPr/>
              <p:nvPr/>
            </p:nvSpPr>
            <p:spPr>
              <a:xfrm>
                <a:off x="315816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g2821">
                <a:extLst>
                  <a:ext uri="{FF2B5EF4-FFF2-40B4-BE49-F238E27FC236}">
                    <a16:creationId xmlns:a16="http://schemas.microsoft.com/office/drawing/2014/main" id="{DA4A31A6-D4F1-CBC3-32E8-37617DD78329}"/>
                  </a:ext>
                </a:extLst>
              </p:cNvPr>
              <p:cNvSpPr/>
              <p:nvPr/>
            </p:nvSpPr>
            <p:spPr>
              <a:xfrm>
                <a:off x="316979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g2822">
                <a:extLst>
                  <a:ext uri="{FF2B5EF4-FFF2-40B4-BE49-F238E27FC236}">
                    <a16:creationId xmlns:a16="http://schemas.microsoft.com/office/drawing/2014/main" id="{F8FBBED6-FB8B-0B05-2CD8-FCE18F824CEF}"/>
                  </a:ext>
                </a:extLst>
              </p:cNvPr>
              <p:cNvSpPr/>
              <p:nvPr/>
            </p:nvSpPr>
            <p:spPr>
              <a:xfrm>
                <a:off x="318143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g2823">
                <a:extLst>
                  <a:ext uri="{FF2B5EF4-FFF2-40B4-BE49-F238E27FC236}">
                    <a16:creationId xmlns:a16="http://schemas.microsoft.com/office/drawing/2014/main" id="{681E1397-FD75-49DA-16B1-F0A8C782F704}"/>
                  </a:ext>
                </a:extLst>
              </p:cNvPr>
              <p:cNvSpPr/>
              <p:nvPr/>
            </p:nvSpPr>
            <p:spPr>
              <a:xfrm>
                <a:off x="319307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g2824">
                <a:extLst>
                  <a:ext uri="{FF2B5EF4-FFF2-40B4-BE49-F238E27FC236}">
                    <a16:creationId xmlns:a16="http://schemas.microsoft.com/office/drawing/2014/main" id="{A194449D-E474-C90E-4D87-CC8B3BA54B1F}"/>
                  </a:ext>
                </a:extLst>
              </p:cNvPr>
              <p:cNvSpPr/>
              <p:nvPr/>
            </p:nvSpPr>
            <p:spPr>
              <a:xfrm>
                <a:off x="320471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g2825">
                <a:extLst>
                  <a:ext uri="{FF2B5EF4-FFF2-40B4-BE49-F238E27FC236}">
                    <a16:creationId xmlns:a16="http://schemas.microsoft.com/office/drawing/2014/main" id="{4E496E9F-AF4A-71DC-ABF3-C260C0BA6746}"/>
                  </a:ext>
                </a:extLst>
              </p:cNvPr>
              <p:cNvSpPr/>
              <p:nvPr/>
            </p:nvSpPr>
            <p:spPr>
              <a:xfrm>
                <a:off x="321634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g2826">
                <a:extLst>
                  <a:ext uri="{FF2B5EF4-FFF2-40B4-BE49-F238E27FC236}">
                    <a16:creationId xmlns:a16="http://schemas.microsoft.com/office/drawing/2014/main" id="{5E447D24-F0C3-6E8B-7E3A-37A63B0622FD}"/>
                  </a:ext>
                </a:extLst>
              </p:cNvPr>
              <p:cNvSpPr/>
              <p:nvPr/>
            </p:nvSpPr>
            <p:spPr>
              <a:xfrm>
                <a:off x="322798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g2827">
                <a:extLst>
                  <a:ext uri="{FF2B5EF4-FFF2-40B4-BE49-F238E27FC236}">
                    <a16:creationId xmlns:a16="http://schemas.microsoft.com/office/drawing/2014/main" id="{5DC46C52-5073-3732-0BA7-B559A5A1595A}"/>
                  </a:ext>
                </a:extLst>
              </p:cNvPr>
              <p:cNvSpPr/>
              <p:nvPr/>
            </p:nvSpPr>
            <p:spPr>
              <a:xfrm>
                <a:off x="323962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g2828">
                <a:extLst>
                  <a:ext uri="{FF2B5EF4-FFF2-40B4-BE49-F238E27FC236}">
                    <a16:creationId xmlns:a16="http://schemas.microsoft.com/office/drawing/2014/main" id="{FF567A47-CEA9-E5D2-969B-284D07EAD908}"/>
                  </a:ext>
                </a:extLst>
              </p:cNvPr>
              <p:cNvSpPr/>
              <p:nvPr/>
            </p:nvSpPr>
            <p:spPr>
              <a:xfrm>
                <a:off x="325125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g2829">
                <a:extLst>
                  <a:ext uri="{FF2B5EF4-FFF2-40B4-BE49-F238E27FC236}">
                    <a16:creationId xmlns:a16="http://schemas.microsoft.com/office/drawing/2014/main" id="{7A4ABB09-3A7F-4DF3-F51E-E765A1604389}"/>
                  </a:ext>
                </a:extLst>
              </p:cNvPr>
              <p:cNvSpPr/>
              <p:nvPr/>
            </p:nvSpPr>
            <p:spPr>
              <a:xfrm>
                <a:off x="326289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g2830">
                <a:extLst>
                  <a:ext uri="{FF2B5EF4-FFF2-40B4-BE49-F238E27FC236}">
                    <a16:creationId xmlns:a16="http://schemas.microsoft.com/office/drawing/2014/main" id="{EC1F6FD4-EE6B-7DB9-D211-BEAB6DD86893}"/>
                  </a:ext>
                </a:extLst>
              </p:cNvPr>
              <p:cNvSpPr/>
              <p:nvPr/>
            </p:nvSpPr>
            <p:spPr>
              <a:xfrm>
                <a:off x="327453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g2831">
                <a:extLst>
                  <a:ext uri="{FF2B5EF4-FFF2-40B4-BE49-F238E27FC236}">
                    <a16:creationId xmlns:a16="http://schemas.microsoft.com/office/drawing/2014/main" id="{52551146-7606-61CD-EA53-67329CAB5E07}"/>
                  </a:ext>
                </a:extLst>
              </p:cNvPr>
              <p:cNvSpPr/>
              <p:nvPr/>
            </p:nvSpPr>
            <p:spPr>
              <a:xfrm>
                <a:off x="328617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g2832">
                <a:extLst>
                  <a:ext uri="{FF2B5EF4-FFF2-40B4-BE49-F238E27FC236}">
                    <a16:creationId xmlns:a16="http://schemas.microsoft.com/office/drawing/2014/main" id="{763D5F4F-576F-DC4A-9D9B-2B62A13D7DC9}"/>
                  </a:ext>
                </a:extLst>
              </p:cNvPr>
              <p:cNvSpPr/>
              <p:nvPr/>
            </p:nvSpPr>
            <p:spPr>
              <a:xfrm>
                <a:off x="329780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g2833">
                <a:extLst>
                  <a:ext uri="{FF2B5EF4-FFF2-40B4-BE49-F238E27FC236}">
                    <a16:creationId xmlns:a16="http://schemas.microsoft.com/office/drawing/2014/main" id="{6E84CBB9-2F48-D872-5271-2C19C725E494}"/>
                  </a:ext>
                </a:extLst>
              </p:cNvPr>
              <p:cNvSpPr/>
              <p:nvPr/>
            </p:nvSpPr>
            <p:spPr>
              <a:xfrm>
                <a:off x="330944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g2834">
                <a:extLst>
                  <a:ext uri="{FF2B5EF4-FFF2-40B4-BE49-F238E27FC236}">
                    <a16:creationId xmlns:a16="http://schemas.microsoft.com/office/drawing/2014/main" id="{FB1B2164-5D0B-CE83-6C1E-4CE41D58414C}"/>
                  </a:ext>
                </a:extLst>
              </p:cNvPr>
              <p:cNvSpPr/>
              <p:nvPr/>
            </p:nvSpPr>
            <p:spPr>
              <a:xfrm>
                <a:off x="332108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g2835">
                <a:extLst>
                  <a:ext uri="{FF2B5EF4-FFF2-40B4-BE49-F238E27FC236}">
                    <a16:creationId xmlns:a16="http://schemas.microsoft.com/office/drawing/2014/main" id="{845D353F-3904-7994-549F-44B60C8D9361}"/>
                  </a:ext>
                </a:extLst>
              </p:cNvPr>
              <p:cNvSpPr/>
              <p:nvPr/>
            </p:nvSpPr>
            <p:spPr>
              <a:xfrm>
                <a:off x="333272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g2836">
                <a:extLst>
                  <a:ext uri="{FF2B5EF4-FFF2-40B4-BE49-F238E27FC236}">
                    <a16:creationId xmlns:a16="http://schemas.microsoft.com/office/drawing/2014/main" id="{09B147C3-43A7-02EB-AB54-EAAF715F9324}"/>
                  </a:ext>
                </a:extLst>
              </p:cNvPr>
              <p:cNvSpPr/>
              <p:nvPr/>
            </p:nvSpPr>
            <p:spPr>
              <a:xfrm>
                <a:off x="334435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g2837">
                <a:extLst>
                  <a:ext uri="{FF2B5EF4-FFF2-40B4-BE49-F238E27FC236}">
                    <a16:creationId xmlns:a16="http://schemas.microsoft.com/office/drawing/2014/main" id="{CD0595BD-7991-E3FC-F3C3-C22A4850D9A1}"/>
                  </a:ext>
                </a:extLst>
              </p:cNvPr>
              <p:cNvSpPr/>
              <p:nvPr/>
            </p:nvSpPr>
            <p:spPr>
              <a:xfrm>
                <a:off x="335599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g2838">
                <a:extLst>
                  <a:ext uri="{FF2B5EF4-FFF2-40B4-BE49-F238E27FC236}">
                    <a16:creationId xmlns:a16="http://schemas.microsoft.com/office/drawing/2014/main" id="{5AAFFC47-72E3-43C3-74AA-2F8E1176F08C}"/>
                  </a:ext>
                </a:extLst>
              </p:cNvPr>
              <p:cNvSpPr/>
              <p:nvPr/>
            </p:nvSpPr>
            <p:spPr>
              <a:xfrm>
                <a:off x="336763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g2839">
                <a:extLst>
                  <a:ext uri="{FF2B5EF4-FFF2-40B4-BE49-F238E27FC236}">
                    <a16:creationId xmlns:a16="http://schemas.microsoft.com/office/drawing/2014/main" id="{4C098785-BDFC-E2C2-6509-C18D99F5A003}"/>
                  </a:ext>
                </a:extLst>
              </p:cNvPr>
              <p:cNvSpPr/>
              <p:nvPr/>
            </p:nvSpPr>
            <p:spPr>
              <a:xfrm>
                <a:off x="337927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g2840">
                <a:extLst>
                  <a:ext uri="{FF2B5EF4-FFF2-40B4-BE49-F238E27FC236}">
                    <a16:creationId xmlns:a16="http://schemas.microsoft.com/office/drawing/2014/main" id="{3C8C01C1-B3AC-38CF-BDF1-8298F876A1A8}"/>
                  </a:ext>
                </a:extLst>
              </p:cNvPr>
              <p:cNvSpPr/>
              <p:nvPr/>
            </p:nvSpPr>
            <p:spPr>
              <a:xfrm>
                <a:off x="339090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g2841">
                <a:extLst>
                  <a:ext uri="{FF2B5EF4-FFF2-40B4-BE49-F238E27FC236}">
                    <a16:creationId xmlns:a16="http://schemas.microsoft.com/office/drawing/2014/main" id="{27F8BDC7-BAD1-9EC7-0B26-768DB738DC08}"/>
                  </a:ext>
                </a:extLst>
              </p:cNvPr>
              <p:cNvSpPr/>
              <p:nvPr/>
            </p:nvSpPr>
            <p:spPr>
              <a:xfrm>
                <a:off x="340254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g2842">
                <a:extLst>
                  <a:ext uri="{FF2B5EF4-FFF2-40B4-BE49-F238E27FC236}">
                    <a16:creationId xmlns:a16="http://schemas.microsoft.com/office/drawing/2014/main" id="{793FCAFF-3B39-75FD-5944-5B56DBA8D4B0}"/>
                  </a:ext>
                </a:extLst>
              </p:cNvPr>
              <p:cNvSpPr/>
              <p:nvPr/>
            </p:nvSpPr>
            <p:spPr>
              <a:xfrm>
                <a:off x="341418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g2843">
                <a:extLst>
                  <a:ext uri="{FF2B5EF4-FFF2-40B4-BE49-F238E27FC236}">
                    <a16:creationId xmlns:a16="http://schemas.microsoft.com/office/drawing/2014/main" id="{1DAABEDB-8581-2FEC-ED7A-5647E931F75F}"/>
                  </a:ext>
                </a:extLst>
              </p:cNvPr>
              <p:cNvSpPr/>
              <p:nvPr/>
            </p:nvSpPr>
            <p:spPr>
              <a:xfrm>
                <a:off x="342581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g2844">
                <a:extLst>
                  <a:ext uri="{FF2B5EF4-FFF2-40B4-BE49-F238E27FC236}">
                    <a16:creationId xmlns:a16="http://schemas.microsoft.com/office/drawing/2014/main" id="{828FCAC2-5C0D-E1C6-D46E-5942CD4F22DC}"/>
                  </a:ext>
                </a:extLst>
              </p:cNvPr>
              <p:cNvSpPr/>
              <p:nvPr/>
            </p:nvSpPr>
            <p:spPr>
              <a:xfrm>
                <a:off x="343745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g2845">
                <a:extLst>
                  <a:ext uri="{FF2B5EF4-FFF2-40B4-BE49-F238E27FC236}">
                    <a16:creationId xmlns:a16="http://schemas.microsoft.com/office/drawing/2014/main" id="{99D5F6A3-BCC4-8223-64F0-AA711A7F2C9C}"/>
                  </a:ext>
                </a:extLst>
              </p:cNvPr>
              <p:cNvSpPr/>
              <p:nvPr/>
            </p:nvSpPr>
            <p:spPr>
              <a:xfrm>
                <a:off x="344909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g2846">
                <a:extLst>
                  <a:ext uri="{FF2B5EF4-FFF2-40B4-BE49-F238E27FC236}">
                    <a16:creationId xmlns:a16="http://schemas.microsoft.com/office/drawing/2014/main" id="{6FFE9232-8700-9B6B-6BA4-219390F12D5F}"/>
                  </a:ext>
                </a:extLst>
              </p:cNvPr>
              <p:cNvSpPr/>
              <p:nvPr/>
            </p:nvSpPr>
            <p:spPr>
              <a:xfrm>
                <a:off x="346073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g2847">
                <a:extLst>
                  <a:ext uri="{FF2B5EF4-FFF2-40B4-BE49-F238E27FC236}">
                    <a16:creationId xmlns:a16="http://schemas.microsoft.com/office/drawing/2014/main" id="{B5EBCC9B-0C6D-C713-0833-166FC155B7AD}"/>
                  </a:ext>
                </a:extLst>
              </p:cNvPr>
              <p:cNvSpPr/>
              <p:nvPr/>
            </p:nvSpPr>
            <p:spPr>
              <a:xfrm>
                <a:off x="347236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g2848">
                <a:extLst>
                  <a:ext uri="{FF2B5EF4-FFF2-40B4-BE49-F238E27FC236}">
                    <a16:creationId xmlns:a16="http://schemas.microsoft.com/office/drawing/2014/main" id="{4BCA8746-771D-A849-B83A-3F3D415DF8AC}"/>
                  </a:ext>
                </a:extLst>
              </p:cNvPr>
              <p:cNvSpPr/>
              <p:nvPr/>
            </p:nvSpPr>
            <p:spPr>
              <a:xfrm>
                <a:off x="348400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g2849">
                <a:extLst>
                  <a:ext uri="{FF2B5EF4-FFF2-40B4-BE49-F238E27FC236}">
                    <a16:creationId xmlns:a16="http://schemas.microsoft.com/office/drawing/2014/main" id="{7F96219E-99D4-D1E5-A3A5-CB21B3366FA3}"/>
                  </a:ext>
                </a:extLst>
              </p:cNvPr>
              <p:cNvSpPr/>
              <p:nvPr/>
            </p:nvSpPr>
            <p:spPr>
              <a:xfrm>
                <a:off x="349564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g2850">
                <a:extLst>
                  <a:ext uri="{FF2B5EF4-FFF2-40B4-BE49-F238E27FC236}">
                    <a16:creationId xmlns:a16="http://schemas.microsoft.com/office/drawing/2014/main" id="{42FC122E-CADF-4255-DA46-60FF0F5DAFA7}"/>
                  </a:ext>
                </a:extLst>
              </p:cNvPr>
              <p:cNvSpPr/>
              <p:nvPr/>
            </p:nvSpPr>
            <p:spPr>
              <a:xfrm>
                <a:off x="350728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g2851">
                <a:extLst>
                  <a:ext uri="{FF2B5EF4-FFF2-40B4-BE49-F238E27FC236}">
                    <a16:creationId xmlns:a16="http://schemas.microsoft.com/office/drawing/2014/main" id="{A2CADC9F-7867-1BE0-6804-CA1DB79B0608}"/>
                  </a:ext>
                </a:extLst>
              </p:cNvPr>
              <p:cNvSpPr/>
              <p:nvPr/>
            </p:nvSpPr>
            <p:spPr>
              <a:xfrm>
                <a:off x="351891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g2852">
                <a:extLst>
                  <a:ext uri="{FF2B5EF4-FFF2-40B4-BE49-F238E27FC236}">
                    <a16:creationId xmlns:a16="http://schemas.microsoft.com/office/drawing/2014/main" id="{47702C7C-AA6C-D8C5-1569-BBEF7AEC135F}"/>
                  </a:ext>
                </a:extLst>
              </p:cNvPr>
              <p:cNvSpPr/>
              <p:nvPr/>
            </p:nvSpPr>
            <p:spPr>
              <a:xfrm>
                <a:off x="353055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g2853">
                <a:extLst>
                  <a:ext uri="{FF2B5EF4-FFF2-40B4-BE49-F238E27FC236}">
                    <a16:creationId xmlns:a16="http://schemas.microsoft.com/office/drawing/2014/main" id="{9C78C81E-77ED-02BD-14DC-CB937037DD02}"/>
                  </a:ext>
                </a:extLst>
              </p:cNvPr>
              <p:cNvSpPr/>
              <p:nvPr/>
            </p:nvSpPr>
            <p:spPr>
              <a:xfrm>
                <a:off x="354219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g2854">
                <a:extLst>
                  <a:ext uri="{FF2B5EF4-FFF2-40B4-BE49-F238E27FC236}">
                    <a16:creationId xmlns:a16="http://schemas.microsoft.com/office/drawing/2014/main" id="{3E2DBEBA-8B48-B454-D38D-4954D0CEE2F8}"/>
                  </a:ext>
                </a:extLst>
              </p:cNvPr>
              <p:cNvSpPr/>
              <p:nvPr/>
            </p:nvSpPr>
            <p:spPr>
              <a:xfrm>
                <a:off x="355383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g2855">
                <a:extLst>
                  <a:ext uri="{FF2B5EF4-FFF2-40B4-BE49-F238E27FC236}">
                    <a16:creationId xmlns:a16="http://schemas.microsoft.com/office/drawing/2014/main" id="{81B8D7F9-B4EE-83E5-2AAB-7E7F480B7425}"/>
                  </a:ext>
                </a:extLst>
              </p:cNvPr>
              <p:cNvSpPr/>
              <p:nvPr/>
            </p:nvSpPr>
            <p:spPr>
              <a:xfrm>
                <a:off x="361201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g2856">
                <a:extLst>
                  <a:ext uri="{FF2B5EF4-FFF2-40B4-BE49-F238E27FC236}">
                    <a16:creationId xmlns:a16="http://schemas.microsoft.com/office/drawing/2014/main" id="{7D4D60A4-5B4C-7F6E-F9C1-F923C2F68178}"/>
                  </a:ext>
                </a:extLst>
              </p:cNvPr>
              <p:cNvSpPr/>
              <p:nvPr/>
            </p:nvSpPr>
            <p:spPr>
              <a:xfrm>
                <a:off x="362365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g2857">
                <a:extLst>
                  <a:ext uri="{FF2B5EF4-FFF2-40B4-BE49-F238E27FC236}">
                    <a16:creationId xmlns:a16="http://schemas.microsoft.com/office/drawing/2014/main" id="{75CB2567-1FE3-4E3F-117F-E6791A09F0D2}"/>
                  </a:ext>
                </a:extLst>
              </p:cNvPr>
              <p:cNvSpPr/>
              <p:nvPr/>
            </p:nvSpPr>
            <p:spPr>
              <a:xfrm>
                <a:off x="363529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g2858">
                <a:extLst>
                  <a:ext uri="{FF2B5EF4-FFF2-40B4-BE49-F238E27FC236}">
                    <a16:creationId xmlns:a16="http://schemas.microsoft.com/office/drawing/2014/main" id="{D35A7E42-90D1-DC5D-BE14-D65ABBC51D93}"/>
                  </a:ext>
                </a:extLst>
              </p:cNvPr>
              <p:cNvSpPr/>
              <p:nvPr/>
            </p:nvSpPr>
            <p:spPr>
              <a:xfrm>
                <a:off x="364692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g2859">
                <a:extLst>
                  <a:ext uri="{FF2B5EF4-FFF2-40B4-BE49-F238E27FC236}">
                    <a16:creationId xmlns:a16="http://schemas.microsoft.com/office/drawing/2014/main" id="{EAEBE671-44CF-0CA7-3284-AAF2F01E5F70}"/>
                  </a:ext>
                </a:extLst>
              </p:cNvPr>
              <p:cNvSpPr/>
              <p:nvPr/>
            </p:nvSpPr>
            <p:spPr>
              <a:xfrm>
                <a:off x="365856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g2860">
                <a:extLst>
                  <a:ext uri="{FF2B5EF4-FFF2-40B4-BE49-F238E27FC236}">
                    <a16:creationId xmlns:a16="http://schemas.microsoft.com/office/drawing/2014/main" id="{690AC344-A013-6A9D-2EC8-1DE5AAE8B45B}"/>
                  </a:ext>
                </a:extLst>
              </p:cNvPr>
              <p:cNvSpPr/>
              <p:nvPr/>
            </p:nvSpPr>
            <p:spPr>
              <a:xfrm>
                <a:off x="367020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g2861">
                <a:extLst>
                  <a:ext uri="{FF2B5EF4-FFF2-40B4-BE49-F238E27FC236}">
                    <a16:creationId xmlns:a16="http://schemas.microsoft.com/office/drawing/2014/main" id="{FE3F343A-B6EC-4344-2663-DAD087568808}"/>
                  </a:ext>
                </a:extLst>
              </p:cNvPr>
              <p:cNvSpPr/>
              <p:nvPr/>
            </p:nvSpPr>
            <p:spPr>
              <a:xfrm>
                <a:off x="368184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g2862">
                <a:extLst>
                  <a:ext uri="{FF2B5EF4-FFF2-40B4-BE49-F238E27FC236}">
                    <a16:creationId xmlns:a16="http://schemas.microsoft.com/office/drawing/2014/main" id="{557A32EF-DF27-AC2F-5E57-538604FF2E90}"/>
                  </a:ext>
                </a:extLst>
              </p:cNvPr>
              <p:cNvSpPr/>
              <p:nvPr/>
            </p:nvSpPr>
            <p:spPr>
              <a:xfrm>
                <a:off x="369347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g2863">
                <a:extLst>
                  <a:ext uri="{FF2B5EF4-FFF2-40B4-BE49-F238E27FC236}">
                    <a16:creationId xmlns:a16="http://schemas.microsoft.com/office/drawing/2014/main" id="{B1556C5A-EB2C-8A71-BCBA-19D959C96FA4}"/>
                  </a:ext>
                </a:extLst>
              </p:cNvPr>
              <p:cNvSpPr/>
              <p:nvPr/>
            </p:nvSpPr>
            <p:spPr>
              <a:xfrm>
                <a:off x="370511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g2864">
                <a:extLst>
                  <a:ext uri="{FF2B5EF4-FFF2-40B4-BE49-F238E27FC236}">
                    <a16:creationId xmlns:a16="http://schemas.microsoft.com/office/drawing/2014/main" id="{C7429F7B-FE4F-F72E-8451-DCC8BDCDC261}"/>
                  </a:ext>
                </a:extLst>
              </p:cNvPr>
              <p:cNvSpPr/>
              <p:nvPr/>
            </p:nvSpPr>
            <p:spPr>
              <a:xfrm>
                <a:off x="371675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g2865">
                <a:extLst>
                  <a:ext uri="{FF2B5EF4-FFF2-40B4-BE49-F238E27FC236}">
                    <a16:creationId xmlns:a16="http://schemas.microsoft.com/office/drawing/2014/main" id="{B04FA793-1DFE-A05B-DC23-C2F46DC11BF9}"/>
                  </a:ext>
                </a:extLst>
              </p:cNvPr>
              <p:cNvSpPr/>
              <p:nvPr/>
            </p:nvSpPr>
            <p:spPr>
              <a:xfrm>
                <a:off x="372839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g2866">
                <a:extLst>
                  <a:ext uri="{FF2B5EF4-FFF2-40B4-BE49-F238E27FC236}">
                    <a16:creationId xmlns:a16="http://schemas.microsoft.com/office/drawing/2014/main" id="{5584FCE0-2DFF-7B44-7ED3-E3EB7C6366AD}"/>
                  </a:ext>
                </a:extLst>
              </p:cNvPr>
              <p:cNvSpPr/>
              <p:nvPr/>
            </p:nvSpPr>
            <p:spPr>
              <a:xfrm>
                <a:off x="374002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g2867">
                <a:extLst>
                  <a:ext uri="{FF2B5EF4-FFF2-40B4-BE49-F238E27FC236}">
                    <a16:creationId xmlns:a16="http://schemas.microsoft.com/office/drawing/2014/main" id="{7A99F57C-B91E-AE44-BE7D-80AEB8C566A2}"/>
                  </a:ext>
                </a:extLst>
              </p:cNvPr>
              <p:cNvSpPr/>
              <p:nvPr/>
            </p:nvSpPr>
            <p:spPr>
              <a:xfrm>
                <a:off x="375166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g2868">
                <a:extLst>
                  <a:ext uri="{FF2B5EF4-FFF2-40B4-BE49-F238E27FC236}">
                    <a16:creationId xmlns:a16="http://schemas.microsoft.com/office/drawing/2014/main" id="{38B3900C-A479-E919-FAD9-04709008DDCD}"/>
                  </a:ext>
                </a:extLst>
              </p:cNvPr>
              <p:cNvSpPr/>
              <p:nvPr/>
            </p:nvSpPr>
            <p:spPr>
              <a:xfrm>
                <a:off x="376330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g2869">
                <a:extLst>
                  <a:ext uri="{FF2B5EF4-FFF2-40B4-BE49-F238E27FC236}">
                    <a16:creationId xmlns:a16="http://schemas.microsoft.com/office/drawing/2014/main" id="{33358FC5-8A23-B1D5-6EDE-EDA0B49B8633}"/>
                  </a:ext>
                </a:extLst>
              </p:cNvPr>
              <p:cNvSpPr/>
              <p:nvPr/>
            </p:nvSpPr>
            <p:spPr>
              <a:xfrm>
                <a:off x="413569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g2870">
                <a:extLst>
                  <a:ext uri="{FF2B5EF4-FFF2-40B4-BE49-F238E27FC236}">
                    <a16:creationId xmlns:a16="http://schemas.microsoft.com/office/drawing/2014/main" id="{7511B39D-0F1E-FDF4-CB44-D98DA0A88A25}"/>
                  </a:ext>
                </a:extLst>
              </p:cNvPr>
              <p:cNvSpPr/>
              <p:nvPr/>
            </p:nvSpPr>
            <p:spPr>
              <a:xfrm>
                <a:off x="414733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g2871">
                <a:extLst>
                  <a:ext uri="{FF2B5EF4-FFF2-40B4-BE49-F238E27FC236}">
                    <a16:creationId xmlns:a16="http://schemas.microsoft.com/office/drawing/2014/main" id="{7C334A28-D685-5E06-22CA-825FDA6F86F4}"/>
                  </a:ext>
                </a:extLst>
              </p:cNvPr>
              <p:cNvSpPr/>
              <p:nvPr/>
            </p:nvSpPr>
            <p:spPr>
              <a:xfrm>
                <a:off x="415897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g2872">
                <a:extLst>
                  <a:ext uri="{FF2B5EF4-FFF2-40B4-BE49-F238E27FC236}">
                    <a16:creationId xmlns:a16="http://schemas.microsoft.com/office/drawing/2014/main" id="{4E00A933-430A-DDDD-8154-BA35D00BAB81}"/>
                  </a:ext>
                </a:extLst>
              </p:cNvPr>
              <p:cNvSpPr/>
              <p:nvPr/>
            </p:nvSpPr>
            <p:spPr>
              <a:xfrm>
                <a:off x="417060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g2873">
                <a:extLst>
                  <a:ext uri="{FF2B5EF4-FFF2-40B4-BE49-F238E27FC236}">
                    <a16:creationId xmlns:a16="http://schemas.microsoft.com/office/drawing/2014/main" id="{E703A738-9373-491D-2970-910DDB54F03F}"/>
                  </a:ext>
                </a:extLst>
              </p:cNvPr>
              <p:cNvSpPr/>
              <p:nvPr/>
            </p:nvSpPr>
            <p:spPr>
              <a:xfrm>
                <a:off x="418224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g2874">
                <a:extLst>
                  <a:ext uri="{FF2B5EF4-FFF2-40B4-BE49-F238E27FC236}">
                    <a16:creationId xmlns:a16="http://schemas.microsoft.com/office/drawing/2014/main" id="{72DBD5EF-5019-8CCF-AF35-5ACB87F31F3B}"/>
                  </a:ext>
                </a:extLst>
              </p:cNvPr>
              <p:cNvSpPr/>
              <p:nvPr/>
            </p:nvSpPr>
            <p:spPr>
              <a:xfrm>
                <a:off x="419388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g2875">
                <a:extLst>
                  <a:ext uri="{FF2B5EF4-FFF2-40B4-BE49-F238E27FC236}">
                    <a16:creationId xmlns:a16="http://schemas.microsoft.com/office/drawing/2014/main" id="{37C9FB17-AFF0-6323-356E-67BBEBB7BE3F}"/>
                  </a:ext>
                </a:extLst>
              </p:cNvPr>
              <p:cNvSpPr/>
              <p:nvPr/>
            </p:nvSpPr>
            <p:spPr>
              <a:xfrm>
                <a:off x="420552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B">
                  <a:alpha val="100000"/>
                </a:srgbClr>
              </a:solidFill>
              <a:ln w="5420" cap="flat">
                <a:solidFill>
                  <a:srgbClr val="395C9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g2876">
                <a:extLst>
                  <a:ext uri="{FF2B5EF4-FFF2-40B4-BE49-F238E27FC236}">
                    <a16:creationId xmlns:a16="http://schemas.microsoft.com/office/drawing/2014/main" id="{8BD5DB81-F7C7-F558-D93A-7E9F77DBD1EB}"/>
                  </a:ext>
                </a:extLst>
              </p:cNvPr>
              <p:cNvSpPr/>
              <p:nvPr/>
            </p:nvSpPr>
            <p:spPr>
              <a:xfrm>
                <a:off x="421715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g2877">
                <a:extLst>
                  <a:ext uri="{FF2B5EF4-FFF2-40B4-BE49-F238E27FC236}">
                    <a16:creationId xmlns:a16="http://schemas.microsoft.com/office/drawing/2014/main" id="{AC85DA8F-877B-FFBE-4F40-301876A83C0E}"/>
                  </a:ext>
                </a:extLst>
              </p:cNvPr>
              <p:cNvSpPr/>
              <p:nvPr/>
            </p:nvSpPr>
            <p:spPr>
              <a:xfrm>
                <a:off x="433353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g2878">
                <a:extLst>
                  <a:ext uri="{FF2B5EF4-FFF2-40B4-BE49-F238E27FC236}">
                    <a16:creationId xmlns:a16="http://schemas.microsoft.com/office/drawing/2014/main" id="{4BD8B18D-56F5-603D-8C1F-539212A83FF2}"/>
                  </a:ext>
                </a:extLst>
              </p:cNvPr>
              <p:cNvSpPr/>
              <p:nvPr/>
            </p:nvSpPr>
            <p:spPr>
              <a:xfrm>
                <a:off x="434516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g2879">
                <a:extLst>
                  <a:ext uri="{FF2B5EF4-FFF2-40B4-BE49-F238E27FC236}">
                    <a16:creationId xmlns:a16="http://schemas.microsoft.com/office/drawing/2014/main" id="{1B380B9D-0D44-2386-0B64-C823C9FD2CD3}"/>
                  </a:ext>
                </a:extLst>
              </p:cNvPr>
              <p:cNvSpPr/>
              <p:nvPr/>
            </p:nvSpPr>
            <p:spPr>
              <a:xfrm>
                <a:off x="435680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g2880">
                <a:extLst>
                  <a:ext uri="{FF2B5EF4-FFF2-40B4-BE49-F238E27FC236}">
                    <a16:creationId xmlns:a16="http://schemas.microsoft.com/office/drawing/2014/main" id="{B8509E85-6DC0-78B7-1F60-23B53287B9E1}"/>
                  </a:ext>
                </a:extLst>
              </p:cNvPr>
              <p:cNvSpPr/>
              <p:nvPr/>
            </p:nvSpPr>
            <p:spPr>
              <a:xfrm>
                <a:off x="436844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g2881">
                <a:extLst>
                  <a:ext uri="{FF2B5EF4-FFF2-40B4-BE49-F238E27FC236}">
                    <a16:creationId xmlns:a16="http://schemas.microsoft.com/office/drawing/2014/main" id="{9468BC82-218F-F040-EAD5-16AA743915A0}"/>
                  </a:ext>
                </a:extLst>
              </p:cNvPr>
              <p:cNvSpPr/>
              <p:nvPr/>
            </p:nvSpPr>
            <p:spPr>
              <a:xfrm>
                <a:off x="438008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g2882">
                <a:extLst>
                  <a:ext uri="{FF2B5EF4-FFF2-40B4-BE49-F238E27FC236}">
                    <a16:creationId xmlns:a16="http://schemas.microsoft.com/office/drawing/2014/main" id="{9E91C62E-3FB7-BDEA-B6AF-F60B50F293A1}"/>
                  </a:ext>
                </a:extLst>
              </p:cNvPr>
              <p:cNvSpPr/>
              <p:nvPr/>
            </p:nvSpPr>
            <p:spPr>
              <a:xfrm>
                <a:off x="439171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g2883">
                <a:extLst>
                  <a:ext uri="{FF2B5EF4-FFF2-40B4-BE49-F238E27FC236}">
                    <a16:creationId xmlns:a16="http://schemas.microsoft.com/office/drawing/2014/main" id="{4E312FC3-1BA5-9017-FFB5-7464D9CB8934}"/>
                  </a:ext>
                </a:extLst>
              </p:cNvPr>
              <p:cNvSpPr/>
              <p:nvPr/>
            </p:nvSpPr>
            <p:spPr>
              <a:xfrm>
                <a:off x="440335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g2884">
                <a:extLst>
                  <a:ext uri="{FF2B5EF4-FFF2-40B4-BE49-F238E27FC236}">
                    <a16:creationId xmlns:a16="http://schemas.microsoft.com/office/drawing/2014/main" id="{B5CB7858-D1BB-9BA8-0077-4913362780F2}"/>
                  </a:ext>
                </a:extLst>
              </p:cNvPr>
              <p:cNvSpPr/>
              <p:nvPr/>
            </p:nvSpPr>
            <p:spPr>
              <a:xfrm>
                <a:off x="457791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g2885">
                <a:extLst>
                  <a:ext uri="{FF2B5EF4-FFF2-40B4-BE49-F238E27FC236}">
                    <a16:creationId xmlns:a16="http://schemas.microsoft.com/office/drawing/2014/main" id="{393A8FE3-3D16-FA15-9570-858EA16D7281}"/>
                  </a:ext>
                </a:extLst>
              </p:cNvPr>
              <p:cNvSpPr/>
              <p:nvPr/>
            </p:nvSpPr>
            <p:spPr>
              <a:xfrm>
                <a:off x="458955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g2886">
                <a:extLst>
                  <a:ext uri="{FF2B5EF4-FFF2-40B4-BE49-F238E27FC236}">
                    <a16:creationId xmlns:a16="http://schemas.microsoft.com/office/drawing/2014/main" id="{7CAF5931-D746-A33D-B967-662D8DF0A235}"/>
                  </a:ext>
                </a:extLst>
              </p:cNvPr>
              <p:cNvSpPr/>
              <p:nvPr/>
            </p:nvSpPr>
            <p:spPr>
              <a:xfrm>
                <a:off x="460119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g2887">
                <a:extLst>
                  <a:ext uri="{FF2B5EF4-FFF2-40B4-BE49-F238E27FC236}">
                    <a16:creationId xmlns:a16="http://schemas.microsoft.com/office/drawing/2014/main" id="{CF5615F3-01C3-DA2C-7F03-24D4934F4C03}"/>
                  </a:ext>
                </a:extLst>
              </p:cNvPr>
              <p:cNvSpPr/>
              <p:nvPr/>
            </p:nvSpPr>
            <p:spPr>
              <a:xfrm>
                <a:off x="461282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g2888">
                <a:extLst>
                  <a:ext uri="{FF2B5EF4-FFF2-40B4-BE49-F238E27FC236}">
                    <a16:creationId xmlns:a16="http://schemas.microsoft.com/office/drawing/2014/main" id="{4C14E04C-8212-058F-7659-AE77D461F4D6}"/>
                  </a:ext>
                </a:extLst>
              </p:cNvPr>
              <p:cNvSpPr/>
              <p:nvPr/>
            </p:nvSpPr>
            <p:spPr>
              <a:xfrm>
                <a:off x="462446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g2889">
                <a:extLst>
                  <a:ext uri="{FF2B5EF4-FFF2-40B4-BE49-F238E27FC236}">
                    <a16:creationId xmlns:a16="http://schemas.microsoft.com/office/drawing/2014/main" id="{136AF5E6-2F9B-D0F1-4BFB-07E01900DC04}"/>
                  </a:ext>
                </a:extLst>
              </p:cNvPr>
              <p:cNvSpPr/>
              <p:nvPr/>
            </p:nvSpPr>
            <p:spPr>
              <a:xfrm>
                <a:off x="311161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g2890">
                <a:extLst>
                  <a:ext uri="{FF2B5EF4-FFF2-40B4-BE49-F238E27FC236}">
                    <a16:creationId xmlns:a16="http://schemas.microsoft.com/office/drawing/2014/main" id="{B698AC15-C8DE-4E4B-0186-B3D8D16AC430}"/>
                  </a:ext>
                </a:extLst>
              </p:cNvPr>
              <p:cNvSpPr/>
              <p:nvPr/>
            </p:nvSpPr>
            <p:spPr>
              <a:xfrm>
                <a:off x="312324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g2891">
                <a:extLst>
                  <a:ext uri="{FF2B5EF4-FFF2-40B4-BE49-F238E27FC236}">
                    <a16:creationId xmlns:a16="http://schemas.microsoft.com/office/drawing/2014/main" id="{3BDFA070-ECB0-0754-B674-D8295ABF4E6E}"/>
                  </a:ext>
                </a:extLst>
              </p:cNvPr>
              <p:cNvSpPr/>
              <p:nvPr/>
            </p:nvSpPr>
            <p:spPr>
              <a:xfrm>
                <a:off x="313488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g2892">
                <a:extLst>
                  <a:ext uri="{FF2B5EF4-FFF2-40B4-BE49-F238E27FC236}">
                    <a16:creationId xmlns:a16="http://schemas.microsoft.com/office/drawing/2014/main" id="{92A2D3F9-8BD9-2619-2A25-ECF81793AC29}"/>
                  </a:ext>
                </a:extLst>
              </p:cNvPr>
              <p:cNvSpPr/>
              <p:nvPr/>
            </p:nvSpPr>
            <p:spPr>
              <a:xfrm>
                <a:off x="314652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g2893">
                <a:extLst>
                  <a:ext uri="{FF2B5EF4-FFF2-40B4-BE49-F238E27FC236}">
                    <a16:creationId xmlns:a16="http://schemas.microsoft.com/office/drawing/2014/main" id="{6FBD634E-BABA-1DDD-8E7E-FC50825E3C4F}"/>
                  </a:ext>
                </a:extLst>
              </p:cNvPr>
              <p:cNvSpPr/>
              <p:nvPr/>
            </p:nvSpPr>
            <p:spPr>
              <a:xfrm>
                <a:off x="315816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g2894">
                <a:extLst>
                  <a:ext uri="{FF2B5EF4-FFF2-40B4-BE49-F238E27FC236}">
                    <a16:creationId xmlns:a16="http://schemas.microsoft.com/office/drawing/2014/main" id="{53B07222-7F48-EC00-EFD6-8D91A61F8598}"/>
                  </a:ext>
                </a:extLst>
              </p:cNvPr>
              <p:cNvSpPr/>
              <p:nvPr/>
            </p:nvSpPr>
            <p:spPr>
              <a:xfrm>
                <a:off x="316979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g2895">
                <a:extLst>
                  <a:ext uri="{FF2B5EF4-FFF2-40B4-BE49-F238E27FC236}">
                    <a16:creationId xmlns:a16="http://schemas.microsoft.com/office/drawing/2014/main" id="{2606708D-8CD8-12D2-3CB6-50538CBC062F}"/>
                  </a:ext>
                </a:extLst>
              </p:cNvPr>
              <p:cNvSpPr/>
              <p:nvPr/>
            </p:nvSpPr>
            <p:spPr>
              <a:xfrm>
                <a:off x="318143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g2896">
                <a:extLst>
                  <a:ext uri="{FF2B5EF4-FFF2-40B4-BE49-F238E27FC236}">
                    <a16:creationId xmlns:a16="http://schemas.microsoft.com/office/drawing/2014/main" id="{2D977FD6-63ED-F08A-1B91-F3DAE740A7DC}"/>
                  </a:ext>
                </a:extLst>
              </p:cNvPr>
              <p:cNvSpPr/>
              <p:nvPr/>
            </p:nvSpPr>
            <p:spPr>
              <a:xfrm>
                <a:off x="319307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g2897">
                <a:extLst>
                  <a:ext uri="{FF2B5EF4-FFF2-40B4-BE49-F238E27FC236}">
                    <a16:creationId xmlns:a16="http://schemas.microsoft.com/office/drawing/2014/main" id="{B12F6AA1-C187-4CDD-60B3-100181B41DE8}"/>
                  </a:ext>
                </a:extLst>
              </p:cNvPr>
              <p:cNvSpPr/>
              <p:nvPr/>
            </p:nvSpPr>
            <p:spPr>
              <a:xfrm>
                <a:off x="320471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g2898">
                <a:extLst>
                  <a:ext uri="{FF2B5EF4-FFF2-40B4-BE49-F238E27FC236}">
                    <a16:creationId xmlns:a16="http://schemas.microsoft.com/office/drawing/2014/main" id="{C3D1037F-8ED8-4B98-86F3-CD9DDB714726}"/>
                  </a:ext>
                </a:extLst>
              </p:cNvPr>
              <p:cNvSpPr/>
              <p:nvPr/>
            </p:nvSpPr>
            <p:spPr>
              <a:xfrm>
                <a:off x="321634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g2899">
                <a:extLst>
                  <a:ext uri="{FF2B5EF4-FFF2-40B4-BE49-F238E27FC236}">
                    <a16:creationId xmlns:a16="http://schemas.microsoft.com/office/drawing/2014/main" id="{B7C272BA-2433-4360-2159-92AC0554F9C2}"/>
                  </a:ext>
                </a:extLst>
              </p:cNvPr>
              <p:cNvSpPr/>
              <p:nvPr/>
            </p:nvSpPr>
            <p:spPr>
              <a:xfrm>
                <a:off x="322798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g2900">
                <a:extLst>
                  <a:ext uri="{FF2B5EF4-FFF2-40B4-BE49-F238E27FC236}">
                    <a16:creationId xmlns:a16="http://schemas.microsoft.com/office/drawing/2014/main" id="{0AF57E5C-7622-3657-BF08-4B5CE8B43679}"/>
                  </a:ext>
                </a:extLst>
              </p:cNvPr>
              <p:cNvSpPr/>
              <p:nvPr/>
            </p:nvSpPr>
            <p:spPr>
              <a:xfrm>
                <a:off x="323962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g2901">
                <a:extLst>
                  <a:ext uri="{FF2B5EF4-FFF2-40B4-BE49-F238E27FC236}">
                    <a16:creationId xmlns:a16="http://schemas.microsoft.com/office/drawing/2014/main" id="{5A1717A0-3527-65C1-1265-95EB866F9E72}"/>
                  </a:ext>
                </a:extLst>
              </p:cNvPr>
              <p:cNvSpPr/>
              <p:nvPr/>
            </p:nvSpPr>
            <p:spPr>
              <a:xfrm>
                <a:off x="335599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g2902">
                <a:extLst>
                  <a:ext uri="{FF2B5EF4-FFF2-40B4-BE49-F238E27FC236}">
                    <a16:creationId xmlns:a16="http://schemas.microsoft.com/office/drawing/2014/main" id="{C08FC185-E5F6-7BD4-2E07-F3061F2558BE}"/>
                  </a:ext>
                </a:extLst>
              </p:cNvPr>
              <p:cNvSpPr/>
              <p:nvPr/>
            </p:nvSpPr>
            <p:spPr>
              <a:xfrm>
                <a:off x="336763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g2903">
                <a:extLst>
                  <a:ext uri="{FF2B5EF4-FFF2-40B4-BE49-F238E27FC236}">
                    <a16:creationId xmlns:a16="http://schemas.microsoft.com/office/drawing/2014/main" id="{67DDE4C8-0493-8260-F29E-3E0BB51F914C}"/>
                  </a:ext>
                </a:extLst>
              </p:cNvPr>
              <p:cNvSpPr/>
              <p:nvPr/>
            </p:nvSpPr>
            <p:spPr>
              <a:xfrm>
                <a:off x="337927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g2904">
                <a:extLst>
                  <a:ext uri="{FF2B5EF4-FFF2-40B4-BE49-F238E27FC236}">
                    <a16:creationId xmlns:a16="http://schemas.microsoft.com/office/drawing/2014/main" id="{CCD57960-1E39-5316-D361-31BC081DE0E8}"/>
                  </a:ext>
                </a:extLst>
              </p:cNvPr>
              <p:cNvSpPr/>
              <p:nvPr/>
            </p:nvSpPr>
            <p:spPr>
              <a:xfrm>
                <a:off x="339090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g2905">
                <a:extLst>
                  <a:ext uri="{FF2B5EF4-FFF2-40B4-BE49-F238E27FC236}">
                    <a16:creationId xmlns:a16="http://schemas.microsoft.com/office/drawing/2014/main" id="{12BB4C62-0A2F-68EC-5CFD-16634CF90EAF}"/>
                  </a:ext>
                </a:extLst>
              </p:cNvPr>
              <p:cNvSpPr/>
              <p:nvPr/>
            </p:nvSpPr>
            <p:spPr>
              <a:xfrm>
                <a:off x="340254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g2906">
                <a:extLst>
                  <a:ext uri="{FF2B5EF4-FFF2-40B4-BE49-F238E27FC236}">
                    <a16:creationId xmlns:a16="http://schemas.microsoft.com/office/drawing/2014/main" id="{1E3CA213-AE80-B9A4-E5D9-0578FF3A0C17}"/>
                  </a:ext>
                </a:extLst>
              </p:cNvPr>
              <p:cNvSpPr/>
              <p:nvPr/>
            </p:nvSpPr>
            <p:spPr>
              <a:xfrm>
                <a:off x="341418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g2907">
                <a:extLst>
                  <a:ext uri="{FF2B5EF4-FFF2-40B4-BE49-F238E27FC236}">
                    <a16:creationId xmlns:a16="http://schemas.microsoft.com/office/drawing/2014/main" id="{4ED91992-246D-5051-599F-444D92AFA5C3}"/>
                  </a:ext>
                </a:extLst>
              </p:cNvPr>
              <p:cNvSpPr/>
              <p:nvPr/>
            </p:nvSpPr>
            <p:spPr>
              <a:xfrm>
                <a:off x="342581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g2908">
                <a:extLst>
                  <a:ext uri="{FF2B5EF4-FFF2-40B4-BE49-F238E27FC236}">
                    <a16:creationId xmlns:a16="http://schemas.microsoft.com/office/drawing/2014/main" id="{169877B4-22A0-001A-1AC8-D1D24C0C24D1}"/>
                  </a:ext>
                </a:extLst>
              </p:cNvPr>
              <p:cNvSpPr/>
              <p:nvPr/>
            </p:nvSpPr>
            <p:spPr>
              <a:xfrm>
                <a:off x="343745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g2909">
                <a:extLst>
                  <a:ext uri="{FF2B5EF4-FFF2-40B4-BE49-F238E27FC236}">
                    <a16:creationId xmlns:a16="http://schemas.microsoft.com/office/drawing/2014/main" id="{17E23DD7-7370-4704-282C-266CECC6285A}"/>
                  </a:ext>
                </a:extLst>
              </p:cNvPr>
              <p:cNvSpPr/>
              <p:nvPr/>
            </p:nvSpPr>
            <p:spPr>
              <a:xfrm>
                <a:off x="344909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g2910">
                <a:extLst>
                  <a:ext uri="{FF2B5EF4-FFF2-40B4-BE49-F238E27FC236}">
                    <a16:creationId xmlns:a16="http://schemas.microsoft.com/office/drawing/2014/main" id="{90F406C2-22CD-BEBC-5A2B-25AFF3536106}"/>
                  </a:ext>
                </a:extLst>
              </p:cNvPr>
              <p:cNvSpPr/>
              <p:nvPr/>
            </p:nvSpPr>
            <p:spPr>
              <a:xfrm>
                <a:off x="346073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g2911">
                <a:extLst>
                  <a:ext uri="{FF2B5EF4-FFF2-40B4-BE49-F238E27FC236}">
                    <a16:creationId xmlns:a16="http://schemas.microsoft.com/office/drawing/2014/main" id="{3EF6A2E3-DA36-66E6-A210-F999BCD6EE50}"/>
                  </a:ext>
                </a:extLst>
              </p:cNvPr>
              <p:cNvSpPr/>
              <p:nvPr/>
            </p:nvSpPr>
            <p:spPr>
              <a:xfrm>
                <a:off x="348400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g2912">
                <a:extLst>
                  <a:ext uri="{FF2B5EF4-FFF2-40B4-BE49-F238E27FC236}">
                    <a16:creationId xmlns:a16="http://schemas.microsoft.com/office/drawing/2014/main" id="{CBE421C4-E26E-BDA4-4528-8B08659C329C}"/>
                  </a:ext>
                </a:extLst>
              </p:cNvPr>
              <p:cNvSpPr/>
              <p:nvPr/>
            </p:nvSpPr>
            <p:spPr>
              <a:xfrm>
                <a:off x="349564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g2913">
                <a:extLst>
                  <a:ext uri="{FF2B5EF4-FFF2-40B4-BE49-F238E27FC236}">
                    <a16:creationId xmlns:a16="http://schemas.microsoft.com/office/drawing/2014/main" id="{445B5E9C-078D-4B2C-2BA8-0440B8A22F04}"/>
                  </a:ext>
                </a:extLst>
              </p:cNvPr>
              <p:cNvSpPr/>
              <p:nvPr/>
            </p:nvSpPr>
            <p:spPr>
              <a:xfrm>
                <a:off x="350728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g2914">
                <a:extLst>
                  <a:ext uri="{FF2B5EF4-FFF2-40B4-BE49-F238E27FC236}">
                    <a16:creationId xmlns:a16="http://schemas.microsoft.com/office/drawing/2014/main" id="{6698127E-DD4B-5C72-DFBA-20B95BC00A68}"/>
                  </a:ext>
                </a:extLst>
              </p:cNvPr>
              <p:cNvSpPr/>
              <p:nvPr/>
            </p:nvSpPr>
            <p:spPr>
              <a:xfrm>
                <a:off x="351891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g2915">
                <a:extLst>
                  <a:ext uri="{FF2B5EF4-FFF2-40B4-BE49-F238E27FC236}">
                    <a16:creationId xmlns:a16="http://schemas.microsoft.com/office/drawing/2014/main" id="{5E4DC540-15E0-1CD2-0C70-6429B30FC193}"/>
                  </a:ext>
                </a:extLst>
              </p:cNvPr>
              <p:cNvSpPr/>
              <p:nvPr/>
            </p:nvSpPr>
            <p:spPr>
              <a:xfrm>
                <a:off x="353055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g2916">
                <a:extLst>
                  <a:ext uri="{FF2B5EF4-FFF2-40B4-BE49-F238E27FC236}">
                    <a16:creationId xmlns:a16="http://schemas.microsoft.com/office/drawing/2014/main" id="{6340358B-17C9-F9B1-391C-9F0E2C432FBC}"/>
                  </a:ext>
                </a:extLst>
              </p:cNvPr>
              <p:cNvSpPr/>
              <p:nvPr/>
            </p:nvSpPr>
            <p:spPr>
              <a:xfrm>
                <a:off x="354219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g2917">
                <a:extLst>
                  <a:ext uri="{FF2B5EF4-FFF2-40B4-BE49-F238E27FC236}">
                    <a16:creationId xmlns:a16="http://schemas.microsoft.com/office/drawing/2014/main" id="{6621BAA6-355C-8CD9-F217-CF021DE5BD84}"/>
                  </a:ext>
                </a:extLst>
              </p:cNvPr>
              <p:cNvSpPr/>
              <p:nvPr/>
            </p:nvSpPr>
            <p:spPr>
              <a:xfrm>
                <a:off x="355383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g2918">
                <a:extLst>
                  <a:ext uri="{FF2B5EF4-FFF2-40B4-BE49-F238E27FC236}">
                    <a16:creationId xmlns:a16="http://schemas.microsoft.com/office/drawing/2014/main" id="{6D0E61C1-8A33-D3D5-1221-2DB81F2877F4}"/>
                  </a:ext>
                </a:extLst>
              </p:cNvPr>
              <p:cNvSpPr/>
              <p:nvPr/>
            </p:nvSpPr>
            <p:spPr>
              <a:xfrm>
                <a:off x="356546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g2919">
                <a:extLst>
                  <a:ext uri="{FF2B5EF4-FFF2-40B4-BE49-F238E27FC236}">
                    <a16:creationId xmlns:a16="http://schemas.microsoft.com/office/drawing/2014/main" id="{24E14ECE-072C-7919-66A6-EC560D57F720}"/>
                  </a:ext>
                </a:extLst>
              </p:cNvPr>
              <p:cNvSpPr/>
              <p:nvPr/>
            </p:nvSpPr>
            <p:spPr>
              <a:xfrm>
                <a:off x="358874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g2920">
                <a:extLst>
                  <a:ext uri="{FF2B5EF4-FFF2-40B4-BE49-F238E27FC236}">
                    <a16:creationId xmlns:a16="http://schemas.microsoft.com/office/drawing/2014/main" id="{69B1FA12-7287-61E2-7A83-B6273F8AC25B}"/>
                  </a:ext>
                </a:extLst>
              </p:cNvPr>
              <p:cNvSpPr/>
              <p:nvPr/>
            </p:nvSpPr>
            <p:spPr>
              <a:xfrm>
                <a:off x="360037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g2921">
                <a:extLst>
                  <a:ext uri="{FF2B5EF4-FFF2-40B4-BE49-F238E27FC236}">
                    <a16:creationId xmlns:a16="http://schemas.microsoft.com/office/drawing/2014/main" id="{DD01396D-9EF4-C139-CB62-562EDEBC5432}"/>
                  </a:ext>
                </a:extLst>
              </p:cNvPr>
              <p:cNvSpPr/>
              <p:nvPr/>
            </p:nvSpPr>
            <p:spPr>
              <a:xfrm>
                <a:off x="361201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g2922">
                <a:extLst>
                  <a:ext uri="{FF2B5EF4-FFF2-40B4-BE49-F238E27FC236}">
                    <a16:creationId xmlns:a16="http://schemas.microsoft.com/office/drawing/2014/main" id="{A7337FB2-EB51-A22F-1A57-E86D3B5F26E9}"/>
                  </a:ext>
                </a:extLst>
              </p:cNvPr>
              <p:cNvSpPr/>
              <p:nvPr/>
            </p:nvSpPr>
            <p:spPr>
              <a:xfrm>
                <a:off x="362365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g2923">
                <a:extLst>
                  <a:ext uri="{FF2B5EF4-FFF2-40B4-BE49-F238E27FC236}">
                    <a16:creationId xmlns:a16="http://schemas.microsoft.com/office/drawing/2014/main" id="{0D972E3D-73E8-4651-B50B-531A6E10C921}"/>
                  </a:ext>
                </a:extLst>
              </p:cNvPr>
              <p:cNvSpPr/>
              <p:nvPr/>
            </p:nvSpPr>
            <p:spPr>
              <a:xfrm>
                <a:off x="363529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g2924">
                <a:extLst>
                  <a:ext uri="{FF2B5EF4-FFF2-40B4-BE49-F238E27FC236}">
                    <a16:creationId xmlns:a16="http://schemas.microsoft.com/office/drawing/2014/main" id="{7345A0EA-C670-3FA3-E59C-4F7DA508EBC4}"/>
                  </a:ext>
                </a:extLst>
              </p:cNvPr>
              <p:cNvSpPr/>
              <p:nvPr/>
            </p:nvSpPr>
            <p:spPr>
              <a:xfrm>
                <a:off x="364692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g2925">
                <a:extLst>
                  <a:ext uri="{FF2B5EF4-FFF2-40B4-BE49-F238E27FC236}">
                    <a16:creationId xmlns:a16="http://schemas.microsoft.com/office/drawing/2014/main" id="{6044C861-63FE-1F1D-91D5-AE3C1136E9C7}"/>
                  </a:ext>
                </a:extLst>
              </p:cNvPr>
              <p:cNvSpPr/>
              <p:nvPr/>
            </p:nvSpPr>
            <p:spPr>
              <a:xfrm>
                <a:off x="365856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g2926">
                <a:extLst>
                  <a:ext uri="{FF2B5EF4-FFF2-40B4-BE49-F238E27FC236}">
                    <a16:creationId xmlns:a16="http://schemas.microsoft.com/office/drawing/2014/main" id="{FE65BEF3-C791-E447-91DD-34DF6D5188F6}"/>
                  </a:ext>
                </a:extLst>
              </p:cNvPr>
              <p:cNvSpPr/>
              <p:nvPr/>
            </p:nvSpPr>
            <p:spPr>
              <a:xfrm>
                <a:off x="367020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g2927">
                <a:extLst>
                  <a:ext uri="{FF2B5EF4-FFF2-40B4-BE49-F238E27FC236}">
                    <a16:creationId xmlns:a16="http://schemas.microsoft.com/office/drawing/2014/main" id="{E0BA1D8D-5421-BDCB-034E-A450C34CE0DA}"/>
                  </a:ext>
                </a:extLst>
              </p:cNvPr>
              <p:cNvSpPr/>
              <p:nvPr/>
            </p:nvSpPr>
            <p:spPr>
              <a:xfrm>
                <a:off x="368184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g2928">
                <a:extLst>
                  <a:ext uri="{FF2B5EF4-FFF2-40B4-BE49-F238E27FC236}">
                    <a16:creationId xmlns:a16="http://schemas.microsoft.com/office/drawing/2014/main" id="{2A3BA7EE-3F2A-10C7-26F6-53EEF8176D17}"/>
                  </a:ext>
                </a:extLst>
              </p:cNvPr>
              <p:cNvSpPr/>
              <p:nvPr/>
            </p:nvSpPr>
            <p:spPr>
              <a:xfrm>
                <a:off x="369347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g2929">
                <a:extLst>
                  <a:ext uri="{FF2B5EF4-FFF2-40B4-BE49-F238E27FC236}">
                    <a16:creationId xmlns:a16="http://schemas.microsoft.com/office/drawing/2014/main" id="{8617E594-D0A3-19AC-D3DC-FF7F45F5D3CA}"/>
                  </a:ext>
                </a:extLst>
              </p:cNvPr>
              <p:cNvSpPr/>
              <p:nvPr/>
            </p:nvSpPr>
            <p:spPr>
              <a:xfrm>
                <a:off x="370511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g2930">
                <a:extLst>
                  <a:ext uri="{FF2B5EF4-FFF2-40B4-BE49-F238E27FC236}">
                    <a16:creationId xmlns:a16="http://schemas.microsoft.com/office/drawing/2014/main" id="{6111037C-89FE-1409-A5DE-74F71A746516}"/>
                  </a:ext>
                </a:extLst>
              </p:cNvPr>
              <p:cNvSpPr/>
              <p:nvPr/>
            </p:nvSpPr>
            <p:spPr>
              <a:xfrm>
                <a:off x="371675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g2931">
                <a:extLst>
                  <a:ext uri="{FF2B5EF4-FFF2-40B4-BE49-F238E27FC236}">
                    <a16:creationId xmlns:a16="http://schemas.microsoft.com/office/drawing/2014/main" id="{C5DBC685-83DB-F1A0-528A-41B8792BA1C3}"/>
                  </a:ext>
                </a:extLst>
              </p:cNvPr>
              <p:cNvSpPr/>
              <p:nvPr/>
            </p:nvSpPr>
            <p:spPr>
              <a:xfrm>
                <a:off x="372839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g2932">
                <a:extLst>
                  <a:ext uri="{FF2B5EF4-FFF2-40B4-BE49-F238E27FC236}">
                    <a16:creationId xmlns:a16="http://schemas.microsoft.com/office/drawing/2014/main" id="{91F76ABE-A48C-1281-EA4F-A2AFAF796248}"/>
                  </a:ext>
                </a:extLst>
              </p:cNvPr>
              <p:cNvSpPr/>
              <p:nvPr/>
            </p:nvSpPr>
            <p:spPr>
              <a:xfrm>
                <a:off x="374002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g2933">
                <a:extLst>
                  <a:ext uri="{FF2B5EF4-FFF2-40B4-BE49-F238E27FC236}">
                    <a16:creationId xmlns:a16="http://schemas.microsoft.com/office/drawing/2014/main" id="{9A6237B2-ABAB-70DA-3AC2-FC3813A749F6}"/>
                  </a:ext>
                </a:extLst>
              </p:cNvPr>
              <p:cNvSpPr/>
              <p:nvPr/>
            </p:nvSpPr>
            <p:spPr>
              <a:xfrm>
                <a:off x="375166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g2934">
                <a:extLst>
                  <a:ext uri="{FF2B5EF4-FFF2-40B4-BE49-F238E27FC236}">
                    <a16:creationId xmlns:a16="http://schemas.microsoft.com/office/drawing/2014/main" id="{ABD40CEA-99A4-4FF2-BD32-B81E875B8EFF}"/>
                  </a:ext>
                </a:extLst>
              </p:cNvPr>
              <p:cNvSpPr/>
              <p:nvPr/>
            </p:nvSpPr>
            <p:spPr>
              <a:xfrm>
                <a:off x="376330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g2935">
                <a:extLst>
                  <a:ext uri="{FF2B5EF4-FFF2-40B4-BE49-F238E27FC236}">
                    <a16:creationId xmlns:a16="http://schemas.microsoft.com/office/drawing/2014/main" id="{D3149402-0EE8-A414-90EE-0405AC3E3671}"/>
                  </a:ext>
                </a:extLst>
              </p:cNvPr>
              <p:cNvSpPr/>
              <p:nvPr/>
            </p:nvSpPr>
            <p:spPr>
              <a:xfrm>
                <a:off x="377493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g2936">
                <a:extLst>
                  <a:ext uri="{FF2B5EF4-FFF2-40B4-BE49-F238E27FC236}">
                    <a16:creationId xmlns:a16="http://schemas.microsoft.com/office/drawing/2014/main" id="{A42663BA-3072-D72C-2A5A-4BB1189A91CB}"/>
                  </a:ext>
                </a:extLst>
              </p:cNvPr>
              <p:cNvSpPr/>
              <p:nvPr/>
            </p:nvSpPr>
            <p:spPr>
              <a:xfrm>
                <a:off x="415897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g2937">
                <a:extLst>
                  <a:ext uri="{FF2B5EF4-FFF2-40B4-BE49-F238E27FC236}">
                    <a16:creationId xmlns:a16="http://schemas.microsoft.com/office/drawing/2014/main" id="{F457C4FD-F064-70DE-FA28-240A412E9929}"/>
                  </a:ext>
                </a:extLst>
              </p:cNvPr>
              <p:cNvSpPr/>
              <p:nvPr/>
            </p:nvSpPr>
            <p:spPr>
              <a:xfrm>
                <a:off x="434516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g2938">
                <a:extLst>
                  <a:ext uri="{FF2B5EF4-FFF2-40B4-BE49-F238E27FC236}">
                    <a16:creationId xmlns:a16="http://schemas.microsoft.com/office/drawing/2014/main" id="{11D91150-E246-025A-1EFE-DAC47B8254D1}"/>
                  </a:ext>
                </a:extLst>
              </p:cNvPr>
              <p:cNvSpPr/>
              <p:nvPr/>
            </p:nvSpPr>
            <p:spPr>
              <a:xfrm>
                <a:off x="435680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g2939">
                <a:extLst>
                  <a:ext uri="{FF2B5EF4-FFF2-40B4-BE49-F238E27FC236}">
                    <a16:creationId xmlns:a16="http://schemas.microsoft.com/office/drawing/2014/main" id="{61872AF8-39E7-B140-F63A-0EFC764FBA05}"/>
                  </a:ext>
                </a:extLst>
              </p:cNvPr>
              <p:cNvSpPr/>
              <p:nvPr/>
            </p:nvSpPr>
            <p:spPr>
              <a:xfrm>
                <a:off x="436844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g2940">
                <a:extLst>
                  <a:ext uri="{FF2B5EF4-FFF2-40B4-BE49-F238E27FC236}">
                    <a16:creationId xmlns:a16="http://schemas.microsoft.com/office/drawing/2014/main" id="{2AE2062B-7583-F4C8-9510-6053E643903C}"/>
                  </a:ext>
                </a:extLst>
              </p:cNvPr>
              <p:cNvSpPr/>
              <p:nvPr/>
            </p:nvSpPr>
            <p:spPr>
              <a:xfrm>
                <a:off x="438008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E">
                  <a:alpha val="100000"/>
                </a:srgbClr>
              </a:solidFill>
              <a:ln w="5420" cap="flat">
                <a:solidFill>
                  <a:srgbClr val="3B54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g2941">
                <a:extLst>
                  <a:ext uri="{FF2B5EF4-FFF2-40B4-BE49-F238E27FC236}">
                    <a16:creationId xmlns:a16="http://schemas.microsoft.com/office/drawing/2014/main" id="{08FFBACA-8B85-931B-DB86-7689DE4FA265}"/>
                  </a:ext>
                </a:extLst>
              </p:cNvPr>
              <p:cNvSpPr/>
              <p:nvPr/>
            </p:nvSpPr>
            <p:spPr>
              <a:xfrm>
                <a:off x="439171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g2942">
                <a:extLst>
                  <a:ext uri="{FF2B5EF4-FFF2-40B4-BE49-F238E27FC236}">
                    <a16:creationId xmlns:a16="http://schemas.microsoft.com/office/drawing/2014/main" id="{DA322409-DCDC-C301-90C1-B131C9B5D73C}"/>
                  </a:ext>
                </a:extLst>
              </p:cNvPr>
              <p:cNvSpPr/>
              <p:nvPr/>
            </p:nvSpPr>
            <p:spPr>
              <a:xfrm>
                <a:off x="440335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g2943">
                <a:extLst>
                  <a:ext uri="{FF2B5EF4-FFF2-40B4-BE49-F238E27FC236}">
                    <a16:creationId xmlns:a16="http://schemas.microsoft.com/office/drawing/2014/main" id="{22F82BC0-BF2E-C563-49A6-338489FC56F0}"/>
                  </a:ext>
                </a:extLst>
              </p:cNvPr>
              <p:cNvSpPr/>
              <p:nvPr/>
            </p:nvSpPr>
            <p:spPr>
              <a:xfrm>
                <a:off x="441499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g2944">
                <a:extLst>
                  <a:ext uri="{FF2B5EF4-FFF2-40B4-BE49-F238E27FC236}">
                    <a16:creationId xmlns:a16="http://schemas.microsoft.com/office/drawing/2014/main" id="{A63697B2-BF11-DB62-83CD-9F862426C659}"/>
                  </a:ext>
                </a:extLst>
              </p:cNvPr>
              <p:cNvSpPr/>
              <p:nvPr/>
            </p:nvSpPr>
            <p:spPr>
              <a:xfrm>
                <a:off x="457791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g2945">
                <a:extLst>
                  <a:ext uri="{FF2B5EF4-FFF2-40B4-BE49-F238E27FC236}">
                    <a16:creationId xmlns:a16="http://schemas.microsoft.com/office/drawing/2014/main" id="{55AA688F-11FD-EE38-EF1E-F2F756660F2D}"/>
                  </a:ext>
                </a:extLst>
              </p:cNvPr>
              <p:cNvSpPr/>
              <p:nvPr/>
            </p:nvSpPr>
            <p:spPr>
              <a:xfrm>
                <a:off x="458955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D">
                  <a:alpha val="100000"/>
                </a:srgbClr>
              </a:solidFill>
              <a:ln w="5420" cap="flat">
                <a:solidFill>
                  <a:srgbClr val="3C48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g2946">
                <a:extLst>
                  <a:ext uri="{FF2B5EF4-FFF2-40B4-BE49-F238E27FC236}">
                    <a16:creationId xmlns:a16="http://schemas.microsoft.com/office/drawing/2014/main" id="{EFF69803-8470-1D34-C259-07F77C2725B5}"/>
                  </a:ext>
                </a:extLst>
              </p:cNvPr>
              <p:cNvSpPr/>
              <p:nvPr/>
            </p:nvSpPr>
            <p:spPr>
              <a:xfrm>
                <a:off x="460119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D">
                  <a:alpha val="100000"/>
                </a:srgbClr>
              </a:solidFill>
              <a:ln w="5420" cap="flat">
                <a:solidFill>
                  <a:srgbClr val="3C48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g2947">
                <a:extLst>
                  <a:ext uri="{FF2B5EF4-FFF2-40B4-BE49-F238E27FC236}">
                    <a16:creationId xmlns:a16="http://schemas.microsoft.com/office/drawing/2014/main" id="{AC0D6873-5CC5-1D40-AC55-5423B8618704}"/>
                  </a:ext>
                </a:extLst>
              </p:cNvPr>
              <p:cNvSpPr/>
              <p:nvPr/>
            </p:nvSpPr>
            <p:spPr>
              <a:xfrm>
                <a:off x="461282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g2948">
                <a:extLst>
                  <a:ext uri="{FF2B5EF4-FFF2-40B4-BE49-F238E27FC236}">
                    <a16:creationId xmlns:a16="http://schemas.microsoft.com/office/drawing/2014/main" id="{6FB5C374-20D7-772B-E88E-FF2EA386B3F9}"/>
                  </a:ext>
                </a:extLst>
              </p:cNvPr>
              <p:cNvSpPr/>
              <p:nvPr/>
            </p:nvSpPr>
            <p:spPr>
              <a:xfrm>
                <a:off x="462446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g2949">
                <a:extLst>
                  <a:ext uri="{FF2B5EF4-FFF2-40B4-BE49-F238E27FC236}">
                    <a16:creationId xmlns:a16="http://schemas.microsoft.com/office/drawing/2014/main" id="{6B6C3087-3F0F-0E1C-46C7-117624F279FB}"/>
                  </a:ext>
                </a:extLst>
              </p:cNvPr>
              <p:cNvSpPr/>
              <p:nvPr/>
            </p:nvSpPr>
            <p:spPr>
              <a:xfrm>
                <a:off x="309997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g2950">
                <a:extLst>
                  <a:ext uri="{FF2B5EF4-FFF2-40B4-BE49-F238E27FC236}">
                    <a16:creationId xmlns:a16="http://schemas.microsoft.com/office/drawing/2014/main" id="{CD5963C0-5F8F-2B51-9749-3C0D459DABF3}"/>
                  </a:ext>
                </a:extLst>
              </p:cNvPr>
              <p:cNvSpPr/>
              <p:nvPr/>
            </p:nvSpPr>
            <p:spPr>
              <a:xfrm>
                <a:off x="311161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g2951">
                <a:extLst>
                  <a:ext uri="{FF2B5EF4-FFF2-40B4-BE49-F238E27FC236}">
                    <a16:creationId xmlns:a16="http://schemas.microsoft.com/office/drawing/2014/main" id="{792FB44E-60B2-78E7-30E8-4B5204A9C845}"/>
                  </a:ext>
                </a:extLst>
              </p:cNvPr>
              <p:cNvSpPr/>
              <p:nvPr/>
            </p:nvSpPr>
            <p:spPr>
              <a:xfrm>
                <a:off x="312324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8A9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g2952">
                <a:extLst>
                  <a:ext uri="{FF2B5EF4-FFF2-40B4-BE49-F238E27FC236}">
                    <a16:creationId xmlns:a16="http://schemas.microsoft.com/office/drawing/2014/main" id="{B24DE5B1-1F82-7A75-4A90-0D0AA97459E8}"/>
                  </a:ext>
                </a:extLst>
              </p:cNvPr>
              <p:cNvSpPr/>
              <p:nvPr/>
            </p:nvSpPr>
            <p:spPr>
              <a:xfrm>
                <a:off x="313488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g2953">
                <a:extLst>
                  <a:ext uri="{FF2B5EF4-FFF2-40B4-BE49-F238E27FC236}">
                    <a16:creationId xmlns:a16="http://schemas.microsoft.com/office/drawing/2014/main" id="{E2A75823-D1BE-F19E-8BC8-FBBA6C865F18}"/>
                  </a:ext>
                </a:extLst>
              </p:cNvPr>
              <p:cNvSpPr/>
              <p:nvPr/>
            </p:nvSpPr>
            <p:spPr>
              <a:xfrm>
                <a:off x="314652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g2954">
                <a:extLst>
                  <a:ext uri="{FF2B5EF4-FFF2-40B4-BE49-F238E27FC236}">
                    <a16:creationId xmlns:a16="http://schemas.microsoft.com/office/drawing/2014/main" id="{48824DB3-56C8-BCFD-2ED8-50583A19FD76}"/>
                  </a:ext>
                </a:extLst>
              </p:cNvPr>
              <p:cNvSpPr/>
              <p:nvPr/>
            </p:nvSpPr>
            <p:spPr>
              <a:xfrm>
                <a:off x="315816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g2955">
                <a:extLst>
                  <a:ext uri="{FF2B5EF4-FFF2-40B4-BE49-F238E27FC236}">
                    <a16:creationId xmlns:a16="http://schemas.microsoft.com/office/drawing/2014/main" id="{10330A5D-4192-8A5A-4DCF-6BA048343E3D}"/>
                  </a:ext>
                </a:extLst>
              </p:cNvPr>
              <p:cNvSpPr/>
              <p:nvPr/>
            </p:nvSpPr>
            <p:spPr>
              <a:xfrm>
                <a:off x="316979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g2956">
                <a:extLst>
                  <a:ext uri="{FF2B5EF4-FFF2-40B4-BE49-F238E27FC236}">
                    <a16:creationId xmlns:a16="http://schemas.microsoft.com/office/drawing/2014/main" id="{DBBD05EE-6719-7AE3-38B5-5B39FA2F8BD1}"/>
                  </a:ext>
                </a:extLst>
              </p:cNvPr>
              <p:cNvSpPr/>
              <p:nvPr/>
            </p:nvSpPr>
            <p:spPr>
              <a:xfrm>
                <a:off x="318143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g2957">
                <a:extLst>
                  <a:ext uri="{FF2B5EF4-FFF2-40B4-BE49-F238E27FC236}">
                    <a16:creationId xmlns:a16="http://schemas.microsoft.com/office/drawing/2014/main" id="{90A2237D-3720-A674-947F-91EAB88872FA}"/>
                  </a:ext>
                </a:extLst>
              </p:cNvPr>
              <p:cNvSpPr/>
              <p:nvPr/>
            </p:nvSpPr>
            <p:spPr>
              <a:xfrm>
                <a:off x="319307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g2958">
                <a:extLst>
                  <a:ext uri="{FF2B5EF4-FFF2-40B4-BE49-F238E27FC236}">
                    <a16:creationId xmlns:a16="http://schemas.microsoft.com/office/drawing/2014/main" id="{2C414803-BCBC-D562-9475-3010762D298E}"/>
                  </a:ext>
                </a:extLst>
              </p:cNvPr>
              <p:cNvSpPr/>
              <p:nvPr/>
            </p:nvSpPr>
            <p:spPr>
              <a:xfrm>
                <a:off x="320471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g2959">
                <a:extLst>
                  <a:ext uri="{FF2B5EF4-FFF2-40B4-BE49-F238E27FC236}">
                    <a16:creationId xmlns:a16="http://schemas.microsoft.com/office/drawing/2014/main" id="{EBE7EF5D-82E3-E9A0-9E23-EAA596DC772B}"/>
                  </a:ext>
                </a:extLst>
              </p:cNvPr>
              <p:cNvSpPr/>
              <p:nvPr/>
            </p:nvSpPr>
            <p:spPr>
              <a:xfrm>
                <a:off x="341418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g2960">
                <a:extLst>
                  <a:ext uri="{FF2B5EF4-FFF2-40B4-BE49-F238E27FC236}">
                    <a16:creationId xmlns:a16="http://schemas.microsoft.com/office/drawing/2014/main" id="{85386BB9-EB1B-3E88-27B9-934F749D5373}"/>
                  </a:ext>
                </a:extLst>
              </p:cNvPr>
              <p:cNvSpPr/>
              <p:nvPr/>
            </p:nvSpPr>
            <p:spPr>
              <a:xfrm>
                <a:off x="342581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g2961">
                <a:extLst>
                  <a:ext uri="{FF2B5EF4-FFF2-40B4-BE49-F238E27FC236}">
                    <a16:creationId xmlns:a16="http://schemas.microsoft.com/office/drawing/2014/main" id="{935C58C7-C4AA-8834-2665-ED7FE8676EA0}"/>
                  </a:ext>
                </a:extLst>
              </p:cNvPr>
              <p:cNvSpPr/>
              <p:nvPr/>
            </p:nvSpPr>
            <p:spPr>
              <a:xfrm>
                <a:off x="349564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g2962">
                <a:extLst>
                  <a:ext uri="{FF2B5EF4-FFF2-40B4-BE49-F238E27FC236}">
                    <a16:creationId xmlns:a16="http://schemas.microsoft.com/office/drawing/2014/main" id="{B6F32887-B792-AD34-FAF5-4EE7DDB3CD9C}"/>
                  </a:ext>
                </a:extLst>
              </p:cNvPr>
              <p:cNvSpPr/>
              <p:nvPr/>
            </p:nvSpPr>
            <p:spPr>
              <a:xfrm>
                <a:off x="350728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g2963">
                <a:extLst>
                  <a:ext uri="{FF2B5EF4-FFF2-40B4-BE49-F238E27FC236}">
                    <a16:creationId xmlns:a16="http://schemas.microsoft.com/office/drawing/2014/main" id="{687FDAE8-B00B-7BDE-B769-C9D9B3CA2BE6}"/>
                  </a:ext>
                </a:extLst>
              </p:cNvPr>
              <p:cNvSpPr/>
              <p:nvPr/>
            </p:nvSpPr>
            <p:spPr>
              <a:xfrm>
                <a:off x="351891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g2964">
                <a:extLst>
                  <a:ext uri="{FF2B5EF4-FFF2-40B4-BE49-F238E27FC236}">
                    <a16:creationId xmlns:a16="http://schemas.microsoft.com/office/drawing/2014/main" id="{F84E8A53-5D3F-2361-85FD-7A4B532FD8CF}"/>
                  </a:ext>
                </a:extLst>
              </p:cNvPr>
              <p:cNvSpPr/>
              <p:nvPr/>
            </p:nvSpPr>
            <p:spPr>
              <a:xfrm>
                <a:off x="353055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g2965">
                <a:extLst>
                  <a:ext uri="{FF2B5EF4-FFF2-40B4-BE49-F238E27FC236}">
                    <a16:creationId xmlns:a16="http://schemas.microsoft.com/office/drawing/2014/main" id="{28D48722-8FF5-EBB3-22CD-10C9E7BDB26D}"/>
                  </a:ext>
                </a:extLst>
              </p:cNvPr>
              <p:cNvSpPr/>
              <p:nvPr/>
            </p:nvSpPr>
            <p:spPr>
              <a:xfrm>
                <a:off x="354219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g2966">
                <a:extLst>
                  <a:ext uri="{FF2B5EF4-FFF2-40B4-BE49-F238E27FC236}">
                    <a16:creationId xmlns:a16="http://schemas.microsoft.com/office/drawing/2014/main" id="{183BA401-23F0-5AC3-34F4-A85407DE5814}"/>
                  </a:ext>
                </a:extLst>
              </p:cNvPr>
              <p:cNvSpPr/>
              <p:nvPr/>
            </p:nvSpPr>
            <p:spPr>
              <a:xfrm>
                <a:off x="355383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g2967">
                <a:extLst>
                  <a:ext uri="{FF2B5EF4-FFF2-40B4-BE49-F238E27FC236}">
                    <a16:creationId xmlns:a16="http://schemas.microsoft.com/office/drawing/2014/main" id="{3877AC19-0A0E-6E4C-19FF-83581FAB5CF0}"/>
                  </a:ext>
                </a:extLst>
              </p:cNvPr>
              <p:cNvSpPr/>
              <p:nvPr/>
            </p:nvSpPr>
            <p:spPr>
              <a:xfrm>
                <a:off x="356546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g2968">
                <a:extLst>
                  <a:ext uri="{FF2B5EF4-FFF2-40B4-BE49-F238E27FC236}">
                    <a16:creationId xmlns:a16="http://schemas.microsoft.com/office/drawing/2014/main" id="{A1792E0D-7455-D11A-5391-05C9B67452B6}"/>
                  </a:ext>
                </a:extLst>
              </p:cNvPr>
              <p:cNvSpPr/>
              <p:nvPr/>
            </p:nvSpPr>
            <p:spPr>
              <a:xfrm>
                <a:off x="357710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g2969">
                <a:extLst>
                  <a:ext uri="{FF2B5EF4-FFF2-40B4-BE49-F238E27FC236}">
                    <a16:creationId xmlns:a16="http://schemas.microsoft.com/office/drawing/2014/main" id="{3EC0668E-17D1-C9D4-DEC5-A1C376E18C62}"/>
                  </a:ext>
                </a:extLst>
              </p:cNvPr>
              <p:cNvSpPr/>
              <p:nvPr/>
            </p:nvSpPr>
            <p:spPr>
              <a:xfrm>
                <a:off x="358874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g2970">
                <a:extLst>
                  <a:ext uri="{FF2B5EF4-FFF2-40B4-BE49-F238E27FC236}">
                    <a16:creationId xmlns:a16="http://schemas.microsoft.com/office/drawing/2014/main" id="{84F6C3A7-AFE0-39A4-3471-312545872C33}"/>
                  </a:ext>
                </a:extLst>
              </p:cNvPr>
              <p:cNvSpPr/>
              <p:nvPr/>
            </p:nvSpPr>
            <p:spPr>
              <a:xfrm>
                <a:off x="360037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g2971">
                <a:extLst>
                  <a:ext uri="{FF2B5EF4-FFF2-40B4-BE49-F238E27FC236}">
                    <a16:creationId xmlns:a16="http://schemas.microsoft.com/office/drawing/2014/main" id="{26FAA4CB-92AF-F22E-10A7-5E24AD5450C5}"/>
                  </a:ext>
                </a:extLst>
              </p:cNvPr>
              <p:cNvSpPr/>
              <p:nvPr/>
            </p:nvSpPr>
            <p:spPr>
              <a:xfrm>
                <a:off x="361201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g2972">
                <a:extLst>
                  <a:ext uri="{FF2B5EF4-FFF2-40B4-BE49-F238E27FC236}">
                    <a16:creationId xmlns:a16="http://schemas.microsoft.com/office/drawing/2014/main" id="{3CFD8480-48B0-282B-DE74-16D0342D84D8}"/>
                  </a:ext>
                </a:extLst>
              </p:cNvPr>
              <p:cNvSpPr/>
              <p:nvPr/>
            </p:nvSpPr>
            <p:spPr>
              <a:xfrm>
                <a:off x="362365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g2973">
                <a:extLst>
                  <a:ext uri="{FF2B5EF4-FFF2-40B4-BE49-F238E27FC236}">
                    <a16:creationId xmlns:a16="http://schemas.microsoft.com/office/drawing/2014/main" id="{34679234-2B37-3B53-8F1F-5326F2F86402}"/>
                  </a:ext>
                </a:extLst>
              </p:cNvPr>
              <p:cNvSpPr/>
              <p:nvPr/>
            </p:nvSpPr>
            <p:spPr>
              <a:xfrm>
                <a:off x="363529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g2974">
                <a:extLst>
                  <a:ext uri="{FF2B5EF4-FFF2-40B4-BE49-F238E27FC236}">
                    <a16:creationId xmlns:a16="http://schemas.microsoft.com/office/drawing/2014/main" id="{F26AFE88-BC6C-6312-3CDF-DFB403A653BF}"/>
                  </a:ext>
                </a:extLst>
              </p:cNvPr>
              <p:cNvSpPr/>
              <p:nvPr/>
            </p:nvSpPr>
            <p:spPr>
              <a:xfrm>
                <a:off x="364692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g2975">
                <a:extLst>
                  <a:ext uri="{FF2B5EF4-FFF2-40B4-BE49-F238E27FC236}">
                    <a16:creationId xmlns:a16="http://schemas.microsoft.com/office/drawing/2014/main" id="{3F355AF4-2738-ED3A-0CD1-9CC98FD07B2E}"/>
                  </a:ext>
                </a:extLst>
              </p:cNvPr>
              <p:cNvSpPr/>
              <p:nvPr/>
            </p:nvSpPr>
            <p:spPr>
              <a:xfrm>
                <a:off x="365856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g2976">
                <a:extLst>
                  <a:ext uri="{FF2B5EF4-FFF2-40B4-BE49-F238E27FC236}">
                    <a16:creationId xmlns:a16="http://schemas.microsoft.com/office/drawing/2014/main" id="{25F37A1F-4DC6-E7D4-4B10-74633632A17B}"/>
                  </a:ext>
                </a:extLst>
              </p:cNvPr>
              <p:cNvSpPr/>
              <p:nvPr/>
            </p:nvSpPr>
            <p:spPr>
              <a:xfrm>
                <a:off x="367020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g2977">
                <a:extLst>
                  <a:ext uri="{FF2B5EF4-FFF2-40B4-BE49-F238E27FC236}">
                    <a16:creationId xmlns:a16="http://schemas.microsoft.com/office/drawing/2014/main" id="{66C33EBE-AFA7-8717-8764-BCCCD5E4794A}"/>
                  </a:ext>
                </a:extLst>
              </p:cNvPr>
              <p:cNvSpPr/>
              <p:nvPr/>
            </p:nvSpPr>
            <p:spPr>
              <a:xfrm>
                <a:off x="368184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g2978">
                <a:extLst>
                  <a:ext uri="{FF2B5EF4-FFF2-40B4-BE49-F238E27FC236}">
                    <a16:creationId xmlns:a16="http://schemas.microsoft.com/office/drawing/2014/main" id="{3167354E-5D7D-9E05-E7EB-5ACDF0699150}"/>
                  </a:ext>
                </a:extLst>
              </p:cNvPr>
              <p:cNvSpPr/>
              <p:nvPr/>
            </p:nvSpPr>
            <p:spPr>
              <a:xfrm>
                <a:off x="369347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g2979">
                <a:extLst>
                  <a:ext uri="{FF2B5EF4-FFF2-40B4-BE49-F238E27FC236}">
                    <a16:creationId xmlns:a16="http://schemas.microsoft.com/office/drawing/2014/main" id="{DEB61077-53ED-CBB3-E9E9-12C5A430A787}"/>
                  </a:ext>
                </a:extLst>
              </p:cNvPr>
              <p:cNvSpPr/>
              <p:nvPr/>
            </p:nvSpPr>
            <p:spPr>
              <a:xfrm>
                <a:off x="370511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g2980">
                <a:extLst>
                  <a:ext uri="{FF2B5EF4-FFF2-40B4-BE49-F238E27FC236}">
                    <a16:creationId xmlns:a16="http://schemas.microsoft.com/office/drawing/2014/main" id="{4B55A114-82C2-AEBE-9EBA-EAD31E3E76A2}"/>
                  </a:ext>
                </a:extLst>
              </p:cNvPr>
              <p:cNvSpPr/>
              <p:nvPr/>
            </p:nvSpPr>
            <p:spPr>
              <a:xfrm>
                <a:off x="371675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g2981">
                <a:extLst>
                  <a:ext uri="{FF2B5EF4-FFF2-40B4-BE49-F238E27FC236}">
                    <a16:creationId xmlns:a16="http://schemas.microsoft.com/office/drawing/2014/main" id="{EB009DE2-F88F-A97C-6D9E-D506A8D4C863}"/>
                  </a:ext>
                </a:extLst>
              </p:cNvPr>
              <p:cNvSpPr/>
              <p:nvPr/>
            </p:nvSpPr>
            <p:spPr>
              <a:xfrm>
                <a:off x="372839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g2982">
                <a:extLst>
                  <a:ext uri="{FF2B5EF4-FFF2-40B4-BE49-F238E27FC236}">
                    <a16:creationId xmlns:a16="http://schemas.microsoft.com/office/drawing/2014/main" id="{F0BA6AA2-CFEA-7A57-A9BC-590F8688A02C}"/>
                  </a:ext>
                </a:extLst>
              </p:cNvPr>
              <p:cNvSpPr/>
              <p:nvPr/>
            </p:nvSpPr>
            <p:spPr>
              <a:xfrm>
                <a:off x="374002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g2983">
                <a:extLst>
                  <a:ext uri="{FF2B5EF4-FFF2-40B4-BE49-F238E27FC236}">
                    <a16:creationId xmlns:a16="http://schemas.microsoft.com/office/drawing/2014/main" id="{4464A26E-35DE-B038-ADCF-90C1FC62A7EB}"/>
                  </a:ext>
                </a:extLst>
              </p:cNvPr>
              <p:cNvSpPr/>
              <p:nvPr/>
            </p:nvSpPr>
            <p:spPr>
              <a:xfrm>
                <a:off x="375166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g2984">
                <a:extLst>
                  <a:ext uri="{FF2B5EF4-FFF2-40B4-BE49-F238E27FC236}">
                    <a16:creationId xmlns:a16="http://schemas.microsoft.com/office/drawing/2014/main" id="{FB53D57D-A263-E023-57BF-FF6FAF0BB578}"/>
                  </a:ext>
                </a:extLst>
              </p:cNvPr>
              <p:cNvSpPr/>
              <p:nvPr/>
            </p:nvSpPr>
            <p:spPr>
              <a:xfrm>
                <a:off x="376330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g2985">
                <a:extLst>
                  <a:ext uri="{FF2B5EF4-FFF2-40B4-BE49-F238E27FC236}">
                    <a16:creationId xmlns:a16="http://schemas.microsoft.com/office/drawing/2014/main" id="{D5B4E123-97DA-750B-370F-B96777E5BD24}"/>
                  </a:ext>
                </a:extLst>
              </p:cNvPr>
              <p:cNvSpPr/>
              <p:nvPr/>
            </p:nvSpPr>
            <p:spPr>
              <a:xfrm>
                <a:off x="377493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g2986">
                <a:extLst>
                  <a:ext uri="{FF2B5EF4-FFF2-40B4-BE49-F238E27FC236}">
                    <a16:creationId xmlns:a16="http://schemas.microsoft.com/office/drawing/2014/main" id="{117FF5AB-EB3D-F62F-2C62-F1B0A4E630F5}"/>
                  </a:ext>
                </a:extLst>
              </p:cNvPr>
              <p:cNvSpPr/>
              <p:nvPr/>
            </p:nvSpPr>
            <p:spPr>
              <a:xfrm>
                <a:off x="378657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g2987">
                <a:extLst>
                  <a:ext uri="{FF2B5EF4-FFF2-40B4-BE49-F238E27FC236}">
                    <a16:creationId xmlns:a16="http://schemas.microsoft.com/office/drawing/2014/main" id="{5A06E437-FEAF-1E07-F428-5EC28A450FF4}"/>
                  </a:ext>
                </a:extLst>
              </p:cNvPr>
              <p:cNvSpPr/>
              <p:nvPr/>
            </p:nvSpPr>
            <p:spPr>
              <a:xfrm>
                <a:off x="435680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g2988">
                <a:extLst>
                  <a:ext uri="{FF2B5EF4-FFF2-40B4-BE49-F238E27FC236}">
                    <a16:creationId xmlns:a16="http://schemas.microsoft.com/office/drawing/2014/main" id="{F261E545-7E82-17F5-16C4-A8832AA550A6}"/>
                  </a:ext>
                </a:extLst>
              </p:cNvPr>
              <p:cNvSpPr/>
              <p:nvPr/>
            </p:nvSpPr>
            <p:spPr>
              <a:xfrm>
                <a:off x="436844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g2989">
                <a:extLst>
                  <a:ext uri="{FF2B5EF4-FFF2-40B4-BE49-F238E27FC236}">
                    <a16:creationId xmlns:a16="http://schemas.microsoft.com/office/drawing/2014/main" id="{A65227AA-8316-C6F4-9200-D5F5C9768F54}"/>
                  </a:ext>
                </a:extLst>
              </p:cNvPr>
              <p:cNvSpPr/>
              <p:nvPr/>
            </p:nvSpPr>
            <p:spPr>
              <a:xfrm>
                <a:off x="438008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g2990">
                <a:extLst>
                  <a:ext uri="{FF2B5EF4-FFF2-40B4-BE49-F238E27FC236}">
                    <a16:creationId xmlns:a16="http://schemas.microsoft.com/office/drawing/2014/main" id="{92C46175-D052-8BE9-F8EC-F51C2998115A}"/>
                  </a:ext>
                </a:extLst>
              </p:cNvPr>
              <p:cNvSpPr/>
              <p:nvPr/>
            </p:nvSpPr>
            <p:spPr>
              <a:xfrm>
                <a:off x="439171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g2991">
                <a:extLst>
                  <a:ext uri="{FF2B5EF4-FFF2-40B4-BE49-F238E27FC236}">
                    <a16:creationId xmlns:a16="http://schemas.microsoft.com/office/drawing/2014/main" id="{6D78E5AE-A13C-7A25-C6DE-73C2CC345775}"/>
                  </a:ext>
                </a:extLst>
              </p:cNvPr>
              <p:cNvSpPr/>
              <p:nvPr/>
            </p:nvSpPr>
            <p:spPr>
              <a:xfrm>
                <a:off x="440335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g2992">
                <a:extLst>
                  <a:ext uri="{FF2B5EF4-FFF2-40B4-BE49-F238E27FC236}">
                    <a16:creationId xmlns:a16="http://schemas.microsoft.com/office/drawing/2014/main" id="{E6188EF1-6E89-5327-7634-31DEE85304B3}"/>
                  </a:ext>
                </a:extLst>
              </p:cNvPr>
              <p:cNvSpPr/>
              <p:nvPr/>
            </p:nvSpPr>
            <p:spPr>
              <a:xfrm>
                <a:off x="441499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g2993">
                <a:extLst>
                  <a:ext uri="{FF2B5EF4-FFF2-40B4-BE49-F238E27FC236}">
                    <a16:creationId xmlns:a16="http://schemas.microsoft.com/office/drawing/2014/main" id="{9D370195-BD95-15DE-3877-267E1A126271}"/>
                  </a:ext>
                </a:extLst>
              </p:cNvPr>
              <p:cNvSpPr/>
              <p:nvPr/>
            </p:nvSpPr>
            <p:spPr>
              <a:xfrm>
                <a:off x="442663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g2994">
                <a:extLst>
                  <a:ext uri="{FF2B5EF4-FFF2-40B4-BE49-F238E27FC236}">
                    <a16:creationId xmlns:a16="http://schemas.microsoft.com/office/drawing/2014/main" id="{78AA6A51-7ED1-7D45-263A-B68C3A81C1F1}"/>
                  </a:ext>
                </a:extLst>
              </p:cNvPr>
              <p:cNvSpPr/>
              <p:nvPr/>
            </p:nvSpPr>
            <p:spPr>
              <a:xfrm>
                <a:off x="458955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F">
                  <a:alpha val="100000"/>
                </a:srgbClr>
              </a:solidFill>
              <a:ln w="5420" cap="flat">
                <a:solidFill>
                  <a:srgbClr val="3C48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g2995">
                <a:extLst>
                  <a:ext uri="{FF2B5EF4-FFF2-40B4-BE49-F238E27FC236}">
                    <a16:creationId xmlns:a16="http://schemas.microsoft.com/office/drawing/2014/main" id="{AF14A4AD-672A-3066-0FA0-3C90F06B6033}"/>
                  </a:ext>
                </a:extLst>
              </p:cNvPr>
              <p:cNvSpPr/>
              <p:nvPr/>
            </p:nvSpPr>
            <p:spPr>
              <a:xfrm>
                <a:off x="460119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F">
                  <a:alpha val="100000"/>
                </a:srgbClr>
              </a:solidFill>
              <a:ln w="5420" cap="flat">
                <a:solidFill>
                  <a:srgbClr val="3C48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g2996">
                <a:extLst>
                  <a:ext uri="{FF2B5EF4-FFF2-40B4-BE49-F238E27FC236}">
                    <a16:creationId xmlns:a16="http://schemas.microsoft.com/office/drawing/2014/main" id="{AAE6DA0D-7116-B36E-89FA-AB04036E692E}"/>
                  </a:ext>
                </a:extLst>
              </p:cNvPr>
              <p:cNvSpPr/>
              <p:nvPr/>
            </p:nvSpPr>
            <p:spPr>
              <a:xfrm>
                <a:off x="461282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g2997">
                <a:extLst>
                  <a:ext uri="{FF2B5EF4-FFF2-40B4-BE49-F238E27FC236}">
                    <a16:creationId xmlns:a16="http://schemas.microsoft.com/office/drawing/2014/main" id="{4E5540E5-6194-C834-66E9-B2D032DC6D3B}"/>
                  </a:ext>
                </a:extLst>
              </p:cNvPr>
              <p:cNvSpPr/>
              <p:nvPr/>
            </p:nvSpPr>
            <p:spPr>
              <a:xfrm>
                <a:off x="462446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g2998">
                <a:extLst>
                  <a:ext uri="{FF2B5EF4-FFF2-40B4-BE49-F238E27FC236}">
                    <a16:creationId xmlns:a16="http://schemas.microsoft.com/office/drawing/2014/main" id="{68EDBBA9-426D-DBEA-41F5-6836C5137771}"/>
                  </a:ext>
                </a:extLst>
              </p:cNvPr>
              <p:cNvSpPr/>
              <p:nvPr/>
            </p:nvSpPr>
            <p:spPr>
              <a:xfrm>
                <a:off x="463610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g2999">
                <a:extLst>
                  <a:ext uri="{FF2B5EF4-FFF2-40B4-BE49-F238E27FC236}">
                    <a16:creationId xmlns:a16="http://schemas.microsoft.com/office/drawing/2014/main" id="{07B8A354-97C8-2B9D-2051-F88E9F037C4F}"/>
                  </a:ext>
                </a:extLst>
              </p:cNvPr>
              <p:cNvSpPr/>
              <p:nvPr/>
            </p:nvSpPr>
            <p:spPr>
              <a:xfrm>
                <a:off x="309997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g3000">
                <a:extLst>
                  <a:ext uri="{FF2B5EF4-FFF2-40B4-BE49-F238E27FC236}">
                    <a16:creationId xmlns:a16="http://schemas.microsoft.com/office/drawing/2014/main" id="{073FF68C-D61E-86A2-D1EF-8C46BBE1152A}"/>
                  </a:ext>
                </a:extLst>
              </p:cNvPr>
              <p:cNvSpPr/>
              <p:nvPr/>
            </p:nvSpPr>
            <p:spPr>
              <a:xfrm>
                <a:off x="311161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g3001">
                <a:extLst>
                  <a:ext uri="{FF2B5EF4-FFF2-40B4-BE49-F238E27FC236}">
                    <a16:creationId xmlns:a16="http://schemas.microsoft.com/office/drawing/2014/main" id="{DD87861F-F53C-5368-8EED-83B89BEE2C15}"/>
                  </a:ext>
                </a:extLst>
              </p:cNvPr>
              <p:cNvSpPr/>
              <p:nvPr/>
            </p:nvSpPr>
            <p:spPr>
              <a:xfrm>
                <a:off x="312324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g3002">
                <a:extLst>
                  <a:ext uri="{FF2B5EF4-FFF2-40B4-BE49-F238E27FC236}">
                    <a16:creationId xmlns:a16="http://schemas.microsoft.com/office/drawing/2014/main" id="{2460A82A-0E39-1B51-3398-6C65E71EFBB5}"/>
                  </a:ext>
                </a:extLst>
              </p:cNvPr>
              <p:cNvSpPr/>
              <p:nvPr/>
            </p:nvSpPr>
            <p:spPr>
              <a:xfrm>
                <a:off x="313488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g3003">
                <a:extLst>
                  <a:ext uri="{FF2B5EF4-FFF2-40B4-BE49-F238E27FC236}">
                    <a16:creationId xmlns:a16="http://schemas.microsoft.com/office/drawing/2014/main" id="{3F4480FE-2B88-F6CB-7837-E71F8E3C15B0}"/>
                  </a:ext>
                </a:extLst>
              </p:cNvPr>
              <p:cNvSpPr/>
              <p:nvPr/>
            </p:nvSpPr>
            <p:spPr>
              <a:xfrm>
                <a:off x="314652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g3004">
                <a:extLst>
                  <a:ext uri="{FF2B5EF4-FFF2-40B4-BE49-F238E27FC236}">
                    <a16:creationId xmlns:a16="http://schemas.microsoft.com/office/drawing/2014/main" id="{50784514-A899-3B21-FAA4-95FCAF0CFB66}"/>
                  </a:ext>
                </a:extLst>
              </p:cNvPr>
              <p:cNvSpPr/>
              <p:nvPr/>
            </p:nvSpPr>
            <p:spPr>
              <a:xfrm>
                <a:off x="315816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g3005">
                <a:extLst>
                  <a:ext uri="{FF2B5EF4-FFF2-40B4-BE49-F238E27FC236}">
                    <a16:creationId xmlns:a16="http://schemas.microsoft.com/office/drawing/2014/main" id="{3A88E7D4-4B40-DC75-1596-712B1B89A699}"/>
                  </a:ext>
                </a:extLst>
              </p:cNvPr>
              <p:cNvSpPr/>
              <p:nvPr/>
            </p:nvSpPr>
            <p:spPr>
              <a:xfrm>
                <a:off x="316979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g3006">
                <a:extLst>
                  <a:ext uri="{FF2B5EF4-FFF2-40B4-BE49-F238E27FC236}">
                    <a16:creationId xmlns:a16="http://schemas.microsoft.com/office/drawing/2014/main" id="{481433E2-2ABD-F2F9-39A9-308D709803A7}"/>
                  </a:ext>
                </a:extLst>
              </p:cNvPr>
              <p:cNvSpPr/>
              <p:nvPr/>
            </p:nvSpPr>
            <p:spPr>
              <a:xfrm>
                <a:off x="318143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g3007">
                <a:extLst>
                  <a:ext uri="{FF2B5EF4-FFF2-40B4-BE49-F238E27FC236}">
                    <a16:creationId xmlns:a16="http://schemas.microsoft.com/office/drawing/2014/main" id="{D6781F41-F108-1152-AF84-5A14EC1ABDEE}"/>
                  </a:ext>
                </a:extLst>
              </p:cNvPr>
              <p:cNvSpPr/>
              <p:nvPr/>
            </p:nvSpPr>
            <p:spPr>
              <a:xfrm>
                <a:off x="350728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g3008">
                <a:extLst>
                  <a:ext uri="{FF2B5EF4-FFF2-40B4-BE49-F238E27FC236}">
                    <a16:creationId xmlns:a16="http://schemas.microsoft.com/office/drawing/2014/main" id="{3A6D096E-8FBB-8505-95CB-1709B24FA2BA}"/>
                  </a:ext>
                </a:extLst>
              </p:cNvPr>
              <p:cNvSpPr/>
              <p:nvPr/>
            </p:nvSpPr>
            <p:spPr>
              <a:xfrm>
                <a:off x="351891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g3009">
                <a:extLst>
                  <a:ext uri="{FF2B5EF4-FFF2-40B4-BE49-F238E27FC236}">
                    <a16:creationId xmlns:a16="http://schemas.microsoft.com/office/drawing/2014/main" id="{86D5EBDB-19BC-E46D-4862-451EA82D49F0}"/>
                  </a:ext>
                </a:extLst>
              </p:cNvPr>
              <p:cNvSpPr/>
              <p:nvPr/>
            </p:nvSpPr>
            <p:spPr>
              <a:xfrm>
                <a:off x="353055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g3010">
                <a:extLst>
                  <a:ext uri="{FF2B5EF4-FFF2-40B4-BE49-F238E27FC236}">
                    <a16:creationId xmlns:a16="http://schemas.microsoft.com/office/drawing/2014/main" id="{55145B96-CEC9-F07F-94DB-F5606AD72A8D}"/>
                  </a:ext>
                </a:extLst>
              </p:cNvPr>
              <p:cNvSpPr/>
              <p:nvPr/>
            </p:nvSpPr>
            <p:spPr>
              <a:xfrm>
                <a:off x="354219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g3011">
                <a:extLst>
                  <a:ext uri="{FF2B5EF4-FFF2-40B4-BE49-F238E27FC236}">
                    <a16:creationId xmlns:a16="http://schemas.microsoft.com/office/drawing/2014/main" id="{5C5D19FD-9B60-23BE-F05C-2EB66F8FA12D}"/>
                  </a:ext>
                </a:extLst>
              </p:cNvPr>
              <p:cNvSpPr/>
              <p:nvPr/>
            </p:nvSpPr>
            <p:spPr>
              <a:xfrm>
                <a:off x="355383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g3012">
                <a:extLst>
                  <a:ext uri="{FF2B5EF4-FFF2-40B4-BE49-F238E27FC236}">
                    <a16:creationId xmlns:a16="http://schemas.microsoft.com/office/drawing/2014/main" id="{A2D95F9E-E4B8-A818-78CD-B9F70C2ED90B}"/>
                  </a:ext>
                </a:extLst>
              </p:cNvPr>
              <p:cNvSpPr/>
              <p:nvPr/>
            </p:nvSpPr>
            <p:spPr>
              <a:xfrm>
                <a:off x="356546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g3013">
                <a:extLst>
                  <a:ext uri="{FF2B5EF4-FFF2-40B4-BE49-F238E27FC236}">
                    <a16:creationId xmlns:a16="http://schemas.microsoft.com/office/drawing/2014/main" id="{3630FF79-6381-D8BC-EFB7-D3EF88BA7B60}"/>
                  </a:ext>
                </a:extLst>
              </p:cNvPr>
              <p:cNvSpPr/>
              <p:nvPr/>
            </p:nvSpPr>
            <p:spPr>
              <a:xfrm>
                <a:off x="357710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g3014">
                <a:extLst>
                  <a:ext uri="{FF2B5EF4-FFF2-40B4-BE49-F238E27FC236}">
                    <a16:creationId xmlns:a16="http://schemas.microsoft.com/office/drawing/2014/main" id="{6332E6C4-F117-E843-ED63-D949F1C225BC}"/>
                  </a:ext>
                </a:extLst>
              </p:cNvPr>
              <p:cNvSpPr/>
              <p:nvPr/>
            </p:nvSpPr>
            <p:spPr>
              <a:xfrm>
                <a:off x="358874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g3015">
                <a:extLst>
                  <a:ext uri="{FF2B5EF4-FFF2-40B4-BE49-F238E27FC236}">
                    <a16:creationId xmlns:a16="http://schemas.microsoft.com/office/drawing/2014/main" id="{D1280953-0009-C0AE-AAC6-EDD919BED1E1}"/>
                  </a:ext>
                </a:extLst>
              </p:cNvPr>
              <p:cNvSpPr/>
              <p:nvPr/>
            </p:nvSpPr>
            <p:spPr>
              <a:xfrm>
                <a:off x="360037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g3016">
                <a:extLst>
                  <a:ext uri="{FF2B5EF4-FFF2-40B4-BE49-F238E27FC236}">
                    <a16:creationId xmlns:a16="http://schemas.microsoft.com/office/drawing/2014/main" id="{982DA604-11D3-BA92-826A-43F07A5BF09B}"/>
                  </a:ext>
                </a:extLst>
              </p:cNvPr>
              <p:cNvSpPr/>
              <p:nvPr/>
            </p:nvSpPr>
            <p:spPr>
              <a:xfrm>
                <a:off x="361201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g3017">
                <a:extLst>
                  <a:ext uri="{FF2B5EF4-FFF2-40B4-BE49-F238E27FC236}">
                    <a16:creationId xmlns:a16="http://schemas.microsoft.com/office/drawing/2014/main" id="{9F65F014-6941-FEFF-814B-9A590E5BE293}"/>
                  </a:ext>
                </a:extLst>
              </p:cNvPr>
              <p:cNvSpPr/>
              <p:nvPr/>
            </p:nvSpPr>
            <p:spPr>
              <a:xfrm>
                <a:off x="362365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g3018">
                <a:extLst>
                  <a:ext uri="{FF2B5EF4-FFF2-40B4-BE49-F238E27FC236}">
                    <a16:creationId xmlns:a16="http://schemas.microsoft.com/office/drawing/2014/main" id="{F361D3F5-9723-6AC1-FEEE-1AD302F24748}"/>
                  </a:ext>
                </a:extLst>
              </p:cNvPr>
              <p:cNvSpPr/>
              <p:nvPr/>
            </p:nvSpPr>
            <p:spPr>
              <a:xfrm>
                <a:off x="363529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g3019">
                <a:extLst>
                  <a:ext uri="{FF2B5EF4-FFF2-40B4-BE49-F238E27FC236}">
                    <a16:creationId xmlns:a16="http://schemas.microsoft.com/office/drawing/2014/main" id="{B16B45B1-9578-3CDF-4333-EA5FAE54EDBC}"/>
                  </a:ext>
                </a:extLst>
              </p:cNvPr>
              <p:cNvSpPr/>
              <p:nvPr/>
            </p:nvSpPr>
            <p:spPr>
              <a:xfrm>
                <a:off x="364692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g3020">
                <a:extLst>
                  <a:ext uri="{FF2B5EF4-FFF2-40B4-BE49-F238E27FC236}">
                    <a16:creationId xmlns:a16="http://schemas.microsoft.com/office/drawing/2014/main" id="{2A3BF6EB-4223-6AC2-DCED-081879759C66}"/>
                  </a:ext>
                </a:extLst>
              </p:cNvPr>
              <p:cNvSpPr/>
              <p:nvPr/>
            </p:nvSpPr>
            <p:spPr>
              <a:xfrm>
                <a:off x="365856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g3021">
                <a:extLst>
                  <a:ext uri="{FF2B5EF4-FFF2-40B4-BE49-F238E27FC236}">
                    <a16:creationId xmlns:a16="http://schemas.microsoft.com/office/drawing/2014/main" id="{B61692F2-A32C-2D71-2347-77882D1013EF}"/>
                  </a:ext>
                </a:extLst>
              </p:cNvPr>
              <p:cNvSpPr/>
              <p:nvPr/>
            </p:nvSpPr>
            <p:spPr>
              <a:xfrm>
                <a:off x="367020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g3022">
                <a:extLst>
                  <a:ext uri="{FF2B5EF4-FFF2-40B4-BE49-F238E27FC236}">
                    <a16:creationId xmlns:a16="http://schemas.microsoft.com/office/drawing/2014/main" id="{501E3640-136E-917B-7F85-06F9D584085A}"/>
                  </a:ext>
                </a:extLst>
              </p:cNvPr>
              <p:cNvSpPr/>
              <p:nvPr/>
            </p:nvSpPr>
            <p:spPr>
              <a:xfrm>
                <a:off x="368184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g3023">
                <a:extLst>
                  <a:ext uri="{FF2B5EF4-FFF2-40B4-BE49-F238E27FC236}">
                    <a16:creationId xmlns:a16="http://schemas.microsoft.com/office/drawing/2014/main" id="{BB775D52-84D6-BC27-DBD6-E2A7AE350B52}"/>
                  </a:ext>
                </a:extLst>
              </p:cNvPr>
              <p:cNvSpPr/>
              <p:nvPr/>
            </p:nvSpPr>
            <p:spPr>
              <a:xfrm>
                <a:off x="369347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g3024">
                <a:extLst>
                  <a:ext uri="{FF2B5EF4-FFF2-40B4-BE49-F238E27FC236}">
                    <a16:creationId xmlns:a16="http://schemas.microsoft.com/office/drawing/2014/main" id="{6D023D43-0561-65DE-860D-AFC7C9F984A1}"/>
                  </a:ext>
                </a:extLst>
              </p:cNvPr>
              <p:cNvSpPr/>
              <p:nvPr/>
            </p:nvSpPr>
            <p:spPr>
              <a:xfrm>
                <a:off x="370511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g3025">
                <a:extLst>
                  <a:ext uri="{FF2B5EF4-FFF2-40B4-BE49-F238E27FC236}">
                    <a16:creationId xmlns:a16="http://schemas.microsoft.com/office/drawing/2014/main" id="{E065813F-FF9E-B66C-F67B-490A42A234F9}"/>
                  </a:ext>
                </a:extLst>
              </p:cNvPr>
              <p:cNvSpPr/>
              <p:nvPr/>
            </p:nvSpPr>
            <p:spPr>
              <a:xfrm>
                <a:off x="371675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g3026">
                <a:extLst>
                  <a:ext uri="{FF2B5EF4-FFF2-40B4-BE49-F238E27FC236}">
                    <a16:creationId xmlns:a16="http://schemas.microsoft.com/office/drawing/2014/main" id="{69B32A1B-4F14-61AF-3F11-158EDC09D448}"/>
                  </a:ext>
                </a:extLst>
              </p:cNvPr>
              <p:cNvSpPr/>
              <p:nvPr/>
            </p:nvSpPr>
            <p:spPr>
              <a:xfrm>
                <a:off x="372839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g3027">
                <a:extLst>
                  <a:ext uri="{FF2B5EF4-FFF2-40B4-BE49-F238E27FC236}">
                    <a16:creationId xmlns:a16="http://schemas.microsoft.com/office/drawing/2014/main" id="{C879874F-9908-A89D-0F34-C60EA4AA3777}"/>
                  </a:ext>
                </a:extLst>
              </p:cNvPr>
              <p:cNvSpPr/>
              <p:nvPr/>
            </p:nvSpPr>
            <p:spPr>
              <a:xfrm>
                <a:off x="374002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g3028">
                <a:extLst>
                  <a:ext uri="{FF2B5EF4-FFF2-40B4-BE49-F238E27FC236}">
                    <a16:creationId xmlns:a16="http://schemas.microsoft.com/office/drawing/2014/main" id="{13121A07-4EF0-AA01-59D2-FC906CBF843F}"/>
                  </a:ext>
                </a:extLst>
              </p:cNvPr>
              <p:cNvSpPr/>
              <p:nvPr/>
            </p:nvSpPr>
            <p:spPr>
              <a:xfrm>
                <a:off x="375166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g3029">
                <a:extLst>
                  <a:ext uri="{FF2B5EF4-FFF2-40B4-BE49-F238E27FC236}">
                    <a16:creationId xmlns:a16="http://schemas.microsoft.com/office/drawing/2014/main" id="{6AEF3B7B-D741-BC11-653D-20089EC89E3C}"/>
                  </a:ext>
                </a:extLst>
              </p:cNvPr>
              <p:cNvSpPr/>
              <p:nvPr/>
            </p:nvSpPr>
            <p:spPr>
              <a:xfrm>
                <a:off x="376330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g3030">
                <a:extLst>
                  <a:ext uri="{FF2B5EF4-FFF2-40B4-BE49-F238E27FC236}">
                    <a16:creationId xmlns:a16="http://schemas.microsoft.com/office/drawing/2014/main" id="{7D13E908-18A0-A569-2366-F512B92383E6}"/>
                  </a:ext>
                </a:extLst>
              </p:cNvPr>
              <p:cNvSpPr/>
              <p:nvPr/>
            </p:nvSpPr>
            <p:spPr>
              <a:xfrm>
                <a:off x="377493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g3031">
                <a:extLst>
                  <a:ext uri="{FF2B5EF4-FFF2-40B4-BE49-F238E27FC236}">
                    <a16:creationId xmlns:a16="http://schemas.microsoft.com/office/drawing/2014/main" id="{4C06473C-B473-0165-A942-ED8A50DEB34E}"/>
                  </a:ext>
                </a:extLst>
              </p:cNvPr>
              <p:cNvSpPr/>
              <p:nvPr/>
            </p:nvSpPr>
            <p:spPr>
              <a:xfrm>
                <a:off x="378657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g3032">
                <a:extLst>
                  <a:ext uri="{FF2B5EF4-FFF2-40B4-BE49-F238E27FC236}">
                    <a16:creationId xmlns:a16="http://schemas.microsoft.com/office/drawing/2014/main" id="{702D2A67-BF95-1F4D-019F-FA92BB3B7393}"/>
                  </a:ext>
                </a:extLst>
              </p:cNvPr>
              <p:cNvSpPr/>
              <p:nvPr/>
            </p:nvSpPr>
            <p:spPr>
              <a:xfrm>
                <a:off x="436844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g3033">
                <a:extLst>
                  <a:ext uri="{FF2B5EF4-FFF2-40B4-BE49-F238E27FC236}">
                    <a16:creationId xmlns:a16="http://schemas.microsoft.com/office/drawing/2014/main" id="{CCC8FF1F-810F-8B54-D22F-ED6183D31362}"/>
                  </a:ext>
                </a:extLst>
              </p:cNvPr>
              <p:cNvSpPr/>
              <p:nvPr/>
            </p:nvSpPr>
            <p:spPr>
              <a:xfrm>
                <a:off x="438008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g3034">
                <a:extLst>
                  <a:ext uri="{FF2B5EF4-FFF2-40B4-BE49-F238E27FC236}">
                    <a16:creationId xmlns:a16="http://schemas.microsoft.com/office/drawing/2014/main" id="{E7FF39E9-79D9-9C4F-F9F1-1D5143DF94B4}"/>
                  </a:ext>
                </a:extLst>
              </p:cNvPr>
              <p:cNvSpPr/>
              <p:nvPr/>
            </p:nvSpPr>
            <p:spPr>
              <a:xfrm>
                <a:off x="439171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g3035">
                <a:extLst>
                  <a:ext uri="{FF2B5EF4-FFF2-40B4-BE49-F238E27FC236}">
                    <a16:creationId xmlns:a16="http://schemas.microsoft.com/office/drawing/2014/main" id="{DDF554D6-35DB-51A8-EB73-A31E92454F75}"/>
                  </a:ext>
                </a:extLst>
              </p:cNvPr>
              <p:cNvSpPr/>
              <p:nvPr/>
            </p:nvSpPr>
            <p:spPr>
              <a:xfrm>
                <a:off x="440335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g3036">
                <a:extLst>
                  <a:ext uri="{FF2B5EF4-FFF2-40B4-BE49-F238E27FC236}">
                    <a16:creationId xmlns:a16="http://schemas.microsoft.com/office/drawing/2014/main" id="{4F87F03F-CA65-F81C-2668-D5279A40F302}"/>
                  </a:ext>
                </a:extLst>
              </p:cNvPr>
              <p:cNvSpPr/>
              <p:nvPr/>
            </p:nvSpPr>
            <p:spPr>
              <a:xfrm>
                <a:off x="441499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g3037">
                <a:extLst>
                  <a:ext uri="{FF2B5EF4-FFF2-40B4-BE49-F238E27FC236}">
                    <a16:creationId xmlns:a16="http://schemas.microsoft.com/office/drawing/2014/main" id="{2C2C766B-E368-3FCE-9CA6-6F2196994AD2}"/>
                  </a:ext>
                </a:extLst>
              </p:cNvPr>
              <p:cNvSpPr/>
              <p:nvPr/>
            </p:nvSpPr>
            <p:spPr>
              <a:xfrm>
                <a:off x="442663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g3038">
                <a:extLst>
                  <a:ext uri="{FF2B5EF4-FFF2-40B4-BE49-F238E27FC236}">
                    <a16:creationId xmlns:a16="http://schemas.microsoft.com/office/drawing/2014/main" id="{9C384432-28AA-CC69-4D6D-B53AF6DD1ACB}"/>
                  </a:ext>
                </a:extLst>
              </p:cNvPr>
              <p:cNvSpPr/>
              <p:nvPr/>
            </p:nvSpPr>
            <p:spPr>
              <a:xfrm>
                <a:off x="443826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9">
                  <a:alpha val="100000"/>
                </a:srgbClr>
              </a:solidFill>
              <a:ln w="5420" cap="flat">
                <a:solidFill>
                  <a:srgbClr val="3B4F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g3039">
                <a:extLst>
                  <a:ext uri="{FF2B5EF4-FFF2-40B4-BE49-F238E27FC236}">
                    <a16:creationId xmlns:a16="http://schemas.microsoft.com/office/drawing/2014/main" id="{8410B34E-60FA-7FA0-9FAB-99F96376C9DB}"/>
                  </a:ext>
                </a:extLst>
              </p:cNvPr>
              <p:cNvSpPr/>
              <p:nvPr/>
            </p:nvSpPr>
            <p:spPr>
              <a:xfrm>
                <a:off x="458955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g3040">
                <a:extLst>
                  <a:ext uri="{FF2B5EF4-FFF2-40B4-BE49-F238E27FC236}">
                    <a16:creationId xmlns:a16="http://schemas.microsoft.com/office/drawing/2014/main" id="{4A5F8A3D-A272-FC81-1F7A-33E4E0E2E079}"/>
                  </a:ext>
                </a:extLst>
              </p:cNvPr>
              <p:cNvSpPr/>
              <p:nvPr/>
            </p:nvSpPr>
            <p:spPr>
              <a:xfrm>
                <a:off x="460119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g3041">
                <a:extLst>
                  <a:ext uri="{FF2B5EF4-FFF2-40B4-BE49-F238E27FC236}">
                    <a16:creationId xmlns:a16="http://schemas.microsoft.com/office/drawing/2014/main" id="{F0BA783A-9286-FDEE-8B40-C4F17AF10B21}"/>
                  </a:ext>
                </a:extLst>
              </p:cNvPr>
              <p:cNvSpPr/>
              <p:nvPr/>
            </p:nvSpPr>
            <p:spPr>
              <a:xfrm>
                <a:off x="461282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g3042">
                <a:extLst>
                  <a:ext uri="{FF2B5EF4-FFF2-40B4-BE49-F238E27FC236}">
                    <a16:creationId xmlns:a16="http://schemas.microsoft.com/office/drawing/2014/main" id="{5A9EA6A8-3730-D331-A772-AFC2B27C6FA2}"/>
                  </a:ext>
                </a:extLst>
              </p:cNvPr>
              <p:cNvSpPr/>
              <p:nvPr/>
            </p:nvSpPr>
            <p:spPr>
              <a:xfrm>
                <a:off x="462446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g3043">
                <a:extLst>
                  <a:ext uri="{FF2B5EF4-FFF2-40B4-BE49-F238E27FC236}">
                    <a16:creationId xmlns:a16="http://schemas.microsoft.com/office/drawing/2014/main" id="{19104C75-6805-F10F-31B7-2A8220027A0F}"/>
                  </a:ext>
                </a:extLst>
              </p:cNvPr>
              <p:cNvSpPr/>
              <p:nvPr/>
            </p:nvSpPr>
            <p:spPr>
              <a:xfrm>
                <a:off x="463610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g3044">
                <a:extLst>
                  <a:ext uri="{FF2B5EF4-FFF2-40B4-BE49-F238E27FC236}">
                    <a16:creationId xmlns:a16="http://schemas.microsoft.com/office/drawing/2014/main" id="{7EFFF56D-ACF5-72A5-BB7E-E438C36626C5}"/>
                  </a:ext>
                </a:extLst>
              </p:cNvPr>
              <p:cNvSpPr/>
              <p:nvPr/>
            </p:nvSpPr>
            <p:spPr>
              <a:xfrm>
                <a:off x="308833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g3045">
                <a:extLst>
                  <a:ext uri="{FF2B5EF4-FFF2-40B4-BE49-F238E27FC236}">
                    <a16:creationId xmlns:a16="http://schemas.microsoft.com/office/drawing/2014/main" id="{C268DA77-CD4F-FD6A-9CED-7261B60768D1}"/>
                  </a:ext>
                </a:extLst>
              </p:cNvPr>
              <p:cNvSpPr/>
              <p:nvPr/>
            </p:nvSpPr>
            <p:spPr>
              <a:xfrm>
                <a:off x="309997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g3046">
                <a:extLst>
                  <a:ext uri="{FF2B5EF4-FFF2-40B4-BE49-F238E27FC236}">
                    <a16:creationId xmlns:a16="http://schemas.microsoft.com/office/drawing/2014/main" id="{7B6A8938-74B7-871E-C7DD-DA70C592F880}"/>
                  </a:ext>
                </a:extLst>
              </p:cNvPr>
              <p:cNvSpPr/>
              <p:nvPr/>
            </p:nvSpPr>
            <p:spPr>
              <a:xfrm>
                <a:off x="311161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g3047">
                <a:extLst>
                  <a:ext uri="{FF2B5EF4-FFF2-40B4-BE49-F238E27FC236}">
                    <a16:creationId xmlns:a16="http://schemas.microsoft.com/office/drawing/2014/main" id="{6EDB27E6-A9C8-9DF3-3E74-FC044D64E4DD}"/>
                  </a:ext>
                </a:extLst>
              </p:cNvPr>
              <p:cNvSpPr/>
              <p:nvPr/>
            </p:nvSpPr>
            <p:spPr>
              <a:xfrm>
                <a:off x="312324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g3048">
                <a:extLst>
                  <a:ext uri="{FF2B5EF4-FFF2-40B4-BE49-F238E27FC236}">
                    <a16:creationId xmlns:a16="http://schemas.microsoft.com/office/drawing/2014/main" id="{5ACD41EA-8EDC-5602-C861-C530DAD86663}"/>
                  </a:ext>
                </a:extLst>
              </p:cNvPr>
              <p:cNvSpPr/>
              <p:nvPr/>
            </p:nvSpPr>
            <p:spPr>
              <a:xfrm>
                <a:off x="313488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g3049">
                <a:extLst>
                  <a:ext uri="{FF2B5EF4-FFF2-40B4-BE49-F238E27FC236}">
                    <a16:creationId xmlns:a16="http://schemas.microsoft.com/office/drawing/2014/main" id="{8B5C4786-2DAC-2943-95FE-EC30D2CC64A5}"/>
                  </a:ext>
                </a:extLst>
              </p:cNvPr>
              <p:cNvSpPr/>
              <p:nvPr/>
            </p:nvSpPr>
            <p:spPr>
              <a:xfrm>
                <a:off x="314652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g3050">
                <a:extLst>
                  <a:ext uri="{FF2B5EF4-FFF2-40B4-BE49-F238E27FC236}">
                    <a16:creationId xmlns:a16="http://schemas.microsoft.com/office/drawing/2014/main" id="{446D7AA1-0C96-788C-21BB-5D9046BB5A6B}"/>
                  </a:ext>
                </a:extLst>
              </p:cNvPr>
              <p:cNvSpPr/>
              <p:nvPr/>
            </p:nvSpPr>
            <p:spPr>
              <a:xfrm>
                <a:off x="351891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g3051">
                <a:extLst>
                  <a:ext uri="{FF2B5EF4-FFF2-40B4-BE49-F238E27FC236}">
                    <a16:creationId xmlns:a16="http://schemas.microsoft.com/office/drawing/2014/main" id="{E2C213F2-65AE-C83E-6A5E-743349604FB7}"/>
                  </a:ext>
                </a:extLst>
              </p:cNvPr>
              <p:cNvSpPr/>
              <p:nvPr/>
            </p:nvSpPr>
            <p:spPr>
              <a:xfrm>
                <a:off x="353055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g3052">
                <a:extLst>
                  <a:ext uri="{FF2B5EF4-FFF2-40B4-BE49-F238E27FC236}">
                    <a16:creationId xmlns:a16="http://schemas.microsoft.com/office/drawing/2014/main" id="{E75EFE6B-E7BD-2C56-8D06-8CE45A06EE60}"/>
                  </a:ext>
                </a:extLst>
              </p:cNvPr>
              <p:cNvSpPr/>
              <p:nvPr/>
            </p:nvSpPr>
            <p:spPr>
              <a:xfrm>
                <a:off x="354219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g3053">
                <a:extLst>
                  <a:ext uri="{FF2B5EF4-FFF2-40B4-BE49-F238E27FC236}">
                    <a16:creationId xmlns:a16="http://schemas.microsoft.com/office/drawing/2014/main" id="{B71F0BA3-394A-C17C-19FE-A6795D85D271}"/>
                  </a:ext>
                </a:extLst>
              </p:cNvPr>
              <p:cNvSpPr/>
              <p:nvPr/>
            </p:nvSpPr>
            <p:spPr>
              <a:xfrm>
                <a:off x="355383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g3054">
                <a:extLst>
                  <a:ext uri="{FF2B5EF4-FFF2-40B4-BE49-F238E27FC236}">
                    <a16:creationId xmlns:a16="http://schemas.microsoft.com/office/drawing/2014/main" id="{4A3F12F5-E31B-508A-D79D-131D10226D23}"/>
                  </a:ext>
                </a:extLst>
              </p:cNvPr>
              <p:cNvSpPr/>
              <p:nvPr/>
            </p:nvSpPr>
            <p:spPr>
              <a:xfrm>
                <a:off x="356546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g3055">
                <a:extLst>
                  <a:ext uri="{FF2B5EF4-FFF2-40B4-BE49-F238E27FC236}">
                    <a16:creationId xmlns:a16="http://schemas.microsoft.com/office/drawing/2014/main" id="{BEBF83DD-C9E4-FB04-A1B5-4C9F7185794E}"/>
                  </a:ext>
                </a:extLst>
              </p:cNvPr>
              <p:cNvSpPr/>
              <p:nvPr/>
            </p:nvSpPr>
            <p:spPr>
              <a:xfrm>
                <a:off x="357710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g3056">
                <a:extLst>
                  <a:ext uri="{FF2B5EF4-FFF2-40B4-BE49-F238E27FC236}">
                    <a16:creationId xmlns:a16="http://schemas.microsoft.com/office/drawing/2014/main" id="{2C6A45C7-78D7-E6BB-1528-9F4A8F43BD06}"/>
                  </a:ext>
                </a:extLst>
              </p:cNvPr>
              <p:cNvSpPr/>
              <p:nvPr/>
            </p:nvSpPr>
            <p:spPr>
              <a:xfrm>
                <a:off x="358874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g3057">
                <a:extLst>
                  <a:ext uri="{FF2B5EF4-FFF2-40B4-BE49-F238E27FC236}">
                    <a16:creationId xmlns:a16="http://schemas.microsoft.com/office/drawing/2014/main" id="{70F5F17B-ED14-3747-5729-B03734D82DF4}"/>
                  </a:ext>
                </a:extLst>
              </p:cNvPr>
              <p:cNvSpPr/>
              <p:nvPr/>
            </p:nvSpPr>
            <p:spPr>
              <a:xfrm>
                <a:off x="360037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g3058">
                <a:extLst>
                  <a:ext uri="{FF2B5EF4-FFF2-40B4-BE49-F238E27FC236}">
                    <a16:creationId xmlns:a16="http://schemas.microsoft.com/office/drawing/2014/main" id="{5AAE6481-2A16-D47B-AE6C-5E85A98469B8}"/>
                  </a:ext>
                </a:extLst>
              </p:cNvPr>
              <p:cNvSpPr/>
              <p:nvPr/>
            </p:nvSpPr>
            <p:spPr>
              <a:xfrm>
                <a:off x="361201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g3059">
                <a:extLst>
                  <a:ext uri="{FF2B5EF4-FFF2-40B4-BE49-F238E27FC236}">
                    <a16:creationId xmlns:a16="http://schemas.microsoft.com/office/drawing/2014/main" id="{1F48E043-9F8D-49BE-5EEF-04B9729BFEC6}"/>
                  </a:ext>
                </a:extLst>
              </p:cNvPr>
              <p:cNvSpPr/>
              <p:nvPr/>
            </p:nvSpPr>
            <p:spPr>
              <a:xfrm>
                <a:off x="362365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g3060">
                <a:extLst>
                  <a:ext uri="{FF2B5EF4-FFF2-40B4-BE49-F238E27FC236}">
                    <a16:creationId xmlns:a16="http://schemas.microsoft.com/office/drawing/2014/main" id="{E5DE1CA8-F84B-DEF3-C740-FE17433AC51E}"/>
                  </a:ext>
                </a:extLst>
              </p:cNvPr>
              <p:cNvSpPr/>
              <p:nvPr/>
            </p:nvSpPr>
            <p:spPr>
              <a:xfrm>
                <a:off x="363529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g3061">
                <a:extLst>
                  <a:ext uri="{FF2B5EF4-FFF2-40B4-BE49-F238E27FC236}">
                    <a16:creationId xmlns:a16="http://schemas.microsoft.com/office/drawing/2014/main" id="{7FF57326-FC0F-9D57-D7A5-282E1DA035BE}"/>
                  </a:ext>
                </a:extLst>
              </p:cNvPr>
              <p:cNvSpPr/>
              <p:nvPr/>
            </p:nvSpPr>
            <p:spPr>
              <a:xfrm>
                <a:off x="364692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g3062">
                <a:extLst>
                  <a:ext uri="{FF2B5EF4-FFF2-40B4-BE49-F238E27FC236}">
                    <a16:creationId xmlns:a16="http://schemas.microsoft.com/office/drawing/2014/main" id="{C9917CBE-02A6-6ADE-3629-6353151C1332}"/>
                  </a:ext>
                </a:extLst>
              </p:cNvPr>
              <p:cNvSpPr/>
              <p:nvPr/>
            </p:nvSpPr>
            <p:spPr>
              <a:xfrm>
                <a:off x="365856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g3063">
                <a:extLst>
                  <a:ext uri="{FF2B5EF4-FFF2-40B4-BE49-F238E27FC236}">
                    <a16:creationId xmlns:a16="http://schemas.microsoft.com/office/drawing/2014/main" id="{B40A1557-0F8F-CA57-FDD5-1BD9AA9725B7}"/>
                  </a:ext>
                </a:extLst>
              </p:cNvPr>
              <p:cNvSpPr/>
              <p:nvPr/>
            </p:nvSpPr>
            <p:spPr>
              <a:xfrm>
                <a:off x="367020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g3064">
                <a:extLst>
                  <a:ext uri="{FF2B5EF4-FFF2-40B4-BE49-F238E27FC236}">
                    <a16:creationId xmlns:a16="http://schemas.microsoft.com/office/drawing/2014/main" id="{D161271C-40FB-39C3-CF3F-8020F71DB706}"/>
                  </a:ext>
                </a:extLst>
              </p:cNvPr>
              <p:cNvSpPr/>
              <p:nvPr/>
            </p:nvSpPr>
            <p:spPr>
              <a:xfrm>
                <a:off x="368184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g3065">
                <a:extLst>
                  <a:ext uri="{FF2B5EF4-FFF2-40B4-BE49-F238E27FC236}">
                    <a16:creationId xmlns:a16="http://schemas.microsoft.com/office/drawing/2014/main" id="{95CA10FC-FB53-8FA2-5503-B9FE9D6ABD83}"/>
                  </a:ext>
                </a:extLst>
              </p:cNvPr>
              <p:cNvSpPr/>
              <p:nvPr/>
            </p:nvSpPr>
            <p:spPr>
              <a:xfrm>
                <a:off x="369347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g3066">
                <a:extLst>
                  <a:ext uri="{FF2B5EF4-FFF2-40B4-BE49-F238E27FC236}">
                    <a16:creationId xmlns:a16="http://schemas.microsoft.com/office/drawing/2014/main" id="{782E4D58-3AC0-E017-E2EB-8493239E8214}"/>
                  </a:ext>
                </a:extLst>
              </p:cNvPr>
              <p:cNvSpPr/>
              <p:nvPr/>
            </p:nvSpPr>
            <p:spPr>
              <a:xfrm>
                <a:off x="370511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g3067">
                <a:extLst>
                  <a:ext uri="{FF2B5EF4-FFF2-40B4-BE49-F238E27FC236}">
                    <a16:creationId xmlns:a16="http://schemas.microsoft.com/office/drawing/2014/main" id="{DA7D8384-4392-4FFE-0368-9EA8A972A450}"/>
                  </a:ext>
                </a:extLst>
              </p:cNvPr>
              <p:cNvSpPr/>
              <p:nvPr/>
            </p:nvSpPr>
            <p:spPr>
              <a:xfrm>
                <a:off x="371675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g3068">
                <a:extLst>
                  <a:ext uri="{FF2B5EF4-FFF2-40B4-BE49-F238E27FC236}">
                    <a16:creationId xmlns:a16="http://schemas.microsoft.com/office/drawing/2014/main" id="{FEE6C276-F029-CCF2-2B8F-B53065F5AC4E}"/>
                  </a:ext>
                </a:extLst>
              </p:cNvPr>
              <p:cNvSpPr/>
              <p:nvPr/>
            </p:nvSpPr>
            <p:spPr>
              <a:xfrm>
                <a:off x="372839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g3069">
                <a:extLst>
                  <a:ext uri="{FF2B5EF4-FFF2-40B4-BE49-F238E27FC236}">
                    <a16:creationId xmlns:a16="http://schemas.microsoft.com/office/drawing/2014/main" id="{B0E1E5C1-7AB9-D751-CA45-D059A5949866}"/>
                  </a:ext>
                </a:extLst>
              </p:cNvPr>
              <p:cNvSpPr/>
              <p:nvPr/>
            </p:nvSpPr>
            <p:spPr>
              <a:xfrm>
                <a:off x="374002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g3070">
                <a:extLst>
                  <a:ext uri="{FF2B5EF4-FFF2-40B4-BE49-F238E27FC236}">
                    <a16:creationId xmlns:a16="http://schemas.microsoft.com/office/drawing/2014/main" id="{D96484DB-05EE-F899-07CD-846489A715B0}"/>
                  </a:ext>
                </a:extLst>
              </p:cNvPr>
              <p:cNvSpPr/>
              <p:nvPr/>
            </p:nvSpPr>
            <p:spPr>
              <a:xfrm>
                <a:off x="375166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g3071">
                <a:extLst>
                  <a:ext uri="{FF2B5EF4-FFF2-40B4-BE49-F238E27FC236}">
                    <a16:creationId xmlns:a16="http://schemas.microsoft.com/office/drawing/2014/main" id="{DCBE4F0E-CF38-34DA-768B-EA1AA26BF338}"/>
                  </a:ext>
                </a:extLst>
              </p:cNvPr>
              <p:cNvSpPr/>
              <p:nvPr/>
            </p:nvSpPr>
            <p:spPr>
              <a:xfrm>
                <a:off x="376330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g3072">
                <a:extLst>
                  <a:ext uri="{FF2B5EF4-FFF2-40B4-BE49-F238E27FC236}">
                    <a16:creationId xmlns:a16="http://schemas.microsoft.com/office/drawing/2014/main" id="{5B3C65B4-AA9B-E9B5-35A3-3342DC273ED0}"/>
                  </a:ext>
                </a:extLst>
              </p:cNvPr>
              <p:cNvSpPr/>
              <p:nvPr/>
            </p:nvSpPr>
            <p:spPr>
              <a:xfrm>
                <a:off x="377493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g3073">
                <a:extLst>
                  <a:ext uri="{FF2B5EF4-FFF2-40B4-BE49-F238E27FC236}">
                    <a16:creationId xmlns:a16="http://schemas.microsoft.com/office/drawing/2014/main" id="{24EA92E4-E420-2EE0-DDD9-DEC0344D61C2}"/>
                  </a:ext>
                </a:extLst>
              </p:cNvPr>
              <p:cNvSpPr/>
              <p:nvPr/>
            </p:nvSpPr>
            <p:spPr>
              <a:xfrm>
                <a:off x="378657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g3074">
                <a:extLst>
                  <a:ext uri="{FF2B5EF4-FFF2-40B4-BE49-F238E27FC236}">
                    <a16:creationId xmlns:a16="http://schemas.microsoft.com/office/drawing/2014/main" id="{047DBD20-DF42-58C2-3F1E-A9908F49DE4D}"/>
                  </a:ext>
                </a:extLst>
              </p:cNvPr>
              <p:cNvSpPr/>
              <p:nvPr/>
            </p:nvSpPr>
            <p:spPr>
              <a:xfrm>
                <a:off x="438008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g3075">
                <a:extLst>
                  <a:ext uri="{FF2B5EF4-FFF2-40B4-BE49-F238E27FC236}">
                    <a16:creationId xmlns:a16="http://schemas.microsoft.com/office/drawing/2014/main" id="{978D5221-AD0B-B18D-B0DF-B8570BCDA048}"/>
                  </a:ext>
                </a:extLst>
              </p:cNvPr>
              <p:cNvSpPr/>
              <p:nvPr/>
            </p:nvSpPr>
            <p:spPr>
              <a:xfrm>
                <a:off x="439171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E">
                  <a:alpha val="100000"/>
                </a:srgbClr>
              </a:solidFill>
              <a:ln w="5420" cap="flat">
                <a:solidFill>
                  <a:srgbClr val="3B54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g3076">
                <a:extLst>
                  <a:ext uri="{FF2B5EF4-FFF2-40B4-BE49-F238E27FC236}">
                    <a16:creationId xmlns:a16="http://schemas.microsoft.com/office/drawing/2014/main" id="{8CFB4AB9-AD3A-424B-DAF5-0368248037A0}"/>
                  </a:ext>
                </a:extLst>
              </p:cNvPr>
              <p:cNvSpPr/>
              <p:nvPr/>
            </p:nvSpPr>
            <p:spPr>
              <a:xfrm>
                <a:off x="440335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g3077">
                <a:extLst>
                  <a:ext uri="{FF2B5EF4-FFF2-40B4-BE49-F238E27FC236}">
                    <a16:creationId xmlns:a16="http://schemas.microsoft.com/office/drawing/2014/main" id="{6DA6A435-D412-7407-698F-FFA7FC9275A9}"/>
                  </a:ext>
                </a:extLst>
              </p:cNvPr>
              <p:cNvSpPr/>
              <p:nvPr/>
            </p:nvSpPr>
            <p:spPr>
              <a:xfrm>
                <a:off x="441499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g3078">
                <a:extLst>
                  <a:ext uri="{FF2B5EF4-FFF2-40B4-BE49-F238E27FC236}">
                    <a16:creationId xmlns:a16="http://schemas.microsoft.com/office/drawing/2014/main" id="{5507A5B7-0D1B-C81C-8A4F-0EF29C1071C0}"/>
                  </a:ext>
                </a:extLst>
              </p:cNvPr>
              <p:cNvSpPr/>
              <p:nvPr/>
            </p:nvSpPr>
            <p:spPr>
              <a:xfrm>
                <a:off x="442663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g3079">
                <a:extLst>
                  <a:ext uri="{FF2B5EF4-FFF2-40B4-BE49-F238E27FC236}">
                    <a16:creationId xmlns:a16="http://schemas.microsoft.com/office/drawing/2014/main" id="{0D042144-84B9-634C-CF16-8A3C5BE22607}"/>
                  </a:ext>
                </a:extLst>
              </p:cNvPr>
              <p:cNvSpPr/>
              <p:nvPr/>
            </p:nvSpPr>
            <p:spPr>
              <a:xfrm>
                <a:off x="443826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g3080">
                <a:extLst>
                  <a:ext uri="{FF2B5EF4-FFF2-40B4-BE49-F238E27FC236}">
                    <a16:creationId xmlns:a16="http://schemas.microsoft.com/office/drawing/2014/main" id="{657852EB-3346-E233-E17B-18FB54934975}"/>
                  </a:ext>
                </a:extLst>
              </p:cNvPr>
              <p:cNvSpPr/>
              <p:nvPr/>
            </p:nvSpPr>
            <p:spPr>
              <a:xfrm>
                <a:off x="444990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g3081">
                <a:extLst>
                  <a:ext uri="{FF2B5EF4-FFF2-40B4-BE49-F238E27FC236}">
                    <a16:creationId xmlns:a16="http://schemas.microsoft.com/office/drawing/2014/main" id="{2E4B405E-EC5C-E653-2A4F-B3F336A77D81}"/>
                  </a:ext>
                </a:extLst>
              </p:cNvPr>
              <p:cNvSpPr/>
              <p:nvPr/>
            </p:nvSpPr>
            <p:spPr>
              <a:xfrm>
                <a:off x="460119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g3082">
                <a:extLst>
                  <a:ext uri="{FF2B5EF4-FFF2-40B4-BE49-F238E27FC236}">
                    <a16:creationId xmlns:a16="http://schemas.microsoft.com/office/drawing/2014/main" id="{F029D091-C76A-BFA5-B299-44AF031BC880}"/>
                  </a:ext>
                </a:extLst>
              </p:cNvPr>
              <p:cNvSpPr/>
              <p:nvPr/>
            </p:nvSpPr>
            <p:spPr>
              <a:xfrm>
                <a:off x="461282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g3083">
                <a:extLst>
                  <a:ext uri="{FF2B5EF4-FFF2-40B4-BE49-F238E27FC236}">
                    <a16:creationId xmlns:a16="http://schemas.microsoft.com/office/drawing/2014/main" id="{1F4E6623-90AB-3B67-F270-647221347E81}"/>
                  </a:ext>
                </a:extLst>
              </p:cNvPr>
              <p:cNvSpPr/>
              <p:nvPr/>
            </p:nvSpPr>
            <p:spPr>
              <a:xfrm>
                <a:off x="462446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g3084">
                <a:extLst>
                  <a:ext uri="{FF2B5EF4-FFF2-40B4-BE49-F238E27FC236}">
                    <a16:creationId xmlns:a16="http://schemas.microsoft.com/office/drawing/2014/main" id="{4DC05C73-D778-BD9D-8E2B-5D24D7AFF1AE}"/>
                  </a:ext>
                </a:extLst>
              </p:cNvPr>
              <p:cNvSpPr/>
              <p:nvPr/>
            </p:nvSpPr>
            <p:spPr>
              <a:xfrm>
                <a:off x="463610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g3085">
                <a:extLst>
                  <a:ext uri="{FF2B5EF4-FFF2-40B4-BE49-F238E27FC236}">
                    <a16:creationId xmlns:a16="http://schemas.microsoft.com/office/drawing/2014/main" id="{F52A9979-85EC-96D8-AD6C-14E1681F3CDE}"/>
                  </a:ext>
                </a:extLst>
              </p:cNvPr>
              <p:cNvSpPr/>
              <p:nvPr/>
            </p:nvSpPr>
            <p:spPr>
              <a:xfrm>
                <a:off x="464773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g3086">
                <a:extLst>
                  <a:ext uri="{FF2B5EF4-FFF2-40B4-BE49-F238E27FC236}">
                    <a16:creationId xmlns:a16="http://schemas.microsoft.com/office/drawing/2014/main" id="{4C3F107A-9E47-7D2E-6730-8412BBEC9BB9}"/>
                  </a:ext>
                </a:extLst>
              </p:cNvPr>
              <p:cNvSpPr/>
              <p:nvPr/>
            </p:nvSpPr>
            <p:spPr>
              <a:xfrm>
                <a:off x="306506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g3087">
                <a:extLst>
                  <a:ext uri="{FF2B5EF4-FFF2-40B4-BE49-F238E27FC236}">
                    <a16:creationId xmlns:a16="http://schemas.microsoft.com/office/drawing/2014/main" id="{96E3B063-8124-919E-9512-35AD418CC2B5}"/>
                  </a:ext>
                </a:extLst>
              </p:cNvPr>
              <p:cNvSpPr/>
              <p:nvPr/>
            </p:nvSpPr>
            <p:spPr>
              <a:xfrm>
                <a:off x="307669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g3088">
                <a:extLst>
                  <a:ext uri="{FF2B5EF4-FFF2-40B4-BE49-F238E27FC236}">
                    <a16:creationId xmlns:a16="http://schemas.microsoft.com/office/drawing/2014/main" id="{1832D723-DFFD-6C20-CF7D-9A42D21DE88E}"/>
                  </a:ext>
                </a:extLst>
              </p:cNvPr>
              <p:cNvSpPr/>
              <p:nvPr/>
            </p:nvSpPr>
            <p:spPr>
              <a:xfrm>
                <a:off x="308833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g3089">
                <a:extLst>
                  <a:ext uri="{FF2B5EF4-FFF2-40B4-BE49-F238E27FC236}">
                    <a16:creationId xmlns:a16="http://schemas.microsoft.com/office/drawing/2014/main" id="{482477BC-33BB-6662-7EFE-A2C49AFA5BCA}"/>
                  </a:ext>
                </a:extLst>
              </p:cNvPr>
              <p:cNvSpPr/>
              <p:nvPr/>
            </p:nvSpPr>
            <p:spPr>
              <a:xfrm>
                <a:off x="309997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g3090">
                <a:extLst>
                  <a:ext uri="{FF2B5EF4-FFF2-40B4-BE49-F238E27FC236}">
                    <a16:creationId xmlns:a16="http://schemas.microsoft.com/office/drawing/2014/main" id="{505C4DFA-7023-99E5-108C-C27942061B83}"/>
                  </a:ext>
                </a:extLst>
              </p:cNvPr>
              <p:cNvSpPr/>
              <p:nvPr/>
            </p:nvSpPr>
            <p:spPr>
              <a:xfrm>
                <a:off x="311161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g3091">
                <a:extLst>
                  <a:ext uri="{FF2B5EF4-FFF2-40B4-BE49-F238E27FC236}">
                    <a16:creationId xmlns:a16="http://schemas.microsoft.com/office/drawing/2014/main" id="{E493B8B8-9308-F811-9647-C13C52AE782A}"/>
                  </a:ext>
                </a:extLst>
              </p:cNvPr>
              <p:cNvSpPr/>
              <p:nvPr/>
            </p:nvSpPr>
            <p:spPr>
              <a:xfrm>
                <a:off x="312324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g3092">
                <a:extLst>
                  <a:ext uri="{FF2B5EF4-FFF2-40B4-BE49-F238E27FC236}">
                    <a16:creationId xmlns:a16="http://schemas.microsoft.com/office/drawing/2014/main" id="{17FA5520-9911-191B-8731-127E5F923ABC}"/>
                  </a:ext>
                </a:extLst>
              </p:cNvPr>
              <p:cNvSpPr/>
              <p:nvPr/>
            </p:nvSpPr>
            <p:spPr>
              <a:xfrm>
                <a:off x="313488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g3093">
                <a:extLst>
                  <a:ext uri="{FF2B5EF4-FFF2-40B4-BE49-F238E27FC236}">
                    <a16:creationId xmlns:a16="http://schemas.microsoft.com/office/drawing/2014/main" id="{B340D15C-964E-0B88-380D-E3E00F17B80A}"/>
                  </a:ext>
                </a:extLst>
              </p:cNvPr>
              <p:cNvSpPr/>
              <p:nvPr/>
            </p:nvSpPr>
            <p:spPr>
              <a:xfrm>
                <a:off x="3542193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g3094">
                <a:extLst>
                  <a:ext uri="{FF2B5EF4-FFF2-40B4-BE49-F238E27FC236}">
                    <a16:creationId xmlns:a16="http://schemas.microsoft.com/office/drawing/2014/main" id="{E87D9A85-593F-C595-59D5-F9FC34F81851}"/>
                  </a:ext>
                </a:extLst>
              </p:cNvPr>
              <p:cNvSpPr/>
              <p:nvPr/>
            </p:nvSpPr>
            <p:spPr>
              <a:xfrm>
                <a:off x="355383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g3095">
                <a:extLst>
                  <a:ext uri="{FF2B5EF4-FFF2-40B4-BE49-F238E27FC236}">
                    <a16:creationId xmlns:a16="http://schemas.microsoft.com/office/drawing/2014/main" id="{73FA30EC-2BF1-95F0-DFA0-EA9A46A6E1F3}"/>
                  </a:ext>
                </a:extLst>
              </p:cNvPr>
              <p:cNvSpPr/>
              <p:nvPr/>
            </p:nvSpPr>
            <p:spPr>
              <a:xfrm>
                <a:off x="356546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g3096">
                <a:extLst>
                  <a:ext uri="{FF2B5EF4-FFF2-40B4-BE49-F238E27FC236}">
                    <a16:creationId xmlns:a16="http://schemas.microsoft.com/office/drawing/2014/main" id="{9022ACF3-9E87-0C95-8F69-19E2D7C96BA8}"/>
                  </a:ext>
                </a:extLst>
              </p:cNvPr>
              <p:cNvSpPr/>
              <p:nvPr/>
            </p:nvSpPr>
            <p:spPr>
              <a:xfrm>
                <a:off x="357710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g3097">
                <a:extLst>
                  <a:ext uri="{FF2B5EF4-FFF2-40B4-BE49-F238E27FC236}">
                    <a16:creationId xmlns:a16="http://schemas.microsoft.com/office/drawing/2014/main" id="{EBA69D4D-0283-4CFB-EC64-5BC60E0E0230}"/>
                  </a:ext>
                </a:extLst>
              </p:cNvPr>
              <p:cNvSpPr/>
              <p:nvPr/>
            </p:nvSpPr>
            <p:spPr>
              <a:xfrm>
                <a:off x="358874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g3098">
                <a:extLst>
                  <a:ext uri="{FF2B5EF4-FFF2-40B4-BE49-F238E27FC236}">
                    <a16:creationId xmlns:a16="http://schemas.microsoft.com/office/drawing/2014/main" id="{9AC01C4A-1FD4-31AE-4A07-CC082B058B96}"/>
                  </a:ext>
                </a:extLst>
              </p:cNvPr>
              <p:cNvSpPr/>
              <p:nvPr/>
            </p:nvSpPr>
            <p:spPr>
              <a:xfrm>
                <a:off x="360037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g3099">
                <a:extLst>
                  <a:ext uri="{FF2B5EF4-FFF2-40B4-BE49-F238E27FC236}">
                    <a16:creationId xmlns:a16="http://schemas.microsoft.com/office/drawing/2014/main" id="{33C3BCB8-2747-B244-0994-F7FA93BCCF79}"/>
                  </a:ext>
                </a:extLst>
              </p:cNvPr>
              <p:cNvSpPr/>
              <p:nvPr/>
            </p:nvSpPr>
            <p:spPr>
              <a:xfrm>
                <a:off x="361201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g3100">
                <a:extLst>
                  <a:ext uri="{FF2B5EF4-FFF2-40B4-BE49-F238E27FC236}">
                    <a16:creationId xmlns:a16="http://schemas.microsoft.com/office/drawing/2014/main" id="{90E96C7B-E3D6-5121-61BE-9743490F9F0A}"/>
                  </a:ext>
                </a:extLst>
              </p:cNvPr>
              <p:cNvSpPr/>
              <p:nvPr/>
            </p:nvSpPr>
            <p:spPr>
              <a:xfrm>
                <a:off x="362365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g3101">
                <a:extLst>
                  <a:ext uri="{FF2B5EF4-FFF2-40B4-BE49-F238E27FC236}">
                    <a16:creationId xmlns:a16="http://schemas.microsoft.com/office/drawing/2014/main" id="{CB02BCE4-3B43-272A-F247-E9B86F3379F3}"/>
                  </a:ext>
                </a:extLst>
              </p:cNvPr>
              <p:cNvSpPr/>
              <p:nvPr/>
            </p:nvSpPr>
            <p:spPr>
              <a:xfrm>
                <a:off x="363529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g3102">
                <a:extLst>
                  <a:ext uri="{FF2B5EF4-FFF2-40B4-BE49-F238E27FC236}">
                    <a16:creationId xmlns:a16="http://schemas.microsoft.com/office/drawing/2014/main" id="{A755C6D8-817B-E1BE-38F5-A177AEE10B59}"/>
                  </a:ext>
                </a:extLst>
              </p:cNvPr>
              <p:cNvSpPr/>
              <p:nvPr/>
            </p:nvSpPr>
            <p:spPr>
              <a:xfrm>
                <a:off x="3646928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g3103">
                <a:extLst>
                  <a:ext uri="{FF2B5EF4-FFF2-40B4-BE49-F238E27FC236}">
                    <a16:creationId xmlns:a16="http://schemas.microsoft.com/office/drawing/2014/main" id="{470F7282-DDFC-3E4C-407E-709E2C160A15}"/>
                  </a:ext>
                </a:extLst>
              </p:cNvPr>
              <p:cNvSpPr/>
              <p:nvPr/>
            </p:nvSpPr>
            <p:spPr>
              <a:xfrm>
                <a:off x="365856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g3104">
                <a:extLst>
                  <a:ext uri="{FF2B5EF4-FFF2-40B4-BE49-F238E27FC236}">
                    <a16:creationId xmlns:a16="http://schemas.microsoft.com/office/drawing/2014/main" id="{E5788DD4-1BA0-BAF1-4321-787F0FA8E06E}"/>
                  </a:ext>
                </a:extLst>
              </p:cNvPr>
              <p:cNvSpPr/>
              <p:nvPr/>
            </p:nvSpPr>
            <p:spPr>
              <a:xfrm>
                <a:off x="3670203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g3105">
                <a:extLst>
                  <a:ext uri="{FF2B5EF4-FFF2-40B4-BE49-F238E27FC236}">
                    <a16:creationId xmlns:a16="http://schemas.microsoft.com/office/drawing/2014/main" id="{7DBA5690-2D9C-58C6-876A-50F2F5F69054}"/>
                  </a:ext>
                </a:extLst>
              </p:cNvPr>
              <p:cNvSpPr/>
              <p:nvPr/>
            </p:nvSpPr>
            <p:spPr>
              <a:xfrm>
                <a:off x="370511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g3106">
                <a:extLst>
                  <a:ext uri="{FF2B5EF4-FFF2-40B4-BE49-F238E27FC236}">
                    <a16:creationId xmlns:a16="http://schemas.microsoft.com/office/drawing/2014/main" id="{902BEF52-C6A3-C845-54E7-65F1FAAFC1F9}"/>
                  </a:ext>
                </a:extLst>
              </p:cNvPr>
              <p:cNvSpPr/>
              <p:nvPr/>
            </p:nvSpPr>
            <p:spPr>
              <a:xfrm>
                <a:off x="371675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g3107">
                <a:extLst>
                  <a:ext uri="{FF2B5EF4-FFF2-40B4-BE49-F238E27FC236}">
                    <a16:creationId xmlns:a16="http://schemas.microsoft.com/office/drawing/2014/main" id="{7120B55E-988A-530E-5029-1A11B4EEF58F}"/>
                  </a:ext>
                </a:extLst>
              </p:cNvPr>
              <p:cNvSpPr/>
              <p:nvPr/>
            </p:nvSpPr>
            <p:spPr>
              <a:xfrm>
                <a:off x="372839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g3108">
                <a:extLst>
                  <a:ext uri="{FF2B5EF4-FFF2-40B4-BE49-F238E27FC236}">
                    <a16:creationId xmlns:a16="http://schemas.microsoft.com/office/drawing/2014/main" id="{E3DBF45C-E768-80B6-D29D-A2725622DD05}"/>
                  </a:ext>
                </a:extLst>
              </p:cNvPr>
              <p:cNvSpPr/>
              <p:nvPr/>
            </p:nvSpPr>
            <p:spPr>
              <a:xfrm>
                <a:off x="374002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g3109">
                <a:extLst>
                  <a:ext uri="{FF2B5EF4-FFF2-40B4-BE49-F238E27FC236}">
                    <a16:creationId xmlns:a16="http://schemas.microsoft.com/office/drawing/2014/main" id="{4157634C-16D6-B210-EA22-E862A222A7A3}"/>
                  </a:ext>
                </a:extLst>
              </p:cNvPr>
              <p:cNvSpPr/>
              <p:nvPr/>
            </p:nvSpPr>
            <p:spPr>
              <a:xfrm>
                <a:off x="375166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g3110">
                <a:extLst>
                  <a:ext uri="{FF2B5EF4-FFF2-40B4-BE49-F238E27FC236}">
                    <a16:creationId xmlns:a16="http://schemas.microsoft.com/office/drawing/2014/main" id="{84E19AC4-3BC1-1657-8210-4FA7EE6F3301}"/>
                  </a:ext>
                </a:extLst>
              </p:cNvPr>
              <p:cNvSpPr/>
              <p:nvPr/>
            </p:nvSpPr>
            <p:spPr>
              <a:xfrm>
                <a:off x="376330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g3111">
                <a:extLst>
                  <a:ext uri="{FF2B5EF4-FFF2-40B4-BE49-F238E27FC236}">
                    <a16:creationId xmlns:a16="http://schemas.microsoft.com/office/drawing/2014/main" id="{BF141F1D-2B99-330F-6B1B-F4E48FAF6D6D}"/>
                  </a:ext>
                </a:extLst>
              </p:cNvPr>
              <p:cNvSpPr/>
              <p:nvPr/>
            </p:nvSpPr>
            <p:spPr>
              <a:xfrm>
                <a:off x="377493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g3112">
                <a:extLst>
                  <a:ext uri="{FF2B5EF4-FFF2-40B4-BE49-F238E27FC236}">
                    <a16:creationId xmlns:a16="http://schemas.microsoft.com/office/drawing/2014/main" id="{6C9CC208-83DA-C556-A22D-356C09CE33C0}"/>
                  </a:ext>
                </a:extLst>
              </p:cNvPr>
              <p:cNvSpPr/>
              <p:nvPr/>
            </p:nvSpPr>
            <p:spPr>
              <a:xfrm>
                <a:off x="378657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g3113">
                <a:extLst>
                  <a:ext uri="{FF2B5EF4-FFF2-40B4-BE49-F238E27FC236}">
                    <a16:creationId xmlns:a16="http://schemas.microsoft.com/office/drawing/2014/main" id="{55912ADD-51C2-2BE0-8B1A-3BCDE6D5F5D0}"/>
                  </a:ext>
                </a:extLst>
              </p:cNvPr>
              <p:cNvSpPr/>
              <p:nvPr/>
            </p:nvSpPr>
            <p:spPr>
              <a:xfrm>
                <a:off x="440335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g3114">
                <a:extLst>
                  <a:ext uri="{FF2B5EF4-FFF2-40B4-BE49-F238E27FC236}">
                    <a16:creationId xmlns:a16="http://schemas.microsoft.com/office/drawing/2014/main" id="{F07B6415-17FB-DBE9-E9BB-2A35B56A331E}"/>
                  </a:ext>
                </a:extLst>
              </p:cNvPr>
              <p:cNvSpPr/>
              <p:nvPr/>
            </p:nvSpPr>
            <p:spPr>
              <a:xfrm>
                <a:off x="441499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g3115">
                <a:extLst>
                  <a:ext uri="{FF2B5EF4-FFF2-40B4-BE49-F238E27FC236}">
                    <a16:creationId xmlns:a16="http://schemas.microsoft.com/office/drawing/2014/main" id="{DAE4A723-6915-D739-D25C-A962BBB7BDCB}"/>
                  </a:ext>
                </a:extLst>
              </p:cNvPr>
              <p:cNvSpPr/>
              <p:nvPr/>
            </p:nvSpPr>
            <p:spPr>
              <a:xfrm>
                <a:off x="442663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g3116">
                <a:extLst>
                  <a:ext uri="{FF2B5EF4-FFF2-40B4-BE49-F238E27FC236}">
                    <a16:creationId xmlns:a16="http://schemas.microsoft.com/office/drawing/2014/main" id="{7C6C1F2A-8474-6FA8-482F-3F2F5666F6E3}"/>
                  </a:ext>
                </a:extLst>
              </p:cNvPr>
              <p:cNvSpPr/>
              <p:nvPr/>
            </p:nvSpPr>
            <p:spPr>
              <a:xfrm>
                <a:off x="443826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g3117">
                <a:extLst>
                  <a:ext uri="{FF2B5EF4-FFF2-40B4-BE49-F238E27FC236}">
                    <a16:creationId xmlns:a16="http://schemas.microsoft.com/office/drawing/2014/main" id="{D76256D4-211F-6525-C23C-3C219353083C}"/>
                  </a:ext>
                </a:extLst>
              </p:cNvPr>
              <p:cNvSpPr/>
              <p:nvPr/>
            </p:nvSpPr>
            <p:spPr>
              <a:xfrm>
                <a:off x="444990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g3118">
                <a:extLst>
                  <a:ext uri="{FF2B5EF4-FFF2-40B4-BE49-F238E27FC236}">
                    <a16:creationId xmlns:a16="http://schemas.microsoft.com/office/drawing/2014/main" id="{92F3AB08-51A9-F4BD-40D9-D6BAF38348F6}"/>
                  </a:ext>
                </a:extLst>
              </p:cNvPr>
              <p:cNvSpPr/>
              <p:nvPr/>
            </p:nvSpPr>
            <p:spPr>
              <a:xfrm>
                <a:off x="446154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g3119">
                <a:extLst>
                  <a:ext uri="{FF2B5EF4-FFF2-40B4-BE49-F238E27FC236}">
                    <a16:creationId xmlns:a16="http://schemas.microsoft.com/office/drawing/2014/main" id="{9F92734D-C61E-3856-C03D-583010435695}"/>
                  </a:ext>
                </a:extLst>
              </p:cNvPr>
              <p:cNvSpPr/>
              <p:nvPr/>
            </p:nvSpPr>
            <p:spPr>
              <a:xfrm>
                <a:off x="460119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g3120">
                <a:extLst>
                  <a:ext uri="{FF2B5EF4-FFF2-40B4-BE49-F238E27FC236}">
                    <a16:creationId xmlns:a16="http://schemas.microsoft.com/office/drawing/2014/main" id="{2A205D7B-A838-CFFD-8109-31CD7ECD1FA9}"/>
                  </a:ext>
                </a:extLst>
              </p:cNvPr>
              <p:cNvSpPr/>
              <p:nvPr/>
            </p:nvSpPr>
            <p:spPr>
              <a:xfrm>
                <a:off x="461282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g3121">
                <a:extLst>
                  <a:ext uri="{FF2B5EF4-FFF2-40B4-BE49-F238E27FC236}">
                    <a16:creationId xmlns:a16="http://schemas.microsoft.com/office/drawing/2014/main" id="{4C631477-9CDD-38EA-7270-04CDB6BC4B19}"/>
                  </a:ext>
                </a:extLst>
              </p:cNvPr>
              <p:cNvSpPr/>
              <p:nvPr/>
            </p:nvSpPr>
            <p:spPr>
              <a:xfrm>
                <a:off x="462446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g3122">
                <a:extLst>
                  <a:ext uri="{FF2B5EF4-FFF2-40B4-BE49-F238E27FC236}">
                    <a16:creationId xmlns:a16="http://schemas.microsoft.com/office/drawing/2014/main" id="{A4D88720-BFA1-1128-04E1-861BA0368B7F}"/>
                  </a:ext>
                </a:extLst>
              </p:cNvPr>
              <p:cNvSpPr/>
              <p:nvPr/>
            </p:nvSpPr>
            <p:spPr>
              <a:xfrm>
                <a:off x="463610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g3123">
                <a:extLst>
                  <a:ext uri="{FF2B5EF4-FFF2-40B4-BE49-F238E27FC236}">
                    <a16:creationId xmlns:a16="http://schemas.microsoft.com/office/drawing/2014/main" id="{5990EFF2-72BA-EDBF-C7C5-6250CEBAEE9A}"/>
                  </a:ext>
                </a:extLst>
              </p:cNvPr>
              <p:cNvSpPr/>
              <p:nvPr/>
            </p:nvSpPr>
            <p:spPr>
              <a:xfrm>
                <a:off x="464773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g3124">
                <a:extLst>
                  <a:ext uri="{FF2B5EF4-FFF2-40B4-BE49-F238E27FC236}">
                    <a16:creationId xmlns:a16="http://schemas.microsoft.com/office/drawing/2014/main" id="{3BA30E08-F853-72E8-4FCF-AF59C9625B86}"/>
                  </a:ext>
                </a:extLst>
              </p:cNvPr>
              <p:cNvSpPr/>
              <p:nvPr/>
            </p:nvSpPr>
            <p:spPr>
              <a:xfrm>
                <a:off x="465937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g3125">
                <a:extLst>
                  <a:ext uri="{FF2B5EF4-FFF2-40B4-BE49-F238E27FC236}">
                    <a16:creationId xmlns:a16="http://schemas.microsoft.com/office/drawing/2014/main" id="{1BC06B22-8F16-FA17-6831-A468EE634613}"/>
                  </a:ext>
                </a:extLst>
              </p:cNvPr>
              <p:cNvSpPr/>
              <p:nvPr/>
            </p:nvSpPr>
            <p:spPr>
              <a:xfrm>
                <a:off x="294868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g3126">
                <a:extLst>
                  <a:ext uri="{FF2B5EF4-FFF2-40B4-BE49-F238E27FC236}">
                    <a16:creationId xmlns:a16="http://schemas.microsoft.com/office/drawing/2014/main" id="{A6F526FC-E3C2-CB04-9487-47F368C408DE}"/>
                  </a:ext>
                </a:extLst>
              </p:cNvPr>
              <p:cNvSpPr/>
              <p:nvPr/>
            </p:nvSpPr>
            <p:spPr>
              <a:xfrm>
                <a:off x="2960326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g3127">
                <a:extLst>
                  <a:ext uri="{FF2B5EF4-FFF2-40B4-BE49-F238E27FC236}">
                    <a16:creationId xmlns:a16="http://schemas.microsoft.com/office/drawing/2014/main" id="{BEDFAEF8-E75C-A061-4931-35F03122FE55}"/>
                  </a:ext>
                </a:extLst>
              </p:cNvPr>
              <p:cNvSpPr/>
              <p:nvPr/>
            </p:nvSpPr>
            <p:spPr>
              <a:xfrm>
                <a:off x="2971963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g3128">
                <a:extLst>
                  <a:ext uri="{FF2B5EF4-FFF2-40B4-BE49-F238E27FC236}">
                    <a16:creationId xmlns:a16="http://schemas.microsoft.com/office/drawing/2014/main" id="{1F2D594A-2D4C-BBF2-1955-EB98DA92F2C4}"/>
                  </a:ext>
                </a:extLst>
              </p:cNvPr>
              <p:cNvSpPr/>
              <p:nvPr/>
            </p:nvSpPr>
            <p:spPr>
              <a:xfrm>
                <a:off x="298360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g3129">
                <a:extLst>
                  <a:ext uri="{FF2B5EF4-FFF2-40B4-BE49-F238E27FC236}">
                    <a16:creationId xmlns:a16="http://schemas.microsoft.com/office/drawing/2014/main" id="{F8877801-F18A-A8C1-0C7A-AA332519C380}"/>
                  </a:ext>
                </a:extLst>
              </p:cNvPr>
              <p:cNvSpPr/>
              <p:nvPr/>
            </p:nvSpPr>
            <p:spPr>
              <a:xfrm>
                <a:off x="2995238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g3130">
                <a:extLst>
                  <a:ext uri="{FF2B5EF4-FFF2-40B4-BE49-F238E27FC236}">
                    <a16:creationId xmlns:a16="http://schemas.microsoft.com/office/drawing/2014/main" id="{027A1BE2-17DF-C25F-4DB3-7E9A4F5FDE65}"/>
                  </a:ext>
                </a:extLst>
              </p:cNvPr>
              <p:cNvSpPr/>
              <p:nvPr/>
            </p:nvSpPr>
            <p:spPr>
              <a:xfrm>
                <a:off x="3006875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g3131">
                <a:extLst>
                  <a:ext uri="{FF2B5EF4-FFF2-40B4-BE49-F238E27FC236}">
                    <a16:creationId xmlns:a16="http://schemas.microsoft.com/office/drawing/2014/main" id="{BD49DB18-A211-FCE9-01F4-03FBB2445411}"/>
                  </a:ext>
                </a:extLst>
              </p:cNvPr>
              <p:cNvSpPr/>
              <p:nvPr/>
            </p:nvSpPr>
            <p:spPr>
              <a:xfrm>
                <a:off x="304178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g3132">
                <a:extLst>
                  <a:ext uri="{FF2B5EF4-FFF2-40B4-BE49-F238E27FC236}">
                    <a16:creationId xmlns:a16="http://schemas.microsoft.com/office/drawing/2014/main" id="{ACC7640E-0447-272D-BE05-D892464B7952}"/>
                  </a:ext>
                </a:extLst>
              </p:cNvPr>
              <p:cNvSpPr/>
              <p:nvPr/>
            </p:nvSpPr>
            <p:spPr>
              <a:xfrm>
                <a:off x="3053425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g3133">
                <a:extLst>
                  <a:ext uri="{FF2B5EF4-FFF2-40B4-BE49-F238E27FC236}">
                    <a16:creationId xmlns:a16="http://schemas.microsoft.com/office/drawing/2014/main" id="{6E49530D-3A98-A9BA-BBE6-F4D55CA5AF95}"/>
                  </a:ext>
                </a:extLst>
              </p:cNvPr>
              <p:cNvSpPr/>
              <p:nvPr/>
            </p:nvSpPr>
            <p:spPr>
              <a:xfrm>
                <a:off x="306506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g3134">
                <a:extLst>
                  <a:ext uri="{FF2B5EF4-FFF2-40B4-BE49-F238E27FC236}">
                    <a16:creationId xmlns:a16="http://schemas.microsoft.com/office/drawing/2014/main" id="{B3941CA0-35BD-3B1A-2DE6-A52429EAA406}"/>
                  </a:ext>
                </a:extLst>
              </p:cNvPr>
              <p:cNvSpPr/>
              <p:nvPr/>
            </p:nvSpPr>
            <p:spPr>
              <a:xfrm>
                <a:off x="307669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g3135">
                <a:extLst>
                  <a:ext uri="{FF2B5EF4-FFF2-40B4-BE49-F238E27FC236}">
                    <a16:creationId xmlns:a16="http://schemas.microsoft.com/office/drawing/2014/main" id="{E876D697-3761-719B-70E0-D9FD94288EF9}"/>
                  </a:ext>
                </a:extLst>
              </p:cNvPr>
              <p:cNvSpPr/>
              <p:nvPr/>
            </p:nvSpPr>
            <p:spPr>
              <a:xfrm>
                <a:off x="308833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g3136">
                <a:extLst>
                  <a:ext uri="{FF2B5EF4-FFF2-40B4-BE49-F238E27FC236}">
                    <a16:creationId xmlns:a16="http://schemas.microsoft.com/office/drawing/2014/main" id="{A54A2617-954B-6C28-1C11-615F8DBBA93A}"/>
                  </a:ext>
                </a:extLst>
              </p:cNvPr>
              <p:cNvSpPr/>
              <p:nvPr/>
            </p:nvSpPr>
            <p:spPr>
              <a:xfrm>
                <a:off x="309997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g3137">
                <a:extLst>
                  <a:ext uri="{FF2B5EF4-FFF2-40B4-BE49-F238E27FC236}">
                    <a16:creationId xmlns:a16="http://schemas.microsoft.com/office/drawing/2014/main" id="{33BFD85A-914B-A276-5CBE-580838A12C46}"/>
                  </a:ext>
                </a:extLst>
              </p:cNvPr>
              <p:cNvSpPr/>
              <p:nvPr/>
            </p:nvSpPr>
            <p:spPr>
              <a:xfrm>
                <a:off x="311161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g3138">
                <a:extLst>
                  <a:ext uri="{FF2B5EF4-FFF2-40B4-BE49-F238E27FC236}">
                    <a16:creationId xmlns:a16="http://schemas.microsoft.com/office/drawing/2014/main" id="{E2B17441-5062-BF9A-EC9B-EA8252BC3D87}"/>
                  </a:ext>
                </a:extLst>
              </p:cNvPr>
              <p:cNvSpPr/>
              <p:nvPr/>
            </p:nvSpPr>
            <p:spPr>
              <a:xfrm>
                <a:off x="312324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g3139">
                <a:extLst>
                  <a:ext uri="{FF2B5EF4-FFF2-40B4-BE49-F238E27FC236}">
                    <a16:creationId xmlns:a16="http://schemas.microsoft.com/office/drawing/2014/main" id="{0FD1E72F-A4F7-A260-0EC8-F45441E2103C}"/>
                  </a:ext>
                </a:extLst>
              </p:cNvPr>
              <p:cNvSpPr/>
              <p:nvPr/>
            </p:nvSpPr>
            <p:spPr>
              <a:xfrm>
                <a:off x="363529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g3140">
                <a:extLst>
                  <a:ext uri="{FF2B5EF4-FFF2-40B4-BE49-F238E27FC236}">
                    <a16:creationId xmlns:a16="http://schemas.microsoft.com/office/drawing/2014/main" id="{176F4BE3-D78B-14F7-D144-73BC09331E83}"/>
                  </a:ext>
                </a:extLst>
              </p:cNvPr>
              <p:cNvSpPr/>
              <p:nvPr/>
            </p:nvSpPr>
            <p:spPr>
              <a:xfrm>
                <a:off x="3646928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g3141">
                <a:extLst>
                  <a:ext uri="{FF2B5EF4-FFF2-40B4-BE49-F238E27FC236}">
                    <a16:creationId xmlns:a16="http://schemas.microsoft.com/office/drawing/2014/main" id="{7DC1F212-C394-7478-B7A2-DB9ABC5997F0}"/>
                  </a:ext>
                </a:extLst>
              </p:cNvPr>
              <p:cNvSpPr/>
              <p:nvPr/>
            </p:nvSpPr>
            <p:spPr>
              <a:xfrm>
                <a:off x="371675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g3142">
                <a:extLst>
                  <a:ext uri="{FF2B5EF4-FFF2-40B4-BE49-F238E27FC236}">
                    <a16:creationId xmlns:a16="http://schemas.microsoft.com/office/drawing/2014/main" id="{C83C4F17-E303-B50D-8122-9A308BDE243D}"/>
                  </a:ext>
                </a:extLst>
              </p:cNvPr>
              <p:cNvSpPr/>
              <p:nvPr/>
            </p:nvSpPr>
            <p:spPr>
              <a:xfrm>
                <a:off x="3728390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g3143">
                <a:extLst>
                  <a:ext uri="{FF2B5EF4-FFF2-40B4-BE49-F238E27FC236}">
                    <a16:creationId xmlns:a16="http://schemas.microsoft.com/office/drawing/2014/main" id="{0440103F-01C2-40C8-01BF-F3A0C28FCA9E}"/>
                  </a:ext>
                </a:extLst>
              </p:cNvPr>
              <p:cNvSpPr/>
              <p:nvPr/>
            </p:nvSpPr>
            <p:spPr>
              <a:xfrm>
                <a:off x="374002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g3144">
                <a:extLst>
                  <a:ext uri="{FF2B5EF4-FFF2-40B4-BE49-F238E27FC236}">
                    <a16:creationId xmlns:a16="http://schemas.microsoft.com/office/drawing/2014/main" id="{C211DB73-4B90-CAA4-5B2B-E0A5A0249E9A}"/>
                  </a:ext>
                </a:extLst>
              </p:cNvPr>
              <p:cNvSpPr/>
              <p:nvPr/>
            </p:nvSpPr>
            <p:spPr>
              <a:xfrm>
                <a:off x="375166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g3145">
                <a:extLst>
                  <a:ext uri="{FF2B5EF4-FFF2-40B4-BE49-F238E27FC236}">
                    <a16:creationId xmlns:a16="http://schemas.microsoft.com/office/drawing/2014/main" id="{6C3FD81C-F54D-B039-E758-B2F5BB0FC9ED}"/>
                  </a:ext>
                </a:extLst>
              </p:cNvPr>
              <p:cNvSpPr/>
              <p:nvPr/>
            </p:nvSpPr>
            <p:spPr>
              <a:xfrm>
                <a:off x="376330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g3146">
                <a:extLst>
                  <a:ext uri="{FF2B5EF4-FFF2-40B4-BE49-F238E27FC236}">
                    <a16:creationId xmlns:a16="http://schemas.microsoft.com/office/drawing/2014/main" id="{7EB442B9-5CD7-C0AF-E71D-FE1D117C5ECA}"/>
                  </a:ext>
                </a:extLst>
              </p:cNvPr>
              <p:cNvSpPr/>
              <p:nvPr/>
            </p:nvSpPr>
            <p:spPr>
              <a:xfrm>
                <a:off x="377493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g3147">
                <a:extLst>
                  <a:ext uri="{FF2B5EF4-FFF2-40B4-BE49-F238E27FC236}">
                    <a16:creationId xmlns:a16="http://schemas.microsoft.com/office/drawing/2014/main" id="{297BB119-8667-BBDC-FFC3-8DFE7A58CAD7}"/>
                  </a:ext>
                </a:extLst>
              </p:cNvPr>
              <p:cNvSpPr/>
              <p:nvPr/>
            </p:nvSpPr>
            <p:spPr>
              <a:xfrm>
                <a:off x="441499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g3148">
                <a:extLst>
                  <a:ext uri="{FF2B5EF4-FFF2-40B4-BE49-F238E27FC236}">
                    <a16:creationId xmlns:a16="http://schemas.microsoft.com/office/drawing/2014/main" id="{9B851EDB-0556-5200-CD2F-32A43E233DFC}"/>
                  </a:ext>
                </a:extLst>
              </p:cNvPr>
              <p:cNvSpPr/>
              <p:nvPr/>
            </p:nvSpPr>
            <p:spPr>
              <a:xfrm>
                <a:off x="4426630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g3149">
                <a:extLst>
                  <a:ext uri="{FF2B5EF4-FFF2-40B4-BE49-F238E27FC236}">
                    <a16:creationId xmlns:a16="http://schemas.microsoft.com/office/drawing/2014/main" id="{D88EB873-0478-1B82-E1AE-44EF51BE2731}"/>
                  </a:ext>
                </a:extLst>
              </p:cNvPr>
              <p:cNvSpPr/>
              <p:nvPr/>
            </p:nvSpPr>
            <p:spPr>
              <a:xfrm>
                <a:off x="443826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g3150">
                <a:extLst>
                  <a:ext uri="{FF2B5EF4-FFF2-40B4-BE49-F238E27FC236}">
                    <a16:creationId xmlns:a16="http://schemas.microsoft.com/office/drawing/2014/main" id="{FC333583-454C-17BB-F96D-77A886B87E7A}"/>
                  </a:ext>
                </a:extLst>
              </p:cNvPr>
              <p:cNvSpPr/>
              <p:nvPr/>
            </p:nvSpPr>
            <p:spPr>
              <a:xfrm>
                <a:off x="444990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g3151">
                <a:extLst>
                  <a:ext uri="{FF2B5EF4-FFF2-40B4-BE49-F238E27FC236}">
                    <a16:creationId xmlns:a16="http://schemas.microsoft.com/office/drawing/2014/main" id="{70457627-BD81-C3D4-9270-59874241FCD1}"/>
                  </a:ext>
                </a:extLst>
              </p:cNvPr>
              <p:cNvSpPr/>
              <p:nvPr/>
            </p:nvSpPr>
            <p:spPr>
              <a:xfrm>
                <a:off x="446154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g3152">
                <a:extLst>
                  <a:ext uri="{FF2B5EF4-FFF2-40B4-BE49-F238E27FC236}">
                    <a16:creationId xmlns:a16="http://schemas.microsoft.com/office/drawing/2014/main" id="{CAEE47DE-E66B-A76C-3149-BB68810E5A1F}"/>
                  </a:ext>
                </a:extLst>
              </p:cNvPr>
              <p:cNvSpPr/>
              <p:nvPr/>
            </p:nvSpPr>
            <p:spPr>
              <a:xfrm>
                <a:off x="461282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g3153">
                <a:extLst>
                  <a:ext uri="{FF2B5EF4-FFF2-40B4-BE49-F238E27FC236}">
                    <a16:creationId xmlns:a16="http://schemas.microsoft.com/office/drawing/2014/main" id="{5EC6365D-2435-7592-9FA2-16DACE8BF324}"/>
                  </a:ext>
                </a:extLst>
              </p:cNvPr>
              <p:cNvSpPr/>
              <p:nvPr/>
            </p:nvSpPr>
            <p:spPr>
              <a:xfrm>
                <a:off x="462446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g3154">
                <a:extLst>
                  <a:ext uri="{FF2B5EF4-FFF2-40B4-BE49-F238E27FC236}">
                    <a16:creationId xmlns:a16="http://schemas.microsoft.com/office/drawing/2014/main" id="{2120E361-4040-F252-3924-7FF8B04FB628}"/>
                  </a:ext>
                </a:extLst>
              </p:cNvPr>
              <p:cNvSpPr/>
              <p:nvPr/>
            </p:nvSpPr>
            <p:spPr>
              <a:xfrm>
                <a:off x="463610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g3155">
                <a:extLst>
                  <a:ext uri="{FF2B5EF4-FFF2-40B4-BE49-F238E27FC236}">
                    <a16:creationId xmlns:a16="http://schemas.microsoft.com/office/drawing/2014/main" id="{48823ADF-5DBC-5554-3DDD-A0F28500BBE0}"/>
                  </a:ext>
                </a:extLst>
              </p:cNvPr>
              <p:cNvSpPr/>
              <p:nvPr/>
            </p:nvSpPr>
            <p:spPr>
              <a:xfrm>
                <a:off x="464773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g3156">
                <a:extLst>
                  <a:ext uri="{FF2B5EF4-FFF2-40B4-BE49-F238E27FC236}">
                    <a16:creationId xmlns:a16="http://schemas.microsoft.com/office/drawing/2014/main" id="{B46B78E1-4A16-00BD-1783-3B783C26A401}"/>
                  </a:ext>
                </a:extLst>
              </p:cNvPr>
              <p:cNvSpPr/>
              <p:nvPr/>
            </p:nvSpPr>
            <p:spPr>
              <a:xfrm>
                <a:off x="4659376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g3157">
                <a:extLst>
                  <a:ext uri="{FF2B5EF4-FFF2-40B4-BE49-F238E27FC236}">
                    <a16:creationId xmlns:a16="http://schemas.microsoft.com/office/drawing/2014/main" id="{FF22A23B-EF51-AD1B-7A42-F788C474944F}"/>
                  </a:ext>
                </a:extLst>
              </p:cNvPr>
              <p:cNvSpPr/>
              <p:nvPr/>
            </p:nvSpPr>
            <p:spPr>
              <a:xfrm>
                <a:off x="293705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g3158">
                <a:extLst>
                  <a:ext uri="{FF2B5EF4-FFF2-40B4-BE49-F238E27FC236}">
                    <a16:creationId xmlns:a16="http://schemas.microsoft.com/office/drawing/2014/main" id="{FBF90D9D-5237-676E-0AB8-6538ED7443A9}"/>
                  </a:ext>
                </a:extLst>
              </p:cNvPr>
              <p:cNvSpPr/>
              <p:nvPr/>
            </p:nvSpPr>
            <p:spPr>
              <a:xfrm>
                <a:off x="294868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g3159">
                <a:extLst>
                  <a:ext uri="{FF2B5EF4-FFF2-40B4-BE49-F238E27FC236}">
                    <a16:creationId xmlns:a16="http://schemas.microsoft.com/office/drawing/2014/main" id="{C7D7D8B5-FE17-00C6-7C1D-2413FE187268}"/>
                  </a:ext>
                </a:extLst>
              </p:cNvPr>
              <p:cNvSpPr/>
              <p:nvPr/>
            </p:nvSpPr>
            <p:spPr>
              <a:xfrm>
                <a:off x="2960326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g3160">
                <a:extLst>
                  <a:ext uri="{FF2B5EF4-FFF2-40B4-BE49-F238E27FC236}">
                    <a16:creationId xmlns:a16="http://schemas.microsoft.com/office/drawing/2014/main" id="{7729A5B9-A720-8E5B-8036-67360ECCC9BE}"/>
                  </a:ext>
                </a:extLst>
              </p:cNvPr>
              <p:cNvSpPr/>
              <p:nvPr/>
            </p:nvSpPr>
            <p:spPr>
              <a:xfrm>
                <a:off x="297196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g3161">
                <a:extLst>
                  <a:ext uri="{FF2B5EF4-FFF2-40B4-BE49-F238E27FC236}">
                    <a16:creationId xmlns:a16="http://schemas.microsoft.com/office/drawing/2014/main" id="{25B5741D-3B51-D41C-E8F0-FEA8E9D38351}"/>
                  </a:ext>
                </a:extLst>
              </p:cNvPr>
              <p:cNvSpPr/>
              <p:nvPr/>
            </p:nvSpPr>
            <p:spPr>
              <a:xfrm>
                <a:off x="298360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g3162">
                <a:extLst>
                  <a:ext uri="{FF2B5EF4-FFF2-40B4-BE49-F238E27FC236}">
                    <a16:creationId xmlns:a16="http://schemas.microsoft.com/office/drawing/2014/main" id="{D5D57336-AD3F-DA3A-4F2B-16920C7F2622}"/>
                  </a:ext>
                </a:extLst>
              </p:cNvPr>
              <p:cNvSpPr/>
              <p:nvPr/>
            </p:nvSpPr>
            <p:spPr>
              <a:xfrm>
                <a:off x="2995238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g3163">
                <a:extLst>
                  <a:ext uri="{FF2B5EF4-FFF2-40B4-BE49-F238E27FC236}">
                    <a16:creationId xmlns:a16="http://schemas.microsoft.com/office/drawing/2014/main" id="{14DCBA84-A6CE-5820-44AD-8C0C65F34D80}"/>
                  </a:ext>
                </a:extLst>
              </p:cNvPr>
              <p:cNvSpPr/>
              <p:nvPr/>
            </p:nvSpPr>
            <p:spPr>
              <a:xfrm>
                <a:off x="3006875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g3164">
                <a:extLst>
                  <a:ext uri="{FF2B5EF4-FFF2-40B4-BE49-F238E27FC236}">
                    <a16:creationId xmlns:a16="http://schemas.microsoft.com/office/drawing/2014/main" id="{D734C177-0191-1EDB-634D-186084084772}"/>
                  </a:ext>
                </a:extLst>
              </p:cNvPr>
              <p:cNvSpPr/>
              <p:nvPr/>
            </p:nvSpPr>
            <p:spPr>
              <a:xfrm>
                <a:off x="301851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g3165">
                <a:extLst>
                  <a:ext uri="{FF2B5EF4-FFF2-40B4-BE49-F238E27FC236}">
                    <a16:creationId xmlns:a16="http://schemas.microsoft.com/office/drawing/2014/main" id="{E10E1340-6D3E-D6A7-92C3-4DFADD2CC765}"/>
                  </a:ext>
                </a:extLst>
              </p:cNvPr>
              <p:cNvSpPr/>
              <p:nvPr/>
            </p:nvSpPr>
            <p:spPr>
              <a:xfrm>
                <a:off x="303015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g3166">
                <a:extLst>
                  <a:ext uri="{FF2B5EF4-FFF2-40B4-BE49-F238E27FC236}">
                    <a16:creationId xmlns:a16="http://schemas.microsoft.com/office/drawing/2014/main" id="{F5A80EC4-73A1-1A04-4E14-02A6B2947AFA}"/>
                  </a:ext>
                </a:extLst>
              </p:cNvPr>
              <p:cNvSpPr/>
              <p:nvPr/>
            </p:nvSpPr>
            <p:spPr>
              <a:xfrm>
                <a:off x="304178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g3167">
                <a:extLst>
                  <a:ext uri="{FF2B5EF4-FFF2-40B4-BE49-F238E27FC236}">
                    <a16:creationId xmlns:a16="http://schemas.microsoft.com/office/drawing/2014/main" id="{DCB6D453-62E0-2305-E9DD-272715E4D429}"/>
                  </a:ext>
                </a:extLst>
              </p:cNvPr>
              <p:cNvSpPr/>
              <p:nvPr/>
            </p:nvSpPr>
            <p:spPr>
              <a:xfrm>
                <a:off x="3053425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g3168">
                <a:extLst>
                  <a:ext uri="{FF2B5EF4-FFF2-40B4-BE49-F238E27FC236}">
                    <a16:creationId xmlns:a16="http://schemas.microsoft.com/office/drawing/2014/main" id="{A8223D6A-E132-6D24-D4F5-5B207B95E0B7}"/>
                  </a:ext>
                </a:extLst>
              </p:cNvPr>
              <p:cNvSpPr/>
              <p:nvPr/>
            </p:nvSpPr>
            <p:spPr>
              <a:xfrm>
                <a:off x="306506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g3169">
                <a:extLst>
                  <a:ext uri="{FF2B5EF4-FFF2-40B4-BE49-F238E27FC236}">
                    <a16:creationId xmlns:a16="http://schemas.microsoft.com/office/drawing/2014/main" id="{AE62C2FD-B47A-FCDD-B869-094B675CE643}"/>
                  </a:ext>
                </a:extLst>
              </p:cNvPr>
              <p:cNvSpPr/>
              <p:nvPr/>
            </p:nvSpPr>
            <p:spPr>
              <a:xfrm>
                <a:off x="307669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g3170">
                <a:extLst>
                  <a:ext uri="{FF2B5EF4-FFF2-40B4-BE49-F238E27FC236}">
                    <a16:creationId xmlns:a16="http://schemas.microsoft.com/office/drawing/2014/main" id="{EAE5BA36-A659-BAC3-8CC9-C44F55199F69}"/>
                  </a:ext>
                </a:extLst>
              </p:cNvPr>
              <p:cNvSpPr/>
              <p:nvPr/>
            </p:nvSpPr>
            <p:spPr>
              <a:xfrm>
                <a:off x="308833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g3171">
                <a:extLst>
                  <a:ext uri="{FF2B5EF4-FFF2-40B4-BE49-F238E27FC236}">
                    <a16:creationId xmlns:a16="http://schemas.microsoft.com/office/drawing/2014/main" id="{8296508B-B03B-049C-4F30-571FF6663CA5}"/>
                  </a:ext>
                </a:extLst>
              </p:cNvPr>
              <p:cNvSpPr/>
              <p:nvPr/>
            </p:nvSpPr>
            <p:spPr>
              <a:xfrm>
                <a:off x="309997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g3172">
                <a:extLst>
                  <a:ext uri="{FF2B5EF4-FFF2-40B4-BE49-F238E27FC236}">
                    <a16:creationId xmlns:a16="http://schemas.microsoft.com/office/drawing/2014/main" id="{0E78657C-7D36-75D8-2D8A-391554F0620D}"/>
                  </a:ext>
                </a:extLst>
              </p:cNvPr>
              <p:cNvSpPr/>
              <p:nvPr/>
            </p:nvSpPr>
            <p:spPr>
              <a:xfrm>
                <a:off x="311161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g3173">
                <a:extLst>
                  <a:ext uri="{FF2B5EF4-FFF2-40B4-BE49-F238E27FC236}">
                    <a16:creationId xmlns:a16="http://schemas.microsoft.com/office/drawing/2014/main" id="{94C923DA-6A81-B7A2-1AC1-83BDEA7B403D}"/>
                  </a:ext>
                </a:extLst>
              </p:cNvPr>
              <p:cNvSpPr/>
              <p:nvPr/>
            </p:nvSpPr>
            <p:spPr>
              <a:xfrm>
                <a:off x="371675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g3174">
                <a:extLst>
                  <a:ext uri="{FF2B5EF4-FFF2-40B4-BE49-F238E27FC236}">
                    <a16:creationId xmlns:a16="http://schemas.microsoft.com/office/drawing/2014/main" id="{5F6F764D-E09E-D617-96BA-66B392F906E6}"/>
                  </a:ext>
                </a:extLst>
              </p:cNvPr>
              <p:cNvSpPr/>
              <p:nvPr/>
            </p:nvSpPr>
            <p:spPr>
              <a:xfrm>
                <a:off x="372839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g3175">
                <a:extLst>
                  <a:ext uri="{FF2B5EF4-FFF2-40B4-BE49-F238E27FC236}">
                    <a16:creationId xmlns:a16="http://schemas.microsoft.com/office/drawing/2014/main" id="{10F6EFED-42DC-3EAD-922E-6C005D0AD2A4}"/>
                  </a:ext>
                </a:extLst>
              </p:cNvPr>
              <p:cNvSpPr/>
              <p:nvPr/>
            </p:nvSpPr>
            <p:spPr>
              <a:xfrm>
                <a:off x="374002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g3176">
                <a:extLst>
                  <a:ext uri="{FF2B5EF4-FFF2-40B4-BE49-F238E27FC236}">
                    <a16:creationId xmlns:a16="http://schemas.microsoft.com/office/drawing/2014/main" id="{155A2872-31F2-9B60-D0B0-774EA306D7FA}"/>
                  </a:ext>
                </a:extLst>
              </p:cNvPr>
              <p:cNvSpPr/>
              <p:nvPr/>
            </p:nvSpPr>
            <p:spPr>
              <a:xfrm>
                <a:off x="375166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g3177">
                <a:extLst>
                  <a:ext uri="{FF2B5EF4-FFF2-40B4-BE49-F238E27FC236}">
                    <a16:creationId xmlns:a16="http://schemas.microsoft.com/office/drawing/2014/main" id="{495BD212-7F96-B938-71BB-02919F4B8D7A}"/>
                  </a:ext>
                </a:extLst>
              </p:cNvPr>
              <p:cNvSpPr/>
              <p:nvPr/>
            </p:nvSpPr>
            <p:spPr>
              <a:xfrm>
                <a:off x="441499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g3178">
                <a:extLst>
                  <a:ext uri="{FF2B5EF4-FFF2-40B4-BE49-F238E27FC236}">
                    <a16:creationId xmlns:a16="http://schemas.microsoft.com/office/drawing/2014/main" id="{212C7F25-49BF-A477-A893-7D74C8031766}"/>
                  </a:ext>
                </a:extLst>
              </p:cNvPr>
              <p:cNvSpPr/>
              <p:nvPr/>
            </p:nvSpPr>
            <p:spPr>
              <a:xfrm>
                <a:off x="442663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g3179">
                <a:extLst>
                  <a:ext uri="{FF2B5EF4-FFF2-40B4-BE49-F238E27FC236}">
                    <a16:creationId xmlns:a16="http://schemas.microsoft.com/office/drawing/2014/main" id="{F100DCAB-C276-546C-3FAC-4057A0052554}"/>
                  </a:ext>
                </a:extLst>
              </p:cNvPr>
              <p:cNvSpPr/>
              <p:nvPr/>
            </p:nvSpPr>
            <p:spPr>
              <a:xfrm>
                <a:off x="443826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g3180">
                <a:extLst>
                  <a:ext uri="{FF2B5EF4-FFF2-40B4-BE49-F238E27FC236}">
                    <a16:creationId xmlns:a16="http://schemas.microsoft.com/office/drawing/2014/main" id="{C0B26ACD-F212-6713-A9C0-A50AE19BCCEE}"/>
                  </a:ext>
                </a:extLst>
              </p:cNvPr>
              <p:cNvSpPr/>
              <p:nvPr/>
            </p:nvSpPr>
            <p:spPr>
              <a:xfrm>
                <a:off x="444990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g3181">
                <a:extLst>
                  <a:ext uri="{FF2B5EF4-FFF2-40B4-BE49-F238E27FC236}">
                    <a16:creationId xmlns:a16="http://schemas.microsoft.com/office/drawing/2014/main" id="{292FC0F3-0B8F-8570-E65F-1D494C22BA34}"/>
                  </a:ext>
                </a:extLst>
              </p:cNvPr>
              <p:cNvSpPr/>
              <p:nvPr/>
            </p:nvSpPr>
            <p:spPr>
              <a:xfrm>
                <a:off x="446154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g3182">
                <a:extLst>
                  <a:ext uri="{FF2B5EF4-FFF2-40B4-BE49-F238E27FC236}">
                    <a16:creationId xmlns:a16="http://schemas.microsoft.com/office/drawing/2014/main" id="{90E343A6-233E-9B69-A394-1EED68F060DD}"/>
                  </a:ext>
                </a:extLst>
              </p:cNvPr>
              <p:cNvSpPr/>
              <p:nvPr/>
            </p:nvSpPr>
            <p:spPr>
              <a:xfrm>
                <a:off x="461282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g3183">
                <a:extLst>
                  <a:ext uri="{FF2B5EF4-FFF2-40B4-BE49-F238E27FC236}">
                    <a16:creationId xmlns:a16="http://schemas.microsoft.com/office/drawing/2014/main" id="{7C9EEA8F-FBD2-1DA9-8742-44E97B4192BB}"/>
                  </a:ext>
                </a:extLst>
              </p:cNvPr>
              <p:cNvSpPr/>
              <p:nvPr/>
            </p:nvSpPr>
            <p:spPr>
              <a:xfrm>
                <a:off x="462446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g3184">
                <a:extLst>
                  <a:ext uri="{FF2B5EF4-FFF2-40B4-BE49-F238E27FC236}">
                    <a16:creationId xmlns:a16="http://schemas.microsoft.com/office/drawing/2014/main" id="{9710CBD9-D33C-6D63-7AC0-C684B7A9E1D0}"/>
                  </a:ext>
                </a:extLst>
              </p:cNvPr>
              <p:cNvSpPr/>
              <p:nvPr/>
            </p:nvSpPr>
            <p:spPr>
              <a:xfrm>
                <a:off x="463610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g3185">
                <a:extLst>
                  <a:ext uri="{FF2B5EF4-FFF2-40B4-BE49-F238E27FC236}">
                    <a16:creationId xmlns:a16="http://schemas.microsoft.com/office/drawing/2014/main" id="{1C3F6799-DF7D-4086-C42E-0F57D37D448F}"/>
                  </a:ext>
                </a:extLst>
              </p:cNvPr>
              <p:cNvSpPr/>
              <p:nvPr/>
            </p:nvSpPr>
            <p:spPr>
              <a:xfrm>
                <a:off x="464773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g3186">
                <a:extLst>
                  <a:ext uri="{FF2B5EF4-FFF2-40B4-BE49-F238E27FC236}">
                    <a16:creationId xmlns:a16="http://schemas.microsoft.com/office/drawing/2014/main" id="{746BB343-DB76-039C-BD5A-4DF7A6B01153}"/>
                  </a:ext>
                </a:extLst>
              </p:cNvPr>
              <p:cNvSpPr/>
              <p:nvPr/>
            </p:nvSpPr>
            <p:spPr>
              <a:xfrm>
                <a:off x="4659376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g3187">
                <a:extLst>
                  <a:ext uri="{FF2B5EF4-FFF2-40B4-BE49-F238E27FC236}">
                    <a16:creationId xmlns:a16="http://schemas.microsoft.com/office/drawing/2014/main" id="{DD6D8CE1-430C-508E-B553-7C46AD363242}"/>
                  </a:ext>
                </a:extLst>
              </p:cNvPr>
              <p:cNvSpPr/>
              <p:nvPr/>
            </p:nvSpPr>
            <p:spPr>
              <a:xfrm>
                <a:off x="467101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g3188">
                <a:extLst>
                  <a:ext uri="{FF2B5EF4-FFF2-40B4-BE49-F238E27FC236}">
                    <a16:creationId xmlns:a16="http://schemas.microsoft.com/office/drawing/2014/main" id="{5891BD8F-ABF6-D4C2-083F-4AFC0270AB9E}"/>
                  </a:ext>
                </a:extLst>
              </p:cNvPr>
              <p:cNvSpPr/>
              <p:nvPr/>
            </p:nvSpPr>
            <p:spPr>
              <a:xfrm>
                <a:off x="293705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g3189">
                <a:extLst>
                  <a:ext uri="{FF2B5EF4-FFF2-40B4-BE49-F238E27FC236}">
                    <a16:creationId xmlns:a16="http://schemas.microsoft.com/office/drawing/2014/main" id="{2997D132-751A-7C14-9E5F-611FF5ACAD04}"/>
                  </a:ext>
                </a:extLst>
              </p:cNvPr>
              <p:cNvSpPr/>
              <p:nvPr/>
            </p:nvSpPr>
            <p:spPr>
              <a:xfrm>
                <a:off x="294868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g3190">
                <a:extLst>
                  <a:ext uri="{FF2B5EF4-FFF2-40B4-BE49-F238E27FC236}">
                    <a16:creationId xmlns:a16="http://schemas.microsoft.com/office/drawing/2014/main" id="{34594500-E061-1B00-6BAA-6FCE55A0130D}"/>
                  </a:ext>
                </a:extLst>
              </p:cNvPr>
              <p:cNvSpPr/>
              <p:nvPr/>
            </p:nvSpPr>
            <p:spPr>
              <a:xfrm>
                <a:off x="2960326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g3191">
                <a:extLst>
                  <a:ext uri="{FF2B5EF4-FFF2-40B4-BE49-F238E27FC236}">
                    <a16:creationId xmlns:a16="http://schemas.microsoft.com/office/drawing/2014/main" id="{4DCCB581-0AF9-AC4A-A6EE-C630B99116C6}"/>
                  </a:ext>
                </a:extLst>
              </p:cNvPr>
              <p:cNvSpPr/>
              <p:nvPr/>
            </p:nvSpPr>
            <p:spPr>
              <a:xfrm>
                <a:off x="297196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g3192">
                <a:extLst>
                  <a:ext uri="{FF2B5EF4-FFF2-40B4-BE49-F238E27FC236}">
                    <a16:creationId xmlns:a16="http://schemas.microsoft.com/office/drawing/2014/main" id="{D2D4CE03-6454-D6B9-ADC0-C28F56F83585}"/>
                  </a:ext>
                </a:extLst>
              </p:cNvPr>
              <p:cNvSpPr/>
              <p:nvPr/>
            </p:nvSpPr>
            <p:spPr>
              <a:xfrm>
                <a:off x="298360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g3193">
                <a:extLst>
                  <a:ext uri="{FF2B5EF4-FFF2-40B4-BE49-F238E27FC236}">
                    <a16:creationId xmlns:a16="http://schemas.microsoft.com/office/drawing/2014/main" id="{47FA285B-2C5B-9957-13A0-091A16C38BFB}"/>
                  </a:ext>
                </a:extLst>
              </p:cNvPr>
              <p:cNvSpPr/>
              <p:nvPr/>
            </p:nvSpPr>
            <p:spPr>
              <a:xfrm>
                <a:off x="2995238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g3194">
                <a:extLst>
                  <a:ext uri="{FF2B5EF4-FFF2-40B4-BE49-F238E27FC236}">
                    <a16:creationId xmlns:a16="http://schemas.microsoft.com/office/drawing/2014/main" id="{80CDA2E4-3495-649E-7290-37A621DE7BF9}"/>
                  </a:ext>
                </a:extLst>
              </p:cNvPr>
              <p:cNvSpPr/>
              <p:nvPr/>
            </p:nvSpPr>
            <p:spPr>
              <a:xfrm>
                <a:off x="3006875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g3195">
                <a:extLst>
                  <a:ext uri="{FF2B5EF4-FFF2-40B4-BE49-F238E27FC236}">
                    <a16:creationId xmlns:a16="http://schemas.microsoft.com/office/drawing/2014/main" id="{E122D4F5-4451-6D6C-249A-2B3505787F8E}"/>
                  </a:ext>
                </a:extLst>
              </p:cNvPr>
              <p:cNvSpPr/>
              <p:nvPr/>
            </p:nvSpPr>
            <p:spPr>
              <a:xfrm>
                <a:off x="301851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g3196">
                <a:extLst>
                  <a:ext uri="{FF2B5EF4-FFF2-40B4-BE49-F238E27FC236}">
                    <a16:creationId xmlns:a16="http://schemas.microsoft.com/office/drawing/2014/main" id="{0D1DA643-4AEB-50C8-AEE1-4F316470B907}"/>
                  </a:ext>
                </a:extLst>
              </p:cNvPr>
              <p:cNvSpPr/>
              <p:nvPr/>
            </p:nvSpPr>
            <p:spPr>
              <a:xfrm>
                <a:off x="3030150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g3197">
                <a:extLst>
                  <a:ext uri="{FF2B5EF4-FFF2-40B4-BE49-F238E27FC236}">
                    <a16:creationId xmlns:a16="http://schemas.microsoft.com/office/drawing/2014/main" id="{5C48A7E1-2726-F428-402B-5481E9DF3592}"/>
                  </a:ext>
                </a:extLst>
              </p:cNvPr>
              <p:cNvSpPr/>
              <p:nvPr/>
            </p:nvSpPr>
            <p:spPr>
              <a:xfrm>
                <a:off x="304178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g3198">
                <a:extLst>
                  <a:ext uri="{FF2B5EF4-FFF2-40B4-BE49-F238E27FC236}">
                    <a16:creationId xmlns:a16="http://schemas.microsoft.com/office/drawing/2014/main" id="{8AAEC8F6-0FB5-E7DB-3ADE-9A293F93ADF8}"/>
                  </a:ext>
                </a:extLst>
              </p:cNvPr>
              <p:cNvSpPr/>
              <p:nvPr/>
            </p:nvSpPr>
            <p:spPr>
              <a:xfrm>
                <a:off x="3053425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g3199">
                <a:extLst>
                  <a:ext uri="{FF2B5EF4-FFF2-40B4-BE49-F238E27FC236}">
                    <a16:creationId xmlns:a16="http://schemas.microsoft.com/office/drawing/2014/main" id="{F70021C1-E8B9-4AC2-91FF-37149B6D2B3D}"/>
                  </a:ext>
                </a:extLst>
              </p:cNvPr>
              <p:cNvSpPr/>
              <p:nvPr/>
            </p:nvSpPr>
            <p:spPr>
              <a:xfrm>
                <a:off x="306506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g3200">
                <a:extLst>
                  <a:ext uri="{FF2B5EF4-FFF2-40B4-BE49-F238E27FC236}">
                    <a16:creationId xmlns:a16="http://schemas.microsoft.com/office/drawing/2014/main" id="{E28279BB-DEBF-28A1-D069-1326984796DE}"/>
                  </a:ext>
                </a:extLst>
              </p:cNvPr>
              <p:cNvSpPr/>
              <p:nvPr/>
            </p:nvSpPr>
            <p:spPr>
              <a:xfrm>
                <a:off x="307669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g3201">
                <a:extLst>
                  <a:ext uri="{FF2B5EF4-FFF2-40B4-BE49-F238E27FC236}">
                    <a16:creationId xmlns:a16="http://schemas.microsoft.com/office/drawing/2014/main" id="{62DF295A-F97A-0F56-249F-84027285308F}"/>
                  </a:ext>
                </a:extLst>
              </p:cNvPr>
              <p:cNvSpPr/>
              <p:nvPr/>
            </p:nvSpPr>
            <p:spPr>
              <a:xfrm>
                <a:off x="308833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g3202">
                <a:extLst>
                  <a:ext uri="{FF2B5EF4-FFF2-40B4-BE49-F238E27FC236}">
                    <a16:creationId xmlns:a16="http://schemas.microsoft.com/office/drawing/2014/main" id="{552E745B-AB20-7987-4103-9AAE40C96557}"/>
                  </a:ext>
                </a:extLst>
              </p:cNvPr>
              <p:cNvSpPr/>
              <p:nvPr/>
            </p:nvSpPr>
            <p:spPr>
              <a:xfrm>
                <a:off x="309997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g3203">
                <a:extLst>
                  <a:ext uri="{FF2B5EF4-FFF2-40B4-BE49-F238E27FC236}">
                    <a16:creationId xmlns:a16="http://schemas.microsoft.com/office/drawing/2014/main" id="{15470E2B-20AF-6721-9479-718982BEE664}"/>
                  </a:ext>
                </a:extLst>
              </p:cNvPr>
              <p:cNvSpPr/>
              <p:nvPr/>
            </p:nvSpPr>
            <p:spPr>
              <a:xfrm>
                <a:off x="441499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g3204">
                <a:extLst>
                  <a:ext uri="{FF2B5EF4-FFF2-40B4-BE49-F238E27FC236}">
                    <a16:creationId xmlns:a16="http://schemas.microsoft.com/office/drawing/2014/main" id="{368DA420-C95F-5885-973A-69B8477879BF}"/>
                  </a:ext>
                </a:extLst>
              </p:cNvPr>
              <p:cNvSpPr/>
              <p:nvPr/>
            </p:nvSpPr>
            <p:spPr>
              <a:xfrm>
                <a:off x="4426630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g3205">
                <a:extLst>
                  <a:ext uri="{FF2B5EF4-FFF2-40B4-BE49-F238E27FC236}">
                    <a16:creationId xmlns:a16="http://schemas.microsoft.com/office/drawing/2014/main" id="{1E86A171-5703-25AB-7495-73186BBE74E9}"/>
                  </a:ext>
                </a:extLst>
              </p:cNvPr>
              <p:cNvSpPr/>
              <p:nvPr/>
            </p:nvSpPr>
            <p:spPr>
              <a:xfrm>
                <a:off x="443826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g3206">
                <a:extLst>
                  <a:ext uri="{FF2B5EF4-FFF2-40B4-BE49-F238E27FC236}">
                    <a16:creationId xmlns:a16="http://schemas.microsoft.com/office/drawing/2014/main" id="{D32C5FF1-7F04-4837-6263-1FC6363654CE}"/>
                  </a:ext>
                </a:extLst>
              </p:cNvPr>
              <p:cNvSpPr/>
              <p:nvPr/>
            </p:nvSpPr>
            <p:spPr>
              <a:xfrm>
                <a:off x="444990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g3207">
                <a:extLst>
                  <a:ext uri="{FF2B5EF4-FFF2-40B4-BE49-F238E27FC236}">
                    <a16:creationId xmlns:a16="http://schemas.microsoft.com/office/drawing/2014/main" id="{A0BFAA00-5840-629A-1AAB-234FCE71DF24}"/>
                  </a:ext>
                </a:extLst>
              </p:cNvPr>
              <p:cNvSpPr/>
              <p:nvPr/>
            </p:nvSpPr>
            <p:spPr>
              <a:xfrm>
                <a:off x="446154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g3208">
                <a:extLst>
                  <a:ext uri="{FF2B5EF4-FFF2-40B4-BE49-F238E27FC236}">
                    <a16:creationId xmlns:a16="http://schemas.microsoft.com/office/drawing/2014/main" id="{1C6CE38D-78F6-9073-3F9C-54F3B695F413}"/>
                  </a:ext>
                </a:extLst>
              </p:cNvPr>
              <p:cNvSpPr/>
              <p:nvPr/>
            </p:nvSpPr>
            <p:spPr>
              <a:xfrm>
                <a:off x="461282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g3209">
                <a:extLst>
                  <a:ext uri="{FF2B5EF4-FFF2-40B4-BE49-F238E27FC236}">
                    <a16:creationId xmlns:a16="http://schemas.microsoft.com/office/drawing/2014/main" id="{EA832BB1-91C1-58F6-F850-BD87AC45F3F4}"/>
                  </a:ext>
                </a:extLst>
              </p:cNvPr>
              <p:cNvSpPr/>
              <p:nvPr/>
            </p:nvSpPr>
            <p:spPr>
              <a:xfrm>
                <a:off x="462446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g3210">
                <a:extLst>
                  <a:ext uri="{FF2B5EF4-FFF2-40B4-BE49-F238E27FC236}">
                    <a16:creationId xmlns:a16="http://schemas.microsoft.com/office/drawing/2014/main" id="{03186A36-0E29-1E8F-8D29-0FA4D15F0B95}"/>
                  </a:ext>
                </a:extLst>
              </p:cNvPr>
              <p:cNvSpPr/>
              <p:nvPr/>
            </p:nvSpPr>
            <p:spPr>
              <a:xfrm>
                <a:off x="463610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5">
                  <a:alpha val="100000"/>
                </a:srgbClr>
              </a:solidFill>
              <a:ln w="5420" cap="flat">
                <a:solidFill>
                  <a:srgbClr val="3B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g3211">
                <a:extLst>
                  <a:ext uri="{FF2B5EF4-FFF2-40B4-BE49-F238E27FC236}">
                    <a16:creationId xmlns:a16="http://schemas.microsoft.com/office/drawing/2014/main" id="{D6F4CD2B-262A-CC49-363E-069875D5D7A9}"/>
                  </a:ext>
                </a:extLst>
              </p:cNvPr>
              <p:cNvSpPr/>
              <p:nvPr/>
            </p:nvSpPr>
            <p:spPr>
              <a:xfrm>
                <a:off x="464773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g3212">
                <a:extLst>
                  <a:ext uri="{FF2B5EF4-FFF2-40B4-BE49-F238E27FC236}">
                    <a16:creationId xmlns:a16="http://schemas.microsoft.com/office/drawing/2014/main" id="{63046F1B-3ED4-4F29-B9FA-811AA4823CA7}"/>
                  </a:ext>
                </a:extLst>
              </p:cNvPr>
              <p:cNvSpPr/>
              <p:nvPr/>
            </p:nvSpPr>
            <p:spPr>
              <a:xfrm>
                <a:off x="4659376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g3213">
                <a:extLst>
                  <a:ext uri="{FF2B5EF4-FFF2-40B4-BE49-F238E27FC236}">
                    <a16:creationId xmlns:a16="http://schemas.microsoft.com/office/drawing/2014/main" id="{D40573C7-5B23-CACD-8916-090D953282DE}"/>
                  </a:ext>
                </a:extLst>
              </p:cNvPr>
              <p:cNvSpPr/>
              <p:nvPr/>
            </p:nvSpPr>
            <p:spPr>
              <a:xfrm>
                <a:off x="467101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g3214">
                <a:extLst>
                  <a:ext uri="{FF2B5EF4-FFF2-40B4-BE49-F238E27FC236}">
                    <a16:creationId xmlns:a16="http://schemas.microsoft.com/office/drawing/2014/main" id="{6CCB842E-6E50-BF37-848B-52A85ECD1F58}"/>
                  </a:ext>
                </a:extLst>
              </p:cNvPr>
              <p:cNvSpPr/>
              <p:nvPr/>
            </p:nvSpPr>
            <p:spPr>
              <a:xfrm>
                <a:off x="468265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g3215">
                <a:extLst>
                  <a:ext uri="{FF2B5EF4-FFF2-40B4-BE49-F238E27FC236}">
                    <a16:creationId xmlns:a16="http://schemas.microsoft.com/office/drawing/2014/main" id="{58457B8F-3554-FC51-63E0-8CF50FE4C4ED}"/>
                  </a:ext>
                </a:extLst>
              </p:cNvPr>
              <p:cNvSpPr/>
              <p:nvPr/>
            </p:nvSpPr>
            <p:spPr>
              <a:xfrm>
                <a:off x="292541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g3216">
                <a:extLst>
                  <a:ext uri="{FF2B5EF4-FFF2-40B4-BE49-F238E27FC236}">
                    <a16:creationId xmlns:a16="http://schemas.microsoft.com/office/drawing/2014/main" id="{9F50C1D8-BE13-5E1C-10E2-F52FF0364217}"/>
                  </a:ext>
                </a:extLst>
              </p:cNvPr>
              <p:cNvSpPr/>
              <p:nvPr/>
            </p:nvSpPr>
            <p:spPr>
              <a:xfrm>
                <a:off x="293705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g3217">
                <a:extLst>
                  <a:ext uri="{FF2B5EF4-FFF2-40B4-BE49-F238E27FC236}">
                    <a16:creationId xmlns:a16="http://schemas.microsoft.com/office/drawing/2014/main" id="{AB2220A5-EB71-5CD1-92FD-CE0FD2D575EB}"/>
                  </a:ext>
                </a:extLst>
              </p:cNvPr>
              <p:cNvSpPr/>
              <p:nvPr/>
            </p:nvSpPr>
            <p:spPr>
              <a:xfrm>
                <a:off x="294868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g3218">
                <a:extLst>
                  <a:ext uri="{FF2B5EF4-FFF2-40B4-BE49-F238E27FC236}">
                    <a16:creationId xmlns:a16="http://schemas.microsoft.com/office/drawing/2014/main" id="{E01040EC-A3E3-8D18-49EE-2005C7C386D2}"/>
                  </a:ext>
                </a:extLst>
              </p:cNvPr>
              <p:cNvSpPr/>
              <p:nvPr/>
            </p:nvSpPr>
            <p:spPr>
              <a:xfrm>
                <a:off x="2960326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g3219">
                <a:extLst>
                  <a:ext uri="{FF2B5EF4-FFF2-40B4-BE49-F238E27FC236}">
                    <a16:creationId xmlns:a16="http://schemas.microsoft.com/office/drawing/2014/main" id="{9D18109D-2ADE-7D26-29DF-27E9519AC122}"/>
                  </a:ext>
                </a:extLst>
              </p:cNvPr>
              <p:cNvSpPr/>
              <p:nvPr/>
            </p:nvSpPr>
            <p:spPr>
              <a:xfrm>
                <a:off x="297196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g3220">
                <a:extLst>
                  <a:ext uri="{FF2B5EF4-FFF2-40B4-BE49-F238E27FC236}">
                    <a16:creationId xmlns:a16="http://schemas.microsoft.com/office/drawing/2014/main" id="{E1DDE33A-80AD-171B-BFA9-A6254DEB70A0}"/>
                  </a:ext>
                </a:extLst>
              </p:cNvPr>
              <p:cNvSpPr/>
              <p:nvPr/>
            </p:nvSpPr>
            <p:spPr>
              <a:xfrm>
                <a:off x="298360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g3221">
                <a:extLst>
                  <a:ext uri="{FF2B5EF4-FFF2-40B4-BE49-F238E27FC236}">
                    <a16:creationId xmlns:a16="http://schemas.microsoft.com/office/drawing/2014/main" id="{9BA1D0E8-24AC-C24C-7758-61006924705B}"/>
                  </a:ext>
                </a:extLst>
              </p:cNvPr>
              <p:cNvSpPr/>
              <p:nvPr/>
            </p:nvSpPr>
            <p:spPr>
              <a:xfrm>
                <a:off x="2995238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g3222">
                <a:extLst>
                  <a:ext uri="{FF2B5EF4-FFF2-40B4-BE49-F238E27FC236}">
                    <a16:creationId xmlns:a16="http://schemas.microsoft.com/office/drawing/2014/main" id="{CECD7330-4C58-DC5F-4E00-33D25B36A26E}"/>
                  </a:ext>
                </a:extLst>
              </p:cNvPr>
              <p:cNvSpPr/>
              <p:nvPr/>
            </p:nvSpPr>
            <p:spPr>
              <a:xfrm>
                <a:off x="3006875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g3223">
                <a:extLst>
                  <a:ext uri="{FF2B5EF4-FFF2-40B4-BE49-F238E27FC236}">
                    <a16:creationId xmlns:a16="http://schemas.microsoft.com/office/drawing/2014/main" id="{7068C232-E096-60B1-D33D-7136404DA22D}"/>
                  </a:ext>
                </a:extLst>
              </p:cNvPr>
              <p:cNvSpPr/>
              <p:nvPr/>
            </p:nvSpPr>
            <p:spPr>
              <a:xfrm>
                <a:off x="301851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g3224">
                <a:extLst>
                  <a:ext uri="{FF2B5EF4-FFF2-40B4-BE49-F238E27FC236}">
                    <a16:creationId xmlns:a16="http://schemas.microsoft.com/office/drawing/2014/main" id="{632E4646-17AE-19D1-5D04-4749E385926A}"/>
                  </a:ext>
                </a:extLst>
              </p:cNvPr>
              <p:cNvSpPr/>
              <p:nvPr/>
            </p:nvSpPr>
            <p:spPr>
              <a:xfrm>
                <a:off x="3030150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g3225">
                <a:extLst>
                  <a:ext uri="{FF2B5EF4-FFF2-40B4-BE49-F238E27FC236}">
                    <a16:creationId xmlns:a16="http://schemas.microsoft.com/office/drawing/2014/main" id="{2FDA0CD8-49BC-89B4-7254-39D3AD78DBDE}"/>
                  </a:ext>
                </a:extLst>
              </p:cNvPr>
              <p:cNvSpPr/>
              <p:nvPr/>
            </p:nvSpPr>
            <p:spPr>
              <a:xfrm>
                <a:off x="304178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g3226">
                <a:extLst>
                  <a:ext uri="{FF2B5EF4-FFF2-40B4-BE49-F238E27FC236}">
                    <a16:creationId xmlns:a16="http://schemas.microsoft.com/office/drawing/2014/main" id="{A8B1FC95-8A9B-57A5-5858-626973548FD0}"/>
                  </a:ext>
                </a:extLst>
              </p:cNvPr>
              <p:cNvSpPr/>
              <p:nvPr/>
            </p:nvSpPr>
            <p:spPr>
              <a:xfrm>
                <a:off x="3053425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g3227">
                <a:extLst>
                  <a:ext uri="{FF2B5EF4-FFF2-40B4-BE49-F238E27FC236}">
                    <a16:creationId xmlns:a16="http://schemas.microsoft.com/office/drawing/2014/main" id="{BD2671EC-CDAD-7E4F-AA2F-78DAD307190F}"/>
                  </a:ext>
                </a:extLst>
              </p:cNvPr>
              <p:cNvSpPr/>
              <p:nvPr/>
            </p:nvSpPr>
            <p:spPr>
              <a:xfrm>
                <a:off x="306506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g3228">
                <a:extLst>
                  <a:ext uri="{FF2B5EF4-FFF2-40B4-BE49-F238E27FC236}">
                    <a16:creationId xmlns:a16="http://schemas.microsoft.com/office/drawing/2014/main" id="{DB29FBC2-9E88-0EA7-C29C-4A0F4A5C89CD}"/>
                  </a:ext>
                </a:extLst>
              </p:cNvPr>
              <p:cNvSpPr/>
              <p:nvPr/>
            </p:nvSpPr>
            <p:spPr>
              <a:xfrm>
                <a:off x="307669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g3229">
                <a:extLst>
                  <a:ext uri="{FF2B5EF4-FFF2-40B4-BE49-F238E27FC236}">
                    <a16:creationId xmlns:a16="http://schemas.microsoft.com/office/drawing/2014/main" id="{7162F11B-5D59-8339-B067-19451AB81E2F}"/>
                  </a:ext>
                </a:extLst>
              </p:cNvPr>
              <p:cNvSpPr/>
              <p:nvPr/>
            </p:nvSpPr>
            <p:spPr>
              <a:xfrm>
                <a:off x="441499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g3230">
                <a:extLst>
                  <a:ext uri="{FF2B5EF4-FFF2-40B4-BE49-F238E27FC236}">
                    <a16:creationId xmlns:a16="http://schemas.microsoft.com/office/drawing/2014/main" id="{3A8B1E70-F9DF-0C39-C1F1-342B605FEFE1}"/>
                  </a:ext>
                </a:extLst>
              </p:cNvPr>
              <p:cNvSpPr/>
              <p:nvPr/>
            </p:nvSpPr>
            <p:spPr>
              <a:xfrm>
                <a:off x="4426630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g3231">
                <a:extLst>
                  <a:ext uri="{FF2B5EF4-FFF2-40B4-BE49-F238E27FC236}">
                    <a16:creationId xmlns:a16="http://schemas.microsoft.com/office/drawing/2014/main" id="{296E1897-7560-09D3-3C1F-4246BE476562}"/>
                  </a:ext>
                </a:extLst>
              </p:cNvPr>
              <p:cNvSpPr/>
              <p:nvPr/>
            </p:nvSpPr>
            <p:spPr>
              <a:xfrm>
                <a:off x="443826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g3232">
                <a:extLst>
                  <a:ext uri="{FF2B5EF4-FFF2-40B4-BE49-F238E27FC236}">
                    <a16:creationId xmlns:a16="http://schemas.microsoft.com/office/drawing/2014/main" id="{308E932F-6EF3-D71C-CAB9-12FB97DCBEA9}"/>
                  </a:ext>
                </a:extLst>
              </p:cNvPr>
              <p:cNvSpPr/>
              <p:nvPr/>
            </p:nvSpPr>
            <p:spPr>
              <a:xfrm>
                <a:off x="444990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g3233">
                <a:extLst>
                  <a:ext uri="{FF2B5EF4-FFF2-40B4-BE49-F238E27FC236}">
                    <a16:creationId xmlns:a16="http://schemas.microsoft.com/office/drawing/2014/main" id="{5057E8CF-B3D6-1D22-83E7-A06D6F9C9A68}"/>
                  </a:ext>
                </a:extLst>
              </p:cNvPr>
              <p:cNvSpPr/>
              <p:nvPr/>
            </p:nvSpPr>
            <p:spPr>
              <a:xfrm>
                <a:off x="446154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g3234">
                <a:extLst>
                  <a:ext uri="{FF2B5EF4-FFF2-40B4-BE49-F238E27FC236}">
                    <a16:creationId xmlns:a16="http://schemas.microsoft.com/office/drawing/2014/main" id="{CE30D2E1-0E25-539B-2260-27D0FE38BBE9}"/>
                  </a:ext>
                </a:extLst>
              </p:cNvPr>
              <p:cNvSpPr/>
              <p:nvPr/>
            </p:nvSpPr>
            <p:spPr>
              <a:xfrm>
                <a:off x="461282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g3235">
                <a:extLst>
                  <a:ext uri="{FF2B5EF4-FFF2-40B4-BE49-F238E27FC236}">
                    <a16:creationId xmlns:a16="http://schemas.microsoft.com/office/drawing/2014/main" id="{8D48B34A-AF2B-97A8-E051-79BC18C0BB4D}"/>
                  </a:ext>
                </a:extLst>
              </p:cNvPr>
              <p:cNvSpPr/>
              <p:nvPr/>
            </p:nvSpPr>
            <p:spPr>
              <a:xfrm>
                <a:off x="462446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g3236">
                <a:extLst>
                  <a:ext uri="{FF2B5EF4-FFF2-40B4-BE49-F238E27FC236}">
                    <a16:creationId xmlns:a16="http://schemas.microsoft.com/office/drawing/2014/main" id="{308F582B-BBD6-347C-525C-9D236A5ABF3F}"/>
                  </a:ext>
                </a:extLst>
              </p:cNvPr>
              <p:cNvSpPr/>
              <p:nvPr/>
            </p:nvSpPr>
            <p:spPr>
              <a:xfrm>
                <a:off x="463610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g3237">
                <a:extLst>
                  <a:ext uri="{FF2B5EF4-FFF2-40B4-BE49-F238E27FC236}">
                    <a16:creationId xmlns:a16="http://schemas.microsoft.com/office/drawing/2014/main" id="{62C72949-124A-9B45-1E6E-517861A51B27}"/>
                  </a:ext>
                </a:extLst>
              </p:cNvPr>
              <p:cNvSpPr/>
              <p:nvPr/>
            </p:nvSpPr>
            <p:spPr>
              <a:xfrm>
                <a:off x="464773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g3238">
                <a:extLst>
                  <a:ext uri="{FF2B5EF4-FFF2-40B4-BE49-F238E27FC236}">
                    <a16:creationId xmlns:a16="http://schemas.microsoft.com/office/drawing/2014/main" id="{A189CB21-20FC-B788-9BF1-94DFCF82E54B}"/>
                  </a:ext>
                </a:extLst>
              </p:cNvPr>
              <p:cNvSpPr/>
              <p:nvPr/>
            </p:nvSpPr>
            <p:spPr>
              <a:xfrm>
                <a:off x="4659376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g3239">
                <a:extLst>
                  <a:ext uri="{FF2B5EF4-FFF2-40B4-BE49-F238E27FC236}">
                    <a16:creationId xmlns:a16="http://schemas.microsoft.com/office/drawing/2014/main" id="{6C5B983B-D04D-EE5A-EC4A-33273E7D7B4D}"/>
                  </a:ext>
                </a:extLst>
              </p:cNvPr>
              <p:cNvSpPr/>
              <p:nvPr/>
            </p:nvSpPr>
            <p:spPr>
              <a:xfrm>
                <a:off x="467101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g3240">
                <a:extLst>
                  <a:ext uri="{FF2B5EF4-FFF2-40B4-BE49-F238E27FC236}">
                    <a16:creationId xmlns:a16="http://schemas.microsoft.com/office/drawing/2014/main" id="{D9B50106-9884-FAA0-8B87-3394FD1FA674}"/>
                  </a:ext>
                </a:extLst>
              </p:cNvPr>
              <p:cNvSpPr/>
              <p:nvPr/>
            </p:nvSpPr>
            <p:spPr>
              <a:xfrm>
                <a:off x="468265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g3241">
                <a:extLst>
                  <a:ext uri="{FF2B5EF4-FFF2-40B4-BE49-F238E27FC236}">
                    <a16:creationId xmlns:a16="http://schemas.microsoft.com/office/drawing/2014/main" id="{E8E6CF25-1E65-CB7B-930E-B9102599660D}"/>
                  </a:ext>
                </a:extLst>
              </p:cNvPr>
              <p:cNvSpPr/>
              <p:nvPr/>
            </p:nvSpPr>
            <p:spPr>
              <a:xfrm>
                <a:off x="292541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g3242">
                <a:extLst>
                  <a:ext uri="{FF2B5EF4-FFF2-40B4-BE49-F238E27FC236}">
                    <a16:creationId xmlns:a16="http://schemas.microsoft.com/office/drawing/2014/main" id="{0E0A8616-7854-B911-DE7C-DA77CA74413F}"/>
                  </a:ext>
                </a:extLst>
              </p:cNvPr>
              <p:cNvSpPr/>
              <p:nvPr/>
            </p:nvSpPr>
            <p:spPr>
              <a:xfrm>
                <a:off x="293705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g3243">
                <a:extLst>
                  <a:ext uri="{FF2B5EF4-FFF2-40B4-BE49-F238E27FC236}">
                    <a16:creationId xmlns:a16="http://schemas.microsoft.com/office/drawing/2014/main" id="{F290AC3F-754A-561A-6044-1B331FEC8F62}"/>
                  </a:ext>
                </a:extLst>
              </p:cNvPr>
              <p:cNvSpPr/>
              <p:nvPr/>
            </p:nvSpPr>
            <p:spPr>
              <a:xfrm>
                <a:off x="2948689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g3244">
                <a:extLst>
                  <a:ext uri="{FF2B5EF4-FFF2-40B4-BE49-F238E27FC236}">
                    <a16:creationId xmlns:a16="http://schemas.microsoft.com/office/drawing/2014/main" id="{C5FA5321-203C-E955-0529-87030C82665F}"/>
                  </a:ext>
                </a:extLst>
              </p:cNvPr>
              <p:cNvSpPr/>
              <p:nvPr/>
            </p:nvSpPr>
            <p:spPr>
              <a:xfrm>
                <a:off x="2960326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g3245">
                <a:extLst>
                  <a:ext uri="{FF2B5EF4-FFF2-40B4-BE49-F238E27FC236}">
                    <a16:creationId xmlns:a16="http://schemas.microsoft.com/office/drawing/2014/main" id="{69CAB2EE-0C29-03B7-8320-6D0B46400023}"/>
                  </a:ext>
                </a:extLst>
              </p:cNvPr>
              <p:cNvSpPr/>
              <p:nvPr/>
            </p:nvSpPr>
            <p:spPr>
              <a:xfrm>
                <a:off x="297196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g3246">
                <a:extLst>
                  <a:ext uri="{FF2B5EF4-FFF2-40B4-BE49-F238E27FC236}">
                    <a16:creationId xmlns:a16="http://schemas.microsoft.com/office/drawing/2014/main" id="{82D3EAE6-1235-0232-89AB-C2F5174C70E7}"/>
                  </a:ext>
                </a:extLst>
              </p:cNvPr>
              <p:cNvSpPr/>
              <p:nvPr/>
            </p:nvSpPr>
            <p:spPr>
              <a:xfrm>
                <a:off x="298360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g3247">
                <a:extLst>
                  <a:ext uri="{FF2B5EF4-FFF2-40B4-BE49-F238E27FC236}">
                    <a16:creationId xmlns:a16="http://schemas.microsoft.com/office/drawing/2014/main" id="{BB03A9D9-9424-BB2F-B334-B186D032E45C}"/>
                  </a:ext>
                </a:extLst>
              </p:cNvPr>
              <p:cNvSpPr/>
              <p:nvPr/>
            </p:nvSpPr>
            <p:spPr>
              <a:xfrm>
                <a:off x="2995238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g3248">
                <a:extLst>
                  <a:ext uri="{FF2B5EF4-FFF2-40B4-BE49-F238E27FC236}">
                    <a16:creationId xmlns:a16="http://schemas.microsoft.com/office/drawing/2014/main" id="{C1423783-E63E-D921-EA5D-B0F4A020583E}"/>
                  </a:ext>
                </a:extLst>
              </p:cNvPr>
              <p:cNvSpPr/>
              <p:nvPr/>
            </p:nvSpPr>
            <p:spPr>
              <a:xfrm>
                <a:off x="3006875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g3249">
                <a:extLst>
                  <a:ext uri="{FF2B5EF4-FFF2-40B4-BE49-F238E27FC236}">
                    <a16:creationId xmlns:a16="http://schemas.microsoft.com/office/drawing/2014/main" id="{56DC39AF-FFF8-4A73-ED74-754BDE43B6D4}"/>
                  </a:ext>
                </a:extLst>
              </p:cNvPr>
              <p:cNvSpPr/>
              <p:nvPr/>
            </p:nvSpPr>
            <p:spPr>
              <a:xfrm>
                <a:off x="301851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g3250">
                <a:extLst>
                  <a:ext uri="{FF2B5EF4-FFF2-40B4-BE49-F238E27FC236}">
                    <a16:creationId xmlns:a16="http://schemas.microsoft.com/office/drawing/2014/main" id="{9FA0C6A5-C626-E3AE-EEB6-654DAD3A6781}"/>
                  </a:ext>
                </a:extLst>
              </p:cNvPr>
              <p:cNvSpPr/>
              <p:nvPr/>
            </p:nvSpPr>
            <p:spPr>
              <a:xfrm>
                <a:off x="3030150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g3251">
                <a:extLst>
                  <a:ext uri="{FF2B5EF4-FFF2-40B4-BE49-F238E27FC236}">
                    <a16:creationId xmlns:a16="http://schemas.microsoft.com/office/drawing/2014/main" id="{5FF6EA14-F802-B3B2-9367-368D3D82EF9F}"/>
                  </a:ext>
                </a:extLst>
              </p:cNvPr>
              <p:cNvSpPr/>
              <p:nvPr/>
            </p:nvSpPr>
            <p:spPr>
              <a:xfrm>
                <a:off x="3041787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g3252">
                <a:extLst>
                  <a:ext uri="{FF2B5EF4-FFF2-40B4-BE49-F238E27FC236}">
                    <a16:creationId xmlns:a16="http://schemas.microsoft.com/office/drawing/2014/main" id="{3F1D44C5-CC9B-3F2E-EFB9-F99C96084CFD}"/>
                  </a:ext>
                </a:extLst>
              </p:cNvPr>
              <p:cNvSpPr/>
              <p:nvPr/>
            </p:nvSpPr>
            <p:spPr>
              <a:xfrm>
                <a:off x="3053425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g3253">
                <a:extLst>
                  <a:ext uri="{FF2B5EF4-FFF2-40B4-BE49-F238E27FC236}">
                    <a16:creationId xmlns:a16="http://schemas.microsoft.com/office/drawing/2014/main" id="{B9AD99A0-C572-64B6-A6F6-05BE8C35C484}"/>
                  </a:ext>
                </a:extLst>
              </p:cNvPr>
              <p:cNvSpPr/>
              <p:nvPr/>
            </p:nvSpPr>
            <p:spPr>
              <a:xfrm>
                <a:off x="4414992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g3254">
                <a:extLst>
                  <a:ext uri="{FF2B5EF4-FFF2-40B4-BE49-F238E27FC236}">
                    <a16:creationId xmlns:a16="http://schemas.microsoft.com/office/drawing/2014/main" id="{545C5433-C6C2-B13A-B765-D701443903E7}"/>
                  </a:ext>
                </a:extLst>
              </p:cNvPr>
              <p:cNvSpPr/>
              <p:nvPr/>
            </p:nvSpPr>
            <p:spPr>
              <a:xfrm>
                <a:off x="4426630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g3255">
                <a:extLst>
                  <a:ext uri="{FF2B5EF4-FFF2-40B4-BE49-F238E27FC236}">
                    <a16:creationId xmlns:a16="http://schemas.microsoft.com/office/drawing/2014/main" id="{328FC6EC-0F06-7A71-4EA0-90BBF8F8D7E0}"/>
                  </a:ext>
                </a:extLst>
              </p:cNvPr>
              <p:cNvSpPr/>
              <p:nvPr/>
            </p:nvSpPr>
            <p:spPr>
              <a:xfrm>
                <a:off x="4438267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g3256">
                <a:extLst>
                  <a:ext uri="{FF2B5EF4-FFF2-40B4-BE49-F238E27FC236}">
                    <a16:creationId xmlns:a16="http://schemas.microsoft.com/office/drawing/2014/main" id="{4A1B5D26-F935-AEAE-61F4-CA3A5A2C5FFB}"/>
                  </a:ext>
                </a:extLst>
              </p:cNvPr>
              <p:cNvSpPr/>
              <p:nvPr/>
            </p:nvSpPr>
            <p:spPr>
              <a:xfrm>
                <a:off x="444990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g3257">
                <a:extLst>
                  <a:ext uri="{FF2B5EF4-FFF2-40B4-BE49-F238E27FC236}">
                    <a16:creationId xmlns:a16="http://schemas.microsoft.com/office/drawing/2014/main" id="{D6F6C03A-67B2-5E7B-FA25-9F52AF3D293B}"/>
                  </a:ext>
                </a:extLst>
              </p:cNvPr>
              <p:cNvSpPr/>
              <p:nvPr/>
            </p:nvSpPr>
            <p:spPr>
              <a:xfrm>
                <a:off x="4461542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g3258">
                <a:extLst>
                  <a:ext uri="{FF2B5EF4-FFF2-40B4-BE49-F238E27FC236}">
                    <a16:creationId xmlns:a16="http://schemas.microsoft.com/office/drawing/2014/main" id="{A7E17302-AB05-B84F-7143-5091C2FA9938}"/>
                  </a:ext>
                </a:extLst>
              </p:cNvPr>
              <p:cNvSpPr/>
              <p:nvPr/>
            </p:nvSpPr>
            <p:spPr>
              <a:xfrm>
                <a:off x="462446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g3259">
                <a:extLst>
                  <a:ext uri="{FF2B5EF4-FFF2-40B4-BE49-F238E27FC236}">
                    <a16:creationId xmlns:a16="http://schemas.microsoft.com/office/drawing/2014/main" id="{E79F21A5-074A-BB8A-719C-3BF85C0C82A3}"/>
                  </a:ext>
                </a:extLst>
              </p:cNvPr>
              <p:cNvSpPr/>
              <p:nvPr/>
            </p:nvSpPr>
            <p:spPr>
              <a:xfrm>
                <a:off x="463610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g3260">
                <a:extLst>
                  <a:ext uri="{FF2B5EF4-FFF2-40B4-BE49-F238E27FC236}">
                    <a16:creationId xmlns:a16="http://schemas.microsoft.com/office/drawing/2014/main" id="{F18C6A79-2D4A-B0EA-C7C0-0CDA6019A8B1}"/>
                  </a:ext>
                </a:extLst>
              </p:cNvPr>
              <p:cNvSpPr/>
              <p:nvPr/>
            </p:nvSpPr>
            <p:spPr>
              <a:xfrm>
                <a:off x="4647739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g3261">
                <a:extLst>
                  <a:ext uri="{FF2B5EF4-FFF2-40B4-BE49-F238E27FC236}">
                    <a16:creationId xmlns:a16="http://schemas.microsoft.com/office/drawing/2014/main" id="{448AFB81-D2F5-3C08-D26C-47A84DDD9D3B}"/>
                  </a:ext>
                </a:extLst>
              </p:cNvPr>
              <p:cNvSpPr/>
              <p:nvPr/>
            </p:nvSpPr>
            <p:spPr>
              <a:xfrm>
                <a:off x="4659376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g3262">
                <a:extLst>
                  <a:ext uri="{FF2B5EF4-FFF2-40B4-BE49-F238E27FC236}">
                    <a16:creationId xmlns:a16="http://schemas.microsoft.com/office/drawing/2014/main" id="{C285A274-5EEB-0E5B-745A-FB4119365D00}"/>
                  </a:ext>
                </a:extLst>
              </p:cNvPr>
              <p:cNvSpPr/>
              <p:nvPr/>
            </p:nvSpPr>
            <p:spPr>
              <a:xfrm>
                <a:off x="467101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g3263">
                <a:extLst>
                  <a:ext uri="{FF2B5EF4-FFF2-40B4-BE49-F238E27FC236}">
                    <a16:creationId xmlns:a16="http://schemas.microsoft.com/office/drawing/2014/main" id="{E778DBF8-6399-7E30-52B7-7849AE462255}"/>
                  </a:ext>
                </a:extLst>
              </p:cNvPr>
              <p:cNvSpPr/>
              <p:nvPr/>
            </p:nvSpPr>
            <p:spPr>
              <a:xfrm>
                <a:off x="468265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g3264">
                <a:extLst>
                  <a:ext uri="{FF2B5EF4-FFF2-40B4-BE49-F238E27FC236}">
                    <a16:creationId xmlns:a16="http://schemas.microsoft.com/office/drawing/2014/main" id="{2116742B-8FEF-5610-541D-12902578D1AE}"/>
                  </a:ext>
                </a:extLst>
              </p:cNvPr>
              <p:cNvSpPr/>
              <p:nvPr/>
            </p:nvSpPr>
            <p:spPr>
              <a:xfrm>
                <a:off x="289050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g3265">
                <a:extLst>
                  <a:ext uri="{FF2B5EF4-FFF2-40B4-BE49-F238E27FC236}">
                    <a16:creationId xmlns:a16="http://schemas.microsoft.com/office/drawing/2014/main" id="{6D23601B-EED9-01E8-1A07-C7331ECC6548}"/>
                  </a:ext>
                </a:extLst>
              </p:cNvPr>
              <p:cNvSpPr/>
              <p:nvPr/>
            </p:nvSpPr>
            <p:spPr>
              <a:xfrm>
                <a:off x="290213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g3266">
                <a:extLst>
                  <a:ext uri="{FF2B5EF4-FFF2-40B4-BE49-F238E27FC236}">
                    <a16:creationId xmlns:a16="http://schemas.microsoft.com/office/drawing/2014/main" id="{6E605B9D-B5DD-28BA-1458-893761F44D2E}"/>
                  </a:ext>
                </a:extLst>
              </p:cNvPr>
              <p:cNvSpPr/>
              <p:nvPr/>
            </p:nvSpPr>
            <p:spPr>
              <a:xfrm>
                <a:off x="2913777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g3267">
                <a:extLst>
                  <a:ext uri="{FF2B5EF4-FFF2-40B4-BE49-F238E27FC236}">
                    <a16:creationId xmlns:a16="http://schemas.microsoft.com/office/drawing/2014/main" id="{5311417B-CDA3-4B0F-43F7-241EF19FF4EC}"/>
                  </a:ext>
                </a:extLst>
              </p:cNvPr>
              <p:cNvSpPr/>
              <p:nvPr/>
            </p:nvSpPr>
            <p:spPr>
              <a:xfrm>
                <a:off x="292541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g3268">
                <a:extLst>
                  <a:ext uri="{FF2B5EF4-FFF2-40B4-BE49-F238E27FC236}">
                    <a16:creationId xmlns:a16="http://schemas.microsoft.com/office/drawing/2014/main" id="{697A5B17-F115-8B07-1E02-AB25678CF94B}"/>
                  </a:ext>
                </a:extLst>
              </p:cNvPr>
              <p:cNvSpPr/>
              <p:nvPr/>
            </p:nvSpPr>
            <p:spPr>
              <a:xfrm>
                <a:off x="293705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g3269">
                <a:extLst>
                  <a:ext uri="{FF2B5EF4-FFF2-40B4-BE49-F238E27FC236}">
                    <a16:creationId xmlns:a16="http://schemas.microsoft.com/office/drawing/2014/main" id="{98EBE860-09E5-BF64-F871-54B4AA38122E}"/>
                  </a:ext>
                </a:extLst>
              </p:cNvPr>
              <p:cNvSpPr/>
              <p:nvPr/>
            </p:nvSpPr>
            <p:spPr>
              <a:xfrm>
                <a:off x="294868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g3270">
                <a:extLst>
                  <a:ext uri="{FF2B5EF4-FFF2-40B4-BE49-F238E27FC236}">
                    <a16:creationId xmlns:a16="http://schemas.microsoft.com/office/drawing/2014/main" id="{C6F5B84B-0E14-9B11-EA7F-0B6598B72CA6}"/>
                  </a:ext>
                </a:extLst>
              </p:cNvPr>
              <p:cNvSpPr/>
              <p:nvPr/>
            </p:nvSpPr>
            <p:spPr>
              <a:xfrm>
                <a:off x="2960326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g3271">
                <a:extLst>
                  <a:ext uri="{FF2B5EF4-FFF2-40B4-BE49-F238E27FC236}">
                    <a16:creationId xmlns:a16="http://schemas.microsoft.com/office/drawing/2014/main" id="{4BB0C61B-EC0A-AAB6-1D2C-55A2C421ACC1}"/>
                  </a:ext>
                </a:extLst>
              </p:cNvPr>
              <p:cNvSpPr/>
              <p:nvPr/>
            </p:nvSpPr>
            <p:spPr>
              <a:xfrm>
                <a:off x="297196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g3272">
                <a:extLst>
                  <a:ext uri="{FF2B5EF4-FFF2-40B4-BE49-F238E27FC236}">
                    <a16:creationId xmlns:a16="http://schemas.microsoft.com/office/drawing/2014/main" id="{866F37AF-72E6-8924-ACE7-30B8577C4CE7}"/>
                  </a:ext>
                </a:extLst>
              </p:cNvPr>
              <p:cNvSpPr/>
              <p:nvPr/>
            </p:nvSpPr>
            <p:spPr>
              <a:xfrm>
                <a:off x="298360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g3273">
                <a:extLst>
                  <a:ext uri="{FF2B5EF4-FFF2-40B4-BE49-F238E27FC236}">
                    <a16:creationId xmlns:a16="http://schemas.microsoft.com/office/drawing/2014/main" id="{D84EDB3F-1388-60D5-4F3F-EC7F33DB5770}"/>
                  </a:ext>
                </a:extLst>
              </p:cNvPr>
              <p:cNvSpPr/>
              <p:nvPr/>
            </p:nvSpPr>
            <p:spPr>
              <a:xfrm>
                <a:off x="2995238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g3274">
                <a:extLst>
                  <a:ext uri="{FF2B5EF4-FFF2-40B4-BE49-F238E27FC236}">
                    <a16:creationId xmlns:a16="http://schemas.microsoft.com/office/drawing/2014/main" id="{6C33AE6B-9509-4A26-FA01-A9FE073F828E}"/>
                  </a:ext>
                </a:extLst>
              </p:cNvPr>
              <p:cNvSpPr/>
              <p:nvPr/>
            </p:nvSpPr>
            <p:spPr>
              <a:xfrm>
                <a:off x="3006875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g3275">
                <a:extLst>
                  <a:ext uri="{FF2B5EF4-FFF2-40B4-BE49-F238E27FC236}">
                    <a16:creationId xmlns:a16="http://schemas.microsoft.com/office/drawing/2014/main" id="{48A48C0D-F186-7850-6227-5EDF21AFEAE3}"/>
                  </a:ext>
                </a:extLst>
              </p:cNvPr>
              <p:cNvSpPr/>
              <p:nvPr/>
            </p:nvSpPr>
            <p:spPr>
              <a:xfrm>
                <a:off x="301851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g3276">
                <a:extLst>
                  <a:ext uri="{FF2B5EF4-FFF2-40B4-BE49-F238E27FC236}">
                    <a16:creationId xmlns:a16="http://schemas.microsoft.com/office/drawing/2014/main" id="{7CBC3969-3BA1-9377-2F38-B5B2DC0CA63A}"/>
                  </a:ext>
                </a:extLst>
              </p:cNvPr>
              <p:cNvSpPr/>
              <p:nvPr/>
            </p:nvSpPr>
            <p:spPr>
              <a:xfrm>
                <a:off x="3030150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g3277">
                <a:extLst>
                  <a:ext uri="{FF2B5EF4-FFF2-40B4-BE49-F238E27FC236}">
                    <a16:creationId xmlns:a16="http://schemas.microsoft.com/office/drawing/2014/main" id="{8321D20A-0AC4-D53A-45B1-66EF69B70124}"/>
                  </a:ext>
                </a:extLst>
              </p:cNvPr>
              <p:cNvSpPr/>
              <p:nvPr/>
            </p:nvSpPr>
            <p:spPr>
              <a:xfrm>
                <a:off x="441499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g3278">
                <a:extLst>
                  <a:ext uri="{FF2B5EF4-FFF2-40B4-BE49-F238E27FC236}">
                    <a16:creationId xmlns:a16="http://schemas.microsoft.com/office/drawing/2014/main" id="{63035BBA-D769-8942-2310-C2244A26843B}"/>
                  </a:ext>
                </a:extLst>
              </p:cNvPr>
              <p:cNvSpPr/>
              <p:nvPr/>
            </p:nvSpPr>
            <p:spPr>
              <a:xfrm>
                <a:off x="4426630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g3279">
                <a:extLst>
                  <a:ext uri="{FF2B5EF4-FFF2-40B4-BE49-F238E27FC236}">
                    <a16:creationId xmlns:a16="http://schemas.microsoft.com/office/drawing/2014/main" id="{386A0029-1B95-D653-ADF6-79531344E26D}"/>
                  </a:ext>
                </a:extLst>
              </p:cNvPr>
              <p:cNvSpPr/>
              <p:nvPr/>
            </p:nvSpPr>
            <p:spPr>
              <a:xfrm>
                <a:off x="4438267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g3280">
                <a:extLst>
                  <a:ext uri="{FF2B5EF4-FFF2-40B4-BE49-F238E27FC236}">
                    <a16:creationId xmlns:a16="http://schemas.microsoft.com/office/drawing/2014/main" id="{61C40E8C-E6F7-4BA6-8885-B6B550877757}"/>
                  </a:ext>
                </a:extLst>
              </p:cNvPr>
              <p:cNvSpPr/>
              <p:nvPr/>
            </p:nvSpPr>
            <p:spPr>
              <a:xfrm>
                <a:off x="444990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g3281">
                <a:extLst>
                  <a:ext uri="{FF2B5EF4-FFF2-40B4-BE49-F238E27FC236}">
                    <a16:creationId xmlns:a16="http://schemas.microsoft.com/office/drawing/2014/main" id="{43543FC8-BF6E-BDDC-953A-8A4B01BE772C}"/>
                  </a:ext>
                </a:extLst>
              </p:cNvPr>
              <p:cNvSpPr/>
              <p:nvPr/>
            </p:nvSpPr>
            <p:spPr>
              <a:xfrm>
                <a:off x="446154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g3282">
                <a:extLst>
                  <a:ext uri="{FF2B5EF4-FFF2-40B4-BE49-F238E27FC236}">
                    <a16:creationId xmlns:a16="http://schemas.microsoft.com/office/drawing/2014/main" id="{18EE5A68-8659-3AE8-943B-F15FD9FD5A89}"/>
                  </a:ext>
                </a:extLst>
              </p:cNvPr>
              <p:cNvSpPr/>
              <p:nvPr/>
            </p:nvSpPr>
            <p:spPr>
              <a:xfrm>
                <a:off x="462446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9">
                  <a:alpha val="100000"/>
                </a:srgbClr>
              </a:solidFill>
              <a:ln w="5420" cap="flat">
                <a:solidFill>
                  <a:srgbClr val="3B4F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g3283">
                <a:extLst>
                  <a:ext uri="{FF2B5EF4-FFF2-40B4-BE49-F238E27FC236}">
                    <a16:creationId xmlns:a16="http://schemas.microsoft.com/office/drawing/2014/main" id="{381B59F1-AA70-701D-6D1F-77D42178BE11}"/>
                  </a:ext>
                </a:extLst>
              </p:cNvPr>
              <p:cNvSpPr/>
              <p:nvPr/>
            </p:nvSpPr>
            <p:spPr>
              <a:xfrm>
                <a:off x="463610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g3284">
                <a:extLst>
                  <a:ext uri="{FF2B5EF4-FFF2-40B4-BE49-F238E27FC236}">
                    <a16:creationId xmlns:a16="http://schemas.microsoft.com/office/drawing/2014/main" id="{1C214E8D-6CD0-00BA-0223-115C80515683}"/>
                  </a:ext>
                </a:extLst>
              </p:cNvPr>
              <p:cNvSpPr/>
              <p:nvPr/>
            </p:nvSpPr>
            <p:spPr>
              <a:xfrm>
                <a:off x="464773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g3285">
                <a:extLst>
                  <a:ext uri="{FF2B5EF4-FFF2-40B4-BE49-F238E27FC236}">
                    <a16:creationId xmlns:a16="http://schemas.microsoft.com/office/drawing/2014/main" id="{29F7E8C5-1D18-89C3-62E0-693A702C3BD7}"/>
                  </a:ext>
                </a:extLst>
              </p:cNvPr>
              <p:cNvSpPr/>
              <p:nvPr/>
            </p:nvSpPr>
            <p:spPr>
              <a:xfrm>
                <a:off x="4659376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g3286">
                <a:extLst>
                  <a:ext uri="{FF2B5EF4-FFF2-40B4-BE49-F238E27FC236}">
                    <a16:creationId xmlns:a16="http://schemas.microsoft.com/office/drawing/2014/main" id="{6EE5499D-BF13-98AC-DDAE-FDFD1FE587DE}"/>
                  </a:ext>
                </a:extLst>
              </p:cNvPr>
              <p:cNvSpPr/>
              <p:nvPr/>
            </p:nvSpPr>
            <p:spPr>
              <a:xfrm>
                <a:off x="467101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g3287">
                <a:extLst>
                  <a:ext uri="{FF2B5EF4-FFF2-40B4-BE49-F238E27FC236}">
                    <a16:creationId xmlns:a16="http://schemas.microsoft.com/office/drawing/2014/main" id="{B27B3646-B9B8-9CFA-ACBF-EE30C1571C75}"/>
                  </a:ext>
                </a:extLst>
              </p:cNvPr>
              <p:cNvSpPr/>
              <p:nvPr/>
            </p:nvSpPr>
            <p:spPr>
              <a:xfrm>
                <a:off x="468265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g3288">
                <a:extLst>
                  <a:ext uri="{FF2B5EF4-FFF2-40B4-BE49-F238E27FC236}">
                    <a16:creationId xmlns:a16="http://schemas.microsoft.com/office/drawing/2014/main" id="{914F3962-B08E-808B-B426-FDA8ED351D18}"/>
                  </a:ext>
                </a:extLst>
              </p:cNvPr>
              <p:cNvSpPr/>
              <p:nvPr/>
            </p:nvSpPr>
            <p:spPr>
              <a:xfrm>
                <a:off x="2890502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g3289">
                <a:extLst>
                  <a:ext uri="{FF2B5EF4-FFF2-40B4-BE49-F238E27FC236}">
                    <a16:creationId xmlns:a16="http://schemas.microsoft.com/office/drawing/2014/main" id="{74492996-D2BF-DC3D-1A83-77184EA2CD4B}"/>
                  </a:ext>
                </a:extLst>
              </p:cNvPr>
              <p:cNvSpPr/>
              <p:nvPr/>
            </p:nvSpPr>
            <p:spPr>
              <a:xfrm>
                <a:off x="290213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g3290">
                <a:extLst>
                  <a:ext uri="{FF2B5EF4-FFF2-40B4-BE49-F238E27FC236}">
                    <a16:creationId xmlns:a16="http://schemas.microsoft.com/office/drawing/2014/main" id="{1DFF10B4-7D2D-768D-4041-74061749AFE4}"/>
                  </a:ext>
                </a:extLst>
              </p:cNvPr>
              <p:cNvSpPr/>
              <p:nvPr/>
            </p:nvSpPr>
            <p:spPr>
              <a:xfrm>
                <a:off x="2913777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g3291">
                <a:extLst>
                  <a:ext uri="{FF2B5EF4-FFF2-40B4-BE49-F238E27FC236}">
                    <a16:creationId xmlns:a16="http://schemas.microsoft.com/office/drawing/2014/main" id="{A50854A3-895A-8651-8D30-3FFDEF12DBF6}"/>
                  </a:ext>
                </a:extLst>
              </p:cNvPr>
              <p:cNvSpPr/>
              <p:nvPr/>
            </p:nvSpPr>
            <p:spPr>
              <a:xfrm>
                <a:off x="292541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g3292">
                <a:extLst>
                  <a:ext uri="{FF2B5EF4-FFF2-40B4-BE49-F238E27FC236}">
                    <a16:creationId xmlns:a16="http://schemas.microsoft.com/office/drawing/2014/main" id="{8869AC42-CFA7-D020-FD2F-810B16DBBA7C}"/>
                  </a:ext>
                </a:extLst>
              </p:cNvPr>
              <p:cNvSpPr/>
              <p:nvPr/>
            </p:nvSpPr>
            <p:spPr>
              <a:xfrm>
                <a:off x="293705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g3293">
                <a:extLst>
                  <a:ext uri="{FF2B5EF4-FFF2-40B4-BE49-F238E27FC236}">
                    <a16:creationId xmlns:a16="http://schemas.microsoft.com/office/drawing/2014/main" id="{4289E85B-48F7-C61F-29B7-20F70EE63BF1}"/>
                  </a:ext>
                </a:extLst>
              </p:cNvPr>
              <p:cNvSpPr/>
              <p:nvPr/>
            </p:nvSpPr>
            <p:spPr>
              <a:xfrm>
                <a:off x="294868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g3294">
                <a:extLst>
                  <a:ext uri="{FF2B5EF4-FFF2-40B4-BE49-F238E27FC236}">
                    <a16:creationId xmlns:a16="http://schemas.microsoft.com/office/drawing/2014/main" id="{EAC46D48-4089-1909-2CF4-616AF37B768A}"/>
                  </a:ext>
                </a:extLst>
              </p:cNvPr>
              <p:cNvSpPr/>
              <p:nvPr/>
            </p:nvSpPr>
            <p:spPr>
              <a:xfrm>
                <a:off x="2960326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g3295">
                <a:extLst>
                  <a:ext uri="{FF2B5EF4-FFF2-40B4-BE49-F238E27FC236}">
                    <a16:creationId xmlns:a16="http://schemas.microsoft.com/office/drawing/2014/main" id="{BEA87822-93C9-F591-76A6-F24CF223E343}"/>
                  </a:ext>
                </a:extLst>
              </p:cNvPr>
              <p:cNvSpPr/>
              <p:nvPr/>
            </p:nvSpPr>
            <p:spPr>
              <a:xfrm>
                <a:off x="2971963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g3296">
                <a:extLst>
                  <a:ext uri="{FF2B5EF4-FFF2-40B4-BE49-F238E27FC236}">
                    <a16:creationId xmlns:a16="http://schemas.microsoft.com/office/drawing/2014/main" id="{3706DF71-21FD-E127-5B29-BA8E15F7E192}"/>
                  </a:ext>
                </a:extLst>
              </p:cNvPr>
              <p:cNvSpPr/>
              <p:nvPr/>
            </p:nvSpPr>
            <p:spPr>
              <a:xfrm>
                <a:off x="298360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g3297">
                <a:extLst>
                  <a:ext uri="{FF2B5EF4-FFF2-40B4-BE49-F238E27FC236}">
                    <a16:creationId xmlns:a16="http://schemas.microsoft.com/office/drawing/2014/main" id="{5426A7B9-5350-C928-0244-2EA4ED475342}"/>
                  </a:ext>
                </a:extLst>
              </p:cNvPr>
              <p:cNvSpPr/>
              <p:nvPr/>
            </p:nvSpPr>
            <p:spPr>
              <a:xfrm>
                <a:off x="4403355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g3298">
                <a:extLst>
                  <a:ext uri="{FF2B5EF4-FFF2-40B4-BE49-F238E27FC236}">
                    <a16:creationId xmlns:a16="http://schemas.microsoft.com/office/drawing/2014/main" id="{1D6DC33D-7F18-6ED5-B35A-A210229406B7}"/>
                  </a:ext>
                </a:extLst>
              </p:cNvPr>
              <p:cNvSpPr/>
              <p:nvPr/>
            </p:nvSpPr>
            <p:spPr>
              <a:xfrm>
                <a:off x="4414992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g3299">
                <a:extLst>
                  <a:ext uri="{FF2B5EF4-FFF2-40B4-BE49-F238E27FC236}">
                    <a16:creationId xmlns:a16="http://schemas.microsoft.com/office/drawing/2014/main" id="{B4E4739B-7951-5889-EF7D-E6D651FEC2D6}"/>
                  </a:ext>
                </a:extLst>
              </p:cNvPr>
              <p:cNvSpPr/>
              <p:nvPr/>
            </p:nvSpPr>
            <p:spPr>
              <a:xfrm>
                <a:off x="4426630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g3300">
                <a:extLst>
                  <a:ext uri="{FF2B5EF4-FFF2-40B4-BE49-F238E27FC236}">
                    <a16:creationId xmlns:a16="http://schemas.microsoft.com/office/drawing/2014/main" id="{76362497-485C-FBEB-D99F-8952E55ADAEF}"/>
                  </a:ext>
                </a:extLst>
              </p:cNvPr>
              <p:cNvSpPr/>
              <p:nvPr/>
            </p:nvSpPr>
            <p:spPr>
              <a:xfrm>
                <a:off x="4438267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g3301">
                <a:extLst>
                  <a:ext uri="{FF2B5EF4-FFF2-40B4-BE49-F238E27FC236}">
                    <a16:creationId xmlns:a16="http://schemas.microsoft.com/office/drawing/2014/main" id="{FCF331E9-A105-0497-1772-9F8639FDF2C6}"/>
                  </a:ext>
                </a:extLst>
              </p:cNvPr>
              <p:cNvSpPr/>
              <p:nvPr/>
            </p:nvSpPr>
            <p:spPr>
              <a:xfrm>
                <a:off x="444990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g3302">
                <a:extLst>
                  <a:ext uri="{FF2B5EF4-FFF2-40B4-BE49-F238E27FC236}">
                    <a16:creationId xmlns:a16="http://schemas.microsoft.com/office/drawing/2014/main" id="{F1F875FE-AFA1-E6CA-F2DB-61A976795979}"/>
                  </a:ext>
                </a:extLst>
              </p:cNvPr>
              <p:cNvSpPr/>
              <p:nvPr/>
            </p:nvSpPr>
            <p:spPr>
              <a:xfrm>
                <a:off x="462446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g3303">
                <a:extLst>
                  <a:ext uri="{FF2B5EF4-FFF2-40B4-BE49-F238E27FC236}">
                    <a16:creationId xmlns:a16="http://schemas.microsoft.com/office/drawing/2014/main" id="{F0FC89BF-9170-AC6C-562D-0144CF38E60C}"/>
                  </a:ext>
                </a:extLst>
              </p:cNvPr>
              <p:cNvSpPr/>
              <p:nvPr/>
            </p:nvSpPr>
            <p:spPr>
              <a:xfrm>
                <a:off x="463610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g3304">
                <a:extLst>
                  <a:ext uri="{FF2B5EF4-FFF2-40B4-BE49-F238E27FC236}">
                    <a16:creationId xmlns:a16="http://schemas.microsoft.com/office/drawing/2014/main" id="{34A6BD71-3F48-99D5-F185-F5C197A2D6B6}"/>
                  </a:ext>
                </a:extLst>
              </p:cNvPr>
              <p:cNvSpPr/>
              <p:nvPr/>
            </p:nvSpPr>
            <p:spPr>
              <a:xfrm>
                <a:off x="464773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g3305">
                <a:extLst>
                  <a:ext uri="{FF2B5EF4-FFF2-40B4-BE49-F238E27FC236}">
                    <a16:creationId xmlns:a16="http://schemas.microsoft.com/office/drawing/2014/main" id="{6F1FFB5B-DDA1-69D6-AC8E-2C980F2BF1F6}"/>
                  </a:ext>
                </a:extLst>
              </p:cNvPr>
              <p:cNvSpPr/>
              <p:nvPr/>
            </p:nvSpPr>
            <p:spPr>
              <a:xfrm>
                <a:off x="4659376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g3306">
                <a:extLst>
                  <a:ext uri="{FF2B5EF4-FFF2-40B4-BE49-F238E27FC236}">
                    <a16:creationId xmlns:a16="http://schemas.microsoft.com/office/drawing/2014/main" id="{DA642639-7E5C-C83D-B91C-D6372AA3F4C8}"/>
                  </a:ext>
                </a:extLst>
              </p:cNvPr>
              <p:cNvSpPr/>
              <p:nvPr/>
            </p:nvSpPr>
            <p:spPr>
              <a:xfrm>
                <a:off x="4671013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g3307">
                <a:extLst>
                  <a:ext uri="{FF2B5EF4-FFF2-40B4-BE49-F238E27FC236}">
                    <a16:creationId xmlns:a16="http://schemas.microsoft.com/office/drawing/2014/main" id="{EDC52785-7600-032C-E9B1-85A74A7FDAF7}"/>
                  </a:ext>
                </a:extLst>
              </p:cNvPr>
              <p:cNvSpPr/>
              <p:nvPr/>
            </p:nvSpPr>
            <p:spPr>
              <a:xfrm>
                <a:off x="468265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g3308">
                <a:extLst>
                  <a:ext uri="{FF2B5EF4-FFF2-40B4-BE49-F238E27FC236}">
                    <a16:creationId xmlns:a16="http://schemas.microsoft.com/office/drawing/2014/main" id="{783E3B0F-8E94-A09D-A32B-E882D6F999B1}"/>
                  </a:ext>
                </a:extLst>
              </p:cNvPr>
              <p:cNvSpPr/>
              <p:nvPr/>
            </p:nvSpPr>
            <p:spPr>
              <a:xfrm>
                <a:off x="2878865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g3309">
                <a:extLst>
                  <a:ext uri="{FF2B5EF4-FFF2-40B4-BE49-F238E27FC236}">
                    <a16:creationId xmlns:a16="http://schemas.microsoft.com/office/drawing/2014/main" id="{B17B35D4-2262-9CC0-1A84-E86F21F5E3BC}"/>
                  </a:ext>
                </a:extLst>
              </p:cNvPr>
              <p:cNvSpPr/>
              <p:nvPr/>
            </p:nvSpPr>
            <p:spPr>
              <a:xfrm>
                <a:off x="289050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g3310">
                <a:extLst>
                  <a:ext uri="{FF2B5EF4-FFF2-40B4-BE49-F238E27FC236}">
                    <a16:creationId xmlns:a16="http://schemas.microsoft.com/office/drawing/2014/main" id="{A1FBF17D-281E-4F48-F040-C48FF3FC0E8C}"/>
                  </a:ext>
                </a:extLst>
              </p:cNvPr>
              <p:cNvSpPr/>
              <p:nvPr/>
            </p:nvSpPr>
            <p:spPr>
              <a:xfrm>
                <a:off x="290213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g3311">
                <a:extLst>
                  <a:ext uri="{FF2B5EF4-FFF2-40B4-BE49-F238E27FC236}">
                    <a16:creationId xmlns:a16="http://schemas.microsoft.com/office/drawing/2014/main" id="{28C039FE-7D7C-8A0B-B1A3-7425F8AFC5B4}"/>
                  </a:ext>
                </a:extLst>
              </p:cNvPr>
              <p:cNvSpPr/>
              <p:nvPr/>
            </p:nvSpPr>
            <p:spPr>
              <a:xfrm>
                <a:off x="2913777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g3312">
                <a:extLst>
                  <a:ext uri="{FF2B5EF4-FFF2-40B4-BE49-F238E27FC236}">
                    <a16:creationId xmlns:a16="http://schemas.microsoft.com/office/drawing/2014/main" id="{6181C2A0-909D-6D4F-99D4-C8E9ED068820}"/>
                  </a:ext>
                </a:extLst>
              </p:cNvPr>
              <p:cNvSpPr/>
              <p:nvPr/>
            </p:nvSpPr>
            <p:spPr>
              <a:xfrm>
                <a:off x="2925414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g3313">
                <a:extLst>
                  <a:ext uri="{FF2B5EF4-FFF2-40B4-BE49-F238E27FC236}">
                    <a16:creationId xmlns:a16="http://schemas.microsoft.com/office/drawing/2014/main" id="{8CB68900-14D3-0F36-E845-0A0756C64DFC}"/>
                  </a:ext>
                </a:extLst>
              </p:cNvPr>
              <p:cNvSpPr/>
              <p:nvPr/>
            </p:nvSpPr>
            <p:spPr>
              <a:xfrm>
                <a:off x="293705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g3314">
                <a:extLst>
                  <a:ext uri="{FF2B5EF4-FFF2-40B4-BE49-F238E27FC236}">
                    <a16:creationId xmlns:a16="http://schemas.microsoft.com/office/drawing/2014/main" id="{576183ED-2D3D-FA56-07A6-457FC0F4E367}"/>
                  </a:ext>
                </a:extLst>
              </p:cNvPr>
              <p:cNvSpPr/>
              <p:nvPr/>
            </p:nvSpPr>
            <p:spPr>
              <a:xfrm>
                <a:off x="294868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g3315">
                <a:extLst>
                  <a:ext uri="{FF2B5EF4-FFF2-40B4-BE49-F238E27FC236}">
                    <a16:creationId xmlns:a16="http://schemas.microsoft.com/office/drawing/2014/main" id="{FC9370AF-03F1-33DE-46DA-4210CDE13E2A}"/>
                  </a:ext>
                </a:extLst>
              </p:cNvPr>
              <p:cNvSpPr/>
              <p:nvPr/>
            </p:nvSpPr>
            <p:spPr>
              <a:xfrm>
                <a:off x="2960326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g3316">
                <a:extLst>
                  <a:ext uri="{FF2B5EF4-FFF2-40B4-BE49-F238E27FC236}">
                    <a16:creationId xmlns:a16="http://schemas.microsoft.com/office/drawing/2014/main" id="{C9C284AC-26EA-1306-61E6-F809535730E2}"/>
                  </a:ext>
                </a:extLst>
              </p:cNvPr>
              <p:cNvSpPr/>
              <p:nvPr/>
            </p:nvSpPr>
            <p:spPr>
              <a:xfrm>
                <a:off x="4403355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g3317">
                <a:extLst>
                  <a:ext uri="{FF2B5EF4-FFF2-40B4-BE49-F238E27FC236}">
                    <a16:creationId xmlns:a16="http://schemas.microsoft.com/office/drawing/2014/main" id="{D7649FDC-84B9-54A5-67B6-585E41EA7949}"/>
                  </a:ext>
                </a:extLst>
              </p:cNvPr>
              <p:cNvSpPr/>
              <p:nvPr/>
            </p:nvSpPr>
            <p:spPr>
              <a:xfrm>
                <a:off x="441499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g3318">
                <a:extLst>
                  <a:ext uri="{FF2B5EF4-FFF2-40B4-BE49-F238E27FC236}">
                    <a16:creationId xmlns:a16="http://schemas.microsoft.com/office/drawing/2014/main" id="{4EA5C4C8-99A2-35EC-2C43-56F8B6FD854C}"/>
                  </a:ext>
                </a:extLst>
              </p:cNvPr>
              <p:cNvSpPr/>
              <p:nvPr/>
            </p:nvSpPr>
            <p:spPr>
              <a:xfrm>
                <a:off x="4426630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g3319">
                <a:extLst>
                  <a:ext uri="{FF2B5EF4-FFF2-40B4-BE49-F238E27FC236}">
                    <a16:creationId xmlns:a16="http://schemas.microsoft.com/office/drawing/2014/main" id="{79FC609F-748E-7430-3D7C-782E81AC6856}"/>
                  </a:ext>
                </a:extLst>
              </p:cNvPr>
              <p:cNvSpPr/>
              <p:nvPr/>
            </p:nvSpPr>
            <p:spPr>
              <a:xfrm>
                <a:off x="4438267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g3320">
                <a:extLst>
                  <a:ext uri="{FF2B5EF4-FFF2-40B4-BE49-F238E27FC236}">
                    <a16:creationId xmlns:a16="http://schemas.microsoft.com/office/drawing/2014/main" id="{32658CD1-B4F8-446D-6426-5267B9ECF66C}"/>
                  </a:ext>
                </a:extLst>
              </p:cNvPr>
              <p:cNvSpPr/>
              <p:nvPr/>
            </p:nvSpPr>
            <p:spPr>
              <a:xfrm>
                <a:off x="4449904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g3321">
                <a:extLst>
                  <a:ext uri="{FF2B5EF4-FFF2-40B4-BE49-F238E27FC236}">
                    <a16:creationId xmlns:a16="http://schemas.microsoft.com/office/drawing/2014/main" id="{C8448357-AE43-6838-968C-0B08490C12F2}"/>
                  </a:ext>
                </a:extLst>
              </p:cNvPr>
              <p:cNvSpPr/>
              <p:nvPr/>
            </p:nvSpPr>
            <p:spPr>
              <a:xfrm>
                <a:off x="446154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g3322">
                <a:extLst>
                  <a:ext uri="{FF2B5EF4-FFF2-40B4-BE49-F238E27FC236}">
                    <a16:creationId xmlns:a16="http://schemas.microsoft.com/office/drawing/2014/main" id="{1F6C820A-F4BF-A4BF-5640-47C1BDF87C2B}"/>
                  </a:ext>
                </a:extLst>
              </p:cNvPr>
              <p:cNvSpPr/>
              <p:nvPr/>
            </p:nvSpPr>
            <p:spPr>
              <a:xfrm>
                <a:off x="447317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g3323">
                <a:extLst>
                  <a:ext uri="{FF2B5EF4-FFF2-40B4-BE49-F238E27FC236}">
                    <a16:creationId xmlns:a16="http://schemas.microsoft.com/office/drawing/2014/main" id="{51EACA6A-28E3-0288-8645-054AD6C06E90}"/>
                  </a:ext>
                </a:extLst>
              </p:cNvPr>
              <p:cNvSpPr/>
              <p:nvPr/>
            </p:nvSpPr>
            <p:spPr>
              <a:xfrm>
                <a:off x="463610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g3324">
                <a:extLst>
                  <a:ext uri="{FF2B5EF4-FFF2-40B4-BE49-F238E27FC236}">
                    <a16:creationId xmlns:a16="http://schemas.microsoft.com/office/drawing/2014/main" id="{DC6EAA0A-2B95-3C9A-A0E1-41F676F47175}"/>
                  </a:ext>
                </a:extLst>
              </p:cNvPr>
              <p:cNvSpPr/>
              <p:nvPr/>
            </p:nvSpPr>
            <p:spPr>
              <a:xfrm>
                <a:off x="464773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g3325">
                <a:extLst>
                  <a:ext uri="{FF2B5EF4-FFF2-40B4-BE49-F238E27FC236}">
                    <a16:creationId xmlns:a16="http://schemas.microsoft.com/office/drawing/2014/main" id="{336A01BB-A79D-0C84-F17B-E2277B941402}"/>
                  </a:ext>
                </a:extLst>
              </p:cNvPr>
              <p:cNvSpPr/>
              <p:nvPr/>
            </p:nvSpPr>
            <p:spPr>
              <a:xfrm>
                <a:off x="4659376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g3326">
                <a:extLst>
                  <a:ext uri="{FF2B5EF4-FFF2-40B4-BE49-F238E27FC236}">
                    <a16:creationId xmlns:a16="http://schemas.microsoft.com/office/drawing/2014/main" id="{76485B44-C44B-95DF-7187-0C8D1E7C66D9}"/>
                  </a:ext>
                </a:extLst>
              </p:cNvPr>
              <p:cNvSpPr/>
              <p:nvPr/>
            </p:nvSpPr>
            <p:spPr>
              <a:xfrm>
                <a:off x="4671013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g3327">
                <a:extLst>
                  <a:ext uri="{FF2B5EF4-FFF2-40B4-BE49-F238E27FC236}">
                    <a16:creationId xmlns:a16="http://schemas.microsoft.com/office/drawing/2014/main" id="{0923E11D-F61C-8CE1-2CEF-05FAF28D4FBF}"/>
                  </a:ext>
                </a:extLst>
              </p:cNvPr>
              <p:cNvSpPr/>
              <p:nvPr/>
            </p:nvSpPr>
            <p:spPr>
              <a:xfrm>
                <a:off x="468265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g3328">
                <a:extLst>
                  <a:ext uri="{FF2B5EF4-FFF2-40B4-BE49-F238E27FC236}">
                    <a16:creationId xmlns:a16="http://schemas.microsoft.com/office/drawing/2014/main" id="{676BB38D-99A3-D0A7-7F7F-FFEA4471E327}"/>
                  </a:ext>
                </a:extLst>
              </p:cNvPr>
              <p:cNvSpPr/>
              <p:nvPr/>
            </p:nvSpPr>
            <p:spPr>
              <a:xfrm>
                <a:off x="286722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g3329">
                <a:extLst>
                  <a:ext uri="{FF2B5EF4-FFF2-40B4-BE49-F238E27FC236}">
                    <a16:creationId xmlns:a16="http://schemas.microsoft.com/office/drawing/2014/main" id="{E50A261E-CF94-CAEB-DF6A-EDF9ADD6441C}"/>
                  </a:ext>
                </a:extLst>
              </p:cNvPr>
              <p:cNvSpPr/>
              <p:nvPr/>
            </p:nvSpPr>
            <p:spPr>
              <a:xfrm>
                <a:off x="2878865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g3330">
                <a:extLst>
                  <a:ext uri="{FF2B5EF4-FFF2-40B4-BE49-F238E27FC236}">
                    <a16:creationId xmlns:a16="http://schemas.microsoft.com/office/drawing/2014/main" id="{6A686EF0-DCDE-2C99-7765-2B67657C9998}"/>
                  </a:ext>
                </a:extLst>
              </p:cNvPr>
              <p:cNvSpPr/>
              <p:nvPr/>
            </p:nvSpPr>
            <p:spPr>
              <a:xfrm>
                <a:off x="289050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g3331">
                <a:extLst>
                  <a:ext uri="{FF2B5EF4-FFF2-40B4-BE49-F238E27FC236}">
                    <a16:creationId xmlns:a16="http://schemas.microsoft.com/office/drawing/2014/main" id="{36FFA6A9-EF52-1035-71DD-39E2DC5DA423}"/>
                  </a:ext>
                </a:extLst>
              </p:cNvPr>
              <p:cNvSpPr/>
              <p:nvPr/>
            </p:nvSpPr>
            <p:spPr>
              <a:xfrm>
                <a:off x="290213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g3332">
                <a:extLst>
                  <a:ext uri="{FF2B5EF4-FFF2-40B4-BE49-F238E27FC236}">
                    <a16:creationId xmlns:a16="http://schemas.microsoft.com/office/drawing/2014/main" id="{31C565EA-8F99-D9A3-6EF8-F6B2636EC685}"/>
                  </a:ext>
                </a:extLst>
              </p:cNvPr>
              <p:cNvSpPr/>
              <p:nvPr/>
            </p:nvSpPr>
            <p:spPr>
              <a:xfrm>
                <a:off x="291377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g3333">
                <a:extLst>
                  <a:ext uri="{FF2B5EF4-FFF2-40B4-BE49-F238E27FC236}">
                    <a16:creationId xmlns:a16="http://schemas.microsoft.com/office/drawing/2014/main" id="{FE7A72B1-2A59-7F88-65C1-307E9CB891F5}"/>
                  </a:ext>
                </a:extLst>
              </p:cNvPr>
              <p:cNvSpPr/>
              <p:nvPr/>
            </p:nvSpPr>
            <p:spPr>
              <a:xfrm>
                <a:off x="2925414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g3334">
                <a:extLst>
                  <a:ext uri="{FF2B5EF4-FFF2-40B4-BE49-F238E27FC236}">
                    <a16:creationId xmlns:a16="http://schemas.microsoft.com/office/drawing/2014/main" id="{B3889FFD-3519-D992-DC92-A1154D2FB565}"/>
                  </a:ext>
                </a:extLst>
              </p:cNvPr>
              <p:cNvSpPr/>
              <p:nvPr/>
            </p:nvSpPr>
            <p:spPr>
              <a:xfrm>
                <a:off x="293705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g3335">
                <a:extLst>
                  <a:ext uri="{FF2B5EF4-FFF2-40B4-BE49-F238E27FC236}">
                    <a16:creationId xmlns:a16="http://schemas.microsoft.com/office/drawing/2014/main" id="{25012AA7-B8F4-744D-4684-C919C87A63E0}"/>
                  </a:ext>
                </a:extLst>
              </p:cNvPr>
              <p:cNvSpPr/>
              <p:nvPr/>
            </p:nvSpPr>
            <p:spPr>
              <a:xfrm>
                <a:off x="294868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g3336">
                <a:extLst>
                  <a:ext uri="{FF2B5EF4-FFF2-40B4-BE49-F238E27FC236}">
                    <a16:creationId xmlns:a16="http://schemas.microsoft.com/office/drawing/2014/main" id="{60602D5C-C0AA-39A8-C288-0AC90AD66C80}"/>
                  </a:ext>
                </a:extLst>
              </p:cNvPr>
              <p:cNvSpPr/>
              <p:nvPr/>
            </p:nvSpPr>
            <p:spPr>
              <a:xfrm>
                <a:off x="4403355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g3337">
                <a:extLst>
                  <a:ext uri="{FF2B5EF4-FFF2-40B4-BE49-F238E27FC236}">
                    <a16:creationId xmlns:a16="http://schemas.microsoft.com/office/drawing/2014/main" id="{109C3C21-E5D4-27F5-98F1-82622AFB0FEF}"/>
                  </a:ext>
                </a:extLst>
              </p:cNvPr>
              <p:cNvSpPr/>
              <p:nvPr/>
            </p:nvSpPr>
            <p:spPr>
              <a:xfrm>
                <a:off x="441499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g3338">
                <a:extLst>
                  <a:ext uri="{FF2B5EF4-FFF2-40B4-BE49-F238E27FC236}">
                    <a16:creationId xmlns:a16="http://schemas.microsoft.com/office/drawing/2014/main" id="{23F55A52-D2A5-AA8B-8841-CB76CCC4AED6}"/>
                  </a:ext>
                </a:extLst>
              </p:cNvPr>
              <p:cNvSpPr/>
              <p:nvPr/>
            </p:nvSpPr>
            <p:spPr>
              <a:xfrm>
                <a:off x="4426630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g3339">
                <a:extLst>
                  <a:ext uri="{FF2B5EF4-FFF2-40B4-BE49-F238E27FC236}">
                    <a16:creationId xmlns:a16="http://schemas.microsoft.com/office/drawing/2014/main" id="{A5A0A4D5-E711-89BB-4C19-B659A594AA4B}"/>
                  </a:ext>
                </a:extLst>
              </p:cNvPr>
              <p:cNvSpPr/>
              <p:nvPr/>
            </p:nvSpPr>
            <p:spPr>
              <a:xfrm>
                <a:off x="443826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g3340">
                <a:extLst>
                  <a:ext uri="{FF2B5EF4-FFF2-40B4-BE49-F238E27FC236}">
                    <a16:creationId xmlns:a16="http://schemas.microsoft.com/office/drawing/2014/main" id="{D89B9A3F-1A93-F402-F754-A350968D5F1D}"/>
                  </a:ext>
                </a:extLst>
              </p:cNvPr>
              <p:cNvSpPr/>
              <p:nvPr/>
            </p:nvSpPr>
            <p:spPr>
              <a:xfrm>
                <a:off x="4449904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g3341">
                <a:extLst>
                  <a:ext uri="{FF2B5EF4-FFF2-40B4-BE49-F238E27FC236}">
                    <a16:creationId xmlns:a16="http://schemas.microsoft.com/office/drawing/2014/main" id="{62B85A0C-E361-9B19-1B79-CA5B967CF224}"/>
                  </a:ext>
                </a:extLst>
              </p:cNvPr>
              <p:cNvSpPr/>
              <p:nvPr/>
            </p:nvSpPr>
            <p:spPr>
              <a:xfrm>
                <a:off x="446154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g3342">
                <a:extLst>
                  <a:ext uri="{FF2B5EF4-FFF2-40B4-BE49-F238E27FC236}">
                    <a16:creationId xmlns:a16="http://schemas.microsoft.com/office/drawing/2014/main" id="{D1448211-F441-F5F3-E818-A8F16CA45169}"/>
                  </a:ext>
                </a:extLst>
              </p:cNvPr>
              <p:cNvSpPr/>
              <p:nvPr/>
            </p:nvSpPr>
            <p:spPr>
              <a:xfrm>
                <a:off x="447317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g3343">
                <a:extLst>
                  <a:ext uri="{FF2B5EF4-FFF2-40B4-BE49-F238E27FC236}">
                    <a16:creationId xmlns:a16="http://schemas.microsoft.com/office/drawing/2014/main" id="{661A197E-B4D0-FA61-814E-902651600D5A}"/>
                  </a:ext>
                </a:extLst>
              </p:cNvPr>
              <p:cNvSpPr/>
              <p:nvPr/>
            </p:nvSpPr>
            <p:spPr>
              <a:xfrm>
                <a:off x="4484816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g3344">
                <a:extLst>
                  <a:ext uri="{FF2B5EF4-FFF2-40B4-BE49-F238E27FC236}">
                    <a16:creationId xmlns:a16="http://schemas.microsoft.com/office/drawing/2014/main" id="{FEE24A56-84AC-C70A-B2FB-9BA45DE2174E}"/>
                  </a:ext>
                </a:extLst>
              </p:cNvPr>
              <p:cNvSpPr/>
              <p:nvPr/>
            </p:nvSpPr>
            <p:spPr>
              <a:xfrm>
                <a:off x="463610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g3345">
                <a:extLst>
                  <a:ext uri="{FF2B5EF4-FFF2-40B4-BE49-F238E27FC236}">
                    <a16:creationId xmlns:a16="http://schemas.microsoft.com/office/drawing/2014/main" id="{AE505906-2391-FAED-BF01-59191F733850}"/>
                  </a:ext>
                </a:extLst>
              </p:cNvPr>
              <p:cNvSpPr/>
              <p:nvPr/>
            </p:nvSpPr>
            <p:spPr>
              <a:xfrm>
                <a:off x="464773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g3346">
                <a:extLst>
                  <a:ext uri="{FF2B5EF4-FFF2-40B4-BE49-F238E27FC236}">
                    <a16:creationId xmlns:a16="http://schemas.microsoft.com/office/drawing/2014/main" id="{9CAEC510-AB71-405A-5562-6890D288E263}"/>
                  </a:ext>
                </a:extLst>
              </p:cNvPr>
              <p:cNvSpPr/>
              <p:nvPr/>
            </p:nvSpPr>
            <p:spPr>
              <a:xfrm>
                <a:off x="4659376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g3347">
                <a:extLst>
                  <a:ext uri="{FF2B5EF4-FFF2-40B4-BE49-F238E27FC236}">
                    <a16:creationId xmlns:a16="http://schemas.microsoft.com/office/drawing/2014/main" id="{86E7F618-7CCA-394C-421E-4D44066563EC}"/>
                  </a:ext>
                </a:extLst>
              </p:cNvPr>
              <p:cNvSpPr/>
              <p:nvPr/>
            </p:nvSpPr>
            <p:spPr>
              <a:xfrm>
                <a:off x="4671013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g3348">
                <a:extLst>
                  <a:ext uri="{FF2B5EF4-FFF2-40B4-BE49-F238E27FC236}">
                    <a16:creationId xmlns:a16="http://schemas.microsoft.com/office/drawing/2014/main" id="{3CE6AD7F-940E-ED0C-E785-446399D1A41A}"/>
                  </a:ext>
                </a:extLst>
              </p:cNvPr>
              <p:cNvSpPr/>
              <p:nvPr/>
            </p:nvSpPr>
            <p:spPr>
              <a:xfrm>
                <a:off x="468265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g3349">
                <a:extLst>
                  <a:ext uri="{FF2B5EF4-FFF2-40B4-BE49-F238E27FC236}">
                    <a16:creationId xmlns:a16="http://schemas.microsoft.com/office/drawing/2014/main" id="{CB412285-B038-A98B-870A-FDAD436C87E5}"/>
                  </a:ext>
                </a:extLst>
              </p:cNvPr>
              <p:cNvSpPr/>
              <p:nvPr/>
            </p:nvSpPr>
            <p:spPr>
              <a:xfrm>
                <a:off x="4694288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g3350">
                <a:extLst>
                  <a:ext uri="{FF2B5EF4-FFF2-40B4-BE49-F238E27FC236}">
                    <a16:creationId xmlns:a16="http://schemas.microsoft.com/office/drawing/2014/main" id="{967B2685-AF3C-5E04-C900-6E186FB02385}"/>
                  </a:ext>
                </a:extLst>
              </p:cNvPr>
              <p:cNvSpPr/>
              <p:nvPr/>
            </p:nvSpPr>
            <p:spPr>
              <a:xfrm>
                <a:off x="2855590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g3351">
                <a:extLst>
                  <a:ext uri="{FF2B5EF4-FFF2-40B4-BE49-F238E27FC236}">
                    <a16:creationId xmlns:a16="http://schemas.microsoft.com/office/drawing/2014/main" id="{1B08055B-4E64-4B64-5B77-DFDFB975BBF5}"/>
                  </a:ext>
                </a:extLst>
              </p:cNvPr>
              <p:cNvSpPr/>
              <p:nvPr/>
            </p:nvSpPr>
            <p:spPr>
              <a:xfrm>
                <a:off x="286722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g3352">
                <a:extLst>
                  <a:ext uri="{FF2B5EF4-FFF2-40B4-BE49-F238E27FC236}">
                    <a16:creationId xmlns:a16="http://schemas.microsoft.com/office/drawing/2014/main" id="{0D00EB0C-55A7-135C-C19E-F7B8BDB274EA}"/>
                  </a:ext>
                </a:extLst>
              </p:cNvPr>
              <p:cNvSpPr/>
              <p:nvPr/>
            </p:nvSpPr>
            <p:spPr>
              <a:xfrm>
                <a:off x="2878865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g3353">
                <a:extLst>
                  <a:ext uri="{FF2B5EF4-FFF2-40B4-BE49-F238E27FC236}">
                    <a16:creationId xmlns:a16="http://schemas.microsoft.com/office/drawing/2014/main" id="{4ADD5D4F-265A-C066-0F5A-10E053090A29}"/>
                  </a:ext>
                </a:extLst>
              </p:cNvPr>
              <p:cNvSpPr/>
              <p:nvPr/>
            </p:nvSpPr>
            <p:spPr>
              <a:xfrm>
                <a:off x="289050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g3354">
                <a:extLst>
                  <a:ext uri="{FF2B5EF4-FFF2-40B4-BE49-F238E27FC236}">
                    <a16:creationId xmlns:a16="http://schemas.microsoft.com/office/drawing/2014/main" id="{33052810-183B-011B-8BB2-CD926AE05E05}"/>
                  </a:ext>
                </a:extLst>
              </p:cNvPr>
              <p:cNvSpPr/>
              <p:nvPr/>
            </p:nvSpPr>
            <p:spPr>
              <a:xfrm>
                <a:off x="290213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g3355">
                <a:extLst>
                  <a:ext uri="{FF2B5EF4-FFF2-40B4-BE49-F238E27FC236}">
                    <a16:creationId xmlns:a16="http://schemas.microsoft.com/office/drawing/2014/main" id="{7C6676E0-6E26-8A4C-9BDB-5EE88C2E6665}"/>
                  </a:ext>
                </a:extLst>
              </p:cNvPr>
              <p:cNvSpPr/>
              <p:nvPr/>
            </p:nvSpPr>
            <p:spPr>
              <a:xfrm>
                <a:off x="291377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g3356">
                <a:extLst>
                  <a:ext uri="{FF2B5EF4-FFF2-40B4-BE49-F238E27FC236}">
                    <a16:creationId xmlns:a16="http://schemas.microsoft.com/office/drawing/2014/main" id="{A4E51943-9B00-4455-6FD2-62B8FCD59ED3}"/>
                  </a:ext>
                </a:extLst>
              </p:cNvPr>
              <p:cNvSpPr/>
              <p:nvPr/>
            </p:nvSpPr>
            <p:spPr>
              <a:xfrm>
                <a:off x="2925414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g3357">
                <a:extLst>
                  <a:ext uri="{FF2B5EF4-FFF2-40B4-BE49-F238E27FC236}">
                    <a16:creationId xmlns:a16="http://schemas.microsoft.com/office/drawing/2014/main" id="{77FB3FE0-087B-CA04-AE5C-81BA624529A7}"/>
                  </a:ext>
                </a:extLst>
              </p:cNvPr>
              <p:cNvSpPr/>
              <p:nvPr/>
            </p:nvSpPr>
            <p:spPr>
              <a:xfrm>
                <a:off x="2937051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g3358">
                <a:extLst>
                  <a:ext uri="{FF2B5EF4-FFF2-40B4-BE49-F238E27FC236}">
                    <a16:creationId xmlns:a16="http://schemas.microsoft.com/office/drawing/2014/main" id="{6EE0A4A4-10B4-A2E8-BEF7-A6E8CCC75EFD}"/>
                  </a:ext>
                </a:extLst>
              </p:cNvPr>
              <p:cNvSpPr/>
              <p:nvPr/>
            </p:nvSpPr>
            <p:spPr>
              <a:xfrm>
                <a:off x="4403355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g3359">
                <a:extLst>
                  <a:ext uri="{FF2B5EF4-FFF2-40B4-BE49-F238E27FC236}">
                    <a16:creationId xmlns:a16="http://schemas.microsoft.com/office/drawing/2014/main" id="{E83DC0E6-E5EE-F167-3317-37D84A57C288}"/>
                  </a:ext>
                </a:extLst>
              </p:cNvPr>
              <p:cNvSpPr/>
              <p:nvPr/>
            </p:nvSpPr>
            <p:spPr>
              <a:xfrm>
                <a:off x="441499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g3360">
                <a:extLst>
                  <a:ext uri="{FF2B5EF4-FFF2-40B4-BE49-F238E27FC236}">
                    <a16:creationId xmlns:a16="http://schemas.microsoft.com/office/drawing/2014/main" id="{336AD2A4-DC34-3630-C918-004AE0EB7D08}"/>
                  </a:ext>
                </a:extLst>
              </p:cNvPr>
              <p:cNvSpPr/>
              <p:nvPr/>
            </p:nvSpPr>
            <p:spPr>
              <a:xfrm>
                <a:off x="4426630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g3361">
                <a:extLst>
                  <a:ext uri="{FF2B5EF4-FFF2-40B4-BE49-F238E27FC236}">
                    <a16:creationId xmlns:a16="http://schemas.microsoft.com/office/drawing/2014/main" id="{5E3BC4B1-DA45-2CEA-EF15-D1A028B6B57E}"/>
                  </a:ext>
                </a:extLst>
              </p:cNvPr>
              <p:cNvSpPr/>
              <p:nvPr/>
            </p:nvSpPr>
            <p:spPr>
              <a:xfrm>
                <a:off x="443826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g3362">
                <a:extLst>
                  <a:ext uri="{FF2B5EF4-FFF2-40B4-BE49-F238E27FC236}">
                    <a16:creationId xmlns:a16="http://schemas.microsoft.com/office/drawing/2014/main" id="{AEB91EF2-79D7-A9E3-063E-43B4B8257CA8}"/>
                  </a:ext>
                </a:extLst>
              </p:cNvPr>
              <p:cNvSpPr/>
              <p:nvPr/>
            </p:nvSpPr>
            <p:spPr>
              <a:xfrm>
                <a:off x="4449904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g3363">
                <a:extLst>
                  <a:ext uri="{FF2B5EF4-FFF2-40B4-BE49-F238E27FC236}">
                    <a16:creationId xmlns:a16="http://schemas.microsoft.com/office/drawing/2014/main" id="{03415FEF-6BE0-DD83-3239-710CB462F7ED}"/>
                  </a:ext>
                </a:extLst>
              </p:cNvPr>
              <p:cNvSpPr/>
              <p:nvPr/>
            </p:nvSpPr>
            <p:spPr>
              <a:xfrm>
                <a:off x="446154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g3364">
                <a:extLst>
                  <a:ext uri="{FF2B5EF4-FFF2-40B4-BE49-F238E27FC236}">
                    <a16:creationId xmlns:a16="http://schemas.microsoft.com/office/drawing/2014/main" id="{468B45BE-395D-1242-D949-D1C6A272E27F}"/>
                  </a:ext>
                </a:extLst>
              </p:cNvPr>
              <p:cNvSpPr/>
              <p:nvPr/>
            </p:nvSpPr>
            <p:spPr>
              <a:xfrm>
                <a:off x="447317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g3365">
                <a:extLst>
                  <a:ext uri="{FF2B5EF4-FFF2-40B4-BE49-F238E27FC236}">
                    <a16:creationId xmlns:a16="http://schemas.microsoft.com/office/drawing/2014/main" id="{6DC12801-0983-6222-3B00-45215A138DE4}"/>
                  </a:ext>
                </a:extLst>
              </p:cNvPr>
              <p:cNvSpPr/>
              <p:nvPr/>
            </p:nvSpPr>
            <p:spPr>
              <a:xfrm>
                <a:off x="4484816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g3366">
                <a:extLst>
                  <a:ext uri="{FF2B5EF4-FFF2-40B4-BE49-F238E27FC236}">
                    <a16:creationId xmlns:a16="http://schemas.microsoft.com/office/drawing/2014/main" id="{CD9920BE-AFF7-5FDA-1314-534BC510E637}"/>
                  </a:ext>
                </a:extLst>
              </p:cNvPr>
              <p:cNvSpPr/>
              <p:nvPr/>
            </p:nvSpPr>
            <p:spPr>
              <a:xfrm>
                <a:off x="464773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g3367">
                <a:extLst>
                  <a:ext uri="{FF2B5EF4-FFF2-40B4-BE49-F238E27FC236}">
                    <a16:creationId xmlns:a16="http://schemas.microsoft.com/office/drawing/2014/main" id="{A9EB7503-797E-CB86-3C0E-41E3810FD8A1}"/>
                  </a:ext>
                </a:extLst>
              </p:cNvPr>
              <p:cNvSpPr/>
              <p:nvPr/>
            </p:nvSpPr>
            <p:spPr>
              <a:xfrm>
                <a:off x="4659376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C">
                  <a:alpha val="100000"/>
                </a:srgbClr>
              </a:solidFill>
              <a:ln w="5420" cap="flat">
                <a:solidFill>
                  <a:srgbClr val="3B5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g3368">
                <a:extLst>
                  <a:ext uri="{FF2B5EF4-FFF2-40B4-BE49-F238E27FC236}">
                    <a16:creationId xmlns:a16="http://schemas.microsoft.com/office/drawing/2014/main" id="{82782B2C-4054-3389-AA5A-BB13CEF84B98}"/>
                  </a:ext>
                </a:extLst>
              </p:cNvPr>
              <p:cNvSpPr/>
              <p:nvPr/>
            </p:nvSpPr>
            <p:spPr>
              <a:xfrm>
                <a:off x="4671013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g3369">
                <a:extLst>
                  <a:ext uri="{FF2B5EF4-FFF2-40B4-BE49-F238E27FC236}">
                    <a16:creationId xmlns:a16="http://schemas.microsoft.com/office/drawing/2014/main" id="{F82D1908-CFB5-4F97-648D-76809C421C8E}"/>
                  </a:ext>
                </a:extLst>
              </p:cNvPr>
              <p:cNvSpPr/>
              <p:nvPr/>
            </p:nvSpPr>
            <p:spPr>
              <a:xfrm>
                <a:off x="4682651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g3370">
                <a:extLst>
                  <a:ext uri="{FF2B5EF4-FFF2-40B4-BE49-F238E27FC236}">
                    <a16:creationId xmlns:a16="http://schemas.microsoft.com/office/drawing/2014/main" id="{63C7AB25-1BD0-A6BC-980B-C97D249AFB5C}"/>
                  </a:ext>
                </a:extLst>
              </p:cNvPr>
              <p:cNvSpPr/>
              <p:nvPr/>
            </p:nvSpPr>
            <p:spPr>
              <a:xfrm>
                <a:off x="4694288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g3371">
                <a:extLst>
                  <a:ext uri="{FF2B5EF4-FFF2-40B4-BE49-F238E27FC236}">
                    <a16:creationId xmlns:a16="http://schemas.microsoft.com/office/drawing/2014/main" id="{25FA16A1-0C3D-67D7-49B5-57D8B124CDA5}"/>
                  </a:ext>
                </a:extLst>
              </p:cNvPr>
              <p:cNvSpPr/>
              <p:nvPr/>
            </p:nvSpPr>
            <p:spPr>
              <a:xfrm>
                <a:off x="2855590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g3372">
                <a:extLst>
                  <a:ext uri="{FF2B5EF4-FFF2-40B4-BE49-F238E27FC236}">
                    <a16:creationId xmlns:a16="http://schemas.microsoft.com/office/drawing/2014/main" id="{E30DED6B-A8A0-E91D-74A6-2B8DDE659112}"/>
                  </a:ext>
                </a:extLst>
              </p:cNvPr>
              <p:cNvSpPr/>
              <p:nvPr/>
            </p:nvSpPr>
            <p:spPr>
              <a:xfrm>
                <a:off x="286722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g3373">
                <a:extLst>
                  <a:ext uri="{FF2B5EF4-FFF2-40B4-BE49-F238E27FC236}">
                    <a16:creationId xmlns:a16="http://schemas.microsoft.com/office/drawing/2014/main" id="{BD49FD60-ABAF-D78A-79A1-CA278A7335F6}"/>
                  </a:ext>
                </a:extLst>
              </p:cNvPr>
              <p:cNvSpPr/>
              <p:nvPr/>
            </p:nvSpPr>
            <p:spPr>
              <a:xfrm>
                <a:off x="2878865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g3374">
                <a:extLst>
                  <a:ext uri="{FF2B5EF4-FFF2-40B4-BE49-F238E27FC236}">
                    <a16:creationId xmlns:a16="http://schemas.microsoft.com/office/drawing/2014/main" id="{A4D2DC9F-8C41-2F73-646F-6AEFD5E85153}"/>
                  </a:ext>
                </a:extLst>
              </p:cNvPr>
              <p:cNvSpPr/>
              <p:nvPr/>
            </p:nvSpPr>
            <p:spPr>
              <a:xfrm>
                <a:off x="289050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g3375">
                <a:extLst>
                  <a:ext uri="{FF2B5EF4-FFF2-40B4-BE49-F238E27FC236}">
                    <a16:creationId xmlns:a16="http://schemas.microsoft.com/office/drawing/2014/main" id="{02C0AFE9-91C2-6228-61AC-E8A9C5FE354A}"/>
                  </a:ext>
                </a:extLst>
              </p:cNvPr>
              <p:cNvSpPr/>
              <p:nvPr/>
            </p:nvSpPr>
            <p:spPr>
              <a:xfrm>
                <a:off x="290213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g3376">
                <a:extLst>
                  <a:ext uri="{FF2B5EF4-FFF2-40B4-BE49-F238E27FC236}">
                    <a16:creationId xmlns:a16="http://schemas.microsoft.com/office/drawing/2014/main" id="{5A6B2733-35F3-616E-FE0A-B3E03849CD84}"/>
                  </a:ext>
                </a:extLst>
              </p:cNvPr>
              <p:cNvSpPr/>
              <p:nvPr/>
            </p:nvSpPr>
            <p:spPr>
              <a:xfrm>
                <a:off x="291377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g3377">
                <a:extLst>
                  <a:ext uri="{FF2B5EF4-FFF2-40B4-BE49-F238E27FC236}">
                    <a16:creationId xmlns:a16="http://schemas.microsoft.com/office/drawing/2014/main" id="{A8B47EC1-807C-A099-1C4F-24DEBAABF1D0}"/>
                  </a:ext>
                </a:extLst>
              </p:cNvPr>
              <p:cNvSpPr/>
              <p:nvPr/>
            </p:nvSpPr>
            <p:spPr>
              <a:xfrm>
                <a:off x="2925414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g3378">
                <a:extLst>
                  <a:ext uri="{FF2B5EF4-FFF2-40B4-BE49-F238E27FC236}">
                    <a16:creationId xmlns:a16="http://schemas.microsoft.com/office/drawing/2014/main" id="{E820B60A-B789-7D29-6384-A6730BD27AD7}"/>
                  </a:ext>
                </a:extLst>
              </p:cNvPr>
              <p:cNvSpPr/>
              <p:nvPr/>
            </p:nvSpPr>
            <p:spPr>
              <a:xfrm>
                <a:off x="4403355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g3379">
                <a:extLst>
                  <a:ext uri="{FF2B5EF4-FFF2-40B4-BE49-F238E27FC236}">
                    <a16:creationId xmlns:a16="http://schemas.microsoft.com/office/drawing/2014/main" id="{DB01301B-6DF2-E219-8763-2802EB5BCD9A}"/>
                  </a:ext>
                </a:extLst>
              </p:cNvPr>
              <p:cNvSpPr/>
              <p:nvPr/>
            </p:nvSpPr>
            <p:spPr>
              <a:xfrm>
                <a:off x="441499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g3380">
                <a:extLst>
                  <a:ext uri="{FF2B5EF4-FFF2-40B4-BE49-F238E27FC236}">
                    <a16:creationId xmlns:a16="http://schemas.microsoft.com/office/drawing/2014/main" id="{FF9597FB-9CC8-66D3-7E56-ADEFA7F3CADF}"/>
                  </a:ext>
                </a:extLst>
              </p:cNvPr>
              <p:cNvSpPr/>
              <p:nvPr/>
            </p:nvSpPr>
            <p:spPr>
              <a:xfrm>
                <a:off x="4426630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g3381">
                <a:extLst>
                  <a:ext uri="{FF2B5EF4-FFF2-40B4-BE49-F238E27FC236}">
                    <a16:creationId xmlns:a16="http://schemas.microsoft.com/office/drawing/2014/main" id="{ECA27C74-7425-49D6-CCC9-77EE72A8E5F9}"/>
                  </a:ext>
                </a:extLst>
              </p:cNvPr>
              <p:cNvSpPr/>
              <p:nvPr/>
            </p:nvSpPr>
            <p:spPr>
              <a:xfrm>
                <a:off x="443826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g3382">
                <a:extLst>
                  <a:ext uri="{FF2B5EF4-FFF2-40B4-BE49-F238E27FC236}">
                    <a16:creationId xmlns:a16="http://schemas.microsoft.com/office/drawing/2014/main" id="{EFB4BB6B-0D9F-9C57-DA07-93790F18C758}"/>
                  </a:ext>
                </a:extLst>
              </p:cNvPr>
              <p:cNvSpPr/>
              <p:nvPr/>
            </p:nvSpPr>
            <p:spPr>
              <a:xfrm>
                <a:off x="4449904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g3383">
                <a:extLst>
                  <a:ext uri="{FF2B5EF4-FFF2-40B4-BE49-F238E27FC236}">
                    <a16:creationId xmlns:a16="http://schemas.microsoft.com/office/drawing/2014/main" id="{874878F3-D9C1-2560-2E7C-FF8FAC141DA3}"/>
                  </a:ext>
                </a:extLst>
              </p:cNvPr>
              <p:cNvSpPr/>
              <p:nvPr/>
            </p:nvSpPr>
            <p:spPr>
              <a:xfrm>
                <a:off x="446154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g3384">
                <a:extLst>
                  <a:ext uri="{FF2B5EF4-FFF2-40B4-BE49-F238E27FC236}">
                    <a16:creationId xmlns:a16="http://schemas.microsoft.com/office/drawing/2014/main" id="{4C854B6F-DA42-2BBB-7542-5FB3D7145C27}"/>
                  </a:ext>
                </a:extLst>
              </p:cNvPr>
              <p:cNvSpPr/>
              <p:nvPr/>
            </p:nvSpPr>
            <p:spPr>
              <a:xfrm>
                <a:off x="447317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g3385">
                <a:extLst>
                  <a:ext uri="{FF2B5EF4-FFF2-40B4-BE49-F238E27FC236}">
                    <a16:creationId xmlns:a16="http://schemas.microsoft.com/office/drawing/2014/main" id="{95C1BBE1-8DC9-0C58-EE6C-A1A5267154E4}"/>
                  </a:ext>
                </a:extLst>
              </p:cNvPr>
              <p:cNvSpPr/>
              <p:nvPr/>
            </p:nvSpPr>
            <p:spPr>
              <a:xfrm>
                <a:off x="4484816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g3386">
                <a:extLst>
                  <a:ext uri="{FF2B5EF4-FFF2-40B4-BE49-F238E27FC236}">
                    <a16:creationId xmlns:a16="http://schemas.microsoft.com/office/drawing/2014/main" id="{54441D05-95D5-8513-93D0-14128382A39A}"/>
                  </a:ext>
                </a:extLst>
              </p:cNvPr>
              <p:cNvSpPr/>
              <p:nvPr/>
            </p:nvSpPr>
            <p:spPr>
              <a:xfrm>
                <a:off x="464773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g3387">
                <a:extLst>
                  <a:ext uri="{FF2B5EF4-FFF2-40B4-BE49-F238E27FC236}">
                    <a16:creationId xmlns:a16="http://schemas.microsoft.com/office/drawing/2014/main" id="{1522229D-9F63-4CFA-E0CE-444016CF14B9}"/>
                  </a:ext>
                </a:extLst>
              </p:cNvPr>
              <p:cNvSpPr/>
              <p:nvPr/>
            </p:nvSpPr>
            <p:spPr>
              <a:xfrm>
                <a:off x="4659376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g3388">
                <a:extLst>
                  <a:ext uri="{FF2B5EF4-FFF2-40B4-BE49-F238E27FC236}">
                    <a16:creationId xmlns:a16="http://schemas.microsoft.com/office/drawing/2014/main" id="{46104D70-E309-E472-9100-4FA6B0FBD70B}"/>
                  </a:ext>
                </a:extLst>
              </p:cNvPr>
              <p:cNvSpPr/>
              <p:nvPr/>
            </p:nvSpPr>
            <p:spPr>
              <a:xfrm>
                <a:off x="4671013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g3389">
                <a:extLst>
                  <a:ext uri="{FF2B5EF4-FFF2-40B4-BE49-F238E27FC236}">
                    <a16:creationId xmlns:a16="http://schemas.microsoft.com/office/drawing/2014/main" id="{06D30C25-1210-0CB2-CB19-0B352A60D394}"/>
                  </a:ext>
                </a:extLst>
              </p:cNvPr>
              <p:cNvSpPr/>
              <p:nvPr/>
            </p:nvSpPr>
            <p:spPr>
              <a:xfrm>
                <a:off x="4682651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g3390">
                <a:extLst>
                  <a:ext uri="{FF2B5EF4-FFF2-40B4-BE49-F238E27FC236}">
                    <a16:creationId xmlns:a16="http://schemas.microsoft.com/office/drawing/2014/main" id="{414450D2-309B-886E-0320-6F2CF241E6B9}"/>
                  </a:ext>
                </a:extLst>
              </p:cNvPr>
              <p:cNvSpPr/>
              <p:nvPr/>
            </p:nvSpPr>
            <p:spPr>
              <a:xfrm>
                <a:off x="4694288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g3391">
                <a:extLst>
                  <a:ext uri="{FF2B5EF4-FFF2-40B4-BE49-F238E27FC236}">
                    <a16:creationId xmlns:a16="http://schemas.microsoft.com/office/drawing/2014/main" id="{CE2FC2FA-FEFA-CD36-5D1D-A0EF334C6448}"/>
                  </a:ext>
                </a:extLst>
              </p:cNvPr>
              <p:cNvSpPr/>
              <p:nvPr/>
            </p:nvSpPr>
            <p:spPr>
              <a:xfrm>
                <a:off x="283231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g3392">
                <a:extLst>
                  <a:ext uri="{FF2B5EF4-FFF2-40B4-BE49-F238E27FC236}">
                    <a16:creationId xmlns:a16="http://schemas.microsoft.com/office/drawing/2014/main" id="{294CF3A8-43CE-2ADB-D09B-BA9DEAC222B3}"/>
                  </a:ext>
                </a:extLst>
              </p:cNvPr>
              <p:cNvSpPr/>
              <p:nvPr/>
            </p:nvSpPr>
            <p:spPr>
              <a:xfrm>
                <a:off x="2843953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g3393">
                <a:extLst>
                  <a:ext uri="{FF2B5EF4-FFF2-40B4-BE49-F238E27FC236}">
                    <a16:creationId xmlns:a16="http://schemas.microsoft.com/office/drawing/2014/main" id="{1EB6D809-8F3E-A6BA-45D0-22C3D3114041}"/>
                  </a:ext>
                </a:extLst>
              </p:cNvPr>
              <p:cNvSpPr/>
              <p:nvPr/>
            </p:nvSpPr>
            <p:spPr>
              <a:xfrm>
                <a:off x="286722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g3394">
                <a:extLst>
                  <a:ext uri="{FF2B5EF4-FFF2-40B4-BE49-F238E27FC236}">
                    <a16:creationId xmlns:a16="http://schemas.microsoft.com/office/drawing/2014/main" id="{49C573FE-DD30-478D-0FC5-E2EDDEB838B9}"/>
                  </a:ext>
                </a:extLst>
              </p:cNvPr>
              <p:cNvSpPr/>
              <p:nvPr/>
            </p:nvSpPr>
            <p:spPr>
              <a:xfrm>
                <a:off x="287886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g3395">
                <a:extLst>
                  <a:ext uri="{FF2B5EF4-FFF2-40B4-BE49-F238E27FC236}">
                    <a16:creationId xmlns:a16="http://schemas.microsoft.com/office/drawing/2014/main" id="{78FD571C-5C02-CB9C-6B19-D7F32A31FEE5}"/>
                  </a:ext>
                </a:extLst>
              </p:cNvPr>
              <p:cNvSpPr/>
              <p:nvPr/>
            </p:nvSpPr>
            <p:spPr>
              <a:xfrm>
                <a:off x="289050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g3396">
                <a:extLst>
                  <a:ext uri="{FF2B5EF4-FFF2-40B4-BE49-F238E27FC236}">
                    <a16:creationId xmlns:a16="http://schemas.microsoft.com/office/drawing/2014/main" id="{B68E7EFE-2BE4-7431-DD1E-881836B58AFE}"/>
                  </a:ext>
                </a:extLst>
              </p:cNvPr>
              <p:cNvSpPr/>
              <p:nvPr/>
            </p:nvSpPr>
            <p:spPr>
              <a:xfrm>
                <a:off x="290213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g3397">
                <a:extLst>
                  <a:ext uri="{FF2B5EF4-FFF2-40B4-BE49-F238E27FC236}">
                    <a16:creationId xmlns:a16="http://schemas.microsoft.com/office/drawing/2014/main" id="{25752C9A-E257-1E81-F984-CBD9D73EE6E7}"/>
                  </a:ext>
                </a:extLst>
              </p:cNvPr>
              <p:cNvSpPr/>
              <p:nvPr/>
            </p:nvSpPr>
            <p:spPr>
              <a:xfrm>
                <a:off x="291377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g3398">
                <a:extLst>
                  <a:ext uri="{FF2B5EF4-FFF2-40B4-BE49-F238E27FC236}">
                    <a16:creationId xmlns:a16="http://schemas.microsoft.com/office/drawing/2014/main" id="{FCE466B0-18DE-E72C-2761-A0970FB7D0E8}"/>
                  </a:ext>
                </a:extLst>
              </p:cNvPr>
              <p:cNvSpPr/>
              <p:nvPr/>
            </p:nvSpPr>
            <p:spPr>
              <a:xfrm>
                <a:off x="440335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g3399">
                <a:extLst>
                  <a:ext uri="{FF2B5EF4-FFF2-40B4-BE49-F238E27FC236}">
                    <a16:creationId xmlns:a16="http://schemas.microsoft.com/office/drawing/2014/main" id="{BA596556-C023-D6E9-CBF5-248A0EA5FBA2}"/>
                  </a:ext>
                </a:extLst>
              </p:cNvPr>
              <p:cNvSpPr/>
              <p:nvPr/>
            </p:nvSpPr>
            <p:spPr>
              <a:xfrm>
                <a:off x="441499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g3400">
                <a:extLst>
                  <a:ext uri="{FF2B5EF4-FFF2-40B4-BE49-F238E27FC236}">
                    <a16:creationId xmlns:a16="http://schemas.microsoft.com/office/drawing/2014/main" id="{FD2F812E-94BB-99CA-02D9-D865B8769C31}"/>
                  </a:ext>
                </a:extLst>
              </p:cNvPr>
              <p:cNvSpPr/>
              <p:nvPr/>
            </p:nvSpPr>
            <p:spPr>
              <a:xfrm>
                <a:off x="4426630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g3401">
                <a:extLst>
                  <a:ext uri="{FF2B5EF4-FFF2-40B4-BE49-F238E27FC236}">
                    <a16:creationId xmlns:a16="http://schemas.microsoft.com/office/drawing/2014/main" id="{04CCFD45-44B9-D42E-AFA4-647F462D9362}"/>
                  </a:ext>
                </a:extLst>
              </p:cNvPr>
              <p:cNvSpPr/>
              <p:nvPr/>
            </p:nvSpPr>
            <p:spPr>
              <a:xfrm>
                <a:off x="443826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g3402">
                <a:extLst>
                  <a:ext uri="{FF2B5EF4-FFF2-40B4-BE49-F238E27FC236}">
                    <a16:creationId xmlns:a16="http://schemas.microsoft.com/office/drawing/2014/main" id="{2B02F576-A902-E461-12E7-58DC7F46AB85}"/>
                  </a:ext>
                </a:extLst>
              </p:cNvPr>
              <p:cNvSpPr/>
              <p:nvPr/>
            </p:nvSpPr>
            <p:spPr>
              <a:xfrm>
                <a:off x="4449904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g3403">
                <a:extLst>
                  <a:ext uri="{FF2B5EF4-FFF2-40B4-BE49-F238E27FC236}">
                    <a16:creationId xmlns:a16="http://schemas.microsoft.com/office/drawing/2014/main" id="{5896F455-E346-06EF-C362-39642995AC4D}"/>
                  </a:ext>
                </a:extLst>
              </p:cNvPr>
              <p:cNvSpPr/>
              <p:nvPr/>
            </p:nvSpPr>
            <p:spPr>
              <a:xfrm>
                <a:off x="446154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g3404">
                <a:extLst>
                  <a:ext uri="{FF2B5EF4-FFF2-40B4-BE49-F238E27FC236}">
                    <a16:creationId xmlns:a16="http://schemas.microsoft.com/office/drawing/2014/main" id="{304CE884-DB5E-5A34-C71C-D2A250FDD5A9}"/>
                  </a:ext>
                </a:extLst>
              </p:cNvPr>
              <p:cNvSpPr/>
              <p:nvPr/>
            </p:nvSpPr>
            <p:spPr>
              <a:xfrm>
                <a:off x="447317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g3405">
                <a:extLst>
                  <a:ext uri="{FF2B5EF4-FFF2-40B4-BE49-F238E27FC236}">
                    <a16:creationId xmlns:a16="http://schemas.microsoft.com/office/drawing/2014/main" id="{A5C6C953-5999-2341-9F61-7DC12338E5F7}"/>
                  </a:ext>
                </a:extLst>
              </p:cNvPr>
              <p:cNvSpPr/>
              <p:nvPr/>
            </p:nvSpPr>
            <p:spPr>
              <a:xfrm>
                <a:off x="4484816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g3406">
                <a:extLst>
                  <a:ext uri="{FF2B5EF4-FFF2-40B4-BE49-F238E27FC236}">
                    <a16:creationId xmlns:a16="http://schemas.microsoft.com/office/drawing/2014/main" id="{57FADF0A-F2B6-7A67-80C7-57279B3A72A1}"/>
                  </a:ext>
                </a:extLst>
              </p:cNvPr>
              <p:cNvSpPr/>
              <p:nvPr/>
            </p:nvSpPr>
            <p:spPr>
              <a:xfrm>
                <a:off x="464773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g3407">
                <a:extLst>
                  <a:ext uri="{FF2B5EF4-FFF2-40B4-BE49-F238E27FC236}">
                    <a16:creationId xmlns:a16="http://schemas.microsoft.com/office/drawing/2014/main" id="{EBA7B4D6-8B95-8CCF-78B7-126310BFD7A4}"/>
                  </a:ext>
                </a:extLst>
              </p:cNvPr>
              <p:cNvSpPr/>
              <p:nvPr/>
            </p:nvSpPr>
            <p:spPr>
              <a:xfrm>
                <a:off x="4659376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g3408">
                <a:extLst>
                  <a:ext uri="{FF2B5EF4-FFF2-40B4-BE49-F238E27FC236}">
                    <a16:creationId xmlns:a16="http://schemas.microsoft.com/office/drawing/2014/main" id="{C68F4AB9-A50C-2B07-6790-74A19C3A6FD4}"/>
                  </a:ext>
                </a:extLst>
              </p:cNvPr>
              <p:cNvSpPr/>
              <p:nvPr/>
            </p:nvSpPr>
            <p:spPr>
              <a:xfrm>
                <a:off x="4671013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g3409">
                <a:extLst>
                  <a:ext uri="{FF2B5EF4-FFF2-40B4-BE49-F238E27FC236}">
                    <a16:creationId xmlns:a16="http://schemas.microsoft.com/office/drawing/2014/main" id="{9E53B809-4333-A18D-B89E-BFEE4EE95921}"/>
                  </a:ext>
                </a:extLst>
              </p:cNvPr>
              <p:cNvSpPr/>
              <p:nvPr/>
            </p:nvSpPr>
            <p:spPr>
              <a:xfrm>
                <a:off x="4682651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g3410">
                <a:extLst>
                  <a:ext uri="{FF2B5EF4-FFF2-40B4-BE49-F238E27FC236}">
                    <a16:creationId xmlns:a16="http://schemas.microsoft.com/office/drawing/2014/main" id="{CCFBEBF8-4AB7-7AB0-C9F0-4F8321C565FF}"/>
                  </a:ext>
                </a:extLst>
              </p:cNvPr>
              <p:cNvSpPr/>
              <p:nvPr/>
            </p:nvSpPr>
            <p:spPr>
              <a:xfrm>
                <a:off x="4694288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g3411">
                <a:extLst>
                  <a:ext uri="{FF2B5EF4-FFF2-40B4-BE49-F238E27FC236}">
                    <a16:creationId xmlns:a16="http://schemas.microsoft.com/office/drawing/2014/main" id="{97D3FCE9-4D37-92ED-5176-DF91110FA4DB}"/>
                  </a:ext>
                </a:extLst>
              </p:cNvPr>
              <p:cNvSpPr/>
              <p:nvPr/>
            </p:nvSpPr>
            <p:spPr>
              <a:xfrm>
                <a:off x="2820678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g3412">
                <a:extLst>
                  <a:ext uri="{FF2B5EF4-FFF2-40B4-BE49-F238E27FC236}">
                    <a16:creationId xmlns:a16="http://schemas.microsoft.com/office/drawing/2014/main" id="{4D4CB778-95C1-53CD-95AA-497C04EB128D}"/>
                  </a:ext>
                </a:extLst>
              </p:cNvPr>
              <p:cNvSpPr/>
              <p:nvPr/>
            </p:nvSpPr>
            <p:spPr>
              <a:xfrm>
                <a:off x="283231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g3413">
                <a:extLst>
                  <a:ext uri="{FF2B5EF4-FFF2-40B4-BE49-F238E27FC236}">
                    <a16:creationId xmlns:a16="http://schemas.microsoft.com/office/drawing/2014/main" id="{4131963A-071D-D593-CC39-CD5EE49447A0}"/>
                  </a:ext>
                </a:extLst>
              </p:cNvPr>
              <p:cNvSpPr/>
              <p:nvPr/>
            </p:nvSpPr>
            <p:spPr>
              <a:xfrm>
                <a:off x="2843953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g3414">
                <a:extLst>
                  <a:ext uri="{FF2B5EF4-FFF2-40B4-BE49-F238E27FC236}">
                    <a16:creationId xmlns:a16="http://schemas.microsoft.com/office/drawing/2014/main" id="{A0362D5B-04B5-7C7B-9D62-1EE8333C4BBB}"/>
                  </a:ext>
                </a:extLst>
              </p:cNvPr>
              <p:cNvSpPr/>
              <p:nvPr/>
            </p:nvSpPr>
            <p:spPr>
              <a:xfrm>
                <a:off x="2855590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g3415">
                <a:extLst>
                  <a:ext uri="{FF2B5EF4-FFF2-40B4-BE49-F238E27FC236}">
                    <a16:creationId xmlns:a16="http://schemas.microsoft.com/office/drawing/2014/main" id="{A8DE50B3-9782-08D6-2CDA-0207ED2EF720}"/>
                  </a:ext>
                </a:extLst>
              </p:cNvPr>
              <p:cNvSpPr/>
              <p:nvPr/>
            </p:nvSpPr>
            <p:spPr>
              <a:xfrm>
                <a:off x="286722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g3416">
                <a:extLst>
                  <a:ext uri="{FF2B5EF4-FFF2-40B4-BE49-F238E27FC236}">
                    <a16:creationId xmlns:a16="http://schemas.microsoft.com/office/drawing/2014/main" id="{F51A1037-4B08-311E-20FE-DF4709EE6315}"/>
                  </a:ext>
                </a:extLst>
              </p:cNvPr>
              <p:cNvSpPr/>
              <p:nvPr/>
            </p:nvSpPr>
            <p:spPr>
              <a:xfrm>
                <a:off x="287886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g3417">
                <a:extLst>
                  <a:ext uri="{FF2B5EF4-FFF2-40B4-BE49-F238E27FC236}">
                    <a16:creationId xmlns:a16="http://schemas.microsoft.com/office/drawing/2014/main" id="{939A3825-D110-E028-1EF7-AA4389B00E29}"/>
                  </a:ext>
                </a:extLst>
              </p:cNvPr>
              <p:cNvSpPr/>
              <p:nvPr/>
            </p:nvSpPr>
            <p:spPr>
              <a:xfrm>
                <a:off x="289050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g3418">
                <a:extLst>
                  <a:ext uri="{FF2B5EF4-FFF2-40B4-BE49-F238E27FC236}">
                    <a16:creationId xmlns:a16="http://schemas.microsoft.com/office/drawing/2014/main" id="{0791F7A6-836B-3BC3-A92A-101C123E093F}"/>
                  </a:ext>
                </a:extLst>
              </p:cNvPr>
              <p:cNvSpPr/>
              <p:nvPr/>
            </p:nvSpPr>
            <p:spPr>
              <a:xfrm>
                <a:off x="2902139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g3419">
                <a:extLst>
                  <a:ext uri="{FF2B5EF4-FFF2-40B4-BE49-F238E27FC236}">
                    <a16:creationId xmlns:a16="http://schemas.microsoft.com/office/drawing/2014/main" id="{CB9164A3-074A-3A11-8026-0C8276DE5F24}"/>
                  </a:ext>
                </a:extLst>
              </p:cNvPr>
              <p:cNvSpPr/>
              <p:nvPr/>
            </p:nvSpPr>
            <p:spPr>
              <a:xfrm>
                <a:off x="291377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g3420">
                <a:extLst>
                  <a:ext uri="{FF2B5EF4-FFF2-40B4-BE49-F238E27FC236}">
                    <a16:creationId xmlns:a16="http://schemas.microsoft.com/office/drawing/2014/main" id="{0511F0BA-4FE8-B57D-1116-CD5B65A57984}"/>
                  </a:ext>
                </a:extLst>
              </p:cNvPr>
              <p:cNvSpPr/>
              <p:nvPr/>
            </p:nvSpPr>
            <p:spPr>
              <a:xfrm>
                <a:off x="441499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g3421">
                <a:extLst>
                  <a:ext uri="{FF2B5EF4-FFF2-40B4-BE49-F238E27FC236}">
                    <a16:creationId xmlns:a16="http://schemas.microsoft.com/office/drawing/2014/main" id="{B282BBBD-3450-DFC1-39A4-057C96916AE0}"/>
                  </a:ext>
                </a:extLst>
              </p:cNvPr>
              <p:cNvSpPr/>
              <p:nvPr/>
            </p:nvSpPr>
            <p:spPr>
              <a:xfrm>
                <a:off x="4426630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g3422">
                <a:extLst>
                  <a:ext uri="{FF2B5EF4-FFF2-40B4-BE49-F238E27FC236}">
                    <a16:creationId xmlns:a16="http://schemas.microsoft.com/office/drawing/2014/main" id="{76201E94-7B52-FEB7-EFD2-EE4C3280CE29}"/>
                  </a:ext>
                </a:extLst>
              </p:cNvPr>
              <p:cNvSpPr/>
              <p:nvPr/>
            </p:nvSpPr>
            <p:spPr>
              <a:xfrm>
                <a:off x="443826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g3423">
                <a:extLst>
                  <a:ext uri="{FF2B5EF4-FFF2-40B4-BE49-F238E27FC236}">
                    <a16:creationId xmlns:a16="http://schemas.microsoft.com/office/drawing/2014/main" id="{F34F829B-248D-EB48-EEF8-DB6EF9E3303F}"/>
                  </a:ext>
                </a:extLst>
              </p:cNvPr>
              <p:cNvSpPr/>
              <p:nvPr/>
            </p:nvSpPr>
            <p:spPr>
              <a:xfrm>
                <a:off x="4449904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g3424">
                <a:extLst>
                  <a:ext uri="{FF2B5EF4-FFF2-40B4-BE49-F238E27FC236}">
                    <a16:creationId xmlns:a16="http://schemas.microsoft.com/office/drawing/2014/main" id="{D90C90C5-D0A9-0ED8-C087-CE1FC7C73984}"/>
                  </a:ext>
                </a:extLst>
              </p:cNvPr>
              <p:cNvSpPr/>
              <p:nvPr/>
            </p:nvSpPr>
            <p:spPr>
              <a:xfrm>
                <a:off x="446154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g3425">
                <a:extLst>
                  <a:ext uri="{FF2B5EF4-FFF2-40B4-BE49-F238E27FC236}">
                    <a16:creationId xmlns:a16="http://schemas.microsoft.com/office/drawing/2014/main" id="{9BAAD91D-F16B-DEA0-886E-A8EFCC96C2D2}"/>
                  </a:ext>
                </a:extLst>
              </p:cNvPr>
              <p:cNvSpPr/>
              <p:nvPr/>
            </p:nvSpPr>
            <p:spPr>
              <a:xfrm>
                <a:off x="4473179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g3426">
                <a:extLst>
                  <a:ext uri="{FF2B5EF4-FFF2-40B4-BE49-F238E27FC236}">
                    <a16:creationId xmlns:a16="http://schemas.microsoft.com/office/drawing/2014/main" id="{C45AAF9E-AD95-F06A-B8B8-8F3D9B33EE96}"/>
                  </a:ext>
                </a:extLst>
              </p:cNvPr>
              <p:cNvSpPr/>
              <p:nvPr/>
            </p:nvSpPr>
            <p:spPr>
              <a:xfrm>
                <a:off x="4659376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g3427">
                <a:extLst>
                  <a:ext uri="{FF2B5EF4-FFF2-40B4-BE49-F238E27FC236}">
                    <a16:creationId xmlns:a16="http://schemas.microsoft.com/office/drawing/2014/main" id="{AF929A07-DD28-EB1C-2A69-12A754C9076C}"/>
                  </a:ext>
                </a:extLst>
              </p:cNvPr>
              <p:cNvSpPr/>
              <p:nvPr/>
            </p:nvSpPr>
            <p:spPr>
              <a:xfrm>
                <a:off x="4671013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g3428">
                <a:extLst>
                  <a:ext uri="{FF2B5EF4-FFF2-40B4-BE49-F238E27FC236}">
                    <a16:creationId xmlns:a16="http://schemas.microsoft.com/office/drawing/2014/main" id="{EEA35A1F-2293-41B6-371F-73A0429E0412}"/>
                  </a:ext>
                </a:extLst>
              </p:cNvPr>
              <p:cNvSpPr/>
              <p:nvPr/>
            </p:nvSpPr>
            <p:spPr>
              <a:xfrm>
                <a:off x="4682651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g3429">
                <a:extLst>
                  <a:ext uri="{FF2B5EF4-FFF2-40B4-BE49-F238E27FC236}">
                    <a16:creationId xmlns:a16="http://schemas.microsoft.com/office/drawing/2014/main" id="{75EFF851-D371-1B62-4426-4EFF4D2EFEE9}"/>
                  </a:ext>
                </a:extLst>
              </p:cNvPr>
              <p:cNvSpPr/>
              <p:nvPr/>
            </p:nvSpPr>
            <p:spPr>
              <a:xfrm>
                <a:off x="4694288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g3430">
                <a:extLst>
                  <a:ext uri="{FF2B5EF4-FFF2-40B4-BE49-F238E27FC236}">
                    <a16:creationId xmlns:a16="http://schemas.microsoft.com/office/drawing/2014/main" id="{1B8F80D6-DA3D-4EC1-7ACF-350A0D706E1B}"/>
                  </a:ext>
                </a:extLst>
              </p:cNvPr>
              <p:cNvSpPr/>
              <p:nvPr/>
            </p:nvSpPr>
            <p:spPr>
              <a:xfrm>
                <a:off x="470592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g3431">
                <a:extLst>
                  <a:ext uri="{FF2B5EF4-FFF2-40B4-BE49-F238E27FC236}">
                    <a16:creationId xmlns:a16="http://schemas.microsoft.com/office/drawing/2014/main" id="{EC7ECD30-2E25-F34A-F2B0-1DC9E4911847}"/>
                  </a:ext>
                </a:extLst>
              </p:cNvPr>
              <p:cNvSpPr/>
              <p:nvPr/>
            </p:nvSpPr>
            <p:spPr>
              <a:xfrm>
                <a:off x="2820678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g3432">
                <a:extLst>
                  <a:ext uri="{FF2B5EF4-FFF2-40B4-BE49-F238E27FC236}">
                    <a16:creationId xmlns:a16="http://schemas.microsoft.com/office/drawing/2014/main" id="{1024E49C-AB93-7D2B-30AE-AE9EEED9B7D4}"/>
                  </a:ext>
                </a:extLst>
              </p:cNvPr>
              <p:cNvSpPr/>
              <p:nvPr/>
            </p:nvSpPr>
            <p:spPr>
              <a:xfrm>
                <a:off x="283231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g3433">
                <a:extLst>
                  <a:ext uri="{FF2B5EF4-FFF2-40B4-BE49-F238E27FC236}">
                    <a16:creationId xmlns:a16="http://schemas.microsoft.com/office/drawing/2014/main" id="{14865F29-0294-5483-1E50-F1B7FD1F7EF0}"/>
                  </a:ext>
                </a:extLst>
              </p:cNvPr>
              <p:cNvSpPr/>
              <p:nvPr/>
            </p:nvSpPr>
            <p:spPr>
              <a:xfrm>
                <a:off x="2843953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g3434">
                <a:extLst>
                  <a:ext uri="{FF2B5EF4-FFF2-40B4-BE49-F238E27FC236}">
                    <a16:creationId xmlns:a16="http://schemas.microsoft.com/office/drawing/2014/main" id="{B250129E-89B2-57CB-1A82-DFC5E595D9F8}"/>
                  </a:ext>
                </a:extLst>
              </p:cNvPr>
              <p:cNvSpPr/>
              <p:nvPr/>
            </p:nvSpPr>
            <p:spPr>
              <a:xfrm>
                <a:off x="2855590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g3435">
                <a:extLst>
                  <a:ext uri="{FF2B5EF4-FFF2-40B4-BE49-F238E27FC236}">
                    <a16:creationId xmlns:a16="http://schemas.microsoft.com/office/drawing/2014/main" id="{43446122-D51D-FE63-AEA7-659D885D5C98}"/>
                  </a:ext>
                </a:extLst>
              </p:cNvPr>
              <p:cNvSpPr/>
              <p:nvPr/>
            </p:nvSpPr>
            <p:spPr>
              <a:xfrm>
                <a:off x="2867227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g3436">
                <a:extLst>
                  <a:ext uri="{FF2B5EF4-FFF2-40B4-BE49-F238E27FC236}">
                    <a16:creationId xmlns:a16="http://schemas.microsoft.com/office/drawing/2014/main" id="{56D0EE08-6805-10A5-DB48-B6FAB82659E0}"/>
                  </a:ext>
                </a:extLst>
              </p:cNvPr>
              <p:cNvSpPr/>
              <p:nvPr/>
            </p:nvSpPr>
            <p:spPr>
              <a:xfrm>
                <a:off x="287886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g3437">
                <a:extLst>
                  <a:ext uri="{FF2B5EF4-FFF2-40B4-BE49-F238E27FC236}">
                    <a16:creationId xmlns:a16="http://schemas.microsoft.com/office/drawing/2014/main" id="{9D264C72-C18A-8281-246D-C02001E44B20}"/>
                  </a:ext>
                </a:extLst>
              </p:cNvPr>
              <p:cNvSpPr/>
              <p:nvPr/>
            </p:nvSpPr>
            <p:spPr>
              <a:xfrm>
                <a:off x="289050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g3438">
                <a:extLst>
                  <a:ext uri="{FF2B5EF4-FFF2-40B4-BE49-F238E27FC236}">
                    <a16:creationId xmlns:a16="http://schemas.microsoft.com/office/drawing/2014/main" id="{35A81BE3-AB80-6911-0E50-9001AABAAFC2}"/>
                  </a:ext>
                </a:extLst>
              </p:cNvPr>
              <p:cNvSpPr/>
              <p:nvPr/>
            </p:nvSpPr>
            <p:spPr>
              <a:xfrm>
                <a:off x="2902139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g3439">
                <a:extLst>
                  <a:ext uri="{FF2B5EF4-FFF2-40B4-BE49-F238E27FC236}">
                    <a16:creationId xmlns:a16="http://schemas.microsoft.com/office/drawing/2014/main" id="{0CA64979-175E-2576-B610-9CCB89327B19}"/>
                  </a:ext>
                </a:extLst>
              </p:cNvPr>
              <p:cNvSpPr/>
              <p:nvPr/>
            </p:nvSpPr>
            <p:spPr>
              <a:xfrm>
                <a:off x="441499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g3440">
                <a:extLst>
                  <a:ext uri="{FF2B5EF4-FFF2-40B4-BE49-F238E27FC236}">
                    <a16:creationId xmlns:a16="http://schemas.microsoft.com/office/drawing/2014/main" id="{B1D98719-2BC1-3DA7-9C71-4AD70D8129FF}"/>
                  </a:ext>
                </a:extLst>
              </p:cNvPr>
              <p:cNvSpPr/>
              <p:nvPr/>
            </p:nvSpPr>
            <p:spPr>
              <a:xfrm>
                <a:off x="4426630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g3441">
                <a:extLst>
                  <a:ext uri="{FF2B5EF4-FFF2-40B4-BE49-F238E27FC236}">
                    <a16:creationId xmlns:a16="http://schemas.microsoft.com/office/drawing/2014/main" id="{B48372B2-9374-1771-5BFC-BFEAB32E5AAE}"/>
                  </a:ext>
                </a:extLst>
              </p:cNvPr>
              <p:cNvSpPr/>
              <p:nvPr/>
            </p:nvSpPr>
            <p:spPr>
              <a:xfrm>
                <a:off x="4438267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g3442">
                <a:extLst>
                  <a:ext uri="{FF2B5EF4-FFF2-40B4-BE49-F238E27FC236}">
                    <a16:creationId xmlns:a16="http://schemas.microsoft.com/office/drawing/2014/main" id="{813E2893-940E-6373-43EE-23E2B411E69C}"/>
                  </a:ext>
                </a:extLst>
              </p:cNvPr>
              <p:cNvSpPr/>
              <p:nvPr/>
            </p:nvSpPr>
            <p:spPr>
              <a:xfrm>
                <a:off x="4449904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g3443">
                <a:extLst>
                  <a:ext uri="{FF2B5EF4-FFF2-40B4-BE49-F238E27FC236}">
                    <a16:creationId xmlns:a16="http://schemas.microsoft.com/office/drawing/2014/main" id="{05782135-9772-5998-FD56-3BCD56185390}"/>
                  </a:ext>
                </a:extLst>
              </p:cNvPr>
              <p:cNvSpPr/>
              <p:nvPr/>
            </p:nvSpPr>
            <p:spPr>
              <a:xfrm>
                <a:off x="446154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g3444">
                <a:extLst>
                  <a:ext uri="{FF2B5EF4-FFF2-40B4-BE49-F238E27FC236}">
                    <a16:creationId xmlns:a16="http://schemas.microsoft.com/office/drawing/2014/main" id="{AB5ED51B-6BF9-D9C7-EA7D-0AEBF4C97D81}"/>
                  </a:ext>
                </a:extLst>
              </p:cNvPr>
              <p:cNvSpPr/>
              <p:nvPr/>
            </p:nvSpPr>
            <p:spPr>
              <a:xfrm>
                <a:off x="4659376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g3445">
                <a:extLst>
                  <a:ext uri="{FF2B5EF4-FFF2-40B4-BE49-F238E27FC236}">
                    <a16:creationId xmlns:a16="http://schemas.microsoft.com/office/drawing/2014/main" id="{F8906465-0183-1A42-8299-1B0D92650213}"/>
                  </a:ext>
                </a:extLst>
              </p:cNvPr>
              <p:cNvSpPr/>
              <p:nvPr/>
            </p:nvSpPr>
            <p:spPr>
              <a:xfrm>
                <a:off x="4671013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g3446">
                <a:extLst>
                  <a:ext uri="{FF2B5EF4-FFF2-40B4-BE49-F238E27FC236}">
                    <a16:creationId xmlns:a16="http://schemas.microsoft.com/office/drawing/2014/main" id="{696CAF6D-0A0A-520F-1FDD-ABD60B0C11F8}"/>
                  </a:ext>
                </a:extLst>
              </p:cNvPr>
              <p:cNvSpPr/>
              <p:nvPr/>
            </p:nvSpPr>
            <p:spPr>
              <a:xfrm>
                <a:off x="4682651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g3447">
                <a:extLst>
                  <a:ext uri="{FF2B5EF4-FFF2-40B4-BE49-F238E27FC236}">
                    <a16:creationId xmlns:a16="http://schemas.microsoft.com/office/drawing/2014/main" id="{CCF797AD-C780-EF96-F40E-267141C2F129}"/>
                  </a:ext>
                </a:extLst>
              </p:cNvPr>
              <p:cNvSpPr/>
              <p:nvPr/>
            </p:nvSpPr>
            <p:spPr>
              <a:xfrm>
                <a:off x="4694288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g3448">
                <a:extLst>
                  <a:ext uri="{FF2B5EF4-FFF2-40B4-BE49-F238E27FC236}">
                    <a16:creationId xmlns:a16="http://schemas.microsoft.com/office/drawing/2014/main" id="{3D6926B1-BE55-86EA-6D86-6BAE4481A736}"/>
                  </a:ext>
                </a:extLst>
              </p:cNvPr>
              <p:cNvSpPr/>
              <p:nvPr/>
            </p:nvSpPr>
            <p:spPr>
              <a:xfrm>
                <a:off x="470592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g3449">
                <a:extLst>
                  <a:ext uri="{FF2B5EF4-FFF2-40B4-BE49-F238E27FC236}">
                    <a16:creationId xmlns:a16="http://schemas.microsoft.com/office/drawing/2014/main" id="{DF7A3089-BBB4-C74F-814A-5F20979A7F88}"/>
                  </a:ext>
                </a:extLst>
              </p:cNvPr>
              <p:cNvSpPr/>
              <p:nvPr/>
            </p:nvSpPr>
            <p:spPr>
              <a:xfrm>
                <a:off x="2820678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g3450">
                <a:extLst>
                  <a:ext uri="{FF2B5EF4-FFF2-40B4-BE49-F238E27FC236}">
                    <a16:creationId xmlns:a16="http://schemas.microsoft.com/office/drawing/2014/main" id="{23AD76C8-AC61-3A53-ECDE-2A219BEDAE11}"/>
                  </a:ext>
                </a:extLst>
              </p:cNvPr>
              <p:cNvSpPr/>
              <p:nvPr/>
            </p:nvSpPr>
            <p:spPr>
              <a:xfrm>
                <a:off x="283231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g3451">
                <a:extLst>
                  <a:ext uri="{FF2B5EF4-FFF2-40B4-BE49-F238E27FC236}">
                    <a16:creationId xmlns:a16="http://schemas.microsoft.com/office/drawing/2014/main" id="{76BC4A0B-58F5-2433-A6B9-BC2885E41749}"/>
                  </a:ext>
                </a:extLst>
              </p:cNvPr>
              <p:cNvSpPr/>
              <p:nvPr/>
            </p:nvSpPr>
            <p:spPr>
              <a:xfrm>
                <a:off x="284395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g3452">
                <a:extLst>
                  <a:ext uri="{FF2B5EF4-FFF2-40B4-BE49-F238E27FC236}">
                    <a16:creationId xmlns:a16="http://schemas.microsoft.com/office/drawing/2014/main" id="{660F411B-4073-E63A-6148-5CFE8681DA3D}"/>
                  </a:ext>
                </a:extLst>
              </p:cNvPr>
              <p:cNvSpPr/>
              <p:nvPr/>
            </p:nvSpPr>
            <p:spPr>
              <a:xfrm>
                <a:off x="2855590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g3453">
                <a:extLst>
                  <a:ext uri="{FF2B5EF4-FFF2-40B4-BE49-F238E27FC236}">
                    <a16:creationId xmlns:a16="http://schemas.microsoft.com/office/drawing/2014/main" id="{3DEC5DEB-2453-E5B5-666A-887620481081}"/>
                  </a:ext>
                </a:extLst>
              </p:cNvPr>
              <p:cNvSpPr/>
              <p:nvPr/>
            </p:nvSpPr>
            <p:spPr>
              <a:xfrm>
                <a:off x="2867227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g3454">
                <a:extLst>
                  <a:ext uri="{FF2B5EF4-FFF2-40B4-BE49-F238E27FC236}">
                    <a16:creationId xmlns:a16="http://schemas.microsoft.com/office/drawing/2014/main" id="{0C2B5157-75FE-16F9-EA0E-C21101EBAB7B}"/>
                  </a:ext>
                </a:extLst>
              </p:cNvPr>
              <p:cNvSpPr/>
              <p:nvPr/>
            </p:nvSpPr>
            <p:spPr>
              <a:xfrm>
                <a:off x="287886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g3455">
                <a:extLst>
                  <a:ext uri="{FF2B5EF4-FFF2-40B4-BE49-F238E27FC236}">
                    <a16:creationId xmlns:a16="http://schemas.microsoft.com/office/drawing/2014/main" id="{97411BB4-0BBD-D9D9-360B-69989C93F8B3}"/>
                  </a:ext>
                </a:extLst>
              </p:cNvPr>
              <p:cNvSpPr/>
              <p:nvPr/>
            </p:nvSpPr>
            <p:spPr>
              <a:xfrm>
                <a:off x="289050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g3456">
                <a:extLst>
                  <a:ext uri="{FF2B5EF4-FFF2-40B4-BE49-F238E27FC236}">
                    <a16:creationId xmlns:a16="http://schemas.microsoft.com/office/drawing/2014/main" id="{391179CE-6617-9B9D-01C1-180A9C16CFED}"/>
                  </a:ext>
                </a:extLst>
              </p:cNvPr>
              <p:cNvSpPr/>
              <p:nvPr/>
            </p:nvSpPr>
            <p:spPr>
              <a:xfrm>
                <a:off x="2902139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g3457">
                <a:extLst>
                  <a:ext uri="{FF2B5EF4-FFF2-40B4-BE49-F238E27FC236}">
                    <a16:creationId xmlns:a16="http://schemas.microsoft.com/office/drawing/2014/main" id="{9A4F728B-29F3-AB2A-0D49-3E916749B574}"/>
                  </a:ext>
                </a:extLst>
              </p:cNvPr>
              <p:cNvSpPr/>
              <p:nvPr/>
            </p:nvSpPr>
            <p:spPr>
              <a:xfrm>
                <a:off x="441499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g3458">
                <a:extLst>
                  <a:ext uri="{FF2B5EF4-FFF2-40B4-BE49-F238E27FC236}">
                    <a16:creationId xmlns:a16="http://schemas.microsoft.com/office/drawing/2014/main" id="{AAAB1161-448A-E508-BA45-4E3A10FBF18B}"/>
                  </a:ext>
                </a:extLst>
              </p:cNvPr>
              <p:cNvSpPr/>
              <p:nvPr/>
            </p:nvSpPr>
            <p:spPr>
              <a:xfrm>
                <a:off x="4426630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g3459">
                <a:extLst>
                  <a:ext uri="{FF2B5EF4-FFF2-40B4-BE49-F238E27FC236}">
                    <a16:creationId xmlns:a16="http://schemas.microsoft.com/office/drawing/2014/main" id="{F72ACCEB-ED72-8B42-6F48-D303A5692E2E}"/>
                  </a:ext>
                </a:extLst>
              </p:cNvPr>
              <p:cNvSpPr/>
              <p:nvPr/>
            </p:nvSpPr>
            <p:spPr>
              <a:xfrm>
                <a:off x="4438267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g3460">
                <a:extLst>
                  <a:ext uri="{FF2B5EF4-FFF2-40B4-BE49-F238E27FC236}">
                    <a16:creationId xmlns:a16="http://schemas.microsoft.com/office/drawing/2014/main" id="{F6EB1ADF-83D8-434C-D038-975622109557}"/>
                  </a:ext>
                </a:extLst>
              </p:cNvPr>
              <p:cNvSpPr/>
              <p:nvPr/>
            </p:nvSpPr>
            <p:spPr>
              <a:xfrm>
                <a:off x="4449904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g3461">
                <a:extLst>
                  <a:ext uri="{FF2B5EF4-FFF2-40B4-BE49-F238E27FC236}">
                    <a16:creationId xmlns:a16="http://schemas.microsoft.com/office/drawing/2014/main" id="{26C1D834-EF95-3571-72BB-C21F21F890A4}"/>
                  </a:ext>
                </a:extLst>
              </p:cNvPr>
              <p:cNvSpPr/>
              <p:nvPr/>
            </p:nvSpPr>
            <p:spPr>
              <a:xfrm>
                <a:off x="446154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g3462">
                <a:extLst>
                  <a:ext uri="{FF2B5EF4-FFF2-40B4-BE49-F238E27FC236}">
                    <a16:creationId xmlns:a16="http://schemas.microsoft.com/office/drawing/2014/main" id="{95D3DFCE-B5BB-1B18-37DC-EEDB3E92651A}"/>
                  </a:ext>
                </a:extLst>
              </p:cNvPr>
              <p:cNvSpPr/>
              <p:nvPr/>
            </p:nvSpPr>
            <p:spPr>
              <a:xfrm>
                <a:off x="4473179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g3463">
                <a:extLst>
                  <a:ext uri="{FF2B5EF4-FFF2-40B4-BE49-F238E27FC236}">
                    <a16:creationId xmlns:a16="http://schemas.microsoft.com/office/drawing/2014/main" id="{E942694C-2C31-17EA-7E4F-103633C0259A}"/>
                  </a:ext>
                </a:extLst>
              </p:cNvPr>
              <p:cNvSpPr/>
              <p:nvPr/>
            </p:nvSpPr>
            <p:spPr>
              <a:xfrm>
                <a:off x="467101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g3464">
                <a:extLst>
                  <a:ext uri="{FF2B5EF4-FFF2-40B4-BE49-F238E27FC236}">
                    <a16:creationId xmlns:a16="http://schemas.microsoft.com/office/drawing/2014/main" id="{A5060811-2ABF-7F4A-2A30-FD9B779BD70E}"/>
                  </a:ext>
                </a:extLst>
              </p:cNvPr>
              <p:cNvSpPr/>
              <p:nvPr/>
            </p:nvSpPr>
            <p:spPr>
              <a:xfrm>
                <a:off x="4682651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g3465">
                <a:extLst>
                  <a:ext uri="{FF2B5EF4-FFF2-40B4-BE49-F238E27FC236}">
                    <a16:creationId xmlns:a16="http://schemas.microsoft.com/office/drawing/2014/main" id="{11304FF1-7A68-4B03-9027-DE59B91C81A2}"/>
                  </a:ext>
                </a:extLst>
              </p:cNvPr>
              <p:cNvSpPr/>
              <p:nvPr/>
            </p:nvSpPr>
            <p:spPr>
              <a:xfrm>
                <a:off x="4694288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g3466">
                <a:extLst>
                  <a:ext uri="{FF2B5EF4-FFF2-40B4-BE49-F238E27FC236}">
                    <a16:creationId xmlns:a16="http://schemas.microsoft.com/office/drawing/2014/main" id="{592843B7-5E28-7397-B5DA-F37A4C871D56}"/>
                  </a:ext>
                </a:extLst>
              </p:cNvPr>
              <p:cNvSpPr/>
              <p:nvPr/>
            </p:nvSpPr>
            <p:spPr>
              <a:xfrm>
                <a:off x="470592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g3467">
                <a:extLst>
                  <a:ext uri="{FF2B5EF4-FFF2-40B4-BE49-F238E27FC236}">
                    <a16:creationId xmlns:a16="http://schemas.microsoft.com/office/drawing/2014/main" id="{90DA022D-5CAB-AB4F-B09D-1B96F4EB914A}"/>
                  </a:ext>
                </a:extLst>
              </p:cNvPr>
              <p:cNvSpPr/>
              <p:nvPr/>
            </p:nvSpPr>
            <p:spPr>
              <a:xfrm>
                <a:off x="471756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g3468">
                <a:extLst>
                  <a:ext uri="{FF2B5EF4-FFF2-40B4-BE49-F238E27FC236}">
                    <a16:creationId xmlns:a16="http://schemas.microsoft.com/office/drawing/2014/main" id="{541BC34A-B64E-E322-82B8-E367726B8C01}"/>
                  </a:ext>
                </a:extLst>
              </p:cNvPr>
              <p:cNvSpPr/>
              <p:nvPr/>
            </p:nvSpPr>
            <p:spPr>
              <a:xfrm>
                <a:off x="283231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g3469">
                <a:extLst>
                  <a:ext uri="{FF2B5EF4-FFF2-40B4-BE49-F238E27FC236}">
                    <a16:creationId xmlns:a16="http://schemas.microsoft.com/office/drawing/2014/main" id="{384B1CA7-6EE0-5189-598A-5C3FE35F28FB}"/>
                  </a:ext>
                </a:extLst>
              </p:cNvPr>
              <p:cNvSpPr/>
              <p:nvPr/>
            </p:nvSpPr>
            <p:spPr>
              <a:xfrm>
                <a:off x="284395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g3470">
                <a:extLst>
                  <a:ext uri="{FF2B5EF4-FFF2-40B4-BE49-F238E27FC236}">
                    <a16:creationId xmlns:a16="http://schemas.microsoft.com/office/drawing/2014/main" id="{2785ECE1-8309-9E1E-2E6E-1E3239D5F1F2}"/>
                  </a:ext>
                </a:extLst>
              </p:cNvPr>
              <p:cNvSpPr/>
              <p:nvPr/>
            </p:nvSpPr>
            <p:spPr>
              <a:xfrm>
                <a:off x="285559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g3471">
                <a:extLst>
                  <a:ext uri="{FF2B5EF4-FFF2-40B4-BE49-F238E27FC236}">
                    <a16:creationId xmlns:a16="http://schemas.microsoft.com/office/drawing/2014/main" id="{E8200E03-ADBA-E94A-A339-F5DB4330F4B2}"/>
                  </a:ext>
                </a:extLst>
              </p:cNvPr>
              <p:cNvSpPr/>
              <p:nvPr/>
            </p:nvSpPr>
            <p:spPr>
              <a:xfrm>
                <a:off x="2867227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g3472">
                <a:extLst>
                  <a:ext uri="{FF2B5EF4-FFF2-40B4-BE49-F238E27FC236}">
                    <a16:creationId xmlns:a16="http://schemas.microsoft.com/office/drawing/2014/main" id="{37F32701-BA13-51BF-4DA9-9BEC72EDCB91}"/>
                  </a:ext>
                </a:extLst>
              </p:cNvPr>
              <p:cNvSpPr/>
              <p:nvPr/>
            </p:nvSpPr>
            <p:spPr>
              <a:xfrm>
                <a:off x="287886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g3473">
                <a:extLst>
                  <a:ext uri="{FF2B5EF4-FFF2-40B4-BE49-F238E27FC236}">
                    <a16:creationId xmlns:a16="http://schemas.microsoft.com/office/drawing/2014/main" id="{4D570180-263B-34CD-07BE-EF248A14976C}"/>
                  </a:ext>
                </a:extLst>
              </p:cNvPr>
              <p:cNvSpPr/>
              <p:nvPr/>
            </p:nvSpPr>
            <p:spPr>
              <a:xfrm>
                <a:off x="2890502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g3474">
                <a:extLst>
                  <a:ext uri="{FF2B5EF4-FFF2-40B4-BE49-F238E27FC236}">
                    <a16:creationId xmlns:a16="http://schemas.microsoft.com/office/drawing/2014/main" id="{750C1F42-A887-B0BC-8D40-6C200CF03ACB}"/>
                  </a:ext>
                </a:extLst>
              </p:cNvPr>
              <p:cNvSpPr/>
              <p:nvPr/>
            </p:nvSpPr>
            <p:spPr>
              <a:xfrm>
                <a:off x="442663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g3475">
                <a:extLst>
                  <a:ext uri="{FF2B5EF4-FFF2-40B4-BE49-F238E27FC236}">
                    <a16:creationId xmlns:a16="http://schemas.microsoft.com/office/drawing/2014/main" id="{27C1AD2B-84E9-AF2A-9A43-C73D4E944EA3}"/>
                  </a:ext>
                </a:extLst>
              </p:cNvPr>
              <p:cNvSpPr/>
              <p:nvPr/>
            </p:nvSpPr>
            <p:spPr>
              <a:xfrm>
                <a:off x="4438267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g3476">
                <a:extLst>
                  <a:ext uri="{FF2B5EF4-FFF2-40B4-BE49-F238E27FC236}">
                    <a16:creationId xmlns:a16="http://schemas.microsoft.com/office/drawing/2014/main" id="{04B6530A-A9E6-DCD0-C27E-3B78AA91FA39}"/>
                  </a:ext>
                </a:extLst>
              </p:cNvPr>
              <p:cNvSpPr/>
              <p:nvPr/>
            </p:nvSpPr>
            <p:spPr>
              <a:xfrm>
                <a:off x="4449904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g3477">
                <a:extLst>
                  <a:ext uri="{FF2B5EF4-FFF2-40B4-BE49-F238E27FC236}">
                    <a16:creationId xmlns:a16="http://schemas.microsoft.com/office/drawing/2014/main" id="{B9FD6095-8037-1064-3F3A-EB98BAC1B917}"/>
                  </a:ext>
                </a:extLst>
              </p:cNvPr>
              <p:cNvSpPr/>
              <p:nvPr/>
            </p:nvSpPr>
            <p:spPr>
              <a:xfrm>
                <a:off x="4461542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g3478">
                <a:extLst>
                  <a:ext uri="{FF2B5EF4-FFF2-40B4-BE49-F238E27FC236}">
                    <a16:creationId xmlns:a16="http://schemas.microsoft.com/office/drawing/2014/main" id="{BFB4894B-0B02-1394-94D4-D0576FA4DEEF}"/>
                  </a:ext>
                </a:extLst>
              </p:cNvPr>
              <p:cNvSpPr/>
              <p:nvPr/>
            </p:nvSpPr>
            <p:spPr>
              <a:xfrm>
                <a:off x="4473179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g3479">
                <a:extLst>
                  <a:ext uri="{FF2B5EF4-FFF2-40B4-BE49-F238E27FC236}">
                    <a16:creationId xmlns:a16="http://schemas.microsoft.com/office/drawing/2014/main" id="{CE576DBB-99E7-BDA1-2D59-BCD6ED224925}"/>
                  </a:ext>
                </a:extLst>
              </p:cNvPr>
              <p:cNvSpPr/>
              <p:nvPr/>
            </p:nvSpPr>
            <p:spPr>
              <a:xfrm>
                <a:off x="467101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g3480">
                <a:extLst>
                  <a:ext uri="{FF2B5EF4-FFF2-40B4-BE49-F238E27FC236}">
                    <a16:creationId xmlns:a16="http://schemas.microsoft.com/office/drawing/2014/main" id="{741A44C0-58F3-1352-BCA7-D1F8A29891C4}"/>
                  </a:ext>
                </a:extLst>
              </p:cNvPr>
              <p:cNvSpPr/>
              <p:nvPr/>
            </p:nvSpPr>
            <p:spPr>
              <a:xfrm>
                <a:off x="4682651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g3481">
                <a:extLst>
                  <a:ext uri="{FF2B5EF4-FFF2-40B4-BE49-F238E27FC236}">
                    <a16:creationId xmlns:a16="http://schemas.microsoft.com/office/drawing/2014/main" id="{52DEAC07-60F0-CFCD-67B1-D30A3DE1B048}"/>
                  </a:ext>
                </a:extLst>
              </p:cNvPr>
              <p:cNvSpPr/>
              <p:nvPr/>
            </p:nvSpPr>
            <p:spPr>
              <a:xfrm>
                <a:off x="4694288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g3482">
                <a:extLst>
                  <a:ext uri="{FF2B5EF4-FFF2-40B4-BE49-F238E27FC236}">
                    <a16:creationId xmlns:a16="http://schemas.microsoft.com/office/drawing/2014/main" id="{107DE3F9-274F-3A4D-FE5A-4D322A37B392}"/>
                  </a:ext>
                </a:extLst>
              </p:cNvPr>
              <p:cNvSpPr/>
              <p:nvPr/>
            </p:nvSpPr>
            <p:spPr>
              <a:xfrm>
                <a:off x="470592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g3483">
                <a:extLst>
                  <a:ext uri="{FF2B5EF4-FFF2-40B4-BE49-F238E27FC236}">
                    <a16:creationId xmlns:a16="http://schemas.microsoft.com/office/drawing/2014/main" id="{4E050A2A-7081-5AA6-CD6D-E035F7E1A6D3}"/>
                  </a:ext>
                </a:extLst>
              </p:cNvPr>
              <p:cNvSpPr/>
              <p:nvPr/>
            </p:nvSpPr>
            <p:spPr>
              <a:xfrm>
                <a:off x="471756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g3484">
                <a:extLst>
                  <a:ext uri="{FF2B5EF4-FFF2-40B4-BE49-F238E27FC236}">
                    <a16:creationId xmlns:a16="http://schemas.microsoft.com/office/drawing/2014/main" id="{E503EF78-6079-F027-C6B3-CF501416D455}"/>
                  </a:ext>
                </a:extLst>
              </p:cNvPr>
              <p:cNvSpPr/>
              <p:nvPr/>
            </p:nvSpPr>
            <p:spPr>
              <a:xfrm>
                <a:off x="472920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90">
                  <a:alpha val="100000"/>
                </a:srgbClr>
              </a:solidFill>
              <a:ln w="5420" cap="flat">
                <a:solidFill>
                  <a:srgbClr val="3B54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g3485">
                <a:extLst>
                  <a:ext uri="{FF2B5EF4-FFF2-40B4-BE49-F238E27FC236}">
                    <a16:creationId xmlns:a16="http://schemas.microsoft.com/office/drawing/2014/main" id="{7BFAB6DF-ABB6-6DD5-E661-66DDA4A5ACF8}"/>
                  </a:ext>
                </a:extLst>
              </p:cNvPr>
              <p:cNvSpPr/>
              <p:nvPr/>
            </p:nvSpPr>
            <p:spPr>
              <a:xfrm>
                <a:off x="283231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g3486">
                <a:extLst>
                  <a:ext uri="{FF2B5EF4-FFF2-40B4-BE49-F238E27FC236}">
                    <a16:creationId xmlns:a16="http://schemas.microsoft.com/office/drawing/2014/main" id="{02B18355-9DF0-2059-CB09-30185BC98458}"/>
                  </a:ext>
                </a:extLst>
              </p:cNvPr>
              <p:cNvSpPr/>
              <p:nvPr/>
            </p:nvSpPr>
            <p:spPr>
              <a:xfrm>
                <a:off x="2843953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g3487">
                <a:extLst>
                  <a:ext uri="{FF2B5EF4-FFF2-40B4-BE49-F238E27FC236}">
                    <a16:creationId xmlns:a16="http://schemas.microsoft.com/office/drawing/2014/main" id="{027E9F3D-FFC3-1204-AC0C-A2D65776D642}"/>
                  </a:ext>
                </a:extLst>
              </p:cNvPr>
              <p:cNvSpPr/>
              <p:nvPr/>
            </p:nvSpPr>
            <p:spPr>
              <a:xfrm>
                <a:off x="2855590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g3488">
                <a:extLst>
                  <a:ext uri="{FF2B5EF4-FFF2-40B4-BE49-F238E27FC236}">
                    <a16:creationId xmlns:a16="http://schemas.microsoft.com/office/drawing/2014/main" id="{A1EF0F06-87B1-8487-3827-B2FEF36B01E6}"/>
                  </a:ext>
                </a:extLst>
              </p:cNvPr>
              <p:cNvSpPr/>
              <p:nvPr/>
            </p:nvSpPr>
            <p:spPr>
              <a:xfrm>
                <a:off x="2867227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g3489">
                <a:extLst>
                  <a:ext uri="{FF2B5EF4-FFF2-40B4-BE49-F238E27FC236}">
                    <a16:creationId xmlns:a16="http://schemas.microsoft.com/office/drawing/2014/main" id="{AE7C4766-B2B0-04D6-CBA5-3FE6DA48C127}"/>
                  </a:ext>
                </a:extLst>
              </p:cNvPr>
              <p:cNvSpPr/>
              <p:nvPr/>
            </p:nvSpPr>
            <p:spPr>
              <a:xfrm>
                <a:off x="287886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g3490">
                <a:extLst>
                  <a:ext uri="{FF2B5EF4-FFF2-40B4-BE49-F238E27FC236}">
                    <a16:creationId xmlns:a16="http://schemas.microsoft.com/office/drawing/2014/main" id="{AB6385AD-1F6C-E81E-47FB-ECD5A5D68FD4}"/>
                  </a:ext>
                </a:extLst>
              </p:cNvPr>
              <p:cNvSpPr/>
              <p:nvPr/>
            </p:nvSpPr>
            <p:spPr>
              <a:xfrm>
                <a:off x="2890502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g3491">
                <a:extLst>
                  <a:ext uri="{FF2B5EF4-FFF2-40B4-BE49-F238E27FC236}">
                    <a16:creationId xmlns:a16="http://schemas.microsoft.com/office/drawing/2014/main" id="{06BADC33-77AF-D6AE-65A9-0128BB11EDF3}"/>
                  </a:ext>
                </a:extLst>
              </p:cNvPr>
              <p:cNvSpPr/>
              <p:nvPr/>
            </p:nvSpPr>
            <p:spPr>
              <a:xfrm>
                <a:off x="4438267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g3492">
                <a:extLst>
                  <a:ext uri="{FF2B5EF4-FFF2-40B4-BE49-F238E27FC236}">
                    <a16:creationId xmlns:a16="http://schemas.microsoft.com/office/drawing/2014/main" id="{1A5D08F3-9E85-819F-BAE4-2062AB19D6A8}"/>
                  </a:ext>
                </a:extLst>
              </p:cNvPr>
              <p:cNvSpPr/>
              <p:nvPr/>
            </p:nvSpPr>
            <p:spPr>
              <a:xfrm>
                <a:off x="4449904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g3493">
                <a:extLst>
                  <a:ext uri="{FF2B5EF4-FFF2-40B4-BE49-F238E27FC236}">
                    <a16:creationId xmlns:a16="http://schemas.microsoft.com/office/drawing/2014/main" id="{EB257BBB-06F2-0CDE-61F7-E27D6204C40B}"/>
                  </a:ext>
                </a:extLst>
              </p:cNvPr>
              <p:cNvSpPr/>
              <p:nvPr/>
            </p:nvSpPr>
            <p:spPr>
              <a:xfrm>
                <a:off x="4461542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g3494">
                <a:extLst>
                  <a:ext uri="{FF2B5EF4-FFF2-40B4-BE49-F238E27FC236}">
                    <a16:creationId xmlns:a16="http://schemas.microsoft.com/office/drawing/2014/main" id="{D73BCBDF-3F6F-E93F-D84A-06D4DA71AB1B}"/>
                  </a:ext>
                </a:extLst>
              </p:cNvPr>
              <p:cNvSpPr/>
              <p:nvPr/>
            </p:nvSpPr>
            <p:spPr>
              <a:xfrm>
                <a:off x="4473179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g3495">
                <a:extLst>
                  <a:ext uri="{FF2B5EF4-FFF2-40B4-BE49-F238E27FC236}">
                    <a16:creationId xmlns:a16="http://schemas.microsoft.com/office/drawing/2014/main" id="{0F74214D-6434-A4DF-344A-4341A3BEB480}"/>
                  </a:ext>
                </a:extLst>
              </p:cNvPr>
              <p:cNvSpPr/>
              <p:nvPr/>
            </p:nvSpPr>
            <p:spPr>
              <a:xfrm>
                <a:off x="4484816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g3496">
                <a:extLst>
                  <a:ext uri="{FF2B5EF4-FFF2-40B4-BE49-F238E27FC236}">
                    <a16:creationId xmlns:a16="http://schemas.microsoft.com/office/drawing/2014/main" id="{66982031-B5EA-416A-9034-AE3CF8D30C1A}"/>
                  </a:ext>
                </a:extLst>
              </p:cNvPr>
              <p:cNvSpPr/>
              <p:nvPr/>
            </p:nvSpPr>
            <p:spPr>
              <a:xfrm>
                <a:off x="4496454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g3497">
                <a:extLst>
                  <a:ext uri="{FF2B5EF4-FFF2-40B4-BE49-F238E27FC236}">
                    <a16:creationId xmlns:a16="http://schemas.microsoft.com/office/drawing/2014/main" id="{0F5B5745-8365-D820-D87C-5A0E0220B3C1}"/>
                  </a:ext>
                </a:extLst>
              </p:cNvPr>
              <p:cNvSpPr/>
              <p:nvPr/>
            </p:nvSpPr>
            <p:spPr>
              <a:xfrm>
                <a:off x="4508091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g3498">
                <a:extLst>
                  <a:ext uri="{FF2B5EF4-FFF2-40B4-BE49-F238E27FC236}">
                    <a16:creationId xmlns:a16="http://schemas.microsoft.com/office/drawing/2014/main" id="{7BEF1DF8-FB35-9E8F-5B14-5C99FD6EACC6}"/>
                  </a:ext>
                </a:extLst>
              </p:cNvPr>
              <p:cNvSpPr/>
              <p:nvPr/>
            </p:nvSpPr>
            <p:spPr>
              <a:xfrm>
                <a:off x="4519728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g3499">
                <a:extLst>
                  <a:ext uri="{FF2B5EF4-FFF2-40B4-BE49-F238E27FC236}">
                    <a16:creationId xmlns:a16="http://schemas.microsoft.com/office/drawing/2014/main" id="{DFBD1FC1-6E39-0E5C-660A-3FE4E11613E4}"/>
                  </a:ext>
                </a:extLst>
              </p:cNvPr>
              <p:cNvSpPr/>
              <p:nvPr/>
            </p:nvSpPr>
            <p:spPr>
              <a:xfrm>
                <a:off x="4682651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g3500">
                <a:extLst>
                  <a:ext uri="{FF2B5EF4-FFF2-40B4-BE49-F238E27FC236}">
                    <a16:creationId xmlns:a16="http://schemas.microsoft.com/office/drawing/2014/main" id="{16FE47F1-E17E-99E2-52B8-EFC2236EACEB}"/>
                  </a:ext>
                </a:extLst>
              </p:cNvPr>
              <p:cNvSpPr/>
              <p:nvPr/>
            </p:nvSpPr>
            <p:spPr>
              <a:xfrm>
                <a:off x="4694288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g3501">
                <a:extLst>
                  <a:ext uri="{FF2B5EF4-FFF2-40B4-BE49-F238E27FC236}">
                    <a16:creationId xmlns:a16="http://schemas.microsoft.com/office/drawing/2014/main" id="{595C0650-9E3E-FB0B-5C81-855C50B883CB}"/>
                  </a:ext>
                </a:extLst>
              </p:cNvPr>
              <p:cNvSpPr/>
              <p:nvPr/>
            </p:nvSpPr>
            <p:spPr>
              <a:xfrm>
                <a:off x="470592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g3502">
                <a:extLst>
                  <a:ext uri="{FF2B5EF4-FFF2-40B4-BE49-F238E27FC236}">
                    <a16:creationId xmlns:a16="http://schemas.microsoft.com/office/drawing/2014/main" id="{EE03BD22-4C8A-7640-EF00-33A008DFDCB5}"/>
                  </a:ext>
                </a:extLst>
              </p:cNvPr>
              <p:cNvSpPr/>
              <p:nvPr/>
            </p:nvSpPr>
            <p:spPr>
              <a:xfrm>
                <a:off x="4717563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g3503">
                <a:extLst>
                  <a:ext uri="{FF2B5EF4-FFF2-40B4-BE49-F238E27FC236}">
                    <a16:creationId xmlns:a16="http://schemas.microsoft.com/office/drawing/2014/main" id="{838082B0-92A6-89AF-D162-C3CF3823FF58}"/>
                  </a:ext>
                </a:extLst>
              </p:cNvPr>
              <p:cNvSpPr/>
              <p:nvPr/>
            </p:nvSpPr>
            <p:spPr>
              <a:xfrm>
                <a:off x="4729200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g3504">
                <a:extLst>
                  <a:ext uri="{FF2B5EF4-FFF2-40B4-BE49-F238E27FC236}">
                    <a16:creationId xmlns:a16="http://schemas.microsoft.com/office/drawing/2014/main" id="{FE08C290-5FEC-2BDA-CBE4-161BB77AB72B}"/>
                  </a:ext>
                </a:extLst>
              </p:cNvPr>
              <p:cNvSpPr/>
              <p:nvPr/>
            </p:nvSpPr>
            <p:spPr>
              <a:xfrm>
                <a:off x="2843953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g3505">
                <a:extLst>
                  <a:ext uri="{FF2B5EF4-FFF2-40B4-BE49-F238E27FC236}">
                    <a16:creationId xmlns:a16="http://schemas.microsoft.com/office/drawing/2014/main" id="{7DC02073-4D38-3AA5-6895-36DF206D8F87}"/>
                  </a:ext>
                </a:extLst>
              </p:cNvPr>
              <p:cNvSpPr/>
              <p:nvPr/>
            </p:nvSpPr>
            <p:spPr>
              <a:xfrm>
                <a:off x="2855590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g3506">
                <a:extLst>
                  <a:ext uri="{FF2B5EF4-FFF2-40B4-BE49-F238E27FC236}">
                    <a16:creationId xmlns:a16="http://schemas.microsoft.com/office/drawing/2014/main" id="{52173985-C205-5EAF-D3D6-5DE85819F67A}"/>
                  </a:ext>
                </a:extLst>
              </p:cNvPr>
              <p:cNvSpPr/>
              <p:nvPr/>
            </p:nvSpPr>
            <p:spPr>
              <a:xfrm>
                <a:off x="2867227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g3507">
                <a:extLst>
                  <a:ext uri="{FF2B5EF4-FFF2-40B4-BE49-F238E27FC236}">
                    <a16:creationId xmlns:a16="http://schemas.microsoft.com/office/drawing/2014/main" id="{3C50D806-B732-A110-C66C-659AD40F4412}"/>
                  </a:ext>
                </a:extLst>
              </p:cNvPr>
              <p:cNvSpPr/>
              <p:nvPr/>
            </p:nvSpPr>
            <p:spPr>
              <a:xfrm>
                <a:off x="2878865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g3508">
                <a:extLst>
                  <a:ext uri="{FF2B5EF4-FFF2-40B4-BE49-F238E27FC236}">
                    <a16:creationId xmlns:a16="http://schemas.microsoft.com/office/drawing/2014/main" id="{917EC83D-C981-43E8-42DC-449E71A39891}"/>
                  </a:ext>
                </a:extLst>
              </p:cNvPr>
              <p:cNvSpPr/>
              <p:nvPr/>
            </p:nvSpPr>
            <p:spPr>
              <a:xfrm>
                <a:off x="2890502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g3509">
                <a:extLst>
                  <a:ext uri="{FF2B5EF4-FFF2-40B4-BE49-F238E27FC236}">
                    <a16:creationId xmlns:a16="http://schemas.microsoft.com/office/drawing/2014/main" id="{56154A5C-9900-70EB-DAE4-E45ABAB3C729}"/>
                  </a:ext>
                </a:extLst>
              </p:cNvPr>
              <p:cNvSpPr/>
              <p:nvPr/>
            </p:nvSpPr>
            <p:spPr>
              <a:xfrm>
                <a:off x="4438267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g3510">
                <a:extLst>
                  <a:ext uri="{FF2B5EF4-FFF2-40B4-BE49-F238E27FC236}">
                    <a16:creationId xmlns:a16="http://schemas.microsoft.com/office/drawing/2014/main" id="{B41597CF-8898-66A5-EE18-DD1BE1BB03CF}"/>
                  </a:ext>
                </a:extLst>
              </p:cNvPr>
              <p:cNvSpPr/>
              <p:nvPr/>
            </p:nvSpPr>
            <p:spPr>
              <a:xfrm>
                <a:off x="4449904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g3511">
                <a:extLst>
                  <a:ext uri="{FF2B5EF4-FFF2-40B4-BE49-F238E27FC236}">
                    <a16:creationId xmlns:a16="http://schemas.microsoft.com/office/drawing/2014/main" id="{17FACA43-F03B-BD95-AECA-03CAC312EC8A}"/>
                  </a:ext>
                </a:extLst>
              </p:cNvPr>
              <p:cNvSpPr/>
              <p:nvPr/>
            </p:nvSpPr>
            <p:spPr>
              <a:xfrm>
                <a:off x="4461542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g3512">
                <a:extLst>
                  <a:ext uri="{FF2B5EF4-FFF2-40B4-BE49-F238E27FC236}">
                    <a16:creationId xmlns:a16="http://schemas.microsoft.com/office/drawing/2014/main" id="{0ACBF772-1EA8-2DE7-DFD7-EBF704C81748}"/>
                  </a:ext>
                </a:extLst>
              </p:cNvPr>
              <p:cNvSpPr/>
              <p:nvPr/>
            </p:nvSpPr>
            <p:spPr>
              <a:xfrm>
                <a:off x="4473179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g3513">
                <a:extLst>
                  <a:ext uri="{FF2B5EF4-FFF2-40B4-BE49-F238E27FC236}">
                    <a16:creationId xmlns:a16="http://schemas.microsoft.com/office/drawing/2014/main" id="{3C73BF8B-9832-54E5-6BB7-8DF00CD6DD7C}"/>
                  </a:ext>
                </a:extLst>
              </p:cNvPr>
              <p:cNvSpPr/>
              <p:nvPr/>
            </p:nvSpPr>
            <p:spPr>
              <a:xfrm>
                <a:off x="4484816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g3514">
                <a:extLst>
                  <a:ext uri="{FF2B5EF4-FFF2-40B4-BE49-F238E27FC236}">
                    <a16:creationId xmlns:a16="http://schemas.microsoft.com/office/drawing/2014/main" id="{50E1CEAC-914D-960A-911A-B5AF59397844}"/>
                  </a:ext>
                </a:extLst>
              </p:cNvPr>
              <p:cNvSpPr/>
              <p:nvPr/>
            </p:nvSpPr>
            <p:spPr>
              <a:xfrm>
                <a:off x="4496454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g3515">
                <a:extLst>
                  <a:ext uri="{FF2B5EF4-FFF2-40B4-BE49-F238E27FC236}">
                    <a16:creationId xmlns:a16="http://schemas.microsoft.com/office/drawing/2014/main" id="{E5FFFD80-6C1F-C8C9-96F2-F4875E71FBAA}"/>
                  </a:ext>
                </a:extLst>
              </p:cNvPr>
              <p:cNvSpPr/>
              <p:nvPr/>
            </p:nvSpPr>
            <p:spPr>
              <a:xfrm>
                <a:off x="4508091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g3516">
                <a:extLst>
                  <a:ext uri="{FF2B5EF4-FFF2-40B4-BE49-F238E27FC236}">
                    <a16:creationId xmlns:a16="http://schemas.microsoft.com/office/drawing/2014/main" id="{205E32D8-6149-6B46-D7C0-458C47FB00FF}"/>
                  </a:ext>
                </a:extLst>
              </p:cNvPr>
              <p:cNvSpPr/>
              <p:nvPr/>
            </p:nvSpPr>
            <p:spPr>
              <a:xfrm>
                <a:off x="4519728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g3517">
                <a:extLst>
                  <a:ext uri="{FF2B5EF4-FFF2-40B4-BE49-F238E27FC236}">
                    <a16:creationId xmlns:a16="http://schemas.microsoft.com/office/drawing/2014/main" id="{88E4606B-37B4-B48D-FFDC-D1E2895E30BD}"/>
                  </a:ext>
                </a:extLst>
              </p:cNvPr>
              <p:cNvSpPr/>
              <p:nvPr/>
            </p:nvSpPr>
            <p:spPr>
              <a:xfrm>
                <a:off x="4531366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g3518">
                <a:extLst>
                  <a:ext uri="{FF2B5EF4-FFF2-40B4-BE49-F238E27FC236}">
                    <a16:creationId xmlns:a16="http://schemas.microsoft.com/office/drawing/2014/main" id="{781CAACC-8184-E1C5-C9CF-668B3CE73D11}"/>
                  </a:ext>
                </a:extLst>
              </p:cNvPr>
              <p:cNvSpPr/>
              <p:nvPr/>
            </p:nvSpPr>
            <p:spPr>
              <a:xfrm>
                <a:off x="4682651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g3519">
                <a:extLst>
                  <a:ext uri="{FF2B5EF4-FFF2-40B4-BE49-F238E27FC236}">
                    <a16:creationId xmlns:a16="http://schemas.microsoft.com/office/drawing/2014/main" id="{B90AC398-83B2-C079-E78F-0F77951DEA71}"/>
                  </a:ext>
                </a:extLst>
              </p:cNvPr>
              <p:cNvSpPr/>
              <p:nvPr/>
            </p:nvSpPr>
            <p:spPr>
              <a:xfrm>
                <a:off x="4694288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g3520">
                <a:extLst>
                  <a:ext uri="{FF2B5EF4-FFF2-40B4-BE49-F238E27FC236}">
                    <a16:creationId xmlns:a16="http://schemas.microsoft.com/office/drawing/2014/main" id="{6ACDBEBA-1EA2-823B-A8D7-96C8DFA054EA}"/>
                  </a:ext>
                </a:extLst>
              </p:cNvPr>
              <p:cNvSpPr/>
              <p:nvPr/>
            </p:nvSpPr>
            <p:spPr>
              <a:xfrm>
                <a:off x="4705925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g3521">
                <a:extLst>
                  <a:ext uri="{FF2B5EF4-FFF2-40B4-BE49-F238E27FC236}">
                    <a16:creationId xmlns:a16="http://schemas.microsoft.com/office/drawing/2014/main" id="{C86BB0E3-32E2-924F-6BD8-B1D70176F586}"/>
                  </a:ext>
                </a:extLst>
              </p:cNvPr>
              <p:cNvSpPr/>
              <p:nvPr/>
            </p:nvSpPr>
            <p:spPr>
              <a:xfrm>
                <a:off x="4717563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g3522">
                <a:extLst>
                  <a:ext uri="{FF2B5EF4-FFF2-40B4-BE49-F238E27FC236}">
                    <a16:creationId xmlns:a16="http://schemas.microsoft.com/office/drawing/2014/main" id="{7CF65F1E-0BB0-F938-BE08-58C9EAF682E4}"/>
                  </a:ext>
                </a:extLst>
              </p:cNvPr>
              <p:cNvSpPr/>
              <p:nvPr/>
            </p:nvSpPr>
            <p:spPr>
              <a:xfrm>
                <a:off x="4729200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g3523">
                <a:extLst>
                  <a:ext uri="{FF2B5EF4-FFF2-40B4-BE49-F238E27FC236}">
                    <a16:creationId xmlns:a16="http://schemas.microsoft.com/office/drawing/2014/main" id="{2029EC1A-BAF2-C909-EA11-CC6848AD4F48}"/>
                  </a:ext>
                </a:extLst>
              </p:cNvPr>
              <p:cNvSpPr/>
              <p:nvPr/>
            </p:nvSpPr>
            <p:spPr>
              <a:xfrm>
                <a:off x="2843953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g3524">
                <a:extLst>
                  <a:ext uri="{FF2B5EF4-FFF2-40B4-BE49-F238E27FC236}">
                    <a16:creationId xmlns:a16="http://schemas.microsoft.com/office/drawing/2014/main" id="{234B239F-3FF6-B074-D5EB-3CCD342E927C}"/>
                  </a:ext>
                </a:extLst>
              </p:cNvPr>
              <p:cNvSpPr/>
              <p:nvPr/>
            </p:nvSpPr>
            <p:spPr>
              <a:xfrm>
                <a:off x="2855590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g3525">
                <a:extLst>
                  <a:ext uri="{FF2B5EF4-FFF2-40B4-BE49-F238E27FC236}">
                    <a16:creationId xmlns:a16="http://schemas.microsoft.com/office/drawing/2014/main" id="{8F9D75A0-12F0-E0AD-7A17-8503EB824FA9}"/>
                  </a:ext>
                </a:extLst>
              </p:cNvPr>
              <p:cNvSpPr/>
              <p:nvPr/>
            </p:nvSpPr>
            <p:spPr>
              <a:xfrm>
                <a:off x="2867227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g3526">
                <a:extLst>
                  <a:ext uri="{FF2B5EF4-FFF2-40B4-BE49-F238E27FC236}">
                    <a16:creationId xmlns:a16="http://schemas.microsoft.com/office/drawing/2014/main" id="{4A07BB3C-1AD4-2E36-8358-99CF56E74543}"/>
                  </a:ext>
                </a:extLst>
              </p:cNvPr>
              <p:cNvSpPr/>
              <p:nvPr/>
            </p:nvSpPr>
            <p:spPr>
              <a:xfrm>
                <a:off x="2878865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g3527">
                <a:extLst>
                  <a:ext uri="{FF2B5EF4-FFF2-40B4-BE49-F238E27FC236}">
                    <a16:creationId xmlns:a16="http://schemas.microsoft.com/office/drawing/2014/main" id="{40B22115-CF0E-9609-CB53-77DE728CAFA0}"/>
                  </a:ext>
                </a:extLst>
              </p:cNvPr>
              <p:cNvSpPr/>
              <p:nvPr/>
            </p:nvSpPr>
            <p:spPr>
              <a:xfrm>
                <a:off x="2890502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g3528">
                <a:extLst>
                  <a:ext uri="{FF2B5EF4-FFF2-40B4-BE49-F238E27FC236}">
                    <a16:creationId xmlns:a16="http://schemas.microsoft.com/office/drawing/2014/main" id="{2BB63145-E02D-AF69-E5C1-FD64CD5CCB98}"/>
                  </a:ext>
                </a:extLst>
              </p:cNvPr>
              <p:cNvSpPr/>
              <p:nvPr/>
            </p:nvSpPr>
            <p:spPr>
              <a:xfrm>
                <a:off x="4449904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g3529">
                <a:extLst>
                  <a:ext uri="{FF2B5EF4-FFF2-40B4-BE49-F238E27FC236}">
                    <a16:creationId xmlns:a16="http://schemas.microsoft.com/office/drawing/2014/main" id="{70210C35-5BBD-C10F-ED04-B30E02E3F81B}"/>
                  </a:ext>
                </a:extLst>
              </p:cNvPr>
              <p:cNvSpPr/>
              <p:nvPr/>
            </p:nvSpPr>
            <p:spPr>
              <a:xfrm>
                <a:off x="4461542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g3530">
                <a:extLst>
                  <a:ext uri="{FF2B5EF4-FFF2-40B4-BE49-F238E27FC236}">
                    <a16:creationId xmlns:a16="http://schemas.microsoft.com/office/drawing/2014/main" id="{09BE88F6-9BC6-5362-F10C-FAC3F430FD03}"/>
                  </a:ext>
                </a:extLst>
              </p:cNvPr>
              <p:cNvSpPr/>
              <p:nvPr/>
            </p:nvSpPr>
            <p:spPr>
              <a:xfrm>
                <a:off x="4473179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g3531">
                <a:extLst>
                  <a:ext uri="{FF2B5EF4-FFF2-40B4-BE49-F238E27FC236}">
                    <a16:creationId xmlns:a16="http://schemas.microsoft.com/office/drawing/2014/main" id="{188825F0-E5F9-2E1F-2521-4DCDC9AB4C6A}"/>
                  </a:ext>
                </a:extLst>
              </p:cNvPr>
              <p:cNvSpPr/>
              <p:nvPr/>
            </p:nvSpPr>
            <p:spPr>
              <a:xfrm>
                <a:off x="4484816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g3532">
                <a:extLst>
                  <a:ext uri="{FF2B5EF4-FFF2-40B4-BE49-F238E27FC236}">
                    <a16:creationId xmlns:a16="http://schemas.microsoft.com/office/drawing/2014/main" id="{7F9B7480-10E5-9C4B-BAC1-7F8C771A6640}"/>
                  </a:ext>
                </a:extLst>
              </p:cNvPr>
              <p:cNvSpPr/>
              <p:nvPr/>
            </p:nvSpPr>
            <p:spPr>
              <a:xfrm>
                <a:off x="4496454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g3533">
                <a:extLst>
                  <a:ext uri="{FF2B5EF4-FFF2-40B4-BE49-F238E27FC236}">
                    <a16:creationId xmlns:a16="http://schemas.microsoft.com/office/drawing/2014/main" id="{23850ACB-D600-2554-8A3A-684574FC1BEB}"/>
                  </a:ext>
                </a:extLst>
              </p:cNvPr>
              <p:cNvSpPr/>
              <p:nvPr/>
            </p:nvSpPr>
            <p:spPr>
              <a:xfrm>
                <a:off x="4508091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g3534">
                <a:extLst>
                  <a:ext uri="{FF2B5EF4-FFF2-40B4-BE49-F238E27FC236}">
                    <a16:creationId xmlns:a16="http://schemas.microsoft.com/office/drawing/2014/main" id="{7BC9B945-B008-1A4E-D13F-25DC6B44CA8C}"/>
                  </a:ext>
                </a:extLst>
              </p:cNvPr>
              <p:cNvSpPr/>
              <p:nvPr/>
            </p:nvSpPr>
            <p:spPr>
              <a:xfrm>
                <a:off x="4519728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g3535">
                <a:extLst>
                  <a:ext uri="{FF2B5EF4-FFF2-40B4-BE49-F238E27FC236}">
                    <a16:creationId xmlns:a16="http://schemas.microsoft.com/office/drawing/2014/main" id="{6B0C2F8F-A356-CAFD-DE21-72939DE467C4}"/>
                  </a:ext>
                </a:extLst>
              </p:cNvPr>
              <p:cNvSpPr/>
              <p:nvPr/>
            </p:nvSpPr>
            <p:spPr>
              <a:xfrm>
                <a:off x="4531366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g3536">
                <a:extLst>
                  <a:ext uri="{FF2B5EF4-FFF2-40B4-BE49-F238E27FC236}">
                    <a16:creationId xmlns:a16="http://schemas.microsoft.com/office/drawing/2014/main" id="{3941F199-D888-55F2-42BC-BBF0EB87524F}"/>
                  </a:ext>
                </a:extLst>
              </p:cNvPr>
              <p:cNvSpPr/>
              <p:nvPr/>
            </p:nvSpPr>
            <p:spPr>
              <a:xfrm>
                <a:off x="4694288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g3537">
                <a:extLst>
                  <a:ext uri="{FF2B5EF4-FFF2-40B4-BE49-F238E27FC236}">
                    <a16:creationId xmlns:a16="http://schemas.microsoft.com/office/drawing/2014/main" id="{E780FD0D-4EE2-7574-686E-44C86C8D4B58}"/>
                  </a:ext>
                </a:extLst>
              </p:cNvPr>
              <p:cNvSpPr/>
              <p:nvPr/>
            </p:nvSpPr>
            <p:spPr>
              <a:xfrm>
                <a:off x="4705925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g3538">
                <a:extLst>
                  <a:ext uri="{FF2B5EF4-FFF2-40B4-BE49-F238E27FC236}">
                    <a16:creationId xmlns:a16="http://schemas.microsoft.com/office/drawing/2014/main" id="{4EEEADA3-D171-4381-C300-E789D73DF3EA}"/>
                  </a:ext>
                </a:extLst>
              </p:cNvPr>
              <p:cNvSpPr/>
              <p:nvPr/>
            </p:nvSpPr>
            <p:spPr>
              <a:xfrm>
                <a:off x="4717563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g3539">
                <a:extLst>
                  <a:ext uri="{FF2B5EF4-FFF2-40B4-BE49-F238E27FC236}">
                    <a16:creationId xmlns:a16="http://schemas.microsoft.com/office/drawing/2014/main" id="{6C00DD00-C716-EEDA-A98C-C78333A7C68A}"/>
                  </a:ext>
                </a:extLst>
              </p:cNvPr>
              <p:cNvSpPr/>
              <p:nvPr/>
            </p:nvSpPr>
            <p:spPr>
              <a:xfrm>
                <a:off x="4729200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g3540">
                <a:extLst>
                  <a:ext uri="{FF2B5EF4-FFF2-40B4-BE49-F238E27FC236}">
                    <a16:creationId xmlns:a16="http://schemas.microsoft.com/office/drawing/2014/main" id="{86025109-7364-6CC4-E835-DE98765F0938}"/>
                  </a:ext>
                </a:extLst>
              </p:cNvPr>
              <p:cNvSpPr/>
              <p:nvPr/>
            </p:nvSpPr>
            <p:spPr>
              <a:xfrm>
                <a:off x="4740837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g3541">
                <a:extLst>
                  <a:ext uri="{FF2B5EF4-FFF2-40B4-BE49-F238E27FC236}">
                    <a16:creationId xmlns:a16="http://schemas.microsoft.com/office/drawing/2014/main" id="{851C5A29-3D3B-3752-4B1B-53C3B0B18CE1}"/>
                  </a:ext>
                </a:extLst>
              </p:cNvPr>
              <p:cNvSpPr/>
              <p:nvPr/>
            </p:nvSpPr>
            <p:spPr>
              <a:xfrm>
                <a:off x="284395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g3542">
                <a:extLst>
                  <a:ext uri="{FF2B5EF4-FFF2-40B4-BE49-F238E27FC236}">
                    <a16:creationId xmlns:a16="http://schemas.microsoft.com/office/drawing/2014/main" id="{61DFE647-819B-BE22-5F50-15EAFB4AD80E}"/>
                  </a:ext>
                </a:extLst>
              </p:cNvPr>
              <p:cNvSpPr/>
              <p:nvPr/>
            </p:nvSpPr>
            <p:spPr>
              <a:xfrm>
                <a:off x="2855590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g3543">
                <a:extLst>
                  <a:ext uri="{FF2B5EF4-FFF2-40B4-BE49-F238E27FC236}">
                    <a16:creationId xmlns:a16="http://schemas.microsoft.com/office/drawing/2014/main" id="{C4F80EBD-509F-DAD1-B5C1-98E936CA5876}"/>
                  </a:ext>
                </a:extLst>
              </p:cNvPr>
              <p:cNvSpPr/>
              <p:nvPr/>
            </p:nvSpPr>
            <p:spPr>
              <a:xfrm>
                <a:off x="2867227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g3544">
                <a:extLst>
                  <a:ext uri="{FF2B5EF4-FFF2-40B4-BE49-F238E27FC236}">
                    <a16:creationId xmlns:a16="http://schemas.microsoft.com/office/drawing/2014/main" id="{8344479A-3B73-6E2C-3851-FE12518299CF}"/>
                  </a:ext>
                </a:extLst>
              </p:cNvPr>
              <p:cNvSpPr/>
              <p:nvPr/>
            </p:nvSpPr>
            <p:spPr>
              <a:xfrm>
                <a:off x="2878865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g3545">
                <a:extLst>
                  <a:ext uri="{FF2B5EF4-FFF2-40B4-BE49-F238E27FC236}">
                    <a16:creationId xmlns:a16="http://schemas.microsoft.com/office/drawing/2014/main" id="{B5CB883A-BD25-1B3D-CB79-CD77D69AE692}"/>
                  </a:ext>
                </a:extLst>
              </p:cNvPr>
              <p:cNvSpPr/>
              <p:nvPr/>
            </p:nvSpPr>
            <p:spPr>
              <a:xfrm>
                <a:off x="2890502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g3546">
                <a:extLst>
                  <a:ext uri="{FF2B5EF4-FFF2-40B4-BE49-F238E27FC236}">
                    <a16:creationId xmlns:a16="http://schemas.microsoft.com/office/drawing/2014/main" id="{1A1CA16B-6FA6-8927-FA66-244013AED9A0}"/>
                  </a:ext>
                </a:extLst>
              </p:cNvPr>
              <p:cNvSpPr/>
              <p:nvPr/>
            </p:nvSpPr>
            <p:spPr>
              <a:xfrm>
                <a:off x="4461542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g3547">
                <a:extLst>
                  <a:ext uri="{FF2B5EF4-FFF2-40B4-BE49-F238E27FC236}">
                    <a16:creationId xmlns:a16="http://schemas.microsoft.com/office/drawing/2014/main" id="{F4A4CBC3-B78F-307C-03C1-701AD0C245DD}"/>
                  </a:ext>
                </a:extLst>
              </p:cNvPr>
              <p:cNvSpPr/>
              <p:nvPr/>
            </p:nvSpPr>
            <p:spPr>
              <a:xfrm>
                <a:off x="4473179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g3548">
                <a:extLst>
                  <a:ext uri="{FF2B5EF4-FFF2-40B4-BE49-F238E27FC236}">
                    <a16:creationId xmlns:a16="http://schemas.microsoft.com/office/drawing/2014/main" id="{96DFE687-8633-D5BD-E7E3-1EE14EAE72F5}"/>
                  </a:ext>
                </a:extLst>
              </p:cNvPr>
              <p:cNvSpPr/>
              <p:nvPr/>
            </p:nvSpPr>
            <p:spPr>
              <a:xfrm>
                <a:off x="4484816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g3549">
                <a:extLst>
                  <a:ext uri="{FF2B5EF4-FFF2-40B4-BE49-F238E27FC236}">
                    <a16:creationId xmlns:a16="http://schemas.microsoft.com/office/drawing/2014/main" id="{46826A6D-897C-5327-89AB-708128DB00B4}"/>
                  </a:ext>
                </a:extLst>
              </p:cNvPr>
              <p:cNvSpPr/>
              <p:nvPr/>
            </p:nvSpPr>
            <p:spPr>
              <a:xfrm>
                <a:off x="4496454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g3550">
                <a:extLst>
                  <a:ext uri="{FF2B5EF4-FFF2-40B4-BE49-F238E27FC236}">
                    <a16:creationId xmlns:a16="http://schemas.microsoft.com/office/drawing/2014/main" id="{83C438C7-34DF-2DA7-C15F-94723732F2BE}"/>
                  </a:ext>
                </a:extLst>
              </p:cNvPr>
              <p:cNvSpPr/>
              <p:nvPr/>
            </p:nvSpPr>
            <p:spPr>
              <a:xfrm>
                <a:off x="4508091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g3551">
                <a:extLst>
                  <a:ext uri="{FF2B5EF4-FFF2-40B4-BE49-F238E27FC236}">
                    <a16:creationId xmlns:a16="http://schemas.microsoft.com/office/drawing/2014/main" id="{917CC4BA-312C-E8C8-2075-5BBC38BB5B25}"/>
                  </a:ext>
                </a:extLst>
              </p:cNvPr>
              <p:cNvSpPr/>
              <p:nvPr/>
            </p:nvSpPr>
            <p:spPr>
              <a:xfrm>
                <a:off x="4519728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g3552">
                <a:extLst>
                  <a:ext uri="{FF2B5EF4-FFF2-40B4-BE49-F238E27FC236}">
                    <a16:creationId xmlns:a16="http://schemas.microsoft.com/office/drawing/2014/main" id="{A445AD8C-ACC3-8E1C-1FD1-EA4CBA2B2E65}"/>
                  </a:ext>
                </a:extLst>
              </p:cNvPr>
              <p:cNvSpPr/>
              <p:nvPr/>
            </p:nvSpPr>
            <p:spPr>
              <a:xfrm>
                <a:off x="4531366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g3553">
                <a:extLst>
                  <a:ext uri="{FF2B5EF4-FFF2-40B4-BE49-F238E27FC236}">
                    <a16:creationId xmlns:a16="http://schemas.microsoft.com/office/drawing/2014/main" id="{71FB779F-C1DB-5070-F6F8-DE315B392E30}"/>
                  </a:ext>
                </a:extLst>
              </p:cNvPr>
              <p:cNvSpPr/>
              <p:nvPr/>
            </p:nvSpPr>
            <p:spPr>
              <a:xfrm>
                <a:off x="454300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g3554">
                <a:extLst>
                  <a:ext uri="{FF2B5EF4-FFF2-40B4-BE49-F238E27FC236}">
                    <a16:creationId xmlns:a16="http://schemas.microsoft.com/office/drawing/2014/main" id="{249F8D1B-D50C-AAC9-E8D9-97CE9EC39FFD}"/>
                  </a:ext>
                </a:extLst>
              </p:cNvPr>
              <p:cNvSpPr/>
              <p:nvPr/>
            </p:nvSpPr>
            <p:spPr>
              <a:xfrm>
                <a:off x="4694288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g3555">
                <a:extLst>
                  <a:ext uri="{FF2B5EF4-FFF2-40B4-BE49-F238E27FC236}">
                    <a16:creationId xmlns:a16="http://schemas.microsoft.com/office/drawing/2014/main" id="{942C5BBA-867F-7C76-B196-167056E836A4}"/>
                  </a:ext>
                </a:extLst>
              </p:cNvPr>
              <p:cNvSpPr/>
              <p:nvPr/>
            </p:nvSpPr>
            <p:spPr>
              <a:xfrm>
                <a:off x="4705925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g3556">
                <a:extLst>
                  <a:ext uri="{FF2B5EF4-FFF2-40B4-BE49-F238E27FC236}">
                    <a16:creationId xmlns:a16="http://schemas.microsoft.com/office/drawing/2014/main" id="{52C9A52D-8321-E721-C923-74F7F733EE06}"/>
                  </a:ext>
                </a:extLst>
              </p:cNvPr>
              <p:cNvSpPr/>
              <p:nvPr/>
            </p:nvSpPr>
            <p:spPr>
              <a:xfrm>
                <a:off x="471756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g3557">
                <a:extLst>
                  <a:ext uri="{FF2B5EF4-FFF2-40B4-BE49-F238E27FC236}">
                    <a16:creationId xmlns:a16="http://schemas.microsoft.com/office/drawing/2014/main" id="{FD5D9F49-2A0D-5163-3B98-97029146CDCA}"/>
                  </a:ext>
                </a:extLst>
              </p:cNvPr>
              <p:cNvSpPr/>
              <p:nvPr/>
            </p:nvSpPr>
            <p:spPr>
              <a:xfrm>
                <a:off x="4729200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g3558">
                <a:extLst>
                  <a:ext uri="{FF2B5EF4-FFF2-40B4-BE49-F238E27FC236}">
                    <a16:creationId xmlns:a16="http://schemas.microsoft.com/office/drawing/2014/main" id="{8E959C1B-E379-3694-4B39-6C875D78D922}"/>
                  </a:ext>
                </a:extLst>
              </p:cNvPr>
              <p:cNvSpPr/>
              <p:nvPr/>
            </p:nvSpPr>
            <p:spPr>
              <a:xfrm>
                <a:off x="4740837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g3559">
                <a:extLst>
                  <a:ext uri="{FF2B5EF4-FFF2-40B4-BE49-F238E27FC236}">
                    <a16:creationId xmlns:a16="http://schemas.microsoft.com/office/drawing/2014/main" id="{B43F4205-7D74-8A62-EC9D-E2C93DC17FE3}"/>
                  </a:ext>
                </a:extLst>
              </p:cNvPr>
              <p:cNvSpPr/>
              <p:nvPr/>
            </p:nvSpPr>
            <p:spPr>
              <a:xfrm>
                <a:off x="285559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g3560">
                <a:extLst>
                  <a:ext uri="{FF2B5EF4-FFF2-40B4-BE49-F238E27FC236}">
                    <a16:creationId xmlns:a16="http://schemas.microsoft.com/office/drawing/2014/main" id="{C63F1B5A-EFAE-6AFD-FD77-ADCCCDAFDD36}"/>
                  </a:ext>
                </a:extLst>
              </p:cNvPr>
              <p:cNvSpPr/>
              <p:nvPr/>
            </p:nvSpPr>
            <p:spPr>
              <a:xfrm>
                <a:off x="2867227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g3561">
                <a:extLst>
                  <a:ext uri="{FF2B5EF4-FFF2-40B4-BE49-F238E27FC236}">
                    <a16:creationId xmlns:a16="http://schemas.microsoft.com/office/drawing/2014/main" id="{AD657692-BB7D-C13D-53C9-C0C4309D8378}"/>
                  </a:ext>
                </a:extLst>
              </p:cNvPr>
              <p:cNvSpPr/>
              <p:nvPr/>
            </p:nvSpPr>
            <p:spPr>
              <a:xfrm>
                <a:off x="2878865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g3562">
                <a:extLst>
                  <a:ext uri="{FF2B5EF4-FFF2-40B4-BE49-F238E27FC236}">
                    <a16:creationId xmlns:a16="http://schemas.microsoft.com/office/drawing/2014/main" id="{1F02F09E-3A15-D9E5-A9F9-8039E6B5CC29}"/>
                  </a:ext>
                </a:extLst>
              </p:cNvPr>
              <p:cNvSpPr/>
              <p:nvPr/>
            </p:nvSpPr>
            <p:spPr>
              <a:xfrm>
                <a:off x="2890502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g3563">
                <a:extLst>
                  <a:ext uri="{FF2B5EF4-FFF2-40B4-BE49-F238E27FC236}">
                    <a16:creationId xmlns:a16="http://schemas.microsoft.com/office/drawing/2014/main" id="{A279FCD6-D582-F63E-D21C-567DCD525782}"/>
                  </a:ext>
                </a:extLst>
              </p:cNvPr>
              <p:cNvSpPr/>
              <p:nvPr/>
            </p:nvSpPr>
            <p:spPr>
              <a:xfrm>
                <a:off x="4473179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g3564">
                <a:extLst>
                  <a:ext uri="{FF2B5EF4-FFF2-40B4-BE49-F238E27FC236}">
                    <a16:creationId xmlns:a16="http://schemas.microsoft.com/office/drawing/2014/main" id="{FC8A9BED-C3FB-846F-494A-D80C70979EEB}"/>
                  </a:ext>
                </a:extLst>
              </p:cNvPr>
              <p:cNvSpPr/>
              <p:nvPr/>
            </p:nvSpPr>
            <p:spPr>
              <a:xfrm>
                <a:off x="4484816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g3565">
                <a:extLst>
                  <a:ext uri="{FF2B5EF4-FFF2-40B4-BE49-F238E27FC236}">
                    <a16:creationId xmlns:a16="http://schemas.microsoft.com/office/drawing/2014/main" id="{E8F6E178-B09D-7746-E5DA-FA6CF6F08264}"/>
                  </a:ext>
                </a:extLst>
              </p:cNvPr>
              <p:cNvSpPr/>
              <p:nvPr/>
            </p:nvSpPr>
            <p:spPr>
              <a:xfrm>
                <a:off x="4496454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g3566">
                <a:extLst>
                  <a:ext uri="{FF2B5EF4-FFF2-40B4-BE49-F238E27FC236}">
                    <a16:creationId xmlns:a16="http://schemas.microsoft.com/office/drawing/2014/main" id="{946C9F3A-2CDE-AFA4-7B2F-BC894FE8F82A}"/>
                  </a:ext>
                </a:extLst>
              </p:cNvPr>
              <p:cNvSpPr/>
              <p:nvPr/>
            </p:nvSpPr>
            <p:spPr>
              <a:xfrm>
                <a:off x="4508091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g3567">
                <a:extLst>
                  <a:ext uri="{FF2B5EF4-FFF2-40B4-BE49-F238E27FC236}">
                    <a16:creationId xmlns:a16="http://schemas.microsoft.com/office/drawing/2014/main" id="{47CDF610-BAD1-E2FB-FCB4-F0A4E72489DB}"/>
                  </a:ext>
                </a:extLst>
              </p:cNvPr>
              <p:cNvSpPr/>
              <p:nvPr/>
            </p:nvSpPr>
            <p:spPr>
              <a:xfrm>
                <a:off x="4519728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g3568">
                <a:extLst>
                  <a:ext uri="{FF2B5EF4-FFF2-40B4-BE49-F238E27FC236}">
                    <a16:creationId xmlns:a16="http://schemas.microsoft.com/office/drawing/2014/main" id="{DBE073FB-D3F4-5869-23C5-7F0DE7865024}"/>
                  </a:ext>
                </a:extLst>
              </p:cNvPr>
              <p:cNvSpPr/>
              <p:nvPr/>
            </p:nvSpPr>
            <p:spPr>
              <a:xfrm>
                <a:off x="4531366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g3569">
                <a:extLst>
                  <a:ext uri="{FF2B5EF4-FFF2-40B4-BE49-F238E27FC236}">
                    <a16:creationId xmlns:a16="http://schemas.microsoft.com/office/drawing/2014/main" id="{36A0BF33-16DB-8E10-0E44-0387100C9DD4}"/>
                  </a:ext>
                </a:extLst>
              </p:cNvPr>
              <p:cNvSpPr/>
              <p:nvPr/>
            </p:nvSpPr>
            <p:spPr>
              <a:xfrm>
                <a:off x="4543003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g3570">
                <a:extLst>
                  <a:ext uri="{FF2B5EF4-FFF2-40B4-BE49-F238E27FC236}">
                    <a16:creationId xmlns:a16="http://schemas.microsoft.com/office/drawing/2014/main" id="{8EF2281F-3739-999F-B790-D6EFE6C9FB3B}"/>
                  </a:ext>
                </a:extLst>
              </p:cNvPr>
              <p:cNvSpPr/>
              <p:nvPr/>
            </p:nvSpPr>
            <p:spPr>
              <a:xfrm>
                <a:off x="455464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g3571">
                <a:extLst>
                  <a:ext uri="{FF2B5EF4-FFF2-40B4-BE49-F238E27FC236}">
                    <a16:creationId xmlns:a16="http://schemas.microsoft.com/office/drawing/2014/main" id="{063EB623-0185-470B-05D6-1659A610641F}"/>
                  </a:ext>
                </a:extLst>
              </p:cNvPr>
              <p:cNvSpPr/>
              <p:nvPr/>
            </p:nvSpPr>
            <p:spPr>
              <a:xfrm>
                <a:off x="4694288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g3572">
                <a:extLst>
                  <a:ext uri="{FF2B5EF4-FFF2-40B4-BE49-F238E27FC236}">
                    <a16:creationId xmlns:a16="http://schemas.microsoft.com/office/drawing/2014/main" id="{867E8D6F-F8E0-B529-F633-411FFA90A2B8}"/>
                  </a:ext>
                </a:extLst>
              </p:cNvPr>
              <p:cNvSpPr/>
              <p:nvPr/>
            </p:nvSpPr>
            <p:spPr>
              <a:xfrm>
                <a:off x="4705925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g3573">
                <a:extLst>
                  <a:ext uri="{FF2B5EF4-FFF2-40B4-BE49-F238E27FC236}">
                    <a16:creationId xmlns:a16="http://schemas.microsoft.com/office/drawing/2014/main" id="{29D34BCB-493E-B305-3735-D90BE31EE6D8}"/>
                  </a:ext>
                </a:extLst>
              </p:cNvPr>
              <p:cNvSpPr/>
              <p:nvPr/>
            </p:nvSpPr>
            <p:spPr>
              <a:xfrm>
                <a:off x="4717563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g3574">
                <a:extLst>
                  <a:ext uri="{FF2B5EF4-FFF2-40B4-BE49-F238E27FC236}">
                    <a16:creationId xmlns:a16="http://schemas.microsoft.com/office/drawing/2014/main" id="{342BA61A-54FD-E328-8BAA-67174F5BDE36}"/>
                  </a:ext>
                </a:extLst>
              </p:cNvPr>
              <p:cNvSpPr/>
              <p:nvPr/>
            </p:nvSpPr>
            <p:spPr>
              <a:xfrm>
                <a:off x="472920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g3575">
                <a:extLst>
                  <a:ext uri="{FF2B5EF4-FFF2-40B4-BE49-F238E27FC236}">
                    <a16:creationId xmlns:a16="http://schemas.microsoft.com/office/drawing/2014/main" id="{13452845-A4AF-5CB8-5603-3830EE7750EE}"/>
                  </a:ext>
                </a:extLst>
              </p:cNvPr>
              <p:cNvSpPr/>
              <p:nvPr/>
            </p:nvSpPr>
            <p:spPr>
              <a:xfrm>
                <a:off x="4740837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g3576">
                <a:extLst>
                  <a:ext uri="{FF2B5EF4-FFF2-40B4-BE49-F238E27FC236}">
                    <a16:creationId xmlns:a16="http://schemas.microsoft.com/office/drawing/2014/main" id="{66D5033D-A09F-1D15-26D4-AFD4B66A5F59}"/>
                  </a:ext>
                </a:extLst>
              </p:cNvPr>
              <p:cNvSpPr/>
              <p:nvPr/>
            </p:nvSpPr>
            <p:spPr>
              <a:xfrm>
                <a:off x="2855590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g3577">
                <a:extLst>
                  <a:ext uri="{FF2B5EF4-FFF2-40B4-BE49-F238E27FC236}">
                    <a16:creationId xmlns:a16="http://schemas.microsoft.com/office/drawing/2014/main" id="{B1717F65-79D5-AA9F-9957-06B0AE630ACF}"/>
                  </a:ext>
                </a:extLst>
              </p:cNvPr>
              <p:cNvSpPr/>
              <p:nvPr/>
            </p:nvSpPr>
            <p:spPr>
              <a:xfrm>
                <a:off x="2867227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g3578">
                <a:extLst>
                  <a:ext uri="{FF2B5EF4-FFF2-40B4-BE49-F238E27FC236}">
                    <a16:creationId xmlns:a16="http://schemas.microsoft.com/office/drawing/2014/main" id="{8C23F54B-C9A2-84CE-3AE2-B75A47FFE922}"/>
                  </a:ext>
                </a:extLst>
              </p:cNvPr>
              <p:cNvSpPr/>
              <p:nvPr/>
            </p:nvSpPr>
            <p:spPr>
              <a:xfrm>
                <a:off x="2878865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g3579">
                <a:extLst>
                  <a:ext uri="{FF2B5EF4-FFF2-40B4-BE49-F238E27FC236}">
                    <a16:creationId xmlns:a16="http://schemas.microsoft.com/office/drawing/2014/main" id="{6CC13381-E6DC-9634-84B6-D3DA30F56E35}"/>
                  </a:ext>
                </a:extLst>
              </p:cNvPr>
              <p:cNvSpPr/>
              <p:nvPr/>
            </p:nvSpPr>
            <p:spPr>
              <a:xfrm>
                <a:off x="2890502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g3580">
                <a:extLst>
                  <a:ext uri="{FF2B5EF4-FFF2-40B4-BE49-F238E27FC236}">
                    <a16:creationId xmlns:a16="http://schemas.microsoft.com/office/drawing/2014/main" id="{EF7B009C-EE97-9B84-C0C1-803F4B6F34D8}"/>
                  </a:ext>
                </a:extLst>
              </p:cNvPr>
              <p:cNvSpPr/>
              <p:nvPr/>
            </p:nvSpPr>
            <p:spPr>
              <a:xfrm>
                <a:off x="4484816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g3581">
                <a:extLst>
                  <a:ext uri="{FF2B5EF4-FFF2-40B4-BE49-F238E27FC236}">
                    <a16:creationId xmlns:a16="http://schemas.microsoft.com/office/drawing/2014/main" id="{9D3374DC-8705-453C-0872-2845C184E834}"/>
                  </a:ext>
                </a:extLst>
              </p:cNvPr>
              <p:cNvSpPr/>
              <p:nvPr/>
            </p:nvSpPr>
            <p:spPr>
              <a:xfrm>
                <a:off x="4496454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g3582">
                <a:extLst>
                  <a:ext uri="{FF2B5EF4-FFF2-40B4-BE49-F238E27FC236}">
                    <a16:creationId xmlns:a16="http://schemas.microsoft.com/office/drawing/2014/main" id="{67731C76-1573-CA73-C88A-3D349F66E02A}"/>
                  </a:ext>
                </a:extLst>
              </p:cNvPr>
              <p:cNvSpPr/>
              <p:nvPr/>
            </p:nvSpPr>
            <p:spPr>
              <a:xfrm>
                <a:off x="4508091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g3583">
                <a:extLst>
                  <a:ext uri="{FF2B5EF4-FFF2-40B4-BE49-F238E27FC236}">
                    <a16:creationId xmlns:a16="http://schemas.microsoft.com/office/drawing/2014/main" id="{537E5A41-E14C-806C-2A9B-33BDBA0C9CFC}"/>
                  </a:ext>
                </a:extLst>
              </p:cNvPr>
              <p:cNvSpPr/>
              <p:nvPr/>
            </p:nvSpPr>
            <p:spPr>
              <a:xfrm>
                <a:off x="4519728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g3584">
                <a:extLst>
                  <a:ext uri="{FF2B5EF4-FFF2-40B4-BE49-F238E27FC236}">
                    <a16:creationId xmlns:a16="http://schemas.microsoft.com/office/drawing/2014/main" id="{05411A0D-B977-0627-A54E-7A0338AC5258}"/>
                  </a:ext>
                </a:extLst>
              </p:cNvPr>
              <p:cNvSpPr/>
              <p:nvPr/>
            </p:nvSpPr>
            <p:spPr>
              <a:xfrm>
                <a:off x="4531366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g3585">
                <a:extLst>
                  <a:ext uri="{FF2B5EF4-FFF2-40B4-BE49-F238E27FC236}">
                    <a16:creationId xmlns:a16="http://schemas.microsoft.com/office/drawing/2014/main" id="{ACF06DA3-2123-5978-AEC0-375C8DE0E97E}"/>
                  </a:ext>
                </a:extLst>
              </p:cNvPr>
              <p:cNvSpPr/>
              <p:nvPr/>
            </p:nvSpPr>
            <p:spPr>
              <a:xfrm>
                <a:off x="4543003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g3586">
                <a:extLst>
                  <a:ext uri="{FF2B5EF4-FFF2-40B4-BE49-F238E27FC236}">
                    <a16:creationId xmlns:a16="http://schemas.microsoft.com/office/drawing/2014/main" id="{8AE9FC86-6435-64F4-E258-9DCBEB92F546}"/>
                  </a:ext>
                </a:extLst>
              </p:cNvPr>
              <p:cNvSpPr/>
              <p:nvPr/>
            </p:nvSpPr>
            <p:spPr>
              <a:xfrm>
                <a:off x="4694288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g3587">
                <a:extLst>
                  <a:ext uri="{FF2B5EF4-FFF2-40B4-BE49-F238E27FC236}">
                    <a16:creationId xmlns:a16="http://schemas.microsoft.com/office/drawing/2014/main" id="{2D84FD00-962E-55F1-F074-CD379581B1EC}"/>
                  </a:ext>
                </a:extLst>
              </p:cNvPr>
              <p:cNvSpPr/>
              <p:nvPr/>
            </p:nvSpPr>
            <p:spPr>
              <a:xfrm>
                <a:off x="4705925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g3588">
                <a:extLst>
                  <a:ext uri="{FF2B5EF4-FFF2-40B4-BE49-F238E27FC236}">
                    <a16:creationId xmlns:a16="http://schemas.microsoft.com/office/drawing/2014/main" id="{CFFA01C2-C233-19FE-EFA3-B57182B3FEB0}"/>
                  </a:ext>
                </a:extLst>
              </p:cNvPr>
              <p:cNvSpPr/>
              <p:nvPr/>
            </p:nvSpPr>
            <p:spPr>
              <a:xfrm>
                <a:off x="4717563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g3589">
                <a:extLst>
                  <a:ext uri="{FF2B5EF4-FFF2-40B4-BE49-F238E27FC236}">
                    <a16:creationId xmlns:a16="http://schemas.microsoft.com/office/drawing/2014/main" id="{41C7BFA2-C0AA-4855-32FC-F29E6E7CC676}"/>
                  </a:ext>
                </a:extLst>
              </p:cNvPr>
              <p:cNvSpPr/>
              <p:nvPr/>
            </p:nvSpPr>
            <p:spPr>
              <a:xfrm>
                <a:off x="4729200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g3590">
                <a:extLst>
                  <a:ext uri="{FF2B5EF4-FFF2-40B4-BE49-F238E27FC236}">
                    <a16:creationId xmlns:a16="http://schemas.microsoft.com/office/drawing/2014/main" id="{796F993E-4849-C245-0383-F9375E466110}"/>
                  </a:ext>
                </a:extLst>
              </p:cNvPr>
              <p:cNvSpPr/>
              <p:nvPr/>
            </p:nvSpPr>
            <p:spPr>
              <a:xfrm>
                <a:off x="4740837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g3591">
                <a:extLst>
                  <a:ext uri="{FF2B5EF4-FFF2-40B4-BE49-F238E27FC236}">
                    <a16:creationId xmlns:a16="http://schemas.microsoft.com/office/drawing/2014/main" id="{79B915D9-9B63-45B4-66DE-6F7CE2DCA21E}"/>
                  </a:ext>
                </a:extLst>
              </p:cNvPr>
              <p:cNvSpPr/>
              <p:nvPr/>
            </p:nvSpPr>
            <p:spPr>
              <a:xfrm>
                <a:off x="2855590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g3592">
                <a:extLst>
                  <a:ext uri="{FF2B5EF4-FFF2-40B4-BE49-F238E27FC236}">
                    <a16:creationId xmlns:a16="http://schemas.microsoft.com/office/drawing/2014/main" id="{B032A391-A6F6-4982-5B5E-5D7C6CD5D59A}"/>
                  </a:ext>
                </a:extLst>
              </p:cNvPr>
              <p:cNvSpPr/>
              <p:nvPr/>
            </p:nvSpPr>
            <p:spPr>
              <a:xfrm>
                <a:off x="2867227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g3593">
                <a:extLst>
                  <a:ext uri="{FF2B5EF4-FFF2-40B4-BE49-F238E27FC236}">
                    <a16:creationId xmlns:a16="http://schemas.microsoft.com/office/drawing/2014/main" id="{765A54ED-DC8E-F5FC-32C6-9223967985A7}"/>
                  </a:ext>
                </a:extLst>
              </p:cNvPr>
              <p:cNvSpPr/>
              <p:nvPr/>
            </p:nvSpPr>
            <p:spPr>
              <a:xfrm>
                <a:off x="2878865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g3594">
                <a:extLst>
                  <a:ext uri="{FF2B5EF4-FFF2-40B4-BE49-F238E27FC236}">
                    <a16:creationId xmlns:a16="http://schemas.microsoft.com/office/drawing/2014/main" id="{F7AEF59D-7E2F-01C9-D951-986F63C0A0A8}"/>
                  </a:ext>
                </a:extLst>
              </p:cNvPr>
              <p:cNvSpPr/>
              <p:nvPr/>
            </p:nvSpPr>
            <p:spPr>
              <a:xfrm>
                <a:off x="2890502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g3595">
                <a:extLst>
                  <a:ext uri="{FF2B5EF4-FFF2-40B4-BE49-F238E27FC236}">
                    <a16:creationId xmlns:a16="http://schemas.microsoft.com/office/drawing/2014/main" id="{AA847F9F-7937-0005-71DD-8D104494091D}"/>
                  </a:ext>
                </a:extLst>
              </p:cNvPr>
              <p:cNvSpPr/>
              <p:nvPr/>
            </p:nvSpPr>
            <p:spPr>
              <a:xfrm>
                <a:off x="2902139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g3596">
                <a:extLst>
                  <a:ext uri="{FF2B5EF4-FFF2-40B4-BE49-F238E27FC236}">
                    <a16:creationId xmlns:a16="http://schemas.microsoft.com/office/drawing/2014/main" id="{B931F66D-3883-FA8B-1B9F-11D3A1691AD5}"/>
                  </a:ext>
                </a:extLst>
              </p:cNvPr>
              <p:cNvSpPr/>
              <p:nvPr/>
            </p:nvSpPr>
            <p:spPr>
              <a:xfrm>
                <a:off x="4484816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g3597">
                <a:extLst>
                  <a:ext uri="{FF2B5EF4-FFF2-40B4-BE49-F238E27FC236}">
                    <a16:creationId xmlns:a16="http://schemas.microsoft.com/office/drawing/2014/main" id="{1DD46A32-B0D3-1053-7BA8-689610A99527}"/>
                  </a:ext>
                </a:extLst>
              </p:cNvPr>
              <p:cNvSpPr/>
              <p:nvPr/>
            </p:nvSpPr>
            <p:spPr>
              <a:xfrm>
                <a:off x="4496454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g3598">
                <a:extLst>
                  <a:ext uri="{FF2B5EF4-FFF2-40B4-BE49-F238E27FC236}">
                    <a16:creationId xmlns:a16="http://schemas.microsoft.com/office/drawing/2014/main" id="{71F55E20-2D45-E91D-1BAA-89773EE30AC4}"/>
                  </a:ext>
                </a:extLst>
              </p:cNvPr>
              <p:cNvSpPr/>
              <p:nvPr/>
            </p:nvSpPr>
            <p:spPr>
              <a:xfrm>
                <a:off x="4508091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g3599">
                <a:extLst>
                  <a:ext uri="{FF2B5EF4-FFF2-40B4-BE49-F238E27FC236}">
                    <a16:creationId xmlns:a16="http://schemas.microsoft.com/office/drawing/2014/main" id="{E2CD8B9C-7ECC-89DD-E2B0-3209489EE379}"/>
                  </a:ext>
                </a:extLst>
              </p:cNvPr>
              <p:cNvSpPr/>
              <p:nvPr/>
            </p:nvSpPr>
            <p:spPr>
              <a:xfrm>
                <a:off x="4519728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g3600">
                <a:extLst>
                  <a:ext uri="{FF2B5EF4-FFF2-40B4-BE49-F238E27FC236}">
                    <a16:creationId xmlns:a16="http://schemas.microsoft.com/office/drawing/2014/main" id="{67565BA3-87B8-C3FB-7358-3DAF680B05C6}"/>
                  </a:ext>
                </a:extLst>
              </p:cNvPr>
              <p:cNvSpPr/>
              <p:nvPr/>
            </p:nvSpPr>
            <p:spPr>
              <a:xfrm>
                <a:off x="4531366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g3601">
                <a:extLst>
                  <a:ext uri="{FF2B5EF4-FFF2-40B4-BE49-F238E27FC236}">
                    <a16:creationId xmlns:a16="http://schemas.microsoft.com/office/drawing/2014/main" id="{BC793FE4-BA85-C016-37D1-023922FDA2A5}"/>
                  </a:ext>
                </a:extLst>
              </p:cNvPr>
              <p:cNvSpPr/>
              <p:nvPr/>
            </p:nvSpPr>
            <p:spPr>
              <a:xfrm>
                <a:off x="4543003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g3602">
                <a:extLst>
                  <a:ext uri="{FF2B5EF4-FFF2-40B4-BE49-F238E27FC236}">
                    <a16:creationId xmlns:a16="http://schemas.microsoft.com/office/drawing/2014/main" id="{33B62155-287C-DFA9-FB61-592BB2CF83DD}"/>
                  </a:ext>
                </a:extLst>
              </p:cNvPr>
              <p:cNvSpPr/>
              <p:nvPr/>
            </p:nvSpPr>
            <p:spPr>
              <a:xfrm>
                <a:off x="4694288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g3603">
                <a:extLst>
                  <a:ext uri="{FF2B5EF4-FFF2-40B4-BE49-F238E27FC236}">
                    <a16:creationId xmlns:a16="http://schemas.microsoft.com/office/drawing/2014/main" id="{2AA0648B-D818-EA1C-1791-7D4BB13B6C5F}"/>
                  </a:ext>
                </a:extLst>
              </p:cNvPr>
              <p:cNvSpPr/>
              <p:nvPr/>
            </p:nvSpPr>
            <p:spPr>
              <a:xfrm>
                <a:off x="4705925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g3604">
                <a:extLst>
                  <a:ext uri="{FF2B5EF4-FFF2-40B4-BE49-F238E27FC236}">
                    <a16:creationId xmlns:a16="http://schemas.microsoft.com/office/drawing/2014/main" id="{62B80276-2668-4348-BE55-15EE8A01161E}"/>
                  </a:ext>
                </a:extLst>
              </p:cNvPr>
              <p:cNvSpPr/>
              <p:nvPr/>
            </p:nvSpPr>
            <p:spPr>
              <a:xfrm>
                <a:off x="4717563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g3605">
                <a:extLst>
                  <a:ext uri="{FF2B5EF4-FFF2-40B4-BE49-F238E27FC236}">
                    <a16:creationId xmlns:a16="http://schemas.microsoft.com/office/drawing/2014/main" id="{C19C8069-F078-45D9-8984-251508A10D2D}"/>
                  </a:ext>
                </a:extLst>
              </p:cNvPr>
              <p:cNvSpPr/>
              <p:nvPr/>
            </p:nvSpPr>
            <p:spPr>
              <a:xfrm>
                <a:off x="4729200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g3606">
                <a:extLst>
                  <a:ext uri="{FF2B5EF4-FFF2-40B4-BE49-F238E27FC236}">
                    <a16:creationId xmlns:a16="http://schemas.microsoft.com/office/drawing/2014/main" id="{8ADEE3F6-4357-39BB-3EF8-7CFF1DE9145D}"/>
                  </a:ext>
                </a:extLst>
              </p:cNvPr>
              <p:cNvSpPr/>
              <p:nvPr/>
            </p:nvSpPr>
            <p:spPr>
              <a:xfrm>
                <a:off x="4740837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g3607">
                <a:extLst>
                  <a:ext uri="{FF2B5EF4-FFF2-40B4-BE49-F238E27FC236}">
                    <a16:creationId xmlns:a16="http://schemas.microsoft.com/office/drawing/2014/main" id="{DDFD4865-87B3-A46A-2F58-836106410B06}"/>
                  </a:ext>
                </a:extLst>
              </p:cNvPr>
              <p:cNvSpPr/>
              <p:nvPr/>
            </p:nvSpPr>
            <p:spPr>
              <a:xfrm>
                <a:off x="2855590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g3608">
                <a:extLst>
                  <a:ext uri="{FF2B5EF4-FFF2-40B4-BE49-F238E27FC236}">
                    <a16:creationId xmlns:a16="http://schemas.microsoft.com/office/drawing/2014/main" id="{015F0224-F19B-361C-D127-4C557E0AEFA5}"/>
                  </a:ext>
                </a:extLst>
              </p:cNvPr>
              <p:cNvSpPr/>
              <p:nvPr/>
            </p:nvSpPr>
            <p:spPr>
              <a:xfrm>
                <a:off x="2867227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g3609">
                <a:extLst>
                  <a:ext uri="{FF2B5EF4-FFF2-40B4-BE49-F238E27FC236}">
                    <a16:creationId xmlns:a16="http://schemas.microsoft.com/office/drawing/2014/main" id="{84EE40A4-B764-5C51-21D3-468C5FDCE940}"/>
                  </a:ext>
                </a:extLst>
              </p:cNvPr>
              <p:cNvSpPr/>
              <p:nvPr/>
            </p:nvSpPr>
            <p:spPr>
              <a:xfrm>
                <a:off x="2878865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g3610">
                <a:extLst>
                  <a:ext uri="{FF2B5EF4-FFF2-40B4-BE49-F238E27FC236}">
                    <a16:creationId xmlns:a16="http://schemas.microsoft.com/office/drawing/2014/main" id="{9E6CCADA-3D94-C733-DE50-9C7A37C56366}"/>
                  </a:ext>
                </a:extLst>
              </p:cNvPr>
              <p:cNvSpPr/>
              <p:nvPr/>
            </p:nvSpPr>
            <p:spPr>
              <a:xfrm>
                <a:off x="2890502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g3611">
                <a:extLst>
                  <a:ext uri="{FF2B5EF4-FFF2-40B4-BE49-F238E27FC236}">
                    <a16:creationId xmlns:a16="http://schemas.microsoft.com/office/drawing/2014/main" id="{E17F97D3-55B8-ACD9-414D-4C52808AC8D1}"/>
                  </a:ext>
                </a:extLst>
              </p:cNvPr>
              <p:cNvSpPr/>
              <p:nvPr/>
            </p:nvSpPr>
            <p:spPr>
              <a:xfrm>
                <a:off x="2902139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g3612">
                <a:extLst>
                  <a:ext uri="{FF2B5EF4-FFF2-40B4-BE49-F238E27FC236}">
                    <a16:creationId xmlns:a16="http://schemas.microsoft.com/office/drawing/2014/main" id="{D849B879-8545-0C1C-1717-4D78E3CB3CB7}"/>
                  </a:ext>
                </a:extLst>
              </p:cNvPr>
              <p:cNvSpPr/>
              <p:nvPr/>
            </p:nvSpPr>
            <p:spPr>
              <a:xfrm>
                <a:off x="4496454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g3613">
                <a:extLst>
                  <a:ext uri="{FF2B5EF4-FFF2-40B4-BE49-F238E27FC236}">
                    <a16:creationId xmlns:a16="http://schemas.microsoft.com/office/drawing/2014/main" id="{D3AD770E-38F7-7C2E-9793-887CC96CF3D7}"/>
                  </a:ext>
                </a:extLst>
              </p:cNvPr>
              <p:cNvSpPr/>
              <p:nvPr/>
            </p:nvSpPr>
            <p:spPr>
              <a:xfrm>
                <a:off x="4508091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g3614">
                <a:extLst>
                  <a:ext uri="{FF2B5EF4-FFF2-40B4-BE49-F238E27FC236}">
                    <a16:creationId xmlns:a16="http://schemas.microsoft.com/office/drawing/2014/main" id="{D2DA4B53-BC4C-7ED5-7CB7-FED71304BC1F}"/>
                  </a:ext>
                </a:extLst>
              </p:cNvPr>
              <p:cNvSpPr/>
              <p:nvPr/>
            </p:nvSpPr>
            <p:spPr>
              <a:xfrm>
                <a:off x="4519728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g3615">
                <a:extLst>
                  <a:ext uri="{FF2B5EF4-FFF2-40B4-BE49-F238E27FC236}">
                    <a16:creationId xmlns:a16="http://schemas.microsoft.com/office/drawing/2014/main" id="{2FE9082A-C768-707F-59F7-9A9DA730DA14}"/>
                  </a:ext>
                </a:extLst>
              </p:cNvPr>
              <p:cNvSpPr/>
              <p:nvPr/>
            </p:nvSpPr>
            <p:spPr>
              <a:xfrm>
                <a:off x="4531366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g3616">
                <a:extLst>
                  <a:ext uri="{FF2B5EF4-FFF2-40B4-BE49-F238E27FC236}">
                    <a16:creationId xmlns:a16="http://schemas.microsoft.com/office/drawing/2014/main" id="{67FDDB02-9072-996F-719A-12E1AC941C80}"/>
                  </a:ext>
                </a:extLst>
              </p:cNvPr>
              <p:cNvSpPr/>
              <p:nvPr/>
            </p:nvSpPr>
            <p:spPr>
              <a:xfrm>
                <a:off x="4543003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g3617">
                <a:extLst>
                  <a:ext uri="{FF2B5EF4-FFF2-40B4-BE49-F238E27FC236}">
                    <a16:creationId xmlns:a16="http://schemas.microsoft.com/office/drawing/2014/main" id="{F76F4F23-E04C-2336-11C2-2FD44948D3AA}"/>
                  </a:ext>
                </a:extLst>
              </p:cNvPr>
              <p:cNvSpPr/>
              <p:nvPr/>
            </p:nvSpPr>
            <p:spPr>
              <a:xfrm>
                <a:off x="4694288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g3618">
                <a:extLst>
                  <a:ext uri="{FF2B5EF4-FFF2-40B4-BE49-F238E27FC236}">
                    <a16:creationId xmlns:a16="http://schemas.microsoft.com/office/drawing/2014/main" id="{5579158B-9722-C6AB-7CF2-E892582DDA32}"/>
                  </a:ext>
                </a:extLst>
              </p:cNvPr>
              <p:cNvSpPr/>
              <p:nvPr/>
            </p:nvSpPr>
            <p:spPr>
              <a:xfrm>
                <a:off x="4705925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g3619">
                <a:extLst>
                  <a:ext uri="{FF2B5EF4-FFF2-40B4-BE49-F238E27FC236}">
                    <a16:creationId xmlns:a16="http://schemas.microsoft.com/office/drawing/2014/main" id="{F2747883-760E-3596-2420-A2AF38AB2154}"/>
                  </a:ext>
                </a:extLst>
              </p:cNvPr>
              <p:cNvSpPr/>
              <p:nvPr/>
            </p:nvSpPr>
            <p:spPr>
              <a:xfrm>
                <a:off x="4717563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g3620">
                <a:extLst>
                  <a:ext uri="{FF2B5EF4-FFF2-40B4-BE49-F238E27FC236}">
                    <a16:creationId xmlns:a16="http://schemas.microsoft.com/office/drawing/2014/main" id="{0DCB4802-DCC0-DC59-D84C-585297DD2477}"/>
                  </a:ext>
                </a:extLst>
              </p:cNvPr>
              <p:cNvSpPr/>
              <p:nvPr/>
            </p:nvSpPr>
            <p:spPr>
              <a:xfrm>
                <a:off x="4729200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g3621">
                <a:extLst>
                  <a:ext uri="{FF2B5EF4-FFF2-40B4-BE49-F238E27FC236}">
                    <a16:creationId xmlns:a16="http://schemas.microsoft.com/office/drawing/2014/main" id="{582EE400-08DE-68BE-E299-DEA7EEDAD6B5}"/>
                  </a:ext>
                </a:extLst>
              </p:cNvPr>
              <p:cNvSpPr/>
              <p:nvPr/>
            </p:nvSpPr>
            <p:spPr>
              <a:xfrm>
                <a:off x="2867227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g3622">
                <a:extLst>
                  <a:ext uri="{FF2B5EF4-FFF2-40B4-BE49-F238E27FC236}">
                    <a16:creationId xmlns:a16="http://schemas.microsoft.com/office/drawing/2014/main" id="{00573927-8420-71A7-AE57-C5CA2E95DE1C}"/>
                  </a:ext>
                </a:extLst>
              </p:cNvPr>
              <p:cNvSpPr/>
              <p:nvPr/>
            </p:nvSpPr>
            <p:spPr>
              <a:xfrm>
                <a:off x="2878865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g3623">
                <a:extLst>
                  <a:ext uri="{FF2B5EF4-FFF2-40B4-BE49-F238E27FC236}">
                    <a16:creationId xmlns:a16="http://schemas.microsoft.com/office/drawing/2014/main" id="{FF5E8E95-2725-394E-797C-D325D4710845}"/>
                  </a:ext>
                </a:extLst>
              </p:cNvPr>
              <p:cNvSpPr/>
              <p:nvPr/>
            </p:nvSpPr>
            <p:spPr>
              <a:xfrm>
                <a:off x="2890502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g3624">
                <a:extLst>
                  <a:ext uri="{FF2B5EF4-FFF2-40B4-BE49-F238E27FC236}">
                    <a16:creationId xmlns:a16="http://schemas.microsoft.com/office/drawing/2014/main" id="{3C957F8C-F40E-94B4-DF62-75F22426598A}"/>
                  </a:ext>
                </a:extLst>
              </p:cNvPr>
              <p:cNvSpPr/>
              <p:nvPr/>
            </p:nvSpPr>
            <p:spPr>
              <a:xfrm>
                <a:off x="2902139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g3625">
                <a:extLst>
                  <a:ext uri="{FF2B5EF4-FFF2-40B4-BE49-F238E27FC236}">
                    <a16:creationId xmlns:a16="http://schemas.microsoft.com/office/drawing/2014/main" id="{3246BFFB-F2D3-EF94-DD94-9C31CA6749C0}"/>
                  </a:ext>
                </a:extLst>
              </p:cNvPr>
              <p:cNvSpPr/>
              <p:nvPr/>
            </p:nvSpPr>
            <p:spPr>
              <a:xfrm>
                <a:off x="2913777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g3626">
                <a:extLst>
                  <a:ext uri="{FF2B5EF4-FFF2-40B4-BE49-F238E27FC236}">
                    <a16:creationId xmlns:a16="http://schemas.microsoft.com/office/drawing/2014/main" id="{13F781F3-BD1B-E949-B5F8-D11B4064D597}"/>
                  </a:ext>
                </a:extLst>
              </p:cNvPr>
              <p:cNvSpPr/>
              <p:nvPr/>
            </p:nvSpPr>
            <p:spPr>
              <a:xfrm>
                <a:off x="4508091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g3627">
                <a:extLst>
                  <a:ext uri="{FF2B5EF4-FFF2-40B4-BE49-F238E27FC236}">
                    <a16:creationId xmlns:a16="http://schemas.microsoft.com/office/drawing/2014/main" id="{D864C19B-91BA-3D50-E7A0-2982FE3720B8}"/>
                  </a:ext>
                </a:extLst>
              </p:cNvPr>
              <p:cNvSpPr/>
              <p:nvPr/>
            </p:nvSpPr>
            <p:spPr>
              <a:xfrm>
                <a:off x="4519728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g3628">
                <a:extLst>
                  <a:ext uri="{FF2B5EF4-FFF2-40B4-BE49-F238E27FC236}">
                    <a16:creationId xmlns:a16="http://schemas.microsoft.com/office/drawing/2014/main" id="{E8707385-A08D-337D-6F17-34BA21C95D0D}"/>
                  </a:ext>
                </a:extLst>
              </p:cNvPr>
              <p:cNvSpPr/>
              <p:nvPr/>
            </p:nvSpPr>
            <p:spPr>
              <a:xfrm>
                <a:off x="4531366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g3629">
                <a:extLst>
                  <a:ext uri="{FF2B5EF4-FFF2-40B4-BE49-F238E27FC236}">
                    <a16:creationId xmlns:a16="http://schemas.microsoft.com/office/drawing/2014/main" id="{9C575BDE-A447-3D50-D9A7-C99F0983F5F9}"/>
                  </a:ext>
                </a:extLst>
              </p:cNvPr>
              <p:cNvSpPr/>
              <p:nvPr/>
            </p:nvSpPr>
            <p:spPr>
              <a:xfrm>
                <a:off x="4543003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g3630">
                <a:extLst>
                  <a:ext uri="{FF2B5EF4-FFF2-40B4-BE49-F238E27FC236}">
                    <a16:creationId xmlns:a16="http://schemas.microsoft.com/office/drawing/2014/main" id="{AE314CEA-61CA-D504-0F3D-4A6E270E6A6A}"/>
                  </a:ext>
                </a:extLst>
              </p:cNvPr>
              <p:cNvSpPr/>
              <p:nvPr/>
            </p:nvSpPr>
            <p:spPr>
              <a:xfrm>
                <a:off x="4554640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g3631">
                <a:extLst>
                  <a:ext uri="{FF2B5EF4-FFF2-40B4-BE49-F238E27FC236}">
                    <a16:creationId xmlns:a16="http://schemas.microsoft.com/office/drawing/2014/main" id="{57112A46-2344-CCCB-91C6-5F48332FD04B}"/>
                  </a:ext>
                </a:extLst>
              </p:cNvPr>
              <p:cNvSpPr/>
              <p:nvPr/>
            </p:nvSpPr>
            <p:spPr>
              <a:xfrm>
                <a:off x="4694288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g3632">
                <a:extLst>
                  <a:ext uri="{FF2B5EF4-FFF2-40B4-BE49-F238E27FC236}">
                    <a16:creationId xmlns:a16="http://schemas.microsoft.com/office/drawing/2014/main" id="{E348034B-D2A7-58C9-9533-B03F5FCBD78F}"/>
                  </a:ext>
                </a:extLst>
              </p:cNvPr>
              <p:cNvSpPr/>
              <p:nvPr/>
            </p:nvSpPr>
            <p:spPr>
              <a:xfrm>
                <a:off x="4705925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g3633">
                <a:extLst>
                  <a:ext uri="{FF2B5EF4-FFF2-40B4-BE49-F238E27FC236}">
                    <a16:creationId xmlns:a16="http://schemas.microsoft.com/office/drawing/2014/main" id="{2707A76D-2C13-6B4F-43DF-6A72A1D9A1D8}"/>
                  </a:ext>
                </a:extLst>
              </p:cNvPr>
              <p:cNvSpPr/>
              <p:nvPr/>
            </p:nvSpPr>
            <p:spPr>
              <a:xfrm>
                <a:off x="4717563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g3634">
                <a:extLst>
                  <a:ext uri="{FF2B5EF4-FFF2-40B4-BE49-F238E27FC236}">
                    <a16:creationId xmlns:a16="http://schemas.microsoft.com/office/drawing/2014/main" id="{1088ACA7-782E-21CB-6A80-95D91E1826EA}"/>
                  </a:ext>
                </a:extLst>
              </p:cNvPr>
              <p:cNvSpPr/>
              <p:nvPr/>
            </p:nvSpPr>
            <p:spPr>
              <a:xfrm>
                <a:off x="4729200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g3635">
                <a:extLst>
                  <a:ext uri="{FF2B5EF4-FFF2-40B4-BE49-F238E27FC236}">
                    <a16:creationId xmlns:a16="http://schemas.microsoft.com/office/drawing/2014/main" id="{CC11ADCB-D18F-5FBB-61D1-07EC604712F8}"/>
                  </a:ext>
                </a:extLst>
              </p:cNvPr>
              <p:cNvSpPr/>
              <p:nvPr/>
            </p:nvSpPr>
            <p:spPr>
              <a:xfrm>
                <a:off x="2867227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g3636">
                <a:extLst>
                  <a:ext uri="{FF2B5EF4-FFF2-40B4-BE49-F238E27FC236}">
                    <a16:creationId xmlns:a16="http://schemas.microsoft.com/office/drawing/2014/main" id="{06AA795C-0C73-F7C2-53CD-7E7C4688D15E}"/>
                  </a:ext>
                </a:extLst>
              </p:cNvPr>
              <p:cNvSpPr/>
              <p:nvPr/>
            </p:nvSpPr>
            <p:spPr>
              <a:xfrm>
                <a:off x="2878865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g3637">
                <a:extLst>
                  <a:ext uri="{FF2B5EF4-FFF2-40B4-BE49-F238E27FC236}">
                    <a16:creationId xmlns:a16="http://schemas.microsoft.com/office/drawing/2014/main" id="{D7504927-3CB1-1257-329F-5800F0B6DF06}"/>
                  </a:ext>
                </a:extLst>
              </p:cNvPr>
              <p:cNvSpPr/>
              <p:nvPr/>
            </p:nvSpPr>
            <p:spPr>
              <a:xfrm>
                <a:off x="2890502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g3638">
                <a:extLst>
                  <a:ext uri="{FF2B5EF4-FFF2-40B4-BE49-F238E27FC236}">
                    <a16:creationId xmlns:a16="http://schemas.microsoft.com/office/drawing/2014/main" id="{31B3E11B-DCBF-1500-E098-1ED7B09FD16F}"/>
                  </a:ext>
                </a:extLst>
              </p:cNvPr>
              <p:cNvSpPr/>
              <p:nvPr/>
            </p:nvSpPr>
            <p:spPr>
              <a:xfrm>
                <a:off x="2902139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g3639">
                <a:extLst>
                  <a:ext uri="{FF2B5EF4-FFF2-40B4-BE49-F238E27FC236}">
                    <a16:creationId xmlns:a16="http://schemas.microsoft.com/office/drawing/2014/main" id="{55AD3966-69EC-B0E3-F033-086BCD9DF54B}"/>
                  </a:ext>
                </a:extLst>
              </p:cNvPr>
              <p:cNvSpPr/>
              <p:nvPr/>
            </p:nvSpPr>
            <p:spPr>
              <a:xfrm>
                <a:off x="2913777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g3640">
                <a:extLst>
                  <a:ext uri="{FF2B5EF4-FFF2-40B4-BE49-F238E27FC236}">
                    <a16:creationId xmlns:a16="http://schemas.microsoft.com/office/drawing/2014/main" id="{10396E07-135B-3A5D-399A-F6FC0BC3C596}"/>
                  </a:ext>
                </a:extLst>
              </p:cNvPr>
              <p:cNvSpPr/>
              <p:nvPr/>
            </p:nvSpPr>
            <p:spPr>
              <a:xfrm>
                <a:off x="2925414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g3641">
                <a:extLst>
                  <a:ext uri="{FF2B5EF4-FFF2-40B4-BE49-F238E27FC236}">
                    <a16:creationId xmlns:a16="http://schemas.microsoft.com/office/drawing/2014/main" id="{95105854-041B-009C-CC59-36BAF7784469}"/>
                  </a:ext>
                </a:extLst>
              </p:cNvPr>
              <p:cNvSpPr/>
              <p:nvPr/>
            </p:nvSpPr>
            <p:spPr>
              <a:xfrm>
                <a:off x="4508091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g3642">
                <a:extLst>
                  <a:ext uri="{FF2B5EF4-FFF2-40B4-BE49-F238E27FC236}">
                    <a16:creationId xmlns:a16="http://schemas.microsoft.com/office/drawing/2014/main" id="{915266D2-A9BA-141A-BCB1-3F7C9117BA15}"/>
                  </a:ext>
                </a:extLst>
              </p:cNvPr>
              <p:cNvSpPr/>
              <p:nvPr/>
            </p:nvSpPr>
            <p:spPr>
              <a:xfrm>
                <a:off x="4519728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g3643">
                <a:extLst>
                  <a:ext uri="{FF2B5EF4-FFF2-40B4-BE49-F238E27FC236}">
                    <a16:creationId xmlns:a16="http://schemas.microsoft.com/office/drawing/2014/main" id="{ACD5B755-A73F-904D-C11D-CEE50577898C}"/>
                  </a:ext>
                </a:extLst>
              </p:cNvPr>
              <p:cNvSpPr/>
              <p:nvPr/>
            </p:nvSpPr>
            <p:spPr>
              <a:xfrm>
                <a:off x="4531366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g3644">
                <a:extLst>
                  <a:ext uri="{FF2B5EF4-FFF2-40B4-BE49-F238E27FC236}">
                    <a16:creationId xmlns:a16="http://schemas.microsoft.com/office/drawing/2014/main" id="{339188C8-0EE9-09D3-035C-EE849D923A18}"/>
                  </a:ext>
                </a:extLst>
              </p:cNvPr>
              <p:cNvSpPr/>
              <p:nvPr/>
            </p:nvSpPr>
            <p:spPr>
              <a:xfrm>
                <a:off x="4543003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g3645">
                <a:extLst>
                  <a:ext uri="{FF2B5EF4-FFF2-40B4-BE49-F238E27FC236}">
                    <a16:creationId xmlns:a16="http://schemas.microsoft.com/office/drawing/2014/main" id="{4F4E85D9-07FF-3835-E9CC-7FBF1C7788D3}"/>
                  </a:ext>
                </a:extLst>
              </p:cNvPr>
              <p:cNvSpPr/>
              <p:nvPr/>
            </p:nvSpPr>
            <p:spPr>
              <a:xfrm>
                <a:off x="4554640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g3646">
                <a:extLst>
                  <a:ext uri="{FF2B5EF4-FFF2-40B4-BE49-F238E27FC236}">
                    <a16:creationId xmlns:a16="http://schemas.microsoft.com/office/drawing/2014/main" id="{8FF46F6F-70FF-50BA-4048-267FBCBA93D2}"/>
                  </a:ext>
                </a:extLst>
              </p:cNvPr>
              <p:cNvSpPr/>
              <p:nvPr/>
            </p:nvSpPr>
            <p:spPr>
              <a:xfrm>
                <a:off x="4694288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g3647">
                <a:extLst>
                  <a:ext uri="{FF2B5EF4-FFF2-40B4-BE49-F238E27FC236}">
                    <a16:creationId xmlns:a16="http://schemas.microsoft.com/office/drawing/2014/main" id="{18890C8B-5FE7-98B7-75C1-4E3C17818779}"/>
                  </a:ext>
                </a:extLst>
              </p:cNvPr>
              <p:cNvSpPr/>
              <p:nvPr/>
            </p:nvSpPr>
            <p:spPr>
              <a:xfrm>
                <a:off x="4705925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g3648">
                <a:extLst>
                  <a:ext uri="{FF2B5EF4-FFF2-40B4-BE49-F238E27FC236}">
                    <a16:creationId xmlns:a16="http://schemas.microsoft.com/office/drawing/2014/main" id="{75B62272-1BD1-FCEF-4D32-82678C89088A}"/>
                  </a:ext>
                </a:extLst>
              </p:cNvPr>
              <p:cNvSpPr/>
              <p:nvPr/>
            </p:nvSpPr>
            <p:spPr>
              <a:xfrm>
                <a:off x="4717563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g3649">
                <a:extLst>
                  <a:ext uri="{FF2B5EF4-FFF2-40B4-BE49-F238E27FC236}">
                    <a16:creationId xmlns:a16="http://schemas.microsoft.com/office/drawing/2014/main" id="{9D53DDB2-EC84-9C8E-5A44-D7B9046BAF6C}"/>
                  </a:ext>
                </a:extLst>
              </p:cNvPr>
              <p:cNvSpPr/>
              <p:nvPr/>
            </p:nvSpPr>
            <p:spPr>
              <a:xfrm>
                <a:off x="4729200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g3650">
                <a:extLst>
                  <a:ext uri="{FF2B5EF4-FFF2-40B4-BE49-F238E27FC236}">
                    <a16:creationId xmlns:a16="http://schemas.microsoft.com/office/drawing/2014/main" id="{F24FBDEF-40F3-1BAA-2587-0D29C1B89B6D}"/>
                  </a:ext>
                </a:extLst>
              </p:cNvPr>
              <p:cNvSpPr/>
              <p:nvPr/>
            </p:nvSpPr>
            <p:spPr>
              <a:xfrm>
                <a:off x="287886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g3651">
                <a:extLst>
                  <a:ext uri="{FF2B5EF4-FFF2-40B4-BE49-F238E27FC236}">
                    <a16:creationId xmlns:a16="http://schemas.microsoft.com/office/drawing/2014/main" id="{B28E013A-D25E-7379-64D5-BFFC3FC06DC9}"/>
                  </a:ext>
                </a:extLst>
              </p:cNvPr>
              <p:cNvSpPr/>
              <p:nvPr/>
            </p:nvSpPr>
            <p:spPr>
              <a:xfrm>
                <a:off x="2890502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g3652">
                <a:extLst>
                  <a:ext uri="{FF2B5EF4-FFF2-40B4-BE49-F238E27FC236}">
                    <a16:creationId xmlns:a16="http://schemas.microsoft.com/office/drawing/2014/main" id="{3BFD1FAE-9193-A16F-8B06-4D2DD8A9C5FE}"/>
                  </a:ext>
                </a:extLst>
              </p:cNvPr>
              <p:cNvSpPr/>
              <p:nvPr/>
            </p:nvSpPr>
            <p:spPr>
              <a:xfrm>
                <a:off x="2902139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g3653">
                <a:extLst>
                  <a:ext uri="{FF2B5EF4-FFF2-40B4-BE49-F238E27FC236}">
                    <a16:creationId xmlns:a16="http://schemas.microsoft.com/office/drawing/2014/main" id="{433667EA-3733-77F3-218B-39D066758047}"/>
                  </a:ext>
                </a:extLst>
              </p:cNvPr>
              <p:cNvSpPr/>
              <p:nvPr/>
            </p:nvSpPr>
            <p:spPr>
              <a:xfrm>
                <a:off x="2913777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g3654">
                <a:extLst>
                  <a:ext uri="{FF2B5EF4-FFF2-40B4-BE49-F238E27FC236}">
                    <a16:creationId xmlns:a16="http://schemas.microsoft.com/office/drawing/2014/main" id="{E0F7E56F-D352-A4D2-3C3E-B05D1A1A7634}"/>
                  </a:ext>
                </a:extLst>
              </p:cNvPr>
              <p:cNvSpPr/>
              <p:nvPr/>
            </p:nvSpPr>
            <p:spPr>
              <a:xfrm>
                <a:off x="2925414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g3655">
                <a:extLst>
                  <a:ext uri="{FF2B5EF4-FFF2-40B4-BE49-F238E27FC236}">
                    <a16:creationId xmlns:a16="http://schemas.microsoft.com/office/drawing/2014/main" id="{01F79C71-861E-0668-52A9-5E94D0ECB709}"/>
                  </a:ext>
                </a:extLst>
              </p:cNvPr>
              <p:cNvSpPr/>
              <p:nvPr/>
            </p:nvSpPr>
            <p:spPr>
              <a:xfrm>
                <a:off x="4508091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g3656">
                <a:extLst>
                  <a:ext uri="{FF2B5EF4-FFF2-40B4-BE49-F238E27FC236}">
                    <a16:creationId xmlns:a16="http://schemas.microsoft.com/office/drawing/2014/main" id="{5F200B55-FBE9-E3B0-85C0-27A592EC07DA}"/>
                  </a:ext>
                </a:extLst>
              </p:cNvPr>
              <p:cNvSpPr/>
              <p:nvPr/>
            </p:nvSpPr>
            <p:spPr>
              <a:xfrm>
                <a:off x="451972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g3657">
                <a:extLst>
                  <a:ext uri="{FF2B5EF4-FFF2-40B4-BE49-F238E27FC236}">
                    <a16:creationId xmlns:a16="http://schemas.microsoft.com/office/drawing/2014/main" id="{10A9D0E8-CEDC-2AD9-D44F-FD2D5F30E568}"/>
                  </a:ext>
                </a:extLst>
              </p:cNvPr>
              <p:cNvSpPr/>
              <p:nvPr/>
            </p:nvSpPr>
            <p:spPr>
              <a:xfrm>
                <a:off x="4531366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g3658">
                <a:extLst>
                  <a:ext uri="{FF2B5EF4-FFF2-40B4-BE49-F238E27FC236}">
                    <a16:creationId xmlns:a16="http://schemas.microsoft.com/office/drawing/2014/main" id="{C7A66D27-26AC-3834-E2D0-1A22EE4CE172}"/>
                  </a:ext>
                </a:extLst>
              </p:cNvPr>
              <p:cNvSpPr/>
              <p:nvPr/>
            </p:nvSpPr>
            <p:spPr>
              <a:xfrm>
                <a:off x="4543003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g3659">
                <a:extLst>
                  <a:ext uri="{FF2B5EF4-FFF2-40B4-BE49-F238E27FC236}">
                    <a16:creationId xmlns:a16="http://schemas.microsoft.com/office/drawing/2014/main" id="{DB8E43F2-FE9F-EB5D-965E-645B8165CE1B}"/>
                  </a:ext>
                </a:extLst>
              </p:cNvPr>
              <p:cNvSpPr/>
              <p:nvPr/>
            </p:nvSpPr>
            <p:spPr>
              <a:xfrm>
                <a:off x="4554640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g3660">
                <a:extLst>
                  <a:ext uri="{FF2B5EF4-FFF2-40B4-BE49-F238E27FC236}">
                    <a16:creationId xmlns:a16="http://schemas.microsoft.com/office/drawing/2014/main" id="{9969E721-B9FB-6EF9-9D20-4156E9268BFB}"/>
                  </a:ext>
                </a:extLst>
              </p:cNvPr>
              <p:cNvSpPr/>
              <p:nvPr/>
            </p:nvSpPr>
            <p:spPr>
              <a:xfrm>
                <a:off x="456627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g3661">
                <a:extLst>
                  <a:ext uri="{FF2B5EF4-FFF2-40B4-BE49-F238E27FC236}">
                    <a16:creationId xmlns:a16="http://schemas.microsoft.com/office/drawing/2014/main" id="{4199FEC8-48FE-1707-E04E-8BAB0AEB16FF}"/>
                  </a:ext>
                </a:extLst>
              </p:cNvPr>
              <p:cNvSpPr/>
              <p:nvPr/>
            </p:nvSpPr>
            <p:spPr>
              <a:xfrm>
                <a:off x="457791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g3662">
                <a:extLst>
                  <a:ext uri="{FF2B5EF4-FFF2-40B4-BE49-F238E27FC236}">
                    <a16:creationId xmlns:a16="http://schemas.microsoft.com/office/drawing/2014/main" id="{094EF75D-448A-E18D-4F8F-493D023CB61F}"/>
                  </a:ext>
                </a:extLst>
              </p:cNvPr>
              <p:cNvSpPr/>
              <p:nvPr/>
            </p:nvSpPr>
            <p:spPr>
              <a:xfrm>
                <a:off x="4589552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g3663">
                <a:extLst>
                  <a:ext uri="{FF2B5EF4-FFF2-40B4-BE49-F238E27FC236}">
                    <a16:creationId xmlns:a16="http://schemas.microsoft.com/office/drawing/2014/main" id="{4ACBC36D-15E6-BD21-62E3-4906BE85BD7D}"/>
                  </a:ext>
                </a:extLst>
              </p:cNvPr>
              <p:cNvSpPr/>
              <p:nvPr/>
            </p:nvSpPr>
            <p:spPr>
              <a:xfrm>
                <a:off x="469428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g3664">
                <a:extLst>
                  <a:ext uri="{FF2B5EF4-FFF2-40B4-BE49-F238E27FC236}">
                    <a16:creationId xmlns:a16="http://schemas.microsoft.com/office/drawing/2014/main" id="{4F2CCC63-BBFD-0EBD-4CF1-1CAA20013D51}"/>
                  </a:ext>
                </a:extLst>
              </p:cNvPr>
              <p:cNvSpPr/>
              <p:nvPr/>
            </p:nvSpPr>
            <p:spPr>
              <a:xfrm>
                <a:off x="470592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g3665">
                <a:extLst>
                  <a:ext uri="{FF2B5EF4-FFF2-40B4-BE49-F238E27FC236}">
                    <a16:creationId xmlns:a16="http://schemas.microsoft.com/office/drawing/2014/main" id="{0B982F31-A330-7350-EB4E-55D3D19D29E2}"/>
                  </a:ext>
                </a:extLst>
              </p:cNvPr>
              <p:cNvSpPr/>
              <p:nvPr/>
            </p:nvSpPr>
            <p:spPr>
              <a:xfrm>
                <a:off x="4717563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g3666">
                <a:extLst>
                  <a:ext uri="{FF2B5EF4-FFF2-40B4-BE49-F238E27FC236}">
                    <a16:creationId xmlns:a16="http://schemas.microsoft.com/office/drawing/2014/main" id="{F163BB2D-3ACC-03CA-13ED-FCC504A61FA6}"/>
                  </a:ext>
                </a:extLst>
              </p:cNvPr>
              <p:cNvSpPr/>
              <p:nvPr/>
            </p:nvSpPr>
            <p:spPr>
              <a:xfrm>
                <a:off x="4729200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g3667">
                <a:extLst>
                  <a:ext uri="{FF2B5EF4-FFF2-40B4-BE49-F238E27FC236}">
                    <a16:creationId xmlns:a16="http://schemas.microsoft.com/office/drawing/2014/main" id="{905F7EDE-0967-1D75-1B07-B682D6A377D1}"/>
                  </a:ext>
                </a:extLst>
              </p:cNvPr>
              <p:cNvSpPr/>
              <p:nvPr/>
            </p:nvSpPr>
            <p:spPr>
              <a:xfrm>
                <a:off x="2890502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g3668">
                <a:extLst>
                  <a:ext uri="{FF2B5EF4-FFF2-40B4-BE49-F238E27FC236}">
                    <a16:creationId xmlns:a16="http://schemas.microsoft.com/office/drawing/2014/main" id="{55E90530-9F09-D00B-D607-FACF19E0AAA4}"/>
                  </a:ext>
                </a:extLst>
              </p:cNvPr>
              <p:cNvSpPr/>
              <p:nvPr/>
            </p:nvSpPr>
            <p:spPr>
              <a:xfrm>
                <a:off x="2902139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g3669">
                <a:extLst>
                  <a:ext uri="{FF2B5EF4-FFF2-40B4-BE49-F238E27FC236}">
                    <a16:creationId xmlns:a16="http://schemas.microsoft.com/office/drawing/2014/main" id="{398C9943-E2BA-857C-C301-B0936FFF1E76}"/>
                  </a:ext>
                </a:extLst>
              </p:cNvPr>
              <p:cNvSpPr/>
              <p:nvPr/>
            </p:nvSpPr>
            <p:spPr>
              <a:xfrm>
                <a:off x="2913777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g3670">
                <a:extLst>
                  <a:ext uri="{FF2B5EF4-FFF2-40B4-BE49-F238E27FC236}">
                    <a16:creationId xmlns:a16="http://schemas.microsoft.com/office/drawing/2014/main" id="{6F759B6E-35C8-BB84-1FB4-BFAAB717A6C9}"/>
                  </a:ext>
                </a:extLst>
              </p:cNvPr>
              <p:cNvSpPr/>
              <p:nvPr/>
            </p:nvSpPr>
            <p:spPr>
              <a:xfrm>
                <a:off x="2925414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g3671">
                <a:extLst>
                  <a:ext uri="{FF2B5EF4-FFF2-40B4-BE49-F238E27FC236}">
                    <a16:creationId xmlns:a16="http://schemas.microsoft.com/office/drawing/2014/main" id="{8FB45DD2-0358-6135-6777-2BE89C6F97DA}"/>
                  </a:ext>
                </a:extLst>
              </p:cNvPr>
              <p:cNvSpPr/>
              <p:nvPr/>
            </p:nvSpPr>
            <p:spPr>
              <a:xfrm>
                <a:off x="451972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g3672">
                <a:extLst>
                  <a:ext uri="{FF2B5EF4-FFF2-40B4-BE49-F238E27FC236}">
                    <a16:creationId xmlns:a16="http://schemas.microsoft.com/office/drawing/2014/main" id="{80425C59-3890-8C5A-7D1F-C8E4D7186A9A}"/>
                  </a:ext>
                </a:extLst>
              </p:cNvPr>
              <p:cNvSpPr/>
              <p:nvPr/>
            </p:nvSpPr>
            <p:spPr>
              <a:xfrm>
                <a:off x="4531366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g3673">
                <a:extLst>
                  <a:ext uri="{FF2B5EF4-FFF2-40B4-BE49-F238E27FC236}">
                    <a16:creationId xmlns:a16="http://schemas.microsoft.com/office/drawing/2014/main" id="{D3743543-D685-159A-42E8-250F1F829640}"/>
                  </a:ext>
                </a:extLst>
              </p:cNvPr>
              <p:cNvSpPr/>
              <p:nvPr/>
            </p:nvSpPr>
            <p:spPr>
              <a:xfrm>
                <a:off x="4543003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g3674">
                <a:extLst>
                  <a:ext uri="{FF2B5EF4-FFF2-40B4-BE49-F238E27FC236}">
                    <a16:creationId xmlns:a16="http://schemas.microsoft.com/office/drawing/2014/main" id="{1C5CADE3-AFEC-1B3A-52FB-E7CDBDAD7A17}"/>
                  </a:ext>
                </a:extLst>
              </p:cNvPr>
              <p:cNvSpPr/>
              <p:nvPr/>
            </p:nvSpPr>
            <p:spPr>
              <a:xfrm>
                <a:off x="455464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g3675">
                <a:extLst>
                  <a:ext uri="{FF2B5EF4-FFF2-40B4-BE49-F238E27FC236}">
                    <a16:creationId xmlns:a16="http://schemas.microsoft.com/office/drawing/2014/main" id="{D35A6D3A-8801-D8C7-3578-152EAE53AA00}"/>
                  </a:ext>
                </a:extLst>
              </p:cNvPr>
              <p:cNvSpPr/>
              <p:nvPr/>
            </p:nvSpPr>
            <p:spPr>
              <a:xfrm>
                <a:off x="456627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g3676">
                <a:extLst>
                  <a:ext uri="{FF2B5EF4-FFF2-40B4-BE49-F238E27FC236}">
                    <a16:creationId xmlns:a16="http://schemas.microsoft.com/office/drawing/2014/main" id="{B5237D82-D2F1-A451-04BA-D1F6EB1684F5}"/>
                  </a:ext>
                </a:extLst>
              </p:cNvPr>
              <p:cNvSpPr/>
              <p:nvPr/>
            </p:nvSpPr>
            <p:spPr>
              <a:xfrm>
                <a:off x="4577915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g3677">
                <a:extLst>
                  <a:ext uri="{FF2B5EF4-FFF2-40B4-BE49-F238E27FC236}">
                    <a16:creationId xmlns:a16="http://schemas.microsoft.com/office/drawing/2014/main" id="{7C37BE61-CF2A-FF5C-5EB4-FF1518D7BEA0}"/>
                  </a:ext>
                </a:extLst>
              </p:cNvPr>
              <p:cNvSpPr/>
              <p:nvPr/>
            </p:nvSpPr>
            <p:spPr>
              <a:xfrm>
                <a:off x="4589552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g3678">
                <a:extLst>
                  <a:ext uri="{FF2B5EF4-FFF2-40B4-BE49-F238E27FC236}">
                    <a16:creationId xmlns:a16="http://schemas.microsoft.com/office/drawing/2014/main" id="{32E43615-AE15-E9C7-3C0C-9BFC9E9BB1AF}"/>
                  </a:ext>
                </a:extLst>
              </p:cNvPr>
              <p:cNvSpPr/>
              <p:nvPr/>
            </p:nvSpPr>
            <p:spPr>
              <a:xfrm>
                <a:off x="460119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g3679">
                <a:extLst>
                  <a:ext uri="{FF2B5EF4-FFF2-40B4-BE49-F238E27FC236}">
                    <a16:creationId xmlns:a16="http://schemas.microsoft.com/office/drawing/2014/main" id="{1A69C652-0D70-B4EE-4366-9113AFE8896B}"/>
                  </a:ext>
                </a:extLst>
              </p:cNvPr>
              <p:cNvSpPr/>
              <p:nvPr/>
            </p:nvSpPr>
            <p:spPr>
              <a:xfrm>
                <a:off x="4682651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g3680">
                <a:extLst>
                  <a:ext uri="{FF2B5EF4-FFF2-40B4-BE49-F238E27FC236}">
                    <a16:creationId xmlns:a16="http://schemas.microsoft.com/office/drawing/2014/main" id="{F3C2E0E7-DCF5-F6EB-C2FC-4CF3277C116E}"/>
                  </a:ext>
                </a:extLst>
              </p:cNvPr>
              <p:cNvSpPr/>
              <p:nvPr/>
            </p:nvSpPr>
            <p:spPr>
              <a:xfrm>
                <a:off x="469428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g3681">
                <a:extLst>
                  <a:ext uri="{FF2B5EF4-FFF2-40B4-BE49-F238E27FC236}">
                    <a16:creationId xmlns:a16="http://schemas.microsoft.com/office/drawing/2014/main" id="{492FC155-DEA2-90B6-EB02-F6646278CDBC}"/>
                  </a:ext>
                </a:extLst>
              </p:cNvPr>
              <p:cNvSpPr/>
              <p:nvPr/>
            </p:nvSpPr>
            <p:spPr>
              <a:xfrm>
                <a:off x="4705925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g3682">
                <a:extLst>
                  <a:ext uri="{FF2B5EF4-FFF2-40B4-BE49-F238E27FC236}">
                    <a16:creationId xmlns:a16="http://schemas.microsoft.com/office/drawing/2014/main" id="{0D784B95-2CCE-CCBB-03B5-A8B4BEF5A596}"/>
                  </a:ext>
                </a:extLst>
              </p:cNvPr>
              <p:cNvSpPr/>
              <p:nvPr/>
            </p:nvSpPr>
            <p:spPr>
              <a:xfrm>
                <a:off x="4717563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g3683">
                <a:extLst>
                  <a:ext uri="{FF2B5EF4-FFF2-40B4-BE49-F238E27FC236}">
                    <a16:creationId xmlns:a16="http://schemas.microsoft.com/office/drawing/2014/main" id="{6376BDA4-1D25-EBA7-8C6B-88674C5A1D92}"/>
                  </a:ext>
                </a:extLst>
              </p:cNvPr>
              <p:cNvSpPr/>
              <p:nvPr/>
            </p:nvSpPr>
            <p:spPr>
              <a:xfrm>
                <a:off x="472920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g3684">
                <a:extLst>
                  <a:ext uri="{FF2B5EF4-FFF2-40B4-BE49-F238E27FC236}">
                    <a16:creationId xmlns:a16="http://schemas.microsoft.com/office/drawing/2014/main" id="{B14DEF28-01B5-B282-E7F6-8306B0C06BC4}"/>
                  </a:ext>
                </a:extLst>
              </p:cNvPr>
              <p:cNvSpPr/>
              <p:nvPr/>
            </p:nvSpPr>
            <p:spPr>
              <a:xfrm>
                <a:off x="2890502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g3685">
                <a:extLst>
                  <a:ext uri="{FF2B5EF4-FFF2-40B4-BE49-F238E27FC236}">
                    <a16:creationId xmlns:a16="http://schemas.microsoft.com/office/drawing/2014/main" id="{B1F9414A-967C-8FC0-67F5-808FF343623E}"/>
                  </a:ext>
                </a:extLst>
              </p:cNvPr>
              <p:cNvSpPr/>
              <p:nvPr/>
            </p:nvSpPr>
            <p:spPr>
              <a:xfrm>
                <a:off x="2902139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g3686">
                <a:extLst>
                  <a:ext uri="{FF2B5EF4-FFF2-40B4-BE49-F238E27FC236}">
                    <a16:creationId xmlns:a16="http://schemas.microsoft.com/office/drawing/2014/main" id="{07975CA8-3919-2077-B77E-4AAA545427A9}"/>
                  </a:ext>
                </a:extLst>
              </p:cNvPr>
              <p:cNvSpPr/>
              <p:nvPr/>
            </p:nvSpPr>
            <p:spPr>
              <a:xfrm>
                <a:off x="2913777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g3687">
                <a:extLst>
                  <a:ext uri="{FF2B5EF4-FFF2-40B4-BE49-F238E27FC236}">
                    <a16:creationId xmlns:a16="http://schemas.microsoft.com/office/drawing/2014/main" id="{5BCB7A39-56DD-A108-C15E-AE5A5C90B376}"/>
                  </a:ext>
                </a:extLst>
              </p:cNvPr>
              <p:cNvSpPr/>
              <p:nvPr/>
            </p:nvSpPr>
            <p:spPr>
              <a:xfrm>
                <a:off x="2925414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g3688">
                <a:extLst>
                  <a:ext uri="{FF2B5EF4-FFF2-40B4-BE49-F238E27FC236}">
                    <a16:creationId xmlns:a16="http://schemas.microsoft.com/office/drawing/2014/main" id="{4C827135-932B-53CB-3FC9-EB73924B5BBD}"/>
                  </a:ext>
                </a:extLst>
              </p:cNvPr>
              <p:cNvSpPr/>
              <p:nvPr/>
            </p:nvSpPr>
            <p:spPr>
              <a:xfrm>
                <a:off x="4531366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g3689">
                <a:extLst>
                  <a:ext uri="{FF2B5EF4-FFF2-40B4-BE49-F238E27FC236}">
                    <a16:creationId xmlns:a16="http://schemas.microsoft.com/office/drawing/2014/main" id="{DD27363B-3C1E-9F9E-0107-1B1093A9BA7A}"/>
                  </a:ext>
                </a:extLst>
              </p:cNvPr>
              <p:cNvSpPr/>
              <p:nvPr/>
            </p:nvSpPr>
            <p:spPr>
              <a:xfrm>
                <a:off x="4543003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g3690">
                <a:extLst>
                  <a:ext uri="{FF2B5EF4-FFF2-40B4-BE49-F238E27FC236}">
                    <a16:creationId xmlns:a16="http://schemas.microsoft.com/office/drawing/2014/main" id="{A3628258-BBC2-FFBE-45C4-4D2B5DFA3586}"/>
                  </a:ext>
                </a:extLst>
              </p:cNvPr>
              <p:cNvSpPr/>
              <p:nvPr/>
            </p:nvSpPr>
            <p:spPr>
              <a:xfrm>
                <a:off x="455464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6">
                  <a:alpha val="100000"/>
                </a:srgbClr>
              </a:solidFill>
              <a:ln w="5420" cap="flat">
                <a:solidFill>
                  <a:srgbClr val="3A58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g3691">
                <a:extLst>
                  <a:ext uri="{FF2B5EF4-FFF2-40B4-BE49-F238E27FC236}">
                    <a16:creationId xmlns:a16="http://schemas.microsoft.com/office/drawing/2014/main" id="{A486BDFA-34F2-E9EF-ACA0-F7ADB93A807A}"/>
                  </a:ext>
                </a:extLst>
              </p:cNvPr>
              <p:cNvSpPr/>
              <p:nvPr/>
            </p:nvSpPr>
            <p:spPr>
              <a:xfrm>
                <a:off x="4566278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g3692">
                <a:extLst>
                  <a:ext uri="{FF2B5EF4-FFF2-40B4-BE49-F238E27FC236}">
                    <a16:creationId xmlns:a16="http://schemas.microsoft.com/office/drawing/2014/main" id="{481A65FC-1D23-D31A-EB07-4F622CC044BE}"/>
                  </a:ext>
                </a:extLst>
              </p:cNvPr>
              <p:cNvSpPr/>
              <p:nvPr/>
            </p:nvSpPr>
            <p:spPr>
              <a:xfrm>
                <a:off x="4577915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g3693">
                <a:extLst>
                  <a:ext uri="{FF2B5EF4-FFF2-40B4-BE49-F238E27FC236}">
                    <a16:creationId xmlns:a16="http://schemas.microsoft.com/office/drawing/2014/main" id="{4B4AD7B2-F9E4-D009-5708-4A8793C172D8}"/>
                  </a:ext>
                </a:extLst>
              </p:cNvPr>
              <p:cNvSpPr/>
              <p:nvPr/>
            </p:nvSpPr>
            <p:spPr>
              <a:xfrm>
                <a:off x="4589552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g3694">
                <a:extLst>
                  <a:ext uri="{FF2B5EF4-FFF2-40B4-BE49-F238E27FC236}">
                    <a16:creationId xmlns:a16="http://schemas.microsoft.com/office/drawing/2014/main" id="{9EB68144-157F-DC5A-F3F4-D335DFDEAA0F}"/>
                  </a:ext>
                </a:extLst>
              </p:cNvPr>
              <p:cNvSpPr/>
              <p:nvPr/>
            </p:nvSpPr>
            <p:spPr>
              <a:xfrm>
                <a:off x="460119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g3695">
                <a:extLst>
                  <a:ext uri="{FF2B5EF4-FFF2-40B4-BE49-F238E27FC236}">
                    <a16:creationId xmlns:a16="http://schemas.microsoft.com/office/drawing/2014/main" id="{E1E76C91-CB68-CE0E-BA9F-3963B76B3C81}"/>
                  </a:ext>
                </a:extLst>
              </p:cNvPr>
              <p:cNvSpPr/>
              <p:nvPr/>
            </p:nvSpPr>
            <p:spPr>
              <a:xfrm>
                <a:off x="4682651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g3696">
                <a:extLst>
                  <a:ext uri="{FF2B5EF4-FFF2-40B4-BE49-F238E27FC236}">
                    <a16:creationId xmlns:a16="http://schemas.microsoft.com/office/drawing/2014/main" id="{0826D40A-27F1-9136-23F4-E3137219B04B}"/>
                  </a:ext>
                </a:extLst>
              </p:cNvPr>
              <p:cNvSpPr/>
              <p:nvPr/>
            </p:nvSpPr>
            <p:spPr>
              <a:xfrm>
                <a:off x="4694288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g3697">
                <a:extLst>
                  <a:ext uri="{FF2B5EF4-FFF2-40B4-BE49-F238E27FC236}">
                    <a16:creationId xmlns:a16="http://schemas.microsoft.com/office/drawing/2014/main" id="{C9735F91-89D5-E712-7A5F-1D7834A99E20}"/>
                  </a:ext>
                </a:extLst>
              </p:cNvPr>
              <p:cNvSpPr/>
              <p:nvPr/>
            </p:nvSpPr>
            <p:spPr>
              <a:xfrm>
                <a:off x="4705925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g3698">
                <a:extLst>
                  <a:ext uri="{FF2B5EF4-FFF2-40B4-BE49-F238E27FC236}">
                    <a16:creationId xmlns:a16="http://schemas.microsoft.com/office/drawing/2014/main" id="{02A4C5A4-E133-A9E4-4F2B-05EF78AD6758}"/>
                  </a:ext>
                </a:extLst>
              </p:cNvPr>
              <p:cNvSpPr/>
              <p:nvPr/>
            </p:nvSpPr>
            <p:spPr>
              <a:xfrm>
                <a:off x="4717563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g3699">
                <a:extLst>
                  <a:ext uri="{FF2B5EF4-FFF2-40B4-BE49-F238E27FC236}">
                    <a16:creationId xmlns:a16="http://schemas.microsoft.com/office/drawing/2014/main" id="{2FF5E20E-3BAB-97B5-CAD6-E656C7198245}"/>
                  </a:ext>
                </a:extLst>
              </p:cNvPr>
              <p:cNvSpPr/>
              <p:nvPr/>
            </p:nvSpPr>
            <p:spPr>
              <a:xfrm>
                <a:off x="472920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g3700">
                <a:extLst>
                  <a:ext uri="{FF2B5EF4-FFF2-40B4-BE49-F238E27FC236}">
                    <a16:creationId xmlns:a16="http://schemas.microsoft.com/office/drawing/2014/main" id="{2A739F0A-0558-DA27-0AFC-3F4D2F837E44}"/>
                  </a:ext>
                </a:extLst>
              </p:cNvPr>
              <p:cNvSpPr/>
              <p:nvPr/>
            </p:nvSpPr>
            <p:spPr>
              <a:xfrm>
                <a:off x="287886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g3701">
                <a:extLst>
                  <a:ext uri="{FF2B5EF4-FFF2-40B4-BE49-F238E27FC236}">
                    <a16:creationId xmlns:a16="http://schemas.microsoft.com/office/drawing/2014/main" id="{B0A51E08-0BC6-4E79-E61C-1B4CA002F2D0}"/>
                  </a:ext>
                </a:extLst>
              </p:cNvPr>
              <p:cNvSpPr/>
              <p:nvPr/>
            </p:nvSpPr>
            <p:spPr>
              <a:xfrm>
                <a:off x="2890502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g3702">
                <a:extLst>
                  <a:ext uri="{FF2B5EF4-FFF2-40B4-BE49-F238E27FC236}">
                    <a16:creationId xmlns:a16="http://schemas.microsoft.com/office/drawing/2014/main" id="{CF4F2555-EEFD-DA65-6502-73922092CD30}"/>
                  </a:ext>
                </a:extLst>
              </p:cNvPr>
              <p:cNvSpPr/>
              <p:nvPr/>
            </p:nvSpPr>
            <p:spPr>
              <a:xfrm>
                <a:off x="2902139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g3703">
                <a:extLst>
                  <a:ext uri="{FF2B5EF4-FFF2-40B4-BE49-F238E27FC236}">
                    <a16:creationId xmlns:a16="http://schemas.microsoft.com/office/drawing/2014/main" id="{A62FAA00-9CAC-637A-6328-6A18047D4AEC}"/>
                  </a:ext>
                </a:extLst>
              </p:cNvPr>
              <p:cNvSpPr/>
              <p:nvPr/>
            </p:nvSpPr>
            <p:spPr>
              <a:xfrm>
                <a:off x="2913777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g3704">
                <a:extLst>
                  <a:ext uri="{FF2B5EF4-FFF2-40B4-BE49-F238E27FC236}">
                    <a16:creationId xmlns:a16="http://schemas.microsoft.com/office/drawing/2014/main" id="{0A79EF21-0399-53EA-A23F-90827419C450}"/>
                  </a:ext>
                </a:extLst>
              </p:cNvPr>
              <p:cNvSpPr/>
              <p:nvPr/>
            </p:nvSpPr>
            <p:spPr>
              <a:xfrm>
                <a:off x="2925414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g3705">
                <a:extLst>
                  <a:ext uri="{FF2B5EF4-FFF2-40B4-BE49-F238E27FC236}">
                    <a16:creationId xmlns:a16="http://schemas.microsoft.com/office/drawing/2014/main" id="{91F4779A-B02B-9129-7866-FBF57EAFBC33}"/>
                  </a:ext>
                </a:extLst>
              </p:cNvPr>
              <p:cNvSpPr/>
              <p:nvPr/>
            </p:nvSpPr>
            <p:spPr>
              <a:xfrm>
                <a:off x="454300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g3706">
                <a:extLst>
                  <a:ext uri="{FF2B5EF4-FFF2-40B4-BE49-F238E27FC236}">
                    <a16:creationId xmlns:a16="http://schemas.microsoft.com/office/drawing/2014/main" id="{562080E7-0386-2B79-9F5F-7D226075CCB5}"/>
                  </a:ext>
                </a:extLst>
              </p:cNvPr>
              <p:cNvSpPr/>
              <p:nvPr/>
            </p:nvSpPr>
            <p:spPr>
              <a:xfrm>
                <a:off x="455464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g3707">
                <a:extLst>
                  <a:ext uri="{FF2B5EF4-FFF2-40B4-BE49-F238E27FC236}">
                    <a16:creationId xmlns:a16="http://schemas.microsoft.com/office/drawing/2014/main" id="{0AB1EF72-4902-4D0D-A244-4838071A0F1C}"/>
                  </a:ext>
                </a:extLst>
              </p:cNvPr>
              <p:cNvSpPr/>
              <p:nvPr/>
            </p:nvSpPr>
            <p:spPr>
              <a:xfrm>
                <a:off x="4566278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g3708">
                <a:extLst>
                  <a:ext uri="{FF2B5EF4-FFF2-40B4-BE49-F238E27FC236}">
                    <a16:creationId xmlns:a16="http://schemas.microsoft.com/office/drawing/2014/main" id="{CC7C61E6-2BD2-2C78-5B50-E7CF351E81B0}"/>
                  </a:ext>
                </a:extLst>
              </p:cNvPr>
              <p:cNvSpPr/>
              <p:nvPr/>
            </p:nvSpPr>
            <p:spPr>
              <a:xfrm>
                <a:off x="457791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g3709">
                <a:extLst>
                  <a:ext uri="{FF2B5EF4-FFF2-40B4-BE49-F238E27FC236}">
                    <a16:creationId xmlns:a16="http://schemas.microsoft.com/office/drawing/2014/main" id="{138536D4-9746-9503-B920-49E4CBD330C4}"/>
                  </a:ext>
                </a:extLst>
              </p:cNvPr>
              <p:cNvSpPr/>
              <p:nvPr/>
            </p:nvSpPr>
            <p:spPr>
              <a:xfrm>
                <a:off x="4589552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g3710">
                <a:extLst>
                  <a:ext uri="{FF2B5EF4-FFF2-40B4-BE49-F238E27FC236}">
                    <a16:creationId xmlns:a16="http://schemas.microsoft.com/office/drawing/2014/main" id="{25EDCC62-90D3-FB6D-F0C5-0307F31D7D81}"/>
                  </a:ext>
                </a:extLst>
              </p:cNvPr>
              <p:cNvSpPr/>
              <p:nvPr/>
            </p:nvSpPr>
            <p:spPr>
              <a:xfrm>
                <a:off x="460119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6">
                  <a:alpha val="100000"/>
                </a:srgbClr>
              </a:solidFill>
              <a:ln w="5420" cap="flat">
                <a:solidFill>
                  <a:srgbClr val="3A58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g3711">
                <a:extLst>
                  <a:ext uri="{FF2B5EF4-FFF2-40B4-BE49-F238E27FC236}">
                    <a16:creationId xmlns:a16="http://schemas.microsoft.com/office/drawing/2014/main" id="{E2DF053A-E30D-B07D-4097-1DA9064E5F2E}"/>
                  </a:ext>
                </a:extLst>
              </p:cNvPr>
              <p:cNvSpPr/>
              <p:nvPr/>
            </p:nvSpPr>
            <p:spPr>
              <a:xfrm>
                <a:off x="4612827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g3712">
                <a:extLst>
                  <a:ext uri="{FF2B5EF4-FFF2-40B4-BE49-F238E27FC236}">
                    <a16:creationId xmlns:a16="http://schemas.microsoft.com/office/drawing/2014/main" id="{D0D1B3E7-D2F1-91C5-7B6A-61689B0C3B62}"/>
                  </a:ext>
                </a:extLst>
              </p:cNvPr>
              <p:cNvSpPr/>
              <p:nvPr/>
            </p:nvSpPr>
            <p:spPr>
              <a:xfrm>
                <a:off x="467101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g3713">
                <a:extLst>
                  <a:ext uri="{FF2B5EF4-FFF2-40B4-BE49-F238E27FC236}">
                    <a16:creationId xmlns:a16="http://schemas.microsoft.com/office/drawing/2014/main" id="{04F741AC-F166-5482-2D47-1EDA30A128F4}"/>
                  </a:ext>
                </a:extLst>
              </p:cNvPr>
              <p:cNvSpPr/>
              <p:nvPr/>
            </p:nvSpPr>
            <p:spPr>
              <a:xfrm>
                <a:off x="4682651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g3714">
                <a:extLst>
                  <a:ext uri="{FF2B5EF4-FFF2-40B4-BE49-F238E27FC236}">
                    <a16:creationId xmlns:a16="http://schemas.microsoft.com/office/drawing/2014/main" id="{08CFC449-6235-194F-4C72-CFFB28C03E2B}"/>
                  </a:ext>
                </a:extLst>
              </p:cNvPr>
              <p:cNvSpPr/>
              <p:nvPr/>
            </p:nvSpPr>
            <p:spPr>
              <a:xfrm>
                <a:off x="4694288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g3715">
                <a:extLst>
                  <a:ext uri="{FF2B5EF4-FFF2-40B4-BE49-F238E27FC236}">
                    <a16:creationId xmlns:a16="http://schemas.microsoft.com/office/drawing/2014/main" id="{0A51486E-3986-A8DC-0C33-9EE97EEEF8CE}"/>
                  </a:ext>
                </a:extLst>
              </p:cNvPr>
              <p:cNvSpPr/>
              <p:nvPr/>
            </p:nvSpPr>
            <p:spPr>
              <a:xfrm>
                <a:off x="470592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g3716">
                <a:extLst>
                  <a:ext uri="{FF2B5EF4-FFF2-40B4-BE49-F238E27FC236}">
                    <a16:creationId xmlns:a16="http://schemas.microsoft.com/office/drawing/2014/main" id="{F78006E8-45F0-7FB9-684C-829CCF401DA3}"/>
                  </a:ext>
                </a:extLst>
              </p:cNvPr>
              <p:cNvSpPr/>
              <p:nvPr/>
            </p:nvSpPr>
            <p:spPr>
              <a:xfrm>
                <a:off x="471756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g3717">
                <a:extLst>
                  <a:ext uri="{FF2B5EF4-FFF2-40B4-BE49-F238E27FC236}">
                    <a16:creationId xmlns:a16="http://schemas.microsoft.com/office/drawing/2014/main" id="{999436C2-9A42-C361-F4AF-C9059EC924F5}"/>
                  </a:ext>
                </a:extLst>
              </p:cNvPr>
              <p:cNvSpPr/>
              <p:nvPr/>
            </p:nvSpPr>
            <p:spPr>
              <a:xfrm>
                <a:off x="472920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g3718">
                <a:extLst>
                  <a:ext uri="{FF2B5EF4-FFF2-40B4-BE49-F238E27FC236}">
                    <a16:creationId xmlns:a16="http://schemas.microsoft.com/office/drawing/2014/main" id="{38FD2D86-3555-67A8-8952-36254D14BC09}"/>
                  </a:ext>
                </a:extLst>
              </p:cNvPr>
              <p:cNvSpPr/>
              <p:nvPr/>
            </p:nvSpPr>
            <p:spPr>
              <a:xfrm>
                <a:off x="287886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g3719">
                <a:extLst>
                  <a:ext uri="{FF2B5EF4-FFF2-40B4-BE49-F238E27FC236}">
                    <a16:creationId xmlns:a16="http://schemas.microsoft.com/office/drawing/2014/main" id="{AF36BB78-6F3F-27EC-1479-B06DA7741BB5}"/>
                  </a:ext>
                </a:extLst>
              </p:cNvPr>
              <p:cNvSpPr/>
              <p:nvPr/>
            </p:nvSpPr>
            <p:spPr>
              <a:xfrm>
                <a:off x="2890502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g3720">
                <a:extLst>
                  <a:ext uri="{FF2B5EF4-FFF2-40B4-BE49-F238E27FC236}">
                    <a16:creationId xmlns:a16="http://schemas.microsoft.com/office/drawing/2014/main" id="{F649D84B-B3A9-B4FD-81C0-1D78D0A671CF}"/>
                  </a:ext>
                </a:extLst>
              </p:cNvPr>
              <p:cNvSpPr/>
              <p:nvPr/>
            </p:nvSpPr>
            <p:spPr>
              <a:xfrm>
                <a:off x="2902139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g3721">
                <a:extLst>
                  <a:ext uri="{FF2B5EF4-FFF2-40B4-BE49-F238E27FC236}">
                    <a16:creationId xmlns:a16="http://schemas.microsoft.com/office/drawing/2014/main" id="{A615996C-A2A5-ABDF-7D0D-92B165940D23}"/>
                  </a:ext>
                </a:extLst>
              </p:cNvPr>
              <p:cNvSpPr/>
              <p:nvPr/>
            </p:nvSpPr>
            <p:spPr>
              <a:xfrm>
                <a:off x="2913777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g3722">
                <a:extLst>
                  <a:ext uri="{FF2B5EF4-FFF2-40B4-BE49-F238E27FC236}">
                    <a16:creationId xmlns:a16="http://schemas.microsoft.com/office/drawing/2014/main" id="{B5676745-C27E-8225-D859-6A87824C350B}"/>
                  </a:ext>
                </a:extLst>
              </p:cNvPr>
              <p:cNvSpPr/>
              <p:nvPr/>
            </p:nvSpPr>
            <p:spPr>
              <a:xfrm>
                <a:off x="2925414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g3723">
                <a:extLst>
                  <a:ext uri="{FF2B5EF4-FFF2-40B4-BE49-F238E27FC236}">
                    <a16:creationId xmlns:a16="http://schemas.microsoft.com/office/drawing/2014/main" id="{64BEFB65-6103-211B-E797-94478B1C0289}"/>
                  </a:ext>
                </a:extLst>
              </p:cNvPr>
              <p:cNvSpPr/>
              <p:nvPr/>
            </p:nvSpPr>
            <p:spPr>
              <a:xfrm>
                <a:off x="4566278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g3724">
                <a:extLst>
                  <a:ext uri="{FF2B5EF4-FFF2-40B4-BE49-F238E27FC236}">
                    <a16:creationId xmlns:a16="http://schemas.microsoft.com/office/drawing/2014/main" id="{A54C9667-DED8-834E-3231-E35276C27932}"/>
                  </a:ext>
                </a:extLst>
              </p:cNvPr>
              <p:cNvSpPr/>
              <p:nvPr/>
            </p:nvSpPr>
            <p:spPr>
              <a:xfrm>
                <a:off x="457791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g3725">
                <a:extLst>
                  <a:ext uri="{FF2B5EF4-FFF2-40B4-BE49-F238E27FC236}">
                    <a16:creationId xmlns:a16="http://schemas.microsoft.com/office/drawing/2014/main" id="{5785719F-71FE-21CB-B674-28BB73355986}"/>
                  </a:ext>
                </a:extLst>
              </p:cNvPr>
              <p:cNvSpPr/>
              <p:nvPr/>
            </p:nvSpPr>
            <p:spPr>
              <a:xfrm>
                <a:off x="4589552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g3726">
                <a:extLst>
                  <a:ext uri="{FF2B5EF4-FFF2-40B4-BE49-F238E27FC236}">
                    <a16:creationId xmlns:a16="http://schemas.microsoft.com/office/drawing/2014/main" id="{826955B0-AFD6-BCB1-EB74-AF0194BFB91A}"/>
                  </a:ext>
                </a:extLst>
              </p:cNvPr>
              <p:cNvSpPr/>
              <p:nvPr/>
            </p:nvSpPr>
            <p:spPr>
              <a:xfrm>
                <a:off x="4601190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g3727">
                <a:extLst>
                  <a:ext uri="{FF2B5EF4-FFF2-40B4-BE49-F238E27FC236}">
                    <a16:creationId xmlns:a16="http://schemas.microsoft.com/office/drawing/2014/main" id="{231F9D5D-9A8C-4744-8635-F7D43E078011}"/>
                  </a:ext>
                </a:extLst>
              </p:cNvPr>
              <p:cNvSpPr/>
              <p:nvPr/>
            </p:nvSpPr>
            <p:spPr>
              <a:xfrm>
                <a:off x="4612827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g3728">
                <a:extLst>
                  <a:ext uri="{FF2B5EF4-FFF2-40B4-BE49-F238E27FC236}">
                    <a16:creationId xmlns:a16="http://schemas.microsoft.com/office/drawing/2014/main" id="{426045BC-1195-84C4-DD0D-66B6D2393421}"/>
                  </a:ext>
                </a:extLst>
              </p:cNvPr>
              <p:cNvSpPr/>
              <p:nvPr/>
            </p:nvSpPr>
            <p:spPr>
              <a:xfrm>
                <a:off x="4671013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g3729">
                <a:extLst>
                  <a:ext uri="{FF2B5EF4-FFF2-40B4-BE49-F238E27FC236}">
                    <a16:creationId xmlns:a16="http://schemas.microsoft.com/office/drawing/2014/main" id="{69DAB75B-27E3-0E4F-AD4F-2FE065DF59E7}"/>
                  </a:ext>
                </a:extLst>
              </p:cNvPr>
              <p:cNvSpPr/>
              <p:nvPr/>
            </p:nvSpPr>
            <p:spPr>
              <a:xfrm>
                <a:off x="4682651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g3730">
                <a:extLst>
                  <a:ext uri="{FF2B5EF4-FFF2-40B4-BE49-F238E27FC236}">
                    <a16:creationId xmlns:a16="http://schemas.microsoft.com/office/drawing/2014/main" id="{B298604F-C4F5-F819-3552-D38054097914}"/>
                  </a:ext>
                </a:extLst>
              </p:cNvPr>
              <p:cNvSpPr/>
              <p:nvPr/>
            </p:nvSpPr>
            <p:spPr>
              <a:xfrm>
                <a:off x="4694288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g3731">
                <a:extLst>
                  <a:ext uri="{FF2B5EF4-FFF2-40B4-BE49-F238E27FC236}">
                    <a16:creationId xmlns:a16="http://schemas.microsoft.com/office/drawing/2014/main" id="{6A8F229B-7C65-10B8-65DF-E0EAEEF1DE71}"/>
                  </a:ext>
                </a:extLst>
              </p:cNvPr>
              <p:cNvSpPr/>
              <p:nvPr/>
            </p:nvSpPr>
            <p:spPr>
              <a:xfrm>
                <a:off x="470592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g3732">
                <a:extLst>
                  <a:ext uri="{FF2B5EF4-FFF2-40B4-BE49-F238E27FC236}">
                    <a16:creationId xmlns:a16="http://schemas.microsoft.com/office/drawing/2014/main" id="{BE93EC16-743D-A504-C021-446921ADB746}"/>
                  </a:ext>
                </a:extLst>
              </p:cNvPr>
              <p:cNvSpPr/>
              <p:nvPr/>
            </p:nvSpPr>
            <p:spPr>
              <a:xfrm>
                <a:off x="4717563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g3733">
                <a:extLst>
                  <a:ext uri="{FF2B5EF4-FFF2-40B4-BE49-F238E27FC236}">
                    <a16:creationId xmlns:a16="http://schemas.microsoft.com/office/drawing/2014/main" id="{9983B5F4-54C2-31BC-38C6-64B210F0FF37}"/>
                  </a:ext>
                </a:extLst>
              </p:cNvPr>
              <p:cNvSpPr/>
              <p:nvPr/>
            </p:nvSpPr>
            <p:spPr>
              <a:xfrm>
                <a:off x="286722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g3734">
                <a:extLst>
                  <a:ext uri="{FF2B5EF4-FFF2-40B4-BE49-F238E27FC236}">
                    <a16:creationId xmlns:a16="http://schemas.microsoft.com/office/drawing/2014/main" id="{20DF4C84-31CF-D63C-EE57-68F0A45A40FD}"/>
                  </a:ext>
                </a:extLst>
              </p:cNvPr>
              <p:cNvSpPr/>
              <p:nvPr/>
            </p:nvSpPr>
            <p:spPr>
              <a:xfrm>
                <a:off x="287886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g3735">
                <a:extLst>
                  <a:ext uri="{FF2B5EF4-FFF2-40B4-BE49-F238E27FC236}">
                    <a16:creationId xmlns:a16="http://schemas.microsoft.com/office/drawing/2014/main" id="{319B025F-7953-6A93-2C88-24BAFE9E1FBD}"/>
                  </a:ext>
                </a:extLst>
              </p:cNvPr>
              <p:cNvSpPr/>
              <p:nvPr/>
            </p:nvSpPr>
            <p:spPr>
              <a:xfrm>
                <a:off x="2890502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g3736">
                <a:extLst>
                  <a:ext uri="{FF2B5EF4-FFF2-40B4-BE49-F238E27FC236}">
                    <a16:creationId xmlns:a16="http://schemas.microsoft.com/office/drawing/2014/main" id="{289D0852-58CF-757E-0697-34520C65F346}"/>
                  </a:ext>
                </a:extLst>
              </p:cNvPr>
              <p:cNvSpPr/>
              <p:nvPr/>
            </p:nvSpPr>
            <p:spPr>
              <a:xfrm>
                <a:off x="2902139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g3737">
                <a:extLst>
                  <a:ext uri="{FF2B5EF4-FFF2-40B4-BE49-F238E27FC236}">
                    <a16:creationId xmlns:a16="http://schemas.microsoft.com/office/drawing/2014/main" id="{4C31EDDF-9F45-C656-3D1D-8019E985EE84}"/>
                  </a:ext>
                </a:extLst>
              </p:cNvPr>
              <p:cNvSpPr/>
              <p:nvPr/>
            </p:nvSpPr>
            <p:spPr>
              <a:xfrm>
                <a:off x="291377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g3738">
                <a:extLst>
                  <a:ext uri="{FF2B5EF4-FFF2-40B4-BE49-F238E27FC236}">
                    <a16:creationId xmlns:a16="http://schemas.microsoft.com/office/drawing/2014/main" id="{305B35F3-5348-C3A1-9670-4ED671A7291F}"/>
                  </a:ext>
                </a:extLst>
              </p:cNvPr>
              <p:cNvSpPr/>
              <p:nvPr/>
            </p:nvSpPr>
            <p:spPr>
              <a:xfrm>
                <a:off x="457791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g3739">
                <a:extLst>
                  <a:ext uri="{FF2B5EF4-FFF2-40B4-BE49-F238E27FC236}">
                    <a16:creationId xmlns:a16="http://schemas.microsoft.com/office/drawing/2014/main" id="{4AB79A14-BFB4-D83E-2822-B912E9821B4F}"/>
                  </a:ext>
                </a:extLst>
              </p:cNvPr>
              <p:cNvSpPr/>
              <p:nvPr/>
            </p:nvSpPr>
            <p:spPr>
              <a:xfrm>
                <a:off x="4589552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g3740">
                <a:extLst>
                  <a:ext uri="{FF2B5EF4-FFF2-40B4-BE49-F238E27FC236}">
                    <a16:creationId xmlns:a16="http://schemas.microsoft.com/office/drawing/2014/main" id="{62C27E30-63ED-F126-E0D1-2A193B9CBD95}"/>
                  </a:ext>
                </a:extLst>
              </p:cNvPr>
              <p:cNvSpPr/>
              <p:nvPr/>
            </p:nvSpPr>
            <p:spPr>
              <a:xfrm>
                <a:off x="4601190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g3741">
                <a:extLst>
                  <a:ext uri="{FF2B5EF4-FFF2-40B4-BE49-F238E27FC236}">
                    <a16:creationId xmlns:a16="http://schemas.microsoft.com/office/drawing/2014/main" id="{C442DDD9-DB94-B0DD-52C1-4AD097D210F5}"/>
                  </a:ext>
                </a:extLst>
              </p:cNvPr>
              <p:cNvSpPr/>
              <p:nvPr/>
            </p:nvSpPr>
            <p:spPr>
              <a:xfrm>
                <a:off x="461282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g3742">
                <a:extLst>
                  <a:ext uri="{FF2B5EF4-FFF2-40B4-BE49-F238E27FC236}">
                    <a16:creationId xmlns:a16="http://schemas.microsoft.com/office/drawing/2014/main" id="{0E9F8DBE-82FA-9DD3-2A7A-E71F3E592ADC}"/>
                  </a:ext>
                </a:extLst>
              </p:cNvPr>
              <p:cNvSpPr/>
              <p:nvPr/>
            </p:nvSpPr>
            <p:spPr>
              <a:xfrm>
                <a:off x="4624464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g3743">
                <a:extLst>
                  <a:ext uri="{FF2B5EF4-FFF2-40B4-BE49-F238E27FC236}">
                    <a16:creationId xmlns:a16="http://schemas.microsoft.com/office/drawing/2014/main" id="{AF6E65CF-A873-C4B5-98F6-623E8E0B8AAD}"/>
                  </a:ext>
                </a:extLst>
              </p:cNvPr>
              <p:cNvSpPr/>
              <p:nvPr/>
            </p:nvSpPr>
            <p:spPr>
              <a:xfrm>
                <a:off x="4636101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g3744">
                <a:extLst>
                  <a:ext uri="{FF2B5EF4-FFF2-40B4-BE49-F238E27FC236}">
                    <a16:creationId xmlns:a16="http://schemas.microsoft.com/office/drawing/2014/main" id="{F62535A1-30B6-CA14-BB16-111ABE585B3C}"/>
                  </a:ext>
                </a:extLst>
              </p:cNvPr>
              <p:cNvSpPr/>
              <p:nvPr/>
            </p:nvSpPr>
            <p:spPr>
              <a:xfrm>
                <a:off x="4659376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g3745">
                <a:extLst>
                  <a:ext uri="{FF2B5EF4-FFF2-40B4-BE49-F238E27FC236}">
                    <a16:creationId xmlns:a16="http://schemas.microsoft.com/office/drawing/2014/main" id="{1CA1F025-3CE8-56B4-605A-314147F33F53}"/>
                  </a:ext>
                </a:extLst>
              </p:cNvPr>
              <p:cNvSpPr/>
              <p:nvPr/>
            </p:nvSpPr>
            <p:spPr>
              <a:xfrm>
                <a:off x="4671013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g3746">
                <a:extLst>
                  <a:ext uri="{FF2B5EF4-FFF2-40B4-BE49-F238E27FC236}">
                    <a16:creationId xmlns:a16="http://schemas.microsoft.com/office/drawing/2014/main" id="{4E561FB3-A067-B076-12BC-FAB77D9FCD9E}"/>
                  </a:ext>
                </a:extLst>
              </p:cNvPr>
              <p:cNvSpPr/>
              <p:nvPr/>
            </p:nvSpPr>
            <p:spPr>
              <a:xfrm>
                <a:off x="4682651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g3747">
                <a:extLst>
                  <a:ext uri="{FF2B5EF4-FFF2-40B4-BE49-F238E27FC236}">
                    <a16:creationId xmlns:a16="http://schemas.microsoft.com/office/drawing/2014/main" id="{2651AC4F-2BCD-3BBD-17A9-EC898CDE063A}"/>
                  </a:ext>
                </a:extLst>
              </p:cNvPr>
              <p:cNvSpPr/>
              <p:nvPr/>
            </p:nvSpPr>
            <p:spPr>
              <a:xfrm>
                <a:off x="4694288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g3748">
                <a:extLst>
                  <a:ext uri="{FF2B5EF4-FFF2-40B4-BE49-F238E27FC236}">
                    <a16:creationId xmlns:a16="http://schemas.microsoft.com/office/drawing/2014/main" id="{7DD60BB1-C435-3619-E642-CC96F361658A}"/>
                  </a:ext>
                </a:extLst>
              </p:cNvPr>
              <p:cNvSpPr/>
              <p:nvPr/>
            </p:nvSpPr>
            <p:spPr>
              <a:xfrm>
                <a:off x="470592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g3749">
                <a:extLst>
                  <a:ext uri="{FF2B5EF4-FFF2-40B4-BE49-F238E27FC236}">
                    <a16:creationId xmlns:a16="http://schemas.microsoft.com/office/drawing/2014/main" id="{C8ECE202-9C5C-BE19-B0E4-3B4FA8429A50}"/>
                  </a:ext>
                </a:extLst>
              </p:cNvPr>
              <p:cNvSpPr/>
              <p:nvPr/>
            </p:nvSpPr>
            <p:spPr>
              <a:xfrm>
                <a:off x="2855590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g3750">
                <a:extLst>
                  <a:ext uri="{FF2B5EF4-FFF2-40B4-BE49-F238E27FC236}">
                    <a16:creationId xmlns:a16="http://schemas.microsoft.com/office/drawing/2014/main" id="{5661BBF2-9308-C53A-AB35-C35F03B37960}"/>
                  </a:ext>
                </a:extLst>
              </p:cNvPr>
              <p:cNvSpPr/>
              <p:nvPr/>
            </p:nvSpPr>
            <p:spPr>
              <a:xfrm>
                <a:off x="286722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g3751">
                <a:extLst>
                  <a:ext uri="{FF2B5EF4-FFF2-40B4-BE49-F238E27FC236}">
                    <a16:creationId xmlns:a16="http://schemas.microsoft.com/office/drawing/2014/main" id="{7E3CA6A7-E7A3-E112-F37E-F9FB4B92C623}"/>
                  </a:ext>
                </a:extLst>
              </p:cNvPr>
              <p:cNvSpPr/>
              <p:nvPr/>
            </p:nvSpPr>
            <p:spPr>
              <a:xfrm>
                <a:off x="287886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g3752">
                <a:extLst>
                  <a:ext uri="{FF2B5EF4-FFF2-40B4-BE49-F238E27FC236}">
                    <a16:creationId xmlns:a16="http://schemas.microsoft.com/office/drawing/2014/main" id="{258B7097-839F-3E8E-D354-A7A17CBE52F0}"/>
                  </a:ext>
                </a:extLst>
              </p:cNvPr>
              <p:cNvSpPr/>
              <p:nvPr/>
            </p:nvSpPr>
            <p:spPr>
              <a:xfrm>
                <a:off x="2890502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g3753">
                <a:extLst>
                  <a:ext uri="{FF2B5EF4-FFF2-40B4-BE49-F238E27FC236}">
                    <a16:creationId xmlns:a16="http://schemas.microsoft.com/office/drawing/2014/main" id="{27D1B656-1511-B809-9DC1-7C6469D108A9}"/>
                  </a:ext>
                </a:extLst>
              </p:cNvPr>
              <p:cNvSpPr/>
              <p:nvPr/>
            </p:nvSpPr>
            <p:spPr>
              <a:xfrm>
                <a:off x="2902139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g3754">
                <a:extLst>
                  <a:ext uri="{FF2B5EF4-FFF2-40B4-BE49-F238E27FC236}">
                    <a16:creationId xmlns:a16="http://schemas.microsoft.com/office/drawing/2014/main" id="{9157D02D-933B-0779-7BF2-075A8F518BC0}"/>
                  </a:ext>
                </a:extLst>
              </p:cNvPr>
              <p:cNvSpPr/>
              <p:nvPr/>
            </p:nvSpPr>
            <p:spPr>
              <a:xfrm>
                <a:off x="291377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g3755">
                <a:extLst>
                  <a:ext uri="{FF2B5EF4-FFF2-40B4-BE49-F238E27FC236}">
                    <a16:creationId xmlns:a16="http://schemas.microsoft.com/office/drawing/2014/main" id="{EC63C5DE-DC28-3158-D213-7390C3B785F7}"/>
                  </a:ext>
                </a:extLst>
              </p:cNvPr>
              <p:cNvSpPr/>
              <p:nvPr/>
            </p:nvSpPr>
            <p:spPr>
              <a:xfrm>
                <a:off x="457791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g3756">
                <a:extLst>
                  <a:ext uri="{FF2B5EF4-FFF2-40B4-BE49-F238E27FC236}">
                    <a16:creationId xmlns:a16="http://schemas.microsoft.com/office/drawing/2014/main" id="{0C96752B-7712-D3ED-40F1-75C0B2306D1E}"/>
                  </a:ext>
                </a:extLst>
              </p:cNvPr>
              <p:cNvSpPr/>
              <p:nvPr/>
            </p:nvSpPr>
            <p:spPr>
              <a:xfrm>
                <a:off x="4589552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g3757">
                <a:extLst>
                  <a:ext uri="{FF2B5EF4-FFF2-40B4-BE49-F238E27FC236}">
                    <a16:creationId xmlns:a16="http://schemas.microsoft.com/office/drawing/2014/main" id="{1F089D20-FC12-5B8D-BAFF-715BB84B6CBF}"/>
                  </a:ext>
                </a:extLst>
              </p:cNvPr>
              <p:cNvSpPr/>
              <p:nvPr/>
            </p:nvSpPr>
            <p:spPr>
              <a:xfrm>
                <a:off x="4601190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g3758">
                <a:extLst>
                  <a:ext uri="{FF2B5EF4-FFF2-40B4-BE49-F238E27FC236}">
                    <a16:creationId xmlns:a16="http://schemas.microsoft.com/office/drawing/2014/main" id="{2E7B59C1-F0E9-E119-2126-9CA1B020DBFF}"/>
                  </a:ext>
                </a:extLst>
              </p:cNvPr>
              <p:cNvSpPr/>
              <p:nvPr/>
            </p:nvSpPr>
            <p:spPr>
              <a:xfrm>
                <a:off x="461282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g3759">
                <a:extLst>
                  <a:ext uri="{FF2B5EF4-FFF2-40B4-BE49-F238E27FC236}">
                    <a16:creationId xmlns:a16="http://schemas.microsoft.com/office/drawing/2014/main" id="{C4DC19A3-7C68-34DD-1803-5FCF8115DBE1}"/>
                  </a:ext>
                </a:extLst>
              </p:cNvPr>
              <p:cNvSpPr/>
              <p:nvPr/>
            </p:nvSpPr>
            <p:spPr>
              <a:xfrm>
                <a:off x="4624464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g3760">
                <a:extLst>
                  <a:ext uri="{FF2B5EF4-FFF2-40B4-BE49-F238E27FC236}">
                    <a16:creationId xmlns:a16="http://schemas.microsoft.com/office/drawing/2014/main" id="{39BFD387-7CBF-B020-7580-2E8316F8E1A2}"/>
                  </a:ext>
                </a:extLst>
              </p:cNvPr>
              <p:cNvSpPr/>
              <p:nvPr/>
            </p:nvSpPr>
            <p:spPr>
              <a:xfrm>
                <a:off x="4636101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g3761">
                <a:extLst>
                  <a:ext uri="{FF2B5EF4-FFF2-40B4-BE49-F238E27FC236}">
                    <a16:creationId xmlns:a16="http://schemas.microsoft.com/office/drawing/2014/main" id="{9E96AA4D-4E46-1EA9-6701-C939CD2EDDEC}"/>
                  </a:ext>
                </a:extLst>
              </p:cNvPr>
              <p:cNvSpPr/>
              <p:nvPr/>
            </p:nvSpPr>
            <p:spPr>
              <a:xfrm>
                <a:off x="4647739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g3762">
                <a:extLst>
                  <a:ext uri="{FF2B5EF4-FFF2-40B4-BE49-F238E27FC236}">
                    <a16:creationId xmlns:a16="http://schemas.microsoft.com/office/drawing/2014/main" id="{96844482-85BA-17C7-F13E-F76E9899BEC7}"/>
                  </a:ext>
                </a:extLst>
              </p:cNvPr>
              <p:cNvSpPr/>
              <p:nvPr/>
            </p:nvSpPr>
            <p:spPr>
              <a:xfrm>
                <a:off x="4659376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g3763">
                <a:extLst>
                  <a:ext uri="{FF2B5EF4-FFF2-40B4-BE49-F238E27FC236}">
                    <a16:creationId xmlns:a16="http://schemas.microsoft.com/office/drawing/2014/main" id="{0E5A8AEB-1A35-4F35-717D-ECF3A3A60065}"/>
                  </a:ext>
                </a:extLst>
              </p:cNvPr>
              <p:cNvSpPr/>
              <p:nvPr/>
            </p:nvSpPr>
            <p:spPr>
              <a:xfrm>
                <a:off x="4671013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g3764">
                <a:extLst>
                  <a:ext uri="{FF2B5EF4-FFF2-40B4-BE49-F238E27FC236}">
                    <a16:creationId xmlns:a16="http://schemas.microsoft.com/office/drawing/2014/main" id="{AC0C642F-7D0E-FEEC-F6CF-D1D9DAE25C1A}"/>
                  </a:ext>
                </a:extLst>
              </p:cNvPr>
              <p:cNvSpPr/>
              <p:nvPr/>
            </p:nvSpPr>
            <p:spPr>
              <a:xfrm>
                <a:off x="4682651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g3765">
                <a:extLst>
                  <a:ext uri="{FF2B5EF4-FFF2-40B4-BE49-F238E27FC236}">
                    <a16:creationId xmlns:a16="http://schemas.microsoft.com/office/drawing/2014/main" id="{7417FC93-CD98-7D5C-4FCE-CDD4268BC684}"/>
                  </a:ext>
                </a:extLst>
              </p:cNvPr>
              <p:cNvSpPr/>
              <p:nvPr/>
            </p:nvSpPr>
            <p:spPr>
              <a:xfrm>
                <a:off x="4694288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g3766">
                <a:extLst>
                  <a:ext uri="{FF2B5EF4-FFF2-40B4-BE49-F238E27FC236}">
                    <a16:creationId xmlns:a16="http://schemas.microsoft.com/office/drawing/2014/main" id="{A4826973-6BF2-2935-E971-63CA1889B2AD}"/>
                  </a:ext>
                </a:extLst>
              </p:cNvPr>
              <p:cNvSpPr/>
              <p:nvPr/>
            </p:nvSpPr>
            <p:spPr>
              <a:xfrm>
                <a:off x="470592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g3767">
                <a:extLst>
                  <a:ext uri="{FF2B5EF4-FFF2-40B4-BE49-F238E27FC236}">
                    <a16:creationId xmlns:a16="http://schemas.microsoft.com/office/drawing/2014/main" id="{A0004318-D686-D9AE-5576-7B8571A58237}"/>
                  </a:ext>
                </a:extLst>
              </p:cNvPr>
              <p:cNvSpPr/>
              <p:nvPr/>
            </p:nvSpPr>
            <p:spPr>
              <a:xfrm>
                <a:off x="2855590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g3768">
                <a:extLst>
                  <a:ext uri="{FF2B5EF4-FFF2-40B4-BE49-F238E27FC236}">
                    <a16:creationId xmlns:a16="http://schemas.microsoft.com/office/drawing/2014/main" id="{A50BABD9-6EB8-8C62-5B1D-F5CDA39E5607}"/>
                  </a:ext>
                </a:extLst>
              </p:cNvPr>
              <p:cNvSpPr/>
              <p:nvPr/>
            </p:nvSpPr>
            <p:spPr>
              <a:xfrm>
                <a:off x="2867227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g3769">
                <a:extLst>
                  <a:ext uri="{FF2B5EF4-FFF2-40B4-BE49-F238E27FC236}">
                    <a16:creationId xmlns:a16="http://schemas.microsoft.com/office/drawing/2014/main" id="{6D6F917A-36C7-71A8-1AD7-16C52C13F703}"/>
                  </a:ext>
                </a:extLst>
              </p:cNvPr>
              <p:cNvSpPr/>
              <p:nvPr/>
            </p:nvSpPr>
            <p:spPr>
              <a:xfrm>
                <a:off x="287886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g3770">
                <a:extLst>
                  <a:ext uri="{FF2B5EF4-FFF2-40B4-BE49-F238E27FC236}">
                    <a16:creationId xmlns:a16="http://schemas.microsoft.com/office/drawing/2014/main" id="{6F52F80A-B39C-4F8E-66F7-5FDCBC3957F1}"/>
                  </a:ext>
                </a:extLst>
              </p:cNvPr>
              <p:cNvSpPr/>
              <p:nvPr/>
            </p:nvSpPr>
            <p:spPr>
              <a:xfrm>
                <a:off x="2890502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g3771">
                <a:extLst>
                  <a:ext uri="{FF2B5EF4-FFF2-40B4-BE49-F238E27FC236}">
                    <a16:creationId xmlns:a16="http://schemas.microsoft.com/office/drawing/2014/main" id="{E65DF10F-2AC6-772F-AD24-E06C09418B9D}"/>
                  </a:ext>
                </a:extLst>
              </p:cNvPr>
              <p:cNvSpPr/>
              <p:nvPr/>
            </p:nvSpPr>
            <p:spPr>
              <a:xfrm>
                <a:off x="2902139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g3772">
                <a:extLst>
                  <a:ext uri="{FF2B5EF4-FFF2-40B4-BE49-F238E27FC236}">
                    <a16:creationId xmlns:a16="http://schemas.microsoft.com/office/drawing/2014/main" id="{7800AE59-6904-1B74-57CA-CC3A6E4B925C}"/>
                  </a:ext>
                </a:extLst>
              </p:cNvPr>
              <p:cNvSpPr/>
              <p:nvPr/>
            </p:nvSpPr>
            <p:spPr>
              <a:xfrm>
                <a:off x="457791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g3773">
                <a:extLst>
                  <a:ext uri="{FF2B5EF4-FFF2-40B4-BE49-F238E27FC236}">
                    <a16:creationId xmlns:a16="http://schemas.microsoft.com/office/drawing/2014/main" id="{D566D80B-B037-C870-8757-F1F3F63B5D0D}"/>
                  </a:ext>
                </a:extLst>
              </p:cNvPr>
              <p:cNvSpPr/>
              <p:nvPr/>
            </p:nvSpPr>
            <p:spPr>
              <a:xfrm>
                <a:off x="4589552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g3774">
                <a:extLst>
                  <a:ext uri="{FF2B5EF4-FFF2-40B4-BE49-F238E27FC236}">
                    <a16:creationId xmlns:a16="http://schemas.microsoft.com/office/drawing/2014/main" id="{E9C0C9A4-F90D-1BBA-F0F8-EA5B064F6727}"/>
                  </a:ext>
                </a:extLst>
              </p:cNvPr>
              <p:cNvSpPr/>
              <p:nvPr/>
            </p:nvSpPr>
            <p:spPr>
              <a:xfrm>
                <a:off x="4601190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g3775">
                <a:extLst>
                  <a:ext uri="{FF2B5EF4-FFF2-40B4-BE49-F238E27FC236}">
                    <a16:creationId xmlns:a16="http://schemas.microsoft.com/office/drawing/2014/main" id="{8721363B-08AE-D75C-7680-A7787ED5B1CE}"/>
                  </a:ext>
                </a:extLst>
              </p:cNvPr>
              <p:cNvSpPr/>
              <p:nvPr/>
            </p:nvSpPr>
            <p:spPr>
              <a:xfrm>
                <a:off x="4612827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g3776">
                <a:extLst>
                  <a:ext uri="{FF2B5EF4-FFF2-40B4-BE49-F238E27FC236}">
                    <a16:creationId xmlns:a16="http://schemas.microsoft.com/office/drawing/2014/main" id="{862B645F-2BDB-0563-9505-7793A70F06B3}"/>
                  </a:ext>
                </a:extLst>
              </p:cNvPr>
              <p:cNvSpPr/>
              <p:nvPr/>
            </p:nvSpPr>
            <p:spPr>
              <a:xfrm>
                <a:off x="4624464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g3777">
                <a:extLst>
                  <a:ext uri="{FF2B5EF4-FFF2-40B4-BE49-F238E27FC236}">
                    <a16:creationId xmlns:a16="http://schemas.microsoft.com/office/drawing/2014/main" id="{64223DD4-5FD9-E4A9-F9F8-EE6F19F6F491}"/>
                  </a:ext>
                </a:extLst>
              </p:cNvPr>
              <p:cNvSpPr/>
              <p:nvPr/>
            </p:nvSpPr>
            <p:spPr>
              <a:xfrm>
                <a:off x="4636101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g3778">
                <a:extLst>
                  <a:ext uri="{FF2B5EF4-FFF2-40B4-BE49-F238E27FC236}">
                    <a16:creationId xmlns:a16="http://schemas.microsoft.com/office/drawing/2014/main" id="{3889EBD8-4549-A5DB-8AA4-6FB9795D5E2C}"/>
                  </a:ext>
                </a:extLst>
              </p:cNvPr>
              <p:cNvSpPr/>
              <p:nvPr/>
            </p:nvSpPr>
            <p:spPr>
              <a:xfrm>
                <a:off x="4647739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g3779">
                <a:extLst>
                  <a:ext uri="{FF2B5EF4-FFF2-40B4-BE49-F238E27FC236}">
                    <a16:creationId xmlns:a16="http://schemas.microsoft.com/office/drawing/2014/main" id="{C5E53AF1-C258-0238-F67B-03C058E7AAEE}"/>
                  </a:ext>
                </a:extLst>
              </p:cNvPr>
              <p:cNvSpPr/>
              <p:nvPr/>
            </p:nvSpPr>
            <p:spPr>
              <a:xfrm>
                <a:off x="4659376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g3780">
                <a:extLst>
                  <a:ext uri="{FF2B5EF4-FFF2-40B4-BE49-F238E27FC236}">
                    <a16:creationId xmlns:a16="http://schemas.microsoft.com/office/drawing/2014/main" id="{92CE7FF1-FD0E-326C-61F7-EFDC3AB5E410}"/>
                  </a:ext>
                </a:extLst>
              </p:cNvPr>
              <p:cNvSpPr/>
              <p:nvPr/>
            </p:nvSpPr>
            <p:spPr>
              <a:xfrm>
                <a:off x="4671013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g3781">
                <a:extLst>
                  <a:ext uri="{FF2B5EF4-FFF2-40B4-BE49-F238E27FC236}">
                    <a16:creationId xmlns:a16="http://schemas.microsoft.com/office/drawing/2014/main" id="{A2C83A34-B5D1-A078-BDDC-929C40CD6C56}"/>
                  </a:ext>
                </a:extLst>
              </p:cNvPr>
              <p:cNvSpPr/>
              <p:nvPr/>
            </p:nvSpPr>
            <p:spPr>
              <a:xfrm>
                <a:off x="4682651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g3782">
                <a:extLst>
                  <a:ext uri="{FF2B5EF4-FFF2-40B4-BE49-F238E27FC236}">
                    <a16:creationId xmlns:a16="http://schemas.microsoft.com/office/drawing/2014/main" id="{96552959-156E-1CFE-6CCC-AFCDFD26A969}"/>
                  </a:ext>
                </a:extLst>
              </p:cNvPr>
              <p:cNvSpPr/>
              <p:nvPr/>
            </p:nvSpPr>
            <p:spPr>
              <a:xfrm>
                <a:off x="4694288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g3783">
                <a:extLst>
                  <a:ext uri="{FF2B5EF4-FFF2-40B4-BE49-F238E27FC236}">
                    <a16:creationId xmlns:a16="http://schemas.microsoft.com/office/drawing/2014/main" id="{3FCA418E-9BE4-A195-C679-622F54FDD4DE}"/>
                  </a:ext>
                </a:extLst>
              </p:cNvPr>
              <p:cNvSpPr/>
              <p:nvPr/>
            </p:nvSpPr>
            <p:spPr>
              <a:xfrm>
                <a:off x="470592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g3784">
                <a:extLst>
                  <a:ext uri="{FF2B5EF4-FFF2-40B4-BE49-F238E27FC236}">
                    <a16:creationId xmlns:a16="http://schemas.microsoft.com/office/drawing/2014/main" id="{658A6BCF-C947-5307-2E2D-3BF7AFD94740}"/>
                  </a:ext>
                </a:extLst>
              </p:cNvPr>
              <p:cNvSpPr/>
              <p:nvPr/>
            </p:nvSpPr>
            <p:spPr>
              <a:xfrm>
                <a:off x="2855590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g3785">
                <a:extLst>
                  <a:ext uri="{FF2B5EF4-FFF2-40B4-BE49-F238E27FC236}">
                    <a16:creationId xmlns:a16="http://schemas.microsoft.com/office/drawing/2014/main" id="{66F9A642-707E-DF83-52F8-E2921B8AF72D}"/>
                  </a:ext>
                </a:extLst>
              </p:cNvPr>
              <p:cNvSpPr/>
              <p:nvPr/>
            </p:nvSpPr>
            <p:spPr>
              <a:xfrm>
                <a:off x="2867227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g3786">
                <a:extLst>
                  <a:ext uri="{FF2B5EF4-FFF2-40B4-BE49-F238E27FC236}">
                    <a16:creationId xmlns:a16="http://schemas.microsoft.com/office/drawing/2014/main" id="{1FA18C4F-237D-B123-C089-A9E4345D4E2A}"/>
                  </a:ext>
                </a:extLst>
              </p:cNvPr>
              <p:cNvSpPr/>
              <p:nvPr/>
            </p:nvSpPr>
            <p:spPr>
              <a:xfrm>
                <a:off x="2878865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g3787">
                <a:extLst>
                  <a:ext uri="{FF2B5EF4-FFF2-40B4-BE49-F238E27FC236}">
                    <a16:creationId xmlns:a16="http://schemas.microsoft.com/office/drawing/2014/main" id="{E279D561-46DF-CAE5-6058-69E07511CA8A}"/>
                  </a:ext>
                </a:extLst>
              </p:cNvPr>
              <p:cNvSpPr/>
              <p:nvPr/>
            </p:nvSpPr>
            <p:spPr>
              <a:xfrm>
                <a:off x="2890502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g3788">
                <a:extLst>
                  <a:ext uri="{FF2B5EF4-FFF2-40B4-BE49-F238E27FC236}">
                    <a16:creationId xmlns:a16="http://schemas.microsoft.com/office/drawing/2014/main" id="{4F9EFCE6-C6DC-F043-8762-7724BD26103F}"/>
                  </a:ext>
                </a:extLst>
              </p:cNvPr>
              <p:cNvSpPr/>
              <p:nvPr/>
            </p:nvSpPr>
            <p:spPr>
              <a:xfrm>
                <a:off x="2902139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g3789">
                <a:extLst>
                  <a:ext uri="{FF2B5EF4-FFF2-40B4-BE49-F238E27FC236}">
                    <a16:creationId xmlns:a16="http://schemas.microsoft.com/office/drawing/2014/main" id="{2E386049-AD89-C77A-1D1B-879BCA892198}"/>
                  </a:ext>
                </a:extLst>
              </p:cNvPr>
              <p:cNvSpPr/>
              <p:nvPr/>
            </p:nvSpPr>
            <p:spPr>
              <a:xfrm>
                <a:off x="4577915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g3790">
                <a:extLst>
                  <a:ext uri="{FF2B5EF4-FFF2-40B4-BE49-F238E27FC236}">
                    <a16:creationId xmlns:a16="http://schemas.microsoft.com/office/drawing/2014/main" id="{EE55032F-D4E5-BD34-E0E5-4D826CCD767D}"/>
                  </a:ext>
                </a:extLst>
              </p:cNvPr>
              <p:cNvSpPr/>
              <p:nvPr/>
            </p:nvSpPr>
            <p:spPr>
              <a:xfrm>
                <a:off x="4589552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g3791">
                <a:extLst>
                  <a:ext uri="{FF2B5EF4-FFF2-40B4-BE49-F238E27FC236}">
                    <a16:creationId xmlns:a16="http://schemas.microsoft.com/office/drawing/2014/main" id="{C60D1334-7AB4-1FC8-D885-AB4FEED7955D}"/>
                  </a:ext>
                </a:extLst>
              </p:cNvPr>
              <p:cNvSpPr/>
              <p:nvPr/>
            </p:nvSpPr>
            <p:spPr>
              <a:xfrm>
                <a:off x="4601190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g3792">
                <a:extLst>
                  <a:ext uri="{FF2B5EF4-FFF2-40B4-BE49-F238E27FC236}">
                    <a16:creationId xmlns:a16="http://schemas.microsoft.com/office/drawing/2014/main" id="{BE8943FD-B818-0F04-E7C1-1EB5538357B8}"/>
                  </a:ext>
                </a:extLst>
              </p:cNvPr>
              <p:cNvSpPr/>
              <p:nvPr/>
            </p:nvSpPr>
            <p:spPr>
              <a:xfrm>
                <a:off x="4612827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g3793">
                <a:extLst>
                  <a:ext uri="{FF2B5EF4-FFF2-40B4-BE49-F238E27FC236}">
                    <a16:creationId xmlns:a16="http://schemas.microsoft.com/office/drawing/2014/main" id="{3C75FF0C-BC12-E758-8B0D-4D5B1BDDEADC}"/>
                  </a:ext>
                </a:extLst>
              </p:cNvPr>
              <p:cNvSpPr/>
              <p:nvPr/>
            </p:nvSpPr>
            <p:spPr>
              <a:xfrm>
                <a:off x="4624464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g3794">
                <a:extLst>
                  <a:ext uri="{FF2B5EF4-FFF2-40B4-BE49-F238E27FC236}">
                    <a16:creationId xmlns:a16="http://schemas.microsoft.com/office/drawing/2014/main" id="{D7CBE645-5D0E-CA6A-FE78-A2C2101E46EF}"/>
                  </a:ext>
                </a:extLst>
              </p:cNvPr>
              <p:cNvSpPr/>
              <p:nvPr/>
            </p:nvSpPr>
            <p:spPr>
              <a:xfrm>
                <a:off x="4636101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g3795">
                <a:extLst>
                  <a:ext uri="{FF2B5EF4-FFF2-40B4-BE49-F238E27FC236}">
                    <a16:creationId xmlns:a16="http://schemas.microsoft.com/office/drawing/2014/main" id="{27EC9197-BEA1-A43B-0282-1164483F772D}"/>
                  </a:ext>
                </a:extLst>
              </p:cNvPr>
              <p:cNvSpPr/>
              <p:nvPr/>
            </p:nvSpPr>
            <p:spPr>
              <a:xfrm>
                <a:off x="4647739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g3796">
                <a:extLst>
                  <a:ext uri="{FF2B5EF4-FFF2-40B4-BE49-F238E27FC236}">
                    <a16:creationId xmlns:a16="http://schemas.microsoft.com/office/drawing/2014/main" id="{2620BF9D-8F34-2083-F17D-01DC2DBC00C0}"/>
                  </a:ext>
                </a:extLst>
              </p:cNvPr>
              <p:cNvSpPr/>
              <p:nvPr/>
            </p:nvSpPr>
            <p:spPr>
              <a:xfrm>
                <a:off x="4659376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g3797">
                <a:extLst>
                  <a:ext uri="{FF2B5EF4-FFF2-40B4-BE49-F238E27FC236}">
                    <a16:creationId xmlns:a16="http://schemas.microsoft.com/office/drawing/2014/main" id="{49B407F3-DBF3-4C96-BF52-A4E45F6FE1C2}"/>
                  </a:ext>
                </a:extLst>
              </p:cNvPr>
              <p:cNvSpPr/>
              <p:nvPr/>
            </p:nvSpPr>
            <p:spPr>
              <a:xfrm>
                <a:off x="4671013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g3798">
                <a:extLst>
                  <a:ext uri="{FF2B5EF4-FFF2-40B4-BE49-F238E27FC236}">
                    <a16:creationId xmlns:a16="http://schemas.microsoft.com/office/drawing/2014/main" id="{77A2F9DF-9E06-ACD4-1ADA-3027DB9B83A9}"/>
                  </a:ext>
                </a:extLst>
              </p:cNvPr>
              <p:cNvSpPr/>
              <p:nvPr/>
            </p:nvSpPr>
            <p:spPr>
              <a:xfrm>
                <a:off x="4682651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g3799">
                <a:extLst>
                  <a:ext uri="{FF2B5EF4-FFF2-40B4-BE49-F238E27FC236}">
                    <a16:creationId xmlns:a16="http://schemas.microsoft.com/office/drawing/2014/main" id="{132B2669-6CCD-175E-E3AA-363846A59F2F}"/>
                  </a:ext>
                </a:extLst>
              </p:cNvPr>
              <p:cNvSpPr/>
              <p:nvPr/>
            </p:nvSpPr>
            <p:spPr>
              <a:xfrm>
                <a:off x="4694288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g3800">
                <a:extLst>
                  <a:ext uri="{FF2B5EF4-FFF2-40B4-BE49-F238E27FC236}">
                    <a16:creationId xmlns:a16="http://schemas.microsoft.com/office/drawing/2014/main" id="{6EA00C6E-70BF-3527-E89F-0CD839CD6468}"/>
                  </a:ext>
                </a:extLst>
              </p:cNvPr>
              <p:cNvSpPr/>
              <p:nvPr/>
            </p:nvSpPr>
            <p:spPr>
              <a:xfrm>
                <a:off x="2843953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g3801">
                <a:extLst>
                  <a:ext uri="{FF2B5EF4-FFF2-40B4-BE49-F238E27FC236}">
                    <a16:creationId xmlns:a16="http://schemas.microsoft.com/office/drawing/2014/main" id="{66D8680C-F9E2-4BC7-D71C-19120D13C8DA}"/>
                  </a:ext>
                </a:extLst>
              </p:cNvPr>
              <p:cNvSpPr/>
              <p:nvPr/>
            </p:nvSpPr>
            <p:spPr>
              <a:xfrm>
                <a:off x="2855590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g3802">
                <a:extLst>
                  <a:ext uri="{FF2B5EF4-FFF2-40B4-BE49-F238E27FC236}">
                    <a16:creationId xmlns:a16="http://schemas.microsoft.com/office/drawing/2014/main" id="{10CC58D0-BD0B-14ED-000B-3E3DB056AA5C}"/>
                  </a:ext>
                </a:extLst>
              </p:cNvPr>
              <p:cNvSpPr/>
              <p:nvPr/>
            </p:nvSpPr>
            <p:spPr>
              <a:xfrm>
                <a:off x="2867227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g3803">
                <a:extLst>
                  <a:ext uri="{FF2B5EF4-FFF2-40B4-BE49-F238E27FC236}">
                    <a16:creationId xmlns:a16="http://schemas.microsoft.com/office/drawing/2014/main" id="{15EF68B9-F6EB-D174-368C-F5C19B5318CE}"/>
                  </a:ext>
                </a:extLst>
              </p:cNvPr>
              <p:cNvSpPr/>
              <p:nvPr/>
            </p:nvSpPr>
            <p:spPr>
              <a:xfrm>
                <a:off x="2878865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g3804">
                <a:extLst>
                  <a:ext uri="{FF2B5EF4-FFF2-40B4-BE49-F238E27FC236}">
                    <a16:creationId xmlns:a16="http://schemas.microsoft.com/office/drawing/2014/main" id="{33486A5C-8EB7-8C42-CCD4-41064BED0578}"/>
                  </a:ext>
                </a:extLst>
              </p:cNvPr>
              <p:cNvSpPr/>
              <p:nvPr/>
            </p:nvSpPr>
            <p:spPr>
              <a:xfrm>
                <a:off x="2890502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g3805">
                <a:extLst>
                  <a:ext uri="{FF2B5EF4-FFF2-40B4-BE49-F238E27FC236}">
                    <a16:creationId xmlns:a16="http://schemas.microsoft.com/office/drawing/2014/main" id="{00387033-56A1-DA7B-4E42-EAB68C7492C9}"/>
                  </a:ext>
                </a:extLst>
              </p:cNvPr>
              <p:cNvSpPr/>
              <p:nvPr/>
            </p:nvSpPr>
            <p:spPr>
              <a:xfrm>
                <a:off x="4589552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g3806">
                <a:extLst>
                  <a:ext uri="{FF2B5EF4-FFF2-40B4-BE49-F238E27FC236}">
                    <a16:creationId xmlns:a16="http://schemas.microsoft.com/office/drawing/2014/main" id="{02F3CE15-3F7B-9379-01C1-C1A814C459FC}"/>
                  </a:ext>
                </a:extLst>
              </p:cNvPr>
              <p:cNvSpPr/>
              <p:nvPr/>
            </p:nvSpPr>
            <p:spPr>
              <a:xfrm>
                <a:off x="4601190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g3807">
                <a:extLst>
                  <a:ext uri="{FF2B5EF4-FFF2-40B4-BE49-F238E27FC236}">
                    <a16:creationId xmlns:a16="http://schemas.microsoft.com/office/drawing/2014/main" id="{8FF47F57-E7C8-66E3-28AD-E908E18C66C3}"/>
                  </a:ext>
                </a:extLst>
              </p:cNvPr>
              <p:cNvSpPr/>
              <p:nvPr/>
            </p:nvSpPr>
            <p:spPr>
              <a:xfrm>
                <a:off x="4612827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g3808">
                <a:extLst>
                  <a:ext uri="{FF2B5EF4-FFF2-40B4-BE49-F238E27FC236}">
                    <a16:creationId xmlns:a16="http://schemas.microsoft.com/office/drawing/2014/main" id="{12853DBA-6CA5-7992-20ED-CA05D35045D7}"/>
                  </a:ext>
                </a:extLst>
              </p:cNvPr>
              <p:cNvSpPr/>
              <p:nvPr/>
            </p:nvSpPr>
            <p:spPr>
              <a:xfrm>
                <a:off x="4624464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g3809">
                <a:extLst>
                  <a:ext uri="{FF2B5EF4-FFF2-40B4-BE49-F238E27FC236}">
                    <a16:creationId xmlns:a16="http://schemas.microsoft.com/office/drawing/2014/main" id="{58ADD560-7697-2695-8874-9A36CFD6501A}"/>
                  </a:ext>
                </a:extLst>
              </p:cNvPr>
              <p:cNvSpPr/>
              <p:nvPr/>
            </p:nvSpPr>
            <p:spPr>
              <a:xfrm>
                <a:off x="4636101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g3810">
                <a:extLst>
                  <a:ext uri="{FF2B5EF4-FFF2-40B4-BE49-F238E27FC236}">
                    <a16:creationId xmlns:a16="http://schemas.microsoft.com/office/drawing/2014/main" id="{E6F62112-7528-C7C3-A57E-0CD2CE55FCB4}"/>
                  </a:ext>
                </a:extLst>
              </p:cNvPr>
              <p:cNvSpPr/>
              <p:nvPr/>
            </p:nvSpPr>
            <p:spPr>
              <a:xfrm>
                <a:off x="4647739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g3811">
                <a:extLst>
                  <a:ext uri="{FF2B5EF4-FFF2-40B4-BE49-F238E27FC236}">
                    <a16:creationId xmlns:a16="http://schemas.microsoft.com/office/drawing/2014/main" id="{C3C78E20-8945-194D-E81D-4B733A57ADD2}"/>
                  </a:ext>
                </a:extLst>
              </p:cNvPr>
              <p:cNvSpPr/>
              <p:nvPr/>
            </p:nvSpPr>
            <p:spPr>
              <a:xfrm>
                <a:off x="4659376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g3812">
                <a:extLst>
                  <a:ext uri="{FF2B5EF4-FFF2-40B4-BE49-F238E27FC236}">
                    <a16:creationId xmlns:a16="http://schemas.microsoft.com/office/drawing/2014/main" id="{E379EA06-1BBD-CE1D-4D41-F28B0B8E84CA}"/>
                  </a:ext>
                </a:extLst>
              </p:cNvPr>
              <p:cNvSpPr/>
              <p:nvPr/>
            </p:nvSpPr>
            <p:spPr>
              <a:xfrm>
                <a:off x="4671013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g3813">
                <a:extLst>
                  <a:ext uri="{FF2B5EF4-FFF2-40B4-BE49-F238E27FC236}">
                    <a16:creationId xmlns:a16="http://schemas.microsoft.com/office/drawing/2014/main" id="{C1969C3A-8A37-D2D8-06ED-55EBDCB4142C}"/>
                  </a:ext>
                </a:extLst>
              </p:cNvPr>
              <p:cNvSpPr/>
              <p:nvPr/>
            </p:nvSpPr>
            <p:spPr>
              <a:xfrm>
                <a:off x="4682651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g3814">
                <a:extLst>
                  <a:ext uri="{FF2B5EF4-FFF2-40B4-BE49-F238E27FC236}">
                    <a16:creationId xmlns:a16="http://schemas.microsoft.com/office/drawing/2014/main" id="{8E0339DA-8DD0-E587-394C-9FE0F7FCF541}"/>
                  </a:ext>
                </a:extLst>
              </p:cNvPr>
              <p:cNvSpPr/>
              <p:nvPr/>
            </p:nvSpPr>
            <p:spPr>
              <a:xfrm>
                <a:off x="2843953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g3815">
                <a:extLst>
                  <a:ext uri="{FF2B5EF4-FFF2-40B4-BE49-F238E27FC236}">
                    <a16:creationId xmlns:a16="http://schemas.microsoft.com/office/drawing/2014/main" id="{6E714BB7-C052-C32F-F41B-3F8B9E77C900}"/>
                  </a:ext>
                </a:extLst>
              </p:cNvPr>
              <p:cNvSpPr/>
              <p:nvPr/>
            </p:nvSpPr>
            <p:spPr>
              <a:xfrm>
                <a:off x="2855590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g3816">
                <a:extLst>
                  <a:ext uri="{FF2B5EF4-FFF2-40B4-BE49-F238E27FC236}">
                    <a16:creationId xmlns:a16="http://schemas.microsoft.com/office/drawing/2014/main" id="{426A21AE-F57D-50B4-FD94-50819437954B}"/>
                  </a:ext>
                </a:extLst>
              </p:cNvPr>
              <p:cNvSpPr/>
              <p:nvPr/>
            </p:nvSpPr>
            <p:spPr>
              <a:xfrm>
                <a:off x="2867227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g3817">
                <a:extLst>
                  <a:ext uri="{FF2B5EF4-FFF2-40B4-BE49-F238E27FC236}">
                    <a16:creationId xmlns:a16="http://schemas.microsoft.com/office/drawing/2014/main" id="{FB29D786-FF74-DF4D-7DFD-93861E141610}"/>
                  </a:ext>
                </a:extLst>
              </p:cNvPr>
              <p:cNvSpPr/>
              <p:nvPr/>
            </p:nvSpPr>
            <p:spPr>
              <a:xfrm>
                <a:off x="2878865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g3818">
                <a:extLst>
                  <a:ext uri="{FF2B5EF4-FFF2-40B4-BE49-F238E27FC236}">
                    <a16:creationId xmlns:a16="http://schemas.microsoft.com/office/drawing/2014/main" id="{D380BBE5-F30B-BE67-6909-EA6F55155B2B}"/>
                  </a:ext>
                </a:extLst>
              </p:cNvPr>
              <p:cNvSpPr/>
              <p:nvPr/>
            </p:nvSpPr>
            <p:spPr>
              <a:xfrm>
                <a:off x="2890502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g3819">
                <a:extLst>
                  <a:ext uri="{FF2B5EF4-FFF2-40B4-BE49-F238E27FC236}">
                    <a16:creationId xmlns:a16="http://schemas.microsoft.com/office/drawing/2014/main" id="{8107C498-3494-1E30-F870-A1229C8F81F5}"/>
                  </a:ext>
                </a:extLst>
              </p:cNvPr>
              <p:cNvSpPr/>
              <p:nvPr/>
            </p:nvSpPr>
            <p:spPr>
              <a:xfrm>
                <a:off x="4601190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g3820">
                <a:extLst>
                  <a:ext uri="{FF2B5EF4-FFF2-40B4-BE49-F238E27FC236}">
                    <a16:creationId xmlns:a16="http://schemas.microsoft.com/office/drawing/2014/main" id="{7114E88D-FCB6-D27B-8255-A55762BD9E5C}"/>
                  </a:ext>
                </a:extLst>
              </p:cNvPr>
              <p:cNvSpPr/>
              <p:nvPr/>
            </p:nvSpPr>
            <p:spPr>
              <a:xfrm>
                <a:off x="4612827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g3821">
                <a:extLst>
                  <a:ext uri="{FF2B5EF4-FFF2-40B4-BE49-F238E27FC236}">
                    <a16:creationId xmlns:a16="http://schemas.microsoft.com/office/drawing/2014/main" id="{8BC0E681-C4C0-3B8C-8D91-3BEEF0E3A879}"/>
                  </a:ext>
                </a:extLst>
              </p:cNvPr>
              <p:cNvSpPr/>
              <p:nvPr/>
            </p:nvSpPr>
            <p:spPr>
              <a:xfrm>
                <a:off x="4624464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g3822">
                <a:extLst>
                  <a:ext uri="{FF2B5EF4-FFF2-40B4-BE49-F238E27FC236}">
                    <a16:creationId xmlns:a16="http://schemas.microsoft.com/office/drawing/2014/main" id="{72FD7F4F-9730-3649-A438-5B1A35EFBFA1}"/>
                  </a:ext>
                </a:extLst>
              </p:cNvPr>
              <p:cNvSpPr/>
              <p:nvPr/>
            </p:nvSpPr>
            <p:spPr>
              <a:xfrm>
                <a:off x="4636101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g3823">
                <a:extLst>
                  <a:ext uri="{FF2B5EF4-FFF2-40B4-BE49-F238E27FC236}">
                    <a16:creationId xmlns:a16="http://schemas.microsoft.com/office/drawing/2014/main" id="{EC68B1B3-84FF-DCF2-AB16-489914CAFDEC}"/>
                  </a:ext>
                </a:extLst>
              </p:cNvPr>
              <p:cNvSpPr/>
              <p:nvPr/>
            </p:nvSpPr>
            <p:spPr>
              <a:xfrm>
                <a:off x="4647739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g3824">
                <a:extLst>
                  <a:ext uri="{FF2B5EF4-FFF2-40B4-BE49-F238E27FC236}">
                    <a16:creationId xmlns:a16="http://schemas.microsoft.com/office/drawing/2014/main" id="{9C392CEB-A2CA-26E3-F415-8F131174862B}"/>
                  </a:ext>
                </a:extLst>
              </p:cNvPr>
              <p:cNvSpPr/>
              <p:nvPr/>
            </p:nvSpPr>
            <p:spPr>
              <a:xfrm>
                <a:off x="2843953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g3825">
                <a:extLst>
                  <a:ext uri="{FF2B5EF4-FFF2-40B4-BE49-F238E27FC236}">
                    <a16:creationId xmlns:a16="http://schemas.microsoft.com/office/drawing/2014/main" id="{56228321-9608-E3F1-9661-4D645D89F4D9}"/>
                  </a:ext>
                </a:extLst>
              </p:cNvPr>
              <p:cNvSpPr/>
              <p:nvPr/>
            </p:nvSpPr>
            <p:spPr>
              <a:xfrm>
                <a:off x="2855590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g3826">
                <a:extLst>
                  <a:ext uri="{FF2B5EF4-FFF2-40B4-BE49-F238E27FC236}">
                    <a16:creationId xmlns:a16="http://schemas.microsoft.com/office/drawing/2014/main" id="{DF4B3C83-AB87-F0E2-BFD7-2FAD3A0086D6}"/>
                  </a:ext>
                </a:extLst>
              </p:cNvPr>
              <p:cNvSpPr/>
              <p:nvPr/>
            </p:nvSpPr>
            <p:spPr>
              <a:xfrm>
                <a:off x="2867227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g3827">
                <a:extLst>
                  <a:ext uri="{FF2B5EF4-FFF2-40B4-BE49-F238E27FC236}">
                    <a16:creationId xmlns:a16="http://schemas.microsoft.com/office/drawing/2014/main" id="{1D851A3E-BA50-0E9C-D8ED-5E0C41AB6C61}"/>
                  </a:ext>
                </a:extLst>
              </p:cNvPr>
              <p:cNvSpPr/>
              <p:nvPr/>
            </p:nvSpPr>
            <p:spPr>
              <a:xfrm>
                <a:off x="2878865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g3828">
                <a:extLst>
                  <a:ext uri="{FF2B5EF4-FFF2-40B4-BE49-F238E27FC236}">
                    <a16:creationId xmlns:a16="http://schemas.microsoft.com/office/drawing/2014/main" id="{5985BAED-A067-2776-B1A3-5FF100C5790F}"/>
                  </a:ext>
                </a:extLst>
              </p:cNvPr>
              <p:cNvSpPr/>
              <p:nvPr/>
            </p:nvSpPr>
            <p:spPr>
              <a:xfrm>
                <a:off x="2890502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g3829">
                <a:extLst>
                  <a:ext uri="{FF2B5EF4-FFF2-40B4-BE49-F238E27FC236}">
                    <a16:creationId xmlns:a16="http://schemas.microsoft.com/office/drawing/2014/main" id="{4EA5F190-4EBC-8E73-CCA6-039C44E3F5BD}"/>
                  </a:ext>
                </a:extLst>
              </p:cNvPr>
              <p:cNvSpPr/>
              <p:nvPr/>
            </p:nvSpPr>
            <p:spPr>
              <a:xfrm>
                <a:off x="2843953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g3830">
                <a:extLst>
                  <a:ext uri="{FF2B5EF4-FFF2-40B4-BE49-F238E27FC236}">
                    <a16:creationId xmlns:a16="http://schemas.microsoft.com/office/drawing/2014/main" id="{F4497B53-DE9B-19CF-0238-D1648F9F7A31}"/>
                  </a:ext>
                </a:extLst>
              </p:cNvPr>
              <p:cNvSpPr/>
              <p:nvPr/>
            </p:nvSpPr>
            <p:spPr>
              <a:xfrm>
                <a:off x="2855590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g3831">
                <a:extLst>
                  <a:ext uri="{FF2B5EF4-FFF2-40B4-BE49-F238E27FC236}">
                    <a16:creationId xmlns:a16="http://schemas.microsoft.com/office/drawing/2014/main" id="{0705A8D3-9F90-5D22-BEDC-53BA0575A860}"/>
                  </a:ext>
                </a:extLst>
              </p:cNvPr>
              <p:cNvSpPr/>
              <p:nvPr/>
            </p:nvSpPr>
            <p:spPr>
              <a:xfrm>
                <a:off x="2867227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g3832">
                <a:extLst>
                  <a:ext uri="{FF2B5EF4-FFF2-40B4-BE49-F238E27FC236}">
                    <a16:creationId xmlns:a16="http://schemas.microsoft.com/office/drawing/2014/main" id="{470A9166-A0DE-1B78-F157-DC2BE389845A}"/>
                  </a:ext>
                </a:extLst>
              </p:cNvPr>
              <p:cNvSpPr/>
              <p:nvPr/>
            </p:nvSpPr>
            <p:spPr>
              <a:xfrm>
                <a:off x="2878865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g3833">
                <a:extLst>
                  <a:ext uri="{FF2B5EF4-FFF2-40B4-BE49-F238E27FC236}">
                    <a16:creationId xmlns:a16="http://schemas.microsoft.com/office/drawing/2014/main" id="{00B924D2-2018-B1BD-2850-A354E93E91FE}"/>
                  </a:ext>
                </a:extLst>
              </p:cNvPr>
              <p:cNvSpPr/>
              <p:nvPr/>
            </p:nvSpPr>
            <p:spPr>
              <a:xfrm>
                <a:off x="2832315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g3834">
                <a:extLst>
                  <a:ext uri="{FF2B5EF4-FFF2-40B4-BE49-F238E27FC236}">
                    <a16:creationId xmlns:a16="http://schemas.microsoft.com/office/drawing/2014/main" id="{84D50B07-4B47-1A6E-37DD-2A8A2DF8EDD1}"/>
                  </a:ext>
                </a:extLst>
              </p:cNvPr>
              <p:cNvSpPr/>
              <p:nvPr/>
            </p:nvSpPr>
            <p:spPr>
              <a:xfrm>
                <a:off x="2843953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g3835">
                <a:extLst>
                  <a:ext uri="{FF2B5EF4-FFF2-40B4-BE49-F238E27FC236}">
                    <a16:creationId xmlns:a16="http://schemas.microsoft.com/office/drawing/2014/main" id="{F316F596-A8FA-3636-F170-B39F3C171B4D}"/>
                  </a:ext>
                </a:extLst>
              </p:cNvPr>
              <p:cNvSpPr/>
              <p:nvPr/>
            </p:nvSpPr>
            <p:spPr>
              <a:xfrm>
                <a:off x="2855590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g3836">
                <a:extLst>
                  <a:ext uri="{FF2B5EF4-FFF2-40B4-BE49-F238E27FC236}">
                    <a16:creationId xmlns:a16="http://schemas.microsoft.com/office/drawing/2014/main" id="{4F90EEC5-9E1D-619A-0C44-C48B07D005A4}"/>
                  </a:ext>
                </a:extLst>
              </p:cNvPr>
              <p:cNvSpPr/>
              <p:nvPr/>
            </p:nvSpPr>
            <p:spPr>
              <a:xfrm>
                <a:off x="2867227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g3837">
                <a:extLst>
                  <a:ext uri="{FF2B5EF4-FFF2-40B4-BE49-F238E27FC236}">
                    <a16:creationId xmlns:a16="http://schemas.microsoft.com/office/drawing/2014/main" id="{F71983B8-25CE-1D8B-EB03-61D525252CAE}"/>
                  </a:ext>
                </a:extLst>
              </p:cNvPr>
              <p:cNvSpPr/>
              <p:nvPr/>
            </p:nvSpPr>
            <p:spPr>
              <a:xfrm>
                <a:off x="2878865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g3838">
                <a:extLst>
                  <a:ext uri="{FF2B5EF4-FFF2-40B4-BE49-F238E27FC236}">
                    <a16:creationId xmlns:a16="http://schemas.microsoft.com/office/drawing/2014/main" id="{A69F3918-B160-6695-3854-58B2E49DAC81}"/>
                  </a:ext>
                </a:extLst>
              </p:cNvPr>
              <p:cNvSpPr/>
              <p:nvPr/>
            </p:nvSpPr>
            <p:spPr>
              <a:xfrm>
                <a:off x="2832315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g3839">
                <a:extLst>
                  <a:ext uri="{FF2B5EF4-FFF2-40B4-BE49-F238E27FC236}">
                    <a16:creationId xmlns:a16="http://schemas.microsoft.com/office/drawing/2014/main" id="{38E70C5E-C6AC-5ABD-933D-AC3A1562F295}"/>
                  </a:ext>
                </a:extLst>
              </p:cNvPr>
              <p:cNvSpPr/>
              <p:nvPr/>
            </p:nvSpPr>
            <p:spPr>
              <a:xfrm>
                <a:off x="2843953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g3840">
                <a:extLst>
                  <a:ext uri="{FF2B5EF4-FFF2-40B4-BE49-F238E27FC236}">
                    <a16:creationId xmlns:a16="http://schemas.microsoft.com/office/drawing/2014/main" id="{FB70AAA5-7D0D-EFCC-83B6-49BD9FC1F5EC}"/>
                  </a:ext>
                </a:extLst>
              </p:cNvPr>
              <p:cNvSpPr/>
              <p:nvPr/>
            </p:nvSpPr>
            <p:spPr>
              <a:xfrm>
                <a:off x="2855590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g3841">
                <a:extLst>
                  <a:ext uri="{FF2B5EF4-FFF2-40B4-BE49-F238E27FC236}">
                    <a16:creationId xmlns:a16="http://schemas.microsoft.com/office/drawing/2014/main" id="{5C2205E7-0E63-58D3-971A-668DCD2737E7}"/>
                  </a:ext>
                </a:extLst>
              </p:cNvPr>
              <p:cNvSpPr/>
              <p:nvPr/>
            </p:nvSpPr>
            <p:spPr>
              <a:xfrm>
                <a:off x="2867227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g3842">
                <a:extLst>
                  <a:ext uri="{FF2B5EF4-FFF2-40B4-BE49-F238E27FC236}">
                    <a16:creationId xmlns:a16="http://schemas.microsoft.com/office/drawing/2014/main" id="{18801CF2-1715-1FDD-DED2-9AF1A8B0F839}"/>
                  </a:ext>
                </a:extLst>
              </p:cNvPr>
              <p:cNvSpPr/>
              <p:nvPr/>
            </p:nvSpPr>
            <p:spPr>
              <a:xfrm>
                <a:off x="2878865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g3843">
                <a:extLst>
                  <a:ext uri="{FF2B5EF4-FFF2-40B4-BE49-F238E27FC236}">
                    <a16:creationId xmlns:a16="http://schemas.microsoft.com/office/drawing/2014/main" id="{31EEC98D-B006-5A7E-5059-83FB23EA8CA6}"/>
                  </a:ext>
                </a:extLst>
              </p:cNvPr>
              <p:cNvSpPr/>
              <p:nvPr/>
            </p:nvSpPr>
            <p:spPr>
              <a:xfrm>
                <a:off x="2832315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g3844">
                <a:extLst>
                  <a:ext uri="{FF2B5EF4-FFF2-40B4-BE49-F238E27FC236}">
                    <a16:creationId xmlns:a16="http://schemas.microsoft.com/office/drawing/2014/main" id="{D0BF071B-BB32-8A53-2EA3-E6EE3C168A2C}"/>
                  </a:ext>
                </a:extLst>
              </p:cNvPr>
              <p:cNvSpPr/>
              <p:nvPr/>
            </p:nvSpPr>
            <p:spPr>
              <a:xfrm>
                <a:off x="2843953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g3845">
                <a:extLst>
                  <a:ext uri="{FF2B5EF4-FFF2-40B4-BE49-F238E27FC236}">
                    <a16:creationId xmlns:a16="http://schemas.microsoft.com/office/drawing/2014/main" id="{F9124651-796C-C35F-75B5-62B21F4F5F9B}"/>
                  </a:ext>
                </a:extLst>
              </p:cNvPr>
              <p:cNvSpPr/>
              <p:nvPr/>
            </p:nvSpPr>
            <p:spPr>
              <a:xfrm>
                <a:off x="2855590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g3846">
                <a:extLst>
                  <a:ext uri="{FF2B5EF4-FFF2-40B4-BE49-F238E27FC236}">
                    <a16:creationId xmlns:a16="http://schemas.microsoft.com/office/drawing/2014/main" id="{5E37A004-F4A4-30AC-4CE6-8B45D15D0AC8}"/>
                  </a:ext>
                </a:extLst>
              </p:cNvPr>
              <p:cNvSpPr/>
              <p:nvPr/>
            </p:nvSpPr>
            <p:spPr>
              <a:xfrm>
                <a:off x="2867227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g3847">
                <a:extLst>
                  <a:ext uri="{FF2B5EF4-FFF2-40B4-BE49-F238E27FC236}">
                    <a16:creationId xmlns:a16="http://schemas.microsoft.com/office/drawing/2014/main" id="{B36A41A0-FC95-344E-88DF-7E7F59F74D75}"/>
                  </a:ext>
                </a:extLst>
              </p:cNvPr>
              <p:cNvSpPr/>
              <p:nvPr/>
            </p:nvSpPr>
            <p:spPr>
              <a:xfrm>
                <a:off x="2878865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g3848">
                <a:extLst>
                  <a:ext uri="{FF2B5EF4-FFF2-40B4-BE49-F238E27FC236}">
                    <a16:creationId xmlns:a16="http://schemas.microsoft.com/office/drawing/2014/main" id="{25D66D21-6817-D19D-BDCA-0309A58524EE}"/>
                  </a:ext>
                </a:extLst>
              </p:cNvPr>
              <p:cNvSpPr/>
              <p:nvPr/>
            </p:nvSpPr>
            <p:spPr>
              <a:xfrm>
                <a:off x="2832315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g3849">
                <a:extLst>
                  <a:ext uri="{FF2B5EF4-FFF2-40B4-BE49-F238E27FC236}">
                    <a16:creationId xmlns:a16="http://schemas.microsoft.com/office/drawing/2014/main" id="{D4FBC70E-9DBA-85BC-AAA1-37FE6FA8537A}"/>
                  </a:ext>
                </a:extLst>
              </p:cNvPr>
              <p:cNvSpPr/>
              <p:nvPr/>
            </p:nvSpPr>
            <p:spPr>
              <a:xfrm>
                <a:off x="2843953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g3850">
                <a:extLst>
                  <a:ext uri="{FF2B5EF4-FFF2-40B4-BE49-F238E27FC236}">
                    <a16:creationId xmlns:a16="http://schemas.microsoft.com/office/drawing/2014/main" id="{EAE6DC2A-6235-B146-D691-E174D858AFA2}"/>
                  </a:ext>
                </a:extLst>
              </p:cNvPr>
              <p:cNvSpPr/>
              <p:nvPr/>
            </p:nvSpPr>
            <p:spPr>
              <a:xfrm>
                <a:off x="2855590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g3851">
                <a:extLst>
                  <a:ext uri="{FF2B5EF4-FFF2-40B4-BE49-F238E27FC236}">
                    <a16:creationId xmlns:a16="http://schemas.microsoft.com/office/drawing/2014/main" id="{8FBDF522-4E4F-0BCC-61DF-4FFBB400C6E2}"/>
                  </a:ext>
                </a:extLst>
              </p:cNvPr>
              <p:cNvSpPr/>
              <p:nvPr/>
            </p:nvSpPr>
            <p:spPr>
              <a:xfrm>
                <a:off x="2867227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g3852">
                <a:extLst>
                  <a:ext uri="{FF2B5EF4-FFF2-40B4-BE49-F238E27FC236}">
                    <a16:creationId xmlns:a16="http://schemas.microsoft.com/office/drawing/2014/main" id="{14C60EBE-E6EC-EC5E-E3D2-D0F26F8EDBDD}"/>
                  </a:ext>
                </a:extLst>
              </p:cNvPr>
              <p:cNvSpPr/>
              <p:nvPr/>
            </p:nvSpPr>
            <p:spPr>
              <a:xfrm>
                <a:off x="2832315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g3853">
                <a:extLst>
                  <a:ext uri="{FF2B5EF4-FFF2-40B4-BE49-F238E27FC236}">
                    <a16:creationId xmlns:a16="http://schemas.microsoft.com/office/drawing/2014/main" id="{66873AA7-4736-B5EB-A63A-C86D1C52EE0B}"/>
                  </a:ext>
                </a:extLst>
              </p:cNvPr>
              <p:cNvSpPr/>
              <p:nvPr/>
            </p:nvSpPr>
            <p:spPr>
              <a:xfrm>
                <a:off x="2843953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g3854">
                <a:extLst>
                  <a:ext uri="{FF2B5EF4-FFF2-40B4-BE49-F238E27FC236}">
                    <a16:creationId xmlns:a16="http://schemas.microsoft.com/office/drawing/2014/main" id="{CB8FB82C-8275-947D-A6BE-0EEDE1AB4A50}"/>
                  </a:ext>
                </a:extLst>
              </p:cNvPr>
              <p:cNvSpPr/>
              <p:nvPr/>
            </p:nvSpPr>
            <p:spPr>
              <a:xfrm>
                <a:off x="2855590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g3855">
                <a:extLst>
                  <a:ext uri="{FF2B5EF4-FFF2-40B4-BE49-F238E27FC236}">
                    <a16:creationId xmlns:a16="http://schemas.microsoft.com/office/drawing/2014/main" id="{437E99A8-73EC-0069-34B1-E1813F0CB733}"/>
                  </a:ext>
                </a:extLst>
              </p:cNvPr>
              <p:cNvSpPr/>
              <p:nvPr/>
            </p:nvSpPr>
            <p:spPr>
              <a:xfrm>
                <a:off x="2867227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g3856">
                <a:extLst>
                  <a:ext uri="{FF2B5EF4-FFF2-40B4-BE49-F238E27FC236}">
                    <a16:creationId xmlns:a16="http://schemas.microsoft.com/office/drawing/2014/main" id="{D0FA3DCC-503D-C5F2-3034-CBE691613A89}"/>
                  </a:ext>
                </a:extLst>
              </p:cNvPr>
              <p:cNvSpPr/>
              <p:nvPr/>
            </p:nvSpPr>
            <p:spPr>
              <a:xfrm>
                <a:off x="2832315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g3857">
                <a:extLst>
                  <a:ext uri="{FF2B5EF4-FFF2-40B4-BE49-F238E27FC236}">
                    <a16:creationId xmlns:a16="http://schemas.microsoft.com/office/drawing/2014/main" id="{BDEE09BD-C365-0A8D-1731-AA0A97562F96}"/>
                  </a:ext>
                </a:extLst>
              </p:cNvPr>
              <p:cNvSpPr/>
              <p:nvPr/>
            </p:nvSpPr>
            <p:spPr>
              <a:xfrm>
                <a:off x="2843953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g3858">
                <a:extLst>
                  <a:ext uri="{FF2B5EF4-FFF2-40B4-BE49-F238E27FC236}">
                    <a16:creationId xmlns:a16="http://schemas.microsoft.com/office/drawing/2014/main" id="{A39ABC43-E1F1-6483-E74C-B6F101DE45B5}"/>
                  </a:ext>
                </a:extLst>
              </p:cNvPr>
              <p:cNvSpPr/>
              <p:nvPr/>
            </p:nvSpPr>
            <p:spPr>
              <a:xfrm>
                <a:off x="2855590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g3859">
                <a:extLst>
                  <a:ext uri="{FF2B5EF4-FFF2-40B4-BE49-F238E27FC236}">
                    <a16:creationId xmlns:a16="http://schemas.microsoft.com/office/drawing/2014/main" id="{0348CFFA-84F2-8533-D165-D131D67108E2}"/>
                  </a:ext>
                </a:extLst>
              </p:cNvPr>
              <p:cNvSpPr/>
              <p:nvPr/>
            </p:nvSpPr>
            <p:spPr>
              <a:xfrm>
                <a:off x="2867227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g3860">
                <a:extLst>
                  <a:ext uri="{FF2B5EF4-FFF2-40B4-BE49-F238E27FC236}">
                    <a16:creationId xmlns:a16="http://schemas.microsoft.com/office/drawing/2014/main" id="{7ACB82C5-B602-C44A-740F-8BE7F64FFBF4}"/>
                  </a:ext>
                </a:extLst>
              </p:cNvPr>
              <p:cNvSpPr/>
              <p:nvPr/>
            </p:nvSpPr>
            <p:spPr>
              <a:xfrm>
                <a:off x="2832315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g3861">
                <a:extLst>
                  <a:ext uri="{FF2B5EF4-FFF2-40B4-BE49-F238E27FC236}">
                    <a16:creationId xmlns:a16="http://schemas.microsoft.com/office/drawing/2014/main" id="{BA415BBD-BD76-63D5-EAC6-5C2F05F2E092}"/>
                  </a:ext>
                </a:extLst>
              </p:cNvPr>
              <p:cNvSpPr/>
              <p:nvPr/>
            </p:nvSpPr>
            <p:spPr>
              <a:xfrm>
                <a:off x="2843953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g3862">
                <a:extLst>
                  <a:ext uri="{FF2B5EF4-FFF2-40B4-BE49-F238E27FC236}">
                    <a16:creationId xmlns:a16="http://schemas.microsoft.com/office/drawing/2014/main" id="{A9627B67-0014-287D-8A1A-D9F8B0DAA61E}"/>
                  </a:ext>
                </a:extLst>
              </p:cNvPr>
              <p:cNvSpPr/>
              <p:nvPr/>
            </p:nvSpPr>
            <p:spPr>
              <a:xfrm>
                <a:off x="2855590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g3863">
                <a:extLst>
                  <a:ext uri="{FF2B5EF4-FFF2-40B4-BE49-F238E27FC236}">
                    <a16:creationId xmlns:a16="http://schemas.microsoft.com/office/drawing/2014/main" id="{0DF977BC-12D2-2D0E-1CEB-0D82E043EA43}"/>
                  </a:ext>
                </a:extLst>
              </p:cNvPr>
              <p:cNvSpPr/>
              <p:nvPr/>
            </p:nvSpPr>
            <p:spPr>
              <a:xfrm>
                <a:off x="2867227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g3864">
                <a:extLst>
                  <a:ext uri="{FF2B5EF4-FFF2-40B4-BE49-F238E27FC236}">
                    <a16:creationId xmlns:a16="http://schemas.microsoft.com/office/drawing/2014/main" id="{C4D4EC86-F1A0-5E68-C1C8-74F26B1247F4}"/>
                  </a:ext>
                </a:extLst>
              </p:cNvPr>
              <p:cNvSpPr/>
              <p:nvPr/>
            </p:nvSpPr>
            <p:spPr>
              <a:xfrm>
                <a:off x="2832315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g3865">
                <a:extLst>
                  <a:ext uri="{FF2B5EF4-FFF2-40B4-BE49-F238E27FC236}">
                    <a16:creationId xmlns:a16="http://schemas.microsoft.com/office/drawing/2014/main" id="{9908BD84-EF5D-19B6-AC79-D69FBE8A2E32}"/>
                  </a:ext>
                </a:extLst>
              </p:cNvPr>
              <p:cNvSpPr/>
              <p:nvPr/>
            </p:nvSpPr>
            <p:spPr>
              <a:xfrm>
                <a:off x="2843953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g3866">
                <a:extLst>
                  <a:ext uri="{FF2B5EF4-FFF2-40B4-BE49-F238E27FC236}">
                    <a16:creationId xmlns:a16="http://schemas.microsoft.com/office/drawing/2014/main" id="{48E4C757-B789-2682-7C4A-76B34ADFBB49}"/>
                  </a:ext>
                </a:extLst>
              </p:cNvPr>
              <p:cNvSpPr/>
              <p:nvPr/>
            </p:nvSpPr>
            <p:spPr>
              <a:xfrm>
                <a:off x="2855590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g3867">
                <a:extLst>
                  <a:ext uri="{FF2B5EF4-FFF2-40B4-BE49-F238E27FC236}">
                    <a16:creationId xmlns:a16="http://schemas.microsoft.com/office/drawing/2014/main" id="{1E372695-918E-8C5F-479F-E136D04D9959}"/>
                  </a:ext>
                </a:extLst>
              </p:cNvPr>
              <p:cNvSpPr/>
              <p:nvPr/>
            </p:nvSpPr>
            <p:spPr>
              <a:xfrm>
                <a:off x="2399291" y="2540116"/>
                <a:ext cx="3705599" cy="2850404"/>
              </a:xfrm>
              <a:custGeom>
                <a:avLst/>
                <a:gdLst/>
                <a:ahLst/>
                <a:cxnLst/>
                <a:rect l="0" t="0" r="0" b="0"/>
                <a:pathLst>
                  <a:path w="3705599" h="2850404">
                    <a:moveTo>
                      <a:pt x="2893187" y="266106"/>
                    </a:moveTo>
                    <a:lnTo>
                      <a:pt x="2917831" y="266068"/>
                    </a:lnTo>
                    <a:lnTo>
                      <a:pt x="2961871" y="266005"/>
                    </a:lnTo>
                    <a:lnTo>
                      <a:pt x="3005910" y="265941"/>
                    </a:lnTo>
                    <a:lnTo>
                      <a:pt x="3049950" y="265884"/>
                    </a:lnTo>
                    <a:lnTo>
                      <a:pt x="3093989" y="265820"/>
                    </a:lnTo>
                    <a:lnTo>
                      <a:pt x="3138033" y="265757"/>
                    </a:lnTo>
                    <a:lnTo>
                      <a:pt x="3182073" y="265693"/>
                    </a:lnTo>
                    <a:lnTo>
                      <a:pt x="3226112" y="265630"/>
                    </a:lnTo>
                    <a:lnTo>
                      <a:pt x="3236535" y="240559"/>
                    </a:lnTo>
                    <a:lnTo>
                      <a:pt x="3246246" y="228887"/>
                    </a:lnTo>
                    <a:lnTo>
                      <a:pt x="3259547" y="232754"/>
                    </a:lnTo>
                    <a:lnTo>
                      <a:pt x="3266632" y="232430"/>
                    </a:lnTo>
                    <a:lnTo>
                      <a:pt x="3274508" y="226410"/>
                    </a:lnTo>
                    <a:lnTo>
                      <a:pt x="3280895" y="222752"/>
                    </a:lnTo>
                    <a:lnTo>
                      <a:pt x="3285102" y="223292"/>
                    </a:lnTo>
                    <a:lnTo>
                      <a:pt x="3288693" y="228804"/>
                    </a:lnTo>
                    <a:lnTo>
                      <a:pt x="3291680" y="232481"/>
                    </a:lnTo>
                    <a:lnTo>
                      <a:pt x="3295168" y="231408"/>
                    </a:lnTo>
                    <a:lnTo>
                      <a:pt x="3298155" y="226207"/>
                    </a:lnTo>
                    <a:lnTo>
                      <a:pt x="3298052" y="218993"/>
                    </a:lnTo>
                    <a:lnTo>
                      <a:pt x="3302140" y="213970"/>
                    </a:lnTo>
                    <a:lnTo>
                      <a:pt x="3306992" y="213201"/>
                    </a:lnTo>
                    <a:lnTo>
                      <a:pt x="3311478" y="213360"/>
                    </a:lnTo>
                    <a:lnTo>
                      <a:pt x="3313715" y="210909"/>
                    </a:lnTo>
                    <a:lnTo>
                      <a:pt x="3313467" y="207391"/>
                    </a:lnTo>
                    <a:lnTo>
                      <a:pt x="3311850" y="201726"/>
                    </a:lnTo>
                    <a:lnTo>
                      <a:pt x="3312398" y="194906"/>
                    </a:lnTo>
                    <a:lnTo>
                      <a:pt x="3323601" y="182859"/>
                    </a:lnTo>
                    <a:lnTo>
                      <a:pt x="3337337" y="174686"/>
                    </a:lnTo>
                    <a:lnTo>
                      <a:pt x="3342153" y="170603"/>
                    </a:lnTo>
                    <a:lnTo>
                      <a:pt x="3343554" y="162322"/>
                    </a:lnTo>
                    <a:lnTo>
                      <a:pt x="3351429" y="153717"/>
                    </a:lnTo>
                    <a:lnTo>
                      <a:pt x="3355367" y="148770"/>
                    </a:lnTo>
                    <a:lnTo>
                      <a:pt x="3356328" y="144471"/>
                    </a:lnTo>
                    <a:lnTo>
                      <a:pt x="3354287" y="139181"/>
                    </a:lnTo>
                    <a:lnTo>
                      <a:pt x="3354494" y="129097"/>
                    </a:lnTo>
                    <a:lnTo>
                      <a:pt x="3357202" y="117050"/>
                    </a:lnTo>
                    <a:lnTo>
                      <a:pt x="3360442" y="103930"/>
                    </a:lnTo>
                    <a:lnTo>
                      <a:pt x="3367703" y="92099"/>
                    </a:lnTo>
                    <a:lnTo>
                      <a:pt x="3379609" y="79195"/>
                    </a:lnTo>
                    <a:lnTo>
                      <a:pt x="3382673" y="62240"/>
                    </a:lnTo>
                    <a:lnTo>
                      <a:pt x="3385903" y="44357"/>
                    </a:lnTo>
                    <a:lnTo>
                      <a:pt x="3400295" y="26932"/>
                    </a:lnTo>
                    <a:lnTo>
                      <a:pt x="3416615" y="7169"/>
                    </a:lnTo>
                    <a:lnTo>
                      <a:pt x="3422535" y="0"/>
                    </a:lnTo>
                    <a:lnTo>
                      <a:pt x="3618932" y="0"/>
                    </a:lnTo>
                    <a:lnTo>
                      <a:pt x="3619257" y="14859"/>
                    </a:lnTo>
                    <a:lnTo>
                      <a:pt x="3619521" y="35130"/>
                    </a:lnTo>
                    <a:lnTo>
                      <a:pt x="3619800" y="56493"/>
                    </a:lnTo>
                    <a:lnTo>
                      <a:pt x="3620001" y="71740"/>
                    </a:lnTo>
                    <a:lnTo>
                      <a:pt x="3620347" y="92677"/>
                    </a:lnTo>
                    <a:lnTo>
                      <a:pt x="3620621" y="109334"/>
                    </a:lnTo>
                    <a:lnTo>
                      <a:pt x="3620988" y="131078"/>
                    </a:lnTo>
                    <a:lnTo>
                      <a:pt x="3621179" y="142699"/>
                    </a:lnTo>
                    <a:lnTo>
                      <a:pt x="3623045" y="146052"/>
                    </a:lnTo>
                    <a:lnTo>
                      <a:pt x="3621924" y="150631"/>
                    </a:lnTo>
                    <a:lnTo>
                      <a:pt x="3621433" y="152923"/>
                    </a:lnTo>
                    <a:lnTo>
                      <a:pt x="3621552" y="154746"/>
                    </a:lnTo>
                    <a:lnTo>
                      <a:pt x="3622296" y="157038"/>
                    </a:lnTo>
                    <a:lnTo>
                      <a:pt x="3622172" y="160245"/>
                    </a:lnTo>
                    <a:lnTo>
                      <a:pt x="3620435" y="163147"/>
                    </a:lnTo>
                    <a:lnTo>
                      <a:pt x="3619567" y="166500"/>
                    </a:lnTo>
                    <a:lnTo>
                      <a:pt x="3619319" y="171993"/>
                    </a:lnTo>
                    <a:lnTo>
                      <a:pt x="3621179" y="175353"/>
                    </a:lnTo>
                    <a:lnTo>
                      <a:pt x="3624285" y="177334"/>
                    </a:lnTo>
                    <a:lnTo>
                      <a:pt x="3626895" y="177334"/>
                    </a:lnTo>
                    <a:lnTo>
                      <a:pt x="3630249" y="179322"/>
                    </a:lnTo>
                    <a:lnTo>
                      <a:pt x="3634595" y="182834"/>
                    </a:lnTo>
                    <a:lnTo>
                      <a:pt x="3641173" y="185882"/>
                    </a:lnTo>
                    <a:lnTo>
                      <a:pt x="3648005" y="186949"/>
                    </a:lnTo>
                    <a:lnTo>
                      <a:pt x="3652723" y="186187"/>
                    </a:lnTo>
                    <a:lnTo>
                      <a:pt x="3658434" y="188174"/>
                    </a:lnTo>
                    <a:lnTo>
                      <a:pt x="3660423" y="193058"/>
                    </a:lnTo>
                    <a:lnTo>
                      <a:pt x="3659307" y="197630"/>
                    </a:lnTo>
                    <a:lnTo>
                      <a:pt x="3656077" y="199770"/>
                    </a:lnTo>
                    <a:lnTo>
                      <a:pt x="3652599" y="201453"/>
                    </a:lnTo>
                    <a:lnTo>
                      <a:pt x="3651979" y="204958"/>
                    </a:lnTo>
                    <a:lnTo>
                      <a:pt x="3653715" y="208623"/>
                    </a:lnTo>
                    <a:lnTo>
                      <a:pt x="3656201" y="211829"/>
                    </a:lnTo>
                    <a:lnTo>
                      <a:pt x="3658935" y="217462"/>
                    </a:lnTo>
                    <a:lnTo>
                      <a:pt x="3657813" y="222346"/>
                    </a:lnTo>
                    <a:lnTo>
                      <a:pt x="3655333" y="226467"/>
                    </a:lnTo>
                    <a:lnTo>
                      <a:pt x="3654212" y="230735"/>
                    </a:lnTo>
                    <a:lnTo>
                      <a:pt x="3656325" y="234405"/>
                    </a:lnTo>
                    <a:lnTo>
                      <a:pt x="3661912" y="239282"/>
                    </a:lnTo>
                    <a:lnTo>
                      <a:pt x="3665389" y="244013"/>
                    </a:lnTo>
                    <a:lnTo>
                      <a:pt x="3670857" y="246611"/>
                    </a:lnTo>
                    <a:lnTo>
                      <a:pt x="3673461" y="244775"/>
                    </a:lnTo>
                    <a:lnTo>
                      <a:pt x="3675575" y="242330"/>
                    </a:lnTo>
                    <a:lnTo>
                      <a:pt x="3677807" y="240501"/>
                    </a:lnTo>
                    <a:lnTo>
                      <a:pt x="3681657" y="241575"/>
                    </a:lnTo>
                    <a:lnTo>
                      <a:pt x="3686127" y="242946"/>
                    </a:lnTo>
                    <a:lnTo>
                      <a:pt x="3691011" y="244578"/>
                    </a:lnTo>
                    <a:lnTo>
                      <a:pt x="3690427" y="248535"/>
                    </a:lnTo>
                    <a:lnTo>
                      <a:pt x="3693404" y="255203"/>
                    </a:lnTo>
                    <a:lnTo>
                      <a:pt x="3695708" y="268024"/>
                    </a:lnTo>
                    <a:lnTo>
                      <a:pt x="3692169" y="273847"/>
                    </a:lnTo>
                    <a:lnTo>
                      <a:pt x="3692928" y="281563"/>
                    </a:lnTo>
                    <a:lnTo>
                      <a:pt x="3702742" y="283811"/>
                    </a:lnTo>
                    <a:lnTo>
                      <a:pt x="3705129" y="286173"/>
                    </a:lnTo>
                    <a:lnTo>
                      <a:pt x="3705599" y="289025"/>
                    </a:lnTo>
                    <a:lnTo>
                      <a:pt x="3683983" y="308806"/>
                    </a:lnTo>
                    <a:lnTo>
                      <a:pt x="3665694" y="306037"/>
                    </a:lnTo>
                    <a:lnTo>
                      <a:pt x="3655772" y="311283"/>
                    </a:lnTo>
                    <a:lnTo>
                      <a:pt x="3645380" y="312813"/>
                    </a:lnTo>
                    <a:lnTo>
                      <a:pt x="3640822" y="321653"/>
                    </a:lnTo>
                    <a:lnTo>
                      <a:pt x="3635117" y="323526"/>
                    </a:lnTo>
                    <a:lnTo>
                      <a:pt x="3627303" y="322993"/>
                    </a:lnTo>
                    <a:lnTo>
                      <a:pt x="3620565" y="320497"/>
                    </a:lnTo>
                    <a:lnTo>
                      <a:pt x="3615423" y="321723"/>
                    </a:lnTo>
                    <a:lnTo>
                      <a:pt x="3608229" y="337675"/>
                    </a:lnTo>
                    <a:lnTo>
                      <a:pt x="3602338" y="336284"/>
                    </a:lnTo>
                    <a:lnTo>
                      <a:pt x="3599992" y="342025"/>
                    </a:lnTo>
                    <a:lnTo>
                      <a:pt x="3596912" y="344534"/>
                    </a:lnTo>
                    <a:lnTo>
                      <a:pt x="3592395" y="346686"/>
                    </a:lnTo>
                    <a:lnTo>
                      <a:pt x="3588473" y="339599"/>
                    </a:lnTo>
                    <a:lnTo>
                      <a:pt x="3585977" y="332862"/>
                    </a:lnTo>
                    <a:lnTo>
                      <a:pt x="3582298" y="331382"/>
                    </a:lnTo>
                    <a:lnTo>
                      <a:pt x="3577409" y="329661"/>
                    </a:lnTo>
                    <a:lnTo>
                      <a:pt x="3572381" y="329718"/>
                    </a:lnTo>
                    <a:lnTo>
                      <a:pt x="3569027" y="330683"/>
                    </a:lnTo>
                    <a:lnTo>
                      <a:pt x="3564867" y="335040"/>
                    </a:lnTo>
                    <a:lnTo>
                      <a:pt x="3558836" y="338780"/>
                    </a:lnTo>
                    <a:lnTo>
                      <a:pt x="3554273" y="335662"/>
                    </a:lnTo>
                    <a:lnTo>
                      <a:pt x="3550702" y="330652"/>
                    </a:lnTo>
                    <a:lnTo>
                      <a:pt x="3547648" y="338710"/>
                    </a:lnTo>
                    <a:lnTo>
                      <a:pt x="3543204" y="347220"/>
                    </a:lnTo>
                    <a:lnTo>
                      <a:pt x="3543943" y="357145"/>
                    </a:lnTo>
                    <a:lnTo>
                      <a:pt x="3542031" y="363032"/>
                    </a:lnTo>
                    <a:lnTo>
                      <a:pt x="3537814" y="361445"/>
                    </a:lnTo>
                    <a:lnTo>
                      <a:pt x="3533618" y="356282"/>
                    </a:lnTo>
                    <a:lnTo>
                      <a:pt x="3521840" y="352154"/>
                    </a:lnTo>
                    <a:lnTo>
                      <a:pt x="3512461" y="352535"/>
                    </a:lnTo>
                    <a:lnTo>
                      <a:pt x="3514368" y="347023"/>
                    </a:lnTo>
                    <a:lnTo>
                      <a:pt x="3523236" y="339110"/>
                    </a:lnTo>
                    <a:lnTo>
                      <a:pt x="3520507" y="337561"/>
                    </a:lnTo>
                    <a:lnTo>
                      <a:pt x="3516156" y="338659"/>
                    </a:lnTo>
                    <a:lnTo>
                      <a:pt x="3514259" y="337561"/>
                    </a:lnTo>
                    <a:lnTo>
                      <a:pt x="3517370" y="330372"/>
                    </a:lnTo>
                    <a:lnTo>
                      <a:pt x="3517670" y="322441"/>
                    </a:lnTo>
                    <a:lnTo>
                      <a:pt x="3513701" y="325216"/>
                    </a:lnTo>
                    <a:lnTo>
                      <a:pt x="3508709" y="333585"/>
                    </a:lnTo>
                    <a:lnTo>
                      <a:pt x="3496632" y="340247"/>
                    </a:lnTo>
                    <a:lnTo>
                      <a:pt x="3497195" y="351398"/>
                    </a:lnTo>
                    <a:lnTo>
                      <a:pt x="3485826" y="374253"/>
                    </a:lnTo>
                    <a:lnTo>
                      <a:pt x="3485320" y="383982"/>
                    </a:lnTo>
                    <a:lnTo>
                      <a:pt x="3478028" y="391749"/>
                    </a:lnTo>
                    <a:lnTo>
                      <a:pt x="3468628" y="398429"/>
                    </a:lnTo>
                    <a:lnTo>
                      <a:pt x="3456091" y="396550"/>
                    </a:lnTo>
                    <a:lnTo>
                      <a:pt x="3446521" y="402354"/>
                    </a:lnTo>
                    <a:lnTo>
                      <a:pt x="3441663" y="409015"/>
                    </a:lnTo>
                    <a:lnTo>
                      <a:pt x="3437441" y="410019"/>
                    </a:lnTo>
                    <a:lnTo>
                      <a:pt x="3435240" y="401535"/>
                    </a:lnTo>
                    <a:lnTo>
                      <a:pt x="3433638" y="398912"/>
                    </a:lnTo>
                    <a:lnTo>
                      <a:pt x="3430113" y="411422"/>
                    </a:lnTo>
                    <a:lnTo>
                      <a:pt x="3426522" y="412197"/>
                    </a:lnTo>
                    <a:lnTo>
                      <a:pt x="3425163" y="403325"/>
                    </a:lnTo>
                    <a:lnTo>
                      <a:pt x="3423457" y="397464"/>
                    </a:lnTo>
                    <a:lnTo>
                      <a:pt x="3418563" y="402519"/>
                    </a:lnTo>
                    <a:lnTo>
                      <a:pt x="3415313" y="415918"/>
                    </a:lnTo>
                    <a:lnTo>
                      <a:pt x="3411907" y="414788"/>
                    </a:lnTo>
                    <a:lnTo>
                      <a:pt x="3410822" y="409803"/>
                    </a:lnTo>
                    <a:lnTo>
                      <a:pt x="3408383" y="408291"/>
                    </a:lnTo>
                    <a:lnTo>
                      <a:pt x="3407546" y="413988"/>
                    </a:lnTo>
                    <a:lnTo>
                      <a:pt x="3408776" y="422002"/>
                    </a:lnTo>
                    <a:lnTo>
                      <a:pt x="3407003" y="426282"/>
                    </a:lnTo>
                    <a:lnTo>
                      <a:pt x="3403618" y="423996"/>
                    </a:lnTo>
                    <a:lnTo>
                      <a:pt x="3400213" y="420141"/>
                    </a:lnTo>
                    <a:lnTo>
                      <a:pt x="3394595" y="423069"/>
                    </a:lnTo>
                    <a:lnTo>
                      <a:pt x="3389438" y="424256"/>
                    </a:lnTo>
                    <a:lnTo>
                      <a:pt x="3389417" y="420332"/>
                    </a:lnTo>
                    <a:lnTo>
                      <a:pt x="3390399" y="415518"/>
                    </a:lnTo>
                    <a:lnTo>
                      <a:pt x="3380121" y="418179"/>
                    </a:lnTo>
                    <a:lnTo>
                      <a:pt x="3367796" y="427057"/>
                    </a:lnTo>
                    <a:lnTo>
                      <a:pt x="3358225" y="439339"/>
                    </a:lnTo>
                    <a:lnTo>
                      <a:pt x="3361543" y="441383"/>
                    </a:lnTo>
                    <a:lnTo>
                      <a:pt x="3365279" y="445295"/>
                    </a:lnTo>
                    <a:lnTo>
                      <a:pt x="3348654" y="464270"/>
                    </a:lnTo>
                    <a:lnTo>
                      <a:pt x="3331611" y="481359"/>
                    </a:lnTo>
                    <a:lnTo>
                      <a:pt x="3318738" y="509244"/>
                    </a:lnTo>
                    <a:lnTo>
                      <a:pt x="3313571" y="512508"/>
                    </a:lnTo>
                    <a:lnTo>
                      <a:pt x="3309132" y="517620"/>
                    </a:lnTo>
                    <a:lnTo>
                      <a:pt x="3304419" y="534455"/>
                    </a:lnTo>
                    <a:lnTo>
                      <a:pt x="3298977" y="549442"/>
                    </a:lnTo>
                    <a:lnTo>
                      <a:pt x="3302021" y="556116"/>
                    </a:lnTo>
                    <a:lnTo>
                      <a:pt x="3304026" y="562981"/>
                    </a:lnTo>
                    <a:lnTo>
                      <a:pt x="3308858" y="569737"/>
                    </a:lnTo>
                    <a:lnTo>
                      <a:pt x="3312966" y="570347"/>
                    </a:lnTo>
                    <a:lnTo>
                      <a:pt x="3317415" y="569128"/>
                    </a:lnTo>
                    <a:lnTo>
                      <a:pt x="3320681" y="569414"/>
                    </a:lnTo>
                    <a:lnTo>
                      <a:pt x="3322780" y="572284"/>
                    </a:lnTo>
                    <a:lnTo>
                      <a:pt x="3321849" y="575726"/>
                    </a:lnTo>
                    <a:lnTo>
                      <a:pt x="3316718" y="576583"/>
                    </a:lnTo>
                    <a:lnTo>
                      <a:pt x="3307147" y="582603"/>
                    </a:lnTo>
                    <a:lnTo>
                      <a:pt x="3298755" y="584915"/>
                    </a:lnTo>
                    <a:lnTo>
                      <a:pt x="3294548" y="592192"/>
                    </a:lnTo>
                    <a:lnTo>
                      <a:pt x="3288244" y="600600"/>
                    </a:lnTo>
                    <a:lnTo>
                      <a:pt x="3275996" y="613720"/>
                    </a:lnTo>
                    <a:lnTo>
                      <a:pt x="3281231" y="617765"/>
                    </a:lnTo>
                    <a:lnTo>
                      <a:pt x="3300150" y="622325"/>
                    </a:lnTo>
                    <a:lnTo>
                      <a:pt x="3308584" y="627018"/>
                    </a:lnTo>
                    <a:lnTo>
                      <a:pt x="3321348" y="651524"/>
                    </a:lnTo>
                    <a:lnTo>
                      <a:pt x="3318433" y="653975"/>
                    </a:lnTo>
                    <a:lnTo>
                      <a:pt x="3317276" y="658465"/>
                    </a:lnTo>
                    <a:lnTo>
                      <a:pt x="3328624" y="664765"/>
                    </a:lnTo>
                    <a:lnTo>
                      <a:pt x="3332247" y="682362"/>
                    </a:lnTo>
                    <a:lnTo>
                      <a:pt x="3341564" y="688350"/>
                    </a:lnTo>
                    <a:lnTo>
                      <a:pt x="3355450" y="692033"/>
                    </a:lnTo>
                    <a:lnTo>
                      <a:pt x="3372431" y="686712"/>
                    </a:lnTo>
                    <a:lnTo>
                      <a:pt x="3386570" y="679390"/>
                    </a:lnTo>
                    <a:lnTo>
                      <a:pt x="3386074" y="673388"/>
                    </a:lnTo>
                    <a:lnTo>
                      <a:pt x="3377191" y="659424"/>
                    </a:lnTo>
                    <a:lnTo>
                      <a:pt x="3375051" y="652864"/>
                    </a:lnTo>
                    <a:lnTo>
                      <a:pt x="3368457" y="648616"/>
                    </a:lnTo>
                    <a:lnTo>
                      <a:pt x="3365951" y="652216"/>
                    </a:lnTo>
                    <a:lnTo>
                      <a:pt x="3361687" y="647542"/>
                    </a:lnTo>
                    <a:lnTo>
                      <a:pt x="3361207" y="644920"/>
                    </a:lnTo>
                    <a:lnTo>
                      <a:pt x="3365181" y="643643"/>
                    </a:lnTo>
                    <a:lnTo>
                      <a:pt x="3369801" y="644151"/>
                    </a:lnTo>
                    <a:lnTo>
                      <a:pt x="3375191" y="646596"/>
                    </a:lnTo>
                    <a:lnTo>
                      <a:pt x="3389061" y="661818"/>
                    </a:lnTo>
                    <a:lnTo>
                      <a:pt x="3392900" y="681771"/>
                    </a:lnTo>
                    <a:lnTo>
                      <a:pt x="3393722" y="694440"/>
                    </a:lnTo>
                    <a:lnTo>
                      <a:pt x="3392156" y="698771"/>
                    </a:lnTo>
                    <a:lnTo>
                      <a:pt x="3388120" y="697882"/>
                    </a:lnTo>
                    <a:lnTo>
                      <a:pt x="3380420" y="698746"/>
                    </a:lnTo>
                    <a:lnTo>
                      <a:pt x="3343890" y="705306"/>
                    </a:lnTo>
                    <a:lnTo>
                      <a:pt x="3335776" y="711084"/>
                    </a:lnTo>
                    <a:lnTo>
                      <a:pt x="3317173" y="717359"/>
                    </a:lnTo>
                    <a:lnTo>
                      <a:pt x="3316015" y="714228"/>
                    </a:lnTo>
                    <a:lnTo>
                      <a:pt x="3317359" y="707750"/>
                    </a:lnTo>
                    <a:lnTo>
                      <a:pt x="3316186" y="694484"/>
                    </a:lnTo>
                    <a:lnTo>
                      <a:pt x="3312516" y="693868"/>
                    </a:lnTo>
                    <a:lnTo>
                      <a:pt x="3283613" y="715498"/>
                    </a:lnTo>
                    <a:lnTo>
                      <a:pt x="3272441" y="716857"/>
                    </a:lnTo>
                    <a:lnTo>
                      <a:pt x="3263046" y="723188"/>
                    </a:lnTo>
                    <a:lnTo>
                      <a:pt x="3260943" y="719676"/>
                    </a:lnTo>
                    <a:lnTo>
                      <a:pt x="3259263" y="703458"/>
                    </a:lnTo>
                    <a:lnTo>
                      <a:pt x="3265144" y="689855"/>
                    </a:lnTo>
                    <a:lnTo>
                      <a:pt x="3262012" y="690071"/>
                    </a:lnTo>
                    <a:lnTo>
                      <a:pt x="3252194" y="698238"/>
                    </a:lnTo>
                    <a:lnTo>
                      <a:pt x="3247997" y="693214"/>
                    </a:lnTo>
                    <a:lnTo>
                      <a:pt x="3245894" y="687702"/>
                    </a:lnTo>
                    <a:lnTo>
                      <a:pt x="3242871" y="684584"/>
                    </a:lnTo>
                    <a:lnTo>
                      <a:pt x="3239595" y="683403"/>
                    </a:lnTo>
                    <a:lnTo>
                      <a:pt x="3242396" y="695443"/>
                    </a:lnTo>
                    <a:lnTo>
                      <a:pt x="3235740" y="704474"/>
                    </a:lnTo>
                    <a:lnTo>
                      <a:pt x="3233915" y="727830"/>
                    </a:lnTo>
                    <a:lnTo>
                      <a:pt x="3225549" y="737553"/>
                    </a:lnTo>
                    <a:lnTo>
                      <a:pt x="3199467" y="743802"/>
                    </a:lnTo>
                    <a:lnTo>
                      <a:pt x="3182465" y="742481"/>
                    </a:lnTo>
                    <a:lnTo>
                      <a:pt x="3167231" y="744424"/>
                    </a:lnTo>
                    <a:lnTo>
                      <a:pt x="3146974" y="748907"/>
                    </a:lnTo>
                    <a:lnTo>
                      <a:pt x="3135780" y="746240"/>
                    </a:lnTo>
                    <a:lnTo>
                      <a:pt x="3124313" y="750971"/>
                    </a:lnTo>
                    <a:lnTo>
                      <a:pt x="3085390" y="752260"/>
                    </a:lnTo>
                    <a:lnTo>
                      <a:pt x="3077183" y="749752"/>
                    </a:lnTo>
                    <a:lnTo>
                      <a:pt x="3066703" y="758687"/>
                    </a:lnTo>
                    <a:lnTo>
                      <a:pt x="3049924" y="763970"/>
                    </a:lnTo>
                    <a:lnTo>
                      <a:pt x="3007512" y="783993"/>
                    </a:lnTo>
                    <a:lnTo>
                      <a:pt x="2998159" y="791277"/>
                    </a:lnTo>
                    <a:lnTo>
                      <a:pt x="2986769" y="802651"/>
                    </a:lnTo>
                    <a:lnTo>
                      <a:pt x="2979121" y="808766"/>
                    </a:lnTo>
                    <a:lnTo>
                      <a:pt x="2972832" y="810754"/>
                    </a:lnTo>
                    <a:lnTo>
                      <a:pt x="2968966" y="815847"/>
                    </a:lnTo>
                    <a:lnTo>
                      <a:pt x="2964744" y="819174"/>
                    </a:lnTo>
                    <a:lnTo>
                      <a:pt x="2968821" y="807807"/>
                    </a:lnTo>
                    <a:lnTo>
                      <a:pt x="2973250" y="798224"/>
                    </a:lnTo>
                    <a:lnTo>
                      <a:pt x="2976930" y="779662"/>
                    </a:lnTo>
                    <a:lnTo>
                      <a:pt x="2975844" y="764650"/>
                    </a:lnTo>
                    <a:lnTo>
                      <a:pt x="2971281" y="758477"/>
                    </a:lnTo>
                    <a:lnTo>
                      <a:pt x="2966563" y="754362"/>
                    </a:lnTo>
                    <a:lnTo>
                      <a:pt x="2972093" y="769178"/>
                    </a:lnTo>
                    <a:lnTo>
                      <a:pt x="2972987" y="787346"/>
                    </a:lnTo>
                    <a:lnTo>
                      <a:pt x="2971085" y="797989"/>
                    </a:lnTo>
                    <a:lnTo>
                      <a:pt x="2960682" y="818520"/>
                    </a:lnTo>
                    <a:lnTo>
                      <a:pt x="2956253" y="823302"/>
                    </a:lnTo>
                    <a:lnTo>
                      <a:pt x="2951075" y="827506"/>
                    </a:lnTo>
                    <a:lnTo>
                      <a:pt x="2947174" y="829335"/>
                    </a:lnTo>
                    <a:lnTo>
                      <a:pt x="2943572" y="832618"/>
                    </a:lnTo>
                    <a:lnTo>
                      <a:pt x="2939386" y="837819"/>
                    </a:lnTo>
                    <a:lnTo>
                      <a:pt x="2935417" y="848145"/>
                    </a:lnTo>
                    <a:lnTo>
                      <a:pt x="2937820" y="857556"/>
                    </a:lnTo>
                    <a:lnTo>
                      <a:pt x="2958104" y="860992"/>
                    </a:lnTo>
                    <a:lnTo>
                      <a:pt x="2963545" y="858090"/>
                    </a:lnTo>
                    <a:lnTo>
                      <a:pt x="2966315" y="864827"/>
                    </a:lnTo>
                    <a:lnTo>
                      <a:pt x="2967865" y="874188"/>
                    </a:lnTo>
                    <a:lnTo>
                      <a:pt x="2966346" y="884310"/>
                    </a:lnTo>
                    <a:lnTo>
                      <a:pt x="2962956" y="894611"/>
                    </a:lnTo>
                    <a:lnTo>
                      <a:pt x="2960382" y="907400"/>
                    </a:lnTo>
                    <a:lnTo>
                      <a:pt x="2958202" y="926902"/>
                    </a:lnTo>
                    <a:lnTo>
                      <a:pt x="2954920" y="944449"/>
                    </a:lnTo>
                    <a:lnTo>
                      <a:pt x="2954491" y="939121"/>
                    </a:lnTo>
                    <a:lnTo>
                      <a:pt x="2956543" y="917790"/>
                    </a:lnTo>
                    <a:lnTo>
                      <a:pt x="2953220" y="920019"/>
                    </a:lnTo>
                    <a:lnTo>
                      <a:pt x="2950931" y="924940"/>
                    </a:lnTo>
                    <a:lnTo>
                      <a:pt x="2944740" y="952450"/>
                    </a:lnTo>
                    <a:lnTo>
                      <a:pt x="2936229" y="967113"/>
                    </a:lnTo>
                    <a:lnTo>
                      <a:pt x="2928389" y="977255"/>
                    </a:lnTo>
                    <a:lnTo>
                      <a:pt x="2920302" y="975578"/>
                    </a:lnTo>
                    <a:lnTo>
                      <a:pt x="2922121" y="983637"/>
                    </a:lnTo>
                    <a:lnTo>
                      <a:pt x="2919899" y="987834"/>
                    </a:lnTo>
                    <a:lnTo>
                      <a:pt x="2917997" y="996592"/>
                    </a:lnTo>
                    <a:lnTo>
                      <a:pt x="2913175" y="1002396"/>
                    </a:lnTo>
                    <a:lnTo>
                      <a:pt x="2908643" y="1001837"/>
                    </a:lnTo>
                    <a:lnTo>
                      <a:pt x="2902132" y="1005838"/>
                    </a:lnTo>
                    <a:lnTo>
                      <a:pt x="2899564" y="1008899"/>
                    </a:lnTo>
                    <a:lnTo>
                      <a:pt x="2899372" y="1014760"/>
                    </a:lnTo>
                    <a:lnTo>
                      <a:pt x="2895016" y="1019917"/>
                    </a:lnTo>
                    <a:lnTo>
                      <a:pt x="2879296" y="1046703"/>
                    </a:lnTo>
                    <a:lnTo>
                      <a:pt x="2865648" y="1054609"/>
                    </a:lnTo>
                    <a:lnTo>
                      <a:pt x="2862382" y="1053459"/>
                    </a:lnTo>
                    <a:lnTo>
                      <a:pt x="2865978" y="1040816"/>
                    </a:lnTo>
                    <a:lnTo>
                      <a:pt x="2868443" y="1028032"/>
                    </a:lnTo>
                    <a:lnTo>
                      <a:pt x="2860160" y="1022469"/>
                    </a:lnTo>
                    <a:lnTo>
                      <a:pt x="2852232" y="1019529"/>
                    </a:lnTo>
                    <a:lnTo>
                      <a:pt x="2843137" y="1019917"/>
                    </a:lnTo>
                    <a:lnTo>
                      <a:pt x="2833091" y="1009978"/>
                    </a:lnTo>
                    <a:lnTo>
                      <a:pt x="2820141" y="1002751"/>
                    </a:lnTo>
                    <a:lnTo>
                      <a:pt x="2802064" y="983199"/>
                    </a:lnTo>
                    <a:lnTo>
                      <a:pt x="2802591" y="977775"/>
                    </a:lnTo>
                    <a:lnTo>
                      <a:pt x="2802136" y="968675"/>
                    </a:lnTo>
                    <a:lnTo>
                      <a:pt x="2807630" y="954298"/>
                    </a:lnTo>
                    <a:lnTo>
                      <a:pt x="2812896" y="944245"/>
                    </a:lnTo>
                    <a:lnTo>
                      <a:pt x="2820167" y="939038"/>
                    </a:lnTo>
                    <a:lnTo>
                      <a:pt x="2841266" y="933735"/>
                    </a:lnTo>
                    <a:lnTo>
                      <a:pt x="2846558" y="925759"/>
                    </a:lnTo>
                    <a:lnTo>
                      <a:pt x="2849695" y="919041"/>
                    </a:lnTo>
                    <a:lnTo>
                      <a:pt x="2839241" y="930579"/>
                    </a:lnTo>
                    <a:lnTo>
                      <a:pt x="2823582" y="934491"/>
                    </a:lnTo>
                    <a:lnTo>
                      <a:pt x="2815144" y="938797"/>
                    </a:lnTo>
                    <a:lnTo>
                      <a:pt x="2808395" y="945382"/>
                    </a:lnTo>
                    <a:lnTo>
                      <a:pt x="2804400" y="953650"/>
                    </a:lnTo>
                    <a:lnTo>
                      <a:pt x="2795356" y="963614"/>
                    </a:lnTo>
                    <a:lnTo>
                      <a:pt x="2795992" y="970288"/>
                    </a:lnTo>
                    <a:lnTo>
                      <a:pt x="2797506" y="975032"/>
                    </a:lnTo>
                    <a:lnTo>
                      <a:pt x="2796808" y="984920"/>
                    </a:lnTo>
                    <a:lnTo>
                      <a:pt x="2802529" y="994559"/>
                    </a:lnTo>
                    <a:lnTo>
                      <a:pt x="2813872" y="1010353"/>
                    </a:lnTo>
                    <a:lnTo>
                      <a:pt x="2816038" y="1034884"/>
                    </a:lnTo>
                    <a:lnTo>
                      <a:pt x="2824694" y="1051300"/>
                    </a:lnTo>
                    <a:lnTo>
                      <a:pt x="2837959" y="1070440"/>
                    </a:lnTo>
                    <a:lnTo>
                      <a:pt x="2848160" y="1075883"/>
                    </a:lnTo>
                    <a:lnTo>
                      <a:pt x="2848656" y="1083001"/>
                    </a:lnTo>
                    <a:lnTo>
                      <a:pt x="2843948" y="1094756"/>
                    </a:lnTo>
                    <a:lnTo>
                      <a:pt x="2837742" y="1100128"/>
                    </a:lnTo>
                    <a:lnTo>
                      <a:pt x="2845814" y="1099055"/>
                    </a:lnTo>
                    <a:lnTo>
                      <a:pt x="2849835" y="1101741"/>
                    </a:lnTo>
                    <a:lnTo>
                      <a:pt x="2853746" y="1111546"/>
                    </a:lnTo>
                    <a:lnTo>
                      <a:pt x="2853442" y="1121555"/>
                    </a:lnTo>
                    <a:lnTo>
                      <a:pt x="2852119" y="1127194"/>
                    </a:lnTo>
                    <a:lnTo>
                      <a:pt x="2849674" y="1129442"/>
                    </a:lnTo>
                    <a:lnTo>
                      <a:pt x="2849778" y="1123682"/>
                    </a:lnTo>
                    <a:lnTo>
                      <a:pt x="2848046" y="1121682"/>
                    </a:lnTo>
                    <a:lnTo>
                      <a:pt x="2845189" y="1124177"/>
                    </a:lnTo>
                    <a:lnTo>
                      <a:pt x="2843339" y="1127022"/>
                    </a:lnTo>
                    <a:lnTo>
                      <a:pt x="2842569" y="1138231"/>
                    </a:lnTo>
                    <a:lnTo>
                      <a:pt x="2840610" y="1143832"/>
                    </a:lnTo>
                    <a:lnTo>
                      <a:pt x="2833685" y="1145496"/>
                    </a:lnTo>
                    <a:lnTo>
                      <a:pt x="2826662" y="1160203"/>
                    </a:lnTo>
                    <a:lnTo>
                      <a:pt x="2820130" y="1168547"/>
                    </a:lnTo>
                    <a:lnTo>
                      <a:pt x="2794426" y="1224971"/>
                    </a:lnTo>
                    <a:lnTo>
                      <a:pt x="2795408" y="1234401"/>
                    </a:lnTo>
                    <a:lnTo>
                      <a:pt x="2790705" y="1237436"/>
                    </a:lnTo>
                    <a:lnTo>
                      <a:pt x="2783584" y="1239907"/>
                    </a:lnTo>
                    <a:lnTo>
                      <a:pt x="2776380" y="1245546"/>
                    </a:lnTo>
                    <a:lnTo>
                      <a:pt x="2771600" y="1251763"/>
                    </a:lnTo>
                    <a:lnTo>
                      <a:pt x="2767161" y="1268484"/>
                    </a:lnTo>
                    <a:lnTo>
                      <a:pt x="2758655" y="1287306"/>
                    </a:lnTo>
                    <a:lnTo>
                      <a:pt x="2753348" y="1279463"/>
                    </a:lnTo>
                    <a:lnTo>
                      <a:pt x="2751989" y="1272751"/>
                    </a:lnTo>
                    <a:lnTo>
                      <a:pt x="2754350" y="1255243"/>
                    </a:lnTo>
                    <a:lnTo>
                      <a:pt x="2763549" y="1226539"/>
                    </a:lnTo>
                    <a:lnTo>
                      <a:pt x="2773683" y="1208695"/>
                    </a:lnTo>
                    <a:lnTo>
                      <a:pt x="2781414" y="1200236"/>
                    </a:lnTo>
                    <a:lnTo>
                      <a:pt x="2787770" y="1182995"/>
                    </a:lnTo>
                    <a:lnTo>
                      <a:pt x="2779739" y="1180423"/>
                    </a:lnTo>
                    <a:lnTo>
                      <a:pt x="2767497" y="1180702"/>
                    </a:lnTo>
                    <a:lnTo>
                      <a:pt x="2769802" y="1172745"/>
                    </a:lnTo>
                    <a:lnTo>
                      <a:pt x="2773373" y="1165734"/>
                    </a:lnTo>
                    <a:lnTo>
                      <a:pt x="2766991" y="1158749"/>
                    </a:lnTo>
                    <a:lnTo>
                      <a:pt x="2763213" y="1157860"/>
                    </a:lnTo>
                    <a:lnTo>
                      <a:pt x="2759322" y="1154996"/>
                    </a:lnTo>
                    <a:lnTo>
                      <a:pt x="2763885" y="1149179"/>
                    </a:lnTo>
                    <a:lnTo>
                      <a:pt x="2766112" y="1143032"/>
                    </a:lnTo>
                    <a:lnTo>
                      <a:pt x="2764753" y="1135551"/>
                    </a:lnTo>
                    <a:lnTo>
                      <a:pt x="2766665" y="1129918"/>
                    </a:lnTo>
                    <a:lnTo>
                      <a:pt x="2763477" y="1130769"/>
                    </a:lnTo>
                    <a:lnTo>
                      <a:pt x="2758350" y="1136732"/>
                    </a:lnTo>
                    <a:lnTo>
                      <a:pt x="2755162" y="1139113"/>
                    </a:lnTo>
                    <a:lnTo>
                      <a:pt x="2753219" y="1133836"/>
                    </a:lnTo>
                    <a:lnTo>
                      <a:pt x="2751002" y="1135030"/>
                    </a:lnTo>
                    <a:lnTo>
                      <a:pt x="2749560" y="1138656"/>
                    </a:lnTo>
                    <a:lnTo>
                      <a:pt x="2746289" y="1140650"/>
                    </a:lnTo>
                    <a:lnTo>
                      <a:pt x="2739380" y="1135691"/>
                    </a:lnTo>
                    <a:lnTo>
                      <a:pt x="2729308" y="1130013"/>
                    </a:lnTo>
                    <a:lnTo>
                      <a:pt x="2723701" y="1120246"/>
                    </a:lnTo>
                    <a:lnTo>
                      <a:pt x="2720502" y="1112677"/>
                    </a:lnTo>
                    <a:lnTo>
                      <a:pt x="2723752" y="1098979"/>
                    </a:lnTo>
                    <a:lnTo>
                      <a:pt x="2730713" y="1096547"/>
                    </a:lnTo>
                    <a:lnTo>
                      <a:pt x="2739757" y="1098769"/>
                    </a:lnTo>
                    <a:lnTo>
                      <a:pt x="2751612" y="1098750"/>
                    </a:lnTo>
                    <a:lnTo>
                      <a:pt x="2749917" y="1095708"/>
                    </a:lnTo>
                    <a:lnTo>
                      <a:pt x="2745684" y="1096210"/>
                    </a:lnTo>
                    <a:lnTo>
                      <a:pt x="2733189" y="1085097"/>
                    </a:lnTo>
                    <a:lnTo>
                      <a:pt x="2729168" y="1078385"/>
                    </a:lnTo>
                    <a:lnTo>
                      <a:pt x="2722254" y="1076543"/>
                    </a:lnTo>
                    <a:lnTo>
                      <a:pt x="2719101" y="1082995"/>
                    </a:lnTo>
                    <a:lnTo>
                      <a:pt x="2715603" y="1084710"/>
                    </a:lnTo>
                    <a:lnTo>
                      <a:pt x="2719923" y="1070593"/>
                    </a:lnTo>
                    <a:lnTo>
                      <a:pt x="2725571" y="1070015"/>
                    </a:lnTo>
                    <a:lnTo>
                      <a:pt x="2733912" y="1066103"/>
                    </a:lnTo>
                    <a:lnTo>
                      <a:pt x="2731488" y="1057930"/>
                    </a:lnTo>
                    <a:lnTo>
                      <a:pt x="2726223" y="1054355"/>
                    </a:lnTo>
                    <a:lnTo>
                      <a:pt x="2716714" y="1058838"/>
                    </a:lnTo>
                    <a:lnTo>
                      <a:pt x="2716828" y="1053091"/>
                    </a:lnTo>
                    <a:lnTo>
                      <a:pt x="2718610" y="1045731"/>
                    </a:lnTo>
                    <a:lnTo>
                      <a:pt x="2725778" y="1045756"/>
                    </a:lnTo>
                    <a:lnTo>
                      <a:pt x="2732057" y="1048157"/>
                    </a:lnTo>
                    <a:lnTo>
                      <a:pt x="2737400" y="1036269"/>
                    </a:lnTo>
                    <a:lnTo>
                      <a:pt x="2737638" y="1030960"/>
                    </a:lnTo>
                    <a:lnTo>
                      <a:pt x="2728760" y="1038676"/>
                    </a:lnTo>
                    <a:lnTo>
                      <a:pt x="2726765" y="1022031"/>
                    </a:lnTo>
                    <a:lnTo>
                      <a:pt x="2735504" y="1005977"/>
                    </a:lnTo>
                    <a:lnTo>
                      <a:pt x="2743839" y="998979"/>
                    </a:lnTo>
                    <a:lnTo>
                      <a:pt x="2754252" y="999183"/>
                    </a:lnTo>
                    <a:lnTo>
                      <a:pt x="2764836" y="998052"/>
                    </a:lnTo>
                    <a:lnTo>
                      <a:pt x="2758195" y="995112"/>
                    </a:lnTo>
                    <a:lnTo>
                      <a:pt x="2751379" y="993518"/>
                    </a:lnTo>
                    <a:lnTo>
                      <a:pt x="2756500" y="987174"/>
                    </a:lnTo>
                    <a:lnTo>
                      <a:pt x="2760867" y="986037"/>
                    </a:lnTo>
                    <a:lnTo>
                      <a:pt x="2765156" y="980506"/>
                    </a:lnTo>
                    <a:lnTo>
                      <a:pt x="2754841" y="981325"/>
                    </a:lnTo>
                    <a:lnTo>
                      <a:pt x="2756056" y="970860"/>
                    </a:lnTo>
                    <a:lnTo>
                      <a:pt x="2751043" y="972987"/>
                    </a:lnTo>
                    <a:lnTo>
                      <a:pt x="2745043" y="973971"/>
                    </a:lnTo>
                    <a:lnTo>
                      <a:pt x="2742708" y="978410"/>
                    </a:lnTo>
                    <a:lnTo>
                      <a:pt x="2743168" y="985783"/>
                    </a:lnTo>
                    <a:lnTo>
                      <a:pt x="2741416" y="990622"/>
                    </a:lnTo>
                    <a:lnTo>
                      <a:pt x="2736749" y="994509"/>
                    </a:lnTo>
                    <a:lnTo>
                      <a:pt x="2728868" y="997538"/>
                    </a:lnTo>
                    <a:lnTo>
                      <a:pt x="2728104" y="992286"/>
                    </a:lnTo>
                    <a:lnTo>
                      <a:pt x="2725499" y="989905"/>
                    </a:lnTo>
                    <a:lnTo>
                      <a:pt x="2724528" y="1001151"/>
                    </a:lnTo>
                    <a:lnTo>
                      <a:pt x="2722460" y="1004974"/>
                    </a:lnTo>
                    <a:lnTo>
                      <a:pt x="2716698" y="994420"/>
                    </a:lnTo>
                    <a:lnTo>
                      <a:pt x="2714967" y="996547"/>
                    </a:lnTo>
                    <a:lnTo>
                      <a:pt x="2715189" y="999545"/>
                    </a:lnTo>
                    <a:lnTo>
                      <a:pt x="2713717" y="1004726"/>
                    </a:lnTo>
                    <a:lnTo>
                      <a:pt x="2708776" y="1007425"/>
                    </a:lnTo>
                    <a:lnTo>
                      <a:pt x="2709081" y="1014068"/>
                    </a:lnTo>
                    <a:lnTo>
                      <a:pt x="2707164" y="1017688"/>
                    </a:lnTo>
                    <a:lnTo>
                      <a:pt x="2691340" y="1011921"/>
                    </a:lnTo>
                    <a:lnTo>
                      <a:pt x="2690968" y="1013877"/>
                    </a:lnTo>
                    <a:lnTo>
                      <a:pt x="2699919" y="1026311"/>
                    </a:lnTo>
                    <a:lnTo>
                      <a:pt x="2706456" y="1030560"/>
                    </a:lnTo>
                    <a:lnTo>
                      <a:pt x="2707252" y="1037342"/>
                    </a:lnTo>
                    <a:lnTo>
                      <a:pt x="2701640" y="1042968"/>
                    </a:lnTo>
                    <a:lnTo>
                      <a:pt x="2693898" y="1038110"/>
                    </a:lnTo>
                    <a:lnTo>
                      <a:pt x="2692596" y="1038466"/>
                    </a:lnTo>
                    <a:lnTo>
                      <a:pt x="2696803" y="1046798"/>
                    </a:lnTo>
                    <a:lnTo>
                      <a:pt x="2699454" y="1054075"/>
                    </a:lnTo>
                    <a:lnTo>
                      <a:pt x="2696725" y="1060172"/>
                    </a:lnTo>
                    <a:lnTo>
                      <a:pt x="2697149" y="1067678"/>
                    </a:lnTo>
                    <a:lnTo>
                      <a:pt x="2696560" y="1074485"/>
                    </a:lnTo>
                    <a:lnTo>
                      <a:pt x="2694891" y="1080423"/>
                    </a:lnTo>
                    <a:lnTo>
                      <a:pt x="2698653" y="1107793"/>
                    </a:lnTo>
                    <a:lnTo>
                      <a:pt x="2703185" y="1115236"/>
                    </a:lnTo>
                    <a:lnTo>
                      <a:pt x="2707639" y="1122355"/>
                    </a:lnTo>
                    <a:lnTo>
                      <a:pt x="2710001" y="1129016"/>
                    </a:lnTo>
                    <a:lnTo>
                      <a:pt x="2705273" y="1129988"/>
                    </a:lnTo>
                    <a:lnTo>
                      <a:pt x="2697743" y="1124507"/>
                    </a:lnTo>
                    <a:lnTo>
                      <a:pt x="2691129" y="1120329"/>
                    </a:lnTo>
                    <a:lnTo>
                      <a:pt x="2683248" y="1106968"/>
                    </a:lnTo>
                    <a:lnTo>
                      <a:pt x="2681945" y="1101633"/>
                    </a:lnTo>
                    <a:lnTo>
                      <a:pt x="2680023" y="1097417"/>
                    </a:lnTo>
                    <a:lnTo>
                      <a:pt x="2680953" y="1107101"/>
                    </a:lnTo>
                    <a:lnTo>
                      <a:pt x="2683765" y="1117916"/>
                    </a:lnTo>
                    <a:lnTo>
                      <a:pt x="2708446" y="1142117"/>
                    </a:lnTo>
                    <a:lnTo>
                      <a:pt x="2713003" y="1151401"/>
                    </a:lnTo>
                    <a:lnTo>
                      <a:pt x="2716476" y="1158698"/>
                    </a:lnTo>
                    <a:lnTo>
                      <a:pt x="2715603" y="1165690"/>
                    </a:lnTo>
                    <a:lnTo>
                      <a:pt x="2709169" y="1160743"/>
                    </a:lnTo>
                    <a:lnTo>
                      <a:pt x="2703619" y="1154437"/>
                    </a:lnTo>
                    <a:lnTo>
                      <a:pt x="2688886" y="1147312"/>
                    </a:lnTo>
                    <a:lnTo>
                      <a:pt x="2670308" y="1142809"/>
                    </a:lnTo>
                    <a:lnTo>
                      <a:pt x="2659833" y="1126247"/>
                    </a:lnTo>
                    <a:lnTo>
                      <a:pt x="2659869" y="1133157"/>
                    </a:lnTo>
                    <a:lnTo>
                      <a:pt x="2657543" y="1139018"/>
                    </a:lnTo>
                    <a:lnTo>
                      <a:pt x="2651141" y="1131874"/>
                    </a:lnTo>
                    <a:lnTo>
                      <a:pt x="2647105" y="1125778"/>
                    </a:lnTo>
                    <a:lnTo>
                      <a:pt x="2645751" y="1119097"/>
                    </a:lnTo>
                    <a:lnTo>
                      <a:pt x="2637756" y="1119554"/>
                    </a:lnTo>
                    <a:lnTo>
                      <a:pt x="2629374" y="1125358"/>
                    </a:lnTo>
                    <a:lnTo>
                      <a:pt x="2621266" y="1123980"/>
                    </a:lnTo>
                    <a:lnTo>
                      <a:pt x="2620305" y="1112651"/>
                    </a:lnTo>
                    <a:lnTo>
                      <a:pt x="2622496" y="1106650"/>
                    </a:lnTo>
                    <a:lnTo>
                      <a:pt x="2631596" y="1092457"/>
                    </a:lnTo>
                    <a:lnTo>
                      <a:pt x="2640170" y="1085211"/>
                    </a:lnTo>
                    <a:lnTo>
                      <a:pt x="2643952" y="1075857"/>
                    </a:lnTo>
                    <a:lnTo>
                      <a:pt x="2642660" y="1061353"/>
                    </a:lnTo>
                    <a:lnTo>
                      <a:pt x="2641048" y="1076111"/>
                    </a:lnTo>
                    <a:lnTo>
                      <a:pt x="2636149" y="1083427"/>
                    </a:lnTo>
                    <a:lnTo>
                      <a:pt x="2628449" y="1089015"/>
                    </a:lnTo>
                    <a:lnTo>
                      <a:pt x="2618315" y="1098973"/>
                    </a:lnTo>
                    <a:lnTo>
                      <a:pt x="2615840" y="1108181"/>
                    </a:lnTo>
                    <a:lnTo>
                      <a:pt x="2612677" y="1125422"/>
                    </a:lnTo>
                    <a:lnTo>
                      <a:pt x="2616956" y="1131258"/>
                    </a:lnTo>
                    <a:lnTo>
                      <a:pt x="2621328" y="1132782"/>
                    </a:lnTo>
                    <a:lnTo>
                      <a:pt x="2634242" y="1128870"/>
                    </a:lnTo>
                    <a:lnTo>
                      <a:pt x="2640924" y="1130617"/>
                    </a:lnTo>
                    <a:lnTo>
                      <a:pt x="2655786" y="1151376"/>
                    </a:lnTo>
                    <a:lnTo>
                      <a:pt x="2683460" y="1159587"/>
                    </a:lnTo>
                    <a:lnTo>
                      <a:pt x="2693552" y="1164718"/>
                    </a:lnTo>
                    <a:lnTo>
                      <a:pt x="2701779" y="1175552"/>
                    </a:lnTo>
                    <a:lnTo>
                      <a:pt x="2714146" y="1181788"/>
                    </a:lnTo>
                    <a:lnTo>
                      <a:pt x="2723742" y="1190850"/>
                    </a:lnTo>
                    <a:lnTo>
                      <a:pt x="2724000" y="1196762"/>
                    </a:lnTo>
                    <a:lnTo>
                      <a:pt x="2720678" y="1203754"/>
                    </a:lnTo>
                    <a:lnTo>
                      <a:pt x="2719365" y="1213216"/>
                    </a:lnTo>
                    <a:lnTo>
                      <a:pt x="2715288" y="1219185"/>
                    </a:lnTo>
                    <a:lnTo>
                      <a:pt x="2705500" y="1219871"/>
                    </a:lnTo>
                    <a:lnTo>
                      <a:pt x="2699588" y="1218334"/>
                    </a:lnTo>
                    <a:lnTo>
                      <a:pt x="2667807" y="1185071"/>
                    </a:lnTo>
                    <a:lnTo>
                      <a:pt x="2664013" y="1182010"/>
                    </a:lnTo>
                    <a:lnTo>
                      <a:pt x="2652226" y="1164591"/>
                    </a:lnTo>
                    <a:lnTo>
                      <a:pt x="2638397" y="1155262"/>
                    </a:lnTo>
                    <a:lnTo>
                      <a:pt x="2634118" y="1155459"/>
                    </a:lnTo>
                    <a:lnTo>
                      <a:pt x="2653802" y="1172713"/>
                    </a:lnTo>
                    <a:lnTo>
                      <a:pt x="2661838" y="1184779"/>
                    </a:lnTo>
                    <a:lnTo>
                      <a:pt x="2675992" y="1201696"/>
                    </a:lnTo>
                    <a:lnTo>
                      <a:pt x="2686111" y="1208860"/>
                    </a:lnTo>
                    <a:lnTo>
                      <a:pt x="2693557" y="1220036"/>
                    </a:lnTo>
                    <a:lnTo>
                      <a:pt x="2700477" y="1225275"/>
                    </a:lnTo>
                    <a:lnTo>
                      <a:pt x="2719370" y="1232737"/>
                    </a:lnTo>
                    <a:lnTo>
                      <a:pt x="2712802" y="1238097"/>
                    </a:lnTo>
                    <a:lnTo>
                      <a:pt x="2723287" y="1242663"/>
                    </a:lnTo>
                    <a:lnTo>
                      <a:pt x="2724786" y="1251058"/>
                    </a:lnTo>
                    <a:lnTo>
                      <a:pt x="2723825" y="1260628"/>
                    </a:lnTo>
                    <a:lnTo>
                      <a:pt x="2709272" y="1256843"/>
                    </a:lnTo>
                    <a:lnTo>
                      <a:pt x="2708797" y="1263892"/>
                    </a:lnTo>
                    <a:lnTo>
                      <a:pt x="2710099" y="1268052"/>
                    </a:lnTo>
                    <a:lnTo>
                      <a:pt x="2703671" y="1271487"/>
                    </a:lnTo>
                    <a:lnTo>
                      <a:pt x="2694730" y="1266826"/>
                    </a:lnTo>
                    <a:lnTo>
                      <a:pt x="2671517" y="1241329"/>
                    </a:lnTo>
                    <a:lnTo>
                      <a:pt x="2671713" y="1244739"/>
                    </a:lnTo>
                    <a:lnTo>
                      <a:pt x="2673594" y="1248696"/>
                    </a:lnTo>
                    <a:lnTo>
                      <a:pt x="2687056" y="1265111"/>
                    </a:lnTo>
                    <a:lnTo>
                      <a:pt x="2699071" y="1274955"/>
                    </a:lnTo>
                    <a:lnTo>
                      <a:pt x="2709257" y="1279400"/>
                    </a:lnTo>
                    <a:lnTo>
                      <a:pt x="2717107" y="1287649"/>
                    </a:lnTo>
                    <a:lnTo>
                      <a:pt x="2719877" y="1292640"/>
                    </a:lnTo>
                    <a:lnTo>
                      <a:pt x="2721727" y="1300210"/>
                    </a:lnTo>
                    <a:lnTo>
                      <a:pt x="2715908" y="1305354"/>
                    </a:lnTo>
                    <a:lnTo>
                      <a:pt x="2709283" y="1308193"/>
                    </a:lnTo>
                    <a:lnTo>
                      <a:pt x="2702813" y="1303061"/>
                    </a:lnTo>
                    <a:lnTo>
                      <a:pt x="2698069" y="1297657"/>
                    </a:lnTo>
                    <a:lnTo>
                      <a:pt x="2687966" y="1288481"/>
                    </a:lnTo>
                    <a:lnTo>
                      <a:pt x="2684938" y="1278225"/>
                    </a:lnTo>
                    <a:lnTo>
                      <a:pt x="2677253" y="1278752"/>
                    </a:lnTo>
                    <a:lnTo>
                      <a:pt x="2645136" y="1265747"/>
                    </a:lnTo>
                    <a:lnTo>
                      <a:pt x="2619323" y="1264248"/>
                    </a:lnTo>
                    <a:lnTo>
                      <a:pt x="2621845" y="1266864"/>
                    </a:lnTo>
                    <a:lnTo>
                      <a:pt x="2625111" y="1268604"/>
                    </a:lnTo>
                    <a:lnTo>
                      <a:pt x="2645668" y="1271811"/>
                    </a:lnTo>
                    <a:lnTo>
                      <a:pt x="2653792" y="1277800"/>
                    </a:lnTo>
                    <a:lnTo>
                      <a:pt x="2670700" y="1283115"/>
                    </a:lnTo>
                    <a:lnTo>
                      <a:pt x="2680602" y="1284569"/>
                    </a:lnTo>
                    <a:lnTo>
                      <a:pt x="2684617" y="1300896"/>
                    </a:lnTo>
                    <a:lnTo>
                      <a:pt x="2698301" y="1312130"/>
                    </a:lnTo>
                    <a:lnTo>
                      <a:pt x="2700079" y="1320455"/>
                    </a:lnTo>
                    <a:lnTo>
                      <a:pt x="2709422" y="1321389"/>
                    </a:lnTo>
                    <a:lnTo>
                      <a:pt x="2725861" y="1313222"/>
                    </a:lnTo>
                    <a:lnTo>
                      <a:pt x="2736470" y="1316086"/>
                    </a:lnTo>
                    <a:lnTo>
                      <a:pt x="2751772" y="1318423"/>
                    </a:lnTo>
                    <a:lnTo>
                      <a:pt x="2755270" y="1325015"/>
                    </a:lnTo>
                    <a:lnTo>
                      <a:pt x="2757896" y="1337557"/>
                    </a:lnTo>
                    <a:lnTo>
                      <a:pt x="2763306" y="1351667"/>
                    </a:lnTo>
                    <a:lnTo>
                      <a:pt x="2777337" y="1407303"/>
                    </a:lnTo>
                    <a:lnTo>
                      <a:pt x="2798416" y="1452810"/>
                    </a:lnTo>
                    <a:lnTo>
                      <a:pt x="2801010" y="1460646"/>
                    </a:lnTo>
                    <a:lnTo>
                      <a:pt x="2796111" y="1453769"/>
                    </a:lnTo>
                    <a:lnTo>
                      <a:pt x="2780473" y="1423630"/>
                    </a:lnTo>
                    <a:lnTo>
                      <a:pt x="2771843" y="1401867"/>
                    </a:lnTo>
                    <a:lnTo>
                      <a:pt x="2762975" y="1363441"/>
                    </a:lnTo>
                    <a:lnTo>
                      <a:pt x="2760402" y="1354836"/>
                    </a:lnTo>
                    <a:lnTo>
                      <a:pt x="2757374" y="1351401"/>
                    </a:lnTo>
                    <a:lnTo>
                      <a:pt x="2755379" y="1354195"/>
                    </a:lnTo>
                    <a:lnTo>
                      <a:pt x="2754521" y="1359091"/>
                    </a:lnTo>
                    <a:lnTo>
                      <a:pt x="2755968" y="1362850"/>
                    </a:lnTo>
                    <a:lnTo>
                      <a:pt x="2752475" y="1375500"/>
                    </a:lnTo>
                    <a:lnTo>
                      <a:pt x="2753989" y="1381305"/>
                    </a:lnTo>
                    <a:lnTo>
                      <a:pt x="2759663" y="1387306"/>
                    </a:lnTo>
                    <a:lnTo>
                      <a:pt x="2765828" y="1402280"/>
                    </a:lnTo>
                    <a:lnTo>
                      <a:pt x="2770753" y="1422442"/>
                    </a:lnTo>
                    <a:lnTo>
                      <a:pt x="2764092" y="1414269"/>
                    </a:lnTo>
                    <a:lnTo>
                      <a:pt x="2756981" y="1409938"/>
                    </a:lnTo>
                    <a:lnTo>
                      <a:pt x="2745917" y="1406617"/>
                    </a:lnTo>
                    <a:lnTo>
                      <a:pt x="2736062" y="1400794"/>
                    </a:lnTo>
                    <a:lnTo>
                      <a:pt x="2736780" y="1409145"/>
                    </a:lnTo>
                    <a:lnTo>
                      <a:pt x="2735835" y="1418162"/>
                    </a:lnTo>
                    <a:lnTo>
                      <a:pt x="2728238" y="1415412"/>
                    </a:lnTo>
                    <a:lnTo>
                      <a:pt x="2723070" y="1412421"/>
                    </a:lnTo>
                    <a:lnTo>
                      <a:pt x="2727644" y="1422030"/>
                    </a:lnTo>
                    <a:lnTo>
                      <a:pt x="2717716" y="1419147"/>
                    </a:lnTo>
                    <a:lnTo>
                      <a:pt x="2711102" y="1419750"/>
                    </a:lnTo>
                    <a:lnTo>
                      <a:pt x="2706802" y="1428278"/>
                    </a:lnTo>
                    <a:lnTo>
                      <a:pt x="2701035" y="1433454"/>
                    </a:lnTo>
                    <a:lnTo>
                      <a:pt x="2692508" y="1435124"/>
                    </a:lnTo>
                    <a:lnTo>
                      <a:pt x="2679858" y="1427326"/>
                    </a:lnTo>
                    <a:lnTo>
                      <a:pt x="2675760" y="1417857"/>
                    </a:lnTo>
                    <a:lnTo>
                      <a:pt x="2674065" y="1407316"/>
                    </a:lnTo>
                    <a:lnTo>
                      <a:pt x="2673388" y="1419782"/>
                    </a:lnTo>
                    <a:lnTo>
                      <a:pt x="2675641" y="1432762"/>
                    </a:lnTo>
                    <a:lnTo>
                      <a:pt x="2674850" y="1442630"/>
                    </a:lnTo>
                    <a:lnTo>
                      <a:pt x="2687031" y="1444446"/>
                    </a:lnTo>
                    <a:lnTo>
                      <a:pt x="2698420" y="1442833"/>
                    </a:lnTo>
                    <a:lnTo>
                      <a:pt x="2713789" y="1443246"/>
                    </a:lnTo>
                    <a:lnTo>
                      <a:pt x="2723814" y="1441398"/>
                    </a:lnTo>
                    <a:lnTo>
                      <a:pt x="2729850" y="1438261"/>
                    </a:lnTo>
                    <a:lnTo>
                      <a:pt x="2744325" y="1440979"/>
                    </a:lnTo>
                    <a:lnTo>
                      <a:pt x="2745353" y="1452899"/>
                    </a:lnTo>
                    <a:lnTo>
                      <a:pt x="2743700" y="1464749"/>
                    </a:lnTo>
                    <a:lnTo>
                      <a:pt x="2742863" y="1477367"/>
                    </a:lnTo>
                    <a:lnTo>
                      <a:pt x="2746873" y="1477284"/>
                    </a:lnTo>
                    <a:lnTo>
                      <a:pt x="2751586" y="1473252"/>
                    </a:lnTo>
                    <a:lnTo>
                      <a:pt x="2753942" y="1450651"/>
                    </a:lnTo>
                    <a:lnTo>
                      <a:pt x="2767172" y="1442300"/>
                    </a:lnTo>
                    <a:lnTo>
                      <a:pt x="2771605" y="1442872"/>
                    </a:lnTo>
                    <a:lnTo>
                      <a:pt x="2775817" y="1450136"/>
                    </a:lnTo>
                    <a:lnTo>
                      <a:pt x="2777233" y="1457503"/>
                    </a:lnTo>
                    <a:lnTo>
                      <a:pt x="2778727" y="1467619"/>
                    </a:lnTo>
                    <a:lnTo>
                      <a:pt x="2775636" y="1483031"/>
                    </a:lnTo>
                    <a:lnTo>
                      <a:pt x="2755312" y="1501054"/>
                    </a:lnTo>
                    <a:lnTo>
                      <a:pt x="2740754" y="1517717"/>
                    </a:lnTo>
                    <a:lnTo>
                      <a:pt x="2733313" y="1521115"/>
                    </a:lnTo>
                    <a:lnTo>
                      <a:pt x="2722579" y="1519178"/>
                    </a:lnTo>
                    <a:lnTo>
                      <a:pt x="2710409" y="1514987"/>
                    </a:lnTo>
                    <a:lnTo>
                      <a:pt x="2704441" y="1514142"/>
                    </a:lnTo>
                    <a:lnTo>
                      <a:pt x="2699903" y="1515539"/>
                    </a:lnTo>
                    <a:lnTo>
                      <a:pt x="2697139" y="1510408"/>
                    </a:lnTo>
                    <a:lnTo>
                      <a:pt x="2695356" y="1501047"/>
                    </a:lnTo>
                    <a:lnTo>
                      <a:pt x="2690622" y="1497942"/>
                    </a:lnTo>
                    <a:lnTo>
                      <a:pt x="2687041" y="1498285"/>
                    </a:lnTo>
                    <a:lnTo>
                      <a:pt x="2684597" y="1508230"/>
                    </a:lnTo>
                    <a:lnTo>
                      <a:pt x="2673243" y="1511056"/>
                    </a:lnTo>
                    <a:lnTo>
                      <a:pt x="2657807" y="1506947"/>
                    </a:lnTo>
                    <a:lnTo>
                      <a:pt x="2641642" y="1498584"/>
                    </a:lnTo>
                    <a:lnTo>
                      <a:pt x="2648577" y="1507557"/>
                    </a:lnTo>
                    <a:lnTo>
                      <a:pt x="2688689" y="1524296"/>
                    </a:lnTo>
                    <a:lnTo>
                      <a:pt x="2693206" y="1527427"/>
                    </a:lnTo>
                    <a:lnTo>
                      <a:pt x="2697423" y="1532006"/>
                    </a:lnTo>
                    <a:lnTo>
                      <a:pt x="2691811" y="1539188"/>
                    </a:lnTo>
                    <a:lnTo>
                      <a:pt x="2687413" y="1547278"/>
                    </a:lnTo>
                    <a:lnTo>
                      <a:pt x="2686793" y="1553629"/>
                    </a:lnTo>
                    <a:lnTo>
                      <a:pt x="2685242" y="1557636"/>
                    </a:lnTo>
                    <a:lnTo>
                      <a:pt x="2669248" y="1568431"/>
                    </a:lnTo>
                    <a:lnTo>
                      <a:pt x="2660582" y="1566526"/>
                    </a:lnTo>
                    <a:lnTo>
                      <a:pt x="2638438" y="1547062"/>
                    </a:lnTo>
                    <a:lnTo>
                      <a:pt x="2648526" y="1563897"/>
                    </a:lnTo>
                    <a:lnTo>
                      <a:pt x="2656603" y="1571041"/>
                    </a:lnTo>
                    <a:lnTo>
                      <a:pt x="2672866" y="1574852"/>
                    </a:lnTo>
                    <a:lnTo>
                      <a:pt x="2703371" y="1568558"/>
                    </a:lnTo>
                    <a:lnTo>
                      <a:pt x="2713376" y="1575430"/>
                    </a:lnTo>
                    <a:lnTo>
                      <a:pt x="2705164" y="1587603"/>
                    </a:lnTo>
                    <a:lnTo>
                      <a:pt x="2697004" y="1596145"/>
                    </a:lnTo>
                    <a:lnTo>
                      <a:pt x="2686302" y="1597097"/>
                    </a:lnTo>
                    <a:lnTo>
                      <a:pt x="2676876" y="1599409"/>
                    </a:lnTo>
                    <a:lnTo>
                      <a:pt x="2674111" y="1605283"/>
                    </a:lnTo>
                    <a:lnTo>
                      <a:pt x="2667393" y="1605651"/>
                    </a:lnTo>
                    <a:lnTo>
                      <a:pt x="2656892" y="1606000"/>
                    </a:lnTo>
                    <a:lnTo>
                      <a:pt x="2640635" y="1606534"/>
                    </a:lnTo>
                    <a:lnTo>
                      <a:pt x="2631705" y="1605162"/>
                    </a:lnTo>
                    <a:lnTo>
                      <a:pt x="2619230" y="1617164"/>
                    </a:lnTo>
                    <a:lnTo>
                      <a:pt x="2614522" y="1618815"/>
                    </a:lnTo>
                    <a:lnTo>
                      <a:pt x="2607944" y="1616561"/>
                    </a:lnTo>
                    <a:lnTo>
                      <a:pt x="2605184" y="1606921"/>
                    </a:lnTo>
                    <a:lnTo>
                      <a:pt x="2602244" y="1602184"/>
                    </a:lnTo>
                    <a:lnTo>
                      <a:pt x="2602171" y="1620219"/>
                    </a:lnTo>
                    <a:lnTo>
                      <a:pt x="2603324" y="1625077"/>
                    </a:lnTo>
                    <a:lnTo>
                      <a:pt x="2605680" y="1628741"/>
                    </a:lnTo>
                    <a:lnTo>
                      <a:pt x="2591087" y="1638527"/>
                    </a:lnTo>
                    <a:lnTo>
                      <a:pt x="2577118" y="1650733"/>
                    </a:lnTo>
                    <a:lnTo>
                      <a:pt x="2572111" y="1654054"/>
                    </a:lnTo>
                    <a:lnTo>
                      <a:pt x="2566421" y="1660169"/>
                    </a:lnTo>
                    <a:lnTo>
                      <a:pt x="2554768" y="1677830"/>
                    </a:lnTo>
                    <a:lnTo>
                      <a:pt x="2551889" y="1690708"/>
                    </a:lnTo>
                    <a:lnTo>
                      <a:pt x="2547678" y="1705066"/>
                    </a:lnTo>
                    <a:lnTo>
                      <a:pt x="2547145" y="1698602"/>
                    </a:lnTo>
                    <a:lnTo>
                      <a:pt x="2547869" y="1687717"/>
                    </a:lnTo>
                    <a:lnTo>
                      <a:pt x="2544985" y="1675251"/>
                    </a:lnTo>
                    <a:lnTo>
                      <a:pt x="2543156" y="1698087"/>
                    </a:lnTo>
                    <a:lnTo>
                      <a:pt x="2538629" y="1708699"/>
                    </a:lnTo>
                    <a:lnTo>
                      <a:pt x="2497086" y="1707950"/>
                    </a:lnTo>
                    <a:lnTo>
                      <a:pt x="2478900" y="1713716"/>
                    </a:lnTo>
                    <a:lnTo>
                      <a:pt x="2450984" y="1733116"/>
                    </a:lnTo>
                    <a:lnTo>
                      <a:pt x="2442638" y="1741619"/>
                    </a:lnTo>
                    <a:lnTo>
                      <a:pt x="2419580" y="1774495"/>
                    </a:lnTo>
                    <a:lnTo>
                      <a:pt x="2413694" y="1795534"/>
                    </a:lnTo>
                    <a:lnTo>
                      <a:pt x="2408976" y="1786688"/>
                    </a:lnTo>
                    <a:lnTo>
                      <a:pt x="2410144" y="1780052"/>
                    </a:lnTo>
                    <a:lnTo>
                      <a:pt x="2410237" y="1774629"/>
                    </a:lnTo>
                    <a:lnTo>
                      <a:pt x="2404428" y="1786263"/>
                    </a:lnTo>
                    <a:lnTo>
                      <a:pt x="2409942" y="1803205"/>
                    </a:lnTo>
                    <a:lnTo>
                      <a:pt x="2404992" y="1809676"/>
                    </a:lnTo>
                    <a:lnTo>
                      <a:pt x="2389762" y="1821755"/>
                    </a:lnTo>
                    <a:lnTo>
                      <a:pt x="2381427" y="1823736"/>
                    </a:lnTo>
                    <a:lnTo>
                      <a:pt x="2372068" y="1827172"/>
                    </a:lnTo>
                    <a:lnTo>
                      <a:pt x="2369122" y="1839085"/>
                    </a:lnTo>
                    <a:lnTo>
                      <a:pt x="2356415" y="1850071"/>
                    </a:lnTo>
                    <a:lnTo>
                      <a:pt x="2349010" y="1854936"/>
                    </a:lnTo>
                    <a:lnTo>
                      <a:pt x="2335449" y="1851989"/>
                    </a:lnTo>
                    <a:lnTo>
                      <a:pt x="2339625" y="1862569"/>
                    </a:lnTo>
                    <a:lnTo>
                      <a:pt x="2334643" y="1870577"/>
                    </a:lnTo>
                    <a:lnTo>
                      <a:pt x="2326065" y="1876718"/>
                    </a:lnTo>
                    <a:lnTo>
                      <a:pt x="2315399" y="1880725"/>
                    </a:lnTo>
                    <a:lnTo>
                      <a:pt x="2309285" y="1880236"/>
                    </a:lnTo>
                    <a:lnTo>
                      <a:pt x="2304061" y="1882363"/>
                    </a:lnTo>
                    <a:lnTo>
                      <a:pt x="2299968" y="1887456"/>
                    </a:lnTo>
                    <a:lnTo>
                      <a:pt x="2289968" y="1892219"/>
                    </a:lnTo>
                    <a:lnTo>
                      <a:pt x="2279581" y="1889539"/>
                    </a:lnTo>
                    <a:lnTo>
                      <a:pt x="2267809" y="1887932"/>
                    </a:lnTo>
                    <a:lnTo>
                      <a:pt x="2261251" y="1890790"/>
                    </a:lnTo>
                    <a:lnTo>
                      <a:pt x="2272274" y="1895515"/>
                    </a:lnTo>
                    <a:lnTo>
                      <a:pt x="2278176" y="1902360"/>
                    </a:lnTo>
                    <a:lnTo>
                      <a:pt x="2276961" y="1911588"/>
                    </a:lnTo>
                    <a:lnTo>
                      <a:pt x="2274010" y="1915150"/>
                    </a:lnTo>
                    <a:lnTo>
                      <a:pt x="2267055" y="1919976"/>
                    </a:lnTo>
                    <a:lnTo>
                      <a:pt x="2264001" y="1919259"/>
                    </a:lnTo>
                    <a:lnTo>
                      <a:pt x="2262135" y="1914909"/>
                    </a:lnTo>
                    <a:lnTo>
                      <a:pt x="2259872" y="1905847"/>
                    </a:lnTo>
                    <a:lnTo>
                      <a:pt x="2256637" y="1907777"/>
                    </a:lnTo>
                    <a:lnTo>
                      <a:pt x="2256078" y="1912000"/>
                    </a:lnTo>
                    <a:lnTo>
                      <a:pt x="2253298" y="1913505"/>
                    </a:lnTo>
                    <a:lnTo>
                      <a:pt x="2243433" y="1899071"/>
                    </a:lnTo>
                    <a:lnTo>
                      <a:pt x="2243924" y="1910082"/>
                    </a:lnTo>
                    <a:lnTo>
                      <a:pt x="2247371" y="1918541"/>
                    </a:lnTo>
                    <a:lnTo>
                      <a:pt x="2250704" y="1922834"/>
                    </a:lnTo>
                    <a:lnTo>
                      <a:pt x="2254068" y="1925361"/>
                    </a:lnTo>
                    <a:lnTo>
                      <a:pt x="2254895" y="1929286"/>
                    </a:lnTo>
                    <a:lnTo>
                      <a:pt x="2248146" y="1938850"/>
                    </a:lnTo>
                    <a:lnTo>
                      <a:pt x="2244673" y="1940977"/>
                    </a:lnTo>
                    <a:lnTo>
                      <a:pt x="2238493" y="1942527"/>
                    </a:lnTo>
                    <a:lnTo>
                      <a:pt x="2235015" y="1948420"/>
                    </a:lnTo>
                    <a:lnTo>
                      <a:pt x="2236043" y="1953494"/>
                    </a:lnTo>
                    <a:lnTo>
                      <a:pt x="2230638" y="1964505"/>
                    </a:lnTo>
                    <a:lnTo>
                      <a:pt x="2217713" y="1971383"/>
                    </a:lnTo>
                    <a:lnTo>
                      <a:pt x="2213765" y="1971116"/>
                    </a:lnTo>
                    <a:lnTo>
                      <a:pt x="2210546" y="1973129"/>
                    </a:lnTo>
                    <a:lnTo>
                      <a:pt x="2212427" y="1978032"/>
                    </a:lnTo>
                    <a:lnTo>
                      <a:pt x="2215651" y="1981601"/>
                    </a:lnTo>
                    <a:lnTo>
                      <a:pt x="2215538" y="1984915"/>
                    </a:lnTo>
                    <a:lnTo>
                      <a:pt x="2212122" y="1989418"/>
                    </a:lnTo>
                    <a:lnTo>
                      <a:pt x="2205378" y="1990675"/>
                    </a:lnTo>
                    <a:lnTo>
                      <a:pt x="2201590" y="1995813"/>
                    </a:lnTo>
                    <a:lnTo>
                      <a:pt x="2202789" y="2000658"/>
                    </a:lnTo>
                    <a:lnTo>
                      <a:pt x="2205016" y="2003363"/>
                    </a:lnTo>
                    <a:lnTo>
                      <a:pt x="2204551" y="2008025"/>
                    </a:lnTo>
                    <a:lnTo>
                      <a:pt x="2196882" y="2012705"/>
                    </a:lnTo>
                    <a:lnTo>
                      <a:pt x="2195084" y="2017309"/>
                    </a:lnTo>
                    <a:lnTo>
                      <a:pt x="2198892" y="2018668"/>
                    </a:lnTo>
                    <a:lnTo>
                      <a:pt x="2201822" y="2017309"/>
                    </a:lnTo>
                    <a:lnTo>
                      <a:pt x="2203967" y="2018299"/>
                    </a:lnTo>
                    <a:lnTo>
                      <a:pt x="2199368" y="2025996"/>
                    </a:lnTo>
                    <a:lnTo>
                      <a:pt x="2195239" y="2030689"/>
                    </a:lnTo>
                    <a:lnTo>
                      <a:pt x="2191316" y="2039122"/>
                    </a:lnTo>
                    <a:lnTo>
                      <a:pt x="2182216" y="2041453"/>
                    </a:lnTo>
                    <a:lnTo>
                      <a:pt x="2182557" y="2044177"/>
                    </a:lnTo>
                    <a:lnTo>
                      <a:pt x="2187699" y="2046590"/>
                    </a:lnTo>
                    <a:lnTo>
                      <a:pt x="2192004" y="2053074"/>
                    </a:lnTo>
                    <a:lnTo>
                      <a:pt x="2183916" y="2065045"/>
                    </a:lnTo>
                    <a:lnTo>
                      <a:pt x="2178867" y="2064060"/>
                    </a:lnTo>
                    <a:lnTo>
                      <a:pt x="2175782" y="2061425"/>
                    </a:lnTo>
                    <a:lnTo>
                      <a:pt x="2173813" y="2070874"/>
                    </a:lnTo>
                    <a:lnTo>
                      <a:pt x="2174568" y="2075917"/>
                    </a:lnTo>
                    <a:lnTo>
                      <a:pt x="2172645" y="2086223"/>
                    </a:lnTo>
                    <a:lnTo>
                      <a:pt x="2169555" y="2098613"/>
                    </a:lnTo>
                    <a:lnTo>
                      <a:pt x="2167457" y="2103699"/>
                    </a:lnTo>
                    <a:lnTo>
                      <a:pt x="2167902" y="2113174"/>
                    </a:lnTo>
                    <a:lnTo>
                      <a:pt x="2169199" y="2122325"/>
                    </a:lnTo>
                    <a:lnTo>
                      <a:pt x="2174149" y="2134118"/>
                    </a:lnTo>
                    <a:lnTo>
                      <a:pt x="2181710" y="2182343"/>
                    </a:lnTo>
                    <a:lnTo>
                      <a:pt x="2186857" y="2199089"/>
                    </a:lnTo>
                    <a:lnTo>
                      <a:pt x="2196128" y="2244272"/>
                    </a:lnTo>
                    <a:lnTo>
                      <a:pt x="2211471" y="2288077"/>
                    </a:lnTo>
                    <a:lnTo>
                      <a:pt x="2233118" y="2341026"/>
                    </a:lnTo>
                    <a:lnTo>
                      <a:pt x="2268646" y="2405203"/>
                    </a:lnTo>
                    <a:lnTo>
                      <a:pt x="2272899" y="2414348"/>
                    </a:lnTo>
                    <a:lnTo>
                      <a:pt x="2268274" y="2422102"/>
                    </a:lnTo>
                    <a:lnTo>
                      <a:pt x="2266863" y="2430135"/>
                    </a:lnTo>
                    <a:lnTo>
                      <a:pt x="2266460" y="2442245"/>
                    </a:lnTo>
                    <a:lnTo>
                      <a:pt x="2267742" y="2454044"/>
                    </a:lnTo>
                    <a:lnTo>
                      <a:pt x="2271943" y="2468453"/>
                    </a:lnTo>
                    <a:lnTo>
                      <a:pt x="2280015" y="2490483"/>
                    </a:lnTo>
                    <a:lnTo>
                      <a:pt x="2275499" y="2486088"/>
                    </a:lnTo>
                    <a:lnTo>
                      <a:pt x="2263809" y="2454470"/>
                    </a:lnTo>
                    <a:lnTo>
                      <a:pt x="2262450" y="2435901"/>
                    </a:lnTo>
                    <a:lnTo>
                      <a:pt x="2264135" y="2409560"/>
                    </a:lnTo>
                    <a:lnTo>
                      <a:pt x="2261391" y="2410195"/>
                    </a:lnTo>
                    <a:lnTo>
                      <a:pt x="2259164" y="2418755"/>
                    </a:lnTo>
                    <a:lnTo>
                      <a:pt x="2257939" y="2428808"/>
                    </a:lnTo>
                    <a:lnTo>
                      <a:pt x="2254973" y="2432700"/>
                    </a:lnTo>
                    <a:lnTo>
                      <a:pt x="2250926" y="2417364"/>
                    </a:lnTo>
                    <a:lnTo>
                      <a:pt x="2251210" y="2410430"/>
                    </a:lnTo>
                    <a:lnTo>
                      <a:pt x="2255505" y="2402327"/>
                    </a:lnTo>
                    <a:lnTo>
                      <a:pt x="2254259" y="2399412"/>
                    </a:lnTo>
                    <a:lnTo>
                      <a:pt x="2247309" y="2395265"/>
                    </a:lnTo>
                    <a:lnTo>
                      <a:pt x="2245831" y="2388743"/>
                    </a:lnTo>
                    <a:lnTo>
                      <a:pt x="2246771" y="2382304"/>
                    </a:lnTo>
                    <a:lnTo>
                      <a:pt x="2242782" y="2378862"/>
                    </a:lnTo>
                    <a:lnTo>
                      <a:pt x="2239661" y="2379027"/>
                    </a:lnTo>
                    <a:lnTo>
                      <a:pt x="2241753" y="2394903"/>
                    </a:lnTo>
                    <a:lnTo>
                      <a:pt x="2245056" y="2404651"/>
                    </a:lnTo>
                    <a:lnTo>
                      <a:pt x="2249138" y="2428014"/>
                    </a:lnTo>
                    <a:lnTo>
                      <a:pt x="2255727" y="2442169"/>
                    </a:lnTo>
                    <a:lnTo>
                      <a:pt x="2259567" y="2454038"/>
                    </a:lnTo>
                    <a:lnTo>
                      <a:pt x="2304438" y="2580696"/>
                    </a:lnTo>
                    <a:lnTo>
                      <a:pt x="2315058" y="2596826"/>
                    </a:lnTo>
                    <a:lnTo>
                      <a:pt x="2318985" y="2608409"/>
                    </a:lnTo>
                    <a:lnTo>
                      <a:pt x="2323073" y="2632630"/>
                    </a:lnTo>
                    <a:lnTo>
                      <a:pt x="2323998" y="2663728"/>
                    </a:lnTo>
                    <a:lnTo>
                      <a:pt x="2316665" y="2720564"/>
                    </a:lnTo>
                    <a:lnTo>
                      <a:pt x="2314996" y="2759333"/>
                    </a:lnTo>
                    <a:lnTo>
                      <a:pt x="2313947" y="2758145"/>
                    </a:lnTo>
                    <a:lnTo>
                      <a:pt x="2313244" y="2754062"/>
                    </a:lnTo>
                    <a:lnTo>
                      <a:pt x="2311549" y="2753503"/>
                    </a:lnTo>
                    <a:lnTo>
                      <a:pt x="2305182" y="2771265"/>
                    </a:lnTo>
                    <a:lnTo>
                      <a:pt x="2296531" y="2787287"/>
                    </a:lnTo>
                    <a:lnTo>
                      <a:pt x="2293684" y="2812187"/>
                    </a:lnTo>
                    <a:lnTo>
                      <a:pt x="2289534" y="2824653"/>
                    </a:lnTo>
                    <a:lnTo>
                      <a:pt x="2277075" y="2837843"/>
                    </a:lnTo>
                    <a:lnTo>
                      <a:pt x="2269354" y="2837506"/>
                    </a:lnTo>
                    <a:lnTo>
                      <a:pt x="2250420" y="2847400"/>
                    </a:lnTo>
                    <a:lnTo>
                      <a:pt x="2237118" y="2844822"/>
                    </a:lnTo>
                    <a:lnTo>
                      <a:pt x="2221269" y="2850404"/>
                    </a:lnTo>
                    <a:lnTo>
                      <a:pt x="2210840" y="2849781"/>
                    </a:lnTo>
                    <a:lnTo>
                      <a:pt x="2204820" y="2838014"/>
                    </a:lnTo>
                    <a:lnTo>
                      <a:pt x="2205740" y="2832750"/>
                    </a:lnTo>
                    <a:lnTo>
                      <a:pt x="2208137" y="2827460"/>
                    </a:lnTo>
                    <a:lnTo>
                      <a:pt x="2212199" y="2826228"/>
                    </a:lnTo>
                    <a:lnTo>
                      <a:pt x="2226199" y="2838560"/>
                    </a:lnTo>
                    <a:lnTo>
                      <a:pt x="2228839" y="2833372"/>
                    </a:lnTo>
                    <a:lnTo>
                      <a:pt x="2224612" y="2827199"/>
                    </a:lnTo>
                    <a:lnTo>
                      <a:pt x="2216519" y="2823757"/>
                    </a:lnTo>
                    <a:lnTo>
                      <a:pt x="2210540" y="2819973"/>
                    </a:lnTo>
                    <a:lnTo>
                      <a:pt x="2198494" y="2791859"/>
                    </a:lnTo>
                    <a:lnTo>
                      <a:pt x="2186014" y="2772554"/>
                    </a:lnTo>
                    <a:lnTo>
                      <a:pt x="2183911" y="2759650"/>
                    </a:lnTo>
                    <a:lnTo>
                      <a:pt x="2162393" y="2751782"/>
                    </a:lnTo>
                    <a:lnTo>
                      <a:pt x="2146812" y="2739869"/>
                    </a:lnTo>
                    <a:lnTo>
                      <a:pt x="2136652" y="2718678"/>
                    </a:lnTo>
                    <a:lnTo>
                      <a:pt x="2130823" y="2681102"/>
                    </a:lnTo>
                    <a:lnTo>
                      <a:pt x="2123950" y="2676879"/>
                    </a:lnTo>
                    <a:lnTo>
                      <a:pt x="2121046" y="2673958"/>
                    </a:lnTo>
                    <a:lnTo>
                      <a:pt x="2127759" y="2660013"/>
                    </a:lnTo>
                    <a:lnTo>
                      <a:pt x="2134833" y="2648322"/>
                    </a:lnTo>
                    <a:lnTo>
                      <a:pt x="2129237" y="2651230"/>
                    </a:lnTo>
                    <a:lnTo>
                      <a:pt x="2125108" y="2655555"/>
                    </a:lnTo>
                    <a:lnTo>
                      <a:pt x="2119857" y="2665880"/>
                    </a:lnTo>
                    <a:lnTo>
                      <a:pt x="2116023" y="2667468"/>
                    </a:lnTo>
                    <a:lnTo>
                      <a:pt x="2112509" y="2665880"/>
                    </a:lnTo>
                    <a:lnTo>
                      <a:pt x="2108457" y="2646074"/>
                    </a:lnTo>
                    <a:lnTo>
                      <a:pt x="2109615" y="2621726"/>
                    </a:lnTo>
                    <a:lnTo>
                      <a:pt x="2115294" y="2612620"/>
                    </a:lnTo>
                    <a:lnTo>
                      <a:pt x="2106571" y="2612378"/>
                    </a:lnTo>
                    <a:lnTo>
                      <a:pt x="2097533" y="2615846"/>
                    </a:lnTo>
                    <a:lnTo>
                      <a:pt x="2098856" y="2623962"/>
                    </a:lnTo>
                    <a:lnTo>
                      <a:pt x="2097579" y="2628420"/>
                    </a:lnTo>
                    <a:lnTo>
                      <a:pt x="2090995" y="2627276"/>
                    </a:lnTo>
                    <a:lnTo>
                      <a:pt x="2086003" y="2624425"/>
                    </a:lnTo>
                    <a:lnTo>
                      <a:pt x="2079229" y="2615979"/>
                    </a:lnTo>
                    <a:lnTo>
                      <a:pt x="2069989" y="2599862"/>
                    </a:lnTo>
                    <a:lnTo>
                      <a:pt x="2051033" y="2555460"/>
                    </a:lnTo>
                    <a:lnTo>
                      <a:pt x="2047338" y="2549198"/>
                    </a:lnTo>
                    <a:lnTo>
                      <a:pt x="2041070" y="2542645"/>
                    </a:lnTo>
                    <a:lnTo>
                      <a:pt x="2044021" y="2540606"/>
                    </a:lnTo>
                    <a:lnTo>
                      <a:pt x="2049406" y="2539400"/>
                    </a:lnTo>
                    <a:lnTo>
                      <a:pt x="2061576" y="2519409"/>
                    </a:lnTo>
                    <a:lnTo>
                      <a:pt x="2071136" y="2507330"/>
                    </a:lnTo>
                    <a:lnTo>
                      <a:pt x="2074309" y="2498973"/>
                    </a:lnTo>
                    <a:lnTo>
                      <a:pt x="2073756" y="2495398"/>
                    </a:lnTo>
                    <a:lnTo>
                      <a:pt x="2069529" y="2490203"/>
                    </a:lnTo>
                    <a:lnTo>
                      <a:pt x="2063979" y="2494744"/>
                    </a:lnTo>
                    <a:lnTo>
                      <a:pt x="2061601" y="2493448"/>
                    </a:lnTo>
                    <a:lnTo>
                      <a:pt x="2055359" y="2482970"/>
                    </a:lnTo>
                    <a:lnTo>
                      <a:pt x="2049395" y="2480011"/>
                    </a:lnTo>
                    <a:lnTo>
                      <a:pt x="2045240" y="2482278"/>
                    </a:lnTo>
                    <a:lnTo>
                      <a:pt x="2049623" y="2490864"/>
                    </a:lnTo>
                    <a:lnTo>
                      <a:pt x="2053560" y="2494052"/>
                    </a:lnTo>
                    <a:lnTo>
                      <a:pt x="2052036" y="2506536"/>
                    </a:lnTo>
                    <a:lnTo>
                      <a:pt x="2050444" y="2510601"/>
                    </a:lnTo>
                    <a:lnTo>
                      <a:pt x="2046755" y="2514189"/>
                    </a:lnTo>
                    <a:lnTo>
                      <a:pt x="2040993" y="2512277"/>
                    </a:lnTo>
                    <a:lnTo>
                      <a:pt x="2038078" y="2515364"/>
                    </a:lnTo>
                    <a:lnTo>
                      <a:pt x="2034647" y="2512112"/>
                    </a:lnTo>
                    <a:lnTo>
                      <a:pt x="2031231" y="2506625"/>
                    </a:lnTo>
                    <a:lnTo>
                      <a:pt x="2027427" y="2497595"/>
                    </a:lnTo>
                    <a:lnTo>
                      <a:pt x="2037478" y="2446767"/>
                    </a:lnTo>
                    <a:lnTo>
                      <a:pt x="2046780" y="2414380"/>
                    </a:lnTo>
                    <a:lnTo>
                      <a:pt x="2047845" y="2377433"/>
                    </a:lnTo>
                    <a:lnTo>
                      <a:pt x="2048537" y="2371959"/>
                    </a:lnTo>
                    <a:lnTo>
                      <a:pt x="2047752" y="2362141"/>
                    </a:lnTo>
                    <a:lnTo>
                      <a:pt x="2035277" y="2340804"/>
                    </a:lnTo>
                    <a:lnTo>
                      <a:pt x="1980122" y="2288737"/>
                    </a:lnTo>
                    <a:lnTo>
                      <a:pt x="1937374" y="2227081"/>
                    </a:lnTo>
                    <a:lnTo>
                      <a:pt x="1900348" y="2203953"/>
                    </a:lnTo>
                    <a:lnTo>
                      <a:pt x="1872256" y="2209033"/>
                    </a:lnTo>
                    <a:lnTo>
                      <a:pt x="1867393" y="2213682"/>
                    </a:lnTo>
                    <a:lnTo>
                      <a:pt x="1865305" y="2219759"/>
                    </a:lnTo>
                    <a:lnTo>
                      <a:pt x="1867068" y="2226637"/>
                    </a:lnTo>
                    <a:lnTo>
                      <a:pt x="1864515" y="2229501"/>
                    </a:lnTo>
                    <a:lnTo>
                      <a:pt x="1856975" y="2229139"/>
                    </a:lnTo>
                    <a:lnTo>
                      <a:pt x="1846820" y="2230739"/>
                    </a:lnTo>
                    <a:lnTo>
                      <a:pt x="1820305" y="2246971"/>
                    </a:lnTo>
                    <a:lnTo>
                      <a:pt x="1810951" y="2246374"/>
                    </a:lnTo>
                    <a:lnTo>
                      <a:pt x="1802455" y="2250578"/>
                    </a:lnTo>
                    <a:lnTo>
                      <a:pt x="1796094" y="2253727"/>
                    </a:lnTo>
                    <a:lnTo>
                      <a:pt x="1779506" y="2255442"/>
                    </a:lnTo>
                    <a:lnTo>
                      <a:pt x="1765439" y="2259043"/>
                    </a:lnTo>
                    <a:lnTo>
                      <a:pt x="1759362" y="2257093"/>
                    </a:lnTo>
                    <a:lnTo>
                      <a:pt x="1755398" y="2247682"/>
                    </a:lnTo>
                    <a:lnTo>
                      <a:pt x="1755398" y="2237940"/>
                    </a:lnTo>
                    <a:lnTo>
                      <a:pt x="1758613" y="2245408"/>
                    </a:lnTo>
                    <a:lnTo>
                      <a:pt x="1763589" y="2251251"/>
                    </a:lnTo>
                    <a:lnTo>
                      <a:pt x="1765868" y="2248914"/>
                    </a:lnTo>
                    <a:lnTo>
                      <a:pt x="1766721" y="2243745"/>
                    </a:lnTo>
                    <a:lnTo>
                      <a:pt x="1761770" y="2233616"/>
                    </a:lnTo>
                    <a:lnTo>
                      <a:pt x="1745822" y="2220604"/>
                    </a:lnTo>
                    <a:lnTo>
                      <a:pt x="1727673" y="2201597"/>
                    </a:lnTo>
                    <a:lnTo>
                      <a:pt x="1733208" y="2202226"/>
                    </a:lnTo>
                    <a:lnTo>
                      <a:pt x="1734608" y="2198155"/>
                    </a:lnTo>
                    <a:lnTo>
                      <a:pt x="1728981" y="2192815"/>
                    </a:lnTo>
                    <a:lnTo>
                      <a:pt x="1731358" y="2186642"/>
                    </a:lnTo>
                    <a:lnTo>
                      <a:pt x="1735322" y="2180158"/>
                    </a:lnTo>
                    <a:lnTo>
                      <a:pt x="1727663" y="2181130"/>
                    </a:lnTo>
                    <a:lnTo>
                      <a:pt x="1720790" y="2185670"/>
                    </a:lnTo>
                    <a:lnTo>
                      <a:pt x="1720563" y="2191278"/>
                    </a:lnTo>
                    <a:lnTo>
                      <a:pt x="1719203" y="2195736"/>
                    </a:lnTo>
                    <a:lnTo>
                      <a:pt x="1715503" y="2195088"/>
                    </a:lnTo>
                    <a:lnTo>
                      <a:pt x="1708635" y="2189569"/>
                    </a:lnTo>
                    <a:lnTo>
                      <a:pt x="1674823" y="2174208"/>
                    </a:lnTo>
                    <a:lnTo>
                      <a:pt x="1645264" y="2165546"/>
                    </a:lnTo>
                    <a:lnTo>
                      <a:pt x="1667950" y="2161647"/>
                    </a:lnTo>
                    <a:lnTo>
                      <a:pt x="1680254" y="2164676"/>
                    </a:lnTo>
                    <a:lnTo>
                      <a:pt x="1678787" y="2160027"/>
                    </a:lnTo>
                    <a:lnTo>
                      <a:pt x="1675826" y="2157075"/>
                    </a:lnTo>
                    <a:lnTo>
                      <a:pt x="1666121" y="2153334"/>
                    </a:lnTo>
                    <a:lnTo>
                      <a:pt x="1653759" y="2154757"/>
                    </a:lnTo>
                    <a:lnTo>
                      <a:pt x="1645951" y="2152998"/>
                    </a:lnTo>
                    <a:lnTo>
                      <a:pt x="1637967" y="2156706"/>
                    </a:lnTo>
                    <a:lnTo>
                      <a:pt x="1629218" y="2162218"/>
                    </a:lnTo>
                    <a:lnTo>
                      <a:pt x="1621430" y="2165057"/>
                    </a:lnTo>
                    <a:lnTo>
                      <a:pt x="1590951" y="2169026"/>
                    </a:lnTo>
                    <a:lnTo>
                      <a:pt x="1566234" y="2173332"/>
                    </a:lnTo>
                    <a:lnTo>
                      <a:pt x="1570197" y="2168785"/>
                    </a:lnTo>
                    <a:lnTo>
                      <a:pt x="1574424" y="2165863"/>
                    </a:lnTo>
                    <a:lnTo>
                      <a:pt x="1589028" y="2161418"/>
                    </a:lnTo>
                    <a:lnTo>
                      <a:pt x="1591214" y="2152178"/>
                    </a:lnTo>
                    <a:lnTo>
                      <a:pt x="1587783" y="2143281"/>
                    </a:lnTo>
                    <a:lnTo>
                      <a:pt x="1583938" y="2145415"/>
                    </a:lnTo>
                    <a:lnTo>
                      <a:pt x="1579902" y="2152369"/>
                    </a:lnTo>
                    <a:lnTo>
                      <a:pt x="1574952" y="2147358"/>
                    </a:lnTo>
                    <a:lnTo>
                      <a:pt x="1569469" y="2147384"/>
                    </a:lnTo>
                    <a:lnTo>
                      <a:pt x="1567980" y="2158446"/>
                    </a:lnTo>
                    <a:lnTo>
                      <a:pt x="1560952" y="2165863"/>
                    </a:lnTo>
                    <a:lnTo>
                      <a:pt x="1557779" y="2173332"/>
                    </a:lnTo>
                    <a:lnTo>
                      <a:pt x="1537170" y="2179180"/>
                    </a:lnTo>
                    <a:lnTo>
                      <a:pt x="1534530" y="2177231"/>
                    </a:lnTo>
                    <a:lnTo>
                      <a:pt x="1540560" y="2170137"/>
                    </a:lnTo>
                    <a:lnTo>
                      <a:pt x="1540080" y="2166194"/>
                    </a:lnTo>
                    <a:lnTo>
                      <a:pt x="1533202" y="2169578"/>
                    </a:lnTo>
                    <a:lnTo>
                      <a:pt x="1521667" y="2183022"/>
                    </a:lnTo>
                    <a:lnTo>
                      <a:pt x="1481059" y="2187423"/>
                    </a:lnTo>
                    <a:lnTo>
                      <a:pt x="1483276" y="2184368"/>
                    </a:lnTo>
                    <a:lnTo>
                      <a:pt x="1491849" y="2183759"/>
                    </a:lnTo>
                    <a:lnTo>
                      <a:pt x="1503885" y="2179504"/>
                    </a:lnTo>
                    <a:lnTo>
                      <a:pt x="1501451" y="2172341"/>
                    </a:lnTo>
                    <a:lnTo>
                      <a:pt x="1496810" y="2164466"/>
                    </a:lnTo>
                    <a:lnTo>
                      <a:pt x="1492526" y="2163590"/>
                    </a:lnTo>
                    <a:lnTo>
                      <a:pt x="1489700" y="2158973"/>
                    </a:lnTo>
                    <a:lnTo>
                      <a:pt x="1489839" y="2144425"/>
                    </a:lnTo>
                    <a:lnTo>
                      <a:pt x="1487100" y="2135921"/>
                    </a:lnTo>
                    <a:lnTo>
                      <a:pt x="1480491" y="2127171"/>
                    </a:lnTo>
                    <a:lnTo>
                      <a:pt x="1478258" y="2128853"/>
                    </a:lnTo>
                    <a:lnTo>
                      <a:pt x="1473395" y="2143815"/>
                    </a:lnTo>
                    <a:lnTo>
                      <a:pt x="1469354" y="2163438"/>
                    </a:lnTo>
                    <a:lnTo>
                      <a:pt x="1467354" y="2169775"/>
                    </a:lnTo>
                    <a:lnTo>
                      <a:pt x="1455314" y="2170220"/>
                    </a:lnTo>
                    <a:lnTo>
                      <a:pt x="1444658" y="2168880"/>
                    </a:lnTo>
                    <a:lnTo>
                      <a:pt x="1408442" y="2171236"/>
                    </a:lnTo>
                    <a:lnTo>
                      <a:pt x="1394913" y="2164587"/>
                    </a:lnTo>
                    <a:lnTo>
                      <a:pt x="1389301" y="2163311"/>
                    </a:lnTo>
                    <a:lnTo>
                      <a:pt x="1385885" y="2163463"/>
                    </a:lnTo>
                    <a:lnTo>
                      <a:pt x="1370134" y="2169559"/>
                    </a:lnTo>
                    <a:lnTo>
                      <a:pt x="1352186" y="2174227"/>
                    </a:lnTo>
                    <a:lnTo>
                      <a:pt x="1347959" y="2172760"/>
                    </a:lnTo>
                    <a:lnTo>
                      <a:pt x="1341929" y="2172544"/>
                    </a:lnTo>
                    <a:lnTo>
                      <a:pt x="1328916" y="2188433"/>
                    </a:lnTo>
                    <a:lnTo>
                      <a:pt x="1313573" y="2195869"/>
                    </a:lnTo>
                    <a:lnTo>
                      <a:pt x="1274862" y="2182501"/>
                    </a:lnTo>
                    <a:lnTo>
                      <a:pt x="1265234" y="2171750"/>
                    </a:lnTo>
                    <a:lnTo>
                      <a:pt x="1256687" y="2169451"/>
                    </a:lnTo>
                    <a:lnTo>
                      <a:pt x="1246176" y="2168124"/>
                    </a:lnTo>
                    <a:lnTo>
                      <a:pt x="1234884" y="2181352"/>
                    </a:lnTo>
                    <a:lnTo>
                      <a:pt x="1226306" y="2199203"/>
                    </a:lnTo>
                    <a:lnTo>
                      <a:pt x="1239861" y="2208989"/>
                    </a:lnTo>
                    <a:lnTo>
                      <a:pt x="1251462" y="2213669"/>
                    </a:lnTo>
                    <a:lnTo>
                      <a:pt x="1270635" y="2209745"/>
                    </a:lnTo>
                    <a:lnTo>
                      <a:pt x="1281234" y="2201083"/>
                    </a:lnTo>
                    <a:lnTo>
                      <a:pt x="1289890" y="2201368"/>
                    </a:lnTo>
                    <a:lnTo>
                      <a:pt x="1294029" y="2199609"/>
                    </a:lnTo>
                    <a:lnTo>
                      <a:pt x="1297806" y="2195088"/>
                    </a:lnTo>
                    <a:lnTo>
                      <a:pt x="1305207" y="2198657"/>
                    </a:lnTo>
                    <a:lnTo>
                      <a:pt x="1305470" y="2202232"/>
                    </a:lnTo>
                    <a:lnTo>
                      <a:pt x="1300215" y="2207268"/>
                    </a:lnTo>
                    <a:lnTo>
                      <a:pt x="1293595" y="2211510"/>
                    </a:lnTo>
                    <a:lnTo>
                      <a:pt x="1289579" y="2216508"/>
                    </a:lnTo>
                    <a:lnTo>
                      <a:pt x="1297135" y="2226580"/>
                    </a:lnTo>
                    <a:lnTo>
                      <a:pt x="1309000" y="2229964"/>
                    </a:lnTo>
                    <a:lnTo>
                      <a:pt x="1313465" y="2228504"/>
                    </a:lnTo>
                    <a:lnTo>
                      <a:pt x="1316229" y="2217181"/>
                    </a:lnTo>
                    <a:lnTo>
                      <a:pt x="1323526" y="2209891"/>
                    </a:lnTo>
                    <a:lnTo>
                      <a:pt x="1333443" y="2211466"/>
                    </a:lnTo>
                    <a:lnTo>
                      <a:pt x="1332032" y="2216038"/>
                    </a:lnTo>
                    <a:lnTo>
                      <a:pt x="1333422" y="2220356"/>
                    </a:lnTo>
                    <a:lnTo>
                      <a:pt x="1337980" y="2227729"/>
                    </a:lnTo>
                    <a:lnTo>
                      <a:pt x="1337458" y="2238290"/>
                    </a:lnTo>
                    <a:lnTo>
                      <a:pt x="1338342" y="2240836"/>
                    </a:lnTo>
                    <a:lnTo>
                      <a:pt x="1327655" y="2245497"/>
                    </a:lnTo>
                    <a:lnTo>
                      <a:pt x="1319692" y="2247079"/>
                    </a:lnTo>
                    <a:lnTo>
                      <a:pt x="1313320" y="2253181"/>
                    </a:lnTo>
                    <a:lnTo>
                      <a:pt x="1316658" y="2256725"/>
                    </a:lnTo>
                    <a:lnTo>
                      <a:pt x="1310168" y="2259837"/>
                    </a:lnTo>
                    <a:lnTo>
                      <a:pt x="1305780" y="2258592"/>
                    </a:lnTo>
                    <a:lnTo>
                      <a:pt x="1303574" y="2259741"/>
                    </a:lnTo>
                    <a:lnTo>
                      <a:pt x="1302912" y="2263488"/>
                    </a:lnTo>
                    <a:lnTo>
                      <a:pt x="1299558" y="2266968"/>
                    </a:lnTo>
                    <a:lnTo>
                      <a:pt x="1304437" y="2277453"/>
                    </a:lnTo>
                    <a:lnTo>
                      <a:pt x="1314436" y="2284298"/>
                    </a:lnTo>
                    <a:lnTo>
                      <a:pt x="1321490" y="2292878"/>
                    </a:lnTo>
                    <a:lnTo>
                      <a:pt x="1349851" y="2304175"/>
                    </a:lnTo>
                    <a:lnTo>
                      <a:pt x="1356724" y="2303851"/>
                    </a:lnTo>
                    <a:lnTo>
                      <a:pt x="1363488" y="2315225"/>
                    </a:lnTo>
                    <a:lnTo>
                      <a:pt x="1368940" y="2319136"/>
                    </a:lnTo>
                    <a:lnTo>
                      <a:pt x="1374191" y="2321124"/>
                    </a:lnTo>
                    <a:lnTo>
                      <a:pt x="1373591" y="2328948"/>
                    </a:lnTo>
                    <a:lnTo>
                      <a:pt x="1364263" y="2334676"/>
                    </a:lnTo>
                    <a:lnTo>
                      <a:pt x="1361742" y="2341509"/>
                    </a:lnTo>
                    <a:lnTo>
                      <a:pt x="1359395" y="2345351"/>
                    </a:lnTo>
                    <a:lnTo>
                      <a:pt x="1355189" y="2340486"/>
                    </a:lnTo>
                    <a:lnTo>
                      <a:pt x="1350869" y="2336962"/>
                    </a:lnTo>
                    <a:lnTo>
                      <a:pt x="1340869" y="2347681"/>
                    </a:lnTo>
                    <a:lnTo>
                      <a:pt x="1336048" y="2349936"/>
                    </a:lnTo>
                    <a:lnTo>
                      <a:pt x="1338440" y="2338378"/>
                    </a:lnTo>
                    <a:lnTo>
                      <a:pt x="1334663" y="2333850"/>
                    </a:lnTo>
                    <a:lnTo>
                      <a:pt x="1328952" y="2322261"/>
                    </a:lnTo>
                    <a:lnTo>
                      <a:pt x="1320632" y="2315091"/>
                    </a:lnTo>
                    <a:lnTo>
                      <a:pt x="1314772" y="2312716"/>
                    </a:lnTo>
                    <a:lnTo>
                      <a:pt x="1310209" y="2308182"/>
                    </a:lnTo>
                    <a:lnTo>
                      <a:pt x="1304685" y="2306347"/>
                    </a:lnTo>
                    <a:lnTo>
                      <a:pt x="1299972" y="2306817"/>
                    </a:lnTo>
                    <a:lnTo>
                      <a:pt x="1291993" y="2304175"/>
                    </a:lnTo>
                    <a:lnTo>
                      <a:pt x="1291466" y="2298009"/>
                    </a:lnTo>
                    <a:lnTo>
                      <a:pt x="1289254" y="2293392"/>
                    </a:lnTo>
                    <a:lnTo>
                      <a:pt x="1283011" y="2287943"/>
                    </a:lnTo>
                    <a:lnTo>
                      <a:pt x="1253183" y="2277649"/>
                    </a:lnTo>
                    <a:lnTo>
                      <a:pt x="1253002" y="2281910"/>
                    </a:lnTo>
                    <a:lnTo>
                      <a:pt x="1255069" y="2285117"/>
                    </a:lnTo>
                    <a:lnTo>
                      <a:pt x="1259353" y="2287251"/>
                    </a:lnTo>
                    <a:lnTo>
                      <a:pt x="1264480" y="2291404"/>
                    </a:lnTo>
                    <a:lnTo>
                      <a:pt x="1264433" y="2303705"/>
                    </a:lnTo>
                    <a:lnTo>
                      <a:pt x="1262216" y="2308912"/>
                    </a:lnTo>
                    <a:lnTo>
                      <a:pt x="1261265" y="2316330"/>
                    </a:lnTo>
                    <a:lnTo>
                      <a:pt x="1259291" y="2323868"/>
                    </a:lnTo>
                    <a:lnTo>
                      <a:pt x="1255643" y="2329811"/>
                    </a:lnTo>
                    <a:lnTo>
                      <a:pt x="1247499" y="2333863"/>
                    </a:lnTo>
                    <a:lnTo>
                      <a:pt x="1243907" y="2330472"/>
                    </a:lnTo>
                    <a:lnTo>
                      <a:pt x="1238099" y="2314240"/>
                    </a:lnTo>
                    <a:lnTo>
                      <a:pt x="1229887" y="2309128"/>
                    </a:lnTo>
                    <a:lnTo>
                      <a:pt x="1216839" y="2308525"/>
                    </a:lnTo>
                    <a:lnTo>
                      <a:pt x="1207976" y="2312195"/>
                    </a:lnTo>
                    <a:lnTo>
                      <a:pt x="1198317" y="2327919"/>
                    </a:lnTo>
                    <a:lnTo>
                      <a:pt x="1190535" y="2330491"/>
                    </a:lnTo>
                    <a:lnTo>
                      <a:pt x="1163895" y="2322343"/>
                    </a:lnTo>
                    <a:lnTo>
                      <a:pt x="1133478" y="2309928"/>
                    </a:lnTo>
                    <a:lnTo>
                      <a:pt x="1134263" y="2305794"/>
                    </a:lnTo>
                    <a:lnTo>
                      <a:pt x="1139049" y="2304467"/>
                    </a:lnTo>
                    <a:lnTo>
                      <a:pt x="1148227" y="2306163"/>
                    </a:lnTo>
                    <a:lnTo>
                      <a:pt x="1147741" y="2301902"/>
                    </a:lnTo>
                    <a:lnTo>
                      <a:pt x="1138361" y="2288032"/>
                    </a:lnTo>
                    <a:lnTo>
                      <a:pt x="1136641" y="2281771"/>
                    </a:lnTo>
                    <a:lnTo>
                      <a:pt x="1137850" y="2274131"/>
                    </a:lnTo>
                    <a:lnTo>
                      <a:pt x="1134791" y="2274303"/>
                    </a:lnTo>
                    <a:lnTo>
                      <a:pt x="1129158" y="2280717"/>
                    </a:lnTo>
                    <a:lnTo>
                      <a:pt x="1109763" y="2275281"/>
                    </a:lnTo>
                    <a:lnTo>
                      <a:pt x="1104410" y="2268784"/>
                    </a:lnTo>
                    <a:lnTo>
                      <a:pt x="1093015" y="2250476"/>
                    </a:lnTo>
                    <a:lnTo>
                      <a:pt x="1076933" y="2249879"/>
                    </a:lnTo>
                    <a:lnTo>
                      <a:pt x="1069657" y="2238779"/>
                    </a:lnTo>
                    <a:lnTo>
                      <a:pt x="1056515" y="2243427"/>
                    </a:lnTo>
                    <a:lnTo>
                      <a:pt x="1049859" y="2248571"/>
                    </a:lnTo>
                    <a:lnTo>
                      <a:pt x="1044009" y="2256541"/>
                    </a:lnTo>
                    <a:lnTo>
                      <a:pt x="1046288" y="2260675"/>
                    </a:lnTo>
                    <a:lnTo>
                      <a:pt x="1052117" y="2267241"/>
                    </a:lnTo>
                    <a:lnTo>
                      <a:pt x="1049456" y="2270410"/>
                    </a:lnTo>
                    <a:lnTo>
                      <a:pt x="1030744" y="2275090"/>
                    </a:lnTo>
                    <a:lnTo>
                      <a:pt x="987304" y="2269857"/>
                    </a:lnTo>
                    <a:lnTo>
                      <a:pt x="974601" y="2264968"/>
                    </a:lnTo>
                    <a:lnTo>
                      <a:pt x="957553" y="2254629"/>
                    </a:lnTo>
                    <a:lnTo>
                      <a:pt x="933921" y="2246202"/>
                    </a:lnTo>
                    <a:lnTo>
                      <a:pt x="922542" y="2244843"/>
                    </a:lnTo>
                    <a:lnTo>
                      <a:pt x="911400" y="2246513"/>
                    </a:lnTo>
                    <a:lnTo>
                      <a:pt x="878978" y="2247377"/>
                    </a:lnTo>
                    <a:lnTo>
                      <a:pt x="871454" y="2249619"/>
                    </a:lnTo>
                    <a:lnTo>
                      <a:pt x="865046" y="2253200"/>
                    </a:lnTo>
                    <a:lnTo>
                      <a:pt x="860891" y="2249238"/>
                    </a:lnTo>
                    <a:lnTo>
                      <a:pt x="858968" y="2242163"/>
                    </a:lnTo>
                    <a:lnTo>
                      <a:pt x="862731" y="2241014"/>
                    </a:lnTo>
                    <a:lnTo>
                      <a:pt x="866916" y="2236854"/>
                    </a:lnTo>
                    <a:lnTo>
                      <a:pt x="870694" y="2228631"/>
                    </a:lnTo>
                    <a:lnTo>
                      <a:pt x="871123" y="2223658"/>
                    </a:lnTo>
                    <a:lnTo>
                      <a:pt x="868482" y="2220413"/>
                    </a:lnTo>
                    <a:lnTo>
                      <a:pt x="863459" y="2220089"/>
                    </a:lnTo>
                    <a:lnTo>
                      <a:pt x="852364" y="2241516"/>
                    </a:lnTo>
                    <a:lnTo>
                      <a:pt x="858705" y="2253524"/>
                    </a:lnTo>
                    <a:lnTo>
                      <a:pt x="858271" y="2257855"/>
                    </a:lnTo>
                    <a:lnTo>
                      <a:pt x="836132" y="2260319"/>
                    </a:lnTo>
                    <a:lnTo>
                      <a:pt x="785881" y="2284495"/>
                    </a:lnTo>
                    <a:lnTo>
                      <a:pt x="766285" y="2297532"/>
                    </a:lnTo>
                    <a:lnTo>
                      <a:pt x="767288" y="2293144"/>
                    </a:lnTo>
                    <a:lnTo>
                      <a:pt x="790982" y="2276246"/>
                    </a:lnTo>
                    <a:lnTo>
                      <a:pt x="782615" y="2273661"/>
                    </a:lnTo>
                    <a:lnTo>
                      <a:pt x="769143" y="2277884"/>
                    </a:lnTo>
                    <a:lnTo>
                      <a:pt x="764311" y="2276259"/>
                    </a:lnTo>
                    <a:lnTo>
                      <a:pt x="770016" y="2262288"/>
                    </a:lnTo>
                    <a:lnTo>
                      <a:pt x="768156" y="2249968"/>
                    </a:lnTo>
                    <a:lnTo>
                      <a:pt x="758591" y="2249631"/>
                    </a:lnTo>
                    <a:lnTo>
                      <a:pt x="752498" y="2259468"/>
                    </a:lnTo>
                    <a:lnTo>
                      <a:pt x="748265" y="2259049"/>
                    </a:lnTo>
                    <a:lnTo>
                      <a:pt x="742720" y="2254832"/>
                    </a:lnTo>
                    <a:lnTo>
                      <a:pt x="738426" y="2256166"/>
                    </a:lnTo>
                    <a:lnTo>
                      <a:pt x="741604" y="2278456"/>
                    </a:lnTo>
                    <a:lnTo>
                      <a:pt x="747630" y="2287626"/>
                    </a:lnTo>
                    <a:lnTo>
                      <a:pt x="752668" y="2299317"/>
                    </a:lnTo>
                    <a:lnTo>
                      <a:pt x="738907" y="2313764"/>
                    </a:lnTo>
                    <a:lnTo>
                      <a:pt x="726127" y="2325684"/>
                    </a:lnTo>
                    <a:lnTo>
                      <a:pt x="724742" y="2337203"/>
                    </a:lnTo>
                    <a:lnTo>
                      <a:pt x="711900" y="2352209"/>
                    </a:lnTo>
                    <a:lnTo>
                      <a:pt x="699818" y="2360719"/>
                    </a:lnTo>
                    <a:lnTo>
                      <a:pt x="671432" y="2380723"/>
                    </a:lnTo>
                    <a:lnTo>
                      <a:pt x="663334" y="2385003"/>
                    </a:lnTo>
                    <a:lnTo>
                      <a:pt x="650523" y="2394287"/>
                    </a:lnTo>
                    <a:lnTo>
                      <a:pt x="632849" y="2401247"/>
                    </a:lnTo>
                    <a:lnTo>
                      <a:pt x="615904" y="2412297"/>
                    </a:lnTo>
                    <a:lnTo>
                      <a:pt x="610189" y="2413973"/>
                    </a:lnTo>
                    <a:lnTo>
                      <a:pt x="621010" y="2404619"/>
                    </a:lnTo>
                    <a:lnTo>
                      <a:pt x="633842" y="2395379"/>
                    </a:lnTo>
                    <a:lnTo>
                      <a:pt x="622834" y="2396643"/>
                    </a:lnTo>
                    <a:lnTo>
                      <a:pt x="605869" y="2392363"/>
                    </a:lnTo>
                    <a:lnTo>
                      <a:pt x="595487" y="2392115"/>
                    </a:lnTo>
                    <a:lnTo>
                      <a:pt x="595414" y="2395487"/>
                    </a:lnTo>
                    <a:lnTo>
                      <a:pt x="587518" y="2400250"/>
                    </a:lnTo>
                    <a:lnTo>
                      <a:pt x="579338" y="2393252"/>
                    </a:lnTo>
                    <a:lnTo>
                      <a:pt x="575772" y="2388546"/>
                    </a:lnTo>
                    <a:lnTo>
                      <a:pt x="574082" y="2384482"/>
                    </a:lnTo>
                    <a:lnTo>
                      <a:pt x="570609" y="2383498"/>
                    </a:lnTo>
                    <a:lnTo>
                      <a:pt x="567271" y="2385384"/>
                    </a:lnTo>
                    <a:lnTo>
                      <a:pt x="579482" y="2414005"/>
                    </a:lnTo>
                    <a:lnTo>
                      <a:pt x="584686" y="2415243"/>
                    </a:lnTo>
                    <a:lnTo>
                      <a:pt x="590443" y="2418088"/>
                    </a:lnTo>
                    <a:lnTo>
                      <a:pt x="583275" y="2424756"/>
                    </a:lnTo>
                    <a:lnTo>
                      <a:pt x="575560" y="2429817"/>
                    </a:lnTo>
                    <a:lnTo>
                      <a:pt x="563426" y="2433177"/>
                    </a:lnTo>
                    <a:lnTo>
                      <a:pt x="553142" y="2422730"/>
                    </a:lnTo>
                    <a:lnTo>
                      <a:pt x="550915" y="2435838"/>
                    </a:lnTo>
                    <a:lnTo>
                      <a:pt x="549613" y="2448926"/>
                    </a:lnTo>
                    <a:lnTo>
                      <a:pt x="546161" y="2452285"/>
                    </a:lnTo>
                    <a:lnTo>
                      <a:pt x="540647" y="2457073"/>
                    </a:lnTo>
                    <a:lnTo>
                      <a:pt x="537655" y="2453460"/>
                    </a:lnTo>
                    <a:lnTo>
                      <a:pt x="536234" y="2448399"/>
                    </a:lnTo>
                    <a:lnTo>
                      <a:pt x="532704" y="2452914"/>
                    </a:lnTo>
                    <a:lnTo>
                      <a:pt x="527536" y="2456305"/>
                    </a:lnTo>
                    <a:lnTo>
                      <a:pt x="519010" y="2456984"/>
                    </a:lnTo>
                    <a:lnTo>
                      <a:pt x="512612" y="2458794"/>
                    </a:lnTo>
                    <a:lnTo>
                      <a:pt x="512762" y="2464217"/>
                    </a:lnTo>
                    <a:lnTo>
                      <a:pt x="514224" y="2469666"/>
                    </a:lnTo>
                    <a:lnTo>
                      <a:pt x="525542" y="2465361"/>
                    </a:lnTo>
                    <a:lnTo>
                      <a:pt x="521438" y="2479376"/>
                    </a:lnTo>
                    <a:lnTo>
                      <a:pt x="511031" y="2493226"/>
                    </a:lnTo>
                    <a:lnTo>
                      <a:pt x="502550" y="2496497"/>
                    </a:lnTo>
                    <a:lnTo>
                      <a:pt x="489579" y="2494471"/>
                    </a:lnTo>
                    <a:lnTo>
                      <a:pt x="486375" y="2495861"/>
                    </a:lnTo>
                    <a:lnTo>
                      <a:pt x="483507" y="2498738"/>
                    </a:lnTo>
                    <a:lnTo>
                      <a:pt x="498618" y="2520406"/>
                    </a:lnTo>
                    <a:lnTo>
                      <a:pt x="488908" y="2553085"/>
                    </a:lnTo>
                    <a:lnTo>
                      <a:pt x="482701" y="2564928"/>
                    </a:lnTo>
                    <a:lnTo>
                      <a:pt x="478396" y="2566446"/>
                    </a:lnTo>
                    <a:lnTo>
                      <a:pt x="473730" y="2566789"/>
                    </a:lnTo>
                    <a:lnTo>
                      <a:pt x="456981" y="2556260"/>
                    </a:lnTo>
                    <a:lnTo>
                      <a:pt x="447845" y="2548119"/>
                    </a:lnTo>
                    <a:lnTo>
                      <a:pt x="455896" y="2570275"/>
                    </a:lnTo>
                    <a:lnTo>
                      <a:pt x="477833" y="2576746"/>
                    </a:lnTo>
                    <a:lnTo>
                      <a:pt x="478955" y="2585129"/>
                    </a:lnTo>
                    <a:lnTo>
                      <a:pt x="478831" y="2592292"/>
                    </a:lnTo>
                    <a:lnTo>
                      <a:pt x="474510" y="2600700"/>
                    </a:lnTo>
                    <a:lnTo>
                      <a:pt x="470469" y="2611870"/>
                    </a:lnTo>
                    <a:lnTo>
                      <a:pt x="473451" y="2619650"/>
                    </a:lnTo>
                    <a:lnTo>
                      <a:pt x="476913" y="2638885"/>
                    </a:lnTo>
                    <a:lnTo>
                      <a:pt x="479874" y="2647712"/>
                    </a:lnTo>
                    <a:lnTo>
                      <a:pt x="483130" y="2674492"/>
                    </a:lnTo>
                    <a:lnTo>
                      <a:pt x="486592" y="2686106"/>
                    </a:lnTo>
                    <a:lnTo>
                      <a:pt x="506535" y="2728851"/>
                    </a:lnTo>
                    <a:lnTo>
                      <a:pt x="513258" y="2729181"/>
                    </a:lnTo>
                    <a:lnTo>
                      <a:pt x="514338" y="2733811"/>
                    </a:lnTo>
                    <a:lnTo>
                      <a:pt x="513697" y="2742688"/>
                    </a:lnTo>
                    <a:lnTo>
                      <a:pt x="499352" y="2745273"/>
                    </a:lnTo>
                    <a:lnTo>
                      <a:pt x="493331" y="2749229"/>
                    </a:lnTo>
                    <a:lnTo>
                      <a:pt x="492158" y="2752665"/>
                    </a:lnTo>
                    <a:lnTo>
                      <a:pt x="491269" y="2754519"/>
                    </a:lnTo>
                    <a:lnTo>
                      <a:pt x="489419" y="2754348"/>
                    </a:lnTo>
                    <a:lnTo>
                      <a:pt x="482577" y="2751877"/>
                    </a:lnTo>
                    <a:lnTo>
                      <a:pt x="467022" y="2739735"/>
                    </a:lnTo>
                    <a:lnTo>
                      <a:pt x="444357" y="2732210"/>
                    </a:lnTo>
                    <a:lnTo>
                      <a:pt x="414575" y="2729295"/>
                    </a:lnTo>
                    <a:lnTo>
                      <a:pt x="394230" y="2723218"/>
                    </a:lnTo>
                    <a:lnTo>
                      <a:pt x="383321" y="2713959"/>
                    </a:lnTo>
                    <a:lnTo>
                      <a:pt x="371916" y="2708473"/>
                    </a:lnTo>
                    <a:lnTo>
                      <a:pt x="360019" y="2706745"/>
                    </a:lnTo>
                    <a:lnTo>
                      <a:pt x="350165" y="2701722"/>
                    </a:lnTo>
                    <a:lnTo>
                      <a:pt x="342351" y="2693403"/>
                    </a:lnTo>
                    <a:lnTo>
                      <a:pt x="330925" y="2688094"/>
                    </a:lnTo>
                    <a:lnTo>
                      <a:pt x="315887" y="2685789"/>
                    </a:lnTo>
                    <a:lnTo>
                      <a:pt x="306099" y="2679553"/>
                    </a:lnTo>
                    <a:lnTo>
                      <a:pt x="299293" y="2664306"/>
                    </a:lnTo>
                    <a:lnTo>
                      <a:pt x="299262" y="2664077"/>
                    </a:lnTo>
                    <a:lnTo>
                      <a:pt x="293170" y="2638586"/>
                    </a:lnTo>
                    <a:lnTo>
                      <a:pt x="285496" y="2622615"/>
                    </a:lnTo>
                    <a:lnTo>
                      <a:pt x="270561" y="2602853"/>
                    </a:lnTo>
                    <a:lnTo>
                      <a:pt x="269186" y="2600249"/>
                    </a:lnTo>
                    <a:lnTo>
                      <a:pt x="269062" y="2596998"/>
                    </a:lnTo>
                    <a:lnTo>
                      <a:pt x="270912" y="2585497"/>
                    </a:lnTo>
                    <a:lnTo>
                      <a:pt x="269336" y="2577229"/>
                    </a:lnTo>
                    <a:lnTo>
                      <a:pt x="264608" y="2570491"/>
                    </a:lnTo>
                    <a:lnTo>
                      <a:pt x="263522" y="2563360"/>
                    </a:lnTo>
                    <a:lnTo>
                      <a:pt x="266086" y="2555854"/>
                    </a:lnTo>
                    <a:lnTo>
                      <a:pt x="266251" y="2546836"/>
                    </a:lnTo>
                    <a:lnTo>
                      <a:pt x="264024" y="2536307"/>
                    </a:lnTo>
                    <a:lnTo>
                      <a:pt x="254500" y="2524921"/>
                    </a:lnTo>
                    <a:lnTo>
                      <a:pt x="237679" y="2512690"/>
                    </a:lnTo>
                    <a:lnTo>
                      <a:pt x="223349" y="2494826"/>
                    </a:lnTo>
                    <a:lnTo>
                      <a:pt x="211520" y="2471343"/>
                    </a:lnTo>
                    <a:lnTo>
                      <a:pt x="199820" y="2455073"/>
                    </a:lnTo>
                    <a:lnTo>
                      <a:pt x="188249" y="2446011"/>
                    </a:lnTo>
                    <a:lnTo>
                      <a:pt x="180338" y="2434949"/>
                    </a:lnTo>
                    <a:lnTo>
                      <a:pt x="176079" y="2421886"/>
                    </a:lnTo>
                    <a:lnTo>
                      <a:pt x="174824" y="2414303"/>
                    </a:lnTo>
                    <a:lnTo>
                      <a:pt x="176560" y="2412208"/>
                    </a:lnTo>
                    <a:lnTo>
                      <a:pt x="169449" y="2397684"/>
                    </a:lnTo>
                    <a:lnTo>
                      <a:pt x="153491" y="2370746"/>
                    </a:lnTo>
                    <a:lnTo>
                      <a:pt x="144324" y="2351047"/>
                    </a:lnTo>
                    <a:lnTo>
                      <a:pt x="141962" y="2338594"/>
                    </a:lnTo>
                    <a:lnTo>
                      <a:pt x="131807" y="2323772"/>
                    </a:lnTo>
                    <a:lnTo>
                      <a:pt x="113865" y="2306582"/>
                    </a:lnTo>
                    <a:lnTo>
                      <a:pt x="104108" y="2295399"/>
                    </a:lnTo>
                    <a:lnTo>
                      <a:pt x="101711" y="2287632"/>
                    </a:lnTo>
                    <a:lnTo>
                      <a:pt x="73712" y="2265044"/>
                    </a:lnTo>
                    <a:lnTo>
                      <a:pt x="65578" y="2250933"/>
                    </a:lnTo>
                    <a:lnTo>
                      <a:pt x="59227" y="2246475"/>
                    </a:lnTo>
                    <a:lnTo>
                      <a:pt x="51935" y="2246958"/>
                    </a:lnTo>
                    <a:lnTo>
                      <a:pt x="48194" y="2245605"/>
                    </a:lnTo>
                    <a:lnTo>
                      <a:pt x="48008" y="2242417"/>
                    </a:lnTo>
                    <a:lnTo>
                      <a:pt x="45646" y="2242265"/>
                    </a:lnTo>
                    <a:lnTo>
                      <a:pt x="41104" y="2245161"/>
                    </a:lnTo>
                    <a:lnTo>
                      <a:pt x="26210" y="2245745"/>
                    </a:lnTo>
                    <a:lnTo>
                      <a:pt x="961" y="2244024"/>
                    </a:lnTo>
                    <a:lnTo>
                      <a:pt x="0" y="2243821"/>
                    </a:lnTo>
                    <a:lnTo>
                      <a:pt x="0" y="0"/>
                    </a:lnTo>
                    <a:lnTo>
                      <a:pt x="1773799" y="0"/>
                    </a:lnTo>
                    <a:lnTo>
                      <a:pt x="1791779" y="9112"/>
                    </a:lnTo>
                    <a:lnTo>
                      <a:pt x="1812321" y="19521"/>
                    </a:lnTo>
                    <a:lnTo>
                      <a:pt x="1817499" y="36825"/>
                    </a:lnTo>
                    <a:lnTo>
                      <a:pt x="1822542" y="53673"/>
                    </a:lnTo>
                    <a:lnTo>
                      <a:pt x="1834568" y="65904"/>
                    </a:lnTo>
                    <a:lnTo>
                      <a:pt x="1845575" y="77074"/>
                    </a:lnTo>
                    <a:lnTo>
                      <a:pt x="1851947" y="76490"/>
                    </a:lnTo>
                    <a:lnTo>
                      <a:pt x="1858412" y="71772"/>
                    </a:lnTo>
                    <a:lnTo>
                      <a:pt x="1862515" y="69498"/>
                    </a:lnTo>
                    <a:lnTo>
                      <a:pt x="1869393" y="69123"/>
                    </a:lnTo>
                    <a:lnTo>
                      <a:pt x="1884690" y="65085"/>
                    </a:lnTo>
                    <a:lnTo>
                      <a:pt x="1889211" y="65967"/>
                    </a:lnTo>
                    <a:lnTo>
                      <a:pt x="1891780" y="67987"/>
                    </a:lnTo>
                    <a:lnTo>
                      <a:pt x="1891992" y="71149"/>
                    </a:lnTo>
                    <a:lnTo>
                      <a:pt x="1891470" y="73664"/>
                    </a:lnTo>
                    <a:lnTo>
                      <a:pt x="1889103" y="78713"/>
                    </a:lnTo>
                    <a:lnTo>
                      <a:pt x="1892839" y="88333"/>
                    </a:lnTo>
                    <a:lnTo>
                      <a:pt x="1893625" y="99021"/>
                    </a:lnTo>
                    <a:lnTo>
                      <a:pt x="1895676" y="107099"/>
                    </a:lnTo>
                    <a:lnTo>
                      <a:pt x="1901939" y="117437"/>
                    </a:lnTo>
                    <a:lnTo>
                      <a:pt x="1907381" y="125515"/>
                    </a:lnTo>
                    <a:lnTo>
                      <a:pt x="1914233" y="127077"/>
                    </a:lnTo>
                    <a:lnTo>
                      <a:pt x="1930093" y="122372"/>
                    </a:lnTo>
                    <a:lnTo>
                      <a:pt x="1940031" y="120593"/>
                    </a:lnTo>
                    <a:lnTo>
                      <a:pt x="1945674" y="121362"/>
                    </a:lnTo>
                    <a:lnTo>
                      <a:pt x="1955327" y="128925"/>
                    </a:lnTo>
                    <a:lnTo>
                      <a:pt x="1960050" y="133472"/>
                    </a:lnTo>
                    <a:lnTo>
                      <a:pt x="1961177" y="137250"/>
                    </a:lnTo>
                    <a:lnTo>
                      <a:pt x="1948139" y="160340"/>
                    </a:lnTo>
                    <a:lnTo>
                      <a:pt x="1968815" y="171797"/>
                    </a:lnTo>
                    <a:lnTo>
                      <a:pt x="1991889" y="184320"/>
                    </a:lnTo>
                    <a:lnTo>
                      <a:pt x="2019402" y="199249"/>
                    </a:lnTo>
                    <a:lnTo>
                      <a:pt x="2036223" y="208388"/>
                    </a:lnTo>
                    <a:lnTo>
                      <a:pt x="2058377" y="221438"/>
                    </a:lnTo>
                    <a:lnTo>
                      <a:pt x="2062170" y="240032"/>
                    </a:lnTo>
                    <a:lnTo>
                      <a:pt x="2065364" y="255723"/>
                    </a:lnTo>
                    <a:lnTo>
                      <a:pt x="2069436" y="277600"/>
                    </a:lnTo>
                    <a:lnTo>
                      <a:pt x="2073585" y="299916"/>
                    </a:lnTo>
                    <a:lnTo>
                      <a:pt x="2077725" y="322148"/>
                    </a:lnTo>
                    <a:lnTo>
                      <a:pt x="2082112" y="345746"/>
                    </a:lnTo>
                    <a:lnTo>
                      <a:pt x="2086934" y="371669"/>
                    </a:lnTo>
                    <a:lnTo>
                      <a:pt x="2091218" y="394676"/>
                    </a:lnTo>
                    <a:lnTo>
                      <a:pt x="2095894" y="419792"/>
                    </a:lnTo>
                    <a:lnTo>
                      <a:pt x="2102111" y="452477"/>
                    </a:lnTo>
                    <a:lnTo>
                      <a:pt x="2096551" y="465070"/>
                    </a:lnTo>
                    <a:lnTo>
                      <a:pt x="2084443" y="492491"/>
                    </a:lnTo>
                    <a:lnTo>
                      <a:pt x="2073498" y="517277"/>
                    </a:lnTo>
                    <a:lnTo>
                      <a:pt x="2072541" y="524465"/>
                    </a:lnTo>
                    <a:lnTo>
                      <a:pt x="2065017" y="560606"/>
                    </a:lnTo>
                    <a:lnTo>
                      <a:pt x="2058987" y="575535"/>
                    </a:lnTo>
                    <a:lnTo>
                      <a:pt x="2048424" y="584204"/>
                    </a:lnTo>
                    <a:lnTo>
                      <a:pt x="2037938" y="592605"/>
                    </a:lnTo>
                    <a:lnTo>
                      <a:pt x="2024859" y="606684"/>
                    </a:lnTo>
                    <a:lnTo>
                      <a:pt x="2010472" y="613638"/>
                    </a:lnTo>
                    <a:lnTo>
                      <a:pt x="2003123" y="617727"/>
                    </a:lnTo>
                    <a:lnTo>
                      <a:pt x="1999273" y="624179"/>
                    </a:lnTo>
                    <a:lnTo>
                      <a:pt x="1995026" y="638322"/>
                    </a:lnTo>
                    <a:lnTo>
                      <a:pt x="1995842" y="659919"/>
                    </a:lnTo>
                    <a:lnTo>
                      <a:pt x="2007692" y="678507"/>
                    </a:lnTo>
                    <a:lnTo>
                      <a:pt x="2025024" y="688902"/>
                    </a:lnTo>
                    <a:lnTo>
                      <a:pt x="2043669" y="699025"/>
                    </a:lnTo>
                    <a:lnTo>
                      <a:pt x="2070232" y="699069"/>
                    </a:lnTo>
                    <a:lnTo>
                      <a:pt x="2094122" y="685562"/>
                    </a:lnTo>
                    <a:lnTo>
                      <a:pt x="2119433" y="671255"/>
                    </a:lnTo>
                    <a:lnTo>
                      <a:pt x="2142001" y="658497"/>
                    </a:lnTo>
                    <a:lnTo>
                      <a:pt x="2168842" y="643326"/>
                    </a:lnTo>
                    <a:lnTo>
                      <a:pt x="2193151" y="629577"/>
                    </a:lnTo>
                    <a:lnTo>
                      <a:pt x="2219548" y="624637"/>
                    </a:lnTo>
                    <a:lnTo>
                      <a:pt x="2256125" y="617797"/>
                    </a:lnTo>
                    <a:lnTo>
                      <a:pt x="2302169" y="609180"/>
                    </a:lnTo>
                    <a:lnTo>
                      <a:pt x="2324587" y="599368"/>
                    </a:lnTo>
                    <a:lnTo>
                      <a:pt x="2353557" y="586687"/>
                    </a:lnTo>
                    <a:lnTo>
                      <a:pt x="2386977" y="572055"/>
                    </a:lnTo>
                    <a:lnTo>
                      <a:pt x="2415818" y="559431"/>
                    </a:lnTo>
                    <a:lnTo>
                      <a:pt x="2430319" y="552433"/>
                    </a:lnTo>
                    <a:lnTo>
                      <a:pt x="2440633" y="544450"/>
                    </a:lnTo>
                    <a:lnTo>
                      <a:pt x="2443191" y="538544"/>
                    </a:lnTo>
                    <a:lnTo>
                      <a:pt x="2442582" y="535153"/>
                    </a:lnTo>
                    <a:lnTo>
                      <a:pt x="2439920" y="531756"/>
                    </a:lnTo>
                    <a:lnTo>
                      <a:pt x="2436241" y="529247"/>
                    </a:lnTo>
                    <a:lnTo>
                      <a:pt x="2432970" y="527114"/>
                    </a:lnTo>
                    <a:lnTo>
                      <a:pt x="2431435" y="524472"/>
                    </a:lnTo>
                    <a:lnTo>
                      <a:pt x="2431130" y="518693"/>
                    </a:lnTo>
                    <a:lnTo>
                      <a:pt x="2429125" y="515372"/>
                    </a:lnTo>
                    <a:lnTo>
                      <a:pt x="2427213" y="512927"/>
                    </a:lnTo>
                    <a:lnTo>
                      <a:pt x="2427936" y="490561"/>
                    </a:lnTo>
                    <a:lnTo>
                      <a:pt x="2425414" y="483626"/>
                    </a:lnTo>
                    <a:lnTo>
                      <a:pt x="2416014" y="466048"/>
                    </a:lnTo>
                    <a:lnTo>
                      <a:pt x="2433941" y="458167"/>
                    </a:lnTo>
                    <a:lnTo>
                      <a:pt x="2450550" y="450858"/>
                    </a:lnTo>
                    <a:lnTo>
                      <a:pt x="2463795" y="445448"/>
                    </a:lnTo>
                    <a:lnTo>
                      <a:pt x="2491541" y="444597"/>
                    </a:lnTo>
                    <a:lnTo>
                      <a:pt x="2517307" y="444705"/>
                    </a:lnTo>
                    <a:lnTo>
                      <a:pt x="2552820" y="444851"/>
                    </a:lnTo>
                    <a:lnTo>
                      <a:pt x="2582741" y="444971"/>
                    </a:lnTo>
                    <a:lnTo>
                      <a:pt x="2617649" y="445117"/>
                    </a:lnTo>
                    <a:lnTo>
                      <a:pt x="2638113" y="445200"/>
                    </a:lnTo>
                    <a:lnTo>
                      <a:pt x="2664928" y="444946"/>
                    </a:lnTo>
                    <a:lnTo>
                      <a:pt x="2677997" y="424656"/>
                    </a:lnTo>
                    <a:lnTo>
                      <a:pt x="2689676" y="406513"/>
                    </a:lnTo>
                    <a:lnTo>
                      <a:pt x="2702539" y="389177"/>
                    </a:lnTo>
                    <a:lnTo>
                      <a:pt x="2725406" y="368824"/>
                    </a:lnTo>
                    <a:lnTo>
                      <a:pt x="2732047" y="365166"/>
                    </a:lnTo>
                    <a:lnTo>
                      <a:pt x="2735710" y="357139"/>
                    </a:lnTo>
                    <a:lnTo>
                      <a:pt x="2749570" y="349512"/>
                    </a:lnTo>
                    <a:lnTo>
                      <a:pt x="2764841" y="342438"/>
                    </a:lnTo>
                    <a:lnTo>
                      <a:pt x="2770830" y="335802"/>
                    </a:lnTo>
                    <a:lnTo>
                      <a:pt x="2773729" y="332023"/>
                    </a:lnTo>
                    <a:lnTo>
                      <a:pt x="2815076" y="296232"/>
                    </a:lnTo>
                    <a:lnTo>
                      <a:pt x="2838559" y="279702"/>
                    </a:lnTo>
                    <a:lnTo>
                      <a:pt x="2857953" y="270501"/>
                    </a:lnTo>
                    <a:lnTo>
                      <a:pt x="2872717" y="266106"/>
                    </a:lnTo>
                    <a:lnTo>
                      <a:pt x="2882686" y="266735"/>
                    </a:lnTo>
                    <a:lnTo>
                      <a:pt x="2888355" y="26611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 dirty="0"/>
              </a:p>
            </p:txBody>
          </p:sp>
          <p:sp>
            <p:nvSpPr>
              <p:cNvPr id="3868" name="pg3868">
                <a:extLst>
                  <a:ext uri="{FF2B5EF4-FFF2-40B4-BE49-F238E27FC236}">
                    <a16:creationId xmlns:a16="http://schemas.microsoft.com/office/drawing/2014/main" id="{1F53CCB1-91F2-2510-F0B8-575C0EA8D8CF}"/>
                  </a:ext>
                </a:extLst>
              </p:cNvPr>
              <p:cNvSpPr/>
              <p:nvPr/>
            </p:nvSpPr>
            <p:spPr>
              <a:xfrm>
                <a:off x="5359282" y="3307053"/>
                <a:ext cx="225302" cy="75760"/>
              </a:xfrm>
              <a:custGeom>
                <a:avLst/>
                <a:gdLst/>
                <a:ahLst/>
                <a:cxnLst/>
                <a:rect l="0" t="0" r="0" b="0"/>
                <a:pathLst>
                  <a:path w="225302" h="75760">
                    <a:moveTo>
                      <a:pt x="153584" y="30132"/>
                    </a:moveTo>
                    <a:lnTo>
                      <a:pt x="160385" y="30983"/>
                    </a:lnTo>
                    <a:lnTo>
                      <a:pt x="166235" y="28513"/>
                    </a:lnTo>
                    <a:lnTo>
                      <a:pt x="171775" y="23521"/>
                    </a:lnTo>
                    <a:lnTo>
                      <a:pt x="184637" y="16771"/>
                    </a:lnTo>
                    <a:lnTo>
                      <a:pt x="195598" y="13818"/>
                    </a:lnTo>
                    <a:lnTo>
                      <a:pt x="199050" y="13208"/>
                    </a:lnTo>
                    <a:lnTo>
                      <a:pt x="204275" y="17946"/>
                    </a:lnTo>
                    <a:lnTo>
                      <a:pt x="214641" y="14142"/>
                    </a:lnTo>
                    <a:lnTo>
                      <a:pt x="225302" y="12008"/>
                    </a:lnTo>
                    <a:lnTo>
                      <a:pt x="179185" y="33669"/>
                    </a:lnTo>
                    <a:lnTo>
                      <a:pt x="169754" y="36108"/>
                    </a:lnTo>
                    <a:lnTo>
                      <a:pt x="156261" y="42560"/>
                    </a:lnTo>
                    <a:lnTo>
                      <a:pt x="143507" y="47132"/>
                    </a:lnTo>
                    <a:lnTo>
                      <a:pt x="134324" y="48796"/>
                    </a:lnTo>
                    <a:lnTo>
                      <a:pt x="88662" y="64875"/>
                    </a:lnTo>
                    <a:lnTo>
                      <a:pt x="85040" y="65224"/>
                    </a:lnTo>
                    <a:lnTo>
                      <a:pt x="81122" y="63656"/>
                    </a:lnTo>
                    <a:lnTo>
                      <a:pt x="43512" y="71937"/>
                    </a:lnTo>
                    <a:lnTo>
                      <a:pt x="28076" y="72870"/>
                    </a:lnTo>
                    <a:lnTo>
                      <a:pt x="14020" y="75760"/>
                    </a:lnTo>
                    <a:lnTo>
                      <a:pt x="24417" y="69092"/>
                    </a:lnTo>
                    <a:lnTo>
                      <a:pt x="24644" y="66596"/>
                    </a:lnTo>
                    <a:lnTo>
                      <a:pt x="22159" y="64646"/>
                    </a:lnTo>
                    <a:lnTo>
                      <a:pt x="16598" y="65212"/>
                    </a:lnTo>
                    <a:lnTo>
                      <a:pt x="10903" y="72076"/>
                    </a:lnTo>
                    <a:lnTo>
                      <a:pt x="1813" y="74369"/>
                    </a:lnTo>
                    <a:lnTo>
                      <a:pt x="0" y="66895"/>
                    </a:lnTo>
                    <a:lnTo>
                      <a:pt x="3033" y="61109"/>
                    </a:lnTo>
                    <a:lnTo>
                      <a:pt x="7141" y="55623"/>
                    </a:lnTo>
                    <a:lnTo>
                      <a:pt x="16169" y="46999"/>
                    </a:lnTo>
                    <a:lnTo>
                      <a:pt x="29083" y="41531"/>
                    </a:lnTo>
                    <a:lnTo>
                      <a:pt x="35646" y="36806"/>
                    </a:lnTo>
                    <a:lnTo>
                      <a:pt x="40194" y="40966"/>
                    </a:lnTo>
                    <a:lnTo>
                      <a:pt x="41191" y="35346"/>
                    </a:lnTo>
                    <a:lnTo>
                      <a:pt x="44690" y="32101"/>
                    </a:lnTo>
                    <a:lnTo>
                      <a:pt x="48493" y="30354"/>
                    </a:lnTo>
                    <a:lnTo>
                      <a:pt x="57640" y="30310"/>
                    </a:lnTo>
                    <a:lnTo>
                      <a:pt x="62565" y="29427"/>
                    </a:lnTo>
                    <a:lnTo>
                      <a:pt x="66126" y="27560"/>
                    </a:lnTo>
                    <a:lnTo>
                      <a:pt x="69779" y="27211"/>
                    </a:lnTo>
                    <a:lnTo>
                      <a:pt x="79784" y="29757"/>
                    </a:lnTo>
                    <a:lnTo>
                      <a:pt x="89556" y="29027"/>
                    </a:lnTo>
                    <a:lnTo>
                      <a:pt x="97447" y="25509"/>
                    </a:lnTo>
                    <a:lnTo>
                      <a:pt x="105648" y="24328"/>
                    </a:lnTo>
                    <a:lnTo>
                      <a:pt x="127343" y="23534"/>
                    </a:lnTo>
                    <a:lnTo>
                      <a:pt x="148902" y="20962"/>
                    </a:lnTo>
                    <a:lnTo>
                      <a:pt x="157522" y="16390"/>
                    </a:lnTo>
                    <a:lnTo>
                      <a:pt x="175630" y="3575"/>
                    </a:lnTo>
                    <a:lnTo>
                      <a:pt x="186048" y="0"/>
                    </a:lnTo>
                    <a:lnTo>
                      <a:pt x="169826" y="14891"/>
                    </a:lnTo>
                    <a:lnTo>
                      <a:pt x="161108" y="2171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g3869">
                <a:extLst>
                  <a:ext uri="{FF2B5EF4-FFF2-40B4-BE49-F238E27FC236}">
                    <a16:creationId xmlns:a16="http://schemas.microsoft.com/office/drawing/2014/main" id="{2960063C-9C44-752E-80CC-5330663DA627}"/>
                  </a:ext>
                </a:extLst>
              </p:cNvPr>
              <p:cNvSpPr/>
              <p:nvPr/>
            </p:nvSpPr>
            <p:spPr>
              <a:xfrm>
                <a:off x="5954108" y="2877417"/>
                <a:ext cx="23756" cy="26893"/>
              </a:xfrm>
              <a:custGeom>
                <a:avLst/>
                <a:gdLst/>
                <a:ahLst/>
                <a:cxnLst/>
                <a:rect l="0" t="0" r="0" b="0"/>
                <a:pathLst>
                  <a:path w="23756" h="26893">
                    <a:moveTo>
                      <a:pt x="17596" y="18663"/>
                    </a:moveTo>
                    <a:lnTo>
                      <a:pt x="10841" y="17558"/>
                    </a:lnTo>
                    <a:lnTo>
                      <a:pt x="10981" y="24423"/>
                    </a:lnTo>
                    <a:lnTo>
                      <a:pt x="10226" y="26893"/>
                    </a:lnTo>
                    <a:lnTo>
                      <a:pt x="2744" y="23363"/>
                    </a:lnTo>
                    <a:lnTo>
                      <a:pt x="0" y="21089"/>
                    </a:lnTo>
                    <a:lnTo>
                      <a:pt x="237" y="11995"/>
                    </a:lnTo>
                    <a:lnTo>
                      <a:pt x="6847" y="3397"/>
                    </a:lnTo>
                    <a:lnTo>
                      <a:pt x="11885" y="0"/>
                    </a:lnTo>
                    <a:lnTo>
                      <a:pt x="18381" y="2355"/>
                    </a:lnTo>
                    <a:lnTo>
                      <a:pt x="23368" y="11983"/>
                    </a:lnTo>
                    <a:lnTo>
                      <a:pt x="23756" y="1612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g3870">
                <a:extLst>
                  <a:ext uri="{FF2B5EF4-FFF2-40B4-BE49-F238E27FC236}">
                    <a16:creationId xmlns:a16="http://schemas.microsoft.com/office/drawing/2014/main" id="{1FB676C3-F1A2-2CB6-55A9-836B961C1A38}"/>
                  </a:ext>
                </a:extLst>
              </p:cNvPr>
              <p:cNvSpPr/>
              <p:nvPr/>
            </p:nvSpPr>
            <p:spPr>
              <a:xfrm>
                <a:off x="5337706" y="3371376"/>
                <a:ext cx="17833" cy="18174"/>
              </a:xfrm>
              <a:custGeom>
                <a:avLst/>
                <a:gdLst/>
                <a:ahLst/>
                <a:cxnLst/>
                <a:rect l="0" t="0" r="0" b="0"/>
                <a:pathLst>
                  <a:path w="17833" h="18174">
                    <a:moveTo>
                      <a:pt x="0" y="18174"/>
                    </a:moveTo>
                    <a:lnTo>
                      <a:pt x="5048" y="5702"/>
                    </a:lnTo>
                    <a:lnTo>
                      <a:pt x="14330" y="0"/>
                    </a:lnTo>
                    <a:lnTo>
                      <a:pt x="17689" y="1187"/>
                    </a:lnTo>
                    <a:lnTo>
                      <a:pt x="17833" y="5594"/>
                    </a:lnTo>
                    <a:lnTo>
                      <a:pt x="16531" y="9360"/>
                    </a:lnTo>
                    <a:lnTo>
                      <a:pt x="10304" y="15164"/>
                    </a:lnTo>
                    <a:lnTo>
                      <a:pt x="5054" y="1763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g3871">
                <a:extLst>
                  <a:ext uri="{FF2B5EF4-FFF2-40B4-BE49-F238E27FC236}">
                    <a16:creationId xmlns:a16="http://schemas.microsoft.com/office/drawing/2014/main" id="{13DA7EED-1D11-059F-FD22-74A8174056E0}"/>
                  </a:ext>
                </a:extLst>
              </p:cNvPr>
              <p:cNvSpPr/>
              <p:nvPr/>
            </p:nvSpPr>
            <p:spPr>
              <a:xfrm>
                <a:off x="5698253" y="3267490"/>
                <a:ext cx="33791" cy="16879"/>
              </a:xfrm>
              <a:custGeom>
                <a:avLst/>
                <a:gdLst/>
                <a:ahLst/>
                <a:cxnLst/>
                <a:rect l="0" t="0" r="0" b="0"/>
                <a:pathLst>
                  <a:path w="33791" h="16879">
                    <a:moveTo>
                      <a:pt x="4645" y="16879"/>
                    </a:moveTo>
                    <a:lnTo>
                      <a:pt x="0" y="12776"/>
                    </a:lnTo>
                    <a:lnTo>
                      <a:pt x="7270" y="10878"/>
                    </a:lnTo>
                    <a:lnTo>
                      <a:pt x="16454" y="1130"/>
                    </a:lnTo>
                    <a:lnTo>
                      <a:pt x="22562" y="0"/>
                    </a:lnTo>
                    <a:lnTo>
                      <a:pt x="32158" y="5518"/>
                    </a:lnTo>
                    <a:lnTo>
                      <a:pt x="33791" y="1052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g3872">
                <a:extLst>
                  <a:ext uri="{FF2B5EF4-FFF2-40B4-BE49-F238E27FC236}">
                    <a16:creationId xmlns:a16="http://schemas.microsoft.com/office/drawing/2014/main" id="{608557E1-6D1D-8B13-A477-0D8ED647BCC5}"/>
                  </a:ext>
                </a:extLst>
              </p:cNvPr>
              <p:cNvSpPr/>
              <p:nvPr/>
            </p:nvSpPr>
            <p:spPr>
              <a:xfrm>
                <a:off x="5643532" y="3241859"/>
                <a:ext cx="12087" cy="24671"/>
              </a:xfrm>
              <a:custGeom>
                <a:avLst/>
                <a:gdLst/>
                <a:ahLst/>
                <a:cxnLst/>
                <a:rect l="0" t="0" r="0" b="0"/>
                <a:pathLst>
                  <a:path w="12087" h="24671">
                    <a:moveTo>
                      <a:pt x="5855" y="24671"/>
                    </a:moveTo>
                    <a:lnTo>
                      <a:pt x="0" y="24048"/>
                    </a:lnTo>
                    <a:lnTo>
                      <a:pt x="2971" y="19248"/>
                    </a:lnTo>
                    <a:lnTo>
                      <a:pt x="4103" y="12199"/>
                    </a:lnTo>
                    <a:lnTo>
                      <a:pt x="6991" y="4457"/>
                    </a:lnTo>
                    <a:lnTo>
                      <a:pt x="8655" y="2089"/>
                    </a:lnTo>
                    <a:lnTo>
                      <a:pt x="12087" y="0"/>
                    </a:lnTo>
                    <a:lnTo>
                      <a:pt x="11095" y="2111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g3873">
                <a:extLst>
                  <a:ext uri="{FF2B5EF4-FFF2-40B4-BE49-F238E27FC236}">
                    <a16:creationId xmlns:a16="http://schemas.microsoft.com/office/drawing/2014/main" id="{3EC2450B-AA10-FB31-7859-C31E9346E2FA}"/>
                  </a:ext>
                </a:extLst>
              </p:cNvPr>
              <p:cNvSpPr/>
              <p:nvPr/>
            </p:nvSpPr>
            <p:spPr>
              <a:xfrm>
                <a:off x="5761346" y="3275262"/>
                <a:ext cx="27001" cy="19248"/>
              </a:xfrm>
              <a:custGeom>
                <a:avLst/>
                <a:gdLst/>
                <a:ahLst/>
                <a:cxnLst/>
                <a:rect l="0" t="0" r="0" b="0"/>
                <a:pathLst>
                  <a:path w="27001" h="19248">
                    <a:moveTo>
                      <a:pt x="18836" y="19248"/>
                    </a:moveTo>
                    <a:lnTo>
                      <a:pt x="0" y="14453"/>
                    </a:lnTo>
                    <a:lnTo>
                      <a:pt x="15498" y="10389"/>
                    </a:lnTo>
                    <a:lnTo>
                      <a:pt x="18030" y="8973"/>
                    </a:lnTo>
                    <a:lnTo>
                      <a:pt x="20050" y="2997"/>
                    </a:lnTo>
                    <a:lnTo>
                      <a:pt x="20303" y="0"/>
                    </a:lnTo>
                    <a:lnTo>
                      <a:pt x="26190" y="12853"/>
                    </a:lnTo>
                    <a:lnTo>
                      <a:pt x="27001" y="1715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g3874">
                <a:extLst>
                  <a:ext uri="{FF2B5EF4-FFF2-40B4-BE49-F238E27FC236}">
                    <a16:creationId xmlns:a16="http://schemas.microsoft.com/office/drawing/2014/main" id="{20E25F4F-2D10-4B1A-7FEC-5B976D8CF773}"/>
                  </a:ext>
                </a:extLst>
              </p:cNvPr>
              <p:cNvSpPr/>
              <p:nvPr/>
            </p:nvSpPr>
            <p:spPr>
              <a:xfrm>
                <a:off x="5180933" y="3984239"/>
                <a:ext cx="8624" cy="14377"/>
              </a:xfrm>
              <a:custGeom>
                <a:avLst/>
                <a:gdLst/>
                <a:ahLst/>
                <a:cxnLst/>
                <a:rect l="0" t="0" r="0" b="0"/>
                <a:pathLst>
                  <a:path w="8624" h="14377">
                    <a:moveTo>
                      <a:pt x="7028" y="14377"/>
                    </a:moveTo>
                    <a:lnTo>
                      <a:pt x="0" y="0"/>
                    </a:lnTo>
                    <a:lnTo>
                      <a:pt x="7229" y="4648"/>
                    </a:lnTo>
                    <a:lnTo>
                      <a:pt x="8521" y="8515"/>
                    </a:lnTo>
                    <a:lnTo>
                      <a:pt x="8624" y="1173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g3875">
                <a:extLst>
                  <a:ext uri="{FF2B5EF4-FFF2-40B4-BE49-F238E27FC236}">
                    <a16:creationId xmlns:a16="http://schemas.microsoft.com/office/drawing/2014/main" id="{75F375C8-014E-A6A2-E272-D77F135B92C7}"/>
                  </a:ext>
                </a:extLst>
              </p:cNvPr>
              <p:cNvSpPr/>
              <p:nvPr/>
            </p:nvSpPr>
            <p:spPr>
              <a:xfrm>
                <a:off x="5183801" y="4007259"/>
                <a:ext cx="24727" cy="72349"/>
              </a:xfrm>
              <a:custGeom>
                <a:avLst/>
                <a:gdLst/>
                <a:ahLst/>
                <a:cxnLst/>
                <a:rect l="0" t="0" r="0" b="0"/>
                <a:pathLst>
                  <a:path w="24727" h="72349">
                    <a:moveTo>
                      <a:pt x="1250" y="72349"/>
                    </a:moveTo>
                    <a:lnTo>
                      <a:pt x="0" y="71213"/>
                    </a:lnTo>
                    <a:lnTo>
                      <a:pt x="16267" y="63796"/>
                    </a:lnTo>
                    <a:lnTo>
                      <a:pt x="21399" y="37670"/>
                    </a:lnTo>
                    <a:lnTo>
                      <a:pt x="22102" y="25623"/>
                    </a:lnTo>
                    <a:lnTo>
                      <a:pt x="19663" y="4388"/>
                    </a:lnTo>
                    <a:lnTo>
                      <a:pt x="19745" y="0"/>
                    </a:lnTo>
                    <a:lnTo>
                      <a:pt x="22391" y="6845"/>
                    </a:lnTo>
                    <a:lnTo>
                      <a:pt x="24727" y="26658"/>
                    </a:lnTo>
                    <a:lnTo>
                      <a:pt x="23849" y="41683"/>
                    </a:lnTo>
                    <a:lnTo>
                      <a:pt x="19130" y="63573"/>
                    </a:lnTo>
                    <a:lnTo>
                      <a:pt x="15446" y="6880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g3876">
                <a:extLst>
                  <a:ext uri="{FF2B5EF4-FFF2-40B4-BE49-F238E27FC236}">
                    <a16:creationId xmlns:a16="http://schemas.microsoft.com/office/drawing/2014/main" id="{B309AE61-1BEB-8842-8FEB-A4282D43C224}"/>
                  </a:ext>
                </a:extLst>
              </p:cNvPr>
              <p:cNvSpPr/>
              <p:nvPr/>
            </p:nvSpPr>
            <p:spPr>
              <a:xfrm>
                <a:off x="5152676" y="4082556"/>
                <a:ext cx="21404" cy="9277"/>
              </a:xfrm>
              <a:custGeom>
                <a:avLst/>
                <a:gdLst/>
                <a:ahLst/>
                <a:cxnLst/>
                <a:rect l="0" t="0" r="0" b="0"/>
                <a:pathLst>
                  <a:path w="21404" h="9277">
                    <a:moveTo>
                      <a:pt x="2170" y="9277"/>
                    </a:moveTo>
                    <a:lnTo>
                      <a:pt x="0" y="8725"/>
                    </a:lnTo>
                    <a:lnTo>
                      <a:pt x="12619" y="2089"/>
                    </a:lnTo>
                    <a:lnTo>
                      <a:pt x="21404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g3877">
                <a:extLst>
                  <a:ext uri="{FF2B5EF4-FFF2-40B4-BE49-F238E27FC236}">
                    <a16:creationId xmlns:a16="http://schemas.microsoft.com/office/drawing/2014/main" id="{0DC380F1-BDEA-B080-D650-376873BEA529}"/>
                  </a:ext>
                </a:extLst>
              </p:cNvPr>
              <p:cNvSpPr/>
              <p:nvPr/>
            </p:nvSpPr>
            <p:spPr>
              <a:xfrm>
                <a:off x="5095061" y="4115235"/>
                <a:ext cx="33993" cy="39982"/>
              </a:xfrm>
              <a:custGeom>
                <a:avLst/>
                <a:gdLst/>
                <a:ahLst/>
                <a:cxnLst/>
                <a:rect l="0" t="0" r="0" b="0"/>
                <a:pathLst>
                  <a:path w="33993" h="39982">
                    <a:moveTo>
                      <a:pt x="0" y="39982"/>
                    </a:moveTo>
                    <a:lnTo>
                      <a:pt x="9689" y="23744"/>
                    </a:lnTo>
                    <a:lnTo>
                      <a:pt x="28825" y="3149"/>
                    </a:lnTo>
                    <a:lnTo>
                      <a:pt x="33993" y="0"/>
                    </a:lnTo>
                    <a:lnTo>
                      <a:pt x="18081" y="17590"/>
                    </a:lnTo>
                    <a:lnTo>
                      <a:pt x="2635" y="3848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g3878">
                <a:extLst>
                  <a:ext uri="{FF2B5EF4-FFF2-40B4-BE49-F238E27FC236}">
                    <a16:creationId xmlns:a16="http://schemas.microsoft.com/office/drawing/2014/main" id="{67363223-53ED-C13E-1AE1-3DD07A781660}"/>
                  </a:ext>
                </a:extLst>
              </p:cNvPr>
              <p:cNvSpPr/>
              <p:nvPr/>
            </p:nvSpPr>
            <p:spPr>
              <a:xfrm>
                <a:off x="4494680" y="5206518"/>
                <a:ext cx="17373" cy="15672"/>
              </a:xfrm>
              <a:custGeom>
                <a:avLst/>
                <a:gdLst/>
                <a:ahLst/>
                <a:cxnLst/>
                <a:rect l="0" t="0" r="0" b="0"/>
                <a:pathLst>
                  <a:path w="17373" h="15672">
                    <a:moveTo>
                      <a:pt x="13601" y="15672"/>
                    </a:moveTo>
                    <a:lnTo>
                      <a:pt x="5968" y="13183"/>
                    </a:lnTo>
                    <a:lnTo>
                      <a:pt x="1798" y="8725"/>
                    </a:lnTo>
                    <a:lnTo>
                      <a:pt x="0" y="0"/>
                    </a:lnTo>
                    <a:lnTo>
                      <a:pt x="6645" y="9239"/>
                    </a:lnTo>
                    <a:lnTo>
                      <a:pt x="9028" y="11329"/>
                    </a:lnTo>
                    <a:lnTo>
                      <a:pt x="17373" y="122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g3879">
                <a:extLst>
                  <a:ext uri="{FF2B5EF4-FFF2-40B4-BE49-F238E27FC236}">
                    <a16:creationId xmlns:a16="http://schemas.microsoft.com/office/drawing/2014/main" id="{90B84643-58D2-A424-83F9-64CA4535B203}"/>
                  </a:ext>
                </a:extLst>
              </p:cNvPr>
              <p:cNvSpPr/>
              <p:nvPr/>
            </p:nvSpPr>
            <p:spPr>
              <a:xfrm>
                <a:off x="4498091" y="5186660"/>
                <a:ext cx="9033" cy="26938"/>
              </a:xfrm>
              <a:custGeom>
                <a:avLst/>
                <a:gdLst/>
                <a:ahLst/>
                <a:cxnLst/>
                <a:rect l="0" t="0" r="0" b="0"/>
                <a:pathLst>
                  <a:path w="9033" h="26938">
                    <a:moveTo>
                      <a:pt x="8883" y="26938"/>
                    </a:moveTo>
                    <a:lnTo>
                      <a:pt x="3550" y="14142"/>
                    </a:lnTo>
                    <a:lnTo>
                      <a:pt x="0" y="0"/>
                    </a:lnTo>
                    <a:lnTo>
                      <a:pt x="5079" y="4578"/>
                    </a:lnTo>
                    <a:lnTo>
                      <a:pt x="9033" y="192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g3880">
                <a:extLst>
                  <a:ext uri="{FF2B5EF4-FFF2-40B4-BE49-F238E27FC236}">
                    <a16:creationId xmlns:a16="http://schemas.microsoft.com/office/drawing/2014/main" id="{512768D8-514E-C06E-FBFC-971822191DE5}"/>
                  </a:ext>
                </a:extLst>
              </p:cNvPr>
              <p:cNvSpPr/>
              <p:nvPr/>
            </p:nvSpPr>
            <p:spPr>
              <a:xfrm>
                <a:off x="4666217" y="5362642"/>
                <a:ext cx="34236" cy="51158"/>
              </a:xfrm>
              <a:custGeom>
                <a:avLst/>
                <a:gdLst/>
                <a:ahLst/>
                <a:cxnLst/>
                <a:rect l="0" t="0" r="0" b="0"/>
                <a:pathLst>
                  <a:path w="34236" h="51158">
                    <a:moveTo>
                      <a:pt x="0" y="51158"/>
                    </a:moveTo>
                    <a:lnTo>
                      <a:pt x="2330" y="45036"/>
                    </a:lnTo>
                    <a:lnTo>
                      <a:pt x="10531" y="31948"/>
                    </a:lnTo>
                    <a:lnTo>
                      <a:pt x="13182" y="25788"/>
                    </a:lnTo>
                    <a:lnTo>
                      <a:pt x="18722" y="21883"/>
                    </a:lnTo>
                    <a:lnTo>
                      <a:pt x="23880" y="14821"/>
                    </a:lnTo>
                    <a:lnTo>
                      <a:pt x="24267" y="6585"/>
                    </a:lnTo>
                    <a:lnTo>
                      <a:pt x="31760" y="825"/>
                    </a:lnTo>
                    <a:lnTo>
                      <a:pt x="34236" y="0"/>
                    </a:lnTo>
                    <a:lnTo>
                      <a:pt x="21032" y="2670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g3881">
                <a:extLst>
                  <a:ext uri="{FF2B5EF4-FFF2-40B4-BE49-F238E27FC236}">
                    <a16:creationId xmlns:a16="http://schemas.microsoft.com/office/drawing/2014/main" id="{77E358F6-18EB-2854-4297-8403B5EEA8CF}"/>
                  </a:ext>
                </a:extLst>
              </p:cNvPr>
              <p:cNvSpPr/>
              <p:nvPr/>
            </p:nvSpPr>
            <p:spPr>
              <a:xfrm>
                <a:off x="3456939" y="4803878"/>
                <a:ext cx="26706" cy="20480"/>
              </a:xfrm>
              <a:custGeom>
                <a:avLst/>
                <a:gdLst/>
                <a:ahLst/>
                <a:cxnLst/>
                <a:rect l="0" t="0" r="0" b="0"/>
                <a:pathLst>
                  <a:path w="26706" h="20480">
                    <a:moveTo>
                      <a:pt x="18603" y="20480"/>
                    </a:moveTo>
                    <a:lnTo>
                      <a:pt x="1100" y="9214"/>
                    </a:lnTo>
                    <a:lnTo>
                      <a:pt x="0" y="4375"/>
                    </a:lnTo>
                    <a:lnTo>
                      <a:pt x="8635" y="0"/>
                    </a:lnTo>
                    <a:lnTo>
                      <a:pt x="13906" y="387"/>
                    </a:lnTo>
                    <a:lnTo>
                      <a:pt x="22241" y="6109"/>
                    </a:lnTo>
                    <a:lnTo>
                      <a:pt x="25290" y="7703"/>
                    </a:lnTo>
                    <a:lnTo>
                      <a:pt x="26706" y="10020"/>
                    </a:lnTo>
                    <a:lnTo>
                      <a:pt x="25900" y="13646"/>
                    </a:lnTo>
                    <a:lnTo>
                      <a:pt x="22536" y="1862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g3882">
                <a:extLst>
                  <a:ext uri="{FF2B5EF4-FFF2-40B4-BE49-F238E27FC236}">
                    <a16:creationId xmlns:a16="http://schemas.microsoft.com/office/drawing/2014/main" id="{8F2856D0-67D7-E6A1-CFFB-88A885B1BB4B}"/>
                  </a:ext>
                </a:extLst>
              </p:cNvPr>
              <p:cNvSpPr/>
              <p:nvPr/>
            </p:nvSpPr>
            <p:spPr>
              <a:xfrm>
                <a:off x="2924653" y="5000397"/>
                <a:ext cx="20774" cy="30399"/>
              </a:xfrm>
              <a:custGeom>
                <a:avLst/>
                <a:gdLst/>
                <a:ahLst/>
                <a:cxnLst/>
                <a:rect l="0" t="0" r="0" b="0"/>
                <a:pathLst>
                  <a:path w="20774" h="30399">
                    <a:moveTo>
                      <a:pt x="0" y="30399"/>
                    </a:moveTo>
                    <a:lnTo>
                      <a:pt x="5121" y="19749"/>
                    </a:lnTo>
                    <a:lnTo>
                      <a:pt x="6072" y="15482"/>
                    </a:lnTo>
                    <a:lnTo>
                      <a:pt x="14469" y="2006"/>
                    </a:lnTo>
                    <a:lnTo>
                      <a:pt x="18903" y="0"/>
                    </a:lnTo>
                    <a:lnTo>
                      <a:pt x="20774" y="5734"/>
                    </a:lnTo>
                    <a:lnTo>
                      <a:pt x="12138" y="15202"/>
                    </a:lnTo>
                    <a:lnTo>
                      <a:pt x="2294" y="300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g3883">
                <a:extLst>
                  <a:ext uri="{FF2B5EF4-FFF2-40B4-BE49-F238E27FC236}">
                    <a16:creationId xmlns:a16="http://schemas.microsoft.com/office/drawing/2014/main" id="{9A304169-E2B0-93BB-B9B9-4703AD5F09C1}"/>
                  </a:ext>
                </a:extLst>
              </p:cNvPr>
              <p:cNvSpPr/>
              <p:nvPr/>
            </p:nvSpPr>
            <p:spPr>
              <a:xfrm>
                <a:off x="2949515" y="4968054"/>
                <a:ext cx="42075" cy="30323"/>
              </a:xfrm>
              <a:custGeom>
                <a:avLst/>
                <a:gdLst/>
                <a:ahLst/>
                <a:cxnLst/>
                <a:rect l="0" t="0" r="0" b="0"/>
                <a:pathLst>
                  <a:path w="42075" h="30323">
                    <a:moveTo>
                      <a:pt x="0" y="30323"/>
                    </a:moveTo>
                    <a:lnTo>
                      <a:pt x="4816" y="23299"/>
                    </a:lnTo>
                    <a:lnTo>
                      <a:pt x="12645" y="19756"/>
                    </a:lnTo>
                    <a:lnTo>
                      <a:pt x="29822" y="6261"/>
                    </a:lnTo>
                    <a:lnTo>
                      <a:pt x="36830" y="5334"/>
                    </a:lnTo>
                    <a:lnTo>
                      <a:pt x="40478" y="685"/>
                    </a:lnTo>
                    <a:lnTo>
                      <a:pt x="42075" y="0"/>
                    </a:lnTo>
                    <a:lnTo>
                      <a:pt x="41042" y="5696"/>
                    </a:lnTo>
                    <a:lnTo>
                      <a:pt x="27223" y="13786"/>
                    </a:lnTo>
                    <a:lnTo>
                      <a:pt x="3886" y="2978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g3884">
                <a:extLst>
                  <a:ext uri="{FF2B5EF4-FFF2-40B4-BE49-F238E27FC236}">
                    <a16:creationId xmlns:a16="http://schemas.microsoft.com/office/drawing/2014/main" id="{F17CCAEF-DDE5-299D-A644-6041DB4F0818}"/>
                  </a:ext>
                </a:extLst>
              </p:cNvPr>
              <p:cNvSpPr/>
              <p:nvPr/>
            </p:nvSpPr>
            <p:spPr>
              <a:xfrm>
                <a:off x="2887740" y="5040830"/>
                <a:ext cx="34318" cy="75366"/>
              </a:xfrm>
              <a:custGeom>
                <a:avLst/>
                <a:gdLst/>
                <a:ahLst/>
                <a:cxnLst/>
                <a:rect l="0" t="0" r="0" b="0"/>
                <a:pathLst>
                  <a:path w="34318" h="75366">
                    <a:moveTo>
                      <a:pt x="0" y="75366"/>
                    </a:moveTo>
                    <a:lnTo>
                      <a:pt x="909" y="64215"/>
                    </a:lnTo>
                    <a:lnTo>
                      <a:pt x="9503" y="38877"/>
                    </a:lnTo>
                    <a:lnTo>
                      <a:pt x="26965" y="5575"/>
                    </a:lnTo>
                    <a:lnTo>
                      <a:pt x="34318" y="0"/>
                    </a:lnTo>
                    <a:lnTo>
                      <a:pt x="14175" y="36521"/>
                    </a:lnTo>
                    <a:lnTo>
                      <a:pt x="3302" y="6788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g3885">
                <a:extLst>
                  <a:ext uri="{FF2B5EF4-FFF2-40B4-BE49-F238E27FC236}">
                    <a16:creationId xmlns:a16="http://schemas.microsoft.com/office/drawing/2014/main" id="{4EC2F1B8-790D-3D27-2D60-8F8CD167B8E9}"/>
                  </a:ext>
                </a:extLst>
              </p:cNvPr>
              <p:cNvSpPr/>
              <p:nvPr/>
            </p:nvSpPr>
            <p:spPr>
              <a:xfrm>
                <a:off x="3130649" y="4843237"/>
                <a:ext cx="34081" cy="26658"/>
              </a:xfrm>
              <a:custGeom>
                <a:avLst/>
                <a:gdLst/>
                <a:ahLst/>
                <a:cxnLst/>
                <a:rect l="0" t="0" r="0" b="0"/>
                <a:pathLst>
                  <a:path w="34081" h="26658">
                    <a:moveTo>
                      <a:pt x="0" y="26658"/>
                    </a:moveTo>
                    <a:lnTo>
                      <a:pt x="23068" y="6655"/>
                    </a:lnTo>
                    <a:lnTo>
                      <a:pt x="27905" y="0"/>
                    </a:lnTo>
                    <a:lnTo>
                      <a:pt x="34081" y="292"/>
                    </a:lnTo>
                    <a:lnTo>
                      <a:pt x="23781" y="11500"/>
                    </a:lnTo>
                    <a:lnTo>
                      <a:pt x="5286" y="2541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g3886">
                <a:extLst>
                  <a:ext uri="{FF2B5EF4-FFF2-40B4-BE49-F238E27FC236}">
                    <a16:creationId xmlns:a16="http://schemas.microsoft.com/office/drawing/2014/main" id="{3BBF1DF0-0399-DF96-8EAF-FEE8ED25F5FC}"/>
                  </a:ext>
                </a:extLst>
              </p:cNvPr>
              <p:cNvSpPr/>
              <p:nvPr/>
            </p:nvSpPr>
            <p:spPr>
              <a:xfrm>
                <a:off x="2885373" y="5122184"/>
                <a:ext cx="25027" cy="140921"/>
              </a:xfrm>
              <a:custGeom>
                <a:avLst/>
                <a:gdLst/>
                <a:ahLst/>
                <a:cxnLst/>
                <a:rect l="0" t="0" r="0" b="0"/>
                <a:pathLst>
                  <a:path w="25027" h="140921">
                    <a:moveTo>
                      <a:pt x="23564" y="140921"/>
                    </a:moveTo>
                    <a:lnTo>
                      <a:pt x="14800" y="112719"/>
                    </a:lnTo>
                    <a:lnTo>
                      <a:pt x="537" y="48898"/>
                    </a:lnTo>
                    <a:lnTo>
                      <a:pt x="0" y="12522"/>
                    </a:lnTo>
                    <a:lnTo>
                      <a:pt x="2242" y="0"/>
                    </a:lnTo>
                    <a:lnTo>
                      <a:pt x="5922" y="51374"/>
                    </a:lnTo>
                    <a:lnTo>
                      <a:pt x="21688" y="116618"/>
                    </a:lnTo>
                    <a:lnTo>
                      <a:pt x="25027" y="13488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g3887">
                <a:extLst>
                  <a:ext uri="{FF2B5EF4-FFF2-40B4-BE49-F238E27FC236}">
                    <a16:creationId xmlns:a16="http://schemas.microsoft.com/office/drawing/2014/main" id="{B80B2687-7EB0-9222-84B1-A1C440D247AD}"/>
                  </a:ext>
                </a:extLst>
              </p:cNvPr>
              <p:cNvSpPr/>
              <p:nvPr/>
            </p:nvSpPr>
            <p:spPr>
              <a:xfrm>
                <a:off x="5637481" y="3252585"/>
                <a:ext cx="5178" cy="13666"/>
              </a:xfrm>
              <a:custGeom>
                <a:avLst/>
                <a:gdLst/>
                <a:ahLst/>
                <a:cxnLst/>
                <a:rect l="0" t="0" r="0" b="0"/>
                <a:pathLst>
                  <a:path w="5178" h="13666">
                    <a:moveTo>
                      <a:pt x="1095" y="13666"/>
                    </a:moveTo>
                    <a:lnTo>
                      <a:pt x="0" y="7385"/>
                    </a:lnTo>
                    <a:lnTo>
                      <a:pt x="2056" y="165"/>
                    </a:lnTo>
                    <a:lnTo>
                      <a:pt x="4139" y="0"/>
                    </a:lnTo>
                    <a:lnTo>
                      <a:pt x="5178" y="3841"/>
                    </a:lnTo>
                    <a:lnTo>
                      <a:pt x="4030" y="1125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g3888">
                <a:extLst>
                  <a:ext uri="{FF2B5EF4-FFF2-40B4-BE49-F238E27FC236}">
                    <a16:creationId xmlns:a16="http://schemas.microsoft.com/office/drawing/2014/main" id="{36129702-8470-A787-D13F-9E1CFE042B79}"/>
                  </a:ext>
                </a:extLst>
              </p:cNvPr>
              <p:cNvSpPr/>
              <p:nvPr/>
            </p:nvSpPr>
            <p:spPr>
              <a:xfrm>
                <a:off x="5335877" y="3489988"/>
                <a:ext cx="15498" cy="28227"/>
              </a:xfrm>
              <a:custGeom>
                <a:avLst/>
                <a:gdLst/>
                <a:ahLst/>
                <a:cxnLst/>
                <a:rect l="0" t="0" r="0" b="0"/>
                <a:pathLst>
                  <a:path w="15498" h="28227">
                    <a:moveTo>
                      <a:pt x="284" y="28227"/>
                    </a:moveTo>
                    <a:lnTo>
                      <a:pt x="0" y="24442"/>
                    </a:lnTo>
                    <a:lnTo>
                      <a:pt x="15498" y="0"/>
                    </a:lnTo>
                    <a:lnTo>
                      <a:pt x="12697" y="854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g3889">
                <a:extLst>
                  <a:ext uri="{FF2B5EF4-FFF2-40B4-BE49-F238E27FC236}">
                    <a16:creationId xmlns:a16="http://schemas.microsoft.com/office/drawing/2014/main" id="{04A8575E-82B8-7A53-DE4A-040792BDAFBE}"/>
                  </a:ext>
                </a:extLst>
              </p:cNvPr>
              <p:cNvSpPr/>
              <p:nvPr/>
            </p:nvSpPr>
            <p:spPr>
              <a:xfrm>
                <a:off x="5216776" y="3678353"/>
                <a:ext cx="29698" cy="55407"/>
              </a:xfrm>
              <a:custGeom>
                <a:avLst/>
                <a:gdLst/>
                <a:ahLst/>
                <a:cxnLst/>
                <a:rect l="0" t="0" r="0" b="0"/>
                <a:pathLst>
                  <a:path w="29698" h="55407">
                    <a:moveTo>
                      <a:pt x="0" y="55407"/>
                    </a:moveTo>
                    <a:lnTo>
                      <a:pt x="16143" y="29364"/>
                    </a:lnTo>
                    <a:lnTo>
                      <a:pt x="25518" y="7544"/>
                    </a:lnTo>
                    <a:lnTo>
                      <a:pt x="29698" y="0"/>
                    </a:lnTo>
                    <a:lnTo>
                      <a:pt x="25642" y="15291"/>
                    </a:lnTo>
                    <a:lnTo>
                      <a:pt x="18552" y="29351"/>
                    </a:lnTo>
                    <a:lnTo>
                      <a:pt x="4811" y="532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g3890">
                <a:extLst>
                  <a:ext uri="{FF2B5EF4-FFF2-40B4-BE49-F238E27FC236}">
                    <a16:creationId xmlns:a16="http://schemas.microsoft.com/office/drawing/2014/main" id="{BB134CF1-02D4-484F-917F-DBC88A046881}"/>
                  </a:ext>
                </a:extLst>
              </p:cNvPr>
              <p:cNvSpPr/>
              <p:nvPr/>
            </p:nvSpPr>
            <p:spPr>
              <a:xfrm>
                <a:off x="5079677" y="4146288"/>
                <a:ext cx="13513" cy="6191"/>
              </a:xfrm>
              <a:custGeom>
                <a:avLst/>
                <a:gdLst/>
                <a:ahLst/>
                <a:cxnLst/>
                <a:rect l="0" t="0" r="0" b="0"/>
                <a:pathLst>
                  <a:path w="13513" h="6191">
                    <a:moveTo>
                      <a:pt x="11157" y="6191"/>
                    </a:moveTo>
                    <a:lnTo>
                      <a:pt x="6997" y="4756"/>
                    </a:lnTo>
                    <a:lnTo>
                      <a:pt x="1266" y="2013"/>
                    </a:lnTo>
                    <a:lnTo>
                      <a:pt x="0" y="0"/>
                    </a:lnTo>
                    <a:lnTo>
                      <a:pt x="5467" y="730"/>
                    </a:lnTo>
                    <a:lnTo>
                      <a:pt x="13513" y="58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g3891">
                <a:extLst>
                  <a:ext uri="{FF2B5EF4-FFF2-40B4-BE49-F238E27FC236}">
                    <a16:creationId xmlns:a16="http://schemas.microsoft.com/office/drawing/2014/main" id="{9E3FBAFC-513E-B939-8CE0-5D471974D99F}"/>
                  </a:ext>
                </a:extLst>
              </p:cNvPr>
              <p:cNvSpPr/>
              <p:nvPr/>
            </p:nvSpPr>
            <p:spPr>
              <a:xfrm>
                <a:off x="4577198" y="5440364"/>
                <a:ext cx="10779" cy="15615"/>
              </a:xfrm>
              <a:custGeom>
                <a:avLst/>
                <a:gdLst/>
                <a:ahLst/>
                <a:cxnLst/>
                <a:rect l="0" t="0" r="0" b="0"/>
                <a:pathLst>
                  <a:path w="10779" h="15615">
                    <a:moveTo>
                      <a:pt x="6020" y="15615"/>
                    </a:moveTo>
                    <a:lnTo>
                      <a:pt x="4511" y="14790"/>
                    </a:lnTo>
                    <a:lnTo>
                      <a:pt x="4511" y="10890"/>
                    </a:lnTo>
                    <a:lnTo>
                      <a:pt x="0" y="2260"/>
                    </a:lnTo>
                    <a:lnTo>
                      <a:pt x="170" y="0"/>
                    </a:lnTo>
                    <a:lnTo>
                      <a:pt x="10516" y="8446"/>
                    </a:lnTo>
                    <a:lnTo>
                      <a:pt x="10779" y="10713"/>
                    </a:lnTo>
                    <a:lnTo>
                      <a:pt x="9193" y="1294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g3892">
                <a:extLst>
                  <a:ext uri="{FF2B5EF4-FFF2-40B4-BE49-F238E27FC236}">
                    <a16:creationId xmlns:a16="http://schemas.microsoft.com/office/drawing/2014/main" id="{E53E1AFF-A7A7-FAAB-275C-D7E834F4B22D}"/>
                  </a:ext>
                </a:extLst>
              </p:cNvPr>
              <p:cNvSpPr/>
              <p:nvPr/>
            </p:nvSpPr>
            <p:spPr>
              <a:xfrm>
                <a:off x="4637878" y="5427841"/>
                <a:ext cx="6681" cy="5543"/>
              </a:xfrm>
              <a:custGeom>
                <a:avLst/>
                <a:gdLst/>
                <a:ahLst/>
                <a:cxnLst/>
                <a:rect l="0" t="0" r="0" b="0"/>
                <a:pathLst>
                  <a:path w="6681" h="5543">
                    <a:moveTo>
                      <a:pt x="0" y="5543"/>
                    </a:moveTo>
                    <a:lnTo>
                      <a:pt x="1002" y="3695"/>
                    </a:lnTo>
                    <a:lnTo>
                      <a:pt x="5178" y="0"/>
                    </a:lnTo>
                    <a:lnTo>
                      <a:pt x="6681" y="1435"/>
                    </a:lnTo>
                    <a:lnTo>
                      <a:pt x="6516" y="3283"/>
                    </a:lnTo>
                    <a:lnTo>
                      <a:pt x="2005" y="554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g3893">
                <a:extLst>
                  <a:ext uri="{FF2B5EF4-FFF2-40B4-BE49-F238E27FC236}">
                    <a16:creationId xmlns:a16="http://schemas.microsoft.com/office/drawing/2014/main" id="{937FCBFA-267F-D930-C110-3716897ED641}"/>
                  </a:ext>
                </a:extLst>
              </p:cNvPr>
              <p:cNvSpPr/>
              <p:nvPr/>
            </p:nvSpPr>
            <p:spPr>
              <a:xfrm>
                <a:off x="4657267" y="5415509"/>
                <a:ext cx="5348" cy="5550"/>
              </a:xfrm>
              <a:custGeom>
                <a:avLst/>
                <a:gdLst/>
                <a:ahLst/>
                <a:cxnLst/>
                <a:rect l="0" t="0" r="0" b="0"/>
                <a:pathLst>
                  <a:path w="5348" h="5550">
                    <a:moveTo>
                      <a:pt x="0" y="5550"/>
                    </a:moveTo>
                    <a:lnTo>
                      <a:pt x="4175" y="0"/>
                    </a:lnTo>
                    <a:lnTo>
                      <a:pt x="5348" y="412"/>
                    </a:lnTo>
                    <a:lnTo>
                      <a:pt x="2842" y="493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g3894">
                <a:extLst>
                  <a:ext uri="{FF2B5EF4-FFF2-40B4-BE49-F238E27FC236}">
                    <a16:creationId xmlns:a16="http://schemas.microsoft.com/office/drawing/2014/main" id="{4393FD64-B16B-E47E-21EA-3606F7E6BC39}"/>
                  </a:ext>
                </a:extLst>
              </p:cNvPr>
              <p:cNvSpPr/>
              <p:nvPr/>
            </p:nvSpPr>
            <p:spPr>
              <a:xfrm>
                <a:off x="4607290" y="5439132"/>
                <a:ext cx="21895" cy="8630"/>
              </a:xfrm>
              <a:custGeom>
                <a:avLst/>
                <a:gdLst/>
                <a:ahLst/>
                <a:cxnLst/>
                <a:rect l="0" t="0" r="0" b="0"/>
                <a:pathLst>
                  <a:path w="21895" h="8630">
                    <a:moveTo>
                      <a:pt x="5012" y="8630"/>
                    </a:moveTo>
                    <a:lnTo>
                      <a:pt x="0" y="6369"/>
                    </a:lnTo>
                    <a:lnTo>
                      <a:pt x="5513" y="3289"/>
                    </a:lnTo>
                    <a:lnTo>
                      <a:pt x="21895" y="0"/>
                    </a:lnTo>
                    <a:lnTo>
                      <a:pt x="15709" y="4108"/>
                    </a:lnTo>
                    <a:lnTo>
                      <a:pt x="9860" y="555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g3895">
                <a:extLst>
                  <a:ext uri="{FF2B5EF4-FFF2-40B4-BE49-F238E27FC236}">
                    <a16:creationId xmlns:a16="http://schemas.microsoft.com/office/drawing/2014/main" id="{1E6AB46E-549B-54D7-1961-32371D4AAF4F}"/>
                  </a:ext>
                </a:extLst>
              </p:cNvPr>
              <p:cNvSpPr/>
              <p:nvPr/>
            </p:nvSpPr>
            <p:spPr>
              <a:xfrm>
                <a:off x="4570537" y="4631229"/>
                <a:ext cx="6945" cy="31688"/>
              </a:xfrm>
              <a:custGeom>
                <a:avLst/>
                <a:gdLst/>
                <a:ahLst/>
                <a:cxnLst/>
                <a:rect l="0" t="0" r="0" b="0"/>
                <a:pathLst>
                  <a:path w="6945" h="31688">
                    <a:moveTo>
                      <a:pt x="2237" y="31688"/>
                    </a:moveTo>
                    <a:lnTo>
                      <a:pt x="201" y="20467"/>
                    </a:lnTo>
                    <a:lnTo>
                      <a:pt x="0" y="9570"/>
                    </a:lnTo>
                    <a:lnTo>
                      <a:pt x="3565" y="3124"/>
                    </a:lnTo>
                    <a:lnTo>
                      <a:pt x="6945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g3896">
                <a:extLst>
                  <a:ext uri="{FF2B5EF4-FFF2-40B4-BE49-F238E27FC236}">
                    <a16:creationId xmlns:a16="http://schemas.microsoft.com/office/drawing/2014/main" id="{69244F85-1297-4347-1EF6-FB843207FAB4}"/>
                  </a:ext>
                </a:extLst>
              </p:cNvPr>
              <p:cNvSpPr/>
              <p:nvPr/>
            </p:nvSpPr>
            <p:spPr>
              <a:xfrm>
                <a:off x="4554992" y="5448277"/>
                <a:ext cx="10567" cy="12891"/>
              </a:xfrm>
              <a:custGeom>
                <a:avLst/>
                <a:gdLst/>
                <a:ahLst/>
                <a:cxnLst/>
                <a:rect l="0" t="0" r="0" b="0"/>
                <a:pathLst>
                  <a:path w="10567" h="12891">
                    <a:moveTo>
                      <a:pt x="0" y="12891"/>
                    </a:moveTo>
                    <a:lnTo>
                      <a:pt x="5529" y="7772"/>
                    </a:lnTo>
                    <a:lnTo>
                      <a:pt x="7322" y="0"/>
                    </a:lnTo>
                    <a:lnTo>
                      <a:pt x="10567" y="6070"/>
                    </a:lnTo>
                    <a:lnTo>
                      <a:pt x="10505" y="9754"/>
                    </a:lnTo>
                    <a:lnTo>
                      <a:pt x="6857" y="1160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g3897">
                <a:extLst>
                  <a:ext uri="{FF2B5EF4-FFF2-40B4-BE49-F238E27FC236}">
                    <a16:creationId xmlns:a16="http://schemas.microsoft.com/office/drawing/2014/main" id="{7DE35575-0213-83A8-874D-00472D6329D3}"/>
                  </a:ext>
                </a:extLst>
              </p:cNvPr>
              <p:cNvSpPr/>
              <p:nvPr/>
            </p:nvSpPr>
            <p:spPr>
              <a:xfrm>
                <a:off x="4681421" y="5037121"/>
                <a:ext cx="28195" cy="83983"/>
              </a:xfrm>
              <a:custGeom>
                <a:avLst/>
                <a:gdLst/>
                <a:ahLst/>
                <a:cxnLst/>
                <a:rect l="0" t="0" r="0" b="0"/>
                <a:pathLst>
                  <a:path w="28195" h="83983">
                    <a:moveTo>
                      <a:pt x="28195" y="83983"/>
                    </a:moveTo>
                    <a:lnTo>
                      <a:pt x="18464" y="61770"/>
                    </a:lnTo>
                    <a:lnTo>
                      <a:pt x="6438" y="26938"/>
                    </a:lnTo>
                    <a:lnTo>
                      <a:pt x="0" y="0"/>
                    </a:lnTo>
                    <a:lnTo>
                      <a:pt x="4356" y="7283"/>
                    </a:lnTo>
                    <a:lnTo>
                      <a:pt x="8614" y="22359"/>
                    </a:lnTo>
                    <a:lnTo>
                      <a:pt x="26474" y="7440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g3898">
                <a:extLst>
                  <a:ext uri="{FF2B5EF4-FFF2-40B4-BE49-F238E27FC236}">
                    <a16:creationId xmlns:a16="http://schemas.microsoft.com/office/drawing/2014/main" id="{FDE2C6BE-2D20-ED8F-3A01-B38EA5BFDB05}"/>
                  </a:ext>
                </a:extLst>
              </p:cNvPr>
              <p:cNvSpPr/>
              <p:nvPr/>
            </p:nvSpPr>
            <p:spPr>
              <a:xfrm>
                <a:off x="4535949" y="5462902"/>
                <a:ext cx="7699" cy="4470"/>
              </a:xfrm>
              <a:custGeom>
                <a:avLst/>
                <a:gdLst/>
                <a:ahLst/>
                <a:cxnLst/>
                <a:rect l="0" t="0" r="0" b="0"/>
                <a:pathLst>
                  <a:path w="7699" h="4470">
                    <a:moveTo>
                      <a:pt x="232" y="4470"/>
                    </a:moveTo>
                    <a:lnTo>
                      <a:pt x="0" y="2457"/>
                    </a:lnTo>
                    <a:lnTo>
                      <a:pt x="4630" y="0"/>
                    </a:lnTo>
                    <a:lnTo>
                      <a:pt x="7699" y="165"/>
                    </a:lnTo>
                    <a:lnTo>
                      <a:pt x="7586" y="2889"/>
                    </a:lnTo>
                    <a:lnTo>
                      <a:pt x="2919" y="41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g3899">
                <a:extLst>
                  <a:ext uri="{FF2B5EF4-FFF2-40B4-BE49-F238E27FC236}">
                    <a16:creationId xmlns:a16="http://schemas.microsoft.com/office/drawing/2014/main" id="{52E876F0-8587-776F-03F3-A81BBAF50920}"/>
                  </a:ext>
                </a:extLst>
              </p:cNvPr>
              <p:cNvSpPr/>
              <p:nvPr/>
            </p:nvSpPr>
            <p:spPr>
              <a:xfrm>
                <a:off x="3781115" y="4789697"/>
                <a:ext cx="7508" cy="12059"/>
              </a:xfrm>
              <a:custGeom>
                <a:avLst/>
                <a:gdLst/>
                <a:ahLst/>
                <a:cxnLst/>
                <a:rect l="0" t="0" r="0" b="0"/>
                <a:pathLst>
                  <a:path w="7508" h="12059">
                    <a:moveTo>
                      <a:pt x="0" y="12059"/>
                    </a:moveTo>
                    <a:lnTo>
                      <a:pt x="263" y="9462"/>
                    </a:lnTo>
                    <a:lnTo>
                      <a:pt x="4490" y="2648"/>
                    </a:lnTo>
                    <a:lnTo>
                      <a:pt x="7508" y="0"/>
                    </a:lnTo>
                    <a:lnTo>
                      <a:pt x="5746" y="525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g3900">
                <a:extLst>
                  <a:ext uri="{FF2B5EF4-FFF2-40B4-BE49-F238E27FC236}">
                    <a16:creationId xmlns:a16="http://schemas.microsoft.com/office/drawing/2014/main" id="{FD90E838-CE83-5FD8-D317-74459F727FDC}"/>
                  </a:ext>
                </a:extLst>
              </p:cNvPr>
              <p:cNvSpPr/>
              <p:nvPr/>
            </p:nvSpPr>
            <p:spPr>
              <a:xfrm>
                <a:off x="3804479" y="4723202"/>
                <a:ext cx="17435" cy="7734"/>
              </a:xfrm>
              <a:custGeom>
                <a:avLst/>
                <a:gdLst/>
                <a:ahLst/>
                <a:cxnLst/>
                <a:rect l="0" t="0" r="0" b="0"/>
                <a:pathLst>
                  <a:path w="17435" h="7734">
                    <a:moveTo>
                      <a:pt x="16107" y="7734"/>
                    </a:moveTo>
                    <a:lnTo>
                      <a:pt x="6733" y="5029"/>
                    </a:lnTo>
                    <a:lnTo>
                      <a:pt x="1033" y="2514"/>
                    </a:lnTo>
                    <a:lnTo>
                      <a:pt x="0" y="0"/>
                    </a:lnTo>
                    <a:lnTo>
                      <a:pt x="15756" y="4565"/>
                    </a:lnTo>
                    <a:lnTo>
                      <a:pt x="17435" y="62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g3901">
                <a:extLst>
                  <a:ext uri="{FF2B5EF4-FFF2-40B4-BE49-F238E27FC236}">
                    <a16:creationId xmlns:a16="http://schemas.microsoft.com/office/drawing/2014/main" id="{676C2535-5099-E10E-578A-751E63908B7D}"/>
                  </a:ext>
                </a:extLst>
              </p:cNvPr>
              <p:cNvSpPr/>
              <p:nvPr/>
            </p:nvSpPr>
            <p:spPr>
              <a:xfrm>
                <a:off x="3847510" y="4721970"/>
                <a:ext cx="25921" cy="5569"/>
              </a:xfrm>
              <a:custGeom>
                <a:avLst/>
                <a:gdLst/>
                <a:ahLst/>
                <a:cxnLst/>
                <a:rect l="0" t="0" r="0" b="0"/>
                <a:pathLst>
                  <a:path w="25921" h="5569">
                    <a:moveTo>
                      <a:pt x="16609" y="5569"/>
                    </a:moveTo>
                    <a:lnTo>
                      <a:pt x="2806" y="5308"/>
                    </a:lnTo>
                    <a:lnTo>
                      <a:pt x="0" y="4330"/>
                    </a:lnTo>
                    <a:lnTo>
                      <a:pt x="5539" y="2470"/>
                    </a:lnTo>
                    <a:lnTo>
                      <a:pt x="21895" y="0"/>
                    </a:lnTo>
                    <a:lnTo>
                      <a:pt x="25921" y="27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g3902">
                <a:extLst>
                  <a:ext uri="{FF2B5EF4-FFF2-40B4-BE49-F238E27FC236}">
                    <a16:creationId xmlns:a16="http://schemas.microsoft.com/office/drawing/2014/main" id="{1BCF933E-F2DD-9255-9DC2-32AB5F099F24}"/>
                  </a:ext>
                </a:extLst>
              </p:cNvPr>
              <p:cNvSpPr/>
              <p:nvPr/>
            </p:nvSpPr>
            <p:spPr>
              <a:xfrm>
                <a:off x="3738952" y="4735636"/>
                <a:ext cx="16650" cy="17044"/>
              </a:xfrm>
              <a:custGeom>
                <a:avLst/>
                <a:gdLst/>
                <a:ahLst/>
                <a:cxnLst/>
                <a:rect l="0" t="0" r="0" b="0"/>
                <a:pathLst>
                  <a:path w="16650" h="17044">
                    <a:moveTo>
                      <a:pt x="12862" y="17044"/>
                    </a:moveTo>
                    <a:lnTo>
                      <a:pt x="7679" y="14034"/>
                    </a:lnTo>
                    <a:lnTo>
                      <a:pt x="0" y="13761"/>
                    </a:lnTo>
                    <a:lnTo>
                      <a:pt x="3379" y="11697"/>
                    </a:lnTo>
                    <a:lnTo>
                      <a:pt x="5751" y="9684"/>
                    </a:lnTo>
                    <a:lnTo>
                      <a:pt x="6935" y="7518"/>
                    </a:lnTo>
                    <a:lnTo>
                      <a:pt x="16650" y="0"/>
                    </a:lnTo>
                    <a:lnTo>
                      <a:pt x="13896" y="5518"/>
                    </a:lnTo>
                    <a:lnTo>
                      <a:pt x="12490" y="109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g3903">
                <a:extLst>
                  <a:ext uri="{FF2B5EF4-FFF2-40B4-BE49-F238E27FC236}">
                    <a16:creationId xmlns:a16="http://schemas.microsoft.com/office/drawing/2014/main" id="{C64C685E-F209-C408-99F3-0C665383203E}"/>
                  </a:ext>
                </a:extLst>
              </p:cNvPr>
              <p:cNvSpPr/>
              <p:nvPr/>
            </p:nvSpPr>
            <p:spPr>
              <a:xfrm>
                <a:off x="3789234" y="4750191"/>
                <a:ext cx="5746" cy="36527"/>
              </a:xfrm>
              <a:custGeom>
                <a:avLst/>
                <a:gdLst/>
                <a:ahLst/>
                <a:cxnLst/>
                <a:rect l="0" t="0" r="0" b="0"/>
                <a:pathLst>
                  <a:path w="5746" h="36527">
                    <a:moveTo>
                      <a:pt x="1188" y="36527"/>
                    </a:moveTo>
                    <a:lnTo>
                      <a:pt x="4118" y="16695"/>
                    </a:lnTo>
                    <a:lnTo>
                      <a:pt x="0" y="0"/>
                    </a:lnTo>
                    <a:lnTo>
                      <a:pt x="4340" y="7328"/>
                    </a:lnTo>
                    <a:lnTo>
                      <a:pt x="5746" y="16047"/>
                    </a:lnTo>
                    <a:lnTo>
                      <a:pt x="4175" y="323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g3904">
                <a:extLst>
                  <a:ext uri="{FF2B5EF4-FFF2-40B4-BE49-F238E27FC236}">
                    <a16:creationId xmlns:a16="http://schemas.microsoft.com/office/drawing/2014/main" id="{B03489BF-8EE1-C839-AA85-F08CC8799004}"/>
                  </a:ext>
                </a:extLst>
              </p:cNvPr>
              <p:cNvSpPr/>
              <p:nvPr/>
            </p:nvSpPr>
            <p:spPr>
              <a:xfrm>
                <a:off x="4186131" y="4792371"/>
                <a:ext cx="40173" cy="16358"/>
              </a:xfrm>
              <a:custGeom>
                <a:avLst/>
                <a:gdLst/>
                <a:ahLst/>
                <a:cxnLst/>
                <a:rect l="0" t="0" r="0" b="0"/>
                <a:pathLst>
                  <a:path w="40173" h="16358">
                    <a:moveTo>
                      <a:pt x="11482" y="16358"/>
                    </a:moveTo>
                    <a:lnTo>
                      <a:pt x="0" y="12954"/>
                    </a:lnTo>
                    <a:lnTo>
                      <a:pt x="7136" y="12307"/>
                    </a:lnTo>
                    <a:lnTo>
                      <a:pt x="12299" y="13685"/>
                    </a:lnTo>
                    <a:lnTo>
                      <a:pt x="25373" y="6991"/>
                    </a:lnTo>
                    <a:lnTo>
                      <a:pt x="32231" y="1924"/>
                    </a:lnTo>
                    <a:lnTo>
                      <a:pt x="40173" y="0"/>
                    </a:lnTo>
                    <a:lnTo>
                      <a:pt x="22102" y="116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g3905">
                <a:extLst>
                  <a:ext uri="{FF2B5EF4-FFF2-40B4-BE49-F238E27FC236}">
                    <a16:creationId xmlns:a16="http://schemas.microsoft.com/office/drawing/2014/main" id="{83D53B7A-6995-9A3E-BF41-77D9653BEF43}"/>
                  </a:ext>
                </a:extLst>
              </p:cNvPr>
              <p:cNvSpPr/>
              <p:nvPr/>
            </p:nvSpPr>
            <p:spPr>
              <a:xfrm>
                <a:off x="5923277" y="2903466"/>
                <a:ext cx="8449" cy="10395"/>
              </a:xfrm>
              <a:custGeom>
                <a:avLst/>
                <a:gdLst/>
                <a:ahLst/>
                <a:cxnLst/>
                <a:rect l="0" t="0" r="0" b="0"/>
                <a:pathLst>
                  <a:path w="8449" h="10395">
                    <a:moveTo>
                      <a:pt x="4428" y="10395"/>
                    </a:moveTo>
                    <a:lnTo>
                      <a:pt x="139" y="9563"/>
                    </a:lnTo>
                    <a:lnTo>
                      <a:pt x="0" y="3149"/>
                    </a:lnTo>
                    <a:lnTo>
                      <a:pt x="1297" y="971"/>
                    </a:lnTo>
                    <a:lnTo>
                      <a:pt x="2780" y="0"/>
                    </a:lnTo>
                    <a:lnTo>
                      <a:pt x="4981" y="1803"/>
                    </a:lnTo>
                    <a:lnTo>
                      <a:pt x="8449" y="782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g3906">
                <a:extLst>
                  <a:ext uri="{FF2B5EF4-FFF2-40B4-BE49-F238E27FC236}">
                    <a16:creationId xmlns:a16="http://schemas.microsoft.com/office/drawing/2014/main" id="{8A43ACA2-000A-DA93-912B-E9D63CAE64FD}"/>
                  </a:ext>
                </a:extLst>
              </p:cNvPr>
              <p:cNvSpPr/>
              <p:nvPr/>
            </p:nvSpPr>
            <p:spPr>
              <a:xfrm>
                <a:off x="2399291" y="4782381"/>
                <a:ext cx="513697" cy="755524"/>
              </a:xfrm>
              <a:custGeom>
                <a:avLst/>
                <a:gdLst/>
                <a:ahLst/>
                <a:cxnLst/>
                <a:rect l="0" t="0" r="0" b="0"/>
                <a:pathLst>
                  <a:path w="513697" h="755524">
                    <a:moveTo>
                      <a:pt x="961" y="1759"/>
                    </a:moveTo>
                    <a:lnTo>
                      <a:pt x="26210" y="3480"/>
                    </a:lnTo>
                    <a:lnTo>
                      <a:pt x="41104" y="2895"/>
                    </a:lnTo>
                    <a:lnTo>
                      <a:pt x="45646" y="0"/>
                    </a:lnTo>
                    <a:lnTo>
                      <a:pt x="48008" y="152"/>
                    </a:lnTo>
                    <a:lnTo>
                      <a:pt x="48194" y="3340"/>
                    </a:lnTo>
                    <a:lnTo>
                      <a:pt x="51935" y="4692"/>
                    </a:lnTo>
                    <a:lnTo>
                      <a:pt x="59227" y="4210"/>
                    </a:lnTo>
                    <a:lnTo>
                      <a:pt x="65578" y="8668"/>
                    </a:lnTo>
                    <a:lnTo>
                      <a:pt x="73712" y="22778"/>
                    </a:lnTo>
                    <a:lnTo>
                      <a:pt x="101747" y="45379"/>
                    </a:lnTo>
                    <a:lnTo>
                      <a:pt x="104108" y="53133"/>
                    </a:lnTo>
                    <a:lnTo>
                      <a:pt x="113865" y="64316"/>
                    </a:lnTo>
                    <a:lnTo>
                      <a:pt x="131807" y="81507"/>
                    </a:lnTo>
                    <a:lnTo>
                      <a:pt x="141962" y="96329"/>
                    </a:lnTo>
                    <a:lnTo>
                      <a:pt x="144324" y="108782"/>
                    </a:lnTo>
                    <a:lnTo>
                      <a:pt x="153491" y="128481"/>
                    </a:lnTo>
                    <a:lnTo>
                      <a:pt x="169449" y="155419"/>
                    </a:lnTo>
                    <a:lnTo>
                      <a:pt x="176560" y="169942"/>
                    </a:lnTo>
                    <a:lnTo>
                      <a:pt x="174824" y="172038"/>
                    </a:lnTo>
                    <a:lnTo>
                      <a:pt x="176079" y="179620"/>
                    </a:lnTo>
                    <a:lnTo>
                      <a:pt x="180338" y="192683"/>
                    </a:lnTo>
                    <a:lnTo>
                      <a:pt x="188249" y="203745"/>
                    </a:lnTo>
                    <a:lnTo>
                      <a:pt x="199820" y="212807"/>
                    </a:lnTo>
                    <a:lnTo>
                      <a:pt x="211520" y="229077"/>
                    </a:lnTo>
                    <a:lnTo>
                      <a:pt x="223349" y="252561"/>
                    </a:lnTo>
                    <a:lnTo>
                      <a:pt x="237679" y="270425"/>
                    </a:lnTo>
                    <a:lnTo>
                      <a:pt x="254500" y="282655"/>
                    </a:lnTo>
                    <a:lnTo>
                      <a:pt x="264024" y="294042"/>
                    </a:lnTo>
                    <a:lnTo>
                      <a:pt x="266251" y="304571"/>
                    </a:lnTo>
                    <a:lnTo>
                      <a:pt x="266086" y="313588"/>
                    </a:lnTo>
                    <a:lnTo>
                      <a:pt x="263522" y="321094"/>
                    </a:lnTo>
                    <a:lnTo>
                      <a:pt x="264608" y="328226"/>
                    </a:lnTo>
                    <a:lnTo>
                      <a:pt x="269336" y="334964"/>
                    </a:lnTo>
                    <a:lnTo>
                      <a:pt x="270912" y="343232"/>
                    </a:lnTo>
                    <a:lnTo>
                      <a:pt x="269062" y="354732"/>
                    </a:lnTo>
                    <a:lnTo>
                      <a:pt x="269191" y="357990"/>
                    </a:lnTo>
                    <a:lnTo>
                      <a:pt x="270561" y="360587"/>
                    </a:lnTo>
                    <a:lnTo>
                      <a:pt x="285496" y="380350"/>
                    </a:lnTo>
                    <a:lnTo>
                      <a:pt x="293170" y="396321"/>
                    </a:lnTo>
                    <a:lnTo>
                      <a:pt x="299262" y="421811"/>
                    </a:lnTo>
                    <a:lnTo>
                      <a:pt x="299293" y="422040"/>
                    </a:lnTo>
                    <a:lnTo>
                      <a:pt x="306099" y="437287"/>
                    </a:lnTo>
                    <a:lnTo>
                      <a:pt x="315887" y="443523"/>
                    </a:lnTo>
                    <a:lnTo>
                      <a:pt x="330925" y="445829"/>
                    </a:lnTo>
                    <a:lnTo>
                      <a:pt x="342351" y="451138"/>
                    </a:lnTo>
                    <a:lnTo>
                      <a:pt x="350165" y="459457"/>
                    </a:lnTo>
                    <a:lnTo>
                      <a:pt x="360019" y="464480"/>
                    </a:lnTo>
                    <a:lnTo>
                      <a:pt x="371916" y="466207"/>
                    </a:lnTo>
                    <a:lnTo>
                      <a:pt x="383321" y="471694"/>
                    </a:lnTo>
                    <a:lnTo>
                      <a:pt x="394230" y="480953"/>
                    </a:lnTo>
                    <a:lnTo>
                      <a:pt x="414575" y="487030"/>
                    </a:lnTo>
                    <a:lnTo>
                      <a:pt x="444357" y="489945"/>
                    </a:lnTo>
                    <a:lnTo>
                      <a:pt x="467022" y="497470"/>
                    </a:lnTo>
                    <a:lnTo>
                      <a:pt x="482577" y="509612"/>
                    </a:lnTo>
                    <a:lnTo>
                      <a:pt x="489419" y="512082"/>
                    </a:lnTo>
                    <a:lnTo>
                      <a:pt x="491269" y="512254"/>
                    </a:lnTo>
                    <a:lnTo>
                      <a:pt x="492158" y="510399"/>
                    </a:lnTo>
                    <a:lnTo>
                      <a:pt x="493331" y="506964"/>
                    </a:lnTo>
                    <a:lnTo>
                      <a:pt x="499352" y="503008"/>
                    </a:lnTo>
                    <a:lnTo>
                      <a:pt x="513697" y="500423"/>
                    </a:lnTo>
                    <a:lnTo>
                      <a:pt x="511770" y="527285"/>
                    </a:lnTo>
                    <a:lnTo>
                      <a:pt x="505372" y="549327"/>
                    </a:lnTo>
                    <a:lnTo>
                      <a:pt x="484293" y="595152"/>
                    </a:lnTo>
                    <a:lnTo>
                      <a:pt x="475508" y="623576"/>
                    </a:lnTo>
                    <a:lnTo>
                      <a:pt x="458511" y="704804"/>
                    </a:lnTo>
                    <a:lnTo>
                      <a:pt x="453534" y="755524"/>
                    </a:lnTo>
                    <a:lnTo>
                      <a:pt x="0" y="755524"/>
                    </a:lnTo>
                    <a:lnTo>
                      <a:pt x="0" y="155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g3907">
                <a:extLst>
                  <a:ext uri="{FF2B5EF4-FFF2-40B4-BE49-F238E27FC236}">
                    <a16:creationId xmlns:a16="http://schemas.microsoft.com/office/drawing/2014/main" id="{B40FF743-3F17-BD9D-DD3F-158BCFA9C9CF}"/>
                  </a:ext>
                </a:extLst>
              </p:cNvPr>
              <p:cNvSpPr/>
              <p:nvPr/>
            </p:nvSpPr>
            <p:spPr>
              <a:xfrm>
                <a:off x="4173090" y="2540116"/>
                <a:ext cx="1519164" cy="699069"/>
              </a:xfrm>
              <a:custGeom>
                <a:avLst/>
                <a:gdLst/>
                <a:ahLst/>
                <a:cxnLst/>
                <a:rect l="0" t="0" r="0" b="0"/>
                <a:pathLst>
                  <a:path w="1519164" h="699069">
                    <a:moveTo>
                      <a:pt x="1509975" y="5632"/>
                    </a:moveTo>
                    <a:lnTo>
                      <a:pt x="1494849" y="16263"/>
                    </a:lnTo>
                    <a:lnTo>
                      <a:pt x="1478746" y="33041"/>
                    </a:lnTo>
                    <a:lnTo>
                      <a:pt x="1440965" y="45729"/>
                    </a:lnTo>
                    <a:lnTo>
                      <a:pt x="1426940" y="48955"/>
                    </a:lnTo>
                    <a:lnTo>
                      <a:pt x="1413994" y="47234"/>
                    </a:lnTo>
                    <a:lnTo>
                      <a:pt x="1398238" y="57559"/>
                    </a:lnTo>
                    <a:lnTo>
                      <a:pt x="1379593" y="63872"/>
                    </a:lnTo>
                    <a:lnTo>
                      <a:pt x="1374089" y="73474"/>
                    </a:lnTo>
                    <a:lnTo>
                      <a:pt x="1329270" y="99193"/>
                    </a:lnTo>
                    <a:lnTo>
                      <a:pt x="1312066" y="102431"/>
                    </a:lnTo>
                    <a:lnTo>
                      <a:pt x="1297426" y="109283"/>
                    </a:lnTo>
                    <a:lnTo>
                      <a:pt x="1293095" y="120917"/>
                    </a:lnTo>
                    <a:lnTo>
                      <a:pt x="1280026" y="127934"/>
                    </a:lnTo>
                    <a:lnTo>
                      <a:pt x="1276399" y="133307"/>
                    </a:lnTo>
                    <a:lnTo>
                      <a:pt x="1265407" y="149583"/>
                    </a:lnTo>
                    <a:lnTo>
                      <a:pt x="1244974" y="170603"/>
                    </a:lnTo>
                    <a:lnTo>
                      <a:pt x="1220075" y="174121"/>
                    </a:lnTo>
                    <a:lnTo>
                      <a:pt x="1210975" y="181436"/>
                    </a:lnTo>
                    <a:lnTo>
                      <a:pt x="1200438" y="193242"/>
                    </a:lnTo>
                    <a:lnTo>
                      <a:pt x="1185576" y="201345"/>
                    </a:lnTo>
                    <a:lnTo>
                      <a:pt x="1156233" y="197547"/>
                    </a:lnTo>
                    <a:lnTo>
                      <a:pt x="1163370" y="202513"/>
                    </a:lnTo>
                    <a:lnTo>
                      <a:pt x="1189622" y="210255"/>
                    </a:lnTo>
                    <a:lnTo>
                      <a:pt x="1192351" y="221730"/>
                    </a:lnTo>
                    <a:lnTo>
                      <a:pt x="1179199" y="224473"/>
                    </a:lnTo>
                    <a:lnTo>
                      <a:pt x="1151660" y="239771"/>
                    </a:lnTo>
                    <a:lnTo>
                      <a:pt x="1114556" y="266113"/>
                    </a:lnTo>
                    <a:lnTo>
                      <a:pt x="1108887" y="266735"/>
                    </a:lnTo>
                    <a:lnTo>
                      <a:pt x="1098918" y="266106"/>
                    </a:lnTo>
                    <a:lnTo>
                      <a:pt x="1084154" y="270501"/>
                    </a:lnTo>
                    <a:lnTo>
                      <a:pt x="1064759" y="279702"/>
                    </a:lnTo>
                    <a:lnTo>
                      <a:pt x="1041277" y="296232"/>
                    </a:lnTo>
                    <a:lnTo>
                      <a:pt x="999930" y="332023"/>
                    </a:lnTo>
                    <a:lnTo>
                      <a:pt x="997031" y="335802"/>
                    </a:lnTo>
                    <a:lnTo>
                      <a:pt x="991042" y="342438"/>
                    </a:lnTo>
                    <a:lnTo>
                      <a:pt x="975771" y="349512"/>
                    </a:lnTo>
                    <a:lnTo>
                      <a:pt x="961911" y="357139"/>
                    </a:lnTo>
                    <a:lnTo>
                      <a:pt x="958248" y="365166"/>
                    </a:lnTo>
                    <a:lnTo>
                      <a:pt x="951607" y="368824"/>
                    </a:lnTo>
                    <a:lnTo>
                      <a:pt x="928740" y="389177"/>
                    </a:lnTo>
                    <a:lnTo>
                      <a:pt x="915877" y="406513"/>
                    </a:lnTo>
                    <a:lnTo>
                      <a:pt x="904198" y="424656"/>
                    </a:lnTo>
                    <a:lnTo>
                      <a:pt x="891129" y="444946"/>
                    </a:lnTo>
                    <a:lnTo>
                      <a:pt x="864314" y="445200"/>
                    </a:lnTo>
                    <a:lnTo>
                      <a:pt x="843850" y="445117"/>
                    </a:lnTo>
                    <a:lnTo>
                      <a:pt x="808942" y="444971"/>
                    </a:lnTo>
                    <a:lnTo>
                      <a:pt x="779020" y="444851"/>
                    </a:lnTo>
                    <a:lnTo>
                      <a:pt x="743508" y="444705"/>
                    </a:lnTo>
                    <a:lnTo>
                      <a:pt x="717742" y="444597"/>
                    </a:lnTo>
                    <a:lnTo>
                      <a:pt x="689996" y="445448"/>
                    </a:lnTo>
                    <a:lnTo>
                      <a:pt x="676751" y="450858"/>
                    </a:lnTo>
                    <a:lnTo>
                      <a:pt x="660142" y="458167"/>
                    </a:lnTo>
                    <a:lnTo>
                      <a:pt x="642215" y="466048"/>
                    </a:lnTo>
                    <a:lnTo>
                      <a:pt x="651615" y="483626"/>
                    </a:lnTo>
                    <a:lnTo>
                      <a:pt x="654137" y="490561"/>
                    </a:lnTo>
                    <a:lnTo>
                      <a:pt x="653414" y="512927"/>
                    </a:lnTo>
                    <a:lnTo>
                      <a:pt x="655326" y="515372"/>
                    </a:lnTo>
                    <a:lnTo>
                      <a:pt x="657331" y="518693"/>
                    </a:lnTo>
                    <a:lnTo>
                      <a:pt x="657636" y="524472"/>
                    </a:lnTo>
                    <a:lnTo>
                      <a:pt x="659171" y="527114"/>
                    </a:lnTo>
                    <a:lnTo>
                      <a:pt x="662442" y="529247"/>
                    </a:lnTo>
                    <a:lnTo>
                      <a:pt x="666121" y="531756"/>
                    </a:lnTo>
                    <a:lnTo>
                      <a:pt x="668783" y="535153"/>
                    </a:lnTo>
                    <a:lnTo>
                      <a:pt x="669392" y="538544"/>
                    </a:lnTo>
                    <a:lnTo>
                      <a:pt x="666834" y="544450"/>
                    </a:lnTo>
                    <a:lnTo>
                      <a:pt x="656520" y="552433"/>
                    </a:lnTo>
                    <a:lnTo>
                      <a:pt x="642019" y="559431"/>
                    </a:lnTo>
                    <a:lnTo>
                      <a:pt x="613178" y="572055"/>
                    </a:lnTo>
                    <a:lnTo>
                      <a:pt x="579758" y="586687"/>
                    </a:lnTo>
                    <a:lnTo>
                      <a:pt x="550788" y="599368"/>
                    </a:lnTo>
                    <a:lnTo>
                      <a:pt x="528370" y="609180"/>
                    </a:lnTo>
                    <a:lnTo>
                      <a:pt x="482326" y="617797"/>
                    </a:lnTo>
                    <a:lnTo>
                      <a:pt x="445749" y="624637"/>
                    </a:lnTo>
                    <a:lnTo>
                      <a:pt x="419352" y="629577"/>
                    </a:lnTo>
                    <a:lnTo>
                      <a:pt x="395043" y="643326"/>
                    </a:lnTo>
                    <a:lnTo>
                      <a:pt x="368202" y="658497"/>
                    </a:lnTo>
                    <a:lnTo>
                      <a:pt x="345634" y="671255"/>
                    </a:lnTo>
                    <a:lnTo>
                      <a:pt x="320323" y="685562"/>
                    </a:lnTo>
                    <a:lnTo>
                      <a:pt x="296432" y="699069"/>
                    </a:lnTo>
                    <a:lnTo>
                      <a:pt x="269870" y="699025"/>
                    </a:lnTo>
                    <a:lnTo>
                      <a:pt x="251225" y="688902"/>
                    </a:lnTo>
                    <a:lnTo>
                      <a:pt x="233893" y="678507"/>
                    </a:lnTo>
                    <a:lnTo>
                      <a:pt x="222043" y="659919"/>
                    </a:lnTo>
                    <a:lnTo>
                      <a:pt x="221227" y="638322"/>
                    </a:lnTo>
                    <a:lnTo>
                      <a:pt x="225474" y="624179"/>
                    </a:lnTo>
                    <a:lnTo>
                      <a:pt x="229324" y="617727"/>
                    </a:lnTo>
                    <a:lnTo>
                      <a:pt x="236673" y="613638"/>
                    </a:lnTo>
                    <a:lnTo>
                      <a:pt x="251060" y="606684"/>
                    </a:lnTo>
                    <a:lnTo>
                      <a:pt x="264139" y="592605"/>
                    </a:lnTo>
                    <a:lnTo>
                      <a:pt x="274625" y="584204"/>
                    </a:lnTo>
                    <a:lnTo>
                      <a:pt x="285187" y="575535"/>
                    </a:lnTo>
                    <a:lnTo>
                      <a:pt x="291218" y="560606"/>
                    </a:lnTo>
                    <a:lnTo>
                      <a:pt x="298742" y="524465"/>
                    </a:lnTo>
                    <a:lnTo>
                      <a:pt x="299698" y="517277"/>
                    </a:lnTo>
                    <a:lnTo>
                      <a:pt x="310644" y="492491"/>
                    </a:lnTo>
                    <a:lnTo>
                      <a:pt x="322752" y="465070"/>
                    </a:lnTo>
                    <a:lnTo>
                      <a:pt x="328312" y="452477"/>
                    </a:lnTo>
                    <a:lnTo>
                      <a:pt x="322095" y="419792"/>
                    </a:lnTo>
                    <a:lnTo>
                      <a:pt x="317419" y="394676"/>
                    </a:lnTo>
                    <a:lnTo>
                      <a:pt x="313135" y="371669"/>
                    </a:lnTo>
                    <a:lnTo>
                      <a:pt x="308313" y="345746"/>
                    </a:lnTo>
                    <a:lnTo>
                      <a:pt x="303926" y="322148"/>
                    </a:lnTo>
                    <a:lnTo>
                      <a:pt x="299786" y="299916"/>
                    </a:lnTo>
                    <a:lnTo>
                      <a:pt x="295637" y="277600"/>
                    </a:lnTo>
                    <a:lnTo>
                      <a:pt x="291564" y="255723"/>
                    </a:lnTo>
                    <a:lnTo>
                      <a:pt x="288371" y="240032"/>
                    </a:lnTo>
                    <a:lnTo>
                      <a:pt x="284578" y="221438"/>
                    </a:lnTo>
                    <a:lnTo>
                      <a:pt x="262424" y="208388"/>
                    </a:lnTo>
                    <a:lnTo>
                      <a:pt x="245603" y="199249"/>
                    </a:lnTo>
                    <a:lnTo>
                      <a:pt x="218090" y="184320"/>
                    </a:lnTo>
                    <a:lnTo>
                      <a:pt x="195016" y="171797"/>
                    </a:lnTo>
                    <a:lnTo>
                      <a:pt x="174340" y="160340"/>
                    </a:lnTo>
                    <a:lnTo>
                      <a:pt x="187378" y="137250"/>
                    </a:lnTo>
                    <a:lnTo>
                      <a:pt x="186251" y="133472"/>
                    </a:lnTo>
                    <a:lnTo>
                      <a:pt x="181528" y="128925"/>
                    </a:lnTo>
                    <a:lnTo>
                      <a:pt x="171875" y="121362"/>
                    </a:lnTo>
                    <a:lnTo>
                      <a:pt x="166232" y="120593"/>
                    </a:lnTo>
                    <a:lnTo>
                      <a:pt x="156294" y="122372"/>
                    </a:lnTo>
                    <a:lnTo>
                      <a:pt x="140434" y="127077"/>
                    </a:lnTo>
                    <a:lnTo>
                      <a:pt x="133582" y="125515"/>
                    </a:lnTo>
                    <a:lnTo>
                      <a:pt x="128140" y="117437"/>
                    </a:lnTo>
                    <a:lnTo>
                      <a:pt x="121877" y="107099"/>
                    </a:lnTo>
                    <a:lnTo>
                      <a:pt x="119825" y="99021"/>
                    </a:lnTo>
                    <a:lnTo>
                      <a:pt x="119040" y="88333"/>
                    </a:lnTo>
                    <a:lnTo>
                      <a:pt x="115304" y="78713"/>
                    </a:lnTo>
                    <a:lnTo>
                      <a:pt x="117671" y="73664"/>
                    </a:lnTo>
                    <a:lnTo>
                      <a:pt x="118192" y="71149"/>
                    </a:lnTo>
                    <a:lnTo>
                      <a:pt x="117981" y="67987"/>
                    </a:lnTo>
                    <a:lnTo>
                      <a:pt x="115412" y="65967"/>
                    </a:lnTo>
                    <a:lnTo>
                      <a:pt x="110890" y="65085"/>
                    </a:lnTo>
                    <a:lnTo>
                      <a:pt x="95594" y="69123"/>
                    </a:lnTo>
                    <a:lnTo>
                      <a:pt x="88716" y="69498"/>
                    </a:lnTo>
                    <a:lnTo>
                      <a:pt x="84613" y="71772"/>
                    </a:lnTo>
                    <a:lnTo>
                      <a:pt x="78148" y="76490"/>
                    </a:lnTo>
                    <a:lnTo>
                      <a:pt x="71776" y="77074"/>
                    </a:lnTo>
                    <a:lnTo>
                      <a:pt x="60769" y="65904"/>
                    </a:lnTo>
                    <a:lnTo>
                      <a:pt x="48743" y="53673"/>
                    </a:lnTo>
                    <a:lnTo>
                      <a:pt x="43700" y="36825"/>
                    </a:lnTo>
                    <a:lnTo>
                      <a:pt x="38522" y="19521"/>
                    </a:lnTo>
                    <a:lnTo>
                      <a:pt x="17980" y="9112"/>
                    </a:lnTo>
                    <a:lnTo>
                      <a:pt x="0" y="0"/>
                    </a:lnTo>
                    <a:lnTo>
                      <a:pt x="1519164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g3908">
                <a:extLst>
                  <a:ext uri="{FF2B5EF4-FFF2-40B4-BE49-F238E27FC236}">
                    <a16:creationId xmlns:a16="http://schemas.microsoft.com/office/drawing/2014/main" id="{B16A4877-EA15-C7DF-4BC7-2C44FC735003}"/>
                  </a:ext>
                </a:extLst>
              </p:cNvPr>
              <p:cNvSpPr/>
              <p:nvPr/>
            </p:nvSpPr>
            <p:spPr>
              <a:xfrm>
                <a:off x="6018224" y="2540116"/>
                <a:ext cx="296962" cy="257863"/>
              </a:xfrm>
              <a:custGeom>
                <a:avLst/>
                <a:gdLst/>
                <a:ahLst/>
                <a:cxnLst/>
                <a:rect l="0" t="0" r="0" b="0"/>
                <a:pathLst>
                  <a:path w="296962" h="257863">
                    <a:moveTo>
                      <a:pt x="67195" y="242946"/>
                    </a:moveTo>
                    <a:lnTo>
                      <a:pt x="62725" y="241575"/>
                    </a:lnTo>
                    <a:lnTo>
                      <a:pt x="58875" y="240501"/>
                    </a:lnTo>
                    <a:lnTo>
                      <a:pt x="56643" y="242330"/>
                    </a:lnTo>
                    <a:lnTo>
                      <a:pt x="54529" y="244775"/>
                    </a:lnTo>
                    <a:lnTo>
                      <a:pt x="51924" y="246611"/>
                    </a:lnTo>
                    <a:lnTo>
                      <a:pt x="46457" y="244013"/>
                    </a:lnTo>
                    <a:lnTo>
                      <a:pt x="42979" y="239282"/>
                    </a:lnTo>
                    <a:lnTo>
                      <a:pt x="37393" y="234405"/>
                    </a:lnTo>
                    <a:lnTo>
                      <a:pt x="35279" y="230735"/>
                    </a:lnTo>
                    <a:lnTo>
                      <a:pt x="36401" y="226467"/>
                    </a:lnTo>
                    <a:lnTo>
                      <a:pt x="38881" y="222346"/>
                    </a:lnTo>
                    <a:lnTo>
                      <a:pt x="40002" y="217462"/>
                    </a:lnTo>
                    <a:lnTo>
                      <a:pt x="37269" y="211829"/>
                    </a:lnTo>
                    <a:lnTo>
                      <a:pt x="34783" y="208623"/>
                    </a:lnTo>
                    <a:lnTo>
                      <a:pt x="33047" y="204958"/>
                    </a:lnTo>
                    <a:lnTo>
                      <a:pt x="33667" y="201453"/>
                    </a:lnTo>
                    <a:lnTo>
                      <a:pt x="37145" y="199770"/>
                    </a:lnTo>
                    <a:lnTo>
                      <a:pt x="40375" y="197630"/>
                    </a:lnTo>
                    <a:lnTo>
                      <a:pt x="41491" y="193058"/>
                    </a:lnTo>
                    <a:lnTo>
                      <a:pt x="39501" y="188174"/>
                    </a:lnTo>
                    <a:lnTo>
                      <a:pt x="33791" y="186187"/>
                    </a:lnTo>
                    <a:lnTo>
                      <a:pt x="29073" y="186949"/>
                    </a:lnTo>
                    <a:lnTo>
                      <a:pt x="22241" y="185882"/>
                    </a:lnTo>
                    <a:lnTo>
                      <a:pt x="15663" y="182834"/>
                    </a:lnTo>
                    <a:lnTo>
                      <a:pt x="11316" y="179322"/>
                    </a:lnTo>
                    <a:lnTo>
                      <a:pt x="7963" y="177334"/>
                    </a:lnTo>
                    <a:lnTo>
                      <a:pt x="5353" y="177334"/>
                    </a:lnTo>
                    <a:lnTo>
                      <a:pt x="2247" y="175353"/>
                    </a:lnTo>
                    <a:lnTo>
                      <a:pt x="387" y="171993"/>
                    </a:lnTo>
                    <a:lnTo>
                      <a:pt x="635" y="166500"/>
                    </a:lnTo>
                    <a:lnTo>
                      <a:pt x="1503" y="163147"/>
                    </a:lnTo>
                    <a:lnTo>
                      <a:pt x="3239" y="160245"/>
                    </a:lnTo>
                    <a:lnTo>
                      <a:pt x="3363" y="157038"/>
                    </a:lnTo>
                    <a:lnTo>
                      <a:pt x="2619" y="154746"/>
                    </a:lnTo>
                    <a:lnTo>
                      <a:pt x="2500" y="152923"/>
                    </a:lnTo>
                    <a:lnTo>
                      <a:pt x="2991" y="150631"/>
                    </a:lnTo>
                    <a:lnTo>
                      <a:pt x="4113" y="146052"/>
                    </a:lnTo>
                    <a:lnTo>
                      <a:pt x="2247" y="142699"/>
                    </a:lnTo>
                    <a:lnTo>
                      <a:pt x="2056" y="131078"/>
                    </a:lnTo>
                    <a:lnTo>
                      <a:pt x="1689" y="109334"/>
                    </a:lnTo>
                    <a:lnTo>
                      <a:pt x="1415" y="92677"/>
                    </a:lnTo>
                    <a:lnTo>
                      <a:pt x="1069" y="71740"/>
                    </a:lnTo>
                    <a:lnTo>
                      <a:pt x="867" y="56493"/>
                    </a:lnTo>
                    <a:lnTo>
                      <a:pt x="588" y="35130"/>
                    </a:lnTo>
                    <a:lnTo>
                      <a:pt x="325" y="14859"/>
                    </a:lnTo>
                    <a:lnTo>
                      <a:pt x="0" y="0"/>
                    </a:lnTo>
                    <a:lnTo>
                      <a:pt x="276472" y="0"/>
                    </a:lnTo>
                    <a:lnTo>
                      <a:pt x="276633" y="57"/>
                    </a:lnTo>
                    <a:lnTo>
                      <a:pt x="276810" y="0"/>
                    </a:lnTo>
                    <a:lnTo>
                      <a:pt x="296962" y="0"/>
                    </a:lnTo>
                    <a:lnTo>
                      <a:pt x="296962" y="192012"/>
                    </a:lnTo>
                    <a:lnTo>
                      <a:pt x="290901" y="195833"/>
                    </a:lnTo>
                    <a:lnTo>
                      <a:pt x="267083" y="205085"/>
                    </a:lnTo>
                    <a:lnTo>
                      <a:pt x="239280" y="222746"/>
                    </a:lnTo>
                    <a:lnTo>
                      <a:pt x="203354" y="237625"/>
                    </a:lnTo>
                    <a:lnTo>
                      <a:pt x="195825" y="237682"/>
                    </a:lnTo>
                    <a:lnTo>
                      <a:pt x="179510" y="225438"/>
                    </a:lnTo>
                    <a:lnTo>
                      <a:pt x="184073" y="219863"/>
                    </a:lnTo>
                    <a:lnTo>
                      <a:pt x="188316" y="212306"/>
                    </a:lnTo>
                    <a:lnTo>
                      <a:pt x="184260" y="214484"/>
                    </a:lnTo>
                    <a:lnTo>
                      <a:pt x="181629" y="217761"/>
                    </a:lnTo>
                    <a:lnTo>
                      <a:pt x="171790" y="223019"/>
                    </a:lnTo>
                    <a:lnTo>
                      <a:pt x="179769" y="233199"/>
                    </a:lnTo>
                    <a:lnTo>
                      <a:pt x="175914" y="237015"/>
                    </a:lnTo>
                    <a:lnTo>
                      <a:pt x="164503" y="242032"/>
                    </a:lnTo>
                    <a:lnTo>
                      <a:pt x="153878" y="249290"/>
                    </a:lnTo>
                    <a:lnTo>
                      <a:pt x="144577" y="254142"/>
                    </a:lnTo>
                    <a:lnTo>
                      <a:pt x="137052" y="247970"/>
                    </a:lnTo>
                    <a:lnTo>
                      <a:pt x="116283" y="255768"/>
                    </a:lnTo>
                    <a:lnTo>
                      <a:pt x="98791" y="257863"/>
                    </a:lnTo>
                    <a:lnTo>
                      <a:pt x="95008" y="253913"/>
                    </a:lnTo>
                    <a:lnTo>
                      <a:pt x="93897" y="247677"/>
                    </a:lnTo>
                    <a:lnTo>
                      <a:pt x="87773" y="246172"/>
                    </a:lnTo>
                    <a:lnTo>
                      <a:pt x="76394" y="247893"/>
                    </a:lnTo>
                    <a:lnTo>
                      <a:pt x="72079" y="2445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g3909">
                <a:extLst>
                  <a:ext uri="{FF2B5EF4-FFF2-40B4-BE49-F238E27FC236}">
                    <a16:creationId xmlns:a16="http://schemas.microsoft.com/office/drawing/2014/main" id="{BFF8F613-0BF2-E417-FD36-FD979038FAD0}"/>
                  </a:ext>
                </a:extLst>
              </p:cNvPr>
              <p:cNvSpPr/>
              <p:nvPr/>
            </p:nvSpPr>
            <p:spPr>
              <a:xfrm>
                <a:off x="5287647" y="2540116"/>
                <a:ext cx="534180" cy="266113"/>
              </a:xfrm>
              <a:custGeom>
                <a:avLst/>
                <a:gdLst/>
                <a:ahLst/>
                <a:cxnLst/>
                <a:rect l="0" t="0" r="0" b="0"/>
                <a:pathLst>
                  <a:path w="534180" h="266113">
                    <a:moveTo>
                      <a:pt x="528260" y="7169"/>
                    </a:moveTo>
                    <a:lnTo>
                      <a:pt x="511940" y="26932"/>
                    </a:lnTo>
                    <a:lnTo>
                      <a:pt x="497548" y="44357"/>
                    </a:lnTo>
                    <a:lnTo>
                      <a:pt x="494318" y="62240"/>
                    </a:lnTo>
                    <a:lnTo>
                      <a:pt x="491254" y="79195"/>
                    </a:lnTo>
                    <a:lnTo>
                      <a:pt x="479347" y="92099"/>
                    </a:lnTo>
                    <a:lnTo>
                      <a:pt x="472087" y="103930"/>
                    </a:lnTo>
                    <a:lnTo>
                      <a:pt x="468847" y="117050"/>
                    </a:lnTo>
                    <a:lnTo>
                      <a:pt x="466139" y="129097"/>
                    </a:lnTo>
                    <a:lnTo>
                      <a:pt x="465932" y="139181"/>
                    </a:lnTo>
                    <a:lnTo>
                      <a:pt x="467973" y="144471"/>
                    </a:lnTo>
                    <a:lnTo>
                      <a:pt x="467012" y="148770"/>
                    </a:lnTo>
                    <a:lnTo>
                      <a:pt x="463074" y="153717"/>
                    </a:lnTo>
                    <a:lnTo>
                      <a:pt x="455199" y="162322"/>
                    </a:lnTo>
                    <a:lnTo>
                      <a:pt x="453798" y="170603"/>
                    </a:lnTo>
                    <a:lnTo>
                      <a:pt x="448982" y="174686"/>
                    </a:lnTo>
                    <a:lnTo>
                      <a:pt x="435246" y="182859"/>
                    </a:lnTo>
                    <a:lnTo>
                      <a:pt x="424042" y="194906"/>
                    </a:lnTo>
                    <a:lnTo>
                      <a:pt x="423495" y="201726"/>
                    </a:lnTo>
                    <a:lnTo>
                      <a:pt x="425112" y="207391"/>
                    </a:lnTo>
                    <a:lnTo>
                      <a:pt x="425360" y="210909"/>
                    </a:lnTo>
                    <a:lnTo>
                      <a:pt x="423122" y="213360"/>
                    </a:lnTo>
                    <a:lnTo>
                      <a:pt x="418637" y="213201"/>
                    </a:lnTo>
                    <a:lnTo>
                      <a:pt x="413784" y="213970"/>
                    </a:lnTo>
                    <a:lnTo>
                      <a:pt x="409697" y="218993"/>
                    </a:lnTo>
                    <a:lnTo>
                      <a:pt x="409800" y="226207"/>
                    </a:lnTo>
                    <a:lnTo>
                      <a:pt x="406813" y="231408"/>
                    </a:lnTo>
                    <a:lnTo>
                      <a:pt x="403325" y="232481"/>
                    </a:lnTo>
                    <a:lnTo>
                      <a:pt x="400338" y="228804"/>
                    </a:lnTo>
                    <a:lnTo>
                      <a:pt x="396746" y="223292"/>
                    </a:lnTo>
                    <a:lnTo>
                      <a:pt x="392540" y="222752"/>
                    </a:lnTo>
                    <a:lnTo>
                      <a:pt x="386153" y="226410"/>
                    </a:lnTo>
                    <a:lnTo>
                      <a:pt x="378277" y="232430"/>
                    </a:lnTo>
                    <a:lnTo>
                      <a:pt x="371192" y="232754"/>
                    </a:lnTo>
                    <a:lnTo>
                      <a:pt x="357890" y="228887"/>
                    </a:lnTo>
                    <a:lnTo>
                      <a:pt x="348180" y="240559"/>
                    </a:lnTo>
                    <a:lnTo>
                      <a:pt x="337757" y="265630"/>
                    </a:lnTo>
                    <a:lnTo>
                      <a:pt x="293717" y="265693"/>
                    </a:lnTo>
                    <a:lnTo>
                      <a:pt x="249678" y="265757"/>
                    </a:lnTo>
                    <a:lnTo>
                      <a:pt x="205634" y="265820"/>
                    </a:lnTo>
                    <a:lnTo>
                      <a:pt x="161594" y="265884"/>
                    </a:lnTo>
                    <a:lnTo>
                      <a:pt x="117555" y="265941"/>
                    </a:lnTo>
                    <a:lnTo>
                      <a:pt x="73516" y="266005"/>
                    </a:lnTo>
                    <a:lnTo>
                      <a:pt x="29476" y="266068"/>
                    </a:lnTo>
                    <a:lnTo>
                      <a:pt x="4831" y="266106"/>
                    </a:lnTo>
                    <a:lnTo>
                      <a:pt x="0" y="266113"/>
                    </a:lnTo>
                    <a:lnTo>
                      <a:pt x="15089" y="261204"/>
                    </a:lnTo>
                    <a:lnTo>
                      <a:pt x="46550" y="242127"/>
                    </a:lnTo>
                    <a:lnTo>
                      <a:pt x="69753" y="235218"/>
                    </a:lnTo>
                    <a:lnTo>
                      <a:pt x="99933" y="215182"/>
                    </a:lnTo>
                    <a:lnTo>
                      <a:pt x="121792" y="211328"/>
                    </a:lnTo>
                    <a:lnTo>
                      <a:pt x="125952" y="206921"/>
                    </a:lnTo>
                    <a:lnTo>
                      <a:pt x="129616" y="190302"/>
                    </a:lnTo>
                    <a:lnTo>
                      <a:pt x="131616" y="184377"/>
                    </a:lnTo>
                    <a:lnTo>
                      <a:pt x="141823" y="168056"/>
                    </a:lnTo>
                    <a:lnTo>
                      <a:pt x="154080" y="154289"/>
                    </a:lnTo>
                    <a:lnTo>
                      <a:pt x="163971" y="135250"/>
                    </a:lnTo>
                    <a:lnTo>
                      <a:pt x="181924" y="123083"/>
                    </a:lnTo>
                    <a:lnTo>
                      <a:pt x="209070" y="112909"/>
                    </a:lnTo>
                    <a:lnTo>
                      <a:pt x="234180" y="90689"/>
                    </a:lnTo>
                    <a:lnTo>
                      <a:pt x="247942" y="83914"/>
                    </a:lnTo>
                    <a:lnTo>
                      <a:pt x="261280" y="79062"/>
                    </a:lnTo>
                    <a:lnTo>
                      <a:pt x="266881" y="70032"/>
                    </a:lnTo>
                    <a:lnTo>
                      <a:pt x="275129" y="64869"/>
                    </a:lnTo>
                    <a:lnTo>
                      <a:pt x="297180" y="54372"/>
                    </a:lnTo>
                    <a:lnTo>
                      <a:pt x="321484" y="51533"/>
                    </a:lnTo>
                    <a:lnTo>
                      <a:pt x="346046" y="42820"/>
                    </a:lnTo>
                    <a:lnTo>
                      <a:pt x="364887" y="38203"/>
                    </a:lnTo>
                    <a:lnTo>
                      <a:pt x="376442" y="30030"/>
                    </a:lnTo>
                    <a:lnTo>
                      <a:pt x="393243" y="25725"/>
                    </a:lnTo>
                    <a:lnTo>
                      <a:pt x="443385" y="2273"/>
                    </a:lnTo>
                    <a:lnTo>
                      <a:pt x="446265" y="0"/>
                    </a:lnTo>
                    <a:lnTo>
                      <a:pt x="534180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g3910">
                <a:extLst>
                  <a:ext uri="{FF2B5EF4-FFF2-40B4-BE49-F238E27FC236}">
                    <a16:creationId xmlns:a16="http://schemas.microsoft.com/office/drawing/2014/main" id="{39EBE34D-596D-7471-653C-00D3F7B855C6}"/>
                  </a:ext>
                </a:extLst>
              </p:cNvPr>
              <p:cNvSpPr/>
              <p:nvPr/>
            </p:nvSpPr>
            <p:spPr>
              <a:xfrm>
                <a:off x="6188919" y="2797057"/>
                <a:ext cx="126268" cy="202407"/>
              </a:xfrm>
              <a:custGeom>
                <a:avLst/>
                <a:gdLst/>
                <a:ahLst/>
                <a:cxnLst/>
                <a:rect l="0" t="0" r="0" b="0"/>
                <a:pathLst>
                  <a:path w="126268" h="202407">
                    <a:moveTo>
                      <a:pt x="117079" y="175208"/>
                    </a:moveTo>
                    <a:lnTo>
                      <a:pt x="108057" y="174662"/>
                    </a:lnTo>
                    <a:lnTo>
                      <a:pt x="101406" y="175266"/>
                    </a:lnTo>
                    <a:lnTo>
                      <a:pt x="91386" y="182892"/>
                    </a:lnTo>
                    <a:lnTo>
                      <a:pt x="89830" y="198305"/>
                    </a:lnTo>
                    <a:lnTo>
                      <a:pt x="85406" y="196266"/>
                    </a:lnTo>
                    <a:lnTo>
                      <a:pt x="80916" y="196768"/>
                    </a:lnTo>
                    <a:lnTo>
                      <a:pt x="78595" y="201607"/>
                    </a:lnTo>
                    <a:lnTo>
                      <a:pt x="75288" y="202407"/>
                    </a:lnTo>
                    <a:lnTo>
                      <a:pt x="66529" y="197829"/>
                    </a:lnTo>
                    <a:lnTo>
                      <a:pt x="56214" y="200331"/>
                    </a:lnTo>
                    <a:lnTo>
                      <a:pt x="48147" y="196857"/>
                    </a:lnTo>
                    <a:lnTo>
                      <a:pt x="37863" y="174275"/>
                    </a:lnTo>
                    <a:lnTo>
                      <a:pt x="32401" y="166362"/>
                    </a:lnTo>
                    <a:lnTo>
                      <a:pt x="22717" y="163810"/>
                    </a:lnTo>
                    <a:lnTo>
                      <a:pt x="20205" y="168585"/>
                    </a:lnTo>
                    <a:lnTo>
                      <a:pt x="16448" y="173259"/>
                    </a:lnTo>
                    <a:lnTo>
                      <a:pt x="7126" y="163943"/>
                    </a:lnTo>
                    <a:lnTo>
                      <a:pt x="56" y="129365"/>
                    </a:lnTo>
                    <a:lnTo>
                      <a:pt x="0" y="121021"/>
                    </a:lnTo>
                    <a:lnTo>
                      <a:pt x="9896" y="91936"/>
                    </a:lnTo>
                    <a:lnTo>
                      <a:pt x="34401" y="65753"/>
                    </a:lnTo>
                    <a:lnTo>
                      <a:pt x="26577" y="64877"/>
                    </a:lnTo>
                    <a:lnTo>
                      <a:pt x="4940" y="83033"/>
                    </a:lnTo>
                    <a:lnTo>
                      <a:pt x="7172" y="78638"/>
                    </a:lnTo>
                    <a:lnTo>
                      <a:pt x="10841" y="74059"/>
                    </a:lnTo>
                    <a:lnTo>
                      <a:pt x="18138" y="66674"/>
                    </a:lnTo>
                    <a:lnTo>
                      <a:pt x="29213" y="59733"/>
                    </a:lnTo>
                    <a:lnTo>
                      <a:pt x="43961" y="55688"/>
                    </a:lnTo>
                    <a:lnTo>
                      <a:pt x="54106" y="55072"/>
                    </a:lnTo>
                    <a:lnTo>
                      <a:pt x="61098" y="51236"/>
                    </a:lnTo>
                    <a:lnTo>
                      <a:pt x="71231" y="44441"/>
                    </a:lnTo>
                    <a:lnTo>
                      <a:pt x="73112" y="40834"/>
                    </a:lnTo>
                    <a:lnTo>
                      <a:pt x="64126" y="44981"/>
                    </a:lnTo>
                    <a:lnTo>
                      <a:pt x="49196" y="49064"/>
                    </a:lnTo>
                    <a:lnTo>
                      <a:pt x="53026" y="43711"/>
                    </a:lnTo>
                    <a:lnTo>
                      <a:pt x="56762" y="40847"/>
                    </a:lnTo>
                    <a:lnTo>
                      <a:pt x="126268" y="0"/>
                    </a:lnTo>
                    <a:lnTo>
                      <a:pt x="126268" y="16813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g3911">
                <a:extLst>
                  <a:ext uri="{FF2B5EF4-FFF2-40B4-BE49-F238E27FC236}">
                    <a16:creationId xmlns:a16="http://schemas.microsoft.com/office/drawing/2014/main" id="{9B64A6D2-7F07-C4E7-36D8-C0297E5A467A}"/>
                  </a:ext>
                </a:extLst>
              </p:cNvPr>
              <p:cNvSpPr/>
              <p:nvPr/>
            </p:nvSpPr>
            <p:spPr>
              <a:xfrm>
                <a:off x="6175048" y="2885799"/>
                <a:ext cx="12040" cy="17520"/>
              </a:xfrm>
              <a:custGeom>
                <a:avLst/>
                <a:gdLst/>
                <a:ahLst/>
                <a:cxnLst/>
                <a:rect l="0" t="0" r="0" b="0"/>
                <a:pathLst>
                  <a:path w="12040" h="17520">
                    <a:moveTo>
                      <a:pt x="0" y="17520"/>
                    </a:moveTo>
                    <a:lnTo>
                      <a:pt x="1291" y="13062"/>
                    </a:lnTo>
                    <a:lnTo>
                      <a:pt x="7792" y="1695"/>
                    </a:lnTo>
                    <a:lnTo>
                      <a:pt x="12040" y="0"/>
                    </a:lnTo>
                    <a:lnTo>
                      <a:pt x="5327" y="1297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g3912">
                <a:extLst>
                  <a:ext uri="{FF2B5EF4-FFF2-40B4-BE49-F238E27FC236}">
                    <a16:creationId xmlns:a16="http://schemas.microsoft.com/office/drawing/2014/main" id="{2A1FAC14-EF3E-63A1-D215-A43BA626F60E}"/>
                  </a:ext>
                </a:extLst>
              </p:cNvPr>
              <p:cNvSpPr/>
              <p:nvPr/>
            </p:nvSpPr>
            <p:spPr>
              <a:xfrm>
                <a:off x="6114410" y="2832043"/>
                <a:ext cx="16050" cy="22950"/>
              </a:xfrm>
              <a:custGeom>
                <a:avLst/>
                <a:gdLst/>
                <a:ahLst/>
                <a:cxnLst/>
                <a:rect l="0" t="0" r="0" b="0"/>
                <a:pathLst>
                  <a:path w="16050" h="22950">
                    <a:moveTo>
                      <a:pt x="0" y="22950"/>
                    </a:moveTo>
                    <a:lnTo>
                      <a:pt x="5539" y="5391"/>
                    </a:lnTo>
                    <a:lnTo>
                      <a:pt x="10046" y="0"/>
                    </a:lnTo>
                    <a:lnTo>
                      <a:pt x="16050" y="1816"/>
                    </a:lnTo>
                    <a:lnTo>
                      <a:pt x="15208" y="12427"/>
                    </a:lnTo>
                    <a:lnTo>
                      <a:pt x="14242" y="1607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g3913">
                <a:extLst>
                  <a:ext uri="{FF2B5EF4-FFF2-40B4-BE49-F238E27FC236}">
                    <a16:creationId xmlns:a16="http://schemas.microsoft.com/office/drawing/2014/main" id="{7DC29769-529B-E21F-CB64-8FA0CE853A90}"/>
                  </a:ext>
                </a:extLst>
              </p:cNvPr>
              <p:cNvSpPr/>
              <p:nvPr/>
            </p:nvSpPr>
            <p:spPr>
              <a:xfrm>
                <a:off x="5366847" y="2715076"/>
                <a:ext cx="51274" cy="34247"/>
              </a:xfrm>
              <a:custGeom>
                <a:avLst/>
                <a:gdLst/>
                <a:ahLst/>
                <a:cxnLst/>
                <a:rect l="0" t="0" r="0" b="0"/>
                <a:pathLst>
                  <a:path w="51274" h="34247">
                    <a:moveTo>
                      <a:pt x="33548" y="33244"/>
                    </a:moveTo>
                    <a:lnTo>
                      <a:pt x="19601" y="30837"/>
                    </a:lnTo>
                    <a:lnTo>
                      <a:pt x="4268" y="34177"/>
                    </a:lnTo>
                    <a:lnTo>
                      <a:pt x="0" y="34247"/>
                    </a:lnTo>
                    <a:lnTo>
                      <a:pt x="11389" y="24582"/>
                    </a:lnTo>
                    <a:lnTo>
                      <a:pt x="28903" y="18638"/>
                    </a:lnTo>
                    <a:lnTo>
                      <a:pt x="46364" y="463"/>
                    </a:lnTo>
                    <a:lnTo>
                      <a:pt x="51274" y="0"/>
                    </a:lnTo>
                    <a:lnTo>
                      <a:pt x="44628" y="20587"/>
                    </a:lnTo>
                    <a:lnTo>
                      <a:pt x="43274" y="27948"/>
                    </a:lnTo>
                    <a:lnTo>
                      <a:pt x="41703" y="3064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g3914">
                <a:extLst>
                  <a:ext uri="{FF2B5EF4-FFF2-40B4-BE49-F238E27FC236}">
                    <a16:creationId xmlns:a16="http://schemas.microsoft.com/office/drawing/2014/main" id="{535237BB-DFE7-74B6-5E50-35C50FDB873E}"/>
                  </a:ext>
                </a:extLst>
              </p:cNvPr>
              <p:cNvSpPr/>
              <p:nvPr/>
            </p:nvSpPr>
            <p:spPr>
              <a:xfrm>
                <a:off x="5377730" y="2716409"/>
                <a:ext cx="30200" cy="16853"/>
              </a:xfrm>
              <a:custGeom>
                <a:avLst/>
                <a:gdLst/>
                <a:ahLst/>
                <a:cxnLst/>
                <a:rect l="0" t="0" r="0" b="0"/>
                <a:pathLst>
                  <a:path w="30200" h="16853">
                    <a:moveTo>
                      <a:pt x="4423" y="16853"/>
                    </a:moveTo>
                    <a:lnTo>
                      <a:pt x="0" y="15723"/>
                    </a:lnTo>
                    <a:lnTo>
                      <a:pt x="14082" y="2946"/>
                    </a:lnTo>
                    <a:lnTo>
                      <a:pt x="30200" y="0"/>
                    </a:lnTo>
                    <a:lnTo>
                      <a:pt x="17187" y="1417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g3915">
                <a:extLst>
                  <a:ext uri="{FF2B5EF4-FFF2-40B4-BE49-F238E27FC236}">
                    <a16:creationId xmlns:a16="http://schemas.microsoft.com/office/drawing/2014/main" id="{CFC1FCA9-7DE4-837E-08E9-E619DEA76C7F}"/>
                  </a:ext>
                </a:extLst>
              </p:cNvPr>
              <p:cNvSpPr/>
              <p:nvPr/>
            </p:nvSpPr>
            <p:spPr>
              <a:xfrm>
                <a:off x="5667831" y="2547127"/>
                <a:ext cx="30784" cy="17069"/>
              </a:xfrm>
              <a:custGeom>
                <a:avLst/>
                <a:gdLst/>
                <a:ahLst/>
                <a:cxnLst/>
                <a:rect l="0" t="0" r="0" b="0"/>
                <a:pathLst>
                  <a:path w="30784" h="17069">
                    <a:moveTo>
                      <a:pt x="0" y="17069"/>
                    </a:moveTo>
                    <a:lnTo>
                      <a:pt x="2294" y="12554"/>
                    </a:lnTo>
                    <a:lnTo>
                      <a:pt x="15430" y="4508"/>
                    </a:lnTo>
                    <a:lnTo>
                      <a:pt x="25084" y="0"/>
                    </a:lnTo>
                    <a:lnTo>
                      <a:pt x="30784" y="95"/>
                    </a:lnTo>
                    <a:lnTo>
                      <a:pt x="21502" y="9957"/>
                    </a:lnTo>
                    <a:lnTo>
                      <a:pt x="9622" y="1601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g3916">
                <a:extLst>
                  <a:ext uri="{FF2B5EF4-FFF2-40B4-BE49-F238E27FC236}">
                    <a16:creationId xmlns:a16="http://schemas.microsoft.com/office/drawing/2014/main" id="{D0975C59-CF1F-0AD7-283F-924A4C376664}"/>
                  </a:ext>
                </a:extLst>
              </p:cNvPr>
              <p:cNvSpPr/>
              <p:nvPr/>
            </p:nvSpPr>
            <p:spPr>
              <a:xfrm>
                <a:off x="4939342" y="5500509"/>
                <a:ext cx="49258" cy="37397"/>
              </a:xfrm>
              <a:custGeom>
                <a:avLst/>
                <a:gdLst/>
                <a:ahLst/>
                <a:cxnLst/>
                <a:rect l="0" t="0" r="0" b="0"/>
                <a:pathLst>
                  <a:path w="49258" h="37397">
                    <a:moveTo>
                      <a:pt x="36380" y="7931"/>
                    </a:moveTo>
                    <a:lnTo>
                      <a:pt x="25890" y="16136"/>
                    </a:lnTo>
                    <a:lnTo>
                      <a:pt x="33512" y="21991"/>
                    </a:lnTo>
                    <a:lnTo>
                      <a:pt x="40695" y="9258"/>
                    </a:lnTo>
                    <a:lnTo>
                      <a:pt x="46395" y="19603"/>
                    </a:lnTo>
                    <a:lnTo>
                      <a:pt x="49258" y="37397"/>
                    </a:lnTo>
                    <a:lnTo>
                      <a:pt x="16879" y="37397"/>
                    </a:lnTo>
                    <a:lnTo>
                      <a:pt x="15627" y="32145"/>
                    </a:lnTo>
                    <a:lnTo>
                      <a:pt x="9084" y="25573"/>
                    </a:lnTo>
                    <a:lnTo>
                      <a:pt x="0" y="8807"/>
                    </a:lnTo>
                    <a:lnTo>
                      <a:pt x="5276" y="4483"/>
                    </a:lnTo>
                    <a:lnTo>
                      <a:pt x="12309" y="5924"/>
                    </a:lnTo>
                    <a:lnTo>
                      <a:pt x="15911" y="3905"/>
                    </a:lnTo>
                    <a:lnTo>
                      <a:pt x="25662" y="2292"/>
                    </a:lnTo>
                    <a:lnTo>
                      <a:pt x="31585" y="0"/>
                    </a:lnTo>
                    <a:lnTo>
                      <a:pt x="36215" y="495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g3917">
                <a:extLst>
                  <a:ext uri="{FF2B5EF4-FFF2-40B4-BE49-F238E27FC236}">
                    <a16:creationId xmlns:a16="http://schemas.microsoft.com/office/drawing/2014/main" id="{6AF2B103-0DA7-B01A-EB00-C25254A75BE9}"/>
                  </a:ext>
                </a:extLst>
              </p:cNvPr>
              <p:cNvSpPr/>
              <p:nvPr/>
            </p:nvSpPr>
            <p:spPr>
              <a:xfrm>
                <a:off x="4945285" y="5155530"/>
                <a:ext cx="95830" cy="135860"/>
              </a:xfrm>
              <a:custGeom>
                <a:avLst/>
                <a:gdLst/>
                <a:ahLst/>
                <a:cxnLst/>
                <a:rect l="0" t="0" r="0" b="0"/>
                <a:pathLst>
                  <a:path w="95830" h="135860">
                    <a:moveTo>
                      <a:pt x="73800" y="135860"/>
                    </a:moveTo>
                    <a:lnTo>
                      <a:pt x="64612" y="122835"/>
                    </a:lnTo>
                    <a:lnTo>
                      <a:pt x="57211" y="119050"/>
                    </a:lnTo>
                    <a:lnTo>
                      <a:pt x="68772" y="109842"/>
                    </a:lnTo>
                    <a:lnTo>
                      <a:pt x="73764" y="101930"/>
                    </a:lnTo>
                    <a:lnTo>
                      <a:pt x="73660" y="84669"/>
                    </a:lnTo>
                    <a:lnTo>
                      <a:pt x="76482" y="75214"/>
                    </a:lnTo>
                    <a:lnTo>
                      <a:pt x="75526" y="67028"/>
                    </a:lnTo>
                    <a:lnTo>
                      <a:pt x="78073" y="58671"/>
                    </a:lnTo>
                    <a:lnTo>
                      <a:pt x="74627" y="49285"/>
                    </a:lnTo>
                    <a:lnTo>
                      <a:pt x="64963" y="41842"/>
                    </a:lnTo>
                    <a:lnTo>
                      <a:pt x="45842" y="12237"/>
                    </a:lnTo>
                    <a:lnTo>
                      <a:pt x="15637" y="5048"/>
                    </a:lnTo>
                    <a:lnTo>
                      <a:pt x="0" y="4750"/>
                    </a:lnTo>
                    <a:lnTo>
                      <a:pt x="8593" y="0"/>
                    </a:lnTo>
                    <a:lnTo>
                      <a:pt x="16531" y="577"/>
                    </a:lnTo>
                    <a:lnTo>
                      <a:pt x="28748" y="3403"/>
                    </a:lnTo>
                    <a:lnTo>
                      <a:pt x="43377" y="4769"/>
                    </a:lnTo>
                    <a:lnTo>
                      <a:pt x="52318" y="13481"/>
                    </a:lnTo>
                    <a:lnTo>
                      <a:pt x="60855" y="25033"/>
                    </a:lnTo>
                    <a:lnTo>
                      <a:pt x="68565" y="29707"/>
                    </a:lnTo>
                    <a:lnTo>
                      <a:pt x="71738" y="32679"/>
                    </a:lnTo>
                    <a:lnTo>
                      <a:pt x="71381" y="36032"/>
                    </a:lnTo>
                    <a:lnTo>
                      <a:pt x="72663" y="39181"/>
                    </a:lnTo>
                    <a:lnTo>
                      <a:pt x="82724" y="44586"/>
                    </a:lnTo>
                    <a:lnTo>
                      <a:pt x="92858" y="53311"/>
                    </a:lnTo>
                    <a:lnTo>
                      <a:pt x="95830" y="78897"/>
                    </a:lnTo>
                    <a:lnTo>
                      <a:pt x="82177" y="91007"/>
                    </a:lnTo>
                    <a:lnTo>
                      <a:pt x="79665" y="128055"/>
                    </a:lnTo>
                    <a:lnTo>
                      <a:pt x="76001" y="13472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g3918">
                <a:extLst>
                  <a:ext uri="{FF2B5EF4-FFF2-40B4-BE49-F238E27FC236}">
                    <a16:creationId xmlns:a16="http://schemas.microsoft.com/office/drawing/2014/main" id="{6F4C393C-2B88-FED0-6489-CACBE80E2062}"/>
                  </a:ext>
                </a:extLst>
              </p:cNvPr>
              <p:cNvSpPr/>
              <p:nvPr/>
            </p:nvSpPr>
            <p:spPr>
              <a:xfrm>
                <a:off x="4893261" y="5381534"/>
                <a:ext cx="74105" cy="118987"/>
              </a:xfrm>
              <a:custGeom>
                <a:avLst/>
                <a:gdLst/>
                <a:ahLst/>
                <a:cxnLst/>
                <a:rect l="0" t="0" r="0" b="0"/>
                <a:pathLst>
                  <a:path w="74105" h="118987">
                    <a:moveTo>
                      <a:pt x="72947" y="80116"/>
                    </a:moveTo>
                    <a:lnTo>
                      <a:pt x="74105" y="91896"/>
                    </a:lnTo>
                    <a:lnTo>
                      <a:pt x="73035" y="96094"/>
                    </a:lnTo>
                    <a:lnTo>
                      <a:pt x="61583" y="103968"/>
                    </a:lnTo>
                    <a:lnTo>
                      <a:pt x="58643" y="108369"/>
                    </a:lnTo>
                    <a:lnTo>
                      <a:pt x="47847" y="112808"/>
                    </a:lnTo>
                    <a:lnTo>
                      <a:pt x="41315" y="118987"/>
                    </a:lnTo>
                    <a:lnTo>
                      <a:pt x="38044" y="108947"/>
                    </a:lnTo>
                    <a:lnTo>
                      <a:pt x="31703" y="102742"/>
                    </a:lnTo>
                    <a:lnTo>
                      <a:pt x="30639" y="92194"/>
                    </a:lnTo>
                    <a:lnTo>
                      <a:pt x="25792" y="95757"/>
                    </a:lnTo>
                    <a:lnTo>
                      <a:pt x="18805" y="93585"/>
                    </a:lnTo>
                    <a:lnTo>
                      <a:pt x="7281" y="85596"/>
                    </a:lnTo>
                    <a:lnTo>
                      <a:pt x="0" y="74750"/>
                    </a:lnTo>
                    <a:lnTo>
                      <a:pt x="10201" y="72870"/>
                    </a:lnTo>
                    <a:lnTo>
                      <a:pt x="12309" y="79608"/>
                    </a:lnTo>
                    <a:lnTo>
                      <a:pt x="20381" y="71340"/>
                    </a:lnTo>
                    <a:lnTo>
                      <a:pt x="18546" y="66983"/>
                    </a:lnTo>
                    <a:lnTo>
                      <a:pt x="17089" y="66425"/>
                    </a:lnTo>
                    <a:lnTo>
                      <a:pt x="14443" y="58321"/>
                    </a:lnTo>
                    <a:lnTo>
                      <a:pt x="26587" y="37098"/>
                    </a:lnTo>
                    <a:lnTo>
                      <a:pt x="29207" y="23407"/>
                    </a:lnTo>
                    <a:lnTo>
                      <a:pt x="23699" y="1441"/>
                    </a:lnTo>
                    <a:lnTo>
                      <a:pt x="28841" y="0"/>
                    </a:lnTo>
                    <a:lnTo>
                      <a:pt x="42545" y="7703"/>
                    </a:lnTo>
                    <a:lnTo>
                      <a:pt x="48685" y="15285"/>
                    </a:lnTo>
                    <a:lnTo>
                      <a:pt x="48886" y="25693"/>
                    </a:lnTo>
                    <a:lnTo>
                      <a:pt x="54648" y="33752"/>
                    </a:lnTo>
                    <a:lnTo>
                      <a:pt x="62989" y="53057"/>
                    </a:lnTo>
                    <a:lnTo>
                      <a:pt x="73180" y="6436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g3919">
                <a:extLst>
                  <a:ext uri="{FF2B5EF4-FFF2-40B4-BE49-F238E27FC236}">
                    <a16:creationId xmlns:a16="http://schemas.microsoft.com/office/drawing/2014/main" id="{A3D2EC3E-0D55-6DD9-A886-9991C3F0A631}"/>
                  </a:ext>
                </a:extLst>
              </p:cNvPr>
              <p:cNvSpPr/>
              <p:nvPr/>
            </p:nvSpPr>
            <p:spPr>
              <a:xfrm>
                <a:off x="4835016" y="5174016"/>
                <a:ext cx="112522" cy="38661"/>
              </a:xfrm>
              <a:custGeom>
                <a:avLst/>
                <a:gdLst/>
                <a:ahLst/>
                <a:cxnLst/>
                <a:rect l="0" t="0" r="0" b="0"/>
                <a:pathLst>
                  <a:path w="112522" h="38661">
                    <a:moveTo>
                      <a:pt x="64973" y="13005"/>
                    </a:moveTo>
                    <a:lnTo>
                      <a:pt x="71841" y="12453"/>
                    </a:lnTo>
                    <a:lnTo>
                      <a:pt x="75960" y="9792"/>
                    </a:lnTo>
                    <a:lnTo>
                      <a:pt x="94931" y="10878"/>
                    </a:lnTo>
                    <a:lnTo>
                      <a:pt x="110248" y="6985"/>
                    </a:lnTo>
                    <a:lnTo>
                      <a:pt x="112522" y="13894"/>
                    </a:lnTo>
                    <a:lnTo>
                      <a:pt x="112134" y="17501"/>
                    </a:lnTo>
                    <a:lnTo>
                      <a:pt x="79562" y="20886"/>
                    </a:lnTo>
                    <a:lnTo>
                      <a:pt x="49682" y="31028"/>
                    </a:lnTo>
                    <a:lnTo>
                      <a:pt x="33305" y="37899"/>
                    </a:lnTo>
                    <a:lnTo>
                      <a:pt x="25611" y="38661"/>
                    </a:lnTo>
                    <a:lnTo>
                      <a:pt x="19730" y="35047"/>
                    </a:lnTo>
                    <a:lnTo>
                      <a:pt x="0" y="14104"/>
                    </a:lnTo>
                    <a:lnTo>
                      <a:pt x="5276" y="16193"/>
                    </a:lnTo>
                    <a:lnTo>
                      <a:pt x="19854" y="28030"/>
                    </a:lnTo>
                    <a:lnTo>
                      <a:pt x="28908" y="25871"/>
                    </a:lnTo>
                    <a:lnTo>
                      <a:pt x="37295" y="18047"/>
                    </a:lnTo>
                    <a:lnTo>
                      <a:pt x="38577" y="12135"/>
                    </a:lnTo>
                    <a:lnTo>
                      <a:pt x="37326" y="9335"/>
                    </a:lnTo>
                    <a:lnTo>
                      <a:pt x="41119" y="0"/>
                    </a:lnTo>
                    <a:lnTo>
                      <a:pt x="52152" y="896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g3920">
                <a:extLst>
                  <a:ext uri="{FF2B5EF4-FFF2-40B4-BE49-F238E27FC236}">
                    <a16:creationId xmlns:a16="http://schemas.microsoft.com/office/drawing/2014/main" id="{E3D9FE8F-A2F4-DD7A-1416-3EE55602357F}"/>
                  </a:ext>
                </a:extLst>
              </p:cNvPr>
              <p:cNvSpPr/>
              <p:nvPr/>
            </p:nvSpPr>
            <p:spPr>
              <a:xfrm>
                <a:off x="4985696" y="5397055"/>
                <a:ext cx="30985" cy="11691"/>
              </a:xfrm>
              <a:custGeom>
                <a:avLst/>
                <a:gdLst/>
                <a:ahLst/>
                <a:cxnLst/>
                <a:rect l="0" t="0" r="0" b="0"/>
                <a:pathLst>
                  <a:path w="30985" h="11691">
                    <a:moveTo>
                      <a:pt x="10733" y="11691"/>
                    </a:moveTo>
                    <a:lnTo>
                      <a:pt x="2191" y="9030"/>
                    </a:lnTo>
                    <a:lnTo>
                      <a:pt x="0" y="6890"/>
                    </a:lnTo>
                    <a:lnTo>
                      <a:pt x="3658" y="3295"/>
                    </a:lnTo>
                    <a:lnTo>
                      <a:pt x="11710" y="298"/>
                    </a:lnTo>
                    <a:lnTo>
                      <a:pt x="24639" y="0"/>
                    </a:lnTo>
                    <a:lnTo>
                      <a:pt x="30303" y="3543"/>
                    </a:lnTo>
                    <a:lnTo>
                      <a:pt x="30985" y="5093"/>
                    </a:lnTo>
                    <a:lnTo>
                      <a:pt x="22686" y="899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g3921">
                <a:extLst>
                  <a:ext uri="{FF2B5EF4-FFF2-40B4-BE49-F238E27FC236}">
                    <a16:creationId xmlns:a16="http://schemas.microsoft.com/office/drawing/2014/main" id="{2AC70F58-C9EC-FB5A-A036-A7293AB174EE}"/>
                  </a:ext>
                </a:extLst>
              </p:cNvPr>
              <p:cNvSpPr/>
              <p:nvPr/>
            </p:nvSpPr>
            <p:spPr>
              <a:xfrm>
                <a:off x="5304944" y="5521433"/>
                <a:ext cx="12277" cy="16472"/>
              </a:xfrm>
              <a:custGeom>
                <a:avLst/>
                <a:gdLst/>
                <a:ahLst/>
                <a:cxnLst/>
                <a:rect l="0" t="0" r="0" b="0"/>
                <a:pathLst>
                  <a:path w="12277" h="16472">
                    <a:moveTo>
                      <a:pt x="7008" y="16472"/>
                    </a:moveTo>
                    <a:lnTo>
                      <a:pt x="0" y="16472"/>
                    </a:lnTo>
                    <a:lnTo>
                      <a:pt x="1962" y="2806"/>
                    </a:lnTo>
                    <a:lnTo>
                      <a:pt x="7771" y="0"/>
                    </a:lnTo>
                    <a:lnTo>
                      <a:pt x="10050" y="152"/>
                    </a:lnTo>
                    <a:lnTo>
                      <a:pt x="12277" y="762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g3922">
                <a:extLst>
                  <a:ext uri="{FF2B5EF4-FFF2-40B4-BE49-F238E27FC236}">
                    <a16:creationId xmlns:a16="http://schemas.microsoft.com/office/drawing/2014/main" id="{CCE46DD1-FFCD-36C2-52C7-8B3D735A0E18}"/>
                  </a:ext>
                </a:extLst>
              </p:cNvPr>
              <p:cNvSpPr/>
              <p:nvPr/>
            </p:nvSpPr>
            <p:spPr>
              <a:xfrm>
                <a:off x="5068380" y="5334383"/>
                <a:ext cx="70456" cy="119063"/>
              </a:xfrm>
              <a:custGeom>
                <a:avLst/>
                <a:gdLst/>
                <a:ahLst/>
                <a:cxnLst/>
                <a:rect l="0" t="0" r="0" b="0"/>
                <a:pathLst>
                  <a:path w="70456" h="119063">
                    <a:moveTo>
                      <a:pt x="31373" y="24747"/>
                    </a:moveTo>
                    <a:lnTo>
                      <a:pt x="46235" y="30285"/>
                    </a:lnTo>
                    <a:lnTo>
                      <a:pt x="62302" y="48650"/>
                    </a:lnTo>
                    <a:lnTo>
                      <a:pt x="69221" y="55191"/>
                    </a:lnTo>
                    <a:lnTo>
                      <a:pt x="70456" y="61147"/>
                    </a:lnTo>
                    <a:lnTo>
                      <a:pt x="67748" y="88340"/>
                    </a:lnTo>
                    <a:lnTo>
                      <a:pt x="64136" y="104711"/>
                    </a:lnTo>
                    <a:lnTo>
                      <a:pt x="64679" y="119063"/>
                    </a:lnTo>
                    <a:lnTo>
                      <a:pt x="60906" y="114815"/>
                    </a:lnTo>
                    <a:lnTo>
                      <a:pt x="57093" y="105416"/>
                    </a:lnTo>
                    <a:lnTo>
                      <a:pt x="50840" y="100012"/>
                    </a:lnTo>
                    <a:lnTo>
                      <a:pt x="48757" y="97180"/>
                    </a:lnTo>
                    <a:lnTo>
                      <a:pt x="59997" y="96557"/>
                    </a:lnTo>
                    <a:lnTo>
                      <a:pt x="60994" y="81761"/>
                    </a:lnTo>
                    <a:lnTo>
                      <a:pt x="66477" y="70089"/>
                    </a:lnTo>
                    <a:lnTo>
                      <a:pt x="65645" y="57947"/>
                    </a:lnTo>
                    <a:lnTo>
                      <a:pt x="52529" y="44579"/>
                    </a:lnTo>
                    <a:lnTo>
                      <a:pt x="43538" y="32812"/>
                    </a:lnTo>
                    <a:lnTo>
                      <a:pt x="29714" y="29046"/>
                    </a:lnTo>
                    <a:lnTo>
                      <a:pt x="16929" y="17330"/>
                    </a:lnTo>
                    <a:lnTo>
                      <a:pt x="9301" y="15888"/>
                    </a:lnTo>
                    <a:lnTo>
                      <a:pt x="0" y="17952"/>
                    </a:lnTo>
                    <a:lnTo>
                      <a:pt x="3359" y="10967"/>
                    </a:lnTo>
                    <a:lnTo>
                      <a:pt x="5684" y="1727"/>
                    </a:lnTo>
                    <a:lnTo>
                      <a:pt x="7389" y="0"/>
                    </a:lnTo>
                    <a:lnTo>
                      <a:pt x="13952" y="100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g3923">
                <a:extLst>
                  <a:ext uri="{FF2B5EF4-FFF2-40B4-BE49-F238E27FC236}">
                    <a16:creationId xmlns:a16="http://schemas.microsoft.com/office/drawing/2014/main" id="{C543EF07-7A76-7986-7C33-F93BDF424772}"/>
                  </a:ext>
                </a:extLst>
              </p:cNvPr>
              <p:cNvSpPr/>
              <p:nvPr/>
            </p:nvSpPr>
            <p:spPr>
              <a:xfrm>
                <a:off x="5178096" y="5447191"/>
                <a:ext cx="46804" cy="72629"/>
              </a:xfrm>
              <a:custGeom>
                <a:avLst/>
                <a:gdLst/>
                <a:ahLst/>
                <a:cxnLst/>
                <a:rect l="0" t="0" r="0" b="0"/>
                <a:pathLst>
                  <a:path w="46804" h="72629">
                    <a:moveTo>
                      <a:pt x="46804" y="71314"/>
                    </a:moveTo>
                    <a:lnTo>
                      <a:pt x="39713" y="69974"/>
                    </a:lnTo>
                    <a:lnTo>
                      <a:pt x="29249" y="72559"/>
                    </a:lnTo>
                    <a:lnTo>
                      <a:pt x="25482" y="72629"/>
                    </a:lnTo>
                    <a:lnTo>
                      <a:pt x="27828" y="68101"/>
                    </a:lnTo>
                    <a:lnTo>
                      <a:pt x="35094" y="61979"/>
                    </a:lnTo>
                    <a:lnTo>
                      <a:pt x="35460" y="56150"/>
                    </a:lnTo>
                    <a:lnTo>
                      <a:pt x="26469" y="47742"/>
                    </a:lnTo>
                    <a:lnTo>
                      <a:pt x="16004" y="26824"/>
                    </a:lnTo>
                    <a:lnTo>
                      <a:pt x="11105" y="21864"/>
                    </a:lnTo>
                    <a:lnTo>
                      <a:pt x="8779" y="14002"/>
                    </a:lnTo>
                    <a:lnTo>
                      <a:pt x="0" y="5569"/>
                    </a:lnTo>
                    <a:lnTo>
                      <a:pt x="1834" y="1060"/>
                    </a:lnTo>
                    <a:lnTo>
                      <a:pt x="3638" y="0"/>
                    </a:lnTo>
                    <a:lnTo>
                      <a:pt x="9575" y="2165"/>
                    </a:lnTo>
                    <a:lnTo>
                      <a:pt x="23022" y="32253"/>
                    </a:lnTo>
                    <a:lnTo>
                      <a:pt x="23900" y="35136"/>
                    </a:lnTo>
                    <a:lnTo>
                      <a:pt x="46101" y="6470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t3924">
                <a:extLst>
                  <a:ext uri="{FF2B5EF4-FFF2-40B4-BE49-F238E27FC236}">
                    <a16:creationId xmlns:a16="http://schemas.microsoft.com/office/drawing/2014/main" id="{57867BBD-FD1F-79F9-14A4-3589AC74D04E}"/>
                  </a:ext>
                </a:extLst>
              </p:cNvPr>
              <p:cNvSpPr/>
              <p:nvPr/>
            </p:nvSpPr>
            <p:spPr>
              <a:xfrm>
                <a:off x="5411954" y="3276309"/>
                <a:ext cx="63202" cy="63202"/>
              </a:xfrm>
              <a:prstGeom prst="ellipse">
                <a:avLst/>
              </a:prstGeom>
              <a:solidFill>
                <a:srgbClr val="3986A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t3925">
                <a:extLst>
                  <a:ext uri="{FF2B5EF4-FFF2-40B4-BE49-F238E27FC236}">
                    <a16:creationId xmlns:a16="http://schemas.microsoft.com/office/drawing/2014/main" id="{37DD3937-E4A3-6624-BED9-D115A450341C}"/>
                  </a:ext>
                </a:extLst>
              </p:cNvPr>
              <p:cNvSpPr/>
              <p:nvPr/>
            </p:nvSpPr>
            <p:spPr>
              <a:xfrm>
                <a:off x="3286560" y="4746129"/>
                <a:ext cx="63202" cy="63202"/>
              </a:xfrm>
              <a:prstGeom prst="ellipse">
                <a:avLst/>
              </a:prstGeom>
              <a:solidFill>
                <a:srgbClr val="3C497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t3926">
                <a:extLst>
                  <a:ext uri="{FF2B5EF4-FFF2-40B4-BE49-F238E27FC236}">
                    <a16:creationId xmlns:a16="http://schemas.microsoft.com/office/drawing/2014/main" id="{72379FB1-091C-2461-2FE8-C557285A3093}"/>
                  </a:ext>
                </a:extLst>
              </p:cNvPr>
              <p:cNvSpPr/>
              <p:nvPr/>
            </p:nvSpPr>
            <p:spPr>
              <a:xfrm>
                <a:off x="2878450" y="4973596"/>
                <a:ext cx="63202" cy="63202"/>
              </a:xfrm>
              <a:prstGeom prst="ellipse">
                <a:avLst/>
              </a:prstGeom>
              <a:solidFill>
                <a:srgbClr val="3C4A81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t3927">
                <a:extLst>
                  <a:ext uri="{FF2B5EF4-FFF2-40B4-BE49-F238E27FC236}">
                    <a16:creationId xmlns:a16="http://schemas.microsoft.com/office/drawing/2014/main" id="{4BB084E9-5D72-9D40-A795-FE5EA64733BB}"/>
                  </a:ext>
                </a:extLst>
              </p:cNvPr>
              <p:cNvSpPr/>
              <p:nvPr/>
            </p:nvSpPr>
            <p:spPr>
              <a:xfrm>
                <a:off x="5154968" y="3735383"/>
                <a:ext cx="63202" cy="63202"/>
              </a:xfrm>
              <a:prstGeom prst="ellipse">
                <a:avLst/>
              </a:prstGeom>
              <a:solidFill>
                <a:srgbClr val="3A589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t3928">
                <a:extLst>
                  <a:ext uri="{FF2B5EF4-FFF2-40B4-BE49-F238E27FC236}">
                    <a16:creationId xmlns:a16="http://schemas.microsoft.com/office/drawing/2014/main" id="{68B95A8F-C4E7-E7BB-482A-A0214B0F3A59}"/>
                  </a:ext>
                </a:extLst>
              </p:cNvPr>
              <p:cNvSpPr/>
              <p:nvPr/>
            </p:nvSpPr>
            <p:spPr>
              <a:xfrm>
                <a:off x="3815690" y="4677487"/>
                <a:ext cx="63202" cy="63202"/>
              </a:xfrm>
              <a:prstGeom prst="ellipse">
                <a:avLst/>
              </a:prstGeom>
              <a:solidFill>
                <a:srgbClr val="3B3F7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t3929">
                <a:extLst>
                  <a:ext uri="{FF2B5EF4-FFF2-40B4-BE49-F238E27FC236}">
                    <a16:creationId xmlns:a16="http://schemas.microsoft.com/office/drawing/2014/main" id="{815FEF26-5EC0-AEDC-3F20-632588222F67}"/>
                  </a:ext>
                </a:extLst>
              </p:cNvPr>
              <p:cNvSpPr/>
              <p:nvPr/>
            </p:nvSpPr>
            <p:spPr>
              <a:xfrm>
                <a:off x="5234441" y="3545894"/>
                <a:ext cx="63202" cy="63202"/>
              </a:xfrm>
              <a:prstGeom prst="ellipse">
                <a:avLst/>
              </a:prstGeom>
              <a:solidFill>
                <a:srgbClr val="3A6EA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t3930">
                <a:extLst>
                  <a:ext uri="{FF2B5EF4-FFF2-40B4-BE49-F238E27FC236}">
                    <a16:creationId xmlns:a16="http://schemas.microsoft.com/office/drawing/2014/main" id="{750425C6-AF26-BC71-AFFF-374CC3C8FD48}"/>
                  </a:ext>
                </a:extLst>
              </p:cNvPr>
              <p:cNvSpPr/>
              <p:nvPr/>
            </p:nvSpPr>
            <p:spPr>
              <a:xfrm>
                <a:off x="3635685" y="4800931"/>
                <a:ext cx="63202" cy="63202"/>
              </a:xfrm>
              <a:prstGeom prst="ellipse">
                <a:avLst/>
              </a:prstGeom>
              <a:solidFill>
                <a:srgbClr val="3B528D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t3931">
                <a:extLst>
                  <a:ext uri="{FF2B5EF4-FFF2-40B4-BE49-F238E27FC236}">
                    <a16:creationId xmlns:a16="http://schemas.microsoft.com/office/drawing/2014/main" id="{B2587195-DB9C-38E9-3E87-047423664E93}"/>
                  </a:ext>
                </a:extLst>
              </p:cNvPr>
              <p:cNvSpPr/>
              <p:nvPr/>
            </p:nvSpPr>
            <p:spPr>
              <a:xfrm>
                <a:off x="5803938" y="2901996"/>
                <a:ext cx="63202" cy="63202"/>
              </a:xfrm>
              <a:prstGeom prst="ellipse">
                <a:avLst/>
              </a:prstGeom>
              <a:solidFill>
                <a:srgbClr val="30244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t3932">
                <a:extLst>
                  <a:ext uri="{FF2B5EF4-FFF2-40B4-BE49-F238E27FC236}">
                    <a16:creationId xmlns:a16="http://schemas.microsoft.com/office/drawing/2014/main" id="{6B3F6C40-8257-EA8F-F65A-8C8C5DF34A0C}"/>
                  </a:ext>
                </a:extLst>
              </p:cNvPr>
              <p:cNvSpPr/>
              <p:nvPr/>
            </p:nvSpPr>
            <p:spPr>
              <a:xfrm>
                <a:off x="5602232" y="3222656"/>
                <a:ext cx="63202" cy="63202"/>
              </a:xfrm>
              <a:prstGeom prst="ellipse">
                <a:avLst/>
              </a:prstGeom>
              <a:solidFill>
                <a:srgbClr val="37295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t3933">
                <a:extLst>
                  <a:ext uri="{FF2B5EF4-FFF2-40B4-BE49-F238E27FC236}">
                    <a16:creationId xmlns:a16="http://schemas.microsoft.com/office/drawing/2014/main" id="{CEBE65AF-B2B5-D9C3-6536-535C06285B0C}"/>
                  </a:ext>
                </a:extLst>
              </p:cNvPr>
              <p:cNvSpPr/>
              <p:nvPr/>
            </p:nvSpPr>
            <p:spPr>
              <a:xfrm>
                <a:off x="4189184" y="4765547"/>
                <a:ext cx="63202" cy="63202"/>
              </a:xfrm>
              <a:prstGeom prst="ellipse">
                <a:avLst/>
              </a:prstGeom>
              <a:solidFill>
                <a:srgbClr val="3C4376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t3934">
                <a:extLst>
                  <a:ext uri="{FF2B5EF4-FFF2-40B4-BE49-F238E27FC236}">
                    <a16:creationId xmlns:a16="http://schemas.microsoft.com/office/drawing/2014/main" id="{0C49E831-019C-36CA-C042-7B06F596CC42}"/>
                  </a:ext>
                </a:extLst>
              </p:cNvPr>
              <p:cNvSpPr/>
              <p:nvPr/>
            </p:nvSpPr>
            <p:spPr>
              <a:xfrm>
                <a:off x="4913887" y="4211118"/>
                <a:ext cx="63202" cy="63202"/>
              </a:xfrm>
              <a:prstGeom prst="ellipse">
                <a:avLst/>
              </a:prstGeom>
              <a:solidFill>
                <a:srgbClr val="3986A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t3935">
                <a:extLst>
                  <a:ext uri="{FF2B5EF4-FFF2-40B4-BE49-F238E27FC236}">
                    <a16:creationId xmlns:a16="http://schemas.microsoft.com/office/drawing/2014/main" id="{C7C95DB8-6C70-BC61-D918-4545DDCD192F}"/>
                  </a:ext>
                </a:extLst>
              </p:cNvPr>
              <p:cNvSpPr/>
              <p:nvPr/>
            </p:nvSpPr>
            <p:spPr>
              <a:xfrm>
                <a:off x="4598477" y="4463619"/>
                <a:ext cx="63202" cy="63202"/>
              </a:xfrm>
              <a:prstGeom prst="ellipse">
                <a:avLst/>
              </a:prstGeom>
              <a:solidFill>
                <a:srgbClr val="3A6B9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t3936">
                <a:extLst>
                  <a:ext uri="{FF2B5EF4-FFF2-40B4-BE49-F238E27FC236}">
                    <a16:creationId xmlns:a16="http://schemas.microsoft.com/office/drawing/2014/main" id="{78A880C3-1EDD-29A9-5957-CD743D0AF768}"/>
                  </a:ext>
                </a:extLst>
              </p:cNvPr>
              <p:cNvSpPr/>
              <p:nvPr/>
            </p:nvSpPr>
            <p:spPr>
              <a:xfrm>
                <a:off x="3118737" y="4784820"/>
                <a:ext cx="63202" cy="63202"/>
              </a:xfrm>
              <a:prstGeom prst="ellipse">
                <a:avLst/>
              </a:prstGeom>
              <a:solidFill>
                <a:srgbClr val="3A9C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t3937">
                <a:extLst>
                  <a:ext uri="{FF2B5EF4-FFF2-40B4-BE49-F238E27FC236}">
                    <a16:creationId xmlns:a16="http://schemas.microsoft.com/office/drawing/2014/main" id="{B350D6B4-5E57-64BB-4584-96A4D1243B90}"/>
                  </a:ext>
                </a:extLst>
              </p:cNvPr>
              <p:cNvSpPr/>
              <p:nvPr/>
            </p:nvSpPr>
            <p:spPr>
              <a:xfrm>
                <a:off x="4706891" y="4368015"/>
                <a:ext cx="63202" cy="63202"/>
              </a:xfrm>
              <a:prstGeom prst="ellipse">
                <a:avLst/>
              </a:prstGeom>
              <a:solidFill>
                <a:srgbClr val="3B518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t3938">
                <a:extLst>
                  <a:ext uri="{FF2B5EF4-FFF2-40B4-BE49-F238E27FC236}">
                    <a16:creationId xmlns:a16="http://schemas.microsoft.com/office/drawing/2014/main" id="{6134FC85-6DD0-04B1-1264-D1094C8EE718}"/>
                  </a:ext>
                </a:extLst>
              </p:cNvPr>
              <p:cNvSpPr/>
              <p:nvPr/>
            </p:nvSpPr>
            <p:spPr>
              <a:xfrm>
                <a:off x="5170525" y="3498927"/>
                <a:ext cx="63202" cy="63202"/>
              </a:xfrm>
              <a:prstGeom prst="ellipse">
                <a:avLst/>
              </a:prstGeom>
              <a:solidFill>
                <a:srgbClr val="5ECBA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t3939">
                <a:extLst>
                  <a:ext uri="{FF2B5EF4-FFF2-40B4-BE49-F238E27FC236}">
                    <a16:creationId xmlns:a16="http://schemas.microsoft.com/office/drawing/2014/main" id="{1877FBC0-FACF-F577-75E6-75239A29A938}"/>
                  </a:ext>
                </a:extLst>
              </p:cNvPr>
              <p:cNvSpPr/>
              <p:nvPr/>
            </p:nvSpPr>
            <p:spPr>
              <a:xfrm>
                <a:off x="4143523" y="4766403"/>
                <a:ext cx="63202" cy="63202"/>
              </a:xfrm>
              <a:prstGeom prst="ellipse">
                <a:avLst/>
              </a:prstGeom>
              <a:solidFill>
                <a:srgbClr val="3C467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t3940">
                <a:extLst>
                  <a:ext uri="{FF2B5EF4-FFF2-40B4-BE49-F238E27FC236}">
                    <a16:creationId xmlns:a16="http://schemas.microsoft.com/office/drawing/2014/main" id="{A890DB45-CA45-0720-19D8-927EFFE191CF}"/>
                  </a:ext>
                </a:extLst>
              </p:cNvPr>
              <p:cNvSpPr/>
              <p:nvPr/>
            </p:nvSpPr>
            <p:spPr>
              <a:xfrm>
                <a:off x="4544041" y="4668741"/>
                <a:ext cx="63202" cy="63202"/>
              </a:xfrm>
              <a:prstGeom prst="ellipse">
                <a:avLst/>
              </a:prstGeom>
              <a:solidFill>
                <a:srgbClr val="3B396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t3941">
                <a:extLst>
                  <a:ext uri="{FF2B5EF4-FFF2-40B4-BE49-F238E27FC236}">
                    <a16:creationId xmlns:a16="http://schemas.microsoft.com/office/drawing/2014/main" id="{E42F6C68-D551-CB1A-9AEA-32DC4A00BC49}"/>
                  </a:ext>
                </a:extLst>
              </p:cNvPr>
              <p:cNvSpPr/>
              <p:nvPr/>
            </p:nvSpPr>
            <p:spPr>
              <a:xfrm>
                <a:off x="3690881" y="4772296"/>
                <a:ext cx="63202" cy="63202"/>
              </a:xfrm>
              <a:prstGeom prst="ellipse">
                <a:avLst/>
              </a:prstGeom>
              <a:solidFill>
                <a:srgbClr val="395F9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t3942">
                <a:extLst>
                  <a:ext uri="{FF2B5EF4-FFF2-40B4-BE49-F238E27FC236}">
                    <a16:creationId xmlns:a16="http://schemas.microsoft.com/office/drawing/2014/main" id="{BB1C3A9E-0D5A-1865-57FB-5A0D05D66B93}"/>
                  </a:ext>
                </a:extLst>
              </p:cNvPr>
              <p:cNvSpPr/>
              <p:nvPr/>
            </p:nvSpPr>
            <p:spPr>
              <a:xfrm>
                <a:off x="5016032" y="3641698"/>
                <a:ext cx="63202" cy="63202"/>
              </a:xfrm>
              <a:prstGeom prst="ellipse">
                <a:avLst/>
              </a:prstGeom>
              <a:solidFill>
                <a:srgbClr val="68D0A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t3943">
                <a:extLst>
                  <a:ext uri="{FF2B5EF4-FFF2-40B4-BE49-F238E27FC236}">
                    <a16:creationId xmlns:a16="http://schemas.microsoft.com/office/drawing/2014/main" id="{69E6E91B-B2CE-5ADB-1D07-7C39AB608830}"/>
                  </a:ext>
                </a:extLst>
              </p:cNvPr>
              <p:cNvSpPr/>
              <p:nvPr/>
            </p:nvSpPr>
            <p:spPr>
              <a:xfrm>
                <a:off x="4551789" y="4536931"/>
                <a:ext cx="63202" cy="63202"/>
              </a:xfrm>
              <a:prstGeom prst="ellipse">
                <a:avLst/>
              </a:prstGeom>
              <a:solidFill>
                <a:srgbClr val="3C4C8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t3944">
                <a:extLst>
                  <a:ext uri="{FF2B5EF4-FFF2-40B4-BE49-F238E27FC236}">
                    <a16:creationId xmlns:a16="http://schemas.microsoft.com/office/drawing/2014/main" id="{6E727642-E6CE-BE11-FB3D-1FA1AFED0C84}"/>
                  </a:ext>
                </a:extLst>
              </p:cNvPr>
              <p:cNvSpPr/>
              <p:nvPr/>
            </p:nvSpPr>
            <p:spPr>
              <a:xfrm>
                <a:off x="3457033" y="4801454"/>
                <a:ext cx="63202" cy="63202"/>
              </a:xfrm>
              <a:prstGeom prst="ellipse">
                <a:avLst/>
              </a:prstGeom>
              <a:solidFill>
                <a:srgbClr val="3A6DA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t3945">
                <a:extLst>
                  <a:ext uri="{FF2B5EF4-FFF2-40B4-BE49-F238E27FC236}">
                    <a16:creationId xmlns:a16="http://schemas.microsoft.com/office/drawing/2014/main" id="{94A12E16-AC91-0E8D-267D-29068005BDA3}"/>
                  </a:ext>
                </a:extLst>
              </p:cNvPr>
              <p:cNvSpPr/>
              <p:nvPr/>
            </p:nvSpPr>
            <p:spPr>
              <a:xfrm>
                <a:off x="4795350" y="4267713"/>
                <a:ext cx="63202" cy="63202"/>
              </a:xfrm>
              <a:prstGeom prst="ellipse">
                <a:avLst/>
              </a:prstGeom>
              <a:solidFill>
                <a:srgbClr val="3C4C8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t3946">
                <a:extLst>
                  <a:ext uri="{FF2B5EF4-FFF2-40B4-BE49-F238E27FC236}">
                    <a16:creationId xmlns:a16="http://schemas.microsoft.com/office/drawing/2014/main" id="{FC558AE9-7431-5CB0-9E56-3AD5E2C9F097}"/>
                  </a:ext>
                </a:extLst>
              </p:cNvPr>
              <p:cNvSpPr/>
              <p:nvPr/>
            </p:nvSpPr>
            <p:spPr>
              <a:xfrm>
                <a:off x="5763373" y="2927118"/>
                <a:ext cx="63202" cy="63202"/>
              </a:xfrm>
              <a:prstGeom prst="ellipse">
                <a:avLst/>
              </a:prstGeom>
              <a:solidFill>
                <a:srgbClr val="3B3A6A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t3947">
                <a:extLst>
                  <a:ext uri="{FF2B5EF4-FFF2-40B4-BE49-F238E27FC236}">
                    <a16:creationId xmlns:a16="http://schemas.microsoft.com/office/drawing/2014/main" id="{F197A127-D919-9050-8D89-B8E4A726FB79}"/>
                  </a:ext>
                </a:extLst>
              </p:cNvPr>
              <p:cNvSpPr/>
              <p:nvPr/>
            </p:nvSpPr>
            <p:spPr>
              <a:xfrm>
                <a:off x="3223042" y="4753931"/>
                <a:ext cx="63202" cy="63202"/>
              </a:xfrm>
              <a:prstGeom prst="ellipse">
                <a:avLst/>
              </a:prstGeom>
              <a:solidFill>
                <a:srgbClr val="3C477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t3948">
                <a:extLst>
                  <a:ext uri="{FF2B5EF4-FFF2-40B4-BE49-F238E27FC236}">
                    <a16:creationId xmlns:a16="http://schemas.microsoft.com/office/drawing/2014/main" id="{EE75EBA8-1890-B737-A61B-B094968688A4}"/>
                  </a:ext>
                </a:extLst>
              </p:cNvPr>
              <p:cNvSpPr/>
              <p:nvPr/>
            </p:nvSpPr>
            <p:spPr>
              <a:xfrm>
                <a:off x="6187218" y="2929573"/>
                <a:ext cx="63202" cy="63202"/>
              </a:xfrm>
              <a:prstGeom prst="ellipse">
                <a:avLst/>
              </a:prstGeom>
              <a:solidFill>
                <a:srgbClr val="3B3B6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t3949">
                <a:extLst>
                  <a:ext uri="{FF2B5EF4-FFF2-40B4-BE49-F238E27FC236}">
                    <a16:creationId xmlns:a16="http://schemas.microsoft.com/office/drawing/2014/main" id="{8E39C79A-565E-D733-64F0-BF76EE032E4C}"/>
                  </a:ext>
                </a:extLst>
              </p:cNvPr>
              <p:cNvSpPr/>
              <p:nvPr/>
            </p:nvSpPr>
            <p:spPr>
              <a:xfrm>
                <a:off x="4558922" y="4541579"/>
                <a:ext cx="63202" cy="63202"/>
              </a:xfrm>
              <a:prstGeom prst="ellipse">
                <a:avLst/>
              </a:prstGeom>
              <a:solidFill>
                <a:srgbClr val="3B4F87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t3950">
                <a:extLst>
                  <a:ext uri="{FF2B5EF4-FFF2-40B4-BE49-F238E27FC236}">
                    <a16:creationId xmlns:a16="http://schemas.microsoft.com/office/drawing/2014/main" id="{C04EDEB8-952C-9D8F-1212-C9DB22853A79}"/>
                  </a:ext>
                </a:extLst>
              </p:cNvPr>
              <p:cNvSpPr/>
              <p:nvPr/>
            </p:nvSpPr>
            <p:spPr>
              <a:xfrm>
                <a:off x="5665872" y="3067530"/>
                <a:ext cx="63202" cy="63202"/>
              </a:xfrm>
              <a:prstGeom prst="ellipse">
                <a:avLst/>
              </a:prstGeom>
              <a:solidFill>
                <a:srgbClr val="3B71A1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t3951">
                <a:extLst>
                  <a:ext uri="{FF2B5EF4-FFF2-40B4-BE49-F238E27FC236}">
                    <a16:creationId xmlns:a16="http://schemas.microsoft.com/office/drawing/2014/main" id="{291D0CC1-36DC-0A1E-8CBB-3E4706353C6B}"/>
                  </a:ext>
                </a:extLst>
              </p:cNvPr>
              <p:cNvSpPr/>
              <p:nvPr/>
            </p:nvSpPr>
            <p:spPr>
              <a:xfrm>
                <a:off x="3541256" y="4824822"/>
                <a:ext cx="63202" cy="63202"/>
              </a:xfrm>
              <a:prstGeom prst="ellipse">
                <a:avLst/>
              </a:prstGeom>
              <a:solidFill>
                <a:srgbClr val="3B538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t3952">
                <a:extLst>
                  <a:ext uri="{FF2B5EF4-FFF2-40B4-BE49-F238E27FC236}">
                    <a16:creationId xmlns:a16="http://schemas.microsoft.com/office/drawing/2014/main" id="{740716D6-E6EB-B2C0-A057-3B8A012794B4}"/>
                  </a:ext>
                </a:extLst>
              </p:cNvPr>
              <p:cNvSpPr/>
              <p:nvPr/>
            </p:nvSpPr>
            <p:spPr>
              <a:xfrm>
                <a:off x="4587926" y="4467164"/>
                <a:ext cx="63202" cy="63202"/>
              </a:xfrm>
              <a:prstGeom prst="ellipse">
                <a:avLst/>
              </a:prstGeom>
              <a:solidFill>
                <a:srgbClr val="3B528D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t3953">
                <a:extLst>
                  <a:ext uri="{FF2B5EF4-FFF2-40B4-BE49-F238E27FC236}">
                    <a16:creationId xmlns:a16="http://schemas.microsoft.com/office/drawing/2014/main" id="{4238185D-8868-BB41-CC76-19D34176DAA8}"/>
                  </a:ext>
                </a:extLst>
              </p:cNvPr>
              <p:cNvSpPr/>
              <p:nvPr/>
            </p:nvSpPr>
            <p:spPr>
              <a:xfrm>
                <a:off x="5657937" y="3028251"/>
                <a:ext cx="63202" cy="63202"/>
              </a:xfrm>
              <a:prstGeom prst="ellipse">
                <a:avLst/>
              </a:prstGeom>
              <a:solidFill>
                <a:srgbClr val="3888A6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t3954">
                <a:extLst>
                  <a:ext uri="{FF2B5EF4-FFF2-40B4-BE49-F238E27FC236}">
                    <a16:creationId xmlns:a16="http://schemas.microsoft.com/office/drawing/2014/main" id="{54556C40-3B18-AB13-FF24-ECB9585DF7DB}"/>
                  </a:ext>
                </a:extLst>
              </p:cNvPr>
              <p:cNvSpPr/>
              <p:nvPr/>
            </p:nvSpPr>
            <p:spPr>
              <a:xfrm>
                <a:off x="2979067" y="4895874"/>
                <a:ext cx="63202" cy="63202"/>
              </a:xfrm>
              <a:prstGeom prst="ellipse">
                <a:avLst/>
              </a:prstGeom>
              <a:solidFill>
                <a:srgbClr val="3C467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t3955">
                <a:extLst>
                  <a:ext uri="{FF2B5EF4-FFF2-40B4-BE49-F238E27FC236}">
                    <a16:creationId xmlns:a16="http://schemas.microsoft.com/office/drawing/2014/main" id="{6D9492E8-A905-1FF5-EF4E-807A700AB011}"/>
                  </a:ext>
                </a:extLst>
              </p:cNvPr>
              <p:cNvSpPr/>
              <p:nvPr/>
            </p:nvSpPr>
            <p:spPr>
              <a:xfrm>
                <a:off x="4922163" y="4187507"/>
                <a:ext cx="63202" cy="63202"/>
              </a:xfrm>
              <a:prstGeom prst="ellipse">
                <a:avLst/>
              </a:prstGeom>
              <a:solidFill>
                <a:srgbClr val="3A5A9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t3956">
                <a:extLst>
                  <a:ext uri="{FF2B5EF4-FFF2-40B4-BE49-F238E27FC236}">
                    <a16:creationId xmlns:a16="http://schemas.microsoft.com/office/drawing/2014/main" id="{627DAFDF-F39B-8160-A79E-F5373BF795C7}"/>
                  </a:ext>
                </a:extLst>
              </p:cNvPr>
              <p:cNvSpPr/>
              <p:nvPr/>
            </p:nvSpPr>
            <p:spPr>
              <a:xfrm>
                <a:off x="5059838" y="3807278"/>
                <a:ext cx="63202" cy="63202"/>
              </a:xfrm>
              <a:prstGeom prst="ellipse">
                <a:avLst/>
              </a:prstGeom>
              <a:solidFill>
                <a:srgbClr val="379A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t3957">
                <a:extLst>
                  <a:ext uri="{FF2B5EF4-FFF2-40B4-BE49-F238E27FC236}">
                    <a16:creationId xmlns:a16="http://schemas.microsoft.com/office/drawing/2014/main" id="{A98EF4A2-F095-8D03-B9CF-AED10EBBA66A}"/>
                  </a:ext>
                </a:extLst>
              </p:cNvPr>
              <p:cNvSpPr/>
              <p:nvPr/>
            </p:nvSpPr>
            <p:spPr>
              <a:xfrm>
                <a:off x="2851349" y="4946495"/>
                <a:ext cx="117405" cy="117405"/>
              </a:xfrm>
              <a:prstGeom prst="ellipse">
                <a:avLst/>
              </a:prstGeom>
              <a:solidFill>
                <a:srgbClr val="3A619D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t3958">
                <a:extLst>
                  <a:ext uri="{FF2B5EF4-FFF2-40B4-BE49-F238E27FC236}">
                    <a16:creationId xmlns:a16="http://schemas.microsoft.com/office/drawing/2014/main" id="{CFE12D71-4F90-0603-8349-5F6EBC756D40}"/>
                  </a:ext>
                </a:extLst>
              </p:cNvPr>
              <p:cNvSpPr/>
              <p:nvPr/>
            </p:nvSpPr>
            <p:spPr>
              <a:xfrm>
                <a:off x="3514155" y="4797720"/>
                <a:ext cx="117405" cy="117405"/>
              </a:xfrm>
              <a:prstGeom prst="ellipse">
                <a:avLst/>
              </a:prstGeom>
              <a:solidFill>
                <a:srgbClr val="3A699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t3959">
                <a:extLst>
                  <a:ext uri="{FF2B5EF4-FFF2-40B4-BE49-F238E27FC236}">
                    <a16:creationId xmlns:a16="http://schemas.microsoft.com/office/drawing/2014/main" id="{4EE76C7E-C370-623B-0963-BEACB3CD767A}"/>
                  </a:ext>
                </a:extLst>
              </p:cNvPr>
              <p:cNvSpPr/>
              <p:nvPr/>
            </p:nvSpPr>
            <p:spPr>
              <a:xfrm>
                <a:off x="4516940" y="4641639"/>
                <a:ext cx="117405" cy="117405"/>
              </a:xfrm>
              <a:prstGeom prst="ellipse">
                <a:avLst/>
              </a:prstGeom>
              <a:solidFill>
                <a:srgbClr val="3B3D6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t3960">
                <a:extLst>
                  <a:ext uri="{FF2B5EF4-FFF2-40B4-BE49-F238E27FC236}">
                    <a16:creationId xmlns:a16="http://schemas.microsoft.com/office/drawing/2014/main" id="{BF32A018-1D5C-8330-6C8C-4E6A04031311}"/>
                  </a:ext>
                </a:extLst>
              </p:cNvPr>
              <p:cNvSpPr/>
              <p:nvPr/>
            </p:nvSpPr>
            <p:spPr>
              <a:xfrm>
                <a:off x="5630836" y="3001150"/>
                <a:ext cx="117405" cy="117405"/>
              </a:xfrm>
              <a:prstGeom prst="ellipse">
                <a:avLst/>
              </a:prstGeom>
              <a:solidFill>
                <a:srgbClr val="3A6EA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t3961">
                <a:extLst>
                  <a:ext uri="{FF2B5EF4-FFF2-40B4-BE49-F238E27FC236}">
                    <a16:creationId xmlns:a16="http://schemas.microsoft.com/office/drawing/2014/main" id="{4AC7CAFD-F18D-0048-9CDC-8E46AF9B8147}"/>
                  </a:ext>
                </a:extLst>
              </p:cNvPr>
              <p:cNvSpPr/>
              <p:nvPr/>
            </p:nvSpPr>
            <p:spPr>
              <a:xfrm>
                <a:off x="5776837" y="2874895"/>
                <a:ext cx="117405" cy="117405"/>
              </a:xfrm>
              <a:prstGeom prst="ellipse">
                <a:avLst/>
              </a:prstGeom>
              <a:solidFill>
                <a:srgbClr val="392D5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l3962">
                <a:extLst>
                  <a:ext uri="{FF2B5EF4-FFF2-40B4-BE49-F238E27FC236}">
                    <a16:creationId xmlns:a16="http://schemas.microsoft.com/office/drawing/2014/main" id="{DC3B3636-A96E-7A16-7905-D222EC96E1D5}"/>
                  </a:ext>
                </a:extLst>
              </p:cNvPr>
              <p:cNvSpPr/>
              <p:nvPr/>
            </p:nvSpPr>
            <p:spPr>
              <a:xfrm>
                <a:off x="2850464" y="4909126"/>
                <a:ext cx="52349" cy="84401"/>
              </a:xfrm>
              <a:custGeom>
                <a:avLst/>
                <a:gdLst/>
                <a:ahLst/>
                <a:cxnLst/>
                <a:rect l="0" t="0" r="0" b="0"/>
                <a:pathLst>
                  <a:path w="52349" h="84401">
                    <a:moveTo>
                      <a:pt x="0" y="0"/>
                    </a:moveTo>
                    <a:lnTo>
                      <a:pt x="52349" y="84401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l3963">
                <a:extLst>
                  <a:ext uri="{FF2B5EF4-FFF2-40B4-BE49-F238E27FC236}">
                    <a16:creationId xmlns:a16="http://schemas.microsoft.com/office/drawing/2014/main" id="{C0FFEEFB-7D43-DE1D-0F04-4F08B068E676}"/>
                  </a:ext>
                </a:extLst>
              </p:cNvPr>
              <p:cNvSpPr/>
              <p:nvPr/>
            </p:nvSpPr>
            <p:spPr>
              <a:xfrm>
                <a:off x="3511767" y="4762566"/>
                <a:ext cx="53566" cy="82297"/>
              </a:xfrm>
              <a:custGeom>
                <a:avLst/>
                <a:gdLst/>
                <a:ahLst/>
                <a:cxnLst/>
                <a:rect l="0" t="0" r="0" b="0"/>
                <a:pathLst>
                  <a:path w="53566" h="82297">
                    <a:moveTo>
                      <a:pt x="0" y="0"/>
                    </a:moveTo>
                    <a:lnTo>
                      <a:pt x="53566" y="82297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l3964">
                <a:extLst>
                  <a:ext uri="{FF2B5EF4-FFF2-40B4-BE49-F238E27FC236}">
                    <a16:creationId xmlns:a16="http://schemas.microsoft.com/office/drawing/2014/main" id="{4158B28D-D331-2957-0008-B3BBA4485173}"/>
                  </a:ext>
                </a:extLst>
              </p:cNvPr>
              <p:cNvSpPr/>
              <p:nvPr/>
            </p:nvSpPr>
            <p:spPr>
              <a:xfrm>
                <a:off x="4513468" y="4609300"/>
                <a:ext cx="54359" cy="79599"/>
              </a:xfrm>
              <a:custGeom>
                <a:avLst/>
                <a:gdLst/>
                <a:ahLst/>
                <a:cxnLst/>
                <a:rect l="0" t="0" r="0" b="0"/>
                <a:pathLst>
                  <a:path w="54359" h="79599">
                    <a:moveTo>
                      <a:pt x="0" y="0"/>
                    </a:moveTo>
                    <a:lnTo>
                      <a:pt x="54359" y="79599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l3965">
                <a:extLst>
                  <a:ext uri="{FF2B5EF4-FFF2-40B4-BE49-F238E27FC236}">
                    <a16:creationId xmlns:a16="http://schemas.microsoft.com/office/drawing/2014/main" id="{EF60D75C-2389-D336-DE03-427E08D19D68}"/>
                  </a:ext>
                </a:extLst>
              </p:cNvPr>
              <p:cNvSpPr/>
              <p:nvPr/>
            </p:nvSpPr>
            <p:spPr>
              <a:xfrm>
                <a:off x="5505620" y="3050113"/>
                <a:ext cx="167256" cy="8857"/>
              </a:xfrm>
              <a:custGeom>
                <a:avLst/>
                <a:gdLst/>
                <a:ahLst/>
                <a:cxnLst/>
                <a:rect l="0" t="0" r="0" b="0"/>
                <a:pathLst>
                  <a:path w="167256" h="8857">
                    <a:moveTo>
                      <a:pt x="0" y="0"/>
                    </a:moveTo>
                    <a:lnTo>
                      <a:pt x="167256" y="8857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l3966">
                <a:extLst>
                  <a:ext uri="{FF2B5EF4-FFF2-40B4-BE49-F238E27FC236}">
                    <a16:creationId xmlns:a16="http://schemas.microsoft.com/office/drawing/2014/main" id="{8689186E-F50E-31DF-474D-8E1F8BD0363F}"/>
                  </a:ext>
                </a:extLst>
              </p:cNvPr>
              <p:cNvSpPr/>
              <p:nvPr/>
            </p:nvSpPr>
            <p:spPr>
              <a:xfrm>
                <a:off x="5749256" y="2862523"/>
                <a:ext cx="74837" cy="61645"/>
              </a:xfrm>
              <a:custGeom>
                <a:avLst/>
                <a:gdLst/>
                <a:ahLst/>
                <a:cxnLst/>
                <a:rect l="0" t="0" r="0" b="0"/>
                <a:pathLst>
                  <a:path w="74837" h="61645">
                    <a:moveTo>
                      <a:pt x="0" y="0"/>
                    </a:moveTo>
                    <a:lnTo>
                      <a:pt x="74837" y="61645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pg3967">
                <a:extLst>
                  <a:ext uri="{FF2B5EF4-FFF2-40B4-BE49-F238E27FC236}">
                    <a16:creationId xmlns:a16="http://schemas.microsoft.com/office/drawing/2014/main" id="{07722497-083A-8D9C-548F-A8AF82258493}"/>
                  </a:ext>
                </a:extLst>
              </p:cNvPr>
              <p:cNvSpPr/>
              <p:nvPr/>
            </p:nvSpPr>
            <p:spPr>
              <a:xfrm>
                <a:off x="2291948" y="4760422"/>
                <a:ext cx="558515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58515" h="191932">
                    <a:moveTo>
                      <a:pt x="27431" y="191932"/>
                    </a:moveTo>
                    <a:lnTo>
                      <a:pt x="531083" y="191932"/>
                    </a:lnTo>
                    <a:lnTo>
                      <a:pt x="529978" y="191910"/>
                    </a:lnTo>
                    <a:lnTo>
                      <a:pt x="534390" y="191732"/>
                    </a:lnTo>
                    <a:lnTo>
                      <a:pt x="538715" y="190849"/>
                    </a:lnTo>
                    <a:lnTo>
                      <a:pt x="542843" y="189284"/>
                    </a:lnTo>
                    <a:lnTo>
                      <a:pt x="546666" y="187076"/>
                    </a:lnTo>
                    <a:lnTo>
                      <a:pt x="550086" y="184284"/>
                    </a:lnTo>
                    <a:lnTo>
                      <a:pt x="553013" y="180980"/>
                    </a:lnTo>
                    <a:lnTo>
                      <a:pt x="555373" y="177248"/>
                    </a:lnTo>
                    <a:lnTo>
                      <a:pt x="557103" y="173187"/>
                    </a:lnTo>
                    <a:lnTo>
                      <a:pt x="558160" y="168900"/>
                    </a:lnTo>
                    <a:lnTo>
                      <a:pt x="558515" y="164500"/>
                    </a:lnTo>
                    <a:lnTo>
                      <a:pt x="558515" y="27432"/>
                    </a:lnTo>
                    <a:lnTo>
                      <a:pt x="558160" y="23031"/>
                    </a:lnTo>
                    <a:lnTo>
                      <a:pt x="557103" y="18745"/>
                    </a:lnTo>
                    <a:lnTo>
                      <a:pt x="555373" y="14683"/>
                    </a:lnTo>
                    <a:lnTo>
                      <a:pt x="553013" y="10952"/>
                    </a:lnTo>
                    <a:lnTo>
                      <a:pt x="550086" y="7647"/>
                    </a:lnTo>
                    <a:lnTo>
                      <a:pt x="546666" y="4855"/>
                    </a:lnTo>
                    <a:lnTo>
                      <a:pt x="542843" y="2648"/>
                    </a:lnTo>
                    <a:lnTo>
                      <a:pt x="538715" y="1083"/>
                    </a:lnTo>
                    <a:lnTo>
                      <a:pt x="534390" y="200"/>
                    </a:lnTo>
                    <a:lnTo>
                      <a:pt x="53108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r>
                  <a:rPr lang="en-US" sz="1100" dirty="0"/>
                  <a:t>   W1-TX</a:t>
                </a:r>
                <a:endParaRPr sz="1100" dirty="0"/>
              </a:p>
            </p:txBody>
          </p:sp>
          <p:sp>
            <p:nvSpPr>
              <p:cNvPr id="3969" name="pg3969">
                <a:extLst>
                  <a:ext uri="{FF2B5EF4-FFF2-40B4-BE49-F238E27FC236}">
                    <a16:creationId xmlns:a16="http://schemas.microsoft.com/office/drawing/2014/main" id="{B910FEF2-7F0D-5C57-D37D-7D414DEB32DE}"/>
                  </a:ext>
                </a:extLst>
              </p:cNvPr>
              <p:cNvSpPr/>
              <p:nvPr/>
            </p:nvSpPr>
            <p:spPr>
              <a:xfrm>
                <a:off x="2960932" y="4613827"/>
                <a:ext cx="550834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50834" h="191932">
                    <a:moveTo>
                      <a:pt x="27431" y="191932"/>
                    </a:moveTo>
                    <a:lnTo>
                      <a:pt x="523402" y="191932"/>
                    </a:lnTo>
                    <a:lnTo>
                      <a:pt x="522297" y="191910"/>
                    </a:lnTo>
                    <a:lnTo>
                      <a:pt x="526709" y="191732"/>
                    </a:lnTo>
                    <a:lnTo>
                      <a:pt x="531034" y="190849"/>
                    </a:lnTo>
                    <a:lnTo>
                      <a:pt x="535162" y="189284"/>
                    </a:lnTo>
                    <a:lnTo>
                      <a:pt x="538985" y="187076"/>
                    </a:lnTo>
                    <a:lnTo>
                      <a:pt x="542405" y="184284"/>
                    </a:lnTo>
                    <a:lnTo>
                      <a:pt x="545332" y="180980"/>
                    </a:lnTo>
                    <a:lnTo>
                      <a:pt x="547692" y="177248"/>
                    </a:lnTo>
                    <a:lnTo>
                      <a:pt x="549422" y="173187"/>
                    </a:lnTo>
                    <a:lnTo>
                      <a:pt x="550479" y="168900"/>
                    </a:lnTo>
                    <a:lnTo>
                      <a:pt x="550834" y="164500"/>
                    </a:lnTo>
                    <a:lnTo>
                      <a:pt x="550834" y="27432"/>
                    </a:lnTo>
                    <a:lnTo>
                      <a:pt x="550479" y="23031"/>
                    </a:lnTo>
                    <a:lnTo>
                      <a:pt x="549422" y="18745"/>
                    </a:lnTo>
                    <a:lnTo>
                      <a:pt x="547692" y="14683"/>
                    </a:lnTo>
                    <a:lnTo>
                      <a:pt x="545332" y="10952"/>
                    </a:lnTo>
                    <a:lnTo>
                      <a:pt x="542405" y="7647"/>
                    </a:lnTo>
                    <a:lnTo>
                      <a:pt x="538985" y="4855"/>
                    </a:lnTo>
                    <a:lnTo>
                      <a:pt x="535162" y="2648"/>
                    </a:lnTo>
                    <a:lnTo>
                      <a:pt x="531034" y="1083"/>
                    </a:lnTo>
                    <a:lnTo>
                      <a:pt x="526709" y="200"/>
                    </a:lnTo>
                    <a:lnTo>
                      <a:pt x="523402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5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r>
                  <a:rPr lang="en-US" sz="1100" dirty="0"/>
                  <a:t>   W2-LA</a:t>
                </a:r>
                <a:endParaRPr sz="1100" dirty="0"/>
              </a:p>
            </p:txBody>
          </p:sp>
          <p:sp>
            <p:nvSpPr>
              <p:cNvPr id="3971" name="pg3971">
                <a:extLst>
                  <a:ext uri="{FF2B5EF4-FFF2-40B4-BE49-F238E27FC236}">
                    <a16:creationId xmlns:a16="http://schemas.microsoft.com/office/drawing/2014/main" id="{06DC84C7-AECC-21BD-FFA1-B955A62419E0}"/>
                  </a:ext>
                </a:extLst>
              </p:cNvPr>
              <p:cNvSpPr/>
              <p:nvPr/>
            </p:nvSpPr>
            <p:spPr>
              <a:xfrm>
                <a:off x="3970498" y="4460372"/>
                <a:ext cx="542970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42970" h="191932">
                    <a:moveTo>
                      <a:pt x="27432" y="191932"/>
                    </a:moveTo>
                    <a:lnTo>
                      <a:pt x="515538" y="191932"/>
                    </a:lnTo>
                    <a:lnTo>
                      <a:pt x="514434" y="191910"/>
                    </a:lnTo>
                    <a:lnTo>
                      <a:pt x="518845" y="191732"/>
                    </a:lnTo>
                    <a:lnTo>
                      <a:pt x="523170" y="190849"/>
                    </a:lnTo>
                    <a:lnTo>
                      <a:pt x="527298" y="189284"/>
                    </a:lnTo>
                    <a:lnTo>
                      <a:pt x="531121" y="187076"/>
                    </a:lnTo>
                    <a:lnTo>
                      <a:pt x="534541" y="184284"/>
                    </a:lnTo>
                    <a:lnTo>
                      <a:pt x="537469" y="180980"/>
                    </a:lnTo>
                    <a:lnTo>
                      <a:pt x="539828" y="177248"/>
                    </a:lnTo>
                    <a:lnTo>
                      <a:pt x="541558" y="173187"/>
                    </a:lnTo>
                    <a:lnTo>
                      <a:pt x="542615" y="168900"/>
                    </a:lnTo>
                    <a:lnTo>
                      <a:pt x="542970" y="164500"/>
                    </a:lnTo>
                    <a:lnTo>
                      <a:pt x="542970" y="27431"/>
                    </a:lnTo>
                    <a:lnTo>
                      <a:pt x="542615" y="23031"/>
                    </a:lnTo>
                    <a:lnTo>
                      <a:pt x="541558" y="18745"/>
                    </a:lnTo>
                    <a:lnTo>
                      <a:pt x="539828" y="14683"/>
                    </a:lnTo>
                    <a:lnTo>
                      <a:pt x="537469" y="10952"/>
                    </a:lnTo>
                    <a:lnTo>
                      <a:pt x="534541" y="7647"/>
                    </a:lnTo>
                    <a:lnTo>
                      <a:pt x="531121" y="4855"/>
                    </a:lnTo>
                    <a:lnTo>
                      <a:pt x="527298" y="2648"/>
                    </a:lnTo>
                    <a:lnTo>
                      <a:pt x="523170" y="1083"/>
                    </a:lnTo>
                    <a:lnTo>
                      <a:pt x="518845" y="200"/>
                    </a:lnTo>
                    <a:lnTo>
                      <a:pt x="515538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2" name="tx3972">
                <a:extLst>
                  <a:ext uri="{FF2B5EF4-FFF2-40B4-BE49-F238E27FC236}">
                    <a16:creationId xmlns:a16="http://schemas.microsoft.com/office/drawing/2014/main" id="{A17FC133-D681-2747-3517-6C1470FFD334}"/>
                  </a:ext>
                </a:extLst>
              </p:cNvPr>
              <p:cNvSpPr/>
              <p:nvPr/>
            </p:nvSpPr>
            <p:spPr>
              <a:xfrm>
                <a:off x="4016218" y="4506092"/>
                <a:ext cx="451530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W3_FL</a:t>
                </a:r>
              </a:p>
            </p:txBody>
          </p:sp>
          <p:sp>
            <p:nvSpPr>
              <p:cNvPr id="3973" name="pg3973">
                <a:extLst>
                  <a:ext uri="{FF2B5EF4-FFF2-40B4-BE49-F238E27FC236}">
                    <a16:creationId xmlns:a16="http://schemas.microsoft.com/office/drawing/2014/main" id="{DD9D9B95-9D73-A980-3A1D-722E05A123BF}"/>
                  </a:ext>
                </a:extLst>
              </p:cNvPr>
              <p:cNvSpPr/>
              <p:nvPr/>
            </p:nvSpPr>
            <p:spPr>
              <a:xfrm>
                <a:off x="4923878" y="2954124"/>
                <a:ext cx="581741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81741" h="191932">
                    <a:moveTo>
                      <a:pt x="27432" y="191932"/>
                    </a:moveTo>
                    <a:lnTo>
                      <a:pt x="554309" y="191932"/>
                    </a:lnTo>
                    <a:lnTo>
                      <a:pt x="553204" y="191910"/>
                    </a:lnTo>
                    <a:lnTo>
                      <a:pt x="557615" y="191732"/>
                    </a:lnTo>
                    <a:lnTo>
                      <a:pt x="561941" y="190849"/>
                    </a:lnTo>
                    <a:lnTo>
                      <a:pt x="566069" y="189284"/>
                    </a:lnTo>
                    <a:lnTo>
                      <a:pt x="569892" y="187076"/>
                    </a:lnTo>
                    <a:lnTo>
                      <a:pt x="573312" y="184284"/>
                    </a:lnTo>
                    <a:lnTo>
                      <a:pt x="576239" y="180980"/>
                    </a:lnTo>
                    <a:lnTo>
                      <a:pt x="578599" y="177248"/>
                    </a:lnTo>
                    <a:lnTo>
                      <a:pt x="580329" y="173187"/>
                    </a:lnTo>
                    <a:lnTo>
                      <a:pt x="581386" y="168900"/>
                    </a:lnTo>
                    <a:lnTo>
                      <a:pt x="581741" y="164500"/>
                    </a:lnTo>
                    <a:lnTo>
                      <a:pt x="581741" y="27432"/>
                    </a:lnTo>
                    <a:lnTo>
                      <a:pt x="581386" y="23031"/>
                    </a:lnTo>
                    <a:lnTo>
                      <a:pt x="580329" y="18745"/>
                    </a:lnTo>
                    <a:lnTo>
                      <a:pt x="578599" y="14683"/>
                    </a:lnTo>
                    <a:lnTo>
                      <a:pt x="576239" y="10952"/>
                    </a:lnTo>
                    <a:lnTo>
                      <a:pt x="573312" y="7647"/>
                    </a:lnTo>
                    <a:lnTo>
                      <a:pt x="569892" y="4855"/>
                    </a:lnTo>
                    <a:lnTo>
                      <a:pt x="566069" y="2648"/>
                    </a:lnTo>
                    <a:lnTo>
                      <a:pt x="561941" y="1083"/>
                    </a:lnTo>
                    <a:lnTo>
                      <a:pt x="557615" y="200"/>
                    </a:lnTo>
                    <a:lnTo>
                      <a:pt x="554309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5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4" name="tx3974">
                <a:extLst>
                  <a:ext uri="{FF2B5EF4-FFF2-40B4-BE49-F238E27FC236}">
                    <a16:creationId xmlns:a16="http://schemas.microsoft.com/office/drawing/2014/main" id="{D67E3141-00D1-2287-9582-05957A67715F}"/>
                  </a:ext>
                </a:extLst>
              </p:cNvPr>
              <p:cNvSpPr/>
              <p:nvPr/>
            </p:nvSpPr>
            <p:spPr>
              <a:xfrm>
                <a:off x="4969598" y="2999844"/>
                <a:ext cx="490301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W5_NH</a:t>
                </a:r>
              </a:p>
            </p:txBody>
          </p:sp>
          <p:sp>
            <p:nvSpPr>
              <p:cNvPr id="3975" name="pg3975">
                <a:extLst>
                  <a:ext uri="{FF2B5EF4-FFF2-40B4-BE49-F238E27FC236}">
                    <a16:creationId xmlns:a16="http://schemas.microsoft.com/office/drawing/2014/main" id="{4CC31957-5B2E-430F-E49D-23766B35240D}"/>
                  </a:ext>
                </a:extLst>
              </p:cNvPr>
              <p:cNvSpPr/>
              <p:nvPr/>
            </p:nvSpPr>
            <p:spPr>
              <a:xfrm>
                <a:off x="5285435" y="2670591"/>
                <a:ext cx="589605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89605" h="191932">
                    <a:moveTo>
                      <a:pt x="27432" y="191932"/>
                    </a:moveTo>
                    <a:lnTo>
                      <a:pt x="562173" y="191932"/>
                    </a:lnTo>
                    <a:lnTo>
                      <a:pt x="561068" y="191910"/>
                    </a:lnTo>
                    <a:lnTo>
                      <a:pt x="565479" y="191732"/>
                    </a:lnTo>
                    <a:lnTo>
                      <a:pt x="569805" y="190849"/>
                    </a:lnTo>
                    <a:lnTo>
                      <a:pt x="573933" y="189284"/>
                    </a:lnTo>
                    <a:lnTo>
                      <a:pt x="577756" y="187076"/>
                    </a:lnTo>
                    <a:lnTo>
                      <a:pt x="581175" y="184284"/>
                    </a:lnTo>
                    <a:lnTo>
                      <a:pt x="584103" y="180980"/>
                    </a:lnTo>
                    <a:lnTo>
                      <a:pt x="586462" y="177248"/>
                    </a:lnTo>
                    <a:lnTo>
                      <a:pt x="588193" y="173187"/>
                    </a:lnTo>
                    <a:lnTo>
                      <a:pt x="589249" y="168900"/>
                    </a:lnTo>
                    <a:lnTo>
                      <a:pt x="589605" y="164500"/>
                    </a:lnTo>
                    <a:lnTo>
                      <a:pt x="589605" y="27432"/>
                    </a:lnTo>
                    <a:lnTo>
                      <a:pt x="589249" y="23031"/>
                    </a:lnTo>
                    <a:lnTo>
                      <a:pt x="588193" y="18745"/>
                    </a:lnTo>
                    <a:lnTo>
                      <a:pt x="586462" y="14683"/>
                    </a:lnTo>
                    <a:lnTo>
                      <a:pt x="584103" y="10952"/>
                    </a:lnTo>
                    <a:lnTo>
                      <a:pt x="581175" y="7647"/>
                    </a:lnTo>
                    <a:lnTo>
                      <a:pt x="577756" y="4855"/>
                    </a:lnTo>
                    <a:lnTo>
                      <a:pt x="573933" y="2648"/>
                    </a:lnTo>
                    <a:lnTo>
                      <a:pt x="569805" y="1083"/>
                    </a:lnTo>
                    <a:lnTo>
                      <a:pt x="565479" y="200"/>
                    </a:lnTo>
                    <a:lnTo>
                      <a:pt x="562173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6" name="tx3976">
                <a:extLst>
                  <a:ext uri="{FF2B5EF4-FFF2-40B4-BE49-F238E27FC236}">
                    <a16:creationId xmlns:a16="http://schemas.microsoft.com/office/drawing/2014/main" id="{BC69E500-D206-80D6-FBD2-477808EEB389}"/>
                  </a:ext>
                </a:extLst>
              </p:cNvPr>
              <p:cNvSpPr/>
              <p:nvPr/>
            </p:nvSpPr>
            <p:spPr>
              <a:xfrm>
                <a:off x="5331155" y="2716311"/>
                <a:ext cx="498165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W6_ME</a:t>
                </a:r>
              </a:p>
            </p:txBody>
          </p:sp>
          <p:sp>
            <p:nvSpPr>
              <p:cNvPr id="3977" name="rc3977">
                <a:extLst>
                  <a:ext uri="{FF2B5EF4-FFF2-40B4-BE49-F238E27FC236}">
                    <a16:creationId xmlns:a16="http://schemas.microsoft.com/office/drawing/2014/main" id="{CFFA08DE-8BF5-3243-D252-99ED034E1B31}"/>
                  </a:ext>
                </a:extLst>
              </p:cNvPr>
              <p:cNvSpPr/>
              <p:nvPr/>
            </p:nvSpPr>
            <p:spPr>
              <a:xfrm>
                <a:off x="2201917" y="2354586"/>
                <a:ext cx="4342247" cy="3366361"/>
              </a:xfrm>
              <a:prstGeom prst="rect">
                <a:avLst/>
              </a:prstGeom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8" name="tx3978">
                <a:extLst>
                  <a:ext uri="{FF2B5EF4-FFF2-40B4-BE49-F238E27FC236}">
                    <a16:creationId xmlns:a16="http://schemas.microsoft.com/office/drawing/2014/main" id="{BBDD88B2-8BE2-FFFF-D86B-468F6C5F9D1D}"/>
                  </a:ext>
                </a:extLst>
              </p:cNvPr>
              <p:cNvSpPr/>
              <p:nvPr/>
            </p:nvSpPr>
            <p:spPr>
              <a:xfrm>
                <a:off x="1889564" y="5366840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25</a:t>
                </a:r>
              </a:p>
            </p:txBody>
          </p:sp>
          <p:sp>
            <p:nvSpPr>
              <p:cNvPr id="3979" name="tx3979">
                <a:extLst>
                  <a:ext uri="{FF2B5EF4-FFF2-40B4-BE49-F238E27FC236}">
                    <a16:creationId xmlns:a16="http://schemas.microsoft.com/office/drawing/2014/main" id="{D6D08CDC-5882-FDFE-89D2-F9C65462B8AB}"/>
                  </a:ext>
                </a:extLst>
              </p:cNvPr>
              <p:cNvSpPr/>
              <p:nvPr/>
            </p:nvSpPr>
            <p:spPr>
              <a:xfrm>
                <a:off x="2013922" y="534846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0" name="tx3980">
                <a:extLst>
                  <a:ext uri="{FF2B5EF4-FFF2-40B4-BE49-F238E27FC236}">
                    <a16:creationId xmlns:a16="http://schemas.microsoft.com/office/drawing/2014/main" id="{D2634DD7-1825-E617-88F2-010AF0816E9F}"/>
                  </a:ext>
                </a:extLst>
              </p:cNvPr>
              <p:cNvSpPr/>
              <p:nvPr/>
            </p:nvSpPr>
            <p:spPr>
              <a:xfrm>
                <a:off x="2058636" y="5366840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1" name="tx3981">
                <a:extLst>
                  <a:ext uri="{FF2B5EF4-FFF2-40B4-BE49-F238E27FC236}">
                    <a16:creationId xmlns:a16="http://schemas.microsoft.com/office/drawing/2014/main" id="{5E1DBCD1-090A-5CA3-E4F3-31C2C8874D20}"/>
                  </a:ext>
                </a:extLst>
              </p:cNvPr>
              <p:cNvSpPr/>
              <p:nvPr/>
            </p:nvSpPr>
            <p:spPr>
              <a:xfrm>
                <a:off x="1889564" y="471646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30</a:t>
                </a:r>
              </a:p>
            </p:txBody>
          </p:sp>
          <p:sp>
            <p:nvSpPr>
              <p:cNvPr id="3982" name="tx3982">
                <a:extLst>
                  <a:ext uri="{FF2B5EF4-FFF2-40B4-BE49-F238E27FC236}">
                    <a16:creationId xmlns:a16="http://schemas.microsoft.com/office/drawing/2014/main" id="{0706470B-94D3-8EB1-A2D9-FF79AAC54CA1}"/>
                  </a:ext>
                </a:extLst>
              </p:cNvPr>
              <p:cNvSpPr/>
              <p:nvPr/>
            </p:nvSpPr>
            <p:spPr>
              <a:xfrm>
                <a:off x="2013922" y="469808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3" name="tx3983">
                <a:extLst>
                  <a:ext uri="{FF2B5EF4-FFF2-40B4-BE49-F238E27FC236}">
                    <a16:creationId xmlns:a16="http://schemas.microsoft.com/office/drawing/2014/main" id="{806FE45B-EA47-AC70-8CB5-C5065E706A6C}"/>
                  </a:ext>
                </a:extLst>
              </p:cNvPr>
              <p:cNvSpPr/>
              <p:nvPr/>
            </p:nvSpPr>
            <p:spPr>
              <a:xfrm>
                <a:off x="2058636" y="471646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4" name="tx3984">
                <a:extLst>
                  <a:ext uri="{FF2B5EF4-FFF2-40B4-BE49-F238E27FC236}">
                    <a16:creationId xmlns:a16="http://schemas.microsoft.com/office/drawing/2014/main" id="{99166DD7-0E2C-7B14-27FB-F7D40167B24C}"/>
                  </a:ext>
                </a:extLst>
              </p:cNvPr>
              <p:cNvSpPr/>
              <p:nvPr/>
            </p:nvSpPr>
            <p:spPr>
              <a:xfrm>
                <a:off x="1889564" y="406618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35</a:t>
                </a:r>
              </a:p>
            </p:txBody>
          </p:sp>
          <p:sp>
            <p:nvSpPr>
              <p:cNvPr id="3985" name="tx3985">
                <a:extLst>
                  <a:ext uri="{FF2B5EF4-FFF2-40B4-BE49-F238E27FC236}">
                    <a16:creationId xmlns:a16="http://schemas.microsoft.com/office/drawing/2014/main" id="{AC35F0E9-6479-CDC8-78D5-8F4BC2FE4B2E}"/>
                  </a:ext>
                </a:extLst>
              </p:cNvPr>
              <p:cNvSpPr/>
              <p:nvPr/>
            </p:nvSpPr>
            <p:spPr>
              <a:xfrm>
                <a:off x="2013922" y="40478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6" name="tx3986">
                <a:extLst>
                  <a:ext uri="{FF2B5EF4-FFF2-40B4-BE49-F238E27FC236}">
                    <a16:creationId xmlns:a16="http://schemas.microsoft.com/office/drawing/2014/main" id="{065F419E-CD41-574C-8C37-E512089F0846}"/>
                  </a:ext>
                </a:extLst>
              </p:cNvPr>
              <p:cNvSpPr/>
              <p:nvPr/>
            </p:nvSpPr>
            <p:spPr>
              <a:xfrm>
                <a:off x="2058636" y="406618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7" name="tx3987">
                <a:extLst>
                  <a:ext uri="{FF2B5EF4-FFF2-40B4-BE49-F238E27FC236}">
                    <a16:creationId xmlns:a16="http://schemas.microsoft.com/office/drawing/2014/main" id="{E6574F1C-6F0A-F50B-702A-C612B68D0131}"/>
                  </a:ext>
                </a:extLst>
              </p:cNvPr>
              <p:cNvSpPr/>
              <p:nvPr/>
            </p:nvSpPr>
            <p:spPr>
              <a:xfrm>
                <a:off x="1889564" y="341590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40</a:t>
                </a:r>
              </a:p>
            </p:txBody>
          </p:sp>
          <p:sp>
            <p:nvSpPr>
              <p:cNvPr id="3988" name="tx3988">
                <a:extLst>
                  <a:ext uri="{FF2B5EF4-FFF2-40B4-BE49-F238E27FC236}">
                    <a16:creationId xmlns:a16="http://schemas.microsoft.com/office/drawing/2014/main" id="{84D10C45-7BE3-FAB2-6F1F-91F2579563F1}"/>
                  </a:ext>
                </a:extLst>
              </p:cNvPr>
              <p:cNvSpPr/>
              <p:nvPr/>
            </p:nvSpPr>
            <p:spPr>
              <a:xfrm>
                <a:off x="2013922" y="339752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9" name="tx3989">
                <a:extLst>
                  <a:ext uri="{FF2B5EF4-FFF2-40B4-BE49-F238E27FC236}">
                    <a16:creationId xmlns:a16="http://schemas.microsoft.com/office/drawing/2014/main" id="{BC0343A5-1402-CC15-6E4D-97FD33BF0A31}"/>
                  </a:ext>
                </a:extLst>
              </p:cNvPr>
              <p:cNvSpPr/>
              <p:nvPr/>
            </p:nvSpPr>
            <p:spPr>
              <a:xfrm>
                <a:off x="2058636" y="341590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90" name="tx3990">
                <a:extLst>
                  <a:ext uri="{FF2B5EF4-FFF2-40B4-BE49-F238E27FC236}">
                    <a16:creationId xmlns:a16="http://schemas.microsoft.com/office/drawing/2014/main" id="{5740CF5D-C078-6150-DFC0-35AB84FCE356}"/>
                  </a:ext>
                </a:extLst>
              </p:cNvPr>
              <p:cNvSpPr/>
              <p:nvPr/>
            </p:nvSpPr>
            <p:spPr>
              <a:xfrm>
                <a:off x="1889564" y="2765720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45</a:t>
                </a:r>
              </a:p>
            </p:txBody>
          </p:sp>
          <p:sp>
            <p:nvSpPr>
              <p:cNvPr id="3991" name="tx3991">
                <a:extLst>
                  <a:ext uri="{FF2B5EF4-FFF2-40B4-BE49-F238E27FC236}">
                    <a16:creationId xmlns:a16="http://schemas.microsoft.com/office/drawing/2014/main" id="{C33A0944-FF74-EB4E-E820-F32F525B96CE}"/>
                  </a:ext>
                </a:extLst>
              </p:cNvPr>
              <p:cNvSpPr/>
              <p:nvPr/>
            </p:nvSpPr>
            <p:spPr>
              <a:xfrm>
                <a:off x="2013922" y="274734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92" name="tx3992">
                <a:extLst>
                  <a:ext uri="{FF2B5EF4-FFF2-40B4-BE49-F238E27FC236}">
                    <a16:creationId xmlns:a16="http://schemas.microsoft.com/office/drawing/2014/main" id="{3E748C3E-BA31-E520-67FD-061319C35FEB}"/>
                  </a:ext>
                </a:extLst>
              </p:cNvPr>
              <p:cNvSpPr/>
              <p:nvPr/>
            </p:nvSpPr>
            <p:spPr>
              <a:xfrm>
                <a:off x="2058636" y="2765720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93" name="pl3993">
                <a:extLst>
                  <a:ext uri="{FF2B5EF4-FFF2-40B4-BE49-F238E27FC236}">
                    <a16:creationId xmlns:a16="http://schemas.microsoft.com/office/drawing/2014/main" id="{90B3A598-511E-9F82-3990-3F699BE28ACE}"/>
                  </a:ext>
                </a:extLst>
              </p:cNvPr>
              <p:cNvSpPr/>
              <p:nvPr/>
            </p:nvSpPr>
            <p:spPr>
              <a:xfrm>
                <a:off x="2167122" y="540785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4" name="pl3994">
                <a:extLst>
                  <a:ext uri="{FF2B5EF4-FFF2-40B4-BE49-F238E27FC236}">
                    <a16:creationId xmlns:a16="http://schemas.microsoft.com/office/drawing/2014/main" id="{0C36C5CA-BA7A-1578-5E70-7EBAB9A3314F}"/>
                  </a:ext>
                </a:extLst>
              </p:cNvPr>
              <p:cNvSpPr/>
              <p:nvPr/>
            </p:nvSpPr>
            <p:spPr>
              <a:xfrm>
                <a:off x="2167122" y="475757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5" name="pl3995">
                <a:extLst>
                  <a:ext uri="{FF2B5EF4-FFF2-40B4-BE49-F238E27FC236}">
                    <a16:creationId xmlns:a16="http://schemas.microsoft.com/office/drawing/2014/main" id="{0E6B01E6-28F9-C716-DEB6-DA95B51F737B}"/>
                  </a:ext>
                </a:extLst>
              </p:cNvPr>
              <p:cNvSpPr/>
              <p:nvPr/>
            </p:nvSpPr>
            <p:spPr>
              <a:xfrm>
                <a:off x="2167122" y="410729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l3996">
                <a:extLst>
                  <a:ext uri="{FF2B5EF4-FFF2-40B4-BE49-F238E27FC236}">
                    <a16:creationId xmlns:a16="http://schemas.microsoft.com/office/drawing/2014/main" id="{16D69D88-E382-0849-AF14-38BE43A57E14}"/>
                  </a:ext>
                </a:extLst>
              </p:cNvPr>
              <p:cNvSpPr/>
              <p:nvPr/>
            </p:nvSpPr>
            <p:spPr>
              <a:xfrm>
                <a:off x="2167122" y="345701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l3997">
                <a:extLst>
                  <a:ext uri="{FF2B5EF4-FFF2-40B4-BE49-F238E27FC236}">
                    <a16:creationId xmlns:a16="http://schemas.microsoft.com/office/drawing/2014/main" id="{267E6ED3-7BB9-D0F4-3E0A-C8A20E4D4F89}"/>
                  </a:ext>
                </a:extLst>
              </p:cNvPr>
              <p:cNvSpPr/>
              <p:nvPr/>
            </p:nvSpPr>
            <p:spPr>
              <a:xfrm>
                <a:off x="2167122" y="280673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l3998">
                <a:extLst>
                  <a:ext uri="{FF2B5EF4-FFF2-40B4-BE49-F238E27FC236}">
                    <a16:creationId xmlns:a16="http://schemas.microsoft.com/office/drawing/2014/main" id="{958020CB-7964-2A26-E814-024CD8675FB3}"/>
                  </a:ext>
                </a:extLst>
              </p:cNvPr>
              <p:cNvSpPr/>
              <p:nvPr/>
            </p:nvSpPr>
            <p:spPr>
              <a:xfrm>
                <a:off x="2610961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l3999">
                <a:extLst>
                  <a:ext uri="{FF2B5EF4-FFF2-40B4-BE49-F238E27FC236}">
                    <a16:creationId xmlns:a16="http://schemas.microsoft.com/office/drawing/2014/main" id="{7BC88FEE-BBDF-0CCC-89EC-75870FCB7251}"/>
                  </a:ext>
                </a:extLst>
              </p:cNvPr>
              <p:cNvSpPr/>
              <p:nvPr/>
            </p:nvSpPr>
            <p:spPr>
              <a:xfrm>
                <a:off x="314013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l4000">
                <a:extLst>
                  <a:ext uri="{FF2B5EF4-FFF2-40B4-BE49-F238E27FC236}">
                    <a16:creationId xmlns:a16="http://schemas.microsoft.com/office/drawing/2014/main" id="{FDCB1224-E125-180C-2B05-D5BF28F9649A}"/>
                  </a:ext>
                </a:extLst>
              </p:cNvPr>
              <p:cNvSpPr/>
              <p:nvPr/>
            </p:nvSpPr>
            <p:spPr>
              <a:xfrm>
                <a:off x="366931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l4001">
                <a:extLst>
                  <a:ext uri="{FF2B5EF4-FFF2-40B4-BE49-F238E27FC236}">
                    <a16:creationId xmlns:a16="http://schemas.microsoft.com/office/drawing/2014/main" id="{B8583DC7-6AA5-40DB-DA2C-700425A7A698}"/>
                  </a:ext>
                </a:extLst>
              </p:cNvPr>
              <p:cNvSpPr/>
              <p:nvPr/>
            </p:nvSpPr>
            <p:spPr>
              <a:xfrm>
                <a:off x="419848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l4002">
                <a:extLst>
                  <a:ext uri="{FF2B5EF4-FFF2-40B4-BE49-F238E27FC236}">
                    <a16:creationId xmlns:a16="http://schemas.microsoft.com/office/drawing/2014/main" id="{3325EAC6-D3E3-1E65-F5AC-F2081E3711EB}"/>
                  </a:ext>
                </a:extLst>
              </p:cNvPr>
              <p:cNvSpPr/>
              <p:nvPr/>
            </p:nvSpPr>
            <p:spPr>
              <a:xfrm>
                <a:off x="472766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l4003">
                <a:extLst>
                  <a:ext uri="{FF2B5EF4-FFF2-40B4-BE49-F238E27FC236}">
                    <a16:creationId xmlns:a16="http://schemas.microsoft.com/office/drawing/2014/main" id="{55C96006-31E1-1E9D-366C-6D6F0BEC9D6C}"/>
                  </a:ext>
                </a:extLst>
              </p:cNvPr>
              <p:cNvSpPr/>
              <p:nvPr/>
            </p:nvSpPr>
            <p:spPr>
              <a:xfrm>
                <a:off x="525683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l4004">
                <a:extLst>
                  <a:ext uri="{FF2B5EF4-FFF2-40B4-BE49-F238E27FC236}">
                    <a16:creationId xmlns:a16="http://schemas.microsoft.com/office/drawing/2014/main" id="{8264EBC4-4841-5CE6-609D-5C3BCC8319F0}"/>
                  </a:ext>
                </a:extLst>
              </p:cNvPr>
              <p:cNvSpPr/>
              <p:nvPr/>
            </p:nvSpPr>
            <p:spPr>
              <a:xfrm>
                <a:off x="578601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pl4005">
                <a:extLst>
                  <a:ext uri="{FF2B5EF4-FFF2-40B4-BE49-F238E27FC236}">
                    <a16:creationId xmlns:a16="http://schemas.microsoft.com/office/drawing/2014/main" id="{BECEFC98-7C3C-D7C6-231A-885890E4DA71}"/>
                  </a:ext>
                </a:extLst>
              </p:cNvPr>
              <p:cNvSpPr/>
              <p:nvPr/>
            </p:nvSpPr>
            <p:spPr>
              <a:xfrm>
                <a:off x="631518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6" name="tx4006">
                <a:extLst>
                  <a:ext uri="{FF2B5EF4-FFF2-40B4-BE49-F238E27FC236}">
                    <a16:creationId xmlns:a16="http://schemas.microsoft.com/office/drawing/2014/main" id="{FAEC4811-F916-E5E8-B3D0-754C1A33E85E}"/>
                  </a:ext>
                </a:extLst>
              </p:cNvPr>
              <p:cNvSpPr/>
              <p:nvPr/>
            </p:nvSpPr>
            <p:spPr>
              <a:xfrm>
                <a:off x="2442620" y="5783578"/>
                <a:ext cx="186537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100</a:t>
                </a:r>
              </a:p>
            </p:txBody>
          </p:sp>
          <p:sp>
            <p:nvSpPr>
              <p:cNvPr id="4007" name="tx4007">
                <a:extLst>
                  <a:ext uri="{FF2B5EF4-FFF2-40B4-BE49-F238E27FC236}">
                    <a16:creationId xmlns:a16="http://schemas.microsoft.com/office/drawing/2014/main" id="{CD0A3604-02C7-07ED-0BCA-8ABE94A10FFE}"/>
                  </a:ext>
                </a:extLst>
              </p:cNvPr>
              <p:cNvSpPr/>
              <p:nvPr/>
            </p:nvSpPr>
            <p:spPr>
              <a:xfrm>
                <a:off x="262915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08" name="tx4008">
                <a:extLst>
                  <a:ext uri="{FF2B5EF4-FFF2-40B4-BE49-F238E27FC236}">
                    <a16:creationId xmlns:a16="http://schemas.microsoft.com/office/drawing/2014/main" id="{07CB4616-FE8B-D2C0-5FE4-C0DE1149993B}"/>
                  </a:ext>
                </a:extLst>
              </p:cNvPr>
              <p:cNvSpPr/>
              <p:nvPr/>
            </p:nvSpPr>
            <p:spPr>
              <a:xfrm>
                <a:off x="267387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09" name="tx4009">
                <a:extLst>
                  <a:ext uri="{FF2B5EF4-FFF2-40B4-BE49-F238E27FC236}">
                    <a16:creationId xmlns:a16="http://schemas.microsoft.com/office/drawing/2014/main" id="{C37615E0-6BE0-3F6D-238E-7FC3CA872D57}"/>
                  </a:ext>
                </a:extLst>
              </p:cNvPr>
              <p:cNvSpPr/>
              <p:nvPr/>
            </p:nvSpPr>
            <p:spPr>
              <a:xfrm>
                <a:off x="298738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95</a:t>
                </a:r>
              </a:p>
            </p:txBody>
          </p:sp>
          <p:sp>
            <p:nvSpPr>
              <p:cNvPr id="4010" name="tx4010">
                <a:extLst>
                  <a:ext uri="{FF2B5EF4-FFF2-40B4-BE49-F238E27FC236}">
                    <a16:creationId xmlns:a16="http://schemas.microsoft.com/office/drawing/2014/main" id="{D818CC6D-C3B4-C841-2931-7395B77BECE1}"/>
                  </a:ext>
                </a:extLst>
              </p:cNvPr>
              <p:cNvSpPr/>
              <p:nvPr/>
            </p:nvSpPr>
            <p:spPr>
              <a:xfrm>
                <a:off x="314274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1" name="tx4011">
                <a:extLst>
                  <a:ext uri="{FF2B5EF4-FFF2-40B4-BE49-F238E27FC236}">
                    <a16:creationId xmlns:a16="http://schemas.microsoft.com/office/drawing/2014/main" id="{620CED6F-3609-40E3-66BD-F95BE9288224}"/>
                  </a:ext>
                </a:extLst>
              </p:cNvPr>
              <p:cNvSpPr/>
              <p:nvPr/>
            </p:nvSpPr>
            <p:spPr>
              <a:xfrm>
                <a:off x="318745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2" name="tx4012">
                <a:extLst>
                  <a:ext uri="{FF2B5EF4-FFF2-40B4-BE49-F238E27FC236}">
                    <a16:creationId xmlns:a16="http://schemas.microsoft.com/office/drawing/2014/main" id="{E85A5402-D16E-6D6A-5FBB-74F5832EB575}"/>
                  </a:ext>
                </a:extLst>
              </p:cNvPr>
              <p:cNvSpPr/>
              <p:nvPr/>
            </p:nvSpPr>
            <p:spPr>
              <a:xfrm>
                <a:off x="351656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90</a:t>
                </a:r>
              </a:p>
            </p:txBody>
          </p:sp>
          <p:sp>
            <p:nvSpPr>
              <p:cNvPr id="4013" name="tx4013">
                <a:extLst>
                  <a:ext uri="{FF2B5EF4-FFF2-40B4-BE49-F238E27FC236}">
                    <a16:creationId xmlns:a16="http://schemas.microsoft.com/office/drawing/2014/main" id="{4F92C555-DDA6-BDD4-D33F-312CAF2CDDA5}"/>
                  </a:ext>
                </a:extLst>
              </p:cNvPr>
              <p:cNvSpPr/>
              <p:nvPr/>
            </p:nvSpPr>
            <p:spPr>
              <a:xfrm>
                <a:off x="367191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4" name="tx4014">
                <a:extLst>
                  <a:ext uri="{FF2B5EF4-FFF2-40B4-BE49-F238E27FC236}">
                    <a16:creationId xmlns:a16="http://schemas.microsoft.com/office/drawing/2014/main" id="{E3B9238F-1F78-791A-7D0F-CD27464EB3F3}"/>
                  </a:ext>
                </a:extLst>
              </p:cNvPr>
              <p:cNvSpPr/>
              <p:nvPr/>
            </p:nvSpPr>
            <p:spPr>
              <a:xfrm>
                <a:off x="371663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5" name="tx4015">
                <a:extLst>
                  <a:ext uri="{FF2B5EF4-FFF2-40B4-BE49-F238E27FC236}">
                    <a16:creationId xmlns:a16="http://schemas.microsoft.com/office/drawing/2014/main" id="{CB3A2E0B-A469-96AB-257B-EB5D56650DB8}"/>
                  </a:ext>
                </a:extLst>
              </p:cNvPr>
              <p:cNvSpPr/>
              <p:nvPr/>
            </p:nvSpPr>
            <p:spPr>
              <a:xfrm>
                <a:off x="404573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85</a:t>
                </a:r>
              </a:p>
            </p:txBody>
          </p:sp>
          <p:sp>
            <p:nvSpPr>
              <p:cNvPr id="4016" name="tx4016">
                <a:extLst>
                  <a:ext uri="{FF2B5EF4-FFF2-40B4-BE49-F238E27FC236}">
                    <a16:creationId xmlns:a16="http://schemas.microsoft.com/office/drawing/2014/main" id="{22F44A8A-CDC1-ED6D-B309-0BD5A4762D76}"/>
                  </a:ext>
                </a:extLst>
              </p:cNvPr>
              <p:cNvSpPr/>
              <p:nvPr/>
            </p:nvSpPr>
            <p:spPr>
              <a:xfrm>
                <a:off x="420109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7" name="tx4017">
                <a:extLst>
                  <a:ext uri="{FF2B5EF4-FFF2-40B4-BE49-F238E27FC236}">
                    <a16:creationId xmlns:a16="http://schemas.microsoft.com/office/drawing/2014/main" id="{00E44810-B88E-6BAA-017C-19F77447E644}"/>
                  </a:ext>
                </a:extLst>
              </p:cNvPr>
              <p:cNvSpPr/>
              <p:nvPr/>
            </p:nvSpPr>
            <p:spPr>
              <a:xfrm>
                <a:off x="424580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8" name="tx4018">
                <a:extLst>
                  <a:ext uri="{FF2B5EF4-FFF2-40B4-BE49-F238E27FC236}">
                    <a16:creationId xmlns:a16="http://schemas.microsoft.com/office/drawing/2014/main" id="{42F659F0-36F7-2298-5E35-5B7879D7926F}"/>
                  </a:ext>
                </a:extLst>
              </p:cNvPr>
              <p:cNvSpPr/>
              <p:nvPr/>
            </p:nvSpPr>
            <p:spPr>
              <a:xfrm>
                <a:off x="457491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80</a:t>
                </a:r>
              </a:p>
            </p:txBody>
          </p:sp>
          <p:sp>
            <p:nvSpPr>
              <p:cNvPr id="4019" name="tx4019">
                <a:extLst>
                  <a:ext uri="{FF2B5EF4-FFF2-40B4-BE49-F238E27FC236}">
                    <a16:creationId xmlns:a16="http://schemas.microsoft.com/office/drawing/2014/main" id="{EB436797-E135-D2EC-214D-5ADA23551F89}"/>
                  </a:ext>
                </a:extLst>
              </p:cNvPr>
              <p:cNvSpPr/>
              <p:nvPr/>
            </p:nvSpPr>
            <p:spPr>
              <a:xfrm>
                <a:off x="473026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0" name="tx4020">
                <a:extLst>
                  <a:ext uri="{FF2B5EF4-FFF2-40B4-BE49-F238E27FC236}">
                    <a16:creationId xmlns:a16="http://schemas.microsoft.com/office/drawing/2014/main" id="{FA985CC0-9BCF-E588-10F7-7D4ABF8BDC12}"/>
                  </a:ext>
                </a:extLst>
              </p:cNvPr>
              <p:cNvSpPr/>
              <p:nvPr/>
            </p:nvSpPr>
            <p:spPr>
              <a:xfrm>
                <a:off x="477498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1" name="tx4021">
                <a:extLst>
                  <a:ext uri="{FF2B5EF4-FFF2-40B4-BE49-F238E27FC236}">
                    <a16:creationId xmlns:a16="http://schemas.microsoft.com/office/drawing/2014/main" id="{99B4FA2D-2CE5-C3BF-ED94-F9B320CC1F98}"/>
                  </a:ext>
                </a:extLst>
              </p:cNvPr>
              <p:cNvSpPr/>
              <p:nvPr/>
            </p:nvSpPr>
            <p:spPr>
              <a:xfrm>
                <a:off x="510408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75</a:t>
                </a:r>
              </a:p>
            </p:txBody>
          </p:sp>
          <p:sp>
            <p:nvSpPr>
              <p:cNvPr id="4022" name="tx4022">
                <a:extLst>
                  <a:ext uri="{FF2B5EF4-FFF2-40B4-BE49-F238E27FC236}">
                    <a16:creationId xmlns:a16="http://schemas.microsoft.com/office/drawing/2014/main" id="{07CDDD97-C358-9CD2-B7CD-80499A1277F9}"/>
                  </a:ext>
                </a:extLst>
              </p:cNvPr>
              <p:cNvSpPr/>
              <p:nvPr/>
            </p:nvSpPr>
            <p:spPr>
              <a:xfrm>
                <a:off x="525944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3" name="tx4023">
                <a:extLst>
                  <a:ext uri="{FF2B5EF4-FFF2-40B4-BE49-F238E27FC236}">
                    <a16:creationId xmlns:a16="http://schemas.microsoft.com/office/drawing/2014/main" id="{A14DE5FA-E633-9B17-FD67-DB7DBB664336}"/>
                  </a:ext>
                </a:extLst>
              </p:cNvPr>
              <p:cNvSpPr/>
              <p:nvPr/>
            </p:nvSpPr>
            <p:spPr>
              <a:xfrm>
                <a:off x="530415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4" name="tx4024">
                <a:extLst>
                  <a:ext uri="{FF2B5EF4-FFF2-40B4-BE49-F238E27FC236}">
                    <a16:creationId xmlns:a16="http://schemas.microsoft.com/office/drawing/2014/main" id="{229638B3-6EA5-0AC0-5ECA-019ABEF26094}"/>
                  </a:ext>
                </a:extLst>
              </p:cNvPr>
              <p:cNvSpPr/>
              <p:nvPr/>
            </p:nvSpPr>
            <p:spPr>
              <a:xfrm>
                <a:off x="563326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70</a:t>
                </a:r>
              </a:p>
            </p:txBody>
          </p:sp>
          <p:sp>
            <p:nvSpPr>
              <p:cNvPr id="4025" name="tx4025">
                <a:extLst>
                  <a:ext uri="{FF2B5EF4-FFF2-40B4-BE49-F238E27FC236}">
                    <a16:creationId xmlns:a16="http://schemas.microsoft.com/office/drawing/2014/main" id="{D2914CC7-F834-2A07-31F2-029DE214F62C}"/>
                  </a:ext>
                </a:extLst>
              </p:cNvPr>
              <p:cNvSpPr/>
              <p:nvPr/>
            </p:nvSpPr>
            <p:spPr>
              <a:xfrm>
                <a:off x="578861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6" name="tx4026">
                <a:extLst>
                  <a:ext uri="{FF2B5EF4-FFF2-40B4-BE49-F238E27FC236}">
                    <a16:creationId xmlns:a16="http://schemas.microsoft.com/office/drawing/2014/main" id="{D2AEA23E-1D8C-4151-BEE9-59325AF7B8C0}"/>
                  </a:ext>
                </a:extLst>
              </p:cNvPr>
              <p:cNvSpPr/>
              <p:nvPr/>
            </p:nvSpPr>
            <p:spPr>
              <a:xfrm>
                <a:off x="583333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7" name="tx4027">
                <a:extLst>
                  <a:ext uri="{FF2B5EF4-FFF2-40B4-BE49-F238E27FC236}">
                    <a16:creationId xmlns:a16="http://schemas.microsoft.com/office/drawing/2014/main" id="{2160FCAE-C8FD-5369-DAEA-5066B6CF4B94}"/>
                  </a:ext>
                </a:extLst>
              </p:cNvPr>
              <p:cNvSpPr/>
              <p:nvPr/>
            </p:nvSpPr>
            <p:spPr>
              <a:xfrm>
                <a:off x="616243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65</a:t>
                </a:r>
              </a:p>
            </p:txBody>
          </p:sp>
          <p:sp>
            <p:nvSpPr>
              <p:cNvPr id="4028" name="tx4028">
                <a:extLst>
                  <a:ext uri="{FF2B5EF4-FFF2-40B4-BE49-F238E27FC236}">
                    <a16:creationId xmlns:a16="http://schemas.microsoft.com/office/drawing/2014/main" id="{564BC9D5-4CC5-D2F1-B6BE-BA7E36FB56AF}"/>
                  </a:ext>
                </a:extLst>
              </p:cNvPr>
              <p:cNvSpPr/>
              <p:nvPr/>
            </p:nvSpPr>
            <p:spPr>
              <a:xfrm>
                <a:off x="631779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9" name="tx4029">
                <a:extLst>
                  <a:ext uri="{FF2B5EF4-FFF2-40B4-BE49-F238E27FC236}">
                    <a16:creationId xmlns:a16="http://schemas.microsoft.com/office/drawing/2014/main" id="{7510DD87-EC31-A3B3-85B5-E57D0A4BEB56}"/>
                  </a:ext>
                </a:extLst>
              </p:cNvPr>
              <p:cNvSpPr/>
              <p:nvPr/>
            </p:nvSpPr>
            <p:spPr>
              <a:xfrm>
                <a:off x="636250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30" name="tx4030">
                <a:extLst>
                  <a:ext uri="{FF2B5EF4-FFF2-40B4-BE49-F238E27FC236}">
                    <a16:creationId xmlns:a16="http://schemas.microsoft.com/office/drawing/2014/main" id="{A68A9620-D8D3-C004-689F-8930C0A82970}"/>
                  </a:ext>
                </a:extLst>
              </p:cNvPr>
              <p:cNvSpPr/>
              <p:nvPr/>
            </p:nvSpPr>
            <p:spPr>
              <a:xfrm>
                <a:off x="4066122" y="5925448"/>
                <a:ext cx="613836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Longitude</a:t>
                </a:r>
              </a:p>
            </p:txBody>
          </p:sp>
          <p:sp>
            <p:nvSpPr>
              <p:cNvPr id="4031" name="tx4031">
                <a:extLst>
                  <a:ext uri="{FF2B5EF4-FFF2-40B4-BE49-F238E27FC236}">
                    <a16:creationId xmlns:a16="http://schemas.microsoft.com/office/drawing/2014/main" id="{E972747B-32DF-6718-3D13-BA1673895423}"/>
                  </a:ext>
                </a:extLst>
              </p:cNvPr>
              <p:cNvSpPr/>
              <p:nvPr/>
            </p:nvSpPr>
            <p:spPr>
              <a:xfrm rot="-5400000">
                <a:off x="1525174" y="3987658"/>
                <a:ext cx="497159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Latitude</a:t>
                </a:r>
              </a:p>
            </p:txBody>
          </p:sp>
          <p:sp>
            <p:nvSpPr>
              <p:cNvPr id="4032" name="rc4032">
                <a:extLst>
                  <a:ext uri="{FF2B5EF4-FFF2-40B4-BE49-F238E27FC236}">
                    <a16:creationId xmlns:a16="http://schemas.microsoft.com/office/drawing/2014/main" id="{2AECD460-0892-2D63-4558-286A84E6B4B3}"/>
                  </a:ext>
                </a:extLst>
              </p:cNvPr>
              <p:cNvSpPr/>
              <p:nvPr/>
            </p:nvSpPr>
            <p:spPr>
              <a:xfrm>
                <a:off x="6683342" y="3243743"/>
                <a:ext cx="737012" cy="1588048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3" name="tx4033">
                <a:extLst>
                  <a:ext uri="{FF2B5EF4-FFF2-40B4-BE49-F238E27FC236}">
                    <a16:creationId xmlns:a16="http://schemas.microsoft.com/office/drawing/2014/main" id="{50E3C56C-5695-4A27-97E4-6067F0DBEEFB}"/>
                  </a:ext>
                </a:extLst>
              </p:cNvPr>
              <p:cNvSpPr/>
              <p:nvPr/>
            </p:nvSpPr>
            <p:spPr>
              <a:xfrm>
                <a:off x="6752931" y="3328785"/>
                <a:ext cx="597834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Genomic </a:t>
                </a:r>
              </a:p>
            </p:txBody>
          </p:sp>
          <p:sp>
            <p:nvSpPr>
              <p:cNvPr id="4034" name="tx4034">
                <a:extLst>
                  <a:ext uri="{FF2B5EF4-FFF2-40B4-BE49-F238E27FC236}">
                    <a16:creationId xmlns:a16="http://schemas.microsoft.com/office/drawing/2014/main" id="{8D207ABB-9934-2559-66C6-A62A02A704EA}"/>
                  </a:ext>
                </a:extLst>
              </p:cNvPr>
              <p:cNvSpPr/>
              <p:nvPr/>
            </p:nvSpPr>
            <p:spPr>
              <a:xfrm>
                <a:off x="6752931" y="3479661"/>
                <a:ext cx="372526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Offset</a:t>
                </a:r>
              </a:p>
            </p:txBody>
          </p:sp>
          <p:pic>
            <p:nvPicPr>
              <p:cNvPr id="4035" name="pic4035">
                <a:extLst>
                  <a:ext uri="{FF2B5EF4-FFF2-40B4-BE49-F238E27FC236}">
                    <a16:creationId xmlns:a16="http://schemas.microsoft.com/office/drawing/2014/main" id="{AB542715-6316-138C-9F9E-B0728CB87739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6752931" y="3664922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4036" name="pl4036">
                <a:extLst>
                  <a:ext uri="{FF2B5EF4-FFF2-40B4-BE49-F238E27FC236}">
                    <a16:creationId xmlns:a16="http://schemas.microsoft.com/office/drawing/2014/main" id="{4368D7E1-AAC0-8863-21FF-D5B116F3AD1C}"/>
                  </a:ext>
                </a:extLst>
              </p:cNvPr>
              <p:cNvSpPr/>
              <p:nvPr/>
            </p:nvSpPr>
            <p:spPr>
              <a:xfrm>
                <a:off x="6928496" y="476037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7" name="pl4037">
                <a:extLst>
                  <a:ext uri="{FF2B5EF4-FFF2-40B4-BE49-F238E27FC236}">
                    <a16:creationId xmlns:a16="http://schemas.microsoft.com/office/drawing/2014/main" id="{BD5AA728-2CA3-864C-6532-8EBC46424220}"/>
                  </a:ext>
                </a:extLst>
              </p:cNvPr>
              <p:cNvSpPr/>
              <p:nvPr/>
            </p:nvSpPr>
            <p:spPr>
              <a:xfrm>
                <a:off x="6928496" y="448696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8" name="pl4038">
                <a:extLst>
                  <a:ext uri="{FF2B5EF4-FFF2-40B4-BE49-F238E27FC236}">
                    <a16:creationId xmlns:a16="http://schemas.microsoft.com/office/drawing/2014/main" id="{8F491D7D-5955-3DEA-A0E8-64556D7A4D78}"/>
                  </a:ext>
                </a:extLst>
              </p:cNvPr>
              <p:cNvSpPr/>
              <p:nvPr/>
            </p:nvSpPr>
            <p:spPr>
              <a:xfrm>
                <a:off x="6928496" y="421356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l4039">
                <a:extLst>
                  <a:ext uri="{FF2B5EF4-FFF2-40B4-BE49-F238E27FC236}">
                    <a16:creationId xmlns:a16="http://schemas.microsoft.com/office/drawing/2014/main" id="{DD235544-00A0-5205-8FC3-E15BDC18E85E}"/>
                  </a:ext>
                </a:extLst>
              </p:cNvPr>
              <p:cNvSpPr/>
              <p:nvPr/>
            </p:nvSpPr>
            <p:spPr>
              <a:xfrm>
                <a:off x="6928496" y="394015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l4040">
                <a:extLst>
                  <a:ext uri="{FF2B5EF4-FFF2-40B4-BE49-F238E27FC236}">
                    <a16:creationId xmlns:a16="http://schemas.microsoft.com/office/drawing/2014/main" id="{F754D258-306D-4A6E-DC5D-03F18480F690}"/>
                  </a:ext>
                </a:extLst>
              </p:cNvPr>
              <p:cNvSpPr/>
              <p:nvPr/>
            </p:nvSpPr>
            <p:spPr>
              <a:xfrm>
                <a:off x="6928496" y="366675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l4041">
                <a:extLst>
                  <a:ext uri="{FF2B5EF4-FFF2-40B4-BE49-F238E27FC236}">
                    <a16:creationId xmlns:a16="http://schemas.microsoft.com/office/drawing/2014/main" id="{F2A6BE5A-8F65-8FED-9249-2FB030371DD0}"/>
                  </a:ext>
                </a:extLst>
              </p:cNvPr>
              <p:cNvSpPr/>
              <p:nvPr/>
            </p:nvSpPr>
            <p:spPr>
              <a:xfrm>
                <a:off x="6752931" y="476037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l4042">
                <a:extLst>
                  <a:ext uri="{FF2B5EF4-FFF2-40B4-BE49-F238E27FC236}">
                    <a16:creationId xmlns:a16="http://schemas.microsoft.com/office/drawing/2014/main" id="{0FF2EFFA-49E9-09A3-7183-120E7C682783}"/>
                  </a:ext>
                </a:extLst>
              </p:cNvPr>
              <p:cNvSpPr/>
              <p:nvPr/>
            </p:nvSpPr>
            <p:spPr>
              <a:xfrm>
                <a:off x="6752931" y="448696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l4043">
                <a:extLst>
                  <a:ext uri="{FF2B5EF4-FFF2-40B4-BE49-F238E27FC236}">
                    <a16:creationId xmlns:a16="http://schemas.microsoft.com/office/drawing/2014/main" id="{7317BA84-63A7-2F6C-5042-DC4877D696BB}"/>
                  </a:ext>
                </a:extLst>
              </p:cNvPr>
              <p:cNvSpPr/>
              <p:nvPr/>
            </p:nvSpPr>
            <p:spPr>
              <a:xfrm>
                <a:off x="6752931" y="421356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l4044">
                <a:extLst>
                  <a:ext uri="{FF2B5EF4-FFF2-40B4-BE49-F238E27FC236}">
                    <a16:creationId xmlns:a16="http://schemas.microsoft.com/office/drawing/2014/main" id="{04793DE0-6036-5B34-B0DE-C63D97E41F29}"/>
                  </a:ext>
                </a:extLst>
              </p:cNvPr>
              <p:cNvSpPr/>
              <p:nvPr/>
            </p:nvSpPr>
            <p:spPr>
              <a:xfrm>
                <a:off x="6752931" y="394015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pl4045">
                <a:extLst>
                  <a:ext uri="{FF2B5EF4-FFF2-40B4-BE49-F238E27FC236}">
                    <a16:creationId xmlns:a16="http://schemas.microsoft.com/office/drawing/2014/main" id="{93205355-7FAC-FCC2-73AF-3A7967EC373D}"/>
                  </a:ext>
                </a:extLst>
              </p:cNvPr>
              <p:cNvSpPr/>
              <p:nvPr/>
            </p:nvSpPr>
            <p:spPr>
              <a:xfrm>
                <a:off x="6752931" y="366675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6" name="tx4046">
                <a:extLst>
                  <a:ext uri="{FF2B5EF4-FFF2-40B4-BE49-F238E27FC236}">
                    <a16:creationId xmlns:a16="http://schemas.microsoft.com/office/drawing/2014/main" id="{CFD000B4-1E64-F849-5F3B-C86DDE4236CC}"/>
                  </a:ext>
                </a:extLst>
              </p:cNvPr>
              <p:cNvSpPr/>
              <p:nvPr/>
            </p:nvSpPr>
            <p:spPr>
              <a:xfrm>
                <a:off x="7041976" y="4720322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0.00</a:t>
                </a:r>
              </a:p>
            </p:txBody>
          </p:sp>
          <p:sp>
            <p:nvSpPr>
              <p:cNvPr id="4047" name="tx4047">
                <a:extLst>
                  <a:ext uri="{FF2B5EF4-FFF2-40B4-BE49-F238E27FC236}">
                    <a16:creationId xmlns:a16="http://schemas.microsoft.com/office/drawing/2014/main" id="{0909B096-194E-90D3-0F41-5EBC4D78D542}"/>
                  </a:ext>
                </a:extLst>
              </p:cNvPr>
              <p:cNvSpPr/>
              <p:nvPr/>
            </p:nvSpPr>
            <p:spPr>
              <a:xfrm>
                <a:off x="7041976" y="4446917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0.01</a:t>
                </a:r>
              </a:p>
            </p:txBody>
          </p:sp>
          <p:sp>
            <p:nvSpPr>
              <p:cNvPr id="4048" name="tx4048">
                <a:extLst>
                  <a:ext uri="{FF2B5EF4-FFF2-40B4-BE49-F238E27FC236}">
                    <a16:creationId xmlns:a16="http://schemas.microsoft.com/office/drawing/2014/main" id="{8FB9F6B5-86D2-8BA1-AB6D-C3F6878E6CBD}"/>
                  </a:ext>
                </a:extLst>
              </p:cNvPr>
              <p:cNvSpPr/>
              <p:nvPr/>
            </p:nvSpPr>
            <p:spPr>
              <a:xfrm>
                <a:off x="7041976" y="4173511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0.02</a:t>
                </a:r>
              </a:p>
            </p:txBody>
          </p:sp>
          <p:sp>
            <p:nvSpPr>
              <p:cNvPr id="4049" name="tx4049">
                <a:extLst>
                  <a:ext uri="{FF2B5EF4-FFF2-40B4-BE49-F238E27FC236}">
                    <a16:creationId xmlns:a16="http://schemas.microsoft.com/office/drawing/2014/main" id="{4B38CF0D-3A93-5FBA-7E81-E08C228B2812}"/>
                  </a:ext>
                </a:extLst>
              </p:cNvPr>
              <p:cNvSpPr/>
              <p:nvPr/>
            </p:nvSpPr>
            <p:spPr>
              <a:xfrm>
                <a:off x="7041976" y="3900105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0.03</a:t>
                </a:r>
              </a:p>
            </p:txBody>
          </p:sp>
          <p:sp>
            <p:nvSpPr>
              <p:cNvPr id="4050" name="tx4050">
                <a:extLst>
                  <a:ext uri="{FF2B5EF4-FFF2-40B4-BE49-F238E27FC236}">
                    <a16:creationId xmlns:a16="http://schemas.microsoft.com/office/drawing/2014/main" id="{B619B083-B741-BCEA-0C5F-E8C6C680E9CF}"/>
                  </a:ext>
                </a:extLst>
              </p:cNvPr>
              <p:cNvSpPr/>
              <p:nvPr/>
            </p:nvSpPr>
            <p:spPr>
              <a:xfrm>
                <a:off x="7041976" y="3626700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0.04</a:t>
                </a:r>
              </a:p>
            </p:txBody>
          </p:sp>
          <p:sp>
            <p:nvSpPr>
              <p:cNvPr id="4051" name="tx4051">
                <a:extLst>
                  <a:ext uri="{FF2B5EF4-FFF2-40B4-BE49-F238E27FC236}">
                    <a16:creationId xmlns:a16="http://schemas.microsoft.com/office/drawing/2014/main" id="{17B9C134-F024-8172-619F-A4CC5948E6E5}"/>
                  </a:ext>
                </a:extLst>
              </p:cNvPr>
              <p:cNvSpPr/>
              <p:nvPr/>
            </p:nvSpPr>
            <p:spPr>
              <a:xfrm>
                <a:off x="2201917" y="1669789"/>
                <a:ext cx="2541117" cy="218633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4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24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Genomic Offset to </a:t>
                </a:r>
              </a:p>
            </p:txBody>
          </p:sp>
          <p:sp>
            <p:nvSpPr>
              <p:cNvPr id="4052" name="tx4052">
                <a:extLst>
                  <a:ext uri="{FF2B5EF4-FFF2-40B4-BE49-F238E27FC236}">
                    <a16:creationId xmlns:a16="http://schemas.microsoft.com/office/drawing/2014/main" id="{35831EB2-5F33-92D5-5300-7A89872A930B}"/>
                  </a:ext>
                </a:extLst>
              </p:cNvPr>
              <p:cNvSpPr/>
              <p:nvPr/>
            </p:nvSpPr>
            <p:spPr>
              <a:xfrm>
                <a:off x="2201917" y="1998973"/>
                <a:ext cx="1998695" cy="218633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4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24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Lewisetta (GF)</a:t>
                </a:r>
              </a:p>
            </p:txBody>
          </p:sp>
        </p:grpSp>
        <p:sp>
          <p:nvSpPr>
            <p:cNvPr id="4053" name="Rectangle 4052">
              <a:extLst>
                <a:ext uri="{FF2B5EF4-FFF2-40B4-BE49-F238E27FC236}">
                  <a16:creationId xmlns:a16="http://schemas.microsoft.com/office/drawing/2014/main" id="{D1DEC119-85A1-81F3-5EE7-3ED371F9A642}"/>
                </a:ext>
              </a:extLst>
            </p:cNvPr>
            <p:cNvSpPr/>
            <p:nvPr/>
          </p:nvSpPr>
          <p:spPr>
            <a:xfrm>
              <a:off x="4474840" y="1872208"/>
              <a:ext cx="504056" cy="504056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54" name="Straight Connector 4053">
              <a:extLst>
                <a:ext uri="{FF2B5EF4-FFF2-40B4-BE49-F238E27FC236}">
                  <a16:creationId xmlns:a16="http://schemas.microsoft.com/office/drawing/2014/main" id="{98F2A7A8-3DBC-A634-0757-BE2CD6717BC1}"/>
                </a:ext>
              </a:extLst>
            </p:cNvPr>
            <p:cNvCxnSpPr>
              <a:cxnSpLocks/>
            </p:cNvCxnSpPr>
            <p:nvPr/>
          </p:nvCxnSpPr>
          <p:spPr>
            <a:xfrm>
              <a:off x="3796281" y="936104"/>
              <a:ext cx="678559" cy="93610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055" name="Straight Connector 4054">
              <a:extLst>
                <a:ext uri="{FF2B5EF4-FFF2-40B4-BE49-F238E27FC236}">
                  <a16:creationId xmlns:a16="http://schemas.microsoft.com/office/drawing/2014/main" id="{6E755368-604F-C1B6-B555-49A1B22FD8D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96281" y="2376264"/>
              <a:ext cx="678559" cy="288032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grpSp>
          <p:nvGrpSpPr>
            <p:cNvPr id="4057" name="Content Placeholder 2">
              <a:extLst>
                <a:ext uri="{FF2B5EF4-FFF2-40B4-BE49-F238E27FC236}">
                  <a16:creationId xmlns:a16="http://schemas.microsoft.com/office/drawing/2014/main" id="{FDA657A7-67AD-1B8A-50AD-1AC4BCE5694E}"/>
                </a:ext>
              </a:extLst>
            </p:cNvPr>
            <p:cNvGrpSpPr/>
            <p:nvPr/>
          </p:nvGrpSpPr>
          <p:grpSpPr>
            <a:xfrm>
              <a:off x="1865376" y="936104"/>
              <a:ext cx="2121408" cy="1728216"/>
              <a:chOff x="2301906" y="1844626"/>
              <a:chExt cx="4577989" cy="3734610"/>
            </a:xfrm>
          </p:grpSpPr>
          <p:sp>
            <p:nvSpPr>
              <p:cNvPr id="4060" name="rc5">
                <a:extLst>
                  <a:ext uri="{FF2B5EF4-FFF2-40B4-BE49-F238E27FC236}">
                    <a16:creationId xmlns:a16="http://schemas.microsoft.com/office/drawing/2014/main" id="{4264AF15-282B-8AFE-9868-2D796751428A}"/>
                  </a:ext>
                </a:extLst>
              </p:cNvPr>
              <p:cNvSpPr/>
              <p:nvPr/>
            </p:nvSpPr>
            <p:spPr>
              <a:xfrm>
                <a:off x="2590682" y="1844626"/>
                <a:ext cx="3860991" cy="3734258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7" name="pl12">
                <a:extLst>
                  <a:ext uri="{FF2B5EF4-FFF2-40B4-BE49-F238E27FC236}">
                    <a16:creationId xmlns:a16="http://schemas.microsoft.com/office/drawing/2014/main" id="{46D6FDCD-26A5-2156-20A0-285890256205}"/>
                  </a:ext>
                </a:extLst>
              </p:cNvPr>
              <p:cNvSpPr/>
              <p:nvPr/>
            </p:nvSpPr>
            <p:spPr>
              <a:xfrm>
                <a:off x="2301906" y="5555180"/>
                <a:ext cx="4149766" cy="0"/>
              </a:xfrm>
              <a:custGeom>
                <a:avLst/>
                <a:gdLst/>
                <a:ahLst/>
                <a:cxnLst/>
                <a:rect l="0" t="0" r="0" b="0"/>
                <a:pathLst>
                  <a:path w="4149766">
                    <a:moveTo>
                      <a:pt x="0" y="0"/>
                    </a:moveTo>
                    <a:lnTo>
                      <a:pt x="22479" y="0"/>
                    </a:lnTo>
                    <a:lnTo>
                      <a:pt x="74847" y="0"/>
                    </a:lnTo>
                    <a:lnTo>
                      <a:pt x="127214" y="0"/>
                    </a:lnTo>
                    <a:lnTo>
                      <a:pt x="179582" y="0"/>
                    </a:lnTo>
                    <a:lnTo>
                      <a:pt x="231949" y="0"/>
                    </a:lnTo>
                    <a:lnTo>
                      <a:pt x="284316" y="0"/>
                    </a:lnTo>
                    <a:lnTo>
                      <a:pt x="336684" y="0"/>
                    </a:lnTo>
                    <a:lnTo>
                      <a:pt x="389051" y="0"/>
                    </a:lnTo>
                    <a:lnTo>
                      <a:pt x="441419" y="0"/>
                    </a:lnTo>
                    <a:lnTo>
                      <a:pt x="493786" y="0"/>
                    </a:lnTo>
                    <a:lnTo>
                      <a:pt x="546154" y="0"/>
                    </a:lnTo>
                    <a:lnTo>
                      <a:pt x="598521" y="0"/>
                    </a:lnTo>
                    <a:lnTo>
                      <a:pt x="650889" y="0"/>
                    </a:lnTo>
                    <a:lnTo>
                      <a:pt x="703256" y="0"/>
                    </a:lnTo>
                    <a:lnTo>
                      <a:pt x="755623" y="0"/>
                    </a:lnTo>
                    <a:lnTo>
                      <a:pt x="807991" y="0"/>
                    </a:lnTo>
                    <a:lnTo>
                      <a:pt x="860358" y="0"/>
                    </a:lnTo>
                    <a:lnTo>
                      <a:pt x="912726" y="0"/>
                    </a:lnTo>
                    <a:lnTo>
                      <a:pt x="965093" y="0"/>
                    </a:lnTo>
                    <a:lnTo>
                      <a:pt x="1017461" y="0"/>
                    </a:lnTo>
                    <a:lnTo>
                      <a:pt x="1069828" y="0"/>
                    </a:lnTo>
                    <a:lnTo>
                      <a:pt x="1122196" y="0"/>
                    </a:lnTo>
                    <a:lnTo>
                      <a:pt x="1174563" y="0"/>
                    </a:lnTo>
                    <a:lnTo>
                      <a:pt x="1226930" y="0"/>
                    </a:lnTo>
                    <a:lnTo>
                      <a:pt x="1279298" y="0"/>
                    </a:lnTo>
                    <a:lnTo>
                      <a:pt x="1331665" y="0"/>
                    </a:lnTo>
                    <a:lnTo>
                      <a:pt x="1384033" y="0"/>
                    </a:lnTo>
                    <a:lnTo>
                      <a:pt x="1436400" y="0"/>
                    </a:lnTo>
                    <a:lnTo>
                      <a:pt x="1488768" y="0"/>
                    </a:lnTo>
                    <a:lnTo>
                      <a:pt x="1541135" y="0"/>
                    </a:lnTo>
                    <a:lnTo>
                      <a:pt x="1593503" y="0"/>
                    </a:lnTo>
                    <a:lnTo>
                      <a:pt x="1645870" y="0"/>
                    </a:lnTo>
                    <a:lnTo>
                      <a:pt x="1698237" y="0"/>
                    </a:lnTo>
                    <a:lnTo>
                      <a:pt x="1750605" y="0"/>
                    </a:lnTo>
                    <a:lnTo>
                      <a:pt x="1802972" y="0"/>
                    </a:lnTo>
                    <a:lnTo>
                      <a:pt x="1855340" y="0"/>
                    </a:lnTo>
                    <a:lnTo>
                      <a:pt x="1907707" y="0"/>
                    </a:lnTo>
                    <a:lnTo>
                      <a:pt x="1960075" y="0"/>
                    </a:lnTo>
                    <a:lnTo>
                      <a:pt x="2012442" y="0"/>
                    </a:lnTo>
                    <a:lnTo>
                      <a:pt x="2064810" y="0"/>
                    </a:lnTo>
                    <a:lnTo>
                      <a:pt x="2117177" y="0"/>
                    </a:lnTo>
                    <a:lnTo>
                      <a:pt x="2169544" y="0"/>
                    </a:lnTo>
                    <a:lnTo>
                      <a:pt x="2221912" y="0"/>
                    </a:lnTo>
                    <a:lnTo>
                      <a:pt x="2274279" y="0"/>
                    </a:lnTo>
                    <a:lnTo>
                      <a:pt x="2326647" y="0"/>
                    </a:lnTo>
                    <a:lnTo>
                      <a:pt x="2379014" y="0"/>
                    </a:lnTo>
                    <a:lnTo>
                      <a:pt x="2431382" y="0"/>
                    </a:lnTo>
                    <a:lnTo>
                      <a:pt x="2483749" y="0"/>
                    </a:lnTo>
                    <a:lnTo>
                      <a:pt x="2536117" y="0"/>
                    </a:lnTo>
                    <a:lnTo>
                      <a:pt x="2588484" y="0"/>
                    </a:lnTo>
                    <a:lnTo>
                      <a:pt x="2640851" y="0"/>
                    </a:lnTo>
                    <a:lnTo>
                      <a:pt x="2693219" y="0"/>
                    </a:lnTo>
                    <a:lnTo>
                      <a:pt x="2745586" y="0"/>
                    </a:lnTo>
                    <a:lnTo>
                      <a:pt x="2797954" y="0"/>
                    </a:lnTo>
                    <a:lnTo>
                      <a:pt x="2850321" y="0"/>
                    </a:lnTo>
                    <a:lnTo>
                      <a:pt x="2902689" y="0"/>
                    </a:lnTo>
                    <a:lnTo>
                      <a:pt x="2955056" y="0"/>
                    </a:lnTo>
                    <a:lnTo>
                      <a:pt x="3007424" y="0"/>
                    </a:lnTo>
                    <a:lnTo>
                      <a:pt x="3059791" y="0"/>
                    </a:lnTo>
                    <a:lnTo>
                      <a:pt x="3112158" y="0"/>
                    </a:lnTo>
                    <a:lnTo>
                      <a:pt x="3164526" y="0"/>
                    </a:lnTo>
                    <a:lnTo>
                      <a:pt x="3216893" y="0"/>
                    </a:lnTo>
                    <a:lnTo>
                      <a:pt x="3269261" y="0"/>
                    </a:lnTo>
                    <a:lnTo>
                      <a:pt x="3321628" y="0"/>
                    </a:lnTo>
                    <a:lnTo>
                      <a:pt x="3373996" y="0"/>
                    </a:lnTo>
                    <a:lnTo>
                      <a:pt x="3426363" y="0"/>
                    </a:lnTo>
                    <a:lnTo>
                      <a:pt x="3478730" y="0"/>
                    </a:lnTo>
                    <a:lnTo>
                      <a:pt x="3531098" y="0"/>
                    </a:lnTo>
                    <a:lnTo>
                      <a:pt x="3583465" y="0"/>
                    </a:lnTo>
                    <a:lnTo>
                      <a:pt x="3635833" y="0"/>
                    </a:lnTo>
                    <a:lnTo>
                      <a:pt x="3688200" y="0"/>
                    </a:lnTo>
                    <a:lnTo>
                      <a:pt x="3740568" y="0"/>
                    </a:lnTo>
                    <a:lnTo>
                      <a:pt x="3792935" y="0"/>
                    </a:lnTo>
                    <a:lnTo>
                      <a:pt x="3845303" y="0"/>
                    </a:lnTo>
                    <a:lnTo>
                      <a:pt x="3897670" y="0"/>
                    </a:lnTo>
                    <a:lnTo>
                      <a:pt x="3950037" y="0"/>
                    </a:lnTo>
                    <a:lnTo>
                      <a:pt x="4002405" y="0"/>
                    </a:lnTo>
                    <a:lnTo>
                      <a:pt x="4054772" y="0"/>
                    </a:lnTo>
                    <a:lnTo>
                      <a:pt x="4107140" y="0"/>
                    </a:lnTo>
                    <a:lnTo>
                      <a:pt x="4149766" y="0"/>
                    </a:lnTo>
                    <a:lnTo>
                      <a:pt x="414976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8" name="pl13">
                <a:extLst>
                  <a:ext uri="{FF2B5EF4-FFF2-40B4-BE49-F238E27FC236}">
                    <a16:creationId xmlns:a16="http://schemas.microsoft.com/office/drawing/2014/main" id="{D76E33DE-524E-FB41-86B2-B12B03E219A6}"/>
                  </a:ext>
                </a:extLst>
              </p:cNvPr>
              <p:cNvSpPr/>
              <p:nvPr/>
            </p:nvSpPr>
            <p:spPr>
              <a:xfrm>
                <a:off x="2301906" y="4615577"/>
                <a:ext cx="4149766" cy="0"/>
              </a:xfrm>
              <a:custGeom>
                <a:avLst/>
                <a:gdLst/>
                <a:ahLst/>
                <a:cxnLst/>
                <a:rect l="0" t="0" r="0" b="0"/>
                <a:pathLst>
                  <a:path w="4149766">
                    <a:moveTo>
                      <a:pt x="0" y="0"/>
                    </a:moveTo>
                    <a:lnTo>
                      <a:pt x="22479" y="0"/>
                    </a:lnTo>
                    <a:lnTo>
                      <a:pt x="74847" y="0"/>
                    </a:lnTo>
                    <a:lnTo>
                      <a:pt x="127214" y="0"/>
                    </a:lnTo>
                    <a:lnTo>
                      <a:pt x="179582" y="0"/>
                    </a:lnTo>
                    <a:lnTo>
                      <a:pt x="231949" y="0"/>
                    </a:lnTo>
                    <a:lnTo>
                      <a:pt x="284316" y="0"/>
                    </a:lnTo>
                    <a:lnTo>
                      <a:pt x="336684" y="0"/>
                    </a:lnTo>
                    <a:lnTo>
                      <a:pt x="389051" y="0"/>
                    </a:lnTo>
                    <a:lnTo>
                      <a:pt x="441419" y="0"/>
                    </a:lnTo>
                    <a:lnTo>
                      <a:pt x="493786" y="0"/>
                    </a:lnTo>
                    <a:lnTo>
                      <a:pt x="546154" y="0"/>
                    </a:lnTo>
                    <a:lnTo>
                      <a:pt x="598521" y="0"/>
                    </a:lnTo>
                    <a:lnTo>
                      <a:pt x="650889" y="0"/>
                    </a:lnTo>
                    <a:lnTo>
                      <a:pt x="703256" y="0"/>
                    </a:lnTo>
                    <a:lnTo>
                      <a:pt x="755623" y="0"/>
                    </a:lnTo>
                    <a:lnTo>
                      <a:pt x="807991" y="0"/>
                    </a:lnTo>
                    <a:lnTo>
                      <a:pt x="860358" y="0"/>
                    </a:lnTo>
                    <a:lnTo>
                      <a:pt x="912726" y="0"/>
                    </a:lnTo>
                    <a:lnTo>
                      <a:pt x="965093" y="0"/>
                    </a:lnTo>
                    <a:lnTo>
                      <a:pt x="1017461" y="0"/>
                    </a:lnTo>
                    <a:lnTo>
                      <a:pt x="1069828" y="0"/>
                    </a:lnTo>
                    <a:lnTo>
                      <a:pt x="1122196" y="0"/>
                    </a:lnTo>
                    <a:lnTo>
                      <a:pt x="1174563" y="0"/>
                    </a:lnTo>
                    <a:lnTo>
                      <a:pt x="1226930" y="0"/>
                    </a:lnTo>
                    <a:lnTo>
                      <a:pt x="1279298" y="0"/>
                    </a:lnTo>
                    <a:lnTo>
                      <a:pt x="1331665" y="0"/>
                    </a:lnTo>
                    <a:lnTo>
                      <a:pt x="1384033" y="0"/>
                    </a:lnTo>
                    <a:lnTo>
                      <a:pt x="1436400" y="0"/>
                    </a:lnTo>
                    <a:lnTo>
                      <a:pt x="1488768" y="0"/>
                    </a:lnTo>
                    <a:lnTo>
                      <a:pt x="1541135" y="0"/>
                    </a:lnTo>
                    <a:lnTo>
                      <a:pt x="1593503" y="0"/>
                    </a:lnTo>
                    <a:lnTo>
                      <a:pt x="1645870" y="0"/>
                    </a:lnTo>
                    <a:lnTo>
                      <a:pt x="1698237" y="0"/>
                    </a:lnTo>
                    <a:lnTo>
                      <a:pt x="1750605" y="0"/>
                    </a:lnTo>
                    <a:lnTo>
                      <a:pt x="1802972" y="0"/>
                    </a:lnTo>
                    <a:lnTo>
                      <a:pt x="1855340" y="0"/>
                    </a:lnTo>
                    <a:lnTo>
                      <a:pt x="1907707" y="0"/>
                    </a:lnTo>
                    <a:lnTo>
                      <a:pt x="1960075" y="0"/>
                    </a:lnTo>
                    <a:lnTo>
                      <a:pt x="2012442" y="0"/>
                    </a:lnTo>
                    <a:lnTo>
                      <a:pt x="2064810" y="0"/>
                    </a:lnTo>
                    <a:lnTo>
                      <a:pt x="2117177" y="0"/>
                    </a:lnTo>
                    <a:lnTo>
                      <a:pt x="2169544" y="0"/>
                    </a:lnTo>
                    <a:lnTo>
                      <a:pt x="2221912" y="0"/>
                    </a:lnTo>
                    <a:lnTo>
                      <a:pt x="2274279" y="0"/>
                    </a:lnTo>
                    <a:lnTo>
                      <a:pt x="2326647" y="0"/>
                    </a:lnTo>
                    <a:lnTo>
                      <a:pt x="2379014" y="0"/>
                    </a:lnTo>
                    <a:lnTo>
                      <a:pt x="2431382" y="0"/>
                    </a:lnTo>
                    <a:lnTo>
                      <a:pt x="2483749" y="0"/>
                    </a:lnTo>
                    <a:lnTo>
                      <a:pt x="2536117" y="0"/>
                    </a:lnTo>
                    <a:lnTo>
                      <a:pt x="2588484" y="0"/>
                    </a:lnTo>
                    <a:lnTo>
                      <a:pt x="2640851" y="0"/>
                    </a:lnTo>
                    <a:lnTo>
                      <a:pt x="2693219" y="0"/>
                    </a:lnTo>
                    <a:lnTo>
                      <a:pt x="2745586" y="0"/>
                    </a:lnTo>
                    <a:lnTo>
                      <a:pt x="2797954" y="0"/>
                    </a:lnTo>
                    <a:lnTo>
                      <a:pt x="2850321" y="0"/>
                    </a:lnTo>
                    <a:lnTo>
                      <a:pt x="2902689" y="0"/>
                    </a:lnTo>
                    <a:lnTo>
                      <a:pt x="2955056" y="0"/>
                    </a:lnTo>
                    <a:lnTo>
                      <a:pt x="3007424" y="0"/>
                    </a:lnTo>
                    <a:lnTo>
                      <a:pt x="3059791" y="0"/>
                    </a:lnTo>
                    <a:lnTo>
                      <a:pt x="3112158" y="0"/>
                    </a:lnTo>
                    <a:lnTo>
                      <a:pt x="3164526" y="0"/>
                    </a:lnTo>
                    <a:lnTo>
                      <a:pt x="3216893" y="0"/>
                    </a:lnTo>
                    <a:lnTo>
                      <a:pt x="3269261" y="0"/>
                    </a:lnTo>
                    <a:lnTo>
                      <a:pt x="3321628" y="0"/>
                    </a:lnTo>
                    <a:lnTo>
                      <a:pt x="3373996" y="0"/>
                    </a:lnTo>
                    <a:lnTo>
                      <a:pt x="3426363" y="0"/>
                    </a:lnTo>
                    <a:lnTo>
                      <a:pt x="3478730" y="0"/>
                    </a:lnTo>
                    <a:lnTo>
                      <a:pt x="3531098" y="0"/>
                    </a:lnTo>
                    <a:lnTo>
                      <a:pt x="3583465" y="0"/>
                    </a:lnTo>
                    <a:lnTo>
                      <a:pt x="3635833" y="0"/>
                    </a:lnTo>
                    <a:lnTo>
                      <a:pt x="3688200" y="0"/>
                    </a:lnTo>
                    <a:lnTo>
                      <a:pt x="3740568" y="0"/>
                    </a:lnTo>
                    <a:lnTo>
                      <a:pt x="3792935" y="0"/>
                    </a:lnTo>
                    <a:lnTo>
                      <a:pt x="3845303" y="0"/>
                    </a:lnTo>
                    <a:lnTo>
                      <a:pt x="3897670" y="0"/>
                    </a:lnTo>
                    <a:lnTo>
                      <a:pt x="3950037" y="0"/>
                    </a:lnTo>
                    <a:lnTo>
                      <a:pt x="4002405" y="0"/>
                    </a:lnTo>
                    <a:lnTo>
                      <a:pt x="4054772" y="0"/>
                    </a:lnTo>
                    <a:lnTo>
                      <a:pt x="4107140" y="0"/>
                    </a:lnTo>
                    <a:lnTo>
                      <a:pt x="4149766" y="0"/>
                    </a:lnTo>
                    <a:lnTo>
                      <a:pt x="414976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9" name="pl14">
                <a:extLst>
                  <a:ext uri="{FF2B5EF4-FFF2-40B4-BE49-F238E27FC236}">
                    <a16:creationId xmlns:a16="http://schemas.microsoft.com/office/drawing/2014/main" id="{0BB6320A-8FEC-7D0D-A800-597E2C438D91}"/>
                  </a:ext>
                </a:extLst>
              </p:cNvPr>
              <p:cNvSpPr/>
              <p:nvPr/>
            </p:nvSpPr>
            <p:spPr>
              <a:xfrm>
                <a:off x="2301906" y="3675975"/>
                <a:ext cx="4149766" cy="0"/>
              </a:xfrm>
              <a:custGeom>
                <a:avLst/>
                <a:gdLst/>
                <a:ahLst/>
                <a:cxnLst/>
                <a:rect l="0" t="0" r="0" b="0"/>
                <a:pathLst>
                  <a:path w="4149766">
                    <a:moveTo>
                      <a:pt x="0" y="0"/>
                    </a:moveTo>
                    <a:lnTo>
                      <a:pt x="22479" y="0"/>
                    </a:lnTo>
                    <a:lnTo>
                      <a:pt x="74847" y="0"/>
                    </a:lnTo>
                    <a:lnTo>
                      <a:pt x="127214" y="0"/>
                    </a:lnTo>
                    <a:lnTo>
                      <a:pt x="179582" y="0"/>
                    </a:lnTo>
                    <a:lnTo>
                      <a:pt x="231949" y="0"/>
                    </a:lnTo>
                    <a:lnTo>
                      <a:pt x="284316" y="0"/>
                    </a:lnTo>
                    <a:lnTo>
                      <a:pt x="336684" y="0"/>
                    </a:lnTo>
                    <a:lnTo>
                      <a:pt x="389051" y="0"/>
                    </a:lnTo>
                    <a:lnTo>
                      <a:pt x="441419" y="0"/>
                    </a:lnTo>
                    <a:lnTo>
                      <a:pt x="493786" y="0"/>
                    </a:lnTo>
                    <a:lnTo>
                      <a:pt x="546154" y="0"/>
                    </a:lnTo>
                    <a:lnTo>
                      <a:pt x="598521" y="0"/>
                    </a:lnTo>
                    <a:lnTo>
                      <a:pt x="650889" y="0"/>
                    </a:lnTo>
                    <a:lnTo>
                      <a:pt x="703256" y="0"/>
                    </a:lnTo>
                    <a:lnTo>
                      <a:pt x="755623" y="0"/>
                    </a:lnTo>
                    <a:lnTo>
                      <a:pt x="807991" y="0"/>
                    </a:lnTo>
                    <a:lnTo>
                      <a:pt x="860358" y="0"/>
                    </a:lnTo>
                    <a:lnTo>
                      <a:pt x="912726" y="0"/>
                    </a:lnTo>
                    <a:lnTo>
                      <a:pt x="965093" y="0"/>
                    </a:lnTo>
                    <a:lnTo>
                      <a:pt x="1017461" y="0"/>
                    </a:lnTo>
                    <a:lnTo>
                      <a:pt x="1069828" y="0"/>
                    </a:lnTo>
                    <a:lnTo>
                      <a:pt x="1122196" y="0"/>
                    </a:lnTo>
                    <a:lnTo>
                      <a:pt x="1174563" y="0"/>
                    </a:lnTo>
                    <a:lnTo>
                      <a:pt x="1226930" y="0"/>
                    </a:lnTo>
                    <a:lnTo>
                      <a:pt x="1279298" y="0"/>
                    </a:lnTo>
                    <a:lnTo>
                      <a:pt x="1331665" y="0"/>
                    </a:lnTo>
                    <a:lnTo>
                      <a:pt x="1384033" y="0"/>
                    </a:lnTo>
                    <a:lnTo>
                      <a:pt x="1436400" y="0"/>
                    </a:lnTo>
                    <a:lnTo>
                      <a:pt x="1488768" y="0"/>
                    </a:lnTo>
                    <a:lnTo>
                      <a:pt x="1541135" y="0"/>
                    </a:lnTo>
                    <a:lnTo>
                      <a:pt x="1593503" y="0"/>
                    </a:lnTo>
                    <a:lnTo>
                      <a:pt x="1645870" y="0"/>
                    </a:lnTo>
                    <a:lnTo>
                      <a:pt x="1698237" y="0"/>
                    </a:lnTo>
                    <a:lnTo>
                      <a:pt x="1750605" y="0"/>
                    </a:lnTo>
                    <a:lnTo>
                      <a:pt x="1802972" y="0"/>
                    </a:lnTo>
                    <a:lnTo>
                      <a:pt x="1855340" y="0"/>
                    </a:lnTo>
                    <a:lnTo>
                      <a:pt x="1907707" y="0"/>
                    </a:lnTo>
                    <a:lnTo>
                      <a:pt x="1960075" y="0"/>
                    </a:lnTo>
                    <a:lnTo>
                      <a:pt x="2012442" y="0"/>
                    </a:lnTo>
                    <a:lnTo>
                      <a:pt x="2064810" y="0"/>
                    </a:lnTo>
                    <a:lnTo>
                      <a:pt x="2117177" y="0"/>
                    </a:lnTo>
                    <a:lnTo>
                      <a:pt x="2169544" y="0"/>
                    </a:lnTo>
                    <a:lnTo>
                      <a:pt x="2221912" y="0"/>
                    </a:lnTo>
                    <a:lnTo>
                      <a:pt x="2274279" y="0"/>
                    </a:lnTo>
                    <a:lnTo>
                      <a:pt x="2326647" y="0"/>
                    </a:lnTo>
                    <a:lnTo>
                      <a:pt x="2379014" y="0"/>
                    </a:lnTo>
                    <a:lnTo>
                      <a:pt x="2431382" y="0"/>
                    </a:lnTo>
                    <a:lnTo>
                      <a:pt x="2483749" y="0"/>
                    </a:lnTo>
                    <a:lnTo>
                      <a:pt x="2536117" y="0"/>
                    </a:lnTo>
                    <a:lnTo>
                      <a:pt x="2588484" y="0"/>
                    </a:lnTo>
                    <a:lnTo>
                      <a:pt x="2640851" y="0"/>
                    </a:lnTo>
                    <a:lnTo>
                      <a:pt x="2693219" y="0"/>
                    </a:lnTo>
                    <a:lnTo>
                      <a:pt x="2745586" y="0"/>
                    </a:lnTo>
                    <a:lnTo>
                      <a:pt x="2797954" y="0"/>
                    </a:lnTo>
                    <a:lnTo>
                      <a:pt x="2850321" y="0"/>
                    </a:lnTo>
                    <a:lnTo>
                      <a:pt x="2902689" y="0"/>
                    </a:lnTo>
                    <a:lnTo>
                      <a:pt x="2955056" y="0"/>
                    </a:lnTo>
                    <a:lnTo>
                      <a:pt x="3007424" y="0"/>
                    </a:lnTo>
                    <a:lnTo>
                      <a:pt x="3059791" y="0"/>
                    </a:lnTo>
                    <a:lnTo>
                      <a:pt x="3112158" y="0"/>
                    </a:lnTo>
                    <a:lnTo>
                      <a:pt x="3164526" y="0"/>
                    </a:lnTo>
                    <a:lnTo>
                      <a:pt x="3216893" y="0"/>
                    </a:lnTo>
                    <a:lnTo>
                      <a:pt x="3269261" y="0"/>
                    </a:lnTo>
                    <a:lnTo>
                      <a:pt x="3321628" y="0"/>
                    </a:lnTo>
                    <a:lnTo>
                      <a:pt x="3373996" y="0"/>
                    </a:lnTo>
                    <a:lnTo>
                      <a:pt x="3426363" y="0"/>
                    </a:lnTo>
                    <a:lnTo>
                      <a:pt x="3478730" y="0"/>
                    </a:lnTo>
                    <a:lnTo>
                      <a:pt x="3531098" y="0"/>
                    </a:lnTo>
                    <a:lnTo>
                      <a:pt x="3583465" y="0"/>
                    </a:lnTo>
                    <a:lnTo>
                      <a:pt x="3635833" y="0"/>
                    </a:lnTo>
                    <a:lnTo>
                      <a:pt x="3688200" y="0"/>
                    </a:lnTo>
                    <a:lnTo>
                      <a:pt x="3740568" y="0"/>
                    </a:lnTo>
                    <a:lnTo>
                      <a:pt x="3792935" y="0"/>
                    </a:lnTo>
                    <a:lnTo>
                      <a:pt x="3845303" y="0"/>
                    </a:lnTo>
                    <a:lnTo>
                      <a:pt x="3897670" y="0"/>
                    </a:lnTo>
                    <a:lnTo>
                      <a:pt x="3950037" y="0"/>
                    </a:lnTo>
                    <a:lnTo>
                      <a:pt x="4002405" y="0"/>
                    </a:lnTo>
                    <a:lnTo>
                      <a:pt x="4054772" y="0"/>
                    </a:lnTo>
                    <a:lnTo>
                      <a:pt x="4107140" y="0"/>
                    </a:lnTo>
                    <a:lnTo>
                      <a:pt x="4149766" y="0"/>
                    </a:lnTo>
                    <a:lnTo>
                      <a:pt x="414976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0" name="pl15">
                <a:extLst>
                  <a:ext uri="{FF2B5EF4-FFF2-40B4-BE49-F238E27FC236}">
                    <a16:creationId xmlns:a16="http://schemas.microsoft.com/office/drawing/2014/main" id="{73E70037-2C75-CEEC-752F-AE75C80A7D64}"/>
                  </a:ext>
                </a:extLst>
              </p:cNvPr>
              <p:cNvSpPr/>
              <p:nvPr/>
            </p:nvSpPr>
            <p:spPr>
              <a:xfrm>
                <a:off x="2301906" y="2736372"/>
                <a:ext cx="4149766" cy="0"/>
              </a:xfrm>
              <a:custGeom>
                <a:avLst/>
                <a:gdLst/>
                <a:ahLst/>
                <a:cxnLst/>
                <a:rect l="0" t="0" r="0" b="0"/>
                <a:pathLst>
                  <a:path w="4149766">
                    <a:moveTo>
                      <a:pt x="0" y="0"/>
                    </a:moveTo>
                    <a:lnTo>
                      <a:pt x="22479" y="0"/>
                    </a:lnTo>
                    <a:lnTo>
                      <a:pt x="74847" y="0"/>
                    </a:lnTo>
                    <a:lnTo>
                      <a:pt x="127214" y="0"/>
                    </a:lnTo>
                    <a:lnTo>
                      <a:pt x="179582" y="0"/>
                    </a:lnTo>
                    <a:lnTo>
                      <a:pt x="231949" y="0"/>
                    </a:lnTo>
                    <a:lnTo>
                      <a:pt x="284316" y="0"/>
                    </a:lnTo>
                    <a:lnTo>
                      <a:pt x="336684" y="0"/>
                    </a:lnTo>
                    <a:lnTo>
                      <a:pt x="389051" y="0"/>
                    </a:lnTo>
                    <a:lnTo>
                      <a:pt x="441419" y="0"/>
                    </a:lnTo>
                    <a:lnTo>
                      <a:pt x="493786" y="0"/>
                    </a:lnTo>
                    <a:lnTo>
                      <a:pt x="546154" y="0"/>
                    </a:lnTo>
                    <a:lnTo>
                      <a:pt x="598521" y="0"/>
                    </a:lnTo>
                    <a:lnTo>
                      <a:pt x="650889" y="0"/>
                    </a:lnTo>
                    <a:lnTo>
                      <a:pt x="703256" y="0"/>
                    </a:lnTo>
                    <a:lnTo>
                      <a:pt x="755623" y="0"/>
                    </a:lnTo>
                    <a:lnTo>
                      <a:pt x="807991" y="0"/>
                    </a:lnTo>
                    <a:lnTo>
                      <a:pt x="860358" y="0"/>
                    </a:lnTo>
                    <a:lnTo>
                      <a:pt x="912726" y="0"/>
                    </a:lnTo>
                    <a:lnTo>
                      <a:pt x="965093" y="0"/>
                    </a:lnTo>
                    <a:lnTo>
                      <a:pt x="1017461" y="0"/>
                    </a:lnTo>
                    <a:lnTo>
                      <a:pt x="1069828" y="0"/>
                    </a:lnTo>
                    <a:lnTo>
                      <a:pt x="1122196" y="0"/>
                    </a:lnTo>
                    <a:lnTo>
                      <a:pt x="1174563" y="0"/>
                    </a:lnTo>
                    <a:lnTo>
                      <a:pt x="1226930" y="0"/>
                    </a:lnTo>
                    <a:lnTo>
                      <a:pt x="1279298" y="0"/>
                    </a:lnTo>
                    <a:lnTo>
                      <a:pt x="1331665" y="0"/>
                    </a:lnTo>
                    <a:lnTo>
                      <a:pt x="1384033" y="0"/>
                    </a:lnTo>
                    <a:lnTo>
                      <a:pt x="1436400" y="0"/>
                    </a:lnTo>
                    <a:lnTo>
                      <a:pt x="1488768" y="0"/>
                    </a:lnTo>
                    <a:lnTo>
                      <a:pt x="1541135" y="0"/>
                    </a:lnTo>
                    <a:lnTo>
                      <a:pt x="1593503" y="0"/>
                    </a:lnTo>
                    <a:lnTo>
                      <a:pt x="1645870" y="0"/>
                    </a:lnTo>
                    <a:lnTo>
                      <a:pt x="1698237" y="0"/>
                    </a:lnTo>
                    <a:lnTo>
                      <a:pt x="1750605" y="0"/>
                    </a:lnTo>
                    <a:lnTo>
                      <a:pt x="1802972" y="0"/>
                    </a:lnTo>
                    <a:lnTo>
                      <a:pt x="1855340" y="0"/>
                    </a:lnTo>
                    <a:lnTo>
                      <a:pt x="1907707" y="0"/>
                    </a:lnTo>
                    <a:lnTo>
                      <a:pt x="1960075" y="0"/>
                    </a:lnTo>
                    <a:lnTo>
                      <a:pt x="2012442" y="0"/>
                    </a:lnTo>
                    <a:lnTo>
                      <a:pt x="2064810" y="0"/>
                    </a:lnTo>
                    <a:lnTo>
                      <a:pt x="2117177" y="0"/>
                    </a:lnTo>
                    <a:lnTo>
                      <a:pt x="2169544" y="0"/>
                    </a:lnTo>
                    <a:lnTo>
                      <a:pt x="2221912" y="0"/>
                    </a:lnTo>
                    <a:lnTo>
                      <a:pt x="2274279" y="0"/>
                    </a:lnTo>
                    <a:lnTo>
                      <a:pt x="2326647" y="0"/>
                    </a:lnTo>
                    <a:lnTo>
                      <a:pt x="2379014" y="0"/>
                    </a:lnTo>
                    <a:lnTo>
                      <a:pt x="2431382" y="0"/>
                    </a:lnTo>
                    <a:lnTo>
                      <a:pt x="2483749" y="0"/>
                    </a:lnTo>
                    <a:lnTo>
                      <a:pt x="2536117" y="0"/>
                    </a:lnTo>
                    <a:lnTo>
                      <a:pt x="2588484" y="0"/>
                    </a:lnTo>
                    <a:lnTo>
                      <a:pt x="2640851" y="0"/>
                    </a:lnTo>
                    <a:lnTo>
                      <a:pt x="2693219" y="0"/>
                    </a:lnTo>
                    <a:lnTo>
                      <a:pt x="2745586" y="0"/>
                    </a:lnTo>
                    <a:lnTo>
                      <a:pt x="2797954" y="0"/>
                    </a:lnTo>
                    <a:lnTo>
                      <a:pt x="2850321" y="0"/>
                    </a:lnTo>
                    <a:lnTo>
                      <a:pt x="2902689" y="0"/>
                    </a:lnTo>
                    <a:lnTo>
                      <a:pt x="2955056" y="0"/>
                    </a:lnTo>
                    <a:lnTo>
                      <a:pt x="3007424" y="0"/>
                    </a:lnTo>
                    <a:lnTo>
                      <a:pt x="3059791" y="0"/>
                    </a:lnTo>
                    <a:lnTo>
                      <a:pt x="3112158" y="0"/>
                    </a:lnTo>
                    <a:lnTo>
                      <a:pt x="3164526" y="0"/>
                    </a:lnTo>
                    <a:lnTo>
                      <a:pt x="3216893" y="0"/>
                    </a:lnTo>
                    <a:lnTo>
                      <a:pt x="3269261" y="0"/>
                    </a:lnTo>
                    <a:lnTo>
                      <a:pt x="3321628" y="0"/>
                    </a:lnTo>
                    <a:lnTo>
                      <a:pt x="3373996" y="0"/>
                    </a:lnTo>
                    <a:lnTo>
                      <a:pt x="3426363" y="0"/>
                    </a:lnTo>
                    <a:lnTo>
                      <a:pt x="3478730" y="0"/>
                    </a:lnTo>
                    <a:lnTo>
                      <a:pt x="3531098" y="0"/>
                    </a:lnTo>
                    <a:lnTo>
                      <a:pt x="3583465" y="0"/>
                    </a:lnTo>
                    <a:lnTo>
                      <a:pt x="3635833" y="0"/>
                    </a:lnTo>
                    <a:lnTo>
                      <a:pt x="3688200" y="0"/>
                    </a:lnTo>
                    <a:lnTo>
                      <a:pt x="3740568" y="0"/>
                    </a:lnTo>
                    <a:lnTo>
                      <a:pt x="3792935" y="0"/>
                    </a:lnTo>
                    <a:lnTo>
                      <a:pt x="3845303" y="0"/>
                    </a:lnTo>
                    <a:lnTo>
                      <a:pt x="3897670" y="0"/>
                    </a:lnTo>
                    <a:lnTo>
                      <a:pt x="3950037" y="0"/>
                    </a:lnTo>
                    <a:lnTo>
                      <a:pt x="4002405" y="0"/>
                    </a:lnTo>
                    <a:lnTo>
                      <a:pt x="4054772" y="0"/>
                    </a:lnTo>
                    <a:lnTo>
                      <a:pt x="4107140" y="0"/>
                    </a:lnTo>
                    <a:lnTo>
                      <a:pt x="4149766" y="0"/>
                    </a:lnTo>
                    <a:lnTo>
                      <a:pt x="4149766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4" name="pg29">
                <a:extLst>
                  <a:ext uri="{FF2B5EF4-FFF2-40B4-BE49-F238E27FC236}">
                    <a16:creationId xmlns:a16="http://schemas.microsoft.com/office/drawing/2014/main" id="{985A50C8-2768-5F96-8D56-325662F413AD}"/>
                  </a:ext>
                </a:extLst>
              </p:cNvPr>
              <p:cNvSpPr/>
              <p:nvPr/>
            </p:nvSpPr>
            <p:spPr>
              <a:xfrm>
                <a:off x="4089798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5" name="pg30">
                <a:extLst>
                  <a:ext uri="{FF2B5EF4-FFF2-40B4-BE49-F238E27FC236}">
                    <a16:creationId xmlns:a16="http://schemas.microsoft.com/office/drawing/2014/main" id="{91C3572C-1DDA-08E4-397E-18E98DE297F0}"/>
                  </a:ext>
                </a:extLst>
              </p:cNvPr>
              <p:cNvSpPr/>
              <p:nvPr/>
            </p:nvSpPr>
            <p:spPr>
              <a:xfrm>
                <a:off x="4171236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6" name="pg31">
                <a:extLst>
                  <a:ext uri="{FF2B5EF4-FFF2-40B4-BE49-F238E27FC236}">
                    <a16:creationId xmlns:a16="http://schemas.microsoft.com/office/drawing/2014/main" id="{7799B3B1-7E0E-3F22-CB7E-B9513B6D0DEB}"/>
                  </a:ext>
                </a:extLst>
              </p:cNvPr>
              <p:cNvSpPr/>
              <p:nvPr/>
            </p:nvSpPr>
            <p:spPr>
              <a:xfrm>
                <a:off x="4252673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7" name="pg32">
                <a:extLst>
                  <a:ext uri="{FF2B5EF4-FFF2-40B4-BE49-F238E27FC236}">
                    <a16:creationId xmlns:a16="http://schemas.microsoft.com/office/drawing/2014/main" id="{21324771-1791-969E-B91C-3CF3E1610DBC}"/>
                  </a:ext>
                </a:extLst>
              </p:cNvPr>
              <p:cNvSpPr/>
              <p:nvPr/>
            </p:nvSpPr>
            <p:spPr>
              <a:xfrm>
                <a:off x="4334110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8" name="pg33">
                <a:extLst>
                  <a:ext uri="{FF2B5EF4-FFF2-40B4-BE49-F238E27FC236}">
                    <a16:creationId xmlns:a16="http://schemas.microsoft.com/office/drawing/2014/main" id="{5313C21E-AE86-B9F3-2747-225D3CB43FEE}"/>
                  </a:ext>
                </a:extLst>
              </p:cNvPr>
              <p:cNvSpPr/>
              <p:nvPr/>
            </p:nvSpPr>
            <p:spPr>
              <a:xfrm>
                <a:off x="4415547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9" name="pg34">
                <a:extLst>
                  <a:ext uri="{FF2B5EF4-FFF2-40B4-BE49-F238E27FC236}">
                    <a16:creationId xmlns:a16="http://schemas.microsoft.com/office/drawing/2014/main" id="{90DA271F-48CA-32E1-AC89-047886D10738}"/>
                  </a:ext>
                </a:extLst>
              </p:cNvPr>
              <p:cNvSpPr/>
              <p:nvPr/>
            </p:nvSpPr>
            <p:spPr>
              <a:xfrm>
                <a:off x="4496984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0" name="pg35">
                <a:extLst>
                  <a:ext uri="{FF2B5EF4-FFF2-40B4-BE49-F238E27FC236}">
                    <a16:creationId xmlns:a16="http://schemas.microsoft.com/office/drawing/2014/main" id="{9C8621CB-7D98-81EA-456D-57606D97DE34}"/>
                  </a:ext>
                </a:extLst>
              </p:cNvPr>
              <p:cNvSpPr/>
              <p:nvPr/>
            </p:nvSpPr>
            <p:spPr>
              <a:xfrm>
                <a:off x="4578421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1" name="pg36">
                <a:extLst>
                  <a:ext uri="{FF2B5EF4-FFF2-40B4-BE49-F238E27FC236}">
                    <a16:creationId xmlns:a16="http://schemas.microsoft.com/office/drawing/2014/main" id="{D01C631D-770D-7EB0-14ED-7D96DCB07A7D}"/>
                  </a:ext>
                </a:extLst>
              </p:cNvPr>
              <p:cNvSpPr/>
              <p:nvPr/>
            </p:nvSpPr>
            <p:spPr>
              <a:xfrm>
                <a:off x="4659858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2" name="pg37">
                <a:extLst>
                  <a:ext uri="{FF2B5EF4-FFF2-40B4-BE49-F238E27FC236}">
                    <a16:creationId xmlns:a16="http://schemas.microsoft.com/office/drawing/2014/main" id="{90C3DBDF-5C38-21B6-7527-63F39F110F71}"/>
                  </a:ext>
                </a:extLst>
              </p:cNvPr>
              <p:cNvSpPr/>
              <p:nvPr/>
            </p:nvSpPr>
            <p:spPr>
              <a:xfrm>
                <a:off x="5067044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3" name="pg38">
                <a:extLst>
                  <a:ext uri="{FF2B5EF4-FFF2-40B4-BE49-F238E27FC236}">
                    <a16:creationId xmlns:a16="http://schemas.microsoft.com/office/drawing/2014/main" id="{5A503CA5-4249-F33C-FC69-9078F7514814}"/>
                  </a:ext>
                </a:extLst>
              </p:cNvPr>
              <p:cNvSpPr/>
              <p:nvPr/>
            </p:nvSpPr>
            <p:spPr>
              <a:xfrm>
                <a:off x="5148481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4" name="pg39">
                <a:extLst>
                  <a:ext uri="{FF2B5EF4-FFF2-40B4-BE49-F238E27FC236}">
                    <a16:creationId xmlns:a16="http://schemas.microsoft.com/office/drawing/2014/main" id="{FF45C69D-7977-788A-7BCA-6190C3CE8AFA}"/>
                  </a:ext>
                </a:extLst>
              </p:cNvPr>
              <p:cNvSpPr/>
              <p:nvPr/>
            </p:nvSpPr>
            <p:spPr>
              <a:xfrm>
                <a:off x="5229918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5" name="pg40">
                <a:extLst>
                  <a:ext uri="{FF2B5EF4-FFF2-40B4-BE49-F238E27FC236}">
                    <a16:creationId xmlns:a16="http://schemas.microsoft.com/office/drawing/2014/main" id="{A06465B8-E9FC-6AF5-55B6-FA57ABDCAF34}"/>
                  </a:ext>
                </a:extLst>
              </p:cNvPr>
              <p:cNvSpPr/>
              <p:nvPr/>
            </p:nvSpPr>
            <p:spPr>
              <a:xfrm>
                <a:off x="5311355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6" name="pg41">
                <a:extLst>
                  <a:ext uri="{FF2B5EF4-FFF2-40B4-BE49-F238E27FC236}">
                    <a16:creationId xmlns:a16="http://schemas.microsoft.com/office/drawing/2014/main" id="{F5BC80D1-3B8E-05B6-2B20-75BDE7FC476D}"/>
                  </a:ext>
                </a:extLst>
              </p:cNvPr>
              <p:cNvSpPr/>
              <p:nvPr/>
            </p:nvSpPr>
            <p:spPr>
              <a:xfrm>
                <a:off x="5392793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7" name="pg42">
                <a:extLst>
                  <a:ext uri="{FF2B5EF4-FFF2-40B4-BE49-F238E27FC236}">
                    <a16:creationId xmlns:a16="http://schemas.microsoft.com/office/drawing/2014/main" id="{4059C571-ADB6-7696-433B-F87BBB5BCC90}"/>
                  </a:ext>
                </a:extLst>
              </p:cNvPr>
              <p:cNvSpPr/>
              <p:nvPr/>
            </p:nvSpPr>
            <p:spPr>
              <a:xfrm>
                <a:off x="3682613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8" name="pg43">
                <a:extLst>
                  <a:ext uri="{FF2B5EF4-FFF2-40B4-BE49-F238E27FC236}">
                    <a16:creationId xmlns:a16="http://schemas.microsoft.com/office/drawing/2014/main" id="{D84D3877-9DDD-20E8-FFF6-1912CEAE5A97}"/>
                  </a:ext>
                </a:extLst>
              </p:cNvPr>
              <p:cNvSpPr/>
              <p:nvPr/>
            </p:nvSpPr>
            <p:spPr>
              <a:xfrm>
                <a:off x="3764050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9" name="pg44">
                <a:extLst>
                  <a:ext uri="{FF2B5EF4-FFF2-40B4-BE49-F238E27FC236}">
                    <a16:creationId xmlns:a16="http://schemas.microsoft.com/office/drawing/2014/main" id="{0C9431C1-28A0-8E77-E4C9-72E8E245BF06}"/>
                  </a:ext>
                </a:extLst>
              </p:cNvPr>
              <p:cNvSpPr/>
              <p:nvPr/>
            </p:nvSpPr>
            <p:spPr>
              <a:xfrm>
                <a:off x="3845487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0" name="pg45">
                <a:extLst>
                  <a:ext uri="{FF2B5EF4-FFF2-40B4-BE49-F238E27FC236}">
                    <a16:creationId xmlns:a16="http://schemas.microsoft.com/office/drawing/2014/main" id="{24DDA2EB-7F51-CBA3-FA1E-2019D87423D7}"/>
                  </a:ext>
                </a:extLst>
              </p:cNvPr>
              <p:cNvSpPr/>
              <p:nvPr/>
            </p:nvSpPr>
            <p:spPr>
              <a:xfrm>
                <a:off x="3926924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1" name="pg46">
                <a:extLst>
                  <a:ext uri="{FF2B5EF4-FFF2-40B4-BE49-F238E27FC236}">
                    <a16:creationId xmlns:a16="http://schemas.microsoft.com/office/drawing/2014/main" id="{FE4D21AE-2A9F-9686-6D0C-1FA190C6DF87}"/>
                  </a:ext>
                </a:extLst>
              </p:cNvPr>
              <p:cNvSpPr/>
              <p:nvPr/>
            </p:nvSpPr>
            <p:spPr>
              <a:xfrm>
                <a:off x="4008361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2" name="pg47">
                <a:extLst>
                  <a:ext uri="{FF2B5EF4-FFF2-40B4-BE49-F238E27FC236}">
                    <a16:creationId xmlns:a16="http://schemas.microsoft.com/office/drawing/2014/main" id="{25417064-1989-5CB8-89F4-4B74E40591D8}"/>
                  </a:ext>
                </a:extLst>
              </p:cNvPr>
              <p:cNvSpPr/>
              <p:nvPr/>
            </p:nvSpPr>
            <p:spPr>
              <a:xfrm>
                <a:off x="4089798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3" name="pg48">
                <a:extLst>
                  <a:ext uri="{FF2B5EF4-FFF2-40B4-BE49-F238E27FC236}">
                    <a16:creationId xmlns:a16="http://schemas.microsoft.com/office/drawing/2014/main" id="{97BB8076-0845-8ABD-A867-CC9696CAD350}"/>
                  </a:ext>
                </a:extLst>
              </p:cNvPr>
              <p:cNvSpPr/>
              <p:nvPr/>
            </p:nvSpPr>
            <p:spPr>
              <a:xfrm>
                <a:off x="4171236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4" name="pg49">
                <a:extLst>
                  <a:ext uri="{FF2B5EF4-FFF2-40B4-BE49-F238E27FC236}">
                    <a16:creationId xmlns:a16="http://schemas.microsoft.com/office/drawing/2014/main" id="{9C2A471C-CD5F-C772-C3E5-12939E4FB281}"/>
                  </a:ext>
                </a:extLst>
              </p:cNvPr>
              <p:cNvSpPr/>
              <p:nvPr/>
            </p:nvSpPr>
            <p:spPr>
              <a:xfrm>
                <a:off x="4252673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5" name="pg50">
                <a:extLst>
                  <a:ext uri="{FF2B5EF4-FFF2-40B4-BE49-F238E27FC236}">
                    <a16:creationId xmlns:a16="http://schemas.microsoft.com/office/drawing/2014/main" id="{69FE78AB-61AF-D3AA-8080-72BF4836CBD3}"/>
                  </a:ext>
                </a:extLst>
              </p:cNvPr>
              <p:cNvSpPr/>
              <p:nvPr/>
            </p:nvSpPr>
            <p:spPr>
              <a:xfrm>
                <a:off x="4334110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6" name="pg51">
                <a:extLst>
                  <a:ext uri="{FF2B5EF4-FFF2-40B4-BE49-F238E27FC236}">
                    <a16:creationId xmlns:a16="http://schemas.microsoft.com/office/drawing/2014/main" id="{437274A2-7AB3-8F00-525A-4CEE6F78B77C}"/>
                  </a:ext>
                </a:extLst>
              </p:cNvPr>
              <p:cNvSpPr/>
              <p:nvPr/>
            </p:nvSpPr>
            <p:spPr>
              <a:xfrm>
                <a:off x="4415547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7" name="pg52">
                <a:extLst>
                  <a:ext uri="{FF2B5EF4-FFF2-40B4-BE49-F238E27FC236}">
                    <a16:creationId xmlns:a16="http://schemas.microsoft.com/office/drawing/2014/main" id="{3786E3DA-8AA3-B460-A883-658D174F7A29}"/>
                  </a:ext>
                </a:extLst>
              </p:cNvPr>
              <p:cNvSpPr/>
              <p:nvPr/>
            </p:nvSpPr>
            <p:spPr>
              <a:xfrm>
                <a:off x="4496984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8" name="pg53">
                <a:extLst>
                  <a:ext uri="{FF2B5EF4-FFF2-40B4-BE49-F238E27FC236}">
                    <a16:creationId xmlns:a16="http://schemas.microsoft.com/office/drawing/2014/main" id="{7D868C04-5753-09D4-4558-67551391A7AB}"/>
                  </a:ext>
                </a:extLst>
              </p:cNvPr>
              <p:cNvSpPr/>
              <p:nvPr/>
            </p:nvSpPr>
            <p:spPr>
              <a:xfrm>
                <a:off x="4578421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9" name="pg54">
                <a:extLst>
                  <a:ext uri="{FF2B5EF4-FFF2-40B4-BE49-F238E27FC236}">
                    <a16:creationId xmlns:a16="http://schemas.microsoft.com/office/drawing/2014/main" id="{643BC3E0-4D13-805B-F155-515A54F6C3D8}"/>
                  </a:ext>
                </a:extLst>
              </p:cNvPr>
              <p:cNvSpPr/>
              <p:nvPr/>
            </p:nvSpPr>
            <p:spPr>
              <a:xfrm>
                <a:off x="4985607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0" name="pg55">
                <a:extLst>
                  <a:ext uri="{FF2B5EF4-FFF2-40B4-BE49-F238E27FC236}">
                    <a16:creationId xmlns:a16="http://schemas.microsoft.com/office/drawing/2014/main" id="{283D1F56-E62E-C31F-EECD-3E708C2E0B61}"/>
                  </a:ext>
                </a:extLst>
              </p:cNvPr>
              <p:cNvSpPr/>
              <p:nvPr/>
            </p:nvSpPr>
            <p:spPr>
              <a:xfrm>
                <a:off x="5067044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1" name="pg56">
                <a:extLst>
                  <a:ext uri="{FF2B5EF4-FFF2-40B4-BE49-F238E27FC236}">
                    <a16:creationId xmlns:a16="http://schemas.microsoft.com/office/drawing/2014/main" id="{55625883-D62A-8618-33A9-A6161EBCE725}"/>
                  </a:ext>
                </a:extLst>
              </p:cNvPr>
              <p:cNvSpPr/>
              <p:nvPr/>
            </p:nvSpPr>
            <p:spPr>
              <a:xfrm>
                <a:off x="5148481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2" name="pg57">
                <a:extLst>
                  <a:ext uri="{FF2B5EF4-FFF2-40B4-BE49-F238E27FC236}">
                    <a16:creationId xmlns:a16="http://schemas.microsoft.com/office/drawing/2014/main" id="{70DA9607-1A18-1475-4D76-14C57DD9819B}"/>
                  </a:ext>
                </a:extLst>
              </p:cNvPr>
              <p:cNvSpPr/>
              <p:nvPr/>
            </p:nvSpPr>
            <p:spPr>
              <a:xfrm>
                <a:off x="5229918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3" name="pg58">
                <a:extLst>
                  <a:ext uri="{FF2B5EF4-FFF2-40B4-BE49-F238E27FC236}">
                    <a16:creationId xmlns:a16="http://schemas.microsoft.com/office/drawing/2014/main" id="{FADAAE94-2105-0E95-5223-71F12F190EFE}"/>
                  </a:ext>
                </a:extLst>
              </p:cNvPr>
              <p:cNvSpPr/>
              <p:nvPr/>
            </p:nvSpPr>
            <p:spPr>
              <a:xfrm>
                <a:off x="5311355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4" name="pg59">
                <a:extLst>
                  <a:ext uri="{FF2B5EF4-FFF2-40B4-BE49-F238E27FC236}">
                    <a16:creationId xmlns:a16="http://schemas.microsoft.com/office/drawing/2014/main" id="{257CAF1F-D106-72E2-9AD4-4EB154BF08C8}"/>
                  </a:ext>
                </a:extLst>
              </p:cNvPr>
              <p:cNvSpPr/>
              <p:nvPr/>
            </p:nvSpPr>
            <p:spPr>
              <a:xfrm>
                <a:off x="5392793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5" name="pg60">
                <a:extLst>
                  <a:ext uri="{FF2B5EF4-FFF2-40B4-BE49-F238E27FC236}">
                    <a16:creationId xmlns:a16="http://schemas.microsoft.com/office/drawing/2014/main" id="{61C3FD69-4B52-E499-D0CB-12A9DEFF10BD}"/>
                  </a:ext>
                </a:extLst>
              </p:cNvPr>
              <p:cNvSpPr/>
              <p:nvPr/>
            </p:nvSpPr>
            <p:spPr>
              <a:xfrm>
                <a:off x="3601176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6" name="pg61">
                <a:extLst>
                  <a:ext uri="{FF2B5EF4-FFF2-40B4-BE49-F238E27FC236}">
                    <a16:creationId xmlns:a16="http://schemas.microsoft.com/office/drawing/2014/main" id="{48CDCF5D-1AD5-311A-13A8-E327D25A75A8}"/>
                  </a:ext>
                </a:extLst>
              </p:cNvPr>
              <p:cNvSpPr/>
              <p:nvPr/>
            </p:nvSpPr>
            <p:spPr>
              <a:xfrm>
                <a:off x="3682613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7" name="pg62">
                <a:extLst>
                  <a:ext uri="{FF2B5EF4-FFF2-40B4-BE49-F238E27FC236}">
                    <a16:creationId xmlns:a16="http://schemas.microsoft.com/office/drawing/2014/main" id="{C064AD46-ABF7-721E-05FE-61FEC2E1C073}"/>
                  </a:ext>
                </a:extLst>
              </p:cNvPr>
              <p:cNvSpPr/>
              <p:nvPr/>
            </p:nvSpPr>
            <p:spPr>
              <a:xfrm>
                <a:off x="3764050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8" name="pg63">
                <a:extLst>
                  <a:ext uri="{FF2B5EF4-FFF2-40B4-BE49-F238E27FC236}">
                    <a16:creationId xmlns:a16="http://schemas.microsoft.com/office/drawing/2014/main" id="{AAA8FEBD-1134-EEA9-51E5-1FD60F13CA21}"/>
                  </a:ext>
                </a:extLst>
              </p:cNvPr>
              <p:cNvSpPr/>
              <p:nvPr/>
            </p:nvSpPr>
            <p:spPr>
              <a:xfrm>
                <a:off x="3845487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9" name="pg64">
                <a:extLst>
                  <a:ext uri="{FF2B5EF4-FFF2-40B4-BE49-F238E27FC236}">
                    <a16:creationId xmlns:a16="http://schemas.microsoft.com/office/drawing/2014/main" id="{8B30B656-9C6B-B198-D62B-26830C9D0A67}"/>
                  </a:ext>
                </a:extLst>
              </p:cNvPr>
              <p:cNvSpPr/>
              <p:nvPr/>
            </p:nvSpPr>
            <p:spPr>
              <a:xfrm>
                <a:off x="3926924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0" name="pg65">
                <a:extLst>
                  <a:ext uri="{FF2B5EF4-FFF2-40B4-BE49-F238E27FC236}">
                    <a16:creationId xmlns:a16="http://schemas.microsoft.com/office/drawing/2014/main" id="{D70B8B30-A43B-B0F8-1645-15C0C3FD8433}"/>
                  </a:ext>
                </a:extLst>
              </p:cNvPr>
              <p:cNvSpPr/>
              <p:nvPr/>
            </p:nvSpPr>
            <p:spPr>
              <a:xfrm>
                <a:off x="4008361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BFAB">
                  <a:alpha val="100000"/>
                </a:srgbClr>
              </a:solidFill>
              <a:ln w="5420" cap="flat">
                <a:solidFill>
                  <a:srgbClr val="57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1" name="pg66">
                <a:extLst>
                  <a:ext uri="{FF2B5EF4-FFF2-40B4-BE49-F238E27FC236}">
                    <a16:creationId xmlns:a16="http://schemas.microsoft.com/office/drawing/2014/main" id="{93A80BD9-E960-4596-581C-BCC93D573B05}"/>
                  </a:ext>
                </a:extLst>
              </p:cNvPr>
              <p:cNvSpPr/>
              <p:nvPr/>
            </p:nvSpPr>
            <p:spPr>
              <a:xfrm>
                <a:off x="4089798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2" name="pg67">
                <a:extLst>
                  <a:ext uri="{FF2B5EF4-FFF2-40B4-BE49-F238E27FC236}">
                    <a16:creationId xmlns:a16="http://schemas.microsoft.com/office/drawing/2014/main" id="{DA720D56-9991-825A-1D6F-FAEEA75A1E5E}"/>
                  </a:ext>
                </a:extLst>
              </p:cNvPr>
              <p:cNvSpPr/>
              <p:nvPr/>
            </p:nvSpPr>
            <p:spPr>
              <a:xfrm>
                <a:off x="4171236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3" name="pg68">
                <a:extLst>
                  <a:ext uri="{FF2B5EF4-FFF2-40B4-BE49-F238E27FC236}">
                    <a16:creationId xmlns:a16="http://schemas.microsoft.com/office/drawing/2014/main" id="{E6BEA58F-E124-E58A-2F30-424DEEF69075}"/>
                  </a:ext>
                </a:extLst>
              </p:cNvPr>
              <p:cNvSpPr/>
              <p:nvPr/>
            </p:nvSpPr>
            <p:spPr>
              <a:xfrm>
                <a:off x="4252673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4" name="pg69">
                <a:extLst>
                  <a:ext uri="{FF2B5EF4-FFF2-40B4-BE49-F238E27FC236}">
                    <a16:creationId xmlns:a16="http://schemas.microsoft.com/office/drawing/2014/main" id="{49AAECA4-25DB-8F93-F13D-E05782D3AA92}"/>
                  </a:ext>
                </a:extLst>
              </p:cNvPr>
              <p:cNvSpPr/>
              <p:nvPr/>
            </p:nvSpPr>
            <p:spPr>
              <a:xfrm>
                <a:off x="4334110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5" name="pg70">
                <a:extLst>
                  <a:ext uri="{FF2B5EF4-FFF2-40B4-BE49-F238E27FC236}">
                    <a16:creationId xmlns:a16="http://schemas.microsoft.com/office/drawing/2014/main" id="{9D44F63B-C84F-EF0D-EE9D-D7CE440857FC}"/>
                  </a:ext>
                </a:extLst>
              </p:cNvPr>
              <p:cNvSpPr/>
              <p:nvPr/>
            </p:nvSpPr>
            <p:spPr>
              <a:xfrm>
                <a:off x="4415547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6" name="pg71">
                <a:extLst>
                  <a:ext uri="{FF2B5EF4-FFF2-40B4-BE49-F238E27FC236}">
                    <a16:creationId xmlns:a16="http://schemas.microsoft.com/office/drawing/2014/main" id="{6D3EF99A-E1BA-C567-023B-315D7C301B3B}"/>
                  </a:ext>
                </a:extLst>
              </p:cNvPr>
              <p:cNvSpPr/>
              <p:nvPr/>
            </p:nvSpPr>
            <p:spPr>
              <a:xfrm>
                <a:off x="4496984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7" name="pg72">
                <a:extLst>
                  <a:ext uri="{FF2B5EF4-FFF2-40B4-BE49-F238E27FC236}">
                    <a16:creationId xmlns:a16="http://schemas.microsoft.com/office/drawing/2014/main" id="{13C0096F-2C59-0DBA-D775-EDADAAF07490}"/>
                  </a:ext>
                </a:extLst>
              </p:cNvPr>
              <p:cNvSpPr/>
              <p:nvPr/>
            </p:nvSpPr>
            <p:spPr>
              <a:xfrm>
                <a:off x="4904170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8" name="pg73">
                <a:extLst>
                  <a:ext uri="{FF2B5EF4-FFF2-40B4-BE49-F238E27FC236}">
                    <a16:creationId xmlns:a16="http://schemas.microsoft.com/office/drawing/2014/main" id="{FE74A234-B788-481D-6254-E55CC6C0B235}"/>
                  </a:ext>
                </a:extLst>
              </p:cNvPr>
              <p:cNvSpPr/>
              <p:nvPr/>
            </p:nvSpPr>
            <p:spPr>
              <a:xfrm>
                <a:off x="4985607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9" name="pg74">
                <a:extLst>
                  <a:ext uri="{FF2B5EF4-FFF2-40B4-BE49-F238E27FC236}">
                    <a16:creationId xmlns:a16="http://schemas.microsoft.com/office/drawing/2014/main" id="{9220C4ED-ED64-0DDD-B6EA-8B11DC8B1B3C}"/>
                  </a:ext>
                </a:extLst>
              </p:cNvPr>
              <p:cNvSpPr/>
              <p:nvPr/>
            </p:nvSpPr>
            <p:spPr>
              <a:xfrm>
                <a:off x="5067044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0" name="pg75">
                <a:extLst>
                  <a:ext uri="{FF2B5EF4-FFF2-40B4-BE49-F238E27FC236}">
                    <a16:creationId xmlns:a16="http://schemas.microsoft.com/office/drawing/2014/main" id="{2DD8DAD1-EC8F-DBB3-3B6E-FF9FB6BB5B25}"/>
                  </a:ext>
                </a:extLst>
              </p:cNvPr>
              <p:cNvSpPr/>
              <p:nvPr/>
            </p:nvSpPr>
            <p:spPr>
              <a:xfrm>
                <a:off x="5148481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1" name="pg76">
                <a:extLst>
                  <a:ext uri="{FF2B5EF4-FFF2-40B4-BE49-F238E27FC236}">
                    <a16:creationId xmlns:a16="http://schemas.microsoft.com/office/drawing/2014/main" id="{728E16FA-EB45-89DE-728F-89BF7D7959C5}"/>
                  </a:ext>
                </a:extLst>
              </p:cNvPr>
              <p:cNvSpPr/>
              <p:nvPr/>
            </p:nvSpPr>
            <p:spPr>
              <a:xfrm>
                <a:off x="5229918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2" name="pg77">
                <a:extLst>
                  <a:ext uri="{FF2B5EF4-FFF2-40B4-BE49-F238E27FC236}">
                    <a16:creationId xmlns:a16="http://schemas.microsoft.com/office/drawing/2014/main" id="{4FF36984-A9D1-99B9-2F80-92F3895CB5D0}"/>
                  </a:ext>
                </a:extLst>
              </p:cNvPr>
              <p:cNvSpPr/>
              <p:nvPr/>
            </p:nvSpPr>
            <p:spPr>
              <a:xfrm>
                <a:off x="5311355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3" name="pg78">
                <a:extLst>
                  <a:ext uri="{FF2B5EF4-FFF2-40B4-BE49-F238E27FC236}">
                    <a16:creationId xmlns:a16="http://schemas.microsoft.com/office/drawing/2014/main" id="{34E8EF33-F0B5-D3C0-4A45-739F37791FF6}"/>
                  </a:ext>
                </a:extLst>
              </p:cNvPr>
              <p:cNvSpPr/>
              <p:nvPr/>
            </p:nvSpPr>
            <p:spPr>
              <a:xfrm>
                <a:off x="5392793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4" name="pg79">
                <a:extLst>
                  <a:ext uri="{FF2B5EF4-FFF2-40B4-BE49-F238E27FC236}">
                    <a16:creationId xmlns:a16="http://schemas.microsoft.com/office/drawing/2014/main" id="{334EBBF9-3123-49DC-4C74-B45ADABA7D41}"/>
                  </a:ext>
                </a:extLst>
              </p:cNvPr>
              <p:cNvSpPr/>
              <p:nvPr/>
            </p:nvSpPr>
            <p:spPr>
              <a:xfrm>
                <a:off x="3438301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5" name="pg80">
                <a:extLst>
                  <a:ext uri="{FF2B5EF4-FFF2-40B4-BE49-F238E27FC236}">
                    <a16:creationId xmlns:a16="http://schemas.microsoft.com/office/drawing/2014/main" id="{758B84E0-F2D2-E18B-C72E-AC6B926EB1D3}"/>
                  </a:ext>
                </a:extLst>
              </p:cNvPr>
              <p:cNvSpPr/>
              <p:nvPr/>
            </p:nvSpPr>
            <p:spPr>
              <a:xfrm>
                <a:off x="3519738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6" name="pg81">
                <a:extLst>
                  <a:ext uri="{FF2B5EF4-FFF2-40B4-BE49-F238E27FC236}">
                    <a16:creationId xmlns:a16="http://schemas.microsoft.com/office/drawing/2014/main" id="{5A7DBD3F-0E22-4F3E-B900-FD7689DD243B}"/>
                  </a:ext>
                </a:extLst>
              </p:cNvPr>
              <p:cNvSpPr/>
              <p:nvPr/>
            </p:nvSpPr>
            <p:spPr>
              <a:xfrm>
                <a:off x="3601176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7" name="pg82">
                <a:extLst>
                  <a:ext uri="{FF2B5EF4-FFF2-40B4-BE49-F238E27FC236}">
                    <a16:creationId xmlns:a16="http://schemas.microsoft.com/office/drawing/2014/main" id="{20697294-1B28-F692-8346-8EE677175CF0}"/>
                  </a:ext>
                </a:extLst>
              </p:cNvPr>
              <p:cNvSpPr/>
              <p:nvPr/>
            </p:nvSpPr>
            <p:spPr>
              <a:xfrm>
                <a:off x="3682613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8" name="pg83">
                <a:extLst>
                  <a:ext uri="{FF2B5EF4-FFF2-40B4-BE49-F238E27FC236}">
                    <a16:creationId xmlns:a16="http://schemas.microsoft.com/office/drawing/2014/main" id="{E48F5227-30C2-0558-C89E-A70E8F1D4EB6}"/>
                  </a:ext>
                </a:extLst>
              </p:cNvPr>
              <p:cNvSpPr/>
              <p:nvPr/>
            </p:nvSpPr>
            <p:spPr>
              <a:xfrm>
                <a:off x="3764050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9" name="pg84">
                <a:extLst>
                  <a:ext uri="{FF2B5EF4-FFF2-40B4-BE49-F238E27FC236}">
                    <a16:creationId xmlns:a16="http://schemas.microsoft.com/office/drawing/2014/main" id="{21EF6FBF-0D23-5783-D25F-0BE02D55B1EC}"/>
                  </a:ext>
                </a:extLst>
              </p:cNvPr>
              <p:cNvSpPr/>
              <p:nvPr/>
            </p:nvSpPr>
            <p:spPr>
              <a:xfrm>
                <a:off x="3845487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0" name="pg85">
                <a:extLst>
                  <a:ext uri="{FF2B5EF4-FFF2-40B4-BE49-F238E27FC236}">
                    <a16:creationId xmlns:a16="http://schemas.microsoft.com/office/drawing/2014/main" id="{0E452105-A25D-0D15-7F95-E3091E7B36B2}"/>
                  </a:ext>
                </a:extLst>
              </p:cNvPr>
              <p:cNvSpPr/>
              <p:nvPr/>
            </p:nvSpPr>
            <p:spPr>
              <a:xfrm>
                <a:off x="3926924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1" name="pg86">
                <a:extLst>
                  <a:ext uri="{FF2B5EF4-FFF2-40B4-BE49-F238E27FC236}">
                    <a16:creationId xmlns:a16="http://schemas.microsoft.com/office/drawing/2014/main" id="{4A5C71F2-5305-C5ED-437D-B3018AE65B21}"/>
                  </a:ext>
                </a:extLst>
              </p:cNvPr>
              <p:cNvSpPr/>
              <p:nvPr/>
            </p:nvSpPr>
            <p:spPr>
              <a:xfrm>
                <a:off x="4008361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2" name="pg87">
                <a:extLst>
                  <a:ext uri="{FF2B5EF4-FFF2-40B4-BE49-F238E27FC236}">
                    <a16:creationId xmlns:a16="http://schemas.microsoft.com/office/drawing/2014/main" id="{C27E2548-0A07-F8B8-70AB-5650A158C658}"/>
                  </a:ext>
                </a:extLst>
              </p:cNvPr>
              <p:cNvSpPr/>
              <p:nvPr/>
            </p:nvSpPr>
            <p:spPr>
              <a:xfrm>
                <a:off x="4089798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3" name="pg88">
                <a:extLst>
                  <a:ext uri="{FF2B5EF4-FFF2-40B4-BE49-F238E27FC236}">
                    <a16:creationId xmlns:a16="http://schemas.microsoft.com/office/drawing/2014/main" id="{D8E9D51D-A1A5-5A9E-717D-B4185B91ED92}"/>
                  </a:ext>
                </a:extLst>
              </p:cNvPr>
              <p:cNvSpPr/>
              <p:nvPr/>
            </p:nvSpPr>
            <p:spPr>
              <a:xfrm>
                <a:off x="4171236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4" name="pg89">
                <a:extLst>
                  <a:ext uri="{FF2B5EF4-FFF2-40B4-BE49-F238E27FC236}">
                    <a16:creationId xmlns:a16="http://schemas.microsoft.com/office/drawing/2014/main" id="{6253AB9E-2022-B07D-3DAD-7B9DF66DE982}"/>
                  </a:ext>
                </a:extLst>
              </p:cNvPr>
              <p:cNvSpPr/>
              <p:nvPr/>
            </p:nvSpPr>
            <p:spPr>
              <a:xfrm>
                <a:off x="4252673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5" name="pg90">
                <a:extLst>
                  <a:ext uri="{FF2B5EF4-FFF2-40B4-BE49-F238E27FC236}">
                    <a16:creationId xmlns:a16="http://schemas.microsoft.com/office/drawing/2014/main" id="{7111225B-1578-6898-CE1C-CDC56535C3A6}"/>
                  </a:ext>
                </a:extLst>
              </p:cNvPr>
              <p:cNvSpPr/>
              <p:nvPr/>
            </p:nvSpPr>
            <p:spPr>
              <a:xfrm>
                <a:off x="4334110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6" name="pg91">
                <a:extLst>
                  <a:ext uri="{FF2B5EF4-FFF2-40B4-BE49-F238E27FC236}">
                    <a16:creationId xmlns:a16="http://schemas.microsoft.com/office/drawing/2014/main" id="{38C92FEA-354C-7BC2-BED2-8493063EB28E}"/>
                  </a:ext>
                </a:extLst>
              </p:cNvPr>
              <p:cNvSpPr/>
              <p:nvPr/>
            </p:nvSpPr>
            <p:spPr>
              <a:xfrm>
                <a:off x="4822733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7" name="pg92">
                <a:extLst>
                  <a:ext uri="{FF2B5EF4-FFF2-40B4-BE49-F238E27FC236}">
                    <a16:creationId xmlns:a16="http://schemas.microsoft.com/office/drawing/2014/main" id="{FE364665-17FA-3375-54B5-E71F8AB2CBEB}"/>
                  </a:ext>
                </a:extLst>
              </p:cNvPr>
              <p:cNvSpPr/>
              <p:nvPr/>
            </p:nvSpPr>
            <p:spPr>
              <a:xfrm>
                <a:off x="4904170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8" name="pg93">
                <a:extLst>
                  <a:ext uri="{FF2B5EF4-FFF2-40B4-BE49-F238E27FC236}">
                    <a16:creationId xmlns:a16="http://schemas.microsoft.com/office/drawing/2014/main" id="{51C093E1-C1CF-91F3-FB7D-E53E19FFB804}"/>
                  </a:ext>
                </a:extLst>
              </p:cNvPr>
              <p:cNvSpPr/>
              <p:nvPr/>
            </p:nvSpPr>
            <p:spPr>
              <a:xfrm>
                <a:off x="4985607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9" name="pg94">
                <a:extLst>
                  <a:ext uri="{FF2B5EF4-FFF2-40B4-BE49-F238E27FC236}">
                    <a16:creationId xmlns:a16="http://schemas.microsoft.com/office/drawing/2014/main" id="{F346937B-5228-46DC-5303-F41E4BDD9451}"/>
                  </a:ext>
                </a:extLst>
              </p:cNvPr>
              <p:cNvSpPr/>
              <p:nvPr/>
            </p:nvSpPr>
            <p:spPr>
              <a:xfrm>
                <a:off x="5067044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0" name="pg95">
                <a:extLst>
                  <a:ext uri="{FF2B5EF4-FFF2-40B4-BE49-F238E27FC236}">
                    <a16:creationId xmlns:a16="http://schemas.microsoft.com/office/drawing/2014/main" id="{AD5DB421-D2EB-C41A-933A-20D013B09A22}"/>
                  </a:ext>
                </a:extLst>
              </p:cNvPr>
              <p:cNvSpPr/>
              <p:nvPr/>
            </p:nvSpPr>
            <p:spPr>
              <a:xfrm>
                <a:off x="5148481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1" name="pg96">
                <a:extLst>
                  <a:ext uri="{FF2B5EF4-FFF2-40B4-BE49-F238E27FC236}">
                    <a16:creationId xmlns:a16="http://schemas.microsoft.com/office/drawing/2014/main" id="{A6401FF2-4558-8B11-A7A0-20C9BC5FC26A}"/>
                  </a:ext>
                </a:extLst>
              </p:cNvPr>
              <p:cNvSpPr/>
              <p:nvPr/>
            </p:nvSpPr>
            <p:spPr>
              <a:xfrm>
                <a:off x="5229918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2" name="pg97">
                <a:extLst>
                  <a:ext uri="{FF2B5EF4-FFF2-40B4-BE49-F238E27FC236}">
                    <a16:creationId xmlns:a16="http://schemas.microsoft.com/office/drawing/2014/main" id="{55E1868B-71BE-0A95-AD74-3C9D34782CE0}"/>
                  </a:ext>
                </a:extLst>
              </p:cNvPr>
              <p:cNvSpPr/>
              <p:nvPr/>
            </p:nvSpPr>
            <p:spPr>
              <a:xfrm>
                <a:off x="327542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3" name="pg98">
                <a:extLst>
                  <a:ext uri="{FF2B5EF4-FFF2-40B4-BE49-F238E27FC236}">
                    <a16:creationId xmlns:a16="http://schemas.microsoft.com/office/drawing/2014/main" id="{41C3A375-5B93-27B9-053A-6FAD5D21DC6B}"/>
                  </a:ext>
                </a:extLst>
              </p:cNvPr>
              <p:cNvSpPr/>
              <p:nvPr/>
            </p:nvSpPr>
            <p:spPr>
              <a:xfrm>
                <a:off x="335686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4" name="pg99">
                <a:extLst>
                  <a:ext uri="{FF2B5EF4-FFF2-40B4-BE49-F238E27FC236}">
                    <a16:creationId xmlns:a16="http://schemas.microsoft.com/office/drawing/2014/main" id="{78C536E2-9D17-EF8B-7DA3-05017B7CBDB5}"/>
                  </a:ext>
                </a:extLst>
              </p:cNvPr>
              <p:cNvSpPr/>
              <p:nvPr/>
            </p:nvSpPr>
            <p:spPr>
              <a:xfrm>
                <a:off x="343830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5" name="pg100">
                <a:extLst>
                  <a:ext uri="{FF2B5EF4-FFF2-40B4-BE49-F238E27FC236}">
                    <a16:creationId xmlns:a16="http://schemas.microsoft.com/office/drawing/2014/main" id="{F3BFE1B0-1E8E-C3A5-425A-E1BD95BEAAF1}"/>
                  </a:ext>
                </a:extLst>
              </p:cNvPr>
              <p:cNvSpPr/>
              <p:nvPr/>
            </p:nvSpPr>
            <p:spPr>
              <a:xfrm>
                <a:off x="3519738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6" name="pg101">
                <a:extLst>
                  <a:ext uri="{FF2B5EF4-FFF2-40B4-BE49-F238E27FC236}">
                    <a16:creationId xmlns:a16="http://schemas.microsoft.com/office/drawing/2014/main" id="{6B9FB8CB-F95A-6BE0-FA74-33693B8701ED}"/>
                  </a:ext>
                </a:extLst>
              </p:cNvPr>
              <p:cNvSpPr/>
              <p:nvPr/>
            </p:nvSpPr>
            <p:spPr>
              <a:xfrm>
                <a:off x="3601176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7" name="pg102">
                <a:extLst>
                  <a:ext uri="{FF2B5EF4-FFF2-40B4-BE49-F238E27FC236}">
                    <a16:creationId xmlns:a16="http://schemas.microsoft.com/office/drawing/2014/main" id="{9B120E91-0C68-252B-C8B1-46216EB11FA7}"/>
                  </a:ext>
                </a:extLst>
              </p:cNvPr>
              <p:cNvSpPr/>
              <p:nvPr/>
            </p:nvSpPr>
            <p:spPr>
              <a:xfrm>
                <a:off x="3682613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8" name="pg103">
                <a:extLst>
                  <a:ext uri="{FF2B5EF4-FFF2-40B4-BE49-F238E27FC236}">
                    <a16:creationId xmlns:a16="http://schemas.microsoft.com/office/drawing/2014/main" id="{F14026FB-5A94-DAA8-E0A2-F06083415D73}"/>
                  </a:ext>
                </a:extLst>
              </p:cNvPr>
              <p:cNvSpPr/>
              <p:nvPr/>
            </p:nvSpPr>
            <p:spPr>
              <a:xfrm>
                <a:off x="3764050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9" name="pg104">
                <a:extLst>
                  <a:ext uri="{FF2B5EF4-FFF2-40B4-BE49-F238E27FC236}">
                    <a16:creationId xmlns:a16="http://schemas.microsoft.com/office/drawing/2014/main" id="{EFCEB6D9-5EE4-C448-D045-AF058E19FC45}"/>
                  </a:ext>
                </a:extLst>
              </p:cNvPr>
              <p:cNvSpPr/>
              <p:nvPr/>
            </p:nvSpPr>
            <p:spPr>
              <a:xfrm>
                <a:off x="384548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0" name="pg105">
                <a:extLst>
                  <a:ext uri="{FF2B5EF4-FFF2-40B4-BE49-F238E27FC236}">
                    <a16:creationId xmlns:a16="http://schemas.microsoft.com/office/drawing/2014/main" id="{4089C8FD-4473-4B48-ED72-AF4A9C44C273}"/>
                  </a:ext>
                </a:extLst>
              </p:cNvPr>
              <p:cNvSpPr/>
              <p:nvPr/>
            </p:nvSpPr>
            <p:spPr>
              <a:xfrm>
                <a:off x="392692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1" name="pg106">
                <a:extLst>
                  <a:ext uri="{FF2B5EF4-FFF2-40B4-BE49-F238E27FC236}">
                    <a16:creationId xmlns:a16="http://schemas.microsoft.com/office/drawing/2014/main" id="{67D83B2A-6315-FB1A-3231-E822DED25B98}"/>
                  </a:ext>
                </a:extLst>
              </p:cNvPr>
              <p:cNvSpPr/>
              <p:nvPr/>
            </p:nvSpPr>
            <p:spPr>
              <a:xfrm>
                <a:off x="400836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2" name="pg107">
                <a:extLst>
                  <a:ext uri="{FF2B5EF4-FFF2-40B4-BE49-F238E27FC236}">
                    <a16:creationId xmlns:a16="http://schemas.microsoft.com/office/drawing/2014/main" id="{2E0F0F26-137F-CFEE-B72E-D1A3ACB940BC}"/>
                  </a:ext>
                </a:extLst>
              </p:cNvPr>
              <p:cNvSpPr/>
              <p:nvPr/>
            </p:nvSpPr>
            <p:spPr>
              <a:xfrm>
                <a:off x="4089798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3" name="pg108">
                <a:extLst>
                  <a:ext uri="{FF2B5EF4-FFF2-40B4-BE49-F238E27FC236}">
                    <a16:creationId xmlns:a16="http://schemas.microsoft.com/office/drawing/2014/main" id="{DAE0BE5C-1786-C581-EE58-5437062C0DA4}"/>
                  </a:ext>
                </a:extLst>
              </p:cNvPr>
              <p:cNvSpPr/>
              <p:nvPr/>
            </p:nvSpPr>
            <p:spPr>
              <a:xfrm>
                <a:off x="4171236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4" name="pg109">
                <a:extLst>
                  <a:ext uri="{FF2B5EF4-FFF2-40B4-BE49-F238E27FC236}">
                    <a16:creationId xmlns:a16="http://schemas.microsoft.com/office/drawing/2014/main" id="{8F978C3D-3C79-512B-C81B-19D98D0EF92C}"/>
                  </a:ext>
                </a:extLst>
              </p:cNvPr>
              <p:cNvSpPr/>
              <p:nvPr/>
            </p:nvSpPr>
            <p:spPr>
              <a:xfrm>
                <a:off x="4252673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5" name="pg110">
                <a:extLst>
                  <a:ext uri="{FF2B5EF4-FFF2-40B4-BE49-F238E27FC236}">
                    <a16:creationId xmlns:a16="http://schemas.microsoft.com/office/drawing/2014/main" id="{DA27FDE9-EC6B-194E-099B-C80BC4CCC170}"/>
                  </a:ext>
                </a:extLst>
              </p:cNvPr>
              <p:cNvSpPr/>
              <p:nvPr/>
            </p:nvSpPr>
            <p:spPr>
              <a:xfrm>
                <a:off x="4334110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6" name="pg111">
                <a:extLst>
                  <a:ext uri="{FF2B5EF4-FFF2-40B4-BE49-F238E27FC236}">
                    <a16:creationId xmlns:a16="http://schemas.microsoft.com/office/drawing/2014/main" id="{CF3F0773-42C3-2F3C-FFA1-0ACFB113595D}"/>
                  </a:ext>
                </a:extLst>
              </p:cNvPr>
              <p:cNvSpPr/>
              <p:nvPr/>
            </p:nvSpPr>
            <p:spPr>
              <a:xfrm>
                <a:off x="441554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7" name="pg112">
                <a:extLst>
                  <a:ext uri="{FF2B5EF4-FFF2-40B4-BE49-F238E27FC236}">
                    <a16:creationId xmlns:a16="http://schemas.microsoft.com/office/drawing/2014/main" id="{52F289CD-656C-E4A8-6C64-7A9D7D1385D7}"/>
                  </a:ext>
                </a:extLst>
              </p:cNvPr>
              <p:cNvSpPr/>
              <p:nvPr/>
            </p:nvSpPr>
            <p:spPr>
              <a:xfrm>
                <a:off x="449698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8" name="pg113">
                <a:extLst>
                  <a:ext uri="{FF2B5EF4-FFF2-40B4-BE49-F238E27FC236}">
                    <a16:creationId xmlns:a16="http://schemas.microsoft.com/office/drawing/2014/main" id="{0BA9FA13-63A9-AFC9-DAAB-96B3E46F22AB}"/>
                  </a:ext>
                </a:extLst>
              </p:cNvPr>
              <p:cNvSpPr/>
              <p:nvPr/>
            </p:nvSpPr>
            <p:spPr>
              <a:xfrm>
                <a:off x="457842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9" name="pg114">
                <a:extLst>
                  <a:ext uri="{FF2B5EF4-FFF2-40B4-BE49-F238E27FC236}">
                    <a16:creationId xmlns:a16="http://schemas.microsoft.com/office/drawing/2014/main" id="{72DA6F83-3D78-3921-8162-F2711579F726}"/>
                  </a:ext>
                </a:extLst>
              </p:cNvPr>
              <p:cNvSpPr/>
              <p:nvPr/>
            </p:nvSpPr>
            <p:spPr>
              <a:xfrm>
                <a:off x="4741296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0" name="pg115">
                <a:extLst>
                  <a:ext uri="{FF2B5EF4-FFF2-40B4-BE49-F238E27FC236}">
                    <a16:creationId xmlns:a16="http://schemas.microsoft.com/office/drawing/2014/main" id="{EABF8680-734C-086F-EC56-065FF703B476}"/>
                  </a:ext>
                </a:extLst>
              </p:cNvPr>
              <p:cNvSpPr/>
              <p:nvPr/>
            </p:nvSpPr>
            <p:spPr>
              <a:xfrm>
                <a:off x="4822733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1" name="pg116">
                <a:extLst>
                  <a:ext uri="{FF2B5EF4-FFF2-40B4-BE49-F238E27FC236}">
                    <a16:creationId xmlns:a16="http://schemas.microsoft.com/office/drawing/2014/main" id="{F761259D-8A6E-73C8-140F-4D64199C13AC}"/>
                  </a:ext>
                </a:extLst>
              </p:cNvPr>
              <p:cNvSpPr/>
              <p:nvPr/>
            </p:nvSpPr>
            <p:spPr>
              <a:xfrm>
                <a:off x="4904170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2" name="pg117">
                <a:extLst>
                  <a:ext uri="{FF2B5EF4-FFF2-40B4-BE49-F238E27FC236}">
                    <a16:creationId xmlns:a16="http://schemas.microsoft.com/office/drawing/2014/main" id="{1063D3B7-A274-2AD1-8B2B-3750CBC0B704}"/>
                  </a:ext>
                </a:extLst>
              </p:cNvPr>
              <p:cNvSpPr/>
              <p:nvPr/>
            </p:nvSpPr>
            <p:spPr>
              <a:xfrm>
                <a:off x="498560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3" name="pg118">
                <a:extLst>
                  <a:ext uri="{FF2B5EF4-FFF2-40B4-BE49-F238E27FC236}">
                    <a16:creationId xmlns:a16="http://schemas.microsoft.com/office/drawing/2014/main" id="{64E09C90-492C-F2FB-6157-0ABC87ED118D}"/>
                  </a:ext>
                </a:extLst>
              </p:cNvPr>
              <p:cNvSpPr/>
              <p:nvPr/>
            </p:nvSpPr>
            <p:spPr>
              <a:xfrm>
                <a:off x="506704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4" name="pg119">
                <a:extLst>
                  <a:ext uri="{FF2B5EF4-FFF2-40B4-BE49-F238E27FC236}">
                    <a16:creationId xmlns:a16="http://schemas.microsoft.com/office/drawing/2014/main" id="{66B4B432-1A76-3833-84C3-6799F4CF1713}"/>
                  </a:ext>
                </a:extLst>
              </p:cNvPr>
              <p:cNvSpPr/>
              <p:nvPr/>
            </p:nvSpPr>
            <p:spPr>
              <a:xfrm>
                <a:off x="514848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5" name="pg120">
                <a:extLst>
                  <a:ext uri="{FF2B5EF4-FFF2-40B4-BE49-F238E27FC236}">
                    <a16:creationId xmlns:a16="http://schemas.microsoft.com/office/drawing/2014/main" id="{93568013-57BE-CBA5-3C74-3B4313BBFEB1}"/>
                  </a:ext>
                </a:extLst>
              </p:cNvPr>
              <p:cNvSpPr/>
              <p:nvPr/>
            </p:nvSpPr>
            <p:spPr>
              <a:xfrm>
                <a:off x="5229918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6" name="pg121">
                <a:extLst>
                  <a:ext uri="{FF2B5EF4-FFF2-40B4-BE49-F238E27FC236}">
                    <a16:creationId xmlns:a16="http://schemas.microsoft.com/office/drawing/2014/main" id="{695E5F31-E9C8-8F41-3A1A-D087200EB1E9}"/>
                  </a:ext>
                </a:extLst>
              </p:cNvPr>
              <p:cNvSpPr/>
              <p:nvPr/>
            </p:nvSpPr>
            <p:spPr>
              <a:xfrm>
                <a:off x="327542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7" name="pg122">
                <a:extLst>
                  <a:ext uri="{FF2B5EF4-FFF2-40B4-BE49-F238E27FC236}">
                    <a16:creationId xmlns:a16="http://schemas.microsoft.com/office/drawing/2014/main" id="{1B0F24C6-373A-99F5-C5DC-949354CC8E75}"/>
                  </a:ext>
                </a:extLst>
              </p:cNvPr>
              <p:cNvSpPr/>
              <p:nvPr/>
            </p:nvSpPr>
            <p:spPr>
              <a:xfrm>
                <a:off x="335686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8" name="pg123">
                <a:extLst>
                  <a:ext uri="{FF2B5EF4-FFF2-40B4-BE49-F238E27FC236}">
                    <a16:creationId xmlns:a16="http://schemas.microsoft.com/office/drawing/2014/main" id="{FB2B45A6-8B81-3A59-9CCE-69175EEB9427}"/>
                  </a:ext>
                </a:extLst>
              </p:cNvPr>
              <p:cNvSpPr/>
              <p:nvPr/>
            </p:nvSpPr>
            <p:spPr>
              <a:xfrm>
                <a:off x="343830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9" name="pg124">
                <a:extLst>
                  <a:ext uri="{FF2B5EF4-FFF2-40B4-BE49-F238E27FC236}">
                    <a16:creationId xmlns:a16="http://schemas.microsoft.com/office/drawing/2014/main" id="{FABD7FBE-CDA8-4C32-8D99-26A293F2F445}"/>
                  </a:ext>
                </a:extLst>
              </p:cNvPr>
              <p:cNvSpPr/>
              <p:nvPr/>
            </p:nvSpPr>
            <p:spPr>
              <a:xfrm>
                <a:off x="3519738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0" name="pg125">
                <a:extLst>
                  <a:ext uri="{FF2B5EF4-FFF2-40B4-BE49-F238E27FC236}">
                    <a16:creationId xmlns:a16="http://schemas.microsoft.com/office/drawing/2014/main" id="{892FAC2A-48CF-FCF0-607C-09B5B6022D24}"/>
                  </a:ext>
                </a:extLst>
              </p:cNvPr>
              <p:cNvSpPr/>
              <p:nvPr/>
            </p:nvSpPr>
            <p:spPr>
              <a:xfrm>
                <a:off x="3601176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1" name="pg126">
                <a:extLst>
                  <a:ext uri="{FF2B5EF4-FFF2-40B4-BE49-F238E27FC236}">
                    <a16:creationId xmlns:a16="http://schemas.microsoft.com/office/drawing/2014/main" id="{54FC0EF6-E5BC-101C-ADD6-9DC9B7BF9515}"/>
                  </a:ext>
                </a:extLst>
              </p:cNvPr>
              <p:cNvSpPr/>
              <p:nvPr/>
            </p:nvSpPr>
            <p:spPr>
              <a:xfrm>
                <a:off x="3682613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2" name="pg127">
                <a:extLst>
                  <a:ext uri="{FF2B5EF4-FFF2-40B4-BE49-F238E27FC236}">
                    <a16:creationId xmlns:a16="http://schemas.microsoft.com/office/drawing/2014/main" id="{22C887A2-842E-54B9-EFF3-19741101E814}"/>
                  </a:ext>
                </a:extLst>
              </p:cNvPr>
              <p:cNvSpPr/>
              <p:nvPr/>
            </p:nvSpPr>
            <p:spPr>
              <a:xfrm>
                <a:off x="3764050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3" name="pg128">
                <a:extLst>
                  <a:ext uri="{FF2B5EF4-FFF2-40B4-BE49-F238E27FC236}">
                    <a16:creationId xmlns:a16="http://schemas.microsoft.com/office/drawing/2014/main" id="{4E3FA987-3F90-CDD3-00FC-F56D20097941}"/>
                  </a:ext>
                </a:extLst>
              </p:cNvPr>
              <p:cNvSpPr/>
              <p:nvPr/>
            </p:nvSpPr>
            <p:spPr>
              <a:xfrm>
                <a:off x="384548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4" name="pg129">
                <a:extLst>
                  <a:ext uri="{FF2B5EF4-FFF2-40B4-BE49-F238E27FC236}">
                    <a16:creationId xmlns:a16="http://schemas.microsoft.com/office/drawing/2014/main" id="{45BCFC61-F244-87D7-8377-EE13FC703EE1}"/>
                  </a:ext>
                </a:extLst>
              </p:cNvPr>
              <p:cNvSpPr/>
              <p:nvPr/>
            </p:nvSpPr>
            <p:spPr>
              <a:xfrm>
                <a:off x="392692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5" name="pg130">
                <a:extLst>
                  <a:ext uri="{FF2B5EF4-FFF2-40B4-BE49-F238E27FC236}">
                    <a16:creationId xmlns:a16="http://schemas.microsoft.com/office/drawing/2014/main" id="{8310658D-4644-4776-FDB1-F67249A57B43}"/>
                  </a:ext>
                </a:extLst>
              </p:cNvPr>
              <p:cNvSpPr/>
              <p:nvPr/>
            </p:nvSpPr>
            <p:spPr>
              <a:xfrm>
                <a:off x="400836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6" name="pg131">
                <a:extLst>
                  <a:ext uri="{FF2B5EF4-FFF2-40B4-BE49-F238E27FC236}">
                    <a16:creationId xmlns:a16="http://schemas.microsoft.com/office/drawing/2014/main" id="{D07D32CA-A9DE-80CD-1DDF-7E5B45CB8AAE}"/>
                  </a:ext>
                </a:extLst>
              </p:cNvPr>
              <p:cNvSpPr/>
              <p:nvPr/>
            </p:nvSpPr>
            <p:spPr>
              <a:xfrm>
                <a:off x="4089798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7" name="pg132">
                <a:extLst>
                  <a:ext uri="{FF2B5EF4-FFF2-40B4-BE49-F238E27FC236}">
                    <a16:creationId xmlns:a16="http://schemas.microsoft.com/office/drawing/2014/main" id="{A82103A7-7BD7-F53D-030C-E89876B63986}"/>
                  </a:ext>
                </a:extLst>
              </p:cNvPr>
              <p:cNvSpPr/>
              <p:nvPr/>
            </p:nvSpPr>
            <p:spPr>
              <a:xfrm>
                <a:off x="4171236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8" name="pg133">
                <a:extLst>
                  <a:ext uri="{FF2B5EF4-FFF2-40B4-BE49-F238E27FC236}">
                    <a16:creationId xmlns:a16="http://schemas.microsoft.com/office/drawing/2014/main" id="{2B230EA5-AEA1-9DB7-96D0-DFFB79C8BE58}"/>
                  </a:ext>
                </a:extLst>
              </p:cNvPr>
              <p:cNvSpPr/>
              <p:nvPr/>
            </p:nvSpPr>
            <p:spPr>
              <a:xfrm>
                <a:off x="4252673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9" name="pg134">
                <a:extLst>
                  <a:ext uri="{FF2B5EF4-FFF2-40B4-BE49-F238E27FC236}">
                    <a16:creationId xmlns:a16="http://schemas.microsoft.com/office/drawing/2014/main" id="{176791B3-A20D-7F73-AAA3-DB70583EF548}"/>
                  </a:ext>
                </a:extLst>
              </p:cNvPr>
              <p:cNvSpPr/>
              <p:nvPr/>
            </p:nvSpPr>
            <p:spPr>
              <a:xfrm>
                <a:off x="4334110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0" name="pg135">
                <a:extLst>
                  <a:ext uri="{FF2B5EF4-FFF2-40B4-BE49-F238E27FC236}">
                    <a16:creationId xmlns:a16="http://schemas.microsoft.com/office/drawing/2014/main" id="{76018B48-EE5A-CB0D-6548-EE352B3A3713}"/>
                  </a:ext>
                </a:extLst>
              </p:cNvPr>
              <p:cNvSpPr/>
              <p:nvPr/>
            </p:nvSpPr>
            <p:spPr>
              <a:xfrm>
                <a:off x="441554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1" name="pg136">
                <a:extLst>
                  <a:ext uri="{FF2B5EF4-FFF2-40B4-BE49-F238E27FC236}">
                    <a16:creationId xmlns:a16="http://schemas.microsoft.com/office/drawing/2014/main" id="{8305EE31-CE20-349F-E354-944195069FA5}"/>
                  </a:ext>
                </a:extLst>
              </p:cNvPr>
              <p:cNvSpPr/>
              <p:nvPr/>
            </p:nvSpPr>
            <p:spPr>
              <a:xfrm>
                <a:off x="449698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2" name="pg137">
                <a:extLst>
                  <a:ext uri="{FF2B5EF4-FFF2-40B4-BE49-F238E27FC236}">
                    <a16:creationId xmlns:a16="http://schemas.microsoft.com/office/drawing/2014/main" id="{0EFEFD8E-17F7-4A2E-9437-A6BFBC105531}"/>
                  </a:ext>
                </a:extLst>
              </p:cNvPr>
              <p:cNvSpPr/>
              <p:nvPr/>
            </p:nvSpPr>
            <p:spPr>
              <a:xfrm>
                <a:off x="457842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3" name="pg138">
                <a:extLst>
                  <a:ext uri="{FF2B5EF4-FFF2-40B4-BE49-F238E27FC236}">
                    <a16:creationId xmlns:a16="http://schemas.microsoft.com/office/drawing/2014/main" id="{9995D971-56DE-D7A1-C31D-F222DA476D0A}"/>
                  </a:ext>
                </a:extLst>
              </p:cNvPr>
              <p:cNvSpPr/>
              <p:nvPr/>
            </p:nvSpPr>
            <p:spPr>
              <a:xfrm>
                <a:off x="4659858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4" name="pg139">
                <a:extLst>
                  <a:ext uri="{FF2B5EF4-FFF2-40B4-BE49-F238E27FC236}">
                    <a16:creationId xmlns:a16="http://schemas.microsoft.com/office/drawing/2014/main" id="{7670BAF9-0D1B-AF21-B658-49E130D0BF8A}"/>
                  </a:ext>
                </a:extLst>
              </p:cNvPr>
              <p:cNvSpPr/>
              <p:nvPr/>
            </p:nvSpPr>
            <p:spPr>
              <a:xfrm>
                <a:off x="4741296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5" name="pg140">
                <a:extLst>
                  <a:ext uri="{FF2B5EF4-FFF2-40B4-BE49-F238E27FC236}">
                    <a16:creationId xmlns:a16="http://schemas.microsoft.com/office/drawing/2014/main" id="{956A5980-3A48-5A17-1FF8-AAB88C8E31DD}"/>
                  </a:ext>
                </a:extLst>
              </p:cNvPr>
              <p:cNvSpPr/>
              <p:nvPr/>
            </p:nvSpPr>
            <p:spPr>
              <a:xfrm>
                <a:off x="4822733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6" name="pg141">
                <a:extLst>
                  <a:ext uri="{FF2B5EF4-FFF2-40B4-BE49-F238E27FC236}">
                    <a16:creationId xmlns:a16="http://schemas.microsoft.com/office/drawing/2014/main" id="{BC706391-0A93-715F-9A2B-76BE57EA7D56}"/>
                  </a:ext>
                </a:extLst>
              </p:cNvPr>
              <p:cNvSpPr/>
              <p:nvPr/>
            </p:nvSpPr>
            <p:spPr>
              <a:xfrm>
                <a:off x="4904170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7" name="pg142">
                <a:extLst>
                  <a:ext uri="{FF2B5EF4-FFF2-40B4-BE49-F238E27FC236}">
                    <a16:creationId xmlns:a16="http://schemas.microsoft.com/office/drawing/2014/main" id="{3CC4556D-E05C-311D-6A72-27BB67E488FC}"/>
                  </a:ext>
                </a:extLst>
              </p:cNvPr>
              <p:cNvSpPr/>
              <p:nvPr/>
            </p:nvSpPr>
            <p:spPr>
              <a:xfrm>
                <a:off x="498560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8" name="pg143">
                <a:extLst>
                  <a:ext uri="{FF2B5EF4-FFF2-40B4-BE49-F238E27FC236}">
                    <a16:creationId xmlns:a16="http://schemas.microsoft.com/office/drawing/2014/main" id="{DA3828C9-BF4E-1526-E9E2-DA6A36DE03A8}"/>
                  </a:ext>
                </a:extLst>
              </p:cNvPr>
              <p:cNvSpPr/>
              <p:nvPr/>
            </p:nvSpPr>
            <p:spPr>
              <a:xfrm>
                <a:off x="506704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9" name="pg144">
                <a:extLst>
                  <a:ext uri="{FF2B5EF4-FFF2-40B4-BE49-F238E27FC236}">
                    <a16:creationId xmlns:a16="http://schemas.microsoft.com/office/drawing/2014/main" id="{9CD3650D-912D-8519-F41B-DA6085832962}"/>
                  </a:ext>
                </a:extLst>
              </p:cNvPr>
              <p:cNvSpPr/>
              <p:nvPr/>
            </p:nvSpPr>
            <p:spPr>
              <a:xfrm>
                <a:off x="514848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0" name="pg145">
                <a:extLst>
                  <a:ext uri="{FF2B5EF4-FFF2-40B4-BE49-F238E27FC236}">
                    <a16:creationId xmlns:a16="http://schemas.microsoft.com/office/drawing/2014/main" id="{45F353E5-DF6C-879B-E957-DF3BCD89E3DC}"/>
                  </a:ext>
                </a:extLst>
              </p:cNvPr>
              <p:cNvSpPr/>
              <p:nvPr/>
            </p:nvSpPr>
            <p:spPr>
              <a:xfrm>
                <a:off x="327542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1" name="pg146">
                <a:extLst>
                  <a:ext uri="{FF2B5EF4-FFF2-40B4-BE49-F238E27FC236}">
                    <a16:creationId xmlns:a16="http://schemas.microsoft.com/office/drawing/2014/main" id="{72FCDF14-6909-2CA5-C3EF-EF1705ECFC97}"/>
                  </a:ext>
                </a:extLst>
              </p:cNvPr>
              <p:cNvSpPr/>
              <p:nvPr/>
            </p:nvSpPr>
            <p:spPr>
              <a:xfrm>
                <a:off x="335686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2" name="pg147">
                <a:extLst>
                  <a:ext uri="{FF2B5EF4-FFF2-40B4-BE49-F238E27FC236}">
                    <a16:creationId xmlns:a16="http://schemas.microsoft.com/office/drawing/2014/main" id="{F5FFEF86-DB82-1A28-A240-D813400F08DE}"/>
                  </a:ext>
                </a:extLst>
              </p:cNvPr>
              <p:cNvSpPr/>
              <p:nvPr/>
            </p:nvSpPr>
            <p:spPr>
              <a:xfrm>
                <a:off x="3438301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3" name="pg148">
                <a:extLst>
                  <a:ext uri="{FF2B5EF4-FFF2-40B4-BE49-F238E27FC236}">
                    <a16:creationId xmlns:a16="http://schemas.microsoft.com/office/drawing/2014/main" id="{BC2C9779-4A57-A01A-59BE-05859A729CA9}"/>
                  </a:ext>
                </a:extLst>
              </p:cNvPr>
              <p:cNvSpPr/>
              <p:nvPr/>
            </p:nvSpPr>
            <p:spPr>
              <a:xfrm>
                <a:off x="3519738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4" name="pg149">
                <a:extLst>
                  <a:ext uri="{FF2B5EF4-FFF2-40B4-BE49-F238E27FC236}">
                    <a16:creationId xmlns:a16="http://schemas.microsoft.com/office/drawing/2014/main" id="{7021CE36-7C1D-A9D4-BAFA-F4D44FCA195B}"/>
                  </a:ext>
                </a:extLst>
              </p:cNvPr>
              <p:cNvSpPr/>
              <p:nvPr/>
            </p:nvSpPr>
            <p:spPr>
              <a:xfrm>
                <a:off x="3601176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5" name="pg150">
                <a:extLst>
                  <a:ext uri="{FF2B5EF4-FFF2-40B4-BE49-F238E27FC236}">
                    <a16:creationId xmlns:a16="http://schemas.microsoft.com/office/drawing/2014/main" id="{C225540B-53C9-79BB-E009-C9D8A2832E8D}"/>
                  </a:ext>
                </a:extLst>
              </p:cNvPr>
              <p:cNvSpPr/>
              <p:nvPr/>
            </p:nvSpPr>
            <p:spPr>
              <a:xfrm>
                <a:off x="3682613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6" name="pg151">
                <a:extLst>
                  <a:ext uri="{FF2B5EF4-FFF2-40B4-BE49-F238E27FC236}">
                    <a16:creationId xmlns:a16="http://schemas.microsoft.com/office/drawing/2014/main" id="{BA840466-FA97-BB4D-2E4C-CD756B93599F}"/>
                  </a:ext>
                </a:extLst>
              </p:cNvPr>
              <p:cNvSpPr/>
              <p:nvPr/>
            </p:nvSpPr>
            <p:spPr>
              <a:xfrm>
                <a:off x="3764050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7" name="pg152">
                <a:extLst>
                  <a:ext uri="{FF2B5EF4-FFF2-40B4-BE49-F238E27FC236}">
                    <a16:creationId xmlns:a16="http://schemas.microsoft.com/office/drawing/2014/main" id="{064FDE5D-5D73-A92F-710A-881D3B9CDE7D}"/>
                  </a:ext>
                </a:extLst>
              </p:cNvPr>
              <p:cNvSpPr/>
              <p:nvPr/>
            </p:nvSpPr>
            <p:spPr>
              <a:xfrm>
                <a:off x="384548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8" name="pg153">
                <a:extLst>
                  <a:ext uri="{FF2B5EF4-FFF2-40B4-BE49-F238E27FC236}">
                    <a16:creationId xmlns:a16="http://schemas.microsoft.com/office/drawing/2014/main" id="{DCC3674D-4F54-76C1-8AFF-007BA06D3A95}"/>
                  </a:ext>
                </a:extLst>
              </p:cNvPr>
              <p:cNvSpPr/>
              <p:nvPr/>
            </p:nvSpPr>
            <p:spPr>
              <a:xfrm>
                <a:off x="392692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9" name="pg154">
                <a:extLst>
                  <a:ext uri="{FF2B5EF4-FFF2-40B4-BE49-F238E27FC236}">
                    <a16:creationId xmlns:a16="http://schemas.microsoft.com/office/drawing/2014/main" id="{9BEB2B2D-DEA0-2960-7208-E6FD12E43404}"/>
                  </a:ext>
                </a:extLst>
              </p:cNvPr>
              <p:cNvSpPr/>
              <p:nvPr/>
            </p:nvSpPr>
            <p:spPr>
              <a:xfrm>
                <a:off x="4008361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0" name="pg155">
                <a:extLst>
                  <a:ext uri="{FF2B5EF4-FFF2-40B4-BE49-F238E27FC236}">
                    <a16:creationId xmlns:a16="http://schemas.microsoft.com/office/drawing/2014/main" id="{D183053A-615B-6287-87A7-F4D9DD2D5CE3}"/>
                  </a:ext>
                </a:extLst>
              </p:cNvPr>
              <p:cNvSpPr/>
              <p:nvPr/>
            </p:nvSpPr>
            <p:spPr>
              <a:xfrm>
                <a:off x="4089798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1" name="pg156">
                <a:extLst>
                  <a:ext uri="{FF2B5EF4-FFF2-40B4-BE49-F238E27FC236}">
                    <a16:creationId xmlns:a16="http://schemas.microsoft.com/office/drawing/2014/main" id="{77EF1749-42AB-E355-DF88-544C5295A2CF}"/>
                  </a:ext>
                </a:extLst>
              </p:cNvPr>
              <p:cNvSpPr/>
              <p:nvPr/>
            </p:nvSpPr>
            <p:spPr>
              <a:xfrm>
                <a:off x="4171236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2" name="pg157">
                <a:extLst>
                  <a:ext uri="{FF2B5EF4-FFF2-40B4-BE49-F238E27FC236}">
                    <a16:creationId xmlns:a16="http://schemas.microsoft.com/office/drawing/2014/main" id="{2563D5FC-4609-BCD6-B786-50181BA19689}"/>
                  </a:ext>
                </a:extLst>
              </p:cNvPr>
              <p:cNvSpPr/>
              <p:nvPr/>
            </p:nvSpPr>
            <p:spPr>
              <a:xfrm>
                <a:off x="4252673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3" name="pg158">
                <a:extLst>
                  <a:ext uri="{FF2B5EF4-FFF2-40B4-BE49-F238E27FC236}">
                    <a16:creationId xmlns:a16="http://schemas.microsoft.com/office/drawing/2014/main" id="{2E255975-CE36-A632-5492-0BC6078C9427}"/>
                  </a:ext>
                </a:extLst>
              </p:cNvPr>
              <p:cNvSpPr/>
              <p:nvPr/>
            </p:nvSpPr>
            <p:spPr>
              <a:xfrm>
                <a:off x="4334110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4" name="pg159">
                <a:extLst>
                  <a:ext uri="{FF2B5EF4-FFF2-40B4-BE49-F238E27FC236}">
                    <a16:creationId xmlns:a16="http://schemas.microsoft.com/office/drawing/2014/main" id="{DEE2E0D3-7E76-6BAA-7604-FB335447D957}"/>
                  </a:ext>
                </a:extLst>
              </p:cNvPr>
              <p:cNvSpPr/>
              <p:nvPr/>
            </p:nvSpPr>
            <p:spPr>
              <a:xfrm>
                <a:off x="441554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5" name="pg160">
                <a:extLst>
                  <a:ext uri="{FF2B5EF4-FFF2-40B4-BE49-F238E27FC236}">
                    <a16:creationId xmlns:a16="http://schemas.microsoft.com/office/drawing/2014/main" id="{5D1C115B-8D08-D7B4-E9B7-28CC3E609400}"/>
                  </a:ext>
                </a:extLst>
              </p:cNvPr>
              <p:cNvSpPr/>
              <p:nvPr/>
            </p:nvSpPr>
            <p:spPr>
              <a:xfrm>
                <a:off x="449698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6" name="pg161">
                <a:extLst>
                  <a:ext uri="{FF2B5EF4-FFF2-40B4-BE49-F238E27FC236}">
                    <a16:creationId xmlns:a16="http://schemas.microsoft.com/office/drawing/2014/main" id="{89627A2F-BBEE-DBE3-DCDC-7161641F1EDE}"/>
                  </a:ext>
                </a:extLst>
              </p:cNvPr>
              <p:cNvSpPr/>
              <p:nvPr/>
            </p:nvSpPr>
            <p:spPr>
              <a:xfrm>
                <a:off x="4578421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7" name="pg162">
                <a:extLst>
                  <a:ext uri="{FF2B5EF4-FFF2-40B4-BE49-F238E27FC236}">
                    <a16:creationId xmlns:a16="http://schemas.microsoft.com/office/drawing/2014/main" id="{BBC123A2-8693-1CB9-3971-6E26A2824097}"/>
                  </a:ext>
                </a:extLst>
              </p:cNvPr>
              <p:cNvSpPr/>
              <p:nvPr/>
            </p:nvSpPr>
            <p:spPr>
              <a:xfrm>
                <a:off x="4659858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8" name="pg163">
                <a:extLst>
                  <a:ext uri="{FF2B5EF4-FFF2-40B4-BE49-F238E27FC236}">
                    <a16:creationId xmlns:a16="http://schemas.microsoft.com/office/drawing/2014/main" id="{7CF7D9B1-C219-5A72-CC21-982F5AD7F2F5}"/>
                  </a:ext>
                </a:extLst>
              </p:cNvPr>
              <p:cNvSpPr/>
              <p:nvPr/>
            </p:nvSpPr>
            <p:spPr>
              <a:xfrm>
                <a:off x="4741296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9" name="pg164">
                <a:extLst>
                  <a:ext uri="{FF2B5EF4-FFF2-40B4-BE49-F238E27FC236}">
                    <a16:creationId xmlns:a16="http://schemas.microsoft.com/office/drawing/2014/main" id="{A333BEA3-79FA-68B3-65B0-C2757BB22448}"/>
                  </a:ext>
                </a:extLst>
              </p:cNvPr>
              <p:cNvSpPr/>
              <p:nvPr/>
            </p:nvSpPr>
            <p:spPr>
              <a:xfrm>
                <a:off x="4822733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0" name="pg165">
                <a:extLst>
                  <a:ext uri="{FF2B5EF4-FFF2-40B4-BE49-F238E27FC236}">
                    <a16:creationId xmlns:a16="http://schemas.microsoft.com/office/drawing/2014/main" id="{0CA8D65F-993B-9E04-BAD2-5EABC3623382}"/>
                  </a:ext>
                </a:extLst>
              </p:cNvPr>
              <p:cNvSpPr/>
              <p:nvPr/>
            </p:nvSpPr>
            <p:spPr>
              <a:xfrm>
                <a:off x="4904170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1" name="pg166">
                <a:extLst>
                  <a:ext uri="{FF2B5EF4-FFF2-40B4-BE49-F238E27FC236}">
                    <a16:creationId xmlns:a16="http://schemas.microsoft.com/office/drawing/2014/main" id="{1C9F517C-575E-62D0-E65A-80B5A1FAFD4C}"/>
                  </a:ext>
                </a:extLst>
              </p:cNvPr>
              <p:cNvSpPr/>
              <p:nvPr/>
            </p:nvSpPr>
            <p:spPr>
              <a:xfrm>
                <a:off x="498560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2" name="pg167">
                <a:extLst>
                  <a:ext uri="{FF2B5EF4-FFF2-40B4-BE49-F238E27FC236}">
                    <a16:creationId xmlns:a16="http://schemas.microsoft.com/office/drawing/2014/main" id="{0A92C2AF-553F-559D-8749-636022ED3B1B}"/>
                  </a:ext>
                </a:extLst>
              </p:cNvPr>
              <p:cNvSpPr/>
              <p:nvPr/>
            </p:nvSpPr>
            <p:spPr>
              <a:xfrm>
                <a:off x="506704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3" name="pg168">
                <a:extLst>
                  <a:ext uri="{FF2B5EF4-FFF2-40B4-BE49-F238E27FC236}">
                    <a16:creationId xmlns:a16="http://schemas.microsoft.com/office/drawing/2014/main" id="{94AC829F-6765-77D7-1A5B-609BA129AB01}"/>
                  </a:ext>
                </a:extLst>
              </p:cNvPr>
              <p:cNvSpPr/>
              <p:nvPr/>
            </p:nvSpPr>
            <p:spPr>
              <a:xfrm>
                <a:off x="303111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4" name="pg169">
                <a:extLst>
                  <a:ext uri="{FF2B5EF4-FFF2-40B4-BE49-F238E27FC236}">
                    <a16:creationId xmlns:a16="http://schemas.microsoft.com/office/drawing/2014/main" id="{03EAE9CE-E6C5-246D-64A5-43CE3DC5A58A}"/>
                  </a:ext>
                </a:extLst>
              </p:cNvPr>
              <p:cNvSpPr/>
              <p:nvPr/>
            </p:nvSpPr>
            <p:spPr>
              <a:xfrm>
                <a:off x="311255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5" name="pg170">
                <a:extLst>
                  <a:ext uri="{FF2B5EF4-FFF2-40B4-BE49-F238E27FC236}">
                    <a16:creationId xmlns:a16="http://schemas.microsoft.com/office/drawing/2014/main" id="{00D5376C-5881-4E9C-0467-B48101876F5F}"/>
                  </a:ext>
                </a:extLst>
              </p:cNvPr>
              <p:cNvSpPr/>
              <p:nvPr/>
            </p:nvSpPr>
            <p:spPr>
              <a:xfrm>
                <a:off x="327542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6" name="pg171">
                <a:extLst>
                  <a:ext uri="{FF2B5EF4-FFF2-40B4-BE49-F238E27FC236}">
                    <a16:creationId xmlns:a16="http://schemas.microsoft.com/office/drawing/2014/main" id="{4ADC4320-5F6E-6978-ED01-29F26A38A725}"/>
                  </a:ext>
                </a:extLst>
              </p:cNvPr>
              <p:cNvSpPr/>
              <p:nvPr/>
            </p:nvSpPr>
            <p:spPr>
              <a:xfrm>
                <a:off x="3356864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7" name="pg172">
                <a:extLst>
                  <a:ext uri="{FF2B5EF4-FFF2-40B4-BE49-F238E27FC236}">
                    <a16:creationId xmlns:a16="http://schemas.microsoft.com/office/drawing/2014/main" id="{A7425BC8-409C-3558-0A8F-DA65FCAC6370}"/>
                  </a:ext>
                </a:extLst>
              </p:cNvPr>
              <p:cNvSpPr/>
              <p:nvPr/>
            </p:nvSpPr>
            <p:spPr>
              <a:xfrm>
                <a:off x="3438301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8" name="pg173">
                <a:extLst>
                  <a:ext uri="{FF2B5EF4-FFF2-40B4-BE49-F238E27FC236}">
                    <a16:creationId xmlns:a16="http://schemas.microsoft.com/office/drawing/2014/main" id="{2F08CF0C-71AE-6FD2-AEF0-663C23270600}"/>
                  </a:ext>
                </a:extLst>
              </p:cNvPr>
              <p:cNvSpPr/>
              <p:nvPr/>
            </p:nvSpPr>
            <p:spPr>
              <a:xfrm>
                <a:off x="3519738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9" name="pg174">
                <a:extLst>
                  <a:ext uri="{FF2B5EF4-FFF2-40B4-BE49-F238E27FC236}">
                    <a16:creationId xmlns:a16="http://schemas.microsoft.com/office/drawing/2014/main" id="{7011F133-8394-D9EE-3253-0F31F91B6533}"/>
                  </a:ext>
                </a:extLst>
              </p:cNvPr>
              <p:cNvSpPr/>
              <p:nvPr/>
            </p:nvSpPr>
            <p:spPr>
              <a:xfrm>
                <a:off x="360117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0" name="pg175">
                <a:extLst>
                  <a:ext uri="{FF2B5EF4-FFF2-40B4-BE49-F238E27FC236}">
                    <a16:creationId xmlns:a16="http://schemas.microsoft.com/office/drawing/2014/main" id="{FE7BCF37-AC80-C79C-2574-9C3D12909157}"/>
                  </a:ext>
                </a:extLst>
              </p:cNvPr>
              <p:cNvSpPr/>
              <p:nvPr/>
            </p:nvSpPr>
            <p:spPr>
              <a:xfrm>
                <a:off x="368261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1" name="pg176">
                <a:extLst>
                  <a:ext uri="{FF2B5EF4-FFF2-40B4-BE49-F238E27FC236}">
                    <a16:creationId xmlns:a16="http://schemas.microsoft.com/office/drawing/2014/main" id="{E2AD07D1-0C25-8E60-50BA-6341AA33B1F8}"/>
                  </a:ext>
                </a:extLst>
              </p:cNvPr>
              <p:cNvSpPr/>
              <p:nvPr/>
            </p:nvSpPr>
            <p:spPr>
              <a:xfrm>
                <a:off x="3764050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2" name="pg177">
                <a:extLst>
                  <a:ext uri="{FF2B5EF4-FFF2-40B4-BE49-F238E27FC236}">
                    <a16:creationId xmlns:a16="http://schemas.microsoft.com/office/drawing/2014/main" id="{AFBEE985-43AB-6000-0B69-BBE16C008548}"/>
                  </a:ext>
                </a:extLst>
              </p:cNvPr>
              <p:cNvSpPr/>
              <p:nvPr/>
            </p:nvSpPr>
            <p:spPr>
              <a:xfrm>
                <a:off x="384548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3" name="pg178">
                <a:extLst>
                  <a:ext uri="{FF2B5EF4-FFF2-40B4-BE49-F238E27FC236}">
                    <a16:creationId xmlns:a16="http://schemas.microsoft.com/office/drawing/2014/main" id="{E4555C9D-6E3F-C4A7-4A65-FB925D8E7CB0}"/>
                  </a:ext>
                </a:extLst>
              </p:cNvPr>
              <p:cNvSpPr/>
              <p:nvPr/>
            </p:nvSpPr>
            <p:spPr>
              <a:xfrm>
                <a:off x="4089798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4" name="pg179">
                <a:extLst>
                  <a:ext uri="{FF2B5EF4-FFF2-40B4-BE49-F238E27FC236}">
                    <a16:creationId xmlns:a16="http://schemas.microsoft.com/office/drawing/2014/main" id="{A90F2B54-283C-2029-E32C-420C199B9720}"/>
                  </a:ext>
                </a:extLst>
              </p:cNvPr>
              <p:cNvSpPr/>
              <p:nvPr/>
            </p:nvSpPr>
            <p:spPr>
              <a:xfrm>
                <a:off x="417123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5" name="pg180">
                <a:extLst>
                  <a:ext uri="{FF2B5EF4-FFF2-40B4-BE49-F238E27FC236}">
                    <a16:creationId xmlns:a16="http://schemas.microsoft.com/office/drawing/2014/main" id="{35B2BC59-F6BD-7ED7-9EF1-65654F83CEE0}"/>
                  </a:ext>
                </a:extLst>
              </p:cNvPr>
              <p:cNvSpPr/>
              <p:nvPr/>
            </p:nvSpPr>
            <p:spPr>
              <a:xfrm>
                <a:off x="425267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6" name="pg181">
                <a:extLst>
                  <a:ext uri="{FF2B5EF4-FFF2-40B4-BE49-F238E27FC236}">
                    <a16:creationId xmlns:a16="http://schemas.microsoft.com/office/drawing/2014/main" id="{17480BC7-7557-4D38-54D5-D19CA3BE0852}"/>
                  </a:ext>
                </a:extLst>
              </p:cNvPr>
              <p:cNvSpPr/>
              <p:nvPr/>
            </p:nvSpPr>
            <p:spPr>
              <a:xfrm>
                <a:off x="4334110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7" name="pg182">
                <a:extLst>
                  <a:ext uri="{FF2B5EF4-FFF2-40B4-BE49-F238E27FC236}">
                    <a16:creationId xmlns:a16="http://schemas.microsoft.com/office/drawing/2014/main" id="{9B5E1321-37B7-3AB8-71A1-0E27AC21096D}"/>
                  </a:ext>
                </a:extLst>
              </p:cNvPr>
              <p:cNvSpPr/>
              <p:nvPr/>
            </p:nvSpPr>
            <p:spPr>
              <a:xfrm>
                <a:off x="441554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8" name="pg183">
                <a:extLst>
                  <a:ext uri="{FF2B5EF4-FFF2-40B4-BE49-F238E27FC236}">
                    <a16:creationId xmlns:a16="http://schemas.microsoft.com/office/drawing/2014/main" id="{EDDCD923-0030-0244-B25A-0CDB0365E38C}"/>
                  </a:ext>
                </a:extLst>
              </p:cNvPr>
              <p:cNvSpPr/>
              <p:nvPr/>
            </p:nvSpPr>
            <p:spPr>
              <a:xfrm>
                <a:off x="4496984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9" name="pg184">
                <a:extLst>
                  <a:ext uri="{FF2B5EF4-FFF2-40B4-BE49-F238E27FC236}">
                    <a16:creationId xmlns:a16="http://schemas.microsoft.com/office/drawing/2014/main" id="{2F6FBA7E-A2E5-A7FB-2CC9-031B8CC0FC4E}"/>
                  </a:ext>
                </a:extLst>
              </p:cNvPr>
              <p:cNvSpPr/>
              <p:nvPr/>
            </p:nvSpPr>
            <p:spPr>
              <a:xfrm>
                <a:off x="4578421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0" name="pg185">
                <a:extLst>
                  <a:ext uri="{FF2B5EF4-FFF2-40B4-BE49-F238E27FC236}">
                    <a16:creationId xmlns:a16="http://schemas.microsoft.com/office/drawing/2014/main" id="{27A30B1E-7DC1-E71B-2D0F-C445415CCAC6}"/>
                  </a:ext>
                </a:extLst>
              </p:cNvPr>
              <p:cNvSpPr/>
              <p:nvPr/>
            </p:nvSpPr>
            <p:spPr>
              <a:xfrm>
                <a:off x="4659858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1" name="pg186">
                <a:extLst>
                  <a:ext uri="{FF2B5EF4-FFF2-40B4-BE49-F238E27FC236}">
                    <a16:creationId xmlns:a16="http://schemas.microsoft.com/office/drawing/2014/main" id="{7F1308C2-EC48-4709-DEC5-02401577878A}"/>
                  </a:ext>
                </a:extLst>
              </p:cNvPr>
              <p:cNvSpPr/>
              <p:nvPr/>
            </p:nvSpPr>
            <p:spPr>
              <a:xfrm>
                <a:off x="474129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2" name="pg187">
                <a:extLst>
                  <a:ext uri="{FF2B5EF4-FFF2-40B4-BE49-F238E27FC236}">
                    <a16:creationId xmlns:a16="http://schemas.microsoft.com/office/drawing/2014/main" id="{B9BEF705-A0BD-E9F3-D643-485FE9FD8390}"/>
                  </a:ext>
                </a:extLst>
              </p:cNvPr>
              <p:cNvSpPr/>
              <p:nvPr/>
            </p:nvSpPr>
            <p:spPr>
              <a:xfrm>
                <a:off x="482273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3" name="pg188">
                <a:extLst>
                  <a:ext uri="{FF2B5EF4-FFF2-40B4-BE49-F238E27FC236}">
                    <a16:creationId xmlns:a16="http://schemas.microsoft.com/office/drawing/2014/main" id="{56B595D3-9B49-DACD-14C8-9A2997EF48C6}"/>
                  </a:ext>
                </a:extLst>
              </p:cNvPr>
              <p:cNvSpPr/>
              <p:nvPr/>
            </p:nvSpPr>
            <p:spPr>
              <a:xfrm>
                <a:off x="4904170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4" name="pg189">
                <a:extLst>
                  <a:ext uri="{FF2B5EF4-FFF2-40B4-BE49-F238E27FC236}">
                    <a16:creationId xmlns:a16="http://schemas.microsoft.com/office/drawing/2014/main" id="{FBBA3924-C278-1741-6998-E974BE596B2B}"/>
                  </a:ext>
                </a:extLst>
              </p:cNvPr>
              <p:cNvSpPr/>
              <p:nvPr/>
            </p:nvSpPr>
            <p:spPr>
              <a:xfrm>
                <a:off x="498560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5" name="pg190">
                <a:extLst>
                  <a:ext uri="{FF2B5EF4-FFF2-40B4-BE49-F238E27FC236}">
                    <a16:creationId xmlns:a16="http://schemas.microsoft.com/office/drawing/2014/main" id="{AA870423-F0D0-01FC-A4D8-F0FC2F089DCD}"/>
                  </a:ext>
                </a:extLst>
              </p:cNvPr>
              <p:cNvSpPr/>
              <p:nvPr/>
            </p:nvSpPr>
            <p:spPr>
              <a:xfrm>
                <a:off x="2949678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6" name="pg191">
                <a:extLst>
                  <a:ext uri="{FF2B5EF4-FFF2-40B4-BE49-F238E27FC236}">
                    <a16:creationId xmlns:a16="http://schemas.microsoft.com/office/drawing/2014/main" id="{697BF89C-3D02-DB0C-5456-9D40F83A7773}"/>
                  </a:ext>
                </a:extLst>
              </p:cNvPr>
              <p:cNvSpPr/>
              <p:nvPr/>
            </p:nvSpPr>
            <p:spPr>
              <a:xfrm>
                <a:off x="303111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7" name="pg192">
                <a:extLst>
                  <a:ext uri="{FF2B5EF4-FFF2-40B4-BE49-F238E27FC236}">
                    <a16:creationId xmlns:a16="http://schemas.microsoft.com/office/drawing/2014/main" id="{726DD0E4-1961-85CD-9F5B-23B9DD317BDA}"/>
                  </a:ext>
                </a:extLst>
              </p:cNvPr>
              <p:cNvSpPr/>
              <p:nvPr/>
            </p:nvSpPr>
            <p:spPr>
              <a:xfrm>
                <a:off x="311255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8" name="pg193">
                <a:extLst>
                  <a:ext uri="{FF2B5EF4-FFF2-40B4-BE49-F238E27FC236}">
                    <a16:creationId xmlns:a16="http://schemas.microsoft.com/office/drawing/2014/main" id="{D2B44204-84FA-988D-DC0E-0225F8434320}"/>
                  </a:ext>
                </a:extLst>
              </p:cNvPr>
              <p:cNvSpPr/>
              <p:nvPr/>
            </p:nvSpPr>
            <p:spPr>
              <a:xfrm>
                <a:off x="319399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9" name="pg194">
                <a:extLst>
                  <a:ext uri="{FF2B5EF4-FFF2-40B4-BE49-F238E27FC236}">
                    <a16:creationId xmlns:a16="http://schemas.microsoft.com/office/drawing/2014/main" id="{47D25A49-4923-CF3B-1C83-2FDE5E8FB1D6}"/>
                  </a:ext>
                </a:extLst>
              </p:cNvPr>
              <p:cNvSpPr/>
              <p:nvPr/>
            </p:nvSpPr>
            <p:spPr>
              <a:xfrm>
                <a:off x="3275427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0" name="pg195">
                <a:extLst>
                  <a:ext uri="{FF2B5EF4-FFF2-40B4-BE49-F238E27FC236}">
                    <a16:creationId xmlns:a16="http://schemas.microsoft.com/office/drawing/2014/main" id="{15474C0E-DD4C-5F23-084C-BC373EECBC65}"/>
                  </a:ext>
                </a:extLst>
              </p:cNvPr>
              <p:cNvSpPr/>
              <p:nvPr/>
            </p:nvSpPr>
            <p:spPr>
              <a:xfrm>
                <a:off x="3356864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1" name="pg196">
                <a:extLst>
                  <a:ext uri="{FF2B5EF4-FFF2-40B4-BE49-F238E27FC236}">
                    <a16:creationId xmlns:a16="http://schemas.microsoft.com/office/drawing/2014/main" id="{0E05D296-F375-377D-CAAC-0AA91F1CEB6D}"/>
                  </a:ext>
                </a:extLst>
              </p:cNvPr>
              <p:cNvSpPr/>
              <p:nvPr/>
            </p:nvSpPr>
            <p:spPr>
              <a:xfrm>
                <a:off x="3438301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2" name="pg197">
                <a:extLst>
                  <a:ext uri="{FF2B5EF4-FFF2-40B4-BE49-F238E27FC236}">
                    <a16:creationId xmlns:a16="http://schemas.microsoft.com/office/drawing/2014/main" id="{BF7E71F0-641F-1E49-F93E-3FDE8C781D05}"/>
                  </a:ext>
                </a:extLst>
              </p:cNvPr>
              <p:cNvSpPr/>
              <p:nvPr/>
            </p:nvSpPr>
            <p:spPr>
              <a:xfrm>
                <a:off x="3519738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3" name="pg198">
                <a:extLst>
                  <a:ext uri="{FF2B5EF4-FFF2-40B4-BE49-F238E27FC236}">
                    <a16:creationId xmlns:a16="http://schemas.microsoft.com/office/drawing/2014/main" id="{C388A517-F090-D6E1-6D89-072197CDB5C1}"/>
                  </a:ext>
                </a:extLst>
              </p:cNvPr>
              <p:cNvSpPr/>
              <p:nvPr/>
            </p:nvSpPr>
            <p:spPr>
              <a:xfrm>
                <a:off x="360117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4" name="pg199">
                <a:extLst>
                  <a:ext uri="{FF2B5EF4-FFF2-40B4-BE49-F238E27FC236}">
                    <a16:creationId xmlns:a16="http://schemas.microsoft.com/office/drawing/2014/main" id="{2951663E-9187-F7B2-F364-AE349E2D6D80}"/>
                  </a:ext>
                </a:extLst>
              </p:cNvPr>
              <p:cNvSpPr/>
              <p:nvPr/>
            </p:nvSpPr>
            <p:spPr>
              <a:xfrm>
                <a:off x="368261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5" name="pg200">
                <a:extLst>
                  <a:ext uri="{FF2B5EF4-FFF2-40B4-BE49-F238E27FC236}">
                    <a16:creationId xmlns:a16="http://schemas.microsoft.com/office/drawing/2014/main" id="{A6D33EF4-3AB2-9D4E-EF27-A0133FEC793B}"/>
                  </a:ext>
                </a:extLst>
              </p:cNvPr>
              <p:cNvSpPr/>
              <p:nvPr/>
            </p:nvSpPr>
            <p:spPr>
              <a:xfrm>
                <a:off x="376405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6" name="pg201">
                <a:extLst>
                  <a:ext uri="{FF2B5EF4-FFF2-40B4-BE49-F238E27FC236}">
                    <a16:creationId xmlns:a16="http://schemas.microsoft.com/office/drawing/2014/main" id="{61F3030F-BE59-62F7-C036-F732D6BBB363}"/>
                  </a:ext>
                </a:extLst>
              </p:cNvPr>
              <p:cNvSpPr/>
              <p:nvPr/>
            </p:nvSpPr>
            <p:spPr>
              <a:xfrm>
                <a:off x="3845487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7" name="pg202">
                <a:extLst>
                  <a:ext uri="{FF2B5EF4-FFF2-40B4-BE49-F238E27FC236}">
                    <a16:creationId xmlns:a16="http://schemas.microsoft.com/office/drawing/2014/main" id="{D8D83538-F13A-151A-FA1E-2AB919B69061}"/>
                  </a:ext>
                </a:extLst>
              </p:cNvPr>
              <p:cNvSpPr/>
              <p:nvPr/>
            </p:nvSpPr>
            <p:spPr>
              <a:xfrm>
                <a:off x="417123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8" name="pg203">
                <a:extLst>
                  <a:ext uri="{FF2B5EF4-FFF2-40B4-BE49-F238E27FC236}">
                    <a16:creationId xmlns:a16="http://schemas.microsoft.com/office/drawing/2014/main" id="{C89A5C1D-D644-509E-5C5C-273DDED3CDF6}"/>
                  </a:ext>
                </a:extLst>
              </p:cNvPr>
              <p:cNvSpPr/>
              <p:nvPr/>
            </p:nvSpPr>
            <p:spPr>
              <a:xfrm>
                <a:off x="425267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9" name="pg204">
                <a:extLst>
                  <a:ext uri="{FF2B5EF4-FFF2-40B4-BE49-F238E27FC236}">
                    <a16:creationId xmlns:a16="http://schemas.microsoft.com/office/drawing/2014/main" id="{CF9311FD-F224-B8FC-97D5-5DCD7646A5C6}"/>
                  </a:ext>
                </a:extLst>
              </p:cNvPr>
              <p:cNvSpPr/>
              <p:nvPr/>
            </p:nvSpPr>
            <p:spPr>
              <a:xfrm>
                <a:off x="433411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0" name="pg205">
                <a:extLst>
                  <a:ext uri="{FF2B5EF4-FFF2-40B4-BE49-F238E27FC236}">
                    <a16:creationId xmlns:a16="http://schemas.microsoft.com/office/drawing/2014/main" id="{F8356F06-0CFA-15CC-9640-D667EC3E9340}"/>
                  </a:ext>
                </a:extLst>
              </p:cNvPr>
              <p:cNvSpPr/>
              <p:nvPr/>
            </p:nvSpPr>
            <p:spPr>
              <a:xfrm>
                <a:off x="4415547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1" name="pg206">
                <a:extLst>
                  <a:ext uri="{FF2B5EF4-FFF2-40B4-BE49-F238E27FC236}">
                    <a16:creationId xmlns:a16="http://schemas.microsoft.com/office/drawing/2014/main" id="{13CC7106-F2C3-89DA-718D-56A90837F579}"/>
                  </a:ext>
                </a:extLst>
              </p:cNvPr>
              <p:cNvSpPr/>
              <p:nvPr/>
            </p:nvSpPr>
            <p:spPr>
              <a:xfrm>
                <a:off x="4496984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2" name="pg207">
                <a:extLst>
                  <a:ext uri="{FF2B5EF4-FFF2-40B4-BE49-F238E27FC236}">
                    <a16:creationId xmlns:a16="http://schemas.microsoft.com/office/drawing/2014/main" id="{79F15844-AD41-FC30-8CBB-1A8D5187FAEC}"/>
                  </a:ext>
                </a:extLst>
              </p:cNvPr>
              <p:cNvSpPr/>
              <p:nvPr/>
            </p:nvSpPr>
            <p:spPr>
              <a:xfrm>
                <a:off x="4578421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3" name="pg208">
                <a:extLst>
                  <a:ext uri="{FF2B5EF4-FFF2-40B4-BE49-F238E27FC236}">
                    <a16:creationId xmlns:a16="http://schemas.microsoft.com/office/drawing/2014/main" id="{C96D33DD-CF41-48BF-F048-89E4A1AC88FB}"/>
                  </a:ext>
                </a:extLst>
              </p:cNvPr>
              <p:cNvSpPr/>
              <p:nvPr/>
            </p:nvSpPr>
            <p:spPr>
              <a:xfrm>
                <a:off x="4659858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4" name="pg209">
                <a:extLst>
                  <a:ext uri="{FF2B5EF4-FFF2-40B4-BE49-F238E27FC236}">
                    <a16:creationId xmlns:a16="http://schemas.microsoft.com/office/drawing/2014/main" id="{C0AB9759-36B9-46E8-FD52-9072E8733BB1}"/>
                  </a:ext>
                </a:extLst>
              </p:cNvPr>
              <p:cNvSpPr/>
              <p:nvPr/>
            </p:nvSpPr>
            <p:spPr>
              <a:xfrm>
                <a:off x="474129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5" name="pg210">
                <a:extLst>
                  <a:ext uri="{FF2B5EF4-FFF2-40B4-BE49-F238E27FC236}">
                    <a16:creationId xmlns:a16="http://schemas.microsoft.com/office/drawing/2014/main" id="{0FEB9BB2-87CD-5DA9-F7C9-DAF06666A918}"/>
                  </a:ext>
                </a:extLst>
              </p:cNvPr>
              <p:cNvSpPr/>
              <p:nvPr/>
            </p:nvSpPr>
            <p:spPr>
              <a:xfrm>
                <a:off x="482273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6" name="pg211">
                <a:extLst>
                  <a:ext uri="{FF2B5EF4-FFF2-40B4-BE49-F238E27FC236}">
                    <a16:creationId xmlns:a16="http://schemas.microsoft.com/office/drawing/2014/main" id="{62B28ED4-D2E5-881D-322C-8792A5A6AABA}"/>
                  </a:ext>
                </a:extLst>
              </p:cNvPr>
              <p:cNvSpPr/>
              <p:nvPr/>
            </p:nvSpPr>
            <p:spPr>
              <a:xfrm>
                <a:off x="490417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7" name="pg212">
                <a:extLst>
                  <a:ext uri="{FF2B5EF4-FFF2-40B4-BE49-F238E27FC236}">
                    <a16:creationId xmlns:a16="http://schemas.microsoft.com/office/drawing/2014/main" id="{DC1D4009-D005-9CA1-8F92-B9F0DF09E538}"/>
                  </a:ext>
                </a:extLst>
              </p:cNvPr>
              <p:cNvSpPr/>
              <p:nvPr/>
            </p:nvSpPr>
            <p:spPr>
              <a:xfrm>
                <a:off x="2868241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8" name="pg213">
                <a:extLst>
                  <a:ext uri="{FF2B5EF4-FFF2-40B4-BE49-F238E27FC236}">
                    <a16:creationId xmlns:a16="http://schemas.microsoft.com/office/drawing/2014/main" id="{72A0FF48-4E8E-EE6D-78AC-E48BE0BC6561}"/>
                  </a:ext>
                </a:extLst>
              </p:cNvPr>
              <p:cNvSpPr/>
              <p:nvPr/>
            </p:nvSpPr>
            <p:spPr>
              <a:xfrm>
                <a:off x="2949678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9" name="pg214">
                <a:extLst>
                  <a:ext uri="{FF2B5EF4-FFF2-40B4-BE49-F238E27FC236}">
                    <a16:creationId xmlns:a16="http://schemas.microsoft.com/office/drawing/2014/main" id="{5A907D31-EA64-F616-1C44-EA2FD81C5CE4}"/>
                  </a:ext>
                </a:extLst>
              </p:cNvPr>
              <p:cNvSpPr/>
              <p:nvPr/>
            </p:nvSpPr>
            <p:spPr>
              <a:xfrm>
                <a:off x="303111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0" name="pg215">
                <a:extLst>
                  <a:ext uri="{FF2B5EF4-FFF2-40B4-BE49-F238E27FC236}">
                    <a16:creationId xmlns:a16="http://schemas.microsoft.com/office/drawing/2014/main" id="{628ED569-48F1-71E8-8CF0-F98F39CDA54B}"/>
                  </a:ext>
                </a:extLst>
              </p:cNvPr>
              <p:cNvSpPr/>
              <p:nvPr/>
            </p:nvSpPr>
            <p:spPr>
              <a:xfrm>
                <a:off x="311255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1" name="pg216">
                <a:extLst>
                  <a:ext uri="{FF2B5EF4-FFF2-40B4-BE49-F238E27FC236}">
                    <a16:creationId xmlns:a16="http://schemas.microsoft.com/office/drawing/2014/main" id="{FA26C94C-2FE1-8784-4E14-A62823E9669F}"/>
                  </a:ext>
                </a:extLst>
              </p:cNvPr>
              <p:cNvSpPr/>
              <p:nvPr/>
            </p:nvSpPr>
            <p:spPr>
              <a:xfrm>
                <a:off x="3193990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2" name="pg217">
                <a:extLst>
                  <a:ext uri="{FF2B5EF4-FFF2-40B4-BE49-F238E27FC236}">
                    <a16:creationId xmlns:a16="http://schemas.microsoft.com/office/drawing/2014/main" id="{63D16292-97C3-546E-866A-1C226E8A2711}"/>
                  </a:ext>
                </a:extLst>
              </p:cNvPr>
              <p:cNvSpPr/>
              <p:nvPr/>
            </p:nvSpPr>
            <p:spPr>
              <a:xfrm>
                <a:off x="3275427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8AB">
                  <a:alpha val="100000"/>
                </a:srgbClr>
              </a:solidFill>
              <a:ln w="5420" cap="flat">
                <a:solidFill>
                  <a:srgbClr val="52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3" name="pg218">
                <a:extLst>
                  <a:ext uri="{FF2B5EF4-FFF2-40B4-BE49-F238E27FC236}">
                    <a16:creationId xmlns:a16="http://schemas.microsoft.com/office/drawing/2014/main" id="{1CB36381-7394-80B3-F712-193A2E96E2D7}"/>
                  </a:ext>
                </a:extLst>
              </p:cNvPr>
              <p:cNvSpPr/>
              <p:nvPr/>
            </p:nvSpPr>
            <p:spPr>
              <a:xfrm>
                <a:off x="3356864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4" name="pg219">
                <a:extLst>
                  <a:ext uri="{FF2B5EF4-FFF2-40B4-BE49-F238E27FC236}">
                    <a16:creationId xmlns:a16="http://schemas.microsoft.com/office/drawing/2014/main" id="{46DA7A78-128D-5457-DE02-B95410C8E2DC}"/>
                  </a:ext>
                </a:extLst>
              </p:cNvPr>
              <p:cNvSpPr/>
              <p:nvPr/>
            </p:nvSpPr>
            <p:spPr>
              <a:xfrm>
                <a:off x="3438301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5" name="pg220">
                <a:extLst>
                  <a:ext uri="{FF2B5EF4-FFF2-40B4-BE49-F238E27FC236}">
                    <a16:creationId xmlns:a16="http://schemas.microsoft.com/office/drawing/2014/main" id="{B37F6CD6-0DF2-44F7-40A3-E69374F271DB}"/>
                  </a:ext>
                </a:extLst>
              </p:cNvPr>
              <p:cNvSpPr/>
              <p:nvPr/>
            </p:nvSpPr>
            <p:spPr>
              <a:xfrm>
                <a:off x="3519738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6" name="pg221">
                <a:extLst>
                  <a:ext uri="{FF2B5EF4-FFF2-40B4-BE49-F238E27FC236}">
                    <a16:creationId xmlns:a16="http://schemas.microsoft.com/office/drawing/2014/main" id="{E7F59E77-848D-AB60-3260-96BB42A35602}"/>
                  </a:ext>
                </a:extLst>
              </p:cNvPr>
              <p:cNvSpPr/>
              <p:nvPr/>
            </p:nvSpPr>
            <p:spPr>
              <a:xfrm>
                <a:off x="360117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7" name="pg222">
                <a:extLst>
                  <a:ext uri="{FF2B5EF4-FFF2-40B4-BE49-F238E27FC236}">
                    <a16:creationId xmlns:a16="http://schemas.microsoft.com/office/drawing/2014/main" id="{962DA0D4-E77F-093B-61D2-E22DAACCF74B}"/>
                  </a:ext>
                </a:extLst>
              </p:cNvPr>
              <p:cNvSpPr/>
              <p:nvPr/>
            </p:nvSpPr>
            <p:spPr>
              <a:xfrm>
                <a:off x="368261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8" name="pg223">
                <a:extLst>
                  <a:ext uri="{FF2B5EF4-FFF2-40B4-BE49-F238E27FC236}">
                    <a16:creationId xmlns:a16="http://schemas.microsoft.com/office/drawing/2014/main" id="{58BEC929-225C-8DF8-D945-FA439311F4FC}"/>
                  </a:ext>
                </a:extLst>
              </p:cNvPr>
              <p:cNvSpPr/>
              <p:nvPr/>
            </p:nvSpPr>
            <p:spPr>
              <a:xfrm>
                <a:off x="3764050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9" name="pg224">
                <a:extLst>
                  <a:ext uri="{FF2B5EF4-FFF2-40B4-BE49-F238E27FC236}">
                    <a16:creationId xmlns:a16="http://schemas.microsoft.com/office/drawing/2014/main" id="{BF4F0940-F08C-7DDC-B6C9-92BBFE87B78D}"/>
                  </a:ext>
                </a:extLst>
              </p:cNvPr>
              <p:cNvSpPr/>
              <p:nvPr/>
            </p:nvSpPr>
            <p:spPr>
              <a:xfrm>
                <a:off x="3845487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0" name="pg225">
                <a:extLst>
                  <a:ext uri="{FF2B5EF4-FFF2-40B4-BE49-F238E27FC236}">
                    <a16:creationId xmlns:a16="http://schemas.microsoft.com/office/drawing/2014/main" id="{36FED936-5AF5-04F6-1B41-2E38D621E640}"/>
                  </a:ext>
                </a:extLst>
              </p:cNvPr>
              <p:cNvSpPr/>
              <p:nvPr/>
            </p:nvSpPr>
            <p:spPr>
              <a:xfrm>
                <a:off x="417123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1" name="pg226">
                <a:extLst>
                  <a:ext uri="{FF2B5EF4-FFF2-40B4-BE49-F238E27FC236}">
                    <a16:creationId xmlns:a16="http://schemas.microsoft.com/office/drawing/2014/main" id="{94D0CFFC-41FC-DFE8-AEDD-2245ECE1E112}"/>
                  </a:ext>
                </a:extLst>
              </p:cNvPr>
              <p:cNvSpPr/>
              <p:nvPr/>
            </p:nvSpPr>
            <p:spPr>
              <a:xfrm>
                <a:off x="425267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2" name="pg227">
                <a:extLst>
                  <a:ext uri="{FF2B5EF4-FFF2-40B4-BE49-F238E27FC236}">
                    <a16:creationId xmlns:a16="http://schemas.microsoft.com/office/drawing/2014/main" id="{5D254DBB-8D5C-E354-9DF2-8D83C27A99CC}"/>
                  </a:ext>
                </a:extLst>
              </p:cNvPr>
              <p:cNvSpPr/>
              <p:nvPr/>
            </p:nvSpPr>
            <p:spPr>
              <a:xfrm>
                <a:off x="4334110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3" name="pg228">
                <a:extLst>
                  <a:ext uri="{FF2B5EF4-FFF2-40B4-BE49-F238E27FC236}">
                    <a16:creationId xmlns:a16="http://schemas.microsoft.com/office/drawing/2014/main" id="{CB9E20B7-148C-ECDF-7DD0-6EAF9EBEB819}"/>
                  </a:ext>
                </a:extLst>
              </p:cNvPr>
              <p:cNvSpPr/>
              <p:nvPr/>
            </p:nvSpPr>
            <p:spPr>
              <a:xfrm>
                <a:off x="4415547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4" name="pg229">
                <a:extLst>
                  <a:ext uri="{FF2B5EF4-FFF2-40B4-BE49-F238E27FC236}">
                    <a16:creationId xmlns:a16="http://schemas.microsoft.com/office/drawing/2014/main" id="{B41795F2-8002-7B95-EFA1-CA2AC577ED35}"/>
                  </a:ext>
                </a:extLst>
              </p:cNvPr>
              <p:cNvSpPr/>
              <p:nvPr/>
            </p:nvSpPr>
            <p:spPr>
              <a:xfrm>
                <a:off x="4496984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5" name="pg230">
                <a:extLst>
                  <a:ext uri="{FF2B5EF4-FFF2-40B4-BE49-F238E27FC236}">
                    <a16:creationId xmlns:a16="http://schemas.microsoft.com/office/drawing/2014/main" id="{EE1E7F84-F9D7-FCF4-D92E-091B4D778AD8}"/>
                  </a:ext>
                </a:extLst>
              </p:cNvPr>
              <p:cNvSpPr/>
              <p:nvPr/>
            </p:nvSpPr>
            <p:spPr>
              <a:xfrm>
                <a:off x="4578421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6" name="pg231">
                <a:extLst>
                  <a:ext uri="{FF2B5EF4-FFF2-40B4-BE49-F238E27FC236}">
                    <a16:creationId xmlns:a16="http://schemas.microsoft.com/office/drawing/2014/main" id="{E95E9F81-517F-DFBD-814C-144D8639F001}"/>
                  </a:ext>
                </a:extLst>
              </p:cNvPr>
              <p:cNvSpPr/>
              <p:nvPr/>
            </p:nvSpPr>
            <p:spPr>
              <a:xfrm>
                <a:off x="4659858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7" name="pg232">
                <a:extLst>
                  <a:ext uri="{FF2B5EF4-FFF2-40B4-BE49-F238E27FC236}">
                    <a16:creationId xmlns:a16="http://schemas.microsoft.com/office/drawing/2014/main" id="{6FEBDECF-8795-A69C-A8CE-F1E1EE6BEE7E}"/>
                  </a:ext>
                </a:extLst>
              </p:cNvPr>
              <p:cNvSpPr/>
              <p:nvPr/>
            </p:nvSpPr>
            <p:spPr>
              <a:xfrm>
                <a:off x="474129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8" name="pg233">
                <a:extLst>
                  <a:ext uri="{FF2B5EF4-FFF2-40B4-BE49-F238E27FC236}">
                    <a16:creationId xmlns:a16="http://schemas.microsoft.com/office/drawing/2014/main" id="{06352C02-EABC-B1EC-84CF-010C350AF1B4}"/>
                  </a:ext>
                </a:extLst>
              </p:cNvPr>
              <p:cNvSpPr/>
              <p:nvPr/>
            </p:nvSpPr>
            <p:spPr>
              <a:xfrm>
                <a:off x="482273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9" name="pg234">
                <a:extLst>
                  <a:ext uri="{FF2B5EF4-FFF2-40B4-BE49-F238E27FC236}">
                    <a16:creationId xmlns:a16="http://schemas.microsoft.com/office/drawing/2014/main" id="{77365375-DB26-B822-F2B0-1540EFEF0CE3}"/>
                  </a:ext>
                </a:extLst>
              </p:cNvPr>
              <p:cNvSpPr/>
              <p:nvPr/>
            </p:nvSpPr>
            <p:spPr>
              <a:xfrm>
                <a:off x="278680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0" name="pg235">
                <a:extLst>
                  <a:ext uri="{FF2B5EF4-FFF2-40B4-BE49-F238E27FC236}">
                    <a16:creationId xmlns:a16="http://schemas.microsoft.com/office/drawing/2014/main" id="{F7FB47BF-DD9B-1030-0D04-206CC4F2C583}"/>
                  </a:ext>
                </a:extLst>
              </p:cNvPr>
              <p:cNvSpPr/>
              <p:nvPr/>
            </p:nvSpPr>
            <p:spPr>
              <a:xfrm>
                <a:off x="2868241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1" name="pg236">
                <a:extLst>
                  <a:ext uri="{FF2B5EF4-FFF2-40B4-BE49-F238E27FC236}">
                    <a16:creationId xmlns:a16="http://schemas.microsoft.com/office/drawing/2014/main" id="{186452F4-9376-78F5-0BB9-B1B5008134E5}"/>
                  </a:ext>
                </a:extLst>
              </p:cNvPr>
              <p:cNvSpPr/>
              <p:nvPr/>
            </p:nvSpPr>
            <p:spPr>
              <a:xfrm>
                <a:off x="2949678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BFAB">
                  <a:alpha val="100000"/>
                </a:srgbClr>
              </a:solidFill>
              <a:ln w="5420" cap="flat">
                <a:solidFill>
                  <a:srgbClr val="57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2" name="pg237">
                <a:extLst>
                  <a:ext uri="{FF2B5EF4-FFF2-40B4-BE49-F238E27FC236}">
                    <a16:creationId xmlns:a16="http://schemas.microsoft.com/office/drawing/2014/main" id="{4E577CA9-3A59-5D88-8063-6A1097958726}"/>
                  </a:ext>
                </a:extLst>
              </p:cNvPr>
              <p:cNvSpPr/>
              <p:nvPr/>
            </p:nvSpPr>
            <p:spPr>
              <a:xfrm>
                <a:off x="3031116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3" name="pg238">
                <a:extLst>
                  <a:ext uri="{FF2B5EF4-FFF2-40B4-BE49-F238E27FC236}">
                    <a16:creationId xmlns:a16="http://schemas.microsoft.com/office/drawing/2014/main" id="{239FFEE3-B6B6-7228-B562-37A5BC279516}"/>
                  </a:ext>
                </a:extLst>
              </p:cNvPr>
              <p:cNvSpPr/>
              <p:nvPr/>
            </p:nvSpPr>
            <p:spPr>
              <a:xfrm>
                <a:off x="3112553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4" name="pg239">
                <a:extLst>
                  <a:ext uri="{FF2B5EF4-FFF2-40B4-BE49-F238E27FC236}">
                    <a16:creationId xmlns:a16="http://schemas.microsoft.com/office/drawing/2014/main" id="{DD465981-C174-7F2A-3A1B-F91D7AE4F0AB}"/>
                  </a:ext>
                </a:extLst>
              </p:cNvPr>
              <p:cNvSpPr/>
              <p:nvPr/>
            </p:nvSpPr>
            <p:spPr>
              <a:xfrm>
                <a:off x="3193990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5" name="pg240">
                <a:extLst>
                  <a:ext uri="{FF2B5EF4-FFF2-40B4-BE49-F238E27FC236}">
                    <a16:creationId xmlns:a16="http://schemas.microsoft.com/office/drawing/2014/main" id="{C5BD781E-6456-B7DD-F4B5-0FC311393815}"/>
                  </a:ext>
                </a:extLst>
              </p:cNvPr>
              <p:cNvSpPr/>
              <p:nvPr/>
            </p:nvSpPr>
            <p:spPr>
              <a:xfrm>
                <a:off x="3275427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6" name="pg241">
                <a:extLst>
                  <a:ext uri="{FF2B5EF4-FFF2-40B4-BE49-F238E27FC236}">
                    <a16:creationId xmlns:a16="http://schemas.microsoft.com/office/drawing/2014/main" id="{7C2F59E0-F045-3F14-35F5-70FFB449859D}"/>
                  </a:ext>
                </a:extLst>
              </p:cNvPr>
              <p:cNvSpPr/>
              <p:nvPr/>
            </p:nvSpPr>
            <p:spPr>
              <a:xfrm>
                <a:off x="335686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7" name="pg242">
                <a:extLst>
                  <a:ext uri="{FF2B5EF4-FFF2-40B4-BE49-F238E27FC236}">
                    <a16:creationId xmlns:a16="http://schemas.microsoft.com/office/drawing/2014/main" id="{B400CC67-947C-37BC-5054-F80745A289A4}"/>
                  </a:ext>
                </a:extLst>
              </p:cNvPr>
              <p:cNvSpPr/>
              <p:nvPr/>
            </p:nvSpPr>
            <p:spPr>
              <a:xfrm>
                <a:off x="3438301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8" name="pg243">
                <a:extLst>
                  <a:ext uri="{FF2B5EF4-FFF2-40B4-BE49-F238E27FC236}">
                    <a16:creationId xmlns:a16="http://schemas.microsoft.com/office/drawing/2014/main" id="{D42EA1DC-D76D-DDBB-2C3C-E921CEB69037}"/>
                  </a:ext>
                </a:extLst>
              </p:cNvPr>
              <p:cNvSpPr/>
              <p:nvPr/>
            </p:nvSpPr>
            <p:spPr>
              <a:xfrm>
                <a:off x="3519738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9" name="pg244">
                <a:extLst>
                  <a:ext uri="{FF2B5EF4-FFF2-40B4-BE49-F238E27FC236}">
                    <a16:creationId xmlns:a16="http://schemas.microsoft.com/office/drawing/2014/main" id="{E54378C3-F1F3-B643-C1AC-49DC650D6661}"/>
                  </a:ext>
                </a:extLst>
              </p:cNvPr>
              <p:cNvSpPr/>
              <p:nvPr/>
            </p:nvSpPr>
            <p:spPr>
              <a:xfrm>
                <a:off x="3601176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0" name="pg245">
                <a:extLst>
                  <a:ext uri="{FF2B5EF4-FFF2-40B4-BE49-F238E27FC236}">
                    <a16:creationId xmlns:a16="http://schemas.microsoft.com/office/drawing/2014/main" id="{FA4469AB-4D4C-6460-6F27-BF9DE2A585BE}"/>
                  </a:ext>
                </a:extLst>
              </p:cNvPr>
              <p:cNvSpPr/>
              <p:nvPr/>
            </p:nvSpPr>
            <p:spPr>
              <a:xfrm>
                <a:off x="3682613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1" name="pg246">
                <a:extLst>
                  <a:ext uri="{FF2B5EF4-FFF2-40B4-BE49-F238E27FC236}">
                    <a16:creationId xmlns:a16="http://schemas.microsoft.com/office/drawing/2014/main" id="{00FD458D-A342-4DD7-EFB6-DBBB00E6E44F}"/>
                  </a:ext>
                </a:extLst>
              </p:cNvPr>
              <p:cNvSpPr/>
              <p:nvPr/>
            </p:nvSpPr>
            <p:spPr>
              <a:xfrm>
                <a:off x="3764050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2" name="pg247">
                <a:extLst>
                  <a:ext uri="{FF2B5EF4-FFF2-40B4-BE49-F238E27FC236}">
                    <a16:creationId xmlns:a16="http://schemas.microsoft.com/office/drawing/2014/main" id="{A5E8B867-B001-AED7-9DCB-EBA964CD29E8}"/>
                  </a:ext>
                </a:extLst>
              </p:cNvPr>
              <p:cNvSpPr/>
              <p:nvPr/>
            </p:nvSpPr>
            <p:spPr>
              <a:xfrm>
                <a:off x="3845487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3" name="pg248">
                <a:extLst>
                  <a:ext uri="{FF2B5EF4-FFF2-40B4-BE49-F238E27FC236}">
                    <a16:creationId xmlns:a16="http://schemas.microsoft.com/office/drawing/2014/main" id="{7427651B-C6E4-00E7-C442-D29B28ED6193}"/>
                  </a:ext>
                </a:extLst>
              </p:cNvPr>
              <p:cNvSpPr/>
              <p:nvPr/>
            </p:nvSpPr>
            <p:spPr>
              <a:xfrm>
                <a:off x="392692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4" name="pg249">
                <a:extLst>
                  <a:ext uri="{FF2B5EF4-FFF2-40B4-BE49-F238E27FC236}">
                    <a16:creationId xmlns:a16="http://schemas.microsoft.com/office/drawing/2014/main" id="{F3170B78-71D9-D572-797F-385D850D6F8B}"/>
                  </a:ext>
                </a:extLst>
              </p:cNvPr>
              <p:cNvSpPr/>
              <p:nvPr/>
            </p:nvSpPr>
            <p:spPr>
              <a:xfrm>
                <a:off x="4252673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5" name="pg250">
                <a:extLst>
                  <a:ext uri="{FF2B5EF4-FFF2-40B4-BE49-F238E27FC236}">
                    <a16:creationId xmlns:a16="http://schemas.microsoft.com/office/drawing/2014/main" id="{659C0150-0FE5-09E4-00CA-4D7FDAB487D7}"/>
                  </a:ext>
                </a:extLst>
              </p:cNvPr>
              <p:cNvSpPr/>
              <p:nvPr/>
            </p:nvSpPr>
            <p:spPr>
              <a:xfrm>
                <a:off x="4334110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6" name="pg251">
                <a:extLst>
                  <a:ext uri="{FF2B5EF4-FFF2-40B4-BE49-F238E27FC236}">
                    <a16:creationId xmlns:a16="http://schemas.microsoft.com/office/drawing/2014/main" id="{47BF584B-CE49-CAB7-9E10-8EED5701D5DF}"/>
                  </a:ext>
                </a:extLst>
              </p:cNvPr>
              <p:cNvSpPr/>
              <p:nvPr/>
            </p:nvSpPr>
            <p:spPr>
              <a:xfrm>
                <a:off x="4415547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7" name="pg252">
                <a:extLst>
                  <a:ext uri="{FF2B5EF4-FFF2-40B4-BE49-F238E27FC236}">
                    <a16:creationId xmlns:a16="http://schemas.microsoft.com/office/drawing/2014/main" id="{45406722-E3C9-B6A0-0213-EF6927594F5F}"/>
                  </a:ext>
                </a:extLst>
              </p:cNvPr>
              <p:cNvSpPr/>
              <p:nvPr/>
            </p:nvSpPr>
            <p:spPr>
              <a:xfrm>
                <a:off x="449698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8" name="pg253">
                <a:extLst>
                  <a:ext uri="{FF2B5EF4-FFF2-40B4-BE49-F238E27FC236}">
                    <a16:creationId xmlns:a16="http://schemas.microsoft.com/office/drawing/2014/main" id="{A8AFD363-5384-EE01-B8EF-60D7DA98C0FE}"/>
                  </a:ext>
                </a:extLst>
              </p:cNvPr>
              <p:cNvSpPr/>
              <p:nvPr/>
            </p:nvSpPr>
            <p:spPr>
              <a:xfrm>
                <a:off x="4578421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9" name="pg254">
                <a:extLst>
                  <a:ext uri="{FF2B5EF4-FFF2-40B4-BE49-F238E27FC236}">
                    <a16:creationId xmlns:a16="http://schemas.microsoft.com/office/drawing/2014/main" id="{F95AA9D0-B80B-EB1E-349A-A0D7ADF038B4}"/>
                  </a:ext>
                </a:extLst>
              </p:cNvPr>
              <p:cNvSpPr/>
              <p:nvPr/>
            </p:nvSpPr>
            <p:spPr>
              <a:xfrm>
                <a:off x="4659858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0" name="pg255">
                <a:extLst>
                  <a:ext uri="{FF2B5EF4-FFF2-40B4-BE49-F238E27FC236}">
                    <a16:creationId xmlns:a16="http://schemas.microsoft.com/office/drawing/2014/main" id="{7B991625-C6D6-5148-5822-17A08592F530}"/>
                  </a:ext>
                </a:extLst>
              </p:cNvPr>
              <p:cNvSpPr/>
              <p:nvPr/>
            </p:nvSpPr>
            <p:spPr>
              <a:xfrm>
                <a:off x="4741296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1" name="pg256">
                <a:extLst>
                  <a:ext uri="{FF2B5EF4-FFF2-40B4-BE49-F238E27FC236}">
                    <a16:creationId xmlns:a16="http://schemas.microsoft.com/office/drawing/2014/main" id="{FE9F31D1-61EA-E5A5-5B9E-9BF7C43548FD}"/>
                  </a:ext>
                </a:extLst>
              </p:cNvPr>
              <p:cNvSpPr/>
              <p:nvPr/>
            </p:nvSpPr>
            <p:spPr>
              <a:xfrm>
                <a:off x="278680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2" name="pg257">
                <a:extLst>
                  <a:ext uri="{FF2B5EF4-FFF2-40B4-BE49-F238E27FC236}">
                    <a16:creationId xmlns:a16="http://schemas.microsoft.com/office/drawing/2014/main" id="{6218491B-73AB-4A75-A82B-499C9D405C9E}"/>
                  </a:ext>
                </a:extLst>
              </p:cNvPr>
              <p:cNvSpPr/>
              <p:nvPr/>
            </p:nvSpPr>
            <p:spPr>
              <a:xfrm>
                <a:off x="2868241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3" name="pg258">
                <a:extLst>
                  <a:ext uri="{FF2B5EF4-FFF2-40B4-BE49-F238E27FC236}">
                    <a16:creationId xmlns:a16="http://schemas.microsoft.com/office/drawing/2014/main" id="{36BE867B-8599-1ADB-1D9D-3E03D5EC8583}"/>
                  </a:ext>
                </a:extLst>
              </p:cNvPr>
              <p:cNvSpPr/>
              <p:nvPr/>
            </p:nvSpPr>
            <p:spPr>
              <a:xfrm>
                <a:off x="2949678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4" name="pg259">
                <a:extLst>
                  <a:ext uri="{FF2B5EF4-FFF2-40B4-BE49-F238E27FC236}">
                    <a16:creationId xmlns:a16="http://schemas.microsoft.com/office/drawing/2014/main" id="{7C09744C-D8D1-C3D4-DEEC-08B8A619179E}"/>
                  </a:ext>
                </a:extLst>
              </p:cNvPr>
              <p:cNvSpPr/>
              <p:nvPr/>
            </p:nvSpPr>
            <p:spPr>
              <a:xfrm>
                <a:off x="3031116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5" name="pg260">
                <a:extLst>
                  <a:ext uri="{FF2B5EF4-FFF2-40B4-BE49-F238E27FC236}">
                    <a16:creationId xmlns:a16="http://schemas.microsoft.com/office/drawing/2014/main" id="{09F8A23D-1F07-4319-23FB-7D331C06C64B}"/>
                  </a:ext>
                </a:extLst>
              </p:cNvPr>
              <p:cNvSpPr/>
              <p:nvPr/>
            </p:nvSpPr>
            <p:spPr>
              <a:xfrm>
                <a:off x="3112553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6" name="pg261">
                <a:extLst>
                  <a:ext uri="{FF2B5EF4-FFF2-40B4-BE49-F238E27FC236}">
                    <a16:creationId xmlns:a16="http://schemas.microsoft.com/office/drawing/2014/main" id="{5A9409C9-8B4E-9069-281C-C9463AE91F03}"/>
                  </a:ext>
                </a:extLst>
              </p:cNvPr>
              <p:cNvSpPr/>
              <p:nvPr/>
            </p:nvSpPr>
            <p:spPr>
              <a:xfrm>
                <a:off x="3193990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7" name="pg262">
                <a:extLst>
                  <a:ext uri="{FF2B5EF4-FFF2-40B4-BE49-F238E27FC236}">
                    <a16:creationId xmlns:a16="http://schemas.microsoft.com/office/drawing/2014/main" id="{08B42781-81F7-4C4A-4800-1DEF64AFD48F}"/>
                  </a:ext>
                </a:extLst>
              </p:cNvPr>
              <p:cNvSpPr/>
              <p:nvPr/>
            </p:nvSpPr>
            <p:spPr>
              <a:xfrm>
                <a:off x="3275427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8" name="pg263">
                <a:extLst>
                  <a:ext uri="{FF2B5EF4-FFF2-40B4-BE49-F238E27FC236}">
                    <a16:creationId xmlns:a16="http://schemas.microsoft.com/office/drawing/2014/main" id="{8E4DB56A-FC76-E557-6810-346F4B890583}"/>
                  </a:ext>
                </a:extLst>
              </p:cNvPr>
              <p:cNvSpPr/>
              <p:nvPr/>
            </p:nvSpPr>
            <p:spPr>
              <a:xfrm>
                <a:off x="335686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9" name="pg264">
                <a:extLst>
                  <a:ext uri="{FF2B5EF4-FFF2-40B4-BE49-F238E27FC236}">
                    <a16:creationId xmlns:a16="http://schemas.microsoft.com/office/drawing/2014/main" id="{BEFFF2B5-02C0-421D-1B9C-9854D1119B37}"/>
                  </a:ext>
                </a:extLst>
              </p:cNvPr>
              <p:cNvSpPr/>
              <p:nvPr/>
            </p:nvSpPr>
            <p:spPr>
              <a:xfrm>
                <a:off x="3438301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0" name="pg265">
                <a:extLst>
                  <a:ext uri="{FF2B5EF4-FFF2-40B4-BE49-F238E27FC236}">
                    <a16:creationId xmlns:a16="http://schemas.microsoft.com/office/drawing/2014/main" id="{42C31995-17EA-7852-A420-1F12E59834FC}"/>
                  </a:ext>
                </a:extLst>
              </p:cNvPr>
              <p:cNvSpPr/>
              <p:nvPr/>
            </p:nvSpPr>
            <p:spPr>
              <a:xfrm>
                <a:off x="3519738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1" name="pg266">
                <a:extLst>
                  <a:ext uri="{FF2B5EF4-FFF2-40B4-BE49-F238E27FC236}">
                    <a16:creationId xmlns:a16="http://schemas.microsoft.com/office/drawing/2014/main" id="{9E8116A6-5DE2-0816-81A6-4EB221CA6BC7}"/>
                  </a:ext>
                </a:extLst>
              </p:cNvPr>
              <p:cNvSpPr/>
              <p:nvPr/>
            </p:nvSpPr>
            <p:spPr>
              <a:xfrm>
                <a:off x="3601176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2" name="pg267">
                <a:extLst>
                  <a:ext uri="{FF2B5EF4-FFF2-40B4-BE49-F238E27FC236}">
                    <a16:creationId xmlns:a16="http://schemas.microsoft.com/office/drawing/2014/main" id="{DB681BFB-6FDE-EDDA-21F9-97C12C974FBB}"/>
                  </a:ext>
                </a:extLst>
              </p:cNvPr>
              <p:cNvSpPr/>
              <p:nvPr/>
            </p:nvSpPr>
            <p:spPr>
              <a:xfrm>
                <a:off x="3682613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B">
                  <a:alpha val="100000"/>
                </a:srgbClr>
              </a:solidFill>
              <a:ln w="5420" cap="flat">
                <a:solidFill>
                  <a:srgbClr val="48A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3" name="pg268">
                <a:extLst>
                  <a:ext uri="{FF2B5EF4-FFF2-40B4-BE49-F238E27FC236}">
                    <a16:creationId xmlns:a16="http://schemas.microsoft.com/office/drawing/2014/main" id="{ADBB715F-13FF-A577-3C05-210C758B9BA4}"/>
                  </a:ext>
                </a:extLst>
              </p:cNvPr>
              <p:cNvSpPr/>
              <p:nvPr/>
            </p:nvSpPr>
            <p:spPr>
              <a:xfrm>
                <a:off x="3764050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4" name="pg269">
                <a:extLst>
                  <a:ext uri="{FF2B5EF4-FFF2-40B4-BE49-F238E27FC236}">
                    <a16:creationId xmlns:a16="http://schemas.microsoft.com/office/drawing/2014/main" id="{B99301ED-4823-766D-E3A4-44324AF43D1F}"/>
                  </a:ext>
                </a:extLst>
              </p:cNvPr>
              <p:cNvSpPr/>
              <p:nvPr/>
            </p:nvSpPr>
            <p:spPr>
              <a:xfrm>
                <a:off x="3845487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5" name="pg270">
                <a:extLst>
                  <a:ext uri="{FF2B5EF4-FFF2-40B4-BE49-F238E27FC236}">
                    <a16:creationId xmlns:a16="http://schemas.microsoft.com/office/drawing/2014/main" id="{313551B7-917E-E1C9-EE38-0AD8A2042527}"/>
                  </a:ext>
                </a:extLst>
              </p:cNvPr>
              <p:cNvSpPr/>
              <p:nvPr/>
            </p:nvSpPr>
            <p:spPr>
              <a:xfrm>
                <a:off x="392692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6" name="pg271">
                <a:extLst>
                  <a:ext uri="{FF2B5EF4-FFF2-40B4-BE49-F238E27FC236}">
                    <a16:creationId xmlns:a16="http://schemas.microsoft.com/office/drawing/2014/main" id="{B1F0188C-4DE4-F2ED-F3DA-A88776D64E57}"/>
                  </a:ext>
                </a:extLst>
              </p:cNvPr>
              <p:cNvSpPr/>
              <p:nvPr/>
            </p:nvSpPr>
            <p:spPr>
              <a:xfrm>
                <a:off x="4252673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7" name="pg272">
                <a:extLst>
                  <a:ext uri="{FF2B5EF4-FFF2-40B4-BE49-F238E27FC236}">
                    <a16:creationId xmlns:a16="http://schemas.microsoft.com/office/drawing/2014/main" id="{F443B5C1-2A4F-21FE-8F96-B3C69C1C5F2F}"/>
                  </a:ext>
                </a:extLst>
              </p:cNvPr>
              <p:cNvSpPr/>
              <p:nvPr/>
            </p:nvSpPr>
            <p:spPr>
              <a:xfrm>
                <a:off x="4334110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8" name="pg273">
                <a:extLst>
                  <a:ext uri="{FF2B5EF4-FFF2-40B4-BE49-F238E27FC236}">
                    <a16:creationId xmlns:a16="http://schemas.microsoft.com/office/drawing/2014/main" id="{E14A494E-006F-FB3F-64DB-8603B1CCABC7}"/>
                  </a:ext>
                </a:extLst>
              </p:cNvPr>
              <p:cNvSpPr/>
              <p:nvPr/>
            </p:nvSpPr>
            <p:spPr>
              <a:xfrm>
                <a:off x="4415547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9" name="pg274">
                <a:extLst>
                  <a:ext uri="{FF2B5EF4-FFF2-40B4-BE49-F238E27FC236}">
                    <a16:creationId xmlns:a16="http://schemas.microsoft.com/office/drawing/2014/main" id="{30EEADFE-855B-1041-1C3D-541585BA0EBF}"/>
                  </a:ext>
                </a:extLst>
              </p:cNvPr>
              <p:cNvSpPr/>
              <p:nvPr/>
            </p:nvSpPr>
            <p:spPr>
              <a:xfrm>
                <a:off x="449698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0" name="pg275">
                <a:extLst>
                  <a:ext uri="{FF2B5EF4-FFF2-40B4-BE49-F238E27FC236}">
                    <a16:creationId xmlns:a16="http://schemas.microsoft.com/office/drawing/2014/main" id="{6E9D050E-B4B8-9713-6CBD-739CEE5596E0}"/>
                  </a:ext>
                </a:extLst>
              </p:cNvPr>
              <p:cNvSpPr/>
              <p:nvPr/>
            </p:nvSpPr>
            <p:spPr>
              <a:xfrm>
                <a:off x="4578421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1" name="pg276">
                <a:extLst>
                  <a:ext uri="{FF2B5EF4-FFF2-40B4-BE49-F238E27FC236}">
                    <a16:creationId xmlns:a16="http://schemas.microsoft.com/office/drawing/2014/main" id="{9419A56C-9C7F-193D-0B61-ACB9C46272B1}"/>
                  </a:ext>
                </a:extLst>
              </p:cNvPr>
              <p:cNvSpPr/>
              <p:nvPr/>
            </p:nvSpPr>
            <p:spPr>
              <a:xfrm>
                <a:off x="4659858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2" name="pg277">
                <a:extLst>
                  <a:ext uri="{FF2B5EF4-FFF2-40B4-BE49-F238E27FC236}">
                    <a16:creationId xmlns:a16="http://schemas.microsoft.com/office/drawing/2014/main" id="{BE791E3D-53C0-F4A1-D60A-A9F90E8F7C05}"/>
                  </a:ext>
                </a:extLst>
              </p:cNvPr>
              <p:cNvSpPr/>
              <p:nvPr/>
            </p:nvSpPr>
            <p:spPr>
              <a:xfrm>
                <a:off x="270536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3" name="pg278">
                <a:extLst>
                  <a:ext uri="{FF2B5EF4-FFF2-40B4-BE49-F238E27FC236}">
                    <a16:creationId xmlns:a16="http://schemas.microsoft.com/office/drawing/2014/main" id="{20E8EB4B-7193-C642-F18B-AE6844950AAC}"/>
                  </a:ext>
                </a:extLst>
              </p:cNvPr>
              <p:cNvSpPr/>
              <p:nvPr/>
            </p:nvSpPr>
            <p:spPr>
              <a:xfrm>
                <a:off x="278680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4" name="pg279">
                <a:extLst>
                  <a:ext uri="{FF2B5EF4-FFF2-40B4-BE49-F238E27FC236}">
                    <a16:creationId xmlns:a16="http://schemas.microsoft.com/office/drawing/2014/main" id="{77B456DB-F8C0-0D44-2B8F-F1742249231D}"/>
                  </a:ext>
                </a:extLst>
              </p:cNvPr>
              <p:cNvSpPr/>
              <p:nvPr/>
            </p:nvSpPr>
            <p:spPr>
              <a:xfrm>
                <a:off x="286824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5" name="pg280">
                <a:extLst>
                  <a:ext uri="{FF2B5EF4-FFF2-40B4-BE49-F238E27FC236}">
                    <a16:creationId xmlns:a16="http://schemas.microsoft.com/office/drawing/2014/main" id="{8B725F73-BDAB-146B-0395-D23A976568DA}"/>
                  </a:ext>
                </a:extLst>
              </p:cNvPr>
              <p:cNvSpPr/>
              <p:nvPr/>
            </p:nvSpPr>
            <p:spPr>
              <a:xfrm>
                <a:off x="2949678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6" name="pg281">
                <a:extLst>
                  <a:ext uri="{FF2B5EF4-FFF2-40B4-BE49-F238E27FC236}">
                    <a16:creationId xmlns:a16="http://schemas.microsoft.com/office/drawing/2014/main" id="{B3E08297-3C32-92C0-DCC5-4606FCD403F3}"/>
                  </a:ext>
                </a:extLst>
              </p:cNvPr>
              <p:cNvSpPr/>
              <p:nvPr/>
            </p:nvSpPr>
            <p:spPr>
              <a:xfrm>
                <a:off x="3031116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7" name="pg282">
                <a:extLst>
                  <a:ext uri="{FF2B5EF4-FFF2-40B4-BE49-F238E27FC236}">
                    <a16:creationId xmlns:a16="http://schemas.microsoft.com/office/drawing/2014/main" id="{39FA4BEB-F1BB-A5A1-9BD6-FD9634DCF8B5}"/>
                  </a:ext>
                </a:extLst>
              </p:cNvPr>
              <p:cNvSpPr/>
              <p:nvPr/>
            </p:nvSpPr>
            <p:spPr>
              <a:xfrm>
                <a:off x="3112553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8" name="pg283">
                <a:extLst>
                  <a:ext uri="{FF2B5EF4-FFF2-40B4-BE49-F238E27FC236}">
                    <a16:creationId xmlns:a16="http://schemas.microsoft.com/office/drawing/2014/main" id="{1A17249A-7C11-2A50-58CD-CB27DFCF51E1}"/>
                  </a:ext>
                </a:extLst>
              </p:cNvPr>
              <p:cNvSpPr/>
              <p:nvPr/>
            </p:nvSpPr>
            <p:spPr>
              <a:xfrm>
                <a:off x="3193990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9" name="pg284">
                <a:extLst>
                  <a:ext uri="{FF2B5EF4-FFF2-40B4-BE49-F238E27FC236}">
                    <a16:creationId xmlns:a16="http://schemas.microsoft.com/office/drawing/2014/main" id="{88152C29-EC21-23AA-581C-67509A8FC37E}"/>
                  </a:ext>
                </a:extLst>
              </p:cNvPr>
              <p:cNvSpPr/>
              <p:nvPr/>
            </p:nvSpPr>
            <p:spPr>
              <a:xfrm>
                <a:off x="327542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0" name="pg285">
                <a:extLst>
                  <a:ext uri="{FF2B5EF4-FFF2-40B4-BE49-F238E27FC236}">
                    <a16:creationId xmlns:a16="http://schemas.microsoft.com/office/drawing/2014/main" id="{5D630AED-68E7-5081-187F-5A86B62DF1DA}"/>
                  </a:ext>
                </a:extLst>
              </p:cNvPr>
              <p:cNvSpPr/>
              <p:nvPr/>
            </p:nvSpPr>
            <p:spPr>
              <a:xfrm>
                <a:off x="335686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1" name="pg286">
                <a:extLst>
                  <a:ext uri="{FF2B5EF4-FFF2-40B4-BE49-F238E27FC236}">
                    <a16:creationId xmlns:a16="http://schemas.microsoft.com/office/drawing/2014/main" id="{C113FD09-85E9-DC2B-B94B-4668AAFEEDC4}"/>
                  </a:ext>
                </a:extLst>
              </p:cNvPr>
              <p:cNvSpPr/>
              <p:nvPr/>
            </p:nvSpPr>
            <p:spPr>
              <a:xfrm>
                <a:off x="343830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2" name="pg287">
                <a:extLst>
                  <a:ext uri="{FF2B5EF4-FFF2-40B4-BE49-F238E27FC236}">
                    <a16:creationId xmlns:a16="http://schemas.microsoft.com/office/drawing/2014/main" id="{DED447CE-2FB2-BD53-D24C-A806A80DC082}"/>
                  </a:ext>
                </a:extLst>
              </p:cNvPr>
              <p:cNvSpPr/>
              <p:nvPr/>
            </p:nvSpPr>
            <p:spPr>
              <a:xfrm>
                <a:off x="3519738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3" name="pg288">
                <a:extLst>
                  <a:ext uri="{FF2B5EF4-FFF2-40B4-BE49-F238E27FC236}">
                    <a16:creationId xmlns:a16="http://schemas.microsoft.com/office/drawing/2014/main" id="{BB6F21A5-8C53-C44F-0051-3200C3236925}"/>
                  </a:ext>
                </a:extLst>
              </p:cNvPr>
              <p:cNvSpPr/>
              <p:nvPr/>
            </p:nvSpPr>
            <p:spPr>
              <a:xfrm>
                <a:off x="3601176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4" name="pg289">
                <a:extLst>
                  <a:ext uri="{FF2B5EF4-FFF2-40B4-BE49-F238E27FC236}">
                    <a16:creationId xmlns:a16="http://schemas.microsoft.com/office/drawing/2014/main" id="{E6BD57B2-A3E3-D3D4-E461-AC559C208F3C}"/>
                  </a:ext>
                </a:extLst>
              </p:cNvPr>
              <p:cNvSpPr/>
              <p:nvPr/>
            </p:nvSpPr>
            <p:spPr>
              <a:xfrm>
                <a:off x="3682613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5" name="pg290">
                <a:extLst>
                  <a:ext uri="{FF2B5EF4-FFF2-40B4-BE49-F238E27FC236}">
                    <a16:creationId xmlns:a16="http://schemas.microsoft.com/office/drawing/2014/main" id="{ECA8E419-EE7D-1984-EB41-954EFD5D750F}"/>
                  </a:ext>
                </a:extLst>
              </p:cNvPr>
              <p:cNvSpPr/>
              <p:nvPr/>
            </p:nvSpPr>
            <p:spPr>
              <a:xfrm>
                <a:off x="3764050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6" name="pg291">
                <a:extLst>
                  <a:ext uri="{FF2B5EF4-FFF2-40B4-BE49-F238E27FC236}">
                    <a16:creationId xmlns:a16="http://schemas.microsoft.com/office/drawing/2014/main" id="{8230CFB5-0223-09BC-E445-A2CE268BEF09}"/>
                  </a:ext>
                </a:extLst>
              </p:cNvPr>
              <p:cNvSpPr/>
              <p:nvPr/>
            </p:nvSpPr>
            <p:spPr>
              <a:xfrm>
                <a:off x="384548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7" name="pg292">
                <a:extLst>
                  <a:ext uri="{FF2B5EF4-FFF2-40B4-BE49-F238E27FC236}">
                    <a16:creationId xmlns:a16="http://schemas.microsoft.com/office/drawing/2014/main" id="{10DB3AC9-3BAD-063B-69A7-DDE67006455E}"/>
                  </a:ext>
                </a:extLst>
              </p:cNvPr>
              <p:cNvSpPr/>
              <p:nvPr/>
            </p:nvSpPr>
            <p:spPr>
              <a:xfrm>
                <a:off x="392692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8" name="pg293">
                <a:extLst>
                  <a:ext uri="{FF2B5EF4-FFF2-40B4-BE49-F238E27FC236}">
                    <a16:creationId xmlns:a16="http://schemas.microsoft.com/office/drawing/2014/main" id="{4F51C8CF-81DF-A3E0-446F-F5EBF63DF9A0}"/>
                  </a:ext>
                </a:extLst>
              </p:cNvPr>
              <p:cNvSpPr/>
              <p:nvPr/>
            </p:nvSpPr>
            <p:spPr>
              <a:xfrm>
                <a:off x="400836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9" name="pg294">
                <a:extLst>
                  <a:ext uri="{FF2B5EF4-FFF2-40B4-BE49-F238E27FC236}">
                    <a16:creationId xmlns:a16="http://schemas.microsoft.com/office/drawing/2014/main" id="{6ADEB4B2-AF5A-80D4-D0F0-E903F975450D}"/>
                  </a:ext>
                </a:extLst>
              </p:cNvPr>
              <p:cNvSpPr/>
              <p:nvPr/>
            </p:nvSpPr>
            <p:spPr>
              <a:xfrm>
                <a:off x="4252673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0" name="pg295">
                <a:extLst>
                  <a:ext uri="{FF2B5EF4-FFF2-40B4-BE49-F238E27FC236}">
                    <a16:creationId xmlns:a16="http://schemas.microsoft.com/office/drawing/2014/main" id="{7A6A8612-7BBD-A3A1-9146-68178E77A76C}"/>
                  </a:ext>
                </a:extLst>
              </p:cNvPr>
              <p:cNvSpPr/>
              <p:nvPr/>
            </p:nvSpPr>
            <p:spPr>
              <a:xfrm>
                <a:off x="4334110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1" name="pg296">
                <a:extLst>
                  <a:ext uri="{FF2B5EF4-FFF2-40B4-BE49-F238E27FC236}">
                    <a16:creationId xmlns:a16="http://schemas.microsoft.com/office/drawing/2014/main" id="{D25B9DAE-C674-DC4A-D69E-EEFFC529B3DE}"/>
                  </a:ext>
                </a:extLst>
              </p:cNvPr>
              <p:cNvSpPr/>
              <p:nvPr/>
            </p:nvSpPr>
            <p:spPr>
              <a:xfrm>
                <a:off x="441554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2" name="pg297">
                <a:extLst>
                  <a:ext uri="{FF2B5EF4-FFF2-40B4-BE49-F238E27FC236}">
                    <a16:creationId xmlns:a16="http://schemas.microsoft.com/office/drawing/2014/main" id="{25879596-C7F6-1959-A833-721E3A144039}"/>
                  </a:ext>
                </a:extLst>
              </p:cNvPr>
              <p:cNvSpPr/>
              <p:nvPr/>
            </p:nvSpPr>
            <p:spPr>
              <a:xfrm>
                <a:off x="449698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3" name="pg298">
                <a:extLst>
                  <a:ext uri="{FF2B5EF4-FFF2-40B4-BE49-F238E27FC236}">
                    <a16:creationId xmlns:a16="http://schemas.microsoft.com/office/drawing/2014/main" id="{B8C77ADC-DFE4-6FB0-E829-20014081DB5E}"/>
                  </a:ext>
                </a:extLst>
              </p:cNvPr>
              <p:cNvSpPr/>
              <p:nvPr/>
            </p:nvSpPr>
            <p:spPr>
              <a:xfrm>
                <a:off x="457842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4" name="pg299">
                <a:extLst>
                  <a:ext uri="{FF2B5EF4-FFF2-40B4-BE49-F238E27FC236}">
                    <a16:creationId xmlns:a16="http://schemas.microsoft.com/office/drawing/2014/main" id="{AE5DAF0B-9EED-BE04-9CB2-D3300A99E808}"/>
                  </a:ext>
                </a:extLst>
              </p:cNvPr>
              <p:cNvSpPr/>
              <p:nvPr/>
            </p:nvSpPr>
            <p:spPr>
              <a:xfrm>
                <a:off x="4659858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5" name="pg300">
                <a:extLst>
                  <a:ext uri="{FF2B5EF4-FFF2-40B4-BE49-F238E27FC236}">
                    <a16:creationId xmlns:a16="http://schemas.microsoft.com/office/drawing/2014/main" id="{AAE21282-6BEC-03CC-A404-D3A4E5464189}"/>
                  </a:ext>
                </a:extLst>
              </p:cNvPr>
              <p:cNvSpPr/>
              <p:nvPr/>
            </p:nvSpPr>
            <p:spPr>
              <a:xfrm>
                <a:off x="270536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6" name="pg301">
                <a:extLst>
                  <a:ext uri="{FF2B5EF4-FFF2-40B4-BE49-F238E27FC236}">
                    <a16:creationId xmlns:a16="http://schemas.microsoft.com/office/drawing/2014/main" id="{5E780963-5858-C0A3-B132-8A9729C86ED8}"/>
                  </a:ext>
                </a:extLst>
              </p:cNvPr>
              <p:cNvSpPr/>
              <p:nvPr/>
            </p:nvSpPr>
            <p:spPr>
              <a:xfrm>
                <a:off x="278680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7" name="pg302">
                <a:extLst>
                  <a:ext uri="{FF2B5EF4-FFF2-40B4-BE49-F238E27FC236}">
                    <a16:creationId xmlns:a16="http://schemas.microsoft.com/office/drawing/2014/main" id="{6AD0B09F-FD90-1BB7-FDDB-AD73BE9E2076}"/>
                  </a:ext>
                </a:extLst>
              </p:cNvPr>
              <p:cNvSpPr/>
              <p:nvPr/>
            </p:nvSpPr>
            <p:spPr>
              <a:xfrm>
                <a:off x="286824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8" name="pg303">
                <a:extLst>
                  <a:ext uri="{FF2B5EF4-FFF2-40B4-BE49-F238E27FC236}">
                    <a16:creationId xmlns:a16="http://schemas.microsoft.com/office/drawing/2014/main" id="{51D713A3-DF0A-E7B4-79AD-A44C0519A552}"/>
                  </a:ext>
                </a:extLst>
              </p:cNvPr>
              <p:cNvSpPr/>
              <p:nvPr/>
            </p:nvSpPr>
            <p:spPr>
              <a:xfrm>
                <a:off x="294967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9" name="pg304">
                <a:extLst>
                  <a:ext uri="{FF2B5EF4-FFF2-40B4-BE49-F238E27FC236}">
                    <a16:creationId xmlns:a16="http://schemas.microsoft.com/office/drawing/2014/main" id="{E11F9DA1-9BE7-84B6-3211-9C11B920B100}"/>
                  </a:ext>
                </a:extLst>
              </p:cNvPr>
              <p:cNvSpPr/>
              <p:nvPr/>
            </p:nvSpPr>
            <p:spPr>
              <a:xfrm>
                <a:off x="3031116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0" name="pg305">
                <a:extLst>
                  <a:ext uri="{FF2B5EF4-FFF2-40B4-BE49-F238E27FC236}">
                    <a16:creationId xmlns:a16="http://schemas.microsoft.com/office/drawing/2014/main" id="{A2BB598D-0596-8FE8-E967-A3F643F6F21E}"/>
                  </a:ext>
                </a:extLst>
              </p:cNvPr>
              <p:cNvSpPr/>
              <p:nvPr/>
            </p:nvSpPr>
            <p:spPr>
              <a:xfrm>
                <a:off x="3112553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1" name="pg306">
                <a:extLst>
                  <a:ext uri="{FF2B5EF4-FFF2-40B4-BE49-F238E27FC236}">
                    <a16:creationId xmlns:a16="http://schemas.microsoft.com/office/drawing/2014/main" id="{A7AC45C4-A3EE-3E86-A927-DCD36765217F}"/>
                  </a:ext>
                </a:extLst>
              </p:cNvPr>
              <p:cNvSpPr/>
              <p:nvPr/>
            </p:nvSpPr>
            <p:spPr>
              <a:xfrm>
                <a:off x="3193990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FD2B2">
                  <a:alpha val="100000"/>
                </a:srgbClr>
              </a:solidFill>
              <a:ln w="5420" cap="flat">
                <a:solidFill>
                  <a:srgbClr val="6F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2" name="pg307">
                <a:extLst>
                  <a:ext uri="{FF2B5EF4-FFF2-40B4-BE49-F238E27FC236}">
                    <a16:creationId xmlns:a16="http://schemas.microsoft.com/office/drawing/2014/main" id="{0A8FA4C7-13A6-39FE-56D0-77FFC2761F7A}"/>
                  </a:ext>
                </a:extLst>
              </p:cNvPr>
              <p:cNvSpPr/>
              <p:nvPr/>
            </p:nvSpPr>
            <p:spPr>
              <a:xfrm>
                <a:off x="327542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3" name="pg308">
                <a:extLst>
                  <a:ext uri="{FF2B5EF4-FFF2-40B4-BE49-F238E27FC236}">
                    <a16:creationId xmlns:a16="http://schemas.microsoft.com/office/drawing/2014/main" id="{54C09E02-19F1-B73E-E826-DF2570108370}"/>
                  </a:ext>
                </a:extLst>
              </p:cNvPr>
              <p:cNvSpPr/>
              <p:nvPr/>
            </p:nvSpPr>
            <p:spPr>
              <a:xfrm>
                <a:off x="335686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4" name="pg309">
                <a:extLst>
                  <a:ext uri="{FF2B5EF4-FFF2-40B4-BE49-F238E27FC236}">
                    <a16:creationId xmlns:a16="http://schemas.microsoft.com/office/drawing/2014/main" id="{9F38DC1A-7CF2-8D11-0487-9CDC8F67A5AE}"/>
                  </a:ext>
                </a:extLst>
              </p:cNvPr>
              <p:cNvSpPr/>
              <p:nvPr/>
            </p:nvSpPr>
            <p:spPr>
              <a:xfrm>
                <a:off x="343830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5" name="pg310">
                <a:extLst>
                  <a:ext uri="{FF2B5EF4-FFF2-40B4-BE49-F238E27FC236}">
                    <a16:creationId xmlns:a16="http://schemas.microsoft.com/office/drawing/2014/main" id="{7BB83356-72F4-BE7D-0FB5-B84A8C320FFC}"/>
                  </a:ext>
                </a:extLst>
              </p:cNvPr>
              <p:cNvSpPr/>
              <p:nvPr/>
            </p:nvSpPr>
            <p:spPr>
              <a:xfrm>
                <a:off x="351973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6" name="pg311">
                <a:extLst>
                  <a:ext uri="{FF2B5EF4-FFF2-40B4-BE49-F238E27FC236}">
                    <a16:creationId xmlns:a16="http://schemas.microsoft.com/office/drawing/2014/main" id="{FDF5B804-5E92-529A-1C41-9AE33C6087C4}"/>
                  </a:ext>
                </a:extLst>
              </p:cNvPr>
              <p:cNvSpPr/>
              <p:nvPr/>
            </p:nvSpPr>
            <p:spPr>
              <a:xfrm>
                <a:off x="3601176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7" name="pg312">
                <a:extLst>
                  <a:ext uri="{FF2B5EF4-FFF2-40B4-BE49-F238E27FC236}">
                    <a16:creationId xmlns:a16="http://schemas.microsoft.com/office/drawing/2014/main" id="{7323409C-E6B8-407B-0581-A77B00016EEE}"/>
                  </a:ext>
                </a:extLst>
              </p:cNvPr>
              <p:cNvSpPr/>
              <p:nvPr/>
            </p:nvSpPr>
            <p:spPr>
              <a:xfrm>
                <a:off x="3682613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8" name="pg313">
                <a:extLst>
                  <a:ext uri="{FF2B5EF4-FFF2-40B4-BE49-F238E27FC236}">
                    <a16:creationId xmlns:a16="http://schemas.microsoft.com/office/drawing/2014/main" id="{CEE2042D-8C98-0264-5FF1-6AF99B5C5154}"/>
                  </a:ext>
                </a:extLst>
              </p:cNvPr>
              <p:cNvSpPr/>
              <p:nvPr/>
            </p:nvSpPr>
            <p:spPr>
              <a:xfrm>
                <a:off x="3764050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9" name="pg314">
                <a:extLst>
                  <a:ext uri="{FF2B5EF4-FFF2-40B4-BE49-F238E27FC236}">
                    <a16:creationId xmlns:a16="http://schemas.microsoft.com/office/drawing/2014/main" id="{095771B9-10F4-0350-D819-6B328F6A7D1F}"/>
                  </a:ext>
                </a:extLst>
              </p:cNvPr>
              <p:cNvSpPr/>
              <p:nvPr/>
            </p:nvSpPr>
            <p:spPr>
              <a:xfrm>
                <a:off x="384548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0" name="pg315">
                <a:extLst>
                  <a:ext uri="{FF2B5EF4-FFF2-40B4-BE49-F238E27FC236}">
                    <a16:creationId xmlns:a16="http://schemas.microsoft.com/office/drawing/2014/main" id="{C1F27D47-239E-5D1B-FCC7-62E03140158A}"/>
                  </a:ext>
                </a:extLst>
              </p:cNvPr>
              <p:cNvSpPr/>
              <p:nvPr/>
            </p:nvSpPr>
            <p:spPr>
              <a:xfrm>
                <a:off x="392692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1" name="pg316">
                <a:extLst>
                  <a:ext uri="{FF2B5EF4-FFF2-40B4-BE49-F238E27FC236}">
                    <a16:creationId xmlns:a16="http://schemas.microsoft.com/office/drawing/2014/main" id="{B22B7319-B366-257F-E3CC-2F622DC59140}"/>
                  </a:ext>
                </a:extLst>
              </p:cNvPr>
              <p:cNvSpPr/>
              <p:nvPr/>
            </p:nvSpPr>
            <p:spPr>
              <a:xfrm>
                <a:off x="400836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2" name="pg317">
                <a:extLst>
                  <a:ext uri="{FF2B5EF4-FFF2-40B4-BE49-F238E27FC236}">
                    <a16:creationId xmlns:a16="http://schemas.microsoft.com/office/drawing/2014/main" id="{5877FEC8-CDB4-E5A4-8B82-CEDA31646746}"/>
                  </a:ext>
                </a:extLst>
              </p:cNvPr>
              <p:cNvSpPr/>
              <p:nvPr/>
            </p:nvSpPr>
            <p:spPr>
              <a:xfrm>
                <a:off x="408979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3" name="pg318">
                <a:extLst>
                  <a:ext uri="{FF2B5EF4-FFF2-40B4-BE49-F238E27FC236}">
                    <a16:creationId xmlns:a16="http://schemas.microsoft.com/office/drawing/2014/main" id="{41A02EDB-143D-A206-FE77-1B42B89BA1A7}"/>
                  </a:ext>
                </a:extLst>
              </p:cNvPr>
              <p:cNvSpPr/>
              <p:nvPr/>
            </p:nvSpPr>
            <p:spPr>
              <a:xfrm>
                <a:off x="4334110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4" name="pg319">
                <a:extLst>
                  <a:ext uri="{FF2B5EF4-FFF2-40B4-BE49-F238E27FC236}">
                    <a16:creationId xmlns:a16="http://schemas.microsoft.com/office/drawing/2014/main" id="{2BF88F50-85CC-6DD9-7C95-1E752AACA822}"/>
                  </a:ext>
                </a:extLst>
              </p:cNvPr>
              <p:cNvSpPr/>
              <p:nvPr/>
            </p:nvSpPr>
            <p:spPr>
              <a:xfrm>
                <a:off x="441554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5" name="pg320">
                <a:extLst>
                  <a:ext uri="{FF2B5EF4-FFF2-40B4-BE49-F238E27FC236}">
                    <a16:creationId xmlns:a16="http://schemas.microsoft.com/office/drawing/2014/main" id="{3A7429A8-E8B8-5C88-CD41-5494494917CA}"/>
                  </a:ext>
                </a:extLst>
              </p:cNvPr>
              <p:cNvSpPr/>
              <p:nvPr/>
            </p:nvSpPr>
            <p:spPr>
              <a:xfrm>
                <a:off x="449698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6" name="pg321">
                <a:extLst>
                  <a:ext uri="{FF2B5EF4-FFF2-40B4-BE49-F238E27FC236}">
                    <a16:creationId xmlns:a16="http://schemas.microsoft.com/office/drawing/2014/main" id="{C11F6659-67C6-30DE-E08F-6443ACC33A91}"/>
                  </a:ext>
                </a:extLst>
              </p:cNvPr>
              <p:cNvSpPr/>
              <p:nvPr/>
            </p:nvSpPr>
            <p:spPr>
              <a:xfrm>
                <a:off x="457842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7" name="pg322">
                <a:extLst>
                  <a:ext uri="{FF2B5EF4-FFF2-40B4-BE49-F238E27FC236}">
                    <a16:creationId xmlns:a16="http://schemas.microsoft.com/office/drawing/2014/main" id="{687B510E-850F-27D7-A5CF-0E5F00D9636A}"/>
                  </a:ext>
                </a:extLst>
              </p:cNvPr>
              <p:cNvSpPr/>
              <p:nvPr/>
            </p:nvSpPr>
            <p:spPr>
              <a:xfrm>
                <a:off x="465985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8" name="pg323">
                <a:extLst>
                  <a:ext uri="{FF2B5EF4-FFF2-40B4-BE49-F238E27FC236}">
                    <a16:creationId xmlns:a16="http://schemas.microsoft.com/office/drawing/2014/main" id="{0DC5676C-A697-2ED2-E332-E00D0F94A387}"/>
                  </a:ext>
                </a:extLst>
              </p:cNvPr>
              <p:cNvSpPr/>
              <p:nvPr/>
            </p:nvSpPr>
            <p:spPr>
              <a:xfrm>
                <a:off x="270536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9" name="pg324">
                <a:extLst>
                  <a:ext uri="{FF2B5EF4-FFF2-40B4-BE49-F238E27FC236}">
                    <a16:creationId xmlns:a16="http://schemas.microsoft.com/office/drawing/2014/main" id="{582E2506-C768-3FD0-0413-AB3A6B2CEC25}"/>
                  </a:ext>
                </a:extLst>
              </p:cNvPr>
              <p:cNvSpPr/>
              <p:nvPr/>
            </p:nvSpPr>
            <p:spPr>
              <a:xfrm>
                <a:off x="278680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0" name="pg325">
                <a:extLst>
                  <a:ext uri="{FF2B5EF4-FFF2-40B4-BE49-F238E27FC236}">
                    <a16:creationId xmlns:a16="http://schemas.microsoft.com/office/drawing/2014/main" id="{795F7FBD-FBAA-7020-079B-7EA3002CD3C8}"/>
                  </a:ext>
                </a:extLst>
              </p:cNvPr>
              <p:cNvSpPr/>
              <p:nvPr/>
            </p:nvSpPr>
            <p:spPr>
              <a:xfrm>
                <a:off x="286824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1" name="pg326">
                <a:extLst>
                  <a:ext uri="{FF2B5EF4-FFF2-40B4-BE49-F238E27FC236}">
                    <a16:creationId xmlns:a16="http://schemas.microsoft.com/office/drawing/2014/main" id="{2901523C-2641-D977-9968-61A6CEF31FC7}"/>
                  </a:ext>
                </a:extLst>
              </p:cNvPr>
              <p:cNvSpPr/>
              <p:nvPr/>
            </p:nvSpPr>
            <p:spPr>
              <a:xfrm>
                <a:off x="294967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2" name="pg327">
                <a:extLst>
                  <a:ext uri="{FF2B5EF4-FFF2-40B4-BE49-F238E27FC236}">
                    <a16:creationId xmlns:a16="http://schemas.microsoft.com/office/drawing/2014/main" id="{F91FF459-2DB2-79DF-DF0B-AF4FBCD35D69}"/>
                  </a:ext>
                </a:extLst>
              </p:cNvPr>
              <p:cNvSpPr/>
              <p:nvPr/>
            </p:nvSpPr>
            <p:spPr>
              <a:xfrm>
                <a:off x="3031116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3" name="pg328">
                <a:extLst>
                  <a:ext uri="{FF2B5EF4-FFF2-40B4-BE49-F238E27FC236}">
                    <a16:creationId xmlns:a16="http://schemas.microsoft.com/office/drawing/2014/main" id="{6011530B-3276-358F-6966-B6914530A9BD}"/>
                  </a:ext>
                </a:extLst>
              </p:cNvPr>
              <p:cNvSpPr/>
              <p:nvPr/>
            </p:nvSpPr>
            <p:spPr>
              <a:xfrm>
                <a:off x="3112553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4" name="pg329">
                <a:extLst>
                  <a:ext uri="{FF2B5EF4-FFF2-40B4-BE49-F238E27FC236}">
                    <a16:creationId xmlns:a16="http://schemas.microsoft.com/office/drawing/2014/main" id="{F3A1EE0A-498E-F0A4-6438-0F8739DF53E7}"/>
                  </a:ext>
                </a:extLst>
              </p:cNvPr>
              <p:cNvSpPr/>
              <p:nvPr/>
            </p:nvSpPr>
            <p:spPr>
              <a:xfrm>
                <a:off x="3193990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0D2B2">
                  <a:alpha val="100000"/>
                </a:srgbClr>
              </a:solidFill>
              <a:ln w="5420" cap="flat">
                <a:solidFill>
                  <a:srgbClr val="70D2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5" name="pg330">
                <a:extLst>
                  <a:ext uri="{FF2B5EF4-FFF2-40B4-BE49-F238E27FC236}">
                    <a16:creationId xmlns:a16="http://schemas.microsoft.com/office/drawing/2014/main" id="{5C32414F-6ACC-F36D-3539-34689893BA05}"/>
                  </a:ext>
                </a:extLst>
              </p:cNvPr>
              <p:cNvSpPr/>
              <p:nvPr/>
            </p:nvSpPr>
            <p:spPr>
              <a:xfrm>
                <a:off x="327542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6" name="pg331">
                <a:extLst>
                  <a:ext uri="{FF2B5EF4-FFF2-40B4-BE49-F238E27FC236}">
                    <a16:creationId xmlns:a16="http://schemas.microsoft.com/office/drawing/2014/main" id="{F8012FA8-D93B-BABE-42FC-F3791EC39171}"/>
                  </a:ext>
                </a:extLst>
              </p:cNvPr>
              <p:cNvSpPr/>
              <p:nvPr/>
            </p:nvSpPr>
            <p:spPr>
              <a:xfrm>
                <a:off x="335686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7" name="pg332">
                <a:extLst>
                  <a:ext uri="{FF2B5EF4-FFF2-40B4-BE49-F238E27FC236}">
                    <a16:creationId xmlns:a16="http://schemas.microsoft.com/office/drawing/2014/main" id="{29BFC354-CDCD-1A0E-E45C-88968779F150}"/>
                  </a:ext>
                </a:extLst>
              </p:cNvPr>
              <p:cNvSpPr/>
              <p:nvPr/>
            </p:nvSpPr>
            <p:spPr>
              <a:xfrm>
                <a:off x="343830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8" name="pg333">
                <a:extLst>
                  <a:ext uri="{FF2B5EF4-FFF2-40B4-BE49-F238E27FC236}">
                    <a16:creationId xmlns:a16="http://schemas.microsoft.com/office/drawing/2014/main" id="{E60DECF6-ECE3-CE0E-330A-D12A2048EAF6}"/>
                  </a:ext>
                </a:extLst>
              </p:cNvPr>
              <p:cNvSpPr/>
              <p:nvPr/>
            </p:nvSpPr>
            <p:spPr>
              <a:xfrm>
                <a:off x="351973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9" name="pg334">
                <a:extLst>
                  <a:ext uri="{FF2B5EF4-FFF2-40B4-BE49-F238E27FC236}">
                    <a16:creationId xmlns:a16="http://schemas.microsoft.com/office/drawing/2014/main" id="{28B7E416-E58A-8102-A20B-DF571C2DA7B6}"/>
                  </a:ext>
                </a:extLst>
              </p:cNvPr>
              <p:cNvSpPr/>
              <p:nvPr/>
            </p:nvSpPr>
            <p:spPr>
              <a:xfrm>
                <a:off x="3601176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0" name="pg335">
                <a:extLst>
                  <a:ext uri="{FF2B5EF4-FFF2-40B4-BE49-F238E27FC236}">
                    <a16:creationId xmlns:a16="http://schemas.microsoft.com/office/drawing/2014/main" id="{41A43959-9BDD-0BAE-06B1-47FEE0FB3A1B}"/>
                  </a:ext>
                </a:extLst>
              </p:cNvPr>
              <p:cNvSpPr/>
              <p:nvPr/>
            </p:nvSpPr>
            <p:spPr>
              <a:xfrm>
                <a:off x="3682613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1" name="pg336">
                <a:extLst>
                  <a:ext uri="{FF2B5EF4-FFF2-40B4-BE49-F238E27FC236}">
                    <a16:creationId xmlns:a16="http://schemas.microsoft.com/office/drawing/2014/main" id="{48740E9A-8575-82AC-556B-AFA06481596D}"/>
                  </a:ext>
                </a:extLst>
              </p:cNvPr>
              <p:cNvSpPr/>
              <p:nvPr/>
            </p:nvSpPr>
            <p:spPr>
              <a:xfrm>
                <a:off x="3764050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2" name="pg337">
                <a:extLst>
                  <a:ext uri="{FF2B5EF4-FFF2-40B4-BE49-F238E27FC236}">
                    <a16:creationId xmlns:a16="http://schemas.microsoft.com/office/drawing/2014/main" id="{D6193D82-0B70-8BB6-2B6E-43BBEE3D9A47}"/>
                  </a:ext>
                </a:extLst>
              </p:cNvPr>
              <p:cNvSpPr/>
              <p:nvPr/>
            </p:nvSpPr>
            <p:spPr>
              <a:xfrm>
                <a:off x="384548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3" name="pg338">
                <a:extLst>
                  <a:ext uri="{FF2B5EF4-FFF2-40B4-BE49-F238E27FC236}">
                    <a16:creationId xmlns:a16="http://schemas.microsoft.com/office/drawing/2014/main" id="{2337D20F-B4A2-FFEB-5959-C34CAF69DBD9}"/>
                  </a:ext>
                </a:extLst>
              </p:cNvPr>
              <p:cNvSpPr/>
              <p:nvPr/>
            </p:nvSpPr>
            <p:spPr>
              <a:xfrm>
                <a:off x="392692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4" name="pg339">
                <a:extLst>
                  <a:ext uri="{FF2B5EF4-FFF2-40B4-BE49-F238E27FC236}">
                    <a16:creationId xmlns:a16="http://schemas.microsoft.com/office/drawing/2014/main" id="{2BD625D2-740F-F97F-DD1D-C590BA0F55D7}"/>
                  </a:ext>
                </a:extLst>
              </p:cNvPr>
              <p:cNvSpPr/>
              <p:nvPr/>
            </p:nvSpPr>
            <p:spPr>
              <a:xfrm>
                <a:off x="400836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5" name="pg340">
                <a:extLst>
                  <a:ext uri="{FF2B5EF4-FFF2-40B4-BE49-F238E27FC236}">
                    <a16:creationId xmlns:a16="http://schemas.microsoft.com/office/drawing/2014/main" id="{47457287-E95F-CDA5-9D77-49465AAE3BB8}"/>
                  </a:ext>
                </a:extLst>
              </p:cNvPr>
              <p:cNvSpPr/>
              <p:nvPr/>
            </p:nvSpPr>
            <p:spPr>
              <a:xfrm>
                <a:off x="408979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6" name="pg341">
                <a:extLst>
                  <a:ext uri="{FF2B5EF4-FFF2-40B4-BE49-F238E27FC236}">
                    <a16:creationId xmlns:a16="http://schemas.microsoft.com/office/drawing/2014/main" id="{7FC99BB9-BF14-F80C-C0D3-A48E1BC24C80}"/>
                  </a:ext>
                </a:extLst>
              </p:cNvPr>
              <p:cNvSpPr/>
              <p:nvPr/>
            </p:nvSpPr>
            <p:spPr>
              <a:xfrm>
                <a:off x="4252673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7" name="pg342">
                <a:extLst>
                  <a:ext uri="{FF2B5EF4-FFF2-40B4-BE49-F238E27FC236}">
                    <a16:creationId xmlns:a16="http://schemas.microsoft.com/office/drawing/2014/main" id="{BC84D8BC-D9BC-0984-6FEA-034F4C4FA6C6}"/>
                  </a:ext>
                </a:extLst>
              </p:cNvPr>
              <p:cNvSpPr/>
              <p:nvPr/>
            </p:nvSpPr>
            <p:spPr>
              <a:xfrm>
                <a:off x="4334110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8" name="pg343">
                <a:extLst>
                  <a:ext uri="{FF2B5EF4-FFF2-40B4-BE49-F238E27FC236}">
                    <a16:creationId xmlns:a16="http://schemas.microsoft.com/office/drawing/2014/main" id="{D1B88433-B1DC-8BAF-95D4-42887E90E041}"/>
                  </a:ext>
                </a:extLst>
              </p:cNvPr>
              <p:cNvSpPr/>
              <p:nvPr/>
            </p:nvSpPr>
            <p:spPr>
              <a:xfrm>
                <a:off x="441554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9" name="pg344">
                <a:extLst>
                  <a:ext uri="{FF2B5EF4-FFF2-40B4-BE49-F238E27FC236}">
                    <a16:creationId xmlns:a16="http://schemas.microsoft.com/office/drawing/2014/main" id="{8DB74B03-6023-7BB5-5BAE-C8AF3F4E6588}"/>
                  </a:ext>
                </a:extLst>
              </p:cNvPr>
              <p:cNvSpPr/>
              <p:nvPr/>
            </p:nvSpPr>
            <p:spPr>
              <a:xfrm>
                <a:off x="449698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0" name="pg345">
                <a:extLst>
                  <a:ext uri="{FF2B5EF4-FFF2-40B4-BE49-F238E27FC236}">
                    <a16:creationId xmlns:a16="http://schemas.microsoft.com/office/drawing/2014/main" id="{8968A9BA-7A3D-D68D-7212-F22E07C1008F}"/>
                  </a:ext>
                </a:extLst>
              </p:cNvPr>
              <p:cNvSpPr/>
              <p:nvPr/>
            </p:nvSpPr>
            <p:spPr>
              <a:xfrm>
                <a:off x="457842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1" name="pg346">
                <a:extLst>
                  <a:ext uri="{FF2B5EF4-FFF2-40B4-BE49-F238E27FC236}">
                    <a16:creationId xmlns:a16="http://schemas.microsoft.com/office/drawing/2014/main" id="{2FE1CEB3-0061-9E8F-16DA-A1A1FAAB8F47}"/>
                  </a:ext>
                </a:extLst>
              </p:cNvPr>
              <p:cNvSpPr/>
              <p:nvPr/>
            </p:nvSpPr>
            <p:spPr>
              <a:xfrm>
                <a:off x="465985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2" name="pg347">
                <a:extLst>
                  <a:ext uri="{FF2B5EF4-FFF2-40B4-BE49-F238E27FC236}">
                    <a16:creationId xmlns:a16="http://schemas.microsoft.com/office/drawing/2014/main" id="{7480475B-8818-F269-BD69-29EADC313A90}"/>
                  </a:ext>
                </a:extLst>
              </p:cNvPr>
              <p:cNvSpPr/>
              <p:nvPr/>
            </p:nvSpPr>
            <p:spPr>
              <a:xfrm>
                <a:off x="278680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3" name="pg348">
                <a:extLst>
                  <a:ext uri="{FF2B5EF4-FFF2-40B4-BE49-F238E27FC236}">
                    <a16:creationId xmlns:a16="http://schemas.microsoft.com/office/drawing/2014/main" id="{E1579F1A-D641-B815-1BA0-EAFB9B4A7AE5}"/>
                  </a:ext>
                </a:extLst>
              </p:cNvPr>
              <p:cNvSpPr/>
              <p:nvPr/>
            </p:nvSpPr>
            <p:spPr>
              <a:xfrm>
                <a:off x="286824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4" name="pg349">
                <a:extLst>
                  <a:ext uri="{FF2B5EF4-FFF2-40B4-BE49-F238E27FC236}">
                    <a16:creationId xmlns:a16="http://schemas.microsoft.com/office/drawing/2014/main" id="{E2828F38-536D-041A-B78B-4823CB23AE47}"/>
                  </a:ext>
                </a:extLst>
              </p:cNvPr>
              <p:cNvSpPr/>
              <p:nvPr/>
            </p:nvSpPr>
            <p:spPr>
              <a:xfrm>
                <a:off x="294967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5" name="pg350">
                <a:extLst>
                  <a:ext uri="{FF2B5EF4-FFF2-40B4-BE49-F238E27FC236}">
                    <a16:creationId xmlns:a16="http://schemas.microsoft.com/office/drawing/2014/main" id="{0AC2E26E-0080-2AD6-CF00-B00EB92B5F26}"/>
                  </a:ext>
                </a:extLst>
              </p:cNvPr>
              <p:cNvSpPr/>
              <p:nvPr/>
            </p:nvSpPr>
            <p:spPr>
              <a:xfrm>
                <a:off x="3031116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9D0AF">
                  <a:alpha val="100000"/>
                </a:srgbClr>
              </a:solidFill>
              <a:ln w="5420" cap="flat">
                <a:solidFill>
                  <a:srgbClr val="69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6" name="pg351">
                <a:extLst>
                  <a:ext uri="{FF2B5EF4-FFF2-40B4-BE49-F238E27FC236}">
                    <a16:creationId xmlns:a16="http://schemas.microsoft.com/office/drawing/2014/main" id="{987902AB-E91D-913B-1E6A-AE7D7B5F3917}"/>
                  </a:ext>
                </a:extLst>
              </p:cNvPr>
              <p:cNvSpPr/>
              <p:nvPr/>
            </p:nvSpPr>
            <p:spPr>
              <a:xfrm>
                <a:off x="3112553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BD1B0">
                  <a:alpha val="100000"/>
                </a:srgbClr>
              </a:solidFill>
              <a:ln w="5420" cap="flat">
                <a:solidFill>
                  <a:srgbClr val="6B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7" name="pg352">
                <a:extLst>
                  <a:ext uri="{FF2B5EF4-FFF2-40B4-BE49-F238E27FC236}">
                    <a16:creationId xmlns:a16="http://schemas.microsoft.com/office/drawing/2014/main" id="{03C49EB2-7039-B4E6-0CF8-90D36A289339}"/>
                  </a:ext>
                </a:extLst>
              </p:cNvPr>
              <p:cNvSpPr/>
              <p:nvPr/>
            </p:nvSpPr>
            <p:spPr>
              <a:xfrm>
                <a:off x="3193990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7D0AF">
                  <a:alpha val="100000"/>
                </a:srgbClr>
              </a:solidFill>
              <a:ln w="5420" cap="flat">
                <a:solidFill>
                  <a:srgbClr val="67D0A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8" name="pg353">
                <a:extLst>
                  <a:ext uri="{FF2B5EF4-FFF2-40B4-BE49-F238E27FC236}">
                    <a16:creationId xmlns:a16="http://schemas.microsoft.com/office/drawing/2014/main" id="{EBD2DD94-C597-741C-8942-AD9E4804761A}"/>
                  </a:ext>
                </a:extLst>
              </p:cNvPr>
              <p:cNvSpPr/>
              <p:nvPr/>
            </p:nvSpPr>
            <p:spPr>
              <a:xfrm>
                <a:off x="3275427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9" name="pg354">
                <a:extLst>
                  <a:ext uri="{FF2B5EF4-FFF2-40B4-BE49-F238E27FC236}">
                    <a16:creationId xmlns:a16="http://schemas.microsoft.com/office/drawing/2014/main" id="{79DFE6F8-9B35-56D2-3ACA-97A43E5024F4}"/>
                  </a:ext>
                </a:extLst>
              </p:cNvPr>
              <p:cNvSpPr/>
              <p:nvPr/>
            </p:nvSpPr>
            <p:spPr>
              <a:xfrm>
                <a:off x="335686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0" name="pg355">
                <a:extLst>
                  <a:ext uri="{FF2B5EF4-FFF2-40B4-BE49-F238E27FC236}">
                    <a16:creationId xmlns:a16="http://schemas.microsoft.com/office/drawing/2014/main" id="{7099571C-AADA-BCD7-9E62-2F4B019B2CBE}"/>
                  </a:ext>
                </a:extLst>
              </p:cNvPr>
              <p:cNvSpPr/>
              <p:nvPr/>
            </p:nvSpPr>
            <p:spPr>
              <a:xfrm>
                <a:off x="343830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1" name="pg356">
                <a:extLst>
                  <a:ext uri="{FF2B5EF4-FFF2-40B4-BE49-F238E27FC236}">
                    <a16:creationId xmlns:a16="http://schemas.microsoft.com/office/drawing/2014/main" id="{6CB349C3-5A8B-9DFE-FC4A-59F4DFB72579}"/>
                  </a:ext>
                </a:extLst>
              </p:cNvPr>
              <p:cNvSpPr/>
              <p:nvPr/>
            </p:nvSpPr>
            <p:spPr>
              <a:xfrm>
                <a:off x="351973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2" name="pg357">
                <a:extLst>
                  <a:ext uri="{FF2B5EF4-FFF2-40B4-BE49-F238E27FC236}">
                    <a16:creationId xmlns:a16="http://schemas.microsoft.com/office/drawing/2014/main" id="{5187DF42-4E86-824D-DFDC-F7E7D42EC900}"/>
                  </a:ext>
                </a:extLst>
              </p:cNvPr>
              <p:cNvSpPr/>
              <p:nvPr/>
            </p:nvSpPr>
            <p:spPr>
              <a:xfrm>
                <a:off x="3601176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3" name="pg358">
                <a:extLst>
                  <a:ext uri="{FF2B5EF4-FFF2-40B4-BE49-F238E27FC236}">
                    <a16:creationId xmlns:a16="http://schemas.microsoft.com/office/drawing/2014/main" id="{40B6E5AC-B8C7-7031-755B-40DDD631A9DA}"/>
                  </a:ext>
                </a:extLst>
              </p:cNvPr>
              <p:cNvSpPr/>
              <p:nvPr/>
            </p:nvSpPr>
            <p:spPr>
              <a:xfrm>
                <a:off x="3682613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4" name="pg359">
                <a:extLst>
                  <a:ext uri="{FF2B5EF4-FFF2-40B4-BE49-F238E27FC236}">
                    <a16:creationId xmlns:a16="http://schemas.microsoft.com/office/drawing/2014/main" id="{41153131-4549-1BD1-D387-5C1F4738CE04}"/>
                  </a:ext>
                </a:extLst>
              </p:cNvPr>
              <p:cNvSpPr/>
              <p:nvPr/>
            </p:nvSpPr>
            <p:spPr>
              <a:xfrm>
                <a:off x="3764050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5" name="pg360">
                <a:extLst>
                  <a:ext uri="{FF2B5EF4-FFF2-40B4-BE49-F238E27FC236}">
                    <a16:creationId xmlns:a16="http://schemas.microsoft.com/office/drawing/2014/main" id="{111ABDAE-88D5-8DFB-34BB-48280DBAA14E}"/>
                  </a:ext>
                </a:extLst>
              </p:cNvPr>
              <p:cNvSpPr/>
              <p:nvPr/>
            </p:nvSpPr>
            <p:spPr>
              <a:xfrm>
                <a:off x="3845487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6" name="pg361">
                <a:extLst>
                  <a:ext uri="{FF2B5EF4-FFF2-40B4-BE49-F238E27FC236}">
                    <a16:creationId xmlns:a16="http://schemas.microsoft.com/office/drawing/2014/main" id="{2DA4D550-D7F7-BE31-E169-8280F8318167}"/>
                  </a:ext>
                </a:extLst>
              </p:cNvPr>
              <p:cNvSpPr/>
              <p:nvPr/>
            </p:nvSpPr>
            <p:spPr>
              <a:xfrm>
                <a:off x="392692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7" name="pg362">
                <a:extLst>
                  <a:ext uri="{FF2B5EF4-FFF2-40B4-BE49-F238E27FC236}">
                    <a16:creationId xmlns:a16="http://schemas.microsoft.com/office/drawing/2014/main" id="{A9D88ADF-82E2-4AC2-8945-FDB82FF05CB8}"/>
                  </a:ext>
                </a:extLst>
              </p:cNvPr>
              <p:cNvSpPr/>
              <p:nvPr/>
            </p:nvSpPr>
            <p:spPr>
              <a:xfrm>
                <a:off x="400836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8" name="pg363">
                <a:extLst>
                  <a:ext uri="{FF2B5EF4-FFF2-40B4-BE49-F238E27FC236}">
                    <a16:creationId xmlns:a16="http://schemas.microsoft.com/office/drawing/2014/main" id="{F535ED73-C9EA-7F92-4AB5-63D86F57EA6C}"/>
                  </a:ext>
                </a:extLst>
              </p:cNvPr>
              <p:cNvSpPr/>
              <p:nvPr/>
            </p:nvSpPr>
            <p:spPr>
              <a:xfrm>
                <a:off x="408979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9" name="pg364">
                <a:extLst>
                  <a:ext uri="{FF2B5EF4-FFF2-40B4-BE49-F238E27FC236}">
                    <a16:creationId xmlns:a16="http://schemas.microsoft.com/office/drawing/2014/main" id="{D4AF9C8D-A6D7-50E2-98BE-1140C223BEAB}"/>
                  </a:ext>
                </a:extLst>
              </p:cNvPr>
              <p:cNvSpPr/>
              <p:nvPr/>
            </p:nvSpPr>
            <p:spPr>
              <a:xfrm>
                <a:off x="4171236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0" name="pg365">
                <a:extLst>
                  <a:ext uri="{FF2B5EF4-FFF2-40B4-BE49-F238E27FC236}">
                    <a16:creationId xmlns:a16="http://schemas.microsoft.com/office/drawing/2014/main" id="{B640E649-6A17-9C0E-DA9B-7EF580F20823}"/>
                  </a:ext>
                </a:extLst>
              </p:cNvPr>
              <p:cNvSpPr/>
              <p:nvPr/>
            </p:nvSpPr>
            <p:spPr>
              <a:xfrm>
                <a:off x="4252673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1" name="pg366">
                <a:extLst>
                  <a:ext uri="{FF2B5EF4-FFF2-40B4-BE49-F238E27FC236}">
                    <a16:creationId xmlns:a16="http://schemas.microsoft.com/office/drawing/2014/main" id="{FCD88DB9-38AC-AE9B-30B1-A011ED43BCE7}"/>
                  </a:ext>
                </a:extLst>
              </p:cNvPr>
              <p:cNvSpPr/>
              <p:nvPr/>
            </p:nvSpPr>
            <p:spPr>
              <a:xfrm>
                <a:off x="4334110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2" name="pg367">
                <a:extLst>
                  <a:ext uri="{FF2B5EF4-FFF2-40B4-BE49-F238E27FC236}">
                    <a16:creationId xmlns:a16="http://schemas.microsoft.com/office/drawing/2014/main" id="{8EDD06CB-0488-20AD-5C80-4915CE2D2C82}"/>
                  </a:ext>
                </a:extLst>
              </p:cNvPr>
              <p:cNvSpPr/>
              <p:nvPr/>
            </p:nvSpPr>
            <p:spPr>
              <a:xfrm>
                <a:off x="4415547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3" name="pg368">
                <a:extLst>
                  <a:ext uri="{FF2B5EF4-FFF2-40B4-BE49-F238E27FC236}">
                    <a16:creationId xmlns:a16="http://schemas.microsoft.com/office/drawing/2014/main" id="{2B266672-2F5A-9B2F-A99A-6C2A4FF02B71}"/>
                  </a:ext>
                </a:extLst>
              </p:cNvPr>
              <p:cNvSpPr/>
              <p:nvPr/>
            </p:nvSpPr>
            <p:spPr>
              <a:xfrm>
                <a:off x="449698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4" name="pg369">
                <a:extLst>
                  <a:ext uri="{FF2B5EF4-FFF2-40B4-BE49-F238E27FC236}">
                    <a16:creationId xmlns:a16="http://schemas.microsoft.com/office/drawing/2014/main" id="{8EEA6E2A-D564-CDBA-F997-0F8676329523}"/>
                  </a:ext>
                </a:extLst>
              </p:cNvPr>
              <p:cNvSpPr/>
              <p:nvPr/>
            </p:nvSpPr>
            <p:spPr>
              <a:xfrm>
                <a:off x="457842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5" name="pg370">
                <a:extLst>
                  <a:ext uri="{FF2B5EF4-FFF2-40B4-BE49-F238E27FC236}">
                    <a16:creationId xmlns:a16="http://schemas.microsoft.com/office/drawing/2014/main" id="{F3804BA1-4278-39EB-CB09-BFBB7F3FBA14}"/>
                  </a:ext>
                </a:extLst>
              </p:cNvPr>
              <p:cNvSpPr/>
              <p:nvPr/>
            </p:nvSpPr>
            <p:spPr>
              <a:xfrm>
                <a:off x="465985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6" name="pg371">
                <a:extLst>
                  <a:ext uri="{FF2B5EF4-FFF2-40B4-BE49-F238E27FC236}">
                    <a16:creationId xmlns:a16="http://schemas.microsoft.com/office/drawing/2014/main" id="{A49F68A3-0598-8CD7-EFB0-AB6871AF32B9}"/>
                  </a:ext>
                </a:extLst>
              </p:cNvPr>
              <p:cNvSpPr/>
              <p:nvPr/>
            </p:nvSpPr>
            <p:spPr>
              <a:xfrm>
                <a:off x="286824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7" name="pg372">
                <a:extLst>
                  <a:ext uri="{FF2B5EF4-FFF2-40B4-BE49-F238E27FC236}">
                    <a16:creationId xmlns:a16="http://schemas.microsoft.com/office/drawing/2014/main" id="{B41DB34A-5D87-941F-58E5-FE9A976B7856}"/>
                  </a:ext>
                </a:extLst>
              </p:cNvPr>
              <p:cNvSpPr/>
              <p:nvPr/>
            </p:nvSpPr>
            <p:spPr>
              <a:xfrm>
                <a:off x="2949678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8" name="pg373">
                <a:extLst>
                  <a:ext uri="{FF2B5EF4-FFF2-40B4-BE49-F238E27FC236}">
                    <a16:creationId xmlns:a16="http://schemas.microsoft.com/office/drawing/2014/main" id="{796E7A54-A224-1EB1-23E1-A834AB42065D}"/>
                  </a:ext>
                </a:extLst>
              </p:cNvPr>
              <p:cNvSpPr/>
              <p:nvPr/>
            </p:nvSpPr>
            <p:spPr>
              <a:xfrm>
                <a:off x="3031116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9" name="pg374">
                <a:extLst>
                  <a:ext uri="{FF2B5EF4-FFF2-40B4-BE49-F238E27FC236}">
                    <a16:creationId xmlns:a16="http://schemas.microsoft.com/office/drawing/2014/main" id="{22420869-728B-B4DB-CEB7-6C485A839013}"/>
                  </a:ext>
                </a:extLst>
              </p:cNvPr>
              <p:cNvSpPr/>
              <p:nvPr/>
            </p:nvSpPr>
            <p:spPr>
              <a:xfrm>
                <a:off x="3112553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0" name="pg375">
                <a:extLst>
                  <a:ext uri="{FF2B5EF4-FFF2-40B4-BE49-F238E27FC236}">
                    <a16:creationId xmlns:a16="http://schemas.microsoft.com/office/drawing/2014/main" id="{38FFCD9E-25D8-B8C8-5FD5-1941886E7702}"/>
                  </a:ext>
                </a:extLst>
              </p:cNvPr>
              <p:cNvSpPr/>
              <p:nvPr/>
            </p:nvSpPr>
            <p:spPr>
              <a:xfrm>
                <a:off x="3193990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1" name="pg376">
                <a:extLst>
                  <a:ext uri="{FF2B5EF4-FFF2-40B4-BE49-F238E27FC236}">
                    <a16:creationId xmlns:a16="http://schemas.microsoft.com/office/drawing/2014/main" id="{D134D67D-1FB2-0DA8-2FCF-D2CB858D4B9F}"/>
                  </a:ext>
                </a:extLst>
              </p:cNvPr>
              <p:cNvSpPr/>
              <p:nvPr/>
            </p:nvSpPr>
            <p:spPr>
              <a:xfrm>
                <a:off x="3275427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2" name="pg377">
                <a:extLst>
                  <a:ext uri="{FF2B5EF4-FFF2-40B4-BE49-F238E27FC236}">
                    <a16:creationId xmlns:a16="http://schemas.microsoft.com/office/drawing/2014/main" id="{E229D8F3-B6E1-6D2F-2C30-D74B662348F2}"/>
                  </a:ext>
                </a:extLst>
              </p:cNvPr>
              <p:cNvSpPr/>
              <p:nvPr/>
            </p:nvSpPr>
            <p:spPr>
              <a:xfrm>
                <a:off x="3356864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3" name="pg378">
                <a:extLst>
                  <a:ext uri="{FF2B5EF4-FFF2-40B4-BE49-F238E27FC236}">
                    <a16:creationId xmlns:a16="http://schemas.microsoft.com/office/drawing/2014/main" id="{FB7A1E4D-8D40-EE9B-9AA9-D6C56862ABA7}"/>
                  </a:ext>
                </a:extLst>
              </p:cNvPr>
              <p:cNvSpPr/>
              <p:nvPr/>
            </p:nvSpPr>
            <p:spPr>
              <a:xfrm>
                <a:off x="343830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4" name="pg379">
                <a:extLst>
                  <a:ext uri="{FF2B5EF4-FFF2-40B4-BE49-F238E27FC236}">
                    <a16:creationId xmlns:a16="http://schemas.microsoft.com/office/drawing/2014/main" id="{23E6943D-4C31-2320-9BD6-A0250C45284F}"/>
                  </a:ext>
                </a:extLst>
              </p:cNvPr>
              <p:cNvSpPr/>
              <p:nvPr/>
            </p:nvSpPr>
            <p:spPr>
              <a:xfrm>
                <a:off x="3519738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5" name="pg380">
                <a:extLst>
                  <a:ext uri="{FF2B5EF4-FFF2-40B4-BE49-F238E27FC236}">
                    <a16:creationId xmlns:a16="http://schemas.microsoft.com/office/drawing/2014/main" id="{D48A32A6-83F0-875C-EE51-F5FC0CE06DB6}"/>
                  </a:ext>
                </a:extLst>
              </p:cNvPr>
              <p:cNvSpPr/>
              <p:nvPr/>
            </p:nvSpPr>
            <p:spPr>
              <a:xfrm>
                <a:off x="3601176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6" name="pg381">
                <a:extLst>
                  <a:ext uri="{FF2B5EF4-FFF2-40B4-BE49-F238E27FC236}">
                    <a16:creationId xmlns:a16="http://schemas.microsoft.com/office/drawing/2014/main" id="{8D5106A8-2244-5C0B-E15B-49B3A4E03716}"/>
                  </a:ext>
                </a:extLst>
              </p:cNvPr>
              <p:cNvSpPr/>
              <p:nvPr/>
            </p:nvSpPr>
            <p:spPr>
              <a:xfrm>
                <a:off x="3682613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7" name="pg382">
                <a:extLst>
                  <a:ext uri="{FF2B5EF4-FFF2-40B4-BE49-F238E27FC236}">
                    <a16:creationId xmlns:a16="http://schemas.microsoft.com/office/drawing/2014/main" id="{94140740-ADF2-9842-AF33-FB8E368C19D1}"/>
                  </a:ext>
                </a:extLst>
              </p:cNvPr>
              <p:cNvSpPr/>
              <p:nvPr/>
            </p:nvSpPr>
            <p:spPr>
              <a:xfrm>
                <a:off x="3764050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8" name="pg383">
                <a:extLst>
                  <a:ext uri="{FF2B5EF4-FFF2-40B4-BE49-F238E27FC236}">
                    <a16:creationId xmlns:a16="http://schemas.microsoft.com/office/drawing/2014/main" id="{CAC6FE24-05B2-DA3A-3495-4F26BB9F03E1}"/>
                  </a:ext>
                </a:extLst>
              </p:cNvPr>
              <p:cNvSpPr/>
              <p:nvPr/>
            </p:nvSpPr>
            <p:spPr>
              <a:xfrm>
                <a:off x="3845487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9" name="pg384">
                <a:extLst>
                  <a:ext uri="{FF2B5EF4-FFF2-40B4-BE49-F238E27FC236}">
                    <a16:creationId xmlns:a16="http://schemas.microsoft.com/office/drawing/2014/main" id="{31C169DC-6BF7-190A-7CD9-5612A1DC6C84}"/>
                  </a:ext>
                </a:extLst>
              </p:cNvPr>
              <p:cNvSpPr/>
              <p:nvPr/>
            </p:nvSpPr>
            <p:spPr>
              <a:xfrm>
                <a:off x="3926924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0" name="pg385">
                <a:extLst>
                  <a:ext uri="{FF2B5EF4-FFF2-40B4-BE49-F238E27FC236}">
                    <a16:creationId xmlns:a16="http://schemas.microsoft.com/office/drawing/2014/main" id="{8D3F829B-6BFB-BDF8-C025-0AE4FF0D8F8B}"/>
                  </a:ext>
                </a:extLst>
              </p:cNvPr>
              <p:cNvSpPr/>
              <p:nvPr/>
            </p:nvSpPr>
            <p:spPr>
              <a:xfrm>
                <a:off x="400836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1" name="pg386">
                <a:extLst>
                  <a:ext uri="{FF2B5EF4-FFF2-40B4-BE49-F238E27FC236}">
                    <a16:creationId xmlns:a16="http://schemas.microsoft.com/office/drawing/2014/main" id="{F6D7208E-AE1B-E0DD-A253-365E9AFF2759}"/>
                  </a:ext>
                </a:extLst>
              </p:cNvPr>
              <p:cNvSpPr/>
              <p:nvPr/>
            </p:nvSpPr>
            <p:spPr>
              <a:xfrm>
                <a:off x="4089798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2" name="pg387">
                <a:extLst>
                  <a:ext uri="{FF2B5EF4-FFF2-40B4-BE49-F238E27FC236}">
                    <a16:creationId xmlns:a16="http://schemas.microsoft.com/office/drawing/2014/main" id="{FFF0B075-E8F4-FFF0-634F-19E11C266005}"/>
                  </a:ext>
                </a:extLst>
              </p:cNvPr>
              <p:cNvSpPr/>
              <p:nvPr/>
            </p:nvSpPr>
            <p:spPr>
              <a:xfrm>
                <a:off x="4171236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3" name="pg388">
                <a:extLst>
                  <a:ext uri="{FF2B5EF4-FFF2-40B4-BE49-F238E27FC236}">
                    <a16:creationId xmlns:a16="http://schemas.microsoft.com/office/drawing/2014/main" id="{56E160F4-CAEF-15A3-79F4-CDCB1F12AE88}"/>
                  </a:ext>
                </a:extLst>
              </p:cNvPr>
              <p:cNvSpPr/>
              <p:nvPr/>
            </p:nvSpPr>
            <p:spPr>
              <a:xfrm>
                <a:off x="4252673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4" name="pg389">
                <a:extLst>
                  <a:ext uri="{FF2B5EF4-FFF2-40B4-BE49-F238E27FC236}">
                    <a16:creationId xmlns:a16="http://schemas.microsoft.com/office/drawing/2014/main" id="{750B609C-6AF9-2BCC-F41A-AB711BD53FB8}"/>
                  </a:ext>
                </a:extLst>
              </p:cNvPr>
              <p:cNvSpPr/>
              <p:nvPr/>
            </p:nvSpPr>
            <p:spPr>
              <a:xfrm>
                <a:off x="4334110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5" name="pg390">
                <a:extLst>
                  <a:ext uri="{FF2B5EF4-FFF2-40B4-BE49-F238E27FC236}">
                    <a16:creationId xmlns:a16="http://schemas.microsoft.com/office/drawing/2014/main" id="{D2EFB522-60CF-48E2-54F4-6D70070D8C6C}"/>
                  </a:ext>
                </a:extLst>
              </p:cNvPr>
              <p:cNvSpPr/>
              <p:nvPr/>
            </p:nvSpPr>
            <p:spPr>
              <a:xfrm>
                <a:off x="4415547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6" name="pg391">
                <a:extLst>
                  <a:ext uri="{FF2B5EF4-FFF2-40B4-BE49-F238E27FC236}">
                    <a16:creationId xmlns:a16="http://schemas.microsoft.com/office/drawing/2014/main" id="{74E19865-D557-47A2-4CA3-955CA77BD298}"/>
                  </a:ext>
                </a:extLst>
              </p:cNvPr>
              <p:cNvSpPr/>
              <p:nvPr/>
            </p:nvSpPr>
            <p:spPr>
              <a:xfrm>
                <a:off x="4496984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7" name="pg392">
                <a:extLst>
                  <a:ext uri="{FF2B5EF4-FFF2-40B4-BE49-F238E27FC236}">
                    <a16:creationId xmlns:a16="http://schemas.microsoft.com/office/drawing/2014/main" id="{54CA95A7-C83E-911A-62FA-8F2D6C4F2086}"/>
                  </a:ext>
                </a:extLst>
              </p:cNvPr>
              <p:cNvSpPr/>
              <p:nvPr/>
            </p:nvSpPr>
            <p:spPr>
              <a:xfrm>
                <a:off x="457842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8" name="pg393">
                <a:extLst>
                  <a:ext uri="{FF2B5EF4-FFF2-40B4-BE49-F238E27FC236}">
                    <a16:creationId xmlns:a16="http://schemas.microsoft.com/office/drawing/2014/main" id="{12838FB7-1C1C-9D17-BF32-D412B8620E56}"/>
                  </a:ext>
                </a:extLst>
              </p:cNvPr>
              <p:cNvSpPr/>
              <p:nvPr/>
            </p:nvSpPr>
            <p:spPr>
              <a:xfrm>
                <a:off x="2868241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9" name="pg394">
                <a:extLst>
                  <a:ext uri="{FF2B5EF4-FFF2-40B4-BE49-F238E27FC236}">
                    <a16:creationId xmlns:a16="http://schemas.microsoft.com/office/drawing/2014/main" id="{BF750C40-6082-48E0-8FD2-22BAD5EE2330}"/>
                  </a:ext>
                </a:extLst>
              </p:cNvPr>
              <p:cNvSpPr/>
              <p:nvPr/>
            </p:nvSpPr>
            <p:spPr>
              <a:xfrm>
                <a:off x="2949678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0" name="pg395">
                <a:extLst>
                  <a:ext uri="{FF2B5EF4-FFF2-40B4-BE49-F238E27FC236}">
                    <a16:creationId xmlns:a16="http://schemas.microsoft.com/office/drawing/2014/main" id="{2784D696-0478-5F14-D725-A047E2CA01D6}"/>
                  </a:ext>
                </a:extLst>
              </p:cNvPr>
              <p:cNvSpPr/>
              <p:nvPr/>
            </p:nvSpPr>
            <p:spPr>
              <a:xfrm>
                <a:off x="3031116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1" name="pg396">
                <a:extLst>
                  <a:ext uri="{FF2B5EF4-FFF2-40B4-BE49-F238E27FC236}">
                    <a16:creationId xmlns:a16="http://schemas.microsoft.com/office/drawing/2014/main" id="{52173C45-109E-5916-263C-5094D31CD05C}"/>
                  </a:ext>
                </a:extLst>
              </p:cNvPr>
              <p:cNvSpPr/>
              <p:nvPr/>
            </p:nvSpPr>
            <p:spPr>
              <a:xfrm>
                <a:off x="3112553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2" name="pg397">
                <a:extLst>
                  <a:ext uri="{FF2B5EF4-FFF2-40B4-BE49-F238E27FC236}">
                    <a16:creationId xmlns:a16="http://schemas.microsoft.com/office/drawing/2014/main" id="{901FBE56-AED4-F403-1680-0D324363B99D}"/>
                  </a:ext>
                </a:extLst>
              </p:cNvPr>
              <p:cNvSpPr/>
              <p:nvPr/>
            </p:nvSpPr>
            <p:spPr>
              <a:xfrm>
                <a:off x="3193990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3" name="pg398">
                <a:extLst>
                  <a:ext uri="{FF2B5EF4-FFF2-40B4-BE49-F238E27FC236}">
                    <a16:creationId xmlns:a16="http://schemas.microsoft.com/office/drawing/2014/main" id="{4A5CE3D8-6E85-D754-CE3D-FF60F752BE0F}"/>
                  </a:ext>
                </a:extLst>
              </p:cNvPr>
              <p:cNvSpPr/>
              <p:nvPr/>
            </p:nvSpPr>
            <p:spPr>
              <a:xfrm>
                <a:off x="3275427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4" name="pg399">
                <a:extLst>
                  <a:ext uri="{FF2B5EF4-FFF2-40B4-BE49-F238E27FC236}">
                    <a16:creationId xmlns:a16="http://schemas.microsoft.com/office/drawing/2014/main" id="{7E37B89D-B9E3-02A5-195D-68A2543EDBA1}"/>
                  </a:ext>
                </a:extLst>
              </p:cNvPr>
              <p:cNvSpPr/>
              <p:nvPr/>
            </p:nvSpPr>
            <p:spPr>
              <a:xfrm>
                <a:off x="3356864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5" name="pg400">
                <a:extLst>
                  <a:ext uri="{FF2B5EF4-FFF2-40B4-BE49-F238E27FC236}">
                    <a16:creationId xmlns:a16="http://schemas.microsoft.com/office/drawing/2014/main" id="{880A5795-C4A3-4DFE-9FE6-C1111CBEA66F}"/>
                  </a:ext>
                </a:extLst>
              </p:cNvPr>
              <p:cNvSpPr/>
              <p:nvPr/>
            </p:nvSpPr>
            <p:spPr>
              <a:xfrm>
                <a:off x="3438301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6" name="pg401">
                <a:extLst>
                  <a:ext uri="{FF2B5EF4-FFF2-40B4-BE49-F238E27FC236}">
                    <a16:creationId xmlns:a16="http://schemas.microsoft.com/office/drawing/2014/main" id="{7E120647-9349-520D-FBE4-32ED702BC509}"/>
                  </a:ext>
                </a:extLst>
              </p:cNvPr>
              <p:cNvSpPr/>
              <p:nvPr/>
            </p:nvSpPr>
            <p:spPr>
              <a:xfrm>
                <a:off x="3519738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7" name="pg402">
                <a:extLst>
                  <a:ext uri="{FF2B5EF4-FFF2-40B4-BE49-F238E27FC236}">
                    <a16:creationId xmlns:a16="http://schemas.microsoft.com/office/drawing/2014/main" id="{00015956-84A6-8A87-B44B-B80B614CC1B5}"/>
                  </a:ext>
                </a:extLst>
              </p:cNvPr>
              <p:cNvSpPr/>
              <p:nvPr/>
            </p:nvSpPr>
            <p:spPr>
              <a:xfrm>
                <a:off x="3601176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8" name="pg403">
                <a:extLst>
                  <a:ext uri="{FF2B5EF4-FFF2-40B4-BE49-F238E27FC236}">
                    <a16:creationId xmlns:a16="http://schemas.microsoft.com/office/drawing/2014/main" id="{C7E17375-172D-6346-FD03-50731F2B29DE}"/>
                  </a:ext>
                </a:extLst>
              </p:cNvPr>
              <p:cNvSpPr/>
              <p:nvPr/>
            </p:nvSpPr>
            <p:spPr>
              <a:xfrm>
                <a:off x="3682613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9" name="pg404">
                <a:extLst>
                  <a:ext uri="{FF2B5EF4-FFF2-40B4-BE49-F238E27FC236}">
                    <a16:creationId xmlns:a16="http://schemas.microsoft.com/office/drawing/2014/main" id="{E9681F21-60A9-CC1D-298C-069C249E8A74}"/>
                  </a:ext>
                </a:extLst>
              </p:cNvPr>
              <p:cNvSpPr/>
              <p:nvPr/>
            </p:nvSpPr>
            <p:spPr>
              <a:xfrm>
                <a:off x="3764050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0" name="pg405">
                <a:extLst>
                  <a:ext uri="{FF2B5EF4-FFF2-40B4-BE49-F238E27FC236}">
                    <a16:creationId xmlns:a16="http://schemas.microsoft.com/office/drawing/2014/main" id="{85C1834E-C7AE-A581-D489-A63C01F74C4F}"/>
                  </a:ext>
                </a:extLst>
              </p:cNvPr>
              <p:cNvSpPr/>
              <p:nvPr/>
            </p:nvSpPr>
            <p:spPr>
              <a:xfrm>
                <a:off x="3845487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1" name="pg406">
                <a:extLst>
                  <a:ext uri="{FF2B5EF4-FFF2-40B4-BE49-F238E27FC236}">
                    <a16:creationId xmlns:a16="http://schemas.microsoft.com/office/drawing/2014/main" id="{A84D8667-22F0-685A-9F96-675544FCDE86}"/>
                  </a:ext>
                </a:extLst>
              </p:cNvPr>
              <p:cNvSpPr/>
              <p:nvPr/>
            </p:nvSpPr>
            <p:spPr>
              <a:xfrm>
                <a:off x="3926924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2" name="pg407">
                <a:extLst>
                  <a:ext uri="{FF2B5EF4-FFF2-40B4-BE49-F238E27FC236}">
                    <a16:creationId xmlns:a16="http://schemas.microsoft.com/office/drawing/2014/main" id="{84F1DB06-50C3-007A-7575-D55D56523385}"/>
                  </a:ext>
                </a:extLst>
              </p:cNvPr>
              <p:cNvSpPr/>
              <p:nvPr/>
            </p:nvSpPr>
            <p:spPr>
              <a:xfrm>
                <a:off x="4008361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3" name="pg408">
                <a:extLst>
                  <a:ext uri="{FF2B5EF4-FFF2-40B4-BE49-F238E27FC236}">
                    <a16:creationId xmlns:a16="http://schemas.microsoft.com/office/drawing/2014/main" id="{BD07D5B4-F003-1E77-EC99-6D58684FBFF1}"/>
                  </a:ext>
                </a:extLst>
              </p:cNvPr>
              <p:cNvSpPr/>
              <p:nvPr/>
            </p:nvSpPr>
            <p:spPr>
              <a:xfrm>
                <a:off x="4089798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4" name="pg409">
                <a:extLst>
                  <a:ext uri="{FF2B5EF4-FFF2-40B4-BE49-F238E27FC236}">
                    <a16:creationId xmlns:a16="http://schemas.microsoft.com/office/drawing/2014/main" id="{5CC9FADF-B158-8F46-6E1B-E9C55A2518BA}"/>
                  </a:ext>
                </a:extLst>
              </p:cNvPr>
              <p:cNvSpPr/>
              <p:nvPr/>
            </p:nvSpPr>
            <p:spPr>
              <a:xfrm>
                <a:off x="4171236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5" name="pg410">
                <a:extLst>
                  <a:ext uri="{FF2B5EF4-FFF2-40B4-BE49-F238E27FC236}">
                    <a16:creationId xmlns:a16="http://schemas.microsoft.com/office/drawing/2014/main" id="{8AF17ADA-189E-3C78-CACC-89FE1BAB877B}"/>
                  </a:ext>
                </a:extLst>
              </p:cNvPr>
              <p:cNvSpPr/>
              <p:nvPr/>
            </p:nvSpPr>
            <p:spPr>
              <a:xfrm>
                <a:off x="4252673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6" name="pg411">
                <a:extLst>
                  <a:ext uri="{FF2B5EF4-FFF2-40B4-BE49-F238E27FC236}">
                    <a16:creationId xmlns:a16="http://schemas.microsoft.com/office/drawing/2014/main" id="{641EB052-3AEF-D5CE-5156-ACBF728AADD4}"/>
                  </a:ext>
                </a:extLst>
              </p:cNvPr>
              <p:cNvSpPr/>
              <p:nvPr/>
            </p:nvSpPr>
            <p:spPr>
              <a:xfrm>
                <a:off x="4334110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7" name="pg412">
                <a:extLst>
                  <a:ext uri="{FF2B5EF4-FFF2-40B4-BE49-F238E27FC236}">
                    <a16:creationId xmlns:a16="http://schemas.microsoft.com/office/drawing/2014/main" id="{B2C27B54-DEC9-A2A1-1F93-1991C441C43E}"/>
                  </a:ext>
                </a:extLst>
              </p:cNvPr>
              <p:cNvSpPr/>
              <p:nvPr/>
            </p:nvSpPr>
            <p:spPr>
              <a:xfrm>
                <a:off x="4415547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8" name="pg413">
                <a:extLst>
                  <a:ext uri="{FF2B5EF4-FFF2-40B4-BE49-F238E27FC236}">
                    <a16:creationId xmlns:a16="http://schemas.microsoft.com/office/drawing/2014/main" id="{8298B126-F838-28B2-45E2-456ABC47777E}"/>
                  </a:ext>
                </a:extLst>
              </p:cNvPr>
              <p:cNvSpPr/>
              <p:nvPr/>
            </p:nvSpPr>
            <p:spPr>
              <a:xfrm>
                <a:off x="4496984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9" name="pg414">
                <a:extLst>
                  <a:ext uri="{FF2B5EF4-FFF2-40B4-BE49-F238E27FC236}">
                    <a16:creationId xmlns:a16="http://schemas.microsoft.com/office/drawing/2014/main" id="{4AC61540-95CE-0568-C7BA-80DC5243CD9D}"/>
                  </a:ext>
                </a:extLst>
              </p:cNvPr>
              <p:cNvSpPr/>
              <p:nvPr/>
            </p:nvSpPr>
            <p:spPr>
              <a:xfrm>
                <a:off x="3031116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0" name="pg415">
                <a:extLst>
                  <a:ext uri="{FF2B5EF4-FFF2-40B4-BE49-F238E27FC236}">
                    <a16:creationId xmlns:a16="http://schemas.microsoft.com/office/drawing/2014/main" id="{4B0F513D-2EAC-D24A-4004-043E57D338B9}"/>
                  </a:ext>
                </a:extLst>
              </p:cNvPr>
              <p:cNvSpPr/>
              <p:nvPr/>
            </p:nvSpPr>
            <p:spPr>
              <a:xfrm>
                <a:off x="3112553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1" name="pg416">
                <a:extLst>
                  <a:ext uri="{FF2B5EF4-FFF2-40B4-BE49-F238E27FC236}">
                    <a16:creationId xmlns:a16="http://schemas.microsoft.com/office/drawing/2014/main" id="{4F4F4FE6-34AA-1EFE-AFE0-5E1273B304E6}"/>
                  </a:ext>
                </a:extLst>
              </p:cNvPr>
              <p:cNvSpPr/>
              <p:nvPr/>
            </p:nvSpPr>
            <p:spPr>
              <a:xfrm>
                <a:off x="3193990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2" name="pg417">
                <a:extLst>
                  <a:ext uri="{FF2B5EF4-FFF2-40B4-BE49-F238E27FC236}">
                    <a16:creationId xmlns:a16="http://schemas.microsoft.com/office/drawing/2014/main" id="{319868C8-66BA-8433-3F3D-3B22EA3919AF}"/>
                  </a:ext>
                </a:extLst>
              </p:cNvPr>
              <p:cNvSpPr/>
              <p:nvPr/>
            </p:nvSpPr>
            <p:spPr>
              <a:xfrm>
                <a:off x="3275427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3" name="pg418">
                <a:extLst>
                  <a:ext uri="{FF2B5EF4-FFF2-40B4-BE49-F238E27FC236}">
                    <a16:creationId xmlns:a16="http://schemas.microsoft.com/office/drawing/2014/main" id="{BAF05821-2F63-4037-8186-4A94518EB296}"/>
                  </a:ext>
                </a:extLst>
              </p:cNvPr>
              <p:cNvSpPr/>
              <p:nvPr/>
            </p:nvSpPr>
            <p:spPr>
              <a:xfrm>
                <a:off x="3356864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4" name="pg419">
                <a:extLst>
                  <a:ext uri="{FF2B5EF4-FFF2-40B4-BE49-F238E27FC236}">
                    <a16:creationId xmlns:a16="http://schemas.microsoft.com/office/drawing/2014/main" id="{872666B4-79F0-35DD-C4DE-FF4DDCF5A741}"/>
                  </a:ext>
                </a:extLst>
              </p:cNvPr>
              <p:cNvSpPr/>
              <p:nvPr/>
            </p:nvSpPr>
            <p:spPr>
              <a:xfrm>
                <a:off x="3438301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5" name="pg420">
                <a:extLst>
                  <a:ext uri="{FF2B5EF4-FFF2-40B4-BE49-F238E27FC236}">
                    <a16:creationId xmlns:a16="http://schemas.microsoft.com/office/drawing/2014/main" id="{0B4A0859-2D9C-5167-9DBD-AD30F239234C}"/>
                  </a:ext>
                </a:extLst>
              </p:cNvPr>
              <p:cNvSpPr/>
              <p:nvPr/>
            </p:nvSpPr>
            <p:spPr>
              <a:xfrm>
                <a:off x="3519738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6" name="pg421">
                <a:extLst>
                  <a:ext uri="{FF2B5EF4-FFF2-40B4-BE49-F238E27FC236}">
                    <a16:creationId xmlns:a16="http://schemas.microsoft.com/office/drawing/2014/main" id="{59CE78AD-7426-1604-6707-914822C3C630}"/>
                  </a:ext>
                </a:extLst>
              </p:cNvPr>
              <p:cNvSpPr/>
              <p:nvPr/>
            </p:nvSpPr>
            <p:spPr>
              <a:xfrm>
                <a:off x="3601176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7" name="pg422">
                <a:extLst>
                  <a:ext uri="{FF2B5EF4-FFF2-40B4-BE49-F238E27FC236}">
                    <a16:creationId xmlns:a16="http://schemas.microsoft.com/office/drawing/2014/main" id="{582DC546-57B7-45AC-1196-0CA45D6223E7}"/>
                  </a:ext>
                </a:extLst>
              </p:cNvPr>
              <p:cNvSpPr/>
              <p:nvPr/>
            </p:nvSpPr>
            <p:spPr>
              <a:xfrm>
                <a:off x="3682613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8" name="pg423">
                <a:extLst>
                  <a:ext uri="{FF2B5EF4-FFF2-40B4-BE49-F238E27FC236}">
                    <a16:creationId xmlns:a16="http://schemas.microsoft.com/office/drawing/2014/main" id="{73750803-77FB-1AEE-CAAE-BA4DE323F23F}"/>
                  </a:ext>
                </a:extLst>
              </p:cNvPr>
              <p:cNvSpPr/>
              <p:nvPr/>
            </p:nvSpPr>
            <p:spPr>
              <a:xfrm>
                <a:off x="3764050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9" name="pg424">
                <a:extLst>
                  <a:ext uri="{FF2B5EF4-FFF2-40B4-BE49-F238E27FC236}">
                    <a16:creationId xmlns:a16="http://schemas.microsoft.com/office/drawing/2014/main" id="{981ABC14-6F21-E660-BF99-26321F9B9778}"/>
                  </a:ext>
                </a:extLst>
              </p:cNvPr>
              <p:cNvSpPr/>
              <p:nvPr/>
            </p:nvSpPr>
            <p:spPr>
              <a:xfrm>
                <a:off x="3845487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0" name="pg425">
                <a:extLst>
                  <a:ext uri="{FF2B5EF4-FFF2-40B4-BE49-F238E27FC236}">
                    <a16:creationId xmlns:a16="http://schemas.microsoft.com/office/drawing/2014/main" id="{1D502706-9896-9E12-AF14-8BF20DFBCD8B}"/>
                  </a:ext>
                </a:extLst>
              </p:cNvPr>
              <p:cNvSpPr/>
              <p:nvPr/>
            </p:nvSpPr>
            <p:spPr>
              <a:xfrm>
                <a:off x="3926924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1" name="pg426">
                <a:extLst>
                  <a:ext uri="{FF2B5EF4-FFF2-40B4-BE49-F238E27FC236}">
                    <a16:creationId xmlns:a16="http://schemas.microsoft.com/office/drawing/2014/main" id="{B599DFED-43FF-FAEA-C27E-6E8A2D7B93BB}"/>
                  </a:ext>
                </a:extLst>
              </p:cNvPr>
              <p:cNvSpPr/>
              <p:nvPr/>
            </p:nvSpPr>
            <p:spPr>
              <a:xfrm>
                <a:off x="4008361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2" name="pg427">
                <a:extLst>
                  <a:ext uri="{FF2B5EF4-FFF2-40B4-BE49-F238E27FC236}">
                    <a16:creationId xmlns:a16="http://schemas.microsoft.com/office/drawing/2014/main" id="{8197D6BA-7F83-8A6A-BED9-2BB5C8EEAA24}"/>
                  </a:ext>
                </a:extLst>
              </p:cNvPr>
              <p:cNvSpPr/>
              <p:nvPr/>
            </p:nvSpPr>
            <p:spPr>
              <a:xfrm>
                <a:off x="4089798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3" name="pg428">
                <a:extLst>
                  <a:ext uri="{FF2B5EF4-FFF2-40B4-BE49-F238E27FC236}">
                    <a16:creationId xmlns:a16="http://schemas.microsoft.com/office/drawing/2014/main" id="{15499159-85EC-C0CD-F93C-D15B17C51575}"/>
                  </a:ext>
                </a:extLst>
              </p:cNvPr>
              <p:cNvSpPr/>
              <p:nvPr/>
            </p:nvSpPr>
            <p:spPr>
              <a:xfrm>
                <a:off x="4171236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4" name="pg429">
                <a:extLst>
                  <a:ext uri="{FF2B5EF4-FFF2-40B4-BE49-F238E27FC236}">
                    <a16:creationId xmlns:a16="http://schemas.microsoft.com/office/drawing/2014/main" id="{1B7C3FDD-2407-8715-82F4-DA4E48B20B12}"/>
                  </a:ext>
                </a:extLst>
              </p:cNvPr>
              <p:cNvSpPr/>
              <p:nvPr/>
            </p:nvSpPr>
            <p:spPr>
              <a:xfrm>
                <a:off x="4252673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5" name="pg430">
                <a:extLst>
                  <a:ext uri="{FF2B5EF4-FFF2-40B4-BE49-F238E27FC236}">
                    <a16:creationId xmlns:a16="http://schemas.microsoft.com/office/drawing/2014/main" id="{A00CA21A-52EB-363B-F976-98DFEEDA6712}"/>
                  </a:ext>
                </a:extLst>
              </p:cNvPr>
              <p:cNvSpPr/>
              <p:nvPr/>
            </p:nvSpPr>
            <p:spPr>
              <a:xfrm>
                <a:off x="4334110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6" name="pg431">
                <a:extLst>
                  <a:ext uri="{FF2B5EF4-FFF2-40B4-BE49-F238E27FC236}">
                    <a16:creationId xmlns:a16="http://schemas.microsoft.com/office/drawing/2014/main" id="{855EA36A-7B0C-2054-F0F4-ED92497B5A8D}"/>
                  </a:ext>
                </a:extLst>
              </p:cNvPr>
              <p:cNvSpPr/>
              <p:nvPr/>
            </p:nvSpPr>
            <p:spPr>
              <a:xfrm>
                <a:off x="4415547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7" name="pg432">
                <a:extLst>
                  <a:ext uri="{FF2B5EF4-FFF2-40B4-BE49-F238E27FC236}">
                    <a16:creationId xmlns:a16="http://schemas.microsoft.com/office/drawing/2014/main" id="{36369ECC-3B1C-05E9-A9B1-0533553431EC}"/>
                  </a:ext>
                </a:extLst>
              </p:cNvPr>
              <p:cNvSpPr/>
              <p:nvPr/>
            </p:nvSpPr>
            <p:spPr>
              <a:xfrm>
                <a:off x="3112553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8" name="pg433">
                <a:extLst>
                  <a:ext uri="{FF2B5EF4-FFF2-40B4-BE49-F238E27FC236}">
                    <a16:creationId xmlns:a16="http://schemas.microsoft.com/office/drawing/2014/main" id="{8C734237-DDFE-50D8-2847-DF2F3EE4A75C}"/>
                  </a:ext>
                </a:extLst>
              </p:cNvPr>
              <p:cNvSpPr/>
              <p:nvPr/>
            </p:nvSpPr>
            <p:spPr>
              <a:xfrm>
                <a:off x="3193990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9" name="pg434">
                <a:extLst>
                  <a:ext uri="{FF2B5EF4-FFF2-40B4-BE49-F238E27FC236}">
                    <a16:creationId xmlns:a16="http://schemas.microsoft.com/office/drawing/2014/main" id="{80E0370B-AABE-EFBD-1E26-26BB5ED63607}"/>
                  </a:ext>
                </a:extLst>
              </p:cNvPr>
              <p:cNvSpPr/>
              <p:nvPr/>
            </p:nvSpPr>
            <p:spPr>
              <a:xfrm>
                <a:off x="3275427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0" name="pg435">
                <a:extLst>
                  <a:ext uri="{FF2B5EF4-FFF2-40B4-BE49-F238E27FC236}">
                    <a16:creationId xmlns:a16="http://schemas.microsoft.com/office/drawing/2014/main" id="{E927B569-3163-99CD-AE78-304553AD08FC}"/>
                  </a:ext>
                </a:extLst>
              </p:cNvPr>
              <p:cNvSpPr/>
              <p:nvPr/>
            </p:nvSpPr>
            <p:spPr>
              <a:xfrm>
                <a:off x="3356864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1" name="pg436">
                <a:extLst>
                  <a:ext uri="{FF2B5EF4-FFF2-40B4-BE49-F238E27FC236}">
                    <a16:creationId xmlns:a16="http://schemas.microsoft.com/office/drawing/2014/main" id="{BF480729-12E7-6DA1-D51E-8544B9C836BB}"/>
                  </a:ext>
                </a:extLst>
              </p:cNvPr>
              <p:cNvSpPr/>
              <p:nvPr/>
            </p:nvSpPr>
            <p:spPr>
              <a:xfrm>
                <a:off x="3438301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2" name="pg437">
                <a:extLst>
                  <a:ext uri="{FF2B5EF4-FFF2-40B4-BE49-F238E27FC236}">
                    <a16:creationId xmlns:a16="http://schemas.microsoft.com/office/drawing/2014/main" id="{0FE9DF2E-5BBF-853C-7B32-4D508AA031CD}"/>
                  </a:ext>
                </a:extLst>
              </p:cNvPr>
              <p:cNvSpPr/>
              <p:nvPr/>
            </p:nvSpPr>
            <p:spPr>
              <a:xfrm>
                <a:off x="3519738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3" name="pg438">
                <a:extLst>
                  <a:ext uri="{FF2B5EF4-FFF2-40B4-BE49-F238E27FC236}">
                    <a16:creationId xmlns:a16="http://schemas.microsoft.com/office/drawing/2014/main" id="{E9512C45-01D4-F939-FF52-ABA400161DB8}"/>
                  </a:ext>
                </a:extLst>
              </p:cNvPr>
              <p:cNvSpPr/>
              <p:nvPr/>
            </p:nvSpPr>
            <p:spPr>
              <a:xfrm>
                <a:off x="3601176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4" name="pg439">
                <a:extLst>
                  <a:ext uri="{FF2B5EF4-FFF2-40B4-BE49-F238E27FC236}">
                    <a16:creationId xmlns:a16="http://schemas.microsoft.com/office/drawing/2014/main" id="{7933887B-B160-B2A8-D77D-7DD3C73EDA80}"/>
                  </a:ext>
                </a:extLst>
              </p:cNvPr>
              <p:cNvSpPr/>
              <p:nvPr/>
            </p:nvSpPr>
            <p:spPr>
              <a:xfrm>
                <a:off x="3682613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5" name="pg440">
                <a:extLst>
                  <a:ext uri="{FF2B5EF4-FFF2-40B4-BE49-F238E27FC236}">
                    <a16:creationId xmlns:a16="http://schemas.microsoft.com/office/drawing/2014/main" id="{97D1443F-AF9C-4CB1-89A8-75358E421553}"/>
                  </a:ext>
                </a:extLst>
              </p:cNvPr>
              <p:cNvSpPr/>
              <p:nvPr/>
            </p:nvSpPr>
            <p:spPr>
              <a:xfrm>
                <a:off x="3764050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6" name="pg441">
                <a:extLst>
                  <a:ext uri="{FF2B5EF4-FFF2-40B4-BE49-F238E27FC236}">
                    <a16:creationId xmlns:a16="http://schemas.microsoft.com/office/drawing/2014/main" id="{D1C4E550-EDC0-F64C-92A3-BBD170CFECB3}"/>
                  </a:ext>
                </a:extLst>
              </p:cNvPr>
              <p:cNvSpPr/>
              <p:nvPr/>
            </p:nvSpPr>
            <p:spPr>
              <a:xfrm>
                <a:off x="3845487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7" name="pg442">
                <a:extLst>
                  <a:ext uri="{FF2B5EF4-FFF2-40B4-BE49-F238E27FC236}">
                    <a16:creationId xmlns:a16="http://schemas.microsoft.com/office/drawing/2014/main" id="{1222EDBB-7298-0232-9E88-5B372C809FD0}"/>
                  </a:ext>
                </a:extLst>
              </p:cNvPr>
              <p:cNvSpPr/>
              <p:nvPr/>
            </p:nvSpPr>
            <p:spPr>
              <a:xfrm>
                <a:off x="3926924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8" name="pg443">
                <a:extLst>
                  <a:ext uri="{FF2B5EF4-FFF2-40B4-BE49-F238E27FC236}">
                    <a16:creationId xmlns:a16="http://schemas.microsoft.com/office/drawing/2014/main" id="{70C1FE49-20F0-AEA4-BE5D-3D6D3EE3F186}"/>
                  </a:ext>
                </a:extLst>
              </p:cNvPr>
              <p:cNvSpPr/>
              <p:nvPr/>
            </p:nvSpPr>
            <p:spPr>
              <a:xfrm>
                <a:off x="4008361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9" name="pg444">
                <a:extLst>
                  <a:ext uri="{FF2B5EF4-FFF2-40B4-BE49-F238E27FC236}">
                    <a16:creationId xmlns:a16="http://schemas.microsoft.com/office/drawing/2014/main" id="{B9F02FAC-C897-9DED-DF3E-45C6C5062A4B}"/>
                  </a:ext>
                </a:extLst>
              </p:cNvPr>
              <p:cNvSpPr/>
              <p:nvPr/>
            </p:nvSpPr>
            <p:spPr>
              <a:xfrm>
                <a:off x="4089798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0" name="pg445">
                <a:extLst>
                  <a:ext uri="{FF2B5EF4-FFF2-40B4-BE49-F238E27FC236}">
                    <a16:creationId xmlns:a16="http://schemas.microsoft.com/office/drawing/2014/main" id="{2F76CBA4-A7B7-BAFB-2217-1102CE45F9A0}"/>
                  </a:ext>
                </a:extLst>
              </p:cNvPr>
              <p:cNvSpPr/>
              <p:nvPr/>
            </p:nvSpPr>
            <p:spPr>
              <a:xfrm>
                <a:off x="4171236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1" name="pg446">
                <a:extLst>
                  <a:ext uri="{FF2B5EF4-FFF2-40B4-BE49-F238E27FC236}">
                    <a16:creationId xmlns:a16="http://schemas.microsoft.com/office/drawing/2014/main" id="{665E2121-1C5B-3382-D582-644676ED5F0A}"/>
                  </a:ext>
                </a:extLst>
              </p:cNvPr>
              <p:cNvSpPr/>
              <p:nvPr/>
            </p:nvSpPr>
            <p:spPr>
              <a:xfrm>
                <a:off x="4252673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2" name="pg447">
                <a:extLst>
                  <a:ext uri="{FF2B5EF4-FFF2-40B4-BE49-F238E27FC236}">
                    <a16:creationId xmlns:a16="http://schemas.microsoft.com/office/drawing/2014/main" id="{693880C0-EFDB-180E-5E64-0AA600764D1F}"/>
                  </a:ext>
                </a:extLst>
              </p:cNvPr>
              <p:cNvSpPr/>
              <p:nvPr/>
            </p:nvSpPr>
            <p:spPr>
              <a:xfrm>
                <a:off x="4334110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3" name="pg448">
                <a:extLst>
                  <a:ext uri="{FF2B5EF4-FFF2-40B4-BE49-F238E27FC236}">
                    <a16:creationId xmlns:a16="http://schemas.microsoft.com/office/drawing/2014/main" id="{3931462F-C01F-70D7-9945-48B305B901B5}"/>
                  </a:ext>
                </a:extLst>
              </p:cNvPr>
              <p:cNvSpPr/>
              <p:nvPr/>
            </p:nvSpPr>
            <p:spPr>
              <a:xfrm>
                <a:off x="3193990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4" name="pg449">
                <a:extLst>
                  <a:ext uri="{FF2B5EF4-FFF2-40B4-BE49-F238E27FC236}">
                    <a16:creationId xmlns:a16="http://schemas.microsoft.com/office/drawing/2014/main" id="{238458B4-9212-E48C-7B16-9D6B861B6883}"/>
                  </a:ext>
                </a:extLst>
              </p:cNvPr>
              <p:cNvSpPr/>
              <p:nvPr/>
            </p:nvSpPr>
            <p:spPr>
              <a:xfrm>
                <a:off x="3275427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5" name="pg450">
                <a:extLst>
                  <a:ext uri="{FF2B5EF4-FFF2-40B4-BE49-F238E27FC236}">
                    <a16:creationId xmlns:a16="http://schemas.microsoft.com/office/drawing/2014/main" id="{3E8593BE-68D6-EC11-D0DE-42B442D1B180}"/>
                  </a:ext>
                </a:extLst>
              </p:cNvPr>
              <p:cNvSpPr/>
              <p:nvPr/>
            </p:nvSpPr>
            <p:spPr>
              <a:xfrm>
                <a:off x="3356864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6" name="pg451">
                <a:extLst>
                  <a:ext uri="{FF2B5EF4-FFF2-40B4-BE49-F238E27FC236}">
                    <a16:creationId xmlns:a16="http://schemas.microsoft.com/office/drawing/2014/main" id="{8EA6A987-1E8B-8550-2375-3E46E019F9E7}"/>
                  </a:ext>
                </a:extLst>
              </p:cNvPr>
              <p:cNvSpPr/>
              <p:nvPr/>
            </p:nvSpPr>
            <p:spPr>
              <a:xfrm>
                <a:off x="3438301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7" name="pg452">
                <a:extLst>
                  <a:ext uri="{FF2B5EF4-FFF2-40B4-BE49-F238E27FC236}">
                    <a16:creationId xmlns:a16="http://schemas.microsoft.com/office/drawing/2014/main" id="{541BD694-EBCE-C4E9-34CE-DB93504B32C2}"/>
                  </a:ext>
                </a:extLst>
              </p:cNvPr>
              <p:cNvSpPr/>
              <p:nvPr/>
            </p:nvSpPr>
            <p:spPr>
              <a:xfrm>
                <a:off x="3519738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8" name="pg453">
                <a:extLst>
                  <a:ext uri="{FF2B5EF4-FFF2-40B4-BE49-F238E27FC236}">
                    <a16:creationId xmlns:a16="http://schemas.microsoft.com/office/drawing/2014/main" id="{668AD0FE-2612-1B0B-18E0-C065EB360318}"/>
                  </a:ext>
                </a:extLst>
              </p:cNvPr>
              <p:cNvSpPr/>
              <p:nvPr/>
            </p:nvSpPr>
            <p:spPr>
              <a:xfrm>
                <a:off x="3601176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9" name="pg454">
                <a:extLst>
                  <a:ext uri="{FF2B5EF4-FFF2-40B4-BE49-F238E27FC236}">
                    <a16:creationId xmlns:a16="http://schemas.microsoft.com/office/drawing/2014/main" id="{AD443909-970C-8878-A438-DF32FE55814B}"/>
                  </a:ext>
                </a:extLst>
              </p:cNvPr>
              <p:cNvSpPr/>
              <p:nvPr/>
            </p:nvSpPr>
            <p:spPr>
              <a:xfrm>
                <a:off x="3682613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0" name="pg455">
                <a:extLst>
                  <a:ext uri="{FF2B5EF4-FFF2-40B4-BE49-F238E27FC236}">
                    <a16:creationId xmlns:a16="http://schemas.microsoft.com/office/drawing/2014/main" id="{4B476B60-96A4-D88C-8E5A-E4362C38EC37}"/>
                  </a:ext>
                </a:extLst>
              </p:cNvPr>
              <p:cNvSpPr/>
              <p:nvPr/>
            </p:nvSpPr>
            <p:spPr>
              <a:xfrm>
                <a:off x="3764050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1" name="pg456">
                <a:extLst>
                  <a:ext uri="{FF2B5EF4-FFF2-40B4-BE49-F238E27FC236}">
                    <a16:creationId xmlns:a16="http://schemas.microsoft.com/office/drawing/2014/main" id="{AFF637E1-D593-89AA-84D5-AF156A388719}"/>
                  </a:ext>
                </a:extLst>
              </p:cNvPr>
              <p:cNvSpPr/>
              <p:nvPr/>
            </p:nvSpPr>
            <p:spPr>
              <a:xfrm>
                <a:off x="3845487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2" name="pg457">
                <a:extLst>
                  <a:ext uri="{FF2B5EF4-FFF2-40B4-BE49-F238E27FC236}">
                    <a16:creationId xmlns:a16="http://schemas.microsoft.com/office/drawing/2014/main" id="{B47320AE-CE61-37CD-E0E3-AC5659A5CB98}"/>
                  </a:ext>
                </a:extLst>
              </p:cNvPr>
              <p:cNvSpPr/>
              <p:nvPr/>
            </p:nvSpPr>
            <p:spPr>
              <a:xfrm>
                <a:off x="3926924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3" name="pg458">
                <a:extLst>
                  <a:ext uri="{FF2B5EF4-FFF2-40B4-BE49-F238E27FC236}">
                    <a16:creationId xmlns:a16="http://schemas.microsoft.com/office/drawing/2014/main" id="{85DB7F9E-85B6-71B5-B1EF-10C5FAAE8DB3}"/>
                  </a:ext>
                </a:extLst>
              </p:cNvPr>
              <p:cNvSpPr/>
              <p:nvPr/>
            </p:nvSpPr>
            <p:spPr>
              <a:xfrm>
                <a:off x="4008361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4" name="pg459">
                <a:extLst>
                  <a:ext uri="{FF2B5EF4-FFF2-40B4-BE49-F238E27FC236}">
                    <a16:creationId xmlns:a16="http://schemas.microsoft.com/office/drawing/2014/main" id="{B633D96E-D574-A7F1-D19E-57318D6A8C1B}"/>
                  </a:ext>
                </a:extLst>
              </p:cNvPr>
              <p:cNvSpPr/>
              <p:nvPr/>
            </p:nvSpPr>
            <p:spPr>
              <a:xfrm>
                <a:off x="4089798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5" name="pg460">
                <a:extLst>
                  <a:ext uri="{FF2B5EF4-FFF2-40B4-BE49-F238E27FC236}">
                    <a16:creationId xmlns:a16="http://schemas.microsoft.com/office/drawing/2014/main" id="{3549B735-B430-50E0-35A7-B7413485E147}"/>
                  </a:ext>
                </a:extLst>
              </p:cNvPr>
              <p:cNvSpPr/>
              <p:nvPr/>
            </p:nvSpPr>
            <p:spPr>
              <a:xfrm>
                <a:off x="4171236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6" name="pg461">
                <a:extLst>
                  <a:ext uri="{FF2B5EF4-FFF2-40B4-BE49-F238E27FC236}">
                    <a16:creationId xmlns:a16="http://schemas.microsoft.com/office/drawing/2014/main" id="{5D3E027C-9C61-BF89-C20A-740588D70906}"/>
                  </a:ext>
                </a:extLst>
              </p:cNvPr>
              <p:cNvSpPr/>
              <p:nvPr/>
            </p:nvSpPr>
            <p:spPr>
              <a:xfrm>
                <a:off x="4252673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7" name="pg462">
                <a:extLst>
                  <a:ext uri="{FF2B5EF4-FFF2-40B4-BE49-F238E27FC236}">
                    <a16:creationId xmlns:a16="http://schemas.microsoft.com/office/drawing/2014/main" id="{B07F73E6-61E1-7C3A-0DED-75C2BD9233F8}"/>
                  </a:ext>
                </a:extLst>
              </p:cNvPr>
              <p:cNvSpPr/>
              <p:nvPr/>
            </p:nvSpPr>
            <p:spPr>
              <a:xfrm>
                <a:off x="4334110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8" name="pg463">
                <a:extLst>
                  <a:ext uri="{FF2B5EF4-FFF2-40B4-BE49-F238E27FC236}">
                    <a16:creationId xmlns:a16="http://schemas.microsoft.com/office/drawing/2014/main" id="{E99808C8-6D97-4862-B48D-329440E905CD}"/>
                  </a:ext>
                </a:extLst>
              </p:cNvPr>
              <p:cNvSpPr/>
              <p:nvPr/>
            </p:nvSpPr>
            <p:spPr>
              <a:xfrm>
                <a:off x="2868241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9" name="pg464">
                <a:extLst>
                  <a:ext uri="{FF2B5EF4-FFF2-40B4-BE49-F238E27FC236}">
                    <a16:creationId xmlns:a16="http://schemas.microsoft.com/office/drawing/2014/main" id="{63AA8ECD-A092-9679-9D96-77682B9BDC5A}"/>
                  </a:ext>
                </a:extLst>
              </p:cNvPr>
              <p:cNvSpPr/>
              <p:nvPr/>
            </p:nvSpPr>
            <p:spPr>
              <a:xfrm>
                <a:off x="2949678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0" name="pg465">
                <a:extLst>
                  <a:ext uri="{FF2B5EF4-FFF2-40B4-BE49-F238E27FC236}">
                    <a16:creationId xmlns:a16="http://schemas.microsoft.com/office/drawing/2014/main" id="{4899A30F-F134-65FD-CBE7-E78DF0EDDAD1}"/>
                  </a:ext>
                </a:extLst>
              </p:cNvPr>
              <p:cNvSpPr/>
              <p:nvPr/>
            </p:nvSpPr>
            <p:spPr>
              <a:xfrm>
                <a:off x="3031116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1" name="pg466">
                <a:extLst>
                  <a:ext uri="{FF2B5EF4-FFF2-40B4-BE49-F238E27FC236}">
                    <a16:creationId xmlns:a16="http://schemas.microsoft.com/office/drawing/2014/main" id="{B66D1A87-6557-105E-5D61-F595C63244C0}"/>
                  </a:ext>
                </a:extLst>
              </p:cNvPr>
              <p:cNvSpPr/>
              <p:nvPr/>
            </p:nvSpPr>
            <p:spPr>
              <a:xfrm>
                <a:off x="3112553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2" name="pg467">
                <a:extLst>
                  <a:ext uri="{FF2B5EF4-FFF2-40B4-BE49-F238E27FC236}">
                    <a16:creationId xmlns:a16="http://schemas.microsoft.com/office/drawing/2014/main" id="{CFB460BE-CDB1-318B-88B2-189DE9A7AA52}"/>
                  </a:ext>
                </a:extLst>
              </p:cNvPr>
              <p:cNvSpPr/>
              <p:nvPr/>
            </p:nvSpPr>
            <p:spPr>
              <a:xfrm>
                <a:off x="3193990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3" name="pg468">
                <a:extLst>
                  <a:ext uri="{FF2B5EF4-FFF2-40B4-BE49-F238E27FC236}">
                    <a16:creationId xmlns:a16="http://schemas.microsoft.com/office/drawing/2014/main" id="{7E515F7D-A517-B15C-76DA-90FEF049CA36}"/>
                  </a:ext>
                </a:extLst>
              </p:cNvPr>
              <p:cNvSpPr/>
              <p:nvPr/>
            </p:nvSpPr>
            <p:spPr>
              <a:xfrm>
                <a:off x="3275427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4" name="pg469">
                <a:extLst>
                  <a:ext uri="{FF2B5EF4-FFF2-40B4-BE49-F238E27FC236}">
                    <a16:creationId xmlns:a16="http://schemas.microsoft.com/office/drawing/2014/main" id="{A169AC8F-B59F-AF7F-3710-1C58AAC47722}"/>
                  </a:ext>
                </a:extLst>
              </p:cNvPr>
              <p:cNvSpPr/>
              <p:nvPr/>
            </p:nvSpPr>
            <p:spPr>
              <a:xfrm>
                <a:off x="3356864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5" name="pg470">
                <a:extLst>
                  <a:ext uri="{FF2B5EF4-FFF2-40B4-BE49-F238E27FC236}">
                    <a16:creationId xmlns:a16="http://schemas.microsoft.com/office/drawing/2014/main" id="{C7ADD752-AD22-A00C-F549-B4315A45707A}"/>
                  </a:ext>
                </a:extLst>
              </p:cNvPr>
              <p:cNvSpPr/>
              <p:nvPr/>
            </p:nvSpPr>
            <p:spPr>
              <a:xfrm>
                <a:off x="3438301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6" name="pg471">
                <a:extLst>
                  <a:ext uri="{FF2B5EF4-FFF2-40B4-BE49-F238E27FC236}">
                    <a16:creationId xmlns:a16="http://schemas.microsoft.com/office/drawing/2014/main" id="{426C3F5F-E092-03DD-D501-533239249836}"/>
                  </a:ext>
                </a:extLst>
              </p:cNvPr>
              <p:cNvSpPr/>
              <p:nvPr/>
            </p:nvSpPr>
            <p:spPr>
              <a:xfrm>
                <a:off x="3519738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7" name="pg472">
                <a:extLst>
                  <a:ext uri="{FF2B5EF4-FFF2-40B4-BE49-F238E27FC236}">
                    <a16:creationId xmlns:a16="http://schemas.microsoft.com/office/drawing/2014/main" id="{E3BAAED3-EC63-D45B-9164-A98806EDE5CB}"/>
                  </a:ext>
                </a:extLst>
              </p:cNvPr>
              <p:cNvSpPr/>
              <p:nvPr/>
            </p:nvSpPr>
            <p:spPr>
              <a:xfrm>
                <a:off x="3601176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8" name="pg473">
                <a:extLst>
                  <a:ext uri="{FF2B5EF4-FFF2-40B4-BE49-F238E27FC236}">
                    <a16:creationId xmlns:a16="http://schemas.microsoft.com/office/drawing/2014/main" id="{0EC79C45-D932-CDAC-A313-D931384651FE}"/>
                  </a:ext>
                </a:extLst>
              </p:cNvPr>
              <p:cNvSpPr/>
              <p:nvPr/>
            </p:nvSpPr>
            <p:spPr>
              <a:xfrm>
                <a:off x="3682613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9" name="pg474">
                <a:extLst>
                  <a:ext uri="{FF2B5EF4-FFF2-40B4-BE49-F238E27FC236}">
                    <a16:creationId xmlns:a16="http://schemas.microsoft.com/office/drawing/2014/main" id="{94726EDF-BA2B-C4AF-F777-FDEFC00CE5DA}"/>
                  </a:ext>
                </a:extLst>
              </p:cNvPr>
              <p:cNvSpPr/>
              <p:nvPr/>
            </p:nvSpPr>
            <p:spPr>
              <a:xfrm>
                <a:off x="3764050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0" name="pg475">
                <a:extLst>
                  <a:ext uri="{FF2B5EF4-FFF2-40B4-BE49-F238E27FC236}">
                    <a16:creationId xmlns:a16="http://schemas.microsoft.com/office/drawing/2014/main" id="{8CA2B652-8931-A846-0EEC-D0D181B4EFF6}"/>
                  </a:ext>
                </a:extLst>
              </p:cNvPr>
              <p:cNvSpPr/>
              <p:nvPr/>
            </p:nvSpPr>
            <p:spPr>
              <a:xfrm>
                <a:off x="3845487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1" name="pg476">
                <a:extLst>
                  <a:ext uri="{FF2B5EF4-FFF2-40B4-BE49-F238E27FC236}">
                    <a16:creationId xmlns:a16="http://schemas.microsoft.com/office/drawing/2014/main" id="{0D180221-5DE2-2262-2D43-B5D28B497A47}"/>
                  </a:ext>
                </a:extLst>
              </p:cNvPr>
              <p:cNvSpPr/>
              <p:nvPr/>
            </p:nvSpPr>
            <p:spPr>
              <a:xfrm>
                <a:off x="3926924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2" name="pg477">
                <a:extLst>
                  <a:ext uri="{FF2B5EF4-FFF2-40B4-BE49-F238E27FC236}">
                    <a16:creationId xmlns:a16="http://schemas.microsoft.com/office/drawing/2014/main" id="{805EF54F-C203-676A-11E4-50D43D2B0959}"/>
                  </a:ext>
                </a:extLst>
              </p:cNvPr>
              <p:cNvSpPr/>
              <p:nvPr/>
            </p:nvSpPr>
            <p:spPr>
              <a:xfrm>
                <a:off x="4008361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3" name="pg478">
                <a:extLst>
                  <a:ext uri="{FF2B5EF4-FFF2-40B4-BE49-F238E27FC236}">
                    <a16:creationId xmlns:a16="http://schemas.microsoft.com/office/drawing/2014/main" id="{31B5AB82-EDA6-62E3-7FAB-5CBBD99AC317}"/>
                  </a:ext>
                </a:extLst>
              </p:cNvPr>
              <p:cNvSpPr/>
              <p:nvPr/>
            </p:nvSpPr>
            <p:spPr>
              <a:xfrm>
                <a:off x="4089798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4" name="pg479">
                <a:extLst>
                  <a:ext uri="{FF2B5EF4-FFF2-40B4-BE49-F238E27FC236}">
                    <a16:creationId xmlns:a16="http://schemas.microsoft.com/office/drawing/2014/main" id="{B409DD1F-3182-F85D-ADF8-DD4C5FB53475}"/>
                  </a:ext>
                </a:extLst>
              </p:cNvPr>
              <p:cNvSpPr/>
              <p:nvPr/>
            </p:nvSpPr>
            <p:spPr>
              <a:xfrm>
                <a:off x="4171236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5" name="pg480">
                <a:extLst>
                  <a:ext uri="{FF2B5EF4-FFF2-40B4-BE49-F238E27FC236}">
                    <a16:creationId xmlns:a16="http://schemas.microsoft.com/office/drawing/2014/main" id="{639B2F88-261C-7BE7-4B1F-8D44D19357C3}"/>
                  </a:ext>
                </a:extLst>
              </p:cNvPr>
              <p:cNvSpPr/>
              <p:nvPr/>
            </p:nvSpPr>
            <p:spPr>
              <a:xfrm>
                <a:off x="4252673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6" name="pg481">
                <a:extLst>
                  <a:ext uri="{FF2B5EF4-FFF2-40B4-BE49-F238E27FC236}">
                    <a16:creationId xmlns:a16="http://schemas.microsoft.com/office/drawing/2014/main" id="{76C73D8E-CA78-8871-753C-86AD0E531719}"/>
                  </a:ext>
                </a:extLst>
              </p:cNvPr>
              <p:cNvSpPr/>
              <p:nvPr/>
            </p:nvSpPr>
            <p:spPr>
              <a:xfrm>
                <a:off x="2786804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7" name="pg482">
                <a:extLst>
                  <a:ext uri="{FF2B5EF4-FFF2-40B4-BE49-F238E27FC236}">
                    <a16:creationId xmlns:a16="http://schemas.microsoft.com/office/drawing/2014/main" id="{6A23F0BF-4549-D749-9411-F2DB682E6EAC}"/>
                  </a:ext>
                </a:extLst>
              </p:cNvPr>
              <p:cNvSpPr/>
              <p:nvPr/>
            </p:nvSpPr>
            <p:spPr>
              <a:xfrm>
                <a:off x="2868241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8" name="pg483">
                <a:extLst>
                  <a:ext uri="{FF2B5EF4-FFF2-40B4-BE49-F238E27FC236}">
                    <a16:creationId xmlns:a16="http://schemas.microsoft.com/office/drawing/2014/main" id="{EDADD5CF-F2AC-AD69-EACB-ED7766CCADAA}"/>
                  </a:ext>
                </a:extLst>
              </p:cNvPr>
              <p:cNvSpPr/>
              <p:nvPr/>
            </p:nvSpPr>
            <p:spPr>
              <a:xfrm>
                <a:off x="2949678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9" name="pg484">
                <a:extLst>
                  <a:ext uri="{FF2B5EF4-FFF2-40B4-BE49-F238E27FC236}">
                    <a16:creationId xmlns:a16="http://schemas.microsoft.com/office/drawing/2014/main" id="{8920FCB1-F67E-06BB-4821-896DCE0957F5}"/>
                  </a:ext>
                </a:extLst>
              </p:cNvPr>
              <p:cNvSpPr/>
              <p:nvPr/>
            </p:nvSpPr>
            <p:spPr>
              <a:xfrm>
                <a:off x="3031116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0" name="pg485">
                <a:extLst>
                  <a:ext uri="{FF2B5EF4-FFF2-40B4-BE49-F238E27FC236}">
                    <a16:creationId xmlns:a16="http://schemas.microsoft.com/office/drawing/2014/main" id="{99553426-F85B-62AC-6A14-0DDB76F302B1}"/>
                  </a:ext>
                </a:extLst>
              </p:cNvPr>
              <p:cNvSpPr/>
              <p:nvPr/>
            </p:nvSpPr>
            <p:spPr>
              <a:xfrm>
                <a:off x="3112553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1" name="pg486">
                <a:extLst>
                  <a:ext uri="{FF2B5EF4-FFF2-40B4-BE49-F238E27FC236}">
                    <a16:creationId xmlns:a16="http://schemas.microsoft.com/office/drawing/2014/main" id="{36A8AFBC-7CFB-2639-6672-B83422F2A0A8}"/>
                  </a:ext>
                </a:extLst>
              </p:cNvPr>
              <p:cNvSpPr/>
              <p:nvPr/>
            </p:nvSpPr>
            <p:spPr>
              <a:xfrm>
                <a:off x="3193990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6AA">
                  <a:alpha val="100000"/>
                </a:srgbClr>
              </a:solidFill>
              <a:ln w="5420" cap="flat">
                <a:solidFill>
                  <a:srgbClr val="42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2" name="pg487">
                <a:extLst>
                  <a:ext uri="{FF2B5EF4-FFF2-40B4-BE49-F238E27FC236}">
                    <a16:creationId xmlns:a16="http://schemas.microsoft.com/office/drawing/2014/main" id="{72229A23-68C0-DFB8-A25C-EBAD82245CA9}"/>
                  </a:ext>
                </a:extLst>
              </p:cNvPr>
              <p:cNvSpPr/>
              <p:nvPr/>
            </p:nvSpPr>
            <p:spPr>
              <a:xfrm>
                <a:off x="3275427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3" name="pg488">
                <a:extLst>
                  <a:ext uri="{FF2B5EF4-FFF2-40B4-BE49-F238E27FC236}">
                    <a16:creationId xmlns:a16="http://schemas.microsoft.com/office/drawing/2014/main" id="{99591FA7-4F41-D258-EB07-81EEC4AC2F3A}"/>
                  </a:ext>
                </a:extLst>
              </p:cNvPr>
              <p:cNvSpPr/>
              <p:nvPr/>
            </p:nvSpPr>
            <p:spPr>
              <a:xfrm>
                <a:off x="3356864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4" name="pg489">
                <a:extLst>
                  <a:ext uri="{FF2B5EF4-FFF2-40B4-BE49-F238E27FC236}">
                    <a16:creationId xmlns:a16="http://schemas.microsoft.com/office/drawing/2014/main" id="{8BC84684-B25A-3676-9D8F-7CA12537EE68}"/>
                  </a:ext>
                </a:extLst>
              </p:cNvPr>
              <p:cNvSpPr/>
              <p:nvPr/>
            </p:nvSpPr>
            <p:spPr>
              <a:xfrm>
                <a:off x="3438301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5" name="pg490">
                <a:extLst>
                  <a:ext uri="{FF2B5EF4-FFF2-40B4-BE49-F238E27FC236}">
                    <a16:creationId xmlns:a16="http://schemas.microsoft.com/office/drawing/2014/main" id="{D25C83CB-D805-DD75-125A-F25C4E6891E1}"/>
                  </a:ext>
                </a:extLst>
              </p:cNvPr>
              <p:cNvSpPr/>
              <p:nvPr/>
            </p:nvSpPr>
            <p:spPr>
              <a:xfrm>
                <a:off x="3519738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6" name="pg491">
                <a:extLst>
                  <a:ext uri="{FF2B5EF4-FFF2-40B4-BE49-F238E27FC236}">
                    <a16:creationId xmlns:a16="http://schemas.microsoft.com/office/drawing/2014/main" id="{485A6D48-D553-463B-76C7-E842D0FEF8D9}"/>
                  </a:ext>
                </a:extLst>
              </p:cNvPr>
              <p:cNvSpPr/>
              <p:nvPr/>
            </p:nvSpPr>
            <p:spPr>
              <a:xfrm>
                <a:off x="3601176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7" name="pg492">
                <a:extLst>
                  <a:ext uri="{FF2B5EF4-FFF2-40B4-BE49-F238E27FC236}">
                    <a16:creationId xmlns:a16="http://schemas.microsoft.com/office/drawing/2014/main" id="{AEEC3F19-AC1E-50AE-1372-3366EE5BD585}"/>
                  </a:ext>
                </a:extLst>
              </p:cNvPr>
              <p:cNvSpPr/>
              <p:nvPr/>
            </p:nvSpPr>
            <p:spPr>
              <a:xfrm>
                <a:off x="3682613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8" name="pg493">
                <a:extLst>
                  <a:ext uri="{FF2B5EF4-FFF2-40B4-BE49-F238E27FC236}">
                    <a16:creationId xmlns:a16="http://schemas.microsoft.com/office/drawing/2014/main" id="{336D2684-248C-6219-E610-4D06B82B3441}"/>
                  </a:ext>
                </a:extLst>
              </p:cNvPr>
              <p:cNvSpPr/>
              <p:nvPr/>
            </p:nvSpPr>
            <p:spPr>
              <a:xfrm>
                <a:off x="3764050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9" name="pg494">
                <a:extLst>
                  <a:ext uri="{FF2B5EF4-FFF2-40B4-BE49-F238E27FC236}">
                    <a16:creationId xmlns:a16="http://schemas.microsoft.com/office/drawing/2014/main" id="{8C6B12B5-4629-0F9B-BCED-D3FAEA2CE5A3}"/>
                  </a:ext>
                </a:extLst>
              </p:cNvPr>
              <p:cNvSpPr/>
              <p:nvPr/>
            </p:nvSpPr>
            <p:spPr>
              <a:xfrm>
                <a:off x="3845487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0" name="pg495">
                <a:extLst>
                  <a:ext uri="{FF2B5EF4-FFF2-40B4-BE49-F238E27FC236}">
                    <a16:creationId xmlns:a16="http://schemas.microsoft.com/office/drawing/2014/main" id="{899FC341-49CB-010D-C0FF-18F4DA8F9B11}"/>
                  </a:ext>
                </a:extLst>
              </p:cNvPr>
              <p:cNvSpPr/>
              <p:nvPr/>
            </p:nvSpPr>
            <p:spPr>
              <a:xfrm>
                <a:off x="3926924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1" name="pg496">
                <a:extLst>
                  <a:ext uri="{FF2B5EF4-FFF2-40B4-BE49-F238E27FC236}">
                    <a16:creationId xmlns:a16="http://schemas.microsoft.com/office/drawing/2014/main" id="{D9AB8162-4FD3-D065-88AF-9B2E15B26B58}"/>
                  </a:ext>
                </a:extLst>
              </p:cNvPr>
              <p:cNvSpPr/>
              <p:nvPr/>
            </p:nvSpPr>
            <p:spPr>
              <a:xfrm>
                <a:off x="4008361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2" name="pg497">
                <a:extLst>
                  <a:ext uri="{FF2B5EF4-FFF2-40B4-BE49-F238E27FC236}">
                    <a16:creationId xmlns:a16="http://schemas.microsoft.com/office/drawing/2014/main" id="{B07A81AE-3EA9-742A-3C1B-A4F43747C887}"/>
                  </a:ext>
                </a:extLst>
              </p:cNvPr>
              <p:cNvSpPr/>
              <p:nvPr/>
            </p:nvSpPr>
            <p:spPr>
              <a:xfrm>
                <a:off x="4089798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3" name="pg498">
                <a:extLst>
                  <a:ext uri="{FF2B5EF4-FFF2-40B4-BE49-F238E27FC236}">
                    <a16:creationId xmlns:a16="http://schemas.microsoft.com/office/drawing/2014/main" id="{9FA58364-8367-45DD-126B-A6AF2A65AA83}"/>
                  </a:ext>
                </a:extLst>
              </p:cNvPr>
              <p:cNvSpPr/>
              <p:nvPr/>
            </p:nvSpPr>
            <p:spPr>
              <a:xfrm>
                <a:off x="4171236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4" name="pg499">
                <a:extLst>
                  <a:ext uri="{FF2B5EF4-FFF2-40B4-BE49-F238E27FC236}">
                    <a16:creationId xmlns:a16="http://schemas.microsoft.com/office/drawing/2014/main" id="{970E9EA4-5E7D-F8C2-F79E-CD956B6E3506}"/>
                  </a:ext>
                </a:extLst>
              </p:cNvPr>
              <p:cNvSpPr/>
              <p:nvPr/>
            </p:nvSpPr>
            <p:spPr>
              <a:xfrm>
                <a:off x="4252673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5" name="pg500">
                <a:extLst>
                  <a:ext uri="{FF2B5EF4-FFF2-40B4-BE49-F238E27FC236}">
                    <a16:creationId xmlns:a16="http://schemas.microsoft.com/office/drawing/2014/main" id="{DF50A87E-82CE-EAFD-8F09-FE2A3C692B79}"/>
                  </a:ext>
                </a:extLst>
              </p:cNvPr>
              <p:cNvSpPr/>
              <p:nvPr/>
            </p:nvSpPr>
            <p:spPr>
              <a:xfrm>
                <a:off x="2786804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6" name="pg501">
                <a:extLst>
                  <a:ext uri="{FF2B5EF4-FFF2-40B4-BE49-F238E27FC236}">
                    <a16:creationId xmlns:a16="http://schemas.microsoft.com/office/drawing/2014/main" id="{C7124D44-7A13-FFEB-6A0B-6496DFBACBA5}"/>
                  </a:ext>
                </a:extLst>
              </p:cNvPr>
              <p:cNvSpPr/>
              <p:nvPr/>
            </p:nvSpPr>
            <p:spPr>
              <a:xfrm>
                <a:off x="2868241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7" name="pg502">
                <a:extLst>
                  <a:ext uri="{FF2B5EF4-FFF2-40B4-BE49-F238E27FC236}">
                    <a16:creationId xmlns:a16="http://schemas.microsoft.com/office/drawing/2014/main" id="{2F257E13-D188-2702-C415-307AA22F1966}"/>
                  </a:ext>
                </a:extLst>
              </p:cNvPr>
              <p:cNvSpPr/>
              <p:nvPr/>
            </p:nvSpPr>
            <p:spPr>
              <a:xfrm>
                <a:off x="2949678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8" name="pg503">
                <a:extLst>
                  <a:ext uri="{FF2B5EF4-FFF2-40B4-BE49-F238E27FC236}">
                    <a16:creationId xmlns:a16="http://schemas.microsoft.com/office/drawing/2014/main" id="{B8742F91-842E-02FB-641C-7ED3268B3B0B}"/>
                  </a:ext>
                </a:extLst>
              </p:cNvPr>
              <p:cNvSpPr/>
              <p:nvPr/>
            </p:nvSpPr>
            <p:spPr>
              <a:xfrm>
                <a:off x="3031116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9" name="pg504">
                <a:extLst>
                  <a:ext uri="{FF2B5EF4-FFF2-40B4-BE49-F238E27FC236}">
                    <a16:creationId xmlns:a16="http://schemas.microsoft.com/office/drawing/2014/main" id="{E1E44E72-5422-E774-8AE7-EA91BC85CD6D}"/>
                  </a:ext>
                </a:extLst>
              </p:cNvPr>
              <p:cNvSpPr/>
              <p:nvPr/>
            </p:nvSpPr>
            <p:spPr>
              <a:xfrm>
                <a:off x="3112553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6AA">
                  <a:alpha val="100000"/>
                </a:srgbClr>
              </a:solidFill>
              <a:ln w="5420" cap="flat">
                <a:solidFill>
                  <a:srgbClr val="42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0" name="pg505">
                <a:extLst>
                  <a:ext uri="{FF2B5EF4-FFF2-40B4-BE49-F238E27FC236}">
                    <a16:creationId xmlns:a16="http://schemas.microsoft.com/office/drawing/2014/main" id="{ED7A2707-B1B5-040E-EE75-82E0C63C2F5C}"/>
                  </a:ext>
                </a:extLst>
              </p:cNvPr>
              <p:cNvSpPr/>
              <p:nvPr/>
            </p:nvSpPr>
            <p:spPr>
              <a:xfrm>
                <a:off x="3193990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1" name="pg506">
                <a:extLst>
                  <a:ext uri="{FF2B5EF4-FFF2-40B4-BE49-F238E27FC236}">
                    <a16:creationId xmlns:a16="http://schemas.microsoft.com/office/drawing/2014/main" id="{299752E5-C691-7B02-7B47-81783111362C}"/>
                  </a:ext>
                </a:extLst>
              </p:cNvPr>
              <p:cNvSpPr/>
              <p:nvPr/>
            </p:nvSpPr>
            <p:spPr>
              <a:xfrm>
                <a:off x="3275427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2" name="pg507">
                <a:extLst>
                  <a:ext uri="{FF2B5EF4-FFF2-40B4-BE49-F238E27FC236}">
                    <a16:creationId xmlns:a16="http://schemas.microsoft.com/office/drawing/2014/main" id="{3D813068-458B-C055-808B-F2D3FA82A8E9}"/>
                  </a:ext>
                </a:extLst>
              </p:cNvPr>
              <p:cNvSpPr/>
              <p:nvPr/>
            </p:nvSpPr>
            <p:spPr>
              <a:xfrm>
                <a:off x="3356864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3" name="pg508">
                <a:extLst>
                  <a:ext uri="{FF2B5EF4-FFF2-40B4-BE49-F238E27FC236}">
                    <a16:creationId xmlns:a16="http://schemas.microsoft.com/office/drawing/2014/main" id="{5055B5C8-C931-D457-A886-390F321CE016}"/>
                  </a:ext>
                </a:extLst>
              </p:cNvPr>
              <p:cNvSpPr/>
              <p:nvPr/>
            </p:nvSpPr>
            <p:spPr>
              <a:xfrm>
                <a:off x="3438301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4" name="pg509">
                <a:extLst>
                  <a:ext uri="{FF2B5EF4-FFF2-40B4-BE49-F238E27FC236}">
                    <a16:creationId xmlns:a16="http://schemas.microsoft.com/office/drawing/2014/main" id="{34A521B5-3F14-3B6F-C303-F6C156042493}"/>
                  </a:ext>
                </a:extLst>
              </p:cNvPr>
              <p:cNvSpPr/>
              <p:nvPr/>
            </p:nvSpPr>
            <p:spPr>
              <a:xfrm>
                <a:off x="3519738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5" name="pg510">
                <a:extLst>
                  <a:ext uri="{FF2B5EF4-FFF2-40B4-BE49-F238E27FC236}">
                    <a16:creationId xmlns:a16="http://schemas.microsoft.com/office/drawing/2014/main" id="{374B6D9E-A512-1319-5B85-79328564943E}"/>
                  </a:ext>
                </a:extLst>
              </p:cNvPr>
              <p:cNvSpPr/>
              <p:nvPr/>
            </p:nvSpPr>
            <p:spPr>
              <a:xfrm>
                <a:off x="3601176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6" name="pg511">
                <a:extLst>
                  <a:ext uri="{FF2B5EF4-FFF2-40B4-BE49-F238E27FC236}">
                    <a16:creationId xmlns:a16="http://schemas.microsoft.com/office/drawing/2014/main" id="{BECE66A8-BE1C-6506-7151-327E87FD1D04}"/>
                  </a:ext>
                </a:extLst>
              </p:cNvPr>
              <p:cNvSpPr/>
              <p:nvPr/>
            </p:nvSpPr>
            <p:spPr>
              <a:xfrm>
                <a:off x="3682613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7" name="pg512">
                <a:extLst>
                  <a:ext uri="{FF2B5EF4-FFF2-40B4-BE49-F238E27FC236}">
                    <a16:creationId xmlns:a16="http://schemas.microsoft.com/office/drawing/2014/main" id="{36E3BF9B-48BA-B4C5-D50C-ACD3B1994DAB}"/>
                  </a:ext>
                </a:extLst>
              </p:cNvPr>
              <p:cNvSpPr/>
              <p:nvPr/>
            </p:nvSpPr>
            <p:spPr>
              <a:xfrm>
                <a:off x="3764050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8" name="pg513">
                <a:extLst>
                  <a:ext uri="{FF2B5EF4-FFF2-40B4-BE49-F238E27FC236}">
                    <a16:creationId xmlns:a16="http://schemas.microsoft.com/office/drawing/2014/main" id="{A643174E-4852-D17D-9F1E-5C949CF85B4C}"/>
                  </a:ext>
                </a:extLst>
              </p:cNvPr>
              <p:cNvSpPr/>
              <p:nvPr/>
            </p:nvSpPr>
            <p:spPr>
              <a:xfrm>
                <a:off x="3845487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9" name="pg514">
                <a:extLst>
                  <a:ext uri="{FF2B5EF4-FFF2-40B4-BE49-F238E27FC236}">
                    <a16:creationId xmlns:a16="http://schemas.microsoft.com/office/drawing/2014/main" id="{AE2F7B2B-EE2C-C6D9-5E76-F726511987C9}"/>
                  </a:ext>
                </a:extLst>
              </p:cNvPr>
              <p:cNvSpPr/>
              <p:nvPr/>
            </p:nvSpPr>
            <p:spPr>
              <a:xfrm>
                <a:off x="3926924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0" name="pg515">
                <a:extLst>
                  <a:ext uri="{FF2B5EF4-FFF2-40B4-BE49-F238E27FC236}">
                    <a16:creationId xmlns:a16="http://schemas.microsoft.com/office/drawing/2014/main" id="{083E35E5-5BDE-C535-6B36-EC2B98AF5D52}"/>
                  </a:ext>
                </a:extLst>
              </p:cNvPr>
              <p:cNvSpPr/>
              <p:nvPr/>
            </p:nvSpPr>
            <p:spPr>
              <a:xfrm>
                <a:off x="4008361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1" name="pg516">
                <a:extLst>
                  <a:ext uri="{FF2B5EF4-FFF2-40B4-BE49-F238E27FC236}">
                    <a16:creationId xmlns:a16="http://schemas.microsoft.com/office/drawing/2014/main" id="{F586400E-7448-2F2C-C85A-505ACD5E5898}"/>
                  </a:ext>
                </a:extLst>
              </p:cNvPr>
              <p:cNvSpPr/>
              <p:nvPr/>
            </p:nvSpPr>
            <p:spPr>
              <a:xfrm>
                <a:off x="4089798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2" name="pg517">
                <a:extLst>
                  <a:ext uri="{FF2B5EF4-FFF2-40B4-BE49-F238E27FC236}">
                    <a16:creationId xmlns:a16="http://schemas.microsoft.com/office/drawing/2014/main" id="{21000B37-F7BB-EC79-8398-9BE51493139B}"/>
                  </a:ext>
                </a:extLst>
              </p:cNvPr>
              <p:cNvSpPr/>
              <p:nvPr/>
            </p:nvSpPr>
            <p:spPr>
              <a:xfrm>
                <a:off x="4171236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3" name="pg518">
                <a:extLst>
                  <a:ext uri="{FF2B5EF4-FFF2-40B4-BE49-F238E27FC236}">
                    <a16:creationId xmlns:a16="http://schemas.microsoft.com/office/drawing/2014/main" id="{72AD0E06-667A-A327-1A35-177366D17FC4}"/>
                  </a:ext>
                </a:extLst>
              </p:cNvPr>
              <p:cNvSpPr/>
              <p:nvPr/>
            </p:nvSpPr>
            <p:spPr>
              <a:xfrm>
                <a:off x="2786804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4" name="pg519">
                <a:extLst>
                  <a:ext uri="{FF2B5EF4-FFF2-40B4-BE49-F238E27FC236}">
                    <a16:creationId xmlns:a16="http://schemas.microsoft.com/office/drawing/2014/main" id="{0A56B980-4B9C-BEB1-F5C1-5690DACAD653}"/>
                  </a:ext>
                </a:extLst>
              </p:cNvPr>
              <p:cNvSpPr/>
              <p:nvPr/>
            </p:nvSpPr>
            <p:spPr>
              <a:xfrm>
                <a:off x="2868241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5" name="pg520">
                <a:extLst>
                  <a:ext uri="{FF2B5EF4-FFF2-40B4-BE49-F238E27FC236}">
                    <a16:creationId xmlns:a16="http://schemas.microsoft.com/office/drawing/2014/main" id="{C170A5AB-919A-CCD0-F7C8-4A79757A760C}"/>
                  </a:ext>
                </a:extLst>
              </p:cNvPr>
              <p:cNvSpPr/>
              <p:nvPr/>
            </p:nvSpPr>
            <p:spPr>
              <a:xfrm>
                <a:off x="2949678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6" name="pg521">
                <a:extLst>
                  <a:ext uri="{FF2B5EF4-FFF2-40B4-BE49-F238E27FC236}">
                    <a16:creationId xmlns:a16="http://schemas.microsoft.com/office/drawing/2014/main" id="{1775D90D-0D44-6EF4-DE30-CF5880F5CBCB}"/>
                  </a:ext>
                </a:extLst>
              </p:cNvPr>
              <p:cNvSpPr/>
              <p:nvPr/>
            </p:nvSpPr>
            <p:spPr>
              <a:xfrm>
                <a:off x="3031116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7" name="pg522">
                <a:extLst>
                  <a:ext uri="{FF2B5EF4-FFF2-40B4-BE49-F238E27FC236}">
                    <a16:creationId xmlns:a16="http://schemas.microsoft.com/office/drawing/2014/main" id="{31535CE5-13BE-EF2A-343B-2BBA41D1936E}"/>
                  </a:ext>
                </a:extLst>
              </p:cNvPr>
              <p:cNvSpPr/>
              <p:nvPr/>
            </p:nvSpPr>
            <p:spPr>
              <a:xfrm>
                <a:off x="3112553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8" name="pg523">
                <a:extLst>
                  <a:ext uri="{FF2B5EF4-FFF2-40B4-BE49-F238E27FC236}">
                    <a16:creationId xmlns:a16="http://schemas.microsoft.com/office/drawing/2014/main" id="{BF33B4DB-6984-4296-5DF0-FADC387FB6BB}"/>
                  </a:ext>
                </a:extLst>
              </p:cNvPr>
              <p:cNvSpPr/>
              <p:nvPr/>
            </p:nvSpPr>
            <p:spPr>
              <a:xfrm>
                <a:off x="3193990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9" name="pg524">
                <a:extLst>
                  <a:ext uri="{FF2B5EF4-FFF2-40B4-BE49-F238E27FC236}">
                    <a16:creationId xmlns:a16="http://schemas.microsoft.com/office/drawing/2014/main" id="{5583F718-1A13-C648-F47E-E5D0F06C171F}"/>
                  </a:ext>
                </a:extLst>
              </p:cNvPr>
              <p:cNvSpPr/>
              <p:nvPr/>
            </p:nvSpPr>
            <p:spPr>
              <a:xfrm>
                <a:off x="3275427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0" name="pg525">
                <a:extLst>
                  <a:ext uri="{FF2B5EF4-FFF2-40B4-BE49-F238E27FC236}">
                    <a16:creationId xmlns:a16="http://schemas.microsoft.com/office/drawing/2014/main" id="{6A893CEA-53F5-E10A-D312-E1483753D4CF}"/>
                  </a:ext>
                </a:extLst>
              </p:cNvPr>
              <p:cNvSpPr/>
              <p:nvPr/>
            </p:nvSpPr>
            <p:spPr>
              <a:xfrm>
                <a:off x="3356864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1" name="pg526">
                <a:extLst>
                  <a:ext uri="{FF2B5EF4-FFF2-40B4-BE49-F238E27FC236}">
                    <a16:creationId xmlns:a16="http://schemas.microsoft.com/office/drawing/2014/main" id="{9299051E-A331-2F8B-C8B7-7B4CDD4F007D}"/>
                  </a:ext>
                </a:extLst>
              </p:cNvPr>
              <p:cNvSpPr/>
              <p:nvPr/>
            </p:nvSpPr>
            <p:spPr>
              <a:xfrm>
                <a:off x="3438301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AAA">
                  <a:alpha val="100000"/>
                </a:srgbClr>
              </a:solidFill>
              <a:ln w="5420" cap="flat">
                <a:solidFill>
                  <a:srgbClr val="47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2" name="pg527">
                <a:extLst>
                  <a:ext uri="{FF2B5EF4-FFF2-40B4-BE49-F238E27FC236}">
                    <a16:creationId xmlns:a16="http://schemas.microsoft.com/office/drawing/2014/main" id="{C22578C7-36F7-6F38-91CA-BD8783B55E4A}"/>
                  </a:ext>
                </a:extLst>
              </p:cNvPr>
              <p:cNvSpPr/>
              <p:nvPr/>
            </p:nvSpPr>
            <p:spPr>
              <a:xfrm>
                <a:off x="3519738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3" name="pg528">
                <a:extLst>
                  <a:ext uri="{FF2B5EF4-FFF2-40B4-BE49-F238E27FC236}">
                    <a16:creationId xmlns:a16="http://schemas.microsoft.com/office/drawing/2014/main" id="{07AC2728-71C5-E0F3-2538-6D1FB0C8FD1B}"/>
                  </a:ext>
                </a:extLst>
              </p:cNvPr>
              <p:cNvSpPr/>
              <p:nvPr/>
            </p:nvSpPr>
            <p:spPr>
              <a:xfrm>
                <a:off x="3601176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4" name="pg529">
                <a:extLst>
                  <a:ext uri="{FF2B5EF4-FFF2-40B4-BE49-F238E27FC236}">
                    <a16:creationId xmlns:a16="http://schemas.microsoft.com/office/drawing/2014/main" id="{0731121A-FCEF-34ED-C1AF-8529F996981A}"/>
                  </a:ext>
                </a:extLst>
              </p:cNvPr>
              <p:cNvSpPr/>
              <p:nvPr/>
            </p:nvSpPr>
            <p:spPr>
              <a:xfrm>
                <a:off x="3682613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5" name="pg530">
                <a:extLst>
                  <a:ext uri="{FF2B5EF4-FFF2-40B4-BE49-F238E27FC236}">
                    <a16:creationId xmlns:a16="http://schemas.microsoft.com/office/drawing/2014/main" id="{566242A7-53AB-A01D-8796-CA6E31FC3334}"/>
                  </a:ext>
                </a:extLst>
              </p:cNvPr>
              <p:cNvSpPr/>
              <p:nvPr/>
            </p:nvSpPr>
            <p:spPr>
              <a:xfrm>
                <a:off x="3764050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7A9">
                  <a:alpha val="100000"/>
                </a:srgbClr>
              </a:solidFill>
              <a:ln w="5420" cap="flat">
                <a:solidFill>
                  <a:srgbClr val="35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6" name="pg531">
                <a:extLst>
                  <a:ext uri="{FF2B5EF4-FFF2-40B4-BE49-F238E27FC236}">
                    <a16:creationId xmlns:a16="http://schemas.microsoft.com/office/drawing/2014/main" id="{BDA9B781-08D4-8B8E-76AC-48E7001A83B6}"/>
                  </a:ext>
                </a:extLst>
              </p:cNvPr>
              <p:cNvSpPr/>
              <p:nvPr/>
            </p:nvSpPr>
            <p:spPr>
              <a:xfrm>
                <a:off x="3845487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7" name="pg532">
                <a:extLst>
                  <a:ext uri="{FF2B5EF4-FFF2-40B4-BE49-F238E27FC236}">
                    <a16:creationId xmlns:a16="http://schemas.microsoft.com/office/drawing/2014/main" id="{BCC9F0B8-CD29-5759-9298-D83A8DA2D7C4}"/>
                  </a:ext>
                </a:extLst>
              </p:cNvPr>
              <p:cNvSpPr/>
              <p:nvPr/>
            </p:nvSpPr>
            <p:spPr>
              <a:xfrm>
                <a:off x="3926924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8" name="pg533">
                <a:extLst>
                  <a:ext uri="{FF2B5EF4-FFF2-40B4-BE49-F238E27FC236}">
                    <a16:creationId xmlns:a16="http://schemas.microsoft.com/office/drawing/2014/main" id="{7951D174-C9F9-22FF-4CC1-B47774908680}"/>
                  </a:ext>
                </a:extLst>
              </p:cNvPr>
              <p:cNvSpPr/>
              <p:nvPr/>
            </p:nvSpPr>
            <p:spPr>
              <a:xfrm>
                <a:off x="4008361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9" name="pg534">
                <a:extLst>
                  <a:ext uri="{FF2B5EF4-FFF2-40B4-BE49-F238E27FC236}">
                    <a16:creationId xmlns:a16="http://schemas.microsoft.com/office/drawing/2014/main" id="{417B5201-7135-5072-04B0-82B58077F2F1}"/>
                  </a:ext>
                </a:extLst>
              </p:cNvPr>
              <p:cNvSpPr/>
              <p:nvPr/>
            </p:nvSpPr>
            <p:spPr>
              <a:xfrm>
                <a:off x="4089798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0" name="pg535">
                <a:extLst>
                  <a:ext uri="{FF2B5EF4-FFF2-40B4-BE49-F238E27FC236}">
                    <a16:creationId xmlns:a16="http://schemas.microsoft.com/office/drawing/2014/main" id="{262802DC-CD74-5FE0-05C6-17C27619F0AF}"/>
                  </a:ext>
                </a:extLst>
              </p:cNvPr>
              <p:cNvSpPr/>
              <p:nvPr/>
            </p:nvSpPr>
            <p:spPr>
              <a:xfrm>
                <a:off x="2868241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1" name="pg536">
                <a:extLst>
                  <a:ext uri="{FF2B5EF4-FFF2-40B4-BE49-F238E27FC236}">
                    <a16:creationId xmlns:a16="http://schemas.microsoft.com/office/drawing/2014/main" id="{DE14198F-1A51-8446-8081-54B4053D4223}"/>
                  </a:ext>
                </a:extLst>
              </p:cNvPr>
              <p:cNvSpPr/>
              <p:nvPr/>
            </p:nvSpPr>
            <p:spPr>
              <a:xfrm>
                <a:off x="2949678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2" name="pg537">
                <a:extLst>
                  <a:ext uri="{FF2B5EF4-FFF2-40B4-BE49-F238E27FC236}">
                    <a16:creationId xmlns:a16="http://schemas.microsoft.com/office/drawing/2014/main" id="{4D747F38-E8F3-73A2-3B61-67B461B4B470}"/>
                  </a:ext>
                </a:extLst>
              </p:cNvPr>
              <p:cNvSpPr/>
              <p:nvPr/>
            </p:nvSpPr>
            <p:spPr>
              <a:xfrm>
                <a:off x="3031116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4AA">
                  <a:alpha val="100000"/>
                </a:srgbClr>
              </a:solidFill>
              <a:ln w="5420" cap="flat">
                <a:solidFill>
                  <a:srgbClr val="42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3" name="pg538">
                <a:extLst>
                  <a:ext uri="{FF2B5EF4-FFF2-40B4-BE49-F238E27FC236}">
                    <a16:creationId xmlns:a16="http://schemas.microsoft.com/office/drawing/2014/main" id="{AF6F4E0D-06E0-55F9-7EE5-0EF05D666256}"/>
                  </a:ext>
                </a:extLst>
              </p:cNvPr>
              <p:cNvSpPr/>
              <p:nvPr/>
            </p:nvSpPr>
            <p:spPr>
              <a:xfrm>
                <a:off x="3112553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4" name="pg539">
                <a:extLst>
                  <a:ext uri="{FF2B5EF4-FFF2-40B4-BE49-F238E27FC236}">
                    <a16:creationId xmlns:a16="http://schemas.microsoft.com/office/drawing/2014/main" id="{EDD1EC05-DAC3-371B-4FE8-130763D70EE3}"/>
                  </a:ext>
                </a:extLst>
              </p:cNvPr>
              <p:cNvSpPr/>
              <p:nvPr/>
            </p:nvSpPr>
            <p:spPr>
              <a:xfrm>
                <a:off x="3193990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5" name="pg540">
                <a:extLst>
                  <a:ext uri="{FF2B5EF4-FFF2-40B4-BE49-F238E27FC236}">
                    <a16:creationId xmlns:a16="http://schemas.microsoft.com/office/drawing/2014/main" id="{91684998-468D-0D4F-404F-D00F4916B79E}"/>
                  </a:ext>
                </a:extLst>
              </p:cNvPr>
              <p:cNvSpPr/>
              <p:nvPr/>
            </p:nvSpPr>
            <p:spPr>
              <a:xfrm>
                <a:off x="3275427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6" name="pg541">
                <a:extLst>
                  <a:ext uri="{FF2B5EF4-FFF2-40B4-BE49-F238E27FC236}">
                    <a16:creationId xmlns:a16="http://schemas.microsoft.com/office/drawing/2014/main" id="{CFDF63F8-46F0-7ACC-F4C9-222A96CEF0F1}"/>
                  </a:ext>
                </a:extLst>
              </p:cNvPr>
              <p:cNvSpPr/>
              <p:nvPr/>
            </p:nvSpPr>
            <p:spPr>
              <a:xfrm>
                <a:off x="3356864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7" name="pg542">
                <a:extLst>
                  <a:ext uri="{FF2B5EF4-FFF2-40B4-BE49-F238E27FC236}">
                    <a16:creationId xmlns:a16="http://schemas.microsoft.com/office/drawing/2014/main" id="{38E6635D-FCEB-C9C2-B0A5-73CA7C0BEDAA}"/>
                  </a:ext>
                </a:extLst>
              </p:cNvPr>
              <p:cNvSpPr/>
              <p:nvPr/>
            </p:nvSpPr>
            <p:spPr>
              <a:xfrm>
                <a:off x="3438301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8" name="pg543">
                <a:extLst>
                  <a:ext uri="{FF2B5EF4-FFF2-40B4-BE49-F238E27FC236}">
                    <a16:creationId xmlns:a16="http://schemas.microsoft.com/office/drawing/2014/main" id="{7971F89B-50E1-2983-0DCE-8595CB5D8372}"/>
                  </a:ext>
                </a:extLst>
              </p:cNvPr>
              <p:cNvSpPr/>
              <p:nvPr/>
            </p:nvSpPr>
            <p:spPr>
              <a:xfrm>
                <a:off x="3519738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9" name="pg544">
                <a:extLst>
                  <a:ext uri="{FF2B5EF4-FFF2-40B4-BE49-F238E27FC236}">
                    <a16:creationId xmlns:a16="http://schemas.microsoft.com/office/drawing/2014/main" id="{E45F33D3-3427-FCAA-2845-0DD48637E59A}"/>
                  </a:ext>
                </a:extLst>
              </p:cNvPr>
              <p:cNvSpPr/>
              <p:nvPr/>
            </p:nvSpPr>
            <p:spPr>
              <a:xfrm>
                <a:off x="3601176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6AA">
                  <a:alpha val="100000"/>
                </a:srgbClr>
              </a:solidFill>
              <a:ln w="5420" cap="flat">
                <a:solidFill>
                  <a:srgbClr val="42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0" name="pg545">
                <a:extLst>
                  <a:ext uri="{FF2B5EF4-FFF2-40B4-BE49-F238E27FC236}">
                    <a16:creationId xmlns:a16="http://schemas.microsoft.com/office/drawing/2014/main" id="{79739495-62E6-E230-EAAE-4004CAAAC32A}"/>
                  </a:ext>
                </a:extLst>
              </p:cNvPr>
              <p:cNvSpPr/>
              <p:nvPr/>
            </p:nvSpPr>
            <p:spPr>
              <a:xfrm>
                <a:off x="3682613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1" name="pg546">
                <a:extLst>
                  <a:ext uri="{FF2B5EF4-FFF2-40B4-BE49-F238E27FC236}">
                    <a16:creationId xmlns:a16="http://schemas.microsoft.com/office/drawing/2014/main" id="{500517F6-6E6D-5852-B0AE-2AC9DEBCB476}"/>
                  </a:ext>
                </a:extLst>
              </p:cNvPr>
              <p:cNvSpPr/>
              <p:nvPr/>
            </p:nvSpPr>
            <p:spPr>
              <a:xfrm>
                <a:off x="3764050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2" name="pg547">
                <a:extLst>
                  <a:ext uri="{FF2B5EF4-FFF2-40B4-BE49-F238E27FC236}">
                    <a16:creationId xmlns:a16="http://schemas.microsoft.com/office/drawing/2014/main" id="{317C922A-C709-DBF8-D2DA-809F9A65F416}"/>
                  </a:ext>
                </a:extLst>
              </p:cNvPr>
              <p:cNvSpPr/>
              <p:nvPr/>
            </p:nvSpPr>
            <p:spPr>
              <a:xfrm>
                <a:off x="3845487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3" name="pg548">
                <a:extLst>
                  <a:ext uri="{FF2B5EF4-FFF2-40B4-BE49-F238E27FC236}">
                    <a16:creationId xmlns:a16="http://schemas.microsoft.com/office/drawing/2014/main" id="{B77416CB-9DC7-4237-81E7-A57778FED1DB}"/>
                  </a:ext>
                </a:extLst>
              </p:cNvPr>
              <p:cNvSpPr/>
              <p:nvPr/>
            </p:nvSpPr>
            <p:spPr>
              <a:xfrm>
                <a:off x="3926924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4" name="pg549">
                <a:extLst>
                  <a:ext uri="{FF2B5EF4-FFF2-40B4-BE49-F238E27FC236}">
                    <a16:creationId xmlns:a16="http://schemas.microsoft.com/office/drawing/2014/main" id="{208E09CD-EAD1-1FCD-F6FE-C70F732106A9}"/>
                  </a:ext>
                </a:extLst>
              </p:cNvPr>
              <p:cNvSpPr/>
              <p:nvPr/>
            </p:nvSpPr>
            <p:spPr>
              <a:xfrm>
                <a:off x="4008361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5" name="pg550">
                <a:extLst>
                  <a:ext uri="{FF2B5EF4-FFF2-40B4-BE49-F238E27FC236}">
                    <a16:creationId xmlns:a16="http://schemas.microsoft.com/office/drawing/2014/main" id="{3C71C8B1-4694-A9B9-B1CC-7EEDEBB2F1F1}"/>
                  </a:ext>
                </a:extLst>
              </p:cNvPr>
              <p:cNvSpPr/>
              <p:nvPr/>
            </p:nvSpPr>
            <p:spPr>
              <a:xfrm>
                <a:off x="3112553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6" name="pg551">
                <a:extLst>
                  <a:ext uri="{FF2B5EF4-FFF2-40B4-BE49-F238E27FC236}">
                    <a16:creationId xmlns:a16="http://schemas.microsoft.com/office/drawing/2014/main" id="{499B21DE-8CC0-6054-8C0B-8146BB75E7DF}"/>
                  </a:ext>
                </a:extLst>
              </p:cNvPr>
              <p:cNvSpPr/>
              <p:nvPr/>
            </p:nvSpPr>
            <p:spPr>
              <a:xfrm>
                <a:off x="3193990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7" name="pg552">
                <a:extLst>
                  <a:ext uri="{FF2B5EF4-FFF2-40B4-BE49-F238E27FC236}">
                    <a16:creationId xmlns:a16="http://schemas.microsoft.com/office/drawing/2014/main" id="{EA53E9EC-38AE-C12C-1E39-CCAEFB345083}"/>
                  </a:ext>
                </a:extLst>
              </p:cNvPr>
              <p:cNvSpPr/>
              <p:nvPr/>
            </p:nvSpPr>
            <p:spPr>
              <a:xfrm>
                <a:off x="3275427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8" name="pg553">
                <a:extLst>
                  <a:ext uri="{FF2B5EF4-FFF2-40B4-BE49-F238E27FC236}">
                    <a16:creationId xmlns:a16="http://schemas.microsoft.com/office/drawing/2014/main" id="{41E6CCB7-A426-5D13-EE29-33404DCBA957}"/>
                  </a:ext>
                </a:extLst>
              </p:cNvPr>
              <p:cNvSpPr/>
              <p:nvPr/>
            </p:nvSpPr>
            <p:spPr>
              <a:xfrm>
                <a:off x="3356864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9" name="pg554">
                <a:extLst>
                  <a:ext uri="{FF2B5EF4-FFF2-40B4-BE49-F238E27FC236}">
                    <a16:creationId xmlns:a16="http://schemas.microsoft.com/office/drawing/2014/main" id="{36C4F513-B41C-DBA3-0D11-32F986E4C8EB}"/>
                  </a:ext>
                </a:extLst>
              </p:cNvPr>
              <p:cNvSpPr/>
              <p:nvPr/>
            </p:nvSpPr>
            <p:spPr>
              <a:xfrm>
                <a:off x="3438301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0" name="pg555">
                <a:extLst>
                  <a:ext uri="{FF2B5EF4-FFF2-40B4-BE49-F238E27FC236}">
                    <a16:creationId xmlns:a16="http://schemas.microsoft.com/office/drawing/2014/main" id="{A71FBE55-BFD7-7550-7C98-6A81FEAF99CA}"/>
                  </a:ext>
                </a:extLst>
              </p:cNvPr>
              <p:cNvSpPr/>
              <p:nvPr/>
            </p:nvSpPr>
            <p:spPr>
              <a:xfrm>
                <a:off x="3519738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1" name="pg556">
                <a:extLst>
                  <a:ext uri="{FF2B5EF4-FFF2-40B4-BE49-F238E27FC236}">
                    <a16:creationId xmlns:a16="http://schemas.microsoft.com/office/drawing/2014/main" id="{0BC12A4B-04E8-9E14-1E4C-11279465C84F}"/>
                  </a:ext>
                </a:extLst>
              </p:cNvPr>
              <p:cNvSpPr/>
              <p:nvPr/>
            </p:nvSpPr>
            <p:spPr>
              <a:xfrm>
                <a:off x="3601176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2" name="pg557">
                <a:extLst>
                  <a:ext uri="{FF2B5EF4-FFF2-40B4-BE49-F238E27FC236}">
                    <a16:creationId xmlns:a16="http://schemas.microsoft.com/office/drawing/2014/main" id="{391562AA-F910-3D01-0D51-DC62DBFB7198}"/>
                  </a:ext>
                </a:extLst>
              </p:cNvPr>
              <p:cNvSpPr/>
              <p:nvPr/>
            </p:nvSpPr>
            <p:spPr>
              <a:xfrm>
                <a:off x="3682613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3" name="pg558">
                <a:extLst>
                  <a:ext uri="{FF2B5EF4-FFF2-40B4-BE49-F238E27FC236}">
                    <a16:creationId xmlns:a16="http://schemas.microsoft.com/office/drawing/2014/main" id="{4E895A7F-2F06-691D-1925-65503E227B69}"/>
                  </a:ext>
                </a:extLst>
              </p:cNvPr>
              <p:cNvSpPr/>
              <p:nvPr/>
            </p:nvSpPr>
            <p:spPr>
              <a:xfrm>
                <a:off x="3764050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4" name="pg559">
                <a:extLst>
                  <a:ext uri="{FF2B5EF4-FFF2-40B4-BE49-F238E27FC236}">
                    <a16:creationId xmlns:a16="http://schemas.microsoft.com/office/drawing/2014/main" id="{9EC63685-7571-1686-51B5-2B5494E45131}"/>
                  </a:ext>
                </a:extLst>
              </p:cNvPr>
              <p:cNvSpPr/>
              <p:nvPr/>
            </p:nvSpPr>
            <p:spPr>
              <a:xfrm>
                <a:off x="3845487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5" name="pg560">
                <a:extLst>
                  <a:ext uri="{FF2B5EF4-FFF2-40B4-BE49-F238E27FC236}">
                    <a16:creationId xmlns:a16="http://schemas.microsoft.com/office/drawing/2014/main" id="{5692852B-55DE-E455-FF84-A66B5ABB1163}"/>
                  </a:ext>
                </a:extLst>
              </p:cNvPr>
              <p:cNvSpPr/>
              <p:nvPr/>
            </p:nvSpPr>
            <p:spPr>
              <a:xfrm>
                <a:off x="3926924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6" name="pg561">
                <a:extLst>
                  <a:ext uri="{FF2B5EF4-FFF2-40B4-BE49-F238E27FC236}">
                    <a16:creationId xmlns:a16="http://schemas.microsoft.com/office/drawing/2014/main" id="{9B379733-2117-7A63-4738-93FEB32ECAC1}"/>
                  </a:ext>
                </a:extLst>
              </p:cNvPr>
              <p:cNvSpPr/>
              <p:nvPr/>
            </p:nvSpPr>
            <p:spPr>
              <a:xfrm>
                <a:off x="4008361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7" name="pg562">
                <a:extLst>
                  <a:ext uri="{FF2B5EF4-FFF2-40B4-BE49-F238E27FC236}">
                    <a16:creationId xmlns:a16="http://schemas.microsoft.com/office/drawing/2014/main" id="{BADCA6E2-5CB4-D6D6-7079-DFE785E05066}"/>
                  </a:ext>
                </a:extLst>
              </p:cNvPr>
              <p:cNvSpPr/>
              <p:nvPr/>
            </p:nvSpPr>
            <p:spPr>
              <a:xfrm>
                <a:off x="3275427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8" name="pg563">
                <a:extLst>
                  <a:ext uri="{FF2B5EF4-FFF2-40B4-BE49-F238E27FC236}">
                    <a16:creationId xmlns:a16="http://schemas.microsoft.com/office/drawing/2014/main" id="{E64A8EBF-2373-833F-9249-739D80A3CF83}"/>
                  </a:ext>
                </a:extLst>
              </p:cNvPr>
              <p:cNvSpPr/>
              <p:nvPr/>
            </p:nvSpPr>
            <p:spPr>
              <a:xfrm>
                <a:off x="3356864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9" name="pg564">
                <a:extLst>
                  <a:ext uri="{FF2B5EF4-FFF2-40B4-BE49-F238E27FC236}">
                    <a16:creationId xmlns:a16="http://schemas.microsoft.com/office/drawing/2014/main" id="{3E94A831-DF2D-0DE6-DCA0-A04A2CAD48A7}"/>
                  </a:ext>
                </a:extLst>
              </p:cNvPr>
              <p:cNvSpPr/>
              <p:nvPr/>
            </p:nvSpPr>
            <p:spPr>
              <a:xfrm>
                <a:off x="3438301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0" name="pg565">
                <a:extLst>
                  <a:ext uri="{FF2B5EF4-FFF2-40B4-BE49-F238E27FC236}">
                    <a16:creationId xmlns:a16="http://schemas.microsoft.com/office/drawing/2014/main" id="{4BEE94CA-3E91-5D87-658F-AEC5D3840192}"/>
                  </a:ext>
                </a:extLst>
              </p:cNvPr>
              <p:cNvSpPr/>
              <p:nvPr/>
            </p:nvSpPr>
            <p:spPr>
              <a:xfrm>
                <a:off x="3519738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1" name="pg566">
                <a:extLst>
                  <a:ext uri="{FF2B5EF4-FFF2-40B4-BE49-F238E27FC236}">
                    <a16:creationId xmlns:a16="http://schemas.microsoft.com/office/drawing/2014/main" id="{6895D2B7-1D52-B858-EBD6-68320F143890}"/>
                  </a:ext>
                </a:extLst>
              </p:cNvPr>
              <p:cNvSpPr/>
              <p:nvPr/>
            </p:nvSpPr>
            <p:spPr>
              <a:xfrm>
                <a:off x="3601176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2" name="pg567">
                <a:extLst>
                  <a:ext uri="{FF2B5EF4-FFF2-40B4-BE49-F238E27FC236}">
                    <a16:creationId xmlns:a16="http://schemas.microsoft.com/office/drawing/2014/main" id="{E4130C66-6D2C-E883-C11F-37F847FEACEF}"/>
                  </a:ext>
                </a:extLst>
              </p:cNvPr>
              <p:cNvSpPr/>
              <p:nvPr/>
            </p:nvSpPr>
            <p:spPr>
              <a:xfrm>
                <a:off x="3682613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3" name="pg568">
                <a:extLst>
                  <a:ext uri="{FF2B5EF4-FFF2-40B4-BE49-F238E27FC236}">
                    <a16:creationId xmlns:a16="http://schemas.microsoft.com/office/drawing/2014/main" id="{141613AD-5E25-AF95-4D09-E8C38EE9D36A}"/>
                  </a:ext>
                </a:extLst>
              </p:cNvPr>
              <p:cNvSpPr/>
              <p:nvPr/>
            </p:nvSpPr>
            <p:spPr>
              <a:xfrm>
                <a:off x="3764050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4" name="pg569">
                <a:extLst>
                  <a:ext uri="{FF2B5EF4-FFF2-40B4-BE49-F238E27FC236}">
                    <a16:creationId xmlns:a16="http://schemas.microsoft.com/office/drawing/2014/main" id="{3F09387E-1F9B-654A-4290-AB3AF02DBCD7}"/>
                  </a:ext>
                </a:extLst>
              </p:cNvPr>
              <p:cNvSpPr/>
              <p:nvPr/>
            </p:nvSpPr>
            <p:spPr>
              <a:xfrm>
                <a:off x="3845487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5" name="pg570">
                <a:extLst>
                  <a:ext uri="{FF2B5EF4-FFF2-40B4-BE49-F238E27FC236}">
                    <a16:creationId xmlns:a16="http://schemas.microsoft.com/office/drawing/2014/main" id="{47E1CA12-3C5B-32C1-E1B7-F4194696A3A0}"/>
                  </a:ext>
                </a:extLst>
              </p:cNvPr>
              <p:cNvSpPr/>
              <p:nvPr/>
            </p:nvSpPr>
            <p:spPr>
              <a:xfrm>
                <a:off x="3926924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6" name="pg571">
                <a:extLst>
                  <a:ext uri="{FF2B5EF4-FFF2-40B4-BE49-F238E27FC236}">
                    <a16:creationId xmlns:a16="http://schemas.microsoft.com/office/drawing/2014/main" id="{9F8947B5-55C4-3961-5C9E-DA99188D1B31}"/>
                  </a:ext>
                </a:extLst>
              </p:cNvPr>
              <p:cNvSpPr/>
              <p:nvPr/>
            </p:nvSpPr>
            <p:spPr>
              <a:xfrm>
                <a:off x="4008361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7" name="pg572">
                <a:extLst>
                  <a:ext uri="{FF2B5EF4-FFF2-40B4-BE49-F238E27FC236}">
                    <a16:creationId xmlns:a16="http://schemas.microsoft.com/office/drawing/2014/main" id="{BF25B832-9D26-A8B5-D34A-487B8123EF13}"/>
                  </a:ext>
                </a:extLst>
              </p:cNvPr>
              <p:cNvSpPr/>
              <p:nvPr/>
            </p:nvSpPr>
            <p:spPr>
              <a:xfrm>
                <a:off x="3356864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8" name="pg573">
                <a:extLst>
                  <a:ext uri="{FF2B5EF4-FFF2-40B4-BE49-F238E27FC236}">
                    <a16:creationId xmlns:a16="http://schemas.microsoft.com/office/drawing/2014/main" id="{2DD48A7E-4610-800E-41E5-03E932F41732}"/>
                  </a:ext>
                </a:extLst>
              </p:cNvPr>
              <p:cNvSpPr/>
              <p:nvPr/>
            </p:nvSpPr>
            <p:spPr>
              <a:xfrm>
                <a:off x="3438301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9" name="pg574">
                <a:extLst>
                  <a:ext uri="{FF2B5EF4-FFF2-40B4-BE49-F238E27FC236}">
                    <a16:creationId xmlns:a16="http://schemas.microsoft.com/office/drawing/2014/main" id="{417EA52F-E50E-A11A-AADE-B777E7E1213A}"/>
                  </a:ext>
                </a:extLst>
              </p:cNvPr>
              <p:cNvSpPr/>
              <p:nvPr/>
            </p:nvSpPr>
            <p:spPr>
              <a:xfrm>
                <a:off x="3519738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0" name="pg575">
                <a:extLst>
                  <a:ext uri="{FF2B5EF4-FFF2-40B4-BE49-F238E27FC236}">
                    <a16:creationId xmlns:a16="http://schemas.microsoft.com/office/drawing/2014/main" id="{3358B4BE-640F-932B-7CC4-CB3C841708B8}"/>
                  </a:ext>
                </a:extLst>
              </p:cNvPr>
              <p:cNvSpPr/>
              <p:nvPr/>
            </p:nvSpPr>
            <p:spPr>
              <a:xfrm>
                <a:off x="3601176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1" name="pg576">
                <a:extLst>
                  <a:ext uri="{FF2B5EF4-FFF2-40B4-BE49-F238E27FC236}">
                    <a16:creationId xmlns:a16="http://schemas.microsoft.com/office/drawing/2014/main" id="{FF608F8B-EE34-FBD7-34A2-50ECA554EF12}"/>
                  </a:ext>
                </a:extLst>
              </p:cNvPr>
              <p:cNvSpPr/>
              <p:nvPr/>
            </p:nvSpPr>
            <p:spPr>
              <a:xfrm>
                <a:off x="3682613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2" name="pg577">
                <a:extLst>
                  <a:ext uri="{FF2B5EF4-FFF2-40B4-BE49-F238E27FC236}">
                    <a16:creationId xmlns:a16="http://schemas.microsoft.com/office/drawing/2014/main" id="{8C361D68-CE0E-DE3A-3F68-84EF57F8615B}"/>
                  </a:ext>
                </a:extLst>
              </p:cNvPr>
              <p:cNvSpPr/>
              <p:nvPr/>
            </p:nvSpPr>
            <p:spPr>
              <a:xfrm>
                <a:off x="3764050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3" name="pg578">
                <a:extLst>
                  <a:ext uri="{FF2B5EF4-FFF2-40B4-BE49-F238E27FC236}">
                    <a16:creationId xmlns:a16="http://schemas.microsoft.com/office/drawing/2014/main" id="{723D7549-89C5-DA80-FBCF-9DEBA661DB25}"/>
                  </a:ext>
                </a:extLst>
              </p:cNvPr>
              <p:cNvSpPr/>
              <p:nvPr/>
            </p:nvSpPr>
            <p:spPr>
              <a:xfrm>
                <a:off x="3845487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4" name="pg579">
                <a:extLst>
                  <a:ext uri="{FF2B5EF4-FFF2-40B4-BE49-F238E27FC236}">
                    <a16:creationId xmlns:a16="http://schemas.microsoft.com/office/drawing/2014/main" id="{F9E4DEA1-FC9A-13C7-5E49-67D8F91106B2}"/>
                  </a:ext>
                </a:extLst>
              </p:cNvPr>
              <p:cNvSpPr/>
              <p:nvPr/>
            </p:nvSpPr>
            <p:spPr>
              <a:xfrm>
                <a:off x="3926924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5" name="pg580">
                <a:extLst>
                  <a:ext uri="{FF2B5EF4-FFF2-40B4-BE49-F238E27FC236}">
                    <a16:creationId xmlns:a16="http://schemas.microsoft.com/office/drawing/2014/main" id="{E5F3EF78-78ED-27BE-E9BD-5BE1FC43F5CB}"/>
                  </a:ext>
                </a:extLst>
              </p:cNvPr>
              <p:cNvSpPr/>
              <p:nvPr/>
            </p:nvSpPr>
            <p:spPr>
              <a:xfrm>
                <a:off x="4008361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6" name="pg581">
                <a:extLst>
                  <a:ext uri="{FF2B5EF4-FFF2-40B4-BE49-F238E27FC236}">
                    <a16:creationId xmlns:a16="http://schemas.microsoft.com/office/drawing/2014/main" id="{D6BEFBA1-5852-F30B-380C-85FA91FED729}"/>
                  </a:ext>
                </a:extLst>
              </p:cNvPr>
              <p:cNvSpPr/>
              <p:nvPr/>
            </p:nvSpPr>
            <p:spPr>
              <a:xfrm>
                <a:off x="3438301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7" name="pg582">
                <a:extLst>
                  <a:ext uri="{FF2B5EF4-FFF2-40B4-BE49-F238E27FC236}">
                    <a16:creationId xmlns:a16="http://schemas.microsoft.com/office/drawing/2014/main" id="{4C543927-498A-FCCB-85EE-6260A4766B0A}"/>
                  </a:ext>
                </a:extLst>
              </p:cNvPr>
              <p:cNvSpPr/>
              <p:nvPr/>
            </p:nvSpPr>
            <p:spPr>
              <a:xfrm>
                <a:off x="3519738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8" name="pg583">
                <a:extLst>
                  <a:ext uri="{FF2B5EF4-FFF2-40B4-BE49-F238E27FC236}">
                    <a16:creationId xmlns:a16="http://schemas.microsoft.com/office/drawing/2014/main" id="{2FFC25EF-2120-D6FF-CDBA-15A89BA0F298}"/>
                  </a:ext>
                </a:extLst>
              </p:cNvPr>
              <p:cNvSpPr/>
              <p:nvPr/>
            </p:nvSpPr>
            <p:spPr>
              <a:xfrm>
                <a:off x="3601176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9" name="pg584">
                <a:extLst>
                  <a:ext uri="{FF2B5EF4-FFF2-40B4-BE49-F238E27FC236}">
                    <a16:creationId xmlns:a16="http://schemas.microsoft.com/office/drawing/2014/main" id="{382F66EC-BD03-576A-96E1-378B75FB2591}"/>
                  </a:ext>
                </a:extLst>
              </p:cNvPr>
              <p:cNvSpPr/>
              <p:nvPr/>
            </p:nvSpPr>
            <p:spPr>
              <a:xfrm>
                <a:off x="3682613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0" name="pg585">
                <a:extLst>
                  <a:ext uri="{FF2B5EF4-FFF2-40B4-BE49-F238E27FC236}">
                    <a16:creationId xmlns:a16="http://schemas.microsoft.com/office/drawing/2014/main" id="{BFF2EC80-E51B-D819-4A97-E4A526302189}"/>
                  </a:ext>
                </a:extLst>
              </p:cNvPr>
              <p:cNvSpPr/>
              <p:nvPr/>
            </p:nvSpPr>
            <p:spPr>
              <a:xfrm>
                <a:off x="3764050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1" name="pg586">
                <a:extLst>
                  <a:ext uri="{FF2B5EF4-FFF2-40B4-BE49-F238E27FC236}">
                    <a16:creationId xmlns:a16="http://schemas.microsoft.com/office/drawing/2014/main" id="{A2DE52C8-DDF4-9F0E-6469-DD7AAB7338C0}"/>
                  </a:ext>
                </a:extLst>
              </p:cNvPr>
              <p:cNvSpPr/>
              <p:nvPr/>
            </p:nvSpPr>
            <p:spPr>
              <a:xfrm>
                <a:off x="3845487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2" name="pg587">
                <a:extLst>
                  <a:ext uri="{FF2B5EF4-FFF2-40B4-BE49-F238E27FC236}">
                    <a16:creationId xmlns:a16="http://schemas.microsoft.com/office/drawing/2014/main" id="{FDBA6396-1965-703C-54ED-A61324382120}"/>
                  </a:ext>
                </a:extLst>
              </p:cNvPr>
              <p:cNvSpPr/>
              <p:nvPr/>
            </p:nvSpPr>
            <p:spPr>
              <a:xfrm>
                <a:off x="3926924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3" name="pg588">
                <a:extLst>
                  <a:ext uri="{FF2B5EF4-FFF2-40B4-BE49-F238E27FC236}">
                    <a16:creationId xmlns:a16="http://schemas.microsoft.com/office/drawing/2014/main" id="{20D2C450-FF5A-A479-2185-D6B83CC49DF6}"/>
                  </a:ext>
                </a:extLst>
              </p:cNvPr>
              <p:cNvSpPr/>
              <p:nvPr/>
            </p:nvSpPr>
            <p:spPr>
              <a:xfrm>
                <a:off x="4008361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4" name="pg589">
                <a:extLst>
                  <a:ext uri="{FF2B5EF4-FFF2-40B4-BE49-F238E27FC236}">
                    <a16:creationId xmlns:a16="http://schemas.microsoft.com/office/drawing/2014/main" id="{48477F18-7D61-51BE-ADF6-3C56B963B750}"/>
                  </a:ext>
                </a:extLst>
              </p:cNvPr>
              <p:cNvSpPr/>
              <p:nvPr/>
            </p:nvSpPr>
            <p:spPr>
              <a:xfrm>
                <a:off x="4089798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5" name="pg590">
                <a:extLst>
                  <a:ext uri="{FF2B5EF4-FFF2-40B4-BE49-F238E27FC236}">
                    <a16:creationId xmlns:a16="http://schemas.microsoft.com/office/drawing/2014/main" id="{7BB86E63-973D-1BB9-6EBE-EC959221380F}"/>
                  </a:ext>
                </a:extLst>
              </p:cNvPr>
              <p:cNvSpPr/>
              <p:nvPr/>
            </p:nvSpPr>
            <p:spPr>
              <a:xfrm>
                <a:off x="3682613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6" name="pg591">
                <a:extLst>
                  <a:ext uri="{FF2B5EF4-FFF2-40B4-BE49-F238E27FC236}">
                    <a16:creationId xmlns:a16="http://schemas.microsoft.com/office/drawing/2014/main" id="{2189408D-8D32-635E-F802-D86139DA5972}"/>
                  </a:ext>
                </a:extLst>
              </p:cNvPr>
              <p:cNvSpPr/>
              <p:nvPr/>
            </p:nvSpPr>
            <p:spPr>
              <a:xfrm>
                <a:off x="3764050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7" name="pg592">
                <a:extLst>
                  <a:ext uri="{FF2B5EF4-FFF2-40B4-BE49-F238E27FC236}">
                    <a16:creationId xmlns:a16="http://schemas.microsoft.com/office/drawing/2014/main" id="{FD4DA4ED-EC3E-ED20-BD0E-131D6B761B14}"/>
                  </a:ext>
                </a:extLst>
              </p:cNvPr>
              <p:cNvSpPr/>
              <p:nvPr/>
            </p:nvSpPr>
            <p:spPr>
              <a:xfrm>
                <a:off x="3845487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8" name="pg593">
                <a:extLst>
                  <a:ext uri="{FF2B5EF4-FFF2-40B4-BE49-F238E27FC236}">
                    <a16:creationId xmlns:a16="http://schemas.microsoft.com/office/drawing/2014/main" id="{9CF8AA03-473A-1743-25FE-4DB95927D804}"/>
                  </a:ext>
                </a:extLst>
              </p:cNvPr>
              <p:cNvSpPr/>
              <p:nvPr/>
            </p:nvSpPr>
            <p:spPr>
              <a:xfrm>
                <a:off x="3926924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9" name="pg594">
                <a:extLst>
                  <a:ext uri="{FF2B5EF4-FFF2-40B4-BE49-F238E27FC236}">
                    <a16:creationId xmlns:a16="http://schemas.microsoft.com/office/drawing/2014/main" id="{73ECA8E8-8173-84CC-AFBC-386A1FD8971A}"/>
                  </a:ext>
                </a:extLst>
              </p:cNvPr>
              <p:cNvSpPr/>
              <p:nvPr/>
            </p:nvSpPr>
            <p:spPr>
              <a:xfrm>
                <a:off x="4008361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0" name="pg595">
                <a:extLst>
                  <a:ext uri="{FF2B5EF4-FFF2-40B4-BE49-F238E27FC236}">
                    <a16:creationId xmlns:a16="http://schemas.microsoft.com/office/drawing/2014/main" id="{15EF64CF-69D1-519C-A4D4-4A266D9E24AC}"/>
                  </a:ext>
                </a:extLst>
              </p:cNvPr>
              <p:cNvSpPr/>
              <p:nvPr/>
            </p:nvSpPr>
            <p:spPr>
              <a:xfrm>
                <a:off x="4089798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1" name="pg596">
                <a:extLst>
                  <a:ext uri="{FF2B5EF4-FFF2-40B4-BE49-F238E27FC236}">
                    <a16:creationId xmlns:a16="http://schemas.microsoft.com/office/drawing/2014/main" id="{58D0E055-D816-DE90-9E8F-A072DB5B71FA}"/>
                  </a:ext>
                </a:extLst>
              </p:cNvPr>
              <p:cNvSpPr/>
              <p:nvPr/>
            </p:nvSpPr>
            <p:spPr>
              <a:xfrm>
                <a:off x="3275427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2" name="pg597">
                <a:extLst>
                  <a:ext uri="{FF2B5EF4-FFF2-40B4-BE49-F238E27FC236}">
                    <a16:creationId xmlns:a16="http://schemas.microsoft.com/office/drawing/2014/main" id="{F8421DD4-8596-B68D-685B-0E560F7FB4CF}"/>
                  </a:ext>
                </a:extLst>
              </p:cNvPr>
              <p:cNvSpPr/>
              <p:nvPr/>
            </p:nvSpPr>
            <p:spPr>
              <a:xfrm>
                <a:off x="3601176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3" name="pg598">
                <a:extLst>
                  <a:ext uri="{FF2B5EF4-FFF2-40B4-BE49-F238E27FC236}">
                    <a16:creationId xmlns:a16="http://schemas.microsoft.com/office/drawing/2014/main" id="{128EBE97-A285-D90A-B57B-187C11D43D49}"/>
                  </a:ext>
                </a:extLst>
              </p:cNvPr>
              <p:cNvSpPr/>
              <p:nvPr/>
            </p:nvSpPr>
            <p:spPr>
              <a:xfrm>
                <a:off x="3682613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4" name="pg599">
                <a:extLst>
                  <a:ext uri="{FF2B5EF4-FFF2-40B4-BE49-F238E27FC236}">
                    <a16:creationId xmlns:a16="http://schemas.microsoft.com/office/drawing/2014/main" id="{9F93FAF3-06A0-2D1B-078D-0C6DC40F6205}"/>
                  </a:ext>
                </a:extLst>
              </p:cNvPr>
              <p:cNvSpPr/>
              <p:nvPr/>
            </p:nvSpPr>
            <p:spPr>
              <a:xfrm>
                <a:off x="3764050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5" name="pg600">
                <a:extLst>
                  <a:ext uri="{FF2B5EF4-FFF2-40B4-BE49-F238E27FC236}">
                    <a16:creationId xmlns:a16="http://schemas.microsoft.com/office/drawing/2014/main" id="{282FFAE8-FC05-81C1-5F70-22B2D0430B18}"/>
                  </a:ext>
                </a:extLst>
              </p:cNvPr>
              <p:cNvSpPr/>
              <p:nvPr/>
            </p:nvSpPr>
            <p:spPr>
              <a:xfrm>
                <a:off x="3845487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6" name="pg601">
                <a:extLst>
                  <a:ext uri="{FF2B5EF4-FFF2-40B4-BE49-F238E27FC236}">
                    <a16:creationId xmlns:a16="http://schemas.microsoft.com/office/drawing/2014/main" id="{6E9C8B0C-0063-84CF-B3DC-4869312555B8}"/>
                  </a:ext>
                </a:extLst>
              </p:cNvPr>
              <p:cNvSpPr/>
              <p:nvPr/>
            </p:nvSpPr>
            <p:spPr>
              <a:xfrm>
                <a:off x="3926924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7" name="pg602">
                <a:extLst>
                  <a:ext uri="{FF2B5EF4-FFF2-40B4-BE49-F238E27FC236}">
                    <a16:creationId xmlns:a16="http://schemas.microsoft.com/office/drawing/2014/main" id="{92820A0A-9E9B-BD0F-432D-36B5458A457A}"/>
                  </a:ext>
                </a:extLst>
              </p:cNvPr>
              <p:cNvSpPr/>
              <p:nvPr/>
            </p:nvSpPr>
            <p:spPr>
              <a:xfrm>
                <a:off x="4008361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8" name="pg603">
                <a:extLst>
                  <a:ext uri="{FF2B5EF4-FFF2-40B4-BE49-F238E27FC236}">
                    <a16:creationId xmlns:a16="http://schemas.microsoft.com/office/drawing/2014/main" id="{288C733A-9AB1-78D8-ED20-A8495B3C44DC}"/>
                  </a:ext>
                </a:extLst>
              </p:cNvPr>
              <p:cNvSpPr/>
              <p:nvPr/>
            </p:nvSpPr>
            <p:spPr>
              <a:xfrm>
                <a:off x="4089798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9" name="pg604">
                <a:extLst>
                  <a:ext uri="{FF2B5EF4-FFF2-40B4-BE49-F238E27FC236}">
                    <a16:creationId xmlns:a16="http://schemas.microsoft.com/office/drawing/2014/main" id="{E4B488C8-0D67-1CCE-7B64-A74EA729AAD8}"/>
                  </a:ext>
                </a:extLst>
              </p:cNvPr>
              <p:cNvSpPr/>
              <p:nvPr/>
            </p:nvSpPr>
            <p:spPr>
              <a:xfrm>
                <a:off x="3193990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0" name="pg605">
                <a:extLst>
                  <a:ext uri="{FF2B5EF4-FFF2-40B4-BE49-F238E27FC236}">
                    <a16:creationId xmlns:a16="http://schemas.microsoft.com/office/drawing/2014/main" id="{4C7B79FD-5A92-AC1B-A7C7-7A09C6621F7C}"/>
                  </a:ext>
                </a:extLst>
              </p:cNvPr>
              <p:cNvSpPr/>
              <p:nvPr/>
            </p:nvSpPr>
            <p:spPr>
              <a:xfrm>
                <a:off x="3275427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1" name="pg606">
                <a:extLst>
                  <a:ext uri="{FF2B5EF4-FFF2-40B4-BE49-F238E27FC236}">
                    <a16:creationId xmlns:a16="http://schemas.microsoft.com/office/drawing/2014/main" id="{EC9BC856-C1C1-FE99-7025-B410B67DFF7C}"/>
                  </a:ext>
                </a:extLst>
              </p:cNvPr>
              <p:cNvSpPr/>
              <p:nvPr/>
            </p:nvSpPr>
            <p:spPr>
              <a:xfrm>
                <a:off x="3356864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2" name="pg607">
                <a:extLst>
                  <a:ext uri="{FF2B5EF4-FFF2-40B4-BE49-F238E27FC236}">
                    <a16:creationId xmlns:a16="http://schemas.microsoft.com/office/drawing/2014/main" id="{D8CCDB9A-EB77-19B1-56F4-D7FCF8BE3306}"/>
                  </a:ext>
                </a:extLst>
              </p:cNvPr>
              <p:cNvSpPr/>
              <p:nvPr/>
            </p:nvSpPr>
            <p:spPr>
              <a:xfrm>
                <a:off x="3438301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3" name="pg608">
                <a:extLst>
                  <a:ext uri="{FF2B5EF4-FFF2-40B4-BE49-F238E27FC236}">
                    <a16:creationId xmlns:a16="http://schemas.microsoft.com/office/drawing/2014/main" id="{0399AFC5-F67E-E634-C02B-1BF0A24088B2}"/>
                  </a:ext>
                </a:extLst>
              </p:cNvPr>
              <p:cNvSpPr/>
              <p:nvPr/>
            </p:nvSpPr>
            <p:spPr>
              <a:xfrm>
                <a:off x="3519738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4" name="pg609">
                <a:extLst>
                  <a:ext uri="{FF2B5EF4-FFF2-40B4-BE49-F238E27FC236}">
                    <a16:creationId xmlns:a16="http://schemas.microsoft.com/office/drawing/2014/main" id="{81E2DF77-9D09-B2C9-D24D-7C855CDEF611}"/>
                  </a:ext>
                </a:extLst>
              </p:cNvPr>
              <p:cNvSpPr/>
              <p:nvPr/>
            </p:nvSpPr>
            <p:spPr>
              <a:xfrm>
                <a:off x="3601176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5" name="pg610">
                <a:extLst>
                  <a:ext uri="{FF2B5EF4-FFF2-40B4-BE49-F238E27FC236}">
                    <a16:creationId xmlns:a16="http://schemas.microsoft.com/office/drawing/2014/main" id="{1539F7F4-A4D7-FE09-25B7-D35DF72E8EA6}"/>
                  </a:ext>
                </a:extLst>
              </p:cNvPr>
              <p:cNvSpPr/>
              <p:nvPr/>
            </p:nvSpPr>
            <p:spPr>
              <a:xfrm>
                <a:off x="3682613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6" name="pg611">
                <a:extLst>
                  <a:ext uri="{FF2B5EF4-FFF2-40B4-BE49-F238E27FC236}">
                    <a16:creationId xmlns:a16="http://schemas.microsoft.com/office/drawing/2014/main" id="{BD594E23-BE3B-44C8-A11D-964C4245E8B9}"/>
                  </a:ext>
                </a:extLst>
              </p:cNvPr>
              <p:cNvSpPr/>
              <p:nvPr/>
            </p:nvSpPr>
            <p:spPr>
              <a:xfrm>
                <a:off x="3764050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7" name="pg612">
                <a:extLst>
                  <a:ext uri="{FF2B5EF4-FFF2-40B4-BE49-F238E27FC236}">
                    <a16:creationId xmlns:a16="http://schemas.microsoft.com/office/drawing/2014/main" id="{3984F4A1-C701-92B7-1A18-2D5D2671BC15}"/>
                  </a:ext>
                </a:extLst>
              </p:cNvPr>
              <p:cNvSpPr/>
              <p:nvPr/>
            </p:nvSpPr>
            <p:spPr>
              <a:xfrm>
                <a:off x="3845487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8" name="pg613">
                <a:extLst>
                  <a:ext uri="{FF2B5EF4-FFF2-40B4-BE49-F238E27FC236}">
                    <a16:creationId xmlns:a16="http://schemas.microsoft.com/office/drawing/2014/main" id="{FD3D6B92-9ED7-ACF2-B7E6-F38A3CD031DA}"/>
                  </a:ext>
                </a:extLst>
              </p:cNvPr>
              <p:cNvSpPr/>
              <p:nvPr/>
            </p:nvSpPr>
            <p:spPr>
              <a:xfrm>
                <a:off x="3926924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9" name="pg614">
                <a:extLst>
                  <a:ext uri="{FF2B5EF4-FFF2-40B4-BE49-F238E27FC236}">
                    <a16:creationId xmlns:a16="http://schemas.microsoft.com/office/drawing/2014/main" id="{7DC9F3FD-3036-DA13-6406-01480345C759}"/>
                  </a:ext>
                </a:extLst>
              </p:cNvPr>
              <p:cNvSpPr/>
              <p:nvPr/>
            </p:nvSpPr>
            <p:spPr>
              <a:xfrm>
                <a:off x="4008361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0" name="pg615">
                <a:extLst>
                  <a:ext uri="{FF2B5EF4-FFF2-40B4-BE49-F238E27FC236}">
                    <a16:creationId xmlns:a16="http://schemas.microsoft.com/office/drawing/2014/main" id="{5B7698F5-98BC-CB5F-FB31-0AE7BAE48534}"/>
                  </a:ext>
                </a:extLst>
              </p:cNvPr>
              <p:cNvSpPr/>
              <p:nvPr/>
            </p:nvSpPr>
            <p:spPr>
              <a:xfrm>
                <a:off x="4089798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1" name="pg616">
                <a:extLst>
                  <a:ext uri="{FF2B5EF4-FFF2-40B4-BE49-F238E27FC236}">
                    <a16:creationId xmlns:a16="http://schemas.microsoft.com/office/drawing/2014/main" id="{4F47CD5A-7E5C-9F53-7A7B-B0F56E5E3BF5}"/>
                  </a:ext>
                </a:extLst>
              </p:cNvPr>
              <p:cNvSpPr/>
              <p:nvPr/>
            </p:nvSpPr>
            <p:spPr>
              <a:xfrm>
                <a:off x="3112553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2" name="pg617">
                <a:extLst>
                  <a:ext uri="{FF2B5EF4-FFF2-40B4-BE49-F238E27FC236}">
                    <a16:creationId xmlns:a16="http://schemas.microsoft.com/office/drawing/2014/main" id="{FA8AE077-21B4-EBC3-13B0-514223C21584}"/>
                  </a:ext>
                </a:extLst>
              </p:cNvPr>
              <p:cNvSpPr/>
              <p:nvPr/>
            </p:nvSpPr>
            <p:spPr>
              <a:xfrm>
                <a:off x="3193990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3" name="pg618">
                <a:extLst>
                  <a:ext uri="{FF2B5EF4-FFF2-40B4-BE49-F238E27FC236}">
                    <a16:creationId xmlns:a16="http://schemas.microsoft.com/office/drawing/2014/main" id="{A55709A9-4457-3386-665B-7993C497D97F}"/>
                  </a:ext>
                </a:extLst>
              </p:cNvPr>
              <p:cNvSpPr/>
              <p:nvPr/>
            </p:nvSpPr>
            <p:spPr>
              <a:xfrm>
                <a:off x="3275427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4" name="pg619">
                <a:extLst>
                  <a:ext uri="{FF2B5EF4-FFF2-40B4-BE49-F238E27FC236}">
                    <a16:creationId xmlns:a16="http://schemas.microsoft.com/office/drawing/2014/main" id="{693AA117-5965-0F2E-D7B4-AB80BAC4E256}"/>
                  </a:ext>
                </a:extLst>
              </p:cNvPr>
              <p:cNvSpPr/>
              <p:nvPr/>
            </p:nvSpPr>
            <p:spPr>
              <a:xfrm>
                <a:off x="3356864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5" name="pg620">
                <a:extLst>
                  <a:ext uri="{FF2B5EF4-FFF2-40B4-BE49-F238E27FC236}">
                    <a16:creationId xmlns:a16="http://schemas.microsoft.com/office/drawing/2014/main" id="{7A5CDFE1-6A68-380F-3E2D-A8BD4F35525D}"/>
                  </a:ext>
                </a:extLst>
              </p:cNvPr>
              <p:cNvSpPr/>
              <p:nvPr/>
            </p:nvSpPr>
            <p:spPr>
              <a:xfrm>
                <a:off x="3438301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6" name="pg621">
                <a:extLst>
                  <a:ext uri="{FF2B5EF4-FFF2-40B4-BE49-F238E27FC236}">
                    <a16:creationId xmlns:a16="http://schemas.microsoft.com/office/drawing/2014/main" id="{8531D640-27C4-7DE0-5E9B-86C296E8EA98}"/>
                  </a:ext>
                </a:extLst>
              </p:cNvPr>
              <p:cNvSpPr/>
              <p:nvPr/>
            </p:nvSpPr>
            <p:spPr>
              <a:xfrm>
                <a:off x="3519738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7" name="pg622">
                <a:extLst>
                  <a:ext uri="{FF2B5EF4-FFF2-40B4-BE49-F238E27FC236}">
                    <a16:creationId xmlns:a16="http://schemas.microsoft.com/office/drawing/2014/main" id="{697B253D-035C-FB97-EDA4-80761A6D79AC}"/>
                  </a:ext>
                </a:extLst>
              </p:cNvPr>
              <p:cNvSpPr/>
              <p:nvPr/>
            </p:nvSpPr>
            <p:spPr>
              <a:xfrm>
                <a:off x="3601176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8" name="pg623">
                <a:extLst>
                  <a:ext uri="{FF2B5EF4-FFF2-40B4-BE49-F238E27FC236}">
                    <a16:creationId xmlns:a16="http://schemas.microsoft.com/office/drawing/2014/main" id="{D79C78E8-E4AD-8D0D-2BD3-4FC6D7DF486B}"/>
                  </a:ext>
                </a:extLst>
              </p:cNvPr>
              <p:cNvSpPr/>
              <p:nvPr/>
            </p:nvSpPr>
            <p:spPr>
              <a:xfrm>
                <a:off x="3682613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9" name="pg624">
                <a:extLst>
                  <a:ext uri="{FF2B5EF4-FFF2-40B4-BE49-F238E27FC236}">
                    <a16:creationId xmlns:a16="http://schemas.microsoft.com/office/drawing/2014/main" id="{D3A3C362-CB85-DB04-AED5-B9D5FA600C0E}"/>
                  </a:ext>
                </a:extLst>
              </p:cNvPr>
              <p:cNvSpPr/>
              <p:nvPr/>
            </p:nvSpPr>
            <p:spPr>
              <a:xfrm>
                <a:off x="3764050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0" name="pg625">
                <a:extLst>
                  <a:ext uri="{FF2B5EF4-FFF2-40B4-BE49-F238E27FC236}">
                    <a16:creationId xmlns:a16="http://schemas.microsoft.com/office/drawing/2014/main" id="{748A26A4-444F-B105-999F-FFECB576768A}"/>
                  </a:ext>
                </a:extLst>
              </p:cNvPr>
              <p:cNvSpPr/>
              <p:nvPr/>
            </p:nvSpPr>
            <p:spPr>
              <a:xfrm>
                <a:off x="3845487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1" name="pg626">
                <a:extLst>
                  <a:ext uri="{FF2B5EF4-FFF2-40B4-BE49-F238E27FC236}">
                    <a16:creationId xmlns:a16="http://schemas.microsoft.com/office/drawing/2014/main" id="{9B121214-1F4C-7A00-630D-13172F61D844}"/>
                  </a:ext>
                </a:extLst>
              </p:cNvPr>
              <p:cNvSpPr/>
              <p:nvPr/>
            </p:nvSpPr>
            <p:spPr>
              <a:xfrm>
                <a:off x="3926924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2" name="pg627">
                <a:extLst>
                  <a:ext uri="{FF2B5EF4-FFF2-40B4-BE49-F238E27FC236}">
                    <a16:creationId xmlns:a16="http://schemas.microsoft.com/office/drawing/2014/main" id="{E05F7FBD-5A9F-095E-C112-3613986D9B23}"/>
                  </a:ext>
                </a:extLst>
              </p:cNvPr>
              <p:cNvSpPr/>
              <p:nvPr/>
            </p:nvSpPr>
            <p:spPr>
              <a:xfrm>
                <a:off x="4008361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3" name="pg628">
                <a:extLst>
                  <a:ext uri="{FF2B5EF4-FFF2-40B4-BE49-F238E27FC236}">
                    <a16:creationId xmlns:a16="http://schemas.microsoft.com/office/drawing/2014/main" id="{D11D3855-BDBE-34AA-1DCD-A8C3D825F7B1}"/>
                  </a:ext>
                </a:extLst>
              </p:cNvPr>
              <p:cNvSpPr/>
              <p:nvPr/>
            </p:nvSpPr>
            <p:spPr>
              <a:xfrm>
                <a:off x="4089798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4" name="pg629">
                <a:extLst>
                  <a:ext uri="{FF2B5EF4-FFF2-40B4-BE49-F238E27FC236}">
                    <a16:creationId xmlns:a16="http://schemas.microsoft.com/office/drawing/2014/main" id="{43E0C4CD-CF7B-C5EF-C4EA-D27F71C2C7E5}"/>
                  </a:ext>
                </a:extLst>
              </p:cNvPr>
              <p:cNvSpPr/>
              <p:nvPr/>
            </p:nvSpPr>
            <p:spPr>
              <a:xfrm>
                <a:off x="4171236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5" name="pg630">
                <a:extLst>
                  <a:ext uri="{FF2B5EF4-FFF2-40B4-BE49-F238E27FC236}">
                    <a16:creationId xmlns:a16="http://schemas.microsoft.com/office/drawing/2014/main" id="{6564F1F3-8752-9362-CF71-B74B841B43E2}"/>
                  </a:ext>
                </a:extLst>
              </p:cNvPr>
              <p:cNvSpPr/>
              <p:nvPr/>
            </p:nvSpPr>
            <p:spPr>
              <a:xfrm>
                <a:off x="3112553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6" name="pg631">
                <a:extLst>
                  <a:ext uri="{FF2B5EF4-FFF2-40B4-BE49-F238E27FC236}">
                    <a16:creationId xmlns:a16="http://schemas.microsoft.com/office/drawing/2014/main" id="{21566800-C78A-2788-BA3A-135541CBEBB4}"/>
                  </a:ext>
                </a:extLst>
              </p:cNvPr>
              <p:cNvSpPr/>
              <p:nvPr/>
            </p:nvSpPr>
            <p:spPr>
              <a:xfrm>
                <a:off x="3193990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7" name="pg632">
                <a:extLst>
                  <a:ext uri="{FF2B5EF4-FFF2-40B4-BE49-F238E27FC236}">
                    <a16:creationId xmlns:a16="http://schemas.microsoft.com/office/drawing/2014/main" id="{AFFAFBD9-ECA7-F823-A88B-7805A759B7CB}"/>
                  </a:ext>
                </a:extLst>
              </p:cNvPr>
              <p:cNvSpPr/>
              <p:nvPr/>
            </p:nvSpPr>
            <p:spPr>
              <a:xfrm>
                <a:off x="3275427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8" name="pg633">
                <a:extLst>
                  <a:ext uri="{FF2B5EF4-FFF2-40B4-BE49-F238E27FC236}">
                    <a16:creationId xmlns:a16="http://schemas.microsoft.com/office/drawing/2014/main" id="{28FCEEA7-7F62-818B-40F7-E85FB3A816C2}"/>
                  </a:ext>
                </a:extLst>
              </p:cNvPr>
              <p:cNvSpPr/>
              <p:nvPr/>
            </p:nvSpPr>
            <p:spPr>
              <a:xfrm>
                <a:off x="3356864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9" name="pg634">
                <a:extLst>
                  <a:ext uri="{FF2B5EF4-FFF2-40B4-BE49-F238E27FC236}">
                    <a16:creationId xmlns:a16="http://schemas.microsoft.com/office/drawing/2014/main" id="{1FC3CBA1-69E6-8E8D-6B2C-C8403678FED5}"/>
                  </a:ext>
                </a:extLst>
              </p:cNvPr>
              <p:cNvSpPr/>
              <p:nvPr/>
            </p:nvSpPr>
            <p:spPr>
              <a:xfrm>
                <a:off x="3438301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0" name="pg635">
                <a:extLst>
                  <a:ext uri="{FF2B5EF4-FFF2-40B4-BE49-F238E27FC236}">
                    <a16:creationId xmlns:a16="http://schemas.microsoft.com/office/drawing/2014/main" id="{22E18D66-7ADD-B864-1034-B9F4F2D1AC38}"/>
                  </a:ext>
                </a:extLst>
              </p:cNvPr>
              <p:cNvSpPr/>
              <p:nvPr/>
            </p:nvSpPr>
            <p:spPr>
              <a:xfrm>
                <a:off x="3519738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1" name="pg636">
                <a:extLst>
                  <a:ext uri="{FF2B5EF4-FFF2-40B4-BE49-F238E27FC236}">
                    <a16:creationId xmlns:a16="http://schemas.microsoft.com/office/drawing/2014/main" id="{1A2926F9-10FE-622E-B726-AB3ECCFCAD0B}"/>
                  </a:ext>
                </a:extLst>
              </p:cNvPr>
              <p:cNvSpPr/>
              <p:nvPr/>
            </p:nvSpPr>
            <p:spPr>
              <a:xfrm>
                <a:off x="3601176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2" name="pg637">
                <a:extLst>
                  <a:ext uri="{FF2B5EF4-FFF2-40B4-BE49-F238E27FC236}">
                    <a16:creationId xmlns:a16="http://schemas.microsoft.com/office/drawing/2014/main" id="{F9E544B3-7065-A6FC-D45D-A10F5DA269A5}"/>
                  </a:ext>
                </a:extLst>
              </p:cNvPr>
              <p:cNvSpPr/>
              <p:nvPr/>
            </p:nvSpPr>
            <p:spPr>
              <a:xfrm>
                <a:off x="3682613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3" name="pg638">
                <a:extLst>
                  <a:ext uri="{FF2B5EF4-FFF2-40B4-BE49-F238E27FC236}">
                    <a16:creationId xmlns:a16="http://schemas.microsoft.com/office/drawing/2014/main" id="{B7604D8D-30CE-126E-2F4F-D0D0DC4585BD}"/>
                  </a:ext>
                </a:extLst>
              </p:cNvPr>
              <p:cNvSpPr/>
              <p:nvPr/>
            </p:nvSpPr>
            <p:spPr>
              <a:xfrm>
                <a:off x="3764050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4" name="pg639">
                <a:extLst>
                  <a:ext uri="{FF2B5EF4-FFF2-40B4-BE49-F238E27FC236}">
                    <a16:creationId xmlns:a16="http://schemas.microsoft.com/office/drawing/2014/main" id="{5831C9DE-530F-4BF7-44D4-B52EBB65F0F9}"/>
                  </a:ext>
                </a:extLst>
              </p:cNvPr>
              <p:cNvSpPr/>
              <p:nvPr/>
            </p:nvSpPr>
            <p:spPr>
              <a:xfrm>
                <a:off x="3845487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5" name="pg640">
                <a:extLst>
                  <a:ext uri="{FF2B5EF4-FFF2-40B4-BE49-F238E27FC236}">
                    <a16:creationId xmlns:a16="http://schemas.microsoft.com/office/drawing/2014/main" id="{7690C355-C38A-5739-B03A-4F0D6E2A36CF}"/>
                  </a:ext>
                </a:extLst>
              </p:cNvPr>
              <p:cNvSpPr/>
              <p:nvPr/>
            </p:nvSpPr>
            <p:spPr>
              <a:xfrm>
                <a:off x="3926924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6" name="pg641">
                <a:extLst>
                  <a:ext uri="{FF2B5EF4-FFF2-40B4-BE49-F238E27FC236}">
                    <a16:creationId xmlns:a16="http://schemas.microsoft.com/office/drawing/2014/main" id="{9CFCCC2E-8CAD-C2CB-BE0F-68BC06E5C944}"/>
                  </a:ext>
                </a:extLst>
              </p:cNvPr>
              <p:cNvSpPr/>
              <p:nvPr/>
            </p:nvSpPr>
            <p:spPr>
              <a:xfrm>
                <a:off x="4008361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7" name="pg642">
                <a:extLst>
                  <a:ext uri="{FF2B5EF4-FFF2-40B4-BE49-F238E27FC236}">
                    <a16:creationId xmlns:a16="http://schemas.microsoft.com/office/drawing/2014/main" id="{55CC8192-5A37-8078-B4E7-F578167E7CBD}"/>
                  </a:ext>
                </a:extLst>
              </p:cNvPr>
              <p:cNvSpPr/>
              <p:nvPr/>
            </p:nvSpPr>
            <p:spPr>
              <a:xfrm>
                <a:off x="4089798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8" name="pg643">
                <a:extLst>
                  <a:ext uri="{FF2B5EF4-FFF2-40B4-BE49-F238E27FC236}">
                    <a16:creationId xmlns:a16="http://schemas.microsoft.com/office/drawing/2014/main" id="{30E66016-82A7-4383-432A-45C32C932186}"/>
                  </a:ext>
                </a:extLst>
              </p:cNvPr>
              <p:cNvSpPr/>
              <p:nvPr/>
            </p:nvSpPr>
            <p:spPr>
              <a:xfrm>
                <a:off x="4171236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9" name="pg644">
                <a:extLst>
                  <a:ext uri="{FF2B5EF4-FFF2-40B4-BE49-F238E27FC236}">
                    <a16:creationId xmlns:a16="http://schemas.microsoft.com/office/drawing/2014/main" id="{54FB9446-6F29-E772-FA3D-1354B87D54A9}"/>
                  </a:ext>
                </a:extLst>
              </p:cNvPr>
              <p:cNvSpPr/>
              <p:nvPr/>
            </p:nvSpPr>
            <p:spPr>
              <a:xfrm>
                <a:off x="4252673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0" name="pg645">
                <a:extLst>
                  <a:ext uri="{FF2B5EF4-FFF2-40B4-BE49-F238E27FC236}">
                    <a16:creationId xmlns:a16="http://schemas.microsoft.com/office/drawing/2014/main" id="{551B4C12-6521-D5DF-DE13-65187A5584D6}"/>
                  </a:ext>
                </a:extLst>
              </p:cNvPr>
              <p:cNvSpPr/>
              <p:nvPr/>
            </p:nvSpPr>
            <p:spPr>
              <a:xfrm>
                <a:off x="3112553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1" name="pg646">
                <a:extLst>
                  <a:ext uri="{FF2B5EF4-FFF2-40B4-BE49-F238E27FC236}">
                    <a16:creationId xmlns:a16="http://schemas.microsoft.com/office/drawing/2014/main" id="{DE4F55E3-1B7E-AAF9-4573-14F19E108C7D}"/>
                  </a:ext>
                </a:extLst>
              </p:cNvPr>
              <p:cNvSpPr/>
              <p:nvPr/>
            </p:nvSpPr>
            <p:spPr>
              <a:xfrm>
                <a:off x="3193990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2" name="pg647">
                <a:extLst>
                  <a:ext uri="{FF2B5EF4-FFF2-40B4-BE49-F238E27FC236}">
                    <a16:creationId xmlns:a16="http://schemas.microsoft.com/office/drawing/2014/main" id="{DBF78FF8-D251-CEC8-F4BA-8EED2F3AFA2E}"/>
                  </a:ext>
                </a:extLst>
              </p:cNvPr>
              <p:cNvSpPr/>
              <p:nvPr/>
            </p:nvSpPr>
            <p:spPr>
              <a:xfrm>
                <a:off x="3275427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3" name="pg648">
                <a:extLst>
                  <a:ext uri="{FF2B5EF4-FFF2-40B4-BE49-F238E27FC236}">
                    <a16:creationId xmlns:a16="http://schemas.microsoft.com/office/drawing/2014/main" id="{F32474C0-479F-5C07-244B-F0FD49BF47DA}"/>
                  </a:ext>
                </a:extLst>
              </p:cNvPr>
              <p:cNvSpPr/>
              <p:nvPr/>
            </p:nvSpPr>
            <p:spPr>
              <a:xfrm>
                <a:off x="3356864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4" name="pg649">
                <a:extLst>
                  <a:ext uri="{FF2B5EF4-FFF2-40B4-BE49-F238E27FC236}">
                    <a16:creationId xmlns:a16="http://schemas.microsoft.com/office/drawing/2014/main" id="{3FC4F8E3-C320-C798-C4FE-3C37420B003E}"/>
                  </a:ext>
                </a:extLst>
              </p:cNvPr>
              <p:cNvSpPr/>
              <p:nvPr/>
            </p:nvSpPr>
            <p:spPr>
              <a:xfrm>
                <a:off x="3438301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5" name="pg650">
                <a:extLst>
                  <a:ext uri="{FF2B5EF4-FFF2-40B4-BE49-F238E27FC236}">
                    <a16:creationId xmlns:a16="http://schemas.microsoft.com/office/drawing/2014/main" id="{4509BD17-8FBA-7B69-1543-E2A5254F0E8D}"/>
                  </a:ext>
                </a:extLst>
              </p:cNvPr>
              <p:cNvSpPr/>
              <p:nvPr/>
            </p:nvSpPr>
            <p:spPr>
              <a:xfrm>
                <a:off x="3519738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6" name="pg651">
                <a:extLst>
                  <a:ext uri="{FF2B5EF4-FFF2-40B4-BE49-F238E27FC236}">
                    <a16:creationId xmlns:a16="http://schemas.microsoft.com/office/drawing/2014/main" id="{87978B85-2C8B-5526-455E-A6E3D5CB7C2B}"/>
                  </a:ext>
                </a:extLst>
              </p:cNvPr>
              <p:cNvSpPr/>
              <p:nvPr/>
            </p:nvSpPr>
            <p:spPr>
              <a:xfrm>
                <a:off x="3601176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7" name="pg652">
                <a:extLst>
                  <a:ext uri="{FF2B5EF4-FFF2-40B4-BE49-F238E27FC236}">
                    <a16:creationId xmlns:a16="http://schemas.microsoft.com/office/drawing/2014/main" id="{9C9182C3-1694-B6FE-EB29-29DD98431225}"/>
                  </a:ext>
                </a:extLst>
              </p:cNvPr>
              <p:cNvSpPr/>
              <p:nvPr/>
            </p:nvSpPr>
            <p:spPr>
              <a:xfrm>
                <a:off x="3682613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8" name="pg653">
                <a:extLst>
                  <a:ext uri="{FF2B5EF4-FFF2-40B4-BE49-F238E27FC236}">
                    <a16:creationId xmlns:a16="http://schemas.microsoft.com/office/drawing/2014/main" id="{BD2B96BD-8ED3-1009-7DF6-CD9B06A04DB4}"/>
                  </a:ext>
                </a:extLst>
              </p:cNvPr>
              <p:cNvSpPr/>
              <p:nvPr/>
            </p:nvSpPr>
            <p:spPr>
              <a:xfrm>
                <a:off x="3764050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9" name="pg654">
                <a:extLst>
                  <a:ext uri="{FF2B5EF4-FFF2-40B4-BE49-F238E27FC236}">
                    <a16:creationId xmlns:a16="http://schemas.microsoft.com/office/drawing/2014/main" id="{5B3FFE5D-F184-740D-34CA-E438606B8786}"/>
                  </a:ext>
                </a:extLst>
              </p:cNvPr>
              <p:cNvSpPr/>
              <p:nvPr/>
            </p:nvSpPr>
            <p:spPr>
              <a:xfrm>
                <a:off x="3845487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0" name="pg655">
                <a:extLst>
                  <a:ext uri="{FF2B5EF4-FFF2-40B4-BE49-F238E27FC236}">
                    <a16:creationId xmlns:a16="http://schemas.microsoft.com/office/drawing/2014/main" id="{39341ADE-E68C-654B-C58C-DCAE7EDCB0A8}"/>
                  </a:ext>
                </a:extLst>
              </p:cNvPr>
              <p:cNvSpPr/>
              <p:nvPr/>
            </p:nvSpPr>
            <p:spPr>
              <a:xfrm>
                <a:off x="3926924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1" name="pg656">
                <a:extLst>
                  <a:ext uri="{FF2B5EF4-FFF2-40B4-BE49-F238E27FC236}">
                    <a16:creationId xmlns:a16="http://schemas.microsoft.com/office/drawing/2014/main" id="{6B9AD34F-E1BD-287F-F3BD-0E48BCBC62EC}"/>
                  </a:ext>
                </a:extLst>
              </p:cNvPr>
              <p:cNvSpPr/>
              <p:nvPr/>
            </p:nvSpPr>
            <p:spPr>
              <a:xfrm>
                <a:off x="4008361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2" name="pg657">
                <a:extLst>
                  <a:ext uri="{FF2B5EF4-FFF2-40B4-BE49-F238E27FC236}">
                    <a16:creationId xmlns:a16="http://schemas.microsoft.com/office/drawing/2014/main" id="{EC29B05F-DDF3-D749-F84B-0EE11DA0DAAE}"/>
                  </a:ext>
                </a:extLst>
              </p:cNvPr>
              <p:cNvSpPr/>
              <p:nvPr/>
            </p:nvSpPr>
            <p:spPr>
              <a:xfrm>
                <a:off x="4089798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3" name="pg658">
                <a:extLst>
                  <a:ext uri="{FF2B5EF4-FFF2-40B4-BE49-F238E27FC236}">
                    <a16:creationId xmlns:a16="http://schemas.microsoft.com/office/drawing/2014/main" id="{BF3DF5B6-2EF2-7452-FCC0-CD360250DB36}"/>
                  </a:ext>
                </a:extLst>
              </p:cNvPr>
              <p:cNvSpPr/>
              <p:nvPr/>
            </p:nvSpPr>
            <p:spPr>
              <a:xfrm>
                <a:off x="4171236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4" name="pg659">
                <a:extLst>
                  <a:ext uri="{FF2B5EF4-FFF2-40B4-BE49-F238E27FC236}">
                    <a16:creationId xmlns:a16="http://schemas.microsoft.com/office/drawing/2014/main" id="{A6ED396B-4E98-9A21-045C-4B7093F606ED}"/>
                  </a:ext>
                </a:extLst>
              </p:cNvPr>
              <p:cNvSpPr/>
              <p:nvPr/>
            </p:nvSpPr>
            <p:spPr>
              <a:xfrm>
                <a:off x="4252673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5" name="pg660">
                <a:extLst>
                  <a:ext uri="{FF2B5EF4-FFF2-40B4-BE49-F238E27FC236}">
                    <a16:creationId xmlns:a16="http://schemas.microsoft.com/office/drawing/2014/main" id="{34A89A12-AD34-B813-DA0E-9791D8F7C99A}"/>
                  </a:ext>
                </a:extLst>
              </p:cNvPr>
              <p:cNvSpPr/>
              <p:nvPr/>
            </p:nvSpPr>
            <p:spPr>
              <a:xfrm>
                <a:off x="5284534" y="1853932"/>
                <a:ext cx="27605" cy="141906"/>
              </a:xfrm>
              <a:custGeom>
                <a:avLst/>
                <a:gdLst/>
                <a:ahLst/>
                <a:cxnLst/>
                <a:rect l="0" t="0" r="0" b="0"/>
                <a:pathLst>
                  <a:path w="27605" h="141906">
                    <a:moveTo>
                      <a:pt x="25965" y="15142"/>
                    </a:moveTo>
                    <a:lnTo>
                      <a:pt x="3001" y="141906"/>
                    </a:lnTo>
                    <a:lnTo>
                      <a:pt x="0" y="103414"/>
                    </a:lnTo>
                    <a:lnTo>
                      <a:pt x="9634" y="0"/>
                    </a:lnTo>
                    <a:lnTo>
                      <a:pt x="27605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6" name="pg661">
                <a:extLst>
                  <a:ext uri="{FF2B5EF4-FFF2-40B4-BE49-F238E27FC236}">
                    <a16:creationId xmlns:a16="http://schemas.microsoft.com/office/drawing/2014/main" id="{53CA52B2-30E2-FB94-752B-CEF4B956073D}"/>
                  </a:ext>
                </a:extLst>
              </p:cNvPr>
              <p:cNvSpPr/>
              <p:nvPr/>
            </p:nvSpPr>
            <p:spPr>
              <a:xfrm>
                <a:off x="4217860" y="1853932"/>
                <a:ext cx="1042192" cy="937770"/>
              </a:xfrm>
              <a:custGeom>
                <a:avLst/>
                <a:gdLst/>
                <a:ahLst/>
                <a:cxnLst/>
                <a:rect l="0" t="0" r="0" b="0"/>
                <a:pathLst>
                  <a:path w="1042192" h="937770">
                    <a:moveTo>
                      <a:pt x="1041757" y="966"/>
                    </a:moveTo>
                    <a:lnTo>
                      <a:pt x="998433" y="199714"/>
                    </a:lnTo>
                    <a:lnTo>
                      <a:pt x="938872" y="305648"/>
                    </a:lnTo>
                    <a:lnTo>
                      <a:pt x="884012" y="378917"/>
                    </a:lnTo>
                    <a:lnTo>
                      <a:pt x="827417" y="366805"/>
                    </a:lnTo>
                    <a:lnTo>
                      <a:pt x="840146" y="425026"/>
                    </a:lnTo>
                    <a:lnTo>
                      <a:pt x="824596" y="455352"/>
                    </a:lnTo>
                    <a:lnTo>
                      <a:pt x="811288" y="518619"/>
                    </a:lnTo>
                    <a:lnTo>
                      <a:pt x="777548" y="560552"/>
                    </a:lnTo>
                    <a:lnTo>
                      <a:pt x="745832" y="556515"/>
                    </a:lnTo>
                    <a:lnTo>
                      <a:pt x="700266" y="585419"/>
                    </a:lnTo>
                    <a:lnTo>
                      <a:pt x="682293" y="607532"/>
                    </a:lnTo>
                    <a:lnTo>
                      <a:pt x="680955" y="649879"/>
                    </a:lnTo>
                    <a:lnTo>
                      <a:pt x="650470" y="687132"/>
                    </a:lnTo>
                    <a:lnTo>
                      <a:pt x="540461" y="880650"/>
                    </a:lnTo>
                    <a:lnTo>
                      <a:pt x="444953" y="937770"/>
                    </a:lnTo>
                    <a:lnTo>
                      <a:pt x="422098" y="929465"/>
                    </a:lnTo>
                    <a:lnTo>
                      <a:pt x="447268" y="838120"/>
                    </a:lnTo>
                    <a:lnTo>
                      <a:pt x="464518" y="745766"/>
                    </a:lnTo>
                    <a:lnTo>
                      <a:pt x="406548" y="705576"/>
                    </a:lnTo>
                    <a:lnTo>
                      <a:pt x="351073" y="684334"/>
                    </a:lnTo>
                    <a:lnTo>
                      <a:pt x="287426" y="687132"/>
                    </a:lnTo>
                    <a:lnTo>
                      <a:pt x="217124" y="615332"/>
                    </a:lnTo>
                    <a:lnTo>
                      <a:pt x="126499" y="563121"/>
                    </a:lnTo>
                    <a:lnTo>
                      <a:pt x="0" y="421860"/>
                    </a:lnTo>
                    <a:lnTo>
                      <a:pt x="3688" y="382679"/>
                    </a:lnTo>
                    <a:lnTo>
                      <a:pt x="506" y="316935"/>
                    </a:lnTo>
                    <a:lnTo>
                      <a:pt x="38947" y="213064"/>
                    </a:lnTo>
                    <a:lnTo>
                      <a:pt x="75798" y="140438"/>
                    </a:lnTo>
                    <a:lnTo>
                      <a:pt x="126680" y="102817"/>
                    </a:lnTo>
                    <a:lnTo>
                      <a:pt x="274335" y="64508"/>
                    </a:lnTo>
                    <a:lnTo>
                      <a:pt x="311366" y="6884"/>
                    </a:lnTo>
                    <a:lnTo>
                      <a:pt x="314479" y="0"/>
                    </a:lnTo>
                    <a:lnTo>
                      <a:pt x="1042192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7" name="pg662">
                <a:extLst>
                  <a:ext uri="{FF2B5EF4-FFF2-40B4-BE49-F238E27FC236}">
                    <a16:creationId xmlns:a16="http://schemas.microsoft.com/office/drawing/2014/main" id="{A74E03CC-D36D-099E-FAFB-84D827BAE208}"/>
                  </a:ext>
                </a:extLst>
              </p:cNvPr>
              <p:cNvSpPr/>
              <p:nvPr/>
            </p:nvSpPr>
            <p:spPr>
              <a:xfrm>
                <a:off x="2490533" y="1853930"/>
                <a:ext cx="2088999" cy="3713963"/>
              </a:xfrm>
              <a:custGeom>
                <a:avLst/>
                <a:gdLst/>
                <a:ahLst/>
                <a:cxnLst/>
                <a:rect l="0" t="0" r="0" b="0"/>
                <a:pathLst>
                  <a:path w="2088998" h="3682871">
                    <a:moveTo>
                      <a:pt x="1987487" y="41706"/>
                    </a:moveTo>
                    <a:lnTo>
                      <a:pt x="1877912" y="69968"/>
                    </a:lnTo>
                    <a:lnTo>
                      <a:pt x="1818858" y="101074"/>
                    </a:lnTo>
                    <a:lnTo>
                      <a:pt x="1771628" y="148650"/>
                    </a:lnTo>
                    <a:lnTo>
                      <a:pt x="1743674" y="208385"/>
                    </a:lnTo>
                    <a:lnTo>
                      <a:pt x="1680388" y="280369"/>
                    </a:lnTo>
                    <a:lnTo>
                      <a:pt x="1684836" y="328588"/>
                    </a:lnTo>
                    <a:lnTo>
                      <a:pt x="1695432" y="362859"/>
                    </a:lnTo>
                    <a:lnTo>
                      <a:pt x="1690550" y="434293"/>
                    </a:lnTo>
                    <a:lnTo>
                      <a:pt x="1730583" y="503937"/>
                    </a:lnTo>
                    <a:lnTo>
                      <a:pt x="1809961" y="618039"/>
                    </a:lnTo>
                    <a:lnTo>
                      <a:pt x="1825114" y="795269"/>
                    </a:lnTo>
                    <a:lnTo>
                      <a:pt x="1885687" y="913867"/>
                    </a:lnTo>
                    <a:lnTo>
                      <a:pt x="1978519" y="1052146"/>
                    </a:lnTo>
                    <a:lnTo>
                      <a:pt x="2049905" y="1091464"/>
                    </a:lnTo>
                    <a:lnTo>
                      <a:pt x="2053377" y="1142895"/>
                    </a:lnTo>
                    <a:lnTo>
                      <a:pt x="2020432" y="1227817"/>
                    </a:lnTo>
                    <a:lnTo>
                      <a:pt x="1977000" y="1266630"/>
                    </a:lnTo>
                    <a:lnTo>
                      <a:pt x="2033487" y="1258877"/>
                    </a:lnTo>
                    <a:lnTo>
                      <a:pt x="2061622" y="1278284"/>
                    </a:lnTo>
                    <a:lnTo>
                      <a:pt x="2088998" y="1349121"/>
                    </a:lnTo>
                    <a:lnTo>
                      <a:pt x="2086864" y="1421426"/>
                    </a:lnTo>
                    <a:lnTo>
                      <a:pt x="2077606" y="1462167"/>
                    </a:lnTo>
                    <a:lnTo>
                      <a:pt x="2060501" y="1478408"/>
                    </a:lnTo>
                    <a:lnTo>
                      <a:pt x="2061224" y="1436796"/>
                    </a:lnTo>
                    <a:lnTo>
                      <a:pt x="2049110" y="1422344"/>
                    </a:lnTo>
                    <a:lnTo>
                      <a:pt x="2029111" y="1440374"/>
                    </a:lnTo>
                    <a:lnTo>
                      <a:pt x="2016165" y="1460928"/>
                    </a:lnTo>
                    <a:lnTo>
                      <a:pt x="2010776" y="1541905"/>
                    </a:lnTo>
                    <a:lnTo>
                      <a:pt x="1997071" y="1582370"/>
                    </a:lnTo>
                    <a:lnTo>
                      <a:pt x="1948612" y="1594390"/>
                    </a:lnTo>
                    <a:lnTo>
                      <a:pt x="1899466" y="1700646"/>
                    </a:lnTo>
                    <a:lnTo>
                      <a:pt x="1853755" y="1760931"/>
                    </a:lnTo>
                    <a:lnTo>
                      <a:pt x="1673879" y="2168566"/>
                    </a:lnTo>
                    <a:lnTo>
                      <a:pt x="1680750" y="2236697"/>
                    </a:lnTo>
                    <a:lnTo>
                      <a:pt x="1647841" y="2258627"/>
                    </a:lnTo>
                    <a:lnTo>
                      <a:pt x="1598008" y="2276474"/>
                    </a:lnTo>
                    <a:lnTo>
                      <a:pt x="1547596" y="2317214"/>
                    </a:lnTo>
                    <a:lnTo>
                      <a:pt x="1514145" y="2362130"/>
                    </a:lnTo>
                    <a:lnTo>
                      <a:pt x="1483081" y="2482929"/>
                    </a:lnTo>
                    <a:lnTo>
                      <a:pt x="1423556" y="2618915"/>
                    </a:lnTo>
                    <a:lnTo>
                      <a:pt x="1386416" y="2562254"/>
                    </a:lnTo>
                    <a:lnTo>
                      <a:pt x="1376905" y="2513760"/>
                    </a:lnTo>
                    <a:lnTo>
                      <a:pt x="1393432" y="2387272"/>
                    </a:lnTo>
                    <a:lnTo>
                      <a:pt x="1457803" y="2179898"/>
                    </a:lnTo>
                    <a:lnTo>
                      <a:pt x="1528719" y="2050978"/>
                    </a:lnTo>
                    <a:lnTo>
                      <a:pt x="1582819" y="1989868"/>
                    </a:lnTo>
                    <a:lnTo>
                      <a:pt x="1627300" y="1865306"/>
                    </a:lnTo>
                    <a:lnTo>
                      <a:pt x="1571103" y="1846725"/>
                    </a:lnTo>
                    <a:lnTo>
                      <a:pt x="1485432" y="1848744"/>
                    </a:lnTo>
                    <a:lnTo>
                      <a:pt x="1501560" y="1791257"/>
                    </a:lnTo>
                    <a:lnTo>
                      <a:pt x="1526549" y="1740607"/>
                    </a:lnTo>
                    <a:lnTo>
                      <a:pt x="1481888" y="1690140"/>
                    </a:lnTo>
                    <a:lnTo>
                      <a:pt x="1455452" y="1683717"/>
                    </a:lnTo>
                    <a:lnTo>
                      <a:pt x="1428221" y="1663025"/>
                    </a:lnTo>
                    <a:lnTo>
                      <a:pt x="1460153" y="1621000"/>
                    </a:lnTo>
                    <a:lnTo>
                      <a:pt x="1475740" y="1576589"/>
                    </a:lnTo>
                    <a:lnTo>
                      <a:pt x="1466229" y="1522544"/>
                    </a:lnTo>
                    <a:lnTo>
                      <a:pt x="1479609" y="1481849"/>
                    </a:lnTo>
                    <a:lnTo>
                      <a:pt x="1457296" y="1487997"/>
                    </a:lnTo>
                    <a:lnTo>
                      <a:pt x="1421422" y="1531077"/>
                    </a:lnTo>
                    <a:lnTo>
                      <a:pt x="1399110" y="1548282"/>
                    </a:lnTo>
                    <a:lnTo>
                      <a:pt x="1385512" y="1510156"/>
                    </a:lnTo>
                    <a:lnTo>
                      <a:pt x="1369998" y="1518782"/>
                    </a:lnTo>
                    <a:lnTo>
                      <a:pt x="1359909" y="1544979"/>
                    </a:lnTo>
                    <a:lnTo>
                      <a:pt x="1337017" y="1559385"/>
                    </a:lnTo>
                    <a:lnTo>
                      <a:pt x="1288667" y="1523553"/>
                    </a:lnTo>
                    <a:lnTo>
                      <a:pt x="1218184" y="1482537"/>
                    </a:lnTo>
                    <a:lnTo>
                      <a:pt x="1178947" y="1411975"/>
                    </a:lnTo>
                    <a:lnTo>
                      <a:pt x="1156562" y="1357287"/>
                    </a:lnTo>
                    <a:lnTo>
                      <a:pt x="1179309" y="1258326"/>
                    </a:lnTo>
                    <a:lnTo>
                      <a:pt x="1228021" y="1240755"/>
                    </a:lnTo>
                    <a:lnTo>
                      <a:pt x="1291307" y="1256812"/>
                    </a:lnTo>
                    <a:lnTo>
                      <a:pt x="1374265" y="1256675"/>
                    </a:lnTo>
                    <a:lnTo>
                      <a:pt x="1362404" y="1234699"/>
                    </a:lnTo>
                    <a:lnTo>
                      <a:pt x="1332786" y="1238323"/>
                    </a:lnTo>
                    <a:lnTo>
                      <a:pt x="1245343" y="1158035"/>
                    </a:lnTo>
                    <a:lnTo>
                      <a:pt x="1217208" y="1109541"/>
                    </a:lnTo>
                    <a:lnTo>
                      <a:pt x="1168821" y="1096236"/>
                    </a:lnTo>
                    <a:lnTo>
                      <a:pt x="1146762" y="1142849"/>
                    </a:lnTo>
                    <a:lnTo>
                      <a:pt x="1122279" y="1155236"/>
                    </a:lnTo>
                    <a:lnTo>
                      <a:pt x="1152512" y="1053247"/>
                    </a:lnTo>
                    <a:lnTo>
                      <a:pt x="1192038" y="1049072"/>
                    </a:lnTo>
                    <a:lnTo>
                      <a:pt x="1250406" y="1020811"/>
                    </a:lnTo>
                    <a:lnTo>
                      <a:pt x="1233445" y="961764"/>
                    </a:lnTo>
                    <a:lnTo>
                      <a:pt x="1196595" y="935934"/>
                    </a:lnTo>
                    <a:lnTo>
                      <a:pt x="1130054" y="968325"/>
                    </a:lnTo>
                    <a:lnTo>
                      <a:pt x="1130850" y="926804"/>
                    </a:lnTo>
                    <a:lnTo>
                      <a:pt x="1143326" y="873631"/>
                    </a:lnTo>
                    <a:lnTo>
                      <a:pt x="1193485" y="873814"/>
                    </a:lnTo>
                    <a:lnTo>
                      <a:pt x="1237423" y="891156"/>
                    </a:lnTo>
                    <a:lnTo>
                      <a:pt x="1274816" y="805271"/>
                    </a:lnTo>
                    <a:lnTo>
                      <a:pt x="1276480" y="766916"/>
                    </a:lnTo>
                    <a:lnTo>
                      <a:pt x="1214351" y="822659"/>
                    </a:lnTo>
                    <a:lnTo>
                      <a:pt x="1200392" y="702410"/>
                    </a:lnTo>
                    <a:lnTo>
                      <a:pt x="1261544" y="586428"/>
                    </a:lnTo>
                    <a:lnTo>
                      <a:pt x="1319876" y="535869"/>
                    </a:lnTo>
                    <a:lnTo>
                      <a:pt x="1392745" y="537337"/>
                    </a:lnTo>
                    <a:lnTo>
                      <a:pt x="1466807" y="529171"/>
                    </a:lnTo>
                    <a:lnTo>
                      <a:pt x="1420338" y="507929"/>
                    </a:lnTo>
                    <a:lnTo>
                      <a:pt x="1372638" y="496413"/>
                    </a:lnTo>
                    <a:lnTo>
                      <a:pt x="1408476" y="450580"/>
                    </a:lnTo>
                    <a:lnTo>
                      <a:pt x="1439034" y="442368"/>
                    </a:lnTo>
                    <a:lnTo>
                      <a:pt x="1469050" y="402407"/>
                    </a:lnTo>
                    <a:lnTo>
                      <a:pt x="1396868" y="408326"/>
                    </a:lnTo>
                    <a:lnTo>
                      <a:pt x="1405366" y="332717"/>
                    </a:lnTo>
                    <a:lnTo>
                      <a:pt x="1370287" y="348086"/>
                    </a:lnTo>
                    <a:lnTo>
                      <a:pt x="1328302" y="355198"/>
                    </a:lnTo>
                    <a:lnTo>
                      <a:pt x="1311956" y="387267"/>
                    </a:lnTo>
                    <a:lnTo>
                      <a:pt x="1315175" y="440533"/>
                    </a:lnTo>
                    <a:lnTo>
                      <a:pt x="1302915" y="475492"/>
                    </a:lnTo>
                    <a:lnTo>
                      <a:pt x="1270260" y="503570"/>
                    </a:lnTo>
                    <a:lnTo>
                      <a:pt x="1215111" y="525455"/>
                    </a:lnTo>
                    <a:lnTo>
                      <a:pt x="1209758" y="487513"/>
                    </a:lnTo>
                    <a:lnTo>
                      <a:pt x="1191532" y="470308"/>
                    </a:lnTo>
                    <a:lnTo>
                      <a:pt x="1184733" y="551560"/>
                    </a:lnTo>
                    <a:lnTo>
                      <a:pt x="1170268" y="579179"/>
                    </a:lnTo>
                    <a:lnTo>
                      <a:pt x="1129946" y="502928"/>
                    </a:lnTo>
                    <a:lnTo>
                      <a:pt x="1117831" y="518298"/>
                    </a:lnTo>
                    <a:lnTo>
                      <a:pt x="1119386" y="539952"/>
                    </a:lnTo>
                    <a:lnTo>
                      <a:pt x="1109080" y="577390"/>
                    </a:lnTo>
                    <a:lnTo>
                      <a:pt x="1074507" y="596888"/>
                    </a:lnTo>
                    <a:lnTo>
                      <a:pt x="1076641" y="644878"/>
                    </a:lnTo>
                    <a:lnTo>
                      <a:pt x="1063225" y="671029"/>
                    </a:lnTo>
                    <a:lnTo>
                      <a:pt x="952492" y="629371"/>
                    </a:lnTo>
                    <a:lnTo>
                      <a:pt x="949889" y="643501"/>
                    </a:lnTo>
                    <a:lnTo>
                      <a:pt x="1012524" y="733333"/>
                    </a:lnTo>
                    <a:lnTo>
                      <a:pt x="1058270" y="764026"/>
                    </a:lnTo>
                    <a:lnTo>
                      <a:pt x="1063839" y="813024"/>
                    </a:lnTo>
                    <a:lnTo>
                      <a:pt x="1024566" y="853673"/>
                    </a:lnTo>
                    <a:lnTo>
                      <a:pt x="970393" y="818576"/>
                    </a:lnTo>
                    <a:lnTo>
                      <a:pt x="961280" y="821145"/>
                    </a:lnTo>
                    <a:lnTo>
                      <a:pt x="990717" y="881338"/>
                    </a:lnTo>
                    <a:lnTo>
                      <a:pt x="1009269" y="933916"/>
                    </a:lnTo>
                    <a:lnTo>
                      <a:pt x="990175" y="977960"/>
                    </a:lnTo>
                    <a:lnTo>
                      <a:pt x="993140" y="1032189"/>
                    </a:lnTo>
                    <a:lnTo>
                      <a:pt x="989017" y="1081371"/>
                    </a:lnTo>
                    <a:lnTo>
                      <a:pt x="977337" y="1124268"/>
                    </a:lnTo>
                    <a:lnTo>
                      <a:pt x="1003663" y="1322006"/>
                    </a:lnTo>
                    <a:lnTo>
                      <a:pt x="1035379" y="1375777"/>
                    </a:lnTo>
                    <a:lnTo>
                      <a:pt x="1066552" y="1427207"/>
                    </a:lnTo>
                    <a:lnTo>
                      <a:pt x="1083078" y="1475334"/>
                    </a:lnTo>
                    <a:lnTo>
                      <a:pt x="1049989" y="1482354"/>
                    </a:lnTo>
                    <a:lnTo>
                      <a:pt x="997299" y="1442760"/>
                    </a:lnTo>
                    <a:lnTo>
                      <a:pt x="951010" y="1412572"/>
                    </a:lnTo>
                    <a:lnTo>
                      <a:pt x="895861" y="1316042"/>
                    </a:lnTo>
                    <a:lnTo>
                      <a:pt x="886747" y="1277504"/>
                    </a:lnTo>
                    <a:lnTo>
                      <a:pt x="873295" y="1247040"/>
                    </a:lnTo>
                    <a:lnTo>
                      <a:pt x="879804" y="1317006"/>
                    </a:lnTo>
                    <a:lnTo>
                      <a:pt x="899477" y="1395138"/>
                    </a:lnTo>
                    <a:lnTo>
                      <a:pt x="1072193" y="1569983"/>
                    </a:lnTo>
                    <a:lnTo>
                      <a:pt x="1104089" y="1637058"/>
                    </a:lnTo>
                    <a:lnTo>
                      <a:pt x="1128391" y="1689773"/>
                    </a:lnTo>
                    <a:lnTo>
                      <a:pt x="1122279" y="1740286"/>
                    </a:lnTo>
                    <a:lnTo>
                      <a:pt x="1077256" y="1704546"/>
                    </a:lnTo>
                    <a:lnTo>
                      <a:pt x="1038416" y="1658988"/>
                    </a:lnTo>
                    <a:lnTo>
                      <a:pt x="935315" y="1607512"/>
                    </a:lnTo>
                    <a:lnTo>
                      <a:pt x="805308" y="1574983"/>
                    </a:lnTo>
                    <a:lnTo>
                      <a:pt x="732004" y="1455331"/>
                    </a:lnTo>
                    <a:lnTo>
                      <a:pt x="732258" y="1505247"/>
                    </a:lnTo>
                    <a:lnTo>
                      <a:pt x="715984" y="1547594"/>
                    </a:lnTo>
                    <a:lnTo>
                      <a:pt x="671178" y="1495980"/>
                    </a:lnTo>
                    <a:lnTo>
                      <a:pt x="642934" y="1451936"/>
                    </a:lnTo>
                    <a:lnTo>
                      <a:pt x="633459" y="1403671"/>
                    </a:lnTo>
                    <a:lnTo>
                      <a:pt x="577515" y="1406974"/>
                    </a:lnTo>
                    <a:lnTo>
                      <a:pt x="518858" y="1448908"/>
                    </a:lnTo>
                    <a:lnTo>
                      <a:pt x="462117" y="1438952"/>
                    </a:lnTo>
                    <a:lnTo>
                      <a:pt x="455391" y="1357104"/>
                    </a:lnTo>
                    <a:lnTo>
                      <a:pt x="470724" y="1313748"/>
                    </a:lnTo>
                    <a:lnTo>
                      <a:pt x="534408" y="1211209"/>
                    </a:lnTo>
                    <a:lnTo>
                      <a:pt x="594403" y="1158861"/>
                    </a:lnTo>
                    <a:lnTo>
                      <a:pt x="620875" y="1091281"/>
                    </a:lnTo>
                    <a:lnTo>
                      <a:pt x="611834" y="986493"/>
                    </a:lnTo>
                    <a:lnTo>
                      <a:pt x="600551" y="1093116"/>
                    </a:lnTo>
                    <a:lnTo>
                      <a:pt x="566268" y="1145969"/>
                    </a:lnTo>
                    <a:lnTo>
                      <a:pt x="512384" y="1186342"/>
                    </a:lnTo>
                    <a:lnTo>
                      <a:pt x="441468" y="1258280"/>
                    </a:lnTo>
                    <a:lnTo>
                      <a:pt x="424146" y="1324805"/>
                    </a:lnTo>
                    <a:lnTo>
                      <a:pt x="402014" y="1449367"/>
                    </a:lnTo>
                    <a:lnTo>
                      <a:pt x="431957" y="1491529"/>
                    </a:lnTo>
                    <a:lnTo>
                      <a:pt x="462551" y="1502540"/>
                    </a:lnTo>
                    <a:lnTo>
                      <a:pt x="552924" y="1474279"/>
                    </a:lnTo>
                    <a:lnTo>
                      <a:pt x="599683" y="1486896"/>
                    </a:lnTo>
                    <a:lnTo>
                      <a:pt x="703689" y="1636874"/>
                    </a:lnTo>
                    <a:lnTo>
                      <a:pt x="897343" y="1696196"/>
                    </a:lnTo>
                    <a:lnTo>
                      <a:pt x="967970" y="1733266"/>
                    </a:lnTo>
                    <a:lnTo>
                      <a:pt x="1025542" y="1811536"/>
                    </a:lnTo>
                    <a:lnTo>
                      <a:pt x="1112081" y="1856589"/>
                    </a:lnTo>
                    <a:lnTo>
                      <a:pt x="1179237" y="1922058"/>
                    </a:lnTo>
                    <a:lnTo>
                      <a:pt x="1181045" y="1964772"/>
                    </a:lnTo>
                    <a:lnTo>
                      <a:pt x="1157792" y="2015285"/>
                    </a:lnTo>
                    <a:lnTo>
                      <a:pt x="1148606" y="2083644"/>
                    </a:lnTo>
                    <a:lnTo>
                      <a:pt x="1120073" y="2126771"/>
                    </a:lnTo>
                    <a:lnTo>
                      <a:pt x="1051580" y="2131726"/>
                    </a:lnTo>
                    <a:lnTo>
                      <a:pt x="1010209" y="2120623"/>
                    </a:lnTo>
                    <a:lnTo>
                      <a:pt x="787804" y="1880308"/>
                    </a:lnTo>
                    <a:lnTo>
                      <a:pt x="761261" y="1858195"/>
                    </a:lnTo>
                    <a:lnTo>
                      <a:pt x="678772" y="1732349"/>
                    </a:lnTo>
                    <a:lnTo>
                      <a:pt x="581999" y="1664952"/>
                    </a:lnTo>
                    <a:lnTo>
                      <a:pt x="552056" y="1666374"/>
                    </a:lnTo>
                    <a:lnTo>
                      <a:pt x="689802" y="1791028"/>
                    </a:lnTo>
                    <a:lnTo>
                      <a:pt x="746036" y="1878198"/>
                    </a:lnTo>
                    <a:lnTo>
                      <a:pt x="845087" y="2000420"/>
                    </a:lnTo>
                    <a:lnTo>
                      <a:pt x="915895" y="2052171"/>
                    </a:lnTo>
                    <a:lnTo>
                      <a:pt x="968006" y="2132918"/>
                    </a:lnTo>
                    <a:lnTo>
                      <a:pt x="1016429" y="2170769"/>
                    </a:lnTo>
                    <a:lnTo>
                      <a:pt x="1148642" y="2224676"/>
                    </a:lnTo>
                    <a:lnTo>
                      <a:pt x="1102679" y="2263398"/>
                    </a:lnTo>
                    <a:lnTo>
                      <a:pt x="1176054" y="2296385"/>
                    </a:lnTo>
                    <a:lnTo>
                      <a:pt x="1186542" y="2357037"/>
                    </a:lnTo>
                    <a:lnTo>
                      <a:pt x="1179815" y="2426177"/>
                    </a:lnTo>
                    <a:lnTo>
                      <a:pt x="1077979" y="2398833"/>
                    </a:lnTo>
                    <a:lnTo>
                      <a:pt x="1074652" y="2449759"/>
                    </a:lnTo>
                    <a:lnTo>
                      <a:pt x="1083765" y="2479810"/>
                    </a:lnTo>
                    <a:lnTo>
                      <a:pt x="1038778" y="2504630"/>
                    </a:lnTo>
                    <a:lnTo>
                      <a:pt x="976216" y="2470955"/>
                    </a:lnTo>
                    <a:lnTo>
                      <a:pt x="813770" y="2286751"/>
                    </a:lnTo>
                    <a:lnTo>
                      <a:pt x="815144" y="2311388"/>
                    </a:lnTo>
                    <a:lnTo>
                      <a:pt x="828307" y="2339970"/>
                    </a:lnTo>
                    <a:lnTo>
                      <a:pt x="922513" y="2458568"/>
                    </a:lnTo>
                    <a:lnTo>
                      <a:pt x="1006593" y="2529680"/>
                    </a:lnTo>
                    <a:lnTo>
                      <a:pt x="1077871" y="2561796"/>
                    </a:lnTo>
                    <a:lnTo>
                      <a:pt x="1132803" y="2621392"/>
                    </a:lnTo>
                    <a:lnTo>
                      <a:pt x="1152186" y="2657453"/>
                    </a:lnTo>
                    <a:lnTo>
                      <a:pt x="1165133" y="2712141"/>
                    </a:lnTo>
                    <a:lnTo>
                      <a:pt x="1124413" y="2749303"/>
                    </a:lnTo>
                    <a:lnTo>
                      <a:pt x="1078051" y="2769811"/>
                    </a:lnTo>
                    <a:lnTo>
                      <a:pt x="1032775" y="2732741"/>
                    </a:lnTo>
                    <a:lnTo>
                      <a:pt x="999577" y="2693698"/>
                    </a:lnTo>
                    <a:lnTo>
                      <a:pt x="928878" y="2627403"/>
                    </a:lnTo>
                    <a:lnTo>
                      <a:pt x="907686" y="2553308"/>
                    </a:lnTo>
                    <a:lnTo>
                      <a:pt x="853911" y="2557116"/>
                    </a:lnTo>
                    <a:lnTo>
                      <a:pt x="629156" y="2463156"/>
                    </a:lnTo>
                    <a:lnTo>
                      <a:pt x="448520" y="2452328"/>
                    </a:lnTo>
                    <a:lnTo>
                      <a:pt x="466168" y="2471230"/>
                    </a:lnTo>
                    <a:lnTo>
                      <a:pt x="489023" y="2483801"/>
                    </a:lnTo>
                    <a:lnTo>
                      <a:pt x="632881" y="2506970"/>
                    </a:lnTo>
                    <a:lnTo>
                      <a:pt x="689730" y="2550234"/>
                    </a:lnTo>
                    <a:lnTo>
                      <a:pt x="808056" y="2588635"/>
                    </a:lnTo>
                    <a:lnTo>
                      <a:pt x="877345" y="2599141"/>
                    </a:lnTo>
                    <a:lnTo>
                      <a:pt x="905444" y="2717096"/>
                    </a:lnTo>
                    <a:lnTo>
                      <a:pt x="1001204" y="2798256"/>
                    </a:lnTo>
                    <a:lnTo>
                      <a:pt x="1013645" y="2858403"/>
                    </a:lnTo>
                    <a:lnTo>
                      <a:pt x="1079028" y="2865148"/>
                    </a:lnTo>
                    <a:lnTo>
                      <a:pt x="1194063" y="2806147"/>
                    </a:lnTo>
                    <a:lnTo>
                      <a:pt x="1268307" y="2826839"/>
                    </a:lnTo>
                    <a:lnTo>
                      <a:pt x="1375386" y="2843722"/>
                    </a:lnTo>
                    <a:lnTo>
                      <a:pt x="1399869" y="2891345"/>
                    </a:lnTo>
                    <a:lnTo>
                      <a:pt x="1418240" y="2981956"/>
                    </a:lnTo>
                    <a:lnTo>
                      <a:pt x="1456103" y="3083899"/>
                    </a:lnTo>
                    <a:lnTo>
                      <a:pt x="1554287" y="3485845"/>
                    </a:lnTo>
                    <a:lnTo>
                      <a:pt x="1642687" y="3682871"/>
                    </a:lnTo>
                    <a:lnTo>
                      <a:pt x="1615976" y="3682871"/>
                    </a:lnTo>
                    <a:lnTo>
                      <a:pt x="1576238" y="3603800"/>
                    </a:lnTo>
                    <a:lnTo>
                      <a:pt x="1515845" y="3446573"/>
                    </a:lnTo>
                    <a:lnTo>
                      <a:pt x="1453789" y="3168959"/>
                    </a:lnTo>
                    <a:lnTo>
                      <a:pt x="1435779" y="3106793"/>
                    </a:lnTo>
                    <a:lnTo>
                      <a:pt x="1414588" y="3081972"/>
                    </a:lnTo>
                    <a:lnTo>
                      <a:pt x="1400629" y="3102159"/>
                    </a:lnTo>
                    <a:lnTo>
                      <a:pt x="1394625" y="3137532"/>
                    </a:lnTo>
                    <a:lnTo>
                      <a:pt x="1404751" y="3164692"/>
                    </a:lnTo>
                    <a:lnTo>
                      <a:pt x="1380305" y="3256083"/>
                    </a:lnTo>
                    <a:lnTo>
                      <a:pt x="1390901" y="3298016"/>
                    </a:lnTo>
                    <a:lnTo>
                      <a:pt x="1430608" y="3341372"/>
                    </a:lnTo>
                    <a:lnTo>
                      <a:pt x="1473751" y="3449555"/>
                    </a:lnTo>
                    <a:lnTo>
                      <a:pt x="1508214" y="3595221"/>
                    </a:lnTo>
                    <a:lnTo>
                      <a:pt x="1461600" y="3536174"/>
                    </a:lnTo>
                    <a:lnTo>
                      <a:pt x="1411839" y="3504885"/>
                    </a:lnTo>
                    <a:lnTo>
                      <a:pt x="1334413" y="3480890"/>
                    </a:lnTo>
                    <a:lnTo>
                      <a:pt x="1265450" y="3438819"/>
                    </a:lnTo>
                    <a:lnTo>
                      <a:pt x="1270477" y="3499150"/>
                    </a:lnTo>
                    <a:lnTo>
                      <a:pt x="1263859" y="3564298"/>
                    </a:lnTo>
                    <a:lnTo>
                      <a:pt x="1210699" y="3544433"/>
                    </a:lnTo>
                    <a:lnTo>
                      <a:pt x="1174535" y="3522824"/>
                    </a:lnTo>
                    <a:lnTo>
                      <a:pt x="1206540" y="3592239"/>
                    </a:lnTo>
                    <a:lnTo>
                      <a:pt x="1137070" y="3571410"/>
                    </a:lnTo>
                    <a:lnTo>
                      <a:pt x="1090781" y="3575768"/>
                    </a:lnTo>
                    <a:lnTo>
                      <a:pt x="1060693" y="3637384"/>
                    </a:lnTo>
                    <a:lnTo>
                      <a:pt x="1020335" y="3674775"/>
                    </a:lnTo>
                    <a:lnTo>
                      <a:pt x="980297" y="3682871"/>
                    </a:lnTo>
                    <a:lnTo>
                      <a:pt x="954427" y="3682871"/>
                    </a:lnTo>
                    <a:lnTo>
                      <a:pt x="872137" y="3630502"/>
                    </a:lnTo>
                    <a:lnTo>
                      <a:pt x="843460" y="3562096"/>
                    </a:lnTo>
                    <a:lnTo>
                      <a:pt x="831598" y="3485937"/>
                    </a:lnTo>
                    <a:lnTo>
                      <a:pt x="826861" y="3575997"/>
                    </a:lnTo>
                    <a:lnTo>
                      <a:pt x="842628" y="3669774"/>
                    </a:lnTo>
                    <a:lnTo>
                      <a:pt x="841612" y="3682871"/>
                    </a:lnTo>
                    <a:lnTo>
                      <a:pt x="0" y="3682871"/>
                    </a:lnTo>
                    <a:lnTo>
                      <a:pt x="0" y="0"/>
                    </a:lnTo>
                    <a:lnTo>
                      <a:pt x="2024089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8" name="pg663">
                <a:extLst>
                  <a:ext uri="{FF2B5EF4-FFF2-40B4-BE49-F238E27FC236}">
                    <a16:creationId xmlns:a16="http://schemas.microsoft.com/office/drawing/2014/main" id="{28D1CC65-7D49-2B5A-357A-3DA79AAD0A05}"/>
                  </a:ext>
                </a:extLst>
              </p:cNvPr>
              <p:cNvSpPr/>
              <p:nvPr/>
            </p:nvSpPr>
            <p:spPr>
              <a:xfrm>
                <a:off x="5159228" y="2035019"/>
                <a:ext cx="108453" cy="203932"/>
              </a:xfrm>
              <a:custGeom>
                <a:avLst/>
                <a:gdLst/>
                <a:ahLst/>
                <a:cxnLst/>
                <a:rect l="0" t="0" r="0" b="0"/>
                <a:pathLst>
                  <a:path w="108453" h="203932">
                    <a:moveTo>
                      <a:pt x="1988" y="203932"/>
                    </a:moveTo>
                    <a:lnTo>
                      <a:pt x="0" y="176588"/>
                    </a:lnTo>
                    <a:lnTo>
                      <a:pt x="108453" y="0"/>
                    </a:lnTo>
                    <a:lnTo>
                      <a:pt x="88853" y="6170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9" name="pg664">
                <a:extLst>
                  <a:ext uri="{FF2B5EF4-FFF2-40B4-BE49-F238E27FC236}">
                    <a16:creationId xmlns:a16="http://schemas.microsoft.com/office/drawing/2014/main" id="{ECD1F8C3-08EC-E266-FE7B-B6C91FF71820}"/>
                  </a:ext>
                </a:extLst>
              </p:cNvPr>
              <p:cNvSpPr/>
              <p:nvPr/>
            </p:nvSpPr>
            <p:spPr>
              <a:xfrm>
                <a:off x="4325772" y="3395883"/>
                <a:ext cx="207830" cy="400294"/>
              </a:xfrm>
              <a:custGeom>
                <a:avLst/>
                <a:gdLst/>
                <a:ahLst/>
                <a:cxnLst/>
                <a:rect l="0" t="0" r="0" b="0"/>
                <a:pathLst>
                  <a:path w="207830" h="400294">
                    <a:moveTo>
                      <a:pt x="0" y="400294"/>
                    </a:moveTo>
                    <a:lnTo>
                      <a:pt x="112974" y="212144"/>
                    </a:lnTo>
                    <a:lnTo>
                      <a:pt x="178574" y="54504"/>
                    </a:lnTo>
                    <a:lnTo>
                      <a:pt x="207830" y="0"/>
                    </a:lnTo>
                    <a:lnTo>
                      <a:pt x="179442" y="110476"/>
                    </a:lnTo>
                    <a:lnTo>
                      <a:pt x="129826" y="212052"/>
                    </a:lnTo>
                    <a:lnTo>
                      <a:pt x="33668" y="38506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0" name="pt665">
                <a:extLst>
                  <a:ext uri="{FF2B5EF4-FFF2-40B4-BE49-F238E27FC236}">
                    <a16:creationId xmlns:a16="http://schemas.microsoft.com/office/drawing/2014/main" id="{D3B962F2-8179-36DD-DC2D-D49C3538768A}"/>
                  </a:ext>
                </a:extLst>
              </p:cNvPr>
              <p:cNvSpPr/>
              <p:nvPr/>
            </p:nvSpPr>
            <p:spPr>
              <a:xfrm>
                <a:off x="4042131" y="3963949"/>
                <a:ext cx="144506" cy="144506"/>
              </a:xfrm>
              <a:prstGeom prst="ellipse">
                <a:avLst/>
              </a:prstGeom>
              <a:solidFill>
                <a:srgbClr val="3A589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1" name="pt666">
                <a:extLst>
                  <a:ext uri="{FF2B5EF4-FFF2-40B4-BE49-F238E27FC236}">
                    <a16:creationId xmlns:a16="http://schemas.microsoft.com/office/drawing/2014/main" id="{CE2A3525-AE41-9F9A-C845-15BB0DDA76E2}"/>
                  </a:ext>
                </a:extLst>
              </p:cNvPr>
              <p:cNvSpPr/>
              <p:nvPr/>
            </p:nvSpPr>
            <p:spPr>
              <a:xfrm>
                <a:off x="4598279" y="2594972"/>
                <a:ext cx="144506" cy="144506"/>
              </a:xfrm>
              <a:prstGeom prst="ellipse">
                <a:avLst/>
              </a:prstGeom>
              <a:solidFill>
                <a:srgbClr val="3A6EA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2" name="pt667">
                <a:extLst>
                  <a:ext uri="{FF2B5EF4-FFF2-40B4-BE49-F238E27FC236}">
                    <a16:creationId xmlns:a16="http://schemas.microsoft.com/office/drawing/2014/main" id="{F69AD621-0E8A-5AAC-1169-B2FFE0F6324D}"/>
                  </a:ext>
                </a:extLst>
              </p:cNvPr>
              <p:cNvSpPr/>
              <p:nvPr/>
            </p:nvSpPr>
            <p:spPr>
              <a:xfrm>
                <a:off x="4150995" y="2255653"/>
                <a:ext cx="144506" cy="144506"/>
              </a:xfrm>
              <a:prstGeom prst="ellipse">
                <a:avLst/>
              </a:prstGeom>
              <a:solidFill>
                <a:srgbClr val="5ECBA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3" name="pt668">
                <a:extLst>
                  <a:ext uri="{FF2B5EF4-FFF2-40B4-BE49-F238E27FC236}">
                    <a16:creationId xmlns:a16="http://schemas.microsoft.com/office/drawing/2014/main" id="{1BE59133-340B-2D5D-AE3B-788D1A286E33}"/>
                  </a:ext>
                </a:extLst>
              </p:cNvPr>
              <p:cNvSpPr/>
              <p:nvPr/>
            </p:nvSpPr>
            <p:spPr>
              <a:xfrm>
                <a:off x="3069870" y="3287113"/>
                <a:ext cx="144506" cy="144506"/>
              </a:xfrm>
              <a:prstGeom prst="ellipse">
                <a:avLst/>
              </a:prstGeom>
              <a:solidFill>
                <a:srgbClr val="68D0A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4" name="pt669">
                <a:extLst>
                  <a:ext uri="{FF2B5EF4-FFF2-40B4-BE49-F238E27FC236}">
                    <a16:creationId xmlns:a16="http://schemas.microsoft.com/office/drawing/2014/main" id="{73F2ABB9-7C39-FA31-CD7C-D52469068A4C}"/>
                  </a:ext>
                </a:extLst>
              </p:cNvPr>
              <p:cNvSpPr/>
              <p:nvPr/>
            </p:nvSpPr>
            <p:spPr>
              <a:xfrm>
                <a:off x="3376420" y="4483362"/>
                <a:ext cx="144506" cy="144506"/>
              </a:xfrm>
              <a:prstGeom prst="ellipse">
                <a:avLst/>
              </a:prstGeom>
              <a:solidFill>
                <a:srgbClr val="379A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5" name="pt670">
                <a:extLst>
                  <a:ext uri="{FF2B5EF4-FFF2-40B4-BE49-F238E27FC236}">
                    <a16:creationId xmlns:a16="http://schemas.microsoft.com/office/drawing/2014/main" id="{8F8C1372-39CF-5236-FA49-59065EB0E6F0}"/>
                  </a:ext>
                </a:extLst>
              </p:cNvPr>
              <p:cNvSpPr/>
              <p:nvPr/>
            </p:nvSpPr>
            <p:spPr>
              <a:xfrm>
                <a:off x="3424035" y="3595128"/>
                <a:ext cx="263833" cy="263833"/>
              </a:xfrm>
              <a:prstGeom prst="ellipse">
                <a:avLst/>
              </a:prstGeom>
              <a:solidFill>
                <a:srgbClr val="B2E7C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6" name="pt671">
                <a:extLst>
                  <a:ext uri="{FF2B5EF4-FFF2-40B4-BE49-F238E27FC236}">
                    <a16:creationId xmlns:a16="http://schemas.microsoft.com/office/drawing/2014/main" id="{EE25E15E-61E4-DC5E-DA31-8CCA2925093F}"/>
                  </a:ext>
                </a:extLst>
              </p:cNvPr>
              <p:cNvSpPr/>
              <p:nvPr/>
            </p:nvSpPr>
            <p:spPr>
              <a:xfrm>
                <a:off x="3396283" y="4283871"/>
                <a:ext cx="263833" cy="263833"/>
              </a:xfrm>
              <a:prstGeom prst="ellipse">
                <a:avLst/>
              </a:prstGeom>
              <a:solidFill>
                <a:srgbClr val="379A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7" name="pt672">
                <a:extLst>
                  <a:ext uri="{FF2B5EF4-FFF2-40B4-BE49-F238E27FC236}">
                    <a16:creationId xmlns:a16="http://schemas.microsoft.com/office/drawing/2014/main" id="{FF249392-4DF3-8898-AFE9-4C66FED20A83}"/>
                  </a:ext>
                </a:extLst>
              </p:cNvPr>
              <p:cNvSpPr/>
              <p:nvPr/>
            </p:nvSpPr>
            <p:spPr>
              <a:xfrm>
                <a:off x="3349316" y="4456258"/>
                <a:ext cx="263833" cy="263833"/>
              </a:xfrm>
              <a:prstGeom prst="ellipse">
                <a:avLst/>
              </a:prstGeom>
              <a:solidFill>
                <a:srgbClr val="48ACA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8" name="pg673">
                <a:extLst>
                  <a:ext uri="{FF2B5EF4-FFF2-40B4-BE49-F238E27FC236}">
                    <a16:creationId xmlns:a16="http://schemas.microsoft.com/office/drawing/2014/main" id="{F55B938F-6041-D02C-7A6C-4A6897E7167F}"/>
                  </a:ext>
                </a:extLst>
              </p:cNvPr>
              <p:cNvSpPr/>
              <p:nvPr/>
            </p:nvSpPr>
            <p:spPr>
              <a:xfrm>
                <a:off x="3241457" y="3539977"/>
                <a:ext cx="267615" cy="231762"/>
              </a:xfrm>
              <a:custGeom>
                <a:avLst/>
                <a:gdLst/>
                <a:ahLst/>
                <a:cxnLst/>
                <a:rect l="0" t="0" r="0" b="0"/>
                <a:pathLst>
                  <a:path w="267615" h="231762">
                    <a:moveTo>
                      <a:pt x="133807" y="0"/>
                    </a:moveTo>
                    <a:lnTo>
                      <a:pt x="267615" y="231762"/>
                    </a:lnTo>
                    <a:lnTo>
                      <a:pt x="0" y="231762"/>
                    </a:lnTo>
                    <a:close/>
                  </a:path>
                </a:pathLst>
              </a:custGeom>
              <a:solidFill>
                <a:srgbClr val="FF149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9" name="pl674">
                <a:extLst>
                  <a:ext uri="{FF2B5EF4-FFF2-40B4-BE49-F238E27FC236}">
                    <a16:creationId xmlns:a16="http://schemas.microsoft.com/office/drawing/2014/main" id="{90F0FF68-16E7-4769-366E-5A82A389032A}"/>
                  </a:ext>
                </a:extLst>
              </p:cNvPr>
              <p:cNvSpPr/>
              <p:nvPr/>
            </p:nvSpPr>
            <p:spPr>
              <a:xfrm>
                <a:off x="3536967" y="3324749"/>
                <a:ext cx="1087488" cy="365176"/>
              </a:xfrm>
              <a:custGeom>
                <a:avLst/>
                <a:gdLst/>
                <a:ahLst/>
                <a:cxnLst/>
                <a:rect l="0" t="0" r="0" b="0"/>
                <a:pathLst>
                  <a:path w="1087488" h="365176">
                    <a:moveTo>
                      <a:pt x="1087488" y="0"/>
                    </a:moveTo>
                    <a:lnTo>
                      <a:pt x="0" y="365176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0" name="pl675">
                <a:extLst>
                  <a:ext uri="{FF2B5EF4-FFF2-40B4-BE49-F238E27FC236}">
                    <a16:creationId xmlns:a16="http://schemas.microsoft.com/office/drawing/2014/main" id="{71877A22-7F89-123E-A549-98E304EC80AF}"/>
                  </a:ext>
                </a:extLst>
              </p:cNvPr>
              <p:cNvSpPr/>
              <p:nvPr/>
            </p:nvSpPr>
            <p:spPr>
              <a:xfrm>
                <a:off x="3508992" y="3884360"/>
                <a:ext cx="1279253" cy="493715"/>
              </a:xfrm>
              <a:custGeom>
                <a:avLst/>
                <a:gdLst/>
                <a:ahLst/>
                <a:cxnLst/>
                <a:rect l="0" t="0" r="0" b="0"/>
                <a:pathLst>
                  <a:path w="1279253" h="493715">
                    <a:moveTo>
                      <a:pt x="1279253" y="0"/>
                    </a:moveTo>
                    <a:lnTo>
                      <a:pt x="0" y="493715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1" name="pl676">
                <a:extLst>
                  <a:ext uri="{FF2B5EF4-FFF2-40B4-BE49-F238E27FC236}">
                    <a16:creationId xmlns:a16="http://schemas.microsoft.com/office/drawing/2014/main" id="{B90F5BA4-413C-E5A5-6A68-2EA879CAA220}"/>
                  </a:ext>
                </a:extLst>
              </p:cNvPr>
              <p:cNvSpPr/>
              <p:nvPr/>
            </p:nvSpPr>
            <p:spPr>
              <a:xfrm>
                <a:off x="3462631" y="4297933"/>
                <a:ext cx="1080725" cy="254396"/>
              </a:xfrm>
              <a:custGeom>
                <a:avLst/>
                <a:gdLst/>
                <a:ahLst/>
                <a:cxnLst/>
                <a:rect l="0" t="0" r="0" b="0"/>
                <a:pathLst>
                  <a:path w="1080725" h="254396">
                    <a:moveTo>
                      <a:pt x="1080725" y="0"/>
                    </a:moveTo>
                    <a:lnTo>
                      <a:pt x="0" y="254396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2" name="pg677">
                <a:extLst>
                  <a:ext uri="{FF2B5EF4-FFF2-40B4-BE49-F238E27FC236}">
                    <a16:creationId xmlns:a16="http://schemas.microsoft.com/office/drawing/2014/main" id="{BC88AD51-95DA-F6B5-38A1-49BC2A74744A}"/>
                  </a:ext>
                </a:extLst>
              </p:cNvPr>
              <p:cNvSpPr/>
              <p:nvPr/>
            </p:nvSpPr>
            <p:spPr>
              <a:xfrm>
                <a:off x="4624455" y="3156341"/>
                <a:ext cx="1500987" cy="375437"/>
              </a:xfrm>
              <a:custGeom>
                <a:avLst/>
                <a:gdLst/>
                <a:ahLst/>
                <a:cxnLst/>
                <a:rect l="0" t="0" r="0" b="0"/>
                <a:pathLst>
                  <a:path w="1500987" h="324612">
                    <a:moveTo>
                      <a:pt x="27432" y="324612"/>
                    </a:moveTo>
                    <a:lnTo>
                      <a:pt x="1473555" y="324612"/>
                    </a:lnTo>
                    <a:lnTo>
                      <a:pt x="1472451" y="324589"/>
                    </a:lnTo>
                    <a:lnTo>
                      <a:pt x="1476862" y="324411"/>
                    </a:lnTo>
                    <a:lnTo>
                      <a:pt x="1481187" y="323528"/>
                    </a:lnTo>
                    <a:lnTo>
                      <a:pt x="1485315" y="321963"/>
                    </a:lnTo>
                    <a:lnTo>
                      <a:pt x="1489138" y="319756"/>
                    </a:lnTo>
                    <a:lnTo>
                      <a:pt x="1492558" y="316964"/>
                    </a:lnTo>
                    <a:lnTo>
                      <a:pt x="1495485" y="313659"/>
                    </a:lnTo>
                    <a:lnTo>
                      <a:pt x="1497845" y="309928"/>
                    </a:lnTo>
                    <a:lnTo>
                      <a:pt x="1499575" y="305866"/>
                    </a:lnTo>
                    <a:lnTo>
                      <a:pt x="1500632" y="301580"/>
                    </a:lnTo>
                    <a:lnTo>
                      <a:pt x="1500987" y="297180"/>
                    </a:lnTo>
                    <a:lnTo>
                      <a:pt x="1500987" y="27432"/>
                    </a:lnTo>
                    <a:lnTo>
                      <a:pt x="1500632" y="23031"/>
                    </a:lnTo>
                    <a:lnTo>
                      <a:pt x="1499575" y="18745"/>
                    </a:lnTo>
                    <a:lnTo>
                      <a:pt x="1497845" y="14683"/>
                    </a:lnTo>
                    <a:lnTo>
                      <a:pt x="1495485" y="10952"/>
                    </a:lnTo>
                    <a:lnTo>
                      <a:pt x="1492558" y="7647"/>
                    </a:lnTo>
                    <a:lnTo>
                      <a:pt x="1489138" y="4855"/>
                    </a:lnTo>
                    <a:lnTo>
                      <a:pt x="1485315" y="2648"/>
                    </a:lnTo>
                    <a:lnTo>
                      <a:pt x="1481187" y="1083"/>
                    </a:lnTo>
                    <a:lnTo>
                      <a:pt x="1476862" y="200"/>
                    </a:lnTo>
                    <a:lnTo>
                      <a:pt x="1473555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297180"/>
                    </a:lnTo>
                    <a:lnTo>
                      <a:pt x="88" y="294972"/>
                    </a:lnTo>
                    <a:lnTo>
                      <a:pt x="88" y="299387"/>
                    </a:lnTo>
                    <a:lnTo>
                      <a:pt x="797" y="303744"/>
                    </a:lnTo>
                    <a:lnTo>
                      <a:pt x="2195" y="307932"/>
                    </a:lnTo>
                    <a:lnTo>
                      <a:pt x="4246" y="311841"/>
                    </a:lnTo>
                    <a:lnTo>
                      <a:pt x="6898" y="315370"/>
                    </a:lnTo>
                    <a:lnTo>
                      <a:pt x="10082" y="318428"/>
                    </a:lnTo>
                    <a:lnTo>
                      <a:pt x="13715" y="320936"/>
                    </a:lnTo>
                    <a:lnTo>
                      <a:pt x="17704" y="322829"/>
                    </a:lnTo>
                    <a:lnTo>
                      <a:pt x="21944" y="324057"/>
                    </a:lnTo>
                    <a:lnTo>
                      <a:pt x="26327" y="324589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3" name="tx678">
                <a:extLst>
                  <a:ext uri="{FF2B5EF4-FFF2-40B4-BE49-F238E27FC236}">
                    <a16:creationId xmlns:a16="http://schemas.microsoft.com/office/drawing/2014/main" id="{495B4292-4FDE-2120-1950-FC2AA71776C4}"/>
                  </a:ext>
                </a:extLst>
              </p:cNvPr>
              <p:cNvSpPr/>
              <p:nvPr/>
            </p:nvSpPr>
            <p:spPr>
              <a:xfrm>
                <a:off x="4670175" y="3102189"/>
                <a:ext cx="1409546" cy="23317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56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S1</a:t>
                </a:r>
                <a:r>
                  <a:rPr lang="en-US"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LOLA</a:t>
                </a:r>
              </a:p>
            </p:txBody>
          </p:sp>
          <p:sp>
            <p:nvSpPr>
              <p:cNvPr id="4734" name="pg679">
                <a:extLst>
                  <a:ext uri="{FF2B5EF4-FFF2-40B4-BE49-F238E27FC236}">
                    <a16:creationId xmlns:a16="http://schemas.microsoft.com/office/drawing/2014/main" id="{C5F78397-9168-356C-8AA2-CE996F2B777D}"/>
                  </a:ext>
                </a:extLst>
              </p:cNvPr>
              <p:cNvSpPr/>
              <p:nvPr/>
            </p:nvSpPr>
            <p:spPr>
              <a:xfrm>
                <a:off x="4788245" y="3715892"/>
                <a:ext cx="1554937" cy="375437"/>
              </a:xfrm>
              <a:custGeom>
                <a:avLst/>
                <a:gdLst/>
                <a:ahLst/>
                <a:cxnLst/>
                <a:rect l="0" t="0" r="0" b="0"/>
                <a:pathLst>
                  <a:path w="1554937" h="324611">
                    <a:moveTo>
                      <a:pt x="27431" y="324611"/>
                    </a:moveTo>
                    <a:lnTo>
                      <a:pt x="1527505" y="324611"/>
                    </a:lnTo>
                    <a:lnTo>
                      <a:pt x="1526400" y="324589"/>
                    </a:lnTo>
                    <a:lnTo>
                      <a:pt x="1530811" y="324411"/>
                    </a:lnTo>
                    <a:lnTo>
                      <a:pt x="1535137" y="323528"/>
                    </a:lnTo>
                    <a:lnTo>
                      <a:pt x="1539265" y="321963"/>
                    </a:lnTo>
                    <a:lnTo>
                      <a:pt x="1543088" y="319756"/>
                    </a:lnTo>
                    <a:lnTo>
                      <a:pt x="1546508" y="316964"/>
                    </a:lnTo>
                    <a:lnTo>
                      <a:pt x="1549435" y="313659"/>
                    </a:lnTo>
                    <a:lnTo>
                      <a:pt x="1551795" y="309928"/>
                    </a:lnTo>
                    <a:lnTo>
                      <a:pt x="1553525" y="305866"/>
                    </a:lnTo>
                    <a:lnTo>
                      <a:pt x="1554581" y="301580"/>
                    </a:lnTo>
                    <a:lnTo>
                      <a:pt x="1554937" y="297179"/>
                    </a:lnTo>
                    <a:lnTo>
                      <a:pt x="1554937" y="27431"/>
                    </a:lnTo>
                    <a:lnTo>
                      <a:pt x="1554581" y="23031"/>
                    </a:lnTo>
                    <a:lnTo>
                      <a:pt x="1553525" y="18745"/>
                    </a:lnTo>
                    <a:lnTo>
                      <a:pt x="1551795" y="14683"/>
                    </a:lnTo>
                    <a:lnTo>
                      <a:pt x="1549435" y="10952"/>
                    </a:lnTo>
                    <a:lnTo>
                      <a:pt x="1546508" y="7647"/>
                    </a:lnTo>
                    <a:lnTo>
                      <a:pt x="1543088" y="4855"/>
                    </a:lnTo>
                    <a:lnTo>
                      <a:pt x="1539265" y="2648"/>
                    </a:lnTo>
                    <a:lnTo>
                      <a:pt x="1535137" y="1083"/>
                    </a:lnTo>
                    <a:lnTo>
                      <a:pt x="1530811" y="200"/>
                    </a:lnTo>
                    <a:lnTo>
                      <a:pt x="1527505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297179"/>
                    </a:lnTo>
                    <a:lnTo>
                      <a:pt x="88" y="294972"/>
                    </a:lnTo>
                    <a:lnTo>
                      <a:pt x="88" y="299387"/>
                    </a:lnTo>
                    <a:lnTo>
                      <a:pt x="797" y="303744"/>
                    </a:lnTo>
                    <a:lnTo>
                      <a:pt x="2195" y="307932"/>
                    </a:lnTo>
                    <a:lnTo>
                      <a:pt x="4246" y="311841"/>
                    </a:lnTo>
                    <a:lnTo>
                      <a:pt x="6898" y="315370"/>
                    </a:lnTo>
                    <a:lnTo>
                      <a:pt x="10082" y="318428"/>
                    </a:lnTo>
                    <a:lnTo>
                      <a:pt x="13715" y="320936"/>
                    </a:lnTo>
                    <a:lnTo>
                      <a:pt x="17704" y="322829"/>
                    </a:lnTo>
                    <a:lnTo>
                      <a:pt x="21944" y="324057"/>
                    </a:lnTo>
                    <a:lnTo>
                      <a:pt x="26327" y="324589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5" name="tx680">
                <a:extLst>
                  <a:ext uri="{FF2B5EF4-FFF2-40B4-BE49-F238E27FC236}">
                    <a16:creationId xmlns:a16="http://schemas.microsoft.com/office/drawing/2014/main" id="{F3F03D75-4F0A-3602-0F59-E1BA565771F5}"/>
                  </a:ext>
                </a:extLst>
              </p:cNvPr>
              <p:cNvSpPr/>
              <p:nvPr/>
            </p:nvSpPr>
            <p:spPr>
              <a:xfrm>
                <a:off x="4833965" y="3668118"/>
                <a:ext cx="1463497" cy="23317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56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S2</a:t>
                </a:r>
                <a:r>
                  <a:rPr lang="en-US"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DEBY</a:t>
                </a:r>
              </a:p>
            </p:txBody>
          </p:sp>
          <p:sp>
            <p:nvSpPr>
              <p:cNvPr id="4736" name="pg681">
                <a:extLst>
                  <a:ext uri="{FF2B5EF4-FFF2-40B4-BE49-F238E27FC236}">
                    <a16:creationId xmlns:a16="http://schemas.microsoft.com/office/drawing/2014/main" id="{8EC2AE0D-76F3-5E0F-848B-08DBF3AFAE8B}"/>
                  </a:ext>
                </a:extLst>
              </p:cNvPr>
              <p:cNvSpPr/>
              <p:nvPr/>
            </p:nvSpPr>
            <p:spPr>
              <a:xfrm>
                <a:off x="4543358" y="4131650"/>
                <a:ext cx="1193382" cy="375437"/>
              </a:xfrm>
              <a:custGeom>
                <a:avLst/>
                <a:gdLst/>
                <a:ahLst/>
                <a:cxnLst/>
                <a:rect l="0" t="0" r="0" b="0"/>
                <a:pathLst>
                  <a:path w="1193383" h="324611">
                    <a:moveTo>
                      <a:pt x="27432" y="324611"/>
                    </a:moveTo>
                    <a:lnTo>
                      <a:pt x="1165951" y="324611"/>
                    </a:lnTo>
                    <a:lnTo>
                      <a:pt x="1164846" y="324589"/>
                    </a:lnTo>
                    <a:lnTo>
                      <a:pt x="1169258" y="324411"/>
                    </a:lnTo>
                    <a:lnTo>
                      <a:pt x="1173583" y="323528"/>
                    </a:lnTo>
                    <a:lnTo>
                      <a:pt x="1177711" y="321963"/>
                    </a:lnTo>
                    <a:lnTo>
                      <a:pt x="1181534" y="319756"/>
                    </a:lnTo>
                    <a:lnTo>
                      <a:pt x="1184954" y="316964"/>
                    </a:lnTo>
                    <a:lnTo>
                      <a:pt x="1187881" y="313659"/>
                    </a:lnTo>
                    <a:lnTo>
                      <a:pt x="1190241" y="309928"/>
                    </a:lnTo>
                    <a:lnTo>
                      <a:pt x="1191971" y="305866"/>
                    </a:lnTo>
                    <a:lnTo>
                      <a:pt x="1193028" y="301580"/>
                    </a:lnTo>
                    <a:lnTo>
                      <a:pt x="1193383" y="297179"/>
                    </a:lnTo>
                    <a:lnTo>
                      <a:pt x="1193383" y="27431"/>
                    </a:lnTo>
                    <a:lnTo>
                      <a:pt x="1193028" y="23031"/>
                    </a:lnTo>
                    <a:lnTo>
                      <a:pt x="1191971" y="18745"/>
                    </a:lnTo>
                    <a:lnTo>
                      <a:pt x="1190241" y="14683"/>
                    </a:lnTo>
                    <a:lnTo>
                      <a:pt x="1187881" y="10952"/>
                    </a:lnTo>
                    <a:lnTo>
                      <a:pt x="1184954" y="7647"/>
                    </a:lnTo>
                    <a:lnTo>
                      <a:pt x="1181534" y="4855"/>
                    </a:lnTo>
                    <a:lnTo>
                      <a:pt x="1177711" y="2648"/>
                    </a:lnTo>
                    <a:lnTo>
                      <a:pt x="1173583" y="1083"/>
                    </a:lnTo>
                    <a:lnTo>
                      <a:pt x="1169258" y="200"/>
                    </a:lnTo>
                    <a:lnTo>
                      <a:pt x="1165951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297179"/>
                    </a:lnTo>
                    <a:lnTo>
                      <a:pt x="88" y="294972"/>
                    </a:lnTo>
                    <a:lnTo>
                      <a:pt x="88" y="299387"/>
                    </a:lnTo>
                    <a:lnTo>
                      <a:pt x="797" y="303744"/>
                    </a:lnTo>
                    <a:lnTo>
                      <a:pt x="2195" y="307932"/>
                    </a:lnTo>
                    <a:lnTo>
                      <a:pt x="4246" y="311841"/>
                    </a:lnTo>
                    <a:lnTo>
                      <a:pt x="6898" y="315370"/>
                    </a:lnTo>
                    <a:lnTo>
                      <a:pt x="10082" y="318428"/>
                    </a:lnTo>
                    <a:lnTo>
                      <a:pt x="13715" y="320936"/>
                    </a:lnTo>
                    <a:lnTo>
                      <a:pt x="17704" y="322829"/>
                    </a:lnTo>
                    <a:lnTo>
                      <a:pt x="21944" y="324057"/>
                    </a:lnTo>
                    <a:lnTo>
                      <a:pt x="26327" y="324589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7" name="tx682">
                <a:extLst>
                  <a:ext uri="{FF2B5EF4-FFF2-40B4-BE49-F238E27FC236}">
                    <a16:creationId xmlns:a16="http://schemas.microsoft.com/office/drawing/2014/main" id="{0EFD04B7-5204-3545-C4FC-E00A7C8B1BB7}"/>
                  </a:ext>
                </a:extLst>
              </p:cNvPr>
              <p:cNvSpPr/>
              <p:nvPr/>
            </p:nvSpPr>
            <p:spPr>
              <a:xfrm>
                <a:off x="4589077" y="4061109"/>
                <a:ext cx="1101943" cy="23317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56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W4</a:t>
                </a:r>
                <a:r>
                  <a:rPr lang="en-US"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VA</a:t>
                </a:r>
              </a:p>
            </p:txBody>
          </p:sp>
          <p:sp>
            <p:nvSpPr>
              <p:cNvPr id="4738" name="rc683">
                <a:extLst>
                  <a:ext uri="{FF2B5EF4-FFF2-40B4-BE49-F238E27FC236}">
                    <a16:creationId xmlns:a16="http://schemas.microsoft.com/office/drawing/2014/main" id="{EB6DB82F-61F1-9F34-DFBB-49C00C74EDA1}"/>
                  </a:ext>
                </a:extLst>
              </p:cNvPr>
              <p:cNvSpPr/>
              <p:nvPr/>
            </p:nvSpPr>
            <p:spPr>
              <a:xfrm>
                <a:off x="2476565" y="1856656"/>
                <a:ext cx="3977796" cy="3713962"/>
              </a:xfrm>
              <a:prstGeom prst="rect">
                <a:avLst/>
              </a:prstGeom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8" name="pl733">
                <a:extLst>
                  <a:ext uri="{FF2B5EF4-FFF2-40B4-BE49-F238E27FC236}">
                    <a16:creationId xmlns:a16="http://schemas.microsoft.com/office/drawing/2014/main" id="{CB9A7189-BAB8-A580-C2F9-CB35CD96DB98}"/>
                  </a:ext>
                </a:extLst>
              </p:cNvPr>
              <p:cNvSpPr/>
              <p:nvPr/>
            </p:nvSpPr>
            <p:spPr>
              <a:xfrm>
                <a:off x="6836004" y="434253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9" name="pl734">
                <a:extLst>
                  <a:ext uri="{FF2B5EF4-FFF2-40B4-BE49-F238E27FC236}">
                    <a16:creationId xmlns:a16="http://schemas.microsoft.com/office/drawing/2014/main" id="{8449C4DD-BEE8-53D5-3CE3-7700DFFE4875}"/>
                  </a:ext>
                </a:extLst>
              </p:cNvPr>
              <p:cNvSpPr/>
              <p:nvPr/>
            </p:nvSpPr>
            <p:spPr>
              <a:xfrm>
                <a:off x="6836004" y="406913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0" name="pl735">
                <a:extLst>
                  <a:ext uri="{FF2B5EF4-FFF2-40B4-BE49-F238E27FC236}">
                    <a16:creationId xmlns:a16="http://schemas.microsoft.com/office/drawing/2014/main" id="{9DBB9B2B-4D5C-3A23-685C-87C631C78417}"/>
                  </a:ext>
                </a:extLst>
              </p:cNvPr>
              <p:cNvSpPr/>
              <p:nvPr/>
            </p:nvSpPr>
            <p:spPr>
              <a:xfrm>
                <a:off x="6836004" y="379572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1" name="pl736">
                <a:extLst>
                  <a:ext uri="{FF2B5EF4-FFF2-40B4-BE49-F238E27FC236}">
                    <a16:creationId xmlns:a16="http://schemas.microsoft.com/office/drawing/2014/main" id="{8FD9DFC4-F0D3-3331-B699-2A2BE87C174B}"/>
                  </a:ext>
                </a:extLst>
              </p:cNvPr>
              <p:cNvSpPr/>
              <p:nvPr/>
            </p:nvSpPr>
            <p:spPr>
              <a:xfrm>
                <a:off x="6836004" y="352231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2" name="pl737">
                <a:extLst>
                  <a:ext uri="{FF2B5EF4-FFF2-40B4-BE49-F238E27FC236}">
                    <a16:creationId xmlns:a16="http://schemas.microsoft.com/office/drawing/2014/main" id="{B700674C-91F5-0EAE-9A09-D7185854D53C}"/>
                  </a:ext>
                </a:extLst>
              </p:cNvPr>
              <p:cNvSpPr/>
              <p:nvPr/>
            </p:nvSpPr>
            <p:spPr>
              <a:xfrm>
                <a:off x="6836004" y="324891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3" name="pl738">
                <a:extLst>
                  <a:ext uri="{FF2B5EF4-FFF2-40B4-BE49-F238E27FC236}">
                    <a16:creationId xmlns:a16="http://schemas.microsoft.com/office/drawing/2014/main" id="{07798F52-507C-EB6F-491A-03993313EE93}"/>
                  </a:ext>
                </a:extLst>
              </p:cNvPr>
              <p:cNvSpPr/>
              <p:nvPr/>
            </p:nvSpPr>
            <p:spPr>
              <a:xfrm>
                <a:off x="6660439" y="434253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4" name="pl739">
                <a:extLst>
                  <a:ext uri="{FF2B5EF4-FFF2-40B4-BE49-F238E27FC236}">
                    <a16:creationId xmlns:a16="http://schemas.microsoft.com/office/drawing/2014/main" id="{1781F1E8-AB68-8F49-338C-1DCAD1B4E92C}"/>
                  </a:ext>
                </a:extLst>
              </p:cNvPr>
              <p:cNvSpPr/>
              <p:nvPr/>
            </p:nvSpPr>
            <p:spPr>
              <a:xfrm>
                <a:off x="6660439" y="406913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5" name="pl740">
                <a:extLst>
                  <a:ext uri="{FF2B5EF4-FFF2-40B4-BE49-F238E27FC236}">
                    <a16:creationId xmlns:a16="http://schemas.microsoft.com/office/drawing/2014/main" id="{E738682C-E445-8787-0EB7-37FA6D8DE7AC}"/>
                  </a:ext>
                </a:extLst>
              </p:cNvPr>
              <p:cNvSpPr/>
              <p:nvPr/>
            </p:nvSpPr>
            <p:spPr>
              <a:xfrm>
                <a:off x="6660439" y="379572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6" name="pl741">
                <a:extLst>
                  <a:ext uri="{FF2B5EF4-FFF2-40B4-BE49-F238E27FC236}">
                    <a16:creationId xmlns:a16="http://schemas.microsoft.com/office/drawing/2014/main" id="{2358D39F-3375-030B-16E1-A26544BF0B3A}"/>
                  </a:ext>
                </a:extLst>
              </p:cNvPr>
              <p:cNvSpPr/>
              <p:nvPr/>
            </p:nvSpPr>
            <p:spPr>
              <a:xfrm>
                <a:off x="6660439" y="352231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7" name="pl742">
                <a:extLst>
                  <a:ext uri="{FF2B5EF4-FFF2-40B4-BE49-F238E27FC236}">
                    <a16:creationId xmlns:a16="http://schemas.microsoft.com/office/drawing/2014/main" id="{E4F083DF-23D6-0A29-79DB-217A61F90C8F}"/>
                  </a:ext>
                </a:extLst>
              </p:cNvPr>
              <p:cNvSpPr/>
              <p:nvPr/>
            </p:nvSpPr>
            <p:spPr>
              <a:xfrm>
                <a:off x="6660439" y="324891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</p:grpSp>
        <p:sp>
          <p:nvSpPr>
            <p:cNvPr id="4805" name="pl677">
              <a:extLst>
                <a:ext uri="{FF2B5EF4-FFF2-40B4-BE49-F238E27FC236}">
                  <a16:creationId xmlns:a16="http://schemas.microsoft.com/office/drawing/2014/main" id="{DDA6CF9A-189B-2D17-6768-C61EAE950FBD}"/>
                </a:ext>
              </a:extLst>
            </p:cNvPr>
            <p:cNvSpPr/>
            <p:nvPr/>
          </p:nvSpPr>
          <p:spPr>
            <a:xfrm>
              <a:off x="2358252" y="1342439"/>
              <a:ext cx="45719" cy="428121"/>
            </a:xfrm>
            <a:custGeom>
              <a:avLst/>
              <a:gdLst/>
              <a:ahLst/>
              <a:cxnLst/>
              <a:rect l="0" t="0" r="0" b="0"/>
              <a:pathLst>
                <a:path w="1087496" h="365184">
                  <a:moveTo>
                    <a:pt x="1087496" y="0"/>
                  </a:moveTo>
                  <a:lnTo>
                    <a:pt x="0" y="36518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g681">
              <a:extLst>
                <a:ext uri="{FF2B5EF4-FFF2-40B4-BE49-F238E27FC236}">
                  <a16:creationId xmlns:a16="http://schemas.microsoft.com/office/drawing/2014/main" id="{2B1DC45A-48D0-B154-F43D-49259FCF1C22}"/>
                </a:ext>
              </a:extLst>
            </p:cNvPr>
            <p:cNvSpPr/>
            <p:nvPr/>
          </p:nvSpPr>
          <p:spPr>
            <a:xfrm>
              <a:off x="2005351" y="1191217"/>
              <a:ext cx="699244" cy="173736"/>
            </a:xfrm>
            <a:custGeom>
              <a:avLst/>
              <a:gdLst/>
              <a:ahLst/>
              <a:cxnLst/>
              <a:rect l="0" t="0" r="0" b="0"/>
              <a:pathLst>
                <a:path w="1500987" h="324611">
                  <a:moveTo>
                    <a:pt x="27432" y="324611"/>
                  </a:moveTo>
                  <a:lnTo>
                    <a:pt x="1473555" y="324611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80"/>
                  </a:lnTo>
                  <a:lnTo>
                    <a:pt x="1500987" y="27431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6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r>
                <a:rPr lang="en-US" sz="1100" dirty="0">
                  <a:latin typeface="Helvetica" pitchFamily="2" charset="0"/>
                </a:rPr>
                <a:t> Lewisetta</a:t>
              </a:r>
              <a:endParaRPr sz="1100" dirty="0">
                <a:latin typeface="Helvetica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603295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654055" y="1600200"/>
              <a:ext cx="5835888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610961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401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6693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1984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72766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525683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578601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631518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201917" y="540785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201917" y="475757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201917" y="410729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201917" y="345701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201917" y="280673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5671824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5683461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569509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5718373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573001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74164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6276965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6288602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630024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648549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566018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5671824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5683461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569509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570673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5718373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573001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574164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626532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6276965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6288602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630024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6311877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563691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5648549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566018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5671824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5683461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569509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570673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5718373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573001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574164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575328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626532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627696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628860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630024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6311877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57872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59036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560200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561363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562527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563691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5648549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566018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5671824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5683461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569509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570673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571837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573001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574164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627696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628860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630024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54381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55545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56708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557872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559036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560200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561363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562527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563691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5648549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566018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5671824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568346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569509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570673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571837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573001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628860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53217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54381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55545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556708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557872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559036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5602000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5613637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562527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5636912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5648549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566018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5671824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568346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569509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550890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552053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553217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554381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555545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5567088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557872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559036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5602000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613637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62527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636912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564854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566018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547398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548562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5497264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550890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552053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5532176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554381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555545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5567088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557872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559036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5602000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561363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562527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545071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5462352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547398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5485627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5497264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550890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52053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532176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5543813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555545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5567088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557872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543907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5450715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5462352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547398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548562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5497264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550890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552053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5532176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5543813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555545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5427440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543907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5450715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5462352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547398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548562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5497264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508901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552053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5532176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5415803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5427440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543907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5450715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5462352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5473989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548562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5497264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5508901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5380891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5392528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540416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5415803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5427440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543907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545071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5462352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5473989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548562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536925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5380891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5392528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540416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541580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5427440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54390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545071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5462352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631187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531106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532270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533434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534597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5357616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536925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538089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5392528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54041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541580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54274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54390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545071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627696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6288602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630024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631187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632351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529942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531106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53227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53343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534597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535761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536925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538089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53925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54041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541580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54274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54390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618386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619550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620714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621877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625369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626532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627696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628860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630024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631187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632351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633515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52994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531106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53227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53343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534597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53576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53692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538089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53925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54041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541580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54274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617222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618386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619550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620714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621877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623041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624205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625369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626532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627696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6288602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630024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631187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632351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52994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531106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53227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53343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534597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53576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53692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538089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53925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54041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541580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54274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607913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609076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610240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611404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614895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616059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617222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618386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619550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620714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621877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623041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62420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625369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626532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627696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628860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630024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631187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632351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52877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52994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531106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53227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53343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534597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53576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53692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538089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53925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54041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541580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606749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607913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609076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610240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611404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612568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613731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614895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616059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617222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618386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619550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620714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621877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623041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62420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625369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626532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62769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628860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630024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631187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632351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52645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527615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52877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52994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531106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53227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53343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534597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53576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53692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538089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606749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607913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609076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610240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611404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612568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613731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614895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616059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617222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618386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619550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620714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621877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623041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62420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625369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626532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627696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628860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630024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631187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632351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52645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527615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52877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52994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531106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53227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53343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534597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53576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606749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607913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8FA7">
                <a:alpha val="100000"/>
              </a:srgbClr>
            </a:solidFill>
            <a:ln w="5420" cap="flat">
              <a:solidFill>
                <a:srgbClr val="36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609076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610240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611404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612568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613731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614895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616059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617222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618386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619550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620714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621877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623041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624205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625369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626532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627696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628860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630024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631187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632351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633515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52645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527615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52877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52994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531106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532270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605585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606749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607913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609076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610240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611404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612568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613731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614895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616059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617222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6230416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624205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625369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626532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627696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628860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630024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631187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632351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526451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527615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528779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5299429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600930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6020944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603258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604421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605585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606749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607913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609076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610240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611404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620714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621877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623041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624205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625369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626532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627696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628860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630024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631187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589293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590457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591620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592784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593948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595112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596275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597439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598603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5997669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600930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602094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603258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604421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605585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606749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607913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609076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610240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611404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618386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619550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620714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621877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623041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624205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625369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626532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627696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628860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588129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589293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590457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591620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592784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593948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595112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5962757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597439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598603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599766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600930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602094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603258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604421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605585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606749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607913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609076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610240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617222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618386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619550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620714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621877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623041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624205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625369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626532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627696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586965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588129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589293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590457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591620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592784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593948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595112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5962757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597439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598603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599766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600930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602094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603258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604421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605585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606749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607913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609076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617222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618386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619550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620714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621877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623041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624205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625369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586965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588129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589293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590457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591620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5927845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593948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595112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5962757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597439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598603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599766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600930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602094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603258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604421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617222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618386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619550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620714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621877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623041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585802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586965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588129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589293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590457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591620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5927845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593948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595112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596275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597439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598603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599766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600930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616059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617222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618386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619550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620714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621877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579983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581147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582310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583474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584638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585802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586965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588129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5892933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590457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591620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5927845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593948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595112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597439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598603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599766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6160592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617222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618386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619550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620714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576492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577656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578819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579983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581147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582310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583474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584638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585802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5869658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588129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5892933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590457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5927845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593948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616059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617222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618386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619550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620714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575328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576492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577656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578819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579983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581147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582310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583474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584638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585802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586965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588129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5892933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616059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617222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618386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619550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620714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621877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623041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627696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628860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630024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631187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632351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574164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575328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576492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577656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578819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579983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581147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582310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583474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584638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585802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86965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588129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617222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618386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619550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g665"/>
            <p:cNvSpPr/>
            <p:nvPr/>
          </p:nvSpPr>
          <p:spPr>
            <a:xfrm>
              <a:off x="620714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g666"/>
            <p:cNvSpPr/>
            <p:nvPr/>
          </p:nvSpPr>
          <p:spPr>
            <a:xfrm>
              <a:off x="621877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g667"/>
            <p:cNvSpPr/>
            <p:nvPr/>
          </p:nvSpPr>
          <p:spPr>
            <a:xfrm>
              <a:off x="623041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g668"/>
            <p:cNvSpPr/>
            <p:nvPr/>
          </p:nvSpPr>
          <p:spPr>
            <a:xfrm>
              <a:off x="624205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g669"/>
            <p:cNvSpPr/>
            <p:nvPr/>
          </p:nvSpPr>
          <p:spPr>
            <a:xfrm>
              <a:off x="626532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g670"/>
            <p:cNvSpPr/>
            <p:nvPr/>
          </p:nvSpPr>
          <p:spPr>
            <a:xfrm>
              <a:off x="627696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g671"/>
            <p:cNvSpPr/>
            <p:nvPr/>
          </p:nvSpPr>
          <p:spPr>
            <a:xfrm>
              <a:off x="628860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g672"/>
            <p:cNvSpPr/>
            <p:nvPr/>
          </p:nvSpPr>
          <p:spPr>
            <a:xfrm>
              <a:off x="630024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631187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g674"/>
            <p:cNvSpPr/>
            <p:nvPr/>
          </p:nvSpPr>
          <p:spPr>
            <a:xfrm>
              <a:off x="632351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g675"/>
            <p:cNvSpPr/>
            <p:nvPr/>
          </p:nvSpPr>
          <p:spPr>
            <a:xfrm>
              <a:off x="633515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g676"/>
            <p:cNvSpPr/>
            <p:nvPr/>
          </p:nvSpPr>
          <p:spPr>
            <a:xfrm>
              <a:off x="573001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574164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g678"/>
            <p:cNvSpPr/>
            <p:nvPr/>
          </p:nvSpPr>
          <p:spPr>
            <a:xfrm>
              <a:off x="575328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g679"/>
            <p:cNvSpPr/>
            <p:nvPr/>
          </p:nvSpPr>
          <p:spPr>
            <a:xfrm>
              <a:off x="576492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g680"/>
            <p:cNvSpPr/>
            <p:nvPr/>
          </p:nvSpPr>
          <p:spPr>
            <a:xfrm>
              <a:off x="577656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g681"/>
            <p:cNvSpPr/>
            <p:nvPr/>
          </p:nvSpPr>
          <p:spPr>
            <a:xfrm>
              <a:off x="578819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g682"/>
            <p:cNvSpPr/>
            <p:nvPr/>
          </p:nvSpPr>
          <p:spPr>
            <a:xfrm>
              <a:off x="579983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g683"/>
            <p:cNvSpPr/>
            <p:nvPr/>
          </p:nvSpPr>
          <p:spPr>
            <a:xfrm>
              <a:off x="581147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g684"/>
            <p:cNvSpPr/>
            <p:nvPr/>
          </p:nvSpPr>
          <p:spPr>
            <a:xfrm>
              <a:off x="582310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g685"/>
            <p:cNvSpPr/>
            <p:nvPr/>
          </p:nvSpPr>
          <p:spPr>
            <a:xfrm>
              <a:off x="583474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g686"/>
            <p:cNvSpPr/>
            <p:nvPr/>
          </p:nvSpPr>
          <p:spPr>
            <a:xfrm>
              <a:off x="584638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g687"/>
            <p:cNvSpPr/>
            <p:nvPr/>
          </p:nvSpPr>
          <p:spPr>
            <a:xfrm>
              <a:off x="617222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g688"/>
            <p:cNvSpPr/>
            <p:nvPr/>
          </p:nvSpPr>
          <p:spPr>
            <a:xfrm>
              <a:off x="618386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g689"/>
            <p:cNvSpPr/>
            <p:nvPr/>
          </p:nvSpPr>
          <p:spPr>
            <a:xfrm>
              <a:off x="619550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g690"/>
            <p:cNvSpPr/>
            <p:nvPr/>
          </p:nvSpPr>
          <p:spPr>
            <a:xfrm>
              <a:off x="6207141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g691"/>
            <p:cNvSpPr/>
            <p:nvPr/>
          </p:nvSpPr>
          <p:spPr>
            <a:xfrm>
              <a:off x="621877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g692"/>
            <p:cNvSpPr/>
            <p:nvPr/>
          </p:nvSpPr>
          <p:spPr>
            <a:xfrm>
              <a:off x="623041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g693"/>
            <p:cNvSpPr/>
            <p:nvPr/>
          </p:nvSpPr>
          <p:spPr>
            <a:xfrm>
              <a:off x="6242053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g694"/>
            <p:cNvSpPr/>
            <p:nvPr/>
          </p:nvSpPr>
          <p:spPr>
            <a:xfrm>
              <a:off x="625369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g695"/>
            <p:cNvSpPr/>
            <p:nvPr/>
          </p:nvSpPr>
          <p:spPr>
            <a:xfrm>
              <a:off x="626532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g696"/>
            <p:cNvSpPr/>
            <p:nvPr/>
          </p:nvSpPr>
          <p:spPr>
            <a:xfrm>
              <a:off x="627696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g697"/>
            <p:cNvSpPr/>
            <p:nvPr/>
          </p:nvSpPr>
          <p:spPr>
            <a:xfrm>
              <a:off x="628860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g698"/>
            <p:cNvSpPr/>
            <p:nvPr/>
          </p:nvSpPr>
          <p:spPr>
            <a:xfrm>
              <a:off x="630024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g699"/>
            <p:cNvSpPr/>
            <p:nvPr/>
          </p:nvSpPr>
          <p:spPr>
            <a:xfrm>
              <a:off x="631187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g700"/>
            <p:cNvSpPr/>
            <p:nvPr/>
          </p:nvSpPr>
          <p:spPr>
            <a:xfrm>
              <a:off x="632351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g701"/>
            <p:cNvSpPr/>
            <p:nvPr/>
          </p:nvSpPr>
          <p:spPr>
            <a:xfrm>
              <a:off x="633515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g702"/>
            <p:cNvSpPr/>
            <p:nvPr/>
          </p:nvSpPr>
          <p:spPr>
            <a:xfrm>
              <a:off x="571837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g703"/>
            <p:cNvSpPr/>
            <p:nvPr/>
          </p:nvSpPr>
          <p:spPr>
            <a:xfrm>
              <a:off x="573001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g704"/>
            <p:cNvSpPr/>
            <p:nvPr/>
          </p:nvSpPr>
          <p:spPr>
            <a:xfrm>
              <a:off x="574164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g705"/>
            <p:cNvSpPr/>
            <p:nvPr/>
          </p:nvSpPr>
          <p:spPr>
            <a:xfrm>
              <a:off x="575328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g706"/>
            <p:cNvSpPr/>
            <p:nvPr/>
          </p:nvSpPr>
          <p:spPr>
            <a:xfrm>
              <a:off x="576492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g707"/>
            <p:cNvSpPr/>
            <p:nvPr/>
          </p:nvSpPr>
          <p:spPr>
            <a:xfrm>
              <a:off x="577656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g708"/>
            <p:cNvSpPr/>
            <p:nvPr/>
          </p:nvSpPr>
          <p:spPr>
            <a:xfrm>
              <a:off x="578819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g709"/>
            <p:cNvSpPr/>
            <p:nvPr/>
          </p:nvSpPr>
          <p:spPr>
            <a:xfrm>
              <a:off x="579983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g710"/>
            <p:cNvSpPr/>
            <p:nvPr/>
          </p:nvSpPr>
          <p:spPr>
            <a:xfrm>
              <a:off x="581147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g711"/>
            <p:cNvSpPr/>
            <p:nvPr/>
          </p:nvSpPr>
          <p:spPr>
            <a:xfrm>
              <a:off x="618386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g712"/>
            <p:cNvSpPr/>
            <p:nvPr/>
          </p:nvSpPr>
          <p:spPr>
            <a:xfrm>
              <a:off x="619550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g713"/>
            <p:cNvSpPr/>
            <p:nvPr/>
          </p:nvSpPr>
          <p:spPr>
            <a:xfrm>
              <a:off x="6207141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g714"/>
            <p:cNvSpPr/>
            <p:nvPr/>
          </p:nvSpPr>
          <p:spPr>
            <a:xfrm>
              <a:off x="621877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g715"/>
            <p:cNvSpPr/>
            <p:nvPr/>
          </p:nvSpPr>
          <p:spPr>
            <a:xfrm>
              <a:off x="623041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g716"/>
            <p:cNvSpPr/>
            <p:nvPr/>
          </p:nvSpPr>
          <p:spPr>
            <a:xfrm>
              <a:off x="624205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g717"/>
            <p:cNvSpPr/>
            <p:nvPr/>
          </p:nvSpPr>
          <p:spPr>
            <a:xfrm>
              <a:off x="625369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g718"/>
            <p:cNvSpPr/>
            <p:nvPr/>
          </p:nvSpPr>
          <p:spPr>
            <a:xfrm>
              <a:off x="626532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g719"/>
            <p:cNvSpPr/>
            <p:nvPr/>
          </p:nvSpPr>
          <p:spPr>
            <a:xfrm>
              <a:off x="627696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g720"/>
            <p:cNvSpPr/>
            <p:nvPr/>
          </p:nvSpPr>
          <p:spPr>
            <a:xfrm>
              <a:off x="628860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g721"/>
            <p:cNvSpPr/>
            <p:nvPr/>
          </p:nvSpPr>
          <p:spPr>
            <a:xfrm>
              <a:off x="630024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g722"/>
            <p:cNvSpPr/>
            <p:nvPr/>
          </p:nvSpPr>
          <p:spPr>
            <a:xfrm>
              <a:off x="631187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g723"/>
            <p:cNvSpPr/>
            <p:nvPr/>
          </p:nvSpPr>
          <p:spPr>
            <a:xfrm>
              <a:off x="632351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g724"/>
            <p:cNvSpPr/>
            <p:nvPr/>
          </p:nvSpPr>
          <p:spPr>
            <a:xfrm>
              <a:off x="570673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g725"/>
            <p:cNvSpPr/>
            <p:nvPr/>
          </p:nvSpPr>
          <p:spPr>
            <a:xfrm>
              <a:off x="571837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g726"/>
            <p:cNvSpPr/>
            <p:nvPr/>
          </p:nvSpPr>
          <p:spPr>
            <a:xfrm>
              <a:off x="573001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g727"/>
            <p:cNvSpPr/>
            <p:nvPr/>
          </p:nvSpPr>
          <p:spPr>
            <a:xfrm>
              <a:off x="574164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g728"/>
            <p:cNvSpPr/>
            <p:nvPr/>
          </p:nvSpPr>
          <p:spPr>
            <a:xfrm>
              <a:off x="575328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g729"/>
            <p:cNvSpPr/>
            <p:nvPr/>
          </p:nvSpPr>
          <p:spPr>
            <a:xfrm>
              <a:off x="576492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g730"/>
            <p:cNvSpPr/>
            <p:nvPr/>
          </p:nvSpPr>
          <p:spPr>
            <a:xfrm>
              <a:off x="577656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g731"/>
            <p:cNvSpPr/>
            <p:nvPr/>
          </p:nvSpPr>
          <p:spPr>
            <a:xfrm>
              <a:off x="6195504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g732"/>
            <p:cNvSpPr/>
            <p:nvPr/>
          </p:nvSpPr>
          <p:spPr>
            <a:xfrm>
              <a:off x="6207141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g733"/>
            <p:cNvSpPr/>
            <p:nvPr/>
          </p:nvSpPr>
          <p:spPr>
            <a:xfrm>
              <a:off x="621877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g734"/>
            <p:cNvSpPr/>
            <p:nvPr/>
          </p:nvSpPr>
          <p:spPr>
            <a:xfrm>
              <a:off x="623041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g735"/>
            <p:cNvSpPr/>
            <p:nvPr/>
          </p:nvSpPr>
          <p:spPr>
            <a:xfrm>
              <a:off x="624205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g736"/>
            <p:cNvSpPr/>
            <p:nvPr/>
          </p:nvSpPr>
          <p:spPr>
            <a:xfrm>
              <a:off x="625369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g737"/>
            <p:cNvSpPr/>
            <p:nvPr/>
          </p:nvSpPr>
          <p:spPr>
            <a:xfrm>
              <a:off x="626532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g738"/>
            <p:cNvSpPr/>
            <p:nvPr/>
          </p:nvSpPr>
          <p:spPr>
            <a:xfrm>
              <a:off x="627696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g739"/>
            <p:cNvSpPr/>
            <p:nvPr/>
          </p:nvSpPr>
          <p:spPr>
            <a:xfrm>
              <a:off x="628860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g740"/>
            <p:cNvSpPr/>
            <p:nvPr/>
          </p:nvSpPr>
          <p:spPr>
            <a:xfrm>
              <a:off x="630024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g741"/>
            <p:cNvSpPr/>
            <p:nvPr/>
          </p:nvSpPr>
          <p:spPr>
            <a:xfrm>
              <a:off x="6311877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g742"/>
            <p:cNvSpPr/>
            <p:nvPr/>
          </p:nvSpPr>
          <p:spPr>
            <a:xfrm>
              <a:off x="570673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g743"/>
            <p:cNvSpPr/>
            <p:nvPr/>
          </p:nvSpPr>
          <p:spPr>
            <a:xfrm>
              <a:off x="571837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g744"/>
            <p:cNvSpPr/>
            <p:nvPr/>
          </p:nvSpPr>
          <p:spPr>
            <a:xfrm>
              <a:off x="573001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g745"/>
            <p:cNvSpPr/>
            <p:nvPr/>
          </p:nvSpPr>
          <p:spPr>
            <a:xfrm>
              <a:off x="574164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g746"/>
            <p:cNvSpPr/>
            <p:nvPr/>
          </p:nvSpPr>
          <p:spPr>
            <a:xfrm>
              <a:off x="575328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g747"/>
            <p:cNvSpPr/>
            <p:nvPr/>
          </p:nvSpPr>
          <p:spPr>
            <a:xfrm>
              <a:off x="576492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g748"/>
            <p:cNvSpPr/>
            <p:nvPr/>
          </p:nvSpPr>
          <p:spPr>
            <a:xfrm>
              <a:off x="621877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g749"/>
            <p:cNvSpPr/>
            <p:nvPr/>
          </p:nvSpPr>
          <p:spPr>
            <a:xfrm>
              <a:off x="6230416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g750"/>
            <p:cNvSpPr/>
            <p:nvPr/>
          </p:nvSpPr>
          <p:spPr>
            <a:xfrm>
              <a:off x="624205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g751"/>
            <p:cNvSpPr/>
            <p:nvPr/>
          </p:nvSpPr>
          <p:spPr>
            <a:xfrm>
              <a:off x="625369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g752"/>
            <p:cNvSpPr/>
            <p:nvPr/>
          </p:nvSpPr>
          <p:spPr>
            <a:xfrm>
              <a:off x="626532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g753"/>
            <p:cNvSpPr/>
            <p:nvPr/>
          </p:nvSpPr>
          <p:spPr>
            <a:xfrm>
              <a:off x="627696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g754"/>
            <p:cNvSpPr/>
            <p:nvPr/>
          </p:nvSpPr>
          <p:spPr>
            <a:xfrm>
              <a:off x="628860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g755"/>
            <p:cNvSpPr/>
            <p:nvPr/>
          </p:nvSpPr>
          <p:spPr>
            <a:xfrm>
              <a:off x="569509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g756"/>
            <p:cNvSpPr/>
            <p:nvPr/>
          </p:nvSpPr>
          <p:spPr>
            <a:xfrm>
              <a:off x="5706736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g757"/>
            <p:cNvSpPr/>
            <p:nvPr/>
          </p:nvSpPr>
          <p:spPr>
            <a:xfrm>
              <a:off x="571837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g758"/>
            <p:cNvSpPr/>
            <p:nvPr/>
          </p:nvSpPr>
          <p:spPr>
            <a:xfrm>
              <a:off x="573001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g759"/>
            <p:cNvSpPr/>
            <p:nvPr/>
          </p:nvSpPr>
          <p:spPr>
            <a:xfrm>
              <a:off x="574164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g760"/>
            <p:cNvSpPr/>
            <p:nvPr/>
          </p:nvSpPr>
          <p:spPr>
            <a:xfrm>
              <a:off x="5753285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g761"/>
            <p:cNvSpPr/>
            <p:nvPr/>
          </p:nvSpPr>
          <p:spPr>
            <a:xfrm>
              <a:off x="624205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g762"/>
            <p:cNvSpPr/>
            <p:nvPr/>
          </p:nvSpPr>
          <p:spPr>
            <a:xfrm>
              <a:off x="625369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g763"/>
            <p:cNvSpPr/>
            <p:nvPr/>
          </p:nvSpPr>
          <p:spPr>
            <a:xfrm>
              <a:off x="626532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g764"/>
            <p:cNvSpPr/>
            <p:nvPr/>
          </p:nvSpPr>
          <p:spPr>
            <a:xfrm>
              <a:off x="5683461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g765"/>
            <p:cNvSpPr/>
            <p:nvPr/>
          </p:nvSpPr>
          <p:spPr>
            <a:xfrm>
              <a:off x="569509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g766"/>
            <p:cNvSpPr/>
            <p:nvPr/>
          </p:nvSpPr>
          <p:spPr>
            <a:xfrm>
              <a:off x="5706736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g767"/>
            <p:cNvSpPr/>
            <p:nvPr/>
          </p:nvSpPr>
          <p:spPr>
            <a:xfrm>
              <a:off x="5718373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g768"/>
            <p:cNvSpPr/>
            <p:nvPr/>
          </p:nvSpPr>
          <p:spPr>
            <a:xfrm>
              <a:off x="5730010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g769"/>
            <p:cNvSpPr/>
            <p:nvPr/>
          </p:nvSpPr>
          <p:spPr>
            <a:xfrm>
              <a:off x="574164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g770"/>
            <p:cNvSpPr/>
            <p:nvPr/>
          </p:nvSpPr>
          <p:spPr>
            <a:xfrm>
              <a:off x="5683461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g771"/>
            <p:cNvSpPr/>
            <p:nvPr/>
          </p:nvSpPr>
          <p:spPr>
            <a:xfrm>
              <a:off x="5695098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g772"/>
            <p:cNvSpPr/>
            <p:nvPr/>
          </p:nvSpPr>
          <p:spPr>
            <a:xfrm>
              <a:off x="5706736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g773"/>
            <p:cNvSpPr/>
            <p:nvPr/>
          </p:nvSpPr>
          <p:spPr>
            <a:xfrm>
              <a:off x="5718373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g774"/>
            <p:cNvSpPr/>
            <p:nvPr/>
          </p:nvSpPr>
          <p:spPr>
            <a:xfrm>
              <a:off x="5730010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g775"/>
            <p:cNvSpPr/>
            <p:nvPr/>
          </p:nvSpPr>
          <p:spPr>
            <a:xfrm>
              <a:off x="5671824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g776"/>
            <p:cNvSpPr/>
            <p:nvPr/>
          </p:nvSpPr>
          <p:spPr>
            <a:xfrm>
              <a:off x="5683461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g777"/>
            <p:cNvSpPr/>
            <p:nvPr/>
          </p:nvSpPr>
          <p:spPr>
            <a:xfrm>
              <a:off x="5695098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g778"/>
            <p:cNvSpPr/>
            <p:nvPr/>
          </p:nvSpPr>
          <p:spPr>
            <a:xfrm>
              <a:off x="5706736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g779"/>
            <p:cNvSpPr/>
            <p:nvPr/>
          </p:nvSpPr>
          <p:spPr>
            <a:xfrm>
              <a:off x="5718373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g780"/>
            <p:cNvSpPr/>
            <p:nvPr/>
          </p:nvSpPr>
          <p:spPr>
            <a:xfrm>
              <a:off x="5730010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g781"/>
            <p:cNvSpPr/>
            <p:nvPr/>
          </p:nvSpPr>
          <p:spPr>
            <a:xfrm>
              <a:off x="5671824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g782"/>
            <p:cNvSpPr/>
            <p:nvPr/>
          </p:nvSpPr>
          <p:spPr>
            <a:xfrm>
              <a:off x="5683461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g783"/>
            <p:cNvSpPr/>
            <p:nvPr/>
          </p:nvSpPr>
          <p:spPr>
            <a:xfrm>
              <a:off x="5695098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g784"/>
            <p:cNvSpPr/>
            <p:nvPr/>
          </p:nvSpPr>
          <p:spPr>
            <a:xfrm>
              <a:off x="5706736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g785"/>
            <p:cNvSpPr/>
            <p:nvPr/>
          </p:nvSpPr>
          <p:spPr>
            <a:xfrm>
              <a:off x="5718373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g786"/>
            <p:cNvSpPr/>
            <p:nvPr/>
          </p:nvSpPr>
          <p:spPr>
            <a:xfrm>
              <a:off x="5730010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g787"/>
            <p:cNvSpPr/>
            <p:nvPr/>
          </p:nvSpPr>
          <p:spPr>
            <a:xfrm>
              <a:off x="5671824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g788"/>
            <p:cNvSpPr/>
            <p:nvPr/>
          </p:nvSpPr>
          <p:spPr>
            <a:xfrm>
              <a:off x="5683461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g789"/>
            <p:cNvSpPr/>
            <p:nvPr/>
          </p:nvSpPr>
          <p:spPr>
            <a:xfrm>
              <a:off x="5695098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g790"/>
            <p:cNvSpPr/>
            <p:nvPr/>
          </p:nvSpPr>
          <p:spPr>
            <a:xfrm>
              <a:off x="5706736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g791"/>
            <p:cNvSpPr/>
            <p:nvPr/>
          </p:nvSpPr>
          <p:spPr>
            <a:xfrm>
              <a:off x="5718373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g792"/>
            <p:cNvSpPr/>
            <p:nvPr/>
          </p:nvSpPr>
          <p:spPr>
            <a:xfrm>
              <a:off x="5730010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g793"/>
            <p:cNvSpPr/>
            <p:nvPr/>
          </p:nvSpPr>
          <p:spPr>
            <a:xfrm>
              <a:off x="5671824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g794"/>
            <p:cNvSpPr/>
            <p:nvPr/>
          </p:nvSpPr>
          <p:spPr>
            <a:xfrm>
              <a:off x="5683461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g795"/>
            <p:cNvSpPr/>
            <p:nvPr/>
          </p:nvSpPr>
          <p:spPr>
            <a:xfrm>
              <a:off x="569509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g796"/>
            <p:cNvSpPr/>
            <p:nvPr/>
          </p:nvSpPr>
          <p:spPr>
            <a:xfrm>
              <a:off x="5706736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g797"/>
            <p:cNvSpPr/>
            <p:nvPr/>
          </p:nvSpPr>
          <p:spPr>
            <a:xfrm>
              <a:off x="5718373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g798"/>
            <p:cNvSpPr/>
            <p:nvPr/>
          </p:nvSpPr>
          <p:spPr>
            <a:xfrm>
              <a:off x="5730010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g799"/>
            <p:cNvSpPr/>
            <p:nvPr/>
          </p:nvSpPr>
          <p:spPr>
            <a:xfrm>
              <a:off x="574164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g800"/>
            <p:cNvSpPr/>
            <p:nvPr/>
          </p:nvSpPr>
          <p:spPr>
            <a:xfrm>
              <a:off x="566018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g801"/>
            <p:cNvSpPr/>
            <p:nvPr/>
          </p:nvSpPr>
          <p:spPr>
            <a:xfrm>
              <a:off x="5671824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g802"/>
            <p:cNvSpPr/>
            <p:nvPr/>
          </p:nvSpPr>
          <p:spPr>
            <a:xfrm>
              <a:off x="5683461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g803"/>
            <p:cNvSpPr/>
            <p:nvPr/>
          </p:nvSpPr>
          <p:spPr>
            <a:xfrm>
              <a:off x="5695098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g804"/>
            <p:cNvSpPr/>
            <p:nvPr/>
          </p:nvSpPr>
          <p:spPr>
            <a:xfrm>
              <a:off x="570673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g805"/>
            <p:cNvSpPr/>
            <p:nvPr/>
          </p:nvSpPr>
          <p:spPr>
            <a:xfrm>
              <a:off x="5718373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g806"/>
            <p:cNvSpPr/>
            <p:nvPr/>
          </p:nvSpPr>
          <p:spPr>
            <a:xfrm>
              <a:off x="5730010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g807"/>
            <p:cNvSpPr/>
            <p:nvPr/>
          </p:nvSpPr>
          <p:spPr>
            <a:xfrm>
              <a:off x="5648549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g808"/>
            <p:cNvSpPr/>
            <p:nvPr/>
          </p:nvSpPr>
          <p:spPr>
            <a:xfrm>
              <a:off x="566018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g809"/>
            <p:cNvSpPr/>
            <p:nvPr/>
          </p:nvSpPr>
          <p:spPr>
            <a:xfrm>
              <a:off x="5671824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g810"/>
            <p:cNvSpPr/>
            <p:nvPr/>
          </p:nvSpPr>
          <p:spPr>
            <a:xfrm>
              <a:off x="5683461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g811"/>
            <p:cNvSpPr/>
            <p:nvPr/>
          </p:nvSpPr>
          <p:spPr>
            <a:xfrm>
              <a:off x="5695098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g812"/>
            <p:cNvSpPr/>
            <p:nvPr/>
          </p:nvSpPr>
          <p:spPr>
            <a:xfrm>
              <a:off x="570673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g813"/>
            <p:cNvSpPr/>
            <p:nvPr/>
          </p:nvSpPr>
          <p:spPr>
            <a:xfrm>
              <a:off x="5718373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g814"/>
            <p:cNvSpPr/>
            <p:nvPr/>
          </p:nvSpPr>
          <p:spPr>
            <a:xfrm>
              <a:off x="5648549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g815"/>
            <p:cNvSpPr/>
            <p:nvPr/>
          </p:nvSpPr>
          <p:spPr>
            <a:xfrm>
              <a:off x="566018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g816"/>
            <p:cNvSpPr/>
            <p:nvPr/>
          </p:nvSpPr>
          <p:spPr>
            <a:xfrm>
              <a:off x="5671824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g817"/>
            <p:cNvSpPr/>
            <p:nvPr/>
          </p:nvSpPr>
          <p:spPr>
            <a:xfrm>
              <a:off x="5683461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g818"/>
            <p:cNvSpPr/>
            <p:nvPr/>
          </p:nvSpPr>
          <p:spPr>
            <a:xfrm>
              <a:off x="569509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g819"/>
            <p:cNvSpPr/>
            <p:nvPr/>
          </p:nvSpPr>
          <p:spPr>
            <a:xfrm>
              <a:off x="570673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g820"/>
            <p:cNvSpPr/>
            <p:nvPr/>
          </p:nvSpPr>
          <p:spPr>
            <a:xfrm>
              <a:off x="5718373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g821"/>
            <p:cNvSpPr/>
            <p:nvPr/>
          </p:nvSpPr>
          <p:spPr>
            <a:xfrm>
              <a:off x="574164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g822"/>
            <p:cNvSpPr/>
            <p:nvPr/>
          </p:nvSpPr>
          <p:spPr>
            <a:xfrm>
              <a:off x="5753285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g823"/>
            <p:cNvSpPr/>
            <p:nvPr/>
          </p:nvSpPr>
          <p:spPr>
            <a:xfrm>
              <a:off x="5764922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g824"/>
            <p:cNvSpPr/>
            <p:nvPr/>
          </p:nvSpPr>
          <p:spPr>
            <a:xfrm>
              <a:off x="5776560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g825"/>
            <p:cNvSpPr/>
            <p:nvPr/>
          </p:nvSpPr>
          <p:spPr>
            <a:xfrm>
              <a:off x="5648549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g826"/>
            <p:cNvSpPr/>
            <p:nvPr/>
          </p:nvSpPr>
          <p:spPr>
            <a:xfrm>
              <a:off x="566018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g827"/>
            <p:cNvSpPr/>
            <p:nvPr/>
          </p:nvSpPr>
          <p:spPr>
            <a:xfrm>
              <a:off x="5671824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g828"/>
            <p:cNvSpPr/>
            <p:nvPr/>
          </p:nvSpPr>
          <p:spPr>
            <a:xfrm>
              <a:off x="5683461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g829"/>
            <p:cNvSpPr/>
            <p:nvPr/>
          </p:nvSpPr>
          <p:spPr>
            <a:xfrm>
              <a:off x="569509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g830"/>
            <p:cNvSpPr/>
            <p:nvPr/>
          </p:nvSpPr>
          <p:spPr>
            <a:xfrm>
              <a:off x="570673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g831"/>
            <p:cNvSpPr/>
            <p:nvPr/>
          </p:nvSpPr>
          <p:spPr>
            <a:xfrm>
              <a:off x="5718373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g832"/>
            <p:cNvSpPr/>
            <p:nvPr/>
          </p:nvSpPr>
          <p:spPr>
            <a:xfrm>
              <a:off x="573001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g833"/>
            <p:cNvSpPr/>
            <p:nvPr/>
          </p:nvSpPr>
          <p:spPr>
            <a:xfrm>
              <a:off x="574164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g834"/>
            <p:cNvSpPr/>
            <p:nvPr/>
          </p:nvSpPr>
          <p:spPr>
            <a:xfrm>
              <a:off x="5753285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g835"/>
            <p:cNvSpPr/>
            <p:nvPr/>
          </p:nvSpPr>
          <p:spPr>
            <a:xfrm>
              <a:off x="5764922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g836"/>
            <p:cNvSpPr/>
            <p:nvPr/>
          </p:nvSpPr>
          <p:spPr>
            <a:xfrm>
              <a:off x="577656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g837"/>
            <p:cNvSpPr/>
            <p:nvPr/>
          </p:nvSpPr>
          <p:spPr>
            <a:xfrm>
              <a:off x="5788197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g838"/>
            <p:cNvSpPr/>
            <p:nvPr/>
          </p:nvSpPr>
          <p:spPr>
            <a:xfrm>
              <a:off x="567182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g839"/>
            <p:cNvSpPr/>
            <p:nvPr/>
          </p:nvSpPr>
          <p:spPr>
            <a:xfrm>
              <a:off x="5683461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g840"/>
            <p:cNvSpPr/>
            <p:nvPr/>
          </p:nvSpPr>
          <p:spPr>
            <a:xfrm>
              <a:off x="569509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g841"/>
            <p:cNvSpPr/>
            <p:nvPr/>
          </p:nvSpPr>
          <p:spPr>
            <a:xfrm>
              <a:off x="5706736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g842"/>
            <p:cNvSpPr/>
            <p:nvPr/>
          </p:nvSpPr>
          <p:spPr>
            <a:xfrm>
              <a:off x="5718373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g843"/>
            <p:cNvSpPr/>
            <p:nvPr/>
          </p:nvSpPr>
          <p:spPr>
            <a:xfrm>
              <a:off x="573001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g844"/>
            <p:cNvSpPr/>
            <p:nvPr/>
          </p:nvSpPr>
          <p:spPr>
            <a:xfrm>
              <a:off x="574164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g845"/>
            <p:cNvSpPr/>
            <p:nvPr/>
          </p:nvSpPr>
          <p:spPr>
            <a:xfrm>
              <a:off x="5753285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g846"/>
            <p:cNvSpPr/>
            <p:nvPr/>
          </p:nvSpPr>
          <p:spPr>
            <a:xfrm>
              <a:off x="5764922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g847"/>
            <p:cNvSpPr/>
            <p:nvPr/>
          </p:nvSpPr>
          <p:spPr>
            <a:xfrm>
              <a:off x="577656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g848"/>
            <p:cNvSpPr/>
            <p:nvPr/>
          </p:nvSpPr>
          <p:spPr>
            <a:xfrm>
              <a:off x="5788197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g849"/>
            <p:cNvSpPr/>
            <p:nvPr/>
          </p:nvSpPr>
          <p:spPr>
            <a:xfrm>
              <a:off x="5799834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g850"/>
            <p:cNvSpPr/>
            <p:nvPr/>
          </p:nvSpPr>
          <p:spPr>
            <a:xfrm>
              <a:off x="562527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g851"/>
            <p:cNvSpPr/>
            <p:nvPr/>
          </p:nvSpPr>
          <p:spPr>
            <a:xfrm>
              <a:off x="563691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g852"/>
            <p:cNvSpPr/>
            <p:nvPr/>
          </p:nvSpPr>
          <p:spPr>
            <a:xfrm>
              <a:off x="5648549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g853"/>
            <p:cNvSpPr/>
            <p:nvPr/>
          </p:nvSpPr>
          <p:spPr>
            <a:xfrm>
              <a:off x="566018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g854"/>
            <p:cNvSpPr/>
            <p:nvPr/>
          </p:nvSpPr>
          <p:spPr>
            <a:xfrm>
              <a:off x="569509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g855"/>
            <p:cNvSpPr/>
            <p:nvPr/>
          </p:nvSpPr>
          <p:spPr>
            <a:xfrm>
              <a:off x="5706736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g856"/>
            <p:cNvSpPr/>
            <p:nvPr/>
          </p:nvSpPr>
          <p:spPr>
            <a:xfrm>
              <a:off x="5718373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g857"/>
            <p:cNvSpPr/>
            <p:nvPr/>
          </p:nvSpPr>
          <p:spPr>
            <a:xfrm>
              <a:off x="573001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g858"/>
            <p:cNvSpPr/>
            <p:nvPr/>
          </p:nvSpPr>
          <p:spPr>
            <a:xfrm>
              <a:off x="574164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g859"/>
            <p:cNvSpPr/>
            <p:nvPr/>
          </p:nvSpPr>
          <p:spPr>
            <a:xfrm>
              <a:off x="575328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g860"/>
            <p:cNvSpPr/>
            <p:nvPr/>
          </p:nvSpPr>
          <p:spPr>
            <a:xfrm>
              <a:off x="576492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g861"/>
            <p:cNvSpPr/>
            <p:nvPr/>
          </p:nvSpPr>
          <p:spPr>
            <a:xfrm>
              <a:off x="577656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g862"/>
            <p:cNvSpPr/>
            <p:nvPr/>
          </p:nvSpPr>
          <p:spPr>
            <a:xfrm>
              <a:off x="5788197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g863"/>
            <p:cNvSpPr/>
            <p:nvPr/>
          </p:nvSpPr>
          <p:spPr>
            <a:xfrm>
              <a:off x="5799834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g864"/>
            <p:cNvSpPr/>
            <p:nvPr/>
          </p:nvSpPr>
          <p:spPr>
            <a:xfrm>
              <a:off x="561363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g865"/>
            <p:cNvSpPr/>
            <p:nvPr/>
          </p:nvSpPr>
          <p:spPr>
            <a:xfrm>
              <a:off x="562527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g866"/>
            <p:cNvSpPr/>
            <p:nvPr/>
          </p:nvSpPr>
          <p:spPr>
            <a:xfrm>
              <a:off x="563691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g867"/>
            <p:cNvSpPr/>
            <p:nvPr/>
          </p:nvSpPr>
          <p:spPr>
            <a:xfrm>
              <a:off x="564854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g868"/>
            <p:cNvSpPr/>
            <p:nvPr/>
          </p:nvSpPr>
          <p:spPr>
            <a:xfrm>
              <a:off x="566018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g869"/>
            <p:cNvSpPr/>
            <p:nvPr/>
          </p:nvSpPr>
          <p:spPr>
            <a:xfrm>
              <a:off x="567182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g870"/>
            <p:cNvSpPr/>
            <p:nvPr/>
          </p:nvSpPr>
          <p:spPr>
            <a:xfrm>
              <a:off x="5683461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g871"/>
            <p:cNvSpPr/>
            <p:nvPr/>
          </p:nvSpPr>
          <p:spPr>
            <a:xfrm>
              <a:off x="569509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g872"/>
            <p:cNvSpPr/>
            <p:nvPr/>
          </p:nvSpPr>
          <p:spPr>
            <a:xfrm>
              <a:off x="570673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g873"/>
            <p:cNvSpPr/>
            <p:nvPr/>
          </p:nvSpPr>
          <p:spPr>
            <a:xfrm>
              <a:off x="5718373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g874"/>
            <p:cNvSpPr/>
            <p:nvPr/>
          </p:nvSpPr>
          <p:spPr>
            <a:xfrm>
              <a:off x="573001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g875"/>
            <p:cNvSpPr/>
            <p:nvPr/>
          </p:nvSpPr>
          <p:spPr>
            <a:xfrm>
              <a:off x="574164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g876"/>
            <p:cNvSpPr/>
            <p:nvPr/>
          </p:nvSpPr>
          <p:spPr>
            <a:xfrm>
              <a:off x="575328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g877"/>
            <p:cNvSpPr/>
            <p:nvPr/>
          </p:nvSpPr>
          <p:spPr>
            <a:xfrm>
              <a:off x="576492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g878"/>
            <p:cNvSpPr/>
            <p:nvPr/>
          </p:nvSpPr>
          <p:spPr>
            <a:xfrm>
              <a:off x="577656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g879"/>
            <p:cNvSpPr/>
            <p:nvPr/>
          </p:nvSpPr>
          <p:spPr>
            <a:xfrm>
              <a:off x="578819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g880"/>
            <p:cNvSpPr/>
            <p:nvPr/>
          </p:nvSpPr>
          <p:spPr>
            <a:xfrm>
              <a:off x="579983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g881"/>
            <p:cNvSpPr/>
            <p:nvPr/>
          </p:nvSpPr>
          <p:spPr>
            <a:xfrm>
              <a:off x="581147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g882"/>
            <p:cNvSpPr/>
            <p:nvPr/>
          </p:nvSpPr>
          <p:spPr>
            <a:xfrm>
              <a:off x="561363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g883"/>
            <p:cNvSpPr/>
            <p:nvPr/>
          </p:nvSpPr>
          <p:spPr>
            <a:xfrm>
              <a:off x="562527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g884"/>
            <p:cNvSpPr/>
            <p:nvPr/>
          </p:nvSpPr>
          <p:spPr>
            <a:xfrm>
              <a:off x="563691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g885"/>
            <p:cNvSpPr/>
            <p:nvPr/>
          </p:nvSpPr>
          <p:spPr>
            <a:xfrm>
              <a:off x="564854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g886"/>
            <p:cNvSpPr/>
            <p:nvPr/>
          </p:nvSpPr>
          <p:spPr>
            <a:xfrm>
              <a:off x="566018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g887"/>
            <p:cNvSpPr/>
            <p:nvPr/>
          </p:nvSpPr>
          <p:spPr>
            <a:xfrm>
              <a:off x="567182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g888"/>
            <p:cNvSpPr/>
            <p:nvPr/>
          </p:nvSpPr>
          <p:spPr>
            <a:xfrm>
              <a:off x="5683461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g889"/>
            <p:cNvSpPr/>
            <p:nvPr/>
          </p:nvSpPr>
          <p:spPr>
            <a:xfrm>
              <a:off x="569509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g890"/>
            <p:cNvSpPr/>
            <p:nvPr/>
          </p:nvSpPr>
          <p:spPr>
            <a:xfrm>
              <a:off x="570673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g891"/>
            <p:cNvSpPr/>
            <p:nvPr/>
          </p:nvSpPr>
          <p:spPr>
            <a:xfrm>
              <a:off x="5718373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g892"/>
            <p:cNvSpPr/>
            <p:nvPr/>
          </p:nvSpPr>
          <p:spPr>
            <a:xfrm>
              <a:off x="573001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g893"/>
            <p:cNvSpPr/>
            <p:nvPr/>
          </p:nvSpPr>
          <p:spPr>
            <a:xfrm>
              <a:off x="574164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g894"/>
            <p:cNvSpPr/>
            <p:nvPr/>
          </p:nvSpPr>
          <p:spPr>
            <a:xfrm>
              <a:off x="575328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g895"/>
            <p:cNvSpPr/>
            <p:nvPr/>
          </p:nvSpPr>
          <p:spPr>
            <a:xfrm>
              <a:off x="576492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g896"/>
            <p:cNvSpPr/>
            <p:nvPr/>
          </p:nvSpPr>
          <p:spPr>
            <a:xfrm>
              <a:off x="577656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g897"/>
            <p:cNvSpPr/>
            <p:nvPr/>
          </p:nvSpPr>
          <p:spPr>
            <a:xfrm>
              <a:off x="578819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g898"/>
            <p:cNvSpPr/>
            <p:nvPr/>
          </p:nvSpPr>
          <p:spPr>
            <a:xfrm>
              <a:off x="579983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g899"/>
            <p:cNvSpPr/>
            <p:nvPr/>
          </p:nvSpPr>
          <p:spPr>
            <a:xfrm>
              <a:off x="581147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g900"/>
            <p:cNvSpPr/>
            <p:nvPr/>
          </p:nvSpPr>
          <p:spPr>
            <a:xfrm>
              <a:off x="561363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g901"/>
            <p:cNvSpPr/>
            <p:nvPr/>
          </p:nvSpPr>
          <p:spPr>
            <a:xfrm>
              <a:off x="562527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g902"/>
            <p:cNvSpPr/>
            <p:nvPr/>
          </p:nvSpPr>
          <p:spPr>
            <a:xfrm>
              <a:off x="563691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g903"/>
            <p:cNvSpPr/>
            <p:nvPr/>
          </p:nvSpPr>
          <p:spPr>
            <a:xfrm>
              <a:off x="564854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g904"/>
            <p:cNvSpPr/>
            <p:nvPr/>
          </p:nvSpPr>
          <p:spPr>
            <a:xfrm>
              <a:off x="566018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g905"/>
            <p:cNvSpPr/>
            <p:nvPr/>
          </p:nvSpPr>
          <p:spPr>
            <a:xfrm>
              <a:off x="567182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g906"/>
            <p:cNvSpPr/>
            <p:nvPr/>
          </p:nvSpPr>
          <p:spPr>
            <a:xfrm>
              <a:off x="5683461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g907"/>
            <p:cNvSpPr/>
            <p:nvPr/>
          </p:nvSpPr>
          <p:spPr>
            <a:xfrm>
              <a:off x="569509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g908"/>
            <p:cNvSpPr/>
            <p:nvPr/>
          </p:nvSpPr>
          <p:spPr>
            <a:xfrm>
              <a:off x="570673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g909"/>
            <p:cNvSpPr/>
            <p:nvPr/>
          </p:nvSpPr>
          <p:spPr>
            <a:xfrm>
              <a:off x="5718373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g910"/>
            <p:cNvSpPr/>
            <p:nvPr/>
          </p:nvSpPr>
          <p:spPr>
            <a:xfrm>
              <a:off x="573001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g911"/>
            <p:cNvSpPr/>
            <p:nvPr/>
          </p:nvSpPr>
          <p:spPr>
            <a:xfrm>
              <a:off x="574164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g912"/>
            <p:cNvSpPr/>
            <p:nvPr/>
          </p:nvSpPr>
          <p:spPr>
            <a:xfrm>
              <a:off x="575328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g913"/>
            <p:cNvSpPr/>
            <p:nvPr/>
          </p:nvSpPr>
          <p:spPr>
            <a:xfrm>
              <a:off x="576492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g914"/>
            <p:cNvSpPr/>
            <p:nvPr/>
          </p:nvSpPr>
          <p:spPr>
            <a:xfrm>
              <a:off x="577656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g915"/>
            <p:cNvSpPr/>
            <p:nvPr/>
          </p:nvSpPr>
          <p:spPr>
            <a:xfrm>
              <a:off x="578819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g916"/>
            <p:cNvSpPr/>
            <p:nvPr/>
          </p:nvSpPr>
          <p:spPr>
            <a:xfrm>
              <a:off x="579983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g917"/>
            <p:cNvSpPr/>
            <p:nvPr/>
          </p:nvSpPr>
          <p:spPr>
            <a:xfrm>
              <a:off x="581147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g918"/>
            <p:cNvSpPr/>
            <p:nvPr/>
          </p:nvSpPr>
          <p:spPr>
            <a:xfrm>
              <a:off x="547398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g919"/>
            <p:cNvSpPr/>
            <p:nvPr/>
          </p:nvSpPr>
          <p:spPr>
            <a:xfrm>
              <a:off x="552053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g920"/>
            <p:cNvSpPr/>
            <p:nvPr/>
          </p:nvSpPr>
          <p:spPr>
            <a:xfrm>
              <a:off x="553217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g921"/>
            <p:cNvSpPr/>
            <p:nvPr/>
          </p:nvSpPr>
          <p:spPr>
            <a:xfrm>
              <a:off x="554381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g922"/>
            <p:cNvSpPr/>
            <p:nvPr/>
          </p:nvSpPr>
          <p:spPr>
            <a:xfrm>
              <a:off x="555545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g923"/>
            <p:cNvSpPr/>
            <p:nvPr/>
          </p:nvSpPr>
          <p:spPr>
            <a:xfrm>
              <a:off x="556708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g924"/>
            <p:cNvSpPr/>
            <p:nvPr/>
          </p:nvSpPr>
          <p:spPr>
            <a:xfrm>
              <a:off x="557872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g925"/>
            <p:cNvSpPr/>
            <p:nvPr/>
          </p:nvSpPr>
          <p:spPr>
            <a:xfrm>
              <a:off x="559036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g926"/>
            <p:cNvSpPr/>
            <p:nvPr/>
          </p:nvSpPr>
          <p:spPr>
            <a:xfrm>
              <a:off x="560200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g927"/>
            <p:cNvSpPr/>
            <p:nvPr/>
          </p:nvSpPr>
          <p:spPr>
            <a:xfrm>
              <a:off x="561363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g928"/>
            <p:cNvSpPr/>
            <p:nvPr/>
          </p:nvSpPr>
          <p:spPr>
            <a:xfrm>
              <a:off x="562527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g929"/>
            <p:cNvSpPr/>
            <p:nvPr/>
          </p:nvSpPr>
          <p:spPr>
            <a:xfrm>
              <a:off x="563691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g930"/>
            <p:cNvSpPr/>
            <p:nvPr/>
          </p:nvSpPr>
          <p:spPr>
            <a:xfrm>
              <a:off x="564854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g931"/>
            <p:cNvSpPr/>
            <p:nvPr/>
          </p:nvSpPr>
          <p:spPr>
            <a:xfrm>
              <a:off x="566018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g932"/>
            <p:cNvSpPr/>
            <p:nvPr/>
          </p:nvSpPr>
          <p:spPr>
            <a:xfrm>
              <a:off x="567182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g933"/>
            <p:cNvSpPr/>
            <p:nvPr/>
          </p:nvSpPr>
          <p:spPr>
            <a:xfrm>
              <a:off x="568346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g934"/>
            <p:cNvSpPr/>
            <p:nvPr/>
          </p:nvSpPr>
          <p:spPr>
            <a:xfrm>
              <a:off x="569509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g935"/>
            <p:cNvSpPr/>
            <p:nvPr/>
          </p:nvSpPr>
          <p:spPr>
            <a:xfrm>
              <a:off x="570673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g936"/>
            <p:cNvSpPr/>
            <p:nvPr/>
          </p:nvSpPr>
          <p:spPr>
            <a:xfrm>
              <a:off x="571837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g937"/>
            <p:cNvSpPr/>
            <p:nvPr/>
          </p:nvSpPr>
          <p:spPr>
            <a:xfrm>
              <a:off x="573001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g938"/>
            <p:cNvSpPr/>
            <p:nvPr/>
          </p:nvSpPr>
          <p:spPr>
            <a:xfrm>
              <a:off x="574164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g939"/>
            <p:cNvSpPr/>
            <p:nvPr/>
          </p:nvSpPr>
          <p:spPr>
            <a:xfrm>
              <a:off x="575328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g940"/>
            <p:cNvSpPr/>
            <p:nvPr/>
          </p:nvSpPr>
          <p:spPr>
            <a:xfrm>
              <a:off x="576492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g941"/>
            <p:cNvSpPr/>
            <p:nvPr/>
          </p:nvSpPr>
          <p:spPr>
            <a:xfrm>
              <a:off x="577656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g942"/>
            <p:cNvSpPr/>
            <p:nvPr/>
          </p:nvSpPr>
          <p:spPr>
            <a:xfrm>
              <a:off x="578819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g943"/>
            <p:cNvSpPr/>
            <p:nvPr/>
          </p:nvSpPr>
          <p:spPr>
            <a:xfrm>
              <a:off x="579983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g944"/>
            <p:cNvSpPr/>
            <p:nvPr/>
          </p:nvSpPr>
          <p:spPr>
            <a:xfrm>
              <a:off x="534597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g945"/>
            <p:cNvSpPr/>
            <p:nvPr/>
          </p:nvSpPr>
          <p:spPr>
            <a:xfrm>
              <a:off x="535761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g946"/>
            <p:cNvSpPr/>
            <p:nvPr/>
          </p:nvSpPr>
          <p:spPr>
            <a:xfrm>
              <a:off x="536925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g947"/>
            <p:cNvSpPr/>
            <p:nvPr/>
          </p:nvSpPr>
          <p:spPr>
            <a:xfrm>
              <a:off x="543907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g948"/>
            <p:cNvSpPr/>
            <p:nvPr/>
          </p:nvSpPr>
          <p:spPr>
            <a:xfrm>
              <a:off x="545071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g949"/>
            <p:cNvSpPr/>
            <p:nvPr/>
          </p:nvSpPr>
          <p:spPr>
            <a:xfrm>
              <a:off x="546235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g950"/>
            <p:cNvSpPr/>
            <p:nvPr/>
          </p:nvSpPr>
          <p:spPr>
            <a:xfrm>
              <a:off x="547398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g951"/>
            <p:cNvSpPr/>
            <p:nvPr/>
          </p:nvSpPr>
          <p:spPr>
            <a:xfrm>
              <a:off x="548562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g952"/>
            <p:cNvSpPr/>
            <p:nvPr/>
          </p:nvSpPr>
          <p:spPr>
            <a:xfrm>
              <a:off x="549726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g953"/>
            <p:cNvSpPr/>
            <p:nvPr/>
          </p:nvSpPr>
          <p:spPr>
            <a:xfrm>
              <a:off x="550890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g954"/>
            <p:cNvSpPr/>
            <p:nvPr/>
          </p:nvSpPr>
          <p:spPr>
            <a:xfrm>
              <a:off x="552053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g955"/>
            <p:cNvSpPr/>
            <p:nvPr/>
          </p:nvSpPr>
          <p:spPr>
            <a:xfrm>
              <a:off x="553217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g956"/>
            <p:cNvSpPr/>
            <p:nvPr/>
          </p:nvSpPr>
          <p:spPr>
            <a:xfrm>
              <a:off x="554381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g957"/>
            <p:cNvSpPr/>
            <p:nvPr/>
          </p:nvSpPr>
          <p:spPr>
            <a:xfrm>
              <a:off x="555545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g958"/>
            <p:cNvSpPr/>
            <p:nvPr/>
          </p:nvSpPr>
          <p:spPr>
            <a:xfrm>
              <a:off x="556708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g959"/>
            <p:cNvSpPr/>
            <p:nvPr/>
          </p:nvSpPr>
          <p:spPr>
            <a:xfrm>
              <a:off x="557872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g960"/>
            <p:cNvSpPr/>
            <p:nvPr/>
          </p:nvSpPr>
          <p:spPr>
            <a:xfrm>
              <a:off x="559036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g961"/>
            <p:cNvSpPr/>
            <p:nvPr/>
          </p:nvSpPr>
          <p:spPr>
            <a:xfrm>
              <a:off x="560200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g962"/>
            <p:cNvSpPr/>
            <p:nvPr/>
          </p:nvSpPr>
          <p:spPr>
            <a:xfrm>
              <a:off x="561363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g963"/>
            <p:cNvSpPr/>
            <p:nvPr/>
          </p:nvSpPr>
          <p:spPr>
            <a:xfrm>
              <a:off x="562527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g964"/>
            <p:cNvSpPr/>
            <p:nvPr/>
          </p:nvSpPr>
          <p:spPr>
            <a:xfrm>
              <a:off x="563691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g965"/>
            <p:cNvSpPr/>
            <p:nvPr/>
          </p:nvSpPr>
          <p:spPr>
            <a:xfrm>
              <a:off x="564854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g966"/>
            <p:cNvSpPr/>
            <p:nvPr/>
          </p:nvSpPr>
          <p:spPr>
            <a:xfrm>
              <a:off x="566018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g967"/>
            <p:cNvSpPr/>
            <p:nvPr/>
          </p:nvSpPr>
          <p:spPr>
            <a:xfrm>
              <a:off x="567182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g968"/>
            <p:cNvSpPr/>
            <p:nvPr/>
          </p:nvSpPr>
          <p:spPr>
            <a:xfrm>
              <a:off x="568346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g969"/>
            <p:cNvSpPr/>
            <p:nvPr/>
          </p:nvSpPr>
          <p:spPr>
            <a:xfrm>
              <a:off x="569509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g970"/>
            <p:cNvSpPr/>
            <p:nvPr/>
          </p:nvSpPr>
          <p:spPr>
            <a:xfrm>
              <a:off x="570673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g971"/>
            <p:cNvSpPr/>
            <p:nvPr/>
          </p:nvSpPr>
          <p:spPr>
            <a:xfrm>
              <a:off x="571837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g972"/>
            <p:cNvSpPr/>
            <p:nvPr/>
          </p:nvSpPr>
          <p:spPr>
            <a:xfrm>
              <a:off x="573001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g973"/>
            <p:cNvSpPr/>
            <p:nvPr/>
          </p:nvSpPr>
          <p:spPr>
            <a:xfrm>
              <a:off x="574164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g974"/>
            <p:cNvSpPr/>
            <p:nvPr/>
          </p:nvSpPr>
          <p:spPr>
            <a:xfrm>
              <a:off x="575328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g975"/>
            <p:cNvSpPr/>
            <p:nvPr/>
          </p:nvSpPr>
          <p:spPr>
            <a:xfrm>
              <a:off x="576492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g976"/>
            <p:cNvSpPr/>
            <p:nvPr/>
          </p:nvSpPr>
          <p:spPr>
            <a:xfrm>
              <a:off x="533434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g977"/>
            <p:cNvSpPr/>
            <p:nvPr/>
          </p:nvSpPr>
          <p:spPr>
            <a:xfrm>
              <a:off x="534597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g978"/>
            <p:cNvSpPr/>
            <p:nvPr/>
          </p:nvSpPr>
          <p:spPr>
            <a:xfrm>
              <a:off x="535761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g979"/>
            <p:cNvSpPr/>
            <p:nvPr/>
          </p:nvSpPr>
          <p:spPr>
            <a:xfrm>
              <a:off x="536925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g980"/>
            <p:cNvSpPr/>
            <p:nvPr/>
          </p:nvSpPr>
          <p:spPr>
            <a:xfrm>
              <a:off x="538089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g981"/>
            <p:cNvSpPr/>
            <p:nvPr/>
          </p:nvSpPr>
          <p:spPr>
            <a:xfrm>
              <a:off x="541580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g982"/>
            <p:cNvSpPr/>
            <p:nvPr/>
          </p:nvSpPr>
          <p:spPr>
            <a:xfrm>
              <a:off x="542744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g983"/>
            <p:cNvSpPr/>
            <p:nvPr/>
          </p:nvSpPr>
          <p:spPr>
            <a:xfrm>
              <a:off x="543907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g984"/>
            <p:cNvSpPr/>
            <p:nvPr/>
          </p:nvSpPr>
          <p:spPr>
            <a:xfrm>
              <a:off x="545071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g985"/>
            <p:cNvSpPr/>
            <p:nvPr/>
          </p:nvSpPr>
          <p:spPr>
            <a:xfrm>
              <a:off x="546235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g986"/>
            <p:cNvSpPr/>
            <p:nvPr/>
          </p:nvSpPr>
          <p:spPr>
            <a:xfrm>
              <a:off x="547398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g987"/>
            <p:cNvSpPr/>
            <p:nvPr/>
          </p:nvSpPr>
          <p:spPr>
            <a:xfrm>
              <a:off x="548562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g988"/>
            <p:cNvSpPr/>
            <p:nvPr/>
          </p:nvSpPr>
          <p:spPr>
            <a:xfrm>
              <a:off x="549726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g989"/>
            <p:cNvSpPr/>
            <p:nvPr/>
          </p:nvSpPr>
          <p:spPr>
            <a:xfrm>
              <a:off x="550890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g990"/>
            <p:cNvSpPr/>
            <p:nvPr/>
          </p:nvSpPr>
          <p:spPr>
            <a:xfrm>
              <a:off x="552053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g991"/>
            <p:cNvSpPr/>
            <p:nvPr/>
          </p:nvSpPr>
          <p:spPr>
            <a:xfrm>
              <a:off x="553217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g992"/>
            <p:cNvSpPr/>
            <p:nvPr/>
          </p:nvSpPr>
          <p:spPr>
            <a:xfrm>
              <a:off x="554381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g993"/>
            <p:cNvSpPr/>
            <p:nvPr/>
          </p:nvSpPr>
          <p:spPr>
            <a:xfrm>
              <a:off x="555545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g994"/>
            <p:cNvSpPr/>
            <p:nvPr/>
          </p:nvSpPr>
          <p:spPr>
            <a:xfrm>
              <a:off x="556708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g995"/>
            <p:cNvSpPr/>
            <p:nvPr/>
          </p:nvSpPr>
          <p:spPr>
            <a:xfrm>
              <a:off x="557872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g996"/>
            <p:cNvSpPr/>
            <p:nvPr/>
          </p:nvSpPr>
          <p:spPr>
            <a:xfrm>
              <a:off x="559036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g997"/>
            <p:cNvSpPr/>
            <p:nvPr/>
          </p:nvSpPr>
          <p:spPr>
            <a:xfrm>
              <a:off x="560200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g998"/>
            <p:cNvSpPr/>
            <p:nvPr/>
          </p:nvSpPr>
          <p:spPr>
            <a:xfrm>
              <a:off x="561363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g999"/>
            <p:cNvSpPr/>
            <p:nvPr/>
          </p:nvSpPr>
          <p:spPr>
            <a:xfrm>
              <a:off x="562527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g1000"/>
            <p:cNvSpPr/>
            <p:nvPr/>
          </p:nvSpPr>
          <p:spPr>
            <a:xfrm>
              <a:off x="563691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g1001"/>
            <p:cNvSpPr/>
            <p:nvPr/>
          </p:nvSpPr>
          <p:spPr>
            <a:xfrm>
              <a:off x="564854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g1002"/>
            <p:cNvSpPr/>
            <p:nvPr/>
          </p:nvSpPr>
          <p:spPr>
            <a:xfrm>
              <a:off x="566018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g1003"/>
            <p:cNvSpPr/>
            <p:nvPr/>
          </p:nvSpPr>
          <p:spPr>
            <a:xfrm>
              <a:off x="567182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g1004"/>
            <p:cNvSpPr/>
            <p:nvPr/>
          </p:nvSpPr>
          <p:spPr>
            <a:xfrm>
              <a:off x="568346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g1005"/>
            <p:cNvSpPr/>
            <p:nvPr/>
          </p:nvSpPr>
          <p:spPr>
            <a:xfrm>
              <a:off x="570673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g1006"/>
            <p:cNvSpPr/>
            <p:nvPr/>
          </p:nvSpPr>
          <p:spPr>
            <a:xfrm>
              <a:off x="571837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g1007"/>
            <p:cNvSpPr/>
            <p:nvPr/>
          </p:nvSpPr>
          <p:spPr>
            <a:xfrm>
              <a:off x="533434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g1008"/>
            <p:cNvSpPr/>
            <p:nvPr/>
          </p:nvSpPr>
          <p:spPr>
            <a:xfrm>
              <a:off x="534597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g1009"/>
            <p:cNvSpPr/>
            <p:nvPr/>
          </p:nvSpPr>
          <p:spPr>
            <a:xfrm>
              <a:off x="535761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g1010"/>
            <p:cNvSpPr/>
            <p:nvPr/>
          </p:nvSpPr>
          <p:spPr>
            <a:xfrm>
              <a:off x="536925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g1011"/>
            <p:cNvSpPr/>
            <p:nvPr/>
          </p:nvSpPr>
          <p:spPr>
            <a:xfrm>
              <a:off x="538089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g1012"/>
            <p:cNvSpPr/>
            <p:nvPr/>
          </p:nvSpPr>
          <p:spPr>
            <a:xfrm>
              <a:off x="539252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g1013"/>
            <p:cNvSpPr/>
            <p:nvPr/>
          </p:nvSpPr>
          <p:spPr>
            <a:xfrm>
              <a:off x="540416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g1014"/>
            <p:cNvSpPr/>
            <p:nvPr/>
          </p:nvSpPr>
          <p:spPr>
            <a:xfrm>
              <a:off x="541580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g1015"/>
            <p:cNvSpPr/>
            <p:nvPr/>
          </p:nvSpPr>
          <p:spPr>
            <a:xfrm>
              <a:off x="542744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g1016"/>
            <p:cNvSpPr/>
            <p:nvPr/>
          </p:nvSpPr>
          <p:spPr>
            <a:xfrm>
              <a:off x="543907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g1017"/>
            <p:cNvSpPr/>
            <p:nvPr/>
          </p:nvSpPr>
          <p:spPr>
            <a:xfrm>
              <a:off x="545071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g1018"/>
            <p:cNvSpPr/>
            <p:nvPr/>
          </p:nvSpPr>
          <p:spPr>
            <a:xfrm>
              <a:off x="546235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g1019"/>
            <p:cNvSpPr/>
            <p:nvPr/>
          </p:nvSpPr>
          <p:spPr>
            <a:xfrm>
              <a:off x="547398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g1020"/>
            <p:cNvSpPr/>
            <p:nvPr/>
          </p:nvSpPr>
          <p:spPr>
            <a:xfrm>
              <a:off x="548562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g1021"/>
            <p:cNvSpPr/>
            <p:nvPr/>
          </p:nvSpPr>
          <p:spPr>
            <a:xfrm>
              <a:off x="5497264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g1022"/>
            <p:cNvSpPr/>
            <p:nvPr/>
          </p:nvSpPr>
          <p:spPr>
            <a:xfrm>
              <a:off x="550890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g1023"/>
            <p:cNvSpPr/>
            <p:nvPr/>
          </p:nvSpPr>
          <p:spPr>
            <a:xfrm>
              <a:off x="552053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g1024"/>
            <p:cNvSpPr/>
            <p:nvPr/>
          </p:nvSpPr>
          <p:spPr>
            <a:xfrm>
              <a:off x="553217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g1025"/>
            <p:cNvSpPr/>
            <p:nvPr/>
          </p:nvSpPr>
          <p:spPr>
            <a:xfrm>
              <a:off x="554381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g1026"/>
            <p:cNvSpPr/>
            <p:nvPr/>
          </p:nvSpPr>
          <p:spPr>
            <a:xfrm>
              <a:off x="555545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g1027"/>
            <p:cNvSpPr/>
            <p:nvPr/>
          </p:nvSpPr>
          <p:spPr>
            <a:xfrm>
              <a:off x="556708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g1028"/>
            <p:cNvSpPr/>
            <p:nvPr/>
          </p:nvSpPr>
          <p:spPr>
            <a:xfrm>
              <a:off x="557872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g1029"/>
            <p:cNvSpPr/>
            <p:nvPr/>
          </p:nvSpPr>
          <p:spPr>
            <a:xfrm>
              <a:off x="559036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g1030"/>
            <p:cNvSpPr/>
            <p:nvPr/>
          </p:nvSpPr>
          <p:spPr>
            <a:xfrm>
              <a:off x="560200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g1031"/>
            <p:cNvSpPr/>
            <p:nvPr/>
          </p:nvSpPr>
          <p:spPr>
            <a:xfrm>
              <a:off x="561363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g1032"/>
            <p:cNvSpPr/>
            <p:nvPr/>
          </p:nvSpPr>
          <p:spPr>
            <a:xfrm>
              <a:off x="562527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g1033"/>
            <p:cNvSpPr/>
            <p:nvPr/>
          </p:nvSpPr>
          <p:spPr>
            <a:xfrm>
              <a:off x="563691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g1034"/>
            <p:cNvSpPr/>
            <p:nvPr/>
          </p:nvSpPr>
          <p:spPr>
            <a:xfrm>
              <a:off x="534597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g1035"/>
            <p:cNvSpPr/>
            <p:nvPr/>
          </p:nvSpPr>
          <p:spPr>
            <a:xfrm>
              <a:off x="535761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g1036"/>
            <p:cNvSpPr/>
            <p:nvPr/>
          </p:nvSpPr>
          <p:spPr>
            <a:xfrm>
              <a:off x="536925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g1037"/>
            <p:cNvSpPr/>
            <p:nvPr/>
          </p:nvSpPr>
          <p:spPr>
            <a:xfrm>
              <a:off x="538089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g1038"/>
            <p:cNvSpPr/>
            <p:nvPr/>
          </p:nvSpPr>
          <p:spPr>
            <a:xfrm>
              <a:off x="539252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g1039"/>
            <p:cNvSpPr/>
            <p:nvPr/>
          </p:nvSpPr>
          <p:spPr>
            <a:xfrm>
              <a:off x="540416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g1040"/>
            <p:cNvSpPr/>
            <p:nvPr/>
          </p:nvSpPr>
          <p:spPr>
            <a:xfrm>
              <a:off x="541580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g1041"/>
            <p:cNvSpPr/>
            <p:nvPr/>
          </p:nvSpPr>
          <p:spPr>
            <a:xfrm>
              <a:off x="5427440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g1042"/>
            <p:cNvSpPr/>
            <p:nvPr/>
          </p:nvSpPr>
          <p:spPr>
            <a:xfrm>
              <a:off x="543907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g1043"/>
            <p:cNvSpPr/>
            <p:nvPr/>
          </p:nvSpPr>
          <p:spPr>
            <a:xfrm>
              <a:off x="545071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g1044"/>
            <p:cNvSpPr/>
            <p:nvPr/>
          </p:nvSpPr>
          <p:spPr>
            <a:xfrm>
              <a:off x="5462352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g1045"/>
            <p:cNvSpPr/>
            <p:nvPr/>
          </p:nvSpPr>
          <p:spPr>
            <a:xfrm>
              <a:off x="547398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g1046"/>
            <p:cNvSpPr/>
            <p:nvPr/>
          </p:nvSpPr>
          <p:spPr>
            <a:xfrm>
              <a:off x="548562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g1047"/>
            <p:cNvSpPr/>
            <p:nvPr/>
          </p:nvSpPr>
          <p:spPr>
            <a:xfrm>
              <a:off x="5497264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g1048"/>
            <p:cNvSpPr/>
            <p:nvPr/>
          </p:nvSpPr>
          <p:spPr>
            <a:xfrm>
              <a:off x="550890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g1049"/>
            <p:cNvSpPr/>
            <p:nvPr/>
          </p:nvSpPr>
          <p:spPr>
            <a:xfrm>
              <a:off x="552053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g1050"/>
            <p:cNvSpPr/>
            <p:nvPr/>
          </p:nvSpPr>
          <p:spPr>
            <a:xfrm>
              <a:off x="553217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g1051"/>
            <p:cNvSpPr/>
            <p:nvPr/>
          </p:nvSpPr>
          <p:spPr>
            <a:xfrm>
              <a:off x="554381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g1052"/>
            <p:cNvSpPr/>
            <p:nvPr/>
          </p:nvSpPr>
          <p:spPr>
            <a:xfrm>
              <a:off x="555545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g1053"/>
            <p:cNvSpPr/>
            <p:nvPr/>
          </p:nvSpPr>
          <p:spPr>
            <a:xfrm>
              <a:off x="556708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g1054"/>
            <p:cNvSpPr/>
            <p:nvPr/>
          </p:nvSpPr>
          <p:spPr>
            <a:xfrm>
              <a:off x="559036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g1055"/>
            <p:cNvSpPr/>
            <p:nvPr/>
          </p:nvSpPr>
          <p:spPr>
            <a:xfrm>
              <a:off x="5345979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g1056"/>
            <p:cNvSpPr/>
            <p:nvPr/>
          </p:nvSpPr>
          <p:spPr>
            <a:xfrm>
              <a:off x="5357616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g1057"/>
            <p:cNvSpPr/>
            <p:nvPr/>
          </p:nvSpPr>
          <p:spPr>
            <a:xfrm>
              <a:off x="536925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g1058"/>
            <p:cNvSpPr/>
            <p:nvPr/>
          </p:nvSpPr>
          <p:spPr>
            <a:xfrm>
              <a:off x="5380891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g1059"/>
            <p:cNvSpPr/>
            <p:nvPr/>
          </p:nvSpPr>
          <p:spPr>
            <a:xfrm>
              <a:off x="5392528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g1060"/>
            <p:cNvSpPr/>
            <p:nvPr/>
          </p:nvSpPr>
          <p:spPr>
            <a:xfrm>
              <a:off x="540416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g1061"/>
            <p:cNvSpPr/>
            <p:nvPr/>
          </p:nvSpPr>
          <p:spPr>
            <a:xfrm>
              <a:off x="541580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g1062"/>
            <p:cNvSpPr/>
            <p:nvPr/>
          </p:nvSpPr>
          <p:spPr>
            <a:xfrm>
              <a:off x="5427440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g1063"/>
            <p:cNvSpPr/>
            <p:nvPr/>
          </p:nvSpPr>
          <p:spPr>
            <a:xfrm>
              <a:off x="5439077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g1064"/>
            <p:cNvSpPr/>
            <p:nvPr/>
          </p:nvSpPr>
          <p:spPr>
            <a:xfrm>
              <a:off x="545071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g1065"/>
            <p:cNvSpPr/>
            <p:nvPr/>
          </p:nvSpPr>
          <p:spPr>
            <a:xfrm>
              <a:off x="5462352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g1066"/>
            <p:cNvSpPr/>
            <p:nvPr/>
          </p:nvSpPr>
          <p:spPr>
            <a:xfrm>
              <a:off x="533434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g1067"/>
            <p:cNvSpPr/>
            <p:nvPr/>
          </p:nvSpPr>
          <p:spPr>
            <a:xfrm>
              <a:off x="5345979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g1068"/>
            <p:cNvSpPr/>
            <p:nvPr/>
          </p:nvSpPr>
          <p:spPr>
            <a:xfrm>
              <a:off x="5357616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g1069"/>
            <p:cNvSpPr/>
            <p:nvPr/>
          </p:nvSpPr>
          <p:spPr>
            <a:xfrm>
              <a:off x="536925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g1070"/>
            <p:cNvSpPr/>
            <p:nvPr/>
          </p:nvSpPr>
          <p:spPr>
            <a:xfrm>
              <a:off x="538089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g1071"/>
            <p:cNvSpPr/>
            <p:nvPr/>
          </p:nvSpPr>
          <p:spPr>
            <a:xfrm>
              <a:off x="5392528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g1072"/>
            <p:cNvSpPr/>
            <p:nvPr/>
          </p:nvSpPr>
          <p:spPr>
            <a:xfrm>
              <a:off x="5404165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g1073"/>
            <p:cNvSpPr/>
            <p:nvPr/>
          </p:nvSpPr>
          <p:spPr>
            <a:xfrm>
              <a:off x="541580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g1074"/>
            <p:cNvSpPr/>
            <p:nvPr/>
          </p:nvSpPr>
          <p:spPr>
            <a:xfrm>
              <a:off x="5427440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g1075"/>
            <p:cNvSpPr/>
            <p:nvPr/>
          </p:nvSpPr>
          <p:spPr>
            <a:xfrm>
              <a:off x="5322704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g1076"/>
            <p:cNvSpPr/>
            <p:nvPr/>
          </p:nvSpPr>
          <p:spPr>
            <a:xfrm>
              <a:off x="533434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g1077"/>
            <p:cNvSpPr/>
            <p:nvPr/>
          </p:nvSpPr>
          <p:spPr>
            <a:xfrm>
              <a:off x="5345979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g1078"/>
            <p:cNvSpPr/>
            <p:nvPr/>
          </p:nvSpPr>
          <p:spPr>
            <a:xfrm>
              <a:off x="5357616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g1079"/>
            <p:cNvSpPr/>
            <p:nvPr/>
          </p:nvSpPr>
          <p:spPr>
            <a:xfrm>
              <a:off x="5369253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g1080"/>
            <p:cNvSpPr/>
            <p:nvPr/>
          </p:nvSpPr>
          <p:spPr>
            <a:xfrm>
              <a:off x="538089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g1081"/>
            <p:cNvSpPr/>
            <p:nvPr/>
          </p:nvSpPr>
          <p:spPr>
            <a:xfrm>
              <a:off x="5392528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g1082"/>
            <p:cNvSpPr/>
            <p:nvPr/>
          </p:nvSpPr>
          <p:spPr>
            <a:xfrm>
              <a:off x="5404165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g1083"/>
            <p:cNvSpPr/>
            <p:nvPr/>
          </p:nvSpPr>
          <p:spPr>
            <a:xfrm>
              <a:off x="5311067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g1084"/>
            <p:cNvSpPr/>
            <p:nvPr/>
          </p:nvSpPr>
          <p:spPr>
            <a:xfrm>
              <a:off x="5322704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g1085"/>
            <p:cNvSpPr/>
            <p:nvPr/>
          </p:nvSpPr>
          <p:spPr>
            <a:xfrm>
              <a:off x="533434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g1086"/>
            <p:cNvSpPr/>
            <p:nvPr/>
          </p:nvSpPr>
          <p:spPr>
            <a:xfrm>
              <a:off x="5345979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g1087"/>
            <p:cNvSpPr/>
            <p:nvPr/>
          </p:nvSpPr>
          <p:spPr>
            <a:xfrm>
              <a:off x="5357616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g1088"/>
            <p:cNvSpPr/>
            <p:nvPr/>
          </p:nvSpPr>
          <p:spPr>
            <a:xfrm>
              <a:off x="5369253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g1089"/>
            <p:cNvSpPr/>
            <p:nvPr/>
          </p:nvSpPr>
          <p:spPr>
            <a:xfrm>
              <a:off x="538089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g1090"/>
            <p:cNvSpPr/>
            <p:nvPr/>
          </p:nvSpPr>
          <p:spPr>
            <a:xfrm>
              <a:off x="5311067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g1091"/>
            <p:cNvSpPr/>
            <p:nvPr/>
          </p:nvSpPr>
          <p:spPr>
            <a:xfrm>
              <a:off x="5322704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g1092"/>
            <p:cNvSpPr/>
            <p:nvPr/>
          </p:nvSpPr>
          <p:spPr>
            <a:xfrm>
              <a:off x="533434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g1093"/>
            <p:cNvSpPr/>
            <p:nvPr/>
          </p:nvSpPr>
          <p:spPr>
            <a:xfrm>
              <a:off x="5345979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g1094"/>
            <p:cNvSpPr/>
            <p:nvPr/>
          </p:nvSpPr>
          <p:spPr>
            <a:xfrm>
              <a:off x="5357616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g1095"/>
            <p:cNvSpPr/>
            <p:nvPr/>
          </p:nvSpPr>
          <p:spPr>
            <a:xfrm>
              <a:off x="5369253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g1096"/>
            <p:cNvSpPr/>
            <p:nvPr/>
          </p:nvSpPr>
          <p:spPr>
            <a:xfrm>
              <a:off x="538089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g1097"/>
            <p:cNvSpPr/>
            <p:nvPr/>
          </p:nvSpPr>
          <p:spPr>
            <a:xfrm>
              <a:off x="5311067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g1098"/>
            <p:cNvSpPr/>
            <p:nvPr/>
          </p:nvSpPr>
          <p:spPr>
            <a:xfrm>
              <a:off x="5322704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g1099"/>
            <p:cNvSpPr/>
            <p:nvPr/>
          </p:nvSpPr>
          <p:spPr>
            <a:xfrm>
              <a:off x="533434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g1100"/>
            <p:cNvSpPr/>
            <p:nvPr/>
          </p:nvSpPr>
          <p:spPr>
            <a:xfrm>
              <a:off x="5345979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g1101"/>
            <p:cNvSpPr/>
            <p:nvPr/>
          </p:nvSpPr>
          <p:spPr>
            <a:xfrm>
              <a:off x="5357616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g1102"/>
            <p:cNvSpPr/>
            <p:nvPr/>
          </p:nvSpPr>
          <p:spPr>
            <a:xfrm>
              <a:off x="5369253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g1103"/>
            <p:cNvSpPr/>
            <p:nvPr/>
          </p:nvSpPr>
          <p:spPr>
            <a:xfrm>
              <a:off x="538089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g1104"/>
            <p:cNvSpPr/>
            <p:nvPr/>
          </p:nvSpPr>
          <p:spPr>
            <a:xfrm>
              <a:off x="5311067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g1105"/>
            <p:cNvSpPr/>
            <p:nvPr/>
          </p:nvSpPr>
          <p:spPr>
            <a:xfrm>
              <a:off x="5322704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g1106"/>
            <p:cNvSpPr/>
            <p:nvPr/>
          </p:nvSpPr>
          <p:spPr>
            <a:xfrm>
              <a:off x="533434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g1107"/>
            <p:cNvSpPr/>
            <p:nvPr/>
          </p:nvSpPr>
          <p:spPr>
            <a:xfrm>
              <a:off x="5345979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g1108"/>
            <p:cNvSpPr/>
            <p:nvPr/>
          </p:nvSpPr>
          <p:spPr>
            <a:xfrm>
              <a:off x="5357616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g1109"/>
            <p:cNvSpPr/>
            <p:nvPr/>
          </p:nvSpPr>
          <p:spPr>
            <a:xfrm>
              <a:off x="5369253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g1110"/>
            <p:cNvSpPr/>
            <p:nvPr/>
          </p:nvSpPr>
          <p:spPr>
            <a:xfrm>
              <a:off x="538089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g1111"/>
            <p:cNvSpPr/>
            <p:nvPr/>
          </p:nvSpPr>
          <p:spPr>
            <a:xfrm>
              <a:off x="524124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g1112"/>
            <p:cNvSpPr/>
            <p:nvPr/>
          </p:nvSpPr>
          <p:spPr>
            <a:xfrm>
              <a:off x="5252880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g1113"/>
            <p:cNvSpPr/>
            <p:nvPr/>
          </p:nvSpPr>
          <p:spPr>
            <a:xfrm>
              <a:off x="533434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g1114"/>
            <p:cNvSpPr/>
            <p:nvPr/>
          </p:nvSpPr>
          <p:spPr>
            <a:xfrm>
              <a:off x="5345979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g1115"/>
            <p:cNvSpPr/>
            <p:nvPr/>
          </p:nvSpPr>
          <p:spPr>
            <a:xfrm>
              <a:off x="5357616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g1116"/>
            <p:cNvSpPr/>
            <p:nvPr/>
          </p:nvSpPr>
          <p:spPr>
            <a:xfrm>
              <a:off x="536925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g1117"/>
            <p:cNvSpPr/>
            <p:nvPr/>
          </p:nvSpPr>
          <p:spPr>
            <a:xfrm>
              <a:off x="538089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g1118"/>
            <p:cNvSpPr/>
            <p:nvPr/>
          </p:nvSpPr>
          <p:spPr>
            <a:xfrm>
              <a:off x="5217968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g1119"/>
            <p:cNvSpPr/>
            <p:nvPr/>
          </p:nvSpPr>
          <p:spPr>
            <a:xfrm>
              <a:off x="5229605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g1120"/>
            <p:cNvSpPr/>
            <p:nvPr/>
          </p:nvSpPr>
          <p:spPr>
            <a:xfrm>
              <a:off x="524124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g1121"/>
            <p:cNvSpPr/>
            <p:nvPr/>
          </p:nvSpPr>
          <p:spPr>
            <a:xfrm>
              <a:off x="5252880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g1122"/>
            <p:cNvSpPr/>
            <p:nvPr/>
          </p:nvSpPr>
          <p:spPr>
            <a:xfrm>
              <a:off x="5264517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g1123"/>
            <p:cNvSpPr/>
            <p:nvPr/>
          </p:nvSpPr>
          <p:spPr>
            <a:xfrm>
              <a:off x="533434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g1124"/>
            <p:cNvSpPr/>
            <p:nvPr/>
          </p:nvSpPr>
          <p:spPr>
            <a:xfrm>
              <a:off x="5345979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g1125"/>
            <p:cNvSpPr/>
            <p:nvPr/>
          </p:nvSpPr>
          <p:spPr>
            <a:xfrm>
              <a:off x="5357616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g1126"/>
            <p:cNvSpPr/>
            <p:nvPr/>
          </p:nvSpPr>
          <p:spPr>
            <a:xfrm>
              <a:off x="536925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g1127"/>
            <p:cNvSpPr/>
            <p:nvPr/>
          </p:nvSpPr>
          <p:spPr>
            <a:xfrm>
              <a:off x="538089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g1128"/>
            <p:cNvSpPr/>
            <p:nvPr/>
          </p:nvSpPr>
          <p:spPr>
            <a:xfrm>
              <a:off x="519469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g1129"/>
            <p:cNvSpPr/>
            <p:nvPr/>
          </p:nvSpPr>
          <p:spPr>
            <a:xfrm>
              <a:off x="520633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g1130"/>
            <p:cNvSpPr/>
            <p:nvPr/>
          </p:nvSpPr>
          <p:spPr>
            <a:xfrm>
              <a:off x="5217968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g1131"/>
            <p:cNvSpPr/>
            <p:nvPr/>
          </p:nvSpPr>
          <p:spPr>
            <a:xfrm>
              <a:off x="5229605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g1132"/>
            <p:cNvSpPr/>
            <p:nvPr/>
          </p:nvSpPr>
          <p:spPr>
            <a:xfrm>
              <a:off x="524124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g1133"/>
            <p:cNvSpPr/>
            <p:nvPr/>
          </p:nvSpPr>
          <p:spPr>
            <a:xfrm>
              <a:off x="5252880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g1134"/>
            <p:cNvSpPr/>
            <p:nvPr/>
          </p:nvSpPr>
          <p:spPr>
            <a:xfrm>
              <a:off x="5264517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g1135"/>
            <p:cNvSpPr/>
            <p:nvPr/>
          </p:nvSpPr>
          <p:spPr>
            <a:xfrm>
              <a:off x="5322704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g1136"/>
            <p:cNvSpPr/>
            <p:nvPr/>
          </p:nvSpPr>
          <p:spPr>
            <a:xfrm>
              <a:off x="533434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g1137"/>
            <p:cNvSpPr/>
            <p:nvPr/>
          </p:nvSpPr>
          <p:spPr>
            <a:xfrm>
              <a:off x="5345979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g1138"/>
            <p:cNvSpPr/>
            <p:nvPr/>
          </p:nvSpPr>
          <p:spPr>
            <a:xfrm>
              <a:off x="5357616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g1139"/>
            <p:cNvSpPr/>
            <p:nvPr/>
          </p:nvSpPr>
          <p:spPr>
            <a:xfrm>
              <a:off x="536925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g1140"/>
            <p:cNvSpPr/>
            <p:nvPr/>
          </p:nvSpPr>
          <p:spPr>
            <a:xfrm>
              <a:off x="518305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g1141"/>
            <p:cNvSpPr/>
            <p:nvPr/>
          </p:nvSpPr>
          <p:spPr>
            <a:xfrm>
              <a:off x="519469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g1142"/>
            <p:cNvSpPr/>
            <p:nvPr/>
          </p:nvSpPr>
          <p:spPr>
            <a:xfrm>
              <a:off x="520633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g1143"/>
            <p:cNvSpPr/>
            <p:nvPr/>
          </p:nvSpPr>
          <p:spPr>
            <a:xfrm>
              <a:off x="5217968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g1144"/>
            <p:cNvSpPr/>
            <p:nvPr/>
          </p:nvSpPr>
          <p:spPr>
            <a:xfrm>
              <a:off x="5229605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g1145"/>
            <p:cNvSpPr/>
            <p:nvPr/>
          </p:nvSpPr>
          <p:spPr>
            <a:xfrm>
              <a:off x="524124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g1146"/>
            <p:cNvSpPr/>
            <p:nvPr/>
          </p:nvSpPr>
          <p:spPr>
            <a:xfrm>
              <a:off x="5252880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g1147"/>
            <p:cNvSpPr/>
            <p:nvPr/>
          </p:nvSpPr>
          <p:spPr>
            <a:xfrm>
              <a:off x="5264517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g1148"/>
            <p:cNvSpPr/>
            <p:nvPr/>
          </p:nvSpPr>
          <p:spPr>
            <a:xfrm>
              <a:off x="5322704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g1149"/>
            <p:cNvSpPr/>
            <p:nvPr/>
          </p:nvSpPr>
          <p:spPr>
            <a:xfrm>
              <a:off x="533434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g1150"/>
            <p:cNvSpPr/>
            <p:nvPr/>
          </p:nvSpPr>
          <p:spPr>
            <a:xfrm>
              <a:off x="5345979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g1151"/>
            <p:cNvSpPr/>
            <p:nvPr/>
          </p:nvSpPr>
          <p:spPr>
            <a:xfrm>
              <a:off x="535761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g1152"/>
            <p:cNvSpPr/>
            <p:nvPr/>
          </p:nvSpPr>
          <p:spPr>
            <a:xfrm>
              <a:off x="536925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g1153"/>
            <p:cNvSpPr/>
            <p:nvPr/>
          </p:nvSpPr>
          <p:spPr>
            <a:xfrm>
              <a:off x="512486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g1154"/>
            <p:cNvSpPr/>
            <p:nvPr/>
          </p:nvSpPr>
          <p:spPr>
            <a:xfrm>
              <a:off x="513650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g1155"/>
            <p:cNvSpPr/>
            <p:nvPr/>
          </p:nvSpPr>
          <p:spPr>
            <a:xfrm>
              <a:off x="514814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g1156"/>
            <p:cNvSpPr/>
            <p:nvPr/>
          </p:nvSpPr>
          <p:spPr>
            <a:xfrm>
              <a:off x="515978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g1157"/>
            <p:cNvSpPr/>
            <p:nvPr/>
          </p:nvSpPr>
          <p:spPr>
            <a:xfrm>
              <a:off x="517141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g1158"/>
            <p:cNvSpPr/>
            <p:nvPr/>
          </p:nvSpPr>
          <p:spPr>
            <a:xfrm>
              <a:off x="518305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g1159"/>
            <p:cNvSpPr/>
            <p:nvPr/>
          </p:nvSpPr>
          <p:spPr>
            <a:xfrm>
              <a:off x="519469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g1160"/>
            <p:cNvSpPr/>
            <p:nvPr/>
          </p:nvSpPr>
          <p:spPr>
            <a:xfrm>
              <a:off x="520633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g1161"/>
            <p:cNvSpPr/>
            <p:nvPr/>
          </p:nvSpPr>
          <p:spPr>
            <a:xfrm>
              <a:off x="5217968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g1162"/>
            <p:cNvSpPr/>
            <p:nvPr/>
          </p:nvSpPr>
          <p:spPr>
            <a:xfrm>
              <a:off x="5229605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g1163"/>
            <p:cNvSpPr/>
            <p:nvPr/>
          </p:nvSpPr>
          <p:spPr>
            <a:xfrm>
              <a:off x="524124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g1164"/>
            <p:cNvSpPr/>
            <p:nvPr/>
          </p:nvSpPr>
          <p:spPr>
            <a:xfrm>
              <a:off x="5252880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g1165"/>
            <p:cNvSpPr/>
            <p:nvPr/>
          </p:nvSpPr>
          <p:spPr>
            <a:xfrm>
              <a:off x="531106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g1166"/>
            <p:cNvSpPr/>
            <p:nvPr/>
          </p:nvSpPr>
          <p:spPr>
            <a:xfrm>
              <a:off x="532270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g1167"/>
            <p:cNvSpPr/>
            <p:nvPr/>
          </p:nvSpPr>
          <p:spPr>
            <a:xfrm>
              <a:off x="533434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g1168"/>
            <p:cNvSpPr/>
            <p:nvPr/>
          </p:nvSpPr>
          <p:spPr>
            <a:xfrm>
              <a:off x="534597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g1169"/>
            <p:cNvSpPr/>
            <p:nvPr/>
          </p:nvSpPr>
          <p:spPr>
            <a:xfrm>
              <a:off x="535761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g1170"/>
            <p:cNvSpPr/>
            <p:nvPr/>
          </p:nvSpPr>
          <p:spPr>
            <a:xfrm>
              <a:off x="536925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g1171"/>
            <p:cNvSpPr/>
            <p:nvPr/>
          </p:nvSpPr>
          <p:spPr>
            <a:xfrm>
              <a:off x="5113232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g1172"/>
            <p:cNvSpPr/>
            <p:nvPr/>
          </p:nvSpPr>
          <p:spPr>
            <a:xfrm>
              <a:off x="512486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g1173"/>
            <p:cNvSpPr/>
            <p:nvPr/>
          </p:nvSpPr>
          <p:spPr>
            <a:xfrm>
              <a:off x="513650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g1174"/>
            <p:cNvSpPr/>
            <p:nvPr/>
          </p:nvSpPr>
          <p:spPr>
            <a:xfrm>
              <a:off x="514814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g1175"/>
            <p:cNvSpPr/>
            <p:nvPr/>
          </p:nvSpPr>
          <p:spPr>
            <a:xfrm>
              <a:off x="515978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g1176"/>
            <p:cNvSpPr/>
            <p:nvPr/>
          </p:nvSpPr>
          <p:spPr>
            <a:xfrm>
              <a:off x="517141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g1177"/>
            <p:cNvSpPr/>
            <p:nvPr/>
          </p:nvSpPr>
          <p:spPr>
            <a:xfrm>
              <a:off x="518305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g1178"/>
            <p:cNvSpPr/>
            <p:nvPr/>
          </p:nvSpPr>
          <p:spPr>
            <a:xfrm>
              <a:off x="519469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g1179"/>
            <p:cNvSpPr/>
            <p:nvPr/>
          </p:nvSpPr>
          <p:spPr>
            <a:xfrm>
              <a:off x="520633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g1180"/>
            <p:cNvSpPr/>
            <p:nvPr/>
          </p:nvSpPr>
          <p:spPr>
            <a:xfrm>
              <a:off x="5217968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g1181"/>
            <p:cNvSpPr/>
            <p:nvPr/>
          </p:nvSpPr>
          <p:spPr>
            <a:xfrm>
              <a:off x="5229605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g1182"/>
            <p:cNvSpPr/>
            <p:nvPr/>
          </p:nvSpPr>
          <p:spPr>
            <a:xfrm>
              <a:off x="524124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g1183"/>
            <p:cNvSpPr/>
            <p:nvPr/>
          </p:nvSpPr>
          <p:spPr>
            <a:xfrm>
              <a:off x="529942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g1184"/>
            <p:cNvSpPr/>
            <p:nvPr/>
          </p:nvSpPr>
          <p:spPr>
            <a:xfrm>
              <a:off x="531106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g1185"/>
            <p:cNvSpPr/>
            <p:nvPr/>
          </p:nvSpPr>
          <p:spPr>
            <a:xfrm>
              <a:off x="532270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g1186"/>
            <p:cNvSpPr/>
            <p:nvPr/>
          </p:nvSpPr>
          <p:spPr>
            <a:xfrm>
              <a:off x="533434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g1187"/>
            <p:cNvSpPr/>
            <p:nvPr/>
          </p:nvSpPr>
          <p:spPr>
            <a:xfrm>
              <a:off x="534597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g1188"/>
            <p:cNvSpPr/>
            <p:nvPr/>
          </p:nvSpPr>
          <p:spPr>
            <a:xfrm>
              <a:off x="535761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g1189"/>
            <p:cNvSpPr/>
            <p:nvPr/>
          </p:nvSpPr>
          <p:spPr>
            <a:xfrm>
              <a:off x="536925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g1190"/>
            <p:cNvSpPr/>
            <p:nvPr/>
          </p:nvSpPr>
          <p:spPr>
            <a:xfrm>
              <a:off x="508995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g1191"/>
            <p:cNvSpPr/>
            <p:nvPr/>
          </p:nvSpPr>
          <p:spPr>
            <a:xfrm>
              <a:off x="5101595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g1192"/>
            <p:cNvSpPr/>
            <p:nvPr/>
          </p:nvSpPr>
          <p:spPr>
            <a:xfrm>
              <a:off x="511323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g1193"/>
            <p:cNvSpPr/>
            <p:nvPr/>
          </p:nvSpPr>
          <p:spPr>
            <a:xfrm>
              <a:off x="512486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g1194"/>
            <p:cNvSpPr/>
            <p:nvPr/>
          </p:nvSpPr>
          <p:spPr>
            <a:xfrm>
              <a:off x="513650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g1195"/>
            <p:cNvSpPr/>
            <p:nvPr/>
          </p:nvSpPr>
          <p:spPr>
            <a:xfrm>
              <a:off x="514814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g1196"/>
            <p:cNvSpPr/>
            <p:nvPr/>
          </p:nvSpPr>
          <p:spPr>
            <a:xfrm>
              <a:off x="515978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g1197"/>
            <p:cNvSpPr/>
            <p:nvPr/>
          </p:nvSpPr>
          <p:spPr>
            <a:xfrm>
              <a:off x="517141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g1198"/>
            <p:cNvSpPr/>
            <p:nvPr/>
          </p:nvSpPr>
          <p:spPr>
            <a:xfrm>
              <a:off x="5183056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g1199"/>
            <p:cNvSpPr/>
            <p:nvPr/>
          </p:nvSpPr>
          <p:spPr>
            <a:xfrm>
              <a:off x="519469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g1200"/>
            <p:cNvSpPr/>
            <p:nvPr/>
          </p:nvSpPr>
          <p:spPr>
            <a:xfrm>
              <a:off x="520633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g1201"/>
            <p:cNvSpPr/>
            <p:nvPr/>
          </p:nvSpPr>
          <p:spPr>
            <a:xfrm>
              <a:off x="5217968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g1202"/>
            <p:cNvSpPr/>
            <p:nvPr/>
          </p:nvSpPr>
          <p:spPr>
            <a:xfrm>
              <a:off x="528779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g1203"/>
            <p:cNvSpPr/>
            <p:nvPr/>
          </p:nvSpPr>
          <p:spPr>
            <a:xfrm>
              <a:off x="529942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g1204"/>
            <p:cNvSpPr/>
            <p:nvPr/>
          </p:nvSpPr>
          <p:spPr>
            <a:xfrm>
              <a:off x="531106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g1205"/>
            <p:cNvSpPr/>
            <p:nvPr/>
          </p:nvSpPr>
          <p:spPr>
            <a:xfrm>
              <a:off x="532270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g1206"/>
            <p:cNvSpPr/>
            <p:nvPr/>
          </p:nvSpPr>
          <p:spPr>
            <a:xfrm>
              <a:off x="533434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g1207"/>
            <p:cNvSpPr/>
            <p:nvPr/>
          </p:nvSpPr>
          <p:spPr>
            <a:xfrm>
              <a:off x="534597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g1208"/>
            <p:cNvSpPr/>
            <p:nvPr/>
          </p:nvSpPr>
          <p:spPr>
            <a:xfrm>
              <a:off x="506668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g1209"/>
            <p:cNvSpPr/>
            <p:nvPr/>
          </p:nvSpPr>
          <p:spPr>
            <a:xfrm>
              <a:off x="507832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g1210"/>
            <p:cNvSpPr/>
            <p:nvPr/>
          </p:nvSpPr>
          <p:spPr>
            <a:xfrm>
              <a:off x="508995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g1211"/>
            <p:cNvSpPr/>
            <p:nvPr/>
          </p:nvSpPr>
          <p:spPr>
            <a:xfrm>
              <a:off x="510159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g1212"/>
            <p:cNvSpPr/>
            <p:nvPr/>
          </p:nvSpPr>
          <p:spPr>
            <a:xfrm>
              <a:off x="511323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g1213"/>
            <p:cNvSpPr/>
            <p:nvPr/>
          </p:nvSpPr>
          <p:spPr>
            <a:xfrm>
              <a:off x="512486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g1214"/>
            <p:cNvSpPr/>
            <p:nvPr/>
          </p:nvSpPr>
          <p:spPr>
            <a:xfrm>
              <a:off x="513650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g1215"/>
            <p:cNvSpPr/>
            <p:nvPr/>
          </p:nvSpPr>
          <p:spPr>
            <a:xfrm>
              <a:off x="514814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g1216"/>
            <p:cNvSpPr/>
            <p:nvPr/>
          </p:nvSpPr>
          <p:spPr>
            <a:xfrm>
              <a:off x="515978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g1217"/>
            <p:cNvSpPr/>
            <p:nvPr/>
          </p:nvSpPr>
          <p:spPr>
            <a:xfrm>
              <a:off x="517141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g1218"/>
            <p:cNvSpPr/>
            <p:nvPr/>
          </p:nvSpPr>
          <p:spPr>
            <a:xfrm>
              <a:off x="5183056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g1219"/>
            <p:cNvSpPr/>
            <p:nvPr/>
          </p:nvSpPr>
          <p:spPr>
            <a:xfrm>
              <a:off x="519469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g1220"/>
            <p:cNvSpPr/>
            <p:nvPr/>
          </p:nvSpPr>
          <p:spPr>
            <a:xfrm>
              <a:off x="520633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g1221"/>
            <p:cNvSpPr/>
            <p:nvPr/>
          </p:nvSpPr>
          <p:spPr>
            <a:xfrm>
              <a:off x="5217968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g1222"/>
            <p:cNvSpPr/>
            <p:nvPr/>
          </p:nvSpPr>
          <p:spPr>
            <a:xfrm>
              <a:off x="522960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g1223"/>
            <p:cNvSpPr/>
            <p:nvPr/>
          </p:nvSpPr>
          <p:spPr>
            <a:xfrm>
              <a:off x="524124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g1224"/>
            <p:cNvSpPr/>
            <p:nvPr/>
          </p:nvSpPr>
          <p:spPr>
            <a:xfrm>
              <a:off x="525288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g1225"/>
            <p:cNvSpPr/>
            <p:nvPr/>
          </p:nvSpPr>
          <p:spPr>
            <a:xfrm>
              <a:off x="527615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g1226"/>
            <p:cNvSpPr/>
            <p:nvPr/>
          </p:nvSpPr>
          <p:spPr>
            <a:xfrm>
              <a:off x="528779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g1227"/>
            <p:cNvSpPr/>
            <p:nvPr/>
          </p:nvSpPr>
          <p:spPr>
            <a:xfrm>
              <a:off x="529942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g1228"/>
            <p:cNvSpPr/>
            <p:nvPr/>
          </p:nvSpPr>
          <p:spPr>
            <a:xfrm>
              <a:off x="531106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g1229"/>
            <p:cNvSpPr/>
            <p:nvPr/>
          </p:nvSpPr>
          <p:spPr>
            <a:xfrm>
              <a:off x="532270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g1230"/>
            <p:cNvSpPr/>
            <p:nvPr/>
          </p:nvSpPr>
          <p:spPr>
            <a:xfrm>
              <a:off x="533434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g1231"/>
            <p:cNvSpPr/>
            <p:nvPr/>
          </p:nvSpPr>
          <p:spPr>
            <a:xfrm>
              <a:off x="534597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g1232"/>
            <p:cNvSpPr/>
            <p:nvPr/>
          </p:nvSpPr>
          <p:spPr>
            <a:xfrm>
              <a:off x="506668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g1233"/>
            <p:cNvSpPr/>
            <p:nvPr/>
          </p:nvSpPr>
          <p:spPr>
            <a:xfrm>
              <a:off x="507832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g1234"/>
            <p:cNvSpPr/>
            <p:nvPr/>
          </p:nvSpPr>
          <p:spPr>
            <a:xfrm>
              <a:off x="508995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g1235"/>
            <p:cNvSpPr/>
            <p:nvPr/>
          </p:nvSpPr>
          <p:spPr>
            <a:xfrm>
              <a:off x="510159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g1236"/>
            <p:cNvSpPr/>
            <p:nvPr/>
          </p:nvSpPr>
          <p:spPr>
            <a:xfrm>
              <a:off x="511323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g1237"/>
            <p:cNvSpPr/>
            <p:nvPr/>
          </p:nvSpPr>
          <p:spPr>
            <a:xfrm>
              <a:off x="512486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g1238"/>
            <p:cNvSpPr/>
            <p:nvPr/>
          </p:nvSpPr>
          <p:spPr>
            <a:xfrm>
              <a:off x="513650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g1239"/>
            <p:cNvSpPr/>
            <p:nvPr/>
          </p:nvSpPr>
          <p:spPr>
            <a:xfrm>
              <a:off x="514814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g1240"/>
            <p:cNvSpPr/>
            <p:nvPr/>
          </p:nvSpPr>
          <p:spPr>
            <a:xfrm>
              <a:off x="515978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g1241"/>
            <p:cNvSpPr/>
            <p:nvPr/>
          </p:nvSpPr>
          <p:spPr>
            <a:xfrm>
              <a:off x="517141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g1242"/>
            <p:cNvSpPr/>
            <p:nvPr/>
          </p:nvSpPr>
          <p:spPr>
            <a:xfrm>
              <a:off x="5183056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g1243"/>
            <p:cNvSpPr/>
            <p:nvPr/>
          </p:nvSpPr>
          <p:spPr>
            <a:xfrm>
              <a:off x="519469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g1244"/>
            <p:cNvSpPr/>
            <p:nvPr/>
          </p:nvSpPr>
          <p:spPr>
            <a:xfrm>
              <a:off x="520633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g1245"/>
            <p:cNvSpPr/>
            <p:nvPr/>
          </p:nvSpPr>
          <p:spPr>
            <a:xfrm>
              <a:off x="5217968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g1246"/>
            <p:cNvSpPr/>
            <p:nvPr/>
          </p:nvSpPr>
          <p:spPr>
            <a:xfrm>
              <a:off x="522960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g1247"/>
            <p:cNvSpPr/>
            <p:nvPr/>
          </p:nvSpPr>
          <p:spPr>
            <a:xfrm>
              <a:off x="524124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g1248"/>
            <p:cNvSpPr/>
            <p:nvPr/>
          </p:nvSpPr>
          <p:spPr>
            <a:xfrm>
              <a:off x="525288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g1249"/>
            <p:cNvSpPr/>
            <p:nvPr/>
          </p:nvSpPr>
          <p:spPr>
            <a:xfrm>
              <a:off x="526451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g1250"/>
            <p:cNvSpPr/>
            <p:nvPr/>
          </p:nvSpPr>
          <p:spPr>
            <a:xfrm>
              <a:off x="527615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g1251"/>
            <p:cNvSpPr/>
            <p:nvPr/>
          </p:nvSpPr>
          <p:spPr>
            <a:xfrm>
              <a:off x="528779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g1252"/>
            <p:cNvSpPr/>
            <p:nvPr/>
          </p:nvSpPr>
          <p:spPr>
            <a:xfrm>
              <a:off x="529942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g1253"/>
            <p:cNvSpPr/>
            <p:nvPr/>
          </p:nvSpPr>
          <p:spPr>
            <a:xfrm>
              <a:off x="531106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g1254"/>
            <p:cNvSpPr/>
            <p:nvPr/>
          </p:nvSpPr>
          <p:spPr>
            <a:xfrm>
              <a:off x="532270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g1255"/>
            <p:cNvSpPr/>
            <p:nvPr/>
          </p:nvSpPr>
          <p:spPr>
            <a:xfrm>
              <a:off x="533434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g1256"/>
            <p:cNvSpPr/>
            <p:nvPr/>
          </p:nvSpPr>
          <p:spPr>
            <a:xfrm>
              <a:off x="506668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g1257"/>
            <p:cNvSpPr/>
            <p:nvPr/>
          </p:nvSpPr>
          <p:spPr>
            <a:xfrm>
              <a:off x="507832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g1258"/>
            <p:cNvSpPr/>
            <p:nvPr/>
          </p:nvSpPr>
          <p:spPr>
            <a:xfrm>
              <a:off x="508995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g1259"/>
            <p:cNvSpPr/>
            <p:nvPr/>
          </p:nvSpPr>
          <p:spPr>
            <a:xfrm>
              <a:off x="510159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g1260"/>
            <p:cNvSpPr/>
            <p:nvPr/>
          </p:nvSpPr>
          <p:spPr>
            <a:xfrm>
              <a:off x="511323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g1261"/>
            <p:cNvSpPr/>
            <p:nvPr/>
          </p:nvSpPr>
          <p:spPr>
            <a:xfrm>
              <a:off x="512486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g1262"/>
            <p:cNvSpPr/>
            <p:nvPr/>
          </p:nvSpPr>
          <p:spPr>
            <a:xfrm>
              <a:off x="513650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g1263"/>
            <p:cNvSpPr/>
            <p:nvPr/>
          </p:nvSpPr>
          <p:spPr>
            <a:xfrm>
              <a:off x="514814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g1264"/>
            <p:cNvSpPr/>
            <p:nvPr/>
          </p:nvSpPr>
          <p:spPr>
            <a:xfrm>
              <a:off x="515978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g1265"/>
            <p:cNvSpPr/>
            <p:nvPr/>
          </p:nvSpPr>
          <p:spPr>
            <a:xfrm>
              <a:off x="517141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g1266"/>
            <p:cNvSpPr/>
            <p:nvPr/>
          </p:nvSpPr>
          <p:spPr>
            <a:xfrm>
              <a:off x="5183056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g1267"/>
            <p:cNvSpPr/>
            <p:nvPr/>
          </p:nvSpPr>
          <p:spPr>
            <a:xfrm>
              <a:off x="519469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g1268"/>
            <p:cNvSpPr/>
            <p:nvPr/>
          </p:nvSpPr>
          <p:spPr>
            <a:xfrm>
              <a:off x="520633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g1269"/>
            <p:cNvSpPr/>
            <p:nvPr/>
          </p:nvSpPr>
          <p:spPr>
            <a:xfrm>
              <a:off x="5217968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g1270"/>
            <p:cNvSpPr/>
            <p:nvPr/>
          </p:nvSpPr>
          <p:spPr>
            <a:xfrm>
              <a:off x="522960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g1271"/>
            <p:cNvSpPr/>
            <p:nvPr/>
          </p:nvSpPr>
          <p:spPr>
            <a:xfrm>
              <a:off x="524124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g1272"/>
            <p:cNvSpPr/>
            <p:nvPr/>
          </p:nvSpPr>
          <p:spPr>
            <a:xfrm>
              <a:off x="525288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g1273"/>
            <p:cNvSpPr/>
            <p:nvPr/>
          </p:nvSpPr>
          <p:spPr>
            <a:xfrm>
              <a:off x="526451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g1274"/>
            <p:cNvSpPr/>
            <p:nvPr/>
          </p:nvSpPr>
          <p:spPr>
            <a:xfrm>
              <a:off x="527615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g1275"/>
            <p:cNvSpPr/>
            <p:nvPr/>
          </p:nvSpPr>
          <p:spPr>
            <a:xfrm>
              <a:off x="528779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g1276"/>
            <p:cNvSpPr/>
            <p:nvPr/>
          </p:nvSpPr>
          <p:spPr>
            <a:xfrm>
              <a:off x="529942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g1277"/>
            <p:cNvSpPr/>
            <p:nvPr/>
          </p:nvSpPr>
          <p:spPr>
            <a:xfrm>
              <a:off x="531106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g1278"/>
            <p:cNvSpPr/>
            <p:nvPr/>
          </p:nvSpPr>
          <p:spPr>
            <a:xfrm>
              <a:off x="532270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g1279"/>
            <p:cNvSpPr/>
            <p:nvPr/>
          </p:nvSpPr>
          <p:spPr>
            <a:xfrm>
              <a:off x="503177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g1280"/>
            <p:cNvSpPr/>
            <p:nvPr/>
          </p:nvSpPr>
          <p:spPr>
            <a:xfrm>
              <a:off x="504340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g1281"/>
            <p:cNvSpPr/>
            <p:nvPr/>
          </p:nvSpPr>
          <p:spPr>
            <a:xfrm>
              <a:off x="506668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g1282"/>
            <p:cNvSpPr/>
            <p:nvPr/>
          </p:nvSpPr>
          <p:spPr>
            <a:xfrm>
              <a:off x="507832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g1283"/>
            <p:cNvSpPr/>
            <p:nvPr/>
          </p:nvSpPr>
          <p:spPr>
            <a:xfrm>
              <a:off x="508995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g1284"/>
            <p:cNvSpPr/>
            <p:nvPr/>
          </p:nvSpPr>
          <p:spPr>
            <a:xfrm>
              <a:off x="510159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g1285"/>
            <p:cNvSpPr/>
            <p:nvPr/>
          </p:nvSpPr>
          <p:spPr>
            <a:xfrm>
              <a:off x="511323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g1286"/>
            <p:cNvSpPr/>
            <p:nvPr/>
          </p:nvSpPr>
          <p:spPr>
            <a:xfrm>
              <a:off x="512486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g1287"/>
            <p:cNvSpPr/>
            <p:nvPr/>
          </p:nvSpPr>
          <p:spPr>
            <a:xfrm>
              <a:off x="513650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g1288"/>
            <p:cNvSpPr/>
            <p:nvPr/>
          </p:nvSpPr>
          <p:spPr>
            <a:xfrm>
              <a:off x="5148144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g1289"/>
            <p:cNvSpPr/>
            <p:nvPr/>
          </p:nvSpPr>
          <p:spPr>
            <a:xfrm>
              <a:off x="5183056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g1290"/>
            <p:cNvSpPr/>
            <p:nvPr/>
          </p:nvSpPr>
          <p:spPr>
            <a:xfrm>
              <a:off x="519469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g1291"/>
            <p:cNvSpPr/>
            <p:nvPr/>
          </p:nvSpPr>
          <p:spPr>
            <a:xfrm>
              <a:off x="520633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g1292"/>
            <p:cNvSpPr/>
            <p:nvPr/>
          </p:nvSpPr>
          <p:spPr>
            <a:xfrm>
              <a:off x="521796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g1293"/>
            <p:cNvSpPr/>
            <p:nvPr/>
          </p:nvSpPr>
          <p:spPr>
            <a:xfrm>
              <a:off x="522960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g1294"/>
            <p:cNvSpPr/>
            <p:nvPr/>
          </p:nvSpPr>
          <p:spPr>
            <a:xfrm>
              <a:off x="524124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g1295"/>
            <p:cNvSpPr/>
            <p:nvPr/>
          </p:nvSpPr>
          <p:spPr>
            <a:xfrm>
              <a:off x="525288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g1296"/>
            <p:cNvSpPr/>
            <p:nvPr/>
          </p:nvSpPr>
          <p:spPr>
            <a:xfrm>
              <a:off x="526451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g1297"/>
            <p:cNvSpPr/>
            <p:nvPr/>
          </p:nvSpPr>
          <p:spPr>
            <a:xfrm>
              <a:off x="527615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g1298"/>
            <p:cNvSpPr/>
            <p:nvPr/>
          </p:nvSpPr>
          <p:spPr>
            <a:xfrm>
              <a:off x="528779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g1299"/>
            <p:cNvSpPr/>
            <p:nvPr/>
          </p:nvSpPr>
          <p:spPr>
            <a:xfrm>
              <a:off x="529942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g1300"/>
            <p:cNvSpPr/>
            <p:nvPr/>
          </p:nvSpPr>
          <p:spPr>
            <a:xfrm>
              <a:off x="531106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g1301"/>
            <p:cNvSpPr/>
            <p:nvPr/>
          </p:nvSpPr>
          <p:spPr>
            <a:xfrm>
              <a:off x="502013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g1302"/>
            <p:cNvSpPr/>
            <p:nvPr/>
          </p:nvSpPr>
          <p:spPr>
            <a:xfrm>
              <a:off x="503177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g1303"/>
            <p:cNvSpPr/>
            <p:nvPr/>
          </p:nvSpPr>
          <p:spPr>
            <a:xfrm>
              <a:off x="504340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g1304"/>
            <p:cNvSpPr/>
            <p:nvPr/>
          </p:nvSpPr>
          <p:spPr>
            <a:xfrm>
              <a:off x="505504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g1305"/>
            <p:cNvSpPr/>
            <p:nvPr/>
          </p:nvSpPr>
          <p:spPr>
            <a:xfrm>
              <a:off x="506668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g1306"/>
            <p:cNvSpPr/>
            <p:nvPr/>
          </p:nvSpPr>
          <p:spPr>
            <a:xfrm>
              <a:off x="507832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g1307"/>
            <p:cNvSpPr/>
            <p:nvPr/>
          </p:nvSpPr>
          <p:spPr>
            <a:xfrm>
              <a:off x="508995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g1308"/>
            <p:cNvSpPr/>
            <p:nvPr/>
          </p:nvSpPr>
          <p:spPr>
            <a:xfrm>
              <a:off x="510159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g1309"/>
            <p:cNvSpPr/>
            <p:nvPr/>
          </p:nvSpPr>
          <p:spPr>
            <a:xfrm>
              <a:off x="511323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g1310"/>
            <p:cNvSpPr/>
            <p:nvPr/>
          </p:nvSpPr>
          <p:spPr>
            <a:xfrm>
              <a:off x="512486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g1311"/>
            <p:cNvSpPr/>
            <p:nvPr/>
          </p:nvSpPr>
          <p:spPr>
            <a:xfrm>
              <a:off x="513650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g1312"/>
            <p:cNvSpPr/>
            <p:nvPr/>
          </p:nvSpPr>
          <p:spPr>
            <a:xfrm>
              <a:off x="5148144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g1313"/>
            <p:cNvSpPr/>
            <p:nvPr/>
          </p:nvSpPr>
          <p:spPr>
            <a:xfrm>
              <a:off x="519469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g1314"/>
            <p:cNvSpPr/>
            <p:nvPr/>
          </p:nvSpPr>
          <p:spPr>
            <a:xfrm>
              <a:off x="5206331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g1315"/>
            <p:cNvSpPr/>
            <p:nvPr/>
          </p:nvSpPr>
          <p:spPr>
            <a:xfrm>
              <a:off x="521796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g1316"/>
            <p:cNvSpPr/>
            <p:nvPr/>
          </p:nvSpPr>
          <p:spPr>
            <a:xfrm>
              <a:off x="522960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g1317"/>
            <p:cNvSpPr/>
            <p:nvPr/>
          </p:nvSpPr>
          <p:spPr>
            <a:xfrm>
              <a:off x="524124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g1318"/>
            <p:cNvSpPr/>
            <p:nvPr/>
          </p:nvSpPr>
          <p:spPr>
            <a:xfrm>
              <a:off x="525288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g1319"/>
            <p:cNvSpPr/>
            <p:nvPr/>
          </p:nvSpPr>
          <p:spPr>
            <a:xfrm>
              <a:off x="526451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g1320"/>
            <p:cNvSpPr/>
            <p:nvPr/>
          </p:nvSpPr>
          <p:spPr>
            <a:xfrm>
              <a:off x="527615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g1321"/>
            <p:cNvSpPr/>
            <p:nvPr/>
          </p:nvSpPr>
          <p:spPr>
            <a:xfrm>
              <a:off x="528779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g1322"/>
            <p:cNvSpPr/>
            <p:nvPr/>
          </p:nvSpPr>
          <p:spPr>
            <a:xfrm>
              <a:off x="529942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g1323"/>
            <p:cNvSpPr/>
            <p:nvPr/>
          </p:nvSpPr>
          <p:spPr>
            <a:xfrm>
              <a:off x="5008496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g1324"/>
            <p:cNvSpPr/>
            <p:nvPr/>
          </p:nvSpPr>
          <p:spPr>
            <a:xfrm>
              <a:off x="502013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g1325"/>
            <p:cNvSpPr/>
            <p:nvPr/>
          </p:nvSpPr>
          <p:spPr>
            <a:xfrm>
              <a:off x="503177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g1326"/>
            <p:cNvSpPr/>
            <p:nvPr/>
          </p:nvSpPr>
          <p:spPr>
            <a:xfrm>
              <a:off x="504340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g1327"/>
            <p:cNvSpPr/>
            <p:nvPr/>
          </p:nvSpPr>
          <p:spPr>
            <a:xfrm>
              <a:off x="505504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g1328"/>
            <p:cNvSpPr/>
            <p:nvPr/>
          </p:nvSpPr>
          <p:spPr>
            <a:xfrm>
              <a:off x="506668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g1329"/>
            <p:cNvSpPr/>
            <p:nvPr/>
          </p:nvSpPr>
          <p:spPr>
            <a:xfrm>
              <a:off x="507832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g1330"/>
            <p:cNvSpPr/>
            <p:nvPr/>
          </p:nvSpPr>
          <p:spPr>
            <a:xfrm>
              <a:off x="508995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g1331"/>
            <p:cNvSpPr/>
            <p:nvPr/>
          </p:nvSpPr>
          <p:spPr>
            <a:xfrm>
              <a:off x="510159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g1332"/>
            <p:cNvSpPr/>
            <p:nvPr/>
          </p:nvSpPr>
          <p:spPr>
            <a:xfrm>
              <a:off x="511323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g1333"/>
            <p:cNvSpPr/>
            <p:nvPr/>
          </p:nvSpPr>
          <p:spPr>
            <a:xfrm>
              <a:off x="5124869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g1334"/>
            <p:cNvSpPr/>
            <p:nvPr/>
          </p:nvSpPr>
          <p:spPr>
            <a:xfrm>
              <a:off x="513650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g1335"/>
            <p:cNvSpPr/>
            <p:nvPr/>
          </p:nvSpPr>
          <p:spPr>
            <a:xfrm>
              <a:off x="5148144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g1336"/>
            <p:cNvSpPr/>
            <p:nvPr/>
          </p:nvSpPr>
          <p:spPr>
            <a:xfrm>
              <a:off x="519469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g1337"/>
            <p:cNvSpPr/>
            <p:nvPr/>
          </p:nvSpPr>
          <p:spPr>
            <a:xfrm>
              <a:off x="520633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g1338"/>
            <p:cNvSpPr/>
            <p:nvPr/>
          </p:nvSpPr>
          <p:spPr>
            <a:xfrm>
              <a:off x="521796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g1339"/>
            <p:cNvSpPr/>
            <p:nvPr/>
          </p:nvSpPr>
          <p:spPr>
            <a:xfrm>
              <a:off x="522960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g1340"/>
            <p:cNvSpPr/>
            <p:nvPr/>
          </p:nvSpPr>
          <p:spPr>
            <a:xfrm>
              <a:off x="524124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g1341"/>
            <p:cNvSpPr/>
            <p:nvPr/>
          </p:nvSpPr>
          <p:spPr>
            <a:xfrm>
              <a:off x="525288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g1342"/>
            <p:cNvSpPr/>
            <p:nvPr/>
          </p:nvSpPr>
          <p:spPr>
            <a:xfrm>
              <a:off x="526451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g1343"/>
            <p:cNvSpPr/>
            <p:nvPr/>
          </p:nvSpPr>
          <p:spPr>
            <a:xfrm>
              <a:off x="527615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g1344"/>
            <p:cNvSpPr/>
            <p:nvPr/>
          </p:nvSpPr>
          <p:spPr>
            <a:xfrm>
              <a:off x="528779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g1345"/>
            <p:cNvSpPr/>
            <p:nvPr/>
          </p:nvSpPr>
          <p:spPr>
            <a:xfrm>
              <a:off x="499685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g1346"/>
            <p:cNvSpPr/>
            <p:nvPr/>
          </p:nvSpPr>
          <p:spPr>
            <a:xfrm>
              <a:off x="5008496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g1347"/>
            <p:cNvSpPr/>
            <p:nvPr/>
          </p:nvSpPr>
          <p:spPr>
            <a:xfrm>
              <a:off x="502013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g1348"/>
            <p:cNvSpPr/>
            <p:nvPr/>
          </p:nvSpPr>
          <p:spPr>
            <a:xfrm>
              <a:off x="503177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g1349"/>
            <p:cNvSpPr/>
            <p:nvPr/>
          </p:nvSpPr>
          <p:spPr>
            <a:xfrm>
              <a:off x="504340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g1350"/>
            <p:cNvSpPr/>
            <p:nvPr/>
          </p:nvSpPr>
          <p:spPr>
            <a:xfrm>
              <a:off x="505504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g1351"/>
            <p:cNvSpPr/>
            <p:nvPr/>
          </p:nvSpPr>
          <p:spPr>
            <a:xfrm>
              <a:off x="506668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g1352"/>
            <p:cNvSpPr/>
            <p:nvPr/>
          </p:nvSpPr>
          <p:spPr>
            <a:xfrm>
              <a:off x="507832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g1353"/>
            <p:cNvSpPr/>
            <p:nvPr/>
          </p:nvSpPr>
          <p:spPr>
            <a:xfrm>
              <a:off x="508995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g1354"/>
            <p:cNvSpPr/>
            <p:nvPr/>
          </p:nvSpPr>
          <p:spPr>
            <a:xfrm>
              <a:off x="510159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g1355"/>
            <p:cNvSpPr/>
            <p:nvPr/>
          </p:nvSpPr>
          <p:spPr>
            <a:xfrm>
              <a:off x="511323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g1356"/>
            <p:cNvSpPr/>
            <p:nvPr/>
          </p:nvSpPr>
          <p:spPr>
            <a:xfrm>
              <a:off x="512486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g1357"/>
            <p:cNvSpPr/>
            <p:nvPr/>
          </p:nvSpPr>
          <p:spPr>
            <a:xfrm>
              <a:off x="513650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g1358"/>
            <p:cNvSpPr/>
            <p:nvPr/>
          </p:nvSpPr>
          <p:spPr>
            <a:xfrm>
              <a:off x="5148144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g1359"/>
            <p:cNvSpPr/>
            <p:nvPr/>
          </p:nvSpPr>
          <p:spPr>
            <a:xfrm>
              <a:off x="515978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g1360"/>
            <p:cNvSpPr/>
            <p:nvPr/>
          </p:nvSpPr>
          <p:spPr>
            <a:xfrm>
              <a:off x="520633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g1361"/>
            <p:cNvSpPr/>
            <p:nvPr/>
          </p:nvSpPr>
          <p:spPr>
            <a:xfrm>
              <a:off x="521796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g1362"/>
            <p:cNvSpPr/>
            <p:nvPr/>
          </p:nvSpPr>
          <p:spPr>
            <a:xfrm>
              <a:off x="522960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g1363"/>
            <p:cNvSpPr/>
            <p:nvPr/>
          </p:nvSpPr>
          <p:spPr>
            <a:xfrm>
              <a:off x="524124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g1364"/>
            <p:cNvSpPr/>
            <p:nvPr/>
          </p:nvSpPr>
          <p:spPr>
            <a:xfrm>
              <a:off x="525288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g1365"/>
            <p:cNvSpPr/>
            <p:nvPr/>
          </p:nvSpPr>
          <p:spPr>
            <a:xfrm>
              <a:off x="526451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g1366"/>
            <p:cNvSpPr/>
            <p:nvPr/>
          </p:nvSpPr>
          <p:spPr>
            <a:xfrm>
              <a:off x="527615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g1367"/>
            <p:cNvSpPr/>
            <p:nvPr/>
          </p:nvSpPr>
          <p:spPr>
            <a:xfrm>
              <a:off x="499685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g1368"/>
            <p:cNvSpPr/>
            <p:nvPr/>
          </p:nvSpPr>
          <p:spPr>
            <a:xfrm>
              <a:off x="5008496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g1369"/>
            <p:cNvSpPr/>
            <p:nvPr/>
          </p:nvSpPr>
          <p:spPr>
            <a:xfrm>
              <a:off x="502013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g1370"/>
            <p:cNvSpPr/>
            <p:nvPr/>
          </p:nvSpPr>
          <p:spPr>
            <a:xfrm>
              <a:off x="503177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g1371"/>
            <p:cNvSpPr/>
            <p:nvPr/>
          </p:nvSpPr>
          <p:spPr>
            <a:xfrm>
              <a:off x="504340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g1372"/>
            <p:cNvSpPr/>
            <p:nvPr/>
          </p:nvSpPr>
          <p:spPr>
            <a:xfrm>
              <a:off x="505504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g1373"/>
            <p:cNvSpPr/>
            <p:nvPr/>
          </p:nvSpPr>
          <p:spPr>
            <a:xfrm>
              <a:off x="506668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g1374"/>
            <p:cNvSpPr/>
            <p:nvPr/>
          </p:nvSpPr>
          <p:spPr>
            <a:xfrm>
              <a:off x="507832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g1375"/>
            <p:cNvSpPr/>
            <p:nvPr/>
          </p:nvSpPr>
          <p:spPr>
            <a:xfrm>
              <a:off x="508995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g1376"/>
            <p:cNvSpPr/>
            <p:nvPr/>
          </p:nvSpPr>
          <p:spPr>
            <a:xfrm>
              <a:off x="510159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g1377"/>
            <p:cNvSpPr/>
            <p:nvPr/>
          </p:nvSpPr>
          <p:spPr>
            <a:xfrm>
              <a:off x="511323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g1378"/>
            <p:cNvSpPr/>
            <p:nvPr/>
          </p:nvSpPr>
          <p:spPr>
            <a:xfrm>
              <a:off x="512486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g1379"/>
            <p:cNvSpPr/>
            <p:nvPr/>
          </p:nvSpPr>
          <p:spPr>
            <a:xfrm>
              <a:off x="513650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g1380"/>
            <p:cNvSpPr/>
            <p:nvPr/>
          </p:nvSpPr>
          <p:spPr>
            <a:xfrm>
              <a:off x="5148144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g1381"/>
            <p:cNvSpPr/>
            <p:nvPr/>
          </p:nvSpPr>
          <p:spPr>
            <a:xfrm>
              <a:off x="515978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g1382"/>
            <p:cNvSpPr/>
            <p:nvPr/>
          </p:nvSpPr>
          <p:spPr>
            <a:xfrm>
              <a:off x="520633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g1383"/>
            <p:cNvSpPr/>
            <p:nvPr/>
          </p:nvSpPr>
          <p:spPr>
            <a:xfrm>
              <a:off x="521796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g1384"/>
            <p:cNvSpPr/>
            <p:nvPr/>
          </p:nvSpPr>
          <p:spPr>
            <a:xfrm>
              <a:off x="522960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g1385"/>
            <p:cNvSpPr/>
            <p:nvPr/>
          </p:nvSpPr>
          <p:spPr>
            <a:xfrm>
              <a:off x="524124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g1386"/>
            <p:cNvSpPr/>
            <p:nvPr/>
          </p:nvSpPr>
          <p:spPr>
            <a:xfrm>
              <a:off x="525288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g1387"/>
            <p:cNvSpPr/>
            <p:nvPr/>
          </p:nvSpPr>
          <p:spPr>
            <a:xfrm>
              <a:off x="526451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g1388"/>
            <p:cNvSpPr/>
            <p:nvPr/>
          </p:nvSpPr>
          <p:spPr>
            <a:xfrm>
              <a:off x="498522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g1389"/>
            <p:cNvSpPr/>
            <p:nvPr/>
          </p:nvSpPr>
          <p:spPr>
            <a:xfrm>
              <a:off x="499685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g1390"/>
            <p:cNvSpPr/>
            <p:nvPr/>
          </p:nvSpPr>
          <p:spPr>
            <a:xfrm>
              <a:off x="500849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g1391"/>
            <p:cNvSpPr/>
            <p:nvPr/>
          </p:nvSpPr>
          <p:spPr>
            <a:xfrm>
              <a:off x="502013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g1392"/>
            <p:cNvSpPr/>
            <p:nvPr/>
          </p:nvSpPr>
          <p:spPr>
            <a:xfrm>
              <a:off x="503177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g1393"/>
            <p:cNvSpPr/>
            <p:nvPr/>
          </p:nvSpPr>
          <p:spPr>
            <a:xfrm>
              <a:off x="504340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g1394"/>
            <p:cNvSpPr/>
            <p:nvPr/>
          </p:nvSpPr>
          <p:spPr>
            <a:xfrm>
              <a:off x="505504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g1395"/>
            <p:cNvSpPr/>
            <p:nvPr/>
          </p:nvSpPr>
          <p:spPr>
            <a:xfrm>
              <a:off x="506668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g1396"/>
            <p:cNvSpPr/>
            <p:nvPr/>
          </p:nvSpPr>
          <p:spPr>
            <a:xfrm>
              <a:off x="507832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g1397"/>
            <p:cNvSpPr/>
            <p:nvPr/>
          </p:nvSpPr>
          <p:spPr>
            <a:xfrm>
              <a:off x="508995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g1398"/>
            <p:cNvSpPr/>
            <p:nvPr/>
          </p:nvSpPr>
          <p:spPr>
            <a:xfrm>
              <a:off x="510159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g1399"/>
            <p:cNvSpPr/>
            <p:nvPr/>
          </p:nvSpPr>
          <p:spPr>
            <a:xfrm>
              <a:off x="511323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g1400"/>
            <p:cNvSpPr/>
            <p:nvPr/>
          </p:nvSpPr>
          <p:spPr>
            <a:xfrm>
              <a:off x="512486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g1401"/>
            <p:cNvSpPr/>
            <p:nvPr/>
          </p:nvSpPr>
          <p:spPr>
            <a:xfrm>
              <a:off x="513650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g1402"/>
            <p:cNvSpPr/>
            <p:nvPr/>
          </p:nvSpPr>
          <p:spPr>
            <a:xfrm>
              <a:off x="5148144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g1403"/>
            <p:cNvSpPr/>
            <p:nvPr/>
          </p:nvSpPr>
          <p:spPr>
            <a:xfrm>
              <a:off x="515978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g1404"/>
            <p:cNvSpPr/>
            <p:nvPr/>
          </p:nvSpPr>
          <p:spPr>
            <a:xfrm>
              <a:off x="517141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g1405"/>
            <p:cNvSpPr/>
            <p:nvPr/>
          </p:nvSpPr>
          <p:spPr>
            <a:xfrm>
              <a:off x="520633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g1406"/>
            <p:cNvSpPr/>
            <p:nvPr/>
          </p:nvSpPr>
          <p:spPr>
            <a:xfrm>
              <a:off x="521796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g1407"/>
            <p:cNvSpPr/>
            <p:nvPr/>
          </p:nvSpPr>
          <p:spPr>
            <a:xfrm>
              <a:off x="522960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g1408"/>
            <p:cNvSpPr/>
            <p:nvPr/>
          </p:nvSpPr>
          <p:spPr>
            <a:xfrm>
              <a:off x="524124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g1409"/>
            <p:cNvSpPr/>
            <p:nvPr/>
          </p:nvSpPr>
          <p:spPr>
            <a:xfrm>
              <a:off x="525288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g1410"/>
            <p:cNvSpPr/>
            <p:nvPr/>
          </p:nvSpPr>
          <p:spPr>
            <a:xfrm>
              <a:off x="526451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g1411"/>
            <p:cNvSpPr/>
            <p:nvPr/>
          </p:nvSpPr>
          <p:spPr>
            <a:xfrm>
              <a:off x="498522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g1412"/>
            <p:cNvSpPr/>
            <p:nvPr/>
          </p:nvSpPr>
          <p:spPr>
            <a:xfrm>
              <a:off x="499685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g1413"/>
            <p:cNvSpPr/>
            <p:nvPr/>
          </p:nvSpPr>
          <p:spPr>
            <a:xfrm>
              <a:off x="500849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g1414"/>
            <p:cNvSpPr/>
            <p:nvPr/>
          </p:nvSpPr>
          <p:spPr>
            <a:xfrm>
              <a:off x="502013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g1415"/>
            <p:cNvSpPr/>
            <p:nvPr/>
          </p:nvSpPr>
          <p:spPr>
            <a:xfrm>
              <a:off x="503177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g1416"/>
            <p:cNvSpPr/>
            <p:nvPr/>
          </p:nvSpPr>
          <p:spPr>
            <a:xfrm>
              <a:off x="504340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g1417"/>
            <p:cNvSpPr/>
            <p:nvPr/>
          </p:nvSpPr>
          <p:spPr>
            <a:xfrm>
              <a:off x="505504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g1418"/>
            <p:cNvSpPr/>
            <p:nvPr/>
          </p:nvSpPr>
          <p:spPr>
            <a:xfrm>
              <a:off x="506668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g1419"/>
            <p:cNvSpPr/>
            <p:nvPr/>
          </p:nvSpPr>
          <p:spPr>
            <a:xfrm>
              <a:off x="507832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g1420"/>
            <p:cNvSpPr/>
            <p:nvPr/>
          </p:nvSpPr>
          <p:spPr>
            <a:xfrm>
              <a:off x="508995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g1421"/>
            <p:cNvSpPr/>
            <p:nvPr/>
          </p:nvSpPr>
          <p:spPr>
            <a:xfrm>
              <a:off x="510159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g1422"/>
            <p:cNvSpPr/>
            <p:nvPr/>
          </p:nvSpPr>
          <p:spPr>
            <a:xfrm>
              <a:off x="511323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g1423"/>
            <p:cNvSpPr/>
            <p:nvPr/>
          </p:nvSpPr>
          <p:spPr>
            <a:xfrm>
              <a:off x="512486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g1424"/>
            <p:cNvSpPr/>
            <p:nvPr/>
          </p:nvSpPr>
          <p:spPr>
            <a:xfrm>
              <a:off x="513650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g1425"/>
            <p:cNvSpPr/>
            <p:nvPr/>
          </p:nvSpPr>
          <p:spPr>
            <a:xfrm>
              <a:off x="5148144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g1426"/>
            <p:cNvSpPr/>
            <p:nvPr/>
          </p:nvSpPr>
          <p:spPr>
            <a:xfrm>
              <a:off x="515978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g1427"/>
            <p:cNvSpPr/>
            <p:nvPr/>
          </p:nvSpPr>
          <p:spPr>
            <a:xfrm>
              <a:off x="517141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g1428"/>
            <p:cNvSpPr/>
            <p:nvPr/>
          </p:nvSpPr>
          <p:spPr>
            <a:xfrm>
              <a:off x="518305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g1429"/>
            <p:cNvSpPr/>
            <p:nvPr/>
          </p:nvSpPr>
          <p:spPr>
            <a:xfrm>
              <a:off x="521796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g1430"/>
            <p:cNvSpPr/>
            <p:nvPr/>
          </p:nvSpPr>
          <p:spPr>
            <a:xfrm>
              <a:off x="522960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g1431"/>
            <p:cNvSpPr/>
            <p:nvPr/>
          </p:nvSpPr>
          <p:spPr>
            <a:xfrm>
              <a:off x="524124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g1432"/>
            <p:cNvSpPr/>
            <p:nvPr/>
          </p:nvSpPr>
          <p:spPr>
            <a:xfrm>
              <a:off x="525288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g1433"/>
            <p:cNvSpPr/>
            <p:nvPr/>
          </p:nvSpPr>
          <p:spPr>
            <a:xfrm>
              <a:off x="526451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g1434"/>
            <p:cNvSpPr/>
            <p:nvPr/>
          </p:nvSpPr>
          <p:spPr>
            <a:xfrm>
              <a:off x="498522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g1435"/>
            <p:cNvSpPr/>
            <p:nvPr/>
          </p:nvSpPr>
          <p:spPr>
            <a:xfrm>
              <a:off x="499685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g1436"/>
            <p:cNvSpPr/>
            <p:nvPr/>
          </p:nvSpPr>
          <p:spPr>
            <a:xfrm>
              <a:off x="500849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g1437"/>
            <p:cNvSpPr/>
            <p:nvPr/>
          </p:nvSpPr>
          <p:spPr>
            <a:xfrm>
              <a:off x="502013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g1438"/>
            <p:cNvSpPr/>
            <p:nvPr/>
          </p:nvSpPr>
          <p:spPr>
            <a:xfrm>
              <a:off x="503177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g1439"/>
            <p:cNvSpPr/>
            <p:nvPr/>
          </p:nvSpPr>
          <p:spPr>
            <a:xfrm>
              <a:off x="504340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g1440"/>
            <p:cNvSpPr/>
            <p:nvPr/>
          </p:nvSpPr>
          <p:spPr>
            <a:xfrm>
              <a:off x="505504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g1441"/>
            <p:cNvSpPr/>
            <p:nvPr/>
          </p:nvSpPr>
          <p:spPr>
            <a:xfrm>
              <a:off x="506668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g1442"/>
            <p:cNvSpPr/>
            <p:nvPr/>
          </p:nvSpPr>
          <p:spPr>
            <a:xfrm>
              <a:off x="507832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g1443"/>
            <p:cNvSpPr/>
            <p:nvPr/>
          </p:nvSpPr>
          <p:spPr>
            <a:xfrm>
              <a:off x="508995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g1444"/>
            <p:cNvSpPr/>
            <p:nvPr/>
          </p:nvSpPr>
          <p:spPr>
            <a:xfrm>
              <a:off x="510159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g1445"/>
            <p:cNvSpPr/>
            <p:nvPr/>
          </p:nvSpPr>
          <p:spPr>
            <a:xfrm>
              <a:off x="511323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g1446"/>
            <p:cNvSpPr/>
            <p:nvPr/>
          </p:nvSpPr>
          <p:spPr>
            <a:xfrm>
              <a:off x="512486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g1447"/>
            <p:cNvSpPr/>
            <p:nvPr/>
          </p:nvSpPr>
          <p:spPr>
            <a:xfrm>
              <a:off x="513650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g1448"/>
            <p:cNvSpPr/>
            <p:nvPr/>
          </p:nvSpPr>
          <p:spPr>
            <a:xfrm>
              <a:off x="5148144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g1449"/>
            <p:cNvSpPr/>
            <p:nvPr/>
          </p:nvSpPr>
          <p:spPr>
            <a:xfrm>
              <a:off x="515978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g1450"/>
            <p:cNvSpPr/>
            <p:nvPr/>
          </p:nvSpPr>
          <p:spPr>
            <a:xfrm>
              <a:off x="517141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g1451"/>
            <p:cNvSpPr/>
            <p:nvPr/>
          </p:nvSpPr>
          <p:spPr>
            <a:xfrm>
              <a:off x="518305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g1452"/>
            <p:cNvSpPr/>
            <p:nvPr/>
          </p:nvSpPr>
          <p:spPr>
            <a:xfrm>
              <a:off x="520633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g1453"/>
            <p:cNvSpPr/>
            <p:nvPr/>
          </p:nvSpPr>
          <p:spPr>
            <a:xfrm>
              <a:off x="521796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g1454"/>
            <p:cNvSpPr/>
            <p:nvPr/>
          </p:nvSpPr>
          <p:spPr>
            <a:xfrm>
              <a:off x="522960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g1455"/>
            <p:cNvSpPr/>
            <p:nvPr/>
          </p:nvSpPr>
          <p:spPr>
            <a:xfrm>
              <a:off x="524124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g1456"/>
            <p:cNvSpPr/>
            <p:nvPr/>
          </p:nvSpPr>
          <p:spPr>
            <a:xfrm>
              <a:off x="525288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g1457"/>
            <p:cNvSpPr/>
            <p:nvPr/>
          </p:nvSpPr>
          <p:spPr>
            <a:xfrm>
              <a:off x="526451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g1458"/>
            <p:cNvSpPr/>
            <p:nvPr/>
          </p:nvSpPr>
          <p:spPr>
            <a:xfrm>
              <a:off x="499685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g1459"/>
            <p:cNvSpPr/>
            <p:nvPr/>
          </p:nvSpPr>
          <p:spPr>
            <a:xfrm>
              <a:off x="500849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g1460"/>
            <p:cNvSpPr/>
            <p:nvPr/>
          </p:nvSpPr>
          <p:spPr>
            <a:xfrm>
              <a:off x="502013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g1461"/>
            <p:cNvSpPr/>
            <p:nvPr/>
          </p:nvSpPr>
          <p:spPr>
            <a:xfrm>
              <a:off x="503177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g1462"/>
            <p:cNvSpPr/>
            <p:nvPr/>
          </p:nvSpPr>
          <p:spPr>
            <a:xfrm>
              <a:off x="504340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g1463"/>
            <p:cNvSpPr/>
            <p:nvPr/>
          </p:nvSpPr>
          <p:spPr>
            <a:xfrm>
              <a:off x="505504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g1464"/>
            <p:cNvSpPr/>
            <p:nvPr/>
          </p:nvSpPr>
          <p:spPr>
            <a:xfrm>
              <a:off x="506668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g1465"/>
            <p:cNvSpPr/>
            <p:nvPr/>
          </p:nvSpPr>
          <p:spPr>
            <a:xfrm>
              <a:off x="507832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g1466"/>
            <p:cNvSpPr/>
            <p:nvPr/>
          </p:nvSpPr>
          <p:spPr>
            <a:xfrm>
              <a:off x="508995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g1467"/>
            <p:cNvSpPr/>
            <p:nvPr/>
          </p:nvSpPr>
          <p:spPr>
            <a:xfrm>
              <a:off x="510159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g1468"/>
            <p:cNvSpPr/>
            <p:nvPr/>
          </p:nvSpPr>
          <p:spPr>
            <a:xfrm>
              <a:off x="511323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g1469"/>
            <p:cNvSpPr/>
            <p:nvPr/>
          </p:nvSpPr>
          <p:spPr>
            <a:xfrm>
              <a:off x="512486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g1470"/>
            <p:cNvSpPr/>
            <p:nvPr/>
          </p:nvSpPr>
          <p:spPr>
            <a:xfrm>
              <a:off x="513650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g1471"/>
            <p:cNvSpPr/>
            <p:nvPr/>
          </p:nvSpPr>
          <p:spPr>
            <a:xfrm>
              <a:off x="5148144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g1472"/>
            <p:cNvSpPr/>
            <p:nvPr/>
          </p:nvSpPr>
          <p:spPr>
            <a:xfrm>
              <a:off x="515978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g1473"/>
            <p:cNvSpPr/>
            <p:nvPr/>
          </p:nvSpPr>
          <p:spPr>
            <a:xfrm>
              <a:off x="517141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g1474"/>
            <p:cNvSpPr/>
            <p:nvPr/>
          </p:nvSpPr>
          <p:spPr>
            <a:xfrm>
              <a:off x="518305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g1475"/>
            <p:cNvSpPr/>
            <p:nvPr/>
          </p:nvSpPr>
          <p:spPr>
            <a:xfrm>
              <a:off x="519469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g1476"/>
            <p:cNvSpPr/>
            <p:nvPr/>
          </p:nvSpPr>
          <p:spPr>
            <a:xfrm>
              <a:off x="520633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g1477"/>
            <p:cNvSpPr/>
            <p:nvPr/>
          </p:nvSpPr>
          <p:spPr>
            <a:xfrm>
              <a:off x="521796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g1478"/>
            <p:cNvSpPr/>
            <p:nvPr/>
          </p:nvSpPr>
          <p:spPr>
            <a:xfrm>
              <a:off x="522960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g1479"/>
            <p:cNvSpPr/>
            <p:nvPr/>
          </p:nvSpPr>
          <p:spPr>
            <a:xfrm>
              <a:off x="524124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g1480"/>
            <p:cNvSpPr/>
            <p:nvPr/>
          </p:nvSpPr>
          <p:spPr>
            <a:xfrm>
              <a:off x="525288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g1481"/>
            <p:cNvSpPr/>
            <p:nvPr/>
          </p:nvSpPr>
          <p:spPr>
            <a:xfrm>
              <a:off x="526451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g1482"/>
            <p:cNvSpPr/>
            <p:nvPr/>
          </p:nvSpPr>
          <p:spPr>
            <a:xfrm>
              <a:off x="500849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g1483"/>
            <p:cNvSpPr/>
            <p:nvPr/>
          </p:nvSpPr>
          <p:spPr>
            <a:xfrm>
              <a:off x="502013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g1484"/>
            <p:cNvSpPr/>
            <p:nvPr/>
          </p:nvSpPr>
          <p:spPr>
            <a:xfrm>
              <a:off x="503177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g1485"/>
            <p:cNvSpPr/>
            <p:nvPr/>
          </p:nvSpPr>
          <p:spPr>
            <a:xfrm>
              <a:off x="504340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g1486"/>
            <p:cNvSpPr/>
            <p:nvPr/>
          </p:nvSpPr>
          <p:spPr>
            <a:xfrm>
              <a:off x="505504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g1487"/>
            <p:cNvSpPr/>
            <p:nvPr/>
          </p:nvSpPr>
          <p:spPr>
            <a:xfrm>
              <a:off x="506668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g1488"/>
            <p:cNvSpPr/>
            <p:nvPr/>
          </p:nvSpPr>
          <p:spPr>
            <a:xfrm>
              <a:off x="507832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g1489"/>
            <p:cNvSpPr/>
            <p:nvPr/>
          </p:nvSpPr>
          <p:spPr>
            <a:xfrm>
              <a:off x="508995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g1490"/>
            <p:cNvSpPr/>
            <p:nvPr/>
          </p:nvSpPr>
          <p:spPr>
            <a:xfrm>
              <a:off x="510159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g1491"/>
            <p:cNvSpPr/>
            <p:nvPr/>
          </p:nvSpPr>
          <p:spPr>
            <a:xfrm>
              <a:off x="5113232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g1492"/>
            <p:cNvSpPr/>
            <p:nvPr/>
          </p:nvSpPr>
          <p:spPr>
            <a:xfrm>
              <a:off x="512486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g1493"/>
            <p:cNvSpPr/>
            <p:nvPr/>
          </p:nvSpPr>
          <p:spPr>
            <a:xfrm>
              <a:off x="513650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g1494"/>
            <p:cNvSpPr/>
            <p:nvPr/>
          </p:nvSpPr>
          <p:spPr>
            <a:xfrm>
              <a:off x="5148144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g1495"/>
            <p:cNvSpPr/>
            <p:nvPr/>
          </p:nvSpPr>
          <p:spPr>
            <a:xfrm>
              <a:off x="515978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g1496"/>
            <p:cNvSpPr/>
            <p:nvPr/>
          </p:nvSpPr>
          <p:spPr>
            <a:xfrm>
              <a:off x="517141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g1497"/>
            <p:cNvSpPr/>
            <p:nvPr/>
          </p:nvSpPr>
          <p:spPr>
            <a:xfrm>
              <a:off x="518305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g1498"/>
            <p:cNvSpPr/>
            <p:nvPr/>
          </p:nvSpPr>
          <p:spPr>
            <a:xfrm>
              <a:off x="519469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g1499"/>
            <p:cNvSpPr/>
            <p:nvPr/>
          </p:nvSpPr>
          <p:spPr>
            <a:xfrm>
              <a:off x="520633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g1500"/>
            <p:cNvSpPr/>
            <p:nvPr/>
          </p:nvSpPr>
          <p:spPr>
            <a:xfrm>
              <a:off x="521796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g1501"/>
            <p:cNvSpPr/>
            <p:nvPr/>
          </p:nvSpPr>
          <p:spPr>
            <a:xfrm>
              <a:off x="522960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g1502"/>
            <p:cNvSpPr/>
            <p:nvPr/>
          </p:nvSpPr>
          <p:spPr>
            <a:xfrm>
              <a:off x="524124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g1503"/>
            <p:cNvSpPr/>
            <p:nvPr/>
          </p:nvSpPr>
          <p:spPr>
            <a:xfrm>
              <a:off x="525288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g1504"/>
            <p:cNvSpPr/>
            <p:nvPr/>
          </p:nvSpPr>
          <p:spPr>
            <a:xfrm>
              <a:off x="500849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g1505"/>
            <p:cNvSpPr/>
            <p:nvPr/>
          </p:nvSpPr>
          <p:spPr>
            <a:xfrm>
              <a:off x="502013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g1506"/>
            <p:cNvSpPr/>
            <p:nvPr/>
          </p:nvSpPr>
          <p:spPr>
            <a:xfrm>
              <a:off x="503177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g1507"/>
            <p:cNvSpPr/>
            <p:nvPr/>
          </p:nvSpPr>
          <p:spPr>
            <a:xfrm>
              <a:off x="504340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g1508"/>
            <p:cNvSpPr/>
            <p:nvPr/>
          </p:nvSpPr>
          <p:spPr>
            <a:xfrm>
              <a:off x="505504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g1509"/>
            <p:cNvSpPr/>
            <p:nvPr/>
          </p:nvSpPr>
          <p:spPr>
            <a:xfrm>
              <a:off x="506668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g1510"/>
            <p:cNvSpPr/>
            <p:nvPr/>
          </p:nvSpPr>
          <p:spPr>
            <a:xfrm>
              <a:off x="507832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g1511"/>
            <p:cNvSpPr/>
            <p:nvPr/>
          </p:nvSpPr>
          <p:spPr>
            <a:xfrm>
              <a:off x="508995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g1512"/>
            <p:cNvSpPr/>
            <p:nvPr/>
          </p:nvSpPr>
          <p:spPr>
            <a:xfrm>
              <a:off x="510159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g1513"/>
            <p:cNvSpPr/>
            <p:nvPr/>
          </p:nvSpPr>
          <p:spPr>
            <a:xfrm>
              <a:off x="5113232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g1514"/>
            <p:cNvSpPr/>
            <p:nvPr/>
          </p:nvSpPr>
          <p:spPr>
            <a:xfrm>
              <a:off x="512486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g1515"/>
            <p:cNvSpPr/>
            <p:nvPr/>
          </p:nvSpPr>
          <p:spPr>
            <a:xfrm>
              <a:off x="513650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g1516"/>
            <p:cNvSpPr/>
            <p:nvPr/>
          </p:nvSpPr>
          <p:spPr>
            <a:xfrm>
              <a:off x="5148144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g1517"/>
            <p:cNvSpPr/>
            <p:nvPr/>
          </p:nvSpPr>
          <p:spPr>
            <a:xfrm>
              <a:off x="515978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g1518"/>
            <p:cNvSpPr/>
            <p:nvPr/>
          </p:nvSpPr>
          <p:spPr>
            <a:xfrm>
              <a:off x="517141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g1519"/>
            <p:cNvSpPr/>
            <p:nvPr/>
          </p:nvSpPr>
          <p:spPr>
            <a:xfrm>
              <a:off x="518305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g1520"/>
            <p:cNvSpPr/>
            <p:nvPr/>
          </p:nvSpPr>
          <p:spPr>
            <a:xfrm>
              <a:off x="519469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g1521"/>
            <p:cNvSpPr/>
            <p:nvPr/>
          </p:nvSpPr>
          <p:spPr>
            <a:xfrm>
              <a:off x="520633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g1522"/>
            <p:cNvSpPr/>
            <p:nvPr/>
          </p:nvSpPr>
          <p:spPr>
            <a:xfrm>
              <a:off x="521796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g1523"/>
            <p:cNvSpPr/>
            <p:nvPr/>
          </p:nvSpPr>
          <p:spPr>
            <a:xfrm>
              <a:off x="522960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g1524"/>
            <p:cNvSpPr/>
            <p:nvPr/>
          </p:nvSpPr>
          <p:spPr>
            <a:xfrm>
              <a:off x="524124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g1525"/>
            <p:cNvSpPr/>
            <p:nvPr/>
          </p:nvSpPr>
          <p:spPr>
            <a:xfrm>
              <a:off x="503177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g1526"/>
            <p:cNvSpPr/>
            <p:nvPr/>
          </p:nvSpPr>
          <p:spPr>
            <a:xfrm>
              <a:off x="504340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g1527"/>
            <p:cNvSpPr/>
            <p:nvPr/>
          </p:nvSpPr>
          <p:spPr>
            <a:xfrm>
              <a:off x="505504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g1528"/>
            <p:cNvSpPr/>
            <p:nvPr/>
          </p:nvSpPr>
          <p:spPr>
            <a:xfrm>
              <a:off x="506668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g1529"/>
            <p:cNvSpPr/>
            <p:nvPr/>
          </p:nvSpPr>
          <p:spPr>
            <a:xfrm>
              <a:off x="507832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g1530"/>
            <p:cNvSpPr/>
            <p:nvPr/>
          </p:nvSpPr>
          <p:spPr>
            <a:xfrm>
              <a:off x="508995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g1531"/>
            <p:cNvSpPr/>
            <p:nvPr/>
          </p:nvSpPr>
          <p:spPr>
            <a:xfrm>
              <a:off x="510159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g1532"/>
            <p:cNvSpPr/>
            <p:nvPr/>
          </p:nvSpPr>
          <p:spPr>
            <a:xfrm>
              <a:off x="5113232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g1533"/>
            <p:cNvSpPr/>
            <p:nvPr/>
          </p:nvSpPr>
          <p:spPr>
            <a:xfrm>
              <a:off x="512486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g1534"/>
            <p:cNvSpPr/>
            <p:nvPr/>
          </p:nvSpPr>
          <p:spPr>
            <a:xfrm>
              <a:off x="513650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g1535"/>
            <p:cNvSpPr/>
            <p:nvPr/>
          </p:nvSpPr>
          <p:spPr>
            <a:xfrm>
              <a:off x="5148144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g1536"/>
            <p:cNvSpPr/>
            <p:nvPr/>
          </p:nvSpPr>
          <p:spPr>
            <a:xfrm>
              <a:off x="515978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g1537"/>
            <p:cNvSpPr/>
            <p:nvPr/>
          </p:nvSpPr>
          <p:spPr>
            <a:xfrm>
              <a:off x="517141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g1538"/>
            <p:cNvSpPr/>
            <p:nvPr/>
          </p:nvSpPr>
          <p:spPr>
            <a:xfrm>
              <a:off x="5183056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g1539"/>
            <p:cNvSpPr/>
            <p:nvPr/>
          </p:nvSpPr>
          <p:spPr>
            <a:xfrm>
              <a:off x="519469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g1540"/>
            <p:cNvSpPr/>
            <p:nvPr/>
          </p:nvSpPr>
          <p:spPr>
            <a:xfrm>
              <a:off x="520633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g1541"/>
            <p:cNvSpPr/>
            <p:nvPr/>
          </p:nvSpPr>
          <p:spPr>
            <a:xfrm>
              <a:off x="521796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g1542"/>
            <p:cNvSpPr/>
            <p:nvPr/>
          </p:nvSpPr>
          <p:spPr>
            <a:xfrm>
              <a:off x="522960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g1543"/>
            <p:cNvSpPr/>
            <p:nvPr/>
          </p:nvSpPr>
          <p:spPr>
            <a:xfrm>
              <a:off x="504340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g1544"/>
            <p:cNvSpPr/>
            <p:nvPr/>
          </p:nvSpPr>
          <p:spPr>
            <a:xfrm>
              <a:off x="505504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g1545"/>
            <p:cNvSpPr/>
            <p:nvPr/>
          </p:nvSpPr>
          <p:spPr>
            <a:xfrm>
              <a:off x="506668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g1546"/>
            <p:cNvSpPr/>
            <p:nvPr/>
          </p:nvSpPr>
          <p:spPr>
            <a:xfrm>
              <a:off x="5078320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g1547"/>
            <p:cNvSpPr/>
            <p:nvPr/>
          </p:nvSpPr>
          <p:spPr>
            <a:xfrm>
              <a:off x="508995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g1548"/>
            <p:cNvSpPr/>
            <p:nvPr/>
          </p:nvSpPr>
          <p:spPr>
            <a:xfrm>
              <a:off x="510159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g1549"/>
            <p:cNvSpPr/>
            <p:nvPr/>
          </p:nvSpPr>
          <p:spPr>
            <a:xfrm>
              <a:off x="5113232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g1550"/>
            <p:cNvSpPr/>
            <p:nvPr/>
          </p:nvSpPr>
          <p:spPr>
            <a:xfrm>
              <a:off x="512486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g1551"/>
            <p:cNvSpPr/>
            <p:nvPr/>
          </p:nvSpPr>
          <p:spPr>
            <a:xfrm>
              <a:off x="513650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g1552"/>
            <p:cNvSpPr/>
            <p:nvPr/>
          </p:nvSpPr>
          <p:spPr>
            <a:xfrm>
              <a:off x="5148144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g1553"/>
            <p:cNvSpPr/>
            <p:nvPr/>
          </p:nvSpPr>
          <p:spPr>
            <a:xfrm>
              <a:off x="515978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g1554"/>
            <p:cNvSpPr/>
            <p:nvPr/>
          </p:nvSpPr>
          <p:spPr>
            <a:xfrm>
              <a:off x="517141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g1555"/>
            <p:cNvSpPr/>
            <p:nvPr/>
          </p:nvSpPr>
          <p:spPr>
            <a:xfrm>
              <a:off x="5183056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g1556"/>
            <p:cNvSpPr/>
            <p:nvPr/>
          </p:nvSpPr>
          <p:spPr>
            <a:xfrm>
              <a:off x="519469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g1557"/>
            <p:cNvSpPr/>
            <p:nvPr/>
          </p:nvSpPr>
          <p:spPr>
            <a:xfrm>
              <a:off x="520633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g1558"/>
            <p:cNvSpPr/>
            <p:nvPr/>
          </p:nvSpPr>
          <p:spPr>
            <a:xfrm>
              <a:off x="521796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g1559"/>
            <p:cNvSpPr/>
            <p:nvPr/>
          </p:nvSpPr>
          <p:spPr>
            <a:xfrm>
              <a:off x="505504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g1560"/>
            <p:cNvSpPr/>
            <p:nvPr/>
          </p:nvSpPr>
          <p:spPr>
            <a:xfrm>
              <a:off x="506668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g1561"/>
            <p:cNvSpPr/>
            <p:nvPr/>
          </p:nvSpPr>
          <p:spPr>
            <a:xfrm>
              <a:off x="5078320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g1562"/>
            <p:cNvSpPr/>
            <p:nvPr/>
          </p:nvSpPr>
          <p:spPr>
            <a:xfrm>
              <a:off x="508995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g1563"/>
            <p:cNvSpPr/>
            <p:nvPr/>
          </p:nvSpPr>
          <p:spPr>
            <a:xfrm>
              <a:off x="510159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g1564"/>
            <p:cNvSpPr/>
            <p:nvPr/>
          </p:nvSpPr>
          <p:spPr>
            <a:xfrm>
              <a:off x="5113232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g1565"/>
            <p:cNvSpPr/>
            <p:nvPr/>
          </p:nvSpPr>
          <p:spPr>
            <a:xfrm>
              <a:off x="512486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g1566"/>
            <p:cNvSpPr/>
            <p:nvPr/>
          </p:nvSpPr>
          <p:spPr>
            <a:xfrm>
              <a:off x="513650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g1567"/>
            <p:cNvSpPr/>
            <p:nvPr/>
          </p:nvSpPr>
          <p:spPr>
            <a:xfrm>
              <a:off x="5148144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g1568"/>
            <p:cNvSpPr/>
            <p:nvPr/>
          </p:nvSpPr>
          <p:spPr>
            <a:xfrm>
              <a:off x="515978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g1569"/>
            <p:cNvSpPr/>
            <p:nvPr/>
          </p:nvSpPr>
          <p:spPr>
            <a:xfrm>
              <a:off x="517141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g1570"/>
            <p:cNvSpPr/>
            <p:nvPr/>
          </p:nvSpPr>
          <p:spPr>
            <a:xfrm>
              <a:off x="5183056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g1571"/>
            <p:cNvSpPr/>
            <p:nvPr/>
          </p:nvSpPr>
          <p:spPr>
            <a:xfrm>
              <a:off x="519469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g1572"/>
            <p:cNvSpPr/>
            <p:nvPr/>
          </p:nvSpPr>
          <p:spPr>
            <a:xfrm>
              <a:off x="520633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g1573"/>
            <p:cNvSpPr/>
            <p:nvPr/>
          </p:nvSpPr>
          <p:spPr>
            <a:xfrm>
              <a:off x="5217968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g1574"/>
            <p:cNvSpPr/>
            <p:nvPr/>
          </p:nvSpPr>
          <p:spPr>
            <a:xfrm>
              <a:off x="500849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g1575"/>
            <p:cNvSpPr/>
            <p:nvPr/>
          </p:nvSpPr>
          <p:spPr>
            <a:xfrm>
              <a:off x="502013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g1576"/>
            <p:cNvSpPr/>
            <p:nvPr/>
          </p:nvSpPr>
          <p:spPr>
            <a:xfrm>
              <a:off x="503177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g1577"/>
            <p:cNvSpPr/>
            <p:nvPr/>
          </p:nvSpPr>
          <p:spPr>
            <a:xfrm>
              <a:off x="504340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g1578"/>
            <p:cNvSpPr/>
            <p:nvPr/>
          </p:nvSpPr>
          <p:spPr>
            <a:xfrm>
              <a:off x="505504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g1579"/>
            <p:cNvSpPr/>
            <p:nvPr/>
          </p:nvSpPr>
          <p:spPr>
            <a:xfrm>
              <a:off x="506668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g1580"/>
            <p:cNvSpPr/>
            <p:nvPr/>
          </p:nvSpPr>
          <p:spPr>
            <a:xfrm>
              <a:off x="5078320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g1581"/>
            <p:cNvSpPr/>
            <p:nvPr/>
          </p:nvSpPr>
          <p:spPr>
            <a:xfrm>
              <a:off x="508995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g1582"/>
            <p:cNvSpPr/>
            <p:nvPr/>
          </p:nvSpPr>
          <p:spPr>
            <a:xfrm>
              <a:off x="510159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g1583"/>
            <p:cNvSpPr/>
            <p:nvPr/>
          </p:nvSpPr>
          <p:spPr>
            <a:xfrm>
              <a:off x="5113232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g1584"/>
            <p:cNvSpPr/>
            <p:nvPr/>
          </p:nvSpPr>
          <p:spPr>
            <a:xfrm>
              <a:off x="512486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g1585"/>
            <p:cNvSpPr/>
            <p:nvPr/>
          </p:nvSpPr>
          <p:spPr>
            <a:xfrm>
              <a:off x="513650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g1586"/>
            <p:cNvSpPr/>
            <p:nvPr/>
          </p:nvSpPr>
          <p:spPr>
            <a:xfrm>
              <a:off x="5148144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g1587"/>
            <p:cNvSpPr/>
            <p:nvPr/>
          </p:nvSpPr>
          <p:spPr>
            <a:xfrm>
              <a:off x="515978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g1588"/>
            <p:cNvSpPr/>
            <p:nvPr/>
          </p:nvSpPr>
          <p:spPr>
            <a:xfrm>
              <a:off x="517141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g1589"/>
            <p:cNvSpPr/>
            <p:nvPr/>
          </p:nvSpPr>
          <p:spPr>
            <a:xfrm>
              <a:off x="518305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g1590"/>
            <p:cNvSpPr/>
            <p:nvPr/>
          </p:nvSpPr>
          <p:spPr>
            <a:xfrm>
              <a:off x="519469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g1591"/>
            <p:cNvSpPr/>
            <p:nvPr/>
          </p:nvSpPr>
          <p:spPr>
            <a:xfrm>
              <a:off x="520633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g1592"/>
            <p:cNvSpPr/>
            <p:nvPr/>
          </p:nvSpPr>
          <p:spPr>
            <a:xfrm>
              <a:off x="499685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g1593"/>
            <p:cNvSpPr/>
            <p:nvPr/>
          </p:nvSpPr>
          <p:spPr>
            <a:xfrm>
              <a:off x="500849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g1594"/>
            <p:cNvSpPr/>
            <p:nvPr/>
          </p:nvSpPr>
          <p:spPr>
            <a:xfrm>
              <a:off x="502013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g1595"/>
            <p:cNvSpPr/>
            <p:nvPr/>
          </p:nvSpPr>
          <p:spPr>
            <a:xfrm>
              <a:off x="503177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g1596"/>
            <p:cNvSpPr/>
            <p:nvPr/>
          </p:nvSpPr>
          <p:spPr>
            <a:xfrm>
              <a:off x="504340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g1597"/>
            <p:cNvSpPr/>
            <p:nvPr/>
          </p:nvSpPr>
          <p:spPr>
            <a:xfrm>
              <a:off x="505504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g1598"/>
            <p:cNvSpPr/>
            <p:nvPr/>
          </p:nvSpPr>
          <p:spPr>
            <a:xfrm>
              <a:off x="506668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g1599"/>
            <p:cNvSpPr/>
            <p:nvPr/>
          </p:nvSpPr>
          <p:spPr>
            <a:xfrm>
              <a:off x="5078320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g1600"/>
            <p:cNvSpPr/>
            <p:nvPr/>
          </p:nvSpPr>
          <p:spPr>
            <a:xfrm>
              <a:off x="508995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g1601"/>
            <p:cNvSpPr/>
            <p:nvPr/>
          </p:nvSpPr>
          <p:spPr>
            <a:xfrm>
              <a:off x="510159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g1602"/>
            <p:cNvSpPr/>
            <p:nvPr/>
          </p:nvSpPr>
          <p:spPr>
            <a:xfrm>
              <a:off x="5113232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g1603"/>
            <p:cNvSpPr/>
            <p:nvPr/>
          </p:nvSpPr>
          <p:spPr>
            <a:xfrm>
              <a:off x="512486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g1604"/>
            <p:cNvSpPr/>
            <p:nvPr/>
          </p:nvSpPr>
          <p:spPr>
            <a:xfrm>
              <a:off x="513650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g1605"/>
            <p:cNvSpPr/>
            <p:nvPr/>
          </p:nvSpPr>
          <p:spPr>
            <a:xfrm>
              <a:off x="5148144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g1606"/>
            <p:cNvSpPr/>
            <p:nvPr/>
          </p:nvSpPr>
          <p:spPr>
            <a:xfrm>
              <a:off x="515978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g1607"/>
            <p:cNvSpPr/>
            <p:nvPr/>
          </p:nvSpPr>
          <p:spPr>
            <a:xfrm>
              <a:off x="517141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g1608"/>
            <p:cNvSpPr/>
            <p:nvPr/>
          </p:nvSpPr>
          <p:spPr>
            <a:xfrm>
              <a:off x="518305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g1609"/>
            <p:cNvSpPr/>
            <p:nvPr/>
          </p:nvSpPr>
          <p:spPr>
            <a:xfrm>
              <a:off x="519469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g1610"/>
            <p:cNvSpPr/>
            <p:nvPr/>
          </p:nvSpPr>
          <p:spPr>
            <a:xfrm>
              <a:off x="520633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g1611"/>
            <p:cNvSpPr/>
            <p:nvPr/>
          </p:nvSpPr>
          <p:spPr>
            <a:xfrm>
              <a:off x="499685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g1612"/>
            <p:cNvSpPr/>
            <p:nvPr/>
          </p:nvSpPr>
          <p:spPr>
            <a:xfrm>
              <a:off x="500849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g1613"/>
            <p:cNvSpPr/>
            <p:nvPr/>
          </p:nvSpPr>
          <p:spPr>
            <a:xfrm>
              <a:off x="502013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g1614"/>
            <p:cNvSpPr/>
            <p:nvPr/>
          </p:nvSpPr>
          <p:spPr>
            <a:xfrm>
              <a:off x="503177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g1615"/>
            <p:cNvSpPr/>
            <p:nvPr/>
          </p:nvSpPr>
          <p:spPr>
            <a:xfrm>
              <a:off x="504340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g1616"/>
            <p:cNvSpPr/>
            <p:nvPr/>
          </p:nvSpPr>
          <p:spPr>
            <a:xfrm>
              <a:off x="505504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g1617"/>
            <p:cNvSpPr/>
            <p:nvPr/>
          </p:nvSpPr>
          <p:spPr>
            <a:xfrm>
              <a:off x="506668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g1618"/>
            <p:cNvSpPr/>
            <p:nvPr/>
          </p:nvSpPr>
          <p:spPr>
            <a:xfrm>
              <a:off x="5078320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g1619"/>
            <p:cNvSpPr/>
            <p:nvPr/>
          </p:nvSpPr>
          <p:spPr>
            <a:xfrm>
              <a:off x="508995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g1620"/>
            <p:cNvSpPr/>
            <p:nvPr/>
          </p:nvSpPr>
          <p:spPr>
            <a:xfrm>
              <a:off x="510159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g1621"/>
            <p:cNvSpPr/>
            <p:nvPr/>
          </p:nvSpPr>
          <p:spPr>
            <a:xfrm>
              <a:off x="5113232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g1622"/>
            <p:cNvSpPr/>
            <p:nvPr/>
          </p:nvSpPr>
          <p:spPr>
            <a:xfrm>
              <a:off x="512486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g1623"/>
            <p:cNvSpPr/>
            <p:nvPr/>
          </p:nvSpPr>
          <p:spPr>
            <a:xfrm>
              <a:off x="513650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g1624"/>
            <p:cNvSpPr/>
            <p:nvPr/>
          </p:nvSpPr>
          <p:spPr>
            <a:xfrm>
              <a:off x="5148144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g1625"/>
            <p:cNvSpPr/>
            <p:nvPr/>
          </p:nvSpPr>
          <p:spPr>
            <a:xfrm>
              <a:off x="515978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g1626"/>
            <p:cNvSpPr/>
            <p:nvPr/>
          </p:nvSpPr>
          <p:spPr>
            <a:xfrm>
              <a:off x="517141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g1627"/>
            <p:cNvSpPr/>
            <p:nvPr/>
          </p:nvSpPr>
          <p:spPr>
            <a:xfrm>
              <a:off x="518305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g1628"/>
            <p:cNvSpPr/>
            <p:nvPr/>
          </p:nvSpPr>
          <p:spPr>
            <a:xfrm>
              <a:off x="519469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g1629"/>
            <p:cNvSpPr/>
            <p:nvPr/>
          </p:nvSpPr>
          <p:spPr>
            <a:xfrm>
              <a:off x="499685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g1630"/>
            <p:cNvSpPr/>
            <p:nvPr/>
          </p:nvSpPr>
          <p:spPr>
            <a:xfrm>
              <a:off x="500849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g1631"/>
            <p:cNvSpPr/>
            <p:nvPr/>
          </p:nvSpPr>
          <p:spPr>
            <a:xfrm>
              <a:off x="502013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g1632"/>
            <p:cNvSpPr/>
            <p:nvPr/>
          </p:nvSpPr>
          <p:spPr>
            <a:xfrm>
              <a:off x="503177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g1633"/>
            <p:cNvSpPr/>
            <p:nvPr/>
          </p:nvSpPr>
          <p:spPr>
            <a:xfrm>
              <a:off x="5043408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g1634"/>
            <p:cNvSpPr/>
            <p:nvPr/>
          </p:nvSpPr>
          <p:spPr>
            <a:xfrm>
              <a:off x="505504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g1635"/>
            <p:cNvSpPr/>
            <p:nvPr/>
          </p:nvSpPr>
          <p:spPr>
            <a:xfrm>
              <a:off x="506668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g1636"/>
            <p:cNvSpPr/>
            <p:nvPr/>
          </p:nvSpPr>
          <p:spPr>
            <a:xfrm>
              <a:off x="5078320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g1637"/>
            <p:cNvSpPr/>
            <p:nvPr/>
          </p:nvSpPr>
          <p:spPr>
            <a:xfrm>
              <a:off x="508995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g1638"/>
            <p:cNvSpPr/>
            <p:nvPr/>
          </p:nvSpPr>
          <p:spPr>
            <a:xfrm>
              <a:off x="510159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g1639"/>
            <p:cNvSpPr/>
            <p:nvPr/>
          </p:nvSpPr>
          <p:spPr>
            <a:xfrm>
              <a:off x="5113232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g1640"/>
            <p:cNvSpPr/>
            <p:nvPr/>
          </p:nvSpPr>
          <p:spPr>
            <a:xfrm>
              <a:off x="512486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g1641"/>
            <p:cNvSpPr/>
            <p:nvPr/>
          </p:nvSpPr>
          <p:spPr>
            <a:xfrm>
              <a:off x="513650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g1642"/>
            <p:cNvSpPr/>
            <p:nvPr/>
          </p:nvSpPr>
          <p:spPr>
            <a:xfrm>
              <a:off x="5148144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g1643"/>
            <p:cNvSpPr/>
            <p:nvPr/>
          </p:nvSpPr>
          <p:spPr>
            <a:xfrm>
              <a:off x="515978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g1644"/>
            <p:cNvSpPr/>
            <p:nvPr/>
          </p:nvSpPr>
          <p:spPr>
            <a:xfrm>
              <a:off x="517141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g1645"/>
            <p:cNvSpPr/>
            <p:nvPr/>
          </p:nvSpPr>
          <p:spPr>
            <a:xfrm>
              <a:off x="518305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g1646"/>
            <p:cNvSpPr/>
            <p:nvPr/>
          </p:nvSpPr>
          <p:spPr>
            <a:xfrm>
              <a:off x="5008496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g1647"/>
            <p:cNvSpPr/>
            <p:nvPr/>
          </p:nvSpPr>
          <p:spPr>
            <a:xfrm>
              <a:off x="502013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g1648"/>
            <p:cNvSpPr/>
            <p:nvPr/>
          </p:nvSpPr>
          <p:spPr>
            <a:xfrm>
              <a:off x="503177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g1649"/>
            <p:cNvSpPr/>
            <p:nvPr/>
          </p:nvSpPr>
          <p:spPr>
            <a:xfrm>
              <a:off x="5043408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g1650"/>
            <p:cNvSpPr/>
            <p:nvPr/>
          </p:nvSpPr>
          <p:spPr>
            <a:xfrm>
              <a:off x="505504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g1651"/>
            <p:cNvSpPr/>
            <p:nvPr/>
          </p:nvSpPr>
          <p:spPr>
            <a:xfrm>
              <a:off x="506668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g1652"/>
            <p:cNvSpPr/>
            <p:nvPr/>
          </p:nvSpPr>
          <p:spPr>
            <a:xfrm>
              <a:off x="5078320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g1653"/>
            <p:cNvSpPr/>
            <p:nvPr/>
          </p:nvSpPr>
          <p:spPr>
            <a:xfrm>
              <a:off x="508995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g1654"/>
            <p:cNvSpPr/>
            <p:nvPr/>
          </p:nvSpPr>
          <p:spPr>
            <a:xfrm>
              <a:off x="510159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g1655"/>
            <p:cNvSpPr/>
            <p:nvPr/>
          </p:nvSpPr>
          <p:spPr>
            <a:xfrm>
              <a:off x="5113232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g1656"/>
            <p:cNvSpPr/>
            <p:nvPr/>
          </p:nvSpPr>
          <p:spPr>
            <a:xfrm>
              <a:off x="512486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g1657"/>
            <p:cNvSpPr/>
            <p:nvPr/>
          </p:nvSpPr>
          <p:spPr>
            <a:xfrm>
              <a:off x="513650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g1658"/>
            <p:cNvSpPr/>
            <p:nvPr/>
          </p:nvSpPr>
          <p:spPr>
            <a:xfrm>
              <a:off x="5148144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g1659"/>
            <p:cNvSpPr/>
            <p:nvPr/>
          </p:nvSpPr>
          <p:spPr>
            <a:xfrm>
              <a:off x="515978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g1660"/>
            <p:cNvSpPr/>
            <p:nvPr/>
          </p:nvSpPr>
          <p:spPr>
            <a:xfrm>
              <a:off x="517141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g1661"/>
            <p:cNvSpPr/>
            <p:nvPr/>
          </p:nvSpPr>
          <p:spPr>
            <a:xfrm>
              <a:off x="5043408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g1662"/>
            <p:cNvSpPr/>
            <p:nvPr/>
          </p:nvSpPr>
          <p:spPr>
            <a:xfrm>
              <a:off x="505504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g1663"/>
            <p:cNvSpPr/>
            <p:nvPr/>
          </p:nvSpPr>
          <p:spPr>
            <a:xfrm>
              <a:off x="5066683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g1664"/>
            <p:cNvSpPr/>
            <p:nvPr/>
          </p:nvSpPr>
          <p:spPr>
            <a:xfrm>
              <a:off x="5078320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g1665"/>
            <p:cNvSpPr/>
            <p:nvPr/>
          </p:nvSpPr>
          <p:spPr>
            <a:xfrm>
              <a:off x="508995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g1666"/>
            <p:cNvSpPr/>
            <p:nvPr/>
          </p:nvSpPr>
          <p:spPr>
            <a:xfrm>
              <a:off x="510159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g1667"/>
            <p:cNvSpPr/>
            <p:nvPr/>
          </p:nvSpPr>
          <p:spPr>
            <a:xfrm>
              <a:off x="5113232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g1668"/>
            <p:cNvSpPr/>
            <p:nvPr/>
          </p:nvSpPr>
          <p:spPr>
            <a:xfrm>
              <a:off x="512486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g1669"/>
            <p:cNvSpPr/>
            <p:nvPr/>
          </p:nvSpPr>
          <p:spPr>
            <a:xfrm>
              <a:off x="513650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g1670"/>
            <p:cNvSpPr/>
            <p:nvPr/>
          </p:nvSpPr>
          <p:spPr>
            <a:xfrm>
              <a:off x="5148144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g1671"/>
            <p:cNvSpPr/>
            <p:nvPr/>
          </p:nvSpPr>
          <p:spPr>
            <a:xfrm>
              <a:off x="5159781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g1672"/>
            <p:cNvSpPr/>
            <p:nvPr/>
          </p:nvSpPr>
          <p:spPr>
            <a:xfrm>
              <a:off x="517141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g1673"/>
            <p:cNvSpPr/>
            <p:nvPr/>
          </p:nvSpPr>
          <p:spPr>
            <a:xfrm>
              <a:off x="5066683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g1674"/>
            <p:cNvSpPr/>
            <p:nvPr/>
          </p:nvSpPr>
          <p:spPr>
            <a:xfrm>
              <a:off x="5078320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g1675"/>
            <p:cNvSpPr/>
            <p:nvPr/>
          </p:nvSpPr>
          <p:spPr>
            <a:xfrm>
              <a:off x="508995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g1676"/>
            <p:cNvSpPr/>
            <p:nvPr/>
          </p:nvSpPr>
          <p:spPr>
            <a:xfrm>
              <a:off x="5101595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g1677"/>
            <p:cNvSpPr/>
            <p:nvPr/>
          </p:nvSpPr>
          <p:spPr>
            <a:xfrm>
              <a:off x="5113232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g1678"/>
            <p:cNvSpPr/>
            <p:nvPr/>
          </p:nvSpPr>
          <p:spPr>
            <a:xfrm>
              <a:off x="512486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g1679"/>
            <p:cNvSpPr/>
            <p:nvPr/>
          </p:nvSpPr>
          <p:spPr>
            <a:xfrm>
              <a:off x="513650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g1680"/>
            <p:cNvSpPr/>
            <p:nvPr/>
          </p:nvSpPr>
          <p:spPr>
            <a:xfrm>
              <a:off x="5148144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g1681"/>
            <p:cNvSpPr/>
            <p:nvPr/>
          </p:nvSpPr>
          <p:spPr>
            <a:xfrm>
              <a:off x="5159781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g1682"/>
            <p:cNvSpPr/>
            <p:nvPr/>
          </p:nvSpPr>
          <p:spPr>
            <a:xfrm>
              <a:off x="517141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g1683"/>
            <p:cNvSpPr/>
            <p:nvPr/>
          </p:nvSpPr>
          <p:spPr>
            <a:xfrm>
              <a:off x="5078320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g1684"/>
            <p:cNvSpPr/>
            <p:nvPr/>
          </p:nvSpPr>
          <p:spPr>
            <a:xfrm>
              <a:off x="508995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g1685"/>
            <p:cNvSpPr/>
            <p:nvPr/>
          </p:nvSpPr>
          <p:spPr>
            <a:xfrm>
              <a:off x="5101595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g1686"/>
            <p:cNvSpPr/>
            <p:nvPr/>
          </p:nvSpPr>
          <p:spPr>
            <a:xfrm>
              <a:off x="5113232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g1687"/>
            <p:cNvSpPr/>
            <p:nvPr/>
          </p:nvSpPr>
          <p:spPr>
            <a:xfrm>
              <a:off x="512486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g1688"/>
            <p:cNvSpPr/>
            <p:nvPr/>
          </p:nvSpPr>
          <p:spPr>
            <a:xfrm>
              <a:off x="513650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g1689"/>
            <p:cNvSpPr/>
            <p:nvPr/>
          </p:nvSpPr>
          <p:spPr>
            <a:xfrm>
              <a:off x="5148144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g1690"/>
            <p:cNvSpPr/>
            <p:nvPr/>
          </p:nvSpPr>
          <p:spPr>
            <a:xfrm>
              <a:off x="5159781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g1691"/>
            <p:cNvSpPr/>
            <p:nvPr/>
          </p:nvSpPr>
          <p:spPr>
            <a:xfrm>
              <a:off x="517141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g1692"/>
            <p:cNvSpPr/>
            <p:nvPr/>
          </p:nvSpPr>
          <p:spPr>
            <a:xfrm>
              <a:off x="508995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g1693"/>
            <p:cNvSpPr/>
            <p:nvPr/>
          </p:nvSpPr>
          <p:spPr>
            <a:xfrm>
              <a:off x="5101595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g1694"/>
            <p:cNvSpPr/>
            <p:nvPr/>
          </p:nvSpPr>
          <p:spPr>
            <a:xfrm>
              <a:off x="5113232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g1695"/>
            <p:cNvSpPr/>
            <p:nvPr/>
          </p:nvSpPr>
          <p:spPr>
            <a:xfrm>
              <a:off x="512486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g1696"/>
            <p:cNvSpPr/>
            <p:nvPr/>
          </p:nvSpPr>
          <p:spPr>
            <a:xfrm>
              <a:off x="513650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g1697"/>
            <p:cNvSpPr/>
            <p:nvPr/>
          </p:nvSpPr>
          <p:spPr>
            <a:xfrm>
              <a:off x="5148144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g1698"/>
            <p:cNvSpPr/>
            <p:nvPr/>
          </p:nvSpPr>
          <p:spPr>
            <a:xfrm>
              <a:off x="5159781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g1699"/>
            <p:cNvSpPr/>
            <p:nvPr/>
          </p:nvSpPr>
          <p:spPr>
            <a:xfrm>
              <a:off x="517141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g1700"/>
            <p:cNvSpPr/>
            <p:nvPr/>
          </p:nvSpPr>
          <p:spPr>
            <a:xfrm>
              <a:off x="5183056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g1701"/>
            <p:cNvSpPr/>
            <p:nvPr/>
          </p:nvSpPr>
          <p:spPr>
            <a:xfrm>
              <a:off x="512486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g1702"/>
            <p:cNvSpPr/>
            <p:nvPr/>
          </p:nvSpPr>
          <p:spPr>
            <a:xfrm>
              <a:off x="5136507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g1703"/>
            <p:cNvSpPr/>
            <p:nvPr/>
          </p:nvSpPr>
          <p:spPr>
            <a:xfrm>
              <a:off x="5148144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g1704"/>
            <p:cNvSpPr/>
            <p:nvPr/>
          </p:nvSpPr>
          <p:spPr>
            <a:xfrm>
              <a:off x="5159781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g1705"/>
            <p:cNvSpPr/>
            <p:nvPr/>
          </p:nvSpPr>
          <p:spPr>
            <a:xfrm>
              <a:off x="517141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g1706"/>
            <p:cNvSpPr/>
            <p:nvPr/>
          </p:nvSpPr>
          <p:spPr>
            <a:xfrm>
              <a:off x="5183056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g1707"/>
            <p:cNvSpPr/>
            <p:nvPr/>
          </p:nvSpPr>
          <p:spPr>
            <a:xfrm>
              <a:off x="5066683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g1708"/>
            <p:cNvSpPr/>
            <p:nvPr/>
          </p:nvSpPr>
          <p:spPr>
            <a:xfrm>
              <a:off x="5113232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g1709"/>
            <p:cNvSpPr/>
            <p:nvPr/>
          </p:nvSpPr>
          <p:spPr>
            <a:xfrm>
              <a:off x="512486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g1710"/>
            <p:cNvSpPr/>
            <p:nvPr/>
          </p:nvSpPr>
          <p:spPr>
            <a:xfrm>
              <a:off x="5136507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g1711"/>
            <p:cNvSpPr/>
            <p:nvPr/>
          </p:nvSpPr>
          <p:spPr>
            <a:xfrm>
              <a:off x="5148144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g1712"/>
            <p:cNvSpPr/>
            <p:nvPr/>
          </p:nvSpPr>
          <p:spPr>
            <a:xfrm>
              <a:off x="5159781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g1713"/>
            <p:cNvSpPr/>
            <p:nvPr/>
          </p:nvSpPr>
          <p:spPr>
            <a:xfrm>
              <a:off x="517141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g1714"/>
            <p:cNvSpPr/>
            <p:nvPr/>
          </p:nvSpPr>
          <p:spPr>
            <a:xfrm>
              <a:off x="5183056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g1715"/>
            <p:cNvSpPr/>
            <p:nvPr/>
          </p:nvSpPr>
          <p:spPr>
            <a:xfrm>
              <a:off x="505504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g1716"/>
            <p:cNvSpPr/>
            <p:nvPr/>
          </p:nvSpPr>
          <p:spPr>
            <a:xfrm>
              <a:off x="5066683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g1717"/>
            <p:cNvSpPr/>
            <p:nvPr/>
          </p:nvSpPr>
          <p:spPr>
            <a:xfrm>
              <a:off x="5078320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g1718"/>
            <p:cNvSpPr/>
            <p:nvPr/>
          </p:nvSpPr>
          <p:spPr>
            <a:xfrm>
              <a:off x="508995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g1719"/>
            <p:cNvSpPr/>
            <p:nvPr/>
          </p:nvSpPr>
          <p:spPr>
            <a:xfrm>
              <a:off x="510159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g1720"/>
            <p:cNvSpPr/>
            <p:nvPr/>
          </p:nvSpPr>
          <p:spPr>
            <a:xfrm>
              <a:off x="5113232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g1721"/>
            <p:cNvSpPr/>
            <p:nvPr/>
          </p:nvSpPr>
          <p:spPr>
            <a:xfrm>
              <a:off x="512486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g1722"/>
            <p:cNvSpPr/>
            <p:nvPr/>
          </p:nvSpPr>
          <p:spPr>
            <a:xfrm>
              <a:off x="513650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g1723"/>
            <p:cNvSpPr/>
            <p:nvPr/>
          </p:nvSpPr>
          <p:spPr>
            <a:xfrm>
              <a:off x="5148144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g1724"/>
            <p:cNvSpPr/>
            <p:nvPr/>
          </p:nvSpPr>
          <p:spPr>
            <a:xfrm>
              <a:off x="5159781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g1725"/>
            <p:cNvSpPr/>
            <p:nvPr/>
          </p:nvSpPr>
          <p:spPr>
            <a:xfrm>
              <a:off x="517141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g1726"/>
            <p:cNvSpPr/>
            <p:nvPr/>
          </p:nvSpPr>
          <p:spPr>
            <a:xfrm>
              <a:off x="5183056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g1727"/>
            <p:cNvSpPr/>
            <p:nvPr/>
          </p:nvSpPr>
          <p:spPr>
            <a:xfrm>
              <a:off x="5043408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g1728"/>
            <p:cNvSpPr/>
            <p:nvPr/>
          </p:nvSpPr>
          <p:spPr>
            <a:xfrm>
              <a:off x="505504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g1729"/>
            <p:cNvSpPr/>
            <p:nvPr/>
          </p:nvSpPr>
          <p:spPr>
            <a:xfrm>
              <a:off x="506668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g1730"/>
            <p:cNvSpPr/>
            <p:nvPr/>
          </p:nvSpPr>
          <p:spPr>
            <a:xfrm>
              <a:off x="5078320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g1731"/>
            <p:cNvSpPr/>
            <p:nvPr/>
          </p:nvSpPr>
          <p:spPr>
            <a:xfrm>
              <a:off x="508995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g1732"/>
            <p:cNvSpPr/>
            <p:nvPr/>
          </p:nvSpPr>
          <p:spPr>
            <a:xfrm>
              <a:off x="510159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g1733"/>
            <p:cNvSpPr/>
            <p:nvPr/>
          </p:nvSpPr>
          <p:spPr>
            <a:xfrm>
              <a:off x="5113232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g1734"/>
            <p:cNvSpPr/>
            <p:nvPr/>
          </p:nvSpPr>
          <p:spPr>
            <a:xfrm>
              <a:off x="512486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g1735"/>
            <p:cNvSpPr/>
            <p:nvPr/>
          </p:nvSpPr>
          <p:spPr>
            <a:xfrm>
              <a:off x="513650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g1736"/>
            <p:cNvSpPr/>
            <p:nvPr/>
          </p:nvSpPr>
          <p:spPr>
            <a:xfrm>
              <a:off x="5148144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g1737"/>
            <p:cNvSpPr/>
            <p:nvPr/>
          </p:nvSpPr>
          <p:spPr>
            <a:xfrm>
              <a:off x="5159781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g1738"/>
            <p:cNvSpPr/>
            <p:nvPr/>
          </p:nvSpPr>
          <p:spPr>
            <a:xfrm>
              <a:off x="517141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g1739"/>
            <p:cNvSpPr/>
            <p:nvPr/>
          </p:nvSpPr>
          <p:spPr>
            <a:xfrm>
              <a:off x="5183056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g1740"/>
            <p:cNvSpPr/>
            <p:nvPr/>
          </p:nvSpPr>
          <p:spPr>
            <a:xfrm>
              <a:off x="519469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g1741"/>
            <p:cNvSpPr/>
            <p:nvPr/>
          </p:nvSpPr>
          <p:spPr>
            <a:xfrm>
              <a:off x="5043408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g1742"/>
            <p:cNvSpPr/>
            <p:nvPr/>
          </p:nvSpPr>
          <p:spPr>
            <a:xfrm>
              <a:off x="505504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g1743"/>
            <p:cNvSpPr/>
            <p:nvPr/>
          </p:nvSpPr>
          <p:spPr>
            <a:xfrm>
              <a:off x="506668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g1744"/>
            <p:cNvSpPr/>
            <p:nvPr/>
          </p:nvSpPr>
          <p:spPr>
            <a:xfrm>
              <a:off x="5078320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g1745"/>
            <p:cNvSpPr/>
            <p:nvPr/>
          </p:nvSpPr>
          <p:spPr>
            <a:xfrm>
              <a:off x="508995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g1746"/>
            <p:cNvSpPr/>
            <p:nvPr/>
          </p:nvSpPr>
          <p:spPr>
            <a:xfrm>
              <a:off x="510159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g1747"/>
            <p:cNvSpPr/>
            <p:nvPr/>
          </p:nvSpPr>
          <p:spPr>
            <a:xfrm>
              <a:off x="5113232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g1748"/>
            <p:cNvSpPr/>
            <p:nvPr/>
          </p:nvSpPr>
          <p:spPr>
            <a:xfrm>
              <a:off x="512486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g1749"/>
            <p:cNvSpPr/>
            <p:nvPr/>
          </p:nvSpPr>
          <p:spPr>
            <a:xfrm>
              <a:off x="513650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g1750"/>
            <p:cNvSpPr/>
            <p:nvPr/>
          </p:nvSpPr>
          <p:spPr>
            <a:xfrm>
              <a:off x="5148144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g1751"/>
            <p:cNvSpPr/>
            <p:nvPr/>
          </p:nvSpPr>
          <p:spPr>
            <a:xfrm>
              <a:off x="515978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g1752"/>
            <p:cNvSpPr/>
            <p:nvPr/>
          </p:nvSpPr>
          <p:spPr>
            <a:xfrm>
              <a:off x="517141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g1753"/>
            <p:cNvSpPr/>
            <p:nvPr/>
          </p:nvSpPr>
          <p:spPr>
            <a:xfrm>
              <a:off x="5183056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g1754"/>
            <p:cNvSpPr/>
            <p:nvPr/>
          </p:nvSpPr>
          <p:spPr>
            <a:xfrm>
              <a:off x="519469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g1755"/>
            <p:cNvSpPr/>
            <p:nvPr/>
          </p:nvSpPr>
          <p:spPr>
            <a:xfrm>
              <a:off x="520633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g1756"/>
            <p:cNvSpPr/>
            <p:nvPr/>
          </p:nvSpPr>
          <p:spPr>
            <a:xfrm>
              <a:off x="5043408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g1757"/>
            <p:cNvSpPr/>
            <p:nvPr/>
          </p:nvSpPr>
          <p:spPr>
            <a:xfrm>
              <a:off x="505504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g1758"/>
            <p:cNvSpPr/>
            <p:nvPr/>
          </p:nvSpPr>
          <p:spPr>
            <a:xfrm>
              <a:off x="506668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g1759"/>
            <p:cNvSpPr/>
            <p:nvPr/>
          </p:nvSpPr>
          <p:spPr>
            <a:xfrm>
              <a:off x="5078320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g1760"/>
            <p:cNvSpPr/>
            <p:nvPr/>
          </p:nvSpPr>
          <p:spPr>
            <a:xfrm>
              <a:off x="508995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g1761"/>
            <p:cNvSpPr/>
            <p:nvPr/>
          </p:nvSpPr>
          <p:spPr>
            <a:xfrm>
              <a:off x="510159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g1762"/>
            <p:cNvSpPr/>
            <p:nvPr/>
          </p:nvSpPr>
          <p:spPr>
            <a:xfrm>
              <a:off x="5113232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g1763"/>
            <p:cNvSpPr/>
            <p:nvPr/>
          </p:nvSpPr>
          <p:spPr>
            <a:xfrm>
              <a:off x="512486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g1764"/>
            <p:cNvSpPr/>
            <p:nvPr/>
          </p:nvSpPr>
          <p:spPr>
            <a:xfrm>
              <a:off x="513650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g1765"/>
            <p:cNvSpPr/>
            <p:nvPr/>
          </p:nvSpPr>
          <p:spPr>
            <a:xfrm>
              <a:off x="5148144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g1766"/>
            <p:cNvSpPr/>
            <p:nvPr/>
          </p:nvSpPr>
          <p:spPr>
            <a:xfrm>
              <a:off x="515978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g1767"/>
            <p:cNvSpPr/>
            <p:nvPr/>
          </p:nvSpPr>
          <p:spPr>
            <a:xfrm>
              <a:off x="517141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g1768"/>
            <p:cNvSpPr/>
            <p:nvPr/>
          </p:nvSpPr>
          <p:spPr>
            <a:xfrm>
              <a:off x="5183056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g1769"/>
            <p:cNvSpPr/>
            <p:nvPr/>
          </p:nvSpPr>
          <p:spPr>
            <a:xfrm>
              <a:off x="519469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g1770"/>
            <p:cNvSpPr/>
            <p:nvPr/>
          </p:nvSpPr>
          <p:spPr>
            <a:xfrm>
              <a:off x="520633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g1771"/>
            <p:cNvSpPr/>
            <p:nvPr/>
          </p:nvSpPr>
          <p:spPr>
            <a:xfrm>
              <a:off x="504340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g1772"/>
            <p:cNvSpPr/>
            <p:nvPr/>
          </p:nvSpPr>
          <p:spPr>
            <a:xfrm>
              <a:off x="505504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g1773"/>
            <p:cNvSpPr/>
            <p:nvPr/>
          </p:nvSpPr>
          <p:spPr>
            <a:xfrm>
              <a:off x="506668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g1774"/>
            <p:cNvSpPr/>
            <p:nvPr/>
          </p:nvSpPr>
          <p:spPr>
            <a:xfrm>
              <a:off x="5078320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g1775"/>
            <p:cNvSpPr/>
            <p:nvPr/>
          </p:nvSpPr>
          <p:spPr>
            <a:xfrm>
              <a:off x="508995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g1776"/>
            <p:cNvSpPr/>
            <p:nvPr/>
          </p:nvSpPr>
          <p:spPr>
            <a:xfrm>
              <a:off x="510159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g1777"/>
            <p:cNvSpPr/>
            <p:nvPr/>
          </p:nvSpPr>
          <p:spPr>
            <a:xfrm>
              <a:off x="5113232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g1778"/>
            <p:cNvSpPr/>
            <p:nvPr/>
          </p:nvSpPr>
          <p:spPr>
            <a:xfrm>
              <a:off x="512486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g1779"/>
            <p:cNvSpPr/>
            <p:nvPr/>
          </p:nvSpPr>
          <p:spPr>
            <a:xfrm>
              <a:off x="513650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g1780"/>
            <p:cNvSpPr/>
            <p:nvPr/>
          </p:nvSpPr>
          <p:spPr>
            <a:xfrm>
              <a:off x="5148144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g1781"/>
            <p:cNvSpPr/>
            <p:nvPr/>
          </p:nvSpPr>
          <p:spPr>
            <a:xfrm>
              <a:off x="515978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g1782"/>
            <p:cNvSpPr/>
            <p:nvPr/>
          </p:nvSpPr>
          <p:spPr>
            <a:xfrm>
              <a:off x="517141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g1783"/>
            <p:cNvSpPr/>
            <p:nvPr/>
          </p:nvSpPr>
          <p:spPr>
            <a:xfrm>
              <a:off x="5183056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g1784"/>
            <p:cNvSpPr/>
            <p:nvPr/>
          </p:nvSpPr>
          <p:spPr>
            <a:xfrm>
              <a:off x="519469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g1785"/>
            <p:cNvSpPr/>
            <p:nvPr/>
          </p:nvSpPr>
          <p:spPr>
            <a:xfrm>
              <a:off x="520633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g1786"/>
            <p:cNvSpPr/>
            <p:nvPr/>
          </p:nvSpPr>
          <p:spPr>
            <a:xfrm>
              <a:off x="521796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g1787"/>
            <p:cNvSpPr/>
            <p:nvPr/>
          </p:nvSpPr>
          <p:spPr>
            <a:xfrm>
              <a:off x="505504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g1788"/>
            <p:cNvSpPr/>
            <p:nvPr/>
          </p:nvSpPr>
          <p:spPr>
            <a:xfrm>
              <a:off x="506668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g1789"/>
            <p:cNvSpPr/>
            <p:nvPr/>
          </p:nvSpPr>
          <p:spPr>
            <a:xfrm>
              <a:off x="5078320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g1790"/>
            <p:cNvSpPr/>
            <p:nvPr/>
          </p:nvSpPr>
          <p:spPr>
            <a:xfrm>
              <a:off x="508995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g1791"/>
            <p:cNvSpPr/>
            <p:nvPr/>
          </p:nvSpPr>
          <p:spPr>
            <a:xfrm>
              <a:off x="510159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g1792"/>
            <p:cNvSpPr/>
            <p:nvPr/>
          </p:nvSpPr>
          <p:spPr>
            <a:xfrm>
              <a:off x="5113232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g1793"/>
            <p:cNvSpPr/>
            <p:nvPr/>
          </p:nvSpPr>
          <p:spPr>
            <a:xfrm>
              <a:off x="512486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g1794"/>
            <p:cNvSpPr/>
            <p:nvPr/>
          </p:nvSpPr>
          <p:spPr>
            <a:xfrm>
              <a:off x="513650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g1795"/>
            <p:cNvSpPr/>
            <p:nvPr/>
          </p:nvSpPr>
          <p:spPr>
            <a:xfrm>
              <a:off x="5148144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g1796"/>
            <p:cNvSpPr/>
            <p:nvPr/>
          </p:nvSpPr>
          <p:spPr>
            <a:xfrm>
              <a:off x="515978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g1797"/>
            <p:cNvSpPr/>
            <p:nvPr/>
          </p:nvSpPr>
          <p:spPr>
            <a:xfrm>
              <a:off x="517141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g1798"/>
            <p:cNvSpPr/>
            <p:nvPr/>
          </p:nvSpPr>
          <p:spPr>
            <a:xfrm>
              <a:off x="5183056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g1799"/>
            <p:cNvSpPr/>
            <p:nvPr/>
          </p:nvSpPr>
          <p:spPr>
            <a:xfrm>
              <a:off x="519469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g1800"/>
            <p:cNvSpPr/>
            <p:nvPr/>
          </p:nvSpPr>
          <p:spPr>
            <a:xfrm>
              <a:off x="520633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g1801"/>
            <p:cNvSpPr/>
            <p:nvPr/>
          </p:nvSpPr>
          <p:spPr>
            <a:xfrm>
              <a:off x="5217968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g1802"/>
            <p:cNvSpPr/>
            <p:nvPr/>
          </p:nvSpPr>
          <p:spPr>
            <a:xfrm>
              <a:off x="502013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g1803"/>
            <p:cNvSpPr/>
            <p:nvPr/>
          </p:nvSpPr>
          <p:spPr>
            <a:xfrm>
              <a:off x="503177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g1804"/>
            <p:cNvSpPr/>
            <p:nvPr/>
          </p:nvSpPr>
          <p:spPr>
            <a:xfrm>
              <a:off x="504340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g1805"/>
            <p:cNvSpPr/>
            <p:nvPr/>
          </p:nvSpPr>
          <p:spPr>
            <a:xfrm>
              <a:off x="505504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g1806"/>
            <p:cNvSpPr/>
            <p:nvPr/>
          </p:nvSpPr>
          <p:spPr>
            <a:xfrm>
              <a:off x="506668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g1807"/>
            <p:cNvSpPr/>
            <p:nvPr/>
          </p:nvSpPr>
          <p:spPr>
            <a:xfrm>
              <a:off x="5078320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g1808"/>
            <p:cNvSpPr/>
            <p:nvPr/>
          </p:nvSpPr>
          <p:spPr>
            <a:xfrm>
              <a:off x="508995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g1809"/>
            <p:cNvSpPr/>
            <p:nvPr/>
          </p:nvSpPr>
          <p:spPr>
            <a:xfrm>
              <a:off x="510159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g1810"/>
            <p:cNvSpPr/>
            <p:nvPr/>
          </p:nvSpPr>
          <p:spPr>
            <a:xfrm>
              <a:off x="5113232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g1811"/>
            <p:cNvSpPr/>
            <p:nvPr/>
          </p:nvSpPr>
          <p:spPr>
            <a:xfrm>
              <a:off x="512486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g1812"/>
            <p:cNvSpPr/>
            <p:nvPr/>
          </p:nvSpPr>
          <p:spPr>
            <a:xfrm>
              <a:off x="513650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g1813"/>
            <p:cNvSpPr/>
            <p:nvPr/>
          </p:nvSpPr>
          <p:spPr>
            <a:xfrm>
              <a:off x="5148144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g1814"/>
            <p:cNvSpPr/>
            <p:nvPr/>
          </p:nvSpPr>
          <p:spPr>
            <a:xfrm>
              <a:off x="515978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g1815"/>
            <p:cNvSpPr/>
            <p:nvPr/>
          </p:nvSpPr>
          <p:spPr>
            <a:xfrm>
              <a:off x="517141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g1816"/>
            <p:cNvSpPr/>
            <p:nvPr/>
          </p:nvSpPr>
          <p:spPr>
            <a:xfrm>
              <a:off x="5183056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g1817"/>
            <p:cNvSpPr/>
            <p:nvPr/>
          </p:nvSpPr>
          <p:spPr>
            <a:xfrm>
              <a:off x="519469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g1818"/>
            <p:cNvSpPr/>
            <p:nvPr/>
          </p:nvSpPr>
          <p:spPr>
            <a:xfrm>
              <a:off x="520633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g1819"/>
            <p:cNvSpPr/>
            <p:nvPr/>
          </p:nvSpPr>
          <p:spPr>
            <a:xfrm>
              <a:off x="502013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g1820"/>
            <p:cNvSpPr/>
            <p:nvPr/>
          </p:nvSpPr>
          <p:spPr>
            <a:xfrm>
              <a:off x="503177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g1821"/>
            <p:cNvSpPr/>
            <p:nvPr/>
          </p:nvSpPr>
          <p:spPr>
            <a:xfrm>
              <a:off x="504340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g1822"/>
            <p:cNvSpPr/>
            <p:nvPr/>
          </p:nvSpPr>
          <p:spPr>
            <a:xfrm>
              <a:off x="505504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g1823"/>
            <p:cNvSpPr/>
            <p:nvPr/>
          </p:nvSpPr>
          <p:spPr>
            <a:xfrm>
              <a:off x="506668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g1824"/>
            <p:cNvSpPr/>
            <p:nvPr/>
          </p:nvSpPr>
          <p:spPr>
            <a:xfrm>
              <a:off x="5078320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g1825"/>
            <p:cNvSpPr/>
            <p:nvPr/>
          </p:nvSpPr>
          <p:spPr>
            <a:xfrm>
              <a:off x="508995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g1826"/>
            <p:cNvSpPr/>
            <p:nvPr/>
          </p:nvSpPr>
          <p:spPr>
            <a:xfrm>
              <a:off x="510159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g1827"/>
            <p:cNvSpPr/>
            <p:nvPr/>
          </p:nvSpPr>
          <p:spPr>
            <a:xfrm>
              <a:off x="5113232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g1828"/>
            <p:cNvSpPr/>
            <p:nvPr/>
          </p:nvSpPr>
          <p:spPr>
            <a:xfrm>
              <a:off x="512486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g1829"/>
            <p:cNvSpPr/>
            <p:nvPr/>
          </p:nvSpPr>
          <p:spPr>
            <a:xfrm>
              <a:off x="513650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g1830"/>
            <p:cNvSpPr/>
            <p:nvPr/>
          </p:nvSpPr>
          <p:spPr>
            <a:xfrm>
              <a:off x="5148144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g1831"/>
            <p:cNvSpPr/>
            <p:nvPr/>
          </p:nvSpPr>
          <p:spPr>
            <a:xfrm>
              <a:off x="515978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g1832"/>
            <p:cNvSpPr/>
            <p:nvPr/>
          </p:nvSpPr>
          <p:spPr>
            <a:xfrm>
              <a:off x="517141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g1833"/>
            <p:cNvSpPr/>
            <p:nvPr/>
          </p:nvSpPr>
          <p:spPr>
            <a:xfrm>
              <a:off x="5183056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g1834"/>
            <p:cNvSpPr/>
            <p:nvPr/>
          </p:nvSpPr>
          <p:spPr>
            <a:xfrm>
              <a:off x="519469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g1835"/>
            <p:cNvSpPr/>
            <p:nvPr/>
          </p:nvSpPr>
          <p:spPr>
            <a:xfrm>
              <a:off x="502013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g1836"/>
            <p:cNvSpPr/>
            <p:nvPr/>
          </p:nvSpPr>
          <p:spPr>
            <a:xfrm>
              <a:off x="503177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g1837"/>
            <p:cNvSpPr/>
            <p:nvPr/>
          </p:nvSpPr>
          <p:spPr>
            <a:xfrm>
              <a:off x="5043408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g1838"/>
            <p:cNvSpPr/>
            <p:nvPr/>
          </p:nvSpPr>
          <p:spPr>
            <a:xfrm>
              <a:off x="505504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g1839"/>
            <p:cNvSpPr/>
            <p:nvPr/>
          </p:nvSpPr>
          <p:spPr>
            <a:xfrm>
              <a:off x="506668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g1840"/>
            <p:cNvSpPr/>
            <p:nvPr/>
          </p:nvSpPr>
          <p:spPr>
            <a:xfrm>
              <a:off x="5078320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g1841"/>
            <p:cNvSpPr/>
            <p:nvPr/>
          </p:nvSpPr>
          <p:spPr>
            <a:xfrm>
              <a:off x="508995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g1842"/>
            <p:cNvSpPr/>
            <p:nvPr/>
          </p:nvSpPr>
          <p:spPr>
            <a:xfrm>
              <a:off x="510159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g1843"/>
            <p:cNvSpPr/>
            <p:nvPr/>
          </p:nvSpPr>
          <p:spPr>
            <a:xfrm>
              <a:off x="5113232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g1844"/>
            <p:cNvSpPr/>
            <p:nvPr/>
          </p:nvSpPr>
          <p:spPr>
            <a:xfrm>
              <a:off x="512486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g1845"/>
            <p:cNvSpPr/>
            <p:nvPr/>
          </p:nvSpPr>
          <p:spPr>
            <a:xfrm>
              <a:off x="513650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g1846"/>
            <p:cNvSpPr/>
            <p:nvPr/>
          </p:nvSpPr>
          <p:spPr>
            <a:xfrm>
              <a:off x="5148144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g1847"/>
            <p:cNvSpPr/>
            <p:nvPr/>
          </p:nvSpPr>
          <p:spPr>
            <a:xfrm>
              <a:off x="515978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g1848"/>
            <p:cNvSpPr/>
            <p:nvPr/>
          </p:nvSpPr>
          <p:spPr>
            <a:xfrm>
              <a:off x="517141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g1849"/>
            <p:cNvSpPr/>
            <p:nvPr/>
          </p:nvSpPr>
          <p:spPr>
            <a:xfrm>
              <a:off x="5183056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g1850"/>
            <p:cNvSpPr/>
            <p:nvPr/>
          </p:nvSpPr>
          <p:spPr>
            <a:xfrm>
              <a:off x="502013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g1851"/>
            <p:cNvSpPr/>
            <p:nvPr/>
          </p:nvSpPr>
          <p:spPr>
            <a:xfrm>
              <a:off x="503177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g1852"/>
            <p:cNvSpPr/>
            <p:nvPr/>
          </p:nvSpPr>
          <p:spPr>
            <a:xfrm>
              <a:off x="5043408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g1853"/>
            <p:cNvSpPr/>
            <p:nvPr/>
          </p:nvSpPr>
          <p:spPr>
            <a:xfrm>
              <a:off x="505504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g1854"/>
            <p:cNvSpPr/>
            <p:nvPr/>
          </p:nvSpPr>
          <p:spPr>
            <a:xfrm>
              <a:off x="506668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g1855"/>
            <p:cNvSpPr/>
            <p:nvPr/>
          </p:nvSpPr>
          <p:spPr>
            <a:xfrm>
              <a:off x="5078320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g1856"/>
            <p:cNvSpPr/>
            <p:nvPr/>
          </p:nvSpPr>
          <p:spPr>
            <a:xfrm>
              <a:off x="508995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g1857"/>
            <p:cNvSpPr/>
            <p:nvPr/>
          </p:nvSpPr>
          <p:spPr>
            <a:xfrm>
              <a:off x="510159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g1858"/>
            <p:cNvSpPr/>
            <p:nvPr/>
          </p:nvSpPr>
          <p:spPr>
            <a:xfrm>
              <a:off x="5113232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g1859"/>
            <p:cNvSpPr/>
            <p:nvPr/>
          </p:nvSpPr>
          <p:spPr>
            <a:xfrm>
              <a:off x="512486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g1860"/>
            <p:cNvSpPr/>
            <p:nvPr/>
          </p:nvSpPr>
          <p:spPr>
            <a:xfrm>
              <a:off x="513650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g1861"/>
            <p:cNvSpPr/>
            <p:nvPr/>
          </p:nvSpPr>
          <p:spPr>
            <a:xfrm>
              <a:off x="5148144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g1862"/>
            <p:cNvSpPr/>
            <p:nvPr/>
          </p:nvSpPr>
          <p:spPr>
            <a:xfrm>
              <a:off x="5159781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g1863"/>
            <p:cNvSpPr/>
            <p:nvPr/>
          </p:nvSpPr>
          <p:spPr>
            <a:xfrm>
              <a:off x="517141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g1864"/>
            <p:cNvSpPr/>
            <p:nvPr/>
          </p:nvSpPr>
          <p:spPr>
            <a:xfrm>
              <a:off x="5008496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g1865"/>
            <p:cNvSpPr/>
            <p:nvPr/>
          </p:nvSpPr>
          <p:spPr>
            <a:xfrm>
              <a:off x="502013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g1866"/>
            <p:cNvSpPr/>
            <p:nvPr/>
          </p:nvSpPr>
          <p:spPr>
            <a:xfrm>
              <a:off x="5031771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g1867"/>
            <p:cNvSpPr/>
            <p:nvPr/>
          </p:nvSpPr>
          <p:spPr>
            <a:xfrm>
              <a:off x="5043408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g1868"/>
            <p:cNvSpPr/>
            <p:nvPr/>
          </p:nvSpPr>
          <p:spPr>
            <a:xfrm>
              <a:off x="505504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g1869"/>
            <p:cNvSpPr/>
            <p:nvPr/>
          </p:nvSpPr>
          <p:spPr>
            <a:xfrm>
              <a:off x="506668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g1870"/>
            <p:cNvSpPr/>
            <p:nvPr/>
          </p:nvSpPr>
          <p:spPr>
            <a:xfrm>
              <a:off x="5078320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g1871"/>
            <p:cNvSpPr/>
            <p:nvPr/>
          </p:nvSpPr>
          <p:spPr>
            <a:xfrm>
              <a:off x="508995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g1872"/>
            <p:cNvSpPr/>
            <p:nvPr/>
          </p:nvSpPr>
          <p:spPr>
            <a:xfrm>
              <a:off x="510159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g1873"/>
            <p:cNvSpPr/>
            <p:nvPr/>
          </p:nvSpPr>
          <p:spPr>
            <a:xfrm>
              <a:off x="5113232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g1874"/>
            <p:cNvSpPr/>
            <p:nvPr/>
          </p:nvSpPr>
          <p:spPr>
            <a:xfrm>
              <a:off x="5124869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g1875"/>
            <p:cNvSpPr/>
            <p:nvPr/>
          </p:nvSpPr>
          <p:spPr>
            <a:xfrm>
              <a:off x="513650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g1876"/>
            <p:cNvSpPr/>
            <p:nvPr/>
          </p:nvSpPr>
          <p:spPr>
            <a:xfrm>
              <a:off x="5148144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g1877"/>
            <p:cNvSpPr/>
            <p:nvPr/>
          </p:nvSpPr>
          <p:spPr>
            <a:xfrm>
              <a:off x="5008496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g1878"/>
            <p:cNvSpPr/>
            <p:nvPr/>
          </p:nvSpPr>
          <p:spPr>
            <a:xfrm>
              <a:off x="502013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g1879"/>
            <p:cNvSpPr/>
            <p:nvPr/>
          </p:nvSpPr>
          <p:spPr>
            <a:xfrm>
              <a:off x="5031771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g1880"/>
            <p:cNvSpPr/>
            <p:nvPr/>
          </p:nvSpPr>
          <p:spPr>
            <a:xfrm>
              <a:off x="5043408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g1881"/>
            <p:cNvSpPr/>
            <p:nvPr/>
          </p:nvSpPr>
          <p:spPr>
            <a:xfrm>
              <a:off x="505504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g1882"/>
            <p:cNvSpPr/>
            <p:nvPr/>
          </p:nvSpPr>
          <p:spPr>
            <a:xfrm>
              <a:off x="506668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g1883"/>
            <p:cNvSpPr/>
            <p:nvPr/>
          </p:nvSpPr>
          <p:spPr>
            <a:xfrm>
              <a:off x="5078320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g1884"/>
            <p:cNvSpPr/>
            <p:nvPr/>
          </p:nvSpPr>
          <p:spPr>
            <a:xfrm>
              <a:off x="508995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g1885"/>
            <p:cNvSpPr/>
            <p:nvPr/>
          </p:nvSpPr>
          <p:spPr>
            <a:xfrm>
              <a:off x="510159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g1886"/>
            <p:cNvSpPr/>
            <p:nvPr/>
          </p:nvSpPr>
          <p:spPr>
            <a:xfrm>
              <a:off x="5113232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g1887"/>
            <p:cNvSpPr/>
            <p:nvPr/>
          </p:nvSpPr>
          <p:spPr>
            <a:xfrm>
              <a:off x="5124869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g1888"/>
            <p:cNvSpPr/>
            <p:nvPr/>
          </p:nvSpPr>
          <p:spPr>
            <a:xfrm>
              <a:off x="513650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g1889"/>
            <p:cNvSpPr/>
            <p:nvPr/>
          </p:nvSpPr>
          <p:spPr>
            <a:xfrm>
              <a:off x="5008496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g1890"/>
            <p:cNvSpPr/>
            <p:nvPr/>
          </p:nvSpPr>
          <p:spPr>
            <a:xfrm>
              <a:off x="502013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g1891"/>
            <p:cNvSpPr/>
            <p:nvPr/>
          </p:nvSpPr>
          <p:spPr>
            <a:xfrm>
              <a:off x="5031771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g1892"/>
            <p:cNvSpPr/>
            <p:nvPr/>
          </p:nvSpPr>
          <p:spPr>
            <a:xfrm>
              <a:off x="5043408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g1893"/>
            <p:cNvSpPr/>
            <p:nvPr/>
          </p:nvSpPr>
          <p:spPr>
            <a:xfrm>
              <a:off x="505504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g1894"/>
            <p:cNvSpPr/>
            <p:nvPr/>
          </p:nvSpPr>
          <p:spPr>
            <a:xfrm>
              <a:off x="506668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g1895"/>
            <p:cNvSpPr/>
            <p:nvPr/>
          </p:nvSpPr>
          <p:spPr>
            <a:xfrm>
              <a:off x="5078320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g1896"/>
            <p:cNvSpPr/>
            <p:nvPr/>
          </p:nvSpPr>
          <p:spPr>
            <a:xfrm>
              <a:off x="5089957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g1897"/>
            <p:cNvSpPr/>
            <p:nvPr/>
          </p:nvSpPr>
          <p:spPr>
            <a:xfrm>
              <a:off x="510159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g1898"/>
            <p:cNvSpPr/>
            <p:nvPr/>
          </p:nvSpPr>
          <p:spPr>
            <a:xfrm>
              <a:off x="5113232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g1899"/>
            <p:cNvSpPr/>
            <p:nvPr/>
          </p:nvSpPr>
          <p:spPr>
            <a:xfrm>
              <a:off x="5124869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g1900"/>
            <p:cNvSpPr/>
            <p:nvPr/>
          </p:nvSpPr>
          <p:spPr>
            <a:xfrm>
              <a:off x="498522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g1901"/>
            <p:cNvSpPr/>
            <p:nvPr/>
          </p:nvSpPr>
          <p:spPr>
            <a:xfrm>
              <a:off x="499685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g1902"/>
            <p:cNvSpPr/>
            <p:nvPr/>
          </p:nvSpPr>
          <p:spPr>
            <a:xfrm>
              <a:off x="5008496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g1903"/>
            <p:cNvSpPr/>
            <p:nvPr/>
          </p:nvSpPr>
          <p:spPr>
            <a:xfrm>
              <a:off x="502013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g1904"/>
            <p:cNvSpPr/>
            <p:nvPr/>
          </p:nvSpPr>
          <p:spPr>
            <a:xfrm>
              <a:off x="503177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g1905"/>
            <p:cNvSpPr/>
            <p:nvPr/>
          </p:nvSpPr>
          <p:spPr>
            <a:xfrm>
              <a:off x="5043408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g1906"/>
            <p:cNvSpPr/>
            <p:nvPr/>
          </p:nvSpPr>
          <p:spPr>
            <a:xfrm>
              <a:off x="505504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g1907"/>
            <p:cNvSpPr/>
            <p:nvPr/>
          </p:nvSpPr>
          <p:spPr>
            <a:xfrm>
              <a:off x="506668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g1908"/>
            <p:cNvSpPr/>
            <p:nvPr/>
          </p:nvSpPr>
          <p:spPr>
            <a:xfrm>
              <a:off x="5078320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g1909"/>
            <p:cNvSpPr/>
            <p:nvPr/>
          </p:nvSpPr>
          <p:spPr>
            <a:xfrm>
              <a:off x="5089957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g1910"/>
            <p:cNvSpPr/>
            <p:nvPr/>
          </p:nvSpPr>
          <p:spPr>
            <a:xfrm>
              <a:off x="510159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g1911"/>
            <p:cNvSpPr/>
            <p:nvPr/>
          </p:nvSpPr>
          <p:spPr>
            <a:xfrm>
              <a:off x="5113232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g1912"/>
            <p:cNvSpPr/>
            <p:nvPr/>
          </p:nvSpPr>
          <p:spPr>
            <a:xfrm>
              <a:off x="5124869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g1913"/>
            <p:cNvSpPr/>
            <p:nvPr/>
          </p:nvSpPr>
          <p:spPr>
            <a:xfrm>
              <a:off x="4973584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g1914"/>
            <p:cNvSpPr/>
            <p:nvPr/>
          </p:nvSpPr>
          <p:spPr>
            <a:xfrm>
              <a:off x="498522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g1915"/>
            <p:cNvSpPr/>
            <p:nvPr/>
          </p:nvSpPr>
          <p:spPr>
            <a:xfrm>
              <a:off x="499685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g1916"/>
            <p:cNvSpPr/>
            <p:nvPr/>
          </p:nvSpPr>
          <p:spPr>
            <a:xfrm>
              <a:off x="5008496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g1917"/>
            <p:cNvSpPr/>
            <p:nvPr/>
          </p:nvSpPr>
          <p:spPr>
            <a:xfrm>
              <a:off x="502013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g1918"/>
            <p:cNvSpPr/>
            <p:nvPr/>
          </p:nvSpPr>
          <p:spPr>
            <a:xfrm>
              <a:off x="503177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g1919"/>
            <p:cNvSpPr/>
            <p:nvPr/>
          </p:nvSpPr>
          <p:spPr>
            <a:xfrm>
              <a:off x="5043408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g1920"/>
            <p:cNvSpPr/>
            <p:nvPr/>
          </p:nvSpPr>
          <p:spPr>
            <a:xfrm>
              <a:off x="505504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g1921"/>
            <p:cNvSpPr/>
            <p:nvPr/>
          </p:nvSpPr>
          <p:spPr>
            <a:xfrm>
              <a:off x="506668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g1922"/>
            <p:cNvSpPr/>
            <p:nvPr/>
          </p:nvSpPr>
          <p:spPr>
            <a:xfrm>
              <a:off x="5078320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g1923"/>
            <p:cNvSpPr/>
            <p:nvPr/>
          </p:nvSpPr>
          <p:spPr>
            <a:xfrm>
              <a:off x="5089957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g1924"/>
            <p:cNvSpPr/>
            <p:nvPr/>
          </p:nvSpPr>
          <p:spPr>
            <a:xfrm>
              <a:off x="510159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g1925"/>
            <p:cNvSpPr/>
            <p:nvPr/>
          </p:nvSpPr>
          <p:spPr>
            <a:xfrm>
              <a:off x="5113232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g1926"/>
            <p:cNvSpPr/>
            <p:nvPr/>
          </p:nvSpPr>
          <p:spPr>
            <a:xfrm>
              <a:off x="512486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g1927"/>
            <p:cNvSpPr/>
            <p:nvPr/>
          </p:nvSpPr>
          <p:spPr>
            <a:xfrm>
              <a:off x="4973584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g1928"/>
            <p:cNvSpPr/>
            <p:nvPr/>
          </p:nvSpPr>
          <p:spPr>
            <a:xfrm>
              <a:off x="498522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g1929"/>
            <p:cNvSpPr/>
            <p:nvPr/>
          </p:nvSpPr>
          <p:spPr>
            <a:xfrm>
              <a:off x="4996859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g1930"/>
            <p:cNvSpPr/>
            <p:nvPr/>
          </p:nvSpPr>
          <p:spPr>
            <a:xfrm>
              <a:off x="5008496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g1931"/>
            <p:cNvSpPr/>
            <p:nvPr/>
          </p:nvSpPr>
          <p:spPr>
            <a:xfrm>
              <a:off x="502013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g1932"/>
            <p:cNvSpPr/>
            <p:nvPr/>
          </p:nvSpPr>
          <p:spPr>
            <a:xfrm>
              <a:off x="503177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g1933"/>
            <p:cNvSpPr/>
            <p:nvPr/>
          </p:nvSpPr>
          <p:spPr>
            <a:xfrm>
              <a:off x="5043408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g1934"/>
            <p:cNvSpPr/>
            <p:nvPr/>
          </p:nvSpPr>
          <p:spPr>
            <a:xfrm>
              <a:off x="505504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g1935"/>
            <p:cNvSpPr/>
            <p:nvPr/>
          </p:nvSpPr>
          <p:spPr>
            <a:xfrm>
              <a:off x="506668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g1936"/>
            <p:cNvSpPr/>
            <p:nvPr/>
          </p:nvSpPr>
          <p:spPr>
            <a:xfrm>
              <a:off x="5078320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g1937"/>
            <p:cNvSpPr/>
            <p:nvPr/>
          </p:nvSpPr>
          <p:spPr>
            <a:xfrm>
              <a:off x="5089957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g1938"/>
            <p:cNvSpPr/>
            <p:nvPr/>
          </p:nvSpPr>
          <p:spPr>
            <a:xfrm>
              <a:off x="510159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g1939"/>
            <p:cNvSpPr/>
            <p:nvPr/>
          </p:nvSpPr>
          <p:spPr>
            <a:xfrm>
              <a:off x="5113232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g1940"/>
            <p:cNvSpPr/>
            <p:nvPr/>
          </p:nvSpPr>
          <p:spPr>
            <a:xfrm>
              <a:off x="496194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g1941"/>
            <p:cNvSpPr/>
            <p:nvPr/>
          </p:nvSpPr>
          <p:spPr>
            <a:xfrm>
              <a:off x="4973584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g1942"/>
            <p:cNvSpPr/>
            <p:nvPr/>
          </p:nvSpPr>
          <p:spPr>
            <a:xfrm>
              <a:off x="498522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g1943"/>
            <p:cNvSpPr/>
            <p:nvPr/>
          </p:nvSpPr>
          <p:spPr>
            <a:xfrm>
              <a:off x="4996859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g1944"/>
            <p:cNvSpPr/>
            <p:nvPr/>
          </p:nvSpPr>
          <p:spPr>
            <a:xfrm>
              <a:off x="5008496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g1945"/>
            <p:cNvSpPr/>
            <p:nvPr/>
          </p:nvSpPr>
          <p:spPr>
            <a:xfrm>
              <a:off x="502013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g1946"/>
            <p:cNvSpPr/>
            <p:nvPr/>
          </p:nvSpPr>
          <p:spPr>
            <a:xfrm>
              <a:off x="503177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g1947"/>
            <p:cNvSpPr/>
            <p:nvPr/>
          </p:nvSpPr>
          <p:spPr>
            <a:xfrm>
              <a:off x="5043408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g1948"/>
            <p:cNvSpPr/>
            <p:nvPr/>
          </p:nvSpPr>
          <p:spPr>
            <a:xfrm>
              <a:off x="505504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g1949"/>
            <p:cNvSpPr/>
            <p:nvPr/>
          </p:nvSpPr>
          <p:spPr>
            <a:xfrm>
              <a:off x="506668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g1950"/>
            <p:cNvSpPr/>
            <p:nvPr/>
          </p:nvSpPr>
          <p:spPr>
            <a:xfrm>
              <a:off x="5078320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g1951"/>
            <p:cNvSpPr/>
            <p:nvPr/>
          </p:nvSpPr>
          <p:spPr>
            <a:xfrm>
              <a:off x="5089957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g1952"/>
            <p:cNvSpPr/>
            <p:nvPr/>
          </p:nvSpPr>
          <p:spPr>
            <a:xfrm>
              <a:off x="510159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g1953"/>
            <p:cNvSpPr/>
            <p:nvPr/>
          </p:nvSpPr>
          <p:spPr>
            <a:xfrm>
              <a:off x="495030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g1954"/>
            <p:cNvSpPr/>
            <p:nvPr/>
          </p:nvSpPr>
          <p:spPr>
            <a:xfrm>
              <a:off x="4961947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g1955"/>
            <p:cNvSpPr/>
            <p:nvPr/>
          </p:nvSpPr>
          <p:spPr>
            <a:xfrm>
              <a:off x="4973584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g1956"/>
            <p:cNvSpPr/>
            <p:nvPr/>
          </p:nvSpPr>
          <p:spPr>
            <a:xfrm>
              <a:off x="498522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g1957"/>
            <p:cNvSpPr/>
            <p:nvPr/>
          </p:nvSpPr>
          <p:spPr>
            <a:xfrm>
              <a:off x="499685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g1958"/>
            <p:cNvSpPr/>
            <p:nvPr/>
          </p:nvSpPr>
          <p:spPr>
            <a:xfrm>
              <a:off x="5008496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g1959"/>
            <p:cNvSpPr/>
            <p:nvPr/>
          </p:nvSpPr>
          <p:spPr>
            <a:xfrm>
              <a:off x="502013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g1960"/>
            <p:cNvSpPr/>
            <p:nvPr/>
          </p:nvSpPr>
          <p:spPr>
            <a:xfrm>
              <a:off x="503177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g1961"/>
            <p:cNvSpPr/>
            <p:nvPr/>
          </p:nvSpPr>
          <p:spPr>
            <a:xfrm>
              <a:off x="5043408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g1962"/>
            <p:cNvSpPr/>
            <p:nvPr/>
          </p:nvSpPr>
          <p:spPr>
            <a:xfrm>
              <a:off x="5055045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g1963"/>
            <p:cNvSpPr/>
            <p:nvPr/>
          </p:nvSpPr>
          <p:spPr>
            <a:xfrm>
              <a:off x="506668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g1964"/>
            <p:cNvSpPr/>
            <p:nvPr/>
          </p:nvSpPr>
          <p:spPr>
            <a:xfrm>
              <a:off x="5078320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g1965"/>
            <p:cNvSpPr/>
            <p:nvPr/>
          </p:nvSpPr>
          <p:spPr>
            <a:xfrm>
              <a:off x="4927035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g1966"/>
            <p:cNvSpPr/>
            <p:nvPr/>
          </p:nvSpPr>
          <p:spPr>
            <a:xfrm>
              <a:off x="4938672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g1967"/>
            <p:cNvSpPr/>
            <p:nvPr/>
          </p:nvSpPr>
          <p:spPr>
            <a:xfrm>
              <a:off x="495030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g1968"/>
            <p:cNvSpPr/>
            <p:nvPr/>
          </p:nvSpPr>
          <p:spPr>
            <a:xfrm>
              <a:off x="4961947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g1969"/>
            <p:cNvSpPr/>
            <p:nvPr/>
          </p:nvSpPr>
          <p:spPr>
            <a:xfrm>
              <a:off x="4973584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g1970"/>
            <p:cNvSpPr/>
            <p:nvPr/>
          </p:nvSpPr>
          <p:spPr>
            <a:xfrm>
              <a:off x="4985221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g1971"/>
            <p:cNvSpPr/>
            <p:nvPr/>
          </p:nvSpPr>
          <p:spPr>
            <a:xfrm>
              <a:off x="499685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g1972"/>
            <p:cNvSpPr/>
            <p:nvPr/>
          </p:nvSpPr>
          <p:spPr>
            <a:xfrm>
              <a:off x="5008496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g1973"/>
            <p:cNvSpPr/>
            <p:nvPr/>
          </p:nvSpPr>
          <p:spPr>
            <a:xfrm>
              <a:off x="5020133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g1974"/>
            <p:cNvSpPr/>
            <p:nvPr/>
          </p:nvSpPr>
          <p:spPr>
            <a:xfrm>
              <a:off x="491539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g1975"/>
            <p:cNvSpPr/>
            <p:nvPr/>
          </p:nvSpPr>
          <p:spPr>
            <a:xfrm>
              <a:off x="4927035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g1976"/>
            <p:cNvSpPr/>
            <p:nvPr/>
          </p:nvSpPr>
          <p:spPr>
            <a:xfrm>
              <a:off x="4938672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g1977"/>
            <p:cNvSpPr/>
            <p:nvPr/>
          </p:nvSpPr>
          <p:spPr>
            <a:xfrm>
              <a:off x="495030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g1978"/>
            <p:cNvSpPr/>
            <p:nvPr/>
          </p:nvSpPr>
          <p:spPr>
            <a:xfrm>
              <a:off x="496194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g1979"/>
            <p:cNvSpPr/>
            <p:nvPr/>
          </p:nvSpPr>
          <p:spPr>
            <a:xfrm>
              <a:off x="4973584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g1980"/>
            <p:cNvSpPr/>
            <p:nvPr/>
          </p:nvSpPr>
          <p:spPr>
            <a:xfrm>
              <a:off x="4985221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g1981"/>
            <p:cNvSpPr/>
            <p:nvPr/>
          </p:nvSpPr>
          <p:spPr>
            <a:xfrm>
              <a:off x="499685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g1982"/>
            <p:cNvSpPr/>
            <p:nvPr/>
          </p:nvSpPr>
          <p:spPr>
            <a:xfrm>
              <a:off x="4892123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g1983"/>
            <p:cNvSpPr/>
            <p:nvPr/>
          </p:nvSpPr>
          <p:spPr>
            <a:xfrm>
              <a:off x="4903760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g1984"/>
            <p:cNvSpPr/>
            <p:nvPr/>
          </p:nvSpPr>
          <p:spPr>
            <a:xfrm>
              <a:off x="491539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g1985"/>
            <p:cNvSpPr/>
            <p:nvPr/>
          </p:nvSpPr>
          <p:spPr>
            <a:xfrm>
              <a:off x="4927035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g1986"/>
            <p:cNvSpPr/>
            <p:nvPr/>
          </p:nvSpPr>
          <p:spPr>
            <a:xfrm>
              <a:off x="4938672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g1987"/>
            <p:cNvSpPr/>
            <p:nvPr/>
          </p:nvSpPr>
          <p:spPr>
            <a:xfrm>
              <a:off x="4950309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g1988"/>
            <p:cNvSpPr/>
            <p:nvPr/>
          </p:nvSpPr>
          <p:spPr>
            <a:xfrm>
              <a:off x="496194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g1989"/>
            <p:cNvSpPr/>
            <p:nvPr/>
          </p:nvSpPr>
          <p:spPr>
            <a:xfrm>
              <a:off x="4973584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g1990"/>
            <p:cNvSpPr/>
            <p:nvPr/>
          </p:nvSpPr>
          <p:spPr>
            <a:xfrm>
              <a:off x="4985221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g1991"/>
            <p:cNvSpPr/>
            <p:nvPr/>
          </p:nvSpPr>
          <p:spPr>
            <a:xfrm>
              <a:off x="4857211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g1992"/>
            <p:cNvSpPr/>
            <p:nvPr/>
          </p:nvSpPr>
          <p:spPr>
            <a:xfrm>
              <a:off x="4868848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g1993"/>
            <p:cNvSpPr/>
            <p:nvPr/>
          </p:nvSpPr>
          <p:spPr>
            <a:xfrm>
              <a:off x="488048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g1994"/>
            <p:cNvSpPr/>
            <p:nvPr/>
          </p:nvSpPr>
          <p:spPr>
            <a:xfrm>
              <a:off x="4892123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g1995"/>
            <p:cNvSpPr/>
            <p:nvPr/>
          </p:nvSpPr>
          <p:spPr>
            <a:xfrm>
              <a:off x="4903760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g1996"/>
            <p:cNvSpPr/>
            <p:nvPr/>
          </p:nvSpPr>
          <p:spPr>
            <a:xfrm>
              <a:off x="491539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g1997"/>
            <p:cNvSpPr/>
            <p:nvPr/>
          </p:nvSpPr>
          <p:spPr>
            <a:xfrm>
              <a:off x="492703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g1998"/>
            <p:cNvSpPr/>
            <p:nvPr/>
          </p:nvSpPr>
          <p:spPr>
            <a:xfrm>
              <a:off x="4938672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g1999"/>
            <p:cNvSpPr/>
            <p:nvPr/>
          </p:nvSpPr>
          <p:spPr>
            <a:xfrm>
              <a:off x="4950309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g2000"/>
            <p:cNvSpPr/>
            <p:nvPr/>
          </p:nvSpPr>
          <p:spPr>
            <a:xfrm>
              <a:off x="496194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g2001"/>
            <p:cNvSpPr/>
            <p:nvPr/>
          </p:nvSpPr>
          <p:spPr>
            <a:xfrm>
              <a:off x="4973584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g2002"/>
            <p:cNvSpPr/>
            <p:nvPr/>
          </p:nvSpPr>
          <p:spPr>
            <a:xfrm>
              <a:off x="4833936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g2003"/>
            <p:cNvSpPr/>
            <p:nvPr/>
          </p:nvSpPr>
          <p:spPr>
            <a:xfrm>
              <a:off x="484557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g2004"/>
            <p:cNvSpPr/>
            <p:nvPr/>
          </p:nvSpPr>
          <p:spPr>
            <a:xfrm>
              <a:off x="4857211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g2005"/>
            <p:cNvSpPr/>
            <p:nvPr/>
          </p:nvSpPr>
          <p:spPr>
            <a:xfrm>
              <a:off x="4868848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g2006"/>
            <p:cNvSpPr/>
            <p:nvPr/>
          </p:nvSpPr>
          <p:spPr>
            <a:xfrm>
              <a:off x="488048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g2007"/>
            <p:cNvSpPr/>
            <p:nvPr/>
          </p:nvSpPr>
          <p:spPr>
            <a:xfrm>
              <a:off x="489212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g2008"/>
            <p:cNvSpPr/>
            <p:nvPr/>
          </p:nvSpPr>
          <p:spPr>
            <a:xfrm>
              <a:off x="4903760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g2009"/>
            <p:cNvSpPr/>
            <p:nvPr/>
          </p:nvSpPr>
          <p:spPr>
            <a:xfrm>
              <a:off x="491539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g2010"/>
            <p:cNvSpPr/>
            <p:nvPr/>
          </p:nvSpPr>
          <p:spPr>
            <a:xfrm>
              <a:off x="492703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g2011"/>
            <p:cNvSpPr/>
            <p:nvPr/>
          </p:nvSpPr>
          <p:spPr>
            <a:xfrm>
              <a:off x="4938672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g2012"/>
            <p:cNvSpPr/>
            <p:nvPr/>
          </p:nvSpPr>
          <p:spPr>
            <a:xfrm>
              <a:off x="4950309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g2013"/>
            <p:cNvSpPr/>
            <p:nvPr/>
          </p:nvSpPr>
          <p:spPr>
            <a:xfrm>
              <a:off x="496194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g2014"/>
            <p:cNvSpPr/>
            <p:nvPr/>
          </p:nvSpPr>
          <p:spPr>
            <a:xfrm>
              <a:off x="482229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g2015"/>
            <p:cNvSpPr/>
            <p:nvPr/>
          </p:nvSpPr>
          <p:spPr>
            <a:xfrm>
              <a:off x="4833936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g2016"/>
            <p:cNvSpPr/>
            <p:nvPr/>
          </p:nvSpPr>
          <p:spPr>
            <a:xfrm>
              <a:off x="484557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g2017"/>
            <p:cNvSpPr/>
            <p:nvPr/>
          </p:nvSpPr>
          <p:spPr>
            <a:xfrm>
              <a:off x="4857211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g2018"/>
            <p:cNvSpPr/>
            <p:nvPr/>
          </p:nvSpPr>
          <p:spPr>
            <a:xfrm>
              <a:off x="4868848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g2019"/>
            <p:cNvSpPr/>
            <p:nvPr/>
          </p:nvSpPr>
          <p:spPr>
            <a:xfrm>
              <a:off x="488048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g2020"/>
            <p:cNvSpPr/>
            <p:nvPr/>
          </p:nvSpPr>
          <p:spPr>
            <a:xfrm>
              <a:off x="489212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g2021"/>
            <p:cNvSpPr/>
            <p:nvPr/>
          </p:nvSpPr>
          <p:spPr>
            <a:xfrm>
              <a:off x="4903760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g2022"/>
            <p:cNvSpPr/>
            <p:nvPr/>
          </p:nvSpPr>
          <p:spPr>
            <a:xfrm>
              <a:off x="491539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g2023"/>
            <p:cNvSpPr/>
            <p:nvPr/>
          </p:nvSpPr>
          <p:spPr>
            <a:xfrm>
              <a:off x="492703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g2024"/>
            <p:cNvSpPr/>
            <p:nvPr/>
          </p:nvSpPr>
          <p:spPr>
            <a:xfrm>
              <a:off x="4938672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g2025"/>
            <p:cNvSpPr/>
            <p:nvPr/>
          </p:nvSpPr>
          <p:spPr>
            <a:xfrm>
              <a:off x="4950309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g2026"/>
            <p:cNvSpPr/>
            <p:nvPr/>
          </p:nvSpPr>
          <p:spPr>
            <a:xfrm>
              <a:off x="496194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g2027"/>
            <p:cNvSpPr/>
            <p:nvPr/>
          </p:nvSpPr>
          <p:spPr>
            <a:xfrm>
              <a:off x="481066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g2028"/>
            <p:cNvSpPr/>
            <p:nvPr/>
          </p:nvSpPr>
          <p:spPr>
            <a:xfrm>
              <a:off x="482229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g2029"/>
            <p:cNvSpPr/>
            <p:nvPr/>
          </p:nvSpPr>
          <p:spPr>
            <a:xfrm>
              <a:off x="4833936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g2030"/>
            <p:cNvSpPr/>
            <p:nvPr/>
          </p:nvSpPr>
          <p:spPr>
            <a:xfrm>
              <a:off x="484557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g2031"/>
            <p:cNvSpPr/>
            <p:nvPr/>
          </p:nvSpPr>
          <p:spPr>
            <a:xfrm>
              <a:off x="485721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g2032"/>
            <p:cNvSpPr/>
            <p:nvPr/>
          </p:nvSpPr>
          <p:spPr>
            <a:xfrm>
              <a:off x="4868848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g2033"/>
            <p:cNvSpPr/>
            <p:nvPr/>
          </p:nvSpPr>
          <p:spPr>
            <a:xfrm>
              <a:off x="488048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g2034"/>
            <p:cNvSpPr/>
            <p:nvPr/>
          </p:nvSpPr>
          <p:spPr>
            <a:xfrm>
              <a:off x="489212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g2035"/>
            <p:cNvSpPr/>
            <p:nvPr/>
          </p:nvSpPr>
          <p:spPr>
            <a:xfrm>
              <a:off x="4903760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g2036"/>
            <p:cNvSpPr/>
            <p:nvPr/>
          </p:nvSpPr>
          <p:spPr>
            <a:xfrm>
              <a:off x="4915397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g2037"/>
            <p:cNvSpPr/>
            <p:nvPr/>
          </p:nvSpPr>
          <p:spPr>
            <a:xfrm>
              <a:off x="492703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g2038"/>
            <p:cNvSpPr/>
            <p:nvPr/>
          </p:nvSpPr>
          <p:spPr>
            <a:xfrm>
              <a:off x="4938672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g2039"/>
            <p:cNvSpPr/>
            <p:nvPr/>
          </p:nvSpPr>
          <p:spPr>
            <a:xfrm>
              <a:off x="4950309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g2040"/>
            <p:cNvSpPr/>
            <p:nvPr/>
          </p:nvSpPr>
          <p:spPr>
            <a:xfrm>
              <a:off x="4799024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g2041"/>
            <p:cNvSpPr/>
            <p:nvPr/>
          </p:nvSpPr>
          <p:spPr>
            <a:xfrm>
              <a:off x="481066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g2042"/>
            <p:cNvSpPr/>
            <p:nvPr/>
          </p:nvSpPr>
          <p:spPr>
            <a:xfrm>
              <a:off x="4822299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g2043"/>
            <p:cNvSpPr/>
            <p:nvPr/>
          </p:nvSpPr>
          <p:spPr>
            <a:xfrm>
              <a:off x="4833936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g2044"/>
            <p:cNvSpPr/>
            <p:nvPr/>
          </p:nvSpPr>
          <p:spPr>
            <a:xfrm>
              <a:off x="4845573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g2045"/>
            <p:cNvSpPr/>
            <p:nvPr/>
          </p:nvSpPr>
          <p:spPr>
            <a:xfrm>
              <a:off x="485721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g2046"/>
            <p:cNvSpPr/>
            <p:nvPr/>
          </p:nvSpPr>
          <p:spPr>
            <a:xfrm>
              <a:off x="4868848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g2047"/>
            <p:cNvSpPr/>
            <p:nvPr/>
          </p:nvSpPr>
          <p:spPr>
            <a:xfrm>
              <a:off x="4787387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g2048"/>
            <p:cNvSpPr/>
            <p:nvPr/>
          </p:nvSpPr>
          <p:spPr>
            <a:xfrm>
              <a:off x="4799024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g2049"/>
            <p:cNvSpPr/>
            <p:nvPr/>
          </p:nvSpPr>
          <p:spPr>
            <a:xfrm>
              <a:off x="481066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g2050"/>
            <p:cNvSpPr/>
            <p:nvPr/>
          </p:nvSpPr>
          <p:spPr>
            <a:xfrm>
              <a:off x="4822299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g2051"/>
            <p:cNvSpPr/>
            <p:nvPr/>
          </p:nvSpPr>
          <p:spPr>
            <a:xfrm>
              <a:off x="4833936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g2052"/>
            <p:cNvSpPr/>
            <p:nvPr/>
          </p:nvSpPr>
          <p:spPr>
            <a:xfrm>
              <a:off x="4845573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g2053"/>
            <p:cNvSpPr/>
            <p:nvPr/>
          </p:nvSpPr>
          <p:spPr>
            <a:xfrm>
              <a:off x="485721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g2054"/>
            <p:cNvSpPr/>
            <p:nvPr/>
          </p:nvSpPr>
          <p:spPr>
            <a:xfrm>
              <a:off x="477574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g2055"/>
            <p:cNvSpPr/>
            <p:nvPr/>
          </p:nvSpPr>
          <p:spPr>
            <a:xfrm>
              <a:off x="4787387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g2056"/>
            <p:cNvSpPr/>
            <p:nvPr/>
          </p:nvSpPr>
          <p:spPr>
            <a:xfrm>
              <a:off x="4799024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g2057"/>
            <p:cNvSpPr/>
            <p:nvPr/>
          </p:nvSpPr>
          <p:spPr>
            <a:xfrm>
              <a:off x="4810661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g2058"/>
            <p:cNvSpPr/>
            <p:nvPr/>
          </p:nvSpPr>
          <p:spPr>
            <a:xfrm>
              <a:off x="482229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g2059"/>
            <p:cNvSpPr/>
            <p:nvPr/>
          </p:nvSpPr>
          <p:spPr>
            <a:xfrm>
              <a:off x="4833936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g2060"/>
            <p:cNvSpPr/>
            <p:nvPr/>
          </p:nvSpPr>
          <p:spPr>
            <a:xfrm>
              <a:off x="4845573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g2061"/>
            <p:cNvSpPr/>
            <p:nvPr/>
          </p:nvSpPr>
          <p:spPr>
            <a:xfrm>
              <a:off x="477574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g2062"/>
            <p:cNvSpPr/>
            <p:nvPr/>
          </p:nvSpPr>
          <p:spPr>
            <a:xfrm>
              <a:off x="4787387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g2063"/>
            <p:cNvSpPr/>
            <p:nvPr/>
          </p:nvSpPr>
          <p:spPr>
            <a:xfrm>
              <a:off x="4799024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g2064"/>
            <p:cNvSpPr/>
            <p:nvPr/>
          </p:nvSpPr>
          <p:spPr>
            <a:xfrm>
              <a:off x="4810661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g2065"/>
            <p:cNvSpPr/>
            <p:nvPr/>
          </p:nvSpPr>
          <p:spPr>
            <a:xfrm>
              <a:off x="482229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g2066"/>
            <p:cNvSpPr/>
            <p:nvPr/>
          </p:nvSpPr>
          <p:spPr>
            <a:xfrm>
              <a:off x="4833936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g2067"/>
            <p:cNvSpPr/>
            <p:nvPr/>
          </p:nvSpPr>
          <p:spPr>
            <a:xfrm>
              <a:off x="4752475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g2068"/>
            <p:cNvSpPr/>
            <p:nvPr/>
          </p:nvSpPr>
          <p:spPr>
            <a:xfrm>
              <a:off x="4764112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g2069"/>
            <p:cNvSpPr/>
            <p:nvPr/>
          </p:nvSpPr>
          <p:spPr>
            <a:xfrm>
              <a:off x="477574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g2070"/>
            <p:cNvSpPr/>
            <p:nvPr/>
          </p:nvSpPr>
          <p:spPr>
            <a:xfrm>
              <a:off x="4787387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g2071"/>
            <p:cNvSpPr/>
            <p:nvPr/>
          </p:nvSpPr>
          <p:spPr>
            <a:xfrm>
              <a:off x="4799024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g2072"/>
            <p:cNvSpPr/>
            <p:nvPr/>
          </p:nvSpPr>
          <p:spPr>
            <a:xfrm>
              <a:off x="4810661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g2073"/>
            <p:cNvSpPr/>
            <p:nvPr/>
          </p:nvSpPr>
          <p:spPr>
            <a:xfrm>
              <a:off x="482229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g2074"/>
            <p:cNvSpPr/>
            <p:nvPr/>
          </p:nvSpPr>
          <p:spPr>
            <a:xfrm>
              <a:off x="474083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g2075"/>
            <p:cNvSpPr/>
            <p:nvPr/>
          </p:nvSpPr>
          <p:spPr>
            <a:xfrm>
              <a:off x="4752475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g2076"/>
            <p:cNvSpPr/>
            <p:nvPr/>
          </p:nvSpPr>
          <p:spPr>
            <a:xfrm>
              <a:off x="4764112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g2077"/>
            <p:cNvSpPr/>
            <p:nvPr/>
          </p:nvSpPr>
          <p:spPr>
            <a:xfrm>
              <a:off x="477574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g2078"/>
            <p:cNvSpPr/>
            <p:nvPr/>
          </p:nvSpPr>
          <p:spPr>
            <a:xfrm>
              <a:off x="478738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g2079"/>
            <p:cNvSpPr/>
            <p:nvPr/>
          </p:nvSpPr>
          <p:spPr>
            <a:xfrm>
              <a:off x="4799024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g2080"/>
            <p:cNvSpPr/>
            <p:nvPr/>
          </p:nvSpPr>
          <p:spPr>
            <a:xfrm>
              <a:off x="4810661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g2081"/>
            <p:cNvSpPr/>
            <p:nvPr/>
          </p:nvSpPr>
          <p:spPr>
            <a:xfrm>
              <a:off x="482229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g2082"/>
            <p:cNvSpPr/>
            <p:nvPr/>
          </p:nvSpPr>
          <p:spPr>
            <a:xfrm>
              <a:off x="4717563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g2083"/>
            <p:cNvSpPr/>
            <p:nvPr/>
          </p:nvSpPr>
          <p:spPr>
            <a:xfrm>
              <a:off x="4729200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g2084"/>
            <p:cNvSpPr/>
            <p:nvPr/>
          </p:nvSpPr>
          <p:spPr>
            <a:xfrm>
              <a:off x="474083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g2085"/>
            <p:cNvSpPr/>
            <p:nvPr/>
          </p:nvSpPr>
          <p:spPr>
            <a:xfrm>
              <a:off x="4752475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g2086"/>
            <p:cNvSpPr/>
            <p:nvPr/>
          </p:nvSpPr>
          <p:spPr>
            <a:xfrm>
              <a:off x="4764112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g2087"/>
            <p:cNvSpPr/>
            <p:nvPr/>
          </p:nvSpPr>
          <p:spPr>
            <a:xfrm>
              <a:off x="4775749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g2088"/>
            <p:cNvSpPr/>
            <p:nvPr/>
          </p:nvSpPr>
          <p:spPr>
            <a:xfrm>
              <a:off x="478738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g2089"/>
            <p:cNvSpPr/>
            <p:nvPr/>
          </p:nvSpPr>
          <p:spPr>
            <a:xfrm>
              <a:off x="4799024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g2090"/>
            <p:cNvSpPr/>
            <p:nvPr/>
          </p:nvSpPr>
          <p:spPr>
            <a:xfrm>
              <a:off x="4810661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g2091"/>
            <p:cNvSpPr/>
            <p:nvPr/>
          </p:nvSpPr>
          <p:spPr>
            <a:xfrm>
              <a:off x="470592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g2092"/>
            <p:cNvSpPr/>
            <p:nvPr/>
          </p:nvSpPr>
          <p:spPr>
            <a:xfrm>
              <a:off x="4717563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g2093"/>
            <p:cNvSpPr/>
            <p:nvPr/>
          </p:nvSpPr>
          <p:spPr>
            <a:xfrm>
              <a:off x="4729200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g2094"/>
            <p:cNvSpPr/>
            <p:nvPr/>
          </p:nvSpPr>
          <p:spPr>
            <a:xfrm>
              <a:off x="474083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g2095"/>
            <p:cNvSpPr/>
            <p:nvPr/>
          </p:nvSpPr>
          <p:spPr>
            <a:xfrm>
              <a:off x="475247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g2096"/>
            <p:cNvSpPr/>
            <p:nvPr/>
          </p:nvSpPr>
          <p:spPr>
            <a:xfrm>
              <a:off x="4764112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g2097"/>
            <p:cNvSpPr/>
            <p:nvPr/>
          </p:nvSpPr>
          <p:spPr>
            <a:xfrm>
              <a:off x="4775749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g2098"/>
            <p:cNvSpPr/>
            <p:nvPr/>
          </p:nvSpPr>
          <p:spPr>
            <a:xfrm>
              <a:off x="478738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g2099"/>
            <p:cNvSpPr/>
            <p:nvPr/>
          </p:nvSpPr>
          <p:spPr>
            <a:xfrm>
              <a:off x="464773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g2100"/>
            <p:cNvSpPr/>
            <p:nvPr/>
          </p:nvSpPr>
          <p:spPr>
            <a:xfrm>
              <a:off x="4659376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g2101"/>
            <p:cNvSpPr/>
            <p:nvPr/>
          </p:nvSpPr>
          <p:spPr>
            <a:xfrm>
              <a:off x="467101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g2102"/>
            <p:cNvSpPr/>
            <p:nvPr/>
          </p:nvSpPr>
          <p:spPr>
            <a:xfrm>
              <a:off x="4682651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g2103"/>
            <p:cNvSpPr/>
            <p:nvPr/>
          </p:nvSpPr>
          <p:spPr>
            <a:xfrm>
              <a:off x="4694288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g2104"/>
            <p:cNvSpPr/>
            <p:nvPr/>
          </p:nvSpPr>
          <p:spPr>
            <a:xfrm>
              <a:off x="470592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g2105"/>
            <p:cNvSpPr/>
            <p:nvPr/>
          </p:nvSpPr>
          <p:spPr>
            <a:xfrm>
              <a:off x="471756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g2106"/>
            <p:cNvSpPr/>
            <p:nvPr/>
          </p:nvSpPr>
          <p:spPr>
            <a:xfrm>
              <a:off x="4729200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g2107"/>
            <p:cNvSpPr/>
            <p:nvPr/>
          </p:nvSpPr>
          <p:spPr>
            <a:xfrm>
              <a:off x="4740837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g2108"/>
            <p:cNvSpPr/>
            <p:nvPr/>
          </p:nvSpPr>
          <p:spPr>
            <a:xfrm>
              <a:off x="475247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g2109"/>
            <p:cNvSpPr/>
            <p:nvPr/>
          </p:nvSpPr>
          <p:spPr>
            <a:xfrm>
              <a:off x="4764112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g2110"/>
            <p:cNvSpPr/>
            <p:nvPr/>
          </p:nvSpPr>
          <p:spPr>
            <a:xfrm>
              <a:off x="4775749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g2111"/>
            <p:cNvSpPr/>
            <p:nvPr/>
          </p:nvSpPr>
          <p:spPr>
            <a:xfrm>
              <a:off x="4624464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g2112"/>
            <p:cNvSpPr/>
            <p:nvPr/>
          </p:nvSpPr>
          <p:spPr>
            <a:xfrm>
              <a:off x="463610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g2113"/>
            <p:cNvSpPr/>
            <p:nvPr/>
          </p:nvSpPr>
          <p:spPr>
            <a:xfrm>
              <a:off x="4647739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g2114"/>
            <p:cNvSpPr/>
            <p:nvPr/>
          </p:nvSpPr>
          <p:spPr>
            <a:xfrm>
              <a:off x="4659376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g2115"/>
            <p:cNvSpPr/>
            <p:nvPr/>
          </p:nvSpPr>
          <p:spPr>
            <a:xfrm>
              <a:off x="467101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g2116"/>
            <p:cNvSpPr/>
            <p:nvPr/>
          </p:nvSpPr>
          <p:spPr>
            <a:xfrm>
              <a:off x="468265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g2117"/>
            <p:cNvSpPr/>
            <p:nvPr/>
          </p:nvSpPr>
          <p:spPr>
            <a:xfrm>
              <a:off x="4694288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g2118"/>
            <p:cNvSpPr/>
            <p:nvPr/>
          </p:nvSpPr>
          <p:spPr>
            <a:xfrm>
              <a:off x="470592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g2119"/>
            <p:cNvSpPr/>
            <p:nvPr/>
          </p:nvSpPr>
          <p:spPr>
            <a:xfrm>
              <a:off x="471756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g2120"/>
            <p:cNvSpPr/>
            <p:nvPr/>
          </p:nvSpPr>
          <p:spPr>
            <a:xfrm>
              <a:off x="4729200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g2121"/>
            <p:cNvSpPr/>
            <p:nvPr/>
          </p:nvSpPr>
          <p:spPr>
            <a:xfrm>
              <a:off x="4740837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g2122"/>
            <p:cNvSpPr/>
            <p:nvPr/>
          </p:nvSpPr>
          <p:spPr>
            <a:xfrm>
              <a:off x="475247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g2123"/>
            <p:cNvSpPr/>
            <p:nvPr/>
          </p:nvSpPr>
          <p:spPr>
            <a:xfrm>
              <a:off x="4764112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g2124"/>
            <p:cNvSpPr/>
            <p:nvPr/>
          </p:nvSpPr>
          <p:spPr>
            <a:xfrm>
              <a:off x="461282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g2125"/>
            <p:cNvSpPr/>
            <p:nvPr/>
          </p:nvSpPr>
          <p:spPr>
            <a:xfrm>
              <a:off x="4624464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g2126"/>
            <p:cNvSpPr/>
            <p:nvPr/>
          </p:nvSpPr>
          <p:spPr>
            <a:xfrm>
              <a:off x="463610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g2127"/>
            <p:cNvSpPr/>
            <p:nvPr/>
          </p:nvSpPr>
          <p:spPr>
            <a:xfrm>
              <a:off x="4647739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g2128"/>
            <p:cNvSpPr/>
            <p:nvPr/>
          </p:nvSpPr>
          <p:spPr>
            <a:xfrm>
              <a:off x="4659376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g2129"/>
            <p:cNvSpPr/>
            <p:nvPr/>
          </p:nvSpPr>
          <p:spPr>
            <a:xfrm>
              <a:off x="467101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g2130"/>
            <p:cNvSpPr/>
            <p:nvPr/>
          </p:nvSpPr>
          <p:spPr>
            <a:xfrm>
              <a:off x="468265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g2131"/>
            <p:cNvSpPr/>
            <p:nvPr/>
          </p:nvSpPr>
          <p:spPr>
            <a:xfrm>
              <a:off x="4694288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g2132"/>
            <p:cNvSpPr/>
            <p:nvPr/>
          </p:nvSpPr>
          <p:spPr>
            <a:xfrm>
              <a:off x="4705925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g2133"/>
            <p:cNvSpPr/>
            <p:nvPr/>
          </p:nvSpPr>
          <p:spPr>
            <a:xfrm>
              <a:off x="471756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g2134"/>
            <p:cNvSpPr/>
            <p:nvPr/>
          </p:nvSpPr>
          <p:spPr>
            <a:xfrm>
              <a:off x="4729200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g2135"/>
            <p:cNvSpPr/>
            <p:nvPr/>
          </p:nvSpPr>
          <p:spPr>
            <a:xfrm>
              <a:off x="4740837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g2136"/>
            <p:cNvSpPr/>
            <p:nvPr/>
          </p:nvSpPr>
          <p:spPr>
            <a:xfrm>
              <a:off x="4612827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g2137"/>
            <p:cNvSpPr/>
            <p:nvPr/>
          </p:nvSpPr>
          <p:spPr>
            <a:xfrm>
              <a:off x="4624464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g2138"/>
            <p:cNvSpPr/>
            <p:nvPr/>
          </p:nvSpPr>
          <p:spPr>
            <a:xfrm>
              <a:off x="463610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g2139"/>
            <p:cNvSpPr/>
            <p:nvPr/>
          </p:nvSpPr>
          <p:spPr>
            <a:xfrm>
              <a:off x="4647739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g2140"/>
            <p:cNvSpPr/>
            <p:nvPr/>
          </p:nvSpPr>
          <p:spPr>
            <a:xfrm>
              <a:off x="4659376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g2141"/>
            <p:cNvSpPr/>
            <p:nvPr/>
          </p:nvSpPr>
          <p:spPr>
            <a:xfrm>
              <a:off x="467101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g2142"/>
            <p:cNvSpPr/>
            <p:nvPr/>
          </p:nvSpPr>
          <p:spPr>
            <a:xfrm>
              <a:off x="468265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g2143"/>
            <p:cNvSpPr/>
            <p:nvPr/>
          </p:nvSpPr>
          <p:spPr>
            <a:xfrm>
              <a:off x="4694288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g2144"/>
            <p:cNvSpPr/>
            <p:nvPr/>
          </p:nvSpPr>
          <p:spPr>
            <a:xfrm>
              <a:off x="4705925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g2145"/>
            <p:cNvSpPr/>
            <p:nvPr/>
          </p:nvSpPr>
          <p:spPr>
            <a:xfrm>
              <a:off x="471756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g2146"/>
            <p:cNvSpPr/>
            <p:nvPr/>
          </p:nvSpPr>
          <p:spPr>
            <a:xfrm>
              <a:off x="4729200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g2147"/>
            <p:cNvSpPr/>
            <p:nvPr/>
          </p:nvSpPr>
          <p:spPr>
            <a:xfrm>
              <a:off x="4612827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g2148"/>
            <p:cNvSpPr/>
            <p:nvPr/>
          </p:nvSpPr>
          <p:spPr>
            <a:xfrm>
              <a:off x="4624464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g2149"/>
            <p:cNvSpPr/>
            <p:nvPr/>
          </p:nvSpPr>
          <p:spPr>
            <a:xfrm>
              <a:off x="463610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g2150"/>
            <p:cNvSpPr/>
            <p:nvPr/>
          </p:nvSpPr>
          <p:spPr>
            <a:xfrm>
              <a:off x="4647739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g2151"/>
            <p:cNvSpPr/>
            <p:nvPr/>
          </p:nvSpPr>
          <p:spPr>
            <a:xfrm>
              <a:off x="4659376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g2152"/>
            <p:cNvSpPr/>
            <p:nvPr/>
          </p:nvSpPr>
          <p:spPr>
            <a:xfrm>
              <a:off x="4671013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g2153"/>
            <p:cNvSpPr/>
            <p:nvPr/>
          </p:nvSpPr>
          <p:spPr>
            <a:xfrm>
              <a:off x="468265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g2154"/>
            <p:cNvSpPr/>
            <p:nvPr/>
          </p:nvSpPr>
          <p:spPr>
            <a:xfrm>
              <a:off x="4694288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g2155"/>
            <p:cNvSpPr/>
            <p:nvPr/>
          </p:nvSpPr>
          <p:spPr>
            <a:xfrm>
              <a:off x="4612827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g2156"/>
            <p:cNvSpPr/>
            <p:nvPr/>
          </p:nvSpPr>
          <p:spPr>
            <a:xfrm>
              <a:off x="4624464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g2157"/>
            <p:cNvSpPr/>
            <p:nvPr/>
          </p:nvSpPr>
          <p:spPr>
            <a:xfrm>
              <a:off x="463610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g2158"/>
            <p:cNvSpPr/>
            <p:nvPr/>
          </p:nvSpPr>
          <p:spPr>
            <a:xfrm>
              <a:off x="4647739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g2159"/>
            <p:cNvSpPr/>
            <p:nvPr/>
          </p:nvSpPr>
          <p:spPr>
            <a:xfrm>
              <a:off x="4659376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g2160"/>
            <p:cNvSpPr/>
            <p:nvPr/>
          </p:nvSpPr>
          <p:spPr>
            <a:xfrm>
              <a:off x="4671013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g2161"/>
            <p:cNvSpPr/>
            <p:nvPr/>
          </p:nvSpPr>
          <p:spPr>
            <a:xfrm>
              <a:off x="468265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g2162"/>
            <p:cNvSpPr/>
            <p:nvPr/>
          </p:nvSpPr>
          <p:spPr>
            <a:xfrm>
              <a:off x="4589552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g2163"/>
            <p:cNvSpPr/>
            <p:nvPr/>
          </p:nvSpPr>
          <p:spPr>
            <a:xfrm>
              <a:off x="4601190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g2164"/>
            <p:cNvSpPr/>
            <p:nvPr/>
          </p:nvSpPr>
          <p:spPr>
            <a:xfrm>
              <a:off x="4612827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g2165"/>
            <p:cNvSpPr/>
            <p:nvPr/>
          </p:nvSpPr>
          <p:spPr>
            <a:xfrm>
              <a:off x="4624464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g2166"/>
            <p:cNvSpPr/>
            <p:nvPr/>
          </p:nvSpPr>
          <p:spPr>
            <a:xfrm>
              <a:off x="4636101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g2167"/>
            <p:cNvSpPr/>
            <p:nvPr/>
          </p:nvSpPr>
          <p:spPr>
            <a:xfrm>
              <a:off x="4647739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g2168"/>
            <p:cNvSpPr/>
            <p:nvPr/>
          </p:nvSpPr>
          <p:spPr>
            <a:xfrm>
              <a:off x="4659376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g2169"/>
            <p:cNvSpPr/>
            <p:nvPr/>
          </p:nvSpPr>
          <p:spPr>
            <a:xfrm>
              <a:off x="4671013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g2170"/>
            <p:cNvSpPr/>
            <p:nvPr/>
          </p:nvSpPr>
          <p:spPr>
            <a:xfrm>
              <a:off x="4589552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g2171"/>
            <p:cNvSpPr/>
            <p:nvPr/>
          </p:nvSpPr>
          <p:spPr>
            <a:xfrm>
              <a:off x="4601190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g2172"/>
            <p:cNvSpPr/>
            <p:nvPr/>
          </p:nvSpPr>
          <p:spPr>
            <a:xfrm>
              <a:off x="4612827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g2173"/>
            <p:cNvSpPr/>
            <p:nvPr/>
          </p:nvSpPr>
          <p:spPr>
            <a:xfrm>
              <a:off x="4624464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g2174"/>
            <p:cNvSpPr/>
            <p:nvPr/>
          </p:nvSpPr>
          <p:spPr>
            <a:xfrm>
              <a:off x="4636101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g2175"/>
            <p:cNvSpPr/>
            <p:nvPr/>
          </p:nvSpPr>
          <p:spPr>
            <a:xfrm>
              <a:off x="4647739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g2176"/>
            <p:cNvSpPr/>
            <p:nvPr/>
          </p:nvSpPr>
          <p:spPr>
            <a:xfrm>
              <a:off x="4659376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g2177"/>
            <p:cNvSpPr/>
            <p:nvPr/>
          </p:nvSpPr>
          <p:spPr>
            <a:xfrm>
              <a:off x="4577915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g2178"/>
            <p:cNvSpPr/>
            <p:nvPr/>
          </p:nvSpPr>
          <p:spPr>
            <a:xfrm>
              <a:off x="4589552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g2179"/>
            <p:cNvSpPr/>
            <p:nvPr/>
          </p:nvSpPr>
          <p:spPr>
            <a:xfrm>
              <a:off x="4601190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g2180"/>
            <p:cNvSpPr/>
            <p:nvPr/>
          </p:nvSpPr>
          <p:spPr>
            <a:xfrm>
              <a:off x="4612827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g2181"/>
            <p:cNvSpPr/>
            <p:nvPr/>
          </p:nvSpPr>
          <p:spPr>
            <a:xfrm>
              <a:off x="4624464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g2182"/>
            <p:cNvSpPr/>
            <p:nvPr/>
          </p:nvSpPr>
          <p:spPr>
            <a:xfrm>
              <a:off x="4636101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g2183"/>
            <p:cNvSpPr/>
            <p:nvPr/>
          </p:nvSpPr>
          <p:spPr>
            <a:xfrm>
              <a:off x="4647739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g2184"/>
            <p:cNvSpPr/>
            <p:nvPr/>
          </p:nvSpPr>
          <p:spPr>
            <a:xfrm>
              <a:off x="4577915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g2185"/>
            <p:cNvSpPr/>
            <p:nvPr/>
          </p:nvSpPr>
          <p:spPr>
            <a:xfrm>
              <a:off x="4589552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g2186"/>
            <p:cNvSpPr/>
            <p:nvPr/>
          </p:nvSpPr>
          <p:spPr>
            <a:xfrm>
              <a:off x="4601190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g2187"/>
            <p:cNvSpPr/>
            <p:nvPr/>
          </p:nvSpPr>
          <p:spPr>
            <a:xfrm>
              <a:off x="4612827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g2188"/>
            <p:cNvSpPr/>
            <p:nvPr/>
          </p:nvSpPr>
          <p:spPr>
            <a:xfrm>
              <a:off x="4624464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g2189"/>
            <p:cNvSpPr/>
            <p:nvPr/>
          </p:nvSpPr>
          <p:spPr>
            <a:xfrm>
              <a:off x="4636101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g2190"/>
            <p:cNvSpPr/>
            <p:nvPr/>
          </p:nvSpPr>
          <p:spPr>
            <a:xfrm>
              <a:off x="4566278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g2191"/>
            <p:cNvSpPr/>
            <p:nvPr/>
          </p:nvSpPr>
          <p:spPr>
            <a:xfrm>
              <a:off x="4577915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g2192"/>
            <p:cNvSpPr/>
            <p:nvPr/>
          </p:nvSpPr>
          <p:spPr>
            <a:xfrm>
              <a:off x="4589552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g2193"/>
            <p:cNvSpPr/>
            <p:nvPr/>
          </p:nvSpPr>
          <p:spPr>
            <a:xfrm>
              <a:off x="4601190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g2194"/>
            <p:cNvSpPr/>
            <p:nvPr/>
          </p:nvSpPr>
          <p:spPr>
            <a:xfrm>
              <a:off x="4612827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g2195"/>
            <p:cNvSpPr/>
            <p:nvPr/>
          </p:nvSpPr>
          <p:spPr>
            <a:xfrm>
              <a:off x="4624464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g2196"/>
            <p:cNvSpPr/>
            <p:nvPr/>
          </p:nvSpPr>
          <p:spPr>
            <a:xfrm>
              <a:off x="4566278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g2197"/>
            <p:cNvSpPr/>
            <p:nvPr/>
          </p:nvSpPr>
          <p:spPr>
            <a:xfrm>
              <a:off x="4577915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g2198"/>
            <p:cNvSpPr/>
            <p:nvPr/>
          </p:nvSpPr>
          <p:spPr>
            <a:xfrm>
              <a:off x="4589552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g2199"/>
            <p:cNvSpPr/>
            <p:nvPr/>
          </p:nvSpPr>
          <p:spPr>
            <a:xfrm>
              <a:off x="4601190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g2200"/>
            <p:cNvSpPr/>
            <p:nvPr/>
          </p:nvSpPr>
          <p:spPr>
            <a:xfrm>
              <a:off x="4612827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g2201"/>
            <p:cNvSpPr/>
            <p:nvPr/>
          </p:nvSpPr>
          <p:spPr>
            <a:xfrm>
              <a:off x="455464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g2202"/>
            <p:cNvSpPr/>
            <p:nvPr/>
          </p:nvSpPr>
          <p:spPr>
            <a:xfrm>
              <a:off x="4566278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g2203"/>
            <p:cNvSpPr/>
            <p:nvPr/>
          </p:nvSpPr>
          <p:spPr>
            <a:xfrm>
              <a:off x="4577915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g2204"/>
            <p:cNvSpPr/>
            <p:nvPr/>
          </p:nvSpPr>
          <p:spPr>
            <a:xfrm>
              <a:off x="4589552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g2205"/>
            <p:cNvSpPr/>
            <p:nvPr/>
          </p:nvSpPr>
          <p:spPr>
            <a:xfrm>
              <a:off x="460119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g2206"/>
            <p:cNvSpPr/>
            <p:nvPr/>
          </p:nvSpPr>
          <p:spPr>
            <a:xfrm>
              <a:off x="4612827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g2207"/>
            <p:cNvSpPr/>
            <p:nvPr/>
          </p:nvSpPr>
          <p:spPr>
            <a:xfrm>
              <a:off x="455464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g2208"/>
            <p:cNvSpPr/>
            <p:nvPr/>
          </p:nvSpPr>
          <p:spPr>
            <a:xfrm>
              <a:off x="4566278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g2209"/>
            <p:cNvSpPr/>
            <p:nvPr/>
          </p:nvSpPr>
          <p:spPr>
            <a:xfrm>
              <a:off x="4577915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g2210"/>
            <p:cNvSpPr/>
            <p:nvPr/>
          </p:nvSpPr>
          <p:spPr>
            <a:xfrm>
              <a:off x="4589552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g2211"/>
            <p:cNvSpPr/>
            <p:nvPr/>
          </p:nvSpPr>
          <p:spPr>
            <a:xfrm>
              <a:off x="460119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g2212"/>
            <p:cNvSpPr/>
            <p:nvPr/>
          </p:nvSpPr>
          <p:spPr>
            <a:xfrm>
              <a:off x="4543003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g2213"/>
            <p:cNvSpPr/>
            <p:nvPr/>
          </p:nvSpPr>
          <p:spPr>
            <a:xfrm>
              <a:off x="455464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g2214"/>
            <p:cNvSpPr/>
            <p:nvPr/>
          </p:nvSpPr>
          <p:spPr>
            <a:xfrm>
              <a:off x="4566278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g2215"/>
            <p:cNvSpPr/>
            <p:nvPr/>
          </p:nvSpPr>
          <p:spPr>
            <a:xfrm>
              <a:off x="4577915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g2216"/>
            <p:cNvSpPr/>
            <p:nvPr/>
          </p:nvSpPr>
          <p:spPr>
            <a:xfrm>
              <a:off x="4589552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g2217"/>
            <p:cNvSpPr/>
            <p:nvPr/>
          </p:nvSpPr>
          <p:spPr>
            <a:xfrm>
              <a:off x="460119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g2218"/>
            <p:cNvSpPr/>
            <p:nvPr/>
          </p:nvSpPr>
          <p:spPr>
            <a:xfrm>
              <a:off x="4543003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g2219"/>
            <p:cNvSpPr/>
            <p:nvPr/>
          </p:nvSpPr>
          <p:spPr>
            <a:xfrm>
              <a:off x="455464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g2220"/>
            <p:cNvSpPr/>
            <p:nvPr/>
          </p:nvSpPr>
          <p:spPr>
            <a:xfrm>
              <a:off x="4566278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g2221"/>
            <p:cNvSpPr/>
            <p:nvPr/>
          </p:nvSpPr>
          <p:spPr>
            <a:xfrm>
              <a:off x="4577915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g2222"/>
            <p:cNvSpPr/>
            <p:nvPr/>
          </p:nvSpPr>
          <p:spPr>
            <a:xfrm>
              <a:off x="4589552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g2223"/>
            <p:cNvSpPr/>
            <p:nvPr/>
          </p:nvSpPr>
          <p:spPr>
            <a:xfrm>
              <a:off x="460119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g2224"/>
            <p:cNvSpPr/>
            <p:nvPr/>
          </p:nvSpPr>
          <p:spPr>
            <a:xfrm>
              <a:off x="4543003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g2225"/>
            <p:cNvSpPr/>
            <p:nvPr/>
          </p:nvSpPr>
          <p:spPr>
            <a:xfrm>
              <a:off x="4554640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g2226"/>
            <p:cNvSpPr/>
            <p:nvPr/>
          </p:nvSpPr>
          <p:spPr>
            <a:xfrm>
              <a:off x="4566278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g2227"/>
            <p:cNvSpPr/>
            <p:nvPr/>
          </p:nvSpPr>
          <p:spPr>
            <a:xfrm>
              <a:off x="4577915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g2228"/>
            <p:cNvSpPr/>
            <p:nvPr/>
          </p:nvSpPr>
          <p:spPr>
            <a:xfrm>
              <a:off x="4589552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g2229"/>
            <p:cNvSpPr/>
            <p:nvPr/>
          </p:nvSpPr>
          <p:spPr>
            <a:xfrm>
              <a:off x="385640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g2230"/>
            <p:cNvSpPr/>
            <p:nvPr/>
          </p:nvSpPr>
          <p:spPr>
            <a:xfrm>
              <a:off x="386803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g2231"/>
            <p:cNvSpPr/>
            <p:nvPr/>
          </p:nvSpPr>
          <p:spPr>
            <a:xfrm>
              <a:off x="387967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g2232"/>
            <p:cNvSpPr/>
            <p:nvPr/>
          </p:nvSpPr>
          <p:spPr>
            <a:xfrm>
              <a:off x="3891312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g2233"/>
            <p:cNvSpPr/>
            <p:nvPr/>
          </p:nvSpPr>
          <p:spPr>
            <a:xfrm>
              <a:off x="4543003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g2234"/>
            <p:cNvSpPr/>
            <p:nvPr/>
          </p:nvSpPr>
          <p:spPr>
            <a:xfrm>
              <a:off x="455464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g2235"/>
            <p:cNvSpPr/>
            <p:nvPr/>
          </p:nvSpPr>
          <p:spPr>
            <a:xfrm>
              <a:off x="456627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g2236"/>
            <p:cNvSpPr/>
            <p:nvPr/>
          </p:nvSpPr>
          <p:spPr>
            <a:xfrm>
              <a:off x="457791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g2237"/>
            <p:cNvSpPr/>
            <p:nvPr/>
          </p:nvSpPr>
          <p:spPr>
            <a:xfrm>
              <a:off x="385640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g2238"/>
            <p:cNvSpPr/>
            <p:nvPr/>
          </p:nvSpPr>
          <p:spPr>
            <a:xfrm>
              <a:off x="386803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g2239"/>
            <p:cNvSpPr/>
            <p:nvPr/>
          </p:nvSpPr>
          <p:spPr>
            <a:xfrm>
              <a:off x="387967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g2240"/>
            <p:cNvSpPr/>
            <p:nvPr/>
          </p:nvSpPr>
          <p:spPr>
            <a:xfrm>
              <a:off x="389131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g2241"/>
            <p:cNvSpPr/>
            <p:nvPr/>
          </p:nvSpPr>
          <p:spPr>
            <a:xfrm>
              <a:off x="390295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g2242"/>
            <p:cNvSpPr/>
            <p:nvPr/>
          </p:nvSpPr>
          <p:spPr>
            <a:xfrm>
              <a:off x="3949499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g2243"/>
            <p:cNvSpPr/>
            <p:nvPr/>
          </p:nvSpPr>
          <p:spPr>
            <a:xfrm>
              <a:off x="3961136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g2244"/>
            <p:cNvSpPr/>
            <p:nvPr/>
          </p:nvSpPr>
          <p:spPr>
            <a:xfrm>
              <a:off x="3972774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g2245"/>
            <p:cNvSpPr/>
            <p:nvPr/>
          </p:nvSpPr>
          <p:spPr>
            <a:xfrm>
              <a:off x="3984411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g2246"/>
            <p:cNvSpPr/>
            <p:nvPr/>
          </p:nvSpPr>
          <p:spPr>
            <a:xfrm>
              <a:off x="399604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g2247"/>
            <p:cNvSpPr/>
            <p:nvPr/>
          </p:nvSpPr>
          <p:spPr>
            <a:xfrm>
              <a:off x="4543003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g2248"/>
            <p:cNvSpPr/>
            <p:nvPr/>
          </p:nvSpPr>
          <p:spPr>
            <a:xfrm>
              <a:off x="455464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g2249"/>
            <p:cNvSpPr/>
            <p:nvPr/>
          </p:nvSpPr>
          <p:spPr>
            <a:xfrm>
              <a:off x="456627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g2250"/>
            <p:cNvSpPr/>
            <p:nvPr/>
          </p:nvSpPr>
          <p:spPr>
            <a:xfrm>
              <a:off x="457791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g2251"/>
            <p:cNvSpPr/>
            <p:nvPr/>
          </p:nvSpPr>
          <p:spPr>
            <a:xfrm>
              <a:off x="458955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g2252"/>
            <p:cNvSpPr/>
            <p:nvPr/>
          </p:nvSpPr>
          <p:spPr>
            <a:xfrm>
              <a:off x="377493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g2253"/>
            <p:cNvSpPr/>
            <p:nvPr/>
          </p:nvSpPr>
          <p:spPr>
            <a:xfrm>
              <a:off x="378657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g2254"/>
            <p:cNvSpPr/>
            <p:nvPr/>
          </p:nvSpPr>
          <p:spPr>
            <a:xfrm>
              <a:off x="384476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g2255"/>
            <p:cNvSpPr/>
            <p:nvPr/>
          </p:nvSpPr>
          <p:spPr>
            <a:xfrm>
              <a:off x="385640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g2256"/>
            <p:cNvSpPr/>
            <p:nvPr/>
          </p:nvSpPr>
          <p:spPr>
            <a:xfrm>
              <a:off x="386803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g2257"/>
            <p:cNvSpPr/>
            <p:nvPr/>
          </p:nvSpPr>
          <p:spPr>
            <a:xfrm>
              <a:off x="387967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g2258"/>
            <p:cNvSpPr/>
            <p:nvPr/>
          </p:nvSpPr>
          <p:spPr>
            <a:xfrm>
              <a:off x="389131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g2259"/>
            <p:cNvSpPr/>
            <p:nvPr/>
          </p:nvSpPr>
          <p:spPr>
            <a:xfrm>
              <a:off x="390295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g2260"/>
            <p:cNvSpPr/>
            <p:nvPr/>
          </p:nvSpPr>
          <p:spPr>
            <a:xfrm>
              <a:off x="394949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g2261"/>
            <p:cNvSpPr/>
            <p:nvPr/>
          </p:nvSpPr>
          <p:spPr>
            <a:xfrm>
              <a:off x="396113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g2262"/>
            <p:cNvSpPr/>
            <p:nvPr/>
          </p:nvSpPr>
          <p:spPr>
            <a:xfrm>
              <a:off x="3972774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g2263"/>
            <p:cNvSpPr/>
            <p:nvPr/>
          </p:nvSpPr>
          <p:spPr>
            <a:xfrm>
              <a:off x="398441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g2264"/>
            <p:cNvSpPr/>
            <p:nvPr/>
          </p:nvSpPr>
          <p:spPr>
            <a:xfrm>
              <a:off x="399604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g2265"/>
            <p:cNvSpPr/>
            <p:nvPr/>
          </p:nvSpPr>
          <p:spPr>
            <a:xfrm>
              <a:off x="400768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g2266"/>
            <p:cNvSpPr/>
            <p:nvPr/>
          </p:nvSpPr>
          <p:spPr>
            <a:xfrm>
              <a:off x="401932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g2267"/>
            <p:cNvSpPr/>
            <p:nvPr/>
          </p:nvSpPr>
          <p:spPr>
            <a:xfrm>
              <a:off x="403096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g2268"/>
            <p:cNvSpPr/>
            <p:nvPr/>
          </p:nvSpPr>
          <p:spPr>
            <a:xfrm>
              <a:off x="404259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g2269"/>
            <p:cNvSpPr/>
            <p:nvPr/>
          </p:nvSpPr>
          <p:spPr>
            <a:xfrm>
              <a:off x="405423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g2270"/>
            <p:cNvSpPr/>
            <p:nvPr/>
          </p:nvSpPr>
          <p:spPr>
            <a:xfrm>
              <a:off x="406587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g2271"/>
            <p:cNvSpPr/>
            <p:nvPr/>
          </p:nvSpPr>
          <p:spPr>
            <a:xfrm>
              <a:off x="407751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g2272"/>
            <p:cNvSpPr/>
            <p:nvPr/>
          </p:nvSpPr>
          <p:spPr>
            <a:xfrm>
              <a:off x="454300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g2273"/>
            <p:cNvSpPr/>
            <p:nvPr/>
          </p:nvSpPr>
          <p:spPr>
            <a:xfrm>
              <a:off x="455464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g2274"/>
            <p:cNvSpPr/>
            <p:nvPr/>
          </p:nvSpPr>
          <p:spPr>
            <a:xfrm>
              <a:off x="456627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g2275"/>
            <p:cNvSpPr/>
            <p:nvPr/>
          </p:nvSpPr>
          <p:spPr>
            <a:xfrm>
              <a:off x="457791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g2276"/>
            <p:cNvSpPr/>
            <p:nvPr/>
          </p:nvSpPr>
          <p:spPr>
            <a:xfrm>
              <a:off x="458955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g2277"/>
            <p:cNvSpPr/>
            <p:nvPr/>
          </p:nvSpPr>
          <p:spPr>
            <a:xfrm>
              <a:off x="362365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g2278"/>
            <p:cNvSpPr/>
            <p:nvPr/>
          </p:nvSpPr>
          <p:spPr>
            <a:xfrm>
              <a:off x="363529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g2279"/>
            <p:cNvSpPr/>
            <p:nvPr/>
          </p:nvSpPr>
          <p:spPr>
            <a:xfrm>
              <a:off x="364692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g2280"/>
            <p:cNvSpPr/>
            <p:nvPr/>
          </p:nvSpPr>
          <p:spPr>
            <a:xfrm>
              <a:off x="365856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g2281"/>
            <p:cNvSpPr/>
            <p:nvPr/>
          </p:nvSpPr>
          <p:spPr>
            <a:xfrm>
              <a:off x="36702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g2282"/>
            <p:cNvSpPr/>
            <p:nvPr/>
          </p:nvSpPr>
          <p:spPr>
            <a:xfrm>
              <a:off x="372839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g2283"/>
            <p:cNvSpPr/>
            <p:nvPr/>
          </p:nvSpPr>
          <p:spPr>
            <a:xfrm>
              <a:off x="374002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g2284"/>
            <p:cNvSpPr/>
            <p:nvPr/>
          </p:nvSpPr>
          <p:spPr>
            <a:xfrm>
              <a:off x="375166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g2285"/>
            <p:cNvSpPr/>
            <p:nvPr/>
          </p:nvSpPr>
          <p:spPr>
            <a:xfrm>
              <a:off x="376330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g2286"/>
            <p:cNvSpPr/>
            <p:nvPr/>
          </p:nvSpPr>
          <p:spPr>
            <a:xfrm>
              <a:off x="377493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g2287"/>
            <p:cNvSpPr/>
            <p:nvPr/>
          </p:nvSpPr>
          <p:spPr>
            <a:xfrm>
              <a:off x="378657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g2288"/>
            <p:cNvSpPr/>
            <p:nvPr/>
          </p:nvSpPr>
          <p:spPr>
            <a:xfrm>
              <a:off x="379821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g2289"/>
            <p:cNvSpPr/>
            <p:nvPr/>
          </p:nvSpPr>
          <p:spPr>
            <a:xfrm>
              <a:off x="380985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g2290"/>
            <p:cNvSpPr/>
            <p:nvPr/>
          </p:nvSpPr>
          <p:spPr>
            <a:xfrm>
              <a:off x="382148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g2291"/>
            <p:cNvSpPr/>
            <p:nvPr/>
          </p:nvSpPr>
          <p:spPr>
            <a:xfrm>
              <a:off x="383312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g2292"/>
            <p:cNvSpPr/>
            <p:nvPr/>
          </p:nvSpPr>
          <p:spPr>
            <a:xfrm>
              <a:off x="384476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g2293"/>
            <p:cNvSpPr/>
            <p:nvPr/>
          </p:nvSpPr>
          <p:spPr>
            <a:xfrm>
              <a:off x="385640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g2294"/>
            <p:cNvSpPr/>
            <p:nvPr/>
          </p:nvSpPr>
          <p:spPr>
            <a:xfrm>
              <a:off x="386803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g2295"/>
            <p:cNvSpPr/>
            <p:nvPr/>
          </p:nvSpPr>
          <p:spPr>
            <a:xfrm>
              <a:off x="387967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g2296"/>
            <p:cNvSpPr/>
            <p:nvPr/>
          </p:nvSpPr>
          <p:spPr>
            <a:xfrm>
              <a:off x="389131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g2297"/>
            <p:cNvSpPr/>
            <p:nvPr/>
          </p:nvSpPr>
          <p:spPr>
            <a:xfrm>
              <a:off x="390295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g2298"/>
            <p:cNvSpPr/>
            <p:nvPr/>
          </p:nvSpPr>
          <p:spPr>
            <a:xfrm>
              <a:off x="391458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g2299"/>
            <p:cNvSpPr/>
            <p:nvPr/>
          </p:nvSpPr>
          <p:spPr>
            <a:xfrm>
              <a:off x="392622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g2300"/>
            <p:cNvSpPr/>
            <p:nvPr/>
          </p:nvSpPr>
          <p:spPr>
            <a:xfrm>
              <a:off x="393786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g2301"/>
            <p:cNvSpPr/>
            <p:nvPr/>
          </p:nvSpPr>
          <p:spPr>
            <a:xfrm>
              <a:off x="394949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g2302"/>
            <p:cNvSpPr/>
            <p:nvPr/>
          </p:nvSpPr>
          <p:spPr>
            <a:xfrm>
              <a:off x="396113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g2303"/>
            <p:cNvSpPr/>
            <p:nvPr/>
          </p:nvSpPr>
          <p:spPr>
            <a:xfrm>
              <a:off x="397277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g2304"/>
            <p:cNvSpPr/>
            <p:nvPr/>
          </p:nvSpPr>
          <p:spPr>
            <a:xfrm>
              <a:off x="398441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g2305"/>
            <p:cNvSpPr/>
            <p:nvPr/>
          </p:nvSpPr>
          <p:spPr>
            <a:xfrm>
              <a:off x="399604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g2306"/>
            <p:cNvSpPr/>
            <p:nvPr/>
          </p:nvSpPr>
          <p:spPr>
            <a:xfrm>
              <a:off x="400768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g2307"/>
            <p:cNvSpPr/>
            <p:nvPr/>
          </p:nvSpPr>
          <p:spPr>
            <a:xfrm>
              <a:off x="401932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g2308"/>
            <p:cNvSpPr/>
            <p:nvPr/>
          </p:nvSpPr>
          <p:spPr>
            <a:xfrm>
              <a:off x="403096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g2309"/>
            <p:cNvSpPr/>
            <p:nvPr/>
          </p:nvSpPr>
          <p:spPr>
            <a:xfrm>
              <a:off x="404259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g2310"/>
            <p:cNvSpPr/>
            <p:nvPr/>
          </p:nvSpPr>
          <p:spPr>
            <a:xfrm>
              <a:off x="405423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g2311"/>
            <p:cNvSpPr/>
            <p:nvPr/>
          </p:nvSpPr>
          <p:spPr>
            <a:xfrm>
              <a:off x="406587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g2312"/>
            <p:cNvSpPr/>
            <p:nvPr/>
          </p:nvSpPr>
          <p:spPr>
            <a:xfrm>
              <a:off x="407751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g2313"/>
            <p:cNvSpPr/>
            <p:nvPr/>
          </p:nvSpPr>
          <p:spPr>
            <a:xfrm>
              <a:off x="408914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g2314"/>
            <p:cNvSpPr/>
            <p:nvPr/>
          </p:nvSpPr>
          <p:spPr>
            <a:xfrm>
              <a:off x="412405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g2315"/>
            <p:cNvSpPr/>
            <p:nvPr/>
          </p:nvSpPr>
          <p:spPr>
            <a:xfrm>
              <a:off x="454300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g2316"/>
            <p:cNvSpPr/>
            <p:nvPr/>
          </p:nvSpPr>
          <p:spPr>
            <a:xfrm>
              <a:off x="455464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g2317"/>
            <p:cNvSpPr/>
            <p:nvPr/>
          </p:nvSpPr>
          <p:spPr>
            <a:xfrm>
              <a:off x="456627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g2318"/>
            <p:cNvSpPr/>
            <p:nvPr/>
          </p:nvSpPr>
          <p:spPr>
            <a:xfrm>
              <a:off x="457791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g2319"/>
            <p:cNvSpPr/>
            <p:nvPr/>
          </p:nvSpPr>
          <p:spPr>
            <a:xfrm>
              <a:off x="458955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g2320"/>
            <p:cNvSpPr/>
            <p:nvPr/>
          </p:nvSpPr>
          <p:spPr>
            <a:xfrm>
              <a:off x="361201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g2321"/>
            <p:cNvSpPr/>
            <p:nvPr/>
          </p:nvSpPr>
          <p:spPr>
            <a:xfrm>
              <a:off x="362365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g2322"/>
            <p:cNvSpPr/>
            <p:nvPr/>
          </p:nvSpPr>
          <p:spPr>
            <a:xfrm>
              <a:off x="363529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g2323"/>
            <p:cNvSpPr/>
            <p:nvPr/>
          </p:nvSpPr>
          <p:spPr>
            <a:xfrm>
              <a:off x="364692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g2324"/>
            <p:cNvSpPr/>
            <p:nvPr/>
          </p:nvSpPr>
          <p:spPr>
            <a:xfrm>
              <a:off x="365856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g2325"/>
            <p:cNvSpPr/>
            <p:nvPr/>
          </p:nvSpPr>
          <p:spPr>
            <a:xfrm>
              <a:off x="367020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g2326"/>
            <p:cNvSpPr/>
            <p:nvPr/>
          </p:nvSpPr>
          <p:spPr>
            <a:xfrm>
              <a:off x="36818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g2327"/>
            <p:cNvSpPr/>
            <p:nvPr/>
          </p:nvSpPr>
          <p:spPr>
            <a:xfrm>
              <a:off x="36934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g2328"/>
            <p:cNvSpPr/>
            <p:nvPr/>
          </p:nvSpPr>
          <p:spPr>
            <a:xfrm>
              <a:off x="37051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g2329"/>
            <p:cNvSpPr/>
            <p:nvPr/>
          </p:nvSpPr>
          <p:spPr>
            <a:xfrm>
              <a:off x="37167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g2330"/>
            <p:cNvSpPr/>
            <p:nvPr/>
          </p:nvSpPr>
          <p:spPr>
            <a:xfrm>
              <a:off x="372839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g2331"/>
            <p:cNvSpPr/>
            <p:nvPr/>
          </p:nvSpPr>
          <p:spPr>
            <a:xfrm>
              <a:off x="374002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g2332"/>
            <p:cNvSpPr/>
            <p:nvPr/>
          </p:nvSpPr>
          <p:spPr>
            <a:xfrm>
              <a:off x="375166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g2333"/>
            <p:cNvSpPr/>
            <p:nvPr/>
          </p:nvSpPr>
          <p:spPr>
            <a:xfrm>
              <a:off x="376330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g2334"/>
            <p:cNvSpPr/>
            <p:nvPr/>
          </p:nvSpPr>
          <p:spPr>
            <a:xfrm>
              <a:off x="377493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g2335"/>
            <p:cNvSpPr/>
            <p:nvPr/>
          </p:nvSpPr>
          <p:spPr>
            <a:xfrm>
              <a:off x="378657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g2336"/>
            <p:cNvSpPr/>
            <p:nvPr/>
          </p:nvSpPr>
          <p:spPr>
            <a:xfrm>
              <a:off x="379821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g2337"/>
            <p:cNvSpPr/>
            <p:nvPr/>
          </p:nvSpPr>
          <p:spPr>
            <a:xfrm>
              <a:off x="380985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g2338"/>
            <p:cNvSpPr/>
            <p:nvPr/>
          </p:nvSpPr>
          <p:spPr>
            <a:xfrm>
              <a:off x="382148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g2339"/>
            <p:cNvSpPr/>
            <p:nvPr/>
          </p:nvSpPr>
          <p:spPr>
            <a:xfrm>
              <a:off x="383312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g2340"/>
            <p:cNvSpPr/>
            <p:nvPr/>
          </p:nvSpPr>
          <p:spPr>
            <a:xfrm>
              <a:off x="384476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g2341"/>
            <p:cNvSpPr/>
            <p:nvPr/>
          </p:nvSpPr>
          <p:spPr>
            <a:xfrm>
              <a:off x="385640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g2342"/>
            <p:cNvSpPr/>
            <p:nvPr/>
          </p:nvSpPr>
          <p:spPr>
            <a:xfrm>
              <a:off x="386803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g2343"/>
            <p:cNvSpPr/>
            <p:nvPr/>
          </p:nvSpPr>
          <p:spPr>
            <a:xfrm>
              <a:off x="387967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g2344"/>
            <p:cNvSpPr/>
            <p:nvPr/>
          </p:nvSpPr>
          <p:spPr>
            <a:xfrm>
              <a:off x="389131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g2345"/>
            <p:cNvSpPr/>
            <p:nvPr/>
          </p:nvSpPr>
          <p:spPr>
            <a:xfrm>
              <a:off x="390295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g2346"/>
            <p:cNvSpPr/>
            <p:nvPr/>
          </p:nvSpPr>
          <p:spPr>
            <a:xfrm>
              <a:off x="391458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g2347"/>
            <p:cNvSpPr/>
            <p:nvPr/>
          </p:nvSpPr>
          <p:spPr>
            <a:xfrm>
              <a:off x="392622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g2348"/>
            <p:cNvSpPr/>
            <p:nvPr/>
          </p:nvSpPr>
          <p:spPr>
            <a:xfrm>
              <a:off x="393786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g2349"/>
            <p:cNvSpPr/>
            <p:nvPr/>
          </p:nvSpPr>
          <p:spPr>
            <a:xfrm>
              <a:off x="394949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g2350"/>
            <p:cNvSpPr/>
            <p:nvPr/>
          </p:nvSpPr>
          <p:spPr>
            <a:xfrm>
              <a:off x="396113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g2351"/>
            <p:cNvSpPr/>
            <p:nvPr/>
          </p:nvSpPr>
          <p:spPr>
            <a:xfrm>
              <a:off x="397277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g2352"/>
            <p:cNvSpPr/>
            <p:nvPr/>
          </p:nvSpPr>
          <p:spPr>
            <a:xfrm>
              <a:off x="398441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g2353"/>
            <p:cNvSpPr/>
            <p:nvPr/>
          </p:nvSpPr>
          <p:spPr>
            <a:xfrm>
              <a:off x="399604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g2354"/>
            <p:cNvSpPr/>
            <p:nvPr/>
          </p:nvSpPr>
          <p:spPr>
            <a:xfrm>
              <a:off x="400768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g2355"/>
            <p:cNvSpPr/>
            <p:nvPr/>
          </p:nvSpPr>
          <p:spPr>
            <a:xfrm>
              <a:off x="401932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g2356"/>
            <p:cNvSpPr/>
            <p:nvPr/>
          </p:nvSpPr>
          <p:spPr>
            <a:xfrm>
              <a:off x="403096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g2357"/>
            <p:cNvSpPr/>
            <p:nvPr/>
          </p:nvSpPr>
          <p:spPr>
            <a:xfrm>
              <a:off x="404259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g2358"/>
            <p:cNvSpPr/>
            <p:nvPr/>
          </p:nvSpPr>
          <p:spPr>
            <a:xfrm>
              <a:off x="405423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g2359"/>
            <p:cNvSpPr/>
            <p:nvPr/>
          </p:nvSpPr>
          <p:spPr>
            <a:xfrm>
              <a:off x="406587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g2360"/>
            <p:cNvSpPr/>
            <p:nvPr/>
          </p:nvSpPr>
          <p:spPr>
            <a:xfrm>
              <a:off x="407751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g2361"/>
            <p:cNvSpPr/>
            <p:nvPr/>
          </p:nvSpPr>
          <p:spPr>
            <a:xfrm>
              <a:off x="408914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g2362"/>
            <p:cNvSpPr/>
            <p:nvPr/>
          </p:nvSpPr>
          <p:spPr>
            <a:xfrm>
              <a:off x="410078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g2363"/>
            <p:cNvSpPr/>
            <p:nvPr/>
          </p:nvSpPr>
          <p:spPr>
            <a:xfrm>
              <a:off x="411242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g2364"/>
            <p:cNvSpPr/>
            <p:nvPr/>
          </p:nvSpPr>
          <p:spPr>
            <a:xfrm>
              <a:off x="412405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g2365"/>
            <p:cNvSpPr/>
            <p:nvPr/>
          </p:nvSpPr>
          <p:spPr>
            <a:xfrm>
              <a:off x="413569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g2366"/>
            <p:cNvSpPr/>
            <p:nvPr/>
          </p:nvSpPr>
          <p:spPr>
            <a:xfrm>
              <a:off x="414733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g2367"/>
            <p:cNvSpPr/>
            <p:nvPr/>
          </p:nvSpPr>
          <p:spPr>
            <a:xfrm>
              <a:off x="455464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g2368"/>
            <p:cNvSpPr/>
            <p:nvPr/>
          </p:nvSpPr>
          <p:spPr>
            <a:xfrm>
              <a:off x="456627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g2369"/>
            <p:cNvSpPr/>
            <p:nvPr/>
          </p:nvSpPr>
          <p:spPr>
            <a:xfrm>
              <a:off x="457791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g2370"/>
            <p:cNvSpPr/>
            <p:nvPr/>
          </p:nvSpPr>
          <p:spPr>
            <a:xfrm>
              <a:off x="458955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g2371"/>
            <p:cNvSpPr/>
            <p:nvPr/>
          </p:nvSpPr>
          <p:spPr>
            <a:xfrm>
              <a:off x="360037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g2372"/>
            <p:cNvSpPr/>
            <p:nvPr/>
          </p:nvSpPr>
          <p:spPr>
            <a:xfrm>
              <a:off x="361201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g2373"/>
            <p:cNvSpPr/>
            <p:nvPr/>
          </p:nvSpPr>
          <p:spPr>
            <a:xfrm>
              <a:off x="362365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g2374"/>
            <p:cNvSpPr/>
            <p:nvPr/>
          </p:nvSpPr>
          <p:spPr>
            <a:xfrm>
              <a:off x="363529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g2375"/>
            <p:cNvSpPr/>
            <p:nvPr/>
          </p:nvSpPr>
          <p:spPr>
            <a:xfrm>
              <a:off x="364692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g2376"/>
            <p:cNvSpPr/>
            <p:nvPr/>
          </p:nvSpPr>
          <p:spPr>
            <a:xfrm>
              <a:off x="365856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g2377"/>
            <p:cNvSpPr/>
            <p:nvPr/>
          </p:nvSpPr>
          <p:spPr>
            <a:xfrm>
              <a:off x="367020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g2378"/>
            <p:cNvSpPr/>
            <p:nvPr/>
          </p:nvSpPr>
          <p:spPr>
            <a:xfrm>
              <a:off x="36818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g2379"/>
            <p:cNvSpPr/>
            <p:nvPr/>
          </p:nvSpPr>
          <p:spPr>
            <a:xfrm>
              <a:off x="36934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g2380"/>
            <p:cNvSpPr/>
            <p:nvPr/>
          </p:nvSpPr>
          <p:spPr>
            <a:xfrm>
              <a:off x="37051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g2381"/>
            <p:cNvSpPr/>
            <p:nvPr/>
          </p:nvSpPr>
          <p:spPr>
            <a:xfrm>
              <a:off x="37167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g2382"/>
            <p:cNvSpPr/>
            <p:nvPr/>
          </p:nvSpPr>
          <p:spPr>
            <a:xfrm>
              <a:off x="37283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g2383"/>
            <p:cNvSpPr/>
            <p:nvPr/>
          </p:nvSpPr>
          <p:spPr>
            <a:xfrm>
              <a:off x="374002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g2384"/>
            <p:cNvSpPr/>
            <p:nvPr/>
          </p:nvSpPr>
          <p:spPr>
            <a:xfrm>
              <a:off x="375166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g2385"/>
            <p:cNvSpPr/>
            <p:nvPr/>
          </p:nvSpPr>
          <p:spPr>
            <a:xfrm>
              <a:off x="376330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A">
                <a:alpha val="100000"/>
              </a:srgbClr>
            </a:solidFill>
            <a:ln w="5420" cap="flat">
              <a:solidFill>
                <a:srgbClr val="3C4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g2386"/>
            <p:cNvSpPr/>
            <p:nvPr/>
          </p:nvSpPr>
          <p:spPr>
            <a:xfrm>
              <a:off x="377493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g2387"/>
            <p:cNvSpPr/>
            <p:nvPr/>
          </p:nvSpPr>
          <p:spPr>
            <a:xfrm>
              <a:off x="378657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g2388"/>
            <p:cNvSpPr/>
            <p:nvPr/>
          </p:nvSpPr>
          <p:spPr>
            <a:xfrm>
              <a:off x="379821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g2389"/>
            <p:cNvSpPr/>
            <p:nvPr/>
          </p:nvSpPr>
          <p:spPr>
            <a:xfrm>
              <a:off x="380985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g2390"/>
            <p:cNvSpPr/>
            <p:nvPr/>
          </p:nvSpPr>
          <p:spPr>
            <a:xfrm>
              <a:off x="382148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g2391"/>
            <p:cNvSpPr/>
            <p:nvPr/>
          </p:nvSpPr>
          <p:spPr>
            <a:xfrm>
              <a:off x="383312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g2392"/>
            <p:cNvSpPr/>
            <p:nvPr/>
          </p:nvSpPr>
          <p:spPr>
            <a:xfrm>
              <a:off x="384476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C">
                <a:alpha val="100000"/>
              </a:srgbClr>
            </a:solidFill>
            <a:ln w="5420" cap="flat">
              <a:solidFill>
                <a:srgbClr val="3B5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g2393"/>
            <p:cNvSpPr/>
            <p:nvPr/>
          </p:nvSpPr>
          <p:spPr>
            <a:xfrm>
              <a:off x="385640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g2394"/>
            <p:cNvSpPr/>
            <p:nvPr/>
          </p:nvSpPr>
          <p:spPr>
            <a:xfrm>
              <a:off x="386803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g2395"/>
            <p:cNvSpPr/>
            <p:nvPr/>
          </p:nvSpPr>
          <p:spPr>
            <a:xfrm>
              <a:off x="387967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g2396"/>
            <p:cNvSpPr/>
            <p:nvPr/>
          </p:nvSpPr>
          <p:spPr>
            <a:xfrm>
              <a:off x="389131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g2397"/>
            <p:cNvSpPr/>
            <p:nvPr/>
          </p:nvSpPr>
          <p:spPr>
            <a:xfrm>
              <a:off x="390295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g2398"/>
            <p:cNvSpPr/>
            <p:nvPr/>
          </p:nvSpPr>
          <p:spPr>
            <a:xfrm>
              <a:off x="391458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g2399"/>
            <p:cNvSpPr/>
            <p:nvPr/>
          </p:nvSpPr>
          <p:spPr>
            <a:xfrm>
              <a:off x="392622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g2400"/>
            <p:cNvSpPr/>
            <p:nvPr/>
          </p:nvSpPr>
          <p:spPr>
            <a:xfrm>
              <a:off x="393786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g2401"/>
            <p:cNvSpPr/>
            <p:nvPr/>
          </p:nvSpPr>
          <p:spPr>
            <a:xfrm>
              <a:off x="394949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g2402"/>
            <p:cNvSpPr/>
            <p:nvPr/>
          </p:nvSpPr>
          <p:spPr>
            <a:xfrm>
              <a:off x="396113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g2403"/>
            <p:cNvSpPr/>
            <p:nvPr/>
          </p:nvSpPr>
          <p:spPr>
            <a:xfrm>
              <a:off x="397277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g2404"/>
            <p:cNvSpPr/>
            <p:nvPr/>
          </p:nvSpPr>
          <p:spPr>
            <a:xfrm>
              <a:off x="398441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g2405"/>
            <p:cNvSpPr/>
            <p:nvPr/>
          </p:nvSpPr>
          <p:spPr>
            <a:xfrm>
              <a:off x="399604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g2406"/>
            <p:cNvSpPr/>
            <p:nvPr/>
          </p:nvSpPr>
          <p:spPr>
            <a:xfrm>
              <a:off x="400768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g2407"/>
            <p:cNvSpPr/>
            <p:nvPr/>
          </p:nvSpPr>
          <p:spPr>
            <a:xfrm>
              <a:off x="401932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g2408"/>
            <p:cNvSpPr/>
            <p:nvPr/>
          </p:nvSpPr>
          <p:spPr>
            <a:xfrm>
              <a:off x="403096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g2409"/>
            <p:cNvSpPr/>
            <p:nvPr/>
          </p:nvSpPr>
          <p:spPr>
            <a:xfrm>
              <a:off x="404259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g2410"/>
            <p:cNvSpPr/>
            <p:nvPr/>
          </p:nvSpPr>
          <p:spPr>
            <a:xfrm>
              <a:off x="405423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g2411"/>
            <p:cNvSpPr/>
            <p:nvPr/>
          </p:nvSpPr>
          <p:spPr>
            <a:xfrm>
              <a:off x="406587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g2412"/>
            <p:cNvSpPr/>
            <p:nvPr/>
          </p:nvSpPr>
          <p:spPr>
            <a:xfrm>
              <a:off x="407751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g2413"/>
            <p:cNvSpPr/>
            <p:nvPr/>
          </p:nvSpPr>
          <p:spPr>
            <a:xfrm>
              <a:off x="408914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g2414"/>
            <p:cNvSpPr/>
            <p:nvPr/>
          </p:nvSpPr>
          <p:spPr>
            <a:xfrm>
              <a:off x="410078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g2415"/>
            <p:cNvSpPr/>
            <p:nvPr/>
          </p:nvSpPr>
          <p:spPr>
            <a:xfrm>
              <a:off x="411242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g2416"/>
            <p:cNvSpPr/>
            <p:nvPr/>
          </p:nvSpPr>
          <p:spPr>
            <a:xfrm>
              <a:off x="412405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g2417"/>
            <p:cNvSpPr/>
            <p:nvPr/>
          </p:nvSpPr>
          <p:spPr>
            <a:xfrm>
              <a:off x="413569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g2418"/>
            <p:cNvSpPr/>
            <p:nvPr/>
          </p:nvSpPr>
          <p:spPr>
            <a:xfrm>
              <a:off x="414733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g2419"/>
            <p:cNvSpPr/>
            <p:nvPr/>
          </p:nvSpPr>
          <p:spPr>
            <a:xfrm>
              <a:off x="426370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g2420"/>
            <p:cNvSpPr/>
            <p:nvPr/>
          </p:nvSpPr>
          <p:spPr>
            <a:xfrm>
              <a:off x="427534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g2421"/>
            <p:cNvSpPr/>
            <p:nvPr/>
          </p:nvSpPr>
          <p:spPr>
            <a:xfrm>
              <a:off x="428698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g2422"/>
            <p:cNvSpPr/>
            <p:nvPr/>
          </p:nvSpPr>
          <p:spPr>
            <a:xfrm>
              <a:off x="429861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g2423"/>
            <p:cNvSpPr/>
            <p:nvPr/>
          </p:nvSpPr>
          <p:spPr>
            <a:xfrm>
              <a:off x="455464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g2424"/>
            <p:cNvSpPr/>
            <p:nvPr/>
          </p:nvSpPr>
          <p:spPr>
            <a:xfrm>
              <a:off x="456627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g2425"/>
            <p:cNvSpPr/>
            <p:nvPr/>
          </p:nvSpPr>
          <p:spPr>
            <a:xfrm>
              <a:off x="457791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g2426"/>
            <p:cNvSpPr/>
            <p:nvPr/>
          </p:nvSpPr>
          <p:spPr>
            <a:xfrm>
              <a:off x="458955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g2427"/>
            <p:cNvSpPr/>
            <p:nvPr/>
          </p:nvSpPr>
          <p:spPr>
            <a:xfrm>
              <a:off x="460119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g2428"/>
            <p:cNvSpPr/>
            <p:nvPr/>
          </p:nvSpPr>
          <p:spPr>
            <a:xfrm>
              <a:off x="32512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g2429"/>
            <p:cNvSpPr/>
            <p:nvPr/>
          </p:nvSpPr>
          <p:spPr>
            <a:xfrm>
              <a:off x="326289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g2430"/>
            <p:cNvSpPr/>
            <p:nvPr/>
          </p:nvSpPr>
          <p:spPr>
            <a:xfrm>
              <a:off x="360037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g2431"/>
            <p:cNvSpPr/>
            <p:nvPr/>
          </p:nvSpPr>
          <p:spPr>
            <a:xfrm>
              <a:off x="361201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g2432"/>
            <p:cNvSpPr/>
            <p:nvPr/>
          </p:nvSpPr>
          <p:spPr>
            <a:xfrm>
              <a:off x="362365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g2433"/>
            <p:cNvSpPr/>
            <p:nvPr/>
          </p:nvSpPr>
          <p:spPr>
            <a:xfrm>
              <a:off x="363529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g2434"/>
            <p:cNvSpPr/>
            <p:nvPr/>
          </p:nvSpPr>
          <p:spPr>
            <a:xfrm>
              <a:off x="364692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g2435"/>
            <p:cNvSpPr/>
            <p:nvPr/>
          </p:nvSpPr>
          <p:spPr>
            <a:xfrm>
              <a:off x="365856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g2436"/>
            <p:cNvSpPr/>
            <p:nvPr/>
          </p:nvSpPr>
          <p:spPr>
            <a:xfrm>
              <a:off x="367020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g2437"/>
            <p:cNvSpPr/>
            <p:nvPr/>
          </p:nvSpPr>
          <p:spPr>
            <a:xfrm>
              <a:off x="36818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g2438"/>
            <p:cNvSpPr/>
            <p:nvPr/>
          </p:nvSpPr>
          <p:spPr>
            <a:xfrm>
              <a:off x="36934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g2439"/>
            <p:cNvSpPr/>
            <p:nvPr/>
          </p:nvSpPr>
          <p:spPr>
            <a:xfrm>
              <a:off x="37051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g2440"/>
            <p:cNvSpPr/>
            <p:nvPr/>
          </p:nvSpPr>
          <p:spPr>
            <a:xfrm>
              <a:off x="37167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g2441"/>
            <p:cNvSpPr/>
            <p:nvPr/>
          </p:nvSpPr>
          <p:spPr>
            <a:xfrm>
              <a:off x="37283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g2442"/>
            <p:cNvSpPr/>
            <p:nvPr/>
          </p:nvSpPr>
          <p:spPr>
            <a:xfrm>
              <a:off x="374002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g2443"/>
            <p:cNvSpPr/>
            <p:nvPr/>
          </p:nvSpPr>
          <p:spPr>
            <a:xfrm>
              <a:off x="375166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g2444"/>
            <p:cNvSpPr/>
            <p:nvPr/>
          </p:nvSpPr>
          <p:spPr>
            <a:xfrm>
              <a:off x="376330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g2445"/>
            <p:cNvSpPr/>
            <p:nvPr/>
          </p:nvSpPr>
          <p:spPr>
            <a:xfrm>
              <a:off x="377493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g2446"/>
            <p:cNvSpPr/>
            <p:nvPr/>
          </p:nvSpPr>
          <p:spPr>
            <a:xfrm>
              <a:off x="378657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g2447"/>
            <p:cNvSpPr/>
            <p:nvPr/>
          </p:nvSpPr>
          <p:spPr>
            <a:xfrm>
              <a:off x="379821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g2448"/>
            <p:cNvSpPr/>
            <p:nvPr/>
          </p:nvSpPr>
          <p:spPr>
            <a:xfrm>
              <a:off x="380985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g2449"/>
            <p:cNvSpPr/>
            <p:nvPr/>
          </p:nvSpPr>
          <p:spPr>
            <a:xfrm>
              <a:off x="382148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g2450"/>
            <p:cNvSpPr/>
            <p:nvPr/>
          </p:nvSpPr>
          <p:spPr>
            <a:xfrm>
              <a:off x="383312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g2451"/>
            <p:cNvSpPr/>
            <p:nvPr/>
          </p:nvSpPr>
          <p:spPr>
            <a:xfrm>
              <a:off x="384476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g2452"/>
            <p:cNvSpPr/>
            <p:nvPr/>
          </p:nvSpPr>
          <p:spPr>
            <a:xfrm>
              <a:off x="385640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g2453"/>
            <p:cNvSpPr/>
            <p:nvPr/>
          </p:nvSpPr>
          <p:spPr>
            <a:xfrm>
              <a:off x="386803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g2454"/>
            <p:cNvSpPr/>
            <p:nvPr/>
          </p:nvSpPr>
          <p:spPr>
            <a:xfrm>
              <a:off x="387967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g2455"/>
            <p:cNvSpPr/>
            <p:nvPr/>
          </p:nvSpPr>
          <p:spPr>
            <a:xfrm>
              <a:off x="389131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g2456"/>
            <p:cNvSpPr/>
            <p:nvPr/>
          </p:nvSpPr>
          <p:spPr>
            <a:xfrm>
              <a:off x="390295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g2457"/>
            <p:cNvSpPr/>
            <p:nvPr/>
          </p:nvSpPr>
          <p:spPr>
            <a:xfrm>
              <a:off x="391458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g2458"/>
            <p:cNvSpPr/>
            <p:nvPr/>
          </p:nvSpPr>
          <p:spPr>
            <a:xfrm>
              <a:off x="392622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g2459"/>
            <p:cNvSpPr/>
            <p:nvPr/>
          </p:nvSpPr>
          <p:spPr>
            <a:xfrm>
              <a:off x="393786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g2460"/>
            <p:cNvSpPr/>
            <p:nvPr/>
          </p:nvSpPr>
          <p:spPr>
            <a:xfrm>
              <a:off x="394949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g2461"/>
            <p:cNvSpPr/>
            <p:nvPr/>
          </p:nvSpPr>
          <p:spPr>
            <a:xfrm>
              <a:off x="396113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g2462"/>
            <p:cNvSpPr/>
            <p:nvPr/>
          </p:nvSpPr>
          <p:spPr>
            <a:xfrm>
              <a:off x="397277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g2463"/>
            <p:cNvSpPr/>
            <p:nvPr/>
          </p:nvSpPr>
          <p:spPr>
            <a:xfrm>
              <a:off x="398441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g2464"/>
            <p:cNvSpPr/>
            <p:nvPr/>
          </p:nvSpPr>
          <p:spPr>
            <a:xfrm>
              <a:off x="399604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g2465"/>
            <p:cNvSpPr/>
            <p:nvPr/>
          </p:nvSpPr>
          <p:spPr>
            <a:xfrm>
              <a:off x="400768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g2466"/>
            <p:cNvSpPr/>
            <p:nvPr/>
          </p:nvSpPr>
          <p:spPr>
            <a:xfrm>
              <a:off x="401932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g2467"/>
            <p:cNvSpPr/>
            <p:nvPr/>
          </p:nvSpPr>
          <p:spPr>
            <a:xfrm>
              <a:off x="403096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g2468"/>
            <p:cNvSpPr/>
            <p:nvPr/>
          </p:nvSpPr>
          <p:spPr>
            <a:xfrm>
              <a:off x="404259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g2469"/>
            <p:cNvSpPr/>
            <p:nvPr/>
          </p:nvSpPr>
          <p:spPr>
            <a:xfrm>
              <a:off x="405423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g2470"/>
            <p:cNvSpPr/>
            <p:nvPr/>
          </p:nvSpPr>
          <p:spPr>
            <a:xfrm>
              <a:off x="406587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g2471"/>
            <p:cNvSpPr/>
            <p:nvPr/>
          </p:nvSpPr>
          <p:spPr>
            <a:xfrm>
              <a:off x="407751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g2472"/>
            <p:cNvSpPr/>
            <p:nvPr/>
          </p:nvSpPr>
          <p:spPr>
            <a:xfrm>
              <a:off x="408914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g2473"/>
            <p:cNvSpPr/>
            <p:nvPr/>
          </p:nvSpPr>
          <p:spPr>
            <a:xfrm>
              <a:off x="410078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g2474"/>
            <p:cNvSpPr/>
            <p:nvPr/>
          </p:nvSpPr>
          <p:spPr>
            <a:xfrm>
              <a:off x="411242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g2475"/>
            <p:cNvSpPr/>
            <p:nvPr/>
          </p:nvSpPr>
          <p:spPr>
            <a:xfrm>
              <a:off x="41240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g2476"/>
            <p:cNvSpPr/>
            <p:nvPr/>
          </p:nvSpPr>
          <p:spPr>
            <a:xfrm>
              <a:off x="413569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g2477"/>
            <p:cNvSpPr/>
            <p:nvPr/>
          </p:nvSpPr>
          <p:spPr>
            <a:xfrm>
              <a:off x="414733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g2478"/>
            <p:cNvSpPr/>
            <p:nvPr/>
          </p:nvSpPr>
          <p:spPr>
            <a:xfrm>
              <a:off x="425207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g2479"/>
            <p:cNvSpPr/>
            <p:nvPr/>
          </p:nvSpPr>
          <p:spPr>
            <a:xfrm>
              <a:off x="426370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g2480"/>
            <p:cNvSpPr/>
            <p:nvPr/>
          </p:nvSpPr>
          <p:spPr>
            <a:xfrm>
              <a:off x="427534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g2481"/>
            <p:cNvSpPr/>
            <p:nvPr/>
          </p:nvSpPr>
          <p:spPr>
            <a:xfrm>
              <a:off x="428698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g2482"/>
            <p:cNvSpPr/>
            <p:nvPr/>
          </p:nvSpPr>
          <p:spPr>
            <a:xfrm>
              <a:off x="429861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g2483"/>
            <p:cNvSpPr/>
            <p:nvPr/>
          </p:nvSpPr>
          <p:spPr>
            <a:xfrm>
              <a:off x="431025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g2484"/>
            <p:cNvSpPr/>
            <p:nvPr/>
          </p:nvSpPr>
          <p:spPr>
            <a:xfrm>
              <a:off x="432189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g2485"/>
            <p:cNvSpPr/>
            <p:nvPr/>
          </p:nvSpPr>
          <p:spPr>
            <a:xfrm>
              <a:off x="455464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g2486"/>
            <p:cNvSpPr/>
            <p:nvPr/>
          </p:nvSpPr>
          <p:spPr>
            <a:xfrm>
              <a:off x="45662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g2487"/>
            <p:cNvSpPr/>
            <p:nvPr/>
          </p:nvSpPr>
          <p:spPr>
            <a:xfrm>
              <a:off x="457791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g2488"/>
            <p:cNvSpPr/>
            <p:nvPr/>
          </p:nvSpPr>
          <p:spPr>
            <a:xfrm>
              <a:off x="458955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g2489"/>
            <p:cNvSpPr/>
            <p:nvPr/>
          </p:nvSpPr>
          <p:spPr>
            <a:xfrm>
              <a:off x="460119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g2490"/>
            <p:cNvSpPr/>
            <p:nvPr/>
          </p:nvSpPr>
          <p:spPr>
            <a:xfrm>
              <a:off x="32396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g2491"/>
            <p:cNvSpPr/>
            <p:nvPr/>
          </p:nvSpPr>
          <p:spPr>
            <a:xfrm>
              <a:off x="32512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g2492"/>
            <p:cNvSpPr/>
            <p:nvPr/>
          </p:nvSpPr>
          <p:spPr>
            <a:xfrm>
              <a:off x="326289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g2493"/>
            <p:cNvSpPr/>
            <p:nvPr/>
          </p:nvSpPr>
          <p:spPr>
            <a:xfrm>
              <a:off x="32745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g2494"/>
            <p:cNvSpPr/>
            <p:nvPr/>
          </p:nvSpPr>
          <p:spPr>
            <a:xfrm>
              <a:off x="32861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g2495"/>
            <p:cNvSpPr/>
            <p:nvPr/>
          </p:nvSpPr>
          <p:spPr>
            <a:xfrm>
              <a:off x="360037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g2496"/>
            <p:cNvSpPr/>
            <p:nvPr/>
          </p:nvSpPr>
          <p:spPr>
            <a:xfrm>
              <a:off x="361201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g2497"/>
            <p:cNvSpPr/>
            <p:nvPr/>
          </p:nvSpPr>
          <p:spPr>
            <a:xfrm>
              <a:off x="362365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g2498"/>
            <p:cNvSpPr/>
            <p:nvPr/>
          </p:nvSpPr>
          <p:spPr>
            <a:xfrm>
              <a:off x="363529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g2499"/>
            <p:cNvSpPr/>
            <p:nvPr/>
          </p:nvSpPr>
          <p:spPr>
            <a:xfrm>
              <a:off x="364692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g2500"/>
            <p:cNvSpPr/>
            <p:nvPr/>
          </p:nvSpPr>
          <p:spPr>
            <a:xfrm>
              <a:off x="365856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g2501"/>
            <p:cNvSpPr/>
            <p:nvPr/>
          </p:nvSpPr>
          <p:spPr>
            <a:xfrm>
              <a:off x="367020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g2502"/>
            <p:cNvSpPr/>
            <p:nvPr/>
          </p:nvSpPr>
          <p:spPr>
            <a:xfrm>
              <a:off x="36818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g2503"/>
            <p:cNvSpPr/>
            <p:nvPr/>
          </p:nvSpPr>
          <p:spPr>
            <a:xfrm>
              <a:off x="36934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g2504"/>
            <p:cNvSpPr/>
            <p:nvPr/>
          </p:nvSpPr>
          <p:spPr>
            <a:xfrm>
              <a:off x="37051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g2505"/>
            <p:cNvSpPr/>
            <p:nvPr/>
          </p:nvSpPr>
          <p:spPr>
            <a:xfrm>
              <a:off x="37167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g2506"/>
            <p:cNvSpPr/>
            <p:nvPr/>
          </p:nvSpPr>
          <p:spPr>
            <a:xfrm>
              <a:off x="37283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g2507"/>
            <p:cNvSpPr/>
            <p:nvPr/>
          </p:nvSpPr>
          <p:spPr>
            <a:xfrm>
              <a:off x="374002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g2508"/>
            <p:cNvSpPr/>
            <p:nvPr/>
          </p:nvSpPr>
          <p:spPr>
            <a:xfrm>
              <a:off x="375166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g2509"/>
            <p:cNvSpPr/>
            <p:nvPr/>
          </p:nvSpPr>
          <p:spPr>
            <a:xfrm>
              <a:off x="385640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g2510"/>
            <p:cNvSpPr/>
            <p:nvPr/>
          </p:nvSpPr>
          <p:spPr>
            <a:xfrm>
              <a:off x="386803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g2511"/>
            <p:cNvSpPr/>
            <p:nvPr/>
          </p:nvSpPr>
          <p:spPr>
            <a:xfrm>
              <a:off x="387967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g2512"/>
            <p:cNvSpPr/>
            <p:nvPr/>
          </p:nvSpPr>
          <p:spPr>
            <a:xfrm>
              <a:off x="389131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g2513"/>
            <p:cNvSpPr/>
            <p:nvPr/>
          </p:nvSpPr>
          <p:spPr>
            <a:xfrm>
              <a:off x="390295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g2514"/>
            <p:cNvSpPr/>
            <p:nvPr/>
          </p:nvSpPr>
          <p:spPr>
            <a:xfrm>
              <a:off x="391458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g2515"/>
            <p:cNvSpPr/>
            <p:nvPr/>
          </p:nvSpPr>
          <p:spPr>
            <a:xfrm>
              <a:off x="392622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g2516"/>
            <p:cNvSpPr/>
            <p:nvPr/>
          </p:nvSpPr>
          <p:spPr>
            <a:xfrm>
              <a:off x="393786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g2517"/>
            <p:cNvSpPr/>
            <p:nvPr/>
          </p:nvSpPr>
          <p:spPr>
            <a:xfrm>
              <a:off x="394949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g2518"/>
            <p:cNvSpPr/>
            <p:nvPr/>
          </p:nvSpPr>
          <p:spPr>
            <a:xfrm>
              <a:off x="396113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g2519"/>
            <p:cNvSpPr/>
            <p:nvPr/>
          </p:nvSpPr>
          <p:spPr>
            <a:xfrm>
              <a:off x="406587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g2520"/>
            <p:cNvSpPr/>
            <p:nvPr/>
          </p:nvSpPr>
          <p:spPr>
            <a:xfrm>
              <a:off x="407751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g2521"/>
            <p:cNvSpPr/>
            <p:nvPr/>
          </p:nvSpPr>
          <p:spPr>
            <a:xfrm>
              <a:off x="408914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g2522"/>
            <p:cNvSpPr/>
            <p:nvPr/>
          </p:nvSpPr>
          <p:spPr>
            <a:xfrm>
              <a:off x="410078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g2523"/>
            <p:cNvSpPr/>
            <p:nvPr/>
          </p:nvSpPr>
          <p:spPr>
            <a:xfrm>
              <a:off x="411242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g2524"/>
            <p:cNvSpPr/>
            <p:nvPr/>
          </p:nvSpPr>
          <p:spPr>
            <a:xfrm>
              <a:off x="412405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g2525"/>
            <p:cNvSpPr/>
            <p:nvPr/>
          </p:nvSpPr>
          <p:spPr>
            <a:xfrm>
              <a:off x="413569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g2526"/>
            <p:cNvSpPr/>
            <p:nvPr/>
          </p:nvSpPr>
          <p:spPr>
            <a:xfrm>
              <a:off x="414733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g2527"/>
            <p:cNvSpPr/>
            <p:nvPr/>
          </p:nvSpPr>
          <p:spPr>
            <a:xfrm>
              <a:off x="415897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g2528"/>
            <p:cNvSpPr/>
            <p:nvPr/>
          </p:nvSpPr>
          <p:spPr>
            <a:xfrm>
              <a:off x="422879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g2529"/>
            <p:cNvSpPr/>
            <p:nvPr/>
          </p:nvSpPr>
          <p:spPr>
            <a:xfrm>
              <a:off x="424043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g2530"/>
            <p:cNvSpPr/>
            <p:nvPr/>
          </p:nvSpPr>
          <p:spPr>
            <a:xfrm>
              <a:off x="425207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g2531"/>
            <p:cNvSpPr/>
            <p:nvPr/>
          </p:nvSpPr>
          <p:spPr>
            <a:xfrm>
              <a:off x="426370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g2532"/>
            <p:cNvSpPr/>
            <p:nvPr/>
          </p:nvSpPr>
          <p:spPr>
            <a:xfrm>
              <a:off x="427534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g2533"/>
            <p:cNvSpPr/>
            <p:nvPr/>
          </p:nvSpPr>
          <p:spPr>
            <a:xfrm>
              <a:off x="428698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g2534"/>
            <p:cNvSpPr/>
            <p:nvPr/>
          </p:nvSpPr>
          <p:spPr>
            <a:xfrm>
              <a:off x="429861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g2535"/>
            <p:cNvSpPr/>
            <p:nvPr/>
          </p:nvSpPr>
          <p:spPr>
            <a:xfrm>
              <a:off x="431025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g2536"/>
            <p:cNvSpPr/>
            <p:nvPr/>
          </p:nvSpPr>
          <p:spPr>
            <a:xfrm>
              <a:off x="432189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g2537"/>
            <p:cNvSpPr/>
            <p:nvPr/>
          </p:nvSpPr>
          <p:spPr>
            <a:xfrm>
              <a:off x="433353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g2538"/>
            <p:cNvSpPr/>
            <p:nvPr/>
          </p:nvSpPr>
          <p:spPr>
            <a:xfrm>
              <a:off x="434516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g2539"/>
            <p:cNvSpPr/>
            <p:nvPr/>
          </p:nvSpPr>
          <p:spPr>
            <a:xfrm>
              <a:off x="455464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g2540"/>
            <p:cNvSpPr/>
            <p:nvPr/>
          </p:nvSpPr>
          <p:spPr>
            <a:xfrm>
              <a:off x="45662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g2541"/>
            <p:cNvSpPr/>
            <p:nvPr/>
          </p:nvSpPr>
          <p:spPr>
            <a:xfrm>
              <a:off x="457791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g2542"/>
            <p:cNvSpPr/>
            <p:nvPr/>
          </p:nvSpPr>
          <p:spPr>
            <a:xfrm>
              <a:off x="458955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g2543"/>
            <p:cNvSpPr/>
            <p:nvPr/>
          </p:nvSpPr>
          <p:spPr>
            <a:xfrm>
              <a:off x="460119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g2544"/>
            <p:cNvSpPr/>
            <p:nvPr/>
          </p:nvSpPr>
          <p:spPr>
            <a:xfrm>
              <a:off x="314652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g2545"/>
            <p:cNvSpPr/>
            <p:nvPr/>
          </p:nvSpPr>
          <p:spPr>
            <a:xfrm>
              <a:off x="315816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g2546"/>
            <p:cNvSpPr/>
            <p:nvPr/>
          </p:nvSpPr>
          <p:spPr>
            <a:xfrm>
              <a:off x="316979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g2547"/>
            <p:cNvSpPr/>
            <p:nvPr/>
          </p:nvSpPr>
          <p:spPr>
            <a:xfrm>
              <a:off x="322798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g2548"/>
            <p:cNvSpPr/>
            <p:nvPr/>
          </p:nvSpPr>
          <p:spPr>
            <a:xfrm>
              <a:off x="32396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g2549"/>
            <p:cNvSpPr/>
            <p:nvPr/>
          </p:nvSpPr>
          <p:spPr>
            <a:xfrm>
              <a:off x="32512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g2550"/>
            <p:cNvSpPr/>
            <p:nvPr/>
          </p:nvSpPr>
          <p:spPr>
            <a:xfrm>
              <a:off x="326289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g2551"/>
            <p:cNvSpPr/>
            <p:nvPr/>
          </p:nvSpPr>
          <p:spPr>
            <a:xfrm>
              <a:off x="32745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g2552"/>
            <p:cNvSpPr/>
            <p:nvPr/>
          </p:nvSpPr>
          <p:spPr>
            <a:xfrm>
              <a:off x="32861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g2553"/>
            <p:cNvSpPr/>
            <p:nvPr/>
          </p:nvSpPr>
          <p:spPr>
            <a:xfrm>
              <a:off x="329780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g2554"/>
            <p:cNvSpPr/>
            <p:nvPr/>
          </p:nvSpPr>
          <p:spPr>
            <a:xfrm>
              <a:off x="330944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g2555"/>
            <p:cNvSpPr/>
            <p:nvPr/>
          </p:nvSpPr>
          <p:spPr>
            <a:xfrm>
              <a:off x="33210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g2556"/>
            <p:cNvSpPr/>
            <p:nvPr/>
          </p:nvSpPr>
          <p:spPr>
            <a:xfrm>
              <a:off x="333272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g2557"/>
            <p:cNvSpPr/>
            <p:nvPr/>
          </p:nvSpPr>
          <p:spPr>
            <a:xfrm>
              <a:off x="33443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g2558"/>
            <p:cNvSpPr/>
            <p:nvPr/>
          </p:nvSpPr>
          <p:spPr>
            <a:xfrm>
              <a:off x="343745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g2559"/>
            <p:cNvSpPr/>
            <p:nvPr/>
          </p:nvSpPr>
          <p:spPr>
            <a:xfrm>
              <a:off x="34490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g2560"/>
            <p:cNvSpPr/>
            <p:nvPr/>
          </p:nvSpPr>
          <p:spPr>
            <a:xfrm>
              <a:off x="34607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g2561"/>
            <p:cNvSpPr/>
            <p:nvPr/>
          </p:nvSpPr>
          <p:spPr>
            <a:xfrm>
              <a:off x="347236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g2562"/>
            <p:cNvSpPr/>
            <p:nvPr/>
          </p:nvSpPr>
          <p:spPr>
            <a:xfrm>
              <a:off x="34840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g2563"/>
            <p:cNvSpPr/>
            <p:nvPr/>
          </p:nvSpPr>
          <p:spPr>
            <a:xfrm>
              <a:off x="360037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g2564"/>
            <p:cNvSpPr/>
            <p:nvPr/>
          </p:nvSpPr>
          <p:spPr>
            <a:xfrm>
              <a:off x="361201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g2565"/>
            <p:cNvSpPr/>
            <p:nvPr/>
          </p:nvSpPr>
          <p:spPr>
            <a:xfrm>
              <a:off x="362365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g2566"/>
            <p:cNvSpPr/>
            <p:nvPr/>
          </p:nvSpPr>
          <p:spPr>
            <a:xfrm>
              <a:off x="363529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g2567"/>
            <p:cNvSpPr/>
            <p:nvPr/>
          </p:nvSpPr>
          <p:spPr>
            <a:xfrm>
              <a:off x="364692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g2568"/>
            <p:cNvSpPr/>
            <p:nvPr/>
          </p:nvSpPr>
          <p:spPr>
            <a:xfrm>
              <a:off x="365856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g2569"/>
            <p:cNvSpPr/>
            <p:nvPr/>
          </p:nvSpPr>
          <p:spPr>
            <a:xfrm>
              <a:off x="367020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g2570"/>
            <p:cNvSpPr/>
            <p:nvPr/>
          </p:nvSpPr>
          <p:spPr>
            <a:xfrm>
              <a:off x="368184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g2571"/>
            <p:cNvSpPr/>
            <p:nvPr/>
          </p:nvSpPr>
          <p:spPr>
            <a:xfrm>
              <a:off x="36934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g2572"/>
            <p:cNvSpPr/>
            <p:nvPr/>
          </p:nvSpPr>
          <p:spPr>
            <a:xfrm>
              <a:off x="37051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g2573"/>
            <p:cNvSpPr/>
            <p:nvPr/>
          </p:nvSpPr>
          <p:spPr>
            <a:xfrm>
              <a:off x="37167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g2574"/>
            <p:cNvSpPr/>
            <p:nvPr/>
          </p:nvSpPr>
          <p:spPr>
            <a:xfrm>
              <a:off x="37283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g2575"/>
            <p:cNvSpPr/>
            <p:nvPr/>
          </p:nvSpPr>
          <p:spPr>
            <a:xfrm>
              <a:off x="374002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g2576"/>
            <p:cNvSpPr/>
            <p:nvPr/>
          </p:nvSpPr>
          <p:spPr>
            <a:xfrm>
              <a:off x="375166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g2577"/>
            <p:cNvSpPr/>
            <p:nvPr/>
          </p:nvSpPr>
          <p:spPr>
            <a:xfrm>
              <a:off x="410078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g2578"/>
            <p:cNvSpPr/>
            <p:nvPr/>
          </p:nvSpPr>
          <p:spPr>
            <a:xfrm>
              <a:off x="411242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g2579"/>
            <p:cNvSpPr/>
            <p:nvPr/>
          </p:nvSpPr>
          <p:spPr>
            <a:xfrm>
              <a:off x="412405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g2580"/>
            <p:cNvSpPr/>
            <p:nvPr/>
          </p:nvSpPr>
          <p:spPr>
            <a:xfrm>
              <a:off x="413569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g2581"/>
            <p:cNvSpPr/>
            <p:nvPr/>
          </p:nvSpPr>
          <p:spPr>
            <a:xfrm>
              <a:off x="414733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g2582"/>
            <p:cNvSpPr/>
            <p:nvPr/>
          </p:nvSpPr>
          <p:spPr>
            <a:xfrm>
              <a:off x="415897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g2583"/>
            <p:cNvSpPr/>
            <p:nvPr/>
          </p:nvSpPr>
          <p:spPr>
            <a:xfrm>
              <a:off x="417060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g2584"/>
            <p:cNvSpPr/>
            <p:nvPr/>
          </p:nvSpPr>
          <p:spPr>
            <a:xfrm>
              <a:off x="41938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g2585"/>
            <p:cNvSpPr/>
            <p:nvPr/>
          </p:nvSpPr>
          <p:spPr>
            <a:xfrm>
              <a:off x="420552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g2586"/>
            <p:cNvSpPr/>
            <p:nvPr/>
          </p:nvSpPr>
          <p:spPr>
            <a:xfrm>
              <a:off x="421715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g2587"/>
            <p:cNvSpPr/>
            <p:nvPr/>
          </p:nvSpPr>
          <p:spPr>
            <a:xfrm>
              <a:off x="422879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g2588"/>
            <p:cNvSpPr/>
            <p:nvPr/>
          </p:nvSpPr>
          <p:spPr>
            <a:xfrm>
              <a:off x="424043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g2589"/>
            <p:cNvSpPr/>
            <p:nvPr/>
          </p:nvSpPr>
          <p:spPr>
            <a:xfrm>
              <a:off x="425207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g2590"/>
            <p:cNvSpPr/>
            <p:nvPr/>
          </p:nvSpPr>
          <p:spPr>
            <a:xfrm>
              <a:off x="426370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A">
                <a:alpha val="100000"/>
              </a:srgbClr>
            </a:solidFill>
            <a:ln w="5420" cap="flat">
              <a:solidFill>
                <a:srgbClr val="3C4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g2591"/>
            <p:cNvSpPr/>
            <p:nvPr/>
          </p:nvSpPr>
          <p:spPr>
            <a:xfrm>
              <a:off x="427534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g2592"/>
            <p:cNvSpPr/>
            <p:nvPr/>
          </p:nvSpPr>
          <p:spPr>
            <a:xfrm>
              <a:off x="428698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g2593"/>
            <p:cNvSpPr/>
            <p:nvPr/>
          </p:nvSpPr>
          <p:spPr>
            <a:xfrm>
              <a:off x="429861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g2594"/>
            <p:cNvSpPr/>
            <p:nvPr/>
          </p:nvSpPr>
          <p:spPr>
            <a:xfrm>
              <a:off x="431025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g2595"/>
            <p:cNvSpPr/>
            <p:nvPr/>
          </p:nvSpPr>
          <p:spPr>
            <a:xfrm>
              <a:off x="432189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g2596"/>
            <p:cNvSpPr/>
            <p:nvPr/>
          </p:nvSpPr>
          <p:spPr>
            <a:xfrm>
              <a:off x="43335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g2597"/>
            <p:cNvSpPr/>
            <p:nvPr/>
          </p:nvSpPr>
          <p:spPr>
            <a:xfrm>
              <a:off x="434516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g2598"/>
            <p:cNvSpPr/>
            <p:nvPr/>
          </p:nvSpPr>
          <p:spPr>
            <a:xfrm>
              <a:off x="435680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g2599"/>
            <p:cNvSpPr/>
            <p:nvPr/>
          </p:nvSpPr>
          <p:spPr>
            <a:xfrm>
              <a:off x="45662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g2600"/>
            <p:cNvSpPr/>
            <p:nvPr/>
          </p:nvSpPr>
          <p:spPr>
            <a:xfrm>
              <a:off x="457791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g2601"/>
            <p:cNvSpPr/>
            <p:nvPr/>
          </p:nvSpPr>
          <p:spPr>
            <a:xfrm>
              <a:off x="458955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g2602"/>
            <p:cNvSpPr/>
            <p:nvPr/>
          </p:nvSpPr>
          <p:spPr>
            <a:xfrm>
              <a:off x="46011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g2603"/>
            <p:cNvSpPr/>
            <p:nvPr/>
          </p:nvSpPr>
          <p:spPr>
            <a:xfrm>
              <a:off x="312324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g2604"/>
            <p:cNvSpPr/>
            <p:nvPr/>
          </p:nvSpPr>
          <p:spPr>
            <a:xfrm>
              <a:off x="313488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g2605"/>
            <p:cNvSpPr/>
            <p:nvPr/>
          </p:nvSpPr>
          <p:spPr>
            <a:xfrm>
              <a:off x="314652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g2606"/>
            <p:cNvSpPr/>
            <p:nvPr/>
          </p:nvSpPr>
          <p:spPr>
            <a:xfrm>
              <a:off x="315816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g2607"/>
            <p:cNvSpPr/>
            <p:nvPr/>
          </p:nvSpPr>
          <p:spPr>
            <a:xfrm>
              <a:off x="316979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g2608"/>
            <p:cNvSpPr/>
            <p:nvPr/>
          </p:nvSpPr>
          <p:spPr>
            <a:xfrm>
              <a:off x="318143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g2609"/>
            <p:cNvSpPr/>
            <p:nvPr/>
          </p:nvSpPr>
          <p:spPr>
            <a:xfrm>
              <a:off x="321634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g2610"/>
            <p:cNvSpPr/>
            <p:nvPr/>
          </p:nvSpPr>
          <p:spPr>
            <a:xfrm>
              <a:off x="322798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g2611"/>
            <p:cNvSpPr/>
            <p:nvPr/>
          </p:nvSpPr>
          <p:spPr>
            <a:xfrm>
              <a:off x="32396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g2612"/>
            <p:cNvSpPr/>
            <p:nvPr/>
          </p:nvSpPr>
          <p:spPr>
            <a:xfrm>
              <a:off x="32512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g2613"/>
            <p:cNvSpPr/>
            <p:nvPr/>
          </p:nvSpPr>
          <p:spPr>
            <a:xfrm>
              <a:off x="326289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g2614"/>
            <p:cNvSpPr/>
            <p:nvPr/>
          </p:nvSpPr>
          <p:spPr>
            <a:xfrm>
              <a:off x="32745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g2615"/>
            <p:cNvSpPr/>
            <p:nvPr/>
          </p:nvSpPr>
          <p:spPr>
            <a:xfrm>
              <a:off x="32861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g2616"/>
            <p:cNvSpPr/>
            <p:nvPr/>
          </p:nvSpPr>
          <p:spPr>
            <a:xfrm>
              <a:off x="329780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g2617"/>
            <p:cNvSpPr/>
            <p:nvPr/>
          </p:nvSpPr>
          <p:spPr>
            <a:xfrm>
              <a:off x="33094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g2618"/>
            <p:cNvSpPr/>
            <p:nvPr/>
          </p:nvSpPr>
          <p:spPr>
            <a:xfrm>
              <a:off x="33210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g2619"/>
            <p:cNvSpPr/>
            <p:nvPr/>
          </p:nvSpPr>
          <p:spPr>
            <a:xfrm>
              <a:off x="333272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g2620"/>
            <p:cNvSpPr/>
            <p:nvPr/>
          </p:nvSpPr>
          <p:spPr>
            <a:xfrm>
              <a:off x="33443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g2621"/>
            <p:cNvSpPr/>
            <p:nvPr/>
          </p:nvSpPr>
          <p:spPr>
            <a:xfrm>
              <a:off x="33559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g2622"/>
            <p:cNvSpPr/>
            <p:nvPr/>
          </p:nvSpPr>
          <p:spPr>
            <a:xfrm>
              <a:off x="336763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g2623"/>
            <p:cNvSpPr/>
            <p:nvPr/>
          </p:nvSpPr>
          <p:spPr>
            <a:xfrm>
              <a:off x="34258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g2624"/>
            <p:cNvSpPr/>
            <p:nvPr/>
          </p:nvSpPr>
          <p:spPr>
            <a:xfrm>
              <a:off x="343745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g2625"/>
            <p:cNvSpPr/>
            <p:nvPr/>
          </p:nvSpPr>
          <p:spPr>
            <a:xfrm>
              <a:off x="34490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g2626"/>
            <p:cNvSpPr/>
            <p:nvPr/>
          </p:nvSpPr>
          <p:spPr>
            <a:xfrm>
              <a:off x="34607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g2627"/>
            <p:cNvSpPr/>
            <p:nvPr/>
          </p:nvSpPr>
          <p:spPr>
            <a:xfrm>
              <a:off x="347236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g2628"/>
            <p:cNvSpPr/>
            <p:nvPr/>
          </p:nvSpPr>
          <p:spPr>
            <a:xfrm>
              <a:off x="34840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g2629"/>
            <p:cNvSpPr/>
            <p:nvPr/>
          </p:nvSpPr>
          <p:spPr>
            <a:xfrm>
              <a:off x="34956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g2630"/>
            <p:cNvSpPr/>
            <p:nvPr/>
          </p:nvSpPr>
          <p:spPr>
            <a:xfrm>
              <a:off x="350728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g2631"/>
            <p:cNvSpPr/>
            <p:nvPr/>
          </p:nvSpPr>
          <p:spPr>
            <a:xfrm>
              <a:off x="362365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g2632"/>
            <p:cNvSpPr/>
            <p:nvPr/>
          </p:nvSpPr>
          <p:spPr>
            <a:xfrm>
              <a:off x="363529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g2633"/>
            <p:cNvSpPr/>
            <p:nvPr/>
          </p:nvSpPr>
          <p:spPr>
            <a:xfrm>
              <a:off x="364692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g2634"/>
            <p:cNvSpPr/>
            <p:nvPr/>
          </p:nvSpPr>
          <p:spPr>
            <a:xfrm>
              <a:off x="365856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g2635"/>
            <p:cNvSpPr/>
            <p:nvPr/>
          </p:nvSpPr>
          <p:spPr>
            <a:xfrm>
              <a:off x="367020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g2636"/>
            <p:cNvSpPr/>
            <p:nvPr/>
          </p:nvSpPr>
          <p:spPr>
            <a:xfrm>
              <a:off x="368184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g2637"/>
            <p:cNvSpPr/>
            <p:nvPr/>
          </p:nvSpPr>
          <p:spPr>
            <a:xfrm>
              <a:off x="36934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g2638"/>
            <p:cNvSpPr/>
            <p:nvPr/>
          </p:nvSpPr>
          <p:spPr>
            <a:xfrm>
              <a:off x="37051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g2639"/>
            <p:cNvSpPr/>
            <p:nvPr/>
          </p:nvSpPr>
          <p:spPr>
            <a:xfrm>
              <a:off x="37167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g2640"/>
            <p:cNvSpPr/>
            <p:nvPr/>
          </p:nvSpPr>
          <p:spPr>
            <a:xfrm>
              <a:off x="37283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g2641"/>
            <p:cNvSpPr/>
            <p:nvPr/>
          </p:nvSpPr>
          <p:spPr>
            <a:xfrm>
              <a:off x="37400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g2642"/>
            <p:cNvSpPr/>
            <p:nvPr/>
          </p:nvSpPr>
          <p:spPr>
            <a:xfrm>
              <a:off x="375166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g2643"/>
            <p:cNvSpPr/>
            <p:nvPr/>
          </p:nvSpPr>
          <p:spPr>
            <a:xfrm>
              <a:off x="411242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g2644"/>
            <p:cNvSpPr/>
            <p:nvPr/>
          </p:nvSpPr>
          <p:spPr>
            <a:xfrm>
              <a:off x="412405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g2645"/>
            <p:cNvSpPr/>
            <p:nvPr/>
          </p:nvSpPr>
          <p:spPr>
            <a:xfrm>
              <a:off x="413569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g2646"/>
            <p:cNvSpPr/>
            <p:nvPr/>
          </p:nvSpPr>
          <p:spPr>
            <a:xfrm>
              <a:off x="414733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g2647"/>
            <p:cNvSpPr/>
            <p:nvPr/>
          </p:nvSpPr>
          <p:spPr>
            <a:xfrm>
              <a:off x="41589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g2648"/>
            <p:cNvSpPr/>
            <p:nvPr/>
          </p:nvSpPr>
          <p:spPr>
            <a:xfrm>
              <a:off x="417060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g2649"/>
            <p:cNvSpPr/>
            <p:nvPr/>
          </p:nvSpPr>
          <p:spPr>
            <a:xfrm>
              <a:off x="418224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g2650"/>
            <p:cNvSpPr/>
            <p:nvPr/>
          </p:nvSpPr>
          <p:spPr>
            <a:xfrm>
              <a:off x="41938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g2651"/>
            <p:cNvSpPr/>
            <p:nvPr/>
          </p:nvSpPr>
          <p:spPr>
            <a:xfrm>
              <a:off x="420552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g2652"/>
            <p:cNvSpPr/>
            <p:nvPr/>
          </p:nvSpPr>
          <p:spPr>
            <a:xfrm>
              <a:off x="421715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g2653"/>
            <p:cNvSpPr/>
            <p:nvPr/>
          </p:nvSpPr>
          <p:spPr>
            <a:xfrm>
              <a:off x="422879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g2654"/>
            <p:cNvSpPr/>
            <p:nvPr/>
          </p:nvSpPr>
          <p:spPr>
            <a:xfrm>
              <a:off x="424043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g2655"/>
            <p:cNvSpPr/>
            <p:nvPr/>
          </p:nvSpPr>
          <p:spPr>
            <a:xfrm>
              <a:off x="425207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g2656"/>
            <p:cNvSpPr/>
            <p:nvPr/>
          </p:nvSpPr>
          <p:spPr>
            <a:xfrm>
              <a:off x="426370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g2657"/>
            <p:cNvSpPr/>
            <p:nvPr/>
          </p:nvSpPr>
          <p:spPr>
            <a:xfrm>
              <a:off x="427534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g2658"/>
            <p:cNvSpPr/>
            <p:nvPr/>
          </p:nvSpPr>
          <p:spPr>
            <a:xfrm>
              <a:off x="428698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g2659"/>
            <p:cNvSpPr/>
            <p:nvPr/>
          </p:nvSpPr>
          <p:spPr>
            <a:xfrm>
              <a:off x="42986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g2660"/>
            <p:cNvSpPr/>
            <p:nvPr/>
          </p:nvSpPr>
          <p:spPr>
            <a:xfrm>
              <a:off x="431025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g2661"/>
            <p:cNvSpPr/>
            <p:nvPr/>
          </p:nvSpPr>
          <p:spPr>
            <a:xfrm>
              <a:off x="432189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g2662"/>
            <p:cNvSpPr/>
            <p:nvPr/>
          </p:nvSpPr>
          <p:spPr>
            <a:xfrm>
              <a:off x="43335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g2663"/>
            <p:cNvSpPr/>
            <p:nvPr/>
          </p:nvSpPr>
          <p:spPr>
            <a:xfrm>
              <a:off x="434516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g2664"/>
            <p:cNvSpPr/>
            <p:nvPr/>
          </p:nvSpPr>
          <p:spPr>
            <a:xfrm>
              <a:off x="435680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g2665"/>
            <p:cNvSpPr/>
            <p:nvPr/>
          </p:nvSpPr>
          <p:spPr>
            <a:xfrm>
              <a:off x="43684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g2666"/>
            <p:cNvSpPr/>
            <p:nvPr/>
          </p:nvSpPr>
          <p:spPr>
            <a:xfrm>
              <a:off x="45662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g2667"/>
            <p:cNvSpPr/>
            <p:nvPr/>
          </p:nvSpPr>
          <p:spPr>
            <a:xfrm>
              <a:off x="457791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g2668"/>
            <p:cNvSpPr/>
            <p:nvPr/>
          </p:nvSpPr>
          <p:spPr>
            <a:xfrm>
              <a:off x="458955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g2669"/>
            <p:cNvSpPr/>
            <p:nvPr/>
          </p:nvSpPr>
          <p:spPr>
            <a:xfrm>
              <a:off x="46011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g2670"/>
            <p:cNvSpPr/>
            <p:nvPr/>
          </p:nvSpPr>
          <p:spPr>
            <a:xfrm>
              <a:off x="461282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g2671"/>
            <p:cNvSpPr/>
            <p:nvPr/>
          </p:nvSpPr>
          <p:spPr>
            <a:xfrm>
              <a:off x="311161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g2672"/>
            <p:cNvSpPr/>
            <p:nvPr/>
          </p:nvSpPr>
          <p:spPr>
            <a:xfrm>
              <a:off x="312324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g2673"/>
            <p:cNvSpPr/>
            <p:nvPr/>
          </p:nvSpPr>
          <p:spPr>
            <a:xfrm>
              <a:off x="313488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g2674"/>
            <p:cNvSpPr/>
            <p:nvPr/>
          </p:nvSpPr>
          <p:spPr>
            <a:xfrm>
              <a:off x="314652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g2675"/>
            <p:cNvSpPr/>
            <p:nvPr/>
          </p:nvSpPr>
          <p:spPr>
            <a:xfrm>
              <a:off x="315816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g2676"/>
            <p:cNvSpPr/>
            <p:nvPr/>
          </p:nvSpPr>
          <p:spPr>
            <a:xfrm>
              <a:off x="316979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g2677"/>
            <p:cNvSpPr/>
            <p:nvPr/>
          </p:nvSpPr>
          <p:spPr>
            <a:xfrm>
              <a:off x="318143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g2678"/>
            <p:cNvSpPr/>
            <p:nvPr/>
          </p:nvSpPr>
          <p:spPr>
            <a:xfrm>
              <a:off x="319307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g2679"/>
            <p:cNvSpPr/>
            <p:nvPr/>
          </p:nvSpPr>
          <p:spPr>
            <a:xfrm>
              <a:off x="320471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g2680"/>
            <p:cNvSpPr/>
            <p:nvPr/>
          </p:nvSpPr>
          <p:spPr>
            <a:xfrm>
              <a:off x="321634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g2681"/>
            <p:cNvSpPr/>
            <p:nvPr/>
          </p:nvSpPr>
          <p:spPr>
            <a:xfrm>
              <a:off x="322798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g2682"/>
            <p:cNvSpPr/>
            <p:nvPr/>
          </p:nvSpPr>
          <p:spPr>
            <a:xfrm>
              <a:off x="323962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g2683"/>
            <p:cNvSpPr/>
            <p:nvPr/>
          </p:nvSpPr>
          <p:spPr>
            <a:xfrm>
              <a:off x="32512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g2684"/>
            <p:cNvSpPr/>
            <p:nvPr/>
          </p:nvSpPr>
          <p:spPr>
            <a:xfrm>
              <a:off x="326289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g2685"/>
            <p:cNvSpPr/>
            <p:nvPr/>
          </p:nvSpPr>
          <p:spPr>
            <a:xfrm>
              <a:off x="32745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g2686"/>
            <p:cNvSpPr/>
            <p:nvPr/>
          </p:nvSpPr>
          <p:spPr>
            <a:xfrm>
              <a:off x="32861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g2687"/>
            <p:cNvSpPr/>
            <p:nvPr/>
          </p:nvSpPr>
          <p:spPr>
            <a:xfrm>
              <a:off x="329780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g2688"/>
            <p:cNvSpPr/>
            <p:nvPr/>
          </p:nvSpPr>
          <p:spPr>
            <a:xfrm>
              <a:off x="33094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g2689"/>
            <p:cNvSpPr/>
            <p:nvPr/>
          </p:nvSpPr>
          <p:spPr>
            <a:xfrm>
              <a:off x="33210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g2690"/>
            <p:cNvSpPr/>
            <p:nvPr/>
          </p:nvSpPr>
          <p:spPr>
            <a:xfrm>
              <a:off x="333272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g2691"/>
            <p:cNvSpPr/>
            <p:nvPr/>
          </p:nvSpPr>
          <p:spPr>
            <a:xfrm>
              <a:off x="33443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g2692"/>
            <p:cNvSpPr/>
            <p:nvPr/>
          </p:nvSpPr>
          <p:spPr>
            <a:xfrm>
              <a:off x="33559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g2693"/>
            <p:cNvSpPr/>
            <p:nvPr/>
          </p:nvSpPr>
          <p:spPr>
            <a:xfrm>
              <a:off x="336763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g2694"/>
            <p:cNvSpPr/>
            <p:nvPr/>
          </p:nvSpPr>
          <p:spPr>
            <a:xfrm>
              <a:off x="33792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g2695"/>
            <p:cNvSpPr/>
            <p:nvPr/>
          </p:nvSpPr>
          <p:spPr>
            <a:xfrm>
              <a:off x="33909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g2696"/>
            <p:cNvSpPr/>
            <p:nvPr/>
          </p:nvSpPr>
          <p:spPr>
            <a:xfrm>
              <a:off x="340254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g2697"/>
            <p:cNvSpPr/>
            <p:nvPr/>
          </p:nvSpPr>
          <p:spPr>
            <a:xfrm>
              <a:off x="341418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g2698"/>
            <p:cNvSpPr/>
            <p:nvPr/>
          </p:nvSpPr>
          <p:spPr>
            <a:xfrm>
              <a:off x="342581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g2699"/>
            <p:cNvSpPr/>
            <p:nvPr/>
          </p:nvSpPr>
          <p:spPr>
            <a:xfrm>
              <a:off x="343745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g2700"/>
            <p:cNvSpPr/>
            <p:nvPr/>
          </p:nvSpPr>
          <p:spPr>
            <a:xfrm>
              <a:off x="34490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g2701"/>
            <p:cNvSpPr/>
            <p:nvPr/>
          </p:nvSpPr>
          <p:spPr>
            <a:xfrm>
              <a:off x="34607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g2702"/>
            <p:cNvSpPr/>
            <p:nvPr/>
          </p:nvSpPr>
          <p:spPr>
            <a:xfrm>
              <a:off x="347236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g2703"/>
            <p:cNvSpPr/>
            <p:nvPr/>
          </p:nvSpPr>
          <p:spPr>
            <a:xfrm>
              <a:off x="34840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g2704"/>
            <p:cNvSpPr/>
            <p:nvPr/>
          </p:nvSpPr>
          <p:spPr>
            <a:xfrm>
              <a:off x="34956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g2705"/>
            <p:cNvSpPr/>
            <p:nvPr/>
          </p:nvSpPr>
          <p:spPr>
            <a:xfrm>
              <a:off x="350728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g2706"/>
            <p:cNvSpPr/>
            <p:nvPr/>
          </p:nvSpPr>
          <p:spPr>
            <a:xfrm>
              <a:off x="351891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g2707"/>
            <p:cNvSpPr/>
            <p:nvPr/>
          </p:nvSpPr>
          <p:spPr>
            <a:xfrm>
              <a:off x="353055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g2708"/>
            <p:cNvSpPr/>
            <p:nvPr/>
          </p:nvSpPr>
          <p:spPr>
            <a:xfrm>
              <a:off x="354219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g2709"/>
            <p:cNvSpPr/>
            <p:nvPr/>
          </p:nvSpPr>
          <p:spPr>
            <a:xfrm>
              <a:off x="363529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g2710"/>
            <p:cNvSpPr/>
            <p:nvPr/>
          </p:nvSpPr>
          <p:spPr>
            <a:xfrm>
              <a:off x="364692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g2711"/>
            <p:cNvSpPr/>
            <p:nvPr/>
          </p:nvSpPr>
          <p:spPr>
            <a:xfrm>
              <a:off x="365856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g2712"/>
            <p:cNvSpPr/>
            <p:nvPr/>
          </p:nvSpPr>
          <p:spPr>
            <a:xfrm>
              <a:off x="368184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g2713"/>
            <p:cNvSpPr/>
            <p:nvPr/>
          </p:nvSpPr>
          <p:spPr>
            <a:xfrm>
              <a:off x="36934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g2714"/>
            <p:cNvSpPr/>
            <p:nvPr/>
          </p:nvSpPr>
          <p:spPr>
            <a:xfrm>
              <a:off x="37051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g2715"/>
            <p:cNvSpPr/>
            <p:nvPr/>
          </p:nvSpPr>
          <p:spPr>
            <a:xfrm>
              <a:off x="37167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g2716"/>
            <p:cNvSpPr/>
            <p:nvPr/>
          </p:nvSpPr>
          <p:spPr>
            <a:xfrm>
              <a:off x="37283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g2717"/>
            <p:cNvSpPr/>
            <p:nvPr/>
          </p:nvSpPr>
          <p:spPr>
            <a:xfrm>
              <a:off x="37400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g2718"/>
            <p:cNvSpPr/>
            <p:nvPr/>
          </p:nvSpPr>
          <p:spPr>
            <a:xfrm>
              <a:off x="375166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g2719"/>
            <p:cNvSpPr/>
            <p:nvPr/>
          </p:nvSpPr>
          <p:spPr>
            <a:xfrm>
              <a:off x="412405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g2720"/>
            <p:cNvSpPr/>
            <p:nvPr/>
          </p:nvSpPr>
          <p:spPr>
            <a:xfrm>
              <a:off x="413569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g2721"/>
            <p:cNvSpPr/>
            <p:nvPr/>
          </p:nvSpPr>
          <p:spPr>
            <a:xfrm>
              <a:off x="414733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g2722"/>
            <p:cNvSpPr/>
            <p:nvPr/>
          </p:nvSpPr>
          <p:spPr>
            <a:xfrm>
              <a:off x="41589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g2723"/>
            <p:cNvSpPr/>
            <p:nvPr/>
          </p:nvSpPr>
          <p:spPr>
            <a:xfrm>
              <a:off x="417060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g2724"/>
            <p:cNvSpPr/>
            <p:nvPr/>
          </p:nvSpPr>
          <p:spPr>
            <a:xfrm>
              <a:off x="418224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g2725"/>
            <p:cNvSpPr/>
            <p:nvPr/>
          </p:nvSpPr>
          <p:spPr>
            <a:xfrm>
              <a:off x="41938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g2726"/>
            <p:cNvSpPr/>
            <p:nvPr/>
          </p:nvSpPr>
          <p:spPr>
            <a:xfrm>
              <a:off x="420552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g2727"/>
            <p:cNvSpPr/>
            <p:nvPr/>
          </p:nvSpPr>
          <p:spPr>
            <a:xfrm>
              <a:off x="421715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g2728"/>
            <p:cNvSpPr/>
            <p:nvPr/>
          </p:nvSpPr>
          <p:spPr>
            <a:xfrm>
              <a:off x="42287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g2729"/>
            <p:cNvSpPr/>
            <p:nvPr/>
          </p:nvSpPr>
          <p:spPr>
            <a:xfrm>
              <a:off x="424043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g2730"/>
            <p:cNvSpPr/>
            <p:nvPr/>
          </p:nvSpPr>
          <p:spPr>
            <a:xfrm>
              <a:off x="425207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g2731"/>
            <p:cNvSpPr/>
            <p:nvPr/>
          </p:nvSpPr>
          <p:spPr>
            <a:xfrm>
              <a:off x="42637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g2732"/>
            <p:cNvSpPr/>
            <p:nvPr/>
          </p:nvSpPr>
          <p:spPr>
            <a:xfrm>
              <a:off x="427534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g2733"/>
            <p:cNvSpPr/>
            <p:nvPr/>
          </p:nvSpPr>
          <p:spPr>
            <a:xfrm>
              <a:off x="431025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g2734"/>
            <p:cNvSpPr/>
            <p:nvPr/>
          </p:nvSpPr>
          <p:spPr>
            <a:xfrm>
              <a:off x="432189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g2735"/>
            <p:cNvSpPr/>
            <p:nvPr/>
          </p:nvSpPr>
          <p:spPr>
            <a:xfrm>
              <a:off x="43335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g2736"/>
            <p:cNvSpPr/>
            <p:nvPr/>
          </p:nvSpPr>
          <p:spPr>
            <a:xfrm>
              <a:off x="434516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g2737"/>
            <p:cNvSpPr/>
            <p:nvPr/>
          </p:nvSpPr>
          <p:spPr>
            <a:xfrm>
              <a:off x="435680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g2738"/>
            <p:cNvSpPr/>
            <p:nvPr/>
          </p:nvSpPr>
          <p:spPr>
            <a:xfrm>
              <a:off x="43684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g2739"/>
            <p:cNvSpPr/>
            <p:nvPr/>
          </p:nvSpPr>
          <p:spPr>
            <a:xfrm>
              <a:off x="438008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g2740"/>
            <p:cNvSpPr/>
            <p:nvPr/>
          </p:nvSpPr>
          <p:spPr>
            <a:xfrm>
              <a:off x="45662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g2741"/>
            <p:cNvSpPr/>
            <p:nvPr/>
          </p:nvSpPr>
          <p:spPr>
            <a:xfrm>
              <a:off x="457791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g2742"/>
            <p:cNvSpPr/>
            <p:nvPr/>
          </p:nvSpPr>
          <p:spPr>
            <a:xfrm>
              <a:off x="458955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g2743"/>
            <p:cNvSpPr/>
            <p:nvPr/>
          </p:nvSpPr>
          <p:spPr>
            <a:xfrm>
              <a:off x="46011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g2744"/>
            <p:cNvSpPr/>
            <p:nvPr/>
          </p:nvSpPr>
          <p:spPr>
            <a:xfrm>
              <a:off x="461282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g2745"/>
            <p:cNvSpPr/>
            <p:nvPr/>
          </p:nvSpPr>
          <p:spPr>
            <a:xfrm>
              <a:off x="311161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g2746"/>
            <p:cNvSpPr/>
            <p:nvPr/>
          </p:nvSpPr>
          <p:spPr>
            <a:xfrm>
              <a:off x="312324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g2747"/>
            <p:cNvSpPr/>
            <p:nvPr/>
          </p:nvSpPr>
          <p:spPr>
            <a:xfrm>
              <a:off x="313488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g2748"/>
            <p:cNvSpPr/>
            <p:nvPr/>
          </p:nvSpPr>
          <p:spPr>
            <a:xfrm>
              <a:off x="314652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g2749"/>
            <p:cNvSpPr/>
            <p:nvPr/>
          </p:nvSpPr>
          <p:spPr>
            <a:xfrm>
              <a:off x="315816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g2750"/>
            <p:cNvSpPr/>
            <p:nvPr/>
          </p:nvSpPr>
          <p:spPr>
            <a:xfrm>
              <a:off x="316979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g2751"/>
            <p:cNvSpPr/>
            <p:nvPr/>
          </p:nvSpPr>
          <p:spPr>
            <a:xfrm>
              <a:off x="318143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g2752"/>
            <p:cNvSpPr/>
            <p:nvPr/>
          </p:nvSpPr>
          <p:spPr>
            <a:xfrm>
              <a:off x="319307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g2753"/>
            <p:cNvSpPr/>
            <p:nvPr/>
          </p:nvSpPr>
          <p:spPr>
            <a:xfrm>
              <a:off x="320471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g2754"/>
            <p:cNvSpPr/>
            <p:nvPr/>
          </p:nvSpPr>
          <p:spPr>
            <a:xfrm>
              <a:off x="321634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g2755"/>
            <p:cNvSpPr/>
            <p:nvPr/>
          </p:nvSpPr>
          <p:spPr>
            <a:xfrm>
              <a:off x="322798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g2756"/>
            <p:cNvSpPr/>
            <p:nvPr/>
          </p:nvSpPr>
          <p:spPr>
            <a:xfrm>
              <a:off x="323962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g2757"/>
            <p:cNvSpPr/>
            <p:nvPr/>
          </p:nvSpPr>
          <p:spPr>
            <a:xfrm>
              <a:off x="325125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g2758"/>
            <p:cNvSpPr/>
            <p:nvPr/>
          </p:nvSpPr>
          <p:spPr>
            <a:xfrm>
              <a:off x="326289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g2759"/>
            <p:cNvSpPr/>
            <p:nvPr/>
          </p:nvSpPr>
          <p:spPr>
            <a:xfrm>
              <a:off x="32745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g2760"/>
            <p:cNvSpPr/>
            <p:nvPr/>
          </p:nvSpPr>
          <p:spPr>
            <a:xfrm>
              <a:off x="32861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g2761"/>
            <p:cNvSpPr/>
            <p:nvPr/>
          </p:nvSpPr>
          <p:spPr>
            <a:xfrm>
              <a:off x="329780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g2762"/>
            <p:cNvSpPr/>
            <p:nvPr/>
          </p:nvSpPr>
          <p:spPr>
            <a:xfrm>
              <a:off x="33094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g2763"/>
            <p:cNvSpPr/>
            <p:nvPr/>
          </p:nvSpPr>
          <p:spPr>
            <a:xfrm>
              <a:off x="33210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g2764"/>
            <p:cNvSpPr/>
            <p:nvPr/>
          </p:nvSpPr>
          <p:spPr>
            <a:xfrm>
              <a:off x="333272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g2765"/>
            <p:cNvSpPr/>
            <p:nvPr/>
          </p:nvSpPr>
          <p:spPr>
            <a:xfrm>
              <a:off x="33443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g2766"/>
            <p:cNvSpPr/>
            <p:nvPr/>
          </p:nvSpPr>
          <p:spPr>
            <a:xfrm>
              <a:off x="33559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g2767"/>
            <p:cNvSpPr/>
            <p:nvPr/>
          </p:nvSpPr>
          <p:spPr>
            <a:xfrm>
              <a:off x="336763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g2768"/>
            <p:cNvSpPr/>
            <p:nvPr/>
          </p:nvSpPr>
          <p:spPr>
            <a:xfrm>
              <a:off x="337927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g2769"/>
            <p:cNvSpPr/>
            <p:nvPr/>
          </p:nvSpPr>
          <p:spPr>
            <a:xfrm>
              <a:off x="339090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g2770"/>
            <p:cNvSpPr/>
            <p:nvPr/>
          </p:nvSpPr>
          <p:spPr>
            <a:xfrm>
              <a:off x="340254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g2771"/>
            <p:cNvSpPr/>
            <p:nvPr/>
          </p:nvSpPr>
          <p:spPr>
            <a:xfrm>
              <a:off x="341418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g2772"/>
            <p:cNvSpPr/>
            <p:nvPr/>
          </p:nvSpPr>
          <p:spPr>
            <a:xfrm>
              <a:off x="342581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g2773"/>
            <p:cNvSpPr/>
            <p:nvPr/>
          </p:nvSpPr>
          <p:spPr>
            <a:xfrm>
              <a:off x="343745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g2774"/>
            <p:cNvSpPr/>
            <p:nvPr/>
          </p:nvSpPr>
          <p:spPr>
            <a:xfrm>
              <a:off x="34490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g2775"/>
            <p:cNvSpPr/>
            <p:nvPr/>
          </p:nvSpPr>
          <p:spPr>
            <a:xfrm>
              <a:off x="34607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g2776"/>
            <p:cNvSpPr/>
            <p:nvPr/>
          </p:nvSpPr>
          <p:spPr>
            <a:xfrm>
              <a:off x="347236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g2777"/>
            <p:cNvSpPr/>
            <p:nvPr/>
          </p:nvSpPr>
          <p:spPr>
            <a:xfrm>
              <a:off x="34840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g2778"/>
            <p:cNvSpPr/>
            <p:nvPr/>
          </p:nvSpPr>
          <p:spPr>
            <a:xfrm>
              <a:off x="34956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g2779"/>
            <p:cNvSpPr/>
            <p:nvPr/>
          </p:nvSpPr>
          <p:spPr>
            <a:xfrm>
              <a:off x="350728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g2780"/>
            <p:cNvSpPr/>
            <p:nvPr/>
          </p:nvSpPr>
          <p:spPr>
            <a:xfrm>
              <a:off x="351891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g2781"/>
            <p:cNvSpPr/>
            <p:nvPr/>
          </p:nvSpPr>
          <p:spPr>
            <a:xfrm>
              <a:off x="353055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g2782"/>
            <p:cNvSpPr/>
            <p:nvPr/>
          </p:nvSpPr>
          <p:spPr>
            <a:xfrm>
              <a:off x="354219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g2783"/>
            <p:cNvSpPr/>
            <p:nvPr/>
          </p:nvSpPr>
          <p:spPr>
            <a:xfrm>
              <a:off x="355383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g2784"/>
            <p:cNvSpPr/>
            <p:nvPr/>
          </p:nvSpPr>
          <p:spPr>
            <a:xfrm>
              <a:off x="362365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g2785"/>
            <p:cNvSpPr/>
            <p:nvPr/>
          </p:nvSpPr>
          <p:spPr>
            <a:xfrm>
              <a:off x="363529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g2786"/>
            <p:cNvSpPr/>
            <p:nvPr/>
          </p:nvSpPr>
          <p:spPr>
            <a:xfrm>
              <a:off x="364692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g2787"/>
            <p:cNvSpPr/>
            <p:nvPr/>
          </p:nvSpPr>
          <p:spPr>
            <a:xfrm>
              <a:off x="365856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g2788"/>
            <p:cNvSpPr/>
            <p:nvPr/>
          </p:nvSpPr>
          <p:spPr>
            <a:xfrm>
              <a:off x="367020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g2789"/>
            <p:cNvSpPr/>
            <p:nvPr/>
          </p:nvSpPr>
          <p:spPr>
            <a:xfrm>
              <a:off x="368184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g2790"/>
            <p:cNvSpPr/>
            <p:nvPr/>
          </p:nvSpPr>
          <p:spPr>
            <a:xfrm>
              <a:off x="369347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g2791"/>
            <p:cNvSpPr/>
            <p:nvPr/>
          </p:nvSpPr>
          <p:spPr>
            <a:xfrm>
              <a:off x="37051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g2792"/>
            <p:cNvSpPr/>
            <p:nvPr/>
          </p:nvSpPr>
          <p:spPr>
            <a:xfrm>
              <a:off x="37167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g2793"/>
            <p:cNvSpPr/>
            <p:nvPr/>
          </p:nvSpPr>
          <p:spPr>
            <a:xfrm>
              <a:off x="37283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g2794"/>
            <p:cNvSpPr/>
            <p:nvPr/>
          </p:nvSpPr>
          <p:spPr>
            <a:xfrm>
              <a:off x="37400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g2795"/>
            <p:cNvSpPr/>
            <p:nvPr/>
          </p:nvSpPr>
          <p:spPr>
            <a:xfrm>
              <a:off x="413569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g2796"/>
            <p:cNvSpPr/>
            <p:nvPr/>
          </p:nvSpPr>
          <p:spPr>
            <a:xfrm>
              <a:off x="414733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g2797"/>
            <p:cNvSpPr/>
            <p:nvPr/>
          </p:nvSpPr>
          <p:spPr>
            <a:xfrm>
              <a:off x="41589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g2798"/>
            <p:cNvSpPr/>
            <p:nvPr/>
          </p:nvSpPr>
          <p:spPr>
            <a:xfrm>
              <a:off x="417060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g2799"/>
            <p:cNvSpPr/>
            <p:nvPr/>
          </p:nvSpPr>
          <p:spPr>
            <a:xfrm>
              <a:off x="418224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g2800"/>
            <p:cNvSpPr/>
            <p:nvPr/>
          </p:nvSpPr>
          <p:spPr>
            <a:xfrm>
              <a:off x="41938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g2801"/>
            <p:cNvSpPr/>
            <p:nvPr/>
          </p:nvSpPr>
          <p:spPr>
            <a:xfrm>
              <a:off x="420552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g2802"/>
            <p:cNvSpPr/>
            <p:nvPr/>
          </p:nvSpPr>
          <p:spPr>
            <a:xfrm>
              <a:off x="421715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g2803"/>
            <p:cNvSpPr/>
            <p:nvPr/>
          </p:nvSpPr>
          <p:spPr>
            <a:xfrm>
              <a:off x="42287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g2804"/>
            <p:cNvSpPr/>
            <p:nvPr/>
          </p:nvSpPr>
          <p:spPr>
            <a:xfrm>
              <a:off x="424043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g2805"/>
            <p:cNvSpPr/>
            <p:nvPr/>
          </p:nvSpPr>
          <p:spPr>
            <a:xfrm>
              <a:off x="432189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g2806"/>
            <p:cNvSpPr/>
            <p:nvPr/>
          </p:nvSpPr>
          <p:spPr>
            <a:xfrm>
              <a:off x="43335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g2807"/>
            <p:cNvSpPr/>
            <p:nvPr/>
          </p:nvSpPr>
          <p:spPr>
            <a:xfrm>
              <a:off x="434516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g2808"/>
            <p:cNvSpPr/>
            <p:nvPr/>
          </p:nvSpPr>
          <p:spPr>
            <a:xfrm>
              <a:off x="435680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g2809"/>
            <p:cNvSpPr/>
            <p:nvPr/>
          </p:nvSpPr>
          <p:spPr>
            <a:xfrm>
              <a:off x="43684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g2810"/>
            <p:cNvSpPr/>
            <p:nvPr/>
          </p:nvSpPr>
          <p:spPr>
            <a:xfrm>
              <a:off x="438008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g2811"/>
            <p:cNvSpPr/>
            <p:nvPr/>
          </p:nvSpPr>
          <p:spPr>
            <a:xfrm>
              <a:off x="45779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g2812"/>
            <p:cNvSpPr/>
            <p:nvPr/>
          </p:nvSpPr>
          <p:spPr>
            <a:xfrm>
              <a:off x="458955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g2813"/>
            <p:cNvSpPr/>
            <p:nvPr/>
          </p:nvSpPr>
          <p:spPr>
            <a:xfrm>
              <a:off x="46011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g2814"/>
            <p:cNvSpPr/>
            <p:nvPr/>
          </p:nvSpPr>
          <p:spPr>
            <a:xfrm>
              <a:off x="461282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g2815"/>
            <p:cNvSpPr/>
            <p:nvPr/>
          </p:nvSpPr>
          <p:spPr>
            <a:xfrm>
              <a:off x="462446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g2816"/>
            <p:cNvSpPr/>
            <p:nvPr/>
          </p:nvSpPr>
          <p:spPr>
            <a:xfrm>
              <a:off x="311161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g2817"/>
            <p:cNvSpPr/>
            <p:nvPr/>
          </p:nvSpPr>
          <p:spPr>
            <a:xfrm>
              <a:off x="312324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g2818"/>
            <p:cNvSpPr/>
            <p:nvPr/>
          </p:nvSpPr>
          <p:spPr>
            <a:xfrm>
              <a:off x="313488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g2819"/>
            <p:cNvSpPr/>
            <p:nvPr/>
          </p:nvSpPr>
          <p:spPr>
            <a:xfrm>
              <a:off x="314652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g2820"/>
            <p:cNvSpPr/>
            <p:nvPr/>
          </p:nvSpPr>
          <p:spPr>
            <a:xfrm>
              <a:off x="315816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g2821"/>
            <p:cNvSpPr/>
            <p:nvPr/>
          </p:nvSpPr>
          <p:spPr>
            <a:xfrm>
              <a:off x="316979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g2822"/>
            <p:cNvSpPr/>
            <p:nvPr/>
          </p:nvSpPr>
          <p:spPr>
            <a:xfrm>
              <a:off x="318143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g2823"/>
            <p:cNvSpPr/>
            <p:nvPr/>
          </p:nvSpPr>
          <p:spPr>
            <a:xfrm>
              <a:off x="319307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g2824"/>
            <p:cNvSpPr/>
            <p:nvPr/>
          </p:nvSpPr>
          <p:spPr>
            <a:xfrm>
              <a:off x="320471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g2825"/>
            <p:cNvSpPr/>
            <p:nvPr/>
          </p:nvSpPr>
          <p:spPr>
            <a:xfrm>
              <a:off x="321634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g2826"/>
            <p:cNvSpPr/>
            <p:nvPr/>
          </p:nvSpPr>
          <p:spPr>
            <a:xfrm>
              <a:off x="322798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g2827"/>
            <p:cNvSpPr/>
            <p:nvPr/>
          </p:nvSpPr>
          <p:spPr>
            <a:xfrm>
              <a:off x="323962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g2828"/>
            <p:cNvSpPr/>
            <p:nvPr/>
          </p:nvSpPr>
          <p:spPr>
            <a:xfrm>
              <a:off x="325125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g2829"/>
            <p:cNvSpPr/>
            <p:nvPr/>
          </p:nvSpPr>
          <p:spPr>
            <a:xfrm>
              <a:off x="326289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g2830"/>
            <p:cNvSpPr/>
            <p:nvPr/>
          </p:nvSpPr>
          <p:spPr>
            <a:xfrm>
              <a:off x="32745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g2831"/>
            <p:cNvSpPr/>
            <p:nvPr/>
          </p:nvSpPr>
          <p:spPr>
            <a:xfrm>
              <a:off x="32861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g2832"/>
            <p:cNvSpPr/>
            <p:nvPr/>
          </p:nvSpPr>
          <p:spPr>
            <a:xfrm>
              <a:off x="329780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g2833"/>
            <p:cNvSpPr/>
            <p:nvPr/>
          </p:nvSpPr>
          <p:spPr>
            <a:xfrm>
              <a:off x="33094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g2834"/>
            <p:cNvSpPr/>
            <p:nvPr/>
          </p:nvSpPr>
          <p:spPr>
            <a:xfrm>
              <a:off x="33210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g2835"/>
            <p:cNvSpPr/>
            <p:nvPr/>
          </p:nvSpPr>
          <p:spPr>
            <a:xfrm>
              <a:off x="333272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g2836"/>
            <p:cNvSpPr/>
            <p:nvPr/>
          </p:nvSpPr>
          <p:spPr>
            <a:xfrm>
              <a:off x="33443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g2837"/>
            <p:cNvSpPr/>
            <p:nvPr/>
          </p:nvSpPr>
          <p:spPr>
            <a:xfrm>
              <a:off x="335599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g2838"/>
            <p:cNvSpPr/>
            <p:nvPr/>
          </p:nvSpPr>
          <p:spPr>
            <a:xfrm>
              <a:off x="336763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g2839"/>
            <p:cNvSpPr/>
            <p:nvPr/>
          </p:nvSpPr>
          <p:spPr>
            <a:xfrm>
              <a:off x="337927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g2840"/>
            <p:cNvSpPr/>
            <p:nvPr/>
          </p:nvSpPr>
          <p:spPr>
            <a:xfrm>
              <a:off x="339090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g2841"/>
            <p:cNvSpPr/>
            <p:nvPr/>
          </p:nvSpPr>
          <p:spPr>
            <a:xfrm>
              <a:off x="340254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g2842"/>
            <p:cNvSpPr/>
            <p:nvPr/>
          </p:nvSpPr>
          <p:spPr>
            <a:xfrm>
              <a:off x="341418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g2843"/>
            <p:cNvSpPr/>
            <p:nvPr/>
          </p:nvSpPr>
          <p:spPr>
            <a:xfrm>
              <a:off x="342581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g2844"/>
            <p:cNvSpPr/>
            <p:nvPr/>
          </p:nvSpPr>
          <p:spPr>
            <a:xfrm>
              <a:off x="343745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g2845"/>
            <p:cNvSpPr/>
            <p:nvPr/>
          </p:nvSpPr>
          <p:spPr>
            <a:xfrm>
              <a:off x="344909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g2846"/>
            <p:cNvSpPr/>
            <p:nvPr/>
          </p:nvSpPr>
          <p:spPr>
            <a:xfrm>
              <a:off x="34607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g2847"/>
            <p:cNvSpPr/>
            <p:nvPr/>
          </p:nvSpPr>
          <p:spPr>
            <a:xfrm>
              <a:off x="347236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g2848"/>
            <p:cNvSpPr/>
            <p:nvPr/>
          </p:nvSpPr>
          <p:spPr>
            <a:xfrm>
              <a:off x="34840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g2849"/>
            <p:cNvSpPr/>
            <p:nvPr/>
          </p:nvSpPr>
          <p:spPr>
            <a:xfrm>
              <a:off x="34956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g2850"/>
            <p:cNvSpPr/>
            <p:nvPr/>
          </p:nvSpPr>
          <p:spPr>
            <a:xfrm>
              <a:off x="350728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g2851"/>
            <p:cNvSpPr/>
            <p:nvPr/>
          </p:nvSpPr>
          <p:spPr>
            <a:xfrm>
              <a:off x="35189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g2852"/>
            <p:cNvSpPr/>
            <p:nvPr/>
          </p:nvSpPr>
          <p:spPr>
            <a:xfrm>
              <a:off x="35305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g2853"/>
            <p:cNvSpPr/>
            <p:nvPr/>
          </p:nvSpPr>
          <p:spPr>
            <a:xfrm>
              <a:off x="354219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g2854"/>
            <p:cNvSpPr/>
            <p:nvPr/>
          </p:nvSpPr>
          <p:spPr>
            <a:xfrm>
              <a:off x="355383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g2855"/>
            <p:cNvSpPr/>
            <p:nvPr/>
          </p:nvSpPr>
          <p:spPr>
            <a:xfrm>
              <a:off x="361201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g2856"/>
            <p:cNvSpPr/>
            <p:nvPr/>
          </p:nvSpPr>
          <p:spPr>
            <a:xfrm>
              <a:off x="362365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g2857"/>
            <p:cNvSpPr/>
            <p:nvPr/>
          </p:nvSpPr>
          <p:spPr>
            <a:xfrm>
              <a:off x="363529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g2858"/>
            <p:cNvSpPr/>
            <p:nvPr/>
          </p:nvSpPr>
          <p:spPr>
            <a:xfrm>
              <a:off x="364692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g2859"/>
            <p:cNvSpPr/>
            <p:nvPr/>
          </p:nvSpPr>
          <p:spPr>
            <a:xfrm>
              <a:off x="365856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g2860"/>
            <p:cNvSpPr/>
            <p:nvPr/>
          </p:nvSpPr>
          <p:spPr>
            <a:xfrm>
              <a:off x="367020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g2861"/>
            <p:cNvSpPr/>
            <p:nvPr/>
          </p:nvSpPr>
          <p:spPr>
            <a:xfrm>
              <a:off x="368184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g2862"/>
            <p:cNvSpPr/>
            <p:nvPr/>
          </p:nvSpPr>
          <p:spPr>
            <a:xfrm>
              <a:off x="369347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g2863"/>
            <p:cNvSpPr/>
            <p:nvPr/>
          </p:nvSpPr>
          <p:spPr>
            <a:xfrm>
              <a:off x="37051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g2864"/>
            <p:cNvSpPr/>
            <p:nvPr/>
          </p:nvSpPr>
          <p:spPr>
            <a:xfrm>
              <a:off x="37167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g2865"/>
            <p:cNvSpPr/>
            <p:nvPr/>
          </p:nvSpPr>
          <p:spPr>
            <a:xfrm>
              <a:off x="37283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g2866"/>
            <p:cNvSpPr/>
            <p:nvPr/>
          </p:nvSpPr>
          <p:spPr>
            <a:xfrm>
              <a:off x="37400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g2867"/>
            <p:cNvSpPr/>
            <p:nvPr/>
          </p:nvSpPr>
          <p:spPr>
            <a:xfrm>
              <a:off x="37516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g2868"/>
            <p:cNvSpPr/>
            <p:nvPr/>
          </p:nvSpPr>
          <p:spPr>
            <a:xfrm>
              <a:off x="376330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g2869"/>
            <p:cNvSpPr/>
            <p:nvPr/>
          </p:nvSpPr>
          <p:spPr>
            <a:xfrm>
              <a:off x="413569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g2870"/>
            <p:cNvSpPr/>
            <p:nvPr/>
          </p:nvSpPr>
          <p:spPr>
            <a:xfrm>
              <a:off x="414733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g2871"/>
            <p:cNvSpPr/>
            <p:nvPr/>
          </p:nvSpPr>
          <p:spPr>
            <a:xfrm>
              <a:off x="41589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g2872"/>
            <p:cNvSpPr/>
            <p:nvPr/>
          </p:nvSpPr>
          <p:spPr>
            <a:xfrm>
              <a:off x="417060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g2873"/>
            <p:cNvSpPr/>
            <p:nvPr/>
          </p:nvSpPr>
          <p:spPr>
            <a:xfrm>
              <a:off x="418224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g2874"/>
            <p:cNvSpPr/>
            <p:nvPr/>
          </p:nvSpPr>
          <p:spPr>
            <a:xfrm>
              <a:off x="41938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g2875"/>
            <p:cNvSpPr/>
            <p:nvPr/>
          </p:nvSpPr>
          <p:spPr>
            <a:xfrm>
              <a:off x="420552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g2876"/>
            <p:cNvSpPr/>
            <p:nvPr/>
          </p:nvSpPr>
          <p:spPr>
            <a:xfrm>
              <a:off x="421715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g2877"/>
            <p:cNvSpPr/>
            <p:nvPr/>
          </p:nvSpPr>
          <p:spPr>
            <a:xfrm>
              <a:off x="43335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g2878"/>
            <p:cNvSpPr/>
            <p:nvPr/>
          </p:nvSpPr>
          <p:spPr>
            <a:xfrm>
              <a:off x="434516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g2879"/>
            <p:cNvSpPr/>
            <p:nvPr/>
          </p:nvSpPr>
          <p:spPr>
            <a:xfrm>
              <a:off x="435680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g2880"/>
            <p:cNvSpPr/>
            <p:nvPr/>
          </p:nvSpPr>
          <p:spPr>
            <a:xfrm>
              <a:off x="43684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g2881"/>
            <p:cNvSpPr/>
            <p:nvPr/>
          </p:nvSpPr>
          <p:spPr>
            <a:xfrm>
              <a:off x="438008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g2882"/>
            <p:cNvSpPr/>
            <p:nvPr/>
          </p:nvSpPr>
          <p:spPr>
            <a:xfrm>
              <a:off x="43917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g2883"/>
            <p:cNvSpPr/>
            <p:nvPr/>
          </p:nvSpPr>
          <p:spPr>
            <a:xfrm>
              <a:off x="44033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g2884"/>
            <p:cNvSpPr/>
            <p:nvPr/>
          </p:nvSpPr>
          <p:spPr>
            <a:xfrm>
              <a:off x="45779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g2885"/>
            <p:cNvSpPr/>
            <p:nvPr/>
          </p:nvSpPr>
          <p:spPr>
            <a:xfrm>
              <a:off x="458955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g2886"/>
            <p:cNvSpPr/>
            <p:nvPr/>
          </p:nvSpPr>
          <p:spPr>
            <a:xfrm>
              <a:off x="46011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g2887"/>
            <p:cNvSpPr/>
            <p:nvPr/>
          </p:nvSpPr>
          <p:spPr>
            <a:xfrm>
              <a:off x="461282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g2888"/>
            <p:cNvSpPr/>
            <p:nvPr/>
          </p:nvSpPr>
          <p:spPr>
            <a:xfrm>
              <a:off x="462446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g2889"/>
            <p:cNvSpPr/>
            <p:nvPr/>
          </p:nvSpPr>
          <p:spPr>
            <a:xfrm>
              <a:off x="311161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g2890"/>
            <p:cNvSpPr/>
            <p:nvPr/>
          </p:nvSpPr>
          <p:spPr>
            <a:xfrm>
              <a:off x="312324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g2891"/>
            <p:cNvSpPr/>
            <p:nvPr/>
          </p:nvSpPr>
          <p:spPr>
            <a:xfrm>
              <a:off x="313488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g2892"/>
            <p:cNvSpPr/>
            <p:nvPr/>
          </p:nvSpPr>
          <p:spPr>
            <a:xfrm>
              <a:off x="314652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g2893"/>
            <p:cNvSpPr/>
            <p:nvPr/>
          </p:nvSpPr>
          <p:spPr>
            <a:xfrm>
              <a:off x="315816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g2894"/>
            <p:cNvSpPr/>
            <p:nvPr/>
          </p:nvSpPr>
          <p:spPr>
            <a:xfrm>
              <a:off x="316979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g2895"/>
            <p:cNvSpPr/>
            <p:nvPr/>
          </p:nvSpPr>
          <p:spPr>
            <a:xfrm>
              <a:off x="318143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g2896"/>
            <p:cNvSpPr/>
            <p:nvPr/>
          </p:nvSpPr>
          <p:spPr>
            <a:xfrm>
              <a:off x="319307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g2897"/>
            <p:cNvSpPr/>
            <p:nvPr/>
          </p:nvSpPr>
          <p:spPr>
            <a:xfrm>
              <a:off x="320471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g2898"/>
            <p:cNvSpPr/>
            <p:nvPr/>
          </p:nvSpPr>
          <p:spPr>
            <a:xfrm>
              <a:off x="321634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g2899"/>
            <p:cNvSpPr/>
            <p:nvPr/>
          </p:nvSpPr>
          <p:spPr>
            <a:xfrm>
              <a:off x="322798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g2900"/>
            <p:cNvSpPr/>
            <p:nvPr/>
          </p:nvSpPr>
          <p:spPr>
            <a:xfrm>
              <a:off x="323962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g2901"/>
            <p:cNvSpPr/>
            <p:nvPr/>
          </p:nvSpPr>
          <p:spPr>
            <a:xfrm>
              <a:off x="335599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g2902"/>
            <p:cNvSpPr/>
            <p:nvPr/>
          </p:nvSpPr>
          <p:spPr>
            <a:xfrm>
              <a:off x="336763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g2903"/>
            <p:cNvSpPr/>
            <p:nvPr/>
          </p:nvSpPr>
          <p:spPr>
            <a:xfrm>
              <a:off x="337927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g2904"/>
            <p:cNvSpPr/>
            <p:nvPr/>
          </p:nvSpPr>
          <p:spPr>
            <a:xfrm>
              <a:off x="339090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g2905"/>
            <p:cNvSpPr/>
            <p:nvPr/>
          </p:nvSpPr>
          <p:spPr>
            <a:xfrm>
              <a:off x="340254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g2906"/>
            <p:cNvSpPr/>
            <p:nvPr/>
          </p:nvSpPr>
          <p:spPr>
            <a:xfrm>
              <a:off x="341418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g2907"/>
            <p:cNvSpPr/>
            <p:nvPr/>
          </p:nvSpPr>
          <p:spPr>
            <a:xfrm>
              <a:off x="342581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g2908"/>
            <p:cNvSpPr/>
            <p:nvPr/>
          </p:nvSpPr>
          <p:spPr>
            <a:xfrm>
              <a:off x="343745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g2909"/>
            <p:cNvSpPr/>
            <p:nvPr/>
          </p:nvSpPr>
          <p:spPr>
            <a:xfrm>
              <a:off x="344909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g2910"/>
            <p:cNvSpPr/>
            <p:nvPr/>
          </p:nvSpPr>
          <p:spPr>
            <a:xfrm>
              <a:off x="346073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g2911"/>
            <p:cNvSpPr/>
            <p:nvPr/>
          </p:nvSpPr>
          <p:spPr>
            <a:xfrm>
              <a:off x="34840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g2912"/>
            <p:cNvSpPr/>
            <p:nvPr/>
          </p:nvSpPr>
          <p:spPr>
            <a:xfrm>
              <a:off x="34956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g2913"/>
            <p:cNvSpPr/>
            <p:nvPr/>
          </p:nvSpPr>
          <p:spPr>
            <a:xfrm>
              <a:off x="350728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g2914"/>
            <p:cNvSpPr/>
            <p:nvPr/>
          </p:nvSpPr>
          <p:spPr>
            <a:xfrm>
              <a:off x="35189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g2915"/>
            <p:cNvSpPr/>
            <p:nvPr/>
          </p:nvSpPr>
          <p:spPr>
            <a:xfrm>
              <a:off x="35305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g2916"/>
            <p:cNvSpPr/>
            <p:nvPr/>
          </p:nvSpPr>
          <p:spPr>
            <a:xfrm>
              <a:off x="354219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g2917"/>
            <p:cNvSpPr/>
            <p:nvPr/>
          </p:nvSpPr>
          <p:spPr>
            <a:xfrm>
              <a:off x="355383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g2918"/>
            <p:cNvSpPr/>
            <p:nvPr/>
          </p:nvSpPr>
          <p:spPr>
            <a:xfrm>
              <a:off x="356546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g2919"/>
            <p:cNvSpPr/>
            <p:nvPr/>
          </p:nvSpPr>
          <p:spPr>
            <a:xfrm>
              <a:off x="358874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g2920"/>
            <p:cNvSpPr/>
            <p:nvPr/>
          </p:nvSpPr>
          <p:spPr>
            <a:xfrm>
              <a:off x="360037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g2921"/>
            <p:cNvSpPr/>
            <p:nvPr/>
          </p:nvSpPr>
          <p:spPr>
            <a:xfrm>
              <a:off x="361201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g2922"/>
            <p:cNvSpPr/>
            <p:nvPr/>
          </p:nvSpPr>
          <p:spPr>
            <a:xfrm>
              <a:off x="362365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g2923"/>
            <p:cNvSpPr/>
            <p:nvPr/>
          </p:nvSpPr>
          <p:spPr>
            <a:xfrm>
              <a:off x="363529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g2924"/>
            <p:cNvSpPr/>
            <p:nvPr/>
          </p:nvSpPr>
          <p:spPr>
            <a:xfrm>
              <a:off x="364692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g2925"/>
            <p:cNvSpPr/>
            <p:nvPr/>
          </p:nvSpPr>
          <p:spPr>
            <a:xfrm>
              <a:off x="365856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g2926"/>
            <p:cNvSpPr/>
            <p:nvPr/>
          </p:nvSpPr>
          <p:spPr>
            <a:xfrm>
              <a:off x="367020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g2927"/>
            <p:cNvSpPr/>
            <p:nvPr/>
          </p:nvSpPr>
          <p:spPr>
            <a:xfrm>
              <a:off x="368184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g2928"/>
            <p:cNvSpPr/>
            <p:nvPr/>
          </p:nvSpPr>
          <p:spPr>
            <a:xfrm>
              <a:off x="369347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g2929"/>
            <p:cNvSpPr/>
            <p:nvPr/>
          </p:nvSpPr>
          <p:spPr>
            <a:xfrm>
              <a:off x="37051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g2930"/>
            <p:cNvSpPr/>
            <p:nvPr/>
          </p:nvSpPr>
          <p:spPr>
            <a:xfrm>
              <a:off x="37167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g2931"/>
            <p:cNvSpPr/>
            <p:nvPr/>
          </p:nvSpPr>
          <p:spPr>
            <a:xfrm>
              <a:off x="37283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g2932"/>
            <p:cNvSpPr/>
            <p:nvPr/>
          </p:nvSpPr>
          <p:spPr>
            <a:xfrm>
              <a:off x="37400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g2933"/>
            <p:cNvSpPr/>
            <p:nvPr/>
          </p:nvSpPr>
          <p:spPr>
            <a:xfrm>
              <a:off x="37516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g2934"/>
            <p:cNvSpPr/>
            <p:nvPr/>
          </p:nvSpPr>
          <p:spPr>
            <a:xfrm>
              <a:off x="376330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g2935"/>
            <p:cNvSpPr/>
            <p:nvPr/>
          </p:nvSpPr>
          <p:spPr>
            <a:xfrm>
              <a:off x="377493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g2936"/>
            <p:cNvSpPr/>
            <p:nvPr/>
          </p:nvSpPr>
          <p:spPr>
            <a:xfrm>
              <a:off x="415897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g2937"/>
            <p:cNvSpPr/>
            <p:nvPr/>
          </p:nvSpPr>
          <p:spPr>
            <a:xfrm>
              <a:off x="434516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g2938"/>
            <p:cNvSpPr/>
            <p:nvPr/>
          </p:nvSpPr>
          <p:spPr>
            <a:xfrm>
              <a:off x="435680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g2939"/>
            <p:cNvSpPr/>
            <p:nvPr/>
          </p:nvSpPr>
          <p:spPr>
            <a:xfrm>
              <a:off x="436844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g2940"/>
            <p:cNvSpPr/>
            <p:nvPr/>
          </p:nvSpPr>
          <p:spPr>
            <a:xfrm>
              <a:off x="438008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g2941"/>
            <p:cNvSpPr/>
            <p:nvPr/>
          </p:nvSpPr>
          <p:spPr>
            <a:xfrm>
              <a:off x="439171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g2942"/>
            <p:cNvSpPr/>
            <p:nvPr/>
          </p:nvSpPr>
          <p:spPr>
            <a:xfrm>
              <a:off x="44033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g2943"/>
            <p:cNvSpPr/>
            <p:nvPr/>
          </p:nvSpPr>
          <p:spPr>
            <a:xfrm>
              <a:off x="441499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g2944"/>
            <p:cNvSpPr/>
            <p:nvPr/>
          </p:nvSpPr>
          <p:spPr>
            <a:xfrm>
              <a:off x="45779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g2945"/>
            <p:cNvSpPr/>
            <p:nvPr/>
          </p:nvSpPr>
          <p:spPr>
            <a:xfrm>
              <a:off x="45895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g2946"/>
            <p:cNvSpPr/>
            <p:nvPr/>
          </p:nvSpPr>
          <p:spPr>
            <a:xfrm>
              <a:off x="46011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g2947"/>
            <p:cNvSpPr/>
            <p:nvPr/>
          </p:nvSpPr>
          <p:spPr>
            <a:xfrm>
              <a:off x="46128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g2948"/>
            <p:cNvSpPr/>
            <p:nvPr/>
          </p:nvSpPr>
          <p:spPr>
            <a:xfrm>
              <a:off x="46244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g2949"/>
            <p:cNvSpPr/>
            <p:nvPr/>
          </p:nvSpPr>
          <p:spPr>
            <a:xfrm>
              <a:off x="309997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g2950"/>
            <p:cNvSpPr/>
            <p:nvPr/>
          </p:nvSpPr>
          <p:spPr>
            <a:xfrm>
              <a:off x="311161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g2951"/>
            <p:cNvSpPr/>
            <p:nvPr/>
          </p:nvSpPr>
          <p:spPr>
            <a:xfrm>
              <a:off x="312324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g2952"/>
            <p:cNvSpPr/>
            <p:nvPr/>
          </p:nvSpPr>
          <p:spPr>
            <a:xfrm>
              <a:off x="313488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g2953"/>
            <p:cNvSpPr/>
            <p:nvPr/>
          </p:nvSpPr>
          <p:spPr>
            <a:xfrm>
              <a:off x="314652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g2954"/>
            <p:cNvSpPr/>
            <p:nvPr/>
          </p:nvSpPr>
          <p:spPr>
            <a:xfrm>
              <a:off x="315816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g2955"/>
            <p:cNvSpPr/>
            <p:nvPr/>
          </p:nvSpPr>
          <p:spPr>
            <a:xfrm>
              <a:off x="316979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g2956"/>
            <p:cNvSpPr/>
            <p:nvPr/>
          </p:nvSpPr>
          <p:spPr>
            <a:xfrm>
              <a:off x="318143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g2957"/>
            <p:cNvSpPr/>
            <p:nvPr/>
          </p:nvSpPr>
          <p:spPr>
            <a:xfrm>
              <a:off x="319307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g2958"/>
            <p:cNvSpPr/>
            <p:nvPr/>
          </p:nvSpPr>
          <p:spPr>
            <a:xfrm>
              <a:off x="320471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g2959"/>
            <p:cNvSpPr/>
            <p:nvPr/>
          </p:nvSpPr>
          <p:spPr>
            <a:xfrm>
              <a:off x="341418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g2960"/>
            <p:cNvSpPr/>
            <p:nvPr/>
          </p:nvSpPr>
          <p:spPr>
            <a:xfrm>
              <a:off x="342581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g2961"/>
            <p:cNvSpPr/>
            <p:nvPr/>
          </p:nvSpPr>
          <p:spPr>
            <a:xfrm>
              <a:off x="34956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g2962"/>
            <p:cNvSpPr/>
            <p:nvPr/>
          </p:nvSpPr>
          <p:spPr>
            <a:xfrm>
              <a:off x="350728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g2963"/>
            <p:cNvSpPr/>
            <p:nvPr/>
          </p:nvSpPr>
          <p:spPr>
            <a:xfrm>
              <a:off x="35189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g2964"/>
            <p:cNvSpPr/>
            <p:nvPr/>
          </p:nvSpPr>
          <p:spPr>
            <a:xfrm>
              <a:off x="35305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g2965"/>
            <p:cNvSpPr/>
            <p:nvPr/>
          </p:nvSpPr>
          <p:spPr>
            <a:xfrm>
              <a:off x="354219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g2966"/>
            <p:cNvSpPr/>
            <p:nvPr/>
          </p:nvSpPr>
          <p:spPr>
            <a:xfrm>
              <a:off x="35538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g2967"/>
            <p:cNvSpPr/>
            <p:nvPr/>
          </p:nvSpPr>
          <p:spPr>
            <a:xfrm>
              <a:off x="356546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g2968"/>
            <p:cNvSpPr/>
            <p:nvPr/>
          </p:nvSpPr>
          <p:spPr>
            <a:xfrm>
              <a:off x="357710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g2969"/>
            <p:cNvSpPr/>
            <p:nvPr/>
          </p:nvSpPr>
          <p:spPr>
            <a:xfrm>
              <a:off x="358874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g2970"/>
            <p:cNvSpPr/>
            <p:nvPr/>
          </p:nvSpPr>
          <p:spPr>
            <a:xfrm>
              <a:off x="360037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g2971"/>
            <p:cNvSpPr/>
            <p:nvPr/>
          </p:nvSpPr>
          <p:spPr>
            <a:xfrm>
              <a:off x="361201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g2972"/>
            <p:cNvSpPr/>
            <p:nvPr/>
          </p:nvSpPr>
          <p:spPr>
            <a:xfrm>
              <a:off x="362365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g2973"/>
            <p:cNvSpPr/>
            <p:nvPr/>
          </p:nvSpPr>
          <p:spPr>
            <a:xfrm>
              <a:off x="363529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g2974"/>
            <p:cNvSpPr/>
            <p:nvPr/>
          </p:nvSpPr>
          <p:spPr>
            <a:xfrm>
              <a:off x="364692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g2975"/>
            <p:cNvSpPr/>
            <p:nvPr/>
          </p:nvSpPr>
          <p:spPr>
            <a:xfrm>
              <a:off x="365856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g2976"/>
            <p:cNvSpPr/>
            <p:nvPr/>
          </p:nvSpPr>
          <p:spPr>
            <a:xfrm>
              <a:off x="367020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g2977"/>
            <p:cNvSpPr/>
            <p:nvPr/>
          </p:nvSpPr>
          <p:spPr>
            <a:xfrm>
              <a:off x="368184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g2978"/>
            <p:cNvSpPr/>
            <p:nvPr/>
          </p:nvSpPr>
          <p:spPr>
            <a:xfrm>
              <a:off x="369347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g2979"/>
            <p:cNvSpPr/>
            <p:nvPr/>
          </p:nvSpPr>
          <p:spPr>
            <a:xfrm>
              <a:off x="370511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g2980"/>
            <p:cNvSpPr/>
            <p:nvPr/>
          </p:nvSpPr>
          <p:spPr>
            <a:xfrm>
              <a:off x="37167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g2981"/>
            <p:cNvSpPr/>
            <p:nvPr/>
          </p:nvSpPr>
          <p:spPr>
            <a:xfrm>
              <a:off x="37283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g2982"/>
            <p:cNvSpPr/>
            <p:nvPr/>
          </p:nvSpPr>
          <p:spPr>
            <a:xfrm>
              <a:off x="37400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g2983"/>
            <p:cNvSpPr/>
            <p:nvPr/>
          </p:nvSpPr>
          <p:spPr>
            <a:xfrm>
              <a:off x="37516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g2984"/>
            <p:cNvSpPr/>
            <p:nvPr/>
          </p:nvSpPr>
          <p:spPr>
            <a:xfrm>
              <a:off x="376330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g2985"/>
            <p:cNvSpPr/>
            <p:nvPr/>
          </p:nvSpPr>
          <p:spPr>
            <a:xfrm>
              <a:off x="377493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g2986"/>
            <p:cNvSpPr/>
            <p:nvPr/>
          </p:nvSpPr>
          <p:spPr>
            <a:xfrm>
              <a:off x="378657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g2987"/>
            <p:cNvSpPr/>
            <p:nvPr/>
          </p:nvSpPr>
          <p:spPr>
            <a:xfrm>
              <a:off x="435680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g2988"/>
            <p:cNvSpPr/>
            <p:nvPr/>
          </p:nvSpPr>
          <p:spPr>
            <a:xfrm>
              <a:off x="436844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g2989"/>
            <p:cNvSpPr/>
            <p:nvPr/>
          </p:nvSpPr>
          <p:spPr>
            <a:xfrm>
              <a:off x="438008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g2990"/>
            <p:cNvSpPr/>
            <p:nvPr/>
          </p:nvSpPr>
          <p:spPr>
            <a:xfrm>
              <a:off x="439171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g2991"/>
            <p:cNvSpPr/>
            <p:nvPr/>
          </p:nvSpPr>
          <p:spPr>
            <a:xfrm>
              <a:off x="440335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g2992"/>
            <p:cNvSpPr/>
            <p:nvPr/>
          </p:nvSpPr>
          <p:spPr>
            <a:xfrm>
              <a:off x="441499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g2993"/>
            <p:cNvSpPr/>
            <p:nvPr/>
          </p:nvSpPr>
          <p:spPr>
            <a:xfrm>
              <a:off x="442663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g2994"/>
            <p:cNvSpPr/>
            <p:nvPr/>
          </p:nvSpPr>
          <p:spPr>
            <a:xfrm>
              <a:off x="45895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g2995"/>
            <p:cNvSpPr/>
            <p:nvPr/>
          </p:nvSpPr>
          <p:spPr>
            <a:xfrm>
              <a:off x="46011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g2996"/>
            <p:cNvSpPr/>
            <p:nvPr/>
          </p:nvSpPr>
          <p:spPr>
            <a:xfrm>
              <a:off x="46128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g2997"/>
            <p:cNvSpPr/>
            <p:nvPr/>
          </p:nvSpPr>
          <p:spPr>
            <a:xfrm>
              <a:off x="46244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g2998"/>
            <p:cNvSpPr/>
            <p:nvPr/>
          </p:nvSpPr>
          <p:spPr>
            <a:xfrm>
              <a:off x="463610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g2999"/>
            <p:cNvSpPr/>
            <p:nvPr/>
          </p:nvSpPr>
          <p:spPr>
            <a:xfrm>
              <a:off x="309997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g3000"/>
            <p:cNvSpPr/>
            <p:nvPr/>
          </p:nvSpPr>
          <p:spPr>
            <a:xfrm>
              <a:off x="311161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g3001"/>
            <p:cNvSpPr/>
            <p:nvPr/>
          </p:nvSpPr>
          <p:spPr>
            <a:xfrm>
              <a:off x="312324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g3002"/>
            <p:cNvSpPr/>
            <p:nvPr/>
          </p:nvSpPr>
          <p:spPr>
            <a:xfrm>
              <a:off x="313488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g3003"/>
            <p:cNvSpPr/>
            <p:nvPr/>
          </p:nvSpPr>
          <p:spPr>
            <a:xfrm>
              <a:off x="314652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g3004"/>
            <p:cNvSpPr/>
            <p:nvPr/>
          </p:nvSpPr>
          <p:spPr>
            <a:xfrm>
              <a:off x="315816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g3005"/>
            <p:cNvSpPr/>
            <p:nvPr/>
          </p:nvSpPr>
          <p:spPr>
            <a:xfrm>
              <a:off x="316979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g3006"/>
            <p:cNvSpPr/>
            <p:nvPr/>
          </p:nvSpPr>
          <p:spPr>
            <a:xfrm>
              <a:off x="318143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g3007"/>
            <p:cNvSpPr/>
            <p:nvPr/>
          </p:nvSpPr>
          <p:spPr>
            <a:xfrm>
              <a:off x="350728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g3008"/>
            <p:cNvSpPr/>
            <p:nvPr/>
          </p:nvSpPr>
          <p:spPr>
            <a:xfrm>
              <a:off x="35189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g3009"/>
            <p:cNvSpPr/>
            <p:nvPr/>
          </p:nvSpPr>
          <p:spPr>
            <a:xfrm>
              <a:off x="35305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g3010"/>
            <p:cNvSpPr/>
            <p:nvPr/>
          </p:nvSpPr>
          <p:spPr>
            <a:xfrm>
              <a:off x="354219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g3011"/>
            <p:cNvSpPr/>
            <p:nvPr/>
          </p:nvSpPr>
          <p:spPr>
            <a:xfrm>
              <a:off x="35538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g3012"/>
            <p:cNvSpPr/>
            <p:nvPr/>
          </p:nvSpPr>
          <p:spPr>
            <a:xfrm>
              <a:off x="35654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g3013"/>
            <p:cNvSpPr/>
            <p:nvPr/>
          </p:nvSpPr>
          <p:spPr>
            <a:xfrm>
              <a:off x="357710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g3014"/>
            <p:cNvSpPr/>
            <p:nvPr/>
          </p:nvSpPr>
          <p:spPr>
            <a:xfrm>
              <a:off x="358874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g3015"/>
            <p:cNvSpPr/>
            <p:nvPr/>
          </p:nvSpPr>
          <p:spPr>
            <a:xfrm>
              <a:off x="360037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g3016"/>
            <p:cNvSpPr/>
            <p:nvPr/>
          </p:nvSpPr>
          <p:spPr>
            <a:xfrm>
              <a:off x="361201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g3017"/>
            <p:cNvSpPr/>
            <p:nvPr/>
          </p:nvSpPr>
          <p:spPr>
            <a:xfrm>
              <a:off x="362365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g3018"/>
            <p:cNvSpPr/>
            <p:nvPr/>
          </p:nvSpPr>
          <p:spPr>
            <a:xfrm>
              <a:off x="363529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g3019"/>
            <p:cNvSpPr/>
            <p:nvPr/>
          </p:nvSpPr>
          <p:spPr>
            <a:xfrm>
              <a:off x="364692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g3020"/>
            <p:cNvSpPr/>
            <p:nvPr/>
          </p:nvSpPr>
          <p:spPr>
            <a:xfrm>
              <a:off x="365856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g3021"/>
            <p:cNvSpPr/>
            <p:nvPr/>
          </p:nvSpPr>
          <p:spPr>
            <a:xfrm>
              <a:off x="367020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g3022"/>
            <p:cNvSpPr/>
            <p:nvPr/>
          </p:nvSpPr>
          <p:spPr>
            <a:xfrm>
              <a:off x="368184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g3023"/>
            <p:cNvSpPr/>
            <p:nvPr/>
          </p:nvSpPr>
          <p:spPr>
            <a:xfrm>
              <a:off x="369347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g3024"/>
            <p:cNvSpPr/>
            <p:nvPr/>
          </p:nvSpPr>
          <p:spPr>
            <a:xfrm>
              <a:off x="370511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g3025"/>
            <p:cNvSpPr/>
            <p:nvPr/>
          </p:nvSpPr>
          <p:spPr>
            <a:xfrm>
              <a:off x="37167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g3026"/>
            <p:cNvSpPr/>
            <p:nvPr/>
          </p:nvSpPr>
          <p:spPr>
            <a:xfrm>
              <a:off x="37283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g3027"/>
            <p:cNvSpPr/>
            <p:nvPr/>
          </p:nvSpPr>
          <p:spPr>
            <a:xfrm>
              <a:off x="37400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g3028"/>
            <p:cNvSpPr/>
            <p:nvPr/>
          </p:nvSpPr>
          <p:spPr>
            <a:xfrm>
              <a:off x="37516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g3029"/>
            <p:cNvSpPr/>
            <p:nvPr/>
          </p:nvSpPr>
          <p:spPr>
            <a:xfrm>
              <a:off x="376330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g3030"/>
            <p:cNvSpPr/>
            <p:nvPr/>
          </p:nvSpPr>
          <p:spPr>
            <a:xfrm>
              <a:off x="377493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g3031"/>
            <p:cNvSpPr/>
            <p:nvPr/>
          </p:nvSpPr>
          <p:spPr>
            <a:xfrm>
              <a:off x="378657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g3032"/>
            <p:cNvSpPr/>
            <p:nvPr/>
          </p:nvSpPr>
          <p:spPr>
            <a:xfrm>
              <a:off x="436844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g3033"/>
            <p:cNvSpPr/>
            <p:nvPr/>
          </p:nvSpPr>
          <p:spPr>
            <a:xfrm>
              <a:off x="438008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g3034"/>
            <p:cNvSpPr/>
            <p:nvPr/>
          </p:nvSpPr>
          <p:spPr>
            <a:xfrm>
              <a:off x="439171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g3035"/>
            <p:cNvSpPr/>
            <p:nvPr/>
          </p:nvSpPr>
          <p:spPr>
            <a:xfrm>
              <a:off x="440335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g3036"/>
            <p:cNvSpPr/>
            <p:nvPr/>
          </p:nvSpPr>
          <p:spPr>
            <a:xfrm>
              <a:off x="441499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g3037"/>
            <p:cNvSpPr/>
            <p:nvPr/>
          </p:nvSpPr>
          <p:spPr>
            <a:xfrm>
              <a:off x="442663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g3038"/>
            <p:cNvSpPr/>
            <p:nvPr/>
          </p:nvSpPr>
          <p:spPr>
            <a:xfrm>
              <a:off x="443826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g3039"/>
            <p:cNvSpPr/>
            <p:nvPr/>
          </p:nvSpPr>
          <p:spPr>
            <a:xfrm>
              <a:off x="45895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g3040"/>
            <p:cNvSpPr/>
            <p:nvPr/>
          </p:nvSpPr>
          <p:spPr>
            <a:xfrm>
              <a:off x="460119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g3041"/>
            <p:cNvSpPr/>
            <p:nvPr/>
          </p:nvSpPr>
          <p:spPr>
            <a:xfrm>
              <a:off x="46128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g3042"/>
            <p:cNvSpPr/>
            <p:nvPr/>
          </p:nvSpPr>
          <p:spPr>
            <a:xfrm>
              <a:off x="46244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g3043"/>
            <p:cNvSpPr/>
            <p:nvPr/>
          </p:nvSpPr>
          <p:spPr>
            <a:xfrm>
              <a:off x="463610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g3044"/>
            <p:cNvSpPr/>
            <p:nvPr/>
          </p:nvSpPr>
          <p:spPr>
            <a:xfrm>
              <a:off x="308833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g3045"/>
            <p:cNvSpPr/>
            <p:nvPr/>
          </p:nvSpPr>
          <p:spPr>
            <a:xfrm>
              <a:off x="309997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g3046"/>
            <p:cNvSpPr/>
            <p:nvPr/>
          </p:nvSpPr>
          <p:spPr>
            <a:xfrm>
              <a:off x="311161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g3047"/>
            <p:cNvSpPr/>
            <p:nvPr/>
          </p:nvSpPr>
          <p:spPr>
            <a:xfrm>
              <a:off x="312324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g3048"/>
            <p:cNvSpPr/>
            <p:nvPr/>
          </p:nvSpPr>
          <p:spPr>
            <a:xfrm>
              <a:off x="313488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g3049"/>
            <p:cNvSpPr/>
            <p:nvPr/>
          </p:nvSpPr>
          <p:spPr>
            <a:xfrm>
              <a:off x="314652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g3050"/>
            <p:cNvSpPr/>
            <p:nvPr/>
          </p:nvSpPr>
          <p:spPr>
            <a:xfrm>
              <a:off x="35189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g3051"/>
            <p:cNvSpPr/>
            <p:nvPr/>
          </p:nvSpPr>
          <p:spPr>
            <a:xfrm>
              <a:off x="35305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g3052"/>
            <p:cNvSpPr/>
            <p:nvPr/>
          </p:nvSpPr>
          <p:spPr>
            <a:xfrm>
              <a:off x="354219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g3053"/>
            <p:cNvSpPr/>
            <p:nvPr/>
          </p:nvSpPr>
          <p:spPr>
            <a:xfrm>
              <a:off x="35538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g3054"/>
            <p:cNvSpPr/>
            <p:nvPr/>
          </p:nvSpPr>
          <p:spPr>
            <a:xfrm>
              <a:off x="35654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g3055"/>
            <p:cNvSpPr/>
            <p:nvPr/>
          </p:nvSpPr>
          <p:spPr>
            <a:xfrm>
              <a:off x="357710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g3056"/>
            <p:cNvSpPr/>
            <p:nvPr/>
          </p:nvSpPr>
          <p:spPr>
            <a:xfrm>
              <a:off x="358874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g3057"/>
            <p:cNvSpPr/>
            <p:nvPr/>
          </p:nvSpPr>
          <p:spPr>
            <a:xfrm>
              <a:off x="360037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g3058"/>
            <p:cNvSpPr/>
            <p:nvPr/>
          </p:nvSpPr>
          <p:spPr>
            <a:xfrm>
              <a:off x="361201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g3059"/>
            <p:cNvSpPr/>
            <p:nvPr/>
          </p:nvSpPr>
          <p:spPr>
            <a:xfrm>
              <a:off x="362365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g3060"/>
            <p:cNvSpPr/>
            <p:nvPr/>
          </p:nvSpPr>
          <p:spPr>
            <a:xfrm>
              <a:off x="363529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g3061"/>
            <p:cNvSpPr/>
            <p:nvPr/>
          </p:nvSpPr>
          <p:spPr>
            <a:xfrm>
              <a:off x="364692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g3062"/>
            <p:cNvSpPr/>
            <p:nvPr/>
          </p:nvSpPr>
          <p:spPr>
            <a:xfrm>
              <a:off x="365856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g3063"/>
            <p:cNvSpPr/>
            <p:nvPr/>
          </p:nvSpPr>
          <p:spPr>
            <a:xfrm>
              <a:off x="367020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g3064"/>
            <p:cNvSpPr/>
            <p:nvPr/>
          </p:nvSpPr>
          <p:spPr>
            <a:xfrm>
              <a:off x="368184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g3065"/>
            <p:cNvSpPr/>
            <p:nvPr/>
          </p:nvSpPr>
          <p:spPr>
            <a:xfrm>
              <a:off x="369347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g3066"/>
            <p:cNvSpPr/>
            <p:nvPr/>
          </p:nvSpPr>
          <p:spPr>
            <a:xfrm>
              <a:off x="370511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g3067"/>
            <p:cNvSpPr/>
            <p:nvPr/>
          </p:nvSpPr>
          <p:spPr>
            <a:xfrm>
              <a:off x="371675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g3068"/>
            <p:cNvSpPr/>
            <p:nvPr/>
          </p:nvSpPr>
          <p:spPr>
            <a:xfrm>
              <a:off x="37283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g3069"/>
            <p:cNvSpPr/>
            <p:nvPr/>
          </p:nvSpPr>
          <p:spPr>
            <a:xfrm>
              <a:off x="37400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g3070"/>
            <p:cNvSpPr/>
            <p:nvPr/>
          </p:nvSpPr>
          <p:spPr>
            <a:xfrm>
              <a:off x="37516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g3071"/>
            <p:cNvSpPr/>
            <p:nvPr/>
          </p:nvSpPr>
          <p:spPr>
            <a:xfrm>
              <a:off x="376330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g3072"/>
            <p:cNvSpPr/>
            <p:nvPr/>
          </p:nvSpPr>
          <p:spPr>
            <a:xfrm>
              <a:off x="37749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g3073"/>
            <p:cNvSpPr/>
            <p:nvPr/>
          </p:nvSpPr>
          <p:spPr>
            <a:xfrm>
              <a:off x="378657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g3074"/>
            <p:cNvSpPr/>
            <p:nvPr/>
          </p:nvSpPr>
          <p:spPr>
            <a:xfrm>
              <a:off x="438008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g3075"/>
            <p:cNvSpPr/>
            <p:nvPr/>
          </p:nvSpPr>
          <p:spPr>
            <a:xfrm>
              <a:off x="439171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g3076"/>
            <p:cNvSpPr/>
            <p:nvPr/>
          </p:nvSpPr>
          <p:spPr>
            <a:xfrm>
              <a:off x="440335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g3077"/>
            <p:cNvSpPr/>
            <p:nvPr/>
          </p:nvSpPr>
          <p:spPr>
            <a:xfrm>
              <a:off x="441499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g3078"/>
            <p:cNvSpPr/>
            <p:nvPr/>
          </p:nvSpPr>
          <p:spPr>
            <a:xfrm>
              <a:off x="442663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g3079"/>
            <p:cNvSpPr/>
            <p:nvPr/>
          </p:nvSpPr>
          <p:spPr>
            <a:xfrm>
              <a:off x="443826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g3080"/>
            <p:cNvSpPr/>
            <p:nvPr/>
          </p:nvSpPr>
          <p:spPr>
            <a:xfrm>
              <a:off x="444990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g3081"/>
            <p:cNvSpPr/>
            <p:nvPr/>
          </p:nvSpPr>
          <p:spPr>
            <a:xfrm>
              <a:off x="460119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g3082"/>
            <p:cNvSpPr/>
            <p:nvPr/>
          </p:nvSpPr>
          <p:spPr>
            <a:xfrm>
              <a:off x="46128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g3083"/>
            <p:cNvSpPr/>
            <p:nvPr/>
          </p:nvSpPr>
          <p:spPr>
            <a:xfrm>
              <a:off x="46244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g3084"/>
            <p:cNvSpPr/>
            <p:nvPr/>
          </p:nvSpPr>
          <p:spPr>
            <a:xfrm>
              <a:off x="463610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g3085"/>
            <p:cNvSpPr/>
            <p:nvPr/>
          </p:nvSpPr>
          <p:spPr>
            <a:xfrm>
              <a:off x="46477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g3086"/>
            <p:cNvSpPr/>
            <p:nvPr/>
          </p:nvSpPr>
          <p:spPr>
            <a:xfrm>
              <a:off x="306506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g3087"/>
            <p:cNvSpPr/>
            <p:nvPr/>
          </p:nvSpPr>
          <p:spPr>
            <a:xfrm>
              <a:off x="307669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g3088"/>
            <p:cNvSpPr/>
            <p:nvPr/>
          </p:nvSpPr>
          <p:spPr>
            <a:xfrm>
              <a:off x="308833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g3089"/>
            <p:cNvSpPr/>
            <p:nvPr/>
          </p:nvSpPr>
          <p:spPr>
            <a:xfrm>
              <a:off x="309997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g3090"/>
            <p:cNvSpPr/>
            <p:nvPr/>
          </p:nvSpPr>
          <p:spPr>
            <a:xfrm>
              <a:off x="311161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g3091"/>
            <p:cNvSpPr/>
            <p:nvPr/>
          </p:nvSpPr>
          <p:spPr>
            <a:xfrm>
              <a:off x="312324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g3092"/>
            <p:cNvSpPr/>
            <p:nvPr/>
          </p:nvSpPr>
          <p:spPr>
            <a:xfrm>
              <a:off x="313488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g3093"/>
            <p:cNvSpPr/>
            <p:nvPr/>
          </p:nvSpPr>
          <p:spPr>
            <a:xfrm>
              <a:off x="354219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g3094"/>
            <p:cNvSpPr/>
            <p:nvPr/>
          </p:nvSpPr>
          <p:spPr>
            <a:xfrm>
              <a:off x="35538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g3095"/>
            <p:cNvSpPr/>
            <p:nvPr/>
          </p:nvSpPr>
          <p:spPr>
            <a:xfrm>
              <a:off x="35654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g3096"/>
            <p:cNvSpPr/>
            <p:nvPr/>
          </p:nvSpPr>
          <p:spPr>
            <a:xfrm>
              <a:off x="357710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g3097"/>
            <p:cNvSpPr/>
            <p:nvPr/>
          </p:nvSpPr>
          <p:spPr>
            <a:xfrm>
              <a:off x="35887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g3098"/>
            <p:cNvSpPr/>
            <p:nvPr/>
          </p:nvSpPr>
          <p:spPr>
            <a:xfrm>
              <a:off x="360037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g3099"/>
            <p:cNvSpPr/>
            <p:nvPr/>
          </p:nvSpPr>
          <p:spPr>
            <a:xfrm>
              <a:off x="361201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g3100"/>
            <p:cNvSpPr/>
            <p:nvPr/>
          </p:nvSpPr>
          <p:spPr>
            <a:xfrm>
              <a:off x="362365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g3101"/>
            <p:cNvSpPr/>
            <p:nvPr/>
          </p:nvSpPr>
          <p:spPr>
            <a:xfrm>
              <a:off x="363529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g3102"/>
            <p:cNvSpPr/>
            <p:nvPr/>
          </p:nvSpPr>
          <p:spPr>
            <a:xfrm>
              <a:off x="3646928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g3103"/>
            <p:cNvSpPr/>
            <p:nvPr/>
          </p:nvSpPr>
          <p:spPr>
            <a:xfrm>
              <a:off x="365856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g3104"/>
            <p:cNvSpPr/>
            <p:nvPr/>
          </p:nvSpPr>
          <p:spPr>
            <a:xfrm>
              <a:off x="367020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g3105"/>
            <p:cNvSpPr/>
            <p:nvPr/>
          </p:nvSpPr>
          <p:spPr>
            <a:xfrm>
              <a:off x="370511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g3106"/>
            <p:cNvSpPr/>
            <p:nvPr/>
          </p:nvSpPr>
          <p:spPr>
            <a:xfrm>
              <a:off x="371675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g3107"/>
            <p:cNvSpPr/>
            <p:nvPr/>
          </p:nvSpPr>
          <p:spPr>
            <a:xfrm>
              <a:off x="37283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g3108"/>
            <p:cNvSpPr/>
            <p:nvPr/>
          </p:nvSpPr>
          <p:spPr>
            <a:xfrm>
              <a:off x="37400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g3109"/>
            <p:cNvSpPr/>
            <p:nvPr/>
          </p:nvSpPr>
          <p:spPr>
            <a:xfrm>
              <a:off x="37516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g3110"/>
            <p:cNvSpPr/>
            <p:nvPr/>
          </p:nvSpPr>
          <p:spPr>
            <a:xfrm>
              <a:off x="376330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g3111"/>
            <p:cNvSpPr/>
            <p:nvPr/>
          </p:nvSpPr>
          <p:spPr>
            <a:xfrm>
              <a:off x="37749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g3112"/>
            <p:cNvSpPr/>
            <p:nvPr/>
          </p:nvSpPr>
          <p:spPr>
            <a:xfrm>
              <a:off x="37865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g3113"/>
            <p:cNvSpPr/>
            <p:nvPr/>
          </p:nvSpPr>
          <p:spPr>
            <a:xfrm>
              <a:off x="440335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g3114"/>
            <p:cNvSpPr/>
            <p:nvPr/>
          </p:nvSpPr>
          <p:spPr>
            <a:xfrm>
              <a:off x="441499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g3115"/>
            <p:cNvSpPr/>
            <p:nvPr/>
          </p:nvSpPr>
          <p:spPr>
            <a:xfrm>
              <a:off x="442663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g3116"/>
            <p:cNvSpPr/>
            <p:nvPr/>
          </p:nvSpPr>
          <p:spPr>
            <a:xfrm>
              <a:off x="443826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g3117"/>
            <p:cNvSpPr/>
            <p:nvPr/>
          </p:nvSpPr>
          <p:spPr>
            <a:xfrm>
              <a:off x="444990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g3118"/>
            <p:cNvSpPr/>
            <p:nvPr/>
          </p:nvSpPr>
          <p:spPr>
            <a:xfrm>
              <a:off x="446154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g3119"/>
            <p:cNvSpPr/>
            <p:nvPr/>
          </p:nvSpPr>
          <p:spPr>
            <a:xfrm>
              <a:off x="460119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g3120"/>
            <p:cNvSpPr/>
            <p:nvPr/>
          </p:nvSpPr>
          <p:spPr>
            <a:xfrm>
              <a:off x="46128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g3121"/>
            <p:cNvSpPr/>
            <p:nvPr/>
          </p:nvSpPr>
          <p:spPr>
            <a:xfrm>
              <a:off x="46244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g3122"/>
            <p:cNvSpPr/>
            <p:nvPr/>
          </p:nvSpPr>
          <p:spPr>
            <a:xfrm>
              <a:off x="463610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g3123"/>
            <p:cNvSpPr/>
            <p:nvPr/>
          </p:nvSpPr>
          <p:spPr>
            <a:xfrm>
              <a:off x="46477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g3124"/>
            <p:cNvSpPr/>
            <p:nvPr/>
          </p:nvSpPr>
          <p:spPr>
            <a:xfrm>
              <a:off x="46593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g3125"/>
            <p:cNvSpPr/>
            <p:nvPr/>
          </p:nvSpPr>
          <p:spPr>
            <a:xfrm>
              <a:off x="294868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g3126"/>
            <p:cNvSpPr/>
            <p:nvPr/>
          </p:nvSpPr>
          <p:spPr>
            <a:xfrm>
              <a:off x="296032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g3127"/>
            <p:cNvSpPr/>
            <p:nvPr/>
          </p:nvSpPr>
          <p:spPr>
            <a:xfrm>
              <a:off x="297196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g3128"/>
            <p:cNvSpPr/>
            <p:nvPr/>
          </p:nvSpPr>
          <p:spPr>
            <a:xfrm>
              <a:off x="29836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g3129"/>
            <p:cNvSpPr/>
            <p:nvPr/>
          </p:nvSpPr>
          <p:spPr>
            <a:xfrm>
              <a:off x="299523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g3130"/>
            <p:cNvSpPr/>
            <p:nvPr/>
          </p:nvSpPr>
          <p:spPr>
            <a:xfrm>
              <a:off x="300687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g3131"/>
            <p:cNvSpPr/>
            <p:nvPr/>
          </p:nvSpPr>
          <p:spPr>
            <a:xfrm>
              <a:off x="304178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g3132"/>
            <p:cNvSpPr/>
            <p:nvPr/>
          </p:nvSpPr>
          <p:spPr>
            <a:xfrm>
              <a:off x="305342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g3133"/>
            <p:cNvSpPr/>
            <p:nvPr/>
          </p:nvSpPr>
          <p:spPr>
            <a:xfrm>
              <a:off x="306506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g3134"/>
            <p:cNvSpPr/>
            <p:nvPr/>
          </p:nvSpPr>
          <p:spPr>
            <a:xfrm>
              <a:off x="307669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g3135"/>
            <p:cNvSpPr/>
            <p:nvPr/>
          </p:nvSpPr>
          <p:spPr>
            <a:xfrm>
              <a:off x="308833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g3136"/>
            <p:cNvSpPr/>
            <p:nvPr/>
          </p:nvSpPr>
          <p:spPr>
            <a:xfrm>
              <a:off x="309997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g3137"/>
            <p:cNvSpPr/>
            <p:nvPr/>
          </p:nvSpPr>
          <p:spPr>
            <a:xfrm>
              <a:off x="311161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g3138"/>
            <p:cNvSpPr/>
            <p:nvPr/>
          </p:nvSpPr>
          <p:spPr>
            <a:xfrm>
              <a:off x="312324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g3139"/>
            <p:cNvSpPr/>
            <p:nvPr/>
          </p:nvSpPr>
          <p:spPr>
            <a:xfrm>
              <a:off x="363529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g3140"/>
            <p:cNvSpPr/>
            <p:nvPr/>
          </p:nvSpPr>
          <p:spPr>
            <a:xfrm>
              <a:off x="364692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g3141"/>
            <p:cNvSpPr/>
            <p:nvPr/>
          </p:nvSpPr>
          <p:spPr>
            <a:xfrm>
              <a:off x="371675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g3142"/>
            <p:cNvSpPr/>
            <p:nvPr/>
          </p:nvSpPr>
          <p:spPr>
            <a:xfrm>
              <a:off x="372839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g3143"/>
            <p:cNvSpPr/>
            <p:nvPr/>
          </p:nvSpPr>
          <p:spPr>
            <a:xfrm>
              <a:off x="37400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g3144"/>
            <p:cNvSpPr/>
            <p:nvPr/>
          </p:nvSpPr>
          <p:spPr>
            <a:xfrm>
              <a:off x="37516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g3145"/>
            <p:cNvSpPr/>
            <p:nvPr/>
          </p:nvSpPr>
          <p:spPr>
            <a:xfrm>
              <a:off x="376330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g3146"/>
            <p:cNvSpPr/>
            <p:nvPr/>
          </p:nvSpPr>
          <p:spPr>
            <a:xfrm>
              <a:off x="37749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g3147"/>
            <p:cNvSpPr/>
            <p:nvPr/>
          </p:nvSpPr>
          <p:spPr>
            <a:xfrm>
              <a:off x="441499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g3148"/>
            <p:cNvSpPr/>
            <p:nvPr/>
          </p:nvSpPr>
          <p:spPr>
            <a:xfrm>
              <a:off x="442663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g3149"/>
            <p:cNvSpPr/>
            <p:nvPr/>
          </p:nvSpPr>
          <p:spPr>
            <a:xfrm>
              <a:off x="443826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g3150"/>
            <p:cNvSpPr/>
            <p:nvPr/>
          </p:nvSpPr>
          <p:spPr>
            <a:xfrm>
              <a:off x="444990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g3151"/>
            <p:cNvSpPr/>
            <p:nvPr/>
          </p:nvSpPr>
          <p:spPr>
            <a:xfrm>
              <a:off x="446154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g3152"/>
            <p:cNvSpPr/>
            <p:nvPr/>
          </p:nvSpPr>
          <p:spPr>
            <a:xfrm>
              <a:off x="461282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g3153"/>
            <p:cNvSpPr/>
            <p:nvPr/>
          </p:nvSpPr>
          <p:spPr>
            <a:xfrm>
              <a:off x="462446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g3154"/>
            <p:cNvSpPr/>
            <p:nvPr/>
          </p:nvSpPr>
          <p:spPr>
            <a:xfrm>
              <a:off x="463610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g3155"/>
            <p:cNvSpPr/>
            <p:nvPr/>
          </p:nvSpPr>
          <p:spPr>
            <a:xfrm>
              <a:off x="464773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g3156"/>
            <p:cNvSpPr/>
            <p:nvPr/>
          </p:nvSpPr>
          <p:spPr>
            <a:xfrm>
              <a:off x="465937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g3157"/>
            <p:cNvSpPr/>
            <p:nvPr/>
          </p:nvSpPr>
          <p:spPr>
            <a:xfrm>
              <a:off x="293705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g3158"/>
            <p:cNvSpPr/>
            <p:nvPr/>
          </p:nvSpPr>
          <p:spPr>
            <a:xfrm>
              <a:off x="294868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g3159"/>
            <p:cNvSpPr/>
            <p:nvPr/>
          </p:nvSpPr>
          <p:spPr>
            <a:xfrm>
              <a:off x="296032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g3160"/>
            <p:cNvSpPr/>
            <p:nvPr/>
          </p:nvSpPr>
          <p:spPr>
            <a:xfrm>
              <a:off x="297196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g3161"/>
            <p:cNvSpPr/>
            <p:nvPr/>
          </p:nvSpPr>
          <p:spPr>
            <a:xfrm>
              <a:off x="29836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g3162"/>
            <p:cNvSpPr/>
            <p:nvPr/>
          </p:nvSpPr>
          <p:spPr>
            <a:xfrm>
              <a:off x="299523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g3163"/>
            <p:cNvSpPr/>
            <p:nvPr/>
          </p:nvSpPr>
          <p:spPr>
            <a:xfrm>
              <a:off x="300687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g3164"/>
            <p:cNvSpPr/>
            <p:nvPr/>
          </p:nvSpPr>
          <p:spPr>
            <a:xfrm>
              <a:off x="30185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g3165"/>
            <p:cNvSpPr/>
            <p:nvPr/>
          </p:nvSpPr>
          <p:spPr>
            <a:xfrm>
              <a:off x="303015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g3166"/>
            <p:cNvSpPr/>
            <p:nvPr/>
          </p:nvSpPr>
          <p:spPr>
            <a:xfrm>
              <a:off x="304178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g3167"/>
            <p:cNvSpPr/>
            <p:nvPr/>
          </p:nvSpPr>
          <p:spPr>
            <a:xfrm>
              <a:off x="305342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g3168"/>
            <p:cNvSpPr/>
            <p:nvPr/>
          </p:nvSpPr>
          <p:spPr>
            <a:xfrm>
              <a:off x="306506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g3169"/>
            <p:cNvSpPr/>
            <p:nvPr/>
          </p:nvSpPr>
          <p:spPr>
            <a:xfrm>
              <a:off x="307669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g3170"/>
            <p:cNvSpPr/>
            <p:nvPr/>
          </p:nvSpPr>
          <p:spPr>
            <a:xfrm>
              <a:off x="308833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g3171"/>
            <p:cNvSpPr/>
            <p:nvPr/>
          </p:nvSpPr>
          <p:spPr>
            <a:xfrm>
              <a:off x="309997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g3172"/>
            <p:cNvSpPr/>
            <p:nvPr/>
          </p:nvSpPr>
          <p:spPr>
            <a:xfrm>
              <a:off x="311161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g3173"/>
            <p:cNvSpPr/>
            <p:nvPr/>
          </p:nvSpPr>
          <p:spPr>
            <a:xfrm>
              <a:off x="371675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g3174"/>
            <p:cNvSpPr/>
            <p:nvPr/>
          </p:nvSpPr>
          <p:spPr>
            <a:xfrm>
              <a:off x="372839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g3175"/>
            <p:cNvSpPr/>
            <p:nvPr/>
          </p:nvSpPr>
          <p:spPr>
            <a:xfrm>
              <a:off x="37400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g3176"/>
            <p:cNvSpPr/>
            <p:nvPr/>
          </p:nvSpPr>
          <p:spPr>
            <a:xfrm>
              <a:off x="37516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g3177"/>
            <p:cNvSpPr/>
            <p:nvPr/>
          </p:nvSpPr>
          <p:spPr>
            <a:xfrm>
              <a:off x="441499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g3178"/>
            <p:cNvSpPr/>
            <p:nvPr/>
          </p:nvSpPr>
          <p:spPr>
            <a:xfrm>
              <a:off x="442663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g3179"/>
            <p:cNvSpPr/>
            <p:nvPr/>
          </p:nvSpPr>
          <p:spPr>
            <a:xfrm>
              <a:off x="443826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g3180"/>
            <p:cNvSpPr/>
            <p:nvPr/>
          </p:nvSpPr>
          <p:spPr>
            <a:xfrm>
              <a:off x="444990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g3181"/>
            <p:cNvSpPr/>
            <p:nvPr/>
          </p:nvSpPr>
          <p:spPr>
            <a:xfrm>
              <a:off x="446154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g3182"/>
            <p:cNvSpPr/>
            <p:nvPr/>
          </p:nvSpPr>
          <p:spPr>
            <a:xfrm>
              <a:off x="461282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g3183"/>
            <p:cNvSpPr/>
            <p:nvPr/>
          </p:nvSpPr>
          <p:spPr>
            <a:xfrm>
              <a:off x="462446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g3184"/>
            <p:cNvSpPr/>
            <p:nvPr/>
          </p:nvSpPr>
          <p:spPr>
            <a:xfrm>
              <a:off x="463610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g3185"/>
            <p:cNvSpPr/>
            <p:nvPr/>
          </p:nvSpPr>
          <p:spPr>
            <a:xfrm>
              <a:off x="464773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g3186"/>
            <p:cNvSpPr/>
            <p:nvPr/>
          </p:nvSpPr>
          <p:spPr>
            <a:xfrm>
              <a:off x="465937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g3187"/>
            <p:cNvSpPr/>
            <p:nvPr/>
          </p:nvSpPr>
          <p:spPr>
            <a:xfrm>
              <a:off x="467101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g3188"/>
            <p:cNvSpPr/>
            <p:nvPr/>
          </p:nvSpPr>
          <p:spPr>
            <a:xfrm>
              <a:off x="29370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g3189"/>
            <p:cNvSpPr/>
            <p:nvPr/>
          </p:nvSpPr>
          <p:spPr>
            <a:xfrm>
              <a:off x="294868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g3190"/>
            <p:cNvSpPr/>
            <p:nvPr/>
          </p:nvSpPr>
          <p:spPr>
            <a:xfrm>
              <a:off x="296032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g3191"/>
            <p:cNvSpPr/>
            <p:nvPr/>
          </p:nvSpPr>
          <p:spPr>
            <a:xfrm>
              <a:off x="297196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g3192"/>
            <p:cNvSpPr/>
            <p:nvPr/>
          </p:nvSpPr>
          <p:spPr>
            <a:xfrm>
              <a:off x="29836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g3193"/>
            <p:cNvSpPr/>
            <p:nvPr/>
          </p:nvSpPr>
          <p:spPr>
            <a:xfrm>
              <a:off x="299523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g3194"/>
            <p:cNvSpPr/>
            <p:nvPr/>
          </p:nvSpPr>
          <p:spPr>
            <a:xfrm>
              <a:off x="300687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g3195"/>
            <p:cNvSpPr/>
            <p:nvPr/>
          </p:nvSpPr>
          <p:spPr>
            <a:xfrm>
              <a:off x="30185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g3196"/>
            <p:cNvSpPr/>
            <p:nvPr/>
          </p:nvSpPr>
          <p:spPr>
            <a:xfrm>
              <a:off x="303015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g3197"/>
            <p:cNvSpPr/>
            <p:nvPr/>
          </p:nvSpPr>
          <p:spPr>
            <a:xfrm>
              <a:off x="304178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g3198"/>
            <p:cNvSpPr/>
            <p:nvPr/>
          </p:nvSpPr>
          <p:spPr>
            <a:xfrm>
              <a:off x="305342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g3199"/>
            <p:cNvSpPr/>
            <p:nvPr/>
          </p:nvSpPr>
          <p:spPr>
            <a:xfrm>
              <a:off x="306506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g3200"/>
            <p:cNvSpPr/>
            <p:nvPr/>
          </p:nvSpPr>
          <p:spPr>
            <a:xfrm>
              <a:off x="307669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g3201"/>
            <p:cNvSpPr/>
            <p:nvPr/>
          </p:nvSpPr>
          <p:spPr>
            <a:xfrm>
              <a:off x="308833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g3202"/>
            <p:cNvSpPr/>
            <p:nvPr/>
          </p:nvSpPr>
          <p:spPr>
            <a:xfrm>
              <a:off x="309997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g3203"/>
            <p:cNvSpPr/>
            <p:nvPr/>
          </p:nvSpPr>
          <p:spPr>
            <a:xfrm>
              <a:off x="441499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g3204"/>
            <p:cNvSpPr/>
            <p:nvPr/>
          </p:nvSpPr>
          <p:spPr>
            <a:xfrm>
              <a:off x="442663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g3205"/>
            <p:cNvSpPr/>
            <p:nvPr/>
          </p:nvSpPr>
          <p:spPr>
            <a:xfrm>
              <a:off x="443826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g3206"/>
            <p:cNvSpPr/>
            <p:nvPr/>
          </p:nvSpPr>
          <p:spPr>
            <a:xfrm>
              <a:off x="444990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g3207"/>
            <p:cNvSpPr/>
            <p:nvPr/>
          </p:nvSpPr>
          <p:spPr>
            <a:xfrm>
              <a:off x="446154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g3208"/>
            <p:cNvSpPr/>
            <p:nvPr/>
          </p:nvSpPr>
          <p:spPr>
            <a:xfrm>
              <a:off x="461282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g3209"/>
            <p:cNvSpPr/>
            <p:nvPr/>
          </p:nvSpPr>
          <p:spPr>
            <a:xfrm>
              <a:off x="462446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g3210"/>
            <p:cNvSpPr/>
            <p:nvPr/>
          </p:nvSpPr>
          <p:spPr>
            <a:xfrm>
              <a:off x="463610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g3211"/>
            <p:cNvSpPr/>
            <p:nvPr/>
          </p:nvSpPr>
          <p:spPr>
            <a:xfrm>
              <a:off x="464773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g3212"/>
            <p:cNvSpPr/>
            <p:nvPr/>
          </p:nvSpPr>
          <p:spPr>
            <a:xfrm>
              <a:off x="465937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g3213"/>
            <p:cNvSpPr/>
            <p:nvPr/>
          </p:nvSpPr>
          <p:spPr>
            <a:xfrm>
              <a:off x="467101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g3214"/>
            <p:cNvSpPr/>
            <p:nvPr/>
          </p:nvSpPr>
          <p:spPr>
            <a:xfrm>
              <a:off x="468265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g3215"/>
            <p:cNvSpPr/>
            <p:nvPr/>
          </p:nvSpPr>
          <p:spPr>
            <a:xfrm>
              <a:off x="292541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g3216"/>
            <p:cNvSpPr/>
            <p:nvPr/>
          </p:nvSpPr>
          <p:spPr>
            <a:xfrm>
              <a:off x="29370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g3217"/>
            <p:cNvSpPr/>
            <p:nvPr/>
          </p:nvSpPr>
          <p:spPr>
            <a:xfrm>
              <a:off x="294868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g3218"/>
            <p:cNvSpPr/>
            <p:nvPr/>
          </p:nvSpPr>
          <p:spPr>
            <a:xfrm>
              <a:off x="296032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g3219"/>
            <p:cNvSpPr/>
            <p:nvPr/>
          </p:nvSpPr>
          <p:spPr>
            <a:xfrm>
              <a:off x="297196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g3220"/>
            <p:cNvSpPr/>
            <p:nvPr/>
          </p:nvSpPr>
          <p:spPr>
            <a:xfrm>
              <a:off x="29836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g3221"/>
            <p:cNvSpPr/>
            <p:nvPr/>
          </p:nvSpPr>
          <p:spPr>
            <a:xfrm>
              <a:off x="299523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g3222"/>
            <p:cNvSpPr/>
            <p:nvPr/>
          </p:nvSpPr>
          <p:spPr>
            <a:xfrm>
              <a:off x="300687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g3223"/>
            <p:cNvSpPr/>
            <p:nvPr/>
          </p:nvSpPr>
          <p:spPr>
            <a:xfrm>
              <a:off x="30185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g3224"/>
            <p:cNvSpPr/>
            <p:nvPr/>
          </p:nvSpPr>
          <p:spPr>
            <a:xfrm>
              <a:off x="303015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g3225"/>
            <p:cNvSpPr/>
            <p:nvPr/>
          </p:nvSpPr>
          <p:spPr>
            <a:xfrm>
              <a:off x="304178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g3226"/>
            <p:cNvSpPr/>
            <p:nvPr/>
          </p:nvSpPr>
          <p:spPr>
            <a:xfrm>
              <a:off x="305342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g3227"/>
            <p:cNvSpPr/>
            <p:nvPr/>
          </p:nvSpPr>
          <p:spPr>
            <a:xfrm>
              <a:off x="306506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g3228"/>
            <p:cNvSpPr/>
            <p:nvPr/>
          </p:nvSpPr>
          <p:spPr>
            <a:xfrm>
              <a:off x="307669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g3229"/>
            <p:cNvSpPr/>
            <p:nvPr/>
          </p:nvSpPr>
          <p:spPr>
            <a:xfrm>
              <a:off x="441499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g3230"/>
            <p:cNvSpPr/>
            <p:nvPr/>
          </p:nvSpPr>
          <p:spPr>
            <a:xfrm>
              <a:off x="442663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g3231"/>
            <p:cNvSpPr/>
            <p:nvPr/>
          </p:nvSpPr>
          <p:spPr>
            <a:xfrm>
              <a:off x="443826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g3232"/>
            <p:cNvSpPr/>
            <p:nvPr/>
          </p:nvSpPr>
          <p:spPr>
            <a:xfrm>
              <a:off x="444990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g3233"/>
            <p:cNvSpPr/>
            <p:nvPr/>
          </p:nvSpPr>
          <p:spPr>
            <a:xfrm>
              <a:off x="446154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g3234"/>
            <p:cNvSpPr/>
            <p:nvPr/>
          </p:nvSpPr>
          <p:spPr>
            <a:xfrm>
              <a:off x="461282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g3235"/>
            <p:cNvSpPr/>
            <p:nvPr/>
          </p:nvSpPr>
          <p:spPr>
            <a:xfrm>
              <a:off x="462446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g3236"/>
            <p:cNvSpPr/>
            <p:nvPr/>
          </p:nvSpPr>
          <p:spPr>
            <a:xfrm>
              <a:off x="463610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g3237"/>
            <p:cNvSpPr/>
            <p:nvPr/>
          </p:nvSpPr>
          <p:spPr>
            <a:xfrm>
              <a:off x="464773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g3238"/>
            <p:cNvSpPr/>
            <p:nvPr/>
          </p:nvSpPr>
          <p:spPr>
            <a:xfrm>
              <a:off x="465937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g3239"/>
            <p:cNvSpPr/>
            <p:nvPr/>
          </p:nvSpPr>
          <p:spPr>
            <a:xfrm>
              <a:off x="467101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g3240"/>
            <p:cNvSpPr/>
            <p:nvPr/>
          </p:nvSpPr>
          <p:spPr>
            <a:xfrm>
              <a:off x="468265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g3241"/>
            <p:cNvSpPr/>
            <p:nvPr/>
          </p:nvSpPr>
          <p:spPr>
            <a:xfrm>
              <a:off x="292541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g3242"/>
            <p:cNvSpPr/>
            <p:nvPr/>
          </p:nvSpPr>
          <p:spPr>
            <a:xfrm>
              <a:off x="29370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g3243"/>
            <p:cNvSpPr/>
            <p:nvPr/>
          </p:nvSpPr>
          <p:spPr>
            <a:xfrm>
              <a:off x="294868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g3244"/>
            <p:cNvSpPr/>
            <p:nvPr/>
          </p:nvSpPr>
          <p:spPr>
            <a:xfrm>
              <a:off x="296032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g3245"/>
            <p:cNvSpPr/>
            <p:nvPr/>
          </p:nvSpPr>
          <p:spPr>
            <a:xfrm>
              <a:off x="297196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g3246"/>
            <p:cNvSpPr/>
            <p:nvPr/>
          </p:nvSpPr>
          <p:spPr>
            <a:xfrm>
              <a:off x="29836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g3247"/>
            <p:cNvSpPr/>
            <p:nvPr/>
          </p:nvSpPr>
          <p:spPr>
            <a:xfrm>
              <a:off x="299523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g3248"/>
            <p:cNvSpPr/>
            <p:nvPr/>
          </p:nvSpPr>
          <p:spPr>
            <a:xfrm>
              <a:off x="300687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g3249"/>
            <p:cNvSpPr/>
            <p:nvPr/>
          </p:nvSpPr>
          <p:spPr>
            <a:xfrm>
              <a:off x="30185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g3250"/>
            <p:cNvSpPr/>
            <p:nvPr/>
          </p:nvSpPr>
          <p:spPr>
            <a:xfrm>
              <a:off x="303015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g3251"/>
            <p:cNvSpPr/>
            <p:nvPr/>
          </p:nvSpPr>
          <p:spPr>
            <a:xfrm>
              <a:off x="304178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g3252"/>
            <p:cNvSpPr/>
            <p:nvPr/>
          </p:nvSpPr>
          <p:spPr>
            <a:xfrm>
              <a:off x="305342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g3253"/>
            <p:cNvSpPr/>
            <p:nvPr/>
          </p:nvSpPr>
          <p:spPr>
            <a:xfrm>
              <a:off x="441499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g3254"/>
            <p:cNvSpPr/>
            <p:nvPr/>
          </p:nvSpPr>
          <p:spPr>
            <a:xfrm>
              <a:off x="442663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g3255"/>
            <p:cNvSpPr/>
            <p:nvPr/>
          </p:nvSpPr>
          <p:spPr>
            <a:xfrm>
              <a:off x="443826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g3256"/>
            <p:cNvSpPr/>
            <p:nvPr/>
          </p:nvSpPr>
          <p:spPr>
            <a:xfrm>
              <a:off x="444990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g3257"/>
            <p:cNvSpPr/>
            <p:nvPr/>
          </p:nvSpPr>
          <p:spPr>
            <a:xfrm>
              <a:off x="446154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g3258"/>
            <p:cNvSpPr/>
            <p:nvPr/>
          </p:nvSpPr>
          <p:spPr>
            <a:xfrm>
              <a:off x="462446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g3259"/>
            <p:cNvSpPr/>
            <p:nvPr/>
          </p:nvSpPr>
          <p:spPr>
            <a:xfrm>
              <a:off x="463610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g3260"/>
            <p:cNvSpPr/>
            <p:nvPr/>
          </p:nvSpPr>
          <p:spPr>
            <a:xfrm>
              <a:off x="464773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g3261"/>
            <p:cNvSpPr/>
            <p:nvPr/>
          </p:nvSpPr>
          <p:spPr>
            <a:xfrm>
              <a:off x="465937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g3262"/>
            <p:cNvSpPr/>
            <p:nvPr/>
          </p:nvSpPr>
          <p:spPr>
            <a:xfrm>
              <a:off x="467101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g3263"/>
            <p:cNvSpPr/>
            <p:nvPr/>
          </p:nvSpPr>
          <p:spPr>
            <a:xfrm>
              <a:off x="468265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g3264"/>
            <p:cNvSpPr/>
            <p:nvPr/>
          </p:nvSpPr>
          <p:spPr>
            <a:xfrm>
              <a:off x="289050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g3265"/>
            <p:cNvSpPr/>
            <p:nvPr/>
          </p:nvSpPr>
          <p:spPr>
            <a:xfrm>
              <a:off x="29021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g3266"/>
            <p:cNvSpPr/>
            <p:nvPr/>
          </p:nvSpPr>
          <p:spPr>
            <a:xfrm>
              <a:off x="291377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g3267"/>
            <p:cNvSpPr/>
            <p:nvPr/>
          </p:nvSpPr>
          <p:spPr>
            <a:xfrm>
              <a:off x="292541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g3268"/>
            <p:cNvSpPr/>
            <p:nvPr/>
          </p:nvSpPr>
          <p:spPr>
            <a:xfrm>
              <a:off x="29370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g3269"/>
            <p:cNvSpPr/>
            <p:nvPr/>
          </p:nvSpPr>
          <p:spPr>
            <a:xfrm>
              <a:off x="294868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g3270"/>
            <p:cNvSpPr/>
            <p:nvPr/>
          </p:nvSpPr>
          <p:spPr>
            <a:xfrm>
              <a:off x="296032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g3271"/>
            <p:cNvSpPr/>
            <p:nvPr/>
          </p:nvSpPr>
          <p:spPr>
            <a:xfrm>
              <a:off x="297196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g3272"/>
            <p:cNvSpPr/>
            <p:nvPr/>
          </p:nvSpPr>
          <p:spPr>
            <a:xfrm>
              <a:off x="29836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g3273"/>
            <p:cNvSpPr/>
            <p:nvPr/>
          </p:nvSpPr>
          <p:spPr>
            <a:xfrm>
              <a:off x="299523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g3274"/>
            <p:cNvSpPr/>
            <p:nvPr/>
          </p:nvSpPr>
          <p:spPr>
            <a:xfrm>
              <a:off x="3006875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g3275"/>
            <p:cNvSpPr/>
            <p:nvPr/>
          </p:nvSpPr>
          <p:spPr>
            <a:xfrm>
              <a:off x="30185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g3276"/>
            <p:cNvSpPr/>
            <p:nvPr/>
          </p:nvSpPr>
          <p:spPr>
            <a:xfrm>
              <a:off x="303015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g3277"/>
            <p:cNvSpPr/>
            <p:nvPr/>
          </p:nvSpPr>
          <p:spPr>
            <a:xfrm>
              <a:off x="441499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g3278"/>
            <p:cNvSpPr/>
            <p:nvPr/>
          </p:nvSpPr>
          <p:spPr>
            <a:xfrm>
              <a:off x="442663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g3279"/>
            <p:cNvSpPr/>
            <p:nvPr/>
          </p:nvSpPr>
          <p:spPr>
            <a:xfrm>
              <a:off x="443826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g3280"/>
            <p:cNvSpPr/>
            <p:nvPr/>
          </p:nvSpPr>
          <p:spPr>
            <a:xfrm>
              <a:off x="444990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g3281"/>
            <p:cNvSpPr/>
            <p:nvPr/>
          </p:nvSpPr>
          <p:spPr>
            <a:xfrm>
              <a:off x="446154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g3282"/>
            <p:cNvSpPr/>
            <p:nvPr/>
          </p:nvSpPr>
          <p:spPr>
            <a:xfrm>
              <a:off x="462446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g3283"/>
            <p:cNvSpPr/>
            <p:nvPr/>
          </p:nvSpPr>
          <p:spPr>
            <a:xfrm>
              <a:off x="463610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g3284"/>
            <p:cNvSpPr/>
            <p:nvPr/>
          </p:nvSpPr>
          <p:spPr>
            <a:xfrm>
              <a:off x="464773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g3285"/>
            <p:cNvSpPr/>
            <p:nvPr/>
          </p:nvSpPr>
          <p:spPr>
            <a:xfrm>
              <a:off x="465937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g3286"/>
            <p:cNvSpPr/>
            <p:nvPr/>
          </p:nvSpPr>
          <p:spPr>
            <a:xfrm>
              <a:off x="467101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g3287"/>
            <p:cNvSpPr/>
            <p:nvPr/>
          </p:nvSpPr>
          <p:spPr>
            <a:xfrm>
              <a:off x="468265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g3288"/>
            <p:cNvSpPr/>
            <p:nvPr/>
          </p:nvSpPr>
          <p:spPr>
            <a:xfrm>
              <a:off x="289050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g3289"/>
            <p:cNvSpPr/>
            <p:nvPr/>
          </p:nvSpPr>
          <p:spPr>
            <a:xfrm>
              <a:off x="29021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g3290"/>
            <p:cNvSpPr/>
            <p:nvPr/>
          </p:nvSpPr>
          <p:spPr>
            <a:xfrm>
              <a:off x="291377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g3291"/>
            <p:cNvSpPr/>
            <p:nvPr/>
          </p:nvSpPr>
          <p:spPr>
            <a:xfrm>
              <a:off x="292541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g3292"/>
            <p:cNvSpPr/>
            <p:nvPr/>
          </p:nvSpPr>
          <p:spPr>
            <a:xfrm>
              <a:off x="29370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g3293"/>
            <p:cNvSpPr/>
            <p:nvPr/>
          </p:nvSpPr>
          <p:spPr>
            <a:xfrm>
              <a:off x="294868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g3294"/>
            <p:cNvSpPr/>
            <p:nvPr/>
          </p:nvSpPr>
          <p:spPr>
            <a:xfrm>
              <a:off x="296032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g3295"/>
            <p:cNvSpPr/>
            <p:nvPr/>
          </p:nvSpPr>
          <p:spPr>
            <a:xfrm>
              <a:off x="297196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g3296"/>
            <p:cNvSpPr/>
            <p:nvPr/>
          </p:nvSpPr>
          <p:spPr>
            <a:xfrm>
              <a:off x="29836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g3297"/>
            <p:cNvSpPr/>
            <p:nvPr/>
          </p:nvSpPr>
          <p:spPr>
            <a:xfrm>
              <a:off x="4403355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g3298"/>
            <p:cNvSpPr/>
            <p:nvPr/>
          </p:nvSpPr>
          <p:spPr>
            <a:xfrm>
              <a:off x="441499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g3299"/>
            <p:cNvSpPr/>
            <p:nvPr/>
          </p:nvSpPr>
          <p:spPr>
            <a:xfrm>
              <a:off x="4426630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g3300"/>
            <p:cNvSpPr/>
            <p:nvPr/>
          </p:nvSpPr>
          <p:spPr>
            <a:xfrm>
              <a:off x="443826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g3301"/>
            <p:cNvSpPr/>
            <p:nvPr/>
          </p:nvSpPr>
          <p:spPr>
            <a:xfrm>
              <a:off x="444990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g3302"/>
            <p:cNvSpPr/>
            <p:nvPr/>
          </p:nvSpPr>
          <p:spPr>
            <a:xfrm>
              <a:off x="462446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g3303"/>
            <p:cNvSpPr/>
            <p:nvPr/>
          </p:nvSpPr>
          <p:spPr>
            <a:xfrm>
              <a:off x="463610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g3304"/>
            <p:cNvSpPr/>
            <p:nvPr/>
          </p:nvSpPr>
          <p:spPr>
            <a:xfrm>
              <a:off x="464773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g3305"/>
            <p:cNvSpPr/>
            <p:nvPr/>
          </p:nvSpPr>
          <p:spPr>
            <a:xfrm>
              <a:off x="465937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g3306"/>
            <p:cNvSpPr/>
            <p:nvPr/>
          </p:nvSpPr>
          <p:spPr>
            <a:xfrm>
              <a:off x="4671013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g3307"/>
            <p:cNvSpPr/>
            <p:nvPr/>
          </p:nvSpPr>
          <p:spPr>
            <a:xfrm>
              <a:off x="468265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g3308"/>
            <p:cNvSpPr/>
            <p:nvPr/>
          </p:nvSpPr>
          <p:spPr>
            <a:xfrm>
              <a:off x="287886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g3309"/>
            <p:cNvSpPr/>
            <p:nvPr/>
          </p:nvSpPr>
          <p:spPr>
            <a:xfrm>
              <a:off x="289050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g3310"/>
            <p:cNvSpPr/>
            <p:nvPr/>
          </p:nvSpPr>
          <p:spPr>
            <a:xfrm>
              <a:off x="29021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g3311"/>
            <p:cNvSpPr/>
            <p:nvPr/>
          </p:nvSpPr>
          <p:spPr>
            <a:xfrm>
              <a:off x="291377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g3312"/>
            <p:cNvSpPr/>
            <p:nvPr/>
          </p:nvSpPr>
          <p:spPr>
            <a:xfrm>
              <a:off x="292541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g3313"/>
            <p:cNvSpPr/>
            <p:nvPr/>
          </p:nvSpPr>
          <p:spPr>
            <a:xfrm>
              <a:off x="29370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g3314"/>
            <p:cNvSpPr/>
            <p:nvPr/>
          </p:nvSpPr>
          <p:spPr>
            <a:xfrm>
              <a:off x="294868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g3315"/>
            <p:cNvSpPr/>
            <p:nvPr/>
          </p:nvSpPr>
          <p:spPr>
            <a:xfrm>
              <a:off x="296032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g3316"/>
            <p:cNvSpPr/>
            <p:nvPr/>
          </p:nvSpPr>
          <p:spPr>
            <a:xfrm>
              <a:off x="4403355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g3317"/>
            <p:cNvSpPr/>
            <p:nvPr/>
          </p:nvSpPr>
          <p:spPr>
            <a:xfrm>
              <a:off x="441499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g3318"/>
            <p:cNvSpPr/>
            <p:nvPr/>
          </p:nvSpPr>
          <p:spPr>
            <a:xfrm>
              <a:off x="4426630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g3319"/>
            <p:cNvSpPr/>
            <p:nvPr/>
          </p:nvSpPr>
          <p:spPr>
            <a:xfrm>
              <a:off x="443826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g3320"/>
            <p:cNvSpPr/>
            <p:nvPr/>
          </p:nvSpPr>
          <p:spPr>
            <a:xfrm>
              <a:off x="444990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g3321"/>
            <p:cNvSpPr/>
            <p:nvPr/>
          </p:nvSpPr>
          <p:spPr>
            <a:xfrm>
              <a:off x="446154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g3322"/>
            <p:cNvSpPr/>
            <p:nvPr/>
          </p:nvSpPr>
          <p:spPr>
            <a:xfrm>
              <a:off x="447317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g3323"/>
            <p:cNvSpPr/>
            <p:nvPr/>
          </p:nvSpPr>
          <p:spPr>
            <a:xfrm>
              <a:off x="463610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g3324"/>
            <p:cNvSpPr/>
            <p:nvPr/>
          </p:nvSpPr>
          <p:spPr>
            <a:xfrm>
              <a:off x="464773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g3325"/>
            <p:cNvSpPr/>
            <p:nvPr/>
          </p:nvSpPr>
          <p:spPr>
            <a:xfrm>
              <a:off x="465937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g3326"/>
            <p:cNvSpPr/>
            <p:nvPr/>
          </p:nvSpPr>
          <p:spPr>
            <a:xfrm>
              <a:off x="4671013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g3327"/>
            <p:cNvSpPr/>
            <p:nvPr/>
          </p:nvSpPr>
          <p:spPr>
            <a:xfrm>
              <a:off x="468265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g3328"/>
            <p:cNvSpPr/>
            <p:nvPr/>
          </p:nvSpPr>
          <p:spPr>
            <a:xfrm>
              <a:off x="286722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g3329"/>
            <p:cNvSpPr/>
            <p:nvPr/>
          </p:nvSpPr>
          <p:spPr>
            <a:xfrm>
              <a:off x="287886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g3330"/>
            <p:cNvSpPr/>
            <p:nvPr/>
          </p:nvSpPr>
          <p:spPr>
            <a:xfrm>
              <a:off x="289050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g3331"/>
            <p:cNvSpPr/>
            <p:nvPr/>
          </p:nvSpPr>
          <p:spPr>
            <a:xfrm>
              <a:off x="29021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g3332"/>
            <p:cNvSpPr/>
            <p:nvPr/>
          </p:nvSpPr>
          <p:spPr>
            <a:xfrm>
              <a:off x="291377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g3333"/>
            <p:cNvSpPr/>
            <p:nvPr/>
          </p:nvSpPr>
          <p:spPr>
            <a:xfrm>
              <a:off x="292541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g3334"/>
            <p:cNvSpPr/>
            <p:nvPr/>
          </p:nvSpPr>
          <p:spPr>
            <a:xfrm>
              <a:off x="29370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g3335"/>
            <p:cNvSpPr/>
            <p:nvPr/>
          </p:nvSpPr>
          <p:spPr>
            <a:xfrm>
              <a:off x="294868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g3336"/>
            <p:cNvSpPr/>
            <p:nvPr/>
          </p:nvSpPr>
          <p:spPr>
            <a:xfrm>
              <a:off x="4403355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g3337"/>
            <p:cNvSpPr/>
            <p:nvPr/>
          </p:nvSpPr>
          <p:spPr>
            <a:xfrm>
              <a:off x="441499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g3338"/>
            <p:cNvSpPr/>
            <p:nvPr/>
          </p:nvSpPr>
          <p:spPr>
            <a:xfrm>
              <a:off x="4426630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g3339"/>
            <p:cNvSpPr/>
            <p:nvPr/>
          </p:nvSpPr>
          <p:spPr>
            <a:xfrm>
              <a:off x="443826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g3340"/>
            <p:cNvSpPr/>
            <p:nvPr/>
          </p:nvSpPr>
          <p:spPr>
            <a:xfrm>
              <a:off x="444990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g3341"/>
            <p:cNvSpPr/>
            <p:nvPr/>
          </p:nvSpPr>
          <p:spPr>
            <a:xfrm>
              <a:off x="446154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g3342"/>
            <p:cNvSpPr/>
            <p:nvPr/>
          </p:nvSpPr>
          <p:spPr>
            <a:xfrm>
              <a:off x="447317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g3343"/>
            <p:cNvSpPr/>
            <p:nvPr/>
          </p:nvSpPr>
          <p:spPr>
            <a:xfrm>
              <a:off x="448481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g3344"/>
            <p:cNvSpPr/>
            <p:nvPr/>
          </p:nvSpPr>
          <p:spPr>
            <a:xfrm>
              <a:off x="463610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g3345"/>
            <p:cNvSpPr/>
            <p:nvPr/>
          </p:nvSpPr>
          <p:spPr>
            <a:xfrm>
              <a:off x="464773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g3346"/>
            <p:cNvSpPr/>
            <p:nvPr/>
          </p:nvSpPr>
          <p:spPr>
            <a:xfrm>
              <a:off x="465937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g3347"/>
            <p:cNvSpPr/>
            <p:nvPr/>
          </p:nvSpPr>
          <p:spPr>
            <a:xfrm>
              <a:off x="4671013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g3348"/>
            <p:cNvSpPr/>
            <p:nvPr/>
          </p:nvSpPr>
          <p:spPr>
            <a:xfrm>
              <a:off x="468265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g3349"/>
            <p:cNvSpPr/>
            <p:nvPr/>
          </p:nvSpPr>
          <p:spPr>
            <a:xfrm>
              <a:off x="4694288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g3350"/>
            <p:cNvSpPr/>
            <p:nvPr/>
          </p:nvSpPr>
          <p:spPr>
            <a:xfrm>
              <a:off x="285559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g3351"/>
            <p:cNvSpPr/>
            <p:nvPr/>
          </p:nvSpPr>
          <p:spPr>
            <a:xfrm>
              <a:off x="286722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g3352"/>
            <p:cNvSpPr/>
            <p:nvPr/>
          </p:nvSpPr>
          <p:spPr>
            <a:xfrm>
              <a:off x="287886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g3353"/>
            <p:cNvSpPr/>
            <p:nvPr/>
          </p:nvSpPr>
          <p:spPr>
            <a:xfrm>
              <a:off x="289050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g3354"/>
            <p:cNvSpPr/>
            <p:nvPr/>
          </p:nvSpPr>
          <p:spPr>
            <a:xfrm>
              <a:off x="29021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g3355"/>
            <p:cNvSpPr/>
            <p:nvPr/>
          </p:nvSpPr>
          <p:spPr>
            <a:xfrm>
              <a:off x="291377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g3356"/>
            <p:cNvSpPr/>
            <p:nvPr/>
          </p:nvSpPr>
          <p:spPr>
            <a:xfrm>
              <a:off x="292541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g3357"/>
            <p:cNvSpPr/>
            <p:nvPr/>
          </p:nvSpPr>
          <p:spPr>
            <a:xfrm>
              <a:off x="29370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g3358"/>
            <p:cNvSpPr/>
            <p:nvPr/>
          </p:nvSpPr>
          <p:spPr>
            <a:xfrm>
              <a:off x="440335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g3359"/>
            <p:cNvSpPr/>
            <p:nvPr/>
          </p:nvSpPr>
          <p:spPr>
            <a:xfrm>
              <a:off x="441499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g3360"/>
            <p:cNvSpPr/>
            <p:nvPr/>
          </p:nvSpPr>
          <p:spPr>
            <a:xfrm>
              <a:off x="442663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g3361"/>
            <p:cNvSpPr/>
            <p:nvPr/>
          </p:nvSpPr>
          <p:spPr>
            <a:xfrm>
              <a:off x="443826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g3362"/>
            <p:cNvSpPr/>
            <p:nvPr/>
          </p:nvSpPr>
          <p:spPr>
            <a:xfrm>
              <a:off x="444990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g3363"/>
            <p:cNvSpPr/>
            <p:nvPr/>
          </p:nvSpPr>
          <p:spPr>
            <a:xfrm>
              <a:off x="446154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g3364"/>
            <p:cNvSpPr/>
            <p:nvPr/>
          </p:nvSpPr>
          <p:spPr>
            <a:xfrm>
              <a:off x="447317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g3365"/>
            <p:cNvSpPr/>
            <p:nvPr/>
          </p:nvSpPr>
          <p:spPr>
            <a:xfrm>
              <a:off x="448481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g3366"/>
            <p:cNvSpPr/>
            <p:nvPr/>
          </p:nvSpPr>
          <p:spPr>
            <a:xfrm>
              <a:off x="464773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g3367"/>
            <p:cNvSpPr/>
            <p:nvPr/>
          </p:nvSpPr>
          <p:spPr>
            <a:xfrm>
              <a:off x="465937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g3368"/>
            <p:cNvSpPr/>
            <p:nvPr/>
          </p:nvSpPr>
          <p:spPr>
            <a:xfrm>
              <a:off x="4671013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g3369"/>
            <p:cNvSpPr/>
            <p:nvPr/>
          </p:nvSpPr>
          <p:spPr>
            <a:xfrm>
              <a:off x="468265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g3370"/>
            <p:cNvSpPr/>
            <p:nvPr/>
          </p:nvSpPr>
          <p:spPr>
            <a:xfrm>
              <a:off x="4694288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g3371"/>
            <p:cNvSpPr/>
            <p:nvPr/>
          </p:nvSpPr>
          <p:spPr>
            <a:xfrm>
              <a:off x="285559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g3372"/>
            <p:cNvSpPr/>
            <p:nvPr/>
          </p:nvSpPr>
          <p:spPr>
            <a:xfrm>
              <a:off x="286722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g3373"/>
            <p:cNvSpPr/>
            <p:nvPr/>
          </p:nvSpPr>
          <p:spPr>
            <a:xfrm>
              <a:off x="287886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g3374"/>
            <p:cNvSpPr/>
            <p:nvPr/>
          </p:nvSpPr>
          <p:spPr>
            <a:xfrm>
              <a:off x="289050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g3375"/>
            <p:cNvSpPr/>
            <p:nvPr/>
          </p:nvSpPr>
          <p:spPr>
            <a:xfrm>
              <a:off x="29021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g3376"/>
            <p:cNvSpPr/>
            <p:nvPr/>
          </p:nvSpPr>
          <p:spPr>
            <a:xfrm>
              <a:off x="291377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g3377"/>
            <p:cNvSpPr/>
            <p:nvPr/>
          </p:nvSpPr>
          <p:spPr>
            <a:xfrm>
              <a:off x="292541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g3378"/>
            <p:cNvSpPr/>
            <p:nvPr/>
          </p:nvSpPr>
          <p:spPr>
            <a:xfrm>
              <a:off x="440335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g3379"/>
            <p:cNvSpPr/>
            <p:nvPr/>
          </p:nvSpPr>
          <p:spPr>
            <a:xfrm>
              <a:off x="441499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g3380"/>
            <p:cNvSpPr/>
            <p:nvPr/>
          </p:nvSpPr>
          <p:spPr>
            <a:xfrm>
              <a:off x="442663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g3381"/>
            <p:cNvSpPr/>
            <p:nvPr/>
          </p:nvSpPr>
          <p:spPr>
            <a:xfrm>
              <a:off x="443826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g3382"/>
            <p:cNvSpPr/>
            <p:nvPr/>
          </p:nvSpPr>
          <p:spPr>
            <a:xfrm>
              <a:off x="444990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g3383"/>
            <p:cNvSpPr/>
            <p:nvPr/>
          </p:nvSpPr>
          <p:spPr>
            <a:xfrm>
              <a:off x="446154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g3384"/>
            <p:cNvSpPr/>
            <p:nvPr/>
          </p:nvSpPr>
          <p:spPr>
            <a:xfrm>
              <a:off x="447317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g3385"/>
            <p:cNvSpPr/>
            <p:nvPr/>
          </p:nvSpPr>
          <p:spPr>
            <a:xfrm>
              <a:off x="448481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g3386"/>
            <p:cNvSpPr/>
            <p:nvPr/>
          </p:nvSpPr>
          <p:spPr>
            <a:xfrm>
              <a:off x="464773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g3387"/>
            <p:cNvSpPr/>
            <p:nvPr/>
          </p:nvSpPr>
          <p:spPr>
            <a:xfrm>
              <a:off x="465937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g3388"/>
            <p:cNvSpPr/>
            <p:nvPr/>
          </p:nvSpPr>
          <p:spPr>
            <a:xfrm>
              <a:off x="4671013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g3389"/>
            <p:cNvSpPr/>
            <p:nvPr/>
          </p:nvSpPr>
          <p:spPr>
            <a:xfrm>
              <a:off x="4682651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g3390"/>
            <p:cNvSpPr/>
            <p:nvPr/>
          </p:nvSpPr>
          <p:spPr>
            <a:xfrm>
              <a:off x="4694288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g3391"/>
            <p:cNvSpPr/>
            <p:nvPr/>
          </p:nvSpPr>
          <p:spPr>
            <a:xfrm>
              <a:off x="283231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g3392"/>
            <p:cNvSpPr/>
            <p:nvPr/>
          </p:nvSpPr>
          <p:spPr>
            <a:xfrm>
              <a:off x="284395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g3393"/>
            <p:cNvSpPr/>
            <p:nvPr/>
          </p:nvSpPr>
          <p:spPr>
            <a:xfrm>
              <a:off x="286722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g3394"/>
            <p:cNvSpPr/>
            <p:nvPr/>
          </p:nvSpPr>
          <p:spPr>
            <a:xfrm>
              <a:off x="287886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g3395"/>
            <p:cNvSpPr/>
            <p:nvPr/>
          </p:nvSpPr>
          <p:spPr>
            <a:xfrm>
              <a:off x="289050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g3396"/>
            <p:cNvSpPr/>
            <p:nvPr/>
          </p:nvSpPr>
          <p:spPr>
            <a:xfrm>
              <a:off x="29021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g3397"/>
            <p:cNvSpPr/>
            <p:nvPr/>
          </p:nvSpPr>
          <p:spPr>
            <a:xfrm>
              <a:off x="291377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g3398"/>
            <p:cNvSpPr/>
            <p:nvPr/>
          </p:nvSpPr>
          <p:spPr>
            <a:xfrm>
              <a:off x="4403355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g3399"/>
            <p:cNvSpPr/>
            <p:nvPr/>
          </p:nvSpPr>
          <p:spPr>
            <a:xfrm>
              <a:off x="441499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g3400"/>
            <p:cNvSpPr/>
            <p:nvPr/>
          </p:nvSpPr>
          <p:spPr>
            <a:xfrm>
              <a:off x="442663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g3401"/>
            <p:cNvSpPr/>
            <p:nvPr/>
          </p:nvSpPr>
          <p:spPr>
            <a:xfrm>
              <a:off x="443826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g3402"/>
            <p:cNvSpPr/>
            <p:nvPr/>
          </p:nvSpPr>
          <p:spPr>
            <a:xfrm>
              <a:off x="444990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g3403"/>
            <p:cNvSpPr/>
            <p:nvPr/>
          </p:nvSpPr>
          <p:spPr>
            <a:xfrm>
              <a:off x="446154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g3404"/>
            <p:cNvSpPr/>
            <p:nvPr/>
          </p:nvSpPr>
          <p:spPr>
            <a:xfrm>
              <a:off x="447317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g3405"/>
            <p:cNvSpPr/>
            <p:nvPr/>
          </p:nvSpPr>
          <p:spPr>
            <a:xfrm>
              <a:off x="448481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g3406"/>
            <p:cNvSpPr/>
            <p:nvPr/>
          </p:nvSpPr>
          <p:spPr>
            <a:xfrm>
              <a:off x="464773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g3407"/>
            <p:cNvSpPr/>
            <p:nvPr/>
          </p:nvSpPr>
          <p:spPr>
            <a:xfrm>
              <a:off x="465937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g3408"/>
            <p:cNvSpPr/>
            <p:nvPr/>
          </p:nvSpPr>
          <p:spPr>
            <a:xfrm>
              <a:off x="467101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g3409"/>
            <p:cNvSpPr/>
            <p:nvPr/>
          </p:nvSpPr>
          <p:spPr>
            <a:xfrm>
              <a:off x="4682651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g3410"/>
            <p:cNvSpPr/>
            <p:nvPr/>
          </p:nvSpPr>
          <p:spPr>
            <a:xfrm>
              <a:off x="4694288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g3411"/>
            <p:cNvSpPr/>
            <p:nvPr/>
          </p:nvSpPr>
          <p:spPr>
            <a:xfrm>
              <a:off x="282067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g3412"/>
            <p:cNvSpPr/>
            <p:nvPr/>
          </p:nvSpPr>
          <p:spPr>
            <a:xfrm>
              <a:off x="283231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g3413"/>
            <p:cNvSpPr/>
            <p:nvPr/>
          </p:nvSpPr>
          <p:spPr>
            <a:xfrm>
              <a:off x="284395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g3414"/>
            <p:cNvSpPr/>
            <p:nvPr/>
          </p:nvSpPr>
          <p:spPr>
            <a:xfrm>
              <a:off x="285559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g3415"/>
            <p:cNvSpPr/>
            <p:nvPr/>
          </p:nvSpPr>
          <p:spPr>
            <a:xfrm>
              <a:off x="286722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g3416"/>
            <p:cNvSpPr/>
            <p:nvPr/>
          </p:nvSpPr>
          <p:spPr>
            <a:xfrm>
              <a:off x="287886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g3417"/>
            <p:cNvSpPr/>
            <p:nvPr/>
          </p:nvSpPr>
          <p:spPr>
            <a:xfrm>
              <a:off x="289050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g3418"/>
            <p:cNvSpPr/>
            <p:nvPr/>
          </p:nvSpPr>
          <p:spPr>
            <a:xfrm>
              <a:off x="290213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g3419"/>
            <p:cNvSpPr/>
            <p:nvPr/>
          </p:nvSpPr>
          <p:spPr>
            <a:xfrm>
              <a:off x="291377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g3420"/>
            <p:cNvSpPr/>
            <p:nvPr/>
          </p:nvSpPr>
          <p:spPr>
            <a:xfrm>
              <a:off x="441499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g3421"/>
            <p:cNvSpPr/>
            <p:nvPr/>
          </p:nvSpPr>
          <p:spPr>
            <a:xfrm>
              <a:off x="442663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g3422"/>
            <p:cNvSpPr/>
            <p:nvPr/>
          </p:nvSpPr>
          <p:spPr>
            <a:xfrm>
              <a:off x="443826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g3423"/>
            <p:cNvSpPr/>
            <p:nvPr/>
          </p:nvSpPr>
          <p:spPr>
            <a:xfrm>
              <a:off x="444990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g3424"/>
            <p:cNvSpPr/>
            <p:nvPr/>
          </p:nvSpPr>
          <p:spPr>
            <a:xfrm>
              <a:off x="446154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g3425"/>
            <p:cNvSpPr/>
            <p:nvPr/>
          </p:nvSpPr>
          <p:spPr>
            <a:xfrm>
              <a:off x="447317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g3426"/>
            <p:cNvSpPr/>
            <p:nvPr/>
          </p:nvSpPr>
          <p:spPr>
            <a:xfrm>
              <a:off x="4659376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g3427"/>
            <p:cNvSpPr/>
            <p:nvPr/>
          </p:nvSpPr>
          <p:spPr>
            <a:xfrm>
              <a:off x="467101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g3428"/>
            <p:cNvSpPr/>
            <p:nvPr/>
          </p:nvSpPr>
          <p:spPr>
            <a:xfrm>
              <a:off x="4682651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g3429"/>
            <p:cNvSpPr/>
            <p:nvPr/>
          </p:nvSpPr>
          <p:spPr>
            <a:xfrm>
              <a:off x="469428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g3430"/>
            <p:cNvSpPr/>
            <p:nvPr/>
          </p:nvSpPr>
          <p:spPr>
            <a:xfrm>
              <a:off x="470592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g3431"/>
            <p:cNvSpPr/>
            <p:nvPr/>
          </p:nvSpPr>
          <p:spPr>
            <a:xfrm>
              <a:off x="282067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g3432"/>
            <p:cNvSpPr/>
            <p:nvPr/>
          </p:nvSpPr>
          <p:spPr>
            <a:xfrm>
              <a:off x="283231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g3433"/>
            <p:cNvSpPr/>
            <p:nvPr/>
          </p:nvSpPr>
          <p:spPr>
            <a:xfrm>
              <a:off x="284395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g3434"/>
            <p:cNvSpPr/>
            <p:nvPr/>
          </p:nvSpPr>
          <p:spPr>
            <a:xfrm>
              <a:off x="285559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g3435"/>
            <p:cNvSpPr/>
            <p:nvPr/>
          </p:nvSpPr>
          <p:spPr>
            <a:xfrm>
              <a:off x="286722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g3436"/>
            <p:cNvSpPr/>
            <p:nvPr/>
          </p:nvSpPr>
          <p:spPr>
            <a:xfrm>
              <a:off x="287886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g3437"/>
            <p:cNvSpPr/>
            <p:nvPr/>
          </p:nvSpPr>
          <p:spPr>
            <a:xfrm>
              <a:off x="289050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g3438"/>
            <p:cNvSpPr/>
            <p:nvPr/>
          </p:nvSpPr>
          <p:spPr>
            <a:xfrm>
              <a:off x="2902139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g3439"/>
            <p:cNvSpPr/>
            <p:nvPr/>
          </p:nvSpPr>
          <p:spPr>
            <a:xfrm>
              <a:off x="441499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g3440"/>
            <p:cNvSpPr/>
            <p:nvPr/>
          </p:nvSpPr>
          <p:spPr>
            <a:xfrm>
              <a:off x="442663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g3441"/>
            <p:cNvSpPr/>
            <p:nvPr/>
          </p:nvSpPr>
          <p:spPr>
            <a:xfrm>
              <a:off x="443826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g3442"/>
            <p:cNvSpPr/>
            <p:nvPr/>
          </p:nvSpPr>
          <p:spPr>
            <a:xfrm>
              <a:off x="4449904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g3443"/>
            <p:cNvSpPr/>
            <p:nvPr/>
          </p:nvSpPr>
          <p:spPr>
            <a:xfrm>
              <a:off x="446154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g3444"/>
            <p:cNvSpPr/>
            <p:nvPr/>
          </p:nvSpPr>
          <p:spPr>
            <a:xfrm>
              <a:off x="4659376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g3445"/>
            <p:cNvSpPr/>
            <p:nvPr/>
          </p:nvSpPr>
          <p:spPr>
            <a:xfrm>
              <a:off x="467101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g3446"/>
            <p:cNvSpPr/>
            <p:nvPr/>
          </p:nvSpPr>
          <p:spPr>
            <a:xfrm>
              <a:off x="4682651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g3447"/>
            <p:cNvSpPr/>
            <p:nvPr/>
          </p:nvSpPr>
          <p:spPr>
            <a:xfrm>
              <a:off x="469428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g3448"/>
            <p:cNvSpPr/>
            <p:nvPr/>
          </p:nvSpPr>
          <p:spPr>
            <a:xfrm>
              <a:off x="470592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g3449"/>
            <p:cNvSpPr/>
            <p:nvPr/>
          </p:nvSpPr>
          <p:spPr>
            <a:xfrm>
              <a:off x="282067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g3450"/>
            <p:cNvSpPr/>
            <p:nvPr/>
          </p:nvSpPr>
          <p:spPr>
            <a:xfrm>
              <a:off x="283231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g3451"/>
            <p:cNvSpPr/>
            <p:nvPr/>
          </p:nvSpPr>
          <p:spPr>
            <a:xfrm>
              <a:off x="284395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g3452"/>
            <p:cNvSpPr/>
            <p:nvPr/>
          </p:nvSpPr>
          <p:spPr>
            <a:xfrm>
              <a:off x="285559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g3453"/>
            <p:cNvSpPr/>
            <p:nvPr/>
          </p:nvSpPr>
          <p:spPr>
            <a:xfrm>
              <a:off x="286722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g3454"/>
            <p:cNvSpPr/>
            <p:nvPr/>
          </p:nvSpPr>
          <p:spPr>
            <a:xfrm>
              <a:off x="287886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g3455"/>
            <p:cNvSpPr/>
            <p:nvPr/>
          </p:nvSpPr>
          <p:spPr>
            <a:xfrm>
              <a:off x="289050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g3456"/>
            <p:cNvSpPr/>
            <p:nvPr/>
          </p:nvSpPr>
          <p:spPr>
            <a:xfrm>
              <a:off x="290213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g3457"/>
            <p:cNvSpPr/>
            <p:nvPr/>
          </p:nvSpPr>
          <p:spPr>
            <a:xfrm>
              <a:off x="441499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g3458"/>
            <p:cNvSpPr/>
            <p:nvPr/>
          </p:nvSpPr>
          <p:spPr>
            <a:xfrm>
              <a:off x="442663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g3459"/>
            <p:cNvSpPr/>
            <p:nvPr/>
          </p:nvSpPr>
          <p:spPr>
            <a:xfrm>
              <a:off x="443826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g3460"/>
            <p:cNvSpPr/>
            <p:nvPr/>
          </p:nvSpPr>
          <p:spPr>
            <a:xfrm>
              <a:off x="444990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g3461"/>
            <p:cNvSpPr/>
            <p:nvPr/>
          </p:nvSpPr>
          <p:spPr>
            <a:xfrm>
              <a:off x="446154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g3462"/>
            <p:cNvSpPr/>
            <p:nvPr/>
          </p:nvSpPr>
          <p:spPr>
            <a:xfrm>
              <a:off x="447317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g3463"/>
            <p:cNvSpPr/>
            <p:nvPr/>
          </p:nvSpPr>
          <p:spPr>
            <a:xfrm>
              <a:off x="467101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g3464"/>
            <p:cNvSpPr/>
            <p:nvPr/>
          </p:nvSpPr>
          <p:spPr>
            <a:xfrm>
              <a:off x="4682651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g3465"/>
            <p:cNvSpPr/>
            <p:nvPr/>
          </p:nvSpPr>
          <p:spPr>
            <a:xfrm>
              <a:off x="469428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g3466"/>
            <p:cNvSpPr/>
            <p:nvPr/>
          </p:nvSpPr>
          <p:spPr>
            <a:xfrm>
              <a:off x="470592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g3467"/>
            <p:cNvSpPr/>
            <p:nvPr/>
          </p:nvSpPr>
          <p:spPr>
            <a:xfrm>
              <a:off x="471756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g3468"/>
            <p:cNvSpPr/>
            <p:nvPr/>
          </p:nvSpPr>
          <p:spPr>
            <a:xfrm>
              <a:off x="283231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g3469"/>
            <p:cNvSpPr/>
            <p:nvPr/>
          </p:nvSpPr>
          <p:spPr>
            <a:xfrm>
              <a:off x="284395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g3470"/>
            <p:cNvSpPr/>
            <p:nvPr/>
          </p:nvSpPr>
          <p:spPr>
            <a:xfrm>
              <a:off x="285559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g3471"/>
            <p:cNvSpPr/>
            <p:nvPr/>
          </p:nvSpPr>
          <p:spPr>
            <a:xfrm>
              <a:off x="286722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g3472"/>
            <p:cNvSpPr/>
            <p:nvPr/>
          </p:nvSpPr>
          <p:spPr>
            <a:xfrm>
              <a:off x="287886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g3473"/>
            <p:cNvSpPr/>
            <p:nvPr/>
          </p:nvSpPr>
          <p:spPr>
            <a:xfrm>
              <a:off x="289050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g3474"/>
            <p:cNvSpPr/>
            <p:nvPr/>
          </p:nvSpPr>
          <p:spPr>
            <a:xfrm>
              <a:off x="442663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g3475"/>
            <p:cNvSpPr/>
            <p:nvPr/>
          </p:nvSpPr>
          <p:spPr>
            <a:xfrm>
              <a:off x="443826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g3476"/>
            <p:cNvSpPr/>
            <p:nvPr/>
          </p:nvSpPr>
          <p:spPr>
            <a:xfrm>
              <a:off x="4449904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g3477"/>
            <p:cNvSpPr/>
            <p:nvPr/>
          </p:nvSpPr>
          <p:spPr>
            <a:xfrm>
              <a:off x="446154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g3478"/>
            <p:cNvSpPr/>
            <p:nvPr/>
          </p:nvSpPr>
          <p:spPr>
            <a:xfrm>
              <a:off x="4473179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g3479"/>
            <p:cNvSpPr/>
            <p:nvPr/>
          </p:nvSpPr>
          <p:spPr>
            <a:xfrm>
              <a:off x="467101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g3480"/>
            <p:cNvSpPr/>
            <p:nvPr/>
          </p:nvSpPr>
          <p:spPr>
            <a:xfrm>
              <a:off x="4682651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g3481"/>
            <p:cNvSpPr/>
            <p:nvPr/>
          </p:nvSpPr>
          <p:spPr>
            <a:xfrm>
              <a:off x="469428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g3482"/>
            <p:cNvSpPr/>
            <p:nvPr/>
          </p:nvSpPr>
          <p:spPr>
            <a:xfrm>
              <a:off x="470592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g3483"/>
            <p:cNvSpPr/>
            <p:nvPr/>
          </p:nvSpPr>
          <p:spPr>
            <a:xfrm>
              <a:off x="471756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g3484"/>
            <p:cNvSpPr/>
            <p:nvPr/>
          </p:nvSpPr>
          <p:spPr>
            <a:xfrm>
              <a:off x="472920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g3485"/>
            <p:cNvSpPr/>
            <p:nvPr/>
          </p:nvSpPr>
          <p:spPr>
            <a:xfrm>
              <a:off x="283231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g3486"/>
            <p:cNvSpPr/>
            <p:nvPr/>
          </p:nvSpPr>
          <p:spPr>
            <a:xfrm>
              <a:off x="284395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g3487"/>
            <p:cNvSpPr/>
            <p:nvPr/>
          </p:nvSpPr>
          <p:spPr>
            <a:xfrm>
              <a:off x="285559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g3488"/>
            <p:cNvSpPr/>
            <p:nvPr/>
          </p:nvSpPr>
          <p:spPr>
            <a:xfrm>
              <a:off x="286722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g3489"/>
            <p:cNvSpPr/>
            <p:nvPr/>
          </p:nvSpPr>
          <p:spPr>
            <a:xfrm>
              <a:off x="287886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g3490"/>
            <p:cNvSpPr/>
            <p:nvPr/>
          </p:nvSpPr>
          <p:spPr>
            <a:xfrm>
              <a:off x="289050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g3491"/>
            <p:cNvSpPr/>
            <p:nvPr/>
          </p:nvSpPr>
          <p:spPr>
            <a:xfrm>
              <a:off x="443826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g3492"/>
            <p:cNvSpPr/>
            <p:nvPr/>
          </p:nvSpPr>
          <p:spPr>
            <a:xfrm>
              <a:off x="444990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g3493"/>
            <p:cNvSpPr/>
            <p:nvPr/>
          </p:nvSpPr>
          <p:spPr>
            <a:xfrm>
              <a:off x="446154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g3494"/>
            <p:cNvSpPr/>
            <p:nvPr/>
          </p:nvSpPr>
          <p:spPr>
            <a:xfrm>
              <a:off x="4473179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g3495"/>
            <p:cNvSpPr/>
            <p:nvPr/>
          </p:nvSpPr>
          <p:spPr>
            <a:xfrm>
              <a:off x="448481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g3496"/>
            <p:cNvSpPr/>
            <p:nvPr/>
          </p:nvSpPr>
          <p:spPr>
            <a:xfrm>
              <a:off x="449645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g3497"/>
            <p:cNvSpPr/>
            <p:nvPr/>
          </p:nvSpPr>
          <p:spPr>
            <a:xfrm>
              <a:off x="450809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g3498"/>
            <p:cNvSpPr/>
            <p:nvPr/>
          </p:nvSpPr>
          <p:spPr>
            <a:xfrm>
              <a:off x="451972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g3499"/>
            <p:cNvSpPr/>
            <p:nvPr/>
          </p:nvSpPr>
          <p:spPr>
            <a:xfrm>
              <a:off x="468265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g3500"/>
            <p:cNvSpPr/>
            <p:nvPr/>
          </p:nvSpPr>
          <p:spPr>
            <a:xfrm>
              <a:off x="469428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g3501"/>
            <p:cNvSpPr/>
            <p:nvPr/>
          </p:nvSpPr>
          <p:spPr>
            <a:xfrm>
              <a:off x="470592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g3502"/>
            <p:cNvSpPr/>
            <p:nvPr/>
          </p:nvSpPr>
          <p:spPr>
            <a:xfrm>
              <a:off x="471756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g3503"/>
            <p:cNvSpPr/>
            <p:nvPr/>
          </p:nvSpPr>
          <p:spPr>
            <a:xfrm>
              <a:off x="472920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g3504"/>
            <p:cNvSpPr/>
            <p:nvPr/>
          </p:nvSpPr>
          <p:spPr>
            <a:xfrm>
              <a:off x="284395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g3505"/>
            <p:cNvSpPr/>
            <p:nvPr/>
          </p:nvSpPr>
          <p:spPr>
            <a:xfrm>
              <a:off x="285559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g3506"/>
            <p:cNvSpPr/>
            <p:nvPr/>
          </p:nvSpPr>
          <p:spPr>
            <a:xfrm>
              <a:off x="286722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g3507"/>
            <p:cNvSpPr/>
            <p:nvPr/>
          </p:nvSpPr>
          <p:spPr>
            <a:xfrm>
              <a:off x="287886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g3508"/>
            <p:cNvSpPr/>
            <p:nvPr/>
          </p:nvSpPr>
          <p:spPr>
            <a:xfrm>
              <a:off x="289050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g3509"/>
            <p:cNvSpPr/>
            <p:nvPr/>
          </p:nvSpPr>
          <p:spPr>
            <a:xfrm>
              <a:off x="443826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g3510"/>
            <p:cNvSpPr/>
            <p:nvPr/>
          </p:nvSpPr>
          <p:spPr>
            <a:xfrm>
              <a:off x="444990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g3511"/>
            <p:cNvSpPr/>
            <p:nvPr/>
          </p:nvSpPr>
          <p:spPr>
            <a:xfrm>
              <a:off x="446154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g3512"/>
            <p:cNvSpPr/>
            <p:nvPr/>
          </p:nvSpPr>
          <p:spPr>
            <a:xfrm>
              <a:off x="4473179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g3513"/>
            <p:cNvSpPr/>
            <p:nvPr/>
          </p:nvSpPr>
          <p:spPr>
            <a:xfrm>
              <a:off x="448481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g3514"/>
            <p:cNvSpPr/>
            <p:nvPr/>
          </p:nvSpPr>
          <p:spPr>
            <a:xfrm>
              <a:off x="449645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g3515"/>
            <p:cNvSpPr/>
            <p:nvPr/>
          </p:nvSpPr>
          <p:spPr>
            <a:xfrm>
              <a:off x="450809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g3516"/>
            <p:cNvSpPr/>
            <p:nvPr/>
          </p:nvSpPr>
          <p:spPr>
            <a:xfrm>
              <a:off x="451972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g3517"/>
            <p:cNvSpPr/>
            <p:nvPr/>
          </p:nvSpPr>
          <p:spPr>
            <a:xfrm>
              <a:off x="453136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g3518"/>
            <p:cNvSpPr/>
            <p:nvPr/>
          </p:nvSpPr>
          <p:spPr>
            <a:xfrm>
              <a:off x="468265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g3519"/>
            <p:cNvSpPr/>
            <p:nvPr/>
          </p:nvSpPr>
          <p:spPr>
            <a:xfrm>
              <a:off x="469428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g3520"/>
            <p:cNvSpPr/>
            <p:nvPr/>
          </p:nvSpPr>
          <p:spPr>
            <a:xfrm>
              <a:off x="470592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g3521"/>
            <p:cNvSpPr/>
            <p:nvPr/>
          </p:nvSpPr>
          <p:spPr>
            <a:xfrm>
              <a:off x="471756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g3522"/>
            <p:cNvSpPr/>
            <p:nvPr/>
          </p:nvSpPr>
          <p:spPr>
            <a:xfrm>
              <a:off x="472920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g3523"/>
            <p:cNvSpPr/>
            <p:nvPr/>
          </p:nvSpPr>
          <p:spPr>
            <a:xfrm>
              <a:off x="284395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g3524"/>
            <p:cNvSpPr/>
            <p:nvPr/>
          </p:nvSpPr>
          <p:spPr>
            <a:xfrm>
              <a:off x="285559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g3525"/>
            <p:cNvSpPr/>
            <p:nvPr/>
          </p:nvSpPr>
          <p:spPr>
            <a:xfrm>
              <a:off x="286722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g3526"/>
            <p:cNvSpPr/>
            <p:nvPr/>
          </p:nvSpPr>
          <p:spPr>
            <a:xfrm>
              <a:off x="287886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g3527"/>
            <p:cNvSpPr/>
            <p:nvPr/>
          </p:nvSpPr>
          <p:spPr>
            <a:xfrm>
              <a:off x="289050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g3528"/>
            <p:cNvSpPr/>
            <p:nvPr/>
          </p:nvSpPr>
          <p:spPr>
            <a:xfrm>
              <a:off x="444990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g3529"/>
            <p:cNvSpPr/>
            <p:nvPr/>
          </p:nvSpPr>
          <p:spPr>
            <a:xfrm>
              <a:off x="446154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g3530"/>
            <p:cNvSpPr/>
            <p:nvPr/>
          </p:nvSpPr>
          <p:spPr>
            <a:xfrm>
              <a:off x="4473179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g3531"/>
            <p:cNvSpPr/>
            <p:nvPr/>
          </p:nvSpPr>
          <p:spPr>
            <a:xfrm>
              <a:off x="448481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g3532"/>
            <p:cNvSpPr/>
            <p:nvPr/>
          </p:nvSpPr>
          <p:spPr>
            <a:xfrm>
              <a:off x="449645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g3533"/>
            <p:cNvSpPr/>
            <p:nvPr/>
          </p:nvSpPr>
          <p:spPr>
            <a:xfrm>
              <a:off x="4508091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g3534"/>
            <p:cNvSpPr/>
            <p:nvPr/>
          </p:nvSpPr>
          <p:spPr>
            <a:xfrm>
              <a:off x="451972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g3535"/>
            <p:cNvSpPr/>
            <p:nvPr/>
          </p:nvSpPr>
          <p:spPr>
            <a:xfrm>
              <a:off x="453136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g3536"/>
            <p:cNvSpPr/>
            <p:nvPr/>
          </p:nvSpPr>
          <p:spPr>
            <a:xfrm>
              <a:off x="469428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g3537"/>
            <p:cNvSpPr/>
            <p:nvPr/>
          </p:nvSpPr>
          <p:spPr>
            <a:xfrm>
              <a:off x="470592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g3538"/>
            <p:cNvSpPr/>
            <p:nvPr/>
          </p:nvSpPr>
          <p:spPr>
            <a:xfrm>
              <a:off x="471756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g3539"/>
            <p:cNvSpPr/>
            <p:nvPr/>
          </p:nvSpPr>
          <p:spPr>
            <a:xfrm>
              <a:off x="472920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g3540"/>
            <p:cNvSpPr/>
            <p:nvPr/>
          </p:nvSpPr>
          <p:spPr>
            <a:xfrm>
              <a:off x="474083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g3541"/>
            <p:cNvSpPr/>
            <p:nvPr/>
          </p:nvSpPr>
          <p:spPr>
            <a:xfrm>
              <a:off x="284395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g3542"/>
            <p:cNvSpPr/>
            <p:nvPr/>
          </p:nvSpPr>
          <p:spPr>
            <a:xfrm>
              <a:off x="285559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g3543"/>
            <p:cNvSpPr/>
            <p:nvPr/>
          </p:nvSpPr>
          <p:spPr>
            <a:xfrm>
              <a:off x="286722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g3544"/>
            <p:cNvSpPr/>
            <p:nvPr/>
          </p:nvSpPr>
          <p:spPr>
            <a:xfrm>
              <a:off x="287886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g3545"/>
            <p:cNvSpPr/>
            <p:nvPr/>
          </p:nvSpPr>
          <p:spPr>
            <a:xfrm>
              <a:off x="289050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g3546"/>
            <p:cNvSpPr/>
            <p:nvPr/>
          </p:nvSpPr>
          <p:spPr>
            <a:xfrm>
              <a:off x="446154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g3547"/>
            <p:cNvSpPr/>
            <p:nvPr/>
          </p:nvSpPr>
          <p:spPr>
            <a:xfrm>
              <a:off x="4473179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g3548"/>
            <p:cNvSpPr/>
            <p:nvPr/>
          </p:nvSpPr>
          <p:spPr>
            <a:xfrm>
              <a:off x="448481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g3549"/>
            <p:cNvSpPr/>
            <p:nvPr/>
          </p:nvSpPr>
          <p:spPr>
            <a:xfrm>
              <a:off x="4496454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g3550"/>
            <p:cNvSpPr/>
            <p:nvPr/>
          </p:nvSpPr>
          <p:spPr>
            <a:xfrm>
              <a:off x="4508091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g3551"/>
            <p:cNvSpPr/>
            <p:nvPr/>
          </p:nvSpPr>
          <p:spPr>
            <a:xfrm>
              <a:off x="451972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g3552"/>
            <p:cNvSpPr/>
            <p:nvPr/>
          </p:nvSpPr>
          <p:spPr>
            <a:xfrm>
              <a:off x="453136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g3553"/>
            <p:cNvSpPr/>
            <p:nvPr/>
          </p:nvSpPr>
          <p:spPr>
            <a:xfrm>
              <a:off x="454300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g3554"/>
            <p:cNvSpPr/>
            <p:nvPr/>
          </p:nvSpPr>
          <p:spPr>
            <a:xfrm>
              <a:off x="469428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g3555"/>
            <p:cNvSpPr/>
            <p:nvPr/>
          </p:nvSpPr>
          <p:spPr>
            <a:xfrm>
              <a:off x="470592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g3556"/>
            <p:cNvSpPr/>
            <p:nvPr/>
          </p:nvSpPr>
          <p:spPr>
            <a:xfrm>
              <a:off x="471756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g3557"/>
            <p:cNvSpPr/>
            <p:nvPr/>
          </p:nvSpPr>
          <p:spPr>
            <a:xfrm>
              <a:off x="472920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g3558"/>
            <p:cNvSpPr/>
            <p:nvPr/>
          </p:nvSpPr>
          <p:spPr>
            <a:xfrm>
              <a:off x="474083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g3559"/>
            <p:cNvSpPr/>
            <p:nvPr/>
          </p:nvSpPr>
          <p:spPr>
            <a:xfrm>
              <a:off x="285559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g3560"/>
            <p:cNvSpPr/>
            <p:nvPr/>
          </p:nvSpPr>
          <p:spPr>
            <a:xfrm>
              <a:off x="286722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g3561"/>
            <p:cNvSpPr/>
            <p:nvPr/>
          </p:nvSpPr>
          <p:spPr>
            <a:xfrm>
              <a:off x="287886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g3562"/>
            <p:cNvSpPr/>
            <p:nvPr/>
          </p:nvSpPr>
          <p:spPr>
            <a:xfrm>
              <a:off x="2890502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g3563"/>
            <p:cNvSpPr/>
            <p:nvPr/>
          </p:nvSpPr>
          <p:spPr>
            <a:xfrm>
              <a:off x="4473179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g3564"/>
            <p:cNvSpPr/>
            <p:nvPr/>
          </p:nvSpPr>
          <p:spPr>
            <a:xfrm>
              <a:off x="448481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g3565"/>
            <p:cNvSpPr/>
            <p:nvPr/>
          </p:nvSpPr>
          <p:spPr>
            <a:xfrm>
              <a:off x="4496454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g3566"/>
            <p:cNvSpPr/>
            <p:nvPr/>
          </p:nvSpPr>
          <p:spPr>
            <a:xfrm>
              <a:off x="4508091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g3567"/>
            <p:cNvSpPr/>
            <p:nvPr/>
          </p:nvSpPr>
          <p:spPr>
            <a:xfrm>
              <a:off x="451972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g3568"/>
            <p:cNvSpPr/>
            <p:nvPr/>
          </p:nvSpPr>
          <p:spPr>
            <a:xfrm>
              <a:off x="453136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g3569"/>
            <p:cNvSpPr/>
            <p:nvPr/>
          </p:nvSpPr>
          <p:spPr>
            <a:xfrm>
              <a:off x="454300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g3570"/>
            <p:cNvSpPr/>
            <p:nvPr/>
          </p:nvSpPr>
          <p:spPr>
            <a:xfrm>
              <a:off x="455464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g3571"/>
            <p:cNvSpPr/>
            <p:nvPr/>
          </p:nvSpPr>
          <p:spPr>
            <a:xfrm>
              <a:off x="469428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g3572"/>
            <p:cNvSpPr/>
            <p:nvPr/>
          </p:nvSpPr>
          <p:spPr>
            <a:xfrm>
              <a:off x="470592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g3573"/>
            <p:cNvSpPr/>
            <p:nvPr/>
          </p:nvSpPr>
          <p:spPr>
            <a:xfrm>
              <a:off x="471756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g3574"/>
            <p:cNvSpPr/>
            <p:nvPr/>
          </p:nvSpPr>
          <p:spPr>
            <a:xfrm>
              <a:off x="472920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g3575"/>
            <p:cNvSpPr/>
            <p:nvPr/>
          </p:nvSpPr>
          <p:spPr>
            <a:xfrm>
              <a:off x="474083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g3576"/>
            <p:cNvSpPr/>
            <p:nvPr/>
          </p:nvSpPr>
          <p:spPr>
            <a:xfrm>
              <a:off x="285559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g3577"/>
            <p:cNvSpPr/>
            <p:nvPr/>
          </p:nvSpPr>
          <p:spPr>
            <a:xfrm>
              <a:off x="286722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g3578"/>
            <p:cNvSpPr/>
            <p:nvPr/>
          </p:nvSpPr>
          <p:spPr>
            <a:xfrm>
              <a:off x="287886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g3579"/>
            <p:cNvSpPr/>
            <p:nvPr/>
          </p:nvSpPr>
          <p:spPr>
            <a:xfrm>
              <a:off x="2890502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g3580"/>
            <p:cNvSpPr/>
            <p:nvPr/>
          </p:nvSpPr>
          <p:spPr>
            <a:xfrm>
              <a:off x="448481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g3581"/>
            <p:cNvSpPr/>
            <p:nvPr/>
          </p:nvSpPr>
          <p:spPr>
            <a:xfrm>
              <a:off x="4496454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g3582"/>
            <p:cNvSpPr/>
            <p:nvPr/>
          </p:nvSpPr>
          <p:spPr>
            <a:xfrm>
              <a:off x="4508091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g3583"/>
            <p:cNvSpPr/>
            <p:nvPr/>
          </p:nvSpPr>
          <p:spPr>
            <a:xfrm>
              <a:off x="451972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g3584"/>
            <p:cNvSpPr/>
            <p:nvPr/>
          </p:nvSpPr>
          <p:spPr>
            <a:xfrm>
              <a:off x="453136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g3585"/>
            <p:cNvSpPr/>
            <p:nvPr/>
          </p:nvSpPr>
          <p:spPr>
            <a:xfrm>
              <a:off x="454300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g3586"/>
            <p:cNvSpPr/>
            <p:nvPr/>
          </p:nvSpPr>
          <p:spPr>
            <a:xfrm>
              <a:off x="469428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g3587"/>
            <p:cNvSpPr/>
            <p:nvPr/>
          </p:nvSpPr>
          <p:spPr>
            <a:xfrm>
              <a:off x="470592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g3588"/>
            <p:cNvSpPr/>
            <p:nvPr/>
          </p:nvSpPr>
          <p:spPr>
            <a:xfrm>
              <a:off x="471756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g3589"/>
            <p:cNvSpPr/>
            <p:nvPr/>
          </p:nvSpPr>
          <p:spPr>
            <a:xfrm>
              <a:off x="472920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g3590"/>
            <p:cNvSpPr/>
            <p:nvPr/>
          </p:nvSpPr>
          <p:spPr>
            <a:xfrm>
              <a:off x="474083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g3591"/>
            <p:cNvSpPr/>
            <p:nvPr/>
          </p:nvSpPr>
          <p:spPr>
            <a:xfrm>
              <a:off x="285559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g3592"/>
            <p:cNvSpPr/>
            <p:nvPr/>
          </p:nvSpPr>
          <p:spPr>
            <a:xfrm>
              <a:off x="286722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g3593"/>
            <p:cNvSpPr/>
            <p:nvPr/>
          </p:nvSpPr>
          <p:spPr>
            <a:xfrm>
              <a:off x="287886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g3594"/>
            <p:cNvSpPr/>
            <p:nvPr/>
          </p:nvSpPr>
          <p:spPr>
            <a:xfrm>
              <a:off x="2890502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g3595"/>
            <p:cNvSpPr/>
            <p:nvPr/>
          </p:nvSpPr>
          <p:spPr>
            <a:xfrm>
              <a:off x="2902139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g3596"/>
            <p:cNvSpPr/>
            <p:nvPr/>
          </p:nvSpPr>
          <p:spPr>
            <a:xfrm>
              <a:off x="448481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g3597"/>
            <p:cNvSpPr/>
            <p:nvPr/>
          </p:nvSpPr>
          <p:spPr>
            <a:xfrm>
              <a:off x="4496454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g3598"/>
            <p:cNvSpPr/>
            <p:nvPr/>
          </p:nvSpPr>
          <p:spPr>
            <a:xfrm>
              <a:off x="4508091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g3599"/>
            <p:cNvSpPr/>
            <p:nvPr/>
          </p:nvSpPr>
          <p:spPr>
            <a:xfrm>
              <a:off x="451972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g3600"/>
            <p:cNvSpPr/>
            <p:nvPr/>
          </p:nvSpPr>
          <p:spPr>
            <a:xfrm>
              <a:off x="453136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g3601"/>
            <p:cNvSpPr/>
            <p:nvPr/>
          </p:nvSpPr>
          <p:spPr>
            <a:xfrm>
              <a:off x="454300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g3602"/>
            <p:cNvSpPr/>
            <p:nvPr/>
          </p:nvSpPr>
          <p:spPr>
            <a:xfrm>
              <a:off x="469428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g3603"/>
            <p:cNvSpPr/>
            <p:nvPr/>
          </p:nvSpPr>
          <p:spPr>
            <a:xfrm>
              <a:off x="470592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g3604"/>
            <p:cNvSpPr/>
            <p:nvPr/>
          </p:nvSpPr>
          <p:spPr>
            <a:xfrm>
              <a:off x="471756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g3605"/>
            <p:cNvSpPr/>
            <p:nvPr/>
          </p:nvSpPr>
          <p:spPr>
            <a:xfrm>
              <a:off x="472920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g3606"/>
            <p:cNvSpPr/>
            <p:nvPr/>
          </p:nvSpPr>
          <p:spPr>
            <a:xfrm>
              <a:off x="474083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g3607"/>
            <p:cNvSpPr/>
            <p:nvPr/>
          </p:nvSpPr>
          <p:spPr>
            <a:xfrm>
              <a:off x="285559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g3608"/>
            <p:cNvSpPr/>
            <p:nvPr/>
          </p:nvSpPr>
          <p:spPr>
            <a:xfrm>
              <a:off x="2867227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g3609"/>
            <p:cNvSpPr/>
            <p:nvPr/>
          </p:nvSpPr>
          <p:spPr>
            <a:xfrm>
              <a:off x="287886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g3610"/>
            <p:cNvSpPr/>
            <p:nvPr/>
          </p:nvSpPr>
          <p:spPr>
            <a:xfrm>
              <a:off x="2890502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g3611"/>
            <p:cNvSpPr/>
            <p:nvPr/>
          </p:nvSpPr>
          <p:spPr>
            <a:xfrm>
              <a:off x="2902139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g3612"/>
            <p:cNvSpPr/>
            <p:nvPr/>
          </p:nvSpPr>
          <p:spPr>
            <a:xfrm>
              <a:off x="4496454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g3613"/>
            <p:cNvSpPr/>
            <p:nvPr/>
          </p:nvSpPr>
          <p:spPr>
            <a:xfrm>
              <a:off x="4508091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g3614"/>
            <p:cNvSpPr/>
            <p:nvPr/>
          </p:nvSpPr>
          <p:spPr>
            <a:xfrm>
              <a:off x="451972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g3615"/>
            <p:cNvSpPr/>
            <p:nvPr/>
          </p:nvSpPr>
          <p:spPr>
            <a:xfrm>
              <a:off x="4531366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g3616"/>
            <p:cNvSpPr/>
            <p:nvPr/>
          </p:nvSpPr>
          <p:spPr>
            <a:xfrm>
              <a:off x="454300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g3617"/>
            <p:cNvSpPr/>
            <p:nvPr/>
          </p:nvSpPr>
          <p:spPr>
            <a:xfrm>
              <a:off x="469428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g3618"/>
            <p:cNvSpPr/>
            <p:nvPr/>
          </p:nvSpPr>
          <p:spPr>
            <a:xfrm>
              <a:off x="470592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g3619"/>
            <p:cNvSpPr/>
            <p:nvPr/>
          </p:nvSpPr>
          <p:spPr>
            <a:xfrm>
              <a:off x="471756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g3620"/>
            <p:cNvSpPr/>
            <p:nvPr/>
          </p:nvSpPr>
          <p:spPr>
            <a:xfrm>
              <a:off x="472920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g3621"/>
            <p:cNvSpPr/>
            <p:nvPr/>
          </p:nvSpPr>
          <p:spPr>
            <a:xfrm>
              <a:off x="286722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g3622"/>
            <p:cNvSpPr/>
            <p:nvPr/>
          </p:nvSpPr>
          <p:spPr>
            <a:xfrm>
              <a:off x="287886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g3623"/>
            <p:cNvSpPr/>
            <p:nvPr/>
          </p:nvSpPr>
          <p:spPr>
            <a:xfrm>
              <a:off x="2890502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g3624"/>
            <p:cNvSpPr/>
            <p:nvPr/>
          </p:nvSpPr>
          <p:spPr>
            <a:xfrm>
              <a:off x="2902139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g3625"/>
            <p:cNvSpPr/>
            <p:nvPr/>
          </p:nvSpPr>
          <p:spPr>
            <a:xfrm>
              <a:off x="291377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g3626"/>
            <p:cNvSpPr/>
            <p:nvPr/>
          </p:nvSpPr>
          <p:spPr>
            <a:xfrm>
              <a:off x="4508091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g3627"/>
            <p:cNvSpPr/>
            <p:nvPr/>
          </p:nvSpPr>
          <p:spPr>
            <a:xfrm>
              <a:off x="451972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g3628"/>
            <p:cNvSpPr/>
            <p:nvPr/>
          </p:nvSpPr>
          <p:spPr>
            <a:xfrm>
              <a:off x="4531366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g3629"/>
            <p:cNvSpPr/>
            <p:nvPr/>
          </p:nvSpPr>
          <p:spPr>
            <a:xfrm>
              <a:off x="454300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g3630"/>
            <p:cNvSpPr/>
            <p:nvPr/>
          </p:nvSpPr>
          <p:spPr>
            <a:xfrm>
              <a:off x="455464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g3631"/>
            <p:cNvSpPr/>
            <p:nvPr/>
          </p:nvSpPr>
          <p:spPr>
            <a:xfrm>
              <a:off x="469428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g3632"/>
            <p:cNvSpPr/>
            <p:nvPr/>
          </p:nvSpPr>
          <p:spPr>
            <a:xfrm>
              <a:off x="470592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g3633"/>
            <p:cNvSpPr/>
            <p:nvPr/>
          </p:nvSpPr>
          <p:spPr>
            <a:xfrm>
              <a:off x="471756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g3634"/>
            <p:cNvSpPr/>
            <p:nvPr/>
          </p:nvSpPr>
          <p:spPr>
            <a:xfrm>
              <a:off x="472920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g3635"/>
            <p:cNvSpPr/>
            <p:nvPr/>
          </p:nvSpPr>
          <p:spPr>
            <a:xfrm>
              <a:off x="286722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g3636"/>
            <p:cNvSpPr/>
            <p:nvPr/>
          </p:nvSpPr>
          <p:spPr>
            <a:xfrm>
              <a:off x="287886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g3637"/>
            <p:cNvSpPr/>
            <p:nvPr/>
          </p:nvSpPr>
          <p:spPr>
            <a:xfrm>
              <a:off x="2890502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g3638"/>
            <p:cNvSpPr/>
            <p:nvPr/>
          </p:nvSpPr>
          <p:spPr>
            <a:xfrm>
              <a:off x="2902139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g3639"/>
            <p:cNvSpPr/>
            <p:nvPr/>
          </p:nvSpPr>
          <p:spPr>
            <a:xfrm>
              <a:off x="291377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g3640"/>
            <p:cNvSpPr/>
            <p:nvPr/>
          </p:nvSpPr>
          <p:spPr>
            <a:xfrm>
              <a:off x="2925414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g3641"/>
            <p:cNvSpPr/>
            <p:nvPr/>
          </p:nvSpPr>
          <p:spPr>
            <a:xfrm>
              <a:off x="4508091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g3642"/>
            <p:cNvSpPr/>
            <p:nvPr/>
          </p:nvSpPr>
          <p:spPr>
            <a:xfrm>
              <a:off x="451972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g3643"/>
            <p:cNvSpPr/>
            <p:nvPr/>
          </p:nvSpPr>
          <p:spPr>
            <a:xfrm>
              <a:off x="4531366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g3644"/>
            <p:cNvSpPr/>
            <p:nvPr/>
          </p:nvSpPr>
          <p:spPr>
            <a:xfrm>
              <a:off x="454300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g3645"/>
            <p:cNvSpPr/>
            <p:nvPr/>
          </p:nvSpPr>
          <p:spPr>
            <a:xfrm>
              <a:off x="455464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g3646"/>
            <p:cNvSpPr/>
            <p:nvPr/>
          </p:nvSpPr>
          <p:spPr>
            <a:xfrm>
              <a:off x="469428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g3647"/>
            <p:cNvSpPr/>
            <p:nvPr/>
          </p:nvSpPr>
          <p:spPr>
            <a:xfrm>
              <a:off x="470592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g3648"/>
            <p:cNvSpPr/>
            <p:nvPr/>
          </p:nvSpPr>
          <p:spPr>
            <a:xfrm>
              <a:off x="471756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g3649"/>
            <p:cNvSpPr/>
            <p:nvPr/>
          </p:nvSpPr>
          <p:spPr>
            <a:xfrm>
              <a:off x="472920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g3650"/>
            <p:cNvSpPr/>
            <p:nvPr/>
          </p:nvSpPr>
          <p:spPr>
            <a:xfrm>
              <a:off x="287886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g3651"/>
            <p:cNvSpPr/>
            <p:nvPr/>
          </p:nvSpPr>
          <p:spPr>
            <a:xfrm>
              <a:off x="289050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g3652"/>
            <p:cNvSpPr/>
            <p:nvPr/>
          </p:nvSpPr>
          <p:spPr>
            <a:xfrm>
              <a:off x="2902139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g3653"/>
            <p:cNvSpPr/>
            <p:nvPr/>
          </p:nvSpPr>
          <p:spPr>
            <a:xfrm>
              <a:off x="2913777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g3654"/>
            <p:cNvSpPr/>
            <p:nvPr/>
          </p:nvSpPr>
          <p:spPr>
            <a:xfrm>
              <a:off x="2925414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g3655"/>
            <p:cNvSpPr/>
            <p:nvPr/>
          </p:nvSpPr>
          <p:spPr>
            <a:xfrm>
              <a:off x="4508091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g3656"/>
            <p:cNvSpPr/>
            <p:nvPr/>
          </p:nvSpPr>
          <p:spPr>
            <a:xfrm>
              <a:off x="451972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g3657"/>
            <p:cNvSpPr/>
            <p:nvPr/>
          </p:nvSpPr>
          <p:spPr>
            <a:xfrm>
              <a:off x="4531366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g3658"/>
            <p:cNvSpPr/>
            <p:nvPr/>
          </p:nvSpPr>
          <p:spPr>
            <a:xfrm>
              <a:off x="454300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g3659"/>
            <p:cNvSpPr/>
            <p:nvPr/>
          </p:nvSpPr>
          <p:spPr>
            <a:xfrm>
              <a:off x="455464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g3660"/>
            <p:cNvSpPr/>
            <p:nvPr/>
          </p:nvSpPr>
          <p:spPr>
            <a:xfrm>
              <a:off x="456627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g3661"/>
            <p:cNvSpPr/>
            <p:nvPr/>
          </p:nvSpPr>
          <p:spPr>
            <a:xfrm>
              <a:off x="457791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g3662"/>
            <p:cNvSpPr/>
            <p:nvPr/>
          </p:nvSpPr>
          <p:spPr>
            <a:xfrm>
              <a:off x="458955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g3663"/>
            <p:cNvSpPr/>
            <p:nvPr/>
          </p:nvSpPr>
          <p:spPr>
            <a:xfrm>
              <a:off x="469428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g3664"/>
            <p:cNvSpPr/>
            <p:nvPr/>
          </p:nvSpPr>
          <p:spPr>
            <a:xfrm>
              <a:off x="470592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g3665"/>
            <p:cNvSpPr/>
            <p:nvPr/>
          </p:nvSpPr>
          <p:spPr>
            <a:xfrm>
              <a:off x="471756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g3666"/>
            <p:cNvSpPr/>
            <p:nvPr/>
          </p:nvSpPr>
          <p:spPr>
            <a:xfrm>
              <a:off x="472920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g3667"/>
            <p:cNvSpPr/>
            <p:nvPr/>
          </p:nvSpPr>
          <p:spPr>
            <a:xfrm>
              <a:off x="289050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g3668"/>
            <p:cNvSpPr/>
            <p:nvPr/>
          </p:nvSpPr>
          <p:spPr>
            <a:xfrm>
              <a:off x="2902139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g3669"/>
            <p:cNvSpPr/>
            <p:nvPr/>
          </p:nvSpPr>
          <p:spPr>
            <a:xfrm>
              <a:off x="2913777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g3670"/>
            <p:cNvSpPr/>
            <p:nvPr/>
          </p:nvSpPr>
          <p:spPr>
            <a:xfrm>
              <a:off x="2925414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g3671"/>
            <p:cNvSpPr/>
            <p:nvPr/>
          </p:nvSpPr>
          <p:spPr>
            <a:xfrm>
              <a:off x="451972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g3672"/>
            <p:cNvSpPr/>
            <p:nvPr/>
          </p:nvSpPr>
          <p:spPr>
            <a:xfrm>
              <a:off x="4531366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g3673"/>
            <p:cNvSpPr/>
            <p:nvPr/>
          </p:nvSpPr>
          <p:spPr>
            <a:xfrm>
              <a:off x="454300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g3674"/>
            <p:cNvSpPr/>
            <p:nvPr/>
          </p:nvSpPr>
          <p:spPr>
            <a:xfrm>
              <a:off x="455464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g3675"/>
            <p:cNvSpPr/>
            <p:nvPr/>
          </p:nvSpPr>
          <p:spPr>
            <a:xfrm>
              <a:off x="456627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g3676"/>
            <p:cNvSpPr/>
            <p:nvPr/>
          </p:nvSpPr>
          <p:spPr>
            <a:xfrm>
              <a:off x="457791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g3677"/>
            <p:cNvSpPr/>
            <p:nvPr/>
          </p:nvSpPr>
          <p:spPr>
            <a:xfrm>
              <a:off x="458955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g3678"/>
            <p:cNvSpPr/>
            <p:nvPr/>
          </p:nvSpPr>
          <p:spPr>
            <a:xfrm>
              <a:off x="460119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g3679"/>
            <p:cNvSpPr/>
            <p:nvPr/>
          </p:nvSpPr>
          <p:spPr>
            <a:xfrm>
              <a:off x="4682651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g3680"/>
            <p:cNvSpPr/>
            <p:nvPr/>
          </p:nvSpPr>
          <p:spPr>
            <a:xfrm>
              <a:off x="469428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g3681"/>
            <p:cNvSpPr/>
            <p:nvPr/>
          </p:nvSpPr>
          <p:spPr>
            <a:xfrm>
              <a:off x="470592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g3682"/>
            <p:cNvSpPr/>
            <p:nvPr/>
          </p:nvSpPr>
          <p:spPr>
            <a:xfrm>
              <a:off x="471756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g3683"/>
            <p:cNvSpPr/>
            <p:nvPr/>
          </p:nvSpPr>
          <p:spPr>
            <a:xfrm>
              <a:off x="472920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g3684"/>
            <p:cNvSpPr/>
            <p:nvPr/>
          </p:nvSpPr>
          <p:spPr>
            <a:xfrm>
              <a:off x="289050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g3685"/>
            <p:cNvSpPr/>
            <p:nvPr/>
          </p:nvSpPr>
          <p:spPr>
            <a:xfrm>
              <a:off x="2902139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g3686"/>
            <p:cNvSpPr/>
            <p:nvPr/>
          </p:nvSpPr>
          <p:spPr>
            <a:xfrm>
              <a:off x="2913777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g3687"/>
            <p:cNvSpPr/>
            <p:nvPr/>
          </p:nvSpPr>
          <p:spPr>
            <a:xfrm>
              <a:off x="2925414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g3688"/>
            <p:cNvSpPr/>
            <p:nvPr/>
          </p:nvSpPr>
          <p:spPr>
            <a:xfrm>
              <a:off x="4531366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g3689"/>
            <p:cNvSpPr/>
            <p:nvPr/>
          </p:nvSpPr>
          <p:spPr>
            <a:xfrm>
              <a:off x="454300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g3690"/>
            <p:cNvSpPr/>
            <p:nvPr/>
          </p:nvSpPr>
          <p:spPr>
            <a:xfrm>
              <a:off x="455464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g3691"/>
            <p:cNvSpPr/>
            <p:nvPr/>
          </p:nvSpPr>
          <p:spPr>
            <a:xfrm>
              <a:off x="456627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g3692"/>
            <p:cNvSpPr/>
            <p:nvPr/>
          </p:nvSpPr>
          <p:spPr>
            <a:xfrm>
              <a:off x="457791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g3693"/>
            <p:cNvSpPr/>
            <p:nvPr/>
          </p:nvSpPr>
          <p:spPr>
            <a:xfrm>
              <a:off x="458955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g3694"/>
            <p:cNvSpPr/>
            <p:nvPr/>
          </p:nvSpPr>
          <p:spPr>
            <a:xfrm>
              <a:off x="460119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g3695"/>
            <p:cNvSpPr/>
            <p:nvPr/>
          </p:nvSpPr>
          <p:spPr>
            <a:xfrm>
              <a:off x="4682651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g3696"/>
            <p:cNvSpPr/>
            <p:nvPr/>
          </p:nvSpPr>
          <p:spPr>
            <a:xfrm>
              <a:off x="469428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g3697"/>
            <p:cNvSpPr/>
            <p:nvPr/>
          </p:nvSpPr>
          <p:spPr>
            <a:xfrm>
              <a:off x="470592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g3698"/>
            <p:cNvSpPr/>
            <p:nvPr/>
          </p:nvSpPr>
          <p:spPr>
            <a:xfrm>
              <a:off x="471756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g3699"/>
            <p:cNvSpPr/>
            <p:nvPr/>
          </p:nvSpPr>
          <p:spPr>
            <a:xfrm>
              <a:off x="472920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g3700"/>
            <p:cNvSpPr/>
            <p:nvPr/>
          </p:nvSpPr>
          <p:spPr>
            <a:xfrm>
              <a:off x="287886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g3701"/>
            <p:cNvSpPr/>
            <p:nvPr/>
          </p:nvSpPr>
          <p:spPr>
            <a:xfrm>
              <a:off x="289050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g3702"/>
            <p:cNvSpPr/>
            <p:nvPr/>
          </p:nvSpPr>
          <p:spPr>
            <a:xfrm>
              <a:off x="2902139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g3703"/>
            <p:cNvSpPr/>
            <p:nvPr/>
          </p:nvSpPr>
          <p:spPr>
            <a:xfrm>
              <a:off x="291377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g3704"/>
            <p:cNvSpPr/>
            <p:nvPr/>
          </p:nvSpPr>
          <p:spPr>
            <a:xfrm>
              <a:off x="2925414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g3705"/>
            <p:cNvSpPr/>
            <p:nvPr/>
          </p:nvSpPr>
          <p:spPr>
            <a:xfrm>
              <a:off x="454300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g3706"/>
            <p:cNvSpPr/>
            <p:nvPr/>
          </p:nvSpPr>
          <p:spPr>
            <a:xfrm>
              <a:off x="455464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g3707"/>
            <p:cNvSpPr/>
            <p:nvPr/>
          </p:nvSpPr>
          <p:spPr>
            <a:xfrm>
              <a:off x="456627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g3708"/>
            <p:cNvSpPr/>
            <p:nvPr/>
          </p:nvSpPr>
          <p:spPr>
            <a:xfrm>
              <a:off x="457791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g3709"/>
            <p:cNvSpPr/>
            <p:nvPr/>
          </p:nvSpPr>
          <p:spPr>
            <a:xfrm>
              <a:off x="458955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g3710"/>
            <p:cNvSpPr/>
            <p:nvPr/>
          </p:nvSpPr>
          <p:spPr>
            <a:xfrm>
              <a:off x="460119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g3711"/>
            <p:cNvSpPr/>
            <p:nvPr/>
          </p:nvSpPr>
          <p:spPr>
            <a:xfrm>
              <a:off x="461282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g3712"/>
            <p:cNvSpPr/>
            <p:nvPr/>
          </p:nvSpPr>
          <p:spPr>
            <a:xfrm>
              <a:off x="467101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g3713"/>
            <p:cNvSpPr/>
            <p:nvPr/>
          </p:nvSpPr>
          <p:spPr>
            <a:xfrm>
              <a:off x="4682651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g3714"/>
            <p:cNvSpPr/>
            <p:nvPr/>
          </p:nvSpPr>
          <p:spPr>
            <a:xfrm>
              <a:off x="469428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g3715"/>
            <p:cNvSpPr/>
            <p:nvPr/>
          </p:nvSpPr>
          <p:spPr>
            <a:xfrm>
              <a:off x="470592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g3716"/>
            <p:cNvSpPr/>
            <p:nvPr/>
          </p:nvSpPr>
          <p:spPr>
            <a:xfrm>
              <a:off x="471756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g3717"/>
            <p:cNvSpPr/>
            <p:nvPr/>
          </p:nvSpPr>
          <p:spPr>
            <a:xfrm>
              <a:off x="472920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g3718"/>
            <p:cNvSpPr/>
            <p:nvPr/>
          </p:nvSpPr>
          <p:spPr>
            <a:xfrm>
              <a:off x="287886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g3719"/>
            <p:cNvSpPr/>
            <p:nvPr/>
          </p:nvSpPr>
          <p:spPr>
            <a:xfrm>
              <a:off x="289050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g3720"/>
            <p:cNvSpPr/>
            <p:nvPr/>
          </p:nvSpPr>
          <p:spPr>
            <a:xfrm>
              <a:off x="2902139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g3721"/>
            <p:cNvSpPr/>
            <p:nvPr/>
          </p:nvSpPr>
          <p:spPr>
            <a:xfrm>
              <a:off x="291377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g3722"/>
            <p:cNvSpPr/>
            <p:nvPr/>
          </p:nvSpPr>
          <p:spPr>
            <a:xfrm>
              <a:off x="2925414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g3723"/>
            <p:cNvSpPr/>
            <p:nvPr/>
          </p:nvSpPr>
          <p:spPr>
            <a:xfrm>
              <a:off x="456627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g3724"/>
            <p:cNvSpPr/>
            <p:nvPr/>
          </p:nvSpPr>
          <p:spPr>
            <a:xfrm>
              <a:off x="457791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g3725"/>
            <p:cNvSpPr/>
            <p:nvPr/>
          </p:nvSpPr>
          <p:spPr>
            <a:xfrm>
              <a:off x="458955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g3726"/>
            <p:cNvSpPr/>
            <p:nvPr/>
          </p:nvSpPr>
          <p:spPr>
            <a:xfrm>
              <a:off x="460119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g3727"/>
            <p:cNvSpPr/>
            <p:nvPr/>
          </p:nvSpPr>
          <p:spPr>
            <a:xfrm>
              <a:off x="461282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g3728"/>
            <p:cNvSpPr/>
            <p:nvPr/>
          </p:nvSpPr>
          <p:spPr>
            <a:xfrm>
              <a:off x="467101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g3729"/>
            <p:cNvSpPr/>
            <p:nvPr/>
          </p:nvSpPr>
          <p:spPr>
            <a:xfrm>
              <a:off x="4682651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g3730"/>
            <p:cNvSpPr/>
            <p:nvPr/>
          </p:nvSpPr>
          <p:spPr>
            <a:xfrm>
              <a:off x="469428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g3731"/>
            <p:cNvSpPr/>
            <p:nvPr/>
          </p:nvSpPr>
          <p:spPr>
            <a:xfrm>
              <a:off x="4705925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g3732"/>
            <p:cNvSpPr/>
            <p:nvPr/>
          </p:nvSpPr>
          <p:spPr>
            <a:xfrm>
              <a:off x="471756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g3733"/>
            <p:cNvSpPr/>
            <p:nvPr/>
          </p:nvSpPr>
          <p:spPr>
            <a:xfrm>
              <a:off x="28672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g3734"/>
            <p:cNvSpPr/>
            <p:nvPr/>
          </p:nvSpPr>
          <p:spPr>
            <a:xfrm>
              <a:off x="287886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g3735"/>
            <p:cNvSpPr/>
            <p:nvPr/>
          </p:nvSpPr>
          <p:spPr>
            <a:xfrm>
              <a:off x="289050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g3736"/>
            <p:cNvSpPr/>
            <p:nvPr/>
          </p:nvSpPr>
          <p:spPr>
            <a:xfrm>
              <a:off x="2902139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g3737"/>
            <p:cNvSpPr/>
            <p:nvPr/>
          </p:nvSpPr>
          <p:spPr>
            <a:xfrm>
              <a:off x="291377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g3738"/>
            <p:cNvSpPr/>
            <p:nvPr/>
          </p:nvSpPr>
          <p:spPr>
            <a:xfrm>
              <a:off x="457791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g3739"/>
            <p:cNvSpPr/>
            <p:nvPr/>
          </p:nvSpPr>
          <p:spPr>
            <a:xfrm>
              <a:off x="458955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g3740"/>
            <p:cNvSpPr/>
            <p:nvPr/>
          </p:nvSpPr>
          <p:spPr>
            <a:xfrm>
              <a:off x="460119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g3741"/>
            <p:cNvSpPr/>
            <p:nvPr/>
          </p:nvSpPr>
          <p:spPr>
            <a:xfrm>
              <a:off x="461282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g3742"/>
            <p:cNvSpPr/>
            <p:nvPr/>
          </p:nvSpPr>
          <p:spPr>
            <a:xfrm>
              <a:off x="4624464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g3743"/>
            <p:cNvSpPr/>
            <p:nvPr/>
          </p:nvSpPr>
          <p:spPr>
            <a:xfrm>
              <a:off x="463610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g3744"/>
            <p:cNvSpPr/>
            <p:nvPr/>
          </p:nvSpPr>
          <p:spPr>
            <a:xfrm>
              <a:off x="4659376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g3745"/>
            <p:cNvSpPr/>
            <p:nvPr/>
          </p:nvSpPr>
          <p:spPr>
            <a:xfrm>
              <a:off x="4671013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g3746"/>
            <p:cNvSpPr/>
            <p:nvPr/>
          </p:nvSpPr>
          <p:spPr>
            <a:xfrm>
              <a:off x="468265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g3747"/>
            <p:cNvSpPr/>
            <p:nvPr/>
          </p:nvSpPr>
          <p:spPr>
            <a:xfrm>
              <a:off x="4694288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g3748"/>
            <p:cNvSpPr/>
            <p:nvPr/>
          </p:nvSpPr>
          <p:spPr>
            <a:xfrm>
              <a:off x="4705925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g3749"/>
            <p:cNvSpPr/>
            <p:nvPr/>
          </p:nvSpPr>
          <p:spPr>
            <a:xfrm>
              <a:off x="28555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g3750"/>
            <p:cNvSpPr/>
            <p:nvPr/>
          </p:nvSpPr>
          <p:spPr>
            <a:xfrm>
              <a:off x="28672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g3751"/>
            <p:cNvSpPr/>
            <p:nvPr/>
          </p:nvSpPr>
          <p:spPr>
            <a:xfrm>
              <a:off x="287886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g3752"/>
            <p:cNvSpPr/>
            <p:nvPr/>
          </p:nvSpPr>
          <p:spPr>
            <a:xfrm>
              <a:off x="289050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g3753"/>
            <p:cNvSpPr/>
            <p:nvPr/>
          </p:nvSpPr>
          <p:spPr>
            <a:xfrm>
              <a:off x="29021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g3754"/>
            <p:cNvSpPr/>
            <p:nvPr/>
          </p:nvSpPr>
          <p:spPr>
            <a:xfrm>
              <a:off x="291377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g3755"/>
            <p:cNvSpPr/>
            <p:nvPr/>
          </p:nvSpPr>
          <p:spPr>
            <a:xfrm>
              <a:off x="457791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g3756"/>
            <p:cNvSpPr/>
            <p:nvPr/>
          </p:nvSpPr>
          <p:spPr>
            <a:xfrm>
              <a:off x="458955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g3757"/>
            <p:cNvSpPr/>
            <p:nvPr/>
          </p:nvSpPr>
          <p:spPr>
            <a:xfrm>
              <a:off x="460119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g3758"/>
            <p:cNvSpPr/>
            <p:nvPr/>
          </p:nvSpPr>
          <p:spPr>
            <a:xfrm>
              <a:off x="461282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g3759"/>
            <p:cNvSpPr/>
            <p:nvPr/>
          </p:nvSpPr>
          <p:spPr>
            <a:xfrm>
              <a:off x="462446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g3760"/>
            <p:cNvSpPr/>
            <p:nvPr/>
          </p:nvSpPr>
          <p:spPr>
            <a:xfrm>
              <a:off x="463610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g3761"/>
            <p:cNvSpPr/>
            <p:nvPr/>
          </p:nvSpPr>
          <p:spPr>
            <a:xfrm>
              <a:off x="464773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g3762"/>
            <p:cNvSpPr/>
            <p:nvPr/>
          </p:nvSpPr>
          <p:spPr>
            <a:xfrm>
              <a:off x="4659376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g3763"/>
            <p:cNvSpPr/>
            <p:nvPr/>
          </p:nvSpPr>
          <p:spPr>
            <a:xfrm>
              <a:off x="4671013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g3764"/>
            <p:cNvSpPr/>
            <p:nvPr/>
          </p:nvSpPr>
          <p:spPr>
            <a:xfrm>
              <a:off x="468265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g3765"/>
            <p:cNvSpPr/>
            <p:nvPr/>
          </p:nvSpPr>
          <p:spPr>
            <a:xfrm>
              <a:off x="4694288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g3766"/>
            <p:cNvSpPr/>
            <p:nvPr/>
          </p:nvSpPr>
          <p:spPr>
            <a:xfrm>
              <a:off x="470592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g3767"/>
            <p:cNvSpPr/>
            <p:nvPr/>
          </p:nvSpPr>
          <p:spPr>
            <a:xfrm>
              <a:off x="28555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g3768"/>
            <p:cNvSpPr/>
            <p:nvPr/>
          </p:nvSpPr>
          <p:spPr>
            <a:xfrm>
              <a:off x="28672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g3769"/>
            <p:cNvSpPr/>
            <p:nvPr/>
          </p:nvSpPr>
          <p:spPr>
            <a:xfrm>
              <a:off x="287886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g3770"/>
            <p:cNvSpPr/>
            <p:nvPr/>
          </p:nvSpPr>
          <p:spPr>
            <a:xfrm>
              <a:off x="289050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g3771"/>
            <p:cNvSpPr/>
            <p:nvPr/>
          </p:nvSpPr>
          <p:spPr>
            <a:xfrm>
              <a:off x="29021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g3772"/>
            <p:cNvSpPr/>
            <p:nvPr/>
          </p:nvSpPr>
          <p:spPr>
            <a:xfrm>
              <a:off x="457791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g3773"/>
            <p:cNvSpPr/>
            <p:nvPr/>
          </p:nvSpPr>
          <p:spPr>
            <a:xfrm>
              <a:off x="458955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g3774"/>
            <p:cNvSpPr/>
            <p:nvPr/>
          </p:nvSpPr>
          <p:spPr>
            <a:xfrm>
              <a:off x="460119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g3775"/>
            <p:cNvSpPr/>
            <p:nvPr/>
          </p:nvSpPr>
          <p:spPr>
            <a:xfrm>
              <a:off x="461282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g3776"/>
            <p:cNvSpPr/>
            <p:nvPr/>
          </p:nvSpPr>
          <p:spPr>
            <a:xfrm>
              <a:off x="462446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g3777"/>
            <p:cNvSpPr/>
            <p:nvPr/>
          </p:nvSpPr>
          <p:spPr>
            <a:xfrm>
              <a:off x="463610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g3778"/>
            <p:cNvSpPr/>
            <p:nvPr/>
          </p:nvSpPr>
          <p:spPr>
            <a:xfrm>
              <a:off x="464773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g3779"/>
            <p:cNvSpPr/>
            <p:nvPr/>
          </p:nvSpPr>
          <p:spPr>
            <a:xfrm>
              <a:off x="4659376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g3780"/>
            <p:cNvSpPr/>
            <p:nvPr/>
          </p:nvSpPr>
          <p:spPr>
            <a:xfrm>
              <a:off x="4671013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g3781"/>
            <p:cNvSpPr/>
            <p:nvPr/>
          </p:nvSpPr>
          <p:spPr>
            <a:xfrm>
              <a:off x="468265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g3782"/>
            <p:cNvSpPr/>
            <p:nvPr/>
          </p:nvSpPr>
          <p:spPr>
            <a:xfrm>
              <a:off x="4694288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g3783"/>
            <p:cNvSpPr/>
            <p:nvPr/>
          </p:nvSpPr>
          <p:spPr>
            <a:xfrm>
              <a:off x="470592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g3784"/>
            <p:cNvSpPr/>
            <p:nvPr/>
          </p:nvSpPr>
          <p:spPr>
            <a:xfrm>
              <a:off x="28555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g3785"/>
            <p:cNvSpPr/>
            <p:nvPr/>
          </p:nvSpPr>
          <p:spPr>
            <a:xfrm>
              <a:off x="28672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g3786"/>
            <p:cNvSpPr/>
            <p:nvPr/>
          </p:nvSpPr>
          <p:spPr>
            <a:xfrm>
              <a:off x="287886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g3787"/>
            <p:cNvSpPr/>
            <p:nvPr/>
          </p:nvSpPr>
          <p:spPr>
            <a:xfrm>
              <a:off x="289050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g3788"/>
            <p:cNvSpPr/>
            <p:nvPr/>
          </p:nvSpPr>
          <p:spPr>
            <a:xfrm>
              <a:off x="29021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g3789"/>
            <p:cNvSpPr/>
            <p:nvPr/>
          </p:nvSpPr>
          <p:spPr>
            <a:xfrm>
              <a:off x="457791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g3790"/>
            <p:cNvSpPr/>
            <p:nvPr/>
          </p:nvSpPr>
          <p:spPr>
            <a:xfrm>
              <a:off x="458955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g3791"/>
            <p:cNvSpPr/>
            <p:nvPr/>
          </p:nvSpPr>
          <p:spPr>
            <a:xfrm>
              <a:off x="460119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g3792"/>
            <p:cNvSpPr/>
            <p:nvPr/>
          </p:nvSpPr>
          <p:spPr>
            <a:xfrm>
              <a:off x="461282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g3793"/>
            <p:cNvSpPr/>
            <p:nvPr/>
          </p:nvSpPr>
          <p:spPr>
            <a:xfrm>
              <a:off x="462446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g3794"/>
            <p:cNvSpPr/>
            <p:nvPr/>
          </p:nvSpPr>
          <p:spPr>
            <a:xfrm>
              <a:off x="463610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g3795"/>
            <p:cNvSpPr/>
            <p:nvPr/>
          </p:nvSpPr>
          <p:spPr>
            <a:xfrm>
              <a:off x="464773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g3796"/>
            <p:cNvSpPr/>
            <p:nvPr/>
          </p:nvSpPr>
          <p:spPr>
            <a:xfrm>
              <a:off x="4659376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g3797"/>
            <p:cNvSpPr/>
            <p:nvPr/>
          </p:nvSpPr>
          <p:spPr>
            <a:xfrm>
              <a:off x="4671013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g3798"/>
            <p:cNvSpPr/>
            <p:nvPr/>
          </p:nvSpPr>
          <p:spPr>
            <a:xfrm>
              <a:off x="468265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g3799"/>
            <p:cNvSpPr/>
            <p:nvPr/>
          </p:nvSpPr>
          <p:spPr>
            <a:xfrm>
              <a:off x="4694288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g3800"/>
            <p:cNvSpPr/>
            <p:nvPr/>
          </p:nvSpPr>
          <p:spPr>
            <a:xfrm>
              <a:off x="284395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g3801"/>
            <p:cNvSpPr/>
            <p:nvPr/>
          </p:nvSpPr>
          <p:spPr>
            <a:xfrm>
              <a:off x="28555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g3802"/>
            <p:cNvSpPr/>
            <p:nvPr/>
          </p:nvSpPr>
          <p:spPr>
            <a:xfrm>
              <a:off x="28672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g3803"/>
            <p:cNvSpPr/>
            <p:nvPr/>
          </p:nvSpPr>
          <p:spPr>
            <a:xfrm>
              <a:off x="2878865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g3804"/>
            <p:cNvSpPr/>
            <p:nvPr/>
          </p:nvSpPr>
          <p:spPr>
            <a:xfrm>
              <a:off x="289050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g3805"/>
            <p:cNvSpPr/>
            <p:nvPr/>
          </p:nvSpPr>
          <p:spPr>
            <a:xfrm>
              <a:off x="458955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g3806"/>
            <p:cNvSpPr/>
            <p:nvPr/>
          </p:nvSpPr>
          <p:spPr>
            <a:xfrm>
              <a:off x="460119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g3807"/>
            <p:cNvSpPr/>
            <p:nvPr/>
          </p:nvSpPr>
          <p:spPr>
            <a:xfrm>
              <a:off x="461282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g3808"/>
            <p:cNvSpPr/>
            <p:nvPr/>
          </p:nvSpPr>
          <p:spPr>
            <a:xfrm>
              <a:off x="4624464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g3809"/>
            <p:cNvSpPr/>
            <p:nvPr/>
          </p:nvSpPr>
          <p:spPr>
            <a:xfrm>
              <a:off x="463610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g3810"/>
            <p:cNvSpPr/>
            <p:nvPr/>
          </p:nvSpPr>
          <p:spPr>
            <a:xfrm>
              <a:off x="4647739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g3811"/>
            <p:cNvSpPr/>
            <p:nvPr/>
          </p:nvSpPr>
          <p:spPr>
            <a:xfrm>
              <a:off x="4659376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g3812"/>
            <p:cNvSpPr/>
            <p:nvPr/>
          </p:nvSpPr>
          <p:spPr>
            <a:xfrm>
              <a:off x="4671013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g3813"/>
            <p:cNvSpPr/>
            <p:nvPr/>
          </p:nvSpPr>
          <p:spPr>
            <a:xfrm>
              <a:off x="468265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g3814"/>
            <p:cNvSpPr/>
            <p:nvPr/>
          </p:nvSpPr>
          <p:spPr>
            <a:xfrm>
              <a:off x="2843953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g3815"/>
            <p:cNvSpPr/>
            <p:nvPr/>
          </p:nvSpPr>
          <p:spPr>
            <a:xfrm>
              <a:off x="28555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g3816"/>
            <p:cNvSpPr/>
            <p:nvPr/>
          </p:nvSpPr>
          <p:spPr>
            <a:xfrm>
              <a:off x="28672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g3817"/>
            <p:cNvSpPr/>
            <p:nvPr/>
          </p:nvSpPr>
          <p:spPr>
            <a:xfrm>
              <a:off x="2878865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g3818"/>
            <p:cNvSpPr/>
            <p:nvPr/>
          </p:nvSpPr>
          <p:spPr>
            <a:xfrm>
              <a:off x="2890502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g3819"/>
            <p:cNvSpPr/>
            <p:nvPr/>
          </p:nvSpPr>
          <p:spPr>
            <a:xfrm>
              <a:off x="460119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g3820"/>
            <p:cNvSpPr/>
            <p:nvPr/>
          </p:nvSpPr>
          <p:spPr>
            <a:xfrm>
              <a:off x="461282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g3821"/>
            <p:cNvSpPr/>
            <p:nvPr/>
          </p:nvSpPr>
          <p:spPr>
            <a:xfrm>
              <a:off x="4624464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g3822"/>
            <p:cNvSpPr/>
            <p:nvPr/>
          </p:nvSpPr>
          <p:spPr>
            <a:xfrm>
              <a:off x="4636101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g3823"/>
            <p:cNvSpPr/>
            <p:nvPr/>
          </p:nvSpPr>
          <p:spPr>
            <a:xfrm>
              <a:off x="4647739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g3824"/>
            <p:cNvSpPr/>
            <p:nvPr/>
          </p:nvSpPr>
          <p:spPr>
            <a:xfrm>
              <a:off x="2843953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g3825"/>
            <p:cNvSpPr/>
            <p:nvPr/>
          </p:nvSpPr>
          <p:spPr>
            <a:xfrm>
              <a:off x="2855590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g3826"/>
            <p:cNvSpPr/>
            <p:nvPr/>
          </p:nvSpPr>
          <p:spPr>
            <a:xfrm>
              <a:off x="2867227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g3827"/>
            <p:cNvSpPr/>
            <p:nvPr/>
          </p:nvSpPr>
          <p:spPr>
            <a:xfrm>
              <a:off x="2878865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A">
                <a:alpha val="100000"/>
              </a:srgbClr>
            </a:solidFill>
            <a:ln w="5420" cap="flat">
              <a:solidFill>
                <a:srgbClr val="3C4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g3828"/>
            <p:cNvSpPr/>
            <p:nvPr/>
          </p:nvSpPr>
          <p:spPr>
            <a:xfrm>
              <a:off x="2890502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g3829"/>
            <p:cNvSpPr/>
            <p:nvPr/>
          </p:nvSpPr>
          <p:spPr>
            <a:xfrm>
              <a:off x="2843953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g3830"/>
            <p:cNvSpPr/>
            <p:nvPr/>
          </p:nvSpPr>
          <p:spPr>
            <a:xfrm>
              <a:off x="2855590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g3831"/>
            <p:cNvSpPr/>
            <p:nvPr/>
          </p:nvSpPr>
          <p:spPr>
            <a:xfrm>
              <a:off x="2867227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g3832"/>
            <p:cNvSpPr/>
            <p:nvPr/>
          </p:nvSpPr>
          <p:spPr>
            <a:xfrm>
              <a:off x="2878865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g3833"/>
            <p:cNvSpPr/>
            <p:nvPr/>
          </p:nvSpPr>
          <p:spPr>
            <a:xfrm>
              <a:off x="283231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g3834"/>
            <p:cNvSpPr/>
            <p:nvPr/>
          </p:nvSpPr>
          <p:spPr>
            <a:xfrm>
              <a:off x="2843953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g3835"/>
            <p:cNvSpPr/>
            <p:nvPr/>
          </p:nvSpPr>
          <p:spPr>
            <a:xfrm>
              <a:off x="2855590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g3836"/>
            <p:cNvSpPr/>
            <p:nvPr/>
          </p:nvSpPr>
          <p:spPr>
            <a:xfrm>
              <a:off x="2867227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g3837"/>
            <p:cNvSpPr/>
            <p:nvPr/>
          </p:nvSpPr>
          <p:spPr>
            <a:xfrm>
              <a:off x="287886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g3838"/>
            <p:cNvSpPr/>
            <p:nvPr/>
          </p:nvSpPr>
          <p:spPr>
            <a:xfrm>
              <a:off x="283231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g3839"/>
            <p:cNvSpPr/>
            <p:nvPr/>
          </p:nvSpPr>
          <p:spPr>
            <a:xfrm>
              <a:off x="2843953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g3840"/>
            <p:cNvSpPr/>
            <p:nvPr/>
          </p:nvSpPr>
          <p:spPr>
            <a:xfrm>
              <a:off x="2855590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g3841"/>
            <p:cNvSpPr/>
            <p:nvPr/>
          </p:nvSpPr>
          <p:spPr>
            <a:xfrm>
              <a:off x="2867227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g3842"/>
            <p:cNvSpPr/>
            <p:nvPr/>
          </p:nvSpPr>
          <p:spPr>
            <a:xfrm>
              <a:off x="287886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g3843"/>
            <p:cNvSpPr/>
            <p:nvPr/>
          </p:nvSpPr>
          <p:spPr>
            <a:xfrm>
              <a:off x="283231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g3844"/>
            <p:cNvSpPr/>
            <p:nvPr/>
          </p:nvSpPr>
          <p:spPr>
            <a:xfrm>
              <a:off x="2843953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g3845"/>
            <p:cNvSpPr/>
            <p:nvPr/>
          </p:nvSpPr>
          <p:spPr>
            <a:xfrm>
              <a:off x="2855590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g3846"/>
            <p:cNvSpPr/>
            <p:nvPr/>
          </p:nvSpPr>
          <p:spPr>
            <a:xfrm>
              <a:off x="2867227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g3847"/>
            <p:cNvSpPr/>
            <p:nvPr/>
          </p:nvSpPr>
          <p:spPr>
            <a:xfrm>
              <a:off x="287886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g3848"/>
            <p:cNvSpPr/>
            <p:nvPr/>
          </p:nvSpPr>
          <p:spPr>
            <a:xfrm>
              <a:off x="2832315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g3849"/>
            <p:cNvSpPr/>
            <p:nvPr/>
          </p:nvSpPr>
          <p:spPr>
            <a:xfrm>
              <a:off x="2843953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g3850"/>
            <p:cNvSpPr/>
            <p:nvPr/>
          </p:nvSpPr>
          <p:spPr>
            <a:xfrm>
              <a:off x="2855590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g3851"/>
            <p:cNvSpPr/>
            <p:nvPr/>
          </p:nvSpPr>
          <p:spPr>
            <a:xfrm>
              <a:off x="2867227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g3852"/>
            <p:cNvSpPr/>
            <p:nvPr/>
          </p:nvSpPr>
          <p:spPr>
            <a:xfrm>
              <a:off x="2832315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g3853"/>
            <p:cNvSpPr/>
            <p:nvPr/>
          </p:nvSpPr>
          <p:spPr>
            <a:xfrm>
              <a:off x="2843953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g3854"/>
            <p:cNvSpPr/>
            <p:nvPr/>
          </p:nvSpPr>
          <p:spPr>
            <a:xfrm>
              <a:off x="2855590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g3855"/>
            <p:cNvSpPr/>
            <p:nvPr/>
          </p:nvSpPr>
          <p:spPr>
            <a:xfrm>
              <a:off x="2867227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g3856"/>
            <p:cNvSpPr/>
            <p:nvPr/>
          </p:nvSpPr>
          <p:spPr>
            <a:xfrm>
              <a:off x="2832315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g3857"/>
            <p:cNvSpPr/>
            <p:nvPr/>
          </p:nvSpPr>
          <p:spPr>
            <a:xfrm>
              <a:off x="2843953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g3858"/>
            <p:cNvSpPr/>
            <p:nvPr/>
          </p:nvSpPr>
          <p:spPr>
            <a:xfrm>
              <a:off x="2855590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g3859"/>
            <p:cNvSpPr/>
            <p:nvPr/>
          </p:nvSpPr>
          <p:spPr>
            <a:xfrm>
              <a:off x="2867227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g3860"/>
            <p:cNvSpPr/>
            <p:nvPr/>
          </p:nvSpPr>
          <p:spPr>
            <a:xfrm>
              <a:off x="2832315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g3861"/>
            <p:cNvSpPr/>
            <p:nvPr/>
          </p:nvSpPr>
          <p:spPr>
            <a:xfrm>
              <a:off x="2843953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g3862"/>
            <p:cNvSpPr/>
            <p:nvPr/>
          </p:nvSpPr>
          <p:spPr>
            <a:xfrm>
              <a:off x="2855590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g3863"/>
            <p:cNvSpPr/>
            <p:nvPr/>
          </p:nvSpPr>
          <p:spPr>
            <a:xfrm>
              <a:off x="2867227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g3864"/>
            <p:cNvSpPr/>
            <p:nvPr/>
          </p:nvSpPr>
          <p:spPr>
            <a:xfrm>
              <a:off x="2832315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g3865"/>
            <p:cNvSpPr/>
            <p:nvPr/>
          </p:nvSpPr>
          <p:spPr>
            <a:xfrm>
              <a:off x="2843953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g3866"/>
            <p:cNvSpPr/>
            <p:nvPr/>
          </p:nvSpPr>
          <p:spPr>
            <a:xfrm>
              <a:off x="2855590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g3867"/>
            <p:cNvSpPr/>
            <p:nvPr/>
          </p:nvSpPr>
          <p:spPr>
            <a:xfrm>
              <a:off x="2399291" y="2540116"/>
              <a:ext cx="3705599" cy="2850404"/>
            </a:xfrm>
            <a:custGeom>
              <a:avLst/>
              <a:gdLst/>
              <a:ahLst/>
              <a:cxnLst/>
              <a:rect l="0" t="0" r="0" b="0"/>
              <a:pathLst>
                <a:path w="3705599" h="2850404">
                  <a:moveTo>
                    <a:pt x="2893187" y="266106"/>
                  </a:moveTo>
                  <a:lnTo>
                    <a:pt x="2917831" y="266068"/>
                  </a:lnTo>
                  <a:lnTo>
                    <a:pt x="2961871" y="266005"/>
                  </a:lnTo>
                  <a:lnTo>
                    <a:pt x="3005910" y="265941"/>
                  </a:lnTo>
                  <a:lnTo>
                    <a:pt x="3049950" y="265884"/>
                  </a:lnTo>
                  <a:lnTo>
                    <a:pt x="3093989" y="265820"/>
                  </a:lnTo>
                  <a:lnTo>
                    <a:pt x="3138033" y="265757"/>
                  </a:lnTo>
                  <a:lnTo>
                    <a:pt x="3182073" y="265693"/>
                  </a:lnTo>
                  <a:lnTo>
                    <a:pt x="3226112" y="265630"/>
                  </a:lnTo>
                  <a:lnTo>
                    <a:pt x="3236535" y="240559"/>
                  </a:lnTo>
                  <a:lnTo>
                    <a:pt x="3246246" y="228887"/>
                  </a:lnTo>
                  <a:lnTo>
                    <a:pt x="3259547" y="232754"/>
                  </a:lnTo>
                  <a:lnTo>
                    <a:pt x="3266632" y="232430"/>
                  </a:lnTo>
                  <a:lnTo>
                    <a:pt x="3274508" y="226410"/>
                  </a:lnTo>
                  <a:lnTo>
                    <a:pt x="3280895" y="222752"/>
                  </a:lnTo>
                  <a:lnTo>
                    <a:pt x="3285102" y="223292"/>
                  </a:lnTo>
                  <a:lnTo>
                    <a:pt x="3288693" y="228804"/>
                  </a:lnTo>
                  <a:lnTo>
                    <a:pt x="3291680" y="232481"/>
                  </a:lnTo>
                  <a:lnTo>
                    <a:pt x="3295168" y="231408"/>
                  </a:lnTo>
                  <a:lnTo>
                    <a:pt x="3298155" y="226207"/>
                  </a:lnTo>
                  <a:lnTo>
                    <a:pt x="3298052" y="218993"/>
                  </a:lnTo>
                  <a:lnTo>
                    <a:pt x="3302140" y="213970"/>
                  </a:lnTo>
                  <a:lnTo>
                    <a:pt x="3306992" y="213201"/>
                  </a:lnTo>
                  <a:lnTo>
                    <a:pt x="3311478" y="213360"/>
                  </a:lnTo>
                  <a:lnTo>
                    <a:pt x="3313715" y="210909"/>
                  </a:lnTo>
                  <a:lnTo>
                    <a:pt x="3313467" y="207391"/>
                  </a:lnTo>
                  <a:lnTo>
                    <a:pt x="3311850" y="201726"/>
                  </a:lnTo>
                  <a:lnTo>
                    <a:pt x="3312398" y="194906"/>
                  </a:lnTo>
                  <a:lnTo>
                    <a:pt x="3323601" y="182859"/>
                  </a:lnTo>
                  <a:lnTo>
                    <a:pt x="3337337" y="174686"/>
                  </a:lnTo>
                  <a:lnTo>
                    <a:pt x="3342153" y="170603"/>
                  </a:lnTo>
                  <a:lnTo>
                    <a:pt x="3343554" y="162322"/>
                  </a:lnTo>
                  <a:lnTo>
                    <a:pt x="3351429" y="153717"/>
                  </a:lnTo>
                  <a:lnTo>
                    <a:pt x="3355367" y="148770"/>
                  </a:lnTo>
                  <a:lnTo>
                    <a:pt x="3356328" y="144471"/>
                  </a:lnTo>
                  <a:lnTo>
                    <a:pt x="3354287" y="139181"/>
                  </a:lnTo>
                  <a:lnTo>
                    <a:pt x="3354494" y="129097"/>
                  </a:lnTo>
                  <a:lnTo>
                    <a:pt x="3357202" y="117050"/>
                  </a:lnTo>
                  <a:lnTo>
                    <a:pt x="3360442" y="103930"/>
                  </a:lnTo>
                  <a:lnTo>
                    <a:pt x="3367703" y="92099"/>
                  </a:lnTo>
                  <a:lnTo>
                    <a:pt x="3379609" y="79195"/>
                  </a:lnTo>
                  <a:lnTo>
                    <a:pt x="3382673" y="62240"/>
                  </a:lnTo>
                  <a:lnTo>
                    <a:pt x="3385903" y="44357"/>
                  </a:lnTo>
                  <a:lnTo>
                    <a:pt x="3400295" y="26932"/>
                  </a:lnTo>
                  <a:lnTo>
                    <a:pt x="3416615" y="7169"/>
                  </a:lnTo>
                  <a:lnTo>
                    <a:pt x="3422535" y="0"/>
                  </a:lnTo>
                  <a:lnTo>
                    <a:pt x="3618932" y="0"/>
                  </a:lnTo>
                  <a:lnTo>
                    <a:pt x="3619257" y="14859"/>
                  </a:lnTo>
                  <a:lnTo>
                    <a:pt x="3619521" y="35130"/>
                  </a:lnTo>
                  <a:lnTo>
                    <a:pt x="3619800" y="56493"/>
                  </a:lnTo>
                  <a:lnTo>
                    <a:pt x="3620001" y="71740"/>
                  </a:lnTo>
                  <a:lnTo>
                    <a:pt x="3620347" y="92677"/>
                  </a:lnTo>
                  <a:lnTo>
                    <a:pt x="3620621" y="109334"/>
                  </a:lnTo>
                  <a:lnTo>
                    <a:pt x="3620988" y="131078"/>
                  </a:lnTo>
                  <a:lnTo>
                    <a:pt x="3621179" y="142699"/>
                  </a:lnTo>
                  <a:lnTo>
                    <a:pt x="3623045" y="146052"/>
                  </a:lnTo>
                  <a:lnTo>
                    <a:pt x="3621924" y="150631"/>
                  </a:lnTo>
                  <a:lnTo>
                    <a:pt x="3621433" y="152923"/>
                  </a:lnTo>
                  <a:lnTo>
                    <a:pt x="3621552" y="154746"/>
                  </a:lnTo>
                  <a:lnTo>
                    <a:pt x="3622296" y="157038"/>
                  </a:lnTo>
                  <a:lnTo>
                    <a:pt x="3622172" y="160245"/>
                  </a:lnTo>
                  <a:lnTo>
                    <a:pt x="3620435" y="163147"/>
                  </a:lnTo>
                  <a:lnTo>
                    <a:pt x="3619567" y="166500"/>
                  </a:lnTo>
                  <a:lnTo>
                    <a:pt x="3619319" y="171993"/>
                  </a:lnTo>
                  <a:lnTo>
                    <a:pt x="3621179" y="175353"/>
                  </a:lnTo>
                  <a:lnTo>
                    <a:pt x="3624285" y="177334"/>
                  </a:lnTo>
                  <a:lnTo>
                    <a:pt x="3626895" y="177334"/>
                  </a:lnTo>
                  <a:lnTo>
                    <a:pt x="3630249" y="179322"/>
                  </a:lnTo>
                  <a:lnTo>
                    <a:pt x="3634595" y="182834"/>
                  </a:lnTo>
                  <a:lnTo>
                    <a:pt x="3641173" y="185882"/>
                  </a:lnTo>
                  <a:lnTo>
                    <a:pt x="3648005" y="186949"/>
                  </a:lnTo>
                  <a:lnTo>
                    <a:pt x="3652723" y="186187"/>
                  </a:lnTo>
                  <a:lnTo>
                    <a:pt x="3658434" y="188174"/>
                  </a:lnTo>
                  <a:lnTo>
                    <a:pt x="3660423" y="193058"/>
                  </a:lnTo>
                  <a:lnTo>
                    <a:pt x="3659307" y="197630"/>
                  </a:lnTo>
                  <a:lnTo>
                    <a:pt x="3656077" y="199770"/>
                  </a:lnTo>
                  <a:lnTo>
                    <a:pt x="3652599" y="201453"/>
                  </a:lnTo>
                  <a:lnTo>
                    <a:pt x="3651979" y="204958"/>
                  </a:lnTo>
                  <a:lnTo>
                    <a:pt x="3653715" y="208623"/>
                  </a:lnTo>
                  <a:lnTo>
                    <a:pt x="3656201" y="211829"/>
                  </a:lnTo>
                  <a:lnTo>
                    <a:pt x="3658935" y="217462"/>
                  </a:lnTo>
                  <a:lnTo>
                    <a:pt x="3657813" y="222346"/>
                  </a:lnTo>
                  <a:lnTo>
                    <a:pt x="3655333" y="226467"/>
                  </a:lnTo>
                  <a:lnTo>
                    <a:pt x="3654212" y="230735"/>
                  </a:lnTo>
                  <a:lnTo>
                    <a:pt x="3656325" y="234405"/>
                  </a:lnTo>
                  <a:lnTo>
                    <a:pt x="3661912" y="239282"/>
                  </a:lnTo>
                  <a:lnTo>
                    <a:pt x="3665389" y="244013"/>
                  </a:lnTo>
                  <a:lnTo>
                    <a:pt x="3670857" y="246611"/>
                  </a:lnTo>
                  <a:lnTo>
                    <a:pt x="3673461" y="244775"/>
                  </a:lnTo>
                  <a:lnTo>
                    <a:pt x="3675575" y="242330"/>
                  </a:lnTo>
                  <a:lnTo>
                    <a:pt x="3677807" y="240501"/>
                  </a:lnTo>
                  <a:lnTo>
                    <a:pt x="3681657" y="241575"/>
                  </a:lnTo>
                  <a:lnTo>
                    <a:pt x="3686127" y="242946"/>
                  </a:lnTo>
                  <a:lnTo>
                    <a:pt x="3691011" y="244578"/>
                  </a:lnTo>
                  <a:lnTo>
                    <a:pt x="3690427" y="248535"/>
                  </a:lnTo>
                  <a:lnTo>
                    <a:pt x="3693404" y="255203"/>
                  </a:lnTo>
                  <a:lnTo>
                    <a:pt x="3695708" y="268024"/>
                  </a:lnTo>
                  <a:lnTo>
                    <a:pt x="3692169" y="273847"/>
                  </a:lnTo>
                  <a:lnTo>
                    <a:pt x="3692928" y="281563"/>
                  </a:lnTo>
                  <a:lnTo>
                    <a:pt x="3702742" y="283811"/>
                  </a:lnTo>
                  <a:lnTo>
                    <a:pt x="3705129" y="286173"/>
                  </a:lnTo>
                  <a:lnTo>
                    <a:pt x="3705599" y="289025"/>
                  </a:lnTo>
                  <a:lnTo>
                    <a:pt x="3683983" y="308806"/>
                  </a:lnTo>
                  <a:lnTo>
                    <a:pt x="3665694" y="306037"/>
                  </a:lnTo>
                  <a:lnTo>
                    <a:pt x="3655772" y="311283"/>
                  </a:lnTo>
                  <a:lnTo>
                    <a:pt x="3645380" y="312813"/>
                  </a:lnTo>
                  <a:lnTo>
                    <a:pt x="3640822" y="321653"/>
                  </a:lnTo>
                  <a:lnTo>
                    <a:pt x="3635117" y="323526"/>
                  </a:lnTo>
                  <a:lnTo>
                    <a:pt x="3627303" y="322993"/>
                  </a:lnTo>
                  <a:lnTo>
                    <a:pt x="3620565" y="320497"/>
                  </a:lnTo>
                  <a:lnTo>
                    <a:pt x="3615423" y="321723"/>
                  </a:lnTo>
                  <a:lnTo>
                    <a:pt x="3608229" y="337675"/>
                  </a:lnTo>
                  <a:lnTo>
                    <a:pt x="3602338" y="336284"/>
                  </a:lnTo>
                  <a:lnTo>
                    <a:pt x="3599992" y="342025"/>
                  </a:lnTo>
                  <a:lnTo>
                    <a:pt x="3596912" y="344534"/>
                  </a:lnTo>
                  <a:lnTo>
                    <a:pt x="3592395" y="346686"/>
                  </a:lnTo>
                  <a:lnTo>
                    <a:pt x="3588473" y="339599"/>
                  </a:lnTo>
                  <a:lnTo>
                    <a:pt x="3585977" y="332862"/>
                  </a:lnTo>
                  <a:lnTo>
                    <a:pt x="3582298" y="331382"/>
                  </a:lnTo>
                  <a:lnTo>
                    <a:pt x="3577409" y="329661"/>
                  </a:lnTo>
                  <a:lnTo>
                    <a:pt x="3572381" y="329718"/>
                  </a:lnTo>
                  <a:lnTo>
                    <a:pt x="3569027" y="330683"/>
                  </a:lnTo>
                  <a:lnTo>
                    <a:pt x="3564867" y="335040"/>
                  </a:lnTo>
                  <a:lnTo>
                    <a:pt x="3558836" y="338780"/>
                  </a:lnTo>
                  <a:lnTo>
                    <a:pt x="3554273" y="335662"/>
                  </a:lnTo>
                  <a:lnTo>
                    <a:pt x="3550702" y="330652"/>
                  </a:lnTo>
                  <a:lnTo>
                    <a:pt x="3547648" y="338710"/>
                  </a:lnTo>
                  <a:lnTo>
                    <a:pt x="3543204" y="347220"/>
                  </a:lnTo>
                  <a:lnTo>
                    <a:pt x="3543943" y="357145"/>
                  </a:lnTo>
                  <a:lnTo>
                    <a:pt x="3542031" y="363032"/>
                  </a:lnTo>
                  <a:lnTo>
                    <a:pt x="3537814" y="361445"/>
                  </a:lnTo>
                  <a:lnTo>
                    <a:pt x="3533618" y="356282"/>
                  </a:lnTo>
                  <a:lnTo>
                    <a:pt x="3521840" y="352154"/>
                  </a:lnTo>
                  <a:lnTo>
                    <a:pt x="3512461" y="352535"/>
                  </a:lnTo>
                  <a:lnTo>
                    <a:pt x="3514368" y="347023"/>
                  </a:lnTo>
                  <a:lnTo>
                    <a:pt x="3523236" y="339110"/>
                  </a:lnTo>
                  <a:lnTo>
                    <a:pt x="3520507" y="337561"/>
                  </a:lnTo>
                  <a:lnTo>
                    <a:pt x="3516156" y="338659"/>
                  </a:lnTo>
                  <a:lnTo>
                    <a:pt x="3514259" y="337561"/>
                  </a:lnTo>
                  <a:lnTo>
                    <a:pt x="3517370" y="330372"/>
                  </a:lnTo>
                  <a:lnTo>
                    <a:pt x="3517670" y="322441"/>
                  </a:lnTo>
                  <a:lnTo>
                    <a:pt x="3513701" y="325216"/>
                  </a:lnTo>
                  <a:lnTo>
                    <a:pt x="3508709" y="333585"/>
                  </a:lnTo>
                  <a:lnTo>
                    <a:pt x="3496632" y="340247"/>
                  </a:lnTo>
                  <a:lnTo>
                    <a:pt x="3497195" y="351398"/>
                  </a:lnTo>
                  <a:lnTo>
                    <a:pt x="3485826" y="374253"/>
                  </a:lnTo>
                  <a:lnTo>
                    <a:pt x="3485320" y="383982"/>
                  </a:lnTo>
                  <a:lnTo>
                    <a:pt x="3478028" y="391749"/>
                  </a:lnTo>
                  <a:lnTo>
                    <a:pt x="3468628" y="398429"/>
                  </a:lnTo>
                  <a:lnTo>
                    <a:pt x="3456091" y="396550"/>
                  </a:lnTo>
                  <a:lnTo>
                    <a:pt x="3446521" y="402354"/>
                  </a:lnTo>
                  <a:lnTo>
                    <a:pt x="3441663" y="409015"/>
                  </a:lnTo>
                  <a:lnTo>
                    <a:pt x="3437441" y="410019"/>
                  </a:lnTo>
                  <a:lnTo>
                    <a:pt x="3435240" y="401535"/>
                  </a:lnTo>
                  <a:lnTo>
                    <a:pt x="3433638" y="398912"/>
                  </a:lnTo>
                  <a:lnTo>
                    <a:pt x="3430113" y="411422"/>
                  </a:lnTo>
                  <a:lnTo>
                    <a:pt x="3426522" y="412197"/>
                  </a:lnTo>
                  <a:lnTo>
                    <a:pt x="3425163" y="403325"/>
                  </a:lnTo>
                  <a:lnTo>
                    <a:pt x="3423457" y="397464"/>
                  </a:lnTo>
                  <a:lnTo>
                    <a:pt x="3418563" y="402519"/>
                  </a:lnTo>
                  <a:lnTo>
                    <a:pt x="3415313" y="415918"/>
                  </a:lnTo>
                  <a:lnTo>
                    <a:pt x="3411907" y="414788"/>
                  </a:lnTo>
                  <a:lnTo>
                    <a:pt x="3410822" y="409803"/>
                  </a:lnTo>
                  <a:lnTo>
                    <a:pt x="3408383" y="408291"/>
                  </a:lnTo>
                  <a:lnTo>
                    <a:pt x="3407546" y="413988"/>
                  </a:lnTo>
                  <a:lnTo>
                    <a:pt x="3408776" y="422002"/>
                  </a:lnTo>
                  <a:lnTo>
                    <a:pt x="3407003" y="426282"/>
                  </a:lnTo>
                  <a:lnTo>
                    <a:pt x="3403618" y="423996"/>
                  </a:lnTo>
                  <a:lnTo>
                    <a:pt x="3400213" y="420141"/>
                  </a:lnTo>
                  <a:lnTo>
                    <a:pt x="3394595" y="423069"/>
                  </a:lnTo>
                  <a:lnTo>
                    <a:pt x="3389438" y="424256"/>
                  </a:lnTo>
                  <a:lnTo>
                    <a:pt x="3389417" y="420332"/>
                  </a:lnTo>
                  <a:lnTo>
                    <a:pt x="3390399" y="415518"/>
                  </a:lnTo>
                  <a:lnTo>
                    <a:pt x="3380121" y="418179"/>
                  </a:lnTo>
                  <a:lnTo>
                    <a:pt x="3367796" y="427057"/>
                  </a:lnTo>
                  <a:lnTo>
                    <a:pt x="3358225" y="439339"/>
                  </a:lnTo>
                  <a:lnTo>
                    <a:pt x="3361543" y="441383"/>
                  </a:lnTo>
                  <a:lnTo>
                    <a:pt x="3365279" y="445295"/>
                  </a:lnTo>
                  <a:lnTo>
                    <a:pt x="3348654" y="464270"/>
                  </a:lnTo>
                  <a:lnTo>
                    <a:pt x="3331611" y="481359"/>
                  </a:lnTo>
                  <a:lnTo>
                    <a:pt x="3318738" y="509244"/>
                  </a:lnTo>
                  <a:lnTo>
                    <a:pt x="3313571" y="512508"/>
                  </a:lnTo>
                  <a:lnTo>
                    <a:pt x="3309132" y="517620"/>
                  </a:lnTo>
                  <a:lnTo>
                    <a:pt x="3304419" y="534455"/>
                  </a:lnTo>
                  <a:lnTo>
                    <a:pt x="3298977" y="549442"/>
                  </a:lnTo>
                  <a:lnTo>
                    <a:pt x="3302021" y="556116"/>
                  </a:lnTo>
                  <a:lnTo>
                    <a:pt x="3304026" y="562981"/>
                  </a:lnTo>
                  <a:lnTo>
                    <a:pt x="3308858" y="569737"/>
                  </a:lnTo>
                  <a:lnTo>
                    <a:pt x="3312966" y="570347"/>
                  </a:lnTo>
                  <a:lnTo>
                    <a:pt x="3317415" y="569128"/>
                  </a:lnTo>
                  <a:lnTo>
                    <a:pt x="3320681" y="569414"/>
                  </a:lnTo>
                  <a:lnTo>
                    <a:pt x="3322780" y="572284"/>
                  </a:lnTo>
                  <a:lnTo>
                    <a:pt x="3321849" y="575726"/>
                  </a:lnTo>
                  <a:lnTo>
                    <a:pt x="3316718" y="576583"/>
                  </a:lnTo>
                  <a:lnTo>
                    <a:pt x="3307147" y="582603"/>
                  </a:lnTo>
                  <a:lnTo>
                    <a:pt x="3298755" y="584915"/>
                  </a:lnTo>
                  <a:lnTo>
                    <a:pt x="3294548" y="592192"/>
                  </a:lnTo>
                  <a:lnTo>
                    <a:pt x="3288244" y="600600"/>
                  </a:lnTo>
                  <a:lnTo>
                    <a:pt x="3275996" y="613720"/>
                  </a:lnTo>
                  <a:lnTo>
                    <a:pt x="3281231" y="617765"/>
                  </a:lnTo>
                  <a:lnTo>
                    <a:pt x="3300150" y="622325"/>
                  </a:lnTo>
                  <a:lnTo>
                    <a:pt x="3308584" y="627018"/>
                  </a:lnTo>
                  <a:lnTo>
                    <a:pt x="3321348" y="651524"/>
                  </a:lnTo>
                  <a:lnTo>
                    <a:pt x="3318433" y="653975"/>
                  </a:lnTo>
                  <a:lnTo>
                    <a:pt x="3317276" y="658465"/>
                  </a:lnTo>
                  <a:lnTo>
                    <a:pt x="3328624" y="664765"/>
                  </a:lnTo>
                  <a:lnTo>
                    <a:pt x="3332247" y="682362"/>
                  </a:lnTo>
                  <a:lnTo>
                    <a:pt x="3341564" y="688350"/>
                  </a:lnTo>
                  <a:lnTo>
                    <a:pt x="3355450" y="692033"/>
                  </a:lnTo>
                  <a:lnTo>
                    <a:pt x="3372431" y="686712"/>
                  </a:lnTo>
                  <a:lnTo>
                    <a:pt x="3386570" y="679390"/>
                  </a:lnTo>
                  <a:lnTo>
                    <a:pt x="3386074" y="673388"/>
                  </a:lnTo>
                  <a:lnTo>
                    <a:pt x="3377191" y="659424"/>
                  </a:lnTo>
                  <a:lnTo>
                    <a:pt x="3375051" y="652864"/>
                  </a:lnTo>
                  <a:lnTo>
                    <a:pt x="3368457" y="648616"/>
                  </a:lnTo>
                  <a:lnTo>
                    <a:pt x="3365951" y="652216"/>
                  </a:lnTo>
                  <a:lnTo>
                    <a:pt x="3361687" y="647542"/>
                  </a:lnTo>
                  <a:lnTo>
                    <a:pt x="3361207" y="644920"/>
                  </a:lnTo>
                  <a:lnTo>
                    <a:pt x="3365181" y="643643"/>
                  </a:lnTo>
                  <a:lnTo>
                    <a:pt x="3369801" y="644151"/>
                  </a:lnTo>
                  <a:lnTo>
                    <a:pt x="3375191" y="646596"/>
                  </a:lnTo>
                  <a:lnTo>
                    <a:pt x="3389061" y="661818"/>
                  </a:lnTo>
                  <a:lnTo>
                    <a:pt x="3392900" y="681771"/>
                  </a:lnTo>
                  <a:lnTo>
                    <a:pt x="3393722" y="694440"/>
                  </a:lnTo>
                  <a:lnTo>
                    <a:pt x="3392156" y="698771"/>
                  </a:lnTo>
                  <a:lnTo>
                    <a:pt x="3388120" y="697882"/>
                  </a:lnTo>
                  <a:lnTo>
                    <a:pt x="3380420" y="698746"/>
                  </a:lnTo>
                  <a:lnTo>
                    <a:pt x="3343890" y="705306"/>
                  </a:lnTo>
                  <a:lnTo>
                    <a:pt x="3335776" y="711084"/>
                  </a:lnTo>
                  <a:lnTo>
                    <a:pt x="3317173" y="717359"/>
                  </a:lnTo>
                  <a:lnTo>
                    <a:pt x="3316015" y="714228"/>
                  </a:lnTo>
                  <a:lnTo>
                    <a:pt x="3317359" y="707750"/>
                  </a:lnTo>
                  <a:lnTo>
                    <a:pt x="3316186" y="694484"/>
                  </a:lnTo>
                  <a:lnTo>
                    <a:pt x="3312516" y="693868"/>
                  </a:lnTo>
                  <a:lnTo>
                    <a:pt x="3283613" y="715498"/>
                  </a:lnTo>
                  <a:lnTo>
                    <a:pt x="3272441" y="716857"/>
                  </a:lnTo>
                  <a:lnTo>
                    <a:pt x="3263046" y="723188"/>
                  </a:lnTo>
                  <a:lnTo>
                    <a:pt x="3260943" y="719676"/>
                  </a:lnTo>
                  <a:lnTo>
                    <a:pt x="3259263" y="703458"/>
                  </a:lnTo>
                  <a:lnTo>
                    <a:pt x="3265144" y="689855"/>
                  </a:lnTo>
                  <a:lnTo>
                    <a:pt x="3262012" y="690071"/>
                  </a:lnTo>
                  <a:lnTo>
                    <a:pt x="3252194" y="698238"/>
                  </a:lnTo>
                  <a:lnTo>
                    <a:pt x="3247997" y="693214"/>
                  </a:lnTo>
                  <a:lnTo>
                    <a:pt x="3245894" y="687702"/>
                  </a:lnTo>
                  <a:lnTo>
                    <a:pt x="3242871" y="684584"/>
                  </a:lnTo>
                  <a:lnTo>
                    <a:pt x="3239595" y="683403"/>
                  </a:lnTo>
                  <a:lnTo>
                    <a:pt x="3242396" y="695443"/>
                  </a:lnTo>
                  <a:lnTo>
                    <a:pt x="3235740" y="704474"/>
                  </a:lnTo>
                  <a:lnTo>
                    <a:pt x="3233915" y="727830"/>
                  </a:lnTo>
                  <a:lnTo>
                    <a:pt x="3225549" y="737553"/>
                  </a:lnTo>
                  <a:lnTo>
                    <a:pt x="3199467" y="743802"/>
                  </a:lnTo>
                  <a:lnTo>
                    <a:pt x="3182465" y="742481"/>
                  </a:lnTo>
                  <a:lnTo>
                    <a:pt x="3167231" y="744424"/>
                  </a:lnTo>
                  <a:lnTo>
                    <a:pt x="3146974" y="748907"/>
                  </a:lnTo>
                  <a:lnTo>
                    <a:pt x="3135780" y="746240"/>
                  </a:lnTo>
                  <a:lnTo>
                    <a:pt x="3124313" y="750971"/>
                  </a:lnTo>
                  <a:lnTo>
                    <a:pt x="3085390" y="752260"/>
                  </a:lnTo>
                  <a:lnTo>
                    <a:pt x="3077183" y="749752"/>
                  </a:lnTo>
                  <a:lnTo>
                    <a:pt x="3066703" y="758687"/>
                  </a:lnTo>
                  <a:lnTo>
                    <a:pt x="3049924" y="763970"/>
                  </a:lnTo>
                  <a:lnTo>
                    <a:pt x="3007512" y="783993"/>
                  </a:lnTo>
                  <a:lnTo>
                    <a:pt x="2998159" y="791277"/>
                  </a:lnTo>
                  <a:lnTo>
                    <a:pt x="2986769" y="802651"/>
                  </a:lnTo>
                  <a:lnTo>
                    <a:pt x="2979121" y="808766"/>
                  </a:lnTo>
                  <a:lnTo>
                    <a:pt x="2972832" y="810754"/>
                  </a:lnTo>
                  <a:lnTo>
                    <a:pt x="2968966" y="815847"/>
                  </a:lnTo>
                  <a:lnTo>
                    <a:pt x="2964744" y="819174"/>
                  </a:lnTo>
                  <a:lnTo>
                    <a:pt x="2968821" y="807807"/>
                  </a:lnTo>
                  <a:lnTo>
                    <a:pt x="2973250" y="798224"/>
                  </a:lnTo>
                  <a:lnTo>
                    <a:pt x="2976930" y="779662"/>
                  </a:lnTo>
                  <a:lnTo>
                    <a:pt x="2975844" y="764650"/>
                  </a:lnTo>
                  <a:lnTo>
                    <a:pt x="2971281" y="758477"/>
                  </a:lnTo>
                  <a:lnTo>
                    <a:pt x="2966563" y="754362"/>
                  </a:lnTo>
                  <a:lnTo>
                    <a:pt x="2972093" y="769178"/>
                  </a:lnTo>
                  <a:lnTo>
                    <a:pt x="2972987" y="787346"/>
                  </a:lnTo>
                  <a:lnTo>
                    <a:pt x="2971085" y="797989"/>
                  </a:lnTo>
                  <a:lnTo>
                    <a:pt x="2960682" y="818520"/>
                  </a:lnTo>
                  <a:lnTo>
                    <a:pt x="2956253" y="823302"/>
                  </a:lnTo>
                  <a:lnTo>
                    <a:pt x="2951075" y="827506"/>
                  </a:lnTo>
                  <a:lnTo>
                    <a:pt x="2947174" y="829335"/>
                  </a:lnTo>
                  <a:lnTo>
                    <a:pt x="2943572" y="832618"/>
                  </a:lnTo>
                  <a:lnTo>
                    <a:pt x="2939386" y="837819"/>
                  </a:lnTo>
                  <a:lnTo>
                    <a:pt x="2935417" y="848145"/>
                  </a:lnTo>
                  <a:lnTo>
                    <a:pt x="2937820" y="857556"/>
                  </a:lnTo>
                  <a:lnTo>
                    <a:pt x="2958104" y="860992"/>
                  </a:lnTo>
                  <a:lnTo>
                    <a:pt x="2963545" y="858090"/>
                  </a:lnTo>
                  <a:lnTo>
                    <a:pt x="2966315" y="864827"/>
                  </a:lnTo>
                  <a:lnTo>
                    <a:pt x="2967865" y="874188"/>
                  </a:lnTo>
                  <a:lnTo>
                    <a:pt x="2966346" y="884310"/>
                  </a:lnTo>
                  <a:lnTo>
                    <a:pt x="2962956" y="894611"/>
                  </a:lnTo>
                  <a:lnTo>
                    <a:pt x="2960382" y="907400"/>
                  </a:lnTo>
                  <a:lnTo>
                    <a:pt x="2958202" y="926902"/>
                  </a:lnTo>
                  <a:lnTo>
                    <a:pt x="2954920" y="944449"/>
                  </a:lnTo>
                  <a:lnTo>
                    <a:pt x="2954491" y="939121"/>
                  </a:lnTo>
                  <a:lnTo>
                    <a:pt x="2956543" y="917790"/>
                  </a:lnTo>
                  <a:lnTo>
                    <a:pt x="2953220" y="920019"/>
                  </a:lnTo>
                  <a:lnTo>
                    <a:pt x="2950931" y="924940"/>
                  </a:lnTo>
                  <a:lnTo>
                    <a:pt x="2944740" y="952450"/>
                  </a:lnTo>
                  <a:lnTo>
                    <a:pt x="2936229" y="967113"/>
                  </a:lnTo>
                  <a:lnTo>
                    <a:pt x="2928389" y="977255"/>
                  </a:lnTo>
                  <a:lnTo>
                    <a:pt x="2920302" y="975578"/>
                  </a:lnTo>
                  <a:lnTo>
                    <a:pt x="2922121" y="983637"/>
                  </a:lnTo>
                  <a:lnTo>
                    <a:pt x="2919899" y="987834"/>
                  </a:lnTo>
                  <a:lnTo>
                    <a:pt x="2917997" y="996592"/>
                  </a:lnTo>
                  <a:lnTo>
                    <a:pt x="2913175" y="1002396"/>
                  </a:lnTo>
                  <a:lnTo>
                    <a:pt x="2908643" y="1001837"/>
                  </a:lnTo>
                  <a:lnTo>
                    <a:pt x="2902132" y="1005838"/>
                  </a:lnTo>
                  <a:lnTo>
                    <a:pt x="2899564" y="1008899"/>
                  </a:lnTo>
                  <a:lnTo>
                    <a:pt x="2899372" y="1014760"/>
                  </a:lnTo>
                  <a:lnTo>
                    <a:pt x="2895016" y="1019917"/>
                  </a:lnTo>
                  <a:lnTo>
                    <a:pt x="2879296" y="1046703"/>
                  </a:lnTo>
                  <a:lnTo>
                    <a:pt x="2865648" y="1054609"/>
                  </a:lnTo>
                  <a:lnTo>
                    <a:pt x="2862382" y="1053459"/>
                  </a:lnTo>
                  <a:lnTo>
                    <a:pt x="2865978" y="1040816"/>
                  </a:lnTo>
                  <a:lnTo>
                    <a:pt x="2868443" y="1028032"/>
                  </a:lnTo>
                  <a:lnTo>
                    <a:pt x="2860160" y="1022469"/>
                  </a:lnTo>
                  <a:lnTo>
                    <a:pt x="2852232" y="1019529"/>
                  </a:lnTo>
                  <a:lnTo>
                    <a:pt x="2843137" y="1019917"/>
                  </a:lnTo>
                  <a:lnTo>
                    <a:pt x="2833091" y="1009978"/>
                  </a:lnTo>
                  <a:lnTo>
                    <a:pt x="2820141" y="1002751"/>
                  </a:lnTo>
                  <a:lnTo>
                    <a:pt x="2802064" y="983199"/>
                  </a:lnTo>
                  <a:lnTo>
                    <a:pt x="2802591" y="977775"/>
                  </a:lnTo>
                  <a:lnTo>
                    <a:pt x="2802136" y="968675"/>
                  </a:lnTo>
                  <a:lnTo>
                    <a:pt x="2807630" y="954298"/>
                  </a:lnTo>
                  <a:lnTo>
                    <a:pt x="2812896" y="944245"/>
                  </a:lnTo>
                  <a:lnTo>
                    <a:pt x="2820167" y="939038"/>
                  </a:lnTo>
                  <a:lnTo>
                    <a:pt x="2841266" y="933735"/>
                  </a:lnTo>
                  <a:lnTo>
                    <a:pt x="2846558" y="925759"/>
                  </a:lnTo>
                  <a:lnTo>
                    <a:pt x="2849695" y="919041"/>
                  </a:lnTo>
                  <a:lnTo>
                    <a:pt x="2839241" y="930579"/>
                  </a:lnTo>
                  <a:lnTo>
                    <a:pt x="2823582" y="934491"/>
                  </a:lnTo>
                  <a:lnTo>
                    <a:pt x="2815144" y="938797"/>
                  </a:lnTo>
                  <a:lnTo>
                    <a:pt x="2808395" y="945382"/>
                  </a:lnTo>
                  <a:lnTo>
                    <a:pt x="2804400" y="953650"/>
                  </a:lnTo>
                  <a:lnTo>
                    <a:pt x="2795356" y="963614"/>
                  </a:lnTo>
                  <a:lnTo>
                    <a:pt x="2795992" y="970288"/>
                  </a:lnTo>
                  <a:lnTo>
                    <a:pt x="2797506" y="975032"/>
                  </a:lnTo>
                  <a:lnTo>
                    <a:pt x="2796808" y="984920"/>
                  </a:lnTo>
                  <a:lnTo>
                    <a:pt x="2802529" y="994559"/>
                  </a:lnTo>
                  <a:lnTo>
                    <a:pt x="2813872" y="1010353"/>
                  </a:lnTo>
                  <a:lnTo>
                    <a:pt x="2816038" y="1034884"/>
                  </a:lnTo>
                  <a:lnTo>
                    <a:pt x="2824694" y="1051300"/>
                  </a:lnTo>
                  <a:lnTo>
                    <a:pt x="2837959" y="1070440"/>
                  </a:lnTo>
                  <a:lnTo>
                    <a:pt x="2848160" y="1075883"/>
                  </a:lnTo>
                  <a:lnTo>
                    <a:pt x="2848656" y="1083001"/>
                  </a:lnTo>
                  <a:lnTo>
                    <a:pt x="2843948" y="1094756"/>
                  </a:lnTo>
                  <a:lnTo>
                    <a:pt x="2837742" y="1100128"/>
                  </a:lnTo>
                  <a:lnTo>
                    <a:pt x="2845814" y="1099055"/>
                  </a:lnTo>
                  <a:lnTo>
                    <a:pt x="2849835" y="1101741"/>
                  </a:lnTo>
                  <a:lnTo>
                    <a:pt x="2853746" y="1111546"/>
                  </a:lnTo>
                  <a:lnTo>
                    <a:pt x="2853442" y="1121555"/>
                  </a:lnTo>
                  <a:lnTo>
                    <a:pt x="2852119" y="1127194"/>
                  </a:lnTo>
                  <a:lnTo>
                    <a:pt x="2849674" y="1129442"/>
                  </a:lnTo>
                  <a:lnTo>
                    <a:pt x="2849778" y="1123682"/>
                  </a:lnTo>
                  <a:lnTo>
                    <a:pt x="2848046" y="1121682"/>
                  </a:lnTo>
                  <a:lnTo>
                    <a:pt x="2845189" y="1124177"/>
                  </a:lnTo>
                  <a:lnTo>
                    <a:pt x="2843339" y="1127022"/>
                  </a:lnTo>
                  <a:lnTo>
                    <a:pt x="2842569" y="1138231"/>
                  </a:lnTo>
                  <a:lnTo>
                    <a:pt x="2840610" y="1143832"/>
                  </a:lnTo>
                  <a:lnTo>
                    <a:pt x="2833685" y="1145496"/>
                  </a:lnTo>
                  <a:lnTo>
                    <a:pt x="2826662" y="1160203"/>
                  </a:lnTo>
                  <a:lnTo>
                    <a:pt x="2820130" y="1168547"/>
                  </a:lnTo>
                  <a:lnTo>
                    <a:pt x="2794426" y="1224971"/>
                  </a:lnTo>
                  <a:lnTo>
                    <a:pt x="2795408" y="1234401"/>
                  </a:lnTo>
                  <a:lnTo>
                    <a:pt x="2790705" y="1237436"/>
                  </a:lnTo>
                  <a:lnTo>
                    <a:pt x="2783584" y="1239907"/>
                  </a:lnTo>
                  <a:lnTo>
                    <a:pt x="2776380" y="1245546"/>
                  </a:lnTo>
                  <a:lnTo>
                    <a:pt x="2771600" y="1251763"/>
                  </a:lnTo>
                  <a:lnTo>
                    <a:pt x="2767161" y="1268484"/>
                  </a:lnTo>
                  <a:lnTo>
                    <a:pt x="2758655" y="1287306"/>
                  </a:lnTo>
                  <a:lnTo>
                    <a:pt x="2753348" y="1279463"/>
                  </a:lnTo>
                  <a:lnTo>
                    <a:pt x="2751989" y="1272751"/>
                  </a:lnTo>
                  <a:lnTo>
                    <a:pt x="2754350" y="1255243"/>
                  </a:lnTo>
                  <a:lnTo>
                    <a:pt x="2763549" y="1226539"/>
                  </a:lnTo>
                  <a:lnTo>
                    <a:pt x="2773683" y="1208695"/>
                  </a:lnTo>
                  <a:lnTo>
                    <a:pt x="2781414" y="1200236"/>
                  </a:lnTo>
                  <a:lnTo>
                    <a:pt x="2787770" y="1182995"/>
                  </a:lnTo>
                  <a:lnTo>
                    <a:pt x="2779739" y="1180423"/>
                  </a:lnTo>
                  <a:lnTo>
                    <a:pt x="2767497" y="1180702"/>
                  </a:lnTo>
                  <a:lnTo>
                    <a:pt x="2769802" y="1172745"/>
                  </a:lnTo>
                  <a:lnTo>
                    <a:pt x="2773373" y="1165734"/>
                  </a:lnTo>
                  <a:lnTo>
                    <a:pt x="2766991" y="1158749"/>
                  </a:lnTo>
                  <a:lnTo>
                    <a:pt x="2763213" y="1157860"/>
                  </a:lnTo>
                  <a:lnTo>
                    <a:pt x="2759322" y="1154996"/>
                  </a:lnTo>
                  <a:lnTo>
                    <a:pt x="2763885" y="1149179"/>
                  </a:lnTo>
                  <a:lnTo>
                    <a:pt x="2766112" y="1143032"/>
                  </a:lnTo>
                  <a:lnTo>
                    <a:pt x="2764753" y="1135551"/>
                  </a:lnTo>
                  <a:lnTo>
                    <a:pt x="2766665" y="1129918"/>
                  </a:lnTo>
                  <a:lnTo>
                    <a:pt x="2763477" y="1130769"/>
                  </a:lnTo>
                  <a:lnTo>
                    <a:pt x="2758350" y="1136732"/>
                  </a:lnTo>
                  <a:lnTo>
                    <a:pt x="2755162" y="1139113"/>
                  </a:lnTo>
                  <a:lnTo>
                    <a:pt x="2753219" y="1133836"/>
                  </a:lnTo>
                  <a:lnTo>
                    <a:pt x="2751002" y="1135030"/>
                  </a:lnTo>
                  <a:lnTo>
                    <a:pt x="2749560" y="1138656"/>
                  </a:lnTo>
                  <a:lnTo>
                    <a:pt x="2746289" y="1140650"/>
                  </a:lnTo>
                  <a:lnTo>
                    <a:pt x="2739380" y="1135691"/>
                  </a:lnTo>
                  <a:lnTo>
                    <a:pt x="2729308" y="1130013"/>
                  </a:lnTo>
                  <a:lnTo>
                    <a:pt x="2723701" y="1120246"/>
                  </a:lnTo>
                  <a:lnTo>
                    <a:pt x="2720502" y="1112677"/>
                  </a:lnTo>
                  <a:lnTo>
                    <a:pt x="2723752" y="1098979"/>
                  </a:lnTo>
                  <a:lnTo>
                    <a:pt x="2730713" y="1096547"/>
                  </a:lnTo>
                  <a:lnTo>
                    <a:pt x="2739757" y="1098769"/>
                  </a:lnTo>
                  <a:lnTo>
                    <a:pt x="2751612" y="1098750"/>
                  </a:lnTo>
                  <a:lnTo>
                    <a:pt x="2749917" y="1095708"/>
                  </a:lnTo>
                  <a:lnTo>
                    <a:pt x="2745684" y="1096210"/>
                  </a:lnTo>
                  <a:lnTo>
                    <a:pt x="2733189" y="1085097"/>
                  </a:lnTo>
                  <a:lnTo>
                    <a:pt x="2729168" y="1078385"/>
                  </a:lnTo>
                  <a:lnTo>
                    <a:pt x="2722254" y="1076543"/>
                  </a:lnTo>
                  <a:lnTo>
                    <a:pt x="2719101" y="1082995"/>
                  </a:lnTo>
                  <a:lnTo>
                    <a:pt x="2715603" y="1084710"/>
                  </a:lnTo>
                  <a:lnTo>
                    <a:pt x="2719923" y="1070593"/>
                  </a:lnTo>
                  <a:lnTo>
                    <a:pt x="2725571" y="1070015"/>
                  </a:lnTo>
                  <a:lnTo>
                    <a:pt x="2733912" y="1066103"/>
                  </a:lnTo>
                  <a:lnTo>
                    <a:pt x="2731488" y="1057930"/>
                  </a:lnTo>
                  <a:lnTo>
                    <a:pt x="2726223" y="1054355"/>
                  </a:lnTo>
                  <a:lnTo>
                    <a:pt x="2716714" y="1058838"/>
                  </a:lnTo>
                  <a:lnTo>
                    <a:pt x="2716828" y="1053091"/>
                  </a:lnTo>
                  <a:lnTo>
                    <a:pt x="2718610" y="1045731"/>
                  </a:lnTo>
                  <a:lnTo>
                    <a:pt x="2725778" y="1045756"/>
                  </a:lnTo>
                  <a:lnTo>
                    <a:pt x="2732057" y="1048157"/>
                  </a:lnTo>
                  <a:lnTo>
                    <a:pt x="2737400" y="1036269"/>
                  </a:lnTo>
                  <a:lnTo>
                    <a:pt x="2737638" y="1030960"/>
                  </a:lnTo>
                  <a:lnTo>
                    <a:pt x="2728760" y="1038676"/>
                  </a:lnTo>
                  <a:lnTo>
                    <a:pt x="2726765" y="1022031"/>
                  </a:lnTo>
                  <a:lnTo>
                    <a:pt x="2735504" y="1005977"/>
                  </a:lnTo>
                  <a:lnTo>
                    <a:pt x="2743839" y="998979"/>
                  </a:lnTo>
                  <a:lnTo>
                    <a:pt x="2754252" y="999183"/>
                  </a:lnTo>
                  <a:lnTo>
                    <a:pt x="2764836" y="998052"/>
                  </a:lnTo>
                  <a:lnTo>
                    <a:pt x="2758195" y="995112"/>
                  </a:lnTo>
                  <a:lnTo>
                    <a:pt x="2751379" y="993518"/>
                  </a:lnTo>
                  <a:lnTo>
                    <a:pt x="2756500" y="987174"/>
                  </a:lnTo>
                  <a:lnTo>
                    <a:pt x="2760867" y="986037"/>
                  </a:lnTo>
                  <a:lnTo>
                    <a:pt x="2765156" y="980506"/>
                  </a:lnTo>
                  <a:lnTo>
                    <a:pt x="2754841" y="981325"/>
                  </a:lnTo>
                  <a:lnTo>
                    <a:pt x="2756056" y="970860"/>
                  </a:lnTo>
                  <a:lnTo>
                    <a:pt x="2751043" y="972987"/>
                  </a:lnTo>
                  <a:lnTo>
                    <a:pt x="2745043" y="973971"/>
                  </a:lnTo>
                  <a:lnTo>
                    <a:pt x="2742708" y="978410"/>
                  </a:lnTo>
                  <a:lnTo>
                    <a:pt x="2743168" y="985783"/>
                  </a:lnTo>
                  <a:lnTo>
                    <a:pt x="2741416" y="990622"/>
                  </a:lnTo>
                  <a:lnTo>
                    <a:pt x="2736749" y="994509"/>
                  </a:lnTo>
                  <a:lnTo>
                    <a:pt x="2728868" y="997538"/>
                  </a:lnTo>
                  <a:lnTo>
                    <a:pt x="2728104" y="992286"/>
                  </a:lnTo>
                  <a:lnTo>
                    <a:pt x="2725499" y="989905"/>
                  </a:lnTo>
                  <a:lnTo>
                    <a:pt x="2724528" y="1001151"/>
                  </a:lnTo>
                  <a:lnTo>
                    <a:pt x="2722460" y="1004974"/>
                  </a:lnTo>
                  <a:lnTo>
                    <a:pt x="2716698" y="994420"/>
                  </a:lnTo>
                  <a:lnTo>
                    <a:pt x="2714967" y="996547"/>
                  </a:lnTo>
                  <a:lnTo>
                    <a:pt x="2715189" y="999545"/>
                  </a:lnTo>
                  <a:lnTo>
                    <a:pt x="2713717" y="1004726"/>
                  </a:lnTo>
                  <a:lnTo>
                    <a:pt x="2708776" y="1007425"/>
                  </a:lnTo>
                  <a:lnTo>
                    <a:pt x="2709081" y="1014068"/>
                  </a:lnTo>
                  <a:lnTo>
                    <a:pt x="2707164" y="1017688"/>
                  </a:lnTo>
                  <a:lnTo>
                    <a:pt x="2691340" y="1011921"/>
                  </a:lnTo>
                  <a:lnTo>
                    <a:pt x="2690968" y="1013877"/>
                  </a:lnTo>
                  <a:lnTo>
                    <a:pt x="2699919" y="1026311"/>
                  </a:lnTo>
                  <a:lnTo>
                    <a:pt x="2706456" y="1030560"/>
                  </a:lnTo>
                  <a:lnTo>
                    <a:pt x="2707252" y="1037342"/>
                  </a:lnTo>
                  <a:lnTo>
                    <a:pt x="2701640" y="1042968"/>
                  </a:lnTo>
                  <a:lnTo>
                    <a:pt x="2693898" y="1038110"/>
                  </a:lnTo>
                  <a:lnTo>
                    <a:pt x="2692596" y="1038466"/>
                  </a:lnTo>
                  <a:lnTo>
                    <a:pt x="2696803" y="1046798"/>
                  </a:lnTo>
                  <a:lnTo>
                    <a:pt x="2699454" y="1054075"/>
                  </a:lnTo>
                  <a:lnTo>
                    <a:pt x="2696725" y="1060172"/>
                  </a:lnTo>
                  <a:lnTo>
                    <a:pt x="2697149" y="1067678"/>
                  </a:lnTo>
                  <a:lnTo>
                    <a:pt x="2696560" y="1074485"/>
                  </a:lnTo>
                  <a:lnTo>
                    <a:pt x="2694891" y="1080423"/>
                  </a:lnTo>
                  <a:lnTo>
                    <a:pt x="2698653" y="1107793"/>
                  </a:lnTo>
                  <a:lnTo>
                    <a:pt x="2703185" y="1115236"/>
                  </a:lnTo>
                  <a:lnTo>
                    <a:pt x="2707639" y="1122355"/>
                  </a:lnTo>
                  <a:lnTo>
                    <a:pt x="2710001" y="1129016"/>
                  </a:lnTo>
                  <a:lnTo>
                    <a:pt x="2705273" y="1129988"/>
                  </a:lnTo>
                  <a:lnTo>
                    <a:pt x="2697743" y="1124507"/>
                  </a:lnTo>
                  <a:lnTo>
                    <a:pt x="2691129" y="1120329"/>
                  </a:lnTo>
                  <a:lnTo>
                    <a:pt x="2683248" y="1106968"/>
                  </a:lnTo>
                  <a:lnTo>
                    <a:pt x="2681945" y="1101633"/>
                  </a:lnTo>
                  <a:lnTo>
                    <a:pt x="2680023" y="1097417"/>
                  </a:lnTo>
                  <a:lnTo>
                    <a:pt x="2680953" y="1107101"/>
                  </a:lnTo>
                  <a:lnTo>
                    <a:pt x="2683765" y="1117916"/>
                  </a:lnTo>
                  <a:lnTo>
                    <a:pt x="2708446" y="1142117"/>
                  </a:lnTo>
                  <a:lnTo>
                    <a:pt x="2713003" y="1151401"/>
                  </a:lnTo>
                  <a:lnTo>
                    <a:pt x="2716476" y="1158698"/>
                  </a:lnTo>
                  <a:lnTo>
                    <a:pt x="2715603" y="1165690"/>
                  </a:lnTo>
                  <a:lnTo>
                    <a:pt x="2709169" y="1160743"/>
                  </a:lnTo>
                  <a:lnTo>
                    <a:pt x="2703619" y="1154437"/>
                  </a:lnTo>
                  <a:lnTo>
                    <a:pt x="2688886" y="1147312"/>
                  </a:lnTo>
                  <a:lnTo>
                    <a:pt x="2670308" y="1142809"/>
                  </a:lnTo>
                  <a:lnTo>
                    <a:pt x="2659833" y="1126247"/>
                  </a:lnTo>
                  <a:lnTo>
                    <a:pt x="2659869" y="1133157"/>
                  </a:lnTo>
                  <a:lnTo>
                    <a:pt x="2657543" y="1139018"/>
                  </a:lnTo>
                  <a:lnTo>
                    <a:pt x="2651141" y="1131874"/>
                  </a:lnTo>
                  <a:lnTo>
                    <a:pt x="2647105" y="1125778"/>
                  </a:lnTo>
                  <a:lnTo>
                    <a:pt x="2645751" y="1119097"/>
                  </a:lnTo>
                  <a:lnTo>
                    <a:pt x="2637756" y="1119554"/>
                  </a:lnTo>
                  <a:lnTo>
                    <a:pt x="2629374" y="1125358"/>
                  </a:lnTo>
                  <a:lnTo>
                    <a:pt x="2621266" y="1123980"/>
                  </a:lnTo>
                  <a:lnTo>
                    <a:pt x="2620305" y="1112651"/>
                  </a:lnTo>
                  <a:lnTo>
                    <a:pt x="2622496" y="1106650"/>
                  </a:lnTo>
                  <a:lnTo>
                    <a:pt x="2631596" y="1092457"/>
                  </a:lnTo>
                  <a:lnTo>
                    <a:pt x="2640170" y="1085211"/>
                  </a:lnTo>
                  <a:lnTo>
                    <a:pt x="2643952" y="1075857"/>
                  </a:lnTo>
                  <a:lnTo>
                    <a:pt x="2642660" y="1061353"/>
                  </a:lnTo>
                  <a:lnTo>
                    <a:pt x="2641048" y="1076111"/>
                  </a:lnTo>
                  <a:lnTo>
                    <a:pt x="2636149" y="1083427"/>
                  </a:lnTo>
                  <a:lnTo>
                    <a:pt x="2628449" y="1089015"/>
                  </a:lnTo>
                  <a:lnTo>
                    <a:pt x="2618315" y="1098973"/>
                  </a:lnTo>
                  <a:lnTo>
                    <a:pt x="2615840" y="1108181"/>
                  </a:lnTo>
                  <a:lnTo>
                    <a:pt x="2612677" y="1125422"/>
                  </a:lnTo>
                  <a:lnTo>
                    <a:pt x="2616956" y="1131258"/>
                  </a:lnTo>
                  <a:lnTo>
                    <a:pt x="2621328" y="1132782"/>
                  </a:lnTo>
                  <a:lnTo>
                    <a:pt x="2634242" y="1128870"/>
                  </a:lnTo>
                  <a:lnTo>
                    <a:pt x="2640924" y="1130617"/>
                  </a:lnTo>
                  <a:lnTo>
                    <a:pt x="2655786" y="1151376"/>
                  </a:lnTo>
                  <a:lnTo>
                    <a:pt x="2683460" y="1159587"/>
                  </a:lnTo>
                  <a:lnTo>
                    <a:pt x="2693552" y="1164718"/>
                  </a:lnTo>
                  <a:lnTo>
                    <a:pt x="2701779" y="1175552"/>
                  </a:lnTo>
                  <a:lnTo>
                    <a:pt x="2714146" y="1181788"/>
                  </a:lnTo>
                  <a:lnTo>
                    <a:pt x="2723742" y="1190850"/>
                  </a:lnTo>
                  <a:lnTo>
                    <a:pt x="2724000" y="1196762"/>
                  </a:lnTo>
                  <a:lnTo>
                    <a:pt x="2720678" y="1203754"/>
                  </a:lnTo>
                  <a:lnTo>
                    <a:pt x="2719365" y="1213216"/>
                  </a:lnTo>
                  <a:lnTo>
                    <a:pt x="2715288" y="1219185"/>
                  </a:lnTo>
                  <a:lnTo>
                    <a:pt x="2705500" y="1219871"/>
                  </a:lnTo>
                  <a:lnTo>
                    <a:pt x="2699588" y="1218334"/>
                  </a:lnTo>
                  <a:lnTo>
                    <a:pt x="2667807" y="1185071"/>
                  </a:lnTo>
                  <a:lnTo>
                    <a:pt x="2664013" y="1182010"/>
                  </a:lnTo>
                  <a:lnTo>
                    <a:pt x="2652226" y="1164591"/>
                  </a:lnTo>
                  <a:lnTo>
                    <a:pt x="2638397" y="1155262"/>
                  </a:lnTo>
                  <a:lnTo>
                    <a:pt x="2634118" y="1155459"/>
                  </a:lnTo>
                  <a:lnTo>
                    <a:pt x="2653802" y="1172713"/>
                  </a:lnTo>
                  <a:lnTo>
                    <a:pt x="2661838" y="1184779"/>
                  </a:lnTo>
                  <a:lnTo>
                    <a:pt x="2675992" y="1201696"/>
                  </a:lnTo>
                  <a:lnTo>
                    <a:pt x="2686111" y="1208860"/>
                  </a:lnTo>
                  <a:lnTo>
                    <a:pt x="2693557" y="1220036"/>
                  </a:lnTo>
                  <a:lnTo>
                    <a:pt x="2700477" y="1225275"/>
                  </a:lnTo>
                  <a:lnTo>
                    <a:pt x="2719370" y="1232737"/>
                  </a:lnTo>
                  <a:lnTo>
                    <a:pt x="2712802" y="1238097"/>
                  </a:lnTo>
                  <a:lnTo>
                    <a:pt x="2723287" y="1242663"/>
                  </a:lnTo>
                  <a:lnTo>
                    <a:pt x="2724786" y="1251058"/>
                  </a:lnTo>
                  <a:lnTo>
                    <a:pt x="2723825" y="1260628"/>
                  </a:lnTo>
                  <a:lnTo>
                    <a:pt x="2709272" y="1256843"/>
                  </a:lnTo>
                  <a:lnTo>
                    <a:pt x="2708797" y="1263892"/>
                  </a:lnTo>
                  <a:lnTo>
                    <a:pt x="2710099" y="1268052"/>
                  </a:lnTo>
                  <a:lnTo>
                    <a:pt x="2703671" y="1271487"/>
                  </a:lnTo>
                  <a:lnTo>
                    <a:pt x="2694730" y="1266826"/>
                  </a:lnTo>
                  <a:lnTo>
                    <a:pt x="2671517" y="1241329"/>
                  </a:lnTo>
                  <a:lnTo>
                    <a:pt x="2671713" y="1244739"/>
                  </a:lnTo>
                  <a:lnTo>
                    <a:pt x="2673594" y="1248696"/>
                  </a:lnTo>
                  <a:lnTo>
                    <a:pt x="2687056" y="1265111"/>
                  </a:lnTo>
                  <a:lnTo>
                    <a:pt x="2699071" y="1274955"/>
                  </a:lnTo>
                  <a:lnTo>
                    <a:pt x="2709257" y="1279400"/>
                  </a:lnTo>
                  <a:lnTo>
                    <a:pt x="2717107" y="1287649"/>
                  </a:lnTo>
                  <a:lnTo>
                    <a:pt x="2719877" y="1292640"/>
                  </a:lnTo>
                  <a:lnTo>
                    <a:pt x="2721727" y="1300210"/>
                  </a:lnTo>
                  <a:lnTo>
                    <a:pt x="2715908" y="1305354"/>
                  </a:lnTo>
                  <a:lnTo>
                    <a:pt x="2709283" y="1308193"/>
                  </a:lnTo>
                  <a:lnTo>
                    <a:pt x="2702813" y="1303061"/>
                  </a:lnTo>
                  <a:lnTo>
                    <a:pt x="2698069" y="1297657"/>
                  </a:lnTo>
                  <a:lnTo>
                    <a:pt x="2687966" y="1288481"/>
                  </a:lnTo>
                  <a:lnTo>
                    <a:pt x="2684938" y="1278225"/>
                  </a:lnTo>
                  <a:lnTo>
                    <a:pt x="2677253" y="1278752"/>
                  </a:lnTo>
                  <a:lnTo>
                    <a:pt x="2645136" y="1265747"/>
                  </a:lnTo>
                  <a:lnTo>
                    <a:pt x="2619323" y="1264248"/>
                  </a:lnTo>
                  <a:lnTo>
                    <a:pt x="2621845" y="1266864"/>
                  </a:lnTo>
                  <a:lnTo>
                    <a:pt x="2625111" y="1268604"/>
                  </a:lnTo>
                  <a:lnTo>
                    <a:pt x="2645668" y="1271811"/>
                  </a:lnTo>
                  <a:lnTo>
                    <a:pt x="2653792" y="1277800"/>
                  </a:lnTo>
                  <a:lnTo>
                    <a:pt x="2670700" y="1283115"/>
                  </a:lnTo>
                  <a:lnTo>
                    <a:pt x="2680602" y="1284569"/>
                  </a:lnTo>
                  <a:lnTo>
                    <a:pt x="2684617" y="1300896"/>
                  </a:lnTo>
                  <a:lnTo>
                    <a:pt x="2698301" y="1312130"/>
                  </a:lnTo>
                  <a:lnTo>
                    <a:pt x="2700079" y="1320455"/>
                  </a:lnTo>
                  <a:lnTo>
                    <a:pt x="2709422" y="1321389"/>
                  </a:lnTo>
                  <a:lnTo>
                    <a:pt x="2725861" y="1313222"/>
                  </a:lnTo>
                  <a:lnTo>
                    <a:pt x="2736470" y="1316086"/>
                  </a:lnTo>
                  <a:lnTo>
                    <a:pt x="2751772" y="1318423"/>
                  </a:lnTo>
                  <a:lnTo>
                    <a:pt x="2755270" y="1325015"/>
                  </a:lnTo>
                  <a:lnTo>
                    <a:pt x="2757896" y="1337557"/>
                  </a:lnTo>
                  <a:lnTo>
                    <a:pt x="2763306" y="1351667"/>
                  </a:lnTo>
                  <a:lnTo>
                    <a:pt x="2777337" y="1407303"/>
                  </a:lnTo>
                  <a:lnTo>
                    <a:pt x="2798416" y="1452810"/>
                  </a:lnTo>
                  <a:lnTo>
                    <a:pt x="2801010" y="1460646"/>
                  </a:lnTo>
                  <a:lnTo>
                    <a:pt x="2796111" y="1453769"/>
                  </a:lnTo>
                  <a:lnTo>
                    <a:pt x="2780473" y="1423630"/>
                  </a:lnTo>
                  <a:lnTo>
                    <a:pt x="2771843" y="1401867"/>
                  </a:lnTo>
                  <a:lnTo>
                    <a:pt x="2762975" y="1363441"/>
                  </a:lnTo>
                  <a:lnTo>
                    <a:pt x="2760402" y="1354836"/>
                  </a:lnTo>
                  <a:lnTo>
                    <a:pt x="2757374" y="1351401"/>
                  </a:lnTo>
                  <a:lnTo>
                    <a:pt x="2755379" y="1354195"/>
                  </a:lnTo>
                  <a:lnTo>
                    <a:pt x="2754521" y="1359091"/>
                  </a:lnTo>
                  <a:lnTo>
                    <a:pt x="2755968" y="1362850"/>
                  </a:lnTo>
                  <a:lnTo>
                    <a:pt x="2752475" y="1375500"/>
                  </a:lnTo>
                  <a:lnTo>
                    <a:pt x="2753989" y="1381305"/>
                  </a:lnTo>
                  <a:lnTo>
                    <a:pt x="2759663" y="1387306"/>
                  </a:lnTo>
                  <a:lnTo>
                    <a:pt x="2765828" y="1402280"/>
                  </a:lnTo>
                  <a:lnTo>
                    <a:pt x="2770753" y="1422442"/>
                  </a:lnTo>
                  <a:lnTo>
                    <a:pt x="2764092" y="1414269"/>
                  </a:lnTo>
                  <a:lnTo>
                    <a:pt x="2756981" y="1409938"/>
                  </a:lnTo>
                  <a:lnTo>
                    <a:pt x="2745917" y="1406617"/>
                  </a:lnTo>
                  <a:lnTo>
                    <a:pt x="2736062" y="1400794"/>
                  </a:lnTo>
                  <a:lnTo>
                    <a:pt x="2736780" y="1409145"/>
                  </a:lnTo>
                  <a:lnTo>
                    <a:pt x="2735835" y="1418162"/>
                  </a:lnTo>
                  <a:lnTo>
                    <a:pt x="2728238" y="1415412"/>
                  </a:lnTo>
                  <a:lnTo>
                    <a:pt x="2723070" y="1412421"/>
                  </a:lnTo>
                  <a:lnTo>
                    <a:pt x="2727644" y="1422030"/>
                  </a:lnTo>
                  <a:lnTo>
                    <a:pt x="2717716" y="1419147"/>
                  </a:lnTo>
                  <a:lnTo>
                    <a:pt x="2711102" y="1419750"/>
                  </a:lnTo>
                  <a:lnTo>
                    <a:pt x="2706802" y="1428278"/>
                  </a:lnTo>
                  <a:lnTo>
                    <a:pt x="2701035" y="1433454"/>
                  </a:lnTo>
                  <a:lnTo>
                    <a:pt x="2692508" y="1435124"/>
                  </a:lnTo>
                  <a:lnTo>
                    <a:pt x="2679858" y="1427326"/>
                  </a:lnTo>
                  <a:lnTo>
                    <a:pt x="2675760" y="1417857"/>
                  </a:lnTo>
                  <a:lnTo>
                    <a:pt x="2674065" y="1407316"/>
                  </a:lnTo>
                  <a:lnTo>
                    <a:pt x="2673388" y="1419782"/>
                  </a:lnTo>
                  <a:lnTo>
                    <a:pt x="2675641" y="1432762"/>
                  </a:lnTo>
                  <a:lnTo>
                    <a:pt x="2674850" y="1442630"/>
                  </a:lnTo>
                  <a:lnTo>
                    <a:pt x="2687031" y="1444446"/>
                  </a:lnTo>
                  <a:lnTo>
                    <a:pt x="2698420" y="1442833"/>
                  </a:lnTo>
                  <a:lnTo>
                    <a:pt x="2713789" y="1443246"/>
                  </a:lnTo>
                  <a:lnTo>
                    <a:pt x="2723814" y="1441398"/>
                  </a:lnTo>
                  <a:lnTo>
                    <a:pt x="2729850" y="1438261"/>
                  </a:lnTo>
                  <a:lnTo>
                    <a:pt x="2744325" y="1440979"/>
                  </a:lnTo>
                  <a:lnTo>
                    <a:pt x="2745353" y="1452899"/>
                  </a:lnTo>
                  <a:lnTo>
                    <a:pt x="2743700" y="1464749"/>
                  </a:lnTo>
                  <a:lnTo>
                    <a:pt x="2742863" y="1477367"/>
                  </a:lnTo>
                  <a:lnTo>
                    <a:pt x="2746873" y="1477284"/>
                  </a:lnTo>
                  <a:lnTo>
                    <a:pt x="2751586" y="1473252"/>
                  </a:lnTo>
                  <a:lnTo>
                    <a:pt x="2753942" y="1450651"/>
                  </a:lnTo>
                  <a:lnTo>
                    <a:pt x="2767172" y="1442300"/>
                  </a:lnTo>
                  <a:lnTo>
                    <a:pt x="2771605" y="1442872"/>
                  </a:lnTo>
                  <a:lnTo>
                    <a:pt x="2775817" y="1450136"/>
                  </a:lnTo>
                  <a:lnTo>
                    <a:pt x="2777233" y="1457503"/>
                  </a:lnTo>
                  <a:lnTo>
                    <a:pt x="2778727" y="1467619"/>
                  </a:lnTo>
                  <a:lnTo>
                    <a:pt x="2775636" y="1483031"/>
                  </a:lnTo>
                  <a:lnTo>
                    <a:pt x="2755312" y="1501054"/>
                  </a:lnTo>
                  <a:lnTo>
                    <a:pt x="2740754" y="1517717"/>
                  </a:lnTo>
                  <a:lnTo>
                    <a:pt x="2733313" y="1521115"/>
                  </a:lnTo>
                  <a:lnTo>
                    <a:pt x="2722579" y="1519178"/>
                  </a:lnTo>
                  <a:lnTo>
                    <a:pt x="2710409" y="1514987"/>
                  </a:lnTo>
                  <a:lnTo>
                    <a:pt x="2704441" y="1514142"/>
                  </a:lnTo>
                  <a:lnTo>
                    <a:pt x="2699903" y="1515539"/>
                  </a:lnTo>
                  <a:lnTo>
                    <a:pt x="2697139" y="1510408"/>
                  </a:lnTo>
                  <a:lnTo>
                    <a:pt x="2695356" y="1501047"/>
                  </a:lnTo>
                  <a:lnTo>
                    <a:pt x="2690622" y="1497942"/>
                  </a:lnTo>
                  <a:lnTo>
                    <a:pt x="2687041" y="1498285"/>
                  </a:lnTo>
                  <a:lnTo>
                    <a:pt x="2684597" y="1508230"/>
                  </a:lnTo>
                  <a:lnTo>
                    <a:pt x="2673243" y="1511056"/>
                  </a:lnTo>
                  <a:lnTo>
                    <a:pt x="2657807" y="1506947"/>
                  </a:lnTo>
                  <a:lnTo>
                    <a:pt x="2641642" y="1498584"/>
                  </a:lnTo>
                  <a:lnTo>
                    <a:pt x="2648577" y="1507557"/>
                  </a:lnTo>
                  <a:lnTo>
                    <a:pt x="2688689" y="1524296"/>
                  </a:lnTo>
                  <a:lnTo>
                    <a:pt x="2693206" y="1527427"/>
                  </a:lnTo>
                  <a:lnTo>
                    <a:pt x="2697423" y="1532006"/>
                  </a:lnTo>
                  <a:lnTo>
                    <a:pt x="2691811" y="1539188"/>
                  </a:lnTo>
                  <a:lnTo>
                    <a:pt x="2687413" y="1547278"/>
                  </a:lnTo>
                  <a:lnTo>
                    <a:pt x="2686793" y="1553629"/>
                  </a:lnTo>
                  <a:lnTo>
                    <a:pt x="2685242" y="1557636"/>
                  </a:lnTo>
                  <a:lnTo>
                    <a:pt x="2669248" y="1568431"/>
                  </a:lnTo>
                  <a:lnTo>
                    <a:pt x="2660582" y="1566526"/>
                  </a:lnTo>
                  <a:lnTo>
                    <a:pt x="2638438" y="1547062"/>
                  </a:lnTo>
                  <a:lnTo>
                    <a:pt x="2648526" y="1563897"/>
                  </a:lnTo>
                  <a:lnTo>
                    <a:pt x="2656603" y="1571041"/>
                  </a:lnTo>
                  <a:lnTo>
                    <a:pt x="2672866" y="1574852"/>
                  </a:lnTo>
                  <a:lnTo>
                    <a:pt x="2703371" y="1568558"/>
                  </a:lnTo>
                  <a:lnTo>
                    <a:pt x="2713376" y="1575430"/>
                  </a:lnTo>
                  <a:lnTo>
                    <a:pt x="2705164" y="1587603"/>
                  </a:lnTo>
                  <a:lnTo>
                    <a:pt x="2697004" y="1596145"/>
                  </a:lnTo>
                  <a:lnTo>
                    <a:pt x="2686302" y="1597097"/>
                  </a:lnTo>
                  <a:lnTo>
                    <a:pt x="2676876" y="1599409"/>
                  </a:lnTo>
                  <a:lnTo>
                    <a:pt x="2674111" y="1605283"/>
                  </a:lnTo>
                  <a:lnTo>
                    <a:pt x="2667393" y="1605651"/>
                  </a:lnTo>
                  <a:lnTo>
                    <a:pt x="2656892" y="1606000"/>
                  </a:lnTo>
                  <a:lnTo>
                    <a:pt x="2640635" y="1606534"/>
                  </a:lnTo>
                  <a:lnTo>
                    <a:pt x="2631705" y="1605162"/>
                  </a:lnTo>
                  <a:lnTo>
                    <a:pt x="2619230" y="1617164"/>
                  </a:lnTo>
                  <a:lnTo>
                    <a:pt x="2614522" y="1618815"/>
                  </a:lnTo>
                  <a:lnTo>
                    <a:pt x="2607944" y="1616561"/>
                  </a:lnTo>
                  <a:lnTo>
                    <a:pt x="2605184" y="1606921"/>
                  </a:lnTo>
                  <a:lnTo>
                    <a:pt x="2602244" y="1602184"/>
                  </a:lnTo>
                  <a:lnTo>
                    <a:pt x="2602171" y="1620219"/>
                  </a:lnTo>
                  <a:lnTo>
                    <a:pt x="2603324" y="1625077"/>
                  </a:lnTo>
                  <a:lnTo>
                    <a:pt x="2605680" y="1628741"/>
                  </a:lnTo>
                  <a:lnTo>
                    <a:pt x="2591087" y="1638527"/>
                  </a:lnTo>
                  <a:lnTo>
                    <a:pt x="2577118" y="1650733"/>
                  </a:lnTo>
                  <a:lnTo>
                    <a:pt x="2572111" y="1654054"/>
                  </a:lnTo>
                  <a:lnTo>
                    <a:pt x="2566421" y="1660169"/>
                  </a:lnTo>
                  <a:lnTo>
                    <a:pt x="2554768" y="1677830"/>
                  </a:lnTo>
                  <a:lnTo>
                    <a:pt x="2551889" y="1690708"/>
                  </a:lnTo>
                  <a:lnTo>
                    <a:pt x="2547678" y="1705066"/>
                  </a:lnTo>
                  <a:lnTo>
                    <a:pt x="2547145" y="1698602"/>
                  </a:lnTo>
                  <a:lnTo>
                    <a:pt x="2547869" y="1687717"/>
                  </a:lnTo>
                  <a:lnTo>
                    <a:pt x="2544985" y="1675251"/>
                  </a:lnTo>
                  <a:lnTo>
                    <a:pt x="2543156" y="1698087"/>
                  </a:lnTo>
                  <a:lnTo>
                    <a:pt x="2538629" y="1708699"/>
                  </a:lnTo>
                  <a:lnTo>
                    <a:pt x="2497086" y="1707950"/>
                  </a:lnTo>
                  <a:lnTo>
                    <a:pt x="2478900" y="1713716"/>
                  </a:lnTo>
                  <a:lnTo>
                    <a:pt x="2450984" y="1733116"/>
                  </a:lnTo>
                  <a:lnTo>
                    <a:pt x="2442638" y="1741619"/>
                  </a:lnTo>
                  <a:lnTo>
                    <a:pt x="2419580" y="1774495"/>
                  </a:lnTo>
                  <a:lnTo>
                    <a:pt x="2413694" y="1795534"/>
                  </a:lnTo>
                  <a:lnTo>
                    <a:pt x="2408976" y="1786688"/>
                  </a:lnTo>
                  <a:lnTo>
                    <a:pt x="2410144" y="1780052"/>
                  </a:lnTo>
                  <a:lnTo>
                    <a:pt x="2410237" y="1774629"/>
                  </a:lnTo>
                  <a:lnTo>
                    <a:pt x="2404428" y="1786263"/>
                  </a:lnTo>
                  <a:lnTo>
                    <a:pt x="2409942" y="1803205"/>
                  </a:lnTo>
                  <a:lnTo>
                    <a:pt x="2404992" y="1809676"/>
                  </a:lnTo>
                  <a:lnTo>
                    <a:pt x="2389762" y="1821755"/>
                  </a:lnTo>
                  <a:lnTo>
                    <a:pt x="2381427" y="1823736"/>
                  </a:lnTo>
                  <a:lnTo>
                    <a:pt x="2372068" y="1827172"/>
                  </a:lnTo>
                  <a:lnTo>
                    <a:pt x="2369122" y="1839085"/>
                  </a:lnTo>
                  <a:lnTo>
                    <a:pt x="2356415" y="1850071"/>
                  </a:lnTo>
                  <a:lnTo>
                    <a:pt x="2349010" y="1854936"/>
                  </a:lnTo>
                  <a:lnTo>
                    <a:pt x="2335449" y="1851989"/>
                  </a:lnTo>
                  <a:lnTo>
                    <a:pt x="2339625" y="1862569"/>
                  </a:lnTo>
                  <a:lnTo>
                    <a:pt x="2334643" y="1870577"/>
                  </a:lnTo>
                  <a:lnTo>
                    <a:pt x="2326065" y="1876718"/>
                  </a:lnTo>
                  <a:lnTo>
                    <a:pt x="2315399" y="1880725"/>
                  </a:lnTo>
                  <a:lnTo>
                    <a:pt x="2309285" y="1880236"/>
                  </a:lnTo>
                  <a:lnTo>
                    <a:pt x="2304061" y="1882363"/>
                  </a:lnTo>
                  <a:lnTo>
                    <a:pt x="2299968" y="1887456"/>
                  </a:lnTo>
                  <a:lnTo>
                    <a:pt x="2289968" y="1892219"/>
                  </a:lnTo>
                  <a:lnTo>
                    <a:pt x="2279581" y="1889539"/>
                  </a:lnTo>
                  <a:lnTo>
                    <a:pt x="2267809" y="1887932"/>
                  </a:lnTo>
                  <a:lnTo>
                    <a:pt x="2261251" y="1890790"/>
                  </a:lnTo>
                  <a:lnTo>
                    <a:pt x="2272274" y="1895515"/>
                  </a:lnTo>
                  <a:lnTo>
                    <a:pt x="2278176" y="1902360"/>
                  </a:lnTo>
                  <a:lnTo>
                    <a:pt x="2276961" y="1911588"/>
                  </a:lnTo>
                  <a:lnTo>
                    <a:pt x="2274010" y="1915150"/>
                  </a:lnTo>
                  <a:lnTo>
                    <a:pt x="2267055" y="1919976"/>
                  </a:lnTo>
                  <a:lnTo>
                    <a:pt x="2264001" y="1919259"/>
                  </a:lnTo>
                  <a:lnTo>
                    <a:pt x="2262135" y="1914909"/>
                  </a:lnTo>
                  <a:lnTo>
                    <a:pt x="2259872" y="1905847"/>
                  </a:lnTo>
                  <a:lnTo>
                    <a:pt x="2256637" y="1907777"/>
                  </a:lnTo>
                  <a:lnTo>
                    <a:pt x="2256078" y="1912000"/>
                  </a:lnTo>
                  <a:lnTo>
                    <a:pt x="2253298" y="1913505"/>
                  </a:lnTo>
                  <a:lnTo>
                    <a:pt x="2243433" y="1899071"/>
                  </a:lnTo>
                  <a:lnTo>
                    <a:pt x="2243924" y="1910082"/>
                  </a:lnTo>
                  <a:lnTo>
                    <a:pt x="2247371" y="1918541"/>
                  </a:lnTo>
                  <a:lnTo>
                    <a:pt x="2250704" y="1922834"/>
                  </a:lnTo>
                  <a:lnTo>
                    <a:pt x="2254068" y="1925361"/>
                  </a:lnTo>
                  <a:lnTo>
                    <a:pt x="2254895" y="1929286"/>
                  </a:lnTo>
                  <a:lnTo>
                    <a:pt x="2248146" y="1938850"/>
                  </a:lnTo>
                  <a:lnTo>
                    <a:pt x="2244673" y="1940977"/>
                  </a:lnTo>
                  <a:lnTo>
                    <a:pt x="2238493" y="1942527"/>
                  </a:lnTo>
                  <a:lnTo>
                    <a:pt x="2235015" y="1948420"/>
                  </a:lnTo>
                  <a:lnTo>
                    <a:pt x="2236043" y="1953494"/>
                  </a:lnTo>
                  <a:lnTo>
                    <a:pt x="2230638" y="1964505"/>
                  </a:lnTo>
                  <a:lnTo>
                    <a:pt x="2217713" y="1971383"/>
                  </a:lnTo>
                  <a:lnTo>
                    <a:pt x="2213765" y="1971116"/>
                  </a:lnTo>
                  <a:lnTo>
                    <a:pt x="2210546" y="1973129"/>
                  </a:lnTo>
                  <a:lnTo>
                    <a:pt x="2212427" y="1978032"/>
                  </a:lnTo>
                  <a:lnTo>
                    <a:pt x="2215651" y="1981601"/>
                  </a:lnTo>
                  <a:lnTo>
                    <a:pt x="2215538" y="1984915"/>
                  </a:lnTo>
                  <a:lnTo>
                    <a:pt x="2212122" y="1989418"/>
                  </a:lnTo>
                  <a:lnTo>
                    <a:pt x="2205378" y="1990675"/>
                  </a:lnTo>
                  <a:lnTo>
                    <a:pt x="2201590" y="1995813"/>
                  </a:lnTo>
                  <a:lnTo>
                    <a:pt x="2202789" y="2000658"/>
                  </a:lnTo>
                  <a:lnTo>
                    <a:pt x="2205016" y="2003363"/>
                  </a:lnTo>
                  <a:lnTo>
                    <a:pt x="2204551" y="2008025"/>
                  </a:lnTo>
                  <a:lnTo>
                    <a:pt x="2196882" y="2012705"/>
                  </a:lnTo>
                  <a:lnTo>
                    <a:pt x="2195084" y="2017309"/>
                  </a:lnTo>
                  <a:lnTo>
                    <a:pt x="2198892" y="2018668"/>
                  </a:lnTo>
                  <a:lnTo>
                    <a:pt x="2201822" y="2017309"/>
                  </a:lnTo>
                  <a:lnTo>
                    <a:pt x="2203967" y="2018299"/>
                  </a:lnTo>
                  <a:lnTo>
                    <a:pt x="2199368" y="2025996"/>
                  </a:lnTo>
                  <a:lnTo>
                    <a:pt x="2195239" y="2030689"/>
                  </a:lnTo>
                  <a:lnTo>
                    <a:pt x="2191316" y="2039122"/>
                  </a:lnTo>
                  <a:lnTo>
                    <a:pt x="2182216" y="2041453"/>
                  </a:lnTo>
                  <a:lnTo>
                    <a:pt x="2182557" y="2044177"/>
                  </a:lnTo>
                  <a:lnTo>
                    <a:pt x="2187699" y="2046590"/>
                  </a:lnTo>
                  <a:lnTo>
                    <a:pt x="2192004" y="2053074"/>
                  </a:lnTo>
                  <a:lnTo>
                    <a:pt x="2183916" y="2065045"/>
                  </a:lnTo>
                  <a:lnTo>
                    <a:pt x="2178867" y="2064060"/>
                  </a:lnTo>
                  <a:lnTo>
                    <a:pt x="2175782" y="2061425"/>
                  </a:lnTo>
                  <a:lnTo>
                    <a:pt x="2173813" y="2070874"/>
                  </a:lnTo>
                  <a:lnTo>
                    <a:pt x="2174568" y="2075917"/>
                  </a:lnTo>
                  <a:lnTo>
                    <a:pt x="2172645" y="2086223"/>
                  </a:lnTo>
                  <a:lnTo>
                    <a:pt x="2169555" y="2098613"/>
                  </a:lnTo>
                  <a:lnTo>
                    <a:pt x="2167457" y="2103699"/>
                  </a:lnTo>
                  <a:lnTo>
                    <a:pt x="2167902" y="2113174"/>
                  </a:lnTo>
                  <a:lnTo>
                    <a:pt x="2169199" y="2122325"/>
                  </a:lnTo>
                  <a:lnTo>
                    <a:pt x="2174149" y="2134118"/>
                  </a:lnTo>
                  <a:lnTo>
                    <a:pt x="2181710" y="2182343"/>
                  </a:lnTo>
                  <a:lnTo>
                    <a:pt x="2186857" y="2199089"/>
                  </a:lnTo>
                  <a:lnTo>
                    <a:pt x="2196128" y="2244272"/>
                  </a:lnTo>
                  <a:lnTo>
                    <a:pt x="2211471" y="2288077"/>
                  </a:lnTo>
                  <a:lnTo>
                    <a:pt x="2233118" y="2341026"/>
                  </a:lnTo>
                  <a:lnTo>
                    <a:pt x="2268646" y="2405203"/>
                  </a:lnTo>
                  <a:lnTo>
                    <a:pt x="2272899" y="2414348"/>
                  </a:lnTo>
                  <a:lnTo>
                    <a:pt x="2268274" y="2422102"/>
                  </a:lnTo>
                  <a:lnTo>
                    <a:pt x="2266863" y="2430135"/>
                  </a:lnTo>
                  <a:lnTo>
                    <a:pt x="2266460" y="2442245"/>
                  </a:lnTo>
                  <a:lnTo>
                    <a:pt x="2267742" y="2454044"/>
                  </a:lnTo>
                  <a:lnTo>
                    <a:pt x="2271943" y="2468453"/>
                  </a:lnTo>
                  <a:lnTo>
                    <a:pt x="2280015" y="2490483"/>
                  </a:lnTo>
                  <a:lnTo>
                    <a:pt x="2275499" y="2486088"/>
                  </a:lnTo>
                  <a:lnTo>
                    <a:pt x="2263809" y="2454470"/>
                  </a:lnTo>
                  <a:lnTo>
                    <a:pt x="2262450" y="2435901"/>
                  </a:lnTo>
                  <a:lnTo>
                    <a:pt x="2264135" y="2409560"/>
                  </a:lnTo>
                  <a:lnTo>
                    <a:pt x="2261391" y="2410195"/>
                  </a:lnTo>
                  <a:lnTo>
                    <a:pt x="2259164" y="2418755"/>
                  </a:lnTo>
                  <a:lnTo>
                    <a:pt x="2257939" y="2428808"/>
                  </a:lnTo>
                  <a:lnTo>
                    <a:pt x="2254973" y="2432700"/>
                  </a:lnTo>
                  <a:lnTo>
                    <a:pt x="2250926" y="2417364"/>
                  </a:lnTo>
                  <a:lnTo>
                    <a:pt x="2251210" y="2410430"/>
                  </a:lnTo>
                  <a:lnTo>
                    <a:pt x="2255505" y="2402327"/>
                  </a:lnTo>
                  <a:lnTo>
                    <a:pt x="2254259" y="2399412"/>
                  </a:lnTo>
                  <a:lnTo>
                    <a:pt x="2247309" y="2395265"/>
                  </a:lnTo>
                  <a:lnTo>
                    <a:pt x="2245831" y="2388743"/>
                  </a:lnTo>
                  <a:lnTo>
                    <a:pt x="2246771" y="2382304"/>
                  </a:lnTo>
                  <a:lnTo>
                    <a:pt x="2242782" y="2378862"/>
                  </a:lnTo>
                  <a:lnTo>
                    <a:pt x="2239661" y="2379027"/>
                  </a:lnTo>
                  <a:lnTo>
                    <a:pt x="2241753" y="2394903"/>
                  </a:lnTo>
                  <a:lnTo>
                    <a:pt x="2245056" y="2404651"/>
                  </a:lnTo>
                  <a:lnTo>
                    <a:pt x="2249138" y="2428014"/>
                  </a:lnTo>
                  <a:lnTo>
                    <a:pt x="2255727" y="2442169"/>
                  </a:lnTo>
                  <a:lnTo>
                    <a:pt x="2259567" y="2454038"/>
                  </a:lnTo>
                  <a:lnTo>
                    <a:pt x="2304438" y="2580696"/>
                  </a:lnTo>
                  <a:lnTo>
                    <a:pt x="2315058" y="2596826"/>
                  </a:lnTo>
                  <a:lnTo>
                    <a:pt x="2318985" y="2608409"/>
                  </a:lnTo>
                  <a:lnTo>
                    <a:pt x="2323073" y="2632630"/>
                  </a:lnTo>
                  <a:lnTo>
                    <a:pt x="2323998" y="2663728"/>
                  </a:lnTo>
                  <a:lnTo>
                    <a:pt x="2316665" y="2720564"/>
                  </a:lnTo>
                  <a:lnTo>
                    <a:pt x="2314996" y="2759333"/>
                  </a:lnTo>
                  <a:lnTo>
                    <a:pt x="2313947" y="2758145"/>
                  </a:lnTo>
                  <a:lnTo>
                    <a:pt x="2313244" y="2754062"/>
                  </a:lnTo>
                  <a:lnTo>
                    <a:pt x="2311549" y="2753503"/>
                  </a:lnTo>
                  <a:lnTo>
                    <a:pt x="2305182" y="2771265"/>
                  </a:lnTo>
                  <a:lnTo>
                    <a:pt x="2296531" y="2787287"/>
                  </a:lnTo>
                  <a:lnTo>
                    <a:pt x="2293684" y="2812187"/>
                  </a:lnTo>
                  <a:lnTo>
                    <a:pt x="2289534" y="2824653"/>
                  </a:lnTo>
                  <a:lnTo>
                    <a:pt x="2277075" y="2837843"/>
                  </a:lnTo>
                  <a:lnTo>
                    <a:pt x="2269354" y="2837506"/>
                  </a:lnTo>
                  <a:lnTo>
                    <a:pt x="2250420" y="2847400"/>
                  </a:lnTo>
                  <a:lnTo>
                    <a:pt x="2237118" y="2844822"/>
                  </a:lnTo>
                  <a:lnTo>
                    <a:pt x="2221269" y="2850404"/>
                  </a:lnTo>
                  <a:lnTo>
                    <a:pt x="2210840" y="2849781"/>
                  </a:lnTo>
                  <a:lnTo>
                    <a:pt x="2204820" y="2838014"/>
                  </a:lnTo>
                  <a:lnTo>
                    <a:pt x="2205740" y="2832750"/>
                  </a:lnTo>
                  <a:lnTo>
                    <a:pt x="2208137" y="2827460"/>
                  </a:lnTo>
                  <a:lnTo>
                    <a:pt x="2212199" y="2826228"/>
                  </a:lnTo>
                  <a:lnTo>
                    <a:pt x="2226199" y="2838560"/>
                  </a:lnTo>
                  <a:lnTo>
                    <a:pt x="2228839" y="2833372"/>
                  </a:lnTo>
                  <a:lnTo>
                    <a:pt x="2224612" y="2827199"/>
                  </a:lnTo>
                  <a:lnTo>
                    <a:pt x="2216519" y="2823757"/>
                  </a:lnTo>
                  <a:lnTo>
                    <a:pt x="2210540" y="2819973"/>
                  </a:lnTo>
                  <a:lnTo>
                    <a:pt x="2198494" y="2791859"/>
                  </a:lnTo>
                  <a:lnTo>
                    <a:pt x="2186014" y="2772554"/>
                  </a:lnTo>
                  <a:lnTo>
                    <a:pt x="2183911" y="2759650"/>
                  </a:lnTo>
                  <a:lnTo>
                    <a:pt x="2162393" y="2751782"/>
                  </a:lnTo>
                  <a:lnTo>
                    <a:pt x="2146812" y="2739869"/>
                  </a:lnTo>
                  <a:lnTo>
                    <a:pt x="2136652" y="2718678"/>
                  </a:lnTo>
                  <a:lnTo>
                    <a:pt x="2130823" y="2681102"/>
                  </a:lnTo>
                  <a:lnTo>
                    <a:pt x="2123950" y="2676879"/>
                  </a:lnTo>
                  <a:lnTo>
                    <a:pt x="2121046" y="2673958"/>
                  </a:lnTo>
                  <a:lnTo>
                    <a:pt x="2127759" y="2660013"/>
                  </a:lnTo>
                  <a:lnTo>
                    <a:pt x="2134833" y="2648322"/>
                  </a:lnTo>
                  <a:lnTo>
                    <a:pt x="2129237" y="2651230"/>
                  </a:lnTo>
                  <a:lnTo>
                    <a:pt x="2125108" y="2655555"/>
                  </a:lnTo>
                  <a:lnTo>
                    <a:pt x="2119857" y="2665880"/>
                  </a:lnTo>
                  <a:lnTo>
                    <a:pt x="2116023" y="2667468"/>
                  </a:lnTo>
                  <a:lnTo>
                    <a:pt x="2112509" y="2665880"/>
                  </a:lnTo>
                  <a:lnTo>
                    <a:pt x="2108457" y="2646074"/>
                  </a:lnTo>
                  <a:lnTo>
                    <a:pt x="2109615" y="2621726"/>
                  </a:lnTo>
                  <a:lnTo>
                    <a:pt x="2115294" y="2612620"/>
                  </a:lnTo>
                  <a:lnTo>
                    <a:pt x="2106571" y="2612378"/>
                  </a:lnTo>
                  <a:lnTo>
                    <a:pt x="2097533" y="2615846"/>
                  </a:lnTo>
                  <a:lnTo>
                    <a:pt x="2098856" y="2623962"/>
                  </a:lnTo>
                  <a:lnTo>
                    <a:pt x="2097579" y="2628420"/>
                  </a:lnTo>
                  <a:lnTo>
                    <a:pt x="2090995" y="2627276"/>
                  </a:lnTo>
                  <a:lnTo>
                    <a:pt x="2086003" y="2624425"/>
                  </a:lnTo>
                  <a:lnTo>
                    <a:pt x="2079229" y="2615979"/>
                  </a:lnTo>
                  <a:lnTo>
                    <a:pt x="2069989" y="2599862"/>
                  </a:lnTo>
                  <a:lnTo>
                    <a:pt x="2051033" y="2555460"/>
                  </a:lnTo>
                  <a:lnTo>
                    <a:pt x="2047338" y="2549198"/>
                  </a:lnTo>
                  <a:lnTo>
                    <a:pt x="2041070" y="2542645"/>
                  </a:lnTo>
                  <a:lnTo>
                    <a:pt x="2044021" y="2540606"/>
                  </a:lnTo>
                  <a:lnTo>
                    <a:pt x="2049406" y="2539400"/>
                  </a:lnTo>
                  <a:lnTo>
                    <a:pt x="2061576" y="2519409"/>
                  </a:lnTo>
                  <a:lnTo>
                    <a:pt x="2071136" y="2507330"/>
                  </a:lnTo>
                  <a:lnTo>
                    <a:pt x="2074309" y="2498973"/>
                  </a:lnTo>
                  <a:lnTo>
                    <a:pt x="2073756" y="2495398"/>
                  </a:lnTo>
                  <a:lnTo>
                    <a:pt x="2069529" y="2490203"/>
                  </a:lnTo>
                  <a:lnTo>
                    <a:pt x="2063979" y="2494744"/>
                  </a:lnTo>
                  <a:lnTo>
                    <a:pt x="2061601" y="2493448"/>
                  </a:lnTo>
                  <a:lnTo>
                    <a:pt x="2055359" y="2482970"/>
                  </a:lnTo>
                  <a:lnTo>
                    <a:pt x="2049395" y="2480011"/>
                  </a:lnTo>
                  <a:lnTo>
                    <a:pt x="2045240" y="2482278"/>
                  </a:lnTo>
                  <a:lnTo>
                    <a:pt x="2049623" y="2490864"/>
                  </a:lnTo>
                  <a:lnTo>
                    <a:pt x="2053560" y="2494052"/>
                  </a:lnTo>
                  <a:lnTo>
                    <a:pt x="2052036" y="2506536"/>
                  </a:lnTo>
                  <a:lnTo>
                    <a:pt x="2050444" y="2510601"/>
                  </a:lnTo>
                  <a:lnTo>
                    <a:pt x="2046755" y="2514189"/>
                  </a:lnTo>
                  <a:lnTo>
                    <a:pt x="2040993" y="2512277"/>
                  </a:lnTo>
                  <a:lnTo>
                    <a:pt x="2038078" y="2515364"/>
                  </a:lnTo>
                  <a:lnTo>
                    <a:pt x="2034647" y="2512112"/>
                  </a:lnTo>
                  <a:lnTo>
                    <a:pt x="2031231" y="2506625"/>
                  </a:lnTo>
                  <a:lnTo>
                    <a:pt x="2027427" y="2497595"/>
                  </a:lnTo>
                  <a:lnTo>
                    <a:pt x="2037478" y="2446767"/>
                  </a:lnTo>
                  <a:lnTo>
                    <a:pt x="2046780" y="2414380"/>
                  </a:lnTo>
                  <a:lnTo>
                    <a:pt x="2047845" y="2377433"/>
                  </a:lnTo>
                  <a:lnTo>
                    <a:pt x="2048537" y="2371959"/>
                  </a:lnTo>
                  <a:lnTo>
                    <a:pt x="2047752" y="2362141"/>
                  </a:lnTo>
                  <a:lnTo>
                    <a:pt x="2035277" y="2340804"/>
                  </a:lnTo>
                  <a:lnTo>
                    <a:pt x="1980122" y="2288737"/>
                  </a:lnTo>
                  <a:lnTo>
                    <a:pt x="1937374" y="2227081"/>
                  </a:lnTo>
                  <a:lnTo>
                    <a:pt x="1900348" y="2203953"/>
                  </a:lnTo>
                  <a:lnTo>
                    <a:pt x="1872256" y="2209033"/>
                  </a:lnTo>
                  <a:lnTo>
                    <a:pt x="1867393" y="2213682"/>
                  </a:lnTo>
                  <a:lnTo>
                    <a:pt x="1865305" y="2219759"/>
                  </a:lnTo>
                  <a:lnTo>
                    <a:pt x="1867068" y="2226637"/>
                  </a:lnTo>
                  <a:lnTo>
                    <a:pt x="1864515" y="2229501"/>
                  </a:lnTo>
                  <a:lnTo>
                    <a:pt x="1856975" y="2229139"/>
                  </a:lnTo>
                  <a:lnTo>
                    <a:pt x="1846820" y="2230739"/>
                  </a:lnTo>
                  <a:lnTo>
                    <a:pt x="1820305" y="2246971"/>
                  </a:lnTo>
                  <a:lnTo>
                    <a:pt x="1810951" y="2246374"/>
                  </a:lnTo>
                  <a:lnTo>
                    <a:pt x="1802455" y="2250578"/>
                  </a:lnTo>
                  <a:lnTo>
                    <a:pt x="1796094" y="2253727"/>
                  </a:lnTo>
                  <a:lnTo>
                    <a:pt x="1779506" y="2255442"/>
                  </a:lnTo>
                  <a:lnTo>
                    <a:pt x="1765439" y="2259043"/>
                  </a:lnTo>
                  <a:lnTo>
                    <a:pt x="1759362" y="2257093"/>
                  </a:lnTo>
                  <a:lnTo>
                    <a:pt x="1755398" y="2247682"/>
                  </a:lnTo>
                  <a:lnTo>
                    <a:pt x="1755398" y="2237940"/>
                  </a:lnTo>
                  <a:lnTo>
                    <a:pt x="1758613" y="2245408"/>
                  </a:lnTo>
                  <a:lnTo>
                    <a:pt x="1763589" y="2251251"/>
                  </a:lnTo>
                  <a:lnTo>
                    <a:pt x="1765868" y="2248914"/>
                  </a:lnTo>
                  <a:lnTo>
                    <a:pt x="1766721" y="2243745"/>
                  </a:lnTo>
                  <a:lnTo>
                    <a:pt x="1761770" y="2233616"/>
                  </a:lnTo>
                  <a:lnTo>
                    <a:pt x="1745822" y="2220604"/>
                  </a:lnTo>
                  <a:lnTo>
                    <a:pt x="1727673" y="2201597"/>
                  </a:lnTo>
                  <a:lnTo>
                    <a:pt x="1733208" y="2202226"/>
                  </a:lnTo>
                  <a:lnTo>
                    <a:pt x="1734608" y="2198155"/>
                  </a:lnTo>
                  <a:lnTo>
                    <a:pt x="1728981" y="2192815"/>
                  </a:lnTo>
                  <a:lnTo>
                    <a:pt x="1731358" y="2186642"/>
                  </a:lnTo>
                  <a:lnTo>
                    <a:pt x="1735322" y="2180158"/>
                  </a:lnTo>
                  <a:lnTo>
                    <a:pt x="1727663" y="2181130"/>
                  </a:lnTo>
                  <a:lnTo>
                    <a:pt x="1720790" y="2185670"/>
                  </a:lnTo>
                  <a:lnTo>
                    <a:pt x="1720563" y="2191278"/>
                  </a:lnTo>
                  <a:lnTo>
                    <a:pt x="1719203" y="2195736"/>
                  </a:lnTo>
                  <a:lnTo>
                    <a:pt x="1715503" y="2195088"/>
                  </a:lnTo>
                  <a:lnTo>
                    <a:pt x="1708635" y="2189569"/>
                  </a:lnTo>
                  <a:lnTo>
                    <a:pt x="1674823" y="2174208"/>
                  </a:lnTo>
                  <a:lnTo>
                    <a:pt x="1645264" y="2165546"/>
                  </a:lnTo>
                  <a:lnTo>
                    <a:pt x="1667950" y="2161647"/>
                  </a:lnTo>
                  <a:lnTo>
                    <a:pt x="1680254" y="2164676"/>
                  </a:lnTo>
                  <a:lnTo>
                    <a:pt x="1678787" y="2160027"/>
                  </a:lnTo>
                  <a:lnTo>
                    <a:pt x="1675826" y="2157075"/>
                  </a:lnTo>
                  <a:lnTo>
                    <a:pt x="1666121" y="2153334"/>
                  </a:lnTo>
                  <a:lnTo>
                    <a:pt x="1653759" y="2154757"/>
                  </a:lnTo>
                  <a:lnTo>
                    <a:pt x="1645951" y="2152998"/>
                  </a:lnTo>
                  <a:lnTo>
                    <a:pt x="1637967" y="2156706"/>
                  </a:lnTo>
                  <a:lnTo>
                    <a:pt x="1629218" y="2162218"/>
                  </a:lnTo>
                  <a:lnTo>
                    <a:pt x="1621430" y="2165057"/>
                  </a:lnTo>
                  <a:lnTo>
                    <a:pt x="1590951" y="2169026"/>
                  </a:lnTo>
                  <a:lnTo>
                    <a:pt x="1566234" y="2173332"/>
                  </a:lnTo>
                  <a:lnTo>
                    <a:pt x="1570197" y="2168785"/>
                  </a:lnTo>
                  <a:lnTo>
                    <a:pt x="1574424" y="2165863"/>
                  </a:lnTo>
                  <a:lnTo>
                    <a:pt x="1589028" y="2161418"/>
                  </a:lnTo>
                  <a:lnTo>
                    <a:pt x="1591214" y="2152178"/>
                  </a:lnTo>
                  <a:lnTo>
                    <a:pt x="1587783" y="2143281"/>
                  </a:lnTo>
                  <a:lnTo>
                    <a:pt x="1583938" y="2145415"/>
                  </a:lnTo>
                  <a:lnTo>
                    <a:pt x="1579902" y="2152369"/>
                  </a:lnTo>
                  <a:lnTo>
                    <a:pt x="1574952" y="2147358"/>
                  </a:lnTo>
                  <a:lnTo>
                    <a:pt x="1569469" y="2147384"/>
                  </a:lnTo>
                  <a:lnTo>
                    <a:pt x="1567980" y="2158446"/>
                  </a:lnTo>
                  <a:lnTo>
                    <a:pt x="1560952" y="2165863"/>
                  </a:lnTo>
                  <a:lnTo>
                    <a:pt x="1557779" y="2173332"/>
                  </a:lnTo>
                  <a:lnTo>
                    <a:pt x="1537170" y="2179180"/>
                  </a:lnTo>
                  <a:lnTo>
                    <a:pt x="1534530" y="2177231"/>
                  </a:lnTo>
                  <a:lnTo>
                    <a:pt x="1540560" y="2170137"/>
                  </a:lnTo>
                  <a:lnTo>
                    <a:pt x="1540080" y="2166194"/>
                  </a:lnTo>
                  <a:lnTo>
                    <a:pt x="1533202" y="2169578"/>
                  </a:lnTo>
                  <a:lnTo>
                    <a:pt x="1521667" y="2183022"/>
                  </a:lnTo>
                  <a:lnTo>
                    <a:pt x="1481059" y="2187423"/>
                  </a:lnTo>
                  <a:lnTo>
                    <a:pt x="1483276" y="2184368"/>
                  </a:lnTo>
                  <a:lnTo>
                    <a:pt x="1491849" y="2183759"/>
                  </a:lnTo>
                  <a:lnTo>
                    <a:pt x="1503885" y="2179504"/>
                  </a:lnTo>
                  <a:lnTo>
                    <a:pt x="1501451" y="2172341"/>
                  </a:lnTo>
                  <a:lnTo>
                    <a:pt x="1496810" y="2164466"/>
                  </a:lnTo>
                  <a:lnTo>
                    <a:pt x="1492526" y="2163590"/>
                  </a:lnTo>
                  <a:lnTo>
                    <a:pt x="1489700" y="2158973"/>
                  </a:lnTo>
                  <a:lnTo>
                    <a:pt x="1489839" y="2144425"/>
                  </a:lnTo>
                  <a:lnTo>
                    <a:pt x="1487100" y="2135921"/>
                  </a:lnTo>
                  <a:lnTo>
                    <a:pt x="1480491" y="2127171"/>
                  </a:lnTo>
                  <a:lnTo>
                    <a:pt x="1478258" y="2128853"/>
                  </a:lnTo>
                  <a:lnTo>
                    <a:pt x="1473395" y="2143815"/>
                  </a:lnTo>
                  <a:lnTo>
                    <a:pt x="1469354" y="2163438"/>
                  </a:lnTo>
                  <a:lnTo>
                    <a:pt x="1467354" y="2169775"/>
                  </a:lnTo>
                  <a:lnTo>
                    <a:pt x="1455314" y="2170220"/>
                  </a:lnTo>
                  <a:lnTo>
                    <a:pt x="1444658" y="2168880"/>
                  </a:lnTo>
                  <a:lnTo>
                    <a:pt x="1408442" y="2171236"/>
                  </a:lnTo>
                  <a:lnTo>
                    <a:pt x="1394913" y="2164587"/>
                  </a:lnTo>
                  <a:lnTo>
                    <a:pt x="1389301" y="2163311"/>
                  </a:lnTo>
                  <a:lnTo>
                    <a:pt x="1385885" y="2163463"/>
                  </a:lnTo>
                  <a:lnTo>
                    <a:pt x="1370134" y="2169559"/>
                  </a:lnTo>
                  <a:lnTo>
                    <a:pt x="1352186" y="2174227"/>
                  </a:lnTo>
                  <a:lnTo>
                    <a:pt x="1347959" y="2172760"/>
                  </a:lnTo>
                  <a:lnTo>
                    <a:pt x="1341929" y="2172544"/>
                  </a:lnTo>
                  <a:lnTo>
                    <a:pt x="1328916" y="2188433"/>
                  </a:lnTo>
                  <a:lnTo>
                    <a:pt x="1313573" y="2195869"/>
                  </a:lnTo>
                  <a:lnTo>
                    <a:pt x="1274862" y="2182501"/>
                  </a:lnTo>
                  <a:lnTo>
                    <a:pt x="1265234" y="2171750"/>
                  </a:lnTo>
                  <a:lnTo>
                    <a:pt x="1256687" y="2169451"/>
                  </a:lnTo>
                  <a:lnTo>
                    <a:pt x="1246176" y="2168124"/>
                  </a:lnTo>
                  <a:lnTo>
                    <a:pt x="1234884" y="2181352"/>
                  </a:lnTo>
                  <a:lnTo>
                    <a:pt x="1226306" y="2199203"/>
                  </a:lnTo>
                  <a:lnTo>
                    <a:pt x="1239861" y="2208989"/>
                  </a:lnTo>
                  <a:lnTo>
                    <a:pt x="1251462" y="2213669"/>
                  </a:lnTo>
                  <a:lnTo>
                    <a:pt x="1270635" y="2209745"/>
                  </a:lnTo>
                  <a:lnTo>
                    <a:pt x="1281234" y="2201083"/>
                  </a:lnTo>
                  <a:lnTo>
                    <a:pt x="1289890" y="2201368"/>
                  </a:lnTo>
                  <a:lnTo>
                    <a:pt x="1294029" y="2199609"/>
                  </a:lnTo>
                  <a:lnTo>
                    <a:pt x="1297806" y="2195088"/>
                  </a:lnTo>
                  <a:lnTo>
                    <a:pt x="1305207" y="2198657"/>
                  </a:lnTo>
                  <a:lnTo>
                    <a:pt x="1305470" y="2202232"/>
                  </a:lnTo>
                  <a:lnTo>
                    <a:pt x="1300215" y="2207268"/>
                  </a:lnTo>
                  <a:lnTo>
                    <a:pt x="1293595" y="2211510"/>
                  </a:lnTo>
                  <a:lnTo>
                    <a:pt x="1289579" y="2216508"/>
                  </a:lnTo>
                  <a:lnTo>
                    <a:pt x="1297135" y="2226580"/>
                  </a:lnTo>
                  <a:lnTo>
                    <a:pt x="1309000" y="2229964"/>
                  </a:lnTo>
                  <a:lnTo>
                    <a:pt x="1313465" y="2228504"/>
                  </a:lnTo>
                  <a:lnTo>
                    <a:pt x="1316229" y="2217181"/>
                  </a:lnTo>
                  <a:lnTo>
                    <a:pt x="1323526" y="2209891"/>
                  </a:lnTo>
                  <a:lnTo>
                    <a:pt x="1333443" y="2211466"/>
                  </a:lnTo>
                  <a:lnTo>
                    <a:pt x="1332032" y="2216038"/>
                  </a:lnTo>
                  <a:lnTo>
                    <a:pt x="1333422" y="2220356"/>
                  </a:lnTo>
                  <a:lnTo>
                    <a:pt x="1337980" y="2227729"/>
                  </a:lnTo>
                  <a:lnTo>
                    <a:pt x="1337458" y="2238290"/>
                  </a:lnTo>
                  <a:lnTo>
                    <a:pt x="1338342" y="2240836"/>
                  </a:lnTo>
                  <a:lnTo>
                    <a:pt x="1327655" y="2245497"/>
                  </a:lnTo>
                  <a:lnTo>
                    <a:pt x="1319692" y="2247079"/>
                  </a:lnTo>
                  <a:lnTo>
                    <a:pt x="1313320" y="2253181"/>
                  </a:lnTo>
                  <a:lnTo>
                    <a:pt x="1316658" y="2256725"/>
                  </a:lnTo>
                  <a:lnTo>
                    <a:pt x="1310168" y="2259837"/>
                  </a:lnTo>
                  <a:lnTo>
                    <a:pt x="1305780" y="2258592"/>
                  </a:lnTo>
                  <a:lnTo>
                    <a:pt x="1303574" y="2259741"/>
                  </a:lnTo>
                  <a:lnTo>
                    <a:pt x="1302912" y="2263488"/>
                  </a:lnTo>
                  <a:lnTo>
                    <a:pt x="1299558" y="2266968"/>
                  </a:lnTo>
                  <a:lnTo>
                    <a:pt x="1304437" y="2277453"/>
                  </a:lnTo>
                  <a:lnTo>
                    <a:pt x="1314436" y="2284298"/>
                  </a:lnTo>
                  <a:lnTo>
                    <a:pt x="1321490" y="2292878"/>
                  </a:lnTo>
                  <a:lnTo>
                    <a:pt x="1349851" y="2304175"/>
                  </a:lnTo>
                  <a:lnTo>
                    <a:pt x="1356724" y="2303851"/>
                  </a:lnTo>
                  <a:lnTo>
                    <a:pt x="1363488" y="2315225"/>
                  </a:lnTo>
                  <a:lnTo>
                    <a:pt x="1368940" y="2319136"/>
                  </a:lnTo>
                  <a:lnTo>
                    <a:pt x="1374191" y="2321124"/>
                  </a:lnTo>
                  <a:lnTo>
                    <a:pt x="1373591" y="2328948"/>
                  </a:lnTo>
                  <a:lnTo>
                    <a:pt x="1364263" y="2334676"/>
                  </a:lnTo>
                  <a:lnTo>
                    <a:pt x="1361742" y="2341509"/>
                  </a:lnTo>
                  <a:lnTo>
                    <a:pt x="1359395" y="2345351"/>
                  </a:lnTo>
                  <a:lnTo>
                    <a:pt x="1355189" y="2340486"/>
                  </a:lnTo>
                  <a:lnTo>
                    <a:pt x="1350869" y="2336962"/>
                  </a:lnTo>
                  <a:lnTo>
                    <a:pt x="1340869" y="2347681"/>
                  </a:lnTo>
                  <a:lnTo>
                    <a:pt x="1336048" y="2349936"/>
                  </a:lnTo>
                  <a:lnTo>
                    <a:pt x="1338440" y="2338378"/>
                  </a:lnTo>
                  <a:lnTo>
                    <a:pt x="1334663" y="2333850"/>
                  </a:lnTo>
                  <a:lnTo>
                    <a:pt x="1328952" y="2322261"/>
                  </a:lnTo>
                  <a:lnTo>
                    <a:pt x="1320632" y="2315091"/>
                  </a:lnTo>
                  <a:lnTo>
                    <a:pt x="1314772" y="2312716"/>
                  </a:lnTo>
                  <a:lnTo>
                    <a:pt x="1310209" y="2308182"/>
                  </a:lnTo>
                  <a:lnTo>
                    <a:pt x="1304685" y="2306347"/>
                  </a:lnTo>
                  <a:lnTo>
                    <a:pt x="1299972" y="2306817"/>
                  </a:lnTo>
                  <a:lnTo>
                    <a:pt x="1291993" y="2304175"/>
                  </a:lnTo>
                  <a:lnTo>
                    <a:pt x="1291466" y="2298009"/>
                  </a:lnTo>
                  <a:lnTo>
                    <a:pt x="1289254" y="2293392"/>
                  </a:lnTo>
                  <a:lnTo>
                    <a:pt x="1283011" y="2287943"/>
                  </a:lnTo>
                  <a:lnTo>
                    <a:pt x="1253183" y="2277649"/>
                  </a:lnTo>
                  <a:lnTo>
                    <a:pt x="1253002" y="2281910"/>
                  </a:lnTo>
                  <a:lnTo>
                    <a:pt x="1255069" y="2285117"/>
                  </a:lnTo>
                  <a:lnTo>
                    <a:pt x="1259353" y="2287251"/>
                  </a:lnTo>
                  <a:lnTo>
                    <a:pt x="1264480" y="2291404"/>
                  </a:lnTo>
                  <a:lnTo>
                    <a:pt x="1264433" y="2303705"/>
                  </a:lnTo>
                  <a:lnTo>
                    <a:pt x="1262216" y="2308912"/>
                  </a:lnTo>
                  <a:lnTo>
                    <a:pt x="1261265" y="2316330"/>
                  </a:lnTo>
                  <a:lnTo>
                    <a:pt x="1259291" y="2323868"/>
                  </a:lnTo>
                  <a:lnTo>
                    <a:pt x="1255643" y="2329811"/>
                  </a:lnTo>
                  <a:lnTo>
                    <a:pt x="1247499" y="2333863"/>
                  </a:lnTo>
                  <a:lnTo>
                    <a:pt x="1243907" y="2330472"/>
                  </a:lnTo>
                  <a:lnTo>
                    <a:pt x="1238099" y="2314240"/>
                  </a:lnTo>
                  <a:lnTo>
                    <a:pt x="1229887" y="2309128"/>
                  </a:lnTo>
                  <a:lnTo>
                    <a:pt x="1216839" y="2308525"/>
                  </a:lnTo>
                  <a:lnTo>
                    <a:pt x="1207976" y="2312195"/>
                  </a:lnTo>
                  <a:lnTo>
                    <a:pt x="1198317" y="2327919"/>
                  </a:lnTo>
                  <a:lnTo>
                    <a:pt x="1190535" y="2330491"/>
                  </a:lnTo>
                  <a:lnTo>
                    <a:pt x="1163895" y="2322343"/>
                  </a:lnTo>
                  <a:lnTo>
                    <a:pt x="1133478" y="2309928"/>
                  </a:lnTo>
                  <a:lnTo>
                    <a:pt x="1134263" y="2305794"/>
                  </a:lnTo>
                  <a:lnTo>
                    <a:pt x="1139049" y="2304467"/>
                  </a:lnTo>
                  <a:lnTo>
                    <a:pt x="1148227" y="2306163"/>
                  </a:lnTo>
                  <a:lnTo>
                    <a:pt x="1147741" y="2301902"/>
                  </a:lnTo>
                  <a:lnTo>
                    <a:pt x="1138361" y="2288032"/>
                  </a:lnTo>
                  <a:lnTo>
                    <a:pt x="1136641" y="2281771"/>
                  </a:lnTo>
                  <a:lnTo>
                    <a:pt x="1137850" y="2274131"/>
                  </a:lnTo>
                  <a:lnTo>
                    <a:pt x="1134791" y="2274303"/>
                  </a:lnTo>
                  <a:lnTo>
                    <a:pt x="1129158" y="2280717"/>
                  </a:lnTo>
                  <a:lnTo>
                    <a:pt x="1109763" y="2275281"/>
                  </a:lnTo>
                  <a:lnTo>
                    <a:pt x="1104410" y="2268784"/>
                  </a:lnTo>
                  <a:lnTo>
                    <a:pt x="1093015" y="2250476"/>
                  </a:lnTo>
                  <a:lnTo>
                    <a:pt x="1076933" y="2249879"/>
                  </a:lnTo>
                  <a:lnTo>
                    <a:pt x="1069657" y="2238779"/>
                  </a:lnTo>
                  <a:lnTo>
                    <a:pt x="1056515" y="2243427"/>
                  </a:lnTo>
                  <a:lnTo>
                    <a:pt x="1049859" y="2248571"/>
                  </a:lnTo>
                  <a:lnTo>
                    <a:pt x="1044009" y="2256541"/>
                  </a:lnTo>
                  <a:lnTo>
                    <a:pt x="1046288" y="2260675"/>
                  </a:lnTo>
                  <a:lnTo>
                    <a:pt x="1052117" y="2267241"/>
                  </a:lnTo>
                  <a:lnTo>
                    <a:pt x="1049456" y="2270410"/>
                  </a:lnTo>
                  <a:lnTo>
                    <a:pt x="1030744" y="2275090"/>
                  </a:lnTo>
                  <a:lnTo>
                    <a:pt x="987304" y="2269857"/>
                  </a:lnTo>
                  <a:lnTo>
                    <a:pt x="974601" y="2264968"/>
                  </a:lnTo>
                  <a:lnTo>
                    <a:pt x="957553" y="2254629"/>
                  </a:lnTo>
                  <a:lnTo>
                    <a:pt x="933921" y="2246202"/>
                  </a:lnTo>
                  <a:lnTo>
                    <a:pt x="922542" y="2244843"/>
                  </a:lnTo>
                  <a:lnTo>
                    <a:pt x="911400" y="2246513"/>
                  </a:lnTo>
                  <a:lnTo>
                    <a:pt x="878978" y="2247377"/>
                  </a:lnTo>
                  <a:lnTo>
                    <a:pt x="871454" y="2249619"/>
                  </a:lnTo>
                  <a:lnTo>
                    <a:pt x="865046" y="2253200"/>
                  </a:lnTo>
                  <a:lnTo>
                    <a:pt x="860891" y="2249238"/>
                  </a:lnTo>
                  <a:lnTo>
                    <a:pt x="858968" y="2242163"/>
                  </a:lnTo>
                  <a:lnTo>
                    <a:pt x="862731" y="2241014"/>
                  </a:lnTo>
                  <a:lnTo>
                    <a:pt x="866916" y="2236854"/>
                  </a:lnTo>
                  <a:lnTo>
                    <a:pt x="870694" y="2228631"/>
                  </a:lnTo>
                  <a:lnTo>
                    <a:pt x="871123" y="2223658"/>
                  </a:lnTo>
                  <a:lnTo>
                    <a:pt x="868482" y="2220413"/>
                  </a:lnTo>
                  <a:lnTo>
                    <a:pt x="863459" y="2220089"/>
                  </a:lnTo>
                  <a:lnTo>
                    <a:pt x="852364" y="2241516"/>
                  </a:lnTo>
                  <a:lnTo>
                    <a:pt x="858705" y="2253524"/>
                  </a:lnTo>
                  <a:lnTo>
                    <a:pt x="858271" y="2257855"/>
                  </a:lnTo>
                  <a:lnTo>
                    <a:pt x="836132" y="2260319"/>
                  </a:lnTo>
                  <a:lnTo>
                    <a:pt x="785881" y="2284495"/>
                  </a:lnTo>
                  <a:lnTo>
                    <a:pt x="766285" y="2297532"/>
                  </a:lnTo>
                  <a:lnTo>
                    <a:pt x="767288" y="2293144"/>
                  </a:lnTo>
                  <a:lnTo>
                    <a:pt x="790982" y="2276246"/>
                  </a:lnTo>
                  <a:lnTo>
                    <a:pt x="782615" y="2273661"/>
                  </a:lnTo>
                  <a:lnTo>
                    <a:pt x="769143" y="2277884"/>
                  </a:lnTo>
                  <a:lnTo>
                    <a:pt x="764311" y="2276259"/>
                  </a:lnTo>
                  <a:lnTo>
                    <a:pt x="770016" y="2262288"/>
                  </a:lnTo>
                  <a:lnTo>
                    <a:pt x="768156" y="2249968"/>
                  </a:lnTo>
                  <a:lnTo>
                    <a:pt x="758591" y="2249631"/>
                  </a:lnTo>
                  <a:lnTo>
                    <a:pt x="752498" y="2259468"/>
                  </a:lnTo>
                  <a:lnTo>
                    <a:pt x="748265" y="2259049"/>
                  </a:lnTo>
                  <a:lnTo>
                    <a:pt x="742720" y="2254832"/>
                  </a:lnTo>
                  <a:lnTo>
                    <a:pt x="738426" y="2256166"/>
                  </a:lnTo>
                  <a:lnTo>
                    <a:pt x="741604" y="2278456"/>
                  </a:lnTo>
                  <a:lnTo>
                    <a:pt x="747630" y="2287626"/>
                  </a:lnTo>
                  <a:lnTo>
                    <a:pt x="752668" y="2299317"/>
                  </a:lnTo>
                  <a:lnTo>
                    <a:pt x="738907" y="2313764"/>
                  </a:lnTo>
                  <a:lnTo>
                    <a:pt x="726127" y="2325684"/>
                  </a:lnTo>
                  <a:lnTo>
                    <a:pt x="724742" y="2337203"/>
                  </a:lnTo>
                  <a:lnTo>
                    <a:pt x="711900" y="2352209"/>
                  </a:lnTo>
                  <a:lnTo>
                    <a:pt x="699818" y="2360719"/>
                  </a:lnTo>
                  <a:lnTo>
                    <a:pt x="671432" y="2380723"/>
                  </a:lnTo>
                  <a:lnTo>
                    <a:pt x="663334" y="2385003"/>
                  </a:lnTo>
                  <a:lnTo>
                    <a:pt x="650523" y="2394287"/>
                  </a:lnTo>
                  <a:lnTo>
                    <a:pt x="632849" y="2401247"/>
                  </a:lnTo>
                  <a:lnTo>
                    <a:pt x="615904" y="2412297"/>
                  </a:lnTo>
                  <a:lnTo>
                    <a:pt x="610189" y="2413973"/>
                  </a:lnTo>
                  <a:lnTo>
                    <a:pt x="621010" y="2404619"/>
                  </a:lnTo>
                  <a:lnTo>
                    <a:pt x="633842" y="2395379"/>
                  </a:lnTo>
                  <a:lnTo>
                    <a:pt x="622834" y="2396643"/>
                  </a:lnTo>
                  <a:lnTo>
                    <a:pt x="605869" y="2392363"/>
                  </a:lnTo>
                  <a:lnTo>
                    <a:pt x="595487" y="2392115"/>
                  </a:lnTo>
                  <a:lnTo>
                    <a:pt x="595414" y="2395487"/>
                  </a:lnTo>
                  <a:lnTo>
                    <a:pt x="587518" y="2400250"/>
                  </a:lnTo>
                  <a:lnTo>
                    <a:pt x="579338" y="2393252"/>
                  </a:lnTo>
                  <a:lnTo>
                    <a:pt x="575772" y="2388546"/>
                  </a:lnTo>
                  <a:lnTo>
                    <a:pt x="574082" y="2384482"/>
                  </a:lnTo>
                  <a:lnTo>
                    <a:pt x="570609" y="2383498"/>
                  </a:lnTo>
                  <a:lnTo>
                    <a:pt x="567271" y="2385384"/>
                  </a:lnTo>
                  <a:lnTo>
                    <a:pt x="579482" y="2414005"/>
                  </a:lnTo>
                  <a:lnTo>
                    <a:pt x="584686" y="2415243"/>
                  </a:lnTo>
                  <a:lnTo>
                    <a:pt x="590443" y="2418088"/>
                  </a:lnTo>
                  <a:lnTo>
                    <a:pt x="583275" y="2424756"/>
                  </a:lnTo>
                  <a:lnTo>
                    <a:pt x="575560" y="2429817"/>
                  </a:lnTo>
                  <a:lnTo>
                    <a:pt x="563426" y="2433177"/>
                  </a:lnTo>
                  <a:lnTo>
                    <a:pt x="553142" y="2422730"/>
                  </a:lnTo>
                  <a:lnTo>
                    <a:pt x="550915" y="2435838"/>
                  </a:lnTo>
                  <a:lnTo>
                    <a:pt x="549613" y="2448926"/>
                  </a:lnTo>
                  <a:lnTo>
                    <a:pt x="546161" y="2452285"/>
                  </a:lnTo>
                  <a:lnTo>
                    <a:pt x="540647" y="2457073"/>
                  </a:lnTo>
                  <a:lnTo>
                    <a:pt x="537655" y="2453460"/>
                  </a:lnTo>
                  <a:lnTo>
                    <a:pt x="536234" y="2448399"/>
                  </a:lnTo>
                  <a:lnTo>
                    <a:pt x="532704" y="2452914"/>
                  </a:lnTo>
                  <a:lnTo>
                    <a:pt x="527536" y="2456305"/>
                  </a:lnTo>
                  <a:lnTo>
                    <a:pt x="519010" y="2456984"/>
                  </a:lnTo>
                  <a:lnTo>
                    <a:pt x="512612" y="2458794"/>
                  </a:lnTo>
                  <a:lnTo>
                    <a:pt x="512762" y="2464217"/>
                  </a:lnTo>
                  <a:lnTo>
                    <a:pt x="514224" y="2469666"/>
                  </a:lnTo>
                  <a:lnTo>
                    <a:pt x="525542" y="2465361"/>
                  </a:lnTo>
                  <a:lnTo>
                    <a:pt x="521438" y="2479376"/>
                  </a:lnTo>
                  <a:lnTo>
                    <a:pt x="511031" y="2493226"/>
                  </a:lnTo>
                  <a:lnTo>
                    <a:pt x="502550" y="2496497"/>
                  </a:lnTo>
                  <a:lnTo>
                    <a:pt x="489579" y="2494471"/>
                  </a:lnTo>
                  <a:lnTo>
                    <a:pt x="486375" y="2495861"/>
                  </a:lnTo>
                  <a:lnTo>
                    <a:pt x="483507" y="2498738"/>
                  </a:lnTo>
                  <a:lnTo>
                    <a:pt x="498618" y="2520406"/>
                  </a:lnTo>
                  <a:lnTo>
                    <a:pt x="488908" y="2553085"/>
                  </a:lnTo>
                  <a:lnTo>
                    <a:pt x="482701" y="2564928"/>
                  </a:lnTo>
                  <a:lnTo>
                    <a:pt x="478396" y="2566446"/>
                  </a:lnTo>
                  <a:lnTo>
                    <a:pt x="473730" y="2566789"/>
                  </a:lnTo>
                  <a:lnTo>
                    <a:pt x="456981" y="2556260"/>
                  </a:lnTo>
                  <a:lnTo>
                    <a:pt x="447845" y="2548119"/>
                  </a:lnTo>
                  <a:lnTo>
                    <a:pt x="455896" y="2570275"/>
                  </a:lnTo>
                  <a:lnTo>
                    <a:pt x="477833" y="2576746"/>
                  </a:lnTo>
                  <a:lnTo>
                    <a:pt x="478955" y="2585129"/>
                  </a:lnTo>
                  <a:lnTo>
                    <a:pt x="478831" y="2592292"/>
                  </a:lnTo>
                  <a:lnTo>
                    <a:pt x="474510" y="2600700"/>
                  </a:lnTo>
                  <a:lnTo>
                    <a:pt x="470469" y="2611870"/>
                  </a:lnTo>
                  <a:lnTo>
                    <a:pt x="473451" y="2619650"/>
                  </a:lnTo>
                  <a:lnTo>
                    <a:pt x="476913" y="2638885"/>
                  </a:lnTo>
                  <a:lnTo>
                    <a:pt x="479874" y="2647712"/>
                  </a:lnTo>
                  <a:lnTo>
                    <a:pt x="483130" y="2674492"/>
                  </a:lnTo>
                  <a:lnTo>
                    <a:pt x="486592" y="2686106"/>
                  </a:lnTo>
                  <a:lnTo>
                    <a:pt x="506535" y="2728851"/>
                  </a:lnTo>
                  <a:lnTo>
                    <a:pt x="513258" y="2729181"/>
                  </a:lnTo>
                  <a:lnTo>
                    <a:pt x="514338" y="2733811"/>
                  </a:lnTo>
                  <a:lnTo>
                    <a:pt x="513697" y="2742688"/>
                  </a:lnTo>
                  <a:lnTo>
                    <a:pt x="499352" y="2745273"/>
                  </a:lnTo>
                  <a:lnTo>
                    <a:pt x="493331" y="2749229"/>
                  </a:lnTo>
                  <a:lnTo>
                    <a:pt x="492158" y="2752665"/>
                  </a:lnTo>
                  <a:lnTo>
                    <a:pt x="491269" y="2754519"/>
                  </a:lnTo>
                  <a:lnTo>
                    <a:pt x="489419" y="2754348"/>
                  </a:lnTo>
                  <a:lnTo>
                    <a:pt x="482577" y="2751877"/>
                  </a:lnTo>
                  <a:lnTo>
                    <a:pt x="467022" y="2739735"/>
                  </a:lnTo>
                  <a:lnTo>
                    <a:pt x="444357" y="2732210"/>
                  </a:lnTo>
                  <a:lnTo>
                    <a:pt x="414575" y="2729295"/>
                  </a:lnTo>
                  <a:lnTo>
                    <a:pt x="394230" y="2723218"/>
                  </a:lnTo>
                  <a:lnTo>
                    <a:pt x="383321" y="2713959"/>
                  </a:lnTo>
                  <a:lnTo>
                    <a:pt x="371916" y="2708473"/>
                  </a:lnTo>
                  <a:lnTo>
                    <a:pt x="360019" y="2706745"/>
                  </a:lnTo>
                  <a:lnTo>
                    <a:pt x="350165" y="2701722"/>
                  </a:lnTo>
                  <a:lnTo>
                    <a:pt x="342351" y="2693403"/>
                  </a:lnTo>
                  <a:lnTo>
                    <a:pt x="330925" y="2688094"/>
                  </a:lnTo>
                  <a:lnTo>
                    <a:pt x="315887" y="2685789"/>
                  </a:lnTo>
                  <a:lnTo>
                    <a:pt x="306099" y="2679553"/>
                  </a:lnTo>
                  <a:lnTo>
                    <a:pt x="299293" y="2664306"/>
                  </a:lnTo>
                  <a:lnTo>
                    <a:pt x="299262" y="2664077"/>
                  </a:lnTo>
                  <a:lnTo>
                    <a:pt x="293170" y="2638586"/>
                  </a:lnTo>
                  <a:lnTo>
                    <a:pt x="285496" y="2622615"/>
                  </a:lnTo>
                  <a:lnTo>
                    <a:pt x="270561" y="2602853"/>
                  </a:lnTo>
                  <a:lnTo>
                    <a:pt x="269186" y="2600249"/>
                  </a:lnTo>
                  <a:lnTo>
                    <a:pt x="269062" y="2596998"/>
                  </a:lnTo>
                  <a:lnTo>
                    <a:pt x="270912" y="2585497"/>
                  </a:lnTo>
                  <a:lnTo>
                    <a:pt x="269336" y="2577229"/>
                  </a:lnTo>
                  <a:lnTo>
                    <a:pt x="264608" y="2570491"/>
                  </a:lnTo>
                  <a:lnTo>
                    <a:pt x="263522" y="2563360"/>
                  </a:lnTo>
                  <a:lnTo>
                    <a:pt x="266086" y="2555854"/>
                  </a:lnTo>
                  <a:lnTo>
                    <a:pt x="266251" y="2546836"/>
                  </a:lnTo>
                  <a:lnTo>
                    <a:pt x="264024" y="2536307"/>
                  </a:lnTo>
                  <a:lnTo>
                    <a:pt x="254500" y="2524921"/>
                  </a:lnTo>
                  <a:lnTo>
                    <a:pt x="237679" y="2512690"/>
                  </a:lnTo>
                  <a:lnTo>
                    <a:pt x="223349" y="2494826"/>
                  </a:lnTo>
                  <a:lnTo>
                    <a:pt x="211520" y="2471343"/>
                  </a:lnTo>
                  <a:lnTo>
                    <a:pt x="199820" y="2455073"/>
                  </a:lnTo>
                  <a:lnTo>
                    <a:pt x="188249" y="2446011"/>
                  </a:lnTo>
                  <a:lnTo>
                    <a:pt x="180338" y="2434949"/>
                  </a:lnTo>
                  <a:lnTo>
                    <a:pt x="176079" y="2421886"/>
                  </a:lnTo>
                  <a:lnTo>
                    <a:pt x="174824" y="2414303"/>
                  </a:lnTo>
                  <a:lnTo>
                    <a:pt x="176560" y="2412208"/>
                  </a:lnTo>
                  <a:lnTo>
                    <a:pt x="169449" y="2397684"/>
                  </a:lnTo>
                  <a:lnTo>
                    <a:pt x="153491" y="2370746"/>
                  </a:lnTo>
                  <a:lnTo>
                    <a:pt x="144324" y="2351047"/>
                  </a:lnTo>
                  <a:lnTo>
                    <a:pt x="141962" y="2338594"/>
                  </a:lnTo>
                  <a:lnTo>
                    <a:pt x="131807" y="2323772"/>
                  </a:lnTo>
                  <a:lnTo>
                    <a:pt x="113865" y="2306582"/>
                  </a:lnTo>
                  <a:lnTo>
                    <a:pt x="104108" y="2295399"/>
                  </a:lnTo>
                  <a:lnTo>
                    <a:pt x="101711" y="2287632"/>
                  </a:lnTo>
                  <a:lnTo>
                    <a:pt x="73712" y="2265044"/>
                  </a:lnTo>
                  <a:lnTo>
                    <a:pt x="65578" y="2250933"/>
                  </a:lnTo>
                  <a:lnTo>
                    <a:pt x="59227" y="2246475"/>
                  </a:lnTo>
                  <a:lnTo>
                    <a:pt x="51935" y="2246958"/>
                  </a:lnTo>
                  <a:lnTo>
                    <a:pt x="48194" y="2245605"/>
                  </a:lnTo>
                  <a:lnTo>
                    <a:pt x="48008" y="2242417"/>
                  </a:lnTo>
                  <a:lnTo>
                    <a:pt x="45646" y="2242265"/>
                  </a:lnTo>
                  <a:lnTo>
                    <a:pt x="41104" y="2245161"/>
                  </a:lnTo>
                  <a:lnTo>
                    <a:pt x="26210" y="2245745"/>
                  </a:lnTo>
                  <a:lnTo>
                    <a:pt x="961" y="2244024"/>
                  </a:lnTo>
                  <a:lnTo>
                    <a:pt x="0" y="2243821"/>
                  </a:lnTo>
                  <a:lnTo>
                    <a:pt x="0" y="0"/>
                  </a:lnTo>
                  <a:lnTo>
                    <a:pt x="1773799" y="0"/>
                  </a:lnTo>
                  <a:lnTo>
                    <a:pt x="1791779" y="9112"/>
                  </a:lnTo>
                  <a:lnTo>
                    <a:pt x="1812321" y="19521"/>
                  </a:lnTo>
                  <a:lnTo>
                    <a:pt x="1817499" y="36825"/>
                  </a:lnTo>
                  <a:lnTo>
                    <a:pt x="1822542" y="53673"/>
                  </a:lnTo>
                  <a:lnTo>
                    <a:pt x="1834568" y="65904"/>
                  </a:lnTo>
                  <a:lnTo>
                    <a:pt x="1845575" y="77074"/>
                  </a:lnTo>
                  <a:lnTo>
                    <a:pt x="1851947" y="76490"/>
                  </a:lnTo>
                  <a:lnTo>
                    <a:pt x="1858412" y="71772"/>
                  </a:lnTo>
                  <a:lnTo>
                    <a:pt x="1862515" y="69498"/>
                  </a:lnTo>
                  <a:lnTo>
                    <a:pt x="1869393" y="69123"/>
                  </a:lnTo>
                  <a:lnTo>
                    <a:pt x="1884690" y="65085"/>
                  </a:lnTo>
                  <a:lnTo>
                    <a:pt x="1889211" y="65967"/>
                  </a:lnTo>
                  <a:lnTo>
                    <a:pt x="1891780" y="67987"/>
                  </a:lnTo>
                  <a:lnTo>
                    <a:pt x="1891992" y="71149"/>
                  </a:lnTo>
                  <a:lnTo>
                    <a:pt x="1891470" y="73664"/>
                  </a:lnTo>
                  <a:lnTo>
                    <a:pt x="1889103" y="78713"/>
                  </a:lnTo>
                  <a:lnTo>
                    <a:pt x="1892839" y="88333"/>
                  </a:lnTo>
                  <a:lnTo>
                    <a:pt x="1893625" y="99021"/>
                  </a:lnTo>
                  <a:lnTo>
                    <a:pt x="1895676" y="107099"/>
                  </a:lnTo>
                  <a:lnTo>
                    <a:pt x="1901939" y="117437"/>
                  </a:lnTo>
                  <a:lnTo>
                    <a:pt x="1907381" y="125515"/>
                  </a:lnTo>
                  <a:lnTo>
                    <a:pt x="1914233" y="127077"/>
                  </a:lnTo>
                  <a:lnTo>
                    <a:pt x="1930093" y="122372"/>
                  </a:lnTo>
                  <a:lnTo>
                    <a:pt x="1940031" y="120593"/>
                  </a:lnTo>
                  <a:lnTo>
                    <a:pt x="1945674" y="121362"/>
                  </a:lnTo>
                  <a:lnTo>
                    <a:pt x="1955327" y="128925"/>
                  </a:lnTo>
                  <a:lnTo>
                    <a:pt x="1960050" y="133472"/>
                  </a:lnTo>
                  <a:lnTo>
                    <a:pt x="1961177" y="137250"/>
                  </a:lnTo>
                  <a:lnTo>
                    <a:pt x="1948139" y="160340"/>
                  </a:lnTo>
                  <a:lnTo>
                    <a:pt x="1968815" y="171797"/>
                  </a:lnTo>
                  <a:lnTo>
                    <a:pt x="1991889" y="184320"/>
                  </a:lnTo>
                  <a:lnTo>
                    <a:pt x="2019402" y="199249"/>
                  </a:lnTo>
                  <a:lnTo>
                    <a:pt x="2036223" y="208388"/>
                  </a:lnTo>
                  <a:lnTo>
                    <a:pt x="2058377" y="221438"/>
                  </a:lnTo>
                  <a:lnTo>
                    <a:pt x="2062170" y="240032"/>
                  </a:lnTo>
                  <a:lnTo>
                    <a:pt x="2065364" y="255723"/>
                  </a:lnTo>
                  <a:lnTo>
                    <a:pt x="2069436" y="277600"/>
                  </a:lnTo>
                  <a:lnTo>
                    <a:pt x="2073585" y="299916"/>
                  </a:lnTo>
                  <a:lnTo>
                    <a:pt x="2077725" y="322148"/>
                  </a:lnTo>
                  <a:lnTo>
                    <a:pt x="2082112" y="345746"/>
                  </a:lnTo>
                  <a:lnTo>
                    <a:pt x="2086934" y="371669"/>
                  </a:lnTo>
                  <a:lnTo>
                    <a:pt x="2091218" y="394676"/>
                  </a:lnTo>
                  <a:lnTo>
                    <a:pt x="2095894" y="419792"/>
                  </a:lnTo>
                  <a:lnTo>
                    <a:pt x="2102111" y="452477"/>
                  </a:lnTo>
                  <a:lnTo>
                    <a:pt x="2096551" y="465070"/>
                  </a:lnTo>
                  <a:lnTo>
                    <a:pt x="2084443" y="492491"/>
                  </a:lnTo>
                  <a:lnTo>
                    <a:pt x="2073498" y="517277"/>
                  </a:lnTo>
                  <a:lnTo>
                    <a:pt x="2072541" y="524465"/>
                  </a:lnTo>
                  <a:lnTo>
                    <a:pt x="2065017" y="560606"/>
                  </a:lnTo>
                  <a:lnTo>
                    <a:pt x="2058987" y="575535"/>
                  </a:lnTo>
                  <a:lnTo>
                    <a:pt x="2048424" y="584204"/>
                  </a:lnTo>
                  <a:lnTo>
                    <a:pt x="2037938" y="592605"/>
                  </a:lnTo>
                  <a:lnTo>
                    <a:pt x="2024859" y="606684"/>
                  </a:lnTo>
                  <a:lnTo>
                    <a:pt x="2010472" y="613638"/>
                  </a:lnTo>
                  <a:lnTo>
                    <a:pt x="2003123" y="617727"/>
                  </a:lnTo>
                  <a:lnTo>
                    <a:pt x="1999273" y="624179"/>
                  </a:lnTo>
                  <a:lnTo>
                    <a:pt x="1995026" y="638322"/>
                  </a:lnTo>
                  <a:lnTo>
                    <a:pt x="1995842" y="659919"/>
                  </a:lnTo>
                  <a:lnTo>
                    <a:pt x="2007692" y="678507"/>
                  </a:lnTo>
                  <a:lnTo>
                    <a:pt x="2025024" y="688902"/>
                  </a:lnTo>
                  <a:lnTo>
                    <a:pt x="2043669" y="699025"/>
                  </a:lnTo>
                  <a:lnTo>
                    <a:pt x="2070232" y="699069"/>
                  </a:lnTo>
                  <a:lnTo>
                    <a:pt x="2094122" y="685562"/>
                  </a:lnTo>
                  <a:lnTo>
                    <a:pt x="2119433" y="671255"/>
                  </a:lnTo>
                  <a:lnTo>
                    <a:pt x="2142001" y="658497"/>
                  </a:lnTo>
                  <a:lnTo>
                    <a:pt x="2168842" y="643326"/>
                  </a:lnTo>
                  <a:lnTo>
                    <a:pt x="2193151" y="629577"/>
                  </a:lnTo>
                  <a:lnTo>
                    <a:pt x="2219548" y="624637"/>
                  </a:lnTo>
                  <a:lnTo>
                    <a:pt x="2256125" y="617797"/>
                  </a:lnTo>
                  <a:lnTo>
                    <a:pt x="2302169" y="609180"/>
                  </a:lnTo>
                  <a:lnTo>
                    <a:pt x="2324587" y="599368"/>
                  </a:lnTo>
                  <a:lnTo>
                    <a:pt x="2353557" y="586687"/>
                  </a:lnTo>
                  <a:lnTo>
                    <a:pt x="2386977" y="572055"/>
                  </a:lnTo>
                  <a:lnTo>
                    <a:pt x="2415818" y="559431"/>
                  </a:lnTo>
                  <a:lnTo>
                    <a:pt x="2430319" y="552433"/>
                  </a:lnTo>
                  <a:lnTo>
                    <a:pt x="2440633" y="544450"/>
                  </a:lnTo>
                  <a:lnTo>
                    <a:pt x="2443191" y="538544"/>
                  </a:lnTo>
                  <a:lnTo>
                    <a:pt x="2442582" y="535153"/>
                  </a:lnTo>
                  <a:lnTo>
                    <a:pt x="2439920" y="531756"/>
                  </a:lnTo>
                  <a:lnTo>
                    <a:pt x="2436241" y="529247"/>
                  </a:lnTo>
                  <a:lnTo>
                    <a:pt x="2432970" y="527114"/>
                  </a:lnTo>
                  <a:lnTo>
                    <a:pt x="2431435" y="524472"/>
                  </a:lnTo>
                  <a:lnTo>
                    <a:pt x="2431130" y="518693"/>
                  </a:lnTo>
                  <a:lnTo>
                    <a:pt x="2429125" y="515372"/>
                  </a:lnTo>
                  <a:lnTo>
                    <a:pt x="2427213" y="512927"/>
                  </a:lnTo>
                  <a:lnTo>
                    <a:pt x="2427936" y="490561"/>
                  </a:lnTo>
                  <a:lnTo>
                    <a:pt x="2425414" y="483626"/>
                  </a:lnTo>
                  <a:lnTo>
                    <a:pt x="2416014" y="466048"/>
                  </a:lnTo>
                  <a:lnTo>
                    <a:pt x="2433941" y="458167"/>
                  </a:lnTo>
                  <a:lnTo>
                    <a:pt x="2450550" y="450858"/>
                  </a:lnTo>
                  <a:lnTo>
                    <a:pt x="2463795" y="445448"/>
                  </a:lnTo>
                  <a:lnTo>
                    <a:pt x="2491541" y="444597"/>
                  </a:lnTo>
                  <a:lnTo>
                    <a:pt x="2517307" y="444705"/>
                  </a:lnTo>
                  <a:lnTo>
                    <a:pt x="2552820" y="444851"/>
                  </a:lnTo>
                  <a:lnTo>
                    <a:pt x="2582741" y="444971"/>
                  </a:lnTo>
                  <a:lnTo>
                    <a:pt x="2617649" y="445117"/>
                  </a:lnTo>
                  <a:lnTo>
                    <a:pt x="2638113" y="445200"/>
                  </a:lnTo>
                  <a:lnTo>
                    <a:pt x="2664928" y="444946"/>
                  </a:lnTo>
                  <a:lnTo>
                    <a:pt x="2677997" y="424656"/>
                  </a:lnTo>
                  <a:lnTo>
                    <a:pt x="2689676" y="406513"/>
                  </a:lnTo>
                  <a:lnTo>
                    <a:pt x="2702539" y="389177"/>
                  </a:lnTo>
                  <a:lnTo>
                    <a:pt x="2725406" y="368824"/>
                  </a:lnTo>
                  <a:lnTo>
                    <a:pt x="2732047" y="365166"/>
                  </a:lnTo>
                  <a:lnTo>
                    <a:pt x="2735710" y="357139"/>
                  </a:lnTo>
                  <a:lnTo>
                    <a:pt x="2749570" y="349512"/>
                  </a:lnTo>
                  <a:lnTo>
                    <a:pt x="2764841" y="342438"/>
                  </a:lnTo>
                  <a:lnTo>
                    <a:pt x="2770830" y="335802"/>
                  </a:lnTo>
                  <a:lnTo>
                    <a:pt x="2773729" y="332023"/>
                  </a:lnTo>
                  <a:lnTo>
                    <a:pt x="2815076" y="296232"/>
                  </a:lnTo>
                  <a:lnTo>
                    <a:pt x="2838559" y="279702"/>
                  </a:lnTo>
                  <a:lnTo>
                    <a:pt x="2857953" y="270501"/>
                  </a:lnTo>
                  <a:lnTo>
                    <a:pt x="2872717" y="266106"/>
                  </a:lnTo>
                  <a:lnTo>
                    <a:pt x="2882686" y="266735"/>
                  </a:lnTo>
                  <a:lnTo>
                    <a:pt x="2888355" y="2661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g3868"/>
            <p:cNvSpPr/>
            <p:nvPr/>
          </p:nvSpPr>
          <p:spPr>
            <a:xfrm>
              <a:off x="5359282" y="3307053"/>
              <a:ext cx="225302" cy="75760"/>
            </a:xfrm>
            <a:custGeom>
              <a:avLst/>
              <a:gdLst/>
              <a:ahLst/>
              <a:cxnLst/>
              <a:rect l="0" t="0" r="0" b="0"/>
              <a:pathLst>
                <a:path w="225302" h="75760">
                  <a:moveTo>
                    <a:pt x="153584" y="30132"/>
                  </a:moveTo>
                  <a:lnTo>
                    <a:pt x="160385" y="30983"/>
                  </a:lnTo>
                  <a:lnTo>
                    <a:pt x="166235" y="28513"/>
                  </a:lnTo>
                  <a:lnTo>
                    <a:pt x="171775" y="23521"/>
                  </a:lnTo>
                  <a:lnTo>
                    <a:pt x="184637" y="16771"/>
                  </a:lnTo>
                  <a:lnTo>
                    <a:pt x="195598" y="13818"/>
                  </a:lnTo>
                  <a:lnTo>
                    <a:pt x="199050" y="13208"/>
                  </a:lnTo>
                  <a:lnTo>
                    <a:pt x="204275" y="17946"/>
                  </a:lnTo>
                  <a:lnTo>
                    <a:pt x="214641" y="14142"/>
                  </a:lnTo>
                  <a:lnTo>
                    <a:pt x="225302" y="12008"/>
                  </a:lnTo>
                  <a:lnTo>
                    <a:pt x="179185" y="33669"/>
                  </a:lnTo>
                  <a:lnTo>
                    <a:pt x="169754" y="36108"/>
                  </a:lnTo>
                  <a:lnTo>
                    <a:pt x="156261" y="42560"/>
                  </a:lnTo>
                  <a:lnTo>
                    <a:pt x="143507" y="47132"/>
                  </a:lnTo>
                  <a:lnTo>
                    <a:pt x="134324" y="48796"/>
                  </a:lnTo>
                  <a:lnTo>
                    <a:pt x="88662" y="64875"/>
                  </a:lnTo>
                  <a:lnTo>
                    <a:pt x="85040" y="65224"/>
                  </a:lnTo>
                  <a:lnTo>
                    <a:pt x="81122" y="63656"/>
                  </a:lnTo>
                  <a:lnTo>
                    <a:pt x="43512" y="71937"/>
                  </a:lnTo>
                  <a:lnTo>
                    <a:pt x="28076" y="72870"/>
                  </a:lnTo>
                  <a:lnTo>
                    <a:pt x="14020" y="75760"/>
                  </a:lnTo>
                  <a:lnTo>
                    <a:pt x="24417" y="69092"/>
                  </a:lnTo>
                  <a:lnTo>
                    <a:pt x="24644" y="66596"/>
                  </a:lnTo>
                  <a:lnTo>
                    <a:pt x="22159" y="64646"/>
                  </a:lnTo>
                  <a:lnTo>
                    <a:pt x="16598" y="65212"/>
                  </a:lnTo>
                  <a:lnTo>
                    <a:pt x="10903" y="72076"/>
                  </a:lnTo>
                  <a:lnTo>
                    <a:pt x="1813" y="74369"/>
                  </a:lnTo>
                  <a:lnTo>
                    <a:pt x="0" y="66895"/>
                  </a:lnTo>
                  <a:lnTo>
                    <a:pt x="3033" y="61109"/>
                  </a:lnTo>
                  <a:lnTo>
                    <a:pt x="7141" y="55623"/>
                  </a:lnTo>
                  <a:lnTo>
                    <a:pt x="16169" y="46999"/>
                  </a:lnTo>
                  <a:lnTo>
                    <a:pt x="29083" y="41531"/>
                  </a:lnTo>
                  <a:lnTo>
                    <a:pt x="35646" y="36806"/>
                  </a:lnTo>
                  <a:lnTo>
                    <a:pt x="40194" y="40966"/>
                  </a:lnTo>
                  <a:lnTo>
                    <a:pt x="41191" y="35346"/>
                  </a:lnTo>
                  <a:lnTo>
                    <a:pt x="44690" y="32101"/>
                  </a:lnTo>
                  <a:lnTo>
                    <a:pt x="48493" y="30354"/>
                  </a:lnTo>
                  <a:lnTo>
                    <a:pt x="57640" y="30310"/>
                  </a:lnTo>
                  <a:lnTo>
                    <a:pt x="62565" y="29427"/>
                  </a:lnTo>
                  <a:lnTo>
                    <a:pt x="66126" y="27560"/>
                  </a:lnTo>
                  <a:lnTo>
                    <a:pt x="69779" y="27211"/>
                  </a:lnTo>
                  <a:lnTo>
                    <a:pt x="79784" y="29757"/>
                  </a:lnTo>
                  <a:lnTo>
                    <a:pt x="89556" y="29027"/>
                  </a:lnTo>
                  <a:lnTo>
                    <a:pt x="97447" y="25509"/>
                  </a:lnTo>
                  <a:lnTo>
                    <a:pt x="105648" y="24328"/>
                  </a:lnTo>
                  <a:lnTo>
                    <a:pt x="127343" y="23534"/>
                  </a:lnTo>
                  <a:lnTo>
                    <a:pt x="148902" y="20962"/>
                  </a:lnTo>
                  <a:lnTo>
                    <a:pt x="157522" y="16390"/>
                  </a:lnTo>
                  <a:lnTo>
                    <a:pt x="175630" y="3575"/>
                  </a:lnTo>
                  <a:lnTo>
                    <a:pt x="186048" y="0"/>
                  </a:lnTo>
                  <a:lnTo>
                    <a:pt x="169826" y="14891"/>
                  </a:lnTo>
                  <a:lnTo>
                    <a:pt x="161108" y="217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g3869"/>
            <p:cNvSpPr/>
            <p:nvPr/>
          </p:nvSpPr>
          <p:spPr>
            <a:xfrm>
              <a:off x="5954108" y="2877417"/>
              <a:ext cx="23756" cy="26893"/>
            </a:xfrm>
            <a:custGeom>
              <a:avLst/>
              <a:gdLst/>
              <a:ahLst/>
              <a:cxnLst/>
              <a:rect l="0" t="0" r="0" b="0"/>
              <a:pathLst>
                <a:path w="23756" h="26893">
                  <a:moveTo>
                    <a:pt x="17596" y="18663"/>
                  </a:moveTo>
                  <a:lnTo>
                    <a:pt x="10841" y="17558"/>
                  </a:lnTo>
                  <a:lnTo>
                    <a:pt x="10981" y="24423"/>
                  </a:lnTo>
                  <a:lnTo>
                    <a:pt x="10226" y="26893"/>
                  </a:lnTo>
                  <a:lnTo>
                    <a:pt x="2744" y="23363"/>
                  </a:lnTo>
                  <a:lnTo>
                    <a:pt x="0" y="21089"/>
                  </a:lnTo>
                  <a:lnTo>
                    <a:pt x="237" y="11995"/>
                  </a:lnTo>
                  <a:lnTo>
                    <a:pt x="6847" y="3397"/>
                  </a:lnTo>
                  <a:lnTo>
                    <a:pt x="11885" y="0"/>
                  </a:lnTo>
                  <a:lnTo>
                    <a:pt x="18381" y="2355"/>
                  </a:lnTo>
                  <a:lnTo>
                    <a:pt x="23368" y="11983"/>
                  </a:lnTo>
                  <a:lnTo>
                    <a:pt x="23756" y="1612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g3870"/>
            <p:cNvSpPr/>
            <p:nvPr/>
          </p:nvSpPr>
          <p:spPr>
            <a:xfrm>
              <a:off x="5337706" y="3371376"/>
              <a:ext cx="17833" cy="18174"/>
            </a:xfrm>
            <a:custGeom>
              <a:avLst/>
              <a:gdLst/>
              <a:ahLst/>
              <a:cxnLst/>
              <a:rect l="0" t="0" r="0" b="0"/>
              <a:pathLst>
                <a:path w="17833" h="18174">
                  <a:moveTo>
                    <a:pt x="0" y="18174"/>
                  </a:moveTo>
                  <a:lnTo>
                    <a:pt x="5048" y="5702"/>
                  </a:lnTo>
                  <a:lnTo>
                    <a:pt x="14330" y="0"/>
                  </a:lnTo>
                  <a:lnTo>
                    <a:pt x="17689" y="1187"/>
                  </a:lnTo>
                  <a:lnTo>
                    <a:pt x="17833" y="5594"/>
                  </a:lnTo>
                  <a:lnTo>
                    <a:pt x="16531" y="9360"/>
                  </a:lnTo>
                  <a:lnTo>
                    <a:pt x="10304" y="15164"/>
                  </a:lnTo>
                  <a:lnTo>
                    <a:pt x="5054" y="176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g3871"/>
            <p:cNvSpPr/>
            <p:nvPr/>
          </p:nvSpPr>
          <p:spPr>
            <a:xfrm>
              <a:off x="5698253" y="3267490"/>
              <a:ext cx="33791" cy="16879"/>
            </a:xfrm>
            <a:custGeom>
              <a:avLst/>
              <a:gdLst/>
              <a:ahLst/>
              <a:cxnLst/>
              <a:rect l="0" t="0" r="0" b="0"/>
              <a:pathLst>
                <a:path w="33791" h="16879">
                  <a:moveTo>
                    <a:pt x="4645" y="16879"/>
                  </a:moveTo>
                  <a:lnTo>
                    <a:pt x="0" y="12776"/>
                  </a:lnTo>
                  <a:lnTo>
                    <a:pt x="7270" y="10878"/>
                  </a:lnTo>
                  <a:lnTo>
                    <a:pt x="16454" y="1130"/>
                  </a:lnTo>
                  <a:lnTo>
                    <a:pt x="22562" y="0"/>
                  </a:lnTo>
                  <a:lnTo>
                    <a:pt x="32158" y="5518"/>
                  </a:lnTo>
                  <a:lnTo>
                    <a:pt x="33791" y="1052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g3872"/>
            <p:cNvSpPr/>
            <p:nvPr/>
          </p:nvSpPr>
          <p:spPr>
            <a:xfrm>
              <a:off x="5643532" y="3241859"/>
              <a:ext cx="12087" cy="24671"/>
            </a:xfrm>
            <a:custGeom>
              <a:avLst/>
              <a:gdLst/>
              <a:ahLst/>
              <a:cxnLst/>
              <a:rect l="0" t="0" r="0" b="0"/>
              <a:pathLst>
                <a:path w="12087" h="24671">
                  <a:moveTo>
                    <a:pt x="5855" y="24671"/>
                  </a:moveTo>
                  <a:lnTo>
                    <a:pt x="0" y="24048"/>
                  </a:lnTo>
                  <a:lnTo>
                    <a:pt x="2971" y="19248"/>
                  </a:lnTo>
                  <a:lnTo>
                    <a:pt x="4103" y="12199"/>
                  </a:lnTo>
                  <a:lnTo>
                    <a:pt x="6991" y="4457"/>
                  </a:lnTo>
                  <a:lnTo>
                    <a:pt x="8655" y="2089"/>
                  </a:lnTo>
                  <a:lnTo>
                    <a:pt x="12087" y="0"/>
                  </a:lnTo>
                  <a:lnTo>
                    <a:pt x="11095" y="211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g3873"/>
            <p:cNvSpPr/>
            <p:nvPr/>
          </p:nvSpPr>
          <p:spPr>
            <a:xfrm>
              <a:off x="5761346" y="3275262"/>
              <a:ext cx="27001" cy="19248"/>
            </a:xfrm>
            <a:custGeom>
              <a:avLst/>
              <a:gdLst/>
              <a:ahLst/>
              <a:cxnLst/>
              <a:rect l="0" t="0" r="0" b="0"/>
              <a:pathLst>
                <a:path w="27001" h="19248">
                  <a:moveTo>
                    <a:pt x="18836" y="19248"/>
                  </a:moveTo>
                  <a:lnTo>
                    <a:pt x="0" y="14453"/>
                  </a:lnTo>
                  <a:lnTo>
                    <a:pt x="15498" y="10389"/>
                  </a:lnTo>
                  <a:lnTo>
                    <a:pt x="18030" y="8973"/>
                  </a:lnTo>
                  <a:lnTo>
                    <a:pt x="20050" y="2997"/>
                  </a:lnTo>
                  <a:lnTo>
                    <a:pt x="20303" y="0"/>
                  </a:lnTo>
                  <a:lnTo>
                    <a:pt x="26190" y="12853"/>
                  </a:lnTo>
                  <a:lnTo>
                    <a:pt x="27001" y="1715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g3874"/>
            <p:cNvSpPr/>
            <p:nvPr/>
          </p:nvSpPr>
          <p:spPr>
            <a:xfrm>
              <a:off x="5180933" y="3984239"/>
              <a:ext cx="8624" cy="14377"/>
            </a:xfrm>
            <a:custGeom>
              <a:avLst/>
              <a:gdLst/>
              <a:ahLst/>
              <a:cxnLst/>
              <a:rect l="0" t="0" r="0" b="0"/>
              <a:pathLst>
                <a:path w="8624" h="14377">
                  <a:moveTo>
                    <a:pt x="7028" y="14377"/>
                  </a:moveTo>
                  <a:lnTo>
                    <a:pt x="0" y="0"/>
                  </a:lnTo>
                  <a:lnTo>
                    <a:pt x="7229" y="4648"/>
                  </a:lnTo>
                  <a:lnTo>
                    <a:pt x="8521" y="8515"/>
                  </a:lnTo>
                  <a:lnTo>
                    <a:pt x="8624" y="117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g3875"/>
            <p:cNvSpPr/>
            <p:nvPr/>
          </p:nvSpPr>
          <p:spPr>
            <a:xfrm>
              <a:off x="5183801" y="4007259"/>
              <a:ext cx="24727" cy="72349"/>
            </a:xfrm>
            <a:custGeom>
              <a:avLst/>
              <a:gdLst/>
              <a:ahLst/>
              <a:cxnLst/>
              <a:rect l="0" t="0" r="0" b="0"/>
              <a:pathLst>
                <a:path w="24727" h="72349">
                  <a:moveTo>
                    <a:pt x="1250" y="72349"/>
                  </a:moveTo>
                  <a:lnTo>
                    <a:pt x="0" y="71213"/>
                  </a:lnTo>
                  <a:lnTo>
                    <a:pt x="16267" y="63796"/>
                  </a:lnTo>
                  <a:lnTo>
                    <a:pt x="21399" y="37670"/>
                  </a:lnTo>
                  <a:lnTo>
                    <a:pt x="22102" y="25623"/>
                  </a:lnTo>
                  <a:lnTo>
                    <a:pt x="19663" y="4388"/>
                  </a:lnTo>
                  <a:lnTo>
                    <a:pt x="19745" y="0"/>
                  </a:lnTo>
                  <a:lnTo>
                    <a:pt x="22391" y="6845"/>
                  </a:lnTo>
                  <a:lnTo>
                    <a:pt x="24727" y="26658"/>
                  </a:lnTo>
                  <a:lnTo>
                    <a:pt x="23849" y="41683"/>
                  </a:lnTo>
                  <a:lnTo>
                    <a:pt x="19130" y="63573"/>
                  </a:lnTo>
                  <a:lnTo>
                    <a:pt x="15446" y="6880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g3876"/>
            <p:cNvSpPr/>
            <p:nvPr/>
          </p:nvSpPr>
          <p:spPr>
            <a:xfrm>
              <a:off x="5152676" y="4082556"/>
              <a:ext cx="21404" cy="9277"/>
            </a:xfrm>
            <a:custGeom>
              <a:avLst/>
              <a:gdLst/>
              <a:ahLst/>
              <a:cxnLst/>
              <a:rect l="0" t="0" r="0" b="0"/>
              <a:pathLst>
                <a:path w="21404" h="9277">
                  <a:moveTo>
                    <a:pt x="2170" y="9277"/>
                  </a:moveTo>
                  <a:lnTo>
                    <a:pt x="0" y="8725"/>
                  </a:lnTo>
                  <a:lnTo>
                    <a:pt x="12619" y="2089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g3877"/>
            <p:cNvSpPr/>
            <p:nvPr/>
          </p:nvSpPr>
          <p:spPr>
            <a:xfrm>
              <a:off x="5095061" y="4115235"/>
              <a:ext cx="33993" cy="39982"/>
            </a:xfrm>
            <a:custGeom>
              <a:avLst/>
              <a:gdLst/>
              <a:ahLst/>
              <a:cxnLst/>
              <a:rect l="0" t="0" r="0" b="0"/>
              <a:pathLst>
                <a:path w="33993" h="39982">
                  <a:moveTo>
                    <a:pt x="0" y="39982"/>
                  </a:moveTo>
                  <a:lnTo>
                    <a:pt x="9689" y="23744"/>
                  </a:lnTo>
                  <a:lnTo>
                    <a:pt x="28825" y="3149"/>
                  </a:lnTo>
                  <a:lnTo>
                    <a:pt x="33993" y="0"/>
                  </a:lnTo>
                  <a:lnTo>
                    <a:pt x="18081" y="17590"/>
                  </a:lnTo>
                  <a:lnTo>
                    <a:pt x="2635" y="3848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g3878"/>
            <p:cNvSpPr/>
            <p:nvPr/>
          </p:nvSpPr>
          <p:spPr>
            <a:xfrm>
              <a:off x="4494680" y="5206518"/>
              <a:ext cx="17373" cy="15672"/>
            </a:xfrm>
            <a:custGeom>
              <a:avLst/>
              <a:gdLst/>
              <a:ahLst/>
              <a:cxnLst/>
              <a:rect l="0" t="0" r="0" b="0"/>
              <a:pathLst>
                <a:path w="17373" h="15672">
                  <a:moveTo>
                    <a:pt x="13601" y="15672"/>
                  </a:moveTo>
                  <a:lnTo>
                    <a:pt x="5968" y="13183"/>
                  </a:lnTo>
                  <a:lnTo>
                    <a:pt x="1798" y="8725"/>
                  </a:lnTo>
                  <a:lnTo>
                    <a:pt x="0" y="0"/>
                  </a:lnTo>
                  <a:lnTo>
                    <a:pt x="6645" y="9239"/>
                  </a:lnTo>
                  <a:lnTo>
                    <a:pt x="9028" y="11329"/>
                  </a:lnTo>
                  <a:lnTo>
                    <a:pt x="17373" y="122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g3879"/>
            <p:cNvSpPr/>
            <p:nvPr/>
          </p:nvSpPr>
          <p:spPr>
            <a:xfrm>
              <a:off x="4498091" y="5186660"/>
              <a:ext cx="9033" cy="26938"/>
            </a:xfrm>
            <a:custGeom>
              <a:avLst/>
              <a:gdLst/>
              <a:ahLst/>
              <a:cxnLst/>
              <a:rect l="0" t="0" r="0" b="0"/>
              <a:pathLst>
                <a:path w="9033" h="26938">
                  <a:moveTo>
                    <a:pt x="8883" y="26938"/>
                  </a:moveTo>
                  <a:lnTo>
                    <a:pt x="3550" y="14142"/>
                  </a:lnTo>
                  <a:lnTo>
                    <a:pt x="0" y="0"/>
                  </a:lnTo>
                  <a:lnTo>
                    <a:pt x="5079" y="4578"/>
                  </a:lnTo>
                  <a:lnTo>
                    <a:pt x="9033" y="19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g3880"/>
            <p:cNvSpPr/>
            <p:nvPr/>
          </p:nvSpPr>
          <p:spPr>
            <a:xfrm>
              <a:off x="4666217" y="5362642"/>
              <a:ext cx="34236" cy="51158"/>
            </a:xfrm>
            <a:custGeom>
              <a:avLst/>
              <a:gdLst/>
              <a:ahLst/>
              <a:cxnLst/>
              <a:rect l="0" t="0" r="0" b="0"/>
              <a:pathLst>
                <a:path w="34236" h="51158">
                  <a:moveTo>
                    <a:pt x="0" y="51158"/>
                  </a:moveTo>
                  <a:lnTo>
                    <a:pt x="2330" y="45036"/>
                  </a:lnTo>
                  <a:lnTo>
                    <a:pt x="10531" y="31948"/>
                  </a:lnTo>
                  <a:lnTo>
                    <a:pt x="13182" y="25788"/>
                  </a:lnTo>
                  <a:lnTo>
                    <a:pt x="18722" y="21883"/>
                  </a:lnTo>
                  <a:lnTo>
                    <a:pt x="23880" y="14821"/>
                  </a:lnTo>
                  <a:lnTo>
                    <a:pt x="24267" y="6585"/>
                  </a:lnTo>
                  <a:lnTo>
                    <a:pt x="31760" y="825"/>
                  </a:lnTo>
                  <a:lnTo>
                    <a:pt x="34236" y="0"/>
                  </a:lnTo>
                  <a:lnTo>
                    <a:pt x="21032" y="267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g3881"/>
            <p:cNvSpPr/>
            <p:nvPr/>
          </p:nvSpPr>
          <p:spPr>
            <a:xfrm>
              <a:off x="3456939" y="4803878"/>
              <a:ext cx="26706" cy="20480"/>
            </a:xfrm>
            <a:custGeom>
              <a:avLst/>
              <a:gdLst/>
              <a:ahLst/>
              <a:cxnLst/>
              <a:rect l="0" t="0" r="0" b="0"/>
              <a:pathLst>
                <a:path w="26706" h="20480">
                  <a:moveTo>
                    <a:pt x="18603" y="20480"/>
                  </a:moveTo>
                  <a:lnTo>
                    <a:pt x="1100" y="9214"/>
                  </a:lnTo>
                  <a:lnTo>
                    <a:pt x="0" y="4375"/>
                  </a:lnTo>
                  <a:lnTo>
                    <a:pt x="8635" y="0"/>
                  </a:lnTo>
                  <a:lnTo>
                    <a:pt x="13906" y="387"/>
                  </a:lnTo>
                  <a:lnTo>
                    <a:pt x="22241" y="6109"/>
                  </a:lnTo>
                  <a:lnTo>
                    <a:pt x="25290" y="7703"/>
                  </a:lnTo>
                  <a:lnTo>
                    <a:pt x="26706" y="10020"/>
                  </a:lnTo>
                  <a:lnTo>
                    <a:pt x="25900" y="13646"/>
                  </a:lnTo>
                  <a:lnTo>
                    <a:pt x="22536" y="18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g3882"/>
            <p:cNvSpPr/>
            <p:nvPr/>
          </p:nvSpPr>
          <p:spPr>
            <a:xfrm>
              <a:off x="2924653" y="5000397"/>
              <a:ext cx="20774" cy="30399"/>
            </a:xfrm>
            <a:custGeom>
              <a:avLst/>
              <a:gdLst/>
              <a:ahLst/>
              <a:cxnLst/>
              <a:rect l="0" t="0" r="0" b="0"/>
              <a:pathLst>
                <a:path w="20774" h="30399">
                  <a:moveTo>
                    <a:pt x="0" y="30399"/>
                  </a:moveTo>
                  <a:lnTo>
                    <a:pt x="5121" y="19749"/>
                  </a:lnTo>
                  <a:lnTo>
                    <a:pt x="6072" y="15482"/>
                  </a:lnTo>
                  <a:lnTo>
                    <a:pt x="14469" y="2006"/>
                  </a:lnTo>
                  <a:lnTo>
                    <a:pt x="18903" y="0"/>
                  </a:lnTo>
                  <a:lnTo>
                    <a:pt x="20774" y="5734"/>
                  </a:lnTo>
                  <a:lnTo>
                    <a:pt x="12138" y="15202"/>
                  </a:lnTo>
                  <a:lnTo>
                    <a:pt x="2294" y="300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g3883"/>
            <p:cNvSpPr/>
            <p:nvPr/>
          </p:nvSpPr>
          <p:spPr>
            <a:xfrm>
              <a:off x="2949515" y="4968054"/>
              <a:ext cx="42075" cy="30323"/>
            </a:xfrm>
            <a:custGeom>
              <a:avLst/>
              <a:gdLst/>
              <a:ahLst/>
              <a:cxnLst/>
              <a:rect l="0" t="0" r="0" b="0"/>
              <a:pathLst>
                <a:path w="42075" h="30323">
                  <a:moveTo>
                    <a:pt x="0" y="30323"/>
                  </a:moveTo>
                  <a:lnTo>
                    <a:pt x="4816" y="23299"/>
                  </a:lnTo>
                  <a:lnTo>
                    <a:pt x="12645" y="19756"/>
                  </a:lnTo>
                  <a:lnTo>
                    <a:pt x="29822" y="6261"/>
                  </a:lnTo>
                  <a:lnTo>
                    <a:pt x="36830" y="5334"/>
                  </a:lnTo>
                  <a:lnTo>
                    <a:pt x="40478" y="685"/>
                  </a:lnTo>
                  <a:lnTo>
                    <a:pt x="42075" y="0"/>
                  </a:lnTo>
                  <a:lnTo>
                    <a:pt x="41042" y="5696"/>
                  </a:lnTo>
                  <a:lnTo>
                    <a:pt x="27223" y="13786"/>
                  </a:lnTo>
                  <a:lnTo>
                    <a:pt x="3886" y="297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g3884"/>
            <p:cNvSpPr/>
            <p:nvPr/>
          </p:nvSpPr>
          <p:spPr>
            <a:xfrm>
              <a:off x="2887740" y="5040830"/>
              <a:ext cx="34318" cy="75366"/>
            </a:xfrm>
            <a:custGeom>
              <a:avLst/>
              <a:gdLst/>
              <a:ahLst/>
              <a:cxnLst/>
              <a:rect l="0" t="0" r="0" b="0"/>
              <a:pathLst>
                <a:path w="34318" h="75366">
                  <a:moveTo>
                    <a:pt x="0" y="75366"/>
                  </a:moveTo>
                  <a:lnTo>
                    <a:pt x="909" y="64215"/>
                  </a:lnTo>
                  <a:lnTo>
                    <a:pt x="9503" y="38877"/>
                  </a:lnTo>
                  <a:lnTo>
                    <a:pt x="26965" y="5575"/>
                  </a:lnTo>
                  <a:lnTo>
                    <a:pt x="34318" y="0"/>
                  </a:lnTo>
                  <a:lnTo>
                    <a:pt x="14175" y="36521"/>
                  </a:lnTo>
                  <a:lnTo>
                    <a:pt x="3302" y="6788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g3885"/>
            <p:cNvSpPr/>
            <p:nvPr/>
          </p:nvSpPr>
          <p:spPr>
            <a:xfrm>
              <a:off x="3130649" y="4843237"/>
              <a:ext cx="34081" cy="26658"/>
            </a:xfrm>
            <a:custGeom>
              <a:avLst/>
              <a:gdLst/>
              <a:ahLst/>
              <a:cxnLst/>
              <a:rect l="0" t="0" r="0" b="0"/>
              <a:pathLst>
                <a:path w="34081" h="26658">
                  <a:moveTo>
                    <a:pt x="0" y="26658"/>
                  </a:moveTo>
                  <a:lnTo>
                    <a:pt x="23068" y="6655"/>
                  </a:lnTo>
                  <a:lnTo>
                    <a:pt x="27905" y="0"/>
                  </a:lnTo>
                  <a:lnTo>
                    <a:pt x="34081" y="292"/>
                  </a:lnTo>
                  <a:lnTo>
                    <a:pt x="23781" y="11500"/>
                  </a:lnTo>
                  <a:lnTo>
                    <a:pt x="5286" y="254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g3886"/>
            <p:cNvSpPr/>
            <p:nvPr/>
          </p:nvSpPr>
          <p:spPr>
            <a:xfrm>
              <a:off x="2885373" y="5122184"/>
              <a:ext cx="25027" cy="140921"/>
            </a:xfrm>
            <a:custGeom>
              <a:avLst/>
              <a:gdLst/>
              <a:ahLst/>
              <a:cxnLst/>
              <a:rect l="0" t="0" r="0" b="0"/>
              <a:pathLst>
                <a:path w="25027" h="140921">
                  <a:moveTo>
                    <a:pt x="23564" y="140921"/>
                  </a:moveTo>
                  <a:lnTo>
                    <a:pt x="14800" y="112719"/>
                  </a:lnTo>
                  <a:lnTo>
                    <a:pt x="537" y="48898"/>
                  </a:lnTo>
                  <a:lnTo>
                    <a:pt x="0" y="12522"/>
                  </a:lnTo>
                  <a:lnTo>
                    <a:pt x="2242" y="0"/>
                  </a:lnTo>
                  <a:lnTo>
                    <a:pt x="5922" y="51374"/>
                  </a:lnTo>
                  <a:lnTo>
                    <a:pt x="21688" y="116618"/>
                  </a:lnTo>
                  <a:lnTo>
                    <a:pt x="25027" y="13488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g3887"/>
            <p:cNvSpPr/>
            <p:nvPr/>
          </p:nvSpPr>
          <p:spPr>
            <a:xfrm>
              <a:off x="5637481" y="3252585"/>
              <a:ext cx="5178" cy="13666"/>
            </a:xfrm>
            <a:custGeom>
              <a:avLst/>
              <a:gdLst/>
              <a:ahLst/>
              <a:cxnLst/>
              <a:rect l="0" t="0" r="0" b="0"/>
              <a:pathLst>
                <a:path w="5178" h="13666">
                  <a:moveTo>
                    <a:pt x="1095" y="13666"/>
                  </a:moveTo>
                  <a:lnTo>
                    <a:pt x="0" y="7385"/>
                  </a:lnTo>
                  <a:lnTo>
                    <a:pt x="2056" y="165"/>
                  </a:lnTo>
                  <a:lnTo>
                    <a:pt x="4139" y="0"/>
                  </a:lnTo>
                  <a:lnTo>
                    <a:pt x="5178" y="3841"/>
                  </a:lnTo>
                  <a:lnTo>
                    <a:pt x="4030" y="112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g3888"/>
            <p:cNvSpPr/>
            <p:nvPr/>
          </p:nvSpPr>
          <p:spPr>
            <a:xfrm>
              <a:off x="5335877" y="3489988"/>
              <a:ext cx="15498" cy="28227"/>
            </a:xfrm>
            <a:custGeom>
              <a:avLst/>
              <a:gdLst/>
              <a:ahLst/>
              <a:cxnLst/>
              <a:rect l="0" t="0" r="0" b="0"/>
              <a:pathLst>
                <a:path w="15498" h="28227">
                  <a:moveTo>
                    <a:pt x="284" y="28227"/>
                  </a:moveTo>
                  <a:lnTo>
                    <a:pt x="0" y="24442"/>
                  </a:lnTo>
                  <a:lnTo>
                    <a:pt x="15498" y="0"/>
                  </a:lnTo>
                  <a:lnTo>
                    <a:pt x="12697" y="854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g3889"/>
            <p:cNvSpPr/>
            <p:nvPr/>
          </p:nvSpPr>
          <p:spPr>
            <a:xfrm>
              <a:off x="5216776" y="3678353"/>
              <a:ext cx="29698" cy="55407"/>
            </a:xfrm>
            <a:custGeom>
              <a:avLst/>
              <a:gdLst/>
              <a:ahLst/>
              <a:cxnLst/>
              <a:rect l="0" t="0" r="0" b="0"/>
              <a:pathLst>
                <a:path w="29698" h="55407">
                  <a:moveTo>
                    <a:pt x="0" y="55407"/>
                  </a:moveTo>
                  <a:lnTo>
                    <a:pt x="16143" y="29364"/>
                  </a:lnTo>
                  <a:lnTo>
                    <a:pt x="25518" y="7544"/>
                  </a:lnTo>
                  <a:lnTo>
                    <a:pt x="29698" y="0"/>
                  </a:lnTo>
                  <a:lnTo>
                    <a:pt x="25642" y="15291"/>
                  </a:lnTo>
                  <a:lnTo>
                    <a:pt x="18552" y="29351"/>
                  </a:lnTo>
                  <a:lnTo>
                    <a:pt x="4811" y="53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g3890"/>
            <p:cNvSpPr/>
            <p:nvPr/>
          </p:nvSpPr>
          <p:spPr>
            <a:xfrm>
              <a:off x="5079677" y="4146288"/>
              <a:ext cx="13513" cy="6191"/>
            </a:xfrm>
            <a:custGeom>
              <a:avLst/>
              <a:gdLst/>
              <a:ahLst/>
              <a:cxnLst/>
              <a:rect l="0" t="0" r="0" b="0"/>
              <a:pathLst>
                <a:path w="13513" h="6191">
                  <a:moveTo>
                    <a:pt x="11157" y="6191"/>
                  </a:moveTo>
                  <a:lnTo>
                    <a:pt x="6997" y="4756"/>
                  </a:lnTo>
                  <a:lnTo>
                    <a:pt x="1266" y="2013"/>
                  </a:lnTo>
                  <a:lnTo>
                    <a:pt x="0" y="0"/>
                  </a:lnTo>
                  <a:lnTo>
                    <a:pt x="5467" y="730"/>
                  </a:lnTo>
                  <a:lnTo>
                    <a:pt x="13513" y="58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g3891"/>
            <p:cNvSpPr/>
            <p:nvPr/>
          </p:nvSpPr>
          <p:spPr>
            <a:xfrm>
              <a:off x="4577198" y="5440364"/>
              <a:ext cx="10779" cy="15615"/>
            </a:xfrm>
            <a:custGeom>
              <a:avLst/>
              <a:gdLst/>
              <a:ahLst/>
              <a:cxnLst/>
              <a:rect l="0" t="0" r="0" b="0"/>
              <a:pathLst>
                <a:path w="10779" h="15615">
                  <a:moveTo>
                    <a:pt x="6020" y="15615"/>
                  </a:moveTo>
                  <a:lnTo>
                    <a:pt x="4511" y="14790"/>
                  </a:lnTo>
                  <a:lnTo>
                    <a:pt x="4511" y="10890"/>
                  </a:lnTo>
                  <a:lnTo>
                    <a:pt x="0" y="2260"/>
                  </a:lnTo>
                  <a:lnTo>
                    <a:pt x="170" y="0"/>
                  </a:lnTo>
                  <a:lnTo>
                    <a:pt x="10516" y="8446"/>
                  </a:lnTo>
                  <a:lnTo>
                    <a:pt x="10779" y="10713"/>
                  </a:lnTo>
                  <a:lnTo>
                    <a:pt x="9193" y="129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g3892"/>
            <p:cNvSpPr/>
            <p:nvPr/>
          </p:nvSpPr>
          <p:spPr>
            <a:xfrm>
              <a:off x="4637878" y="5427841"/>
              <a:ext cx="6681" cy="5543"/>
            </a:xfrm>
            <a:custGeom>
              <a:avLst/>
              <a:gdLst/>
              <a:ahLst/>
              <a:cxnLst/>
              <a:rect l="0" t="0" r="0" b="0"/>
              <a:pathLst>
                <a:path w="6681" h="5543">
                  <a:moveTo>
                    <a:pt x="0" y="5543"/>
                  </a:moveTo>
                  <a:lnTo>
                    <a:pt x="1002" y="3695"/>
                  </a:lnTo>
                  <a:lnTo>
                    <a:pt x="5178" y="0"/>
                  </a:lnTo>
                  <a:lnTo>
                    <a:pt x="6681" y="1435"/>
                  </a:lnTo>
                  <a:lnTo>
                    <a:pt x="6516" y="3283"/>
                  </a:lnTo>
                  <a:lnTo>
                    <a:pt x="2005" y="55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g3893"/>
            <p:cNvSpPr/>
            <p:nvPr/>
          </p:nvSpPr>
          <p:spPr>
            <a:xfrm>
              <a:off x="4657267" y="5415509"/>
              <a:ext cx="5348" cy="5550"/>
            </a:xfrm>
            <a:custGeom>
              <a:avLst/>
              <a:gdLst/>
              <a:ahLst/>
              <a:cxnLst/>
              <a:rect l="0" t="0" r="0" b="0"/>
              <a:pathLst>
                <a:path w="5348" h="5550">
                  <a:moveTo>
                    <a:pt x="0" y="5550"/>
                  </a:moveTo>
                  <a:lnTo>
                    <a:pt x="4175" y="0"/>
                  </a:lnTo>
                  <a:lnTo>
                    <a:pt x="5348" y="412"/>
                  </a:lnTo>
                  <a:lnTo>
                    <a:pt x="2842" y="493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g3894"/>
            <p:cNvSpPr/>
            <p:nvPr/>
          </p:nvSpPr>
          <p:spPr>
            <a:xfrm>
              <a:off x="4607290" y="5439132"/>
              <a:ext cx="21895" cy="8630"/>
            </a:xfrm>
            <a:custGeom>
              <a:avLst/>
              <a:gdLst/>
              <a:ahLst/>
              <a:cxnLst/>
              <a:rect l="0" t="0" r="0" b="0"/>
              <a:pathLst>
                <a:path w="21895" h="8630">
                  <a:moveTo>
                    <a:pt x="5012" y="8630"/>
                  </a:moveTo>
                  <a:lnTo>
                    <a:pt x="0" y="6369"/>
                  </a:lnTo>
                  <a:lnTo>
                    <a:pt x="5513" y="3289"/>
                  </a:lnTo>
                  <a:lnTo>
                    <a:pt x="21895" y="0"/>
                  </a:lnTo>
                  <a:lnTo>
                    <a:pt x="15709" y="4108"/>
                  </a:lnTo>
                  <a:lnTo>
                    <a:pt x="9860" y="555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g3895"/>
            <p:cNvSpPr/>
            <p:nvPr/>
          </p:nvSpPr>
          <p:spPr>
            <a:xfrm>
              <a:off x="4570537" y="4631229"/>
              <a:ext cx="6945" cy="31688"/>
            </a:xfrm>
            <a:custGeom>
              <a:avLst/>
              <a:gdLst/>
              <a:ahLst/>
              <a:cxnLst/>
              <a:rect l="0" t="0" r="0" b="0"/>
              <a:pathLst>
                <a:path w="6945" h="31688">
                  <a:moveTo>
                    <a:pt x="2237" y="31688"/>
                  </a:moveTo>
                  <a:lnTo>
                    <a:pt x="201" y="20467"/>
                  </a:lnTo>
                  <a:lnTo>
                    <a:pt x="0" y="9570"/>
                  </a:lnTo>
                  <a:lnTo>
                    <a:pt x="3565" y="3124"/>
                  </a:lnTo>
                  <a:lnTo>
                    <a:pt x="694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g3896"/>
            <p:cNvSpPr/>
            <p:nvPr/>
          </p:nvSpPr>
          <p:spPr>
            <a:xfrm>
              <a:off x="4554992" y="5448277"/>
              <a:ext cx="10567" cy="12891"/>
            </a:xfrm>
            <a:custGeom>
              <a:avLst/>
              <a:gdLst/>
              <a:ahLst/>
              <a:cxnLst/>
              <a:rect l="0" t="0" r="0" b="0"/>
              <a:pathLst>
                <a:path w="10567" h="12891">
                  <a:moveTo>
                    <a:pt x="0" y="12891"/>
                  </a:moveTo>
                  <a:lnTo>
                    <a:pt x="5529" y="7772"/>
                  </a:lnTo>
                  <a:lnTo>
                    <a:pt x="7322" y="0"/>
                  </a:lnTo>
                  <a:lnTo>
                    <a:pt x="10567" y="6070"/>
                  </a:lnTo>
                  <a:lnTo>
                    <a:pt x="10505" y="9754"/>
                  </a:lnTo>
                  <a:lnTo>
                    <a:pt x="6857" y="116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g3897"/>
            <p:cNvSpPr/>
            <p:nvPr/>
          </p:nvSpPr>
          <p:spPr>
            <a:xfrm>
              <a:off x="4681421" y="5037121"/>
              <a:ext cx="28195" cy="83983"/>
            </a:xfrm>
            <a:custGeom>
              <a:avLst/>
              <a:gdLst/>
              <a:ahLst/>
              <a:cxnLst/>
              <a:rect l="0" t="0" r="0" b="0"/>
              <a:pathLst>
                <a:path w="28195" h="83983">
                  <a:moveTo>
                    <a:pt x="28195" y="83983"/>
                  </a:moveTo>
                  <a:lnTo>
                    <a:pt x="18464" y="61770"/>
                  </a:lnTo>
                  <a:lnTo>
                    <a:pt x="6438" y="26938"/>
                  </a:lnTo>
                  <a:lnTo>
                    <a:pt x="0" y="0"/>
                  </a:lnTo>
                  <a:lnTo>
                    <a:pt x="4356" y="7283"/>
                  </a:lnTo>
                  <a:lnTo>
                    <a:pt x="8614" y="22359"/>
                  </a:lnTo>
                  <a:lnTo>
                    <a:pt x="26474" y="744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g3898"/>
            <p:cNvSpPr/>
            <p:nvPr/>
          </p:nvSpPr>
          <p:spPr>
            <a:xfrm>
              <a:off x="4535949" y="5462902"/>
              <a:ext cx="7699" cy="4470"/>
            </a:xfrm>
            <a:custGeom>
              <a:avLst/>
              <a:gdLst/>
              <a:ahLst/>
              <a:cxnLst/>
              <a:rect l="0" t="0" r="0" b="0"/>
              <a:pathLst>
                <a:path w="7699" h="4470">
                  <a:moveTo>
                    <a:pt x="232" y="4470"/>
                  </a:moveTo>
                  <a:lnTo>
                    <a:pt x="0" y="2457"/>
                  </a:lnTo>
                  <a:lnTo>
                    <a:pt x="4630" y="0"/>
                  </a:lnTo>
                  <a:lnTo>
                    <a:pt x="7699" y="165"/>
                  </a:lnTo>
                  <a:lnTo>
                    <a:pt x="7586" y="2889"/>
                  </a:lnTo>
                  <a:lnTo>
                    <a:pt x="2919" y="41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g3899"/>
            <p:cNvSpPr/>
            <p:nvPr/>
          </p:nvSpPr>
          <p:spPr>
            <a:xfrm>
              <a:off x="3781115" y="4789697"/>
              <a:ext cx="7508" cy="12059"/>
            </a:xfrm>
            <a:custGeom>
              <a:avLst/>
              <a:gdLst/>
              <a:ahLst/>
              <a:cxnLst/>
              <a:rect l="0" t="0" r="0" b="0"/>
              <a:pathLst>
                <a:path w="7508" h="12059">
                  <a:moveTo>
                    <a:pt x="0" y="12059"/>
                  </a:moveTo>
                  <a:lnTo>
                    <a:pt x="263" y="9462"/>
                  </a:lnTo>
                  <a:lnTo>
                    <a:pt x="4490" y="2648"/>
                  </a:lnTo>
                  <a:lnTo>
                    <a:pt x="7508" y="0"/>
                  </a:lnTo>
                  <a:lnTo>
                    <a:pt x="5746" y="52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g3900"/>
            <p:cNvSpPr/>
            <p:nvPr/>
          </p:nvSpPr>
          <p:spPr>
            <a:xfrm>
              <a:off x="3804479" y="4723202"/>
              <a:ext cx="17435" cy="7734"/>
            </a:xfrm>
            <a:custGeom>
              <a:avLst/>
              <a:gdLst/>
              <a:ahLst/>
              <a:cxnLst/>
              <a:rect l="0" t="0" r="0" b="0"/>
              <a:pathLst>
                <a:path w="17435" h="7734">
                  <a:moveTo>
                    <a:pt x="16107" y="7734"/>
                  </a:moveTo>
                  <a:lnTo>
                    <a:pt x="6733" y="5029"/>
                  </a:lnTo>
                  <a:lnTo>
                    <a:pt x="1033" y="2514"/>
                  </a:lnTo>
                  <a:lnTo>
                    <a:pt x="0" y="0"/>
                  </a:lnTo>
                  <a:lnTo>
                    <a:pt x="15756" y="4565"/>
                  </a:lnTo>
                  <a:lnTo>
                    <a:pt x="17435" y="62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g3901"/>
            <p:cNvSpPr/>
            <p:nvPr/>
          </p:nvSpPr>
          <p:spPr>
            <a:xfrm>
              <a:off x="3847510" y="4721970"/>
              <a:ext cx="25921" cy="5569"/>
            </a:xfrm>
            <a:custGeom>
              <a:avLst/>
              <a:gdLst/>
              <a:ahLst/>
              <a:cxnLst/>
              <a:rect l="0" t="0" r="0" b="0"/>
              <a:pathLst>
                <a:path w="25921" h="5569">
                  <a:moveTo>
                    <a:pt x="16609" y="5569"/>
                  </a:moveTo>
                  <a:lnTo>
                    <a:pt x="2806" y="5308"/>
                  </a:lnTo>
                  <a:lnTo>
                    <a:pt x="0" y="4330"/>
                  </a:lnTo>
                  <a:lnTo>
                    <a:pt x="5539" y="2470"/>
                  </a:lnTo>
                  <a:lnTo>
                    <a:pt x="21895" y="0"/>
                  </a:lnTo>
                  <a:lnTo>
                    <a:pt x="25921" y="27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g3902"/>
            <p:cNvSpPr/>
            <p:nvPr/>
          </p:nvSpPr>
          <p:spPr>
            <a:xfrm>
              <a:off x="3738952" y="4735636"/>
              <a:ext cx="16650" cy="17044"/>
            </a:xfrm>
            <a:custGeom>
              <a:avLst/>
              <a:gdLst/>
              <a:ahLst/>
              <a:cxnLst/>
              <a:rect l="0" t="0" r="0" b="0"/>
              <a:pathLst>
                <a:path w="16650" h="17044">
                  <a:moveTo>
                    <a:pt x="12862" y="17044"/>
                  </a:moveTo>
                  <a:lnTo>
                    <a:pt x="7679" y="14034"/>
                  </a:lnTo>
                  <a:lnTo>
                    <a:pt x="0" y="13761"/>
                  </a:lnTo>
                  <a:lnTo>
                    <a:pt x="3379" y="11697"/>
                  </a:lnTo>
                  <a:lnTo>
                    <a:pt x="5751" y="9684"/>
                  </a:lnTo>
                  <a:lnTo>
                    <a:pt x="6935" y="7518"/>
                  </a:lnTo>
                  <a:lnTo>
                    <a:pt x="16650" y="0"/>
                  </a:lnTo>
                  <a:lnTo>
                    <a:pt x="13896" y="5518"/>
                  </a:lnTo>
                  <a:lnTo>
                    <a:pt x="12490" y="10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g3903"/>
            <p:cNvSpPr/>
            <p:nvPr/>
          </p:nvSpPr>
          <p:spPr>
            <a:xfrm>
              <a:off x="3789234" y="4750191"/>
              <a:ext cx="5746" cy="36527"/>
            </a:xfrm>
            <a:custGeom>
              <a:avLst/>
              <a:gdLst/>
              <a:ahLst/>
              <a:cxnLst/>
              <a:rect l="0" t="0" r="0" b="0"/>
              <a:pathLst>
                <a:path w="5746" h="36527">
                  <a:moveTo>
                    <a:pt x="1188" y="36527"/>
                  </a:moveTo>
                  <a:lnTo>
                    <a:pt x="4118" y="16695"/>
                  </a:lnTo>
                  <a:lnTo>
                    <a:pt x="0" y="0"/>
                  </a:lnTo>
                  <a:lnTo>
                    <a:pt x="4340" y="7328"/>
                  </a:lnTo>
                  <a:lnTo>
                    <a:pt x="5746" y="16047"/>
                  </a:lnTo>
                  <a:lnTo>
                    <a:pt x="4175" y="323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g3904"/>
            <p:cNvSpPr/>
            <p:nvPr/>
          </p:nvSpPr>
          <p:spPr>
            <a:xfrm>
              <a:off x="4186131" y="4792371"/>
              <a:ext cx="40173" cy="16358"/>
            </a:xfrm>
            <a:custGeom>
              <a:avLst/>
              <a:gdLst/>
              <a:ahLst/>
              <a:cxnLst/>
              <a:rect l="0" t="0" r="0" b="0"/>
              <a:pathLst>
                <a:path w="40173" h="16358">
                  <a:moveTo>
                    <a:pt x="11482" y="16358"/>
                  </a:moveTo>
                  <a:lnTo>
                    <a:pt x="0" y="12954"/>
                  </a:lnTo>
                  <a:lnTo>
                    <a:pt x="7136" y="12307"/>
                  </a:lnTo>
                  <a:lnTo>
                    <a:pt x="12299" y="13685"/>
                  </a:lnTo>
                  <a:lnTo>
                    <a:pt x="25373" y="6991"/>
                  </a:lnTo>
                  <a:lnTo>
                    <a:pt x="32231" y="1924"/>
                  </a:lnTo>
                  <a:lnTo>
                    <a:pt x="40173" y="0"/>
                  </a:lnTo>
                  <a:lnTo>
                    <a:pt x="22102" y="116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g3905"/>
            <p:cNvSpPr/>
            <p:nvPr/>
          </p:nvSpPr>
          <p:spPr>
            <a:xfrm>
              <a:off x="5923277" y="2903466"/>
              <a:ext cx="8449" cy="10395"/>
            </a:xfrm>
            <a:custGeom>
              <a:avLst/>
              <a:gdLst/>
              <a:ahLst/>
              <a:cxnLst/>
              <a:rect l="0" t="0" r="0" b="0"/>
              <a:pathLst>
                <a:path w="8449" h="10395">
                  <a:moveTo>
                    <a:pt x="4428" y="10395"/>
                  </a:moveTo>
                  <a:lnTo>
                    <a:pt x="139" y="9563"/>
                  </a:lnTo>
                  <a:lnTo>
                    <a:pt x="0" y="3149"/>
                  </a:lnTo>
                  <a:lnTo>
                    <a:pt x="1297" y="971"/>
                  </a:lnTo>
                  <a:lnTo>
                    <a:pt x="2780" y="0"/>
                  </a:lnTo>
                  <a:lnTo>
                    <a:pt x="4981" y="1803"/>
                  </a:lnTo>
                  <a:lnTo>
                    <a:pt x="8449" y="7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g3906"/>
            <p:cNvSpPr/>
            <p:nvPr/>
          </p:nvSpPr>
          <p:spPr>
            <a:xfrm>
              <a:off x="2399291" y="4782381"/>
              <a:ext cx="513697" cy="755524"/>
            </a:xfrm>
            <a:custGeom>
              <a:avLst/>
              <a:gdLst/>
              <a:ahLst/>
              <a:cxnLst/>
              <a:rect l="0" t="0" r="0" b="0"/>
              <a:pathLst>
                <a:path w="513697" h="755524">
                  <a:moveTo>
                    <a:pt x="961" y="1759"/>
                  </a:moveTo>
                  <a:lnTo>
                    <a:pt x="26210" y="3480"/>
                  </a:lnTo>
                  <a:lnTo>
                    <a:pt x="41104" y="2895"/>
                  </a:lnTo>
                  <a:lnTo>
                    <a:pt x="45646" y="0"/>
                  </a:lnTo>
                  <a:lnTo>
                    <a:pt x="48008" y="152"/>
                  </a:lnTo>
                  <a:lnTo>
                    <a:pt x="48194" y="3340"/>
                  </a:lnTo>
                  <a:lnTo>
                    <a:pt x="51935" y="4692"/>
                  </a:lnTo>
                  <a:lnTo>
                    <a:pt x="59227" y="4210"/>
                  </a:lnTo>
                  <a:lnTo>
                    <a:pt x="65578" y="8668"/>
                  </a:lnTo>
                  <a:lnTo>
                    <a:pt x="73712" y="22778"/>
                  </a:lnTo>
                  <a:lnTo>
                    <a:pt x="101747" y="45379"/>
                  </a:lnTo>
                  <a:lnTo>
                    <a:pt x="104108" y="53133"/>
                  </a:lnTo>
                  <a:lnTo>
                    <a:pt x="113865" y="64316"/>
                  </a:lnTo>
                  <a:lnTo>
                    <a:pt x="131807" y="81507"/>
                  </a:lnTo>
                  <a:lnTo>
                    <a:pt x="141962" y="96329"/>
                  </a:lnTo>
                  <a:lnTo>
                    <a:pt x="144324" y="108782"/>
                  </a:lnTo>
                  <a:lnTo>
                    <a:pt x="153491" y="128481"/>
                  </a:lnTo>
                  <a:lnTo>
                    <a:pt x="169449" y="155419"/>
                  </a:lnTo>
                  <a:lnTo>
                    <a:pt x="176560" y="169942"/>
                  </a:lnTo>
                  <a:lnTo>
                    <a:pt x="174824" y="172038"/>
                  </a:lnTo>
                  <a:lnTo>
                    <a:pt x="176079" y="179620"/>
                  </a:lnTo>
                  <a:lnTo>
                    <a:pt x="180338" y="192683"/>
                  </a:lnTo>
                  <a:lnTo>
                    <a:pt x="188249" y="203745"/>
                  </a:lnTo>
                  <a:lnTo>
                    <a:pt x="199820" y="212807"/>
                  </a:lnTo>
                  <a:lnTo>
                    <a:pt x="211520" y="229077"/>
                  </a:lnTo>
                  <a:lnTo>
                    <a:pt x="223349" y="252561"/>
                  </a:lnTo>
                  <a:lnTo>
                    <a:pt x="237679" y="270425"/>
                  </a:lnTo>
                  <a:lnTo>
                    <a:pt x="254500" y="282655"/>
                  </a:lnTo>
                  <a:lnTo>
                    <a:pt x="264024" y="294042"/>
                  </a:lnTo>
                  <a:lnTo>
                    <a:pt x="266251" y="304571"/>
                  </a:lnTo>
                  <a:lnTo>
                    <a:pt x="266086" y="313588"/>
                  </a:lnTo>
                  <a:lnTo>
                    <a:pt x="263522" y="321094"/>
                  </a:lnTo>
                  <a:lnTo>
                    <a:pt x="264608" y="328226"/>
                  </a:lnTo>
                  <a:lnTo>
                    <a:pt x="269336" y="334964"/>
                  </a:lnTo>
                  <a:lnTo>
                    <a:pt x="270912" y="343232"/>
                  </a:lnTo>
                  <a:lnTo>
                    <a:pt x="269062" y="354732"/>
                  </a:lnTo>
                  <a:lnTo>
                    <a:pt x="269191" y="357990"/>
                  </a:lnTo>
                  <a:lnTo>
                    <a:pt x="270561" y="360587"/>
                  </a:lnTo>
                  <a:lnTo>
                    <a:pt x="285496" y="380350"/>
                  </a:lnTo>
                  <a:lnTo>
                    <a:pt x="293170" y="396321"/>
                  </a:lnTo>
                  <a:lnTo>
                    <a:pt x="299262" y="421811"/>
                  </a:lnTo>
                  <a:lnTo>
                    <a:pt x="299293" y="422040"/>
                  </a:lnTo>
                  <a:lnTo>
                    <a:pt x="306099" y="437287"/>
                  </a:lnTo>
                  <a:lnTo>
                    <a:pt x="315887" y="443523"/>
                  </a:lnTo>
                  <a:lnTo>
                    <a:pt x="330925" y="445829"/>
                  </a:lnTo>
                  <a:lnTo>
                    <a:pt x="342351" y="451138"/>
                  </a:lnTo>
                  <a:lnTo>
                    <a:pt x="350165" y="459457"/>
                  </a:lnTo>
                  <a:lnTo>
                    <a:pt x="360019" y="464480"/>
                  </a:lnTo>
                  <a:lnTo>
                    <a:pt x="371916" y="466207"/>
                  </a:lnTo>
                  <a:lnTo>
                    <a:pt x="383321" y="471694"/>
                  </a:lnTo>
                  <a:lnTo>
                    <a:pt x="394230" y="480953"/>
                  </a:lnTo>
                  <a:lnTo>
                    <a:pt x="414575" y="487030"/>
                  </a:lnTo>
                  <a:lnTo>
                    <a:pt x="444357" y="489945"/>
                  </a:lnTo>
                  <a:lnTo>
                    <a:pt x="467022" y="497470"/>
                  </a:lnTo>
                  <a:lnTo>
                    <a:pt x="482577" y="509612"/>
                  </a:lnTo>
                  <a:lnTo>
                    <a:pt x="489419" y="512082"/>
                  </a:lnTo>
                  <a:lnTo>
                    <a:pt x="491269" y="512254"/>
                  </a:lnTo>
                  <a:lnTo>
                    <a:pt x="492158" y="510399"/>
                  </a:lnTo>
                  <a:lnTo>
                    <a:pt x="493331" y="506964"/>
                  </a:lnTo>
                  <a:lnTo>
                    <a:pt x="499352" y="503008"/>
                  </a:lnTo>
                  <a:lnTo>
                    <a:pt x="513697" y="500423"/>
                  </a:lnTo>
                  <a:lnTo>
                    <a:pt x="511770" y="527285"/>
                  </a:lnTo>
                  <a:lnTo>
                    <a:pt x="505372" y="549327"/>
                  </a:lnTo>
                  <a:lnTo>
                    <a:pt x="484293" y="595152"/>
                  </a:lnTo>
                  <a:lnTo>
                    <a:pt x="475508" y="623576"/>
                  </a:lnTo>
                  <a:lnTo>
                    <a:pt x="458511" y="704804"/>
                  </a:lnTo>
                  <a:lnTo>
                    <a:pt x="453534" y="755524"/>
                  </a:lnTo>
                  <a:lnTo>
                    <a:pt x="0" y="755524"/>
                  </a:lnTo>
                  <a:lnTo>
                    <a:pt x="0" y="15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g3907"/>
            <p:cNvSpPr/>
            <p:nvPr/>
          </p:nvSpPr>
          <p:spPr>
            <a:xfrm>
              <a:off x="4173090" y="2540116"/>
              <a:ext cx="1519164" cy="699069"/>
            </a:xfrm>
            <a:custGeom>
              <a:avLst/>
              <a:gdLst/>
              <a:ahLst/>
              <a:cxnLst/>
              <a:rect l="0" t="0" r="0" b="0"/>
              <a:pathLst>
                <a:path w="1519164" h="699069">
                  <a:moveTo>
                    <a:pt x="1509975" y="5632"/>
                  </a:moveTo>
                  <a:lnTo>
                    <a:pt x="1494849" y="16263"/>
                  </a:lnTo>
                  <a:lnTo>
                    <a:pt x="1478746" y="33041"/>
                  </a:lnTo>
                  <a:lnTo>
                    <a:pt x="1440965" y="45729"/>
                  </a:lnTo>
                  <a:lnTo>
                    <a:pt x="1426940" y="48955"/>
                  </a:lnTo>
                  <a:lnTo>
                    <a:pt x="1413994" y="47234"/>
                  </a:lnTo>
                  <a:lnTo>
                    <a:pt x="1398238" y="57559"/>
                  </a:lnTo>
                  <a:lnTo>
                    <a:pt x="1379593" y="63872"/>
                  </a:lnTo>
                  <a:lnTo>
                    <a:pt x="1374089" y="73474"/>
                  </a:lnTo>
                  <a:lnTo>
                    <a:pt x="1329270" y="99193"/>
                  </a:lnTo>
                  <a:lnTo>
                    <a:pt x="1312066" y="102431"/>
                  </a:lnTo>
                  <a:lnTo>
                    <a:pt x="1297426" y="109283"/>
                  </a:lnTo>
                  <a:lnTo>
                    <a:pt x="1293095" y="120917"/>
                  </a:lnTo>
                  <a:lnTo>
                    <a:pt x="1280026" y="127934"/>
                  </a:lnTo>
                  <a:lnTo>
                    <a:pt x="1276399" y="133307"/>
                  </a:lnTo>
                  <a:lnTo>
                    <a:pt x="1265407" y="149583"/>
                  </a:lnTo>
                  <a:lnTo>
                    <a:pt x="1244974" y="170603"/>
                  </a:lnTo>
                  <a:lnTo>
                    <a:pt x="1220075" y="174121"/>
                  </a:lnTo>
                  <a:lnTo>
                    <a:pt x="1210975" y="181436"/>
                  </a:lnTo>
                  <a:lnTo>
                    <a:pt x="1200438" y="193242"/>
                  </a:lnTo>
                  <a:lnTo>
                    <a:pt x="1185576" y="201345"/>
                  </a:lnTo>
                  <a:lnTo>
                    <a:pt x="1156233" y="197547"/>
                  </a:lnTo>
                  <a:lnTo>
                    <a:pt x="1163370" y="202513"/>
                  </a:lnTo>
                  <a:lnTo>
                    <a:pt x="1189622" y="210255"/>
                  </a:lnTo>
                  <a:lnTo>
                    <a:pt x="1192351" y="221730"/>
                  </a:lnTo>
                  <a:lnTo>
                    <a:pt x="1179199" y="224473"/>
                  </a:lnTo>
                  <a:lnTo>
                    <a:pt x="1151660" y="239771"/>
                  </a:lnTo>
                  <a:lnTo>
                    <a:pt x="1114556" y="266113"/>
                  </a:lnTo>
                  <a:lnTo>
                    <a:pt x="1108887" y="266735"/>
                  </a:lnTo>
                  <a:lnTo>
                    <a:pt x="1098918" y="266106"/>
                  </a:lnTo>
                  <a:lnTo>
                    <a:pt x="1084154" y="270501"/>
                  </a:lnTo>
                  <a:lnTo>
                    <a:pt x="1064759" y="279702"/>
                  </a:lnTo>
                  <a:lnTo>
                    <a:pt x="1041277" y="296232"/>
                  </a:lnTo>
                  <a:lnTo>
                    <a:pt x="999930" y="332023"/>
                  </a:lnTo>
                  <a:lnTo>
                    <a:pt x="997031" y="335802"/>
                  </a:lnTo>
                  <a:lnTo>
                    <a:pt x="991042" y="342438"/>
                  </a:lnTo>
                  <a:lnTo>
                    <a:pt x="975771" y="349512"/>
                  </a:lnTo>
                  <a:lnTo>
                    <a:pt x="961911" y="357139"/>
                  </a:lnTo>
                  <a:lnTo>
                    <a:pt x="958248" y="365166"/>
                  </a:lnTo>
                  <a:lnTo>
                    <a:pt x="951607" y="368824"/>
                  </a:lnTo>
                  <a:lnTo>
                    <a:pt x="928740" y="389177"/>
                  </a:lnTo>
                  <a:lnTo>
                    <a:pt x="915877" y="406513"/>
                  </a:lnTo>
                  <a:lnTo>
                    <a:pt x="904198" y="424656"/>
                  </a:lnTo>
                  <a:lnTo>
                    <a:pt x="891129" y="444946"/>
                  </a:lnTo>
                  <a:lnTo>
                    <a:pt x="864314" y="445200"/>
                  </a:lnTo>
                  <a:lnTo>
                    <a:pt x="843850" y="445117"/>
                  </a:lnTo>
                  <a:lnTo>
                    <a:pt x="808942" y="444971"/>
                  </a:lnTo>
                  <a:lnTo>
                    <a:pt x="779020" y="444851"/>
                  </a:lnTo>
                  <a:lnTo>
                    <a:pt x="743508" y="444705"/>
                  </a:lnTo>
                  <a:lnTo>
                    <a:pt x="717742" y="444597"/>
                  </a:lnTo>
                  <a:lnTo>
                    <a:pt x="689996" y="445448"/>
                  </a:lnTo>
                  <a:lnTo>
                    <a:pt x="676751" y="450858"/>
                  </a:lnTo>
                  <a:lnTo>
                    <a:pt x="660142" y="458167"/>
                  </a:lnTo>
                  <a:lnTo>
                    <a:pt x="642215" y="466048"/>
                  </a:lnTo>
                  <a:lnTo>
                    <a:pt x="651615" y="483626"/>
                  </a:lnTo>
                  <a:lnTo>
                    <a:pt x="654137" y="490561"/>
                  </a:lnTo>
                  <a:lnTo>
                    <a:pt x="653414" y="512927"/>
                  </a:lnTo>
                  <a:lnTo>
                    <a:pt x="655326" y="515372"/>
                  </a:lnTo>
                  <a:lnTo>
                    <a:pt x="657331" y="518693"/>
                  </a:lnTo>
                  <a:lnTo>
                    <a:pt x="657636" y="524472"/>
                  </a:lnTo>
                  <a:lnTo>
                    <a:pt x="659171" y="527114"/>
                  </a:lnTo>
                  <a:lnTo>
                    <a:pt x="662442" y="529247"/>
                  </a:lnTo>
                  <a:lnTo>
                    <a:pt x="666121" y="531756"/>
                  </a:lnTo>
                  <a:lnTo>
                    <a:pt x="668783" y="535153"/>
                  </a:lnTo>
                  <a:lnTo>
                    <a:pt x="669392" y="538544"/>
                  </a:lnTo>
                  <a:lnTo>
                    <a:pt x="666834" y="544450"/>
                  </a:lnTo>
                  <a:lnTo>
                    <a:pt x="656520" y="552433"/>
                  </a:lnTo>
                  <a:lnTo>
                    <a:pt x="642019" y="559431"/>
                  </a:lnTo>
                  <a:lnTo>
                    <a:pt x="613178" y="572055"/>
                  </a:lnTo>
                  <a:lnTo>
                    <a:pt x="579758" y="586687"/>
                  </a:lnTo>
                  <a:lnTo>
                    <a:pt x="550788" y="599368"/>
                  </a:lnTo>
                  <a:lnTo>
                    <a:pt x="528370" y="609180"/>
                  </a:lnTo>
                  <a:lnTo>
                    <a:pt x="482326" y="617797"/>
                  </a:lnTo>
                  <a:lnTo>
                    <a:pt x="445749" y="624637"/>
                  </a:lnTo>
                  <a:lnTo>
                    <a:pt x="419352" y="629577"/>
                  </a:lnTo>
                  <a:lnTo>
                    <a:pt x="395043" y="643326"/>
                  </a:lnTo>
                  <a:lnTo>
                    <a:pt x="368202" y="658497"/>
                  </a:lnTo>
                  <a:lnTo>
                    <a:pt x="345634" y="671255"/>
                  </a:lnTo>
                  <a:lnTo>
                    <a:pt x="320323" y="685562"/>
                  </a:lnTo>
                  <a:lnTo>
                    <a:pt x="296432" y="699069"/>
                  </a:lnTo>
                  <a:lnTo>
                    <a:pt x="269870" y="699025"/>
                  </a:lnTo>
                  <a:lnTo>
                    <a:pt x="251225" y="688902"/>
                  </a:lnTo>
                  <a:lnTo>
                    <a:pt x="233893" y="678507"/>
                  </a:lnTo>
                  <a:lnTo>
                    <a:pt x="222043" y="659919"/>
                  </a:lnTo>
                  <a:lnTo>
                    <a:pt x="221227" y="638322"/>
                  </a:lnTo>
                  <a:lnTo>
                    <a:pt x="225474" y="624179"/>
                  </a:lnTo>
                  <a:lnTo>
                    <a:pt x="229324" y="617727"/>
                  </a:lnTo>
                  <a:lnTo>
                    <a:pt x="236673" y="613638"/>
                  </a:lnTo>
                  <a:lnTo>
                    <a:pt x="251060" y="606684"/>
                  </a:lnTo>
                  <a:lnTo>
                    <a:pt x="264139" y="592605"/>
                  </a:lnTo>
                  <a:lnTo>
                    <a:pt x="274625" y="584204"/>
                  </a:lnTo>
                  <a:lnTo>
                    <a:pt x="285187" y="575535"/>
                  </a:lnTo>
                  <a:lnTo>
                    <a:pt x="291218" y="560606"/>
                  </a:lnTo>
                  <a:lnTo>
                    <a:pt x="298742" y="524465"/>
                  </a:lnTo>
                  <a:lnTo>
                    <a:pt x="299698" y="517277"/>
                  </a:lnTo>
                  <a:lnTo>
                    <a:pt x="310644" y="492491"/>
                  </a:lnTo>
                  <a:lnTo>
                    <a:pt x="322752" y="465070"/>
                  </a:lnTo>
                  <a:lnTo>
                    <a:pt x="328312" y="452477"/>
                  </a:lnTo>
                  <a:lnTo>
                    <a:pt x="322095" y="419792"/>
                  </a:lnTo>
                  <a:lnTo>
                    <a:pt x="317419" y="394676"/>
                  </a:lnTo>
                  <a:lnTo>
                    <a:pt x="313135" y="371669"/>
                  </a:lnTo>
                  <a:lnTo>
                    <a:pt x="308313" y="345746"/>
                  </a:lnTo>
                  <a:lnTo>
                    <a:pt x="303926" y="322148"/>
                  </a:lnTo>
                  <a:lnTo>
                    <a:pt x="299786" y="299916"/>
                  </a:lnTo>
                  <a:lnTo>
                    <a:pt x="295637" y="277600"/>
                  </a:lnTo>
                  <a:lnTo>
                    <a:pt x="291564" y="255723"/>
                  </a:lnTo>
                  <a:lnTo>
                    <a:pt x="288371" y="240032"/>
                  </a:lnTo>
                  <a:lnTo>
                    <a:pt x="284578" y="221438"/>
                  </a:lnTo>
                  <a:lnTo>
                    <a:pt x="262424" y="208388"/>
                  </a:lnTo>
                  <a:lnTo>
                    <a:pt x="245603" y="199249"/>
                  </a:lnTo>
                  <a:lnTo>
                    <a:pt x="218090" y="184320"/>
                  </a:lnTo>
                  <a:lnTo>
                    <a:pt x="195016" y="171797"/>
                  </a:lnTo>
                  <a:lnTo>
                    <a:pt x="174340" y="160340"/>
                  </a:lnTo>
                  <a:lnTo>
                    <a:pt x="187378" y="137250"/>
                  </a:lnTo>
                  <a:lnTo>
                    <a:pt x="186251" y="133472"/>
                  </a:lnTo>
                  <a:lnTo>
                    <a:pt x="181528" y="128925"/>
                  </a:lnTo>
                  <a:lnTo>
                    <a:pt x="171875" y="121362"/>
                  </a:lnTo>
                  <a:lnTo>
                    <a:pt x="166232" y="120593"/>
                  </a:lnTo>
                  <a:lnTo>
                    <a:pt x="156294" y="122372"/>
                  </a:lnTo>
                  <a:lnTo>
                    <a:pt x="140434" y="127077"/>
                  </a:lnTo>
                  <a:lnTo>
                    <a:pt x="133582" y="125515"/>
                  </a:lnTo>
                  <a:lnTo>
                    <a:pt x="128140" y="117437"/>
                  </a:lnTo>
                  <a:lnTo>
                    <a:pt x="121877" y="107099"/>
                  </a:lnTo>
                  <a:lnTo>
                    <a:pt x="119825" y="99021"/>
                  </a:lnTo>
                  <a:lnTo>
                    <a:pt x="119040" y="88333"/>
                  </a:lnTo>
                  <a:lnTo>
                    <a:pt x="115304" y="78713"/>
                  </a:lnTo>
                  <a:lnTo>
                    <a:pt x="117671" y="73664"/>
                  </a:lnTo>
                  <a:lnTo>
                    <a:pt x="118192" y="71149"/>
                  </a:lnTo>
                  <a:lnTo>
                    <a:pt x="117981" y="67987"/>
                  </a:lnTo>
                  <a:lnTo>
                    <a:pt x="115412" y="65967"/>
                  </a:lnTo>
                  <a:lnTo>
                    <a:pt x="110890" y="65085"/>
                  </a:lnTo>
                  <a:lnTo>
                    <a:pt x="95594" y="69123"/>
                  </a:lnTo>
                  <a:lnTo>
                    <a:pt x="88716" y="69498"/>
                  </a:lnTo>
                  <a:lnTo>
                    <a:pt x="84613" y="71772"/>
                  </a:lnTo>
                  <a:lnTo>
                    <a:pt x="78148" y="76490"/>
                  </a:lnTo>
                  <a:lnTo>
                    <a:pt x="71776" y="77074"/>
                  </a:lnTo>
                  <a:lnTo>
                    <a:pt x="60769" y="65904"/>
                  </a:lnTo>
                  <a:lnTo>
                    <a:pt x="48743" y="53673"/>
                  </a:lnTo>
                  <a:lnTo>
                    <a:pt x="43700" y="36825"/>
                  </a:lnTo>
                  <a:lnTo>
                    <a:pt x="38522" y="19521"/>
                  </a:lnTo>
                  <a:lnTo>
                    <a:pt x="17980" y="9112"/>
                  </a:lnTo>
                  <a:lnTo>
                    <a:pt x="0" y="0"/>
                  </a:lnTo>
                  <a:lnTo>
                    <a:pt x="151916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g3908"/>
            <p:cNvSpPr/>
            <p:nvPr/>
          </p:nvSpPr>
          <p:spPr>
            <a:xfrm>
              <a:off x="6018224" y="2540116"/>
              <a:ext cx="296962" cy="257863"/>
            </a:xfrm>
            <a:custGeom>
              <a:avLst/>
              <a:gdLst/>
              <a:ahLst/>
              <a:cxnLst/>
              <a:rect l="0" t="0" r="0" b="0"/>
              <a:pathLst>
                <a:path w="296962" h="257863">
                  <a:moveTo>
                    <a:pt x="67195" y="242946"/>
                  </a:moveTo>
                  <a:lnTo>
                    <a:pt x="62725" y="241575"/>
                  </a:lnTo>
                  <a:lnTo>
                    <a:pt x="58875" y="240501"/>
                  </a:lnTo>
                  <a:lnTo>
                    <a:pt x="56643" y="242330"/>
                  </a:lnTo>
                  <a:lnTo>
                    <a:pt x="54529" y="244775"/>
                  </a:lnTo>
                  <a:lnTo>
                    <a:pt x="51924" y="246611"/>
                  </a:lnTo>
                  <a:lnTo>
                    <a:pt x="46457" y="244013"/>
                  </a:lnTo>
                  <a:lnTo>
                    <a:pt x="42979" y="239282"/>
                  </a:lnTo>
                  <a:lnTo>
                    <a:pt x="37393" y="234405"/>
                  </a:lnTo>
                  <a:lnTo>
                    <a:pt x="35279" y="230735"/>
                  </a:lnTo>
                  <a:lnTo>
                    <a:pt x="36401" y="226467"/>
                  </a:lnTo>
                  <a:lnTo>
                    <a:pt x="38881" y="222346"/>
                  </a:lnTo>
                  <a:lnTo>
                    <a:pt x="40002" y="217462"/>
                  </a:lnTo>
                  <a:lnTo>
                    <a:pt x="37269" y="211829"/>
                  </a:lnTo>
                  <a:lnTo>
                    <a:pt x="34783" y="208623"/>
                  </a:lnTo>
                  <a:lnTo>
                    <a:pt x="33047" y="204958"/>
                  </a:lnTo>
                  <a:lnTo>
                    <a:pt x="33667" y="201453"/>
                  </a:lnTo>
                  <a:lnTo>
                    <a:pt x="37145" y="199770"/>
                  </a:lnTo>
                  <a:lnTo>
                    <a:pt x="40375" y="197630"/>
                  </a:lnTo>
                  <a:lnTo>
                    <a:pt x="41491" y="193058"/>
                  </a:lnTo>
                  <a:lnTo>
                    <a:pt x="39501" y="188174"/>
                  </a:lnTo>
                  <a:lnTo>
                    <a:pt x="33791" y="186187"/>
                  </a:lnTo>
                  <a:lnTo>
                    <a:pt x="29073" y="186949"/>
                  </a:lnTo>
                  <a:lnTo>
                    <a:pt x="22241" y="185882"/>
                  </a:lnTo>
                  <a:lnTo>
                    <a:pt x="15663" y="182834"/>
                  </a:lnTo>
                  <a:lnTo>
                    <a:pt x="11316" y="179322"/>
                  </a:lnTo>
                  <a:lnTo>
                    <a:pt x="7963" y="177334"/>
                  </a:lnTo>
                  <a:lnTo>
                    <a:pt x="5353" y="177334"/>
                  </a:lnTo>
                  <a:lnTo>
                    <a:pt x="2247" y="175353"/>
                  </a:lnTo>
                  <a:lnTo>
                    <a:pt x="387" y="171993"/>
                  </a:lnTo>
                  <a:lnTo>
                    <a:pt x="635" y="166500"/>
                  </a:lnTo>
                  <a:lnTo>
                    <a:pt x="1503" y="163147"/>
                  </a:lnTo>
                  <a:lnTo>
                    <a:pt x="3239" y="160245"/>
                  </a:lnTo>
                  <a:lnTo>
                    <a:pt x="3363" y="157038"/>
                  </a:lnTo>
                  <a:lnTo>
                    <a:pt x="2619" y="154746"/>
                  </a:lnTo>
                  <a:lnTo>
                    <a:pt x="2500" y="152923"/>
                  </a:lnTo>
                  <a:lnTo>
                    <a:pt x="2991" y="150631"/>
                  </a:lnTo>
                  <a:lnTo>
                    <a:pt x="4113" y="146052"/>
                  </a:lnTo>
                  <a:lnTo>
                    <a:pt x="2247" y="142699"/>
                  </a:lnTo>
                  <a:lnTo>
                    <a:pt x="2056" y="131078"/>
                  </a:lnTo>
                  <a:lnTo>
                    <a:pt x="1689" y="109334"/>
                  </a:lnTo>
                  <a:lnTo>
                    <a:pt x="1415" y="92677"/>
                  </a:lnTo>
                  <a:lnTo>
                    <a:pt x="1069" y="71740"/>
                  </a:lnTo>
                  <a:lnTo>
                    <a:pt x="867" y="56493"/>
                  </a:lnTo>
                  <a:lnTo>
                    <a:pt x="588" y="35130"/>
                  </a:lnTo>
                  <a:lnTo>
                    <a:pt x="325" y="14859"/>
                  </a:lnTo>
                  <a:lnTo>
                    <a:pt x="0" y="0"/>
                  </a:lnTo>
                  <a:lnTo>
                    <a:pt x="276472" y="0"/>
                  </a:lnTo>
                  <a:lnTo>
                    <a:pt x="276633" y="57"/>
                  </a:lnTo>
                  <a:lnTo>
                    <a:pt x="276810" y="0"/>
                  </a:lnTo>
                  <a:lnTo>
                    <a:pt x="296962" y="0"/>
                  </a:lnTo>
                  <a:lnTo>
                    <a:pt x="296962" y="192012"/>
                  </a:lnTo>
                  <a:lnTo>
                    <a:pt x="290901" y="195833"/>
                  </a:lnTo>
                  <a:lnTo>
                    <a:pt x="267083" y="205085"/>
                  </a:lnTo>
                  <a:lnTo>
                    <a:pt x="239280" y="222746"/>
                  </a:lnTo>
                  <a:lnTo>
                    <a:pt x="203354" y="237625"/>
                  </a:lnTo>
                  <a:lnTo>
                    <a:pt x="195825" y="237682"/>
                  </a:lnTo>
                  <a:lnTo>
                    <a:pt x="179510" y="225438"/>
                  </a:lnTo>
                  <a:lnTo>
                    <a:pt x="184073" y="219863"/>
                  </a:lnTo>
                  <a:lnTo>
                    <a:pt x="188316" y="212306"/>
                  </a:lnTo>
                  <a:lnTo>
                    <a:pt x="184260" y="214484"/>
                  </a:lnTo>
                  <a:lnTo>
                    <a:pt x="181629" y="217761"/>
                  </a:lnTo>
                  <a:lnTo>
                    <a:pt x="171790" y="223019"/>
                  </a:lnTo>
                  <a:lnTo>
                    <a:pt x="179769" y="233199"/>
                  </a:lnTo>
                  <a:lnTo>
                    <a:pt x="175914" y="237015"/>
                  </a:lnTo>
                  <a:lnTo>
                    <a:pt x="164503" y="242032"/>
                  </a:lnTo>
                  <a:lnTo>
                    <a:pt x="153878" y="249290"/>
                  </a:lnTo>
                  <a:lnTo>
                    <a:pt x="144577" y="254142"/>
                  </a:lnTo>
                  <a:lnTo>
                    <a:pt x="137052" y="247970"/>
                  </a:lnTo>
                  <a:lnTo>
                    <a:pt x="116283" y="255768"/>
                  </a:lnTo>
                  <a:lnTo>
                    <a:pt x="98791" y="257863"/>
                  </a:lnTo>
                  <a:lnTo>
                    <a:pt x="95008" y="253913"/>
                  </a:lnTo>
                  <a:lnTo>
                    <a:pt x="93897" y="247677"/>
                  </a:lnTo>
                  <a:lnTo>
                    <a:pt x="87773" y="246172"/>
                  </a:lnTo>
                  <a:lnTo>
                    <a:pt x="76394" y="247893"/>
                  </a:lnTo>
                  <a:lnTo>
                    <a:pt x="72079" y="2445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g3909"/>
            <p:cNvSpPr/>
            <p:nvPr/>
          </p:nvSpPr>
          <p:spPr>
            <a:xfrm>
              <a:off x="5287647" y="2540116"/>
              <a:ext cx="534180" cy="266113"/>
            </a:xfrm>
            <a:custGeom>
              <a:avLst/>
              <a:gdLst/>
              <a:ahLst/>
              <a:cxnLst/>
              <a:rect l="0" t="0" r="0" b="0"/>
              <a:pathLst>
                <a:path w="534180" h="266113">
                  <a:moveTo>
                    <a:pt x="528260" y="7169"/>
                  </a:moveTo>
                  <a:lnTo>
                    <a:pt x="511940" y="26932"/>
                  </a:lnTo>
                  <a:lnTo>
                    <a:pt x="497548" y="44357"/>
                  </a:lnTo>
                  <a:lnTo>
                    <a:pt x="494318" y="62240"/>
                  </a:lnTo>
                  <a:lnTo>
                    <a:pt x="491254" y="79195"/>
                  </a:lnTo>
                  <a:lnTo>
                    <a:pt x="479347" y="92099"/>
                  </a:lnTo>
                  <a:lnTo>
                    <a:pt x="472087" y="103930"/>
                  </a:lnTo>
                  <a:lnTo>
                    <a:pt x="468847" y="117050"/>
                  </a:lnTo>
                  <a:lnTo>
                    <a:pt x="466139" y="129097"/>
                  </a:lnTo>
                  <a:lnTo>
                    <a:pt x="465932" y="139181"/>
                  </a:lnTo>
                  <a:lnTo>
                    <a:pt x="467973" y="144471"/>
                  </a:lnTo>
                  <a:lnTo>
                    <a:pt x="467012" y="148770"/>
                  </a:lnTo>
                  <a:lnTo>
                    <a:pt x="463074" y="153717"/>
                  </a:lnTo>
                  <a:lnTo>
                    <a:pt x="455199" y="162322"/>
                  </a:lnTo>
                  <a:lnTo>
                    <a:pt x="453798" y="170603"/>
                  </a:lnTo>
                  <a:lnTo>
                    <a:pt x="448982" y="174686"/>
                  </a:lnTo>
                  <a:lnTo>
                    <a:pt x="435246" y="182859"/>
                  </a:lnTo>
                  <a:lnTo>
                    <a:pt x="424042" y="194906"/>
                  </a:lnTo>
                  <a:lnTo>
                    <a:pt x="423495" y="201726"/>
                  </a:lnTo>
                  <a:lnTo>
                    <a:pt x="425112" y="207391"/>
                  </a:lnTo>
                  <a:lnTo>
                    <a:pt x="425360" y="210909"/>
                  </a:lnTo>
                  <a:lnTo>
                    <a:pt x="423122" y="213360"/>
                  </a:lnTo>
                  <a:lnTo>
                    <a:pt x="418637" y="213201"/>
                  </a:lnTo>
                  <a:lnTo>
                    <a:pt x="413784" y="213970"/>
                  </a:lnTo>
                  <a:lnTo>
                    <a:pt x="409697" y="218993"/>
                  </a:lnTo>
                  <a:lnTo>
                    <a:pt x="409800" y="226207"/>
                  </a:lnTo>
                  <a:lnTo>
                    <a:pt x="406813" y="231408"/>
                  </a:lnTo>
                  <a:lnTo>
                    <a:pt x="403325" y="232481"/>
                  </a:lnTo>
                  <a:lnTo>
                    <a:pt x="400338" y="228804"/>
                  </a:lnTo>
                  <a:lnTo>
                    <a:pt x="396746" y="223292"/>
                  </a:lnTo>
                  <a:lnTo>
                    <a:pt x="392540" y="222752"/>
                  </a:lnTo>
                  <a:lnTo>
                    <a:pt x="386153" y="226410"/>
                  </a:lnTo>
                  <a:lnTo>
                    <a:pt x="378277" y="232430"/>
                  </a:lnTo>
                  <a:lnTo>
                    <a:pt x="371192" y="232754"/>
                  </a:lnTo>
                  <a:lnTo>
                    <a:pt x="357890" y="228887"/>
                  </a:lnTo>
                  <a:lnTo>
                    <a:pt x="348180" y="240559"/>
                  </a:lnTo>
                  <a:lnTo>
                    <a:pt x="337757" y="265630"/>
                  </a:lnTo>
                  <a:lnTo>
                    <a:pt x="293717" y="265693"/>
                  </a:lnTo>
                  <a:lnTo>
                    <a:pt x="249678" y="265757"/>
                  </a:lnTo>
                  <a:lnTo>
                    <a:pt x="205634" y="265820"/>
                  </a:lnTo>
                  <a:lnTo>
                    <a:pt x="161594" y="265884"/>
                  </a:lnTo>
                  <a:lnTo>
                    <a:pt x="117555" y="265941"/>
                  </a:lnTo>
                  <a:lnTo>
                    <a:pt x="73516" y="266005"/>
                  </a:lnTo>
                  <a:lnTo>
                    <a:pt x="29476" y="266068"/>
                  </a:lnTo>
                  <a:lnTo>
                    <a:pt x="4831" y="266106"/>
                  </a:lnTo>
                  <a:lnTo>
                    <a:pt x="0" y="266113"/>
                  </a:lnTo>
                  <a:lnTo>
                    <a:pt x="15089" y="261204"/>
                  </a:lnTo>
                  <a:lnTo>
                    <a:pt x="46550" y="242127"/>
                  </a:lnTo>
                  <a:lnTo>
                    <a:pt x="69753" y="235218"/>
                  </a:lnTo>
                  <a:lnTo>
                    <a:pt x="99933" y="215182"/>
                  </a:lnTo>
                  <a:lnTo>
                    <a:pt x="121792" y="211328"/>
                  </a:lnTo>
                  <a:lnTo>
                    <a:pt x="125952" y="206921"/>
                  </a:lnTo>
                  <a:lnTo>
                    <a:pt x="129616" y="190302"/>
                  </a:lnTo>
                  <a:lnTo>
                    <a:pt x="131616" y="184377"/>
                  </a:lnTo>
                  <a:lnTo>
                    <a:pt x="141823" y="168056"/>
                  </a:lnTo>
                  <a:lnTo>
                    <a:pt x="154080" y="154289"/>
                  </a:lnTo>
                  <a:lnTo>
                    <a:pt x="163971" y="135250"/>
                  </a:lnTo>
                  <a:lnTo>
                    <a:pt x="181924" y="123083"/>
                  </a:lnTo>
                  <a:lnTo>
                    <a:pt x="209070" y="112909"/>
                  </a:lnTo>
                  <a:lnTo>
                    <a:pt x="234180" y="90689"/>
                  </a:lnTo>
                  <a:lnTo>
                    <a:pt x="247942" y="83914"/>
                  </a:lnTo>
                  <a:lnTo>
                    <a:pt x="261280" y="79062"/>
                  </a:lnTo>
                  <a:lnTo>
                    <a:pt x="266881" y="70032"/>
                  </a:lnTo>
                  <a:lnTo>
                    <a:pt x="275129" y="64869"/>
                  </a:lnTo>
                  <a:lnTo>
                    <a:pt x="297180" y="54372"/>
                  </a:lnTo>
                  <a:lnTo>
                    <a:pt x="321484" y="51533"/>
                  </a:lnTo>
                  <a:lnTo>
                    <a:pt x="346046" y="42820"/>
                  </a:lnTo>
                  <a:lnTo>
                    <a:pt x="364887" y="38203"/>
                  </a:lnTo>
                  <a:lnTo>
                    <a:pt x="376442" y="30030"/>
                  </a:lnTo>
                  <a:lnTo>
                    <a:pt x="393243" y="25725"/>
                  </a:lnTo>
                  <a:lnTo>
                    <a:pt x="443385" y="2273"/>
                  </a:lnTo>
                  <a:lnTo>
                    <a:pt x="446265" y="0"/>
                  </a:lnTo>
                  <a:lnTo>
                    <a:pt x="534180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g3910"/>
            <p:cNvSpPr/>
            <p:nvPr/>
          </p:nvSpPr>
          <p:spPr>
            <a:xfrm>
              <a:off x="6188919" y="2797057"/>
              <a:ext cx="126268" cy="202407"/>
            </a:xfrm>
            <a:custGeom>
              <a:avLst/>
              <a:gdLst/>
              <a:ahLst/>
              <a:cxnLst/>
              <a:rect l="0" t="0" r="0" b="0"/>
              <a:pathLst>
                <a:path w="126268" h="202407">
                  <a:moveTo>
                    <a:pt x="117079" y="175208"/>
                  </a:moveTo>
                  <a:lnTo>
                    <a:pt x="108057" y="174662"/>
                  </a:lnTo>
                  <a:lnTo>
                    <a:pt x="101406" y="175266"/>
                  </a:lnTo>
                  <a:lnTo>
                    <a:pt x="91386" y="182892"/>
                  </a:lnTo>
                  <a:lnTo>
                    <a:pt x="89830" y="198305"/>
                  </a:lnTo>
                  <a:lnTo>
                    <a:pt x="85406" y="196266"/>
                  </a:lnTo>
                  <a:lnTo>
                    <a:pt x="80916" y="196768"/>
                  </a:lnTo>
                  <a:lnTo>
                    <a:pt x="78595" y="201607"/>
                  </a:lnTo>
                  <a:lnTo>
                    <a:pt x="75288" y="202407"/>
                  </a:lnTo>
                  <a:lnTo>
                    <a:pt x="66529" y="197829"/>
                  </a:lnTo>
                  <a:lnTo>
                    <a:pt x="56214" y="200331"/>
                  </a:lnTo>
                  <a:lnTo>
                    <a:pt x="48147" y="196857"/>
                  </a:lnTo>
                  <a:lnTo>
                    <a:pt x="37863" y="174275"/>
                  </a:lnTo>
                  <a:lnTo>
                    <a:pt x="32401" y="166362"/>
                  </a:lnTo>
                  <a:lnTo>
                    <a:pt x="22717" y="163810"/>
                  </a:lnTo>
                  <a:lnTo>
                    <a:pt x="20205" y="168585"/>
                  </a:lnTo>
                  <a:lnTo>
                    <a:pt x="16448" y="173259"/>
                  </a:lnTo>
                  <a:lnTo>
                    <a:pt x="7126" y="163943"/>
                  </a:lnTo>
                  <a:lnTo>
                    <a:pt x="56" y="129365"/>
                  </a:lnTo>
                  <a:lnTo>
                    <a:pt x="0" y="121021"/>
                  </a:lnTo>
                  <a:lnTo>
                    <a:pt x="9896" y="91936"/>
                  </a:lnTo>
                  <a:lnTo>
                    <a:pt x="34401" y="65753"/>
                  </a:lnTo>
                  <a:lnTo>
                    <a:pt x="26577" y="64877"/>
                  </a:lnTo>
                  <a:lnTo>
                    <a:pt x="4940" y="83033"/>
                  </a:lnTo>
                  <a:lnTo>
                    <a:pt x="7172" y="78638"/>
                  </a:lnTo>
                  <a:lnTo>
                    <a:pt x="10841" y="74059"/>
                  </a:lnTo>
                  <a:lnTo>
                    <a:pt x="18138" y="66674"/>
                  </a:lnTo>
                  <a:lnTo>
                    <a:pt x="29213" y="59733"/>
                  </a:lnTo>
                  <a:lnTo>
                    <a:pt x="43961" y="55688"/>
                  </a:lnTo>
                  <a:lnTo>
                    <a:pt x="54106" y="55072"/>
                  </a:lnTo>
                  <a:lnTo>
                    <a:pt x="61098" y="51236"/>
                  </a:lnTo>
                  <a:lnTo>
                    <a:pt x="71231" y="44441"/>
                  </a:lnTo>
                  <a:lnTo>
                    <a:pt x="73112" y="40834"/>
                  </a:lnTo>
                  <a:lnTo>
                    <a:pt x="64126" y="44981"/>
                  </a:lnTo>
                  <a:lnTo>
                    <a:pt x="49196" y="49064"/>
                  </a:lnTo>
                  <a:lnTo>
                    <a:pt x="53026" y="43711"/>
                  </a:lnTo>
                  <a:lnTo>
                    <a:pt x="56762" y="40847"/>
                  </a:lnTo>
                  <a:lnTo>
                    <a:pt x="126268" y="0"/>
                  </a:lnTo>
                  <a:lnTo>
                    <a:pt x="126268" y="1681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g3911"/>
            <p:cNvSpPr/>
            <p:nvPr/>
          </p:nvSpPr>
          <p:spPr>
            <a:xfrm>
              <a:off x="6175048" y="2885799"/>
              <a:ext cx="12040" cy="17520"/>
            </a:xfrm>
            <a:custGeom>
              <a:avLst/>
              <a:gdLst/>
              <a:ahLst/>
              <a:cxnLst/>
              <a:rect l="0" t="0" r="0" b="0"/>
              <a:pathLst>
                <a:path w="12040" h="17520">
                  <a:moveTo>
                    <a:pt x="0" y="17520"/>
                  </a:moveTo>
                  <a:lnTo>
                    <a:pt x="1291" y="13062"/>
                  </a:lnTo>
                  <a:lnTo>
                    <a:pt x="7792" y="1695"/>
                  </a:lnTo>
                  <a:lnTo>
                    <a:pt x="12040" y="0"/>
                  </a:lnTo>
                  <a:lnTo>
                    <a:pt x="5327" y="129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g3912"/>
            <p:cNvSpPr/>
            <p:nvPr/>
          </p:nvSpPr>
          <p:spPr>
            <a:xfrm>
              <a:off x="6114410" y="2832043"/>
              <a:ext cx="16050" cy="22950"/>
            </a:xfrm>
            <a:custGeom>
              <a:avLst/>
              <a:gdLst/>
              <a:ahLst/>
              <a:cxnLst/>
              <a:rect l="0" t="0" r="0" b="0"/>
              <a:pathLst>
                <a:path w="16050" h="22950">
                  <a:moveTo>
                    <a:pt x="0" y="22950"/>
                  </a:moveTo>
                  <a:lnTo>
                    <a:pt x="5539" y="5391"/>
                  </a:lnTo>
                  <a:lnTo>
                    <a:pt x="10046" y="0"/>
                  </a:lnTo>
                  <a:lnTo>
                    <a:pt x="16050" y="1816"/>
                  </a:lnTo>
                  <a:lnTo>
                    <a:pt x="15208" y="12427"/>
                  </a:lnTo>
                  <a:lnTo>
                    <a:pt x="14242" y="1607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g3913"/>
            <p:cNvSpPr/>
            <p:nvPr/>
          </p:nvSpPr>
          <p:spPr>
            <a:xfrm>
              <a:off x="5366847" y="2715076"/>
              <a:ext cx="51274" cy="34247"/>
            </a:xfrm>
            <a:custGeom>
              <a:avLst/>
              <a:gdLst/>
              <a:ahLst/>
              <a:cxnLst/>
              <a:rect l="0" t="0" r="0" b="0"/>
              <a:pathLst>
                <a:path w="51274" h="34247">
                  <a:moveTo>
                    <a:pt x="33548" y="33244"/>
                  </a:moveTo>
                  <a:lnTo>
                    <a:pt x="19601" y="30837"/>
                  </a:lnTo>
                  <a:lnTo>
                    <a:pt x="4268" y="34177"/>
                  </a:lnTo>
                  <a:lnTo>
                    <a:pt x="0" y="34247"/>
                  </a:lnTo>
                  <a:lnTo>
                    <a:pt x="11389" y="24582"/>
                  </a:lnTo>
                  <a:lnTo>
                    <a:pt x="28903" y="18638"/>
                  </a:lnTo>
                  <a:lnTo>
                    <a:pt x="46364" y="463"/>
                  </a:lnTo>
                  <a:lnTo>
                    <a:pt x="51274" y="0"/>
                  </a:lnTo>
                  <a:lnTo>
                    <a:pt x="44628" y="20587"/>
                  </a:lnTo>
                  <a:lnTo>
                    <a:pt x="43274" y="27948"/>
                  </a:lnTo>
                  <a:lnTo>
                    <a:pt x="41703" y="306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g3914"/>
            <p:cNvSpPr/>
            <p:nvPr/>
          </p:nvSpPr>
          <p:spPr>
            <a:xfrm>
              <a:off x="5377730" y="2716409"/>
              <a:ext cx="30200" cy="16853"/>
            </a:xfrm>
            <a:custGeom>
              <a:avLst/>
              <a:gdLst/>
              <a:ahLst/>
              <a:cxnLst/>
              <a:rect l="0" t="0" r="0" b="0"/>
              <a:pathLst>
                <a:path w="30200" h="16853">
                  <a:moveTo>
                    <a:pt x="4423" y="16853"/>
                  </a:moveTo>
                  <a:lnTo>
                    <a:pt x="0" y="15723"/>
                  </a:lnTo>
                  <a:lnTo>
                    <a:pt x="14082" y="2946"/>
                  </a:lnTo>
                  <a:lnTo>
                    <a:pt x="30200" y="0"/>
                  </a:lnTo>
                  <a:lnTo>
                    <a:pt x="17187" y="1417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g3915"/>
            <p:cNvSpPr/>
            <p:nvPr/>
          </p:nvSpPr>
          <p:spPr>
            <a:xfrm>
              <a:off x="5667831" y="2547127"/>
              <a:ext cx="30784" cy="17069"/>
            </a:xfrm>
            <a:custGeom>
              <a:avLst/>
              <a:gdLst/>
              <a:ahLst/>
              <a:cxnLst/>
              <a:rect l="0" t="0" r="0" b="0"/>
              <a:pathLst>
                <a:path w="30784" h="17069">
                  <a:moveTo>
                    <a:pt x="0" y="17069"/>
                  </a:moveTo>
                  <a:lnTo>
                    <a:pt x="2294" y="12554"/>
                  </a:lnTo>
                  <a:lnTo>
                    <a:pt x="15430" y="4508"/>
                  </a:lnTo>
                  <a:lnTo>
                    <a:pt x="25084" y="0"/>
                  </a:lnTo>
                  <a:lnTo>
                    <a:pt x="30784" y="95"/>
                  </a:lnTo>
                  <a:lnTo>
                    <a:pt x="21502" y="9957"/>
                  </a:lnTo>
                  <a:lnTo>
                    <a:pt x="9622" y="160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g3916"/>
            <p:cNvSpPr/>
            <p:nvPr/>
          </p:nvSpPr>
          <p:spPr>
            <a:xfrm>
              <a:off x="4939342" y="5500509"/>
              <a:ext cx="49258" cy="37397"/>
            </a:xfrm>
            <a:custGeom>
              <a:avLst/>
              <a:gdLst/>
              <a:ahLst/>
              <a:cxnLst/>
              <a:rect l="0" t="0" r="0" b="0"/>
              <a:pathLst>
                <a:path w="49258" h="37397">
                  <a:moveTo>
                    <a:pt x="36380" y="7931"/>
                  </a:moveTo>
                  <a:lnTo>
                    <a:pt x="25890" y="16136"/>
                  </a:lnTo>
                  <a:lnTo>
                    <a:pt x="33512" y="21991"/>
                  </a:lnTo>
                  <a:lnTo>
                    <a:pt x="40695" y="9258"/>
                  </a:lnTo>
                  <a:lnTo>
                    <a:pt x="46395" y="19603"/>
                  </a:lnTo>
                  <a:lnTo>
                    <a:pt x="49258" y="37397"/>
                  </a:lnTo>
                  <a:lnTo>
                    <a:pt x="16879" y="37397"/>
                  </a:lnTo>
                  <a:lnTo>
                    <a:pt x="15627" y="32145"/>
                  </a:lnTo>
                  <a:lnTo>
                    <a:pt x="9084" y="25573"/>
                  </a:lnTo>
                  <a:lnTo>
                    <a:pt x="0" y="8807"/>
                  </a:lnTo>
                  <a:lnTo>
                    <a:pt x="5276" y="4483"/>
                  </a:lnTo>
                  <a:lnTo>
                    <a:pt x="12309" y="5924"/>
                  </a:lnTo>
                  <a:lnTo>
                    <a:pt x="15911" y="3905"/>
                  </a:lnTo>
                  <a:lnTo>
                    <a:pt x="25662" y="2292"/>
                  </a:lnTo>
                  <a:lnTo>
                    <a:pt x="31585" y="0"/>
                  </a:lnTo>
                  <a:lnTo>
                    <a:pt x="36215" y="495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g3917"/>
            <p:cNvSpPr/>
            <p:nvPr/>
          </p:nvSpPr>
          <p:spPr>
            <a:xfrm>
              <a:off x="4945285" y="5155530"/>
              <a:ext cx="95830" cy="135860"/>
            </a:xfrm>
            <a:custGeom>
              <a:avLst/>
              <a:gdLst/>
              <a:ahLst/>
              <a:cxnLst/>
              <a:rect l="0" t="0" r="0" b="0"/>
              <a:pathLst>
                <a:path w="95830" h="135860">
                  <a:moveTo>
                    <a:pt x="73800" y="135860"/>
                  </a:moveTo>
                  <a:lnTo>
                    <a:pt x="64612" y="122835"/>
                  </a:lnTo>
                  <a:lnTo>
                    <a:pt x="57211" y="119050"/>
                  </a:lnTo>
                  <a:lnTo>
                    <a:pt x="68772" y="109842"/>
                  </a:lnTo>
                  <a:lnTo>
                    <a:pt x="73764" y="101930"/>
                  </a:lnTo>
                  <a:lnTo>
                    <a:pt x="73660" y="84669"/>
                  </a:lnTo>
                  <a:lnTo>
                    <a:pt x="76482" y="75214"/>
                  </a:lnTo>
                  <a:lnTo>
                    <a:pt x="75526" y="67028"/>
                  </a:lnTo>
                  <a:lnTo>
                    <a:pt x="78073" y="58671"/>
                  </a:lnTo>
                  <a:lnTo>
                    <a:pt x="74627" y="49285"/>
                  </a:lnTo>
                  <a:lnTo>
                    <a:pt x="64963" y="41842"/>
                  </a:lnTo>
                  <a:lnTo>
                    <a:pt x="45842" y="12237"/>
                  </a:lnTo>
                  <a:lnTo>
                    <a:pt x="15637" y="5048"/>
                  </a:lnTo>
                  <a:lnTo>
                    <a:pt x="0" y="4750"/>
                  </a:lnTo>
                  <a:lnTo>
                    <a:pt x="8593" y="0"/>
                  </a:lnTo>
                  <a:lnTo>
                    <a:pt x="16531" y="577"/>
                  </a:lnTo>
                  <a:lnTo>
                    <a:pt x="28748" y="3403"/>
                  </a:lnTo>
                  <a:lnTo>
                    <a:pt x="43377" y="4769"/>
                  </a:lnTo>
                  <a:lnTo>
                    <a:pt x="52318" y="13481"/>
                  </a:lnTo>
                  <a:lnTo>
                    <a:pt x="60855" y="25033"/>
                  </a:lnTo>
                  <a:lnTo>
                    <a:pt x="68565" y="29707"/>
                  </a:lnTo>
                  <a:lnTo>
                    <a:pt x="71738" y="32679"/>
                  </a:lnTo>
                  <a:lnTo>
                    <a:pt x="71381" y="36032"/>
                  </a:lnTo>
                  <a:lnTo>
                    <a:pt x="72663" y="39181"/>
                  </a:lnTo>
                  <a:lnTo>
                    <a:pt x="82724" y="44586"/>
                  </a:lnTo>
                  <a:lnTo>
                    <a:pt x="92858" y="53311"/>
                  </a:lnTo>
                  <a:lnTo>
                    <a:pt x="95830" y="78897"/>
                  </a:lnTo>
                  <a:lnTo>
                    <a:pt x="82177" y="91007"/>
                  </a:lnTo>
                  <a:lnTo>
                    <a:pt x="79665" y="128055"/>
                  </a:lnTo>
                  <a:lnTo>
                    <a:pt x="76001" y="1347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g3918"/>
            <p:cNvSpPr/>
            <p:nvPr/>
          </p:nvSpPr>
          <p:spPr>
            <a:xfrm>
              <a:off x="4893261" y="5381534"/>
              <a:ext cx="74105" cy="118987"/>
            </a:xfrm>
            <a:custGeom>
              <a:avLst/>
              <a:gdLst/>
              <a:ahLst/>
              <a:cxnLst/>
              <a:rect l="0" t="0" r="0" b="0"/>
              <a:pathLst>
                <a:path w="74105" h="118987">
                  <a:moveTo>
                    <a:pt x="72947" y="80116"/>
                  </a:moveTo>
                  <a:lnTo>
                    <a:pt x="74105" y="91896"/>
                  </a:lnTo>
                  <a:lnTo>
                    <a:pt x="73035" y="96094"/>
                  </a:lnTo>
                  <a:lnTo>
                    <a:pt x="61583" y="103968"/>
                  </a:lnTo>
                  <a:lnTo>
                    <a:pt x="58643" y="108369"/>
                  </a:lnTo>
                  <a:lnTo>
                    <a:pt x="47847" y="112808"/>
                  </a:lnTo>
                  <a:lnTo>
                    <a:pt x="41315" y="118987"/>
                  </a:lnTo>
                  <a:lnTo>
                    <a:pt x="38044" y="108947"/>
                  </a:lnTo>
                  <a:lnTo>
                    <a:pt x="31703" y="102742"/>
                  </a:lnTo>
                  <a:lnTo>
                    <a:pt x="30639" y="92194"/>
                  </a:lnTo>
                  <a:lnTo>
                    <a:pt x="25792" y="95757"/>
                  </a:lnTo>
                  <a:lnTo>
                    <a:pt x="18805" y="93585"/>
                  </a:lnTo>
                  <a:lnTo>
                    <a:pt x="7281" y="85596"/>
                  </a:lnTo>
                  <a:lnTo>
                    <a:pt x="0" y="74750"/>
                  </a:lnTo>
                  <a:lnTo>
                    <a:pt x="10201" y="72870"/>
                  </a:lnTo>
                  <a:lnTo>
                    <a:pt x="12309" y="79608"/>
                  </a:lnTo>
                  <a:lnTo>
                    <a:pt x="20381" y="71340"/>
                  </a:lnTo>
                  <a:lnTo>
                    <a:pt x="18546" y="66983"/>
                  </a:lnTo>
                  <a:lnTo>
                    <a:pt x="17089" y="66425"/>
                  </a:lnTo>
                  <a:lnTo>
                    <a:pt x="14443" y="58321"/>
                  </a:lnTo>
                  <a:lnTo>
                    <a:pt x="26587" y="37098"/>
                  </a:lnTo>
                  <a:lnTo>
                    <a:pt x="29207" y="23407"/>
                  </a:lnTo>
                  <a:lnTo>
                    <a:pt x="23699" y="1441"/>
                  </a:lnTo>
                  <a:lnTo>
                    <a:pt x="28841" y="0"/>
                  </a:lnTo>
                  <a:lnTo>
                    <a:pt x="42545" y="7703"/>
                  </a:lnTo>
                  <a:lnTo>
                    <a:pt x="48685" y="15285"/>
                  </a:lnTo>
                  <a:lnTo>
                    <a:pt x="48886" y="25693"/>
                  </a:lnTo>
                  <a:lnTo>
                    <a:pt x="54648" y="33752"/>
                  </a:lnTo>
                  <a:lnTo>
                    <a:pt x="62989" y="53057"/>
                  </a:lnTo>
                  <a:lnTo>
                    <a:pt x="73180" y="64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g3919"/>
            <p:cNvSpPr/>
            <p:nvPr/>
          </p:nvSpPr>
          <p:spPr>
            <a:xfrm>
              <a:off x="4835016" y="5174016"/>
              <a:ext cx="112522" cy="38661"/>
            </a:xfrm>
            <a:custGeom>
              <a:avLst/>
              <a:gdLst/>
              <a:ahLst/>
              <a:cxnLst/>
              <a:rect l="0" t="0" r="0" b="0"/>
              <a:pathLst>
                <a:path w="112522" h="38661">
                  <a:moveTo>
                    <a:pt x="64973" y="13005"/>
                  </a:moveTo>
                  <a:lnTo>
                    <a:pt x="71841" y="12453"/>
                  </a:lnTo>
                  <a:lnTo>
                    <a:pt x="75960" y="9792"/>
                  </a:lnTo>
                  <a:lnTo>
                    <a:pt x="94931" y="10878"/>
                  </a:lnTo>
                  <a:lnTo>
                    <a:pt x="110248" y="6985"/>
                  </a:lnTo>
                  <a:lnTo>
                    <a:pt x="112522" y="13894"/>
                  </a:lnTo>
                  <a:lnTo>
                    <a:pt x="112134" y="17501"/>
                  </a:lnTo>
                  <a:lnTo>
                    <a:pt x="79562" y="20886"/>
                  </a:lnTo>
                  <a:lnTo>
                    <a:pt x="49682" y="31028"/>
                  </a:lnTo>
                  <a:lnTo>
                    <a:pt x="33305" y="37899"/>
                  </a:lnTo>
                  <a:lnTo>
                    <a:pt x="25611" y="38661"/>
                  </a:lnTo>
                  <a:lnTo>
                    <a:pt x="19730" y="35047"/>
                  </a:lnTo>
                  <a:lnTo>
                    <a:pt x="0" y="14104"/>
                  </a:lnTo>
                  <a:lnTo>
                    <a:pt x="5276" y="16193"/>
                  </a:lnTo>
                  <a:lnTo>
                    <a:pt x="19854" y="28030"/>
                  </a:lnTo>
                  <a:lnTo>
                    <a:pt x="28908" y="25871"/>
                  </a:lnTo>
                  <a:lnTo>
                    <a:pt x="37295" y="18047"/>
                  </a:lnTo>
                  <a:lnTo>
                    <a:pt x="38577" y="12135"/>
                  </a:lnTo>
                  <a:lnTo>
                    <a:pt x="37326" y="9335"/>
                  </a:lnTo>
                  <a:lnTo>
                    <a:pt x="41119" y="0"/>
                  </a:lnTo>
                  <a:lnTo>
                    <a:pt x="52152" y="896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g3920"/>
            <p:cNvSpPr/>
            <p:nvPr/>
          </p:nvSpPr>
          <p:spPr>
            <a:xfrm>
              <a:off x="4985696" y="5397055"/>
              <a:ext cx="30985" cy="11691"/>
            </a:xfrm>
            <a:custGeom>
              <a:avLst/>
              <a:gdLst/>
              <a:ahLst/>
              <a:cxnLst/>
              <a:rect l="0" t="0" r="0" b="0"/>
              <a:pathLst>
                <a:path w="30985" h="11691">
                  <a:moveTo>
                    <a:pt x="10733" y="11691"/>
                  </a:moveTo>
                  <a:lnTo>
                    <a:pt x="2191" y="9030"/>
                  </a:lnTo>
                  <a:lnTo>
                    <a:pt x="0" y="6890"/>
                  </a:lnTo>
                  <a:lnTo>
                    <a:pt x="3658" y="3295"/>
                  </a:lnTo>
                  <a:lnTo>
                    <a:pt x="11710" y="298"/>
                  </a:lnTo>
                  <a:lnTo>
                    <a:pt x="24639" y="0"/>
                  </a:lnTo>
                  <a:lnTo>
                    <a:pt x="30303" y="3543"/>
                  </a:lnTo>
                  <a:lnTo>
                    <a:pt x="30985" y="5093"/>
                  </a:lnTo>
                  <a:lnTo>
                    <a:pt x="22686" y="899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g3921"/>
            <p:cNvSpPr/>
            <p:nvPr/>
          </p:nvSpPr>
          <p:spPr>
            <a:xfrm>
              <a:off x="5304944" y="5521433"/>
              <a:ext cx="12277" cy="16472"/>
            </a:xfrm>
            <a:custGeom>
              <a:avLst/>
              <a:gdLst/>
              <a:ahLst/>
              <a:cxnLst/>
              <a:rect l="0" t="0" r="0" b="0"/>
              <a:pathLst>
                <a:path w="12277" h="16472">
                  <a:moveTo>
                    <a:pt x="7008" y="16472"/>
                  </a:moveTo>
                  <a:lnTo>
                    <a:pt x="0" y="16472"/>
                  </a:lnTo>
                  <a:lnTo>
                    <a:pt x="1962" y="2806"/>
                  </a:lnTo>
                  <a:lnTo>
                    <a:pt x="7771" y="0"/>
                  </a:lnTo>
                  <a:lnTo>
                    <a:pt x="10050" y="152"/>
                  </a:lnTo>
                  <a:lnTo>
                    <a:pt x="12277" y="762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g3922"/>
            <p:cNvSpPr/>
            <p:nvPr/>
          </p:nvSpPr>
          <p:spPr>
            <a:xfrm>
              <a:off x="5068380" y="5334383"/>
              <a:ext cx="70456" cy="119063"/>
            </a:xfrm>
            <a:custGeom>
              <a:avLst/>
              <a:gdLst/>
              <a:ahLst/>
              <a:cxnLst/>
              <a:rect l="0" t="0" r="0" b="0"/>
              <a:pathLst>
                <a:path w="70456" h="119063">
                  <a:moveTo>
                    <a:pt x="31373" y="24747"/>
                  </a:moveTo>
                  <a:lnTo>
                    <a:pt x="46235" y="30285"/>
                  </a:lnTo>
                  <a:lnTo>
                    <a:pt x="62302" y="48650"/>
                  </a:lnTo>
                  <a:lnTo>
                    <a:pt x="69221" y="55191"/>
                  </a:lnTo>
                  <a:lnTo>
                    <a:pt x="70456" y="61147"/>
                  </a:lnTo>
                  <a:lnTo>
                    <a:pt x="67748" y="88340"/>
                  </a:lnTo>
                  <a:lnTo>
                    <a:pt x="64136" y="104711"/>
                  </a:lnTo>
                  <a:lnTo>
                    <a:pt x="64679" y="119063"/>
                  </a:lnTo>
                  <a:lnTo>
                    <a:pt x="60906" y="114815"/>
                  </a:lnTo>
                  <a:lnTo>
                    <a:pt x="57093" y="105416"/>
                  </a:lnTo>
                  <a:lnTo>
                    <a:pt x="50840" y="100012"/>
                  </a:lnTo>
                  <a:lnTo>
                    <a:pt x="48757" y="97180"/>
                  </a:lnTo>
                  <a:lnTo>
                    <a:pt x="59997" y="96557"/>
                  </a:lnTo>
                  <a:lnTo>
                    <a:pt x="60994" y="81761"/>
                  </a:lnTo>
                  <a:lnTo>
                    <a:pt x="66477" y="70089"/>
                  </a:lnTo>
                  <a:lnTo>
                    <a:pt x="65645" y="57947"/>
                  </a:lnTo>
                  <a:lnTo>
                    <a:pt x="52529" y="44579"/>
                  </a:lnTo>
                  <a:lnTo>
                    <a:pt x="43538" y="32812"/>
                  </a:lnTo>
                  <a:lnTo>
                    <a:pt x="29714" y="29046"/>
                  </a:lnTo>
                  <a:lnTo>
                    <a:pt x="16929" y="17330"/>
                  </a:lnTo>
                  <a:lnTo>
                    <a:pt x="9301" y="15888"/>
                  </a:lnTo>
                  <a:lnTo>
                    <a:pt x="0" y="17952"/>
                  </a:lnTo>
                  <a:lnTo>
                    <a:pt x="3359" y="10967"/>
                  </a:lnTo>
                  <a:lnTo>
                    <a:pt x="5684" y="1727"/>
                  </a:lnTo>
                  <a:lnTo>
                    <a:pt x="7389" y="0"/>
                  </a:lnTo>
                  <a:lnTo>
                    <a:pt x="13952" y="100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g3923"/>
            <p:cNvSpPr/>
            <p:nvPr/>
          </p:nvSpPr>
          <p:spPr>
            <a:xfrm>
              <a:off x="5178096" y="5447191"/>
              <a:ext cx="46804" cy="72629"/>
            </a:xfrm>
            <a:custGeom>
              <a:avLst/>
              <a:gdLst/>
              <a:ahLst/>
              <a:cxnLst/>
              <a:rect l="0" t="0" r="0" b="0"/>
              <a:pathLst>
                <a:path w="46804" h="72629">
                  <a:moveTo>
                    <a:pt x="46804" y="71314"/>
                  </a:moveTo>
                  <a:lnTo>
                    <a:pt x="39713" y="69974"/>
                  </a:lnTo>
                  <a:lnTo>
                    <a:pt x="29249" y="72559"/>
                  </a:lnTo>
                  <a:lnTo>
                    <a:pt x="25482" y="72629"/>
                  </a:lnTo>
                  <a:lnTo>
                    <a:pt x="27828" y="68101"/>
                  </a:lnTo>
                  <a:lnTo>
                    <a:pt x="35094" y="61979"/>
                  </a:lnTo>
                  <a:lnTo>
                    <a:pt x="35460" y="56150"/>
                  </a:lnTo>
                  <a:lnTo>
                    <a:pt x="26469" y="47742"/>
                  </a:lnTo>
                  <a:lnTo>
                    <a:pt x="16004" y="26824"/>
                  </a:lnTo>
                  <a:lnTo>
                    <a:pt x="11105" y="21864"/>
                  </a:lnTo>
                  <a:lnTo>
                    <a:pt x="8779" y="14002"/>
                  </a:lnTo>
                  <a:lnTo>
                    <a:pt x="0" y="5569"/>
                  </a:lnTo>
                  <a:lnTo>
                    <a:pt x="1834" y="1060"/>
                  </a:lnTo>
                  <a:lnTo>
                    <a:pt x="3638" y="0"/>
                  </a:lnTo>
                  <a:lnTo>
                    <a:pt x="9575" y="2165"/>
                  </a:lnTo>
                  <a:lnTo>
                    <a:pt x="23022" y="32253"/>
                  </a:lnTo>
                  <a:lnTo>
                    <a:pt x="23900" y="35136"/>
                  </a:lnTo>
                  <a:lnTo>
                    <a:pt x="46101" y="647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t3924"/>
            <p:cNvSpPr/>
            <p:nvPr/>
          </p:nvSpPr>
          <p:spPr>
            <a:xfrm>
              <a:off x="5411954" y="3276309"/>
              <a:ext cx="63202" cy="63202"/>
            </a:xfrm>
            <a:prstGeom prst="ellipse">
              <a:avLst/>
            </a:prstGeom>
            <a:solidFill>
              <a:srgbClr val="3A66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t3925"/>
            <p:cNvSpPr/>
            <p:nvPr/>
          </p:nvSpPr>
          <p:spPr>
            <a:xfrm>
              <a:off x="3286560" y="4746129"/>
              <a:ext cx="63202" cy="63202"/>
            </a:xfrm>
            <a:prstGeom prst="ellipse">
              <a:avLst/>
            </a:prstGeom>
            <a:solidFill>
              <a:srgbClr val="291E3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t3926"/>
            <p:cNvSpPr/>
            <p:nvPr/>
          </p:nvSpPr>
          <p:spPr>
            <a:xfrm>
              <a:off x="2878450" y="4973596"/>
              <a:ext cx="63202" cy="63202"/>
            </a:xfrm>
            <a:prstGeom prst="ellipse">
              <a:avLst/>
            </a:prstGeom>
            <a:solidFill>
              <a:srgbClr val="261C3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t3927"/>
            <p:cNvSpPr/>
            <p:nvPr/>
          </p:nvSpPr>
          <p:spPr>
            <a:xfrm>
              <a:off x="5154968" y="3735383"/>
              <a:ext cx="63202" cy="63202"/>
            </a:xfrm>
            <a:prstGeom prst="ellipse">
              <a:avLst/>
            </a:prstGeom>
            <a:solidFill>
              <a:srgbClr val="56BF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t3928"/>
            <p:cNvSpPr/>
            <p:nvPr/>
          </p:nvSpPr>
          <p:spPr>
            <a:xfrm>
              <a:off x="3815690" y="4677487"/>
              <a:ext cx="63202" cy="63202"/>
            </a:xfrm>
            <a:prstGeom prst="ellipse">
              <a:avLst/>
            </a:prstGeom>
            <a:solidFill>
              <a:srgbClr val="3A356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t3929"/>
            <p:cNvSpPr/>
            <p:nvPr/>
          </p:nvSpPr>
          <p:spPr>
            <a:xfrm>
              <a:off x="5234441" y="3545894"/>
              <a:ext cx="63202" cy="63202"/>
            </a:xfrm>
            <a:prstGeom prst="ellipse">
              <a:avLst/>
            </a:prstGeom>
            <a:solidFill>
              <a:srgbClr val="6AD1B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t3930"/>
            <p:cNvSpPr/>
            <p:nvPr/>
          </p:nvSpPr>
          <p:spPr>
            <a:xfrm>
              <a:off x="3635685" y="4800931"/>
              <a:ext cx="63202" cy="63202"/>
            </a:xfrm>
            <a:prstGeom prst="ellipse">
              <a:avLst/>
            </a:prstGeom>
            <a:solidFill>
              <a:srgbClr val="251C3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t3931"/>
            <p:cNvSpPr/>
            <p:nvPr/>
          </p:nvSpPr>
          <p:spPr>
            <a:xfrm>
              <a:off x="5803938" y="2901996"/>
              <a:ext cx="63202" cy="63202"/>
            </a:xfrm>
            <a:prstGeom prst="ellipse">
              <a:avLst/>
            </a:prstGeom>
            <a:solidFill>
              <a:srgbClr val="3B6F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t3932"/>
            <p:cNvSpPr/>
            <p:nvPr/>
          </p:nvSpPr>
          <p:spPr>
            <a:xfrm>
              <a:off x="5602232" y="3222656"/>
              <a:ext cx="63202" cy="63202"/>
            </a:xfrm>
            <a:prstGeom prst="ellipse">
              <a:avLst/>
            </a:prstGeom>
            <a:solidFill>
              <a:srgbClr val="3888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t3933"/>
            <p:cNvSpPr/>
            <p:nvPr/>
          </p:nvSpPr>
          <p:spPr>
            <a:xfrm>
              <a:off x="4189184" y="4765547"/>
              <a:ext cx="63202" cy="63202"/>
            </a:xfrm>
            <a:prstGeom prst="ellipse">
              <a:avLst/>
            </a:prstGeom>
            <a:solidFill>
              <a:srgbClr val="2F234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t3934"/>
            <p:cNvSpPr/>
            <p:nvPr/>
          </p:nvSpPr>
          <p:spPr>
            <a:xfrm>
              <a:off x="4913887" y="4211118"/>
              <a:ext cx="63202" cy="63202"/>
            </a:xfrm>
            <a:prstGeom prst="ellipse">
              <a:avLst/>
            </a:prstGeom>
            <a:solidFill>
              <a:srgbClr val="3A9D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t3935"/>
            <p:cNvSpPr/>
            <p:nvPr/>
          </p:nvSpPr>
          <p:spPr>
            <a:xfrm>
              <a:off x="4598477" y="4463619"/>
              <a:ext cx="63202" cy="63202"/>
            </a:xfrm>
            <a:prstGeom prst="ellipse">
              <a:avLst/>
            </a:prstGeom>
            <a:solidFill>
              <a:srgbClr val="3A9C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t3936"/>
            <p:cNvSpPr/>
            <p:nvPr/>
          </p:nvSpPr>
          <p:spPr>
            <a:xfrm>
              <a:off x="3118737" y="4784820"/>
              <a:ext cx="63202" cy="63202"/>
            </a:xfrm>
            <a:prstGeom prst="ellipse">
              <a:avLst/>
            </a:prstGeom>
            <a:solidFill>
              <a:srgbClr val="3C497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t3937"/>
            <p:cNvSpPr/>
            <p:nvPr/>
          </p:nvSpPr>
          <p:spPr>
            <a:xfrm>
              <a:off x="4706891" y="4368015"/>
              <a:ext cx="63202" cy="63202"/>
            </a:xfrm>
            <a:prstGeom prst="ellipse">
              <a:avLst/>
            </a:prstGeom>
            <a:solidFill>
              <a:srgbClr val="3692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t3938"/>
            <p:cNvSpPr/>
            <p:nvPr/>
          </p:nvSpPr>
          <p:spPr>
            <a:xfrm>
              <a:off x="5170525" y="3498927"/>
              <a:ext cx="63202" cy="63202"/>
            </a:xfrm>
            <a:prstGeom prst="ellipse">
              <a:avLst/>
            </a:prstGeom>
            <a:solidFill>
              <a:srgbClr val="3A75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t3939"/>
            <p:cNvSpPr/>
            <p:nvPr/>
          </p:nvSpPr>
          <p:spPr>
            <a:xfrm>
              <a:off x="4143523" y="4766403"/>
              <a:ext cx="63202" cy="63202"/>
            </a:xfrm>
            <a:prstGeom prst="ellipse">
              <a:avLst/>
            </a:prstGeom>
            <a:solidFill>
              <a:srgbClr val="30234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t3940"/>
            <p:cNvSpPr/>
            <p:nvPr/>
          </p:nvSpPr>
          <p:spPr>
            <a:xfrm>
              <a:off x="4544041" y="4668741"/>
              <a:ext cx="63202" cy="63202"/>
            </a:xfrm>
            <a:prstGeom prst="ellipse">
              <a:avLst/>
            </a:prstGeom>
            <a:solidFill>
              <a:srgbClr val="3A75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t3941"/>
            <p:cNvSpPr/>
            <p:nvPr/>
          </p:nvSpPr>
          <p:spPr>
            <a:xfrm>
              <a:off x="3690881" y="4772296"/>
              <a:ext cx="63202" cy="63202"/>
            </a:xfrm>
            <a:prstGeom prst="ellipse">
              <a:avLst/>
            </a:prstGeom>
            <a:solidFill>
              <a:srgbClr val="2A1F3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t3942"/>
            <p:cNvSpPr/>
            <p:nvPr/>
          </p:nvSpPr>
          <p:spPr>
            <a:xfrm>
              <a:off x="5016032" y="3641698"/>
              <a:ext cx="63202" cy="63202"/>
            </a:xfrm>
            <a:prstGeom prst="ellipse">
              <a:avLst/>
            </a:prstGeom>
            <a:solidFill>
              <a:srgbClr val="3A7E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t3943"/>
            <p:cNvSpPr/>
            <p:nvPr/>
          </p:nvSpPr>
          <p:spPr>
            <a:xfrm>
              <a:off x="4551789" y="4536931"/>
              <a:ext cx="63202" cy="63202"/>
            </a:xfrm>
            <a:prstGeom prst="ellipse">
              <a:avLst/>
            </a:prstGeom>
            <a:solidFill>
              <a:srgbClr val="3A75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t3944"/>
            <p:cNvSpPr/>
            <p:nvPr/>
          </p:nvSpPr>
          <p:spPr>
            <a:xfrm>
              <a:off x="3457033" y="4801454"/>
              <a:ext cx="63202" cy="63202"/>
            </a:xfrm>
            <a:prstGeom prst="ellipse">
              <a:avLst/>
            </a:prstGeom>
            <a:solidFill>
              <a:srgbClr val="2C213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t3945"/>
            <p:cNvSpPr/>
            <p:nvPr/>
          </p:nvSpPr>
          <p:spPr>
            <a:xfrm>
              <a:off x="4795350" y="4267713"/>
              <a:ext cx="63202" cy="63202"/>
            </a:xfrm>
            <a:prstGeom prst="ellipse">
              <a:avLst/>
            </a:prstGeom>
            <a:solidFill>
              <a:srgbClr val="46A9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t3946"/>
            <p:cNvSpPr/>
            <p:nvPr/>
          </p:nvSpPr>
          <p:spPr>
            <a:xfrm>
              <a:off x="5763373" y="2927118"/>
              <a:ext cx="63202" cy="63202"/>
            </a:xfrm>
            <a:prstGeom prst="ellipse">
              <a:avLst/>
            </a:prstGeom>
            <a:solidFill>
              <a:srgbClr val="3593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t3947"/>
            <p:cNvSpPr/>
            <p:nvPr/>
          </p:nvSpPr>
          <p:spPr>
            <a:xfrm>
              <a:off x="3223042" y="4753931"/>
              <a:ext cx="63202" cy="63202"/>
            </a:xfrm>
            <a:prstGeom prst="ellipse">
              <a:avLst/>
            </a:prstGeom>
            <a:solidFill>
              <a:srgbClr val="241B3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t3948"/>
            <p:cNvSpPr/>
            <p:nvPr/>
          </p:nvSpPr>
          <p:spPr>
            <a:xfrm>
              <a:off x="6187218" y="2929573"/>
              <a:ext cx="63202" cy="63202"/>
            </a:xfrm>
            <a:prstGeom prst="ellipse">
              <a:avLst/>
            </a:prstGeom>
            <a:solidFill>
              <a:srgbClr val="3889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t3949"/>
            <p:cNvSpPr/>
            <p:nvPr/>
          </p:nvSpPr>
          <p:spPr>
            <a:xfrm>
              <a:off x="4558922" y="4541579"/>
              <a:ext cx="63202" cy="63202"/>
            </a:xfrm>
            <a:prstGeom prst="ellipse">
              <a:avLst/>
            </a:prstGeom>
            <a:solidFill>
              <a:srgbClr val="3985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t3950"/>
            <p:cNvSpPr/>
            <p:nvPr/>
          </p:nvSpPr>
          <p:spPr>
            <a:xfrm>
              <a:off x="5665872" y="3067530"/>
              <a:ext cx="63202" cy="63202"/>
            </a:xfrm>
            <a:prstGeom prst="ellipse">
              <a:avLst/>
            </a:prstGeom>
            <a:solidFill>
              <a:srgbClr val="3598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t3951"/>
            <p:cNvSpPr/>
            <p:nvPr/>
          </p:nvSpPr>
          <p:spPr>
            <a:xfrm>
              <a:off x="3541256" y="4824822"/>
              <a:ext cx="63202" cy="63202"/>
            </a:xfrm>
            <a:prstGeom prst="ellipse">
              <a:avLst/>
            </a:prstGeom>
            <a:solidFill>
              <a:srgbClr val="251C3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t3952"/>
            <p:cNvSpPr/>
            <p:nvPr/>
          </p:nvSpPr>
          <p:spPr>
            <a:xfrm>
              <a:off x="4587926" y="4467164"/>
              <a:ext cx="63202" cy="63202"/>
            </a:xfrm>
            <a:prstGeom prst="ellipse">
              <a:avLst/>
            </a:prstGeom>
            <a:solidFill>
              <a:srgbClr val="3986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t3953"/>
            <p:cNvSpPr/>
            <p:nvPr/>
          </p:nvSpPr>
          <p:spPr>
            <a:xfrm>
              <a:off x="5657937" y="3028251"/>
              <a:ext cx="63202" cy="63202"/>
            </a:xfrm>
            <a:prstGeom prst="ellipse">
              <a:avLst/>
            </a:prstGeom>
            <a:solidFill>
              <a:srgbClr val="3B70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t3954"/>
            <p:cNvSpPr/>
            <p:nvPr/>
          </p:nvSpPr>
          <p:spPr>
            <a:xfrm>
              <a:off x="2979067" y="4895874"/>
              <a:ext cx="63202" cy="63202"/>
            </a:xfrm>
            <a:prstGeom prst="ellipse">
              <a:avLst/>
            </a:prstGeom>
            <a:solidFill>
              <a:srgbClr val="251B3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t3955"/>
            <p:cNvSpPr/>
            <p:nvPr/>
          </p:nvSpPr>
          <p:spPr>
            <a:xfrm>
              <a:off x="4922163" y="4187507"/>
              <a:ext cx="63202" cy="63202"/>
            </a:xfrm>
            <a:prstGeom prst="ellipse">
              <a:avLst/>
            </a:prstGeom>
            <a:solidFill>
              <a:srgbClr val="3EA0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t3956"/>
            <p:cNvSpPr/>
            <p:nvPr/>
          </p:nvSpPr>
          <p:spPr>
            <a:xfrm>
              <a:off x="5059838" y="3807278"/>
              <a:ext cx="63202" cy="63202"/>
            </a:xfrm>
            <a:prstGeom prst="ellipse">
              <a:avLst/>
            </a:prstGeom>
            <a:solidFill>
              <a:srgbClr val="57C0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t3957"/>
            <p:cNvSpPr/>
            <p:nvPr/>
          </p:nvSpPr>
          <p:spPr>
            <a:xfrm>
              <a:off x="2851349" y="4946495"/>
              <a:ext cx="117405" cy="117405"/>
            </a:xfrm>
            <a:prstGeom prst="ellipse">
              <a:avLst/>
            </a:prstGeom>
            <a:solidFill>
              <a:srgbClr val="3A366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t3958"/>
            <p:cNvSpPr/>
            <p:nvPr/>
          </p:nvSpPr>
          <p:spPr>
            <a:xfrm>
              <a:off x="3514155" y="4797720"/>
              <a:ext cx="117405" cy="117405"/>
            </a:xfrm>
            <a:prstGeom prst="ellipse">
              <a:avLst/>
            </a:prstGeom>
            <a:solidFill>
              <a:srgbClr val="3A366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t3959"/>
            <p:cNvSpPr/>
            <p:nvPr/>
          </p:nvSpPr>
          <p:spPr>
            <a:xfrm>
              <a:off x="4516940" y="4641639"/>
              <a:ext cx="117405" cy="117405"/>
            </a:xfrm>
            <a:prstGeom prst="ellipse">
              <a:avLst/>
            </a:prstGeom>
            <a:solidFill>
              <a:srgbClr val="3A76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t3960"/>
            <p:cNvSpPr/>
            <p:nvPr/>
          </p:nvSpPr>
          <p:spPr>
            <a:xfrm>
              <a:off x="5630836" y="3001150"/>
              <a:ext cx="117405" cy="117405"/>
            </a:xfrm>
            <a:prstGeom prst="ellipse">
              <a:avLst/>
            </a:prstGeom>
            <a:solidFill>
              <a:srgbClr val="3B70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t3961"/>
            <p:cNvSpPr/>
            <p:nvPr/>
          </p:nvSpPr>
          <p:spPr>
            <a:xfrm>
              <a:off x="5776837" y="2874895"/>
              <a:ext cx="117405" cy="117405"/>
            </a:xfrm>
            <a:prstGeom prst="ellipse">
              <a:avLst/>
            </a:prstGeom>
            <a:solidFill>
              <a:srgbClr val="3A76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l3962"/>
            <p:cNvSpPr/>
            <p:nvPr/>
          </p:nvSpPr>
          <p:spPr>
            <a:xfrm>
              <a:off x="2850454" y="4909125"/>
              <a:ext cx="52358" cy="84403"/>
            </a:xfrm>
            <a:custGeom>
              <a:avLst/>
              <a:gdLst/>
              <a:ahLst/>
              <a:cxnLst/>
              <a:rect l="0" t="0" r="0" b="0"/>
              <a:pathLst>
                <a:path w="52358" h="84403">
                  <a:moveTo>
                    <a:pt x="0" y="0"/>
                  </a:moveTo>
                  <a:lnTo>
                    <a:pt x="52358" y="8440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l3963"/>
            <p:cNvSpPr/>
            <p:nvPr/>
          </p:nvSpPr>
          <p:spPr>
            <a:xfrm>
              <a:off x="3511627" y="4762415"/>
              <a:ext cx="53702" cy="82450"/>
            </a:xfrm>
            <a:custGeom>
              <a:avLst/>
              <a:gdLst/>
              <a:ahLst/>
              <a:cxnLst/>
              <a:rect l="0" t="0" r="0" b="0"/>
              <a:pathLst>
                <a:path w="53702" h="82450">
                  <a:moveTo>
                    <a:pt x="0" y="0"/>
                  </a:moveTo>
                  <a:lnTo>
                    <a:pt x="53702" y="8245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l3964"/>
            <p:cNvSpPr/>
            <p:nvPr/>
          </p:nvSpPr>
          <p:spPr>
            <a:xfrm>
              <a:off x="4513436" y="4609280"/>
              <a:ext cx="54389" cy="79619"/>
            </a:xfrm>
            <a:custGeom>
              <a:avLst/>
              <a:gdLst/>
              <a:ahLst/>
              <a:cxnLst/>
              <a:rect l="0" t="0" r="0" b="0"/>
              <a:pathLst>
                <a:path w="54389" h="79619">
                  <a:moveTo>
                    <a:pt x="0" y="0"/>
                  </a:moveTo>
                  <a:lnTo>
                    <a:pt x="54389" y="79619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l3965"/>
            <p:cNvSpPr/>
            <p:nvPr/>
          </p:nvSpPr>
          <p:spPr>
            <a:xfrm>
              <a:off x="5506138" y="3050179"/>
              <a:ext cx="166737" cy="8794"/>
            </a:xfrm>
            <a:custGeom>
              <a:avLst/>
              <a:gdLst/>
              <a:ahLst/>
              <a:cxnLst/>
              <a:rect l="0" t="0" r="0" b="0"/>
              <a:pathLst>
                <a:path w="166737" h="8794">
                  <a:moveTo>
                    <a:pt x="0" y="0"/>
                  </a:moveTo>
                  <a:lnTo>
                    <a:pt x="166737" y="879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l3966"/>
            <p:cNvSpPr/>
            <p:nvPr/>
          </p:nvSpPr>
          <p:spPr>
            <a:xfrm>
              <a:off x="5749493" y="2862731"/>
              <a:ext cx="74598" cy="61438"/>
            </a:xfrm>
            <a:custGeom>
              <a:avLst/>
              <a:gdLst/>
              <a:ahLst/>
              <a:cxnLst/>
              <a:rect l="0" t="0" r="0" b="0"/>
              <a:pathLst>
                <a:path w="74598" h="61438">
                  <a:moveTo>
                    <a:pt x="0" y="0"/>
                  </a:moveTo>
                  <a:lnTo>
                    <a:pt x="74598" y="61438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g3967"/>
            <p:cNvSpPr/>
            <p:nvPr/>
          </p:nvSpPr>
          <p:spPr>
            <a:xfrm>
              <a:off x="2291939" y="4760424"/>
              <a:ext cx="558515" cy="191932"/>
            </a:xfrm>
            <a:custGeom>
              <a:avLst/>
              <a:gdLst/>
              <a:ahLst/>
              <a:cxnLst/>
              <a:rect l="0" t="0" r="0" b="0"/>
              <a:pathLst>
                <a:path w="558515" h="191932">
                  <a:moveTo>
                    <a:pt x="27431" y="191932"/>
                  </a:moveTo>
                  <a:lnTo>
                    <a:pt x="531083" y="191932"/>
                  </a:lnTo>
                  <a:lnTo>
                    <a:pt x="529978" y="191910"/>
                  </a:lnTo>
                  <a:lnTo>
                    <a:pt x="534390" y="191732"/>
                  </a:lnTo>
                  <a:lnTo>
                    <a:pt x="538715" y="190849"/>
                  </a:lnTo>
                  <a:lnTo>
                    <a:pt x="542843" y="189284"/>
                  </a:lnTo>
                  <a:lnTo>
                    <a:pt x="546666" y="187076"/>
                  </a:lnTo>
                  <a:lnTo>
                    <a:pt x="550086" y="184284"/>
                  </a:lnTo>
                  <a:lnTo>
                    <a:pt x="553013" y="180980"/>
                  </a:lnTo>
                  <a:lnTo>
                    <a:pt x="555373" y="177248"/>
                  </a:lnTo>
                  <a:lnTo>
                    <a:pt x="557103" y="173187"/>
                  </a:lnTo>
                  <a:lnTo>
                    <a:pt x="558160" y="168900"/>
                  </a:lnTo>
                  <a:lnTo>
                    <a:pt x="558515" y="164500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tx3968"/>
            <p:cNvSpPr/>
            <p:nvPr/>
          </p:nvSpPr>
          <p:spPr>
            <a:xfrm>
              <a:off x="2337659" y="4806144"/>
              <a:ext cx="46707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W1_TX</a:t>
              </a:r>
            </a:p>
          </p:txBody>
        </p:sp>
        <p:sp>
          <p:nvSpPr>
            <p:cNvPr id="3969" name="pg3969"/>
            <p:cNvSpPr/>
            <p:nvPr/>
          </p:nvSpPr>
          <p:spPr>
            <a:xfrm>
              <a:off x="2960792" y="4613730"/>
              <a:ext cx="550834" cy="191932"/>
            </a:xfrm>
            <a:custGeom>
              <a:avLst/>
              <a:gdLst/>
              <a:ahLst/>
              <a:cxnLst/>
              <a:rect l="0" t="0" r="0" b="0"/>
              <a:pathLst>
                <a:path w="550834" h="191932">
                  <a:moveTo>
                    <a:pt x="27431" y="191932"/>
                  </a:moveTo>
                  <a:lnTo>
                    <a:pt x="523402" y="191932"/>
                  </a:lnTo>
                  <a:lnTo>
                    <a:pt x="522297" y="191910"/>
                  </a:lnTo>
                  <a:lnTo>
                    <a:pt x="526709" y="191732"/>
                  </a:lnTo>
                  <a:lnTo>
                    <a:pt x="531034" y="190849"/>
                  </a:lnTo>
                  <a:lnTo>
                    <a:pt x="535162" y="189284"/>
                  </a:lnTo>
                  <a:lnTo>
                    <a:pt x="538985" y="187076"/>
                  </a:lnTo>
                  <a:lnTo>
                    <a:pt x="542405" y="184284"/>
                  </a:lnTo>
                  <a:lnTo>
                    <a:pt x="545332" y="180980"/>
                  </a:lnTo>
                  <a:lnTo>
                    <a:pt x="547692" y="177248"/>
                  </a:lnTo>
                  <a:lnTo>
                    <a:pt x="549422" y="173187"/>
                  </a:lnTo>
                  <a:lnTo>
                    <a:pt x="550479" y="168900"/>
                  </a:lnTo>
                  <a:lnTo>
                    <a:pt x="550834" y="164500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tx3970"/>
            <p:cNvSpPr/>
            <p:nvPr/>
          </p:nvSpPr>
          <p:spPr>
            <a:xfrm>
              <a:off x="3006512" y="4659450"/>
              <a:ext cx="459394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W2_LA</a:t>
              </a:r>
            </a:p>
          </p:txBody>
        </p:sp>
        <p:sp>
          <p:nvSpPr>
            <p:cNvPr id="3971" name="pg3971"/>
            <p:cNvSpPr/>
            <p:nvPr/>
          </p:nvSpPr>
          <p:spPr>
            <a:xfrm>
              <a:off x="3970465" y="4460363"/>
              <a:ext cx="542970" cy="191932"/>
            </a:xfrm>
            <a:custGeom>
              <a:avLst/>
              <a:gdLst/>
              <a:ahLst/>
              <a:cxnLst/>
              <a:rect l="0" t="0" r="0" b="0"/>
              <a:pathLst>
                <a:path w="542970" h="191932">
                  <a:moveTo>
                    <a:pt x="27431" y="191932"/>
                  </a:moveTo>
                  <a:lnTo>
                    <a:pt x="515538" y="191932"/>
                  </a:lnTo>
                  <a:lnTo>
                    <a:pt x="514434" y="191910"/>
                  </a:lnTo>
                  <a:lnTo>
                    <a:pt x="518845" y="191732"/>
                  </a:lnTo>
                  <a:lnTo>
                    <a:pt x="523170" y="190849"/>
                  </a:lnTo>
                  <a:lnTo>
                    <a:pt x="527298" y="189284"/>
                  </a:lnTo>
                  <a:lnTo>
                    <a:pt x="531121" y="187076"/>
                  </a:lnTo>
                  <a:lnTo>
                    <a:pt x="534541" y="184284"/>
                  </a:lnTo>
                  <a:lnTo>
                    <a:pt x="537469" y="180980"/>
                  </a:lnTo>
                  <a:lnTo>
                    <a:pt x="539828" y="177248"/>
                  </a:lnTo>
                  <a:lnTo>
                    <a:pt x="541558" y="173187"/>
                  </a:lnTo>
                  <a:lnTo>
                    <a:pt x="542615" y="168900"/>
                  </a:lnTo>
                  <a:lnTo>
                    <a:pt x="542970" y="164500"/>
                  </a:lnTo>
                  <a:lnTo>
                    <a:pt x="542970" y="27432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tx3972"/>
            <p:cNvSpPr/>
            <p:nvPr/>
          </p:nvSpPr>
          <p:spPr>
            <a:xfrm>
              <a:off x="4016185" y="4506083"/>
              <a:ext cx="451530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W3_FL</a:t>
              </a:r>
            </a:p>
          </p:txBody>
        </p:sp>
        <p:sp>
          <p:nvSpPr>
            <p:cNvPr id="3973" name="pg3973"/>
            <p:cNvSpPr/>
            <p:nvPr/>
          </p:nvSpPr>
          <p:spPr>
            <a:xfrm>
              <a:off x="4924396" y="2954190"/>
              <a:ext cx="581741" cy="191932"/>
            </a:xfrm>
            <a:custGeom>
              <a:avLst/>
              <a:gdLst/>
              <a:ahLst/>
              <a:cxnLst/>
              <a:rect l="0" t="0" r="0" b="0"/>
              <a:pathLst>
                <a:path w="581741" h="191932">
                  <a:moveTo>
                    <a:pt x="27432" y="191932"/>
                  </a:moveTo>
                  <a:lnTo>
                    <a:pt x="554309" y="191932"/>
                  </a:lnTo>
                  <a:lnTo>
                    <a:pt x="553204" y="191910"/>
                  </a:lnTo>
                  <a:lnTo>
                    <a:pt x="557615" y="191732"/>
                  </a:lnTo>
                  <a:lnTo>
                    <a:pt x="561941" y="190849"/>
                  </a:lnTo>
                  <a:lnTo>
                    <a:pt x="566069" y="189284"/>
                  </a:lnTo>
                  <a:lnTo>
                    <a:pt x="569892" y="187076"/>
                  </a:lnTo>
                  <a:lnTo>
                    <a:pt x="573312" y="184284"/>
                  </a:lnTo>
                  <a:lnTo>
                    <a:pt x="576239" y="180980"/>
                  </a:lnTo>
                  <a:lnTo>
                    <a:pt x="578599" y="177248"/>
                  </a:lnTo>
                  <a:lnTo>
                    <a:pt x="580329" y="173187"/>
                  </a:lnTo>
                  <a:lnTo>
                    <a:pt x="581386" y="168900"/>
                  </a:lnTo>
                  <a:lnTo>
                    <a:pt x="581741" y="164500"/>
                  </a:lnTo>
                  <a:lnTo>
                    <a:pt x="581741" y="27432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tx3974"/>
            <p:cNvSpPr/>
            <p:nvPr/>
          </p:nvSpPr>
          <p:spPr>
            <a:xfrm>
              <a:off x="4970116" y="2999910"/>
              <a:ext cx="490301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W5_NH</a:t>
              </a:r>
            </a:p>
          </p:txBody>
        </p:sp>
        <p:sp>
          <p:nvSpPr>
            <p:cNvPr id="3975" name="pg3975"/>
            <p:cNvSpPr/>
            <p:nvPr/>
          </p:nvSpPr>
          <p:spPr>
            <a:xfrm>
              <a:off x="5285812" y="2670798"/>
              <a:ext cx="589605" cy="191932"/>
            </a:xfrm>
            <a:custGeom>
              <a:avLst/>
              <a:gdLst/>
              <a:ahLst/>
              <a:cxnLst/>
              <a:rect l="0" t="0" r="0" b="0"/>
              <a:pathLst>
                <a:path w="589605" h="191932">
                  <a:moveTo>
                    <a:pt x="27432" y="191932"/>
                  </a:moveTo>
                  <a:lnTo>
                    <a:pt x="562173" y="191932"/>
                  </a:lnTo>
                  <a:lnTo>
                    <a:pt x="561068" y="191910"/>
                  </a:lnTo>
                  <a:lnTo>
                    <a:pt x="565479" y="191732"/>
                  </a:lnTo>
                  <a:lnTo>
                    <a:pt x="569805" y="190849"/>
                  </a:lnTo>
                  <a:lnTo>
                    <a:pt x="573933" y="189284"/>
                  </a:lnTo>
                  <a:lnTo>
                    <a:pt x="577756" y="187076"/>
                  </a:lnTo>
                  <a:lnTo>
                    <a:pt x="581175" y="184284"/>
                  </a:lnTo>
                  <a:lnTo>
                    <a:pt x="584103" y="180980"/>
                  </a:lnTo>
                  <a:lnTo>
                    <a:pt x="586462" y="177248"/>
                  </a:lnTo>
                  <a:lnTo>
                    <a:pt x="588193" y="173187"/>
                  </a:lnTo>
                  <a:lnTo>
                    <a:pt x="589249" y="168900"/>
                  </a:lnTo>
                  <a:lnTo>
                    <a:pt x="589605" y="164500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tx3976"/>
            <p:cNvSpPr/>
            <p:nvPr/>
          </p:nvSpPr>
          <p:spPr>
            <a:xfrm>
              <a:off x="5331532" y="2716518"/>
              <a:ext cx="49816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W6_ME</a:t>
              </a:r>
            </a:p>
          </p:txBody>
        </p:sp>
        <p:sp>
          <p:nvSpPr>
            <p:cNvPr id="3977" name="rc3977"/>
            <p:cNvSpPr/>
            <p:nvPr/>
          </p:nvSpPr>
          <p:spPr>
            <a:xfrm>
              <a:off x="2201917" y="2354586"/>
              <a:ext cx="4342247" cy="336636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tx3978"/>
            <p:cNvSpPr/>
            <p:nvPr/>
          </p:nvSpPr>
          <p:spPr>
            <a:xfrm>
              <a:off x="1889564" y="536684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2013922" y="534846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2058636" y="536684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889564" y="471646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2013922" y="469808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2058636" y="471646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889564" y="406618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2013922" y="40478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2058636" y="406618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1889564" y="341590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2013922" y="339752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2058636" y="341590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1889564" y="276572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45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2013922" y="27473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2" name="tx3992"/>
            <p:cNvSpPr/>
            <p:nvPr/>
          </p:nvSpPr>
          <p:spPr>
            <a:xfrm>
              <a:off x="2058636" y="276572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93" name="pl3993"/>
            <p:cNvSpPr/>
            <p:nvPr/>
          </p:nvSpPr>
          <p:spPr>
            <a:xfrm>
              <a:off x="2167122" y="540785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l3994"/>
            <p:cNvSpPr/>
            <p:nvPr/>
          </p:nvSpPr>
          <p:spPr>
            <a:xfrm>
              <a:off x="2167122" y="47575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l3995"/>
            <p:cNvSpPr/>
            <p:nvPr/>
          </p:nvSpPr>
          <p:spPr>
            <a:xfrm>
              <a:off x="2167122" y="410729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l3996"/>
            <p:cNvSpPr/>
            <p:nvPr/>
          </p:nvSpPr>
          <p:spPr>
            <a:xfrm>
              <a:off x="2167122" y="345701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l3997"/>
            <p:cNvSpPr/>
            <p:nvPr/>
          </p:nvSpPr>
          <p:spPr>
            <a:xfrm>
              <a:off x="2167122" y="28067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l3998"/>
            <p:cNvSpPr/>
            <p:nvPr/>
          </p:nvSpPr>
          <p:spPr>
            <a:xfrm>
              <a:off x="26109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l3999"/>
            <p:cNvSpPr/>
            <p:nvPr/>
          </p:nvSpPr>
          <p:spPr>
            <a:xfrm>
              <a:off x="31401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l4000"/>
            <p:cNvSpPr/>
            <p:nvPr/>
          </p:nvSpPr>
          <p:spPr>
            <a:xfrm>
              <a:off x="36693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l4001"/>
            <p:cNvSpPr/>
            <p:nvPr/>
          </p:nvSpPr>
          <p:spPr>
            <a:xfrm>
              <a:off x="41984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l4002"/>
            <p:cNvSpPr/>
            <p:nvPr/>
          </p:nvSpPr>
          <p:spPr>
            <a:xfrm>
              <a:off x="472766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l4003"/>
            <p:cNvSpPr/>
            <p:nvPr/>
          </p:nvSpPr>
          <p:spPr>
            <a:xfrm>
              <a:off x="525683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l4004"/>
            <p:cNvSpPr/>
            <p:nvPr/>
          </p:nvSpPr>
          <p:spPr>
            <a:xfrm>
              <a:off x="578601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l4005"/>
            <p:cNvSpPr/>
            <p:nvPr/>
          </p:nvSpPr>
          <p:spPr>
            <a:xfrm>
              <a:off x="631518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tx4006"/>
            <p:cNvSpPr/>
            <p:nvPr/>
          </p:nvSpPr>
          <p:spPr>
            <a:xfrm>
              <a:off x="2442620" y="5783578"/>
              <a:ext cx="186537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4007" name="tx4007"/>
            <p:cNvSpPr/>
            <p:nvPr/>
          </p:nvSpPr>
          <p:spPr>
            <a:xfrm>
              <a:off x="262915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67387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29873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95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31427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31874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35165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90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36719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7166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40457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85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42010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42458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457491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80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47302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47749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510408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75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52594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53041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563326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70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578861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583333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616243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65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631779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636250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30" name="tx4030"/>
            <p:cNvSpPr/>
            <p:nvPr/>
          </p:nvSpPr>
          <p:spPr>
            <a:xfrm>
              <a:off x="4066122" y="5925448"/>
              <a:ext cx="6138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</a:t>
              </a:r>
            </a:p>
          </p:txBody>
        </p:sp>
        <p:sp>
          <p:nvSpPr>
            <p:cNvPr id="4031" name="tx4031"/>
            <p:cNvSpPr/>
            <p:nvPr/>
          </p:nvSpPr>
          <p:spPr>
            <a:xfrm rot="-5400000">
              <a:off x="1525174" y="3987658"/>
              <a:ext cx="497159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</a:t>
              </a:r>
            </a:p>
          </p:txBody>
        </p:sp>
        <p:sp>
          <p:nvSpPr>
            <p:cNvPr id="4032" name="rc4032"/>
            <p:cNvSpPr/>
            <p:nvPr/>
          </p:nvSpPr>
          <p:spPr>
            <a:xfrm>
              <a:off x="6683342" y="3243743"/>
              <a:ext cx="737012" cy="158804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3" name="tx4033"/>
            <p:cNvSpPr/>
            <p:nvPr/>
          </p:nvSpPr>
          <p:spPr>
            <a:xfrm>
              <a:off x="6752931" y="3328785"/>
              <a:ext cx="597834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</a:t>
              </a:r>
            </a:p>
          </p:txBody>
        </p:sp>
        <p:sp>
          <p:nvSpPr>
            <p:cNvPr id="4034" name="tx4034"/>
            <p:cNvSpPr/>
            <p:nvPr/>
          </p:nvSpPr>
          <p:spPr>
            <a:xfrm>
              <a:off x="6752931" y="3479661"/>
              <a:ext cx="37252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Offset</a:t>
              </a:r>
            </a:p>
          </p:txBody>
        </p:sp>
        <p:pic>
          <p:nvPicPr>
            <p:cNvPr id="4035" name="pic40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52931" y="3664922"/>
              <a:ext cx="219455" cy="1097280"/>
            </a:xfrm>
            <a:prstGeom prst="rect">
              <a:avLst/>
            </a:prstGeom>
          </p:spPr>
        </p:pic>
        <p:sp>
          <p:nvSpPr>
            <p:cNvPr id="4036" name="pl4036"/>
            <p:cNvSpPr/>
            <p:nvPr/>
          </p:nvSpPr>
          <p:spPr>
            <a:xfrm>
              <a:off x="6928496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l4037"/>
            <p:cNvSpPr/>
            <p:nvPr/>
          </p:nvSpPr>
          <p:spPr>
            <a:xfrm>
              <a:off x="6928496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l4038"/>
            <p:cNvSpPr/>
            <p:nvPr/>
          </p:nvSpPr>
          <p:spPr>
            <a:xfrm>
              <a:off x="6928496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l4039"/>
            <p:cNvSpPr/>
            <p:nvPr/>
          </p:nvSpPr>
          <p:spPr>
            <a:xfrm>
              <a:off x="6928496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l4040"/>
            <p:cNvSpPr/>
            <p:nvPr/>
          </p:nvSpPr>
          <p:spPr>
            <a:xfrm>
              <a:off x="6928496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l4041"/>
            <p:cNvSpPr/>
            <p:nvPr/>
          </p:nvSpPr>
          <p:spPr>
            <a:xfrm>
              <a:off x="6752931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l4042"/>
            <p:cNvSpPr/>
            <p:nvPr/>
          </p:nvSpPr>
          <p:spPr>
            <a:xfrm>
              <a:off x="6752931" y="4486967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l4043"/>
            <p:cNvSpPr/>
            <p:nvPr/>
          </p:nvSpPr>
          <p:spPr>
            <a:xfrm>
              <a:off x="6752931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l4044"/>
            <p:cNvSpPr/>
            <p:nvPr/>
          </p:nvSpPr>
          <p:spPr>
            <a:xfrm>
              <a:off x="6752931" y="394015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l4045"/>
            <p:cNvSpPr/>
            <p:nvPr/>
          </p:nvSpPr>
          <p:spPr>
            <a:xfrm>
              <a:off x="6752931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tx4046"/>
            <p:cNvSpPr/>
            <p:nvPr/>
          </p:nvSpPr>
          <p:spPr>
            <a:xfrm>
              <a:off x="7041976" y="4720322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7041976" y="4446917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0.01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7041976" y="4173511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0.02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7041976" y="3900105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0.03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7041976" y="3626700"/>
              <a:ext cx="217535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0.04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2201917" y="1669789"/>
              <a:ext cx="2541117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Genomic Offset to 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2201917" y="1998973"/>
              <a:ext cx="2133660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York River (GF)</a:t>
              </a: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2301906" y="1844824"/>
            <a:ext cx="4577989" cy="4018854"/>
            <a:chOff x="2301906" y="1844824"/>
            <a:chExt cx="4577989" cy="4018854"/>
          </a:xfrm>
        </p:grpSpPr>
        <p:sp>
          <p:nvSpPr>
            <p:cNvPr id="5" name="rc5"/>
            <p:cNvSpPr/>
            <p:nvPr/>
          </p:nvSpPr>
          <p:spPr>
            <a:xfrm>
              <a:off x="2483768" y="1844824"/>
              <a:ext cx="3967904" cy="3744416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2301906" y="555518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408979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4171236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425267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4334110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4415547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449698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457842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465985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506704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514848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522991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5311355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539279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368261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376405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384548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392692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400836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408979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4171236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425267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433411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441554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449698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457842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498560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506704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514848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522991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311355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39279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360117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368261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376405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384548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392692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400836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408979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417123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425267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433411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441554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449698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490417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498560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506704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514848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22991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311355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39279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343830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351973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360117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368261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376405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384548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392692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400836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408979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417123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425267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433411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482273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490417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498560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06704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14848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22991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327542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335686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343830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351973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360117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368261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376405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384548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392692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400836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408979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417123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425267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433411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441554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449698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457842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474129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482273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490417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498560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06704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14848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22991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327542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335686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343830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351973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360117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368261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376405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384548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392692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400836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408979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417123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425267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433411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441554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449698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457842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465985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474129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482273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490417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498560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06704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14848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327542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335686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343830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351973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360117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368261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376405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384548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392692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400836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408979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417123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425267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433411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441554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449698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457842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465985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474129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482273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490417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498560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06704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303111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311255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327542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335686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343830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351973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360117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368261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376405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384548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408979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417123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425267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433411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441554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449698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457842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465985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474129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482273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490417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498560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294967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303111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311255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319399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327542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335686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343830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351973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360117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368261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376405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384548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417123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425267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433411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441554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449698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457842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465985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474129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482273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490417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286824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294967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303111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311255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319399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327542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335686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343830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351973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360117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368261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376405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384548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417123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425267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433411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441554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449698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457842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465985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474129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482273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278680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286824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294967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303111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311255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319399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327542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335686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343830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351973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360117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368261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376405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384548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392692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425267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433411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441554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449698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457842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465985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474129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278680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286824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294967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303111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311255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319399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327542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335686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343830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351973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360117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368261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376405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384548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392692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425267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433411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441554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449698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457842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465985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270536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278680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286824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294967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303111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311255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319399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327542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335686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343830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351973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360117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368261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376405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384548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392692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400836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425267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433411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441554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449698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457842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465985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270536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278680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286824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294967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303111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311255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319399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327542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335686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343830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351973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360117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368261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376405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384548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392692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400836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408979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433411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441554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449698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457842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465985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270536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278680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286824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294967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303111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311255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319399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327542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335686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343830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351973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360117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368261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376405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384548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392692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400836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408979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425267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433411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441554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449698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457842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465985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278680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286824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294967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303111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311255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319399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327542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335686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343830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351973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360117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368261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376405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384548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392692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400836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408979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417123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425267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433411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441554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449698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457842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465985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286824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294967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303111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311255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319399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327542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335686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343830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351973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360117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368261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376405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384548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392692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400836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408979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417123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425267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433411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441554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449698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457842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286824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294967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303111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311255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319399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327542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335686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343830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351973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360117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368261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376405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384548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392692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400836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408979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417123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425267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433411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441554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449698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303111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311255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319399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327542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335686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343830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351973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360117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368261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376405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384548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392692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400836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408979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417123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425267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433411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441554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311255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319399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327542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335686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343830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351973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360117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368261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376405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384548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392692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400836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408979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417123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425267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433411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319399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327542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335686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343830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351973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360117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368261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376405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384548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392692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400836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408979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417123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425267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433411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286824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294967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303111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311255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319399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327542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335686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343830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351973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360117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368261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376405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384548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392692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400836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408979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417123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425267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278680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286824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294967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303111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311255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319399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327542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335686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343830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351973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360117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368261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376405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384548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392692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400836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408979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417123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425267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278680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286824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294967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303111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311255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319399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327542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335686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343830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351973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360117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368261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376405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384548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392692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400836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408979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417123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278680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286824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294967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303111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311255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319399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327542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335686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343830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351973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360117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368261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376405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384548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392692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400836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408979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286824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294967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303111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311255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319399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327542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335686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343830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351973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360117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368261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376405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384548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392692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400836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311255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319399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327542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335686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343830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3519738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3601176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368261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376405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384548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392692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400836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327542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335686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343830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3519738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3601176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3682613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3764050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384548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392692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400836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335686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343830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3519738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3601176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3682613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3764050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3845487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392692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400836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343830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351973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3601176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3682613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3764050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3845487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3926924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400836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408979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3682613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3764050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3845487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3926924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4008361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4089798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327542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3601176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3682613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3764050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384548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3926924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4008361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4089798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319399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327542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335686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343830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351973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3601176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3682613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376405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384548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392692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400836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408979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311255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319399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327542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335686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343830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351973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360117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368261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376405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384548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392692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400836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408979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417123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311255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319399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327542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335686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343830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351973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360117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368261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376405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384548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392692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400836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408979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417123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425267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311255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319399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327542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335686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343830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351973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360117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368261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376405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384548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392692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400836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408979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417123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425267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284534" y="1853932"/>
              <a:ext cx="27605" cy="141906"/>
            </a:xfrm>
            <a:custGeom>
              <a:avLst/>
              <a:gdLst/>
              <a:ahLst/>
              <a:cxnLst/>
              <a:rect l="0" t="0" r="0" b="0"/>
              <a:pathLst>
                <a:path w="27605" h="141906">
                  <a:moveTo>
                    <a:pt x="25965" y="15142"/>
                  </a:moveTo>
                  <a:lnTo>
                    <a:pt x="3001" y="141906"/>
                  </a:lnTo>
                  <a:lnTo>
                    <a:pt x="0" y="103414"/>
                  </a:lnTo>
                  <a:lnTo>
                    <a:pt x="9634" y="0"/>
                  </a:lnTo>
                  <a:lnTo>
                    <a:pt x="2760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4217860" y="1853932"/>
              <a:ext cx="1042192" cy="937770"/>
            </a:xfrm>
            <a:custGeom>
              <a:avLst/>
              <a:gdLst/>
              <a:ahLst/>
              <a:cxnLst/>
              <a:rect l="0" t="0" r="0" b="0"/>
              <a:pathLst>
                <a:path w="1042192" h="937770">
                  <a:moveTo>
                    <a:pt x="1041757" y="966"/>
                  </a:moveTo>
                  <a:lnTo>
                    <a:pt x="998433" y="199714"/>
                  </a:lnTo>
                  <a:lnTo>
                    <a:pt x="938872" y="305648"/>
                  </a:lnTo>
                  <a:lnTo>
                    <a:pt x="884012" y="378917"/>
                  </a:lnTo>
                  <a:lnTo>
                    <a:pt x="827417" y="366805"/>
                  </a:lnTo>
                  <a:lnTo>
                    <a:pt x="840146" y="425026"/>
                  </a:lnTo>
                  <a:lnTo>
                    <a:pt x="824596" y="455352"/>
                  </a:lnTo>
                  <a:lnTo>
                    <a:pt x="811288" y="518619"/>
                  </a:lnTo>
                  <a:lnTo>
                    <a:pt x="777548" y="560552"/>
                  </a:lnTo>
                  <a:lnTo>
                    <a:pt x="745832" y="556515"/>
                  </a:lnTo>
                  <a:lnTo>
                    <a:pt x="700266" y="585419"/>
                  </a:lnTo>
                  <a:lnTo>
                    <a:pt x="682293" y="607532"/>
                  </a:lnTo>
                  <a:lnTo>
                    <a:pt x="680955" y="649879"/>
                  </a:lnTo>
                  <a:lnTo>
                    <a:pt x="650470" y="687132"/>
                  </a:lnTo>
                  <a:lnTo>
                    <a:pt x="540461" y="880650"/>
                  </a:lnTo>
                  <a:lnTo>
                    <a:pt x="444953" y="937770"/>
                  </a:lnTo>
                  <a:lnTo>
                    <a:pt x="422098" y="929465"/>
                  </a:lnTo>
                  <a:lnTo>
                    <a:pt x="447268" y="838120"/>
                  </a:lnTo>
                  <a:lnTo>
                    <a:pt x="464518" y="745766"/>
                  </a:lnTo>
                  <a:lnTo>
                    <a:pt x="406548" y="705576"/>
                  </a:lnTo>
                  <a:lnTo>
                    <a:pt x="351073" y="684334"/>
                  </a:lnTo>
                  <a:lnTo>
                    <a:pt x="287426" y="687132"/>
                  </a:lnTo>
                  <a:lnTo>
                    <a:pt x="217124" y="615332"/>
                  </a:lnTo>
                  <a:lnTo>
                    <a:pt x="126499" y="563121"/>
                  </a:lnTo>
                  <a:lnTo>
                    <a:pt x="0" y="421860"/>
                  </a:lnTo>
                  <a:lnTo>
                    <a:pt x="3688" y="382679"/>
                  </a:lnTo>
                  <a:lnTo>
                    <a:pt x="506" y="316935"/>
                  </a:lnTo>
                  <a:lnTo>
                    <a:pt x="38947" y="213064"/>
                  </a:lnTo>
                  <a:lnTo>
                    <a:pt x="75798" y="140438"/>
                  </a:lnTo>
                  <a:lnTo>
                    <a:pt x="126680" y="102817"/>
                  </a:lnTo>
                  <a:lnTo>
                    <a:pt x="274335" y="64508"/>
                  </a:lnTo>
                  <a:lnTo>
                    <a:pt x="311366" y="6884"/>
                  </a:lnTo>
                  <a:lnTo>
                    <a:pt x="314479" y="0"/>
                  </a:lnTo>
                  <a:lnTo>
                    <a:pt x="1042192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2490532" y="1853932"/>
              <a:ext cx="2088998" cy="3735308"/>
            </a:xfrm>
            <a:custGeom>
              <a:avLst/>
              <a:gdLst/>
              <a:ahLst/>
              <a:cxnLst/>
              <a:rect l="0" t="0" r="0" b="0"/>
              <a:pathLst>
                <a:path w="2088998" h="3682871">
                  <a:moveTo>
                    <a:pt x="1987487" y="41706"/>
                  </a:moveTo>
                  <a:lnTo>
                    <a:pt x="1877912" y="69968"/>
                  </a:lnTo>
                  <a:lnTo>
                    <a:pt x="1818858" y="101074"/>
                  </a:lnTo>
                  <a:lnTo>
                    <a:pt x="1771628" y="148650"/>
                  </a:lnTo>
                  <a:lnTo>
                    <a:pt x="1743674" y="208385"/>
                  </a:lnTo>
                  <a:lnTo>
                    <a:pt x="1680388" y="280369"/>
                  </a:lnTo>
                  <a:lnTo>
                    <a:pt x="1684836" y="328588"/>
                  </a:lnTo>
                  <a:lnTo>
                    <a:pt x="1695432" y="362859"/>
                  </a:lnTo>
                  <a:lnTo>
                    <a:pt x="1690550" y="434293"/>
                  </a:lnTo>
                  <a:lnTo>
                    <a:pt x="1730583" y="503937"/>
                  </a:lnTo>
                  <a:lnTo>
                    <a:pt x="1809961" y="618039"/>
                  </a:lnTo>
                  <a:lnTo>
                    <a:pt x="1825114" y="795269"/>
                  </a:lnTo>
                  <a:lnTo>
                    <a:pt x="1885687" y="913867"/>
                  </a:lnTo>
                  <a:lnTo>
                    <a:pt x="1978519" y="1052146"/>
                  </a:lnTo>
                  <a:lnTo>
                    <a:pt x="2049905" y="1091464"/>
                  </a:lnTo>
                  <a:lnTo>
                    <a:pt x="2053377" y="1142895"/>
                  </a:lnTo>
                  <a:lnTo>
                    <a:pt x="2020432" y="1227817"/>
                  </a:lnTo>
                  <a:lnTo>
                    <a:pt x="1977000" y="1266630"/>
                  </a:lnTo>
                  <a:lnTo>
                    <a:pt x="2033487" y="1258877"/>
                  </a:lnTo>
                  <a:lnTo>
                    <a:pt x="2061622" y="1278284"/>
                  </a:lnTo>
                  <a:lnTo>
                    <a:pt x="2088998" y="1349121"/>
                  </a:lnTo>
                  <a:lnTo>
                    <a:pt x="2086864" y="1421426"/>
                  </a:lnTo>
                  <a:lnTo>
                    <a:pt x="2077606" y="1462167"/>
                  </a:lnTo>
                  <a:lnTo>
                    <a:pt x="2060501" y="1478408"/>
                  </a:lnTo>
                  <a:lnTo>
                    <a:pt x="2061224" y="1436796"/>
                  </a:lnTo>
                  <a:lnTo>
                    <a:pt x="2049110" y="1422344"/>
                  </a:lnTo>
                  <a:lnTo>
                    <a:pt x="2029111" y="1440374"/>
                  </a:lnTo>
                  <a:lnTo>
                    <a:pt x="2016165" y="1460928"/>
                  </a:lnTo>
                  <a:lnTo>
                    <a:pt x="2010776" y="1541905"/>
                  </a:lnTo>
                  <a:lnTo>
                    <a:pt x="1997071" y="1582370"/>
                  </a:lnTo>
                  <a:lnTo>
                    <a:pt x="1948612" y="1594390"/>
                  </a:lnTo>
                  <a:lnTo>
                    <a:pt x="1899466" y="1700646"/>
                  </a:lnTo>
                  <a:lnTo>
                    <a:pt x="1853755" y="1760931"/>
                  </a:lnTo>
                  <a:lnTo>
                    <a:pt x="1673879" y="2168566"/>
                  </a:lnTo>
                  <a:lnTo>
                    <a:pt x="1680750" y="2236697"/>
                  </a:lnTo>
                  <a:lnTo>
                    <a:pt x="1647841" y="2258627"/>
                  </a:lnTo>
                  <a:lnTo>
                    <a:pt x="1598008" y="2276474"/>
                  </a:lnTo>
                  <a:lnTo>
                    <a:pt x="1547596" y="2317214"/>
                  </a:lnTo>
                  <a:lnTo>
                    <a:pt x="1514145" y="2362130"/>
                  </a:lnTo>
                  <a:lnTo>
                    <a:pt x="1483081" y="2482929"/>
                  </a:lnTo>
                  <a:lnTo>
                    <a:pt x="1423556" y="2618915"/>
                  </a:lnTo>
                  <a:lnTo>
                    <a:pt x="1386416" y="2562254"/>
                  </a:lnTo>
                  <a:lnTo>
                    <a:pt x="1376905" y="2513760"/>
                  </a:lnTo>
                  <a:lnTo>
                    <a:pt x="1393432" y="2387272"/>
                  </a:lnTo>
                  <a:lnTo>
                    <a:pt x="1457803" y="2179898"/>
                  </a:lnTo>
                  <a:lnTo>
                    <a:pt x="1528719" y="2050978"/>
                  </a:lnTo>
                  <a:lnTo>
                    <a:pt x="1582819" y="1989868"/>
                  </a:lnTo>
                  <a:lnTo>
                    <a:pt x="1627300" y="1865306"/>
                  </a:lnTo>
                  <a:lnTo>
                    <a:pt x="1571103" y="1846725"/>
                  </a:lnTo>
                  <a:lnTo>
                    <a:pt x="1485432" y="1848744"/>
                  </a:lnTo>
                  <a:lnTo>
                    <a:pt x="1501560" y="1791257"/>
                  </a:lnTo>
                  <a:lnTo>
                    <a:pt x="1526549" y="1740607"/>
                  </a:lnTo>
                  <a:lnTo>
                    <a:pt x="1481888" y="1690140"/>
                  </a:lnTo>
                  <a:lnTo>
                    <a:pt x="1455452" y="1683717"/>
                  </a:lnTo>
                  <a:lnTo>
                    <a:pt x="1428221" y="1663025"/>
                  </a:lnTo>
                  <a:lnTo>
                    <a:pt x="1460153" y="1621000"/>
                  </a:lnTo>
                  <a:lnTo>
                    <a:pt x="1475740" y="1576589"/>
                  </a:lnTo>
                  <a:lnTo>
                    <a:pt x="1466229" y="1522544"/>
                  </a:lnTo>
                  <a:lnTo>
                    <a:pt x="1479609" y="1481849"/>
                  </a:lnTo>
                  <a:lnTo>
                    <a:pt x="1457296" y="1487997"/>
                  </a:lnTo>
                  <a:lnTo>
                    <a:pt x="1421422" y="1531077"/>
                  </a:lnTo>
                  <a:lnTo>
                    <a:pt x="1399110" y="1548282"/>
                  </a:lnTo>
                  <a:lnTo>
                    <a:pt x="1385512" y="1510156"/>
                  </a:lnTo>
                  <a:lnTo>
                    <a:pt x="1369998" y="1518782"/>
                  </a:lnTo>
                  <a:lnTo>
                    <a:pt x="1359909" y="1544979"/>
                  </a:lnTo>
                  <a:lnTo>
                    <a:pt x="1337017" y="1559385"/>
                  </a:lnTo>
                  <a:lnTo>
                    <a:pt x="1288667" y="1523553"/>
                  </a:lnTo>
                  <a:lnTo>
                    <a:pt x="1218184" y="1482537"/>
                  </a:lnTo>
                  <a:lnTo>
                    <a:pt x="1178947" y="1411975"/>
                  </a:lnTo>
                  <a:lnTo>
                    <a:pt x="1156562" y="1357287"/>
                  </a:lnTo>
                  <a:lnTo>
                    <a:pt x="1179309" y="1258326"/>
                  </a:lnTo>
                  <a:lnTo>
                    <a:pt x="1228021" y="1240755"/>
                  </a:lnTo>
                  <a:lnTo>
                    <a:pt x="1291307" y="1256812"/>
                  </a:lnTo>
                  <a:lnTo>
                    <a:pt x="1374265" y="1256675"/>
                  </a:lnTo>
                  <a:lnTo>
                    <a:pt x="1362404" y="1234699"/>
                  </a:lnTo>
                  <a:lnTo>
                    <a:pt x="1332786" y="1238323"/>
                  </a:lnTo>
                  <a:lnTo>
                    <a:pt x="1245343" y="1158035"/>
                  </a:lnTo>
                  <a:lnTo>
                    <a:pt x="1217208" y="1109541"/>
                  </a:lnTo>
                  <a:lnTo>
                    <a:pt x="1168821" y="1096236"/>
                  </a:lnTo>
                  <a:lnTo>
                    <a:pt x="1146762" y="1142849"/>
                  </a:lnTo>
                  <a:lnTo>
                    <a:pt x="1122279" y="1155236"/>
                  </a:lnTo>
                  <a:lnTo>
                    <a:pt x="1152512" y="1053247"/>
                  </a:lnTo>
                  <a:lnTo>
                    <a:pt x="1192038" y="1049072"/>
                  </a:lnTo>
                  <a:lnTo>
                    <a:pt x="1250406" y="1020811"/>
                  </a:lnTo>
                  <a:lnTo>
                    <a:pt x="1233445" y="961764"/>
                  </a:lnTo>
                  <a:lnTo>
                    <a:pt x="1196595" y="935934"/>
                  </a:lnTo>
                  <a:lnTo>
                    <a:pt x="1130054" y="968325"/>
                  </a:lnTo>
                  <a:lnTo>
                    <a:pt x="1130850" y="926804"/>
                  </a:lnTo>
                  <a:lnTo>
                    <a:pt x="1143326" y="873631"/>
                  </a:lnTo>
                  <a:lnTo>
                    <a:pt x="1193485" y="873814"/>
                  </a:lnTo>
                  <a:lnTo>
                    <a:pt x="1237423" y="891156"/>
                  </a:lnTo>
                  <a:lnTo>
                    <a:pt x="1274816" y="805271"/>
                  </a:lnTo>
                  <a:lnTo>
                    <a:pt x="1276480" y="766916"/>
                  </a:lnTo>
                  <a:lnTo>
                    <a:pt x="1214351" y="822659"/>
                  </a:lnTo>
                  <a:lnTo>
                    <a:pt x="1200392" y="702410"/>
                  </a:lnTo>
                  <a:lnTo>
                    <a:pt x="1261544" y="586428"/>
                  </a:lnTo>
                  <a:lnTo>
                    <a:pt x="1319876" y="535869"/>
                  </a:lnTo>
                  <a:lnTo>
                    <a:pt x="1392745" y="537337"/>
                  </a:lnTo>
                  <a:lnTo>
                    <a:pt x="1466807" y="529171"/>
                  </a:lnTo>
                  <a:lnTo>
                    <a:pt x="1420338" y="507929"/>
                  </a:lnTo>
                  <a:lnTo>
                    <a:pt x="1372638" y="496413"/>
                  </a:lnTo>
                  <a:lnTo>
                    <a:pt x="1408476" y="450580"/>
                  </a:lnTo>
                  <a:lnTo>
                    <a:pt x="1439034" y="442368"/>
                  </a:lnTo>
                  <a:lnTo>
                    <a:pt x="1469050" y="402407"/>
                  </a:lnTo>
                  <a:lnTo>
                    <a:pt x="1396868" y="408326"/>
                  </a:lnTo>
                  <a:lnTo>
                    <a:pt x="1405366" y="332717"/>
                  </a:lnTo>
                  <a:lnTo>
                    <a:pt x="1370287" y="348086"/>
                  </a:lnTo>
                  <a:lnTo>
                    <a:pt x="1328302" y="355198"/>
                  </a:lnTo>
                  <a:lnTo>
                    <a:pt x="1311956" y="387267"/>
                  </a:lnTo>
                  <a:lnTo>
                    <a:pt x="1315175" y="440533"/>
                  </a:lnTo>
                  <a:lnTo>
                    <a:pt x="1302915" y="475492"/>
                  </a:lnTo>
                  <a:lnTo>
                    <a:pt x="1270260" y="503570"/>
                  </a:lnTo>
                  <a:lnTo>
                    <a:pt x="1215111" y="525455"/>
                  </a:lnTo>
                  <a:lnTo>
                    <a:pt x="1209758" y="487513"/>
                  </a:lnTo>
                  <a:lnTo>
                    <a:pt x="1191532" y="470308"/>
                  </a:lnTo>
                  <a:lnTo>
                    <a:pt x="1184733" y="551560"/>
                  </a:lnTo>
                  <a:lnTo>
                    <a:pt x="1170268" y="579179"/>
                  </a:lnTo>
                  <a:lnTo>
                    <a:pt x="1129946" y="502928"/>
                  </a:lnTo>
                  <a:lnTo>
                    <a:pt x="1117831" y="518298"/>
                  </a:lnTo>
                  <a:lnTo>
                    <a:pt x="1119386" y="539952"/>
                  </a:lnTo>
                  <a:lnTo>
                    <a:pt x="1109080" y="577390"/>
                  </a:lnTo>
                  <a:lnTo>
                    <a:pt x="1074507" y="596888"/>
                  </a:lnTo>
                  <a:lnTo>
                    <a:pt x="1076641" y="644878"/>
                  </a:lnTo>
                  <a:lnTo>
                    <a:pt x="1063225" y="671029"/>
                  </a:lnTo>
                  <a:lnTo>
                    <a:pt x="952492" y="629371"/>
                  </a:lnTo>
                  <a:lnTo>
                    <a:pt x="949889" y="643501"/>
                  </a:lnTo>
                  <a:lnTo>
                    <a:pt x="1012524" y="733333"/>
                  </a:lnTo>
                  <a:lnTo>
                    <a:pt x="1058270" y="764026"/>
                  </a:lnTo>
                  <a:lnTo>
                    <a:pt x="1063839" y="813024"/>
                  </a:lnTo>
                  <a:lnTo>
                    <a:pt x="1024566" y="853673"/>
                  </a:lnTo>
                  <a:lnTo>
                    <a:pt x="970393" y="818576"/>
                  </a:lnTo>
                  <a:lnTo>
                    <a:pt x="961280" y="821145"/>
                  </a:lnTo>
                  <a:lnTo>
                    <a:pt x="990717" y="881338"/>
                  </a:lnTo>
                  <a:lnTo>
                    <a:pt x="1009269" y="933916"/>
                  </a:lnTo>
                  <a:lnTo>
                    <a:pt x="990175" y="977960"/>
                  </a:lnTo>
                  <a:lnTo>
                    <a:pt x="993140" y="1032189"/>
                  </a:lnTo>
                  <a:lnTo>
                    <a:pt x="989017" y="1081371"/>
                  </a:lnTo>
                  <a:lnTo>
                    <a:pt x="977337" y="1124268"/>
                  </a:lnTo>
                  <a:lnTo>
                    <a:pt x="1003663" y="1322006"/>
                  </a:lnTo>
                  <a:lnTo>
                    <a:pt x="1035379" y="1375777"/>
                  </a:lnTo>
                  <a:lnTo>
                    <a:pt x="1066552" y="1427207"/>
                  </a:lnTo>
                  <a:lnTo>
                    <a:pt x="1083078" y="1475334"/>
                  </a:lnTo>
                  <a:lnTo>
                    <a:pt x="1049989" y="1482354"/>
                  </a:lnTo>
                  <a:lnTo>
                    <a:pt x="997299" y="1442760"/>
                  </a:lnTo>
                  <a:lnTo>
                    <a:pt x="951010" y="1412572"/>
                  </a:lnTo>
                  <a:lnTo>
                    <a:pt x="895861" y="1316042"/>
                  </a:lnTo>
                  <a:lnTo>
                    <a:pt x="886747" y="1277504"/>
                  </a:lnTo>
                  <a:lnTo>
                    <a:pt x="873295" y="1247040"/>
                  </a:lnTo>
                  <a:lnTo>
                    <a:pt x="879804" y="1317006"/>
                  </a:lnTo>
                  <a:lnTo>
                    <a:pt x="899477" y="1395138"/>
                  </a:lnTo>
                  <a:lnTo>
                    <a:pt x="1072193" y="1569983"/>
                  </a:lnTo>
                  <a:lnTo>
                    <a:pt x="1104089" y="1637058"/>
                  </a:lnTo>
                  <a:lnTo>
                    <a:pt x="1128391" y="1689773"/>
                  </a:lnTo>
                  <a:lnTo>
                    <a:pt x="1122279" y="1740286"/>
                  </a:lnTo>
                  <a:lnTo>
                    <a:pt x="1077256" y="1704546"/>
                  </a:lnTo>
                  <a:lnTo>
                    <a:pt x="1038416" y="1658988"/>
                  </a:lnTo>
                  <a:lnTo>
                    <a:pt x="935315" y="1607512"/>
                  </a:lnTo>
                  <a:lnTo>
                    <a:pt x="805308" y="1574983"/>
                  </a:lnTo>
                  <a:lnTo>
                    <a:pt x="732004" y="1455331"/>
                  </a:lnTo>
                  <a:lnTo>
                    <a:pt x="732258" y="1505247"/>
                  </a:lnTo>
                  <a:lnTo>
                    <a:pt x="715984" y="1547594"/>
                  </a:lnTo>
                  <a:lnTo>
                    <a:pt x="671178" y="1495980"/>
                  </a:lnTo>
                  <a:lnTo>
                    <a:pt x="642934" y="1451936"/>
                  </a:lnTo>
                  <a:lnTo>
                    <a:pt x="633459" y="1403671"/>
                  </a:lnTo>
                  <a:lnTo>
                    <a:pt x="577515" y="1406974"/>
                  </a:lnTo>
                  <a:lnTo>
                    <a:pt x="518858" y="1448908"/>
                  </a:lnTo>
                  <a:lnTo>
                    <a:pt x="462117" y="1438952"/>
                  </a:lnTo>
                  <a:lnTo>
                    <a:pt x="455391" y="1357104"/>
                  </a:lnTo>
                  <a:lnTo>
                    <a:pt x="470724" y="1313748"/>
                  </a:lnTo>
                  <a:lnTo>
                    <a:pt x="534408" y="1211209"/>
                  </a:lnTo>
                  <a:lnTo>
                    <a:pt x="594403" y="1158861"/>
                  </a:lnTo>
                  <a:lnTo>
                    <a:pt x="620875" y="1091281"/>
                  </a:lnTo>
                  <a:lnTo>
                    <a:pt x="611834" y="986493"/>
                  </a:lnTo>
                  <a:lnTo>
                    <a:pt x="600551" y="1093116"/>
                  </a:lnTo>
                  <a:lnTo>
                    <a:pt x="566268" y="1145969"/>
                  </a:lnTo>
                  <a:lnTo>
                    <a:pt x="512384" y="1186342"/>
                  </a:lnTo>
                  <a:lnTo>
                    <a:pt x="441468" y="1258280"/>
                  </a:lnTo>
                  <a:lnTo>
                    <a:pt x="424146" y="1324805"/>
                  </a:lnTo>
                  <a:lnTo>
                    <a:pt x="402014" y="1449367"/>
                  </a:lnTo>
                  <a:lnTo>
                    <a:pt x="431957" y="1491529"/>
                  </a:lnTo>
                  <a:lnTo>
                    <a:pt x="462551" y="1502540"/>
                  </a:lnTo>
                  <a:lnTo>
                    <a:pt x="552924" y="1474279"/>
                  </a:lnTo>
                  <a:lnTo>
                    <a:pt x="599683" y="1486896"/>
                  </a:lnTo>
                  <a:lnTo>
                    <a:pt x="703689" y="1636874"/>
                  </a:lnTo>
                  <a:lnTo>
                    <a:pt x="897343" y="1696196"/>
                  </a:lnTo>
                  <a:lnTo>
                    <a:pt x="967970" y="1733266"/>
                  </a:lnTo>
                  <a:lnTo>
                    <a:pt x="1025542" y="1811536"/>
                  </a:lnTo>
                  <a:lnTo>
                    <a:pt x="1112081" y="1856589"/>
                  </a:lnTo>
                  <a:lnTo>
                    <a:pt x="1179237" y="1922058"/>
                  </a:lnTo>
                  <a:lnTo>
                    <a:pt x="1181045" y="1964772"/>
                  </a:lnTo>
                  <a:lnTo>
                    <a:pt x="1157792" y="2015285"/>
                  </a:lnTo>
                  <a:lnTo>
                    <a:pt x="1148606" y="2083644"/>
                  </a:lnTo>
                  <a:lnTo>
                    <a:pt x="1120073" y="2126771"/>
                  </a:lnTo>
                  <a:lnTo>
                    <a:pt x="1051580" y="2131726"/>
                  </a:lnTo>
                  <a:lnTo>
                    <a:pt x="1010209" y="2120623"/>
                  </a:lnTo>
                  <a:lnTo>
                    <a:pt x="787804" y="1880308"/>
                  </a:lnTo>
                  <a:lnTo>
                    <a:pt x="761261" y="1858195"/>
                  </a:lnTo>
                  <a:lnTo>
                    <a:pt x="678772" y="1732349"/>
                  </a:lnTo>
                  <a:lnTo>
                    <a:pt x="581999" y="1664952"/>
                  </a:lnTo>
                  <a:lnTo>
                    <a:pt x="552056" y="1666374"/>
                  </a:lnTo>
                  <a:lnTo>
                    <a:pt x="689802" y="1791028"/>
                  </a:lnTo>
                  <a:lnTo>
                    <a:pt x="746036" y="1878198"/>
                  </a:lnTo>
                  <a:lnTo>
                    <a:pt x="845087" y="2000420"/>
                  </a:lnTo>
                  <a:lnTo>
                    <a:pt x="915895" y="2052171"/>
                  </a:lnTo>
                  <a:lnTo>
                    <a:pt x="968006" y="2132918"/>
                  </a:lnTo>
                  <a:lnTo>
                    <a:pt x="1016429" y="2170769"/>
                  </a:lnTo>
                  <a:lnTo>
                    <a:pt x="1148642" y="2224676"/>
                  </a:lnTo>
                  <a:lnTo>
                    <a:pt x="1102679" y="2263398"/>
                  </a:lnTo>
                  <a:lnTo>
                    <a:pt x="1176054" y="2296385"/>
                  </a:lnTo>
                  <a:lnTo>
                    <a:pt x="1186542" y="2357037"/>
                  </a:lnTo>
                  <a:lnTo>
                    <a:pt x="1179815" y="2426177"/>
                  </a:lnTo>
                  <a:lnTo>
                    <a:pt x="1077979" y="2398833"/>
                  </a:lnTo>
                  <a:lnTo>
                    <a:pt x="1074652" y="2449759"/>
                  </a:lnTo>
                  <a:lnTo>
                    <a:pt x="1083765" y="2479810"/>
                  </a:lnTo>
                  <a:lnTo>
                    <a:pt x="1038778" y="2504630"/>
                  </a:lnTo>
                  <a:lnTo>
                    <a:pt x="976216" y="2470955"/>
                  </a:lnTo>
                  <a:lnTo>
                    <a:pt x="813770" y="2286751"/>
                  </a:lnTo>
                  <a:lnTo>
                    <a:pt x="815144" y="2311388"/>
                  </a:lnTo>
                  <a:lnTo>
                    <a:pt x="828307" y="2339970"/>
                  </a:lnTo>
                  <a:lnTo>
                    <a:pt x="922513" y="2458568"/>
                  </a:lnTo>
                  <a:lnTo>
                    <a:pt x="1006593" y="2529680"/>
                  </a:lnTo>
                  <a:lnTo>
                    <a:pt x="1077871" y="2561796"/>
                  </a:lnTo>
                  <a:lnTo>
                    <a:pt x="1132803" y="2621392"/>
                  </a:lnTo>
                  <a:lnTo>
                    <a:pt x="1152186" y="2657453"/>
                  </a:lnTo>
                  <a:lnTo>
                    <a:pt x="1165133" y="2712141"/>
                  </a:lnTo>
                  <a:lnTo>
                    <a:pt x="1124413" y="2749303"/>
                  </a:lnTo>
                  <a:lnTo>
                    <a:pt x="1078051" y="2769811"/>
                  </a:lnTo>
                  <a:lnTo>
                    <a:pt x="1032775" y="2732741"/>
                  </a:lnTo>
                  <a:lnTo>
                    <a:pt x="999577" y="2693698"/>
                  </a:lnTo>
                  <a:lnTo>
                    <a:pt x="928878" y="2627403"/>
                  </a:lnTo>
                  <a:lnTo>
                    <a:pt x="907686" y="2553308"/>
                  </a:lnTo>
                  <a:lnTo>
                    <a:pt x="853911" y="2557116"/>
                  </a:lnTo>
                  <a:lnTo>
                    <a:pt x="629156" y="2463156"/>
                  </a:lnTo>
                  <a:lnTo>
                    <a:pt x="448520" y="2452328"/>
                  </a:lnTo>
                  <a:lnTo>
                    <a:pt x="466168" y="2471230"/>
                  </a:lnTo>
                  <a:lnTo>
                    <a:pt x="489023" y="2483801"/>
                  </a:lnTo>
                  <a:lnTo>
                    <a:pt x="632881" y="2506970"/>
                  </a:lnTo>
                  <a:lnTo>
                    <a:pt x="689730" y="2550234"/>
                  </a:lnTo>
                  <a:lnTo>
                    <a:pt x="808056" y="2588635"/>
                  </a:lnTo>
                  <a:lnTo>
                    <a:pt x="877345" y="2599141"/>
                  </a:lnTo>
                  <a:lnTo>
                    <a:pt x="905444" y="2717096"/>
                  </a:lnTo>
                  <a:lnTo>
                    <a:pt x="1001204" y="2798256"/>
                  </a:lnTo>
                  <a:lnTo>
                    <a:pt x="1013645" y="2858403"/>
                  </a:lnTo>
                  <a:lnTo>
                    <a:pt x="1079028" y="2865148"/>
                  </a:lnTo>
                  <a:lnTo>
                    <a:pt x="1194063" y="2806147"/>
                  </a:lnTo>
                  <a:lnTo>
                    <a:pt x="1268307" y="2826839"/>
                  </a:lnTo>
                  <a:lnTo>
                    <a:pt x="1375386" y="2843722"/>
                  </a:lnTo>
                  <a:lnTo>
                    <a:pt x="1399869" y="2891345"/>
                  </a:lnTo>
                  <a:lnTo>
                    <a:pt x="1418240" y="2981956"/>
                  </a:lnTo>
                  <a:lnTo>
                    <a:pt x="1456103" y="3083899"/>
                  </a:lnTo>
                  <a:lnTo>
                    <a:pt x="1554287" y="3485845"/>
                  </a:lnTo>
                  <a:lnTo>
                    <a:pt x="1642687" y="3682871"/>
                  </a:lnTo>
                  <a:lnTo>
                    <a:pt x="1615976" y="3682871"/>
                  </a:lnTo>
                  <a:lnTo>
                    <a:pt x="1576238" y="3603800"/>
                  </a:lnTo>
                  <a:lnTo>
                    <a:pt x="1515845" y="3446573"/>
                  </a:lnTo>
                  <a:lnTo>
                    <a:pt x="1453789" y="3168959"/>
                  </a:lnTo>
                  <a:lnTo>
                    <a:pt x="1435779" y="3106793"/>
                  </a:lnTo>
                  <a:lnTo>
                    <a:pt x="1414588" y="3081972"/>
                  </a:lnTo>
                  <a:lnTo>
                    <a:pt x="1400629" y="3102159"/>
                  </a:lnTo>
                  <a:lnTo>
                    <a:pt x="1394625" y="3137532"/>
                  </a:lnTo>
                  <a:lnTo>
                    <a:pt x="1404751" y="3164692"/>
                  </a:lnTo>
                  <a:lnTo>
                    <a:pt x="1380305" y="3256083"/>
                  </a:lnTo>
                  <a:lnTo>
                    <a:pt x="1390901" y="3298016"/>
                  </a:lnTo>
                  <a:lnTo>
                    <a:pt x="1430608" y="3341372"/>
                  </a:lnTo>
                  <a:lnTo>
                    <a:pt x="1473751" y="3449555"/>
                  </a:lnTo>
                  <a:lnTo>
                    <a:pt x="1508214" y="3595221"/>
                  </a:lnTo>
                  <a:lnTo>
                    <a:pt x="1461600" y="3536174"/>
                  </a:lnTo>
                  <a:lnTo>
                    <a:pt x="1411839" y="3504885"/>
                  </a:lnTo>
                  <a:lnTo>
                    <a:pt x="1334413" y="3480890"/>
                  </a:lnTo>
                  <a:lnTo>
                    <a:pt x="1265450" y="3438819"/>
                  </a:lnTo>
                  <a:lnTo>
                    <a:pt x="1270477" y="3499150"/>
                  </a:lnTo>
                  <a:lnTo>
                    <a:pt x="1263859" y="3564298"/>
                  </a:lnTo>
                  <a:lnTo>
                    <a:pt x="1210699" y="3544433"/>
                  </a:lnTo>
                  <a:lnTo>
                    <a:pt x="1174535" y="3522824"/>
                  </a:lnTo>
                  <a:lnTo>
                    <a:pt x="1206540" y="3592239"/>
                  </a:lnTo>
                  <a:lnTo>
                    <a:pt x="1137070" y="3571410"/>
                  </a:lnTo>
                  <a:lnTo>
                    <a:pt x="1090781" y="3575768"/>
                  </a:lnTo>
                  <a:lnTo>
                    <a:pt x="1060693" y="3637384"/>
                  </a:lnTo>
                  <a:lnTo>
                    <a:pt x="1020335" y="3674775"/>
                  </a:lnTo>
                  <a:lnTo>
                    <a:pt x="980297" y="3682871"/>
                  </a:lnTo>
                  <a:lnTo>
                    <a:pt x="954427" y="3682871"/>
                  </a:lnTo>
                  <a:lnTo>
                    <a:pt x="872137" y="3630502"/>
                  </a:lnTo>
                  <a:lnTo>
                    <a:pt x="843460" y="3562096"/>
                  </a:lnTo>
                  <a:lnTo>
                    <a:pt x="831598" y="3485937"/>
                  </a:lnTo>
                  <a:lnTo>
                    <a:pt x="826861" y="3575997"/>
                  </a:lnTo>
                  <a:lnTo>
                    <a:pt x="842628" y="3669774"/>
                  </a:lnTo>
                  <a:lnTo>
                    <a:pt x="841612" y="3682871"/>
                  </a:lnTo>
                  <a:lnTo>
                    <a:pt x="0" y="3682871"/>
                  </a:lnTo>
                  <a:lnTo>
                    <a:pt x="0" y="0"/>
                  </a:lnTo>
                  <a:lnTo>
                    <a:pt x="2024089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5159228" y="2035019"/>
              <a:ext cx="108453" cy="203932"/>
            </a:xfrm>
            <a:custGeom>
              <a:avLst/>
              <a:gdLst/>
              <a:ahLst/>
              <a:cxnLst/>
              <a:rect l="0" t="0" r="0" b="0"/>
              <a:pathLst>
                <a:path w="108453" h="203932">
                  <a:moveTo>
                    <a:pt x="1988" y="203932"/>
                  </a:moveTo>
                  <a:lnTo>
                    <a:pt x="0" y="176588"/>
                  </a:lnTo>
                  <a:lnTo>
                    <a:pt x="108453" y="0"/>
                  </a:lnTo>
                  <a:lnTo>
                    <a:pt x="88853" y="617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4325772" y="3395883"/>
              <a:ext cx="207830" cy="400294"/>
            </a:xfrm>
            <a:custGeom>
              <a:avLst/>
              <a:gdLst/>
              <a:ahLst/>
              <a:cxnLst/>
              <a:rect l="0" t="0" r="0" b="0"/>
              <a:pathLst>
                <a:path w="207830" h="400294">
                  <a:moveTo>
                    <a:pt x="0" y="400294"/>
                  </a:moveTo>
                  <a:lnTo>
                    <a:pt x="112974" y="212144"/>
                  </a:lnTo>
                  <a:lnTo>
                    <a:pt x="178574" y="54504"/>
                  </a:lnTo>
                  <a:lnTo>
                    <a:pt x="207830" y="0"/>
                  </a:lnTo>
                  <a:lnTo>
                    <a:pt x="179442" y="110476"/>
                  </a:lnTo>
                  <a:lnTo>
                    <a:pt x="129826" y="212052"/>
                  </a:lnTo>
                  <a:lnTo>
                    <a:pt x="33668" y="3850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t665"/>
            <p:cNvSpPr/>
            <p:nvPr/>
          </p:nvSpPr>
          <p:spPr>
            <a:xfrm>
              <a:off x="4042131" y="3963949"/>
              <a:ext cx="144506" cy="144506"/>
            </a:xfrm>
            <a:prstGeom prst="ellipse">
              <a:avLst/>
            </a:prstGeom>
            <a:solidFill>
              <a:srgbClr val="56BF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t666"/>
            <p:cNvSpPr/>
            <p:nvPr/>
          </p:nvSpPr>
          <p:spPr>
            <a:xfrm>
              <a:off x="4598279" y="2594972"/>
              <a:ext cx="144506" cy="144506"/>
            </a:xfrm>
            <a:prstGeom prst="ellipse">
              <a:avLst/>
            </a:prstGeom>
            <a:solidFill>
              <a:srgbClr val="6AD1B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t667"/>
            <p:cNvSpPr/>
            <p:nvPr/>
          </p:nvSpPr>
          <p:spPr>
            <a:xfrm>
              <a:off x="4150995" y="2255653"/>
              <a:ext cx="144506" cy="144506"/>
            </a:xfrm>
            <a:prstGeom prst="ellipse">
              <a:avLst/>
            </a:prstGeom>
            <a:solidFill>
              <a:srgbClr val="3A75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t668"/>
            <p:cNvSpPr/>
            <p:nvPr/>
          </p:nvSpPr>
          <p:spPr>
            <a:xfrm>
              <a:off x="3069870" y="3287113"/>
              <a:ext cx="144506" cy="144506"/>
            </a:xfrm>
            <a:prstGeom prst="ellipse">
              <a:avLst/>
            </a:prstGeom>
            <a:solidFill>
              <a:srgbClr val="3A7E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t669"/>
            <p:cNvSpPr/>
            <p:nvPr/>
          </p:nvSpPr>
          <p:spPr>
            <a:xfrm>
              <a:off x="3376420" y="4483362"/>
              <a:ext cx="144506" cy="144506"/>
            </a:xfrm>
            <a:prstGeom prst="ellipse">
              <a:avLst/>
            </a:prstGeom>
            <a:solidFill>
              <a:srgbClr val="57C0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t670"/>
            <p:cNvSpPr/>
            <p:nvPr/>
          </p:nvSpPr>
          <p:spPr>
            <a:xfrm>
              <a:off x="3424036" y="3595130"/>
              <a:ext cx="198708" cy="198708"/>
            </a:xfrm>
            <a:prstGeom prst="ellipse">
              <a:avLst/>
            </a:prstGeom>
            <a:solidFill>
              <a:srgbClr val="3699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t671"/>
            <p:cNvSpPr/>
            <p:nvPr/>
          </p:nvSpPr>
          <p:spPr>
            <a:xfrm>
              <a:off x="3396285" y="4283874"/>
              <a:ext cx="198708" cy="198708"/>
            </a:xfrm>
            <a:prstGeom prst="ellipse">
              <a:avLst/>
            </a:prstGeom>
            <a:solidFill>
              <a:srgbClr val="C5EDD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t672"/>
            <p:cNvSpPr/>
            <p:nvPr/>
          </p:nvSpPr>
          <p:spPr>
            <a:xfrm>
              <a:off x="3349319" y="4456260"/>
              <a:ext cx="198708" cy="198708"/>
            </a:xfrm>
            <a:prstGeom prst="ellipse">
              <a:avLst/>
            </a:prstGeom>
            <a:solidFill>
              <a:srgbClr val="5FCC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3287769" y="4134760"/>
              <a:ext cx="267615" cy="231762"/>
            </a:xfrm>
            <a:custGeom>
              <a:avLst/>
              <a:gdLst/>
              <a:ahLst/>
              <a:cxnLst/>
              <a:rect l="0" t="0" r="0" b="0"/>
              <a:pathLst>
                <a:path w="267615" h="231762">
                  <a:moveTo>
                    <a:pt x="133807" y="0"/>
                  </a:moveTo>
                  <a:lnTo>
                    <a:pt x="267615" y="231762"/>
                  </a:lnTo>
                  <a:lnTo>
                    <a:pt x="0" y="231762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l674"/>
            <p:cNvSpPr/>
            <p:nvPr/>
          </p:nvSpPr>
          <p:spPr>
            <a:xfrm>
              <a:off x="3536967" y="3324743"/>
              <a:ext cx="1087494" cy="365182"/>
            </a:xfrm>
            <a:custGeom>
              <a:avLst/>
              <a:gdLst/>
              <a:ahLst/>
              <a:cxnLst/>
              <a:rect l="0" t="0" r="0" b="0"/>
              <a:pathLst>
                <a:path w="1087494" h="365182">
                  <a:moveTo>
                    <a:pt x="1087494" y="0"/>
                  </a:moveTo>
                  <a:lnTo>
                    <a:pt x="0" y="36518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l675"/>
            <p:cNvSpPr/>
            <p:nvPr/>
          </p:nvSpPr>
          <p:spPr>
            <a:xfrm>
              <a:off x="3508990" y="3882993"/>
              <a:ext cx="1281372" cy="495077"/>
            </a:xfrm>
            <a:custGeom>
              <a:avLst/>
              <a:gdLst/>
              <a:ahLst/>
              <a:cxnLst/>
              <a:rect l="0" t="0" r="0" b="0"/>
              <a:pathLst>
                <a:path w="1281372" h="495077">
                  <a:moveTo>
                    <a:pt x="1281372" y="0"/>
                  </a:moveTo>
                  <a:lnTo>
                    <a:pt x="0" y="495077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l676"/>
            <p:cNvSpPr/>
            <p:nvPr/>
          </p:nvSpPr>
          <p:spPr>
            <a:xfrm>
              <a:off x="3462629" y="4296858"/>
              <a:ext cx="1082356" cy="255462"/>
            </a:xfrm>
            <a:custGeom>
              <a:avLst/>
              <a:gdLst/>
              <a:ahLst/>
              <a:cxnLst/>
              <a:rect l="0" t="0" r="0" b="0"/>
              <a:pathLst>
                <a:path w="1082356" h="255462">
                  <a:moveTo>
                    <a:pt x="1082356" y="0"/>
                  </a:moveTo>
                  <a:lnTo>
                    <a:pt x="0" y="25546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4624462" y="3156336"/>
              <a:ext cx="1500987" cy="324612"/>
            </a:xfrm>
            <a:custGeom>
              <a:avLst/>
              <a:gdLst/>
              <a:ahLst/>
              <a:cxnLst/>
              <a:rect l="0" t="0" r="0" b="0"/>
              <a:pathLst>
                <a:path w="1500987" h="324612">
                  <a:moveTo>
                    <a:pt x="27431" y="324612"/>
                  </a:moveTo>
                  <a:lnTo>
                    <a:pt x="1473555" y="324612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80"/>
                  </a:lnTo>
                  <a:lnTo>
                    <a:pt x="1500987" y="27432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tx678"/>
            <p:cNvSpPr/>
            <p:nvPr/>
          </p:nvSpPr>
          <p:spPr>
            <a:xfrm>
              <a:off x="4670182" y="3202056"/>
              <a:ext cx="140954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S1</a:t>
              </a:r>
              <a:r>
                <a:rPr lang="en-US"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-</a:t>
              </a:r>
              <a:r>
                <a:rPr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LOLA</a:t>
              </a:r>
            </a:p>
          </p:txBody>
        </p:sp>
        <p:sp>
          <p:nvSpPr>
            <p:cNvPr id="679" name="pg679"/>
            <p:cNvSpPr/>
            <p:nvPr/>
          </p:nvSpPr>
          <p:spPr>
            <a:xfrm>
              <a:off x="4790362" y="3714528"/>
              <a:ext cx="1554937" cy="324612"/>
            </a:xfrm>
            <a:custGeom>
              <a:avLst/>
              <a:gdLst/>
              <a:ahLst/>
              <a:cxnLst/>
              <a:rect l="0" t="0" r="0" b="0"/>
              <a:pathLst>
                <a:path w="1554937" h="324612">
                  <a:moveTo>
                    <a:pt x="27432" y="324612"/>
                  </a:moveTo>
                  <a:lnTo>
                    <a:pt x="1527505" y="324612"/>
                  </a:lnTo>
                  <a:lnTo>
                    <a:pt x="1526400" y="324589"/>
                  </a:lnTo>
                  <a:lnTo>
                    <a:pt x="1530811" y="324411"/>
                  </a:lnTo>
                  <a:lnTo>
                    <a:pt x="1535137" y="323528"/>
                  </a:lnTo>
                  <a:lnTo>
                    <a:pt x="1539265" y="321963"/>
                  </a:lnTo>
                  <a:lnTo>
                    <a:pt x="1543088" y="319756"/>
                  </a:lnTo>
                  <a:lnTo>
                    <a:pt x="1546508" y="316964"/>
                  </a:lnTo>
                  <a:lnTo>
                    <a:pt x="1549435" y="313659"/>
                  </a:lnTo>
                  <a:lnTo>
                    <a:pt x="1551795" y="309928"/>
                  </a:lnTo>
                  <a:lnTo>
                    <a:pt x="1553525" y="305866"/>
                  </a:lnTo>
                  <a:lnTo>
                    <a:pt x="1554581" y="301580"/>
                  </a:lnTo>
                  <a:lnTo>
                    <a:pt x="1554937" y="297180"/>
                  </a:lnTo>
                  <a:lnTo>
                    <a:pt x="1554937" y="27432"/>
                  </a:lnTo>
                  <a:lnTo>
                    <a:pt x="1554581" y="23031"/>
                  </a:lnTo>
                  <a:lnTo>
                    <a:pt x="1553525" y="18745"/>
                  </a:lnTo>
                  <a:lnTo>
                    <a:pt x="1551795" y="14683"/>
                  </a:lnTo>
                  <a:lnTo>
                    <a:pt x="1549435" y="10952"/>
                  </a:lnTo>
                  <a:lnTo>
                    <a:pt x="1546508" y="7647"/>
                  </a:lnTo>
                  <a:lnTo>
                    <a:pt x="1543088" y="4855"/>
                  </a:lnTo>
                  <a:lnTo>
                    <a:pt x="1539265" y="2648"/>
                  </a:lnTo>
                  <a:lnTo>
                    <a:pt x="1535137" y="1083"/>
                  </a:lnTo>
                  <a:lnTo>
                    <a:pt x="1530811" y="200"/>
                  </a:lnTo>
                  <a:lnTo>
                    <a:pt x="152750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tx680"/>
            <p:cNvSpPr/>
            <p:nvPr/>
          </p:nvSpPr>
          <p:spPr>
            <a:xfrm>
              <a:off x="4836082" y="3760248"/>
              <a:ext cx="146349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S2</a:t>
              </a:r>
              <a:r>
                <a:rPr lang="en-US"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-</a:t>
              </a:r>
              <a:r>
                <a:rPr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DEBY</a:t>
              </a:r>
            </a:p>
          </p:txBody>
        </p:sp>
        <p:sp>
          <p:nvSpPr>
            <p:cNvPr id="681" name="pg681"/>
            <p:cNvSpPr/>
            <p:nvPr/>
          </p:nvSpPr>
          <p:spPr>
            <a:xfrm>
              <a:off x="4544986" y="4130564"/>
              <a:ext cx="1193383" cy="324611"/>
            </a:xfrm>
            <a:custGeom>
              <a:avLst/>
              <a:gdLst/>
              <a:ahLst/>
              <a:cxnLst/>
              <a:rect l="0" t="0" r="0" b="0"/>
              <a:pathLst>
                <a:path w="1193383" h="324611">
                  <a:moveTo>
                    <a:pt x="27431" y="324611"/>
                  </a:moveTo>
                  <a:lnTo>
                    <a:pt x="1165951" y="324611"/>
                  </a:lnTo>
                  <a:lnTo>
                    <a:pt x="1164846" y="324589"/>
                  </a:lnTo>
                  <a:lnTo>
                    <a:pt x="1169258" y="324411"/>
                  </a:lnTo>
                  <a:lnTo>
                    <a:pt x="1173583" y="323528"/>
                  </a:lnTo>
                  <a:lnTo>
                    <a:pt x="1177711" y="321963"/>
                  </a:lnTo>
                  <a:lnTo>
                    <a:pt x="1181534" y="319756"/>
                  </a:lnTo>
                  <a:lnTo>
                    <a:pt x="1184954" y="316964"/>
                  </a:lnTo>
                  <a:lnTo>
                    <a:pt x="1187881" y="313659"/>
                  </a:lnTo>
                  <a:lnTo>
                    <a:pt x="1190241" y="309928"/>
                  </a:lnTo>
                  <a:lnTo>
                    <a:pt x="1191971" y="305866"/>
                  </a:lnTo>
                  <a:lnTo>
                    <a:pt x="1193028" y="301580"/>
                  </a:lnTo>
                  <a:lnTo>
                    <a:pt x="1193383" y="297179"/>
                  </a:lnTo>
                  <a:lnTo>
                    <a:pt x="1193383" y="27431"/>
                  </a:lnTo>
                  <a:lnTo>
                    <a:pt x="1193028" y="23031"/>
                  </a:lnTo>
                  <a:lnTo>
                    <a:pt x="1191971" y="18745"/>
                  </a:lnTo>
                  <a:lnTo>
                    <a:pt x="1190241" y="14683"/>
                  </a:lnTo>
                  <a:lnTo>
                    <a:pt x="1187881" y="10952"/>
                  </a:lnTo>
                  <a:lnTo>
                    <a:pt x="1184954" y="7647"/>
                  </a:lnTo>
                  <a:lnTo>
                    <a:pt x="1181534" y="4855"/>
                  </a:lnTo>
                  <a:lnTo>
                    <a:pt x="1177711" y="2648"/>
                  </a:lnTo>
                  <a:lnTo>
                    <a:pt x="1173583" y="1083"/>
                  </a:lnTo>
                  <a:lnTo>
                    <a:pt x="1169258" y="200"/>
                  </a:lnTo>
                  <a:lnTo>
                    <a:pt x="116595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tx682"/>
            <p:cNvSpPr/>
            <p:nvPr/>
          </p:nvSpPr>
          <p:spPr>
            <a:xfrm>
              <a:off x="4590706" y="4176284"/>
              <a:ext cx="1101943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W4</a:t>
              </a:r>
              <a:r>
                <a:rPr lang="en-US"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-</a:t>
              </a:r>
              <a:r>
                <a:rPr sz="2560" dirty="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</a:t>
              </a:r>
            </a:p>
          </p:txBody>
        </p:sp>
        <p:sp>
          <p:nvSpPr>
            <p:cNvPr id="683" name="rc683"/>
            <p:cNvSpPr/>
            <p:nvPr/>
          </p:nvSpPr>
          <p:spPr>
            <a:xfrm>
              <a:off x="2483768" y="1844824"/>
              <a:ext cx="3967904" cy="3744416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tx720"/>
            <p:cNvSpPr/>
            <p:nvPr/>
          </p:nvSpPr>
          <p:spPr>
            <a:xfrm>
              <a:off x="459321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endParaRPr sz="880" dirty="0">
                <a:solidFill>
                  <a:srgbClr val="4D4D4D">
                    <a:alpha val="100000"/>
                  </a:srgbClr>
                </a:solidFill>
                <a:latin typeface="Symbol"/>
                <a:cs typeface="Symbol"/>
              </a:endParaRPr>
            </a:p>
          </p:txBody>
        </p:sp>
        <p:sp>
          <p:nvSpPr>
            <p:cNvPr id="733" name="pl733"/>
            <p:cNvSpPr/>
            <p:nvPr/>
          </p:nvSpPr>
          <p:spPr>
            <a:xfrm>
              <a:off x="6836004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l734"/>
            <p:cNvSpPr/>
            <p:nvPr/>
          </p:nvSpPr>
          <p:spPr>
            <a:xfrm>
              <a:off x="6836004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l735"/>
            <p:cNvSpPr/>
            <p:nvPr/>
          </p:nvSpPr>
          <p:spPr>
            <a:xfrm>
              <a:off x="6836004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l736"/>
            <p:cNvSpPr/>
            <p:nvPr/>
          </p:nvSpPr>
          <p:spPr>
            <a:xfrm>
              <a:off x="6836004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l737"/>
            <p:cNvSpPr/>
            <p:nvPr/>
          </p:nvSpPr>
          <p:spPr>
            <a:xfrm>
              <a:off x="6836004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l738"/>
            <p:cNvSpPr/>
            <p:nvPr/>
          </p:nvSpPr>
          <p:spPr>
            <a:xfrm>
              <a:off x="6660439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l739"/>
            <p:cNvSpPr/>
            <p:nvPr/>
          </p:nvSpPr>
          <p:spPr>
            <a:xfrm>
              <a:off x="6660439" y="406913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l740"/>
            <p:cNvSpPr/>
            <p:nvPr/>
          </p:nvSpPr>
          <p:spPr>
            <a:xfrm>
              <a:off x="6660439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l741"/>
            <p:cNvSpPr/>
            <p:nvPr/>
          </p:nvSpPr>
          <p:spPr>
            <a:xfrm>
              <a:off x="6660439" y="352231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l742"/>
            <p:cNvSpPr/>
            <p:nvPr/>
          </p:nvSpPr>
          <p:spPr>
            <a:xfrm>
              <a:off x="6660439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6C97EF-11E4-4BA9-F46A-4AD3399FBD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30" name="Group 4729">
            <a:extLst>
              <a:ext uri="{FF2B5EF4-FFF2-40B4-BE49-F238E27FC236}">
                <a16:creationId xmlns:a16="http://schemas.microsoft.com/office/drawing/2014/main" id="{155B3AA3-A0CF-6F03-BCA0-E7980ADA2412}"/>
              </a:ext>
            </a:extLst>
          </p:cNvPr>
          <p:cNvGrpSpPr/>
          <p:nvPr/>
        </p:nvGrpSpPr>
        <p:grpSpPr>
          <a:xfrm>
            <a:off x="1654055" y="1166019"/>
            <a:ext cx="5835888" cy="4525962"/>
            <a:chOff x="1196855" y="0"/>
            <a:chExt cx="5835888" cy="4525962"/>
          </a:xfrm>
        </p:grpSpPr>
        <p:grpSp>
          <p:nvGrpSpPr>
            <p:cNvPr id="2" name="Content Placeholder 2">
              <a:extLst>
                <a:ext uri="{FF2B5EF4-FFF2-40B4-BE49-F238E27FC236}">
                  <a16:creationId xmlns:a16="http://schemas.microsoft.com/office/drawing/2014/main" id="{80BBA03A-D72A-6F03-94DB-EB9D0D38542B}"/>
                </a:ext>
              </a:extLst>
            </p:cNvPr>
            <p:cNvGrpSpPr/>
            <p:nvPr/>
          </p:nvGrpSpPr>
          <p:grpSpPr>
            <a:xfrm>
              <a:off x="1196855" y="0"/>
              <a:ext cx="5835888" cy="4525962"/>
              <a:chOff x="1654055" y="1600200"/>
              <a:chExt cx="5835888" cy="4525962"/>
            </a:xfrm>
          </p:grpSpPr>
          <p:sp>
            <p:nvSpPr>
              <p:cNvPr id="4" name="rc4">
                <a:extLst>
                  <a:ext uri="{FF2B5EF4-FFF2-40B4-BE49-F238E27FC236}">
                    <a16:creationId xmlns:a16="http://schemas.microsoft.com/office/drawing/2014/main" id="{054435DD-CB07-B72B-3A28-3CA278A05A6D}"/>
                  </a:ext>
                </a:extLst>
              </p:cNvPr>
              <p:cNvSpPr/>
              <p:nvPr/>
            </p:nvSpPr>
            <p:spPr>
              <a:xfrm>
                <a:off x="1654055" y="1600200"/>
                <a:ext cx="5835888" cy="4525962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  <a:ln w="13550" cap="rnd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" name="rc5">
                <a:extLst>
                  <a:ext uri="{FF2B5EF4-FFF2-40B4-BE49-F238E27FC236}">
                    <a16:creationId xmlns:a16="http://schemas.microsoft.com/office/drawing/2014/main" id="{DF4DEF6D-C471-FDF8-C43A-F33E2341F083}"/>
                  </a:ext>
                </a:extLst>
              </p:cNvPr>
              <p:cNvSpPr/>
              <p:nvPr/>
            </p:nvSpPr>
            <p:spPr>
              <a:xfrm>
                <a:off x="2201917" y="2354586"/>
                <a:ext cx="4342247" cy="3366361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" name="pl6">
                <a:extLst>
                  <a:ext uri="{FF2B5EF4-FFF2-40B4-BE49-F238E27FC236}">
                    <a16:creationId xmlns:a16="http://schemas.microsoft.com/office/drawing/2014/main" id="{C9F0CC6C-0E67-555B-A64D-FFD741DBD284}"/>
                  </a:ext>
                </a:extLst>
              </p:cNvPr>
              <p:cNvSpPr/>
              <p:nvPr/>
            </p:nvSpPr>
            <p:spPr>
              <a:xfrm>
                <a:off x="2610961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" name="pl7">
                <a:extLst>
                  <a:ext uri="{FF2B5EF4-FFF2-40B4-BE49-F238E27FC236}">
                    <a16:creationId xmlns:a16="http://schemas.microsoft.com/office/drawing/2014/main" id="{349CCC4F-521C-5E11-F203-DD709030BFEF}"/>
                  </a:ext>
                </a:extLst>
              </p:cNvPr>
              <p:cNvSpPr/>
              <p:nvPr/>
            </p:nvSpPr>
            <p:spPr>
              <a:xfrm>
                <a:off x="314013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" name="pl8">
                <a:extLst>
                  <a:ext uri="{FF2B5EF4-FFF2-40B4-BE49-F238E27FC236}">
                    <a16:creationId xmlns:a16="http://schemas.microsoft.com/office/drawing/2014/main" id="{D83F677B-5D6B-2CF8-8C29-3C5A10778EF3}"/>
                  </a:ext>
                </a:extLst>
              </p:cNvPr>
              <p:cNvSpPr/>
              <p:nvPr/>
            </p:nvSpPr>
            <p:spPr>
              <a:xfrm>
                <a:off x="366931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" name="pl9">
                <a:extLst>
                  <a:ext uri="{FF2B5EF4-FFF2-40B4-BE49-F238E27FC236}">
                    <a16:creationId xmlns:a16="http://schemas.microsoft.com/office/drawing/2014/main" id="{D5B60D19-D080-882C-76FE-5F42E284562A}"/>
                  </a:ext>
                </a:extLst>
              </p:cNvPr>
              <p:cNvSpPr/>
              <p:nvPr/>
            </p:nvSpPr>
            <p:spPr>
              <a:xfrm>
                <a:off x="419848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" name="pl10">
                <a:extLst>
                  <a:ext uri="{FF2B5EF4-FFF2-40B4-BE49-F238E27FC236}">
                    <a16:creationId xmlns:a16="http://schemas.microsoft.com/office/drawing/2014/main" id="{66AC0C74-766E-0AE0-167E-752C9F12E845}"/>
                  </a:ext>
                </a:extLst>
              </p:cNvPr>
              <p:cNvSpPr/>
              <p:nvPr/>
            </p:nvSpPr>
            <p:spPr>
              <a:xfrm>
                <a:off x="472766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" name="pl11">
                <a:extLst>
                  <a:ext uri="{FF2B5EF4-FFF2-40B4-BE49-F238E27FC236}">
                    <a16:creationId xmlns:a16="http://schemas.microsoft.com/office/drawing/2014/main" id="{507EFC58-7993-090A-4D8D-9BCFBDD98EFB}"/>
                  </a:ext>
                </a:extLst>
              </p:cNvPr>
              <p:cNvSpPr/>
              <p:nvPr/>
            </p:nvSpPr>
            <p:spPr>
              <a:xfrm>
                <a:off x="525683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" name="pl12">
                <a:extLst>
                  <a:ext uri="{FF2B5EF4-FFF2-40B4-BE49-F238E27FC236}">
                    <a16:creationId xmlns:a16="http://schemas.microsoft.com/office/drawing/2014/main" id="{68E10ECF-033C-3AA8-8453-10E95268A91B}"/>
                  </a:ext>
                </a:extLst>
              </p:cNvPr>
              <p:cNvSpPr/>
              <p:nvPr/>
            </p:nvSpPr>
            <p:spPr>
              <a:xfrm>
                <a:off x="5786012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" name="pl13">
                <a:extLst>
                  <a:ext uri="{FF2B5EF4-FFF2-40B4-BE49-F238E27FC236}">
                    <a16:creationId xmlns:a16="http://schemas.microsoft.com/office/drawing/2014/main" id="{4AF18078-86B0-AFCF-6AEE-5739B618323D}"/>
                  </a:ext>
                </a:extLst>
              </p:cNvPr>
              <p:cNvSpPr/>
              <p:nvPr/>
            </p:nvSpPr>
            <p:spPr>
              <a:xfrm>
                <a:off x="6315187" y="2354586"/>
                <a:ext cx="0" cy="3366361"/>
              </a:xfrm>
              <a:custGeom>
                <a:avLst/>
                <a:gdLst/>
                <a:ahLst/>
                <a:cxnLst/>
                <a:rect l="0" t="0" r="0" b="0"/>
                <a:pathLst>
                  <a:path h="3366361">
                    <a:moveTo>
                      <a:pt x="0" y="3366361"/>
                    </a:moveTo>
                    <a:lnTo>
                      <a:pt x="0" y="3348846"/>
                    </a:lnTo>
                    <a:lnTo>
                      <a:pt x="0" y="3309435"/>
                    </a:lnTo>
                    <a:lnTo>
                      <a:pt x="0" y="3270024"/>
                    </a:lnTo>
                    <a:lnTo>
                      <a:pt x="0" y="3230613"/>
                    </a:lnTo>
                    <a:lnTo>
                      <a:pt x="0" y="3191202"/>
                    </a:lnTo>
                    <a:lnTo>
                      <a:pt x="0" y="3151791"/>
                    </a:lnTo>
                    <a:lnTo>
                      <a:pt x="0" y="3112380"/>
                    </a:lnTo>
                    <a:lnTo>
                      <a:pt x="0" y="3072969"/>
                    </a:lnTo>
                    <a:lnTo>
                      <a:pt x="0" y="3033559"/>
                    </a:lnTo>
                    <a:lnTo>
                      <a:pt x="0" y="2994148"/>
                    </a:lnTo>
                    <a:lnTo>
                      <a:pt x="0" y="2954737"/>
                    </a:lnTo>
                    <a:lnTo>
                      <a:pt x="0" y="2915326"/>
                    </a:lnTo>
                    <a:lnTo>
                      <a:pt x="0" y="2875915"/>
                    </a:lnTo>
                    <a:lnTo>
                      <a:pt x="0" y="2836504"/>
                    </a:lnTo>
                    <a:lnTo>
                      <a:pt x="0" y="2797093"/>
                    </a:lnTo>
                    <a:lnTo>
                      <a:pt x="0" y="2757682"/>
                    </a:lnTo>
                    <a:lnTo>
                      <a:pt x="0" y="2718271"/>
                    </a:lnTo>
                    <a:lnTo>
                      <a:pt x="0" y="2678860"/>
                    </a:lnTo>
                    <a:lnTo>
                      <a:pt x="0" y="2639450"/>
                    </a:lnTo>
                    <a:lnTo>
                      <a:pt x="0" y="2600039"/>
                    </a:lnTo>
                    <a:lnTo>
                      <a:pt x="0" y="2560628"/>
                    </a:lnTo>
                    <a:lnTo>
                      <a:pt x="0" y="2521217"/>
                    </a:lnTo>
                    <a:lnTo>
                      <a:pt x="0" y="2481806"/>
                    </a:lnTo>
                    <a:lnTo>
                      <a:pt x="0" y="2442395"/>
                    </a:lnTo>
                    <a:lnTo>
                      <a:pt x="0" y="2402984"/>
                    </a:lnTo>
                    <a:lnTo>
                      <a:pt x="0" y="2363573"/>
                    </a:lnTo>
                    <a:lnTo>
                      <a:pt x="0" y="2324162"/>
                    </a:lnTo>
                    <a:lnTo>
                      <a:pt x="0" y="2284751"/>
                    </a:lnTo>
                    <a:lnTo>
                      <a:pt x="0" y="2245340"/>
                    </a:lnTo>
                    <a:lnTo>
                      <a:pt x="0" y="2205930"/>
                    </a:lnTo>
                    <a:lnTo>
                      <a:pt x="0" y="2166519"/>
                    </a:lnTo>
                    <a:lnTo>
                      <a:pt x="0" y="2127108"/>
                    </a:lnTo>
                    <a:lnTo>
                      <a:pt x="0" y="2087697"/>
                    </a:lnTo>
                    <a:lnTo>
                      <a:pt x="0" y="2048286"/>
                    </a:lnTo>
                    <a:lnTo>
                      <a:pt x="0" y="2008875"/>
                    </a:lnTo>
                    <a:lnTo>
                      <a:pt x="0" y="1969464"/>
                    </a:lnTo>
                    <a:lnTo>
                      <a:pt x="0" y="1930053"/>
                    </a:lnTo>
                    <a:lnTo>
                      <a:pt x="0" y="1890642"/>
                    </a:lnTo>
                    <a:lnTo>
                      <a:pt x="0" y="1851231"/>
                    </a:lnTo>
                    <a:lnTo>
                      <a:pt x="0" y="1811821"/>
                    </a:lnTo>
                    <a:lnTo>
                      <a:pt x="0" y="1772410"/>
                    </a:lnTo>
                    <a:lnTo>
                      <a:pt x="0" y="1732999"/>
                    </a:lnTo>
                    <a:lnTo>
                      <a:pt x="0" y="1693588"/>
                    </a:lnTo>
                    <a:lnTo>
                      <a:pt x="0" y="1654177"/>
                    </a:lnTo>
                    <a:lnTo>
                      <a:pt x="0" y="1614766"/>
                    </a:lnTo>
                    <a:lnTo>
                      <a:pt x="0" y="1575355"/>
                    </a:lnTo>
                    <a:lnTo>
                      <a:pt x="0" y="1535944"/>
                    </a:lnTo>
                    <a:lnTo>
                      <a:pt x="0" y="1496533"/>
                    </a:lnTo>
                    <a:lnTo>
                      <a:pt x="0" y="1457122"/>
                    </a:lnTo>
                    <a:lnTo>
                      <a:pt x="0" y="1417711"/>
                    </a:lnTo>
                    <a:lnTo>
                      <a:pt x="0" y="1378301"/>
                    </a:lnTo>
                    <a:lnTo>
                      <a:pt x="0" y="1338890"/>
                    </a:lnTo>
                    <a:lnTo>
                      <a:pt x="0" y="1299479"/>
                    </a:lnTo>
                    <a:lnTo>
                      <a:pt x="0" y="1260068"/>
                    </a:lnTo>
                    <a:lnTo>
                      <a:pt x="0" y="1220657"/>
                    </a:lnTo>
                    <a:lnTo>
                      <a:pt x="0" y="1181246"/>
                    </a:lnTo>
                    <a:lnTo>
                      <a:pt x="0" y="1141835"/>
                    </a:lnTo>
                    <a:lnTo>
                      <a:pt x="0" y="1102424"/>
                    </a:lnTo>
                    <a:lnTo>
                      <a:pt x="0" y="1063013"/>
                    </a:lnTo>
                    <a:lnTo>
                      <a:pt x="0" y="1023602"/>
                    </a:lnTo>
                    <a:lnTo>
                      <a:pt x="0" y="984192"/>
                    </a:lnTo>
                    <a:lnTo>
                      <a:pt x="0" y="944781"/>
                    </a:lnTo>
                    <a:lnTo>
                      <a:pt x="0" y="905370"/>
                    </a:lnTo>
                    <a:lnTo>
                      <a:pt x="0" y="865959"/>
                    </a:lnTo>
                    <a:lnTo>
                      <a:pt x="0" y="826548"/>
                    </a:lnTo>
                    <a:lnTo>
                      <a:pt x="0" y="787137"/>
                    </a:lnTo>
                    <a:lnTo>
                      <a:pt x="0" y="747726"/>
                    </a:lnTo>
                    <a:lnTo>
                      <a:pt x="0" y="708315"/>
                    </a:lnTo>
                    <a:lnTo>
                      <a:pt x="0" y="668904"/>
                    </a:lnTo>
                    <a:lnTo>
                      <a:pt x="0" y="629493"/>
                    </a:lnTo>
                    <a:lnTo>
                      <a:pt x="0" y="590082"/>
                    </a:lnTo>
                    <a:lnTo>
                      <a:pt x="0" y="550672"/>
                    </a:lnTo>
                    <a:lnTo>
                      <a:pt x="0" y="511261"/>
                    </a:lnTo>
                    <a:lnTo>
                      <a:pt x="0" y="471850"/>
                    </a:lnTo>
                    <a:lnTo>
                      <a:pt x="0" y="432439"/>
                    </a:lnTo>
                    <a:lnTo>
                      <a:pt x="0" y="393028"/>
                    </a:lnTo>
                    <a:lnTo>
                      <a:pt x="0" y="353617"/>
                    </a:lnTo>
                    <a:lnTo>
                      <a:pt x="0" y="314206"/>
                    </a:lnTo>
                    <a:lnTo>
                      <a:pt x="0" y="274795"/>
                    </a:lnTo>
                    <a:lnTo>
                      <a:pt x="0" y="235384"/>
                    </a:lnTo>
                    <a:lnTo>
                      <a:pt x="0" y="195973"/>
                    </a:lnTo>
                    <a:lnTo>
                      <a:pt x="0" y="156563"/>
                    </a:lnTo>
                    <a:lnTo>
                      <a:pt x="0" y="117152"/>
                    </a:lnTo>
                    <a:lnTo>
                      <a:pt x="0" y="77741"/>
                    </a:lnTo>
                    <a:lnTo>
                      <a:pt x="0" y="3833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" name="pl14">
                <a:extLst>
                  <a:ext uri="{FF2B5EF4-FFF2-40B4-BE49-F238E27FC236}">
                    <a16:creationId xmlns:a16="http://schemas.microsoft.com/office/drawing/2014/main" id="{F195E472-B9D4-9F08-1E50-046C10D2F758}"/>
                  </a:ext>
                </a:extLst>
              </p:cNvPr>
              <p:cNvSpPr/>
              <p:nvPr/>
            </p:nvSpPr>
            <p:spPr>
              <a:xfrm>
                <a:off x="2201917" y="5407850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" name="pl15">
                <a:extLst>
                  <a:ext uri="{FF2B5EF4-FFF2-40B4-BE49-F238E27FC236}">
                    <a16:creationId xmlns:a16="http://schemas.microsoft.com/office/drawing/2014/main" id="{40DBB41A-2C34-FE24-FB4A-71CE5FC48632}"/>
                  </a:ext>
                </a:extLst>
              </p:cNvPr>
              <p:cNvSpPr/>
              <p:nvPr/>
            </p:nvSpPr>
            <p:spPr>
              <a:xfrm>
                <a:off x="2201917" y="4757570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" name="pl16">
                <a:extLst>
                  <a:ext uri="{FF2B5EF4-FFF2-40B4-BE49-F238E27FC236}">
                    <a16:creationId xmlns:a16="http://schemas.microsoft.com/office/drawing/2014/main" id="{49FFC5E3-440A-B364-4742-9AD3F3B1E996}"/>
                  </a:ext>
                </a:extLst>
              </p:cNvPr>
              <p:cNvSpPr/>
              <p:nvPr/>
            </p:nvSpPr>
            <p:spPr>
              <a:xfrm>
                <a:off x="2201917" y="410729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" name="pl17">
                <a:extLst>
                  <a:ext uri="{FF2B5EF4-FFF2-40B4-BE49-F238E27FC236}">
                    <a16:creationId xmlns:a16="http://schemas.microsoft.com/office/drawing/2014/main" id="{0BA9869E-F564-BB35-F809-4D46F6A5C450}"/>
                  </a:ext>
                </a:extLst>
              </p:cNvPr>
              <p:cNvSpPr/>
              <p:nvPr/>
            </p:nvSpPr>
            <p:spPr>
              <a:xfrm>
                <a:off x="2201917" y="345701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" name="pl18">
                <a:extLst>
                  <a:ext uri="{FF2B5EF4-FFF2-40B4-BE49-F238E27FC236}">
                    <a16:creationId xmlns:a16="http://schemas.microsoft.com/office/drawing/2014/main" id="{C6585FAC-985E-AD59-6DEE-43A1DBA8E73F}"/>
                  </a:ext>
                </a:extLst>
              </p:cNvPr>
              <p:cNvSpPr/>
              <p:nvPr/>
            </p:nvSpPr>
            <p:spPr>
              <a:xfrm>
                <a:off x="2201917" y="2806731"/>
                <a:ext cx="4342247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42247">
                    <a:moveTo>
                      <a:pt x="0" y="0"/>
                    </a:moveTo>
                    <a:lnTo>
                      <a:pt x="24190" y="0"/>
                    </a:lnTo>
                    <a:lnTo>
                      <a:pt x="72297" y="0"/>
                    </a:lnTo>
                    <a:lnTo>
                      <a:pt x="120403" y="0"/>
                    </a:lnTo>
                    <a:lnTo>
                      <a:pt x="168510" y="0"/>
                    </a:lnTo>
                    <a:lnTo>
                      <a:pt x="216617" y="0"/>
                    </a:lnTo>
                    <a:lnTo>
                      <a:pt x="264724" y="0"/>
                    </a:lnTo>
                    <a:lnTo>
                      <a:pt x="312831" y="0"/>
                    </a:lnTo>
                    <a:lnTo>
                      <a:pt x="360938" y="0"/>
                    </a:lnTo>
                    <a:lnTo>
                      <a:pt x="409044" y="0"/>
                    </a:lnTo>
                    <a:lnTo>
                      <a:pt x="457151" y="0"/>
                    </a:lnTo>
                    <a:lnTo>
                      <a:pt x="505258" y="0"/>
                    </a:lnTo>
                    <a:lnTo>
                      <a:pt x="553365" y="0"/>
                    </a:lnTo>
                    <a:lnTo>
                      <a:pt x="601472" y="0"/>
                    </a:lnTo>
                    <a:lnTo>
                      <a:pt x="649579" y="0"/>
                    </a:lnTo>
                    <a:lnTo>
                      <a:pt x="697685" y="0"/>
                    </a:lnTo>
                    <a:lnTo>
                      <a:pt x="745792" y="0"/>
                    </a:lnTo>
                    <a:lnTo>
                      <a:pt x="793899" y="0"/>
                    </a:lnTo>
                    <a:lnTo>
                      <a:pt x="842006" y="0"/>
                    </a:lnTo>
                    <a:lnTo>
                      <a:pt x="890113" y="0"/>
                    </a:lnTo>
                    <a:lnTo>
                      <a:pt x="938219" y="0"/>
                    </a:lnTo>
                    <a:lnTo>
                      <a:pt x="986326" y="0"/>
                    </a:lnTo>
                    <a:lnTo>
                      <a:pt x="1034433" y="0"/>
                    </a:lnTo>
                    <a:lnTo>
                      <a:pt x="1082540" y="0"/>
                    </a:lnTo>
                    <a:lnTo>
                      <a:pt x="1130647" y="0"/>
                    </a:lnTo>
                    <a:lnTo>
                      <a:pt x="1178754" y="0"/>
                    </a:lnTo>
                    <a:lnTo>
                      <a:pt x="1226860" y="0"/>
                    </a:lnTo>
                    <a:lnTo>
                      <a:pt x="1274967" y="0"/>
                    </a:lnTo>
                    <a:lnTo>
                      <a:pt x="1323074" y="0"/>
                    </a:lnTo>
                    <a:lnTo>
                      <a:pt x="1371181" y="0"/>
                    </a:lnTo>
                    <a:lnTo>
                      <a:pt x="1419288" y="0"/>
                    </a:lnTo>
                    <a:lnTo>
                      <a:pt x="1467394" y="0"/>
                    </a:lnTo>
                    <a:lnTo>
                      <a:pt x="1515501" y="0"/>
                    </a:lnTo>
                    <a:lnTo>
                      <a:pt x="1563608" y="0"/>
                    </a:lnTo>
                    <a:lnTo>
                      <a:pt x="1611715" y="0"/>
                    </a:lnTo>
                    <a:lnTo>
                      <a:pt x="1659822" y="0"/>
                    </a:lnTo>
                    <a:lnTo>
                      <a:pt x="1707929" y="0"/>
                    </a:lnTo>
                    <a:lnTo>
                      <a:pt x="1756035" y="0"/>
                    </a:lnTo>
                    <a:lnTo>
                      <a:pt x="1804142" y="0"/>
                    </a:lnTo>
                    <a:lnTo>
                      <a:pt x="1852249" y="0"/>
                    </a:lnTo>
                    <a:lnTo>
                      <a:pt x="1900356" y="0"/>
                    </a:lnTo>
                    <a:lnTo>
                      <a:pt x="1948463" y="0"/>
                    </a:lnTo>
                    <a:lnTo>
                      <a:pt x="1996570" y="0"/>
                    </a:lnTo>
                    <a:lnTo>
                      <a:pt x="2044676" y="0"/>
                    </a:lnTo>
                    <a:lnTo>
                      <a:pt x="2092783" y="0"/>
                    </a:lnTo>
                    <a:lnTo>
                      <a:pt x="2140890" y="0"/>
                    </a:lnTo>
                    <a:lnTo>
                      <a:pt x="2188997" y="0"/>
                    </a:lnTo>
                    <a:lnTo>
                      <a:pt x="2237104" y="0"/>
                    </a:lnTo>
                    <a:lnTo>
                      <a:pt x="2285210" y="0"/>
                    </a:lnTo>
                    <a:lnTo>
                      <a:pt x="2333317" y="0"/>
                    </a:lnTo>
                    <a:lnTo>
                      <a:pt x="2381424" y="0"/>
                    </a:lnTo>
                    <a:lnTo>
                      <a:pt x="2429531" y="0"/>
                    </a:lnTo>
                    <a:lnTo>
                      <a:pt x="2477638" y="0"/>
                    </a:lnTo>
                    <a:lnTo>
                      <a:pt x="2525745" y="0"/>
                    </a:lnTo>
                    <a:lnTo>
                      <a:pt x="2573851" y="0"/>
                    </a:lnTo>
                    <a:lnTo>
                      <a:pt x="2621958" y="0"/>
                    </a:lnTo>
                    <a:lnTo>
                      <a:pt x="2670065" y="0"/>
                    </a:lnTo>
                    <a:lnTo>
                      <a:pt x="2718172" y="0"/>
                    </a:lnTo>
                    <a:lnTo>
                      <a:pt x="2766279" y="0"/>
                    </a:lnTo>
                    <a:lnTo>
                      <a:pt x="2814386" y="0"/>
                    </a:lnTo>
                    <a:lnTo>
                      <a:pt x="2862492" y="0"/>
                    </a:lnTo>
                    <a:lnTo>
                      <a:pt x="2910599" y="0"/>
                    </a:lnTo>
                    <a:lnTo>
                      <a:pt x="2958706" y="0"/>
                    </a:lnTo>
                    <a:lnTo>
                      <a:pt x="3006813" y="0"/>
                    </a:lnTo>
                    <a:lnTo>
                      <a:pt x="3054920" y="0"/>
                    </a:lnTo>
                    <a:lnTo>
                      <a:pt x="3103026" y="0"/>
                    </a:lnTo>
                    <a:lnTo>
                      <a:pt x="3151133" y="0"/>
                    </a:lnTo>
                    <a:lnTo>
                      <a:pt x="3199240" y="0"/>
                    </a:lnTo>
                    <a:lnTo>
                      <a:pt x="3247347" y="0"/>
                    </a:lnTo>
                    <a:lnTo>
                      <a:pt x="3295454" y="0"/>
                    </a:lnTo>
                    <a:lnTo>
                      <a:pt x="3343561" y="0"/>
                    </a:lnTo>
                    <a:lnTo>
                      <a:pt x="3391667" y="0"/>
                    </a:lnTo>
                    <a:lnTo>
                      <a:pt x="3439774" y="0"/>
                    </a:lnTo>
                    <a:lnTo>
                      <a:pt x="3487881" y="0"/>
                    </a:lnTo>
                    <a:lnTo>
                      <a:pt x="3535988" y="0"/>
                    </a:lnTo>
                    <a:lnTo>
                      <a:pt x="3584095" y="0"/>
                    </a:lnTo>
                    <a:lnTo>
                      <a:pt x="3632202" y="0"/>
                    </a:lnTo>
                    <a:lnTo>
                      <a:pt x="3680308" y="0"/>
                    </a:lnTo>
                    <a:lnTo>
                      <a:pt x="3728415" y="0"/>
                    </a:lnTo>
                    <a:lnTo>
                      <a:pt x="3776522" y="0"/>
                    </a:lnTo>
                    <a:lnTo>
                      <a:pt x="3824629" y="0"/>
                    </a:lnTo>
                    <a:lnTo>
                      <a:pt x="3872736" y="0"/>
                    </a:lnTo>
                    <a:lnTo>
                      <a:pt x="3920842" y="0"/>
                    </a:lnTo>
                    <a:lnTo>
                      <a:pt x="3968949" y="0"/>
                    </a:lnTo>
                    <a:lnTo>
                      <a:pt x="4017056" y="0"/>
                    </a:lnTo>
                    <a:lnTo>
                      <a:pt x="4065163" y="0"/>
                    </a:lnTo>
                    <a:lnTo>
                      <a:pt x="4113270" y="0"/>
                    </a:lnTo>
                    <a:lnTo>
                      <a:pt x="4161377" y="0"/>
                    </a:lnTo>
                    <a:lnTo>
                      <a:pt x="4209483" y="0"/>
                    </a:lnTo>
                    <a:lnTo>
                      <a:pt x="4257590" y="0"/>
                    </a:lnTo>
                    <a:lnTo>
                      <a:pt x="4305697" y="0"/>
                    </a:lnTo>
                    <a:lnTo>
                      <a:pt x="4342247" y="0"/>
                    </a:lnTo>
                    <a:lnTo>
                      <a:pt x="4342247" y="0"/>
                    </a:lnTo>
                  </a:path>
                </a:pathLst>
              </a:custGeom>
              <a:ln w="13550" cap="rnd">
                <a:solidFill>
                  <a:srgbClr val="F0F8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" name="pg19">
                <a:extLst>
                  <a:ext uri="{FF2B5EF4-FFF2-40B4-BE49-F238E27FC236}">
                    <a16:creationId xmlns:a16="http://schemas.microsoft.com/office/drawing/2014/main" id="{0208E84A-58C5-76DF-53AA-60617CA66FA7}"/>
                  </a:ext>
                </a:extLst>
              </p:cNvPr>
              <p:cNvSpPr/>
              <p:nvPr/>
            </p:nvSpPr>
            <p:spPr>
              <a:xfrm>
                <a:off x="5671824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" name="pg20">
                <a:extLst>
                  <a:ext uri="{FF2B5EF4-FFF2-40B4-BE49-F238E27FC236}">
                    <a16:creationId xmlns:a16="http://schemas.microsoft.com/office/drawing/2014/main" id="{B74EB6BC-1264-E124-70DB-12B6FAC4EF8B}"/>
                  </a:ext>
                </a:extLst>
              </p:cNvPr>
              <p:cNvSpPr/>
              <p:nvPr/>
            </p:nvSpPr>
            <p:spPr>
              <a:xfrm>
                <a:off x="5683461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" name="pg21">
                <a:extLst>
                  <a:ext uri="{FF2B5EF4-FFF2-40B4-BE49-F238E27FC236}">
                    <a16:creationId xmlns:a16="http://schemas.microsoft.com/office/drawing/2014/main" id="{314B5387-751D-690A-9202-0FA53635A7E2}"/>
                  </a:ext>
                </a:extLst>
              </p:cNvPr>
              <p:cNvSpPr/>
              <p:nvPr/>
            </p:nvSpPr>
            <p:spPr>
              <a:xfrm>
                <a:off x="5695098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" name="pg22">
                <a:extLst>
                  <a:ext uri="{FF2B5EF4-FFF2-40B4-BE49-F238E27FC236}">
                    <a16:creationId xmlns:a16="http://schemas.microsoft.com/office/drawing/2014/main" id="{1DE0ED87-E254-08C0-681C-B1FE0E931E66}"/>
                  </a:ext>
                </a:extLst>
              </p:cNvPr>
              <p:cNvSpPr/>
              <p:nvPr/>
            </p:nvSpPr>
            <p:spPr>
              <a:xfrm>
                <a:off x="5718373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" name="pg23">
                <a:extLst>
                  <a:ext uri="{FF2B5EF4-FFF2-40B4-BE49-F238E27FC236}">
                    <a16:creationId xmlns:a16="http://schemas.microsoft.com/office/drawing/2014/main" id="{2431C6BB-5BFF-B7F0-042E-723EBE1CC380}"/>
                  </a:ext>
                </a:extLst>
              </p:cNvPr>
              <p:cNvSpPr/>
              <p:nvPr/>
            </p:nvSpPr>
            <p:spPr>
              <a:xfrm>
                <a:off x="5730010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" name="pg24">
                <a:extLst>
                  <a:ext uri="{FF2B5EF4-FFF2-40B4-BE49-F238E27FC236}">
                    <a16:creationId xmlns:a16="http://schemas.microsoft.com/office/drawing/2014/main" id="{CA77F0EA-BFBB-93E4-93E1-D673D1014E55}"/>
                  </a:ext>
                </a:extLst>
              </p:cNvPr>
              <p:cNvSpPr/>
              <p:nvPr/>
            </p:nvSpPr>
            <p:spPr>
              <a:xfrm>
                <a:off x="5741648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" name="pg25">
                <a:extLst>
                  <a:ext uri="{FF2B5EF4-FFF2-40B4-BE49-F238E27FC236}">
                    <a16:creationId xmlns:a16="http://schemas.microsoft.com/office/drawing/2014/main" id="{3112BED9-32A0-BBAF-DA36-8A7F929B5F16}"/>
                  </a:ext>
                </a:extLst>
              </p:cNvPr>
              <p:cNvSpPr/>
              <p:nvPr/>
            </p:nvSpPr>
            <p:spPr>
              <a:xfrm>
                <a:off x="6276965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" name="pg26">
                <a:extLst>
                  <a:ext uri="{FF2B5EF4-FFF2-40B4-BE49-F238E27FC236}">
                    <a16:creationId xmlns:a16="http://schemas.microsoft.com/office/drawing/2014/main" id="{2C826723-AFAD-C0CA-8861-F7185B363AA3}"/>
                  </a:ext>
                </a:extLst>
              </p:cNvPr>
              <p:cNvSpPr/>
              <p:nvPr/>
            </p:nvSpPr>
            <p:spPr>
              <a:xfrm>
                <a:off x="6288602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" name="pg27">
                <a:extLst>
                  <a:ext uri="{FF2B5EF4-FFF2-40B4-BE49-F238E27FC236}">
                    <a16:creationId xmlns:a16="http://schemas.microsoft.com/office/drawing/2014/main" id="{BEEC38CB-8E98-9AEC-9C4A-D6435AFA569B}"/>
                  </a:ext>
                </a:extLst>
              </p:cNvPr>
              <p:cNvSpPr/>
              <p:nvPr/>
            </p:nvSpPr>
            <p:spPr>
              <a:xfrm>
                <a:off x="6300240" y="25076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" name="pg28">
                <a:extLst>
                  <a:ext uri="{FF2B5EF4-FFF2-40B4-BE49-F238E27FC236}">
                    <a16:creationId xmlns:a16="http://schemas.microsoft.com/office/drawing/2014/main" id="{F7ED73BC-E473-72FE-9634-48BA050EC1F6}"/>
                  </a:ext>
                </a:extLst>
              </p:cNvPr>
              <p:cNvSpPr/>
              <p:nvPr/>
            </p:nvSpPr>
            <p:spPr>
              <a:xfrm>
                <a:off x="5648549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" name="pg29">
                <a:extLst>
                  <a:ext uri="{FF2B5EF4-FFF2-40B4-BE49-F238E27FC236}">
                    <a16:creationId xmlns:a16="http://schemas.microsoft.com/office/drawing/2014/main" id="{3AEBB697-239F-91C4-C5FC-61B49B68BB34}"/>
                  </a:ext>
                </a:extLst>
              </p:cNvPr>
              <p:cNvSpPr/>
              <p:nvPr/>
            </p:nvSpPr>
            <p:spPr>
              <a:xfrm>
                <a:off x="5660186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" name="pg30">
                <a:extLst>
                  <a:ext uri="{FF2B5EF4-FFF2-40B4-BE49-F238E27FC236}">
                    <a16:creationId xmlns:a16="http://schemas.microsoft.com/office/drawing/2014/main" id="{3D56A4B2-DD4E-8019-F26E-FE020FE80733}"/>
                  </a:ext>
                </a:extLst>
              </p:cNvPr>
              <p:cNvSpPr/>
              <p:nvPr/>
            </p:nvSpPr>
            <p:spPr>
              <a:xfrm>
                <a:off x="5671824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" name="pg31">
                <a:extLst>
                  <a:ext uri="{FF2B5EF4-FFF2-40B4-BE49-F238E27FC236}">
                    <a16:creationId xmlns:a16="http://schemas.microsoft.com/office/drawing/2014/main" id="{5DD4212C-62D3-1974-8F23-6652D8C153C0}"/>
                  </a:ext>
                </a:extLst>
              </p:cNvPr>
              <p:cNvSpPr/>
              <p:nvPr/>
            </p:nvSpPr>
            <p:spPr>
              <a:xfrm>
                <a:off x="5683461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" name="pg32">
                <a:extLst>
                  <a:ext uri="{FF2B5EF4-FFF2-40B4-BE49-F238E27FC236}">
                    <a16:creationId xmlns:a16="http://schemas.microsoft.com/office/drawing/2014/main" id="{CD633E8B-305B-5693-DE9A-AA225B1E4ACE}"/>
                  </a:ext>
                </a:extLst>
              </p:cNvPr>
              <p:cNvSpPr/>
              <p:nvPr/>
            </p:nvSpPr>
            <p:spPr>
              <a:xfrm>
                <a:off x="569509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" name="pg33">
                <a:extLst>
                  <a:ext uri="{FF2B5EF4-FFF2-40B4-BE49-F238E27FC236}">
                    <a16:creationId xmlns:a16="http://schemas.microsoft.com/office/drawing/2014/main" id="{61DC4854-637C-C573-8D83-C6455DFC1EB3}"/>
                  </a:ext>
                </a:extLst>
              </p:cNvPr>
              <p:cNvSpPr/>
              <p:nvPr/>
            </p:nvSpPr>
            <p:spPr>
              <a:xfrm>
                <a:off x="5706736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" name="pg34">
                <a:extLst>
                  <a:ext uri="{FF2B5EF4-FFF2-40B4-BE49-F238E27FC236}">
                    <a16:creationId xmlns:a16="http://schemas.microsoft.com/office/drawing/2014/main" id="{9006D272-FDB9-F0EC-9B28-BC6E647C3F48}"/>
                  </a:ext>
                </a:extLst>
              </p:cNvPr>
              <p:cNvSpPr/>
              <p:nvPr/>
            </p:nvSpPr>
            <p:spPr>
              <a:xfrm>
                <a:off x="5718373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" name="pg35">
                <a:extLst>
                  <a:ext uri="{FF2B5EF4-FFF2-40B4-BE49-F238E27FC236}">
                    <a16:creationId xmlns:a16="http://schemas.microsoft.com/office/drawing/2014/main" id="{7D5909FC-6B9E-C4C5-A1CC-CE14DF45669D}"/>
                  </a:ext>
                </a:extLst>
              </p:cNvPr>
              <p:cNvSpPr/>
              <p:nvPr/>
            </p:nvSpPr>
            <p:spPr>
              <a:xfrm>
                <a:off x="5730010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" name="pg36">
                <a:extLst>
                  <a:ext uri="{FF2B5EF4-FFF2-40B4-BE49-F238E27FC236}">
                    <a16:creationId xmlns:a16="http://schemas.microsoft.com/office/drawing/2014/main" id="{C6EE46DD-AD0B-3A62-5155-4865B736AABE}"/>
                  </a:ext>
                </a:extLst>
              </p:cNvPr>
              <p:cNvSpPr/>
              <p:nvPr/>
            </p:nvSpPr>
            <p:spPr>
              <a:xfrm>
                <a:off x="574164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" name="pg37">
                <a:extLst>
                  <a:ext uri="{FF2B5EF4-FFF2-40B4-BE49-F238E27FC236}">
                    <a16:creationId xmlns:a16="http://schemas.microsoft.com/office/drawing/2014/main" id="{0B94ED3D-9B71-0288-1136-DC91852EBA42}"/>
                  </a:ext>
                </a:extLst>
              </p:cNvPr>
              <p:cNvSpPr/>
              <p:nvPr/>
            </p:nvSpPr>
            <p:spPr>
              <a:xfrm>
                <a:off x="6265328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" name="pg38">
                <a:extLst>
                  <a:ext uri="{FF2B5EF4-FFF2-40B4-BE49-F238E27FC236}">
                    <a16:creationId xmlns:a16="http://schemas.microsoft.com/office/drawing/2014/main" id="{6606EAE7-1715-E9B5-C645-1FA3CE4F563A}"/>
                  </a:ext>
                </a:extLst>
              </p:cNvPr>
              <p:cNvSpPr/>
              <p:nvPr/>
            </p:nvSpPr>
            <p:spPr>
              <a:xfrm>
                <a:off x="6276965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" name="pg39">
                <a:extLst>
                  <a:ext uri="{FF2B5EF4-FFF2-40B4-BE49-F238E27FC236}">
                    <a16:creationId xmlns:a16="http://schemas.microsoft.com/office/drawing/2014/main" id="{3E01C238-7816-DF0E-F778-D39B2CA7BC7A}"/>
                  </a:ext>
                </a:extLst>
              </p:cNvPr>
              <p:cNvSpPr/>
              <p:nvPr/>
            </p:nvSpPr>
            <p:spPr>
              <a:xfrm>
                <a:off x="6288602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" name="pg40">
                <a:extLst>
                  <a:ext uri="{FF2B5EF4-FFF2-40B4-BE49-F238E27FC236}">
                    <a16:creationId xmlns:a16="http://schemas.microsoft.com/office/drawing/2014/main" id="{14C87A91-C77B-4F66-C7B9-AB86C5BDBA1B}"/>
                  </a:ext>
                </a:extLst>
              </p:cNvPr>
              <p:cNvSpPr/>
              <p:nvPr/>
            </p:nvSpPr>
            <p:spPr>
              <a:xfrm>
                <a:off x="6300240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" name="pg41">
                <a:extLst>
                  <a:ext uri="{FF2B5EF4-FFF2-40B4-BE49-F238E27FC236}">
                    <a16:creationId xmlns:a16="http://schemas.microsoft.com/office/drawing/2014/main" id="{55ED427C-3934-4556-63EA-4AD695FAB51B}"/>
                  </a:ext>
                </a:extLst>
              </p:cNvPr>
              <p:cNvSpPr/>
              <p:nvPr/>
            </p:nvSpPr>
            <p:spPr>
              <a:xfrm>
                <a:off x="6311877" y="25219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" name="pg42">
                <a:extLst>
                  <a:ext uri="{FF2B5EF4-FFF2-40B4-BE49-F238E27FC236}">
                    <a16:creationId xmlns:a16="http://schemas.microsoft.com/office/drawing/2014/main" id="{F37739AC-F5A7-6153-46A8-ADCC0D2AB0A4}"/>
                  </a:ext>
                </a:extLst>
              </p:cNvPr>
              <p:cNvSpPr/>
              <p:nvPr/>
            </p:nvSpPr>
            <p:spPr>
              <a:xfrm>
                <a:off x="5636912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" name="pg43">
                <a:extLst>
                  <a:ext uri="{FF2B5EF4-FFF2-40B4-BE49-F238E27FC236}">
                    <a16:creationId xmlns:a16="http://schemas.microsoft.com/office/drawing/2014/main" id="{C7C9783F-DD07-5845-00A3-2959AFF30173}"/>
                  </a:ext>
                </a:extLst>
              </p:cNvPr>
              <p:cNvSpPr/>
              <p:nvPr/>
            </p:nvSpPr>
            <p:spPr>
              <a:xfrm>
                <a:off x="5648549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" name="pg44">
                <a:extLst>
                  <a:ext uri="{FF2B5EF4-FFF2-40B4-BE49-F238E27FC236}">
                    <a16:creationId xmlns:a16="http://schemas.microsoft.com/office/drawing/2014/main" id="{DFD0C56B-AD62-0849-943D-3E1E11793D97}"/>
                  </a:ext>
                </a:extLst>
              </p:cNvPr>
              <p:cNvSpPr/>
              <p:nvPr/>
            </p:nvSpPr>
            <p:spPr>
              <a:xfrm>
                <a:off x="5660186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" name="pg45">
                <a:extLst>
                  <a:ext uri="{FF2B5EF4-FFF2-40B4-BE49-F238E27FC236}">
                    <a16:creationId xmlns:a16="http://schemas.microsoft.com/office/drawing/2014/main" id="{40DC741D-4BB7-CA7C-EE65-5099D0C0C663}"/>
                  </a:ext>
                </a:extLst>
              </p:cNvPr>
              <p:cNvSpPr/>
              <p:nvPr/>
            </p:nvSpPr>
            <p:spPr>
              <a:xfrm>
                <a:off x="5671824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" name="pg46">
                <a:extLst>
                  <a:ext uri="{FF2B5EF4-FFF2-40B4-BE49-F238E27FC236}">
                    <a16:creationId xmlns:a16="http://schemas.microsoft.com/office/drawing/2014/main" id="{079238F9-E5A7-2912-06CB-B258129A1253}"/>
                  </a:ext>
                </a:extLst>
              </p:cNvPr>
              <p:cNvSpPr/>
              <p:nvPr/>
            </p:nvSpPr>
            <p:spPr>
              <a:xfrm>
                <a:off x="5683461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" name="pg47">
                <a:extLst>
                  <a:ext uri="{FF2B5EF4-FFF2-40B4-BE49-F238E27FC236}">
                    <a16:creationId xmlns:a16="http://schemas.microsoft.com/office/drawing/2014/main" id="{9747E53E-4D66-3FC8-3787-3039D382C56B}"/>
                  </a:ext>
                </a:extLst>
              </p:cNvPr>
              <p:cNvSpPr/>
              <p:nvPr/>
            </p:nvSpPr>
            <p:spPr>
              <a:xfrm>
                <a:off x="569509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" name="pg48">
                <a:extLst>
                  <a:ext uri="{FF2B5EF4-FFF2-40B4-BE49-F238E27FC236}">
                    <a16:creationId xmlns:a16="http://schemas.microsoft.com/office/drawing/2014/main" id="{2D028541-6B7B-1252-6847-F9AD40F00304}"/>
                  </a:ext>
                </a:extLst>
              </p:cNvPr>
              <p:cNvSpPr/>
              <p:nvPr/>
            </p:nvSpPr>
            <p:spPr>
              <a:xfrm>
                <a:off x="5706736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" name="pg49">
                <a:extLst>
                  <a:ext uri="{FF2B5EF4-FFF2-40B4-BE49-F238E27FC236}">
                    <a16:creationId xmlns:a16="http://schemas.microsoft.com/office/drawing/2014/main" id="{51E83879-C444-10BC-FCC9-E98DFE6FF311}"/>
                  </a:ext>
                </a:extLst>
              </p:cNvPr>
              <p:cNvSpPr/>
              <p:nvPr/>
            </p:nvSpPr>
            <p:spPr>
              <a:xfrm>
                <a:off x="5718373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" name="pg50">
                <a:extLst>
                  <a:ext uri="{FF2B5EF4-FFF2-40B4-BE49-F238E27FC236}">
                    <a16:creationId xmlns:a16="http://schemas.microsoft.com/office/drawing/2014/main" id="{4574A9CE-C67B-86FE-1B89-CF2F84784593}"/>
                  </a:ext>
                </a:extLst>
              </p:cNvPr>
              <p:cNvSpPr/>
              <p:nvPr/>
            </p:nvSpPr>
            <p:spPr>
              <a:xfrm>
                <a:off x="5730010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" name="pg51">
                <a:extLst>
                  <a:ext uri="{FF2B5EF4-FFF2-40B4-BE49-F238E27FC236}">
                    <a16:creationId xmlns:a16="http://schemas.microsoft.com/office/drawing/2014/main" id="{E646ED33-6253-5B44-8006-10B13A118F5F}"/>
                  </a:ext>
                </a:extLst>
              </p:cNvPr>
              <p:cNvSpPr/>
              <p:nvPr/>
            </p:nvSpPr>
            <p:spPr>
              <a:xfrm>
                <a:off x="574164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" name="pg52">
                <a:extLst>
                  <a:ext uri="{FF2B5EF4-FFF2-40B4-BE49-F238E27FC236}">
                    <a16:creationId xmlns:a16="http://schemas.microsoft.com/office/drawing/2014/main" id="{8180D2F1-F747-F290-FBF1-96C87F87547E}"/>
                  </a:ext>
                </a:extLst>
              </p:cNvPr>
              <p:cNvSpPr/>
              <p:nvPr/>
            </p:nvSpPr>
            <p:spPr>
              <a:xfrm>
                <a:off x="5753285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" name="pg53">
                <a:extLst>
                  <a:ext uri="{FF2B5EF4-FFF2-40B4-BE49-F238E27FC236}">
                    <a16:creationId xmlns:a16="http://schemas.microsoft.com/office/drawing/2014/main" id="{E3D3AC35-877E-496B-3B77-4FA4E91B6829}"/>
                  </a:ext>
                </a:extLst>
              </p:cNvPr>
              <p:cNvSpPr/>
              <p:nvPr/>
            </p:nvSpPr>
            <p:spPr>
              <a:xfrm>
                <a:off x="6265328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" name="pg54">
                <a:extLst>
                  <a:ext uri="{FF2B5EF4-FFF2-40B4-BE49-F238E27FC236}">
                    <a16:creationId xmlns:a16="http://schemas.microsoft.com/office/drawing/2014/main" id="{6039E796-E945-3B9E-0797-5B569AAA77F6}"/>
                  </a:ext>
                </a:extLst>
              </p:cNvPr>
              <p:cNvSpPr/>
              <p:nvPr/>
            </p:nvSpPr>
            <p:spPr>
              <a:xfrm>
                <a:off x="6276965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" name="pg55">
                <a:extLst>
                  <a:ext uri="{FF2B5EF4-FFF2-40B4-BE49-F238E27FC236}">
                    <a16:creationId xmlns:a16="http://schemas.microsoft.com/office/drawing/2014/main" id="{F3C576E7-F7E4-148F-E14A-6199E99E0CB3}"/>
                  </a:ext>
                </a:extLst>
              </p:cNvPr>
              <p:cNvSpPr/>
              <p:nvPr/>
            </p:nvSpPr>
            <p:spPr>
              <a:xfrm>
                <a:off x="6288602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" name="pg56">
                <a:extLst>
                  <a:ext uri="{FF2B5EF4-FFF2-40B4-BE49-F238E27FC236}">
                    <a16:creationId xmlns:a16="http://schemas.microsoft.com/office/drawing/2014/main" id="{29650D24-DEB8-189A-F4C0-78F9AA93E0DC}"/>
                  </a:ext>
                </a:extLst>
              </p:cNvPr>
              <p:cNvSpPr/>
              <p:nvPr/>
            </p:nvSpPr>
            <p:spPr>
              <a:xfrm>
                <a:off x="6300240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" name="pg57">
                <a:extLst>
                  <a:ext uri="{FF2B5EF4-FFF2-40B4-BE49-F238E27FC236}">
                    <a16:creationId xmlns:a16="http://schemas.microsoft.com/office/drawing/2014/main" id="{4D1DC41A-6247-EA89-252E-975BEFCF1078}"/>
                  </a:ext>
                </a:extLst>
              </p:cNvPr>
              <p:cNvSpPr/>
              <p:nvPr/>
            </p:nvSpPr>
            <p:spPr>
              <a:xfrm>
                <a:off x="6311877" y="25362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" name="pg58">
                <a:extLst>
                  <a:ext uri="{FF2B5EF4-FFF2-40B4-BE49-F238E27FC236}">
                    <a16:creationId xmlns:a16="http://schemas.microsoft.com/office/drawing/2014/main" id="{3F5BA12D-CFF7-9AE4-3FD9-186DD534853C}"/>
                  </a:ext>
                </a:extLst>
              </p:cNvPr>
              <p:cNvSpPr/>
              <p:nvPr/>
            </p:nvSpPr>
            <p:spPr>
              <a:xfrm>
                <a:off x="557872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" name="pg59">
                <a:extLst>
                  <a:ext uri="{FF2B5EF4-FFF2-40B4-BE49-F238E27FC236}">
                    <a16:creationId xmlns:a16="http://schemas.microsoft.com/office/drawing/2014/main" id="{B6533EE1-B998-1357-D3C7-096E82E63DF5}"/>
                  </a:ext>
                </a:extLst>
              </p:cNvPr>
              <p:cNvSpPr/>
              <p:nvPr/>
            </p:nvSpPr>
            <p:spPr>
              <a:xfrm>
                <a:off x="5590363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" name="pg60">
                <a:extLst>
                  <a:ext uri="{FF2B5EF4-FFF2-40B4-BE49-F238E27FC236}">
                    <a16:creationId xmlns:a16="http://schemas.microsoft.com/office/drawing/2014/main" id="{7FE12C93-5376-DDA6-9024-1087E12CE948}"/>
                  </a:ext>
                </a:extLst>
              </p:cNvPr>
              <p:cNvSpPr/>
              <p:nvPr/>
            </p:nvSpPr>
            <p:spPr>
              <a:xfrm>
                <a:off x="560200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" name="pg61">
                <a:extLst>
                  <a:ext uri="{FF2B5EF4-FFF2-40B4-BE49-F238E27FC236}">
                    <a16:creationId xmlns:a16="http://schemas.microsoft.com/office/drawing/2014/main" id="{816586C3-0259-AAD0-F8DC-4CBD3532A169}"/>
                  </a:ext>
                </a:extLst>
              </p:cNvPr>
              <p:cNvSpPr/>
              <p:nvPr/>
            </p:nvSpPr>
            <p:spPr>
              <a:xfrm>
                <a:off x="5613637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" name="pg62">
                <a:extLst>
                  <a:ext uri="{FF2B5EF4-FFF2-40B4-BE49-F238E27FC236}">
                    <a16:creationId xmlns:a16="http://schemas.microsoft.com/office/drawing/2014/main" id="{56EA9399-1F11-08BF-D041-79FF0979F606}"/>
                  </a:ext>
                </a:extLst>
              </p:cNvPr>
              <p:cNvSpPr/>
              <p:nvPr/>
            </p:nvSpPr>
            <p:spPr>
              <a:xfrm>
                <a:off x="562527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" name="pg63">
                <a:extLst>
                  <a:ext uri="{FF2B5EF4-FFF2-40B4-BE49-F238E27FC236}">
                    <a16:creationId xmlns:a16="http://schemas.microsoft.com/office/drawing/2014/main" id="{05AE1D44-2F82-809C-48A2-28C010E90378}"/>
                  </a:ext>
                </a:extLst>
              </p:cNvPr>
              <p:cNvSpPr/>
              <p:nvPr/>
            </p:nvSpPr>
            <p:spPr>
              <a:xfrm>
                <a:off x="5636912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" name="pg64">
                <a:extLst>
                  <a:ext uri="{FF2B5EF4-FFF2-40B4-BE49-F238E27FC236}">
                    <a16:creationId xmlns:a16="http://schemas.microsoft.com/office/drawing/2014/main" id="{F60151CC-994F-438D-D3C5-A7C5499AE7E9}"/>
                  </a:ext>
                </a:extLst>
              </p:cNvPr>
              <p:cNvSpPr/>
              <p:nvPr/>
            </p:nvSpPr>
            <p:spPr>
              <a:xfrm>
                <a:off x="5648549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" name="pg65">
                <a:extLst>
                  <a:ext uri="{FF2B5EF4-FFF2-40B4-BE49-F238E27FC236}">
                    <a16:creationId xmlns:a16="http://schemas.microsoft.com/office/drawing/2014/main" id="{E1247138-85C5-D9BE-7962-3C94C92D7DA0}"/>
                  </a:ext>
                </a:extLst>
              </p:cNvPr>
              <p:cNvSpPr/>
              <p:nvPr/>
            </p:nvSpPr>
            <p:spPr>
              <a:xfrm>
                <a:off x="5660186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" name="pg66">
                <a:extLst>
                  <a:ext uri="{FF2B5EF4-FFF2-40B4-BE49-F238E27FC236}">
                    <a16:creationId xmlns:a16="http://schemas.microsoft.com/office/drawing/2014/main" id="{F7D8D4CD-5181-4380-34DE-30E23C2B4BC9}"/>
                  </a:ext>
                </a:extLst>
              </p:cNvPr>
              <p:cNvSpPr/>
              <p:nvPr/>
            </p:nvSpPr>
            <p:spPr>
              <a:xfrm>
                <a:off x="5671824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" name="pg67">
                <a:extLst>
                  <a:ext uri="{FF2B5EF4-FFF2-40B4-BE49-F238E27FC236}">
                    <a16:creationId xmlns:a16="http://schemas.microsoft.com/office/drawing/2014/main" id="{3848015D-23DD-2213-25E3-B98D6C2CEF18}"/>
                  </a:ext>
                </a:extLst>
              </p:cNvPr>
              <p:cNvSpPr/>
              <p:nvPr/>
            </p:nvSpPr>
            <p:spPr>
              <a:xfrm>
                <a:off x="5683461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" name="pg68">
                <a:extLst>
                  <a:ext uri="{FF2B5EF4-FFF2-40B4-BE49-F238E27FC236}">
                    <a16:creationId xmlns:a16="http://schemas.microsoft.com/office/drawing/2014/main" id="{AECE1632-6A11-546A-42A9-8E276192867D}"/>
                  </a:ext>
                </a:extLst>
              </p:cNvPr>
              <p:cNvSpPr/>
              <p:nvPr/>
            </p:nvSpPr>
            <p:spPr>
              <a:xfrm>
                <a:off x="5695098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" name="pg69">
                <a:extLst>
                  <a:ext uri="{FF2B5EF4-FFF2-40B4-BE49-F238E27FC236}">
                    <a16:creationId xmlns:a16="http://schemas.microsoft.com/office/drawing/2014/main" id="{1D7BD8C7-9FF6-B564-CF43-7BE70088E26D}"/>
                  </a:ext>
                </a:extLst>
              </p:cNvPr>
              <p:cNvSpPr/>
              <p:nvPr/>
            </p:nvSpPr>
            <p:spPr>
              <a:xfrm>
                <a:off x="5706736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" name="pg70">
                <a:extLst>
                  <a:ext uri="{FF2B5EF4-FFF2-40B4-BE49-F238E27FC236}">
                    <a16:creationId xmlns:a16="http://schemas.microsoft.com/office/drawing/2014/main" id="{9AB5EF67-6895-56C4-FBBB-F551364AAC6B}"/>
                  </a:ext>
                </a:extLst>
              </p:cNvPr>
              <p:cNvSpPr/>
              <p:nvPr/>
            </p:nvSpPr>
            <p:spPr>
              <a:xfrm>
                <a:off x="5718373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" name="pg71">
                <a:extLst>
                  <a:ext uri="{FF2B5EF4-FFF2-40B4-BE49-F238E27FC236}">
                    <a16:creationId xmlns:a16="http://schemas.microsoft.com/office/drawing/2014/main" id="{AA83F87C-84AE-2A19-7091-156C801C9287}"/>
                  </a:ext>
                </a:extLst>
              </p:cNvPr>
              <p:cNvSpPr/>
              <p:nvPr/>
            </p:nvSpPr>
            <p:spPr>
              <a:xfrm>
                <a:off x="573001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" name="pg72">
                <a:extLst>
                  <a:ext uri="{FF2B5EF4-FFF2-40B4-BE49-F238E27FC236}">
                    <a16:creationId xmlns:a16="http://schemas.microsoft.com/office/drawing/2014/main" id="{81BAE202-B9CA-EEFB-39D7-FE0266280DED}"/>
                  </a:ext>
                </a:extLst>
              </p:cNvPr>
              <p:cNvSpPr/>
              <p:nvPr/>
            </p:nvSpPr>
            <p:spPr>
              <a:xfrm>
                <a:off x="5741648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" name="pg73">
                <a:extLst>
                  <a:ext uri="{FF2B5EF4-FFF2-40B4-BE49-F238E27FC236}">
                    <a16:creationId xmlns:a16="http://schemas.microsoft.com/office/drawing/2014/main" id="{F2B6F0C6-C5D0-1C92-5F16-C082D1D51E4A}"/>
                  </a:ext>
                </a:extLst>
              </p:cNvPr>
              <p:cNvSpPr/>
              <p:nvPr/>
            </p:nvSpPr>
            <p:spPr>
              <a:xfrm>
                <a:off x="6276965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" name="pg74">
                <a:extLst>
                  <a:ext uri="{FF2B5EF4-FFF2-40B4-BE49-F238E27FC236}">
                    <a16:creationId xmlns:a16="http://schemas.microsoft.com/office/drawing/2014/main" id="{B7EA0096-C8BF-2D53-AEA0-CB5BBFF1FE0B}"/>
                  </a:ext>
                </a:extLst>
              </p:cNvPr>
              <p:cNvSpPr/>
              <p:nvPr/>
            </p:nvSpPr>
            <p:spPr>
              <a:xfrm>
                <a:off x="6288602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" name="pg75">
                <a:extLst>
                  <a:ext uri="{FF2B5EF4-FFF2-40B4-BE49-F238E27FC236}">
                    <a16:creationId xmlns:a16="http://schemas.microsoft.com/office/drawing/2014/main" id="{B1017B5F-C2F9-86ED-9040-ECF0A58FA496}"/>
                  </a:ext>
                </a:extLst>
              </p:cNvPr>
              <p:cNvSpPr/>
              <p:nvPr/>
            </p:nvSpPr>
            <p:spPr>
              <a:xfrm>
                <a:off x="6300240" y="25505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" name="pg76">
                <a:extLst>
                  <a:ext uri="{FF2B5EF4-FFF2-40B4-BE49-F238E27FC236}">
                    <a16:creationId xmlns:a16="http://schemas.microsoft.com/office/drawing/2014/main" id="{3AE277E6-E409-2B6E-2F00-6F25C38157C1}"/>
                  </a:ext>
                </a:extLst>
              </p:cNvPr>
              <p:cNvSpPr/>
              <p:nvPr/>
            </p:nvSpPr>
            <p:spPr>
              <a:xfrm>
                <a:off x="554381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" name="pg77">
                <a:extLst>
                  <a:ext uri="{FF2B5EF4-FFF2-40B4-BE49-F238E27FC236}">
                    <a16:creationId xmlns:a16="http://schemas.microsoft.com/office/drawing/2014/main" id="{5DC00320-5217-9519-9433-3ADB85268B9D}"/>
                  </a:ext>
                </a:extLst>
              </p:cNvPr>
              <p:cNvSpPr/>
              <p:nvPr/>
            </p:nvSpPr>
            <p:spPr>
              <a:xfrm>
                <a:off x="5555451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" name="pg78">
                <a:extLst>
                  <a:ext uri="{FF2B5EF4-FFF2-40B4-BE49-F238E27FC236}">
                    <a16:creationId xmlns:a16="http://schemas.microsoft.com/office/drawing/2014/main" id="{4327AFFA-6E86-B9CA-58B8-5D406CBB5F1A}"/>
                  </a:ext>
                </a:extLst>
              </p:cNvPr>
              <p:cNvSpPr/>
              <p:nvPr/>
            </p:nvSpPr>
            <p:spPr>
              <a:xfrm>
                <a:off x="5567088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" name="pg79">
                <a:extLst>
                  <a:ext uri="{FF2B5EF4-FFF2-40B4-BE49-F238E27FC236}">
                    <a16:creationId xmlns:a16="http://schemas.microsoft.com/office/drawing/2014/main" id="{915B75B5-301D-79FD-6DA3-2D24196A0A9D}"/>
                  </a:ext>
                </a:extLst>
              </p:cNvPr>
              <p:cNvSpPr/>
              <p:nvPr/>
            </p:nvSpPr>
            <p:spPr>
              <a:xfrm>
                <a:off x="5578725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" name="pg80">
                <a:extLst>
                  <a:ext uri="{FF2B5EF4-FFF2-40B4-BE49-F238E27FC236}">
                    <a16:creationId xmlns:a16="http://schemas.microsoft.com/office/drawing/2014/main" id="{AB0BC17B-985E-72C0-9438-91A831E252E6}"/>
                  </a:ext>
                </a:extLst>
              </p:cNvPr>
              <p:cNvSpPr/>
              <p:nvPr/>
            </p:nvSpPr>
            <p:spPr>
              <a:xfrm>
                <a:off x="559036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" name="pg81">
                <a:extLst>
                  <a:ext uri="{FF2B5EF4-FFF2-40B4-BE49-F238E27FC236}">
                    <a16:creationId xmlns:a16="http://schemas.microsoft.com/office/drawing/2014/main" id="{6F7AEEC8-D422-D0A5-0602-21AD1F260E23}"/>
                  </a:ext>
                </a:extLst>
              </p:cNvPr>
              <p:cNvSpPr/>
              <p:nvPr/>
            </p:nvSpPr>
            <p:spPr>
              <a:xfrm>
                <a:off x="5602000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" name="pg82">
                <a:extLst>
                  <a:ext uri="{FF2B5EF4-FFF2-40B4-BE49-F238E27FC236}">
                    <a16:creationId xmlns:a16="http://schemas.microsoft.com/office/drawing/2014/main" id="{B5EB8E4C-0D2C-54BE-6408-ECF32664BEB2}"/>
                  </a:ext>
                </a:extLst>
              </p:cNvPr>
              <p:cNvSpPr/>
              <p:nvPr/>
            </p:nvSpPr>
            <p:spPr>
              <a:xfrm>
                <a:off x="5613637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" name="pg83">
                <a:extLst>
                  <a:ext uri="{FF2B5EF4-FFF2-40B4-BE49-F238E27FC236}">
                    <a16:creationId xmlns:a16="http://schemas.microsoft.com/office/drawing/2014/main" id="{5F16565F-7CDD-AF15-223C-382040E94863}"/>
                  </a:ext>
                </a:extLst>
              </p:cNvPr>
              <p:cNvSpPr/>
              <p:nvPr/>
            </p:nvSpPr>
            <p:spPr>
              <a:xfrm>
                <a:off x="5625275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" name="pg84">
                <a:extLst>
                  <a:ext uri="{FF2B5EF4-FFF2-40B4-BE49-F238E27FC236}">
                    <a16:creationId xmlns:a16="http://schemas.microsoft.com/office/drawing/2014/main" id="{F2BC490C-8A3B-E820-F481-179D5DA9F163}"/>
                  </a:ext>
                </a:extLst>
              </p:cNvPr>
              <p:cNvSpPr/>
              <p:nvPr/>
            </p:nvSpPr>
            <p:spPr>
              <a:xfrm>
                <a:off x="5636912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" name="pg85">
                <a:extLst>
                  <a:ext uri="{FF2B5EF4-FFF2-40B4-BE49-F238E27FC236}">
                    <a16:creationId xmlns:a16="http://schemas.microsoft.com/office/drawing/2014/main" id="{FAB4E980-1307-7823-A0A2-D4B33EB8D5CC}"/>
                  </a:ext>
                </a:extLst>
              </p:cNvPr>
              <p:cNvSpPr/>
              <p:nvPr/>
            </p:nvSpPr>
            <p:spPr>
              <a:xfrm>
                <a:off x="5648549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" name="pg86">
                <a:extLst>
                  <a:ext uri="{FF2B5EF4-FFF2-40B4-BE49-F238E27FC236}">
                    <a16:creationId xmlns:a16="http://schemas.microsoft.com/office/drawing/2014/main" id="{32011B37-06D7-42AF-34D6-95AED966024B}"/>
                  </a:ext>
                </a:extLst>
              </p:cNvPr>
              <p:cNvSpPr/>
              <p:nvPr/>
            </p:nvSpPr>
            <p:spPr>
              <a:xfrm>
                <a:off x="5660186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" name="pg87">
                <a:extLst>
                  <a:ext uri="{FF2B5EF4-FFF2-40B4-BE49-F238E27FC236}">
                    <a16:creationId xmlns:a16="http://schemas.microsoft.com/office/drawing/2014/main" id="{942CA2D6-0604-43CE-AE8B-F93DDBFAA901}"/>
                  </a:ext>
                </a:extLst>
              </p:cNvPr>
              <p:cNvSpPr/>
              <p:nvPr/>
            </p:nvSpPr>
            <p:spPr>
              <a:xfrm>
                <a:off x="5671824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" name="pg88">
                <a:extLst>
                  <a:ext uri="{FF2B5EF4-FFF2-40B4-BE49-F238E27FC236}">
                    <a16:creationId xmlns:a16="http://schemas.microsoft.com/office/drawing/2014/main" id="{9EC5FDFD-A5E1-74B9-E529-084D2FE08734}"/>
                  </a:ext>
                </a:extLst>
              </p:cNvPr>
              <p:cNvSpPr/>
              <p:nvPr/>
            </p:nvSpPr>
            <p:spPr>
              <a:xfrm>
                <a:off x="5683461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" name="pg89">
                <a:extLst>
                  <a:ext uri="{FF2B5EF4-FFF2-40B4-BE49-F238E27FC236}">
                    <a16:creationId xmlns:a16="http://schemas.microsoft.com/office/drawing/2014/main" id="{840344DA-755E-9CCD-5E71-779B52DEEB1D}"/>
                  </a:ext>
                </a:extLst>
              </p:cNvPr>
              <p:cNvSpPr/>
              <p:nvPr/>
            </p:nvSpPr>
            <p:spPr>
              <a:xfrm>
                <a:off x="5695098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" name="pg90">
                <a:extLst>
                  <a:ext uri="{FF2B5EF4-FFF2-40B4-BE49-F238E27FC236}">
                    <a16:creationId xmlns:a16="http://schemas.microsoft.com/office/drawing/2014/main" id="{5D120C2A-D680-F21D-4B62-4C497F43A4AC}"/>
                  </a:ext>
                </a:extLst>
              </p:cNvPr>
              <p:cNvSpPr/>
              <p:nvPr/>
            </p:nvSpPr>
            <p:spPr>
              <a:xfrm>
                <a:off x="5706736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" name="pg91">
                <a:extLst>
                  <a:ext uri="{FF2B5EF4-FFF2-40B4-BE49-F238E27FC236}">
                    <a16:creationId xmlns:a16="http://schemas.microsoft.com/office/drawing/2014/main" id="{E1894F39-ACA9-F9BB-667A-8EEABF031C22}"/>
                  </a:ext>
                </a:extLst>
              </p:cNvPr>
              <p:cNvSpPr/>
              <p:nvPr/>
            </p:nvSpPr>
            <p:spPr>
              <a:xfrm>
                <a:off x="5718373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" name="pg92">
                <a:extLst>
                  <a:ext uri="{FF2B5EF4-FFF2-40B4-BE49-F238E27FC236}">
                    <a16:creationId xmlns:a16="http://schemas.microsoft.com/office/drawing/2014/main" id="{7AAA6856-FA1A-B172-D8F6-E0D0D7703993}"/>
                  </a:ext>
                </a:extLst>
              </p:cNvPr>
              <p:cNvSpPr/>
              <p:nvPr/>
            </p:nvSpPr>
            <p:spPr>
              <a:xfrm>
                <a:off x="5730010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" name="pg93">
                <a:extLst>
                  <a:ext uri="{FF2B5EF4-FFF2-40B4-BE49-F238E27FC236}">
                    <a16:creationId xmlns:a16="http://schemas.microsoft.com/office/drawing/2014/main" id="{E552E9EC-0E87-0764-BCED-B5A0E796C573}"/>
                  </a:ext>
                </a:extLst>
              </p:cNvPr>
              <p:cNvSpPr/>
              <p:nvPr/>
            </p:nvSpPr>
            <p:spPr>
              <a:xfrm>
                <a:off x="6288602" y="25648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" name="pg94">
                <a:extLst>
                  <a:ext uri="{FF2B5EF4-FFF2-40B4-BE49-F238E27FC236}">
                    <a16:creationId xmlns:a16="http://schemas.microsoft.com/office/drawing/2014/main" id="{E3CC624D-BD8C-9F7C-251E-29A29E889CF7}"/>
                  </a:ext>
                </a:extLst>
              </p:cNvPr>
              <p:cNvSpPr/>
              <p:nvPr/>
            </p:nvSpPr>
            <p:spPr>
              <a:xfrm>
                <a:off x="5532176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" name="pg95">
                <a:extLst>
                  <a:ext uri="{FF2B5EF4-FFF2-40B4-BE49-F238E27FC236}">
                    <a16:creationId xmlns:a16="http://schemas.microsoft.com/office/drawing/2014/main" id="{126D27F1-C15E-9F71-D88F-C914853E7FCC}"/>
                  </a:ext>
                </a:extLst>
              </p:cNvPr>
              <p:cNvSpPr/>
              <p:nvPr/>
            </p:nvSpPr>
            <p:spPr>
              <a:xfrm>
                <a:off x="5543813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" name="pg96">
                <a:extLst>
                  <a:ext uri="{FF2B5EF4-FFF2-40B4-BE49-F238E27FC236}">
                    <a16:creationId xmlns:a16="http://schemas.microsoft.com/office/drawing/2014/main" id="{8C736E52-C0B1-A915-A43A-CF85D9C4F6A0}"/>
                  </a:ext>
                </a:extLst>
              </p:cNvPr>
              <p:cNvSpPr/>
              <p:nvPr/>
            </p:nvSpPr>
            <p:spPr>
              <a:xfrm>
                <a:off x="5555451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" name="pg97">
                <a:extLst>
                  <a:ext uri="{FF2B5EF4-FFF2-40B4-BE49-F238E27FC236}">
                    <a16:creationId xmlns:a16="http://schemas.microsoft.com/office/drawing/2014/main" id="{C6786312-E3ED-7FA2-EFD4-75FD024B562A}"/>
                  </a:ext>
                </a:extLst>
              </p:cNvPr>
              <p:cNvSpPr/>
              <p:nvPr/>
            </p:nvSpPr>
            <p:spPr>
              <a:xfrm>
                <a:off x="5567088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" name="pg98">
                <a:extLst>
                  <a:ext uri="{FF2B5EF4-FFF2-40B4-BE49-F238E27FC236}">
                    <a16:creationId xmlns:a16="http://schemas.microsoft.com/office/drawing/2014/main" id="{659C2158-AA76-5952-992E-832A118509F6}"/>
                  </a:ext>
                </a:extLst>
              </p:cNvPr>
              <p:cNvSpPr/>
              <p:nvPr/>
            </p:nvSpPr>
            <p:spPr>
              <a:xfrm>
                <a:off x="5578725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" name="pg99">
                <a:extLst>
                  <a:ext uri="{FF2B5EF4-FFF2-40B4-BE49-F238E27FC236}">
                    <a16:creationId xmlns:a16="http://schemas.microsoft.com/office/drawing/2014/main" id="{B4A8C9AA-EFDA-3A17-8740-88B498ED0C84}"/>
                  </a:ext>
                </a:extLst>
              </p:cNvPr>
              <p:cNvSpPr/>
              <p:nvPr/>
            </p:nvSpPr>
            <p:spPr>
              <a:xfrm>
                <a:off x="5590363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" name="pg100">
                <a:extLst>
                  <a:ext uri="{FF2B5EF4-FFF2-40B4-BE49-F238E27FC236}">
                    <a16:creationId xmlns:a16="http://schemas.microsoft.com/office/drawing/2014/main" id="{AE589C6B-F175-7391-2F79-4C43C0817E05}"/>
                  </a:ext>
                </a:extLst>
              </p:cNvPr>
              <p:cNvSpPr/>
              <p:nvPr/>
            </p:nvSpPr>
            <p:spPr>
              <a:xfrm>
                <a:off x="5602000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" name="pg101">
                <a:extLst>
                  <a:ext uri="{FF2B5EF4-FFF2-40B4-BE49-F238E27FC236}">
                    <a16:creationId xmlns:a16="http://schemas.microsoft.com/office/drawing/2014/main" id="{5BA1F8CA-959A-000A-9807-BEBE58441282}"/>
                  </a:ext>
                </a:extLst>
              </p:cNvPr>
              <p:cNvSpPr/>
              <p:nvPr/>
            </p:nvSpPr>
            <p:spPr>
              <a:xfrm>
                <a:off x="5613637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" name="pg102">
                <a:extLst>
                  <a:ext uri="{FF2B5EF4-FFF2-40B4-BE49-F238E27FC236}">
                    <a16:creationId xmlns:a16="http://schemas.microsoft.com/office/drawing/2014/main" id="{8181E9A2-4855-7387-04CF-67F3E543381A}"/>
                  </a:ext>
                </a:extLst>
              </p:cNvPr>
              <p:cNvSpPr/>
              <p:nvPr/>
            </p:nvSpPr>
            <p:spPr>
              <a:xfrm>
                <a:off x="5625275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" name="pg103">
                <a:extLst>
                  <a:ext uri="{FF2B5EF4-FFF2-40B4-BE49-F238E27FC236}">
                    <a16:creationId xmlns:a16="http://schemas.microsoft.com/office/drawing/2014/main" id="{41F4750C-32FD-B04B-981E-D9A9BC746FF5}"/>
                  </a:ext>
                </a:extLst>
              </p:cNvPr>
              <p:cNvSpPr/>
              <p:nvPr/>
            </p:nvSpPr>
            <p:spPr>
              <a:xfrm>
                <a:off x="5636912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" name="pg104">
                <a:extLst>
                  <a:ext uri="{FF2B5EF4-FFF2-40B4-BE49-F238E27FC236}">
                    <a16:creationId xmlns:a16="http://schemas.microsoft.com/office/drawing/2014/main" id="{69FF3353-5120-CA7D-88BB-59F8902604A3}"/>
                  </a:ext>
                </a:extLst>
              </p:cNvPr>
              <p:cNvSpPr/>
              <p:nvPr/>
            </p:nvSpPr>
            <p:spPr>
              <a:xfrm>
                <a:off x="5648549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" name="pg105">
                <a:extLst>
                  <a:ext uri="{FF2B5EF4-FFF2-40B4-BE49-F238E27FC236}">
                    <a16:creationId xmlns:a16="http://schemas.microsoft.com/office/drawing/2014/main" id="{934C7C59-F9B4-63CC-997C-6C64C5CE39AE}"/>
                  </a:ext>
                </a:extLst>
              </p:cNvPr>
              <p:cNvSpPr/>
              <p:nvPr/>
            </p:nvSpPr>
            <p:spPr>
              <a:xfrm>
                <a:off x="5660186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" name="pg106">
                <a:extLst>
                  <a:ext uri="{FF2B5EF4-FFF2-40B4-BE49-F238E27FC236}">
                    <a16:creationId xmlns:a16="http://schemas.microsoft.com/office/drawing/2014/main" id="{9A4BCFDD-39D2-C93E-EA34-65797ECF49D8}"/>
                  </a:ext>
                </a:extLst>
              </p:cNvPr>
              <p:cNvSpPr/>
              <p:nvPr/>
            </p:nvSpPr>
            <p:spPr>
              <a:xfrm>
                <a:off x="5671824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" name="pg107">
                <a:extLst>
                  <a:ext uri="{FF2B5EF4-FFF2-40B4-BE49-F238E27FC236}">
                    <a16:creationId xmlns:a16="http://schemas.microsoft.com/office/drawing/2014/main" id="{5ABD599E-7DE9-2BE4-7A99-88385E33408B}"/>
                  </a:ext>
                </a:extLst>
              </p:cNvPr>
              <p:cNvSpPr/>
              <p:nvPr/>
            </p:nvSpPr>
            <p:spPr>
              <a:xfrm>
                <a:off x="5683461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" name="pg108">
                <a:extLst>
                  <a:ext uri="{FF2B5EF4-FFF2-40B4-BE49-F238E27FC236}">
                    <a16:creationId xmlns:a16="http://schemas.microsoft.com/office/drawing/2014/main" id="{C2C00249-8E78-1277-DC11-52B475565BF7}"/>
                  </a:ext>
                </a:extLst>
              </p:cNvPr>
              <p:cNvSpPr/>
              <p:nvPr/>
            </p:nvSpPr>
            <p:spPr>
              <a:xfrm>
                <a:off x="5695098" y="25791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" name="pg109">
                <a:extLst>
                  <a:ext uri="{FF2B5EF4-FFF2-40B4-BE49-F238E27FC236}">
                    <a16:creationId xmlns:a16="http://schemas.microsoft.com/office/drawing/2014/main" id="{094433B4-49C3-2A20-7CC6-6A26B5760235}"/>
                  </a:ext>
                </a:extLst>
              </p:cNvPr>
              <p:cNvSpPr/>
              <p:nvPr/>
            </p:nvSpPr>
            <p:spPr>
              <a:xfrm>
                <a:off x="5508901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" name="pg110">
                <a:extLst>
                  <a:ext uri="{FF2B5EF4-FFF2-40B4-BE49-F238E27FC236}">
                    <a16:creationId xmlns:a16="http://schemas.microsoft.com/office/drawing/2014/main" id="{B69AA545-2572-1842-874D-ABA365A73C08}"/>
                  </a:ext>
                </a:extLst>
              </p:cNvPr>
              <p:cNvSpPr/>
              <p:nvPr/>
            </p:nvSpPr>
            <p:spPr>
              <a:xfrm>
                <a:off x="5520539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" name="pg111">
                <a:extLst>
                  <a:ext uri="{FF2B5EF4-FFF2-40B4-BE49-F238E27FC236}">
                    <a16:creationId xmlns:a16="http://schemas.microsoft.com/office/drawing/2014/main" id="{86D176CA-851E-7C3F-833F-372D0EA7A1B0}"/>
                  </a:ext>
                </a:extLst>
              </p:cNvPr>
              <p:cNvSpPr/>
              <p:nvPr/>
            </p:nvSpPr>
            <p:spPr>
              <a:xfrm>
                <a:off x="5532176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" name="pg112">
                <a:extLst>
                  <a:ext uri="{FF2B5EF4-FFF2-40B4-BE49-F238E27FC236}">
                    <a16:creationId xmlns:a16="http://schemas.microsoft.com/office/drawing/2014/main" id="{2F635E6A-C3A6-9BD3-3B77-BC3F89925336}"/>
                  </a:ext>
                </a:extLst>
              </p:cNvPr>
              <p:cNvSpPr/>
              <p:nvPr/>
            </p:nvSpPr>
            <p:spPr>
              <a:xfrm>
                <a:off x="5543813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" name="pg113">
                <a:extLst>
                  <a:ext uri="{FF2B5EF4-FFF2-40B4-BE49-F238E27FC236}">
                    <a16:creationId xmlns:a16="http://schemas.microsoft.com/office/drawing/2014/main" id="{3A81BDD9-B9D0-E0B8-26D2-7C49C1568284}"/>
                  </a:ext>
                </a:extLst>
              </p:cNvPr>
              <p:cNvSpPr/>
              <p:nvPr/>
            </p:nvSpPr>
            <p:spPr>
              <a:xfrm>
                <a:off x="5555451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" name="pg114">
                <a:extLst>
                  <a:ext uri="{FF2B5EF4-FFF2-40B4-BE49-F238E27FC236}">
                    <a16:creationId xmlns:a16="http://schemas.microsoft.com/office/drawing/2014/main" id="{615091AF-FD5F-20D3-5841-B5278326EC94}"/>
                  </a:ext>
                </a:extLst>
              </p:cNvPr>
              <p:cNvSpPr/>
              <p:nvPr/>
            </p:nvSpPr>
            <p:spPr>
              <a:xfrm>
                <a:off x="5567088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" name="pg115">
                <a:extLst>
                  <a:ext uri="{FF2B5EF4-FFF2-40B4-BE49-F238E27FC236}">
                    <a16:creationId xmlns:a16="http://schemas.microsoft.com/office/drawing/2014/main" id="{E0571BD4-CA23-9792-9180-1E28A1799BEA}"/>
                  </a:ext>
                </a:extLst>
              </p:cNvPr>
              <p:cNvSpPr/>
              <p:nvPr/>
            </p:nvSpPr>
            <p:spPr>
              <a:xfrm>
                <a:off x="5578725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" name="pg116">
                <a:extLst>
                  <a:ext uri="{FF2B5EF4-FFF2-40B4-BE49-F238E27FC236}">
                    <a16:creationId xmlns:a16="http://schemas.microsoft.com/office/drawing/2014/main" id="{EFBCA167-819C-723A-7F05-5865359F65F2}"/>
                  </a:ext>
                </a:extLst>
              </p:cNvPr>
              <p:cNvSpPr/>
              <p:nvPr/>
            </p:nvSpPr>
            <p:spPr>
              <a:xfrm>
                <a:off x="5590363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" name="pg117">
                <a:extLst>
                  <a:ext uri="{FF2B5EF4-FFF2-40B4-BE49-F238E27FC236}">
                    <a16:creationId xmlns:a16="http://schemas.microsoft.com/office/drawing/2014/main" id="{1B38470F-4766-7F54-3426-53DF8563FCA0}"/>
                  </a:ext>
                </a:extLst>
              </p:cNvPr>
              <p:cNvSpPr/>
              <p:nvPr/>
            </p:nvSpPr>
            <p:spPr>
              <a:xfrm>
                <a:off x="5602000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" name="pg118">
                <a:extLst>
                  <a:ext uri="{FF2B5EF4-FFF2-40B4-BE49-F238E27FC236}">
                    <a16:creationId xmlns:a16="http://schemas.microsoft.com/office/drawing/2014/main" id="{8EB4B3A9-7571-F8D3-AB88-3FA2E5A4E953}"/>
                  </a:ext>
                </a:extLst>
              </p:cNvPr>
              <p:cNvSpPr/>
              <p:nvPr/>
            </p:nvSpPr>
            <p:spPr>
              <a:xfrm>
                <a:off x="5613637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" name="pg119">
                <a:extLst>
                  <a:ext uri="{FF2B5EF4-FFF2-40B4-BE49-F238E27FC236}">
                    <a16:creationId xmlns:a16="http://schemas.microsoft.com/office/drawing/2014/main" id="{464216DB-5DB0-BC50-0C40-02FDCA68CAC4}"/>
                  </a:ext>
                </a:extLst>
              </p:cNvPr>
              <p:cNvSpPr/>
              <p:nvPr/>
            </p:nvSpPr>
            <p:spPr>
              <a:xfrm>
                <a:off x="5625275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" name="pg120">
                <a:extLst>
                  <a:ext uri="{FF2B5EF4-FFF2-40B4-BE49-F238E27FC236}">
                    <a16:creationId xmlns:a16="http://schemas.microsoft.com/office/drawing/2014/main" id="{5BDD5B64-5C51-AAE4-7424-F70887CC0670}"/>
                  </a:ext>
                </a:extLst>
              </p:cNvPr>
              <p:cNvSpPr/>
              <p:nvPr/>
            </p:nvSpPr>
            <p:spPr>
              <a:xfrm>
                <a:off x="5636912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" name="pg121">
                <a:extLst>
                  <a:ext uri="{FF2B5EF4-FFF2-40B4-BE49-F238E27FC236}">
                    <a16:creationId xmlns:a16="http://schemas.microsoft.com/office/drawing/2014/main" id="{22235BFC-B208-CC8C-94C6-97CB070F1057}"/>
                  </a:ext>
                </a:extLst>
              </p:cNvPr>
              <p:cNvSpPr/>
              <p:nvPr/>
            </p:nvSpPr>
            <p:spPr>
              <a:xfrm>
                <a:off x="5648549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" name="pg122">
                <a:extLst>
                  <a:ext uri="{FF2B5EF4-FFF2-40B4-BE49-F238E27FC236}">
                    <a16:creationId xmlns:a16="http://schemas.microsoft.com/office/drawing/2014/main" id="{3567953D-CC3A-2827-C5B9-B202C7286256}"/>
                  </a:ext>
                </a:extLst>
              </p:cNvPr>
              <p:cNvSpPr/>
              <p:nvPr/>
            </p:nvSpPr>
            <p:spPr>
              <a:xfrm>
                <a:off x="5660186" y="25934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" name="pg123">
                <a:extLst>
                  <a:ext uri="{FF2B5EF4-FFF2-40B4-BE49-F238E27FC236}">
                    <a16:creationId xmlns:a16="http://schemas.microsoft.com/office/drawing/2014/main" id="{ADC2F3AC-29BA-9DEE-071D-058302F4469D}"/>
                  </a:ext>
                </a:extLst>
              </p:cNvPr>
              <p:cNvSpPr/>
              <p:nvPr/>
            </p:nvSpPr>
            <p:spPr>
              <a:xfrm>
                <a:off x="5473989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" name="pg124">
                <a:extLst>
                  <a:ext uri="{FF2B5EF4-FFF2-40B4-BE49-F238E27FC236}">
                    <a16:creationId xmlns:a16="http://schemas.microsoft.com/office/drawing/2014/main" id="{6F1B4981-8D2E-8FBB-C727-C871F89C0C65}"/>
                  </a:ext>
                </a:extLst>
              </p:cNvPr>
              <p:cNvSpPr/>
              <p:nvPr/>
            </p:nvSpPr>
            <p:spPr>
              <a:xfrm>
                <a:off x="5485627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" name="pg125">
                <a:extLst>
                  <a:ext uri="{FF2B5EF4-FFF2-40B4-BE49-F238E27FC236}">
                    <a16:creationId xmlns:a16="http://schemas.microsoft.com/office/drawing/2014/main" id="{4341F115-CED6-D4D8-732D-23B43E4F9F74}"/>
                  </a:ext>
                </a:extLst>
              </p:cNvPr>
              <p:cNvSpPr/>
              <p:nvPr/>
            </p:nvSpPr>
            <p:spPr>
              <a:xfrm>
                <a:off x="5497264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" name="pg126">
                <a:extLst>
                  <a:ext uri="{FF2B5EF4-FFF2-40B4-BE49-F238E27FC236}">
                    <a16:creationId xmlns:a16="http://schemas.microsoft.com/office/drawing/2014/main" id="{B427B614-B60B-52BB-086E-C36968BCC0BA}"/>
                  </a:ext>
                </a:extLst>
              </p:cNvPr>
              <p:cNvSpPr/>
              <p:nvPr/>
            </p:nvSpPr>
            <p:spPr>
              <a:xfrm>
                <a:off x="5508901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" name="pg127">
                <a:extLst>
                  <a:ext uri="{FF2B5EF4-FFF2-40B4-BE49-F238E27FC236}">
                    <a16:creationId xmlns:a16="http://schemas.microsoft.com/office/drawing/2014/main" id="{4B5C4E32-ABD9-7AF4-EFF0-F532A30F54BA}"/>
                  </a:ext>
                </a:extLst>
              </p:cNvPr>
              <p:cNvSpPr/>
              <p:nvPr/>
            </p:nvSpPr>
            <p:spPr>
              <a:xfrm>
                <a:off x="5520539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" name="pg128">
                <a:extLst>
                  <a:ext uri="{FF2B5EF4-FFF2-40B4-BE49-F238E27FC236}">
                    <a16:creationId xmlns:a16="http://schemas.microsoft.com/office/drawing/2014/main" id="{D0B89ADD-92F6-6FBA-917C-18FDDD4664E6}"/>
                  </a:ext>
                </a:extLst>
              </p:cNvPr>
              <p:cNvSpPr/>
              <p:nvPr/>
            </p:nvSpPr>
            <p:spPr>
              <a:xfrm>
                <a:off x="5532176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" name="pg129">
                <a:extLst>
                  <a:ext uri="{FF2B5EF4-FFF2-40B4-BE49-F238E27FC236}">
                    <a16:creationId xmlns:a16="http://schemas.microsoft.com/office/drawing/2014/main" id="{C3415D3C-1E8F-06C3-B925-211B2AC05049}"/>
                  </a:ext>
                </a:extLst>
              </p:cNvPr>
              <p:cNvSpPr/>
              <p:nvPr/>
            </p:nvSpPr>
            <p:spPr>
              <a:xfrm>
                <a:off x="5543813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" name="pg130">
                <a:extLst>
                  <a:ext uri="{FF2B5EF4-FFF2-40B4-BE49-F238E27FC236}">
                    <a16:creationId xmlns:a16="http://schemas.microsoft.com/office/drawing/2014/main" id="{E1F4688B-54F3-7C0E-E3C1-91EF756FC8E4}"/>
                  </a:ext>
                </a:extLst>
              </p:cNvPr>
              <p:cNvSpPr/>
              <p:nvPr/>
            </p:nvSpPr>
            <p:spPr>
              <a:xfrm>
                <a:off x="5555451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" name="pg131">
                <a:extLst>
                  <a:ext uri="{FF2B5EF4-FFF2-40B4-BE49-F238E27FC236}">
                    <a16:creationId xmlns:a16="http://schemas.microsoft.com/office/drawing/2014/main" id="{C262B437-0F99-BB1C-9F83-3D438BAA0F8B}"/>
                  </a:ext>
                </a:extLst>
              </p:cNvPr>
              <p:cNvSpPr/>
              <p:nvPr/>
            </p:nvSpPr>
            <p:spPr>
              <a:xfrm>
                <a:off x="5567088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" name="pg132">
                <a:extLst>
                  <a:ext uri="{FF2B5EF4-FFF2-40B4-BE49-F238E27FC236}">
                    <a16:creationId xmlns:a16="http://schemas.microsoft.com/office/drawing/2014/main" id="{E744EC8D-42FA-0341-6468-242D550EE1DE}"/>
                  </a:ext>
                </a:extLst>
              </p:cNvPr>
              <p:cNvSpPr/>
              <p:nvPr/>
            </p:nvSpPr>
            <p:spPr>
              <a:xfrm>
                <a:off x="5578725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" name="pg133">
                <a:extLst>
                  <a:ext uri="{FF2B5EF4-FFF2-40B4-BE49-F238E27FC236}">
                    <a16:creationId xmlns:a16="http://schemas.microsoft.com/office/drawing/2014/main" id="{D6974F8C-3F15-8BFB-42FE-8089E4945C75}"/>
                  </a:ext>
                </a:extLst>
              </p:cNvPr>
              <p:cNvSpPr/>
              <p:nvPr/>
            </p:nvSpPr>
            <p:spPr>
              <a:xfrm>
                <a:off x="5590363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" name="pg134">
                <a:extLst>
                  <a:ext uri="{FF2B5EF4-FFF2-40B4-BE49-F238E27FC236}">
                    <a16:creationId xmlns:a16="http://schemas.microsoft.com/office/drawing/2014/main" id="{8D640CB5-FE67-B4B1-A795-995F26B729B7}"/>
                  </a:ext>
                </a:extLst>
              </p:cNvPr>
              <p:cNvSpPr/>
              <p:nvPr/>
            </p:nvSpPr>
            <p:spPr>
              <a:xfrm>
                <a:off x="5602000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" name="pg135">
                <a:extLst>
                  <a:ext uri="{FF2B5EF4-FFF2-40B4-BE49-F238E27FC236}">
                    <a16:creationId xmlns:a16="http://schemas.microsoft.com/office/drawing/2014/main" id="{51E36C3D-24BB-A9CA-39B4-42AC6DCA8670}"/>
                  </a:ext>
                </a:extLst>
              </p:cNvPr>
              <p:cNvSpPr/>
              <p:nvPr/>
            </p:nvSpPr>
            <p:spPr>
              <a:xfrm>
                <a:off x="5613637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" name="pg136">
                <a:extLst>
                  <a:ext uri="{FF2B5EF4-FFF2-40B4-BE49-F238E27FC236}">
                    <a16:creationId xmlns:a16="http://schemas.microsoft.com/office/drawing/2014/main" id="{BB68D132-213D-7EFD-1FAB-AB6A99F58D3E}"/>
                  </a:ext>
                </a:extLst>
              </p:cNvPr>
              <p:cNvSpPr/>
              <p:nvPr/>
            </p:nvSpPr>
            <p:spPr>
              <a:xfrm>
                <a:off x="5625275" y="26077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" name="pg137">
                <a:extLst>
                  <a:ext uri="{FF2B5EF4-FFF2-40B4-BE49-F238E27FC236}">
                    <a16:creationId xmlns:a16="http://schemas.microsoft.com/office/drawing/2014/main" id="{5B722924-3113-AA4D-D2C6-7BCA260CD4B7}"/>
                  </a:ext>
                </a:extLst>
              </p:cNvPr>
              <p:cNvSpPr/>
              <p:nvPr/>
            </p:nvSpPr>
            <p:spPr>
              <a:xfrm>
                <a:off x="5450715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" name="pg138">
                <a:extLst>
                  <a:ext uri="{FF2B5EF4-FFF2-40B4-BE49-F238E27FC236}">
                    <a16:creationId xmlns:a16="http://schemas.microsoft.com/office/drawing/2014/main" id="{627C8EF2-EE65-8193-E45A-8A096D60E22B}"/>
                  </a:ext>
                </a:extLst>
              </p:cNvPr>
              <p:cNvSpPr/>
              <p:nvPr/>
            </p:nvSpPr>
            <p:spPr>
              <a:xfrm>
                <a:off x="5462352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" name="pg139">
                <a:extLst>
                  <a:ext uri="{FF2B5EF4-FFF2-40B4-BE49-F238E27FC236}">
                    <a16:creationId xmlns:a16="http://schemas.microsoft.com/office/drawing/2014/main" id="{90076845-3E4F-30C1-4EE7-11E875B5B6D6}"/>
                  </a:ext>
                </a:extLst>
              </p:cNvPr>
              <p:cNvSpPr/>
              <p:nvPr/>
            </p:nvSpPr>
            <p:spPr>
              <a:xfrm>
                <a:off x="5473989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" name="pg140">
                <a:extLst>
                  <a:ext uri="{FF2B5EF4-FFF2-40B4-BE49-F238E27FC236}">
                    <a16:creationId xmlns:a16="http://schemas.microsoft.com/office/drawing/2014/main" id="{65D33E19-6DC0-1BA8-67CB-7D8093C9EE4F}"/>
                  </a:ext>
                </a:extLst>
              </p:cNvPr>
              <p:cNvSpPr/>
              <p:nvPr/>
            </p:nvSpPr>
            <p:spPr>
              <a:xfrm>
                <a:off x="5485627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" name="pg141">
                <a:extLst>
                  <a:ext uri="{FF2B5EF4-FFF2-40B4-BE49-F238E27FC236}">
                    <a16:creationId xmlns:a16="http://schemas.microsoft.com/office/drawing/2014/main" id="{F9EB8049-7BFE-5B6C-98CC-4F6FC6DD0DAA}"/>
                  </a:ext>
                </a:extLst>
              </p:cNvPr>
              <p:cNvSpPr/>
              <p:nvPr/>
            </p:nvSpPr>
            <p:spPr>
              <a:xfrm>
                <a:off x="5497264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" name="pg142">
                <a:extLst>
                  <a:ext uri="{FF2B5EF4-FFF2-40B4-BE49-F238E27FC236}">
                    <a16:creationId xmlns:a16="http://schemas.microsoft.com/office/drawing/2014/main" id="{5AD73592-6D93-E3F5-A07E-DFBCDD4CD164}"/>
                  </a:ext>
                </a:extLst>
              </p:cNvPr>
              <p:cNvSpPr/>
              <p:nvPr/>
            </p:nvSpPr>
            <p:spPr>
              <a:xfrm>
                <a:off x="5508901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" name="pg143">
                <a:extLst>
                  <a:ext uri="{FF2B5EF4-FFF2-40B4-BE49-F238E27FC236}">
                    <a16:creationId xmlns:a16="http://schemas.microsoft.com/office/drawing/2014/main" id="{7A671022-52C8-AA21-400D-CD4C8B70C29B}"/>
                  </a:ext>
                </a:extLst>
              </p:cNvPr>
              <p:cNvSpPr/>
              <p:nvPr/>
            </p:nvSpPr>
            <p:spPr>
              <a:xfrm>
                <a:off x="5520539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" name="pg144">
                <a:extLst>
                  <a:ext uri="{FF2B5EF4-FFF2-40B4-BE49-F238E27FC236}">
                    <a16:creationId xmlns:a16="http://schemas.microsoft.com/office/drawing/2014/main" id="{3716DEB3-8017-49BF-B1FC-D20030893691}"/>
                  </a:ext>
                </a:extLst>
              </p:cNvPr>
              <p:cNvSpPr/>
              <p:nvPr/>
            </p:nvSpPr>
            <p:spPr>
              <a:xfrm>
                <a:off x="5532176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" name="pg145">
                <a:extLst>
                  <a:ext uri="{FF2B5EF4-FFF2-40B4-BE49-F238E27FC236}">
                    <a16:creationId xmlns:a16="http://schemas.microsoft.com/office/drawing/2014/main" id="{7E99370D-F31C-3CEF-AA2E-43AFD7CB9596}"/>
                  </a:ext>
                </a:extLst>
              </p:cNvPr>
              <p:cNvSpPr/>
              <p:nvPr/>
            </p:nvSpPr>
            <p:spPr>
              <a:xfrm>
                <a:off x="5543813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" name="pg146">
                <a:extLst>
                  <a:ext uri="{FF2B5EF4-FFF2-40B4-BE49-F238E27FC236}">
                    <a16:creationId xmlns:a16="http://schemas.microsoft.com/office/drawing/2014/main" id="{83955E1E-7AE5-C5C6-CE9F-E1F7EFEE6DB7}"/>
                  </a:ext>
                </a:extLst>
              </p:cNvPr>
              <p:cNvSpPr/>
              <p:nvPr/>
            </p:nvSpPr>
            <p:spPr>
              <a:xfrm>
                <a:off x="5555451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" name="pg147">
                <a:extLst>
                  <a:ext uri="{FF2B5EF4-FFF2-40B4-BE49-F238E27FC236}">
                    <a16:creationId xmlns:a16="http://schemas.microsoft.com/office/drawing/2014/main" id="{F9072ABB-66E3-8EC6-8C62-612E4BC4BD39}"/>
                  </a:ext>
                </a:extLst>
              </p:cNvPr>
              <p:cNvSpPr/>
              <p:nvPr/>
            </p:nvSpPr>
            <p:spPr>
              <a:xfrm>
                <a:off x="5567088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" name="pg148">
                <a:extLst>
                  <a:ext uri="{FF2B5EF4-FFF2-40B4-BE49-F238E27FC236}">
                    <a16:creationId xmlns:a16="http://schemas.microsoft.com/office/drawing/2014/main" id="{A493CC46-F28D-BC38-0F92-D433BD84322A}"/>
                  </a:ext>
                </a:extLst>
              </p:cNvPr>
              <p:cNvSpPr/>
              <p:nvPr/>
            </p:nvSpPr>
            <p:spPr>
              <a:xfrm>
                <a:off x="5578725" y="26220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" name="pg149">
                <a:extLst>
                  <a:ext uri="{FF2B5EF4-FFF2-40B4-BE49-F238E27FC236}">
                    <a16:creationId xmlns:a16="http://schemas.microsoft.com/office/drawing/2014/main" id="{FA685D2A-AC98-4D41-CB49-9B406980422F}"/>
                  </a:ext>
                </a:extLst>
              </p:cNvPr>
              <p:cNvSpPr/>
              <p:nvPr/>
            </p:nvSpPr>
            <p:spPr>
              <a:xfrm>
                <a:off x="5439077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" name="pg150">
                <a:extLst>
                  <a:ext uri="{FF2B5EF4-FFF2-40B4-BE49-F238E27FC236}">
                    <a16:creationId xmlns:a16="http://schemas.microsoft.com/office/drawing/2014/main" id="{890E22E3-3B57-79F0-3039-5170034E5686}"/>
                  </a:ext>
                </a:extLst>
              </p:cNvPr>
              <p:cNvSpPr/>
              <p:nvPr/>
            </p:nvSpPr>
            <p:spPr>
              <a:xfrm>
                <a:off x="5450715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" name="pg151">
                <a:extLst>
                  <a:ext uri="{FF2B5EF4-FFF2-40B4-BE49-F238E27FC236}">
                    <a16:creationId xmlns:a16="http://schemas.microsoft.com/office/drawing/2014/main" id="{0DED14F6-133F-A0AF-0CD9-20B1ED8472D5}"/>
                  </a:ext>
                </a:extLst>
              </p:cNvPr>
              <p:cNvSpPr/>
              <p:nvPr/>
            </p:nvSpPr>
            <p:spPr>
              <a:xfrm>
                <a:off x="5462352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" name="pg152">
                <a:extLst>
                  <a:ext uri="{FF2B5EF4-FFF2-40B4-BE49-F238E27FC236}">
                    <a16:creationId xmlns:a16="http://schemas.microsoft.com/office/drawing/2014/main" id="{C31AB3D0-129D-4222-5FD8-7D71A2F9BC88}"/>
                  </a:ext>
                </a:extLst>
              </p:cNvPr>
              <p:cNvSpPr/>
              <p:nvPr/>
            </p:nvSpPr>
            <p:spPr>
              <a:xfrm>
                <a:off x="5473989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" name="pg153">
                <a:extLst>
                  <a:ext uri="{FF2B5EF4-FFF2-40B4-BE49-F238E27FC236}">
                    <a16:creationId xmlns:a16="http://schemas.microsoft.com/office/drawing/2014/main" id="{D43F49A3-5851-58E8-4B3D-86EC6AE38902}"/>
                  </a:ext>
                </a:extLst>
              </p:cNvPr>
              <p:cNvSpPr/>
              <p:nvPr/>
            </p:nvSpPr>
            <p:spPr>
              <a:xfrm>
                <a:off x="5485627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" name="pg154">
                <a:extLst>
                  <a:ext uri="{FF2B5EF4-FFF2-40B4-BE49-F238E27FC236}">
                    <a16:creationId xmlns:a16="http://schemas.microsoft.com/office/drawing/2014/main" id="{75EDB3CE-6D53-AF6B-2154-583D7A28D677}"/>
                  </a:ext>
                </a:extLst>
              </p:cNvPr>
              <p:cNvSpPr/>
              <p:nvPr/>
            </p:nvSpPr>
            <p:spPr>
              <a:xfrm>
                <a:off x="5497264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" name="pg155">
                <a:extLst>
                  <a:ext uri="{FF2B5EF4-FFF2-40B4-BE49-F238E27FC236}">
                    <a16:creationId xmlns:a16="http://schemas.microsoft.com/office/drawing/2014/main" id="{A1AF0E06-5CAE-CE50-CEC0-ADC3B6F11939}"/>
                  </a:ext>
                </a:extLst>
              </p:cNvPr>
              <p:cNvSpPr/>
              <p:nvPr/>
            </p:nvSpPr>
            <p:spPr>
              <a:xfrm>
                <a:off x="5508901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" name="pg156">
                <a:extLst>
                  <a:ext uri="{FF2B5EF4-FFF2-40B4-BE49-F238E27FC236}">
                    <a16:creationId xmlns:a16="http://schemas.microsoft.com/office/drawing/2014/main" id="{07929CEC-884F-4E61-10B8-9EF225B5C1CE}"/>
                  </a:ext>
                </a:extLst>
              </p:cNvPr>
              <p:cNvSpPr/>
              <p:nvPr/>
            </p:nvSpPr>
            <p:spPr>
              <a:xfrm>
                <a:off x="5520539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" name="pg157">
                <a:extLst>
                  <a:ext uri="{FF2B5EF4-FFF2-40B4-BE49-F238E27FC236}">
                    <a16:creationId xmlns:a16="http://schemas.microsoft.com/office/drawing/2014/main" id="{3BEAC5C4-D3DE-B3D5-4E37-B6BBADBC4891}"/>
                  </a:ext>
                </a:extLst>
              </p:cNvPr>
              <p:cNvSpPr/>
              <p:nvPr/>
            </p:nvSpPr>
            <p:spPr>
              <a:xfrm>
                <a:off x="5532176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" name="pg158">
                <a:extLst>
                  <a:ext uri="{FF2B5EF4-FFF2-40B4-BE49-F238E27FC236}">
                    <a16:creationId xmlns:a16="http://schemas.microsoft.com/office/drawing/2014/main" id="{C2BC0E0E-33B2-2969-77B5-B4A90F68C69D}"/>
                  </a:ext>
                </a:extLst>
              </p:cNvPr>
              <p:cNvSpPr/>
              <p:nvPr/>
            </p:nvSpPr>
            <p:spPr>
              <a:xfrm>
                <a:off x="5543813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" name="pg159">
                <a:extLst>
                  <a:ext uri="{FF2B5EF4-FFF2-40B4-BE49-F238E27FC236}">
                    <a16:creationId xmlns:a16="http://schemas.microsoft.com/office/drawing/2014/main" id="{666E5527-96F4-A3F9-BAC1-B23B0C084058}"/>
                  </a:ext>
                </a:extLst>
              </p:cNvPr>
              <p:cNvSpPr/>
              <p:nvPr/>
            </p:nvSpPr>
            <p:spPr>
              <a:xfrm>
                <a:off x="5555451" y="26363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" name="pg160">
                <a:extLst>
                  <a:ext uri="{FF2B5EF4-FFF2-40B4-BE49-F238E27FC236}">
                    <a16:creationId xmlns:a16="http://schemas.microsoft.com/office/drawing/2014/main" id="{75FAEB7F-71B2-AB12-A385-EF7F0DDCA387}"/>
                  </a:ext>
                </a:extLst>
              </p:cNvPr>
              <p:cNvSpPr/>
              <p:nvPr/>
            </p:nvSpPr>
            <p:spPr>
              <a:xfrm>
                <a:off x="5427440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" name="pg161">
                <a:extLst>
                  <a:ext uri="{FF2B5EF4-FFF2-40B4-BE49-F238E27FC236}">
                    <a16:creationId xmlns:a16="http://schemas.microsoft.com/office/drawing/2014/main" id="{ECC11DEB-D783-6CCA-734B-B7AA20C8D545}"/>
                  </a:ext>
                </a:extLst>
              </p:cNvPr>
              <p:cNvSpPr/>
              <p:nvPr/>
            </p:nvSpPr>
            <p:spPr>
              <a:xfrm>
                <a:off x="5439077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" name="pg162">
                <a:extLst>
                  <a:ext uri="{FF2B5EF4-FFF2-40B4-BE49-F238E27FC236}">
                    <a16:creationId xmlns:a16="http://schemas.microsoft.com/office/drawing/2014/main" id="{C16BA80F-3BE7-2AE8-D5C1-60B221A79AAA}"/>
                  </a:ext>
                </a:extLst>
              </p:cNvPr>
              <p:cNvSpPr/>
              <p:nvPr/>
            </p:nvSpPr>
            <p:spPr>
              <a:xfrm>
                <a:off x="5450715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" name="pg163">
                <a:extLst>
                  <a:ext uri="{FF2B5EF4-FFF2-40B4-BE49-F238E27FC236}">
                    <a16:creationId xmlns:a16="http://schemas.microsoft.com/office/drawing/2014/main" id="{11E9BBB7-B723-8D9F-3DBE-50E17C3FA0B0}"/>
                  </a:ext>
                </a:extLst>
              </p:cNvPr>
              <p:cNvSpPr/>
              <p:nvPr/>
            </p:nvSpPr>
            <p:spPr>
              <a:xfrm>
                <a:off x="5462352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" name="pg164">
                <a:extLst>
                  <a:ext uri="{FF2B5EF4-FFF2-40B4-BE49-F238E27FC236}">
                    <a16:creationId xmlns:a16="http://schemas.microsoft.com/office/drawing/2014/main" id="{5179A0F8-C89B-063A-D0B6-C0779235CD47}"/>
                  </a:ext>
                </a:extLst>
              </p:cNvPr>
              <p:cNvSpPr/>
              <p:nvPr/>
            </p:nvSpPr>
            <p:spPr>
              <a:xfrm>
                <a:off x="5473989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" name="pg165">
                <a:extLst>
                  <a:ext uri="{FF2B5EF4-FFF2-40B4-BE49-F238E27FC236}">
                    <a16:creationId xmlns:a16="http://schemas.microsoft.com/office/drawing/2014/main" id="{D0273912-D582-51CF-A760-4D24CF91C406}"/>
                  </a:ext>
                </a:extLst>
              </p:cNvPr>
              <p:cNvSpPr/>
              <p:nvPr/>
            </p:nvSpPr>
            <p:spPr>
              <a:xfrm>
                <a:off x="5485627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" name="pg166">
                <a:extLst>
                  <a:ext uri="{FF2B5EF4-FFF2-40B4-BE49-F238E27FC236}">
                    <a16:creationId xmlns:a16="http://schemas.microsoft.com/office/drawing/2014/main" id="{301E71BB-CBA2-858F-C184-2003E250E1F0}"/>
                  </a:ext>
                </a:extLst>
              </p:cNvPr>
              <p:cNvSpPr/>
              <p:nvPr/>
            </p:nvSpPr>
            <p:spPr>
              <a:xfrm>
                <a:off x="5497264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" name="pg167">
                <a:extLst>
                  <a:ext uri="{FF2B5EF4-FFF2-40B4-BE49-F238E27FC236}">
                    <a16:creationId xmlns:a16="http://schemas.microsoft.com/office/drawing/2014/main" id="{20EF47A2-D560-A35E-19AA-1111EF6C8880}"/>
                  </a:ext>
                </a:extLst>
              </p:cNvPr>
              <p:cNvSpPr/>
              <p:nvPr/>
            </p:nvSpPr>
            <p:spPr>
              <a:xfrm>
                <a:off x="5508901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" name="pg168">
                <a:extLst>
                  <a:ext uri="{FF2B5EF4-FFF2-40B4-BE49-F238E27FC236}">
                    <a16:creationId xmlns:a16="http://schemas.microsoft.com/office/drawing/2014/main" id="{645B02EF-6D48-32C1-08E3-17D66068CCD5}"/>
                  </a:ext>
                </a:extLst>
              </p:cNvPr>
              <p:cNvSpPr/>
              <p:nvPr/>
            </p:nvSpPr>
            <p:spPr>
              <a:xfrm>
                <a:off x="5520539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" name="pg169">
                <a:extLst>
                  <a:ext uri="{FF2B5EF4-FFF2-40B4-BE49-F238E27FC236}">
                    <a16:creationId xmlns:a16="http://schemas.microsoft.com/office/drawing/2014/main" id="{79DAE1C1-F25B-A12D-B283-9D9BFCDD6C87}"/>
                  </a:ext>
                </a:extLst>
              </p:cNvPr>
              <p:cNvSpPr/>
              <p:nvPr/>
            </p:nvSpPr>
            <p:spPr>
              <a:xfrm>
                <a:off x="5532176" y="26506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" name="pg170">
                <a:extLst>
                  <a:ext uri="{FF2B5EF4-FFF2-40B4-BE49-F238E27FC236}">
                    <a16:creationId xmlns:a16="http://schemas.microsoft.com/office/drawing/2014/main" id="{F8597428-68FE-B196-79FC-178BAD1C2FED}"/>
                  </a:ext>
                </a:extLst>
              </p:cNvPr>
              <p:cNvSpPr/>
              <p:nvPr/>
            </p:nvSpPr>
            <p:spPr>
              <a:xfrm>
                <a:off x="5415803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" name="pg171">
                <a:extLst>
                  <a:ext uri="{FF2B5EF4-FFF2-40B4-BE49-F238E27FC236}">
                    <a16:creationId xmlns:a16="http://schemas.microsoft.com/office/drawing/2014/main" id="{26C09BAD-EDF6-4204-138B-95437F212F5B}"/>
                  </a:ext>
                </a:extLst>
              </p:cNvPr>
              <p:cNvSpPr/>
              <p:nvPr/>
            </p:nvSpPr>
            <p:spPr>
              <a:xfrm>
                <a:off x="5427440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" name="pg172">
                <a:extLst>
                  <a:ext uri="{FF2B5EF4-FFF2-40B4-BE49-F238E27FC236}">
                    <a16:creationId xmlns:a16="http://schemas.microsoft.com/office/drawing/2014/main" id="{D7DB93F6-C9D2-37F7-067F-DC1286E26E83}"/>
                  </a:ext>
                </a:extLst>
              </p:cNvPr>
              <p:cNvSpPr/>
              <p:nvPr/>
            </p:nvSpPr>
            <p:spPr>
              <a:xfrm>
                <a:off x="5439077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" name="pg173">
                <a:extLst>
                  <a:ext uri="{FF2B5EF4-FFF2-40B4-BE49-F238E27FC236}">
                    <a16:creationId xmlns:a16="http://schemas.microsoft.com/office/drawing/2014/main" id="{2BA45EEB-9649-8260-CA62-703669A008B5}"/>
                  </a:ext>
                </a:extLst>
              </p:cNvPr>
              <p:cNvSpPr/>
              <p:nvPr/>
            </p:nvSpPr>
            <p:spPr>
              <a:xfrm>
                <a:off x="5450715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" name="pg174">
                <a:extLst>
                  <a:ext uri="{FF2B5EF4-FFF2-40B4-BE49-F238E27FC236}">
                    <a16:creationId xmlns:a16="http://schemas.microsoft.com/office/drawing/2014/main" id="{20F7902A-4EC0-0776-7C5B-21BF72C3587C}"/>
                  </a:ext>
                </a:extLst>
              </p:cNvPr>
              <p:cNvSpPr/>
              <p:nvPr/>
            </p:nvSpPr>
            <p:spPr>
              <a:xfrm>
                <a:off x="5462352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" name="pg175">
                <a:extLst>
                  <a:ext uri="{FF2B5EF4-FFF2-40B4-BE49-F238E27FC236}">
                    <a16:creationId xmlns:a16="http://schemas.microsoft.com/office/drawing/2014/main" id="{4DCEF04B-2723-A59D-D162-5C7AE9715A77}"/>
                  </a:ext>
                </a:extLst>
              </p:cNvPr>
              <p:cNvSpPr/>
              <p:nvPr/>
            </p:nvSpPr>
            <p:spPr>
              <a:xfrm>
                <a:off x="5473989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" name="pg176">
                <a:extLst>
                  <a:ext uri="{FF2B5EF4-FFF2-40B4-BE49-F238E27FC236}">
                    <a16:creationId xmlns:a16="http://schemas.microsoft.com/office/drawing/2014/main" id="{08E0CF28-DB41-0AC6-55E9-ADC2DF0A4755}"/>
                  </a:ext>
                </a:extLst>
              </p:cNvPr>
              <p:cNvSpPr/>
              <p:nvPr/>
            </p:nvSpPr>
            <p:spPr>
              <a:xfrm>
                <a:off x="5485627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" name="pg177">
                <a:extLst>
                  <a:ext uri="{FF2B5EF4-FFF2-40B4-BE49-F238E27FC236}">
                    <a16:creationId xmlns:a16="http://schemas.microsoft.com/office/drawing/2014/main" id="{03AD6C89-1097-24E9-E212-AE0B70CCD366}"/>
                  </a:ext>
                </a:extLst>
              </p:cNvPr>
              <p:cNvSpPr/>
              <p:nvPr/>
            </p:nvSpPr>
            <p:spPr>
              <a:xfrm>
                <a:off x="5497264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" name="pg178">
                <a:extLst>
                  <a:ext uri="{FF2B5EF4-FFF2-40B4-BE49-F238E27FC236}">
                    <a16:creationId xmlns:a16="http://schemas.microsoft.com/office/drawing/2014/main" id="{CEB8B6C2-9C74-5C98-FC30-86DD46AB46D6}"/>
                  </a:ext>
                </a:extLst>
              </p:cNvPr>
              <p:cNvSpPr/>
              <p:nvPr/>
            </p:nvSpPr>
            <p:spPr>
              <a:xfrm>
                <a:off x="5508901" y="26649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" name="pg179">
                <a:extLst>
                  <a:ext uri="{FF2B5EF4-FFF2-40B4-BE49-F238E27FC236}">
                    <a16:creationId xmlns:a16="http://schemas.microsoft.com/office/drawing/2014/main" id="{6F5938E6-E667-B1CC-44C9-D5EB9C35AA01}"/>
                  </a:ext>
                </a:extLst>
              </p:cNvPr>
              <p:cNvSpPr/>
              <p:nvPr/>
            </p:nvSpPr>
            <p:spPr>
              <a:xfrm>
                <a:off x="5380891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" name="pg180">
                <a:extLst>
                  <a:ext uri="{FF2B5EF4-FFF2-40B4-BE49-F238E27FC236}">
                    <a16:creationId xmlns:a16="http://schemas.microsoft.com/office/drawing/2014/main" id="{ABE37206-7048-AAD5-7287-4D92C8C3EE2C}"/>
                  </a:ext>
                </a:extLst>
              </p:cNvPr>
              <p:cNvSpPr/>
              <p:nvPr/>
            </p:nvSpPr>
            <p:spPr>
              <a:xfrm>
                <a:off x="5392528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" name="pg181">
                <a:extLst>
                  <a:ext uri="{FF2B5EF4-FFF2-40B4-BE49-F238E27FC236}">
                    <a16:creationId xmlns:a16="http://schemas.microsoft.com/office/drawing/2014/main" id="{8EC64750-E4B9-41B9-7B48-F506109280CD}"/>
                  </a:ext>
                </a:extLst>
              </p:cNvPr>
              <p:cNvSpPr/>
              <p:nvPr/>
            </p:nvSpPr>
            <p:spPr>
              <a:xfrm>
                <a:off x="5404165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" name="pg182">
                <a:extLst>
                  <a:ext uri="{FF2B5EF4-FFF2-40B4-BE49-F238E27FC236}">
                    <a16:creationId xmlns:a16="http://schemas.microsoft.com/office/drawing/2014/main" id="{B4A9E6AD-BC88-A370-B3A9-4F4B535BBBA7}"/>
                  </a:ext>
                </a:extLst>
              </p:cNvPr>
              <p:cNvSpPr/>
              <p:nvPr/>
            </p:nvSpPr>
            <p:spPr>
              <a:xfrm>
                <a:off x="5415803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" name="pg183">
                <a:extLst>
                  <a:ext uri="{FF2B5EF4-FFF2-40B4-BE49-F238E27FC236}">
                    <a16:creationId xmlns:a16="http://schemas.microsoft.com/office/drawing/2014/main" id="{A1006BA8-7606-E377-CFF7-A08EDD95075C}"/>
                  </a:ext>
                </a:extLst>
              </p:cNvPr>
              <p:cNvSpPr/>
              <p:nvPr/>
            </p:nvSpPr>
            <p:spPr>
              <a:xfrm>
                <a:off x="5427440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" name="pg184">
                <a:extLst>
                  <a:ext uri="{FF2B5EF4-FFF2-40B4-BE49-F238E27FC236}">
                    <a16:creationId xmlns:a16="http://schemas.microsoft.com/office/drawing/2014/main" id="{17E75329-4BB1-1D9D-043C-664F77DA1CCF}"/>
                  </a:ext>
                </a:extLst>
              </p:cNvPr>
              <p:cNvSpPr/>
              <p:nvPr/>
            </p:nvSpPr>
            <p:spPr>
              <a:xfrm>
                <a:off x="5439077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" name="pg185">
                <a:extLst>
                  <a:ext uri="{FF2B5EF4-FFF2-40B4-BE49-F238E27FC236}">
                    <a16:creationId xmlns:a16="http://schemas.microsoft.com/office/drawing/2014/main" id="{61BAA805-959D-D542-F4FA-30E8D715620B}"/>
                  </a:ext>
                </a:extLst>
              </p:cNvPr>
              <p:cNvSpPr/>
              <p:nvPr/>
            </p:nvSpPr>
            <p:spPr>
              <a:xfrm>
                <a:off x="5450715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" name="pg186">
                <a:extLst>
                  <a:ext uri="{FF2B5EF4-FFF2-40B4-BE49-F238E27FC236}">
                    <a16:creationId xmlns:a16="http://schemas.microsoft.com/office/drawing/2014/main" id="{2C7B1498-1B06-1541-6E0B-78DFB32AF445}"/>
                  </a:ext>
                </a:extLst>
              </p:cNvPr>
              <p:cNvSpPr/>
              <p:nvPr/>
            </p:nvSpPr>
            <p:spPr>
              <a:xfrm>
                <a:off x="5462352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" name="pg187">
                <a:extLst>
                  <a:ext uri="{FF2B5EF4-FFF2-40B4-BE49-F238E27FC236}">
                    <a16:creationId xmlns:a16="http://schemas.microsoft.com/office/drawing/2014/main" id="{00A8C4B3-79A1-4A4E-53FA-A6D65849AB7D}"/>
                  </a:ext>
                </a:extLst>
              </p:cNvPr>
              <p:cNvSpPr/>
              <p:nvPr/>
            </p:nvSpPr>
            <p:spPr>
              <a:xfrm>
                <a:off x="5473989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" name="pg188">
                <a:extLst>
                  <a:ext uri="{FF2B5EF4-FFF2-40B4-BE49-F238E27FC236}">
                    <a16:creationId xmlns:a16="http://schemas.microsoft.com/office/drawing/2014/main" id="{DC80411F-1ED3-237A-A491-1C77F1E536BA}"/>
                  </a:ext>
                </a:extLst>
              </p:cNvPr>
              <p:cNvSpPr/>
              <p:nvPr/>
            </p:nvSpPr>
            <p:spPr>
              <a:xfrm>
                <a:off x="5485627" y="26792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" name="pg189">
                <a:extLst>
                  <a:ext uri="{FF2B5EF4-FFF2-40B4-BE49-F238E27FC236}">
                    <a16:creationId xmlns:a16="http://schemas.microsoft.com/office/drawing/2014/main" id="{E5421AF1-FA22-B35E-E5C2-510C30352DA3}"/>
                  </a:ext>
                </a:extLst>
              </p:cNvPr>
              <p:cNvSpPr/>
              <p:nvPr/>
            </p:nvSpPr>
            <p:spPr>
              <a:xfrm>
                <a:off x="5369253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" name="pg190">
                <a:extLst>
                  <a:ext uri="{FF2B5EF4-FFF2-40B4-BE49-F238E27FC236}">
                    <a16:creationId xmlns:a16="http://schemas.microsoft.com/office/drawing/2014/main" id="{E0E0FEE1-FCFA-B047-FA59-9DD31F901AED}"/>
                  </a:ext>
                </a:extLst>
              </p:cNvPr>
              <p:cNvSpPr/>
              <p:nvPr/>
            </p:nvSpPr>
            <p:spPr>
              <a:xfrm>
                <a:off x="5380891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" name="pg191">
                <a:extLst>
                  <a:ext uri="{FF2B5EF4-FFF2-40B4-BE49-F238E27FC236}">
                    <a16:creationId xmlns:a16="http://schemas.microsoft.com/office/drawing/2014/main" id="{E09295F5-56DD-E04E-BB4B-DDFAD12C8CD2}"/>
                  </a:ext>
                </a:extLst>
              </p:cNvPr>
              <p:cNvSpPr/>
              <p:nvPr/>
            </p:nvSpPr>
            <p:spPr>
              <a:xfrm>
                <a:off x="5392528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" name="pg192">
                <a:extLst>
                  <a:ext uri="{FF2B5EF4-FFF2-40B4-BE49-F238E27FC236}">
                    <a16:creationId xmlns:a16="http://schemas.microsoft.com/office/drawing/2014/main" id="{3814C117-699E-6A48-D076-8BCB5B2A84C7}"/>
                  </a:ext>
                </a:extLst>
              </p:cNvPr>
              <p:cNvSpPr/>
              <p:nvPr/>
            </p:nvSpPr>
            <p:spPr>
              <a:xfrm>
                <a:off x="5404165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" name="pg193">
                <a:extLst>
                  <a:ext uri="{FF2B5EF4-FFF2-40B4-BE49-F238E27FC236}">
                    <a16:creationId xmlns:a16="http://schemas.microsoft.com/office/drawing/2014/main" id="{1A4E8C42-A250-E72C-6A1C-2B7ACB540BEA}"/>
                  </a:ext>
                </a:extLst>
              </p:cNvPr>
              <p:cNvSpPr/>
              <p:nvPr/>
            </p:nvSpPr>
            <p:spPr>
              <a:xfrm>
                <a:off x="5415803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" name="pg194">
                <a:extLst>
                  <a:ext uri="{FF2B5EF4-FFF2-40B4-BE49-F238E27FC236}">
                    <a16:creationId xmlns:a16="http://schemas.microsoft.com/office/drawing/2014/main" id="{26FDDE76-183F-CCAD-9885-DC1526529284}"/>
                  </a:ext>
                </a:extLst>
              </p:cNvPr>
              <p:cNvSpPr/>
              <p:nvPr/>
            </p:nvSpPr>
            <p:spPr>
              <a:xfrm>
                <a:off x="5427440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" name="pg195">
                <a:extLst>
                  <a:ext uri="{FF2B5EF4-FFF2-40B4-BE49-F238E27FC236}">
                    <a16:creationId xmlns:a16="http://schemas.microsoft.com/office/drawing/2014/main" id="{13579C87-F6B8-CEA7-B0A4-4408A0FDDE45}"/>
                  </a:ext>
                </a:extLst>
              </p:cNvPr>
              <p:cNvSpPr/>
              <p:nvPr/>
            </p:nvSpPr>
            <p:spPr>
              <a:xfrm>
                <a:off x="5439077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" name="pg196">
                <a:extLst>
                  <a:ext uri="{FF2B5EF4-FFF2-40B4-BE49-F238E27FC236}">
                    <a16:creationId xmlns:a16="http://schemas.microsoft.com/office/drawing/2014/main" id="{599413E9-2457-6FA4-5F9A-07DAC51F6537}"/>
                  </a:ext>
                </a:extLst>
              </p:cNvPr>
              <p:cNvSpPr/>
              <p:nvPr/>
            </p:nvSpPr>
            <p:spPr>
              <a:xfrm>
                <a:off x="5450715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" name="pg197">
                <a:extLst>
                  <a:ext uri="{FF2B5EF4-FFF2-40B4-BE49-F238E27FC236}">
                    <a16:creationId xmlns:a16="http://schemas.microsoft.com/office/drawing/2014/main" id="{1D3A4259-8AA5-8A42-EA70-D0AAF7DA1856}"/>
                  </a:ext>
                </a:extLst>
              </p:cNvPr>
              <p:cNvSpPr/>
              <p:nvPr/>
            </p:nvSpPr>
            <p:spPr>
              <a:xfrm>
                <a:off x="5462352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" name="pg198">
                <a:extLst>
                  <a:ext uri="{FF2B5EF4-FFF2-40B4-BE49-F238E27FC236}">
                    <a16:creationId xmlns:a16="http://schemas.microsoft.com/office/drawing/2014/main" id="{4C785038-B91A-777D-EC4C-0094748E889B}"/>
                  </a:ext>
                </a:extLst>
              </p:cNvPr>
              <p:cNvSpPr/>
              <p:nvPr/>
            </p:nvSpPr>
            <p:spPr>
              <a:xfrm>
                <a:off x="6311877" y="26935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" name="pg199">
                <a:extLst>
                  <a:ext uri="{FF2B5EF4-FFF2-40B4-BE49-F238E27FC236}">
                    <a16:creationId xmlns:a16="http://schemas.microsoft.com/office/drawing/2014/main" id="{FA7F81F2-CD07-B65A-7372-121A94259924}"/>
                  </a:ext>
                </a:extLst>
              </p:cNvPr>
              <p:cNvSpPr/>
              <p:nvPr/>
            </p:nvSpPr>
            <p:spPr>
              <a:xfrm>
                <a:off x="531106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CA7">
                  <a:alpha val="100000"/>
                </a:srgbClr>
              </a:solidFill>
              <a:ln w="5420" cap="flat">
                <a:solidFill>
                  <a:srgbClr val="38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" name="pg200">
                <a:extLst>
                  <a:ext uri="{FF2B5EF4-FFF2-40B4-BE49-F238E27FC236}">
                    <a16:creationId xmlns:a16="http://schemas.microsoft.com/office/drawing/2014/main" id="{1E352B06-D102-DE36-177C-D15DFF73A2FD}"/>
                  </a:ext>
                </a:extLst>
              </p:cNvPr>
              <p:cNvSpPr/>
              <p:nvPr/>
            </p:nvSpPr>
            <p:spPr>
              <a:xfrm>
                <a:off x="5322704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" name="pg201">
                <a:extLst>
                  <a:ext uri="{FF2B5EF4-FFF2-40B4-BE49-F238E27FC236}">
                    <a16:creationId xmlns:a16="http://schemas.microsoft.com/office/drawing/2014/main" id="{E1C3946E-6E56-9309-EDEF-C98D1CD67A67}"/>
                  </a:ext>
                </a:extLst>
              </p:cNvPr>
              <p:cNvSpPr/>
              <p:nvPr/>
            </p:nvSpPr>
            <p:spPr>
              <a:xfrm>
                <a:off x="5334341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" name="pg202">
                <a:extLst>
                  <a:ext uri="{FF2B5EF4-FFF2-40B4-BE49-F238E27FC236}">
                    <a16:creationId xmlns:a16="http://schemas.microsoft.com/office/drawing/2014/main" id="{27ACF050-99BF-7A76-5337-FF3A23DA5224}"/>
                  </a:ext>
                </a:extLst>
              </p:cNvPr>
              <p:cNvSpPr/>
              <p:nvPr/>
            </p:nvSpPr>
            <p:spPr>
              <a:xfrm>
                <a:off x="5345979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" name="pg203">
                <a:extLst>
                  <a:ext uri="{FF2B5EF4-FFF2-40B4-BE49-F238E27FC236}">
                    <a16:creationId xmlns:a16="http://schemas.microsoft.com/office/drawing/2014/main" id="{DD2BAD7D-AA83-E703-72B7-D42D10807F3E}"/>
                  </a:ext>
                </a:extLst>
              </p:cNvPr>
              <p:cNvSpPr/>
              <p:nvPr/>
            </p:nvSpPr>
            <p:spPr>
              <a:xfrm>
                <a:off x="5357616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" name="pg204">
                <a:extLst>
                  <a:ext uri="{FF2B5EF4-FFF2-40B4-BE49-F238E27FC236}">
                    <a16:creationId xmlns:a16="http://schemas.microsoft.com/office/drawing/2014/main" id="{B6BDC840-81CC-0F64-E7FD-1326CEE49061}"/>
                  </a:ext>
                </a:extLst>
              </p:cNvPr>
              <p:cNvSpPr/>
              <p:nvPr/>
            </p:nvSpPr>
            <p:spPr>
              <a:xfrm>
                <a:off x="5369253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" name="pg205">
                <a:extLst>
                  <a:ext uri="{FF2B5EF4-FFF2-40B4-BE49-F238E27FC236}">
                    <a16:creationId xmlns:a16="http://schemas.microsoft.com/office/drawing/2014/main" id="{F671F3A0-4390-FE18-DB9D-6C8D0CD70BAC}"/>
                  </a:ext>
                </a:extLst>
              </p:cNvPr>
              <p:cNvSpPr/>
              <p:nvPr/>
            </p:nvSpPr>
            <p:spPr>
              <a:xfrm>
                <a:off x="5380891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" name="pg206">
                <a:extLst>
                  <a:ext uri="{FF2B5EF4-FFF2-40B4-BE49-F238E27FC236}">
                    <a16:creationId xmlns:a16="http://schemas.microsoft.com/office/drawing/2014/main" id="{0903F132-1961-85F2-DFAC-BB249C272119}"/>
                  </a:ext>
                </a:extLst>
              </p:cNvPr>
              <p:cNvSpPr/>
              <p:nvPr/>
            </p:nvSpPr>
            <p:spPr>
              <a:xfrm>
                <a:off x="5392528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" name="pg207">
                <a:extLst>
                  <a:ext uri="{FF2B5EF4-FFF2-40B4-BE49-F238E27FC236}">
                    <a16:creationId xmlns:a16="http://schemas.microsoft.com/office/drawing/2014/main" id="{EF801BD4-1D01-4031-3A62-15F03E69EB83}"/>
                  </a:ext>
                </a:extLst>
              </p:cNvPr>
              <p:cNvSpPr/>
              <p:nvPr/>
            </p:nvSpPr>
            <p:spPr>
              <a:xfrm>
                <a:off x="540416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" name="pg208">
                <a:extLst>
                  <a:ext uri="{FF2B5EF4-FFF2-40B4-BE49-F238E27FC236}">
                    <a16:creationId xmlns:a16="http://schemas.microsoft.com/office/drawing/2014/main" id="{92160DC0-1F19-4E5D-061D-80EBF2D0FBB7}"/>
                  </a:ext>
                </a:extLst>
              </p:cNvPr>
              <p:cNvSpPr/>
              <p:nvPr/>
            </p:nvSpPr>
            <p:spPr>
              <a:xfrm>
                <a:off x="5415803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" name="pg209">
                <a:extLst>
                  <a:ext uri="{FF2B5EF4-FFF2-40B4-BE49-F238E27FC236}">
                    <a16:creationId xmlns:a16="http://schemas.microsoft.com/office/drawing/2014/main" id="{01D89C4E-750E-45E1-A0F3-10AC972F36EB}"/>
                  </a:ext>
                </a:extLst>
              </p:cNvPr>
              <p:cNvSpPr/>
              <p:nvPr/>
            </p:nvSpPr>
            <p:spPr>
              <a:xfrm>
                <a:off x="5427440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" name="pg210">
                <a:extLst>
                  <a:ext uri="{FF2B5EF4-FFF2-40B4-BE49-F238E27FC236}">
                    <a16:creationId xmlns:a16="http://schemas.microsoft.com/office/drawing/2014/main" id="{FC9641FF-A281-CC1E-E4CD-6BFEA9694DCB}"/>
                  </a:ext>
                </a:extLst>
              </p:cNvPr>
              <p:cNvSpPr/>
              <p:nvPr/>
            </p:nvSpPr>
            <p:spPr>
              <a:xfrm>
                <a:off x="543907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" name="pg211">
                <a:extLst>
                  <a:ext uri="{FF2B5EF4-FFF2-40B4-BE49-F238E27FC236}">
                    <a16:creationId xmlns:a16="http://schemas.microsoft.com/office/drawing/2014/main" id="{D1901274-1BCF-2C21-B185-A27187899B1D}"/>
                  </a:ext>
                </a:extLst>
              </p:cNvPr>
              <p:cNvSpPr/>
              <p:nvPr/>
            </p:nvSpPr>
            <p:spPr>
              <a:xfrm>
                <a:off x="545071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" name="pg212">
                <a:extLst>
                  <a:ext uri="{FF2B5EF4-FFF2-40B4-BE49-F238E27FC236}">
                    <a16:creationId xmlns:a16="http://schemas.microsoft.com/office/drawing/2014/main" id="{D3CAD131-79C6-0C6F-169A-C564B751C17C}"/>
                  </a:ext>
                </a:extLst>
              </p:cNvPr>
              <p:cNvSpPr/>
              <p:nvPr/>
            </p:nvSpPr>
            <p:spPr>
              <a:xfrm>
                <a:off x="6276965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" name="pg213">
                <a:extLst>
                  <a:ext uri="{FF2B5EF4-FFF2-40B4-BE49-F238E27FC236}">
                    <a16:creationId xmlns:a16="http://schemas.microsoft.com/office/drawing/2014/main" id="{973C7D89-124D-A32C-F5C9-94887F1246A9}"/>
                  </a:ext>
                </a:extLst>
              </p:cNvPr>
              <p:cNvSpPr/>
              <p:nvPr/>
            </p:nvSpPr>
            <p:spPr>
              <a:xfrm>
                <a:off x="6288602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" name="pg214">
                <a:extLst>
                  <a:ext uri="{FF2B5EF4-FFF2-40B4-BE49-F238E27FC236}">
                    <a16:creationId xmlns:a16="http://schemas.microsoft.com/office/drawing/2014/main" id="{C5AFBB9D-317A-DD8E-D9F8-5FDAA937207B}"/>
                  </a:ext>
                </a:extLst>
              </p:cNvPr>
              <p:cNvSpPr/>
              <p:nvPr/>
            </p:nvSpPr>
            <p:spPr>
              <a:xfrm>
                <a:off x="6300240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" name="pg215">
                <a:extLst>
                  <a:ext uri="{FF2B5EF4-FFF2-40B4-BE49-F238E27FC236}">
                    <a16:creationId xmlns:a16="http://schemas.microsoft.com/office/drawing/2014/main" id="{C32EDD86-86D7-60AA-4981-8AB4DC89BABE}"/>
                  </a:ext>
                </a:extLst>
              </p:cNvPr>
              <p:cNvSpPr/>
              <p:nvPr/>
            </p:nvSpPr>
            <p:spPr>
              <a:xfrm>
                <a:off x="6311877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" name="pg216">
                <a:extLst>
                  <a:ext uri="{FF2B5EF4-FFF2-40B4-BE49-F238E27FC236}">
                    <a16:creationId xmlns:a16="http://schemas.microsoft.com/office/drawing/2014/main" id="{2840A657-BF06-B68A-4350-0621012C4F88}"/>
                  </a:ext>
                </a:extLst>
              </p:cNvPr>
              <p:cNvSpPr/>
              <p:nvPr/>
            </p:nvSpPr>
            <p:spPr>
              <a:xfrm>
                <a:off x="6323514" y="27078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" name="pg217">
                <a:extLst>
                  <a:ext uri="{FF2B5EF4-FFF2-40B4-BE49-F238E27FC236}">
                    <a16:creationId xmlns:a16="http://schemas.microsoft.com/office/drawing/2014/main" id="{A071127D-2AB3-E254-31CB-2886688B2472}"/>
                  </a:ext>
                </a:extLst>
              </p:cNvPr>
              <p:cNvSpPr/>
              <p:nvPr/>
            </p:nvSpPr>
            <p:spPr>
              <a:xfrm>
                <a:off x="5299429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" name="pg218">
                <a:extLst>
                  <a:ext uri="{FF2B5EF4-FFF2-40B4-BE49-F238E27FC236}">
                    <a16:creationId xmlns:a16="http://schemas.microsoft.com/office/drawing/2014/main" id="{A6239E6F-275C-D174-7648-2FBA3ADB0866}"/>
                  </a:ext>
                </a:extLst>
              </p:cNvPr>
              <p:cNvSpPr/>
              <p:nvPr/>
            </p:nvSpPr>
            <p:spPr>
              <a:xfrm>
                <a:off x="531106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CA7">
                  <a:alpha val="100000"/>
                </a:srgbClr>
              </a:solidFill>
              <a:ln w="5420" cap="flat">
                <a:solidFill>
                  <a:srgbClr val="38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" name="pg219">
                <a:extLst>
                  <a:ext uri="{FF2B5EF4-FFF2-40B4-BE49-F238E27FC236}">
                    <a16:creationId xmlns:a16="http://schemas.microsoft.com/office/drawing/2014/main" id="{75D605D2-AAB6-BD8E-E741-5056B444B5A9}"/>
                  </a:ext>
                </a:extLst>
              </p:cNvPr>
              <p:cNvSpPr/>
              <p:nvPr/>
            </p:nvSpPr>
            <p:spPr>
              <a:xfrm>
                <a:off x="532270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CA7">
                  <a:alpha val="100000"/>
                </a:srgbClr>
              </a:solidFill>
              <a:ln w="5420" cap="flat">
                <a:solidFill>
                  <a:srgbClr val="38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" name="pg220">
                <a:extLst>
                  <a:ext uri="{FF2B5EF4-FFF2-40B4-BE49-F238E27FC236}">
                    <a16:creationId xmlns:a16="http://schemas.microsoft.com/office/drawing/2014/main" id="{B20630BC-7A91-032F-D665-80C1A11D861C}"/>
                  </a:ext>
                </a:extLst>
              </p:cNvPr>
              <p:cNvSpPr/>
              <p:nvPr/>
            </p:nvSpPr>
            <p:spPr>
              <a:xfrm>
                <a:off x="533434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" name="pg221">
                <a:extLst>
                  <a:ext uri="{FF2B5EF4-FFF2-40B4-BE49-F238E27FC236}">
                    <a16:creationId xmlns:a16="http://schemas.microsoft.com/office/drawing/2014/main" id="{24BD9E56-68F1-1D29-3686-459B5D4A7776}"/>
                  </a:ext>
                </a:extLst>
              </p:cNvPr>
              <p:cNvSpPr/>
              <p:nvPr/>
            </p:nvSpPr>
            <p:spPr>
              <a:xfrm>
                <a:off x="5345979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" name="pg222">
                <a:extLst>
                  <a:ext uri="{FF2B5EF4-FFF2-40B4-BE49-F238E27FC236}">
                    <a16:creationId xmlns:a16="http://schemas.microsoft.com/office/drawing/2014/main" id="{DEFBD3E0-0837-8272-245F-BE827E074B8D}"/>
                  </a:ext>
                </a:extLst>
              </p:cNvPr>
              <p:cNvSpPr/>
              <p:nvPr/>
            </p:nvSpPr>
            <p:spPr>
              <a:xfrm>
                <a:off x="5357616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" name="pg223">
                <a:extLst>
                  <a:ext uri="{FF2B5EF4-FFF2-40B4-BE49-F238E27FC236}">
                    <a16:creationId xmlns:a16="http://schemas.microsoft.com/office/drawing/2014/main" id="{B7A12720-B7DA-BABA-5663-0A513DB797EE}"/>
                  </a:ext>
                </a:extLst>
              </p:cNvPr>
              <p:cNvSpPr/>
              <p:nvPr/>
            </p:nvSpPr>
            <p:spPr>
              <a:xfrm>
                <a:off x="5369253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" name="pg224">
                <a:extLst>
                  <a:ext uri="{FF2B5EF4-FFF2-40B4-BE49-F238E27FC236}">
                    <a16:creationId xmlns:a16="http://schemas.microsoft.com/office/drawing/2014/main" id="{CF40B4F0-2BAB-24D2-24BB-4AD1ABC5E6B4}"/>
                  </a:ext>
                </a:extLst>
              </p:cNvPr>
              <p:cNvSpPr/>
              <p:nvPr/>
            </p:nvSpPr>
            <p:spPr>
              <a:xfrm>
                <a:off x="538089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" name="pg225">
                <a:extLst>
                  <a:ext uri="{FF2B5EF4-FFF2-40B4-BE49-F238E27FC236}">
                    <a16:creationId xmlns:a16="http://schemas.microsoft.com/office/drawing/2014/main" id="{5D29CB8E-615B-A787-8894-5619F55F4DC0}"/>
                  </a:ext>
                </a:extLst>
              </p:cNvPr>
              <p:cNvSpPr/>
              <p:nvPr/>
            </p:nvSpPr>
            <p:spPr>
              <a:xfrm>
                <a:off x="539252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" name="pg226">
                <a:extLst>
                  <a:ext uri="{FF2B5EF4-FFF2-40B4-BE49-F238E27FC236}">
                    <a16:creationId xmlns:a16="http://schemas.microsoft.com/office/drawing/2014/main" id="{2B0582F7-38FF-88C9-2B0D-BF5197BD2C4E}"/>
                  </a:ext>
                </a:extLst>
              </p:cNvPr>
              <p:cNvSpPr/>
              <p:nvPr/>
            </p:nvSpPr>
            <p:spPr>
              <a:xfrm>
                <a:off x="5404165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" name="pg227">
                <a:extLst>
                  <a:ext uri="{FF2B5EF4-FFF2-40B4-BE49-F238E27FC236}">
                    <a16:creationId xmlns:a16="http://schemas.microsoft.com/office/drawing/2014/main" id="{8CD559FC-11F6-B908-DC0C-1BC746BFF885}"/>
                  </a:ext>
                </a:extLst>
              </p:cNvPr>
              <p:cNvSpPr/>
              <p:nvPr/>
            </p:nvSpPr>
            <p:spPr>
              <a:xfrm>
                <a:off x="5415803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" name="pg228">
                <a:extLst>
                  <a:ext uri="{FF2B5EF4-FFF2-40B4-BE49-F238E27FC236}">
                    <a16:creationId xmlns:a16="http://schemas.microsoft.com/office/drawing/2014/main" id="{6B8A8D78-910D-C1D7-AC46-77FB5A7F0DD8}"/>
                  </a:ext>
                </a:extLst>
              </p:cNvPr>
              <p:cNvSpPr/>
              <p:nvPr/>
            </p:nvSpPr>
            <p:spPr>
              <a:xfrm>
                <a:off x="542744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" name="pg229">
                <a:extLst>
                  <a:ext uri="{FF2B5EF4-FFF2-40B4-BE49-F238E27FC236}">
                    <a16:creationId xmlns:a16="http://schemas.microsoft.com/office/drawing/2014/main" id="{FBE2D658-658E-8631-9241-2478EF213220}"/>
                  </a:ext>
                </a:extLst>
              </p:cNvPr>
              <p:cNvSpPr/>
              <p:nvPr/>
            </p:nvSpPr>
            <p:spPr>
              <a:xfrm>
                <a:off x="543907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" name="pg230">
                <a:extLst>
                  <a:ext uri="{FF2B5EF4-FFF2-40B4-BE49-F238E27FC236}">
                    <a16:creationId xmlns:a16="http://schemas.microsoft.com/office/drawing/2014/main" id="{128C3332-F1C0-6FFC-B8A8-AFE86BF5EB42}"/>
                  </a:ext>
                </a:extLst>
              </p:cNvPr>
              <p:cNvSpPr/>
              <p:nvPr/>
            </p:nvSpPr>
            <p:spPr>
              <a:xfrm>
                <a:off x="6183866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" name="pg231">
                <a:extLst>
                  <a:ext uri="{FF2B5EF4-FFF2-40B4-BE49-F238E27FC236}">
                    <a16:creationId xmlns:a16="http://schemas.microsoft.com/office/drawing/2014/main" id="{7725362C-8E1E-560D-CA4A-B5C3F6CBCAF1}"/>
                  </a:ext>
                </a:extLst>
              </p:cNvPr>
              <p:cNvSpPr/>
              <p:nvPr/>
            </p:nvSpPr>
            <p:spPr>
              <a:xfrm>
                <a:off x="619550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" name="pg232">
                <a:extLst>
                  <a:ext uri="{FF2B5EF4-FFF2-40B4-BE49-F238E27FC236}">
                    <a16:creationId xmlns:a16="http://schemas.microsoft.com/office/drawing/2014/main" id="{292D4B27-2934-2D2A-BB36-23171D7EB261}"/>
                  </a:ext>
                </a:extLst>
              </p:cNvPr>
              <p:cNvSpPr/>
              <p:nvPr/>
            </p:nvSpPr>
            <p:spPr>
              <a:xfrm>
                <a:off x="6207141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" name="pg233">
                <a:extLst>
                  <a:ext uri="{FF2B5EF4-FFF2-40B4-BE49-F238E27FC236}">
                    <a16:creationId xmlns:a16="http://schemas.microsoft.com/office/drawing/2014/main" id="{4D13F73D-57C6-E8BD-6BB1-A8D8B2F7F5D8}"/>
                  </a:ext>
                </a:extLst>
              </p:cNvPr>
              <p:cNvSpPr/>
              <p:nvPr/>
            </p:nvSpPr>
            <p:spPr>
              <a:xfrm>
                <a:off x="621877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" name="pg234">
                <a:extLst>
                  <a:ext uri="{FF2B5EF4-FFF2-40B4-BE49-F238E27FC236}">
                    <a16:creationId xmlns:a16="http://schemas.microsoft.com/office/drawing/2014/main" id="{D68A08D8-B6F9-C65A-5A59-CBBC2012559E}"/>
                  </a:ext>
                </a:extLst>
              </p:cNvPr>
              <p:cNvSpPr/>
              <p:nvPr/>
            </p:nvSpPr>
            <p:spPr>
              <a:xfrm>
                <a:off x="625369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" name="pg235">
                <a:extLst>
                  <a:ext uri="{FF2B5EF4-FFF2-40B4-BE49-F238E27FC236}">
                    <a16:creationId xmlns:a16="http://schemas.microsoft.com/office/drawing/2014/main" id="{7E9A2068-D5F1-256C-18E2-D9A8D7EFF96F}"/>
                  </a:ext>
                </a:extLst>
              </p:cNvPr>
              <p:cNvSpPr/>
              <p:nvPr/>
            </p:nvSpPr>
            <p:spPr>
              <a:xfrm>
                <a:off x="6265328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" name="pg236">
                <a:extLst>
                  <a:ext uri="{FF2B5EF4-FFF2-40B4-BE49-F238E27FC236}">
                    <a16:creationId xmlns:a16="http://schemas.microsoft.com/office/drawing/2014/main" id="{5E4F7BE8-082F-AC14-6637-A484AC50E8FF}"/>
                  </a:ext>
                </a:extLst>
              </p:cNvPr>
              <p:cNvSpPr/>
              <p:nvPr/>
            </p:nvSpPr>
            <p:spPr>
              <a:xfrm>
                <a:off x="6276965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" name="pg237">
                <a:extLst>
                  <a:ext uri="{FF2B5EF4-FFF2-40B4-BE49-F238E27FC236}">
                    <a16:creationId xmlns:a16="http://schemas.microsoft.com/office/drawing/2014/main" id="{B62DB9CB-5163-70C0-0C98-58319746D8FA}"/>
                  </a:ext>
                </a:extLst>
              </p:cNvPr>
              <p:cNvSpPr/>
              <p:nvPr/>
            </p:nvSpPr>
            <p:spPr>
              <a:xfrm>
                <a:off x="6288602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" name="pg238">
                <a:extLst>
                  <a:ext uri="{FF2B5EF4-FFF2-40B4-BE49-F238E27FC236}">
                    <a16:creationId xmlns:a16="http://schemas.microsoft.com/office/drawing/2014/main" id="{FE749E97-8E36-D937-1A76-EDA81E9A121D}"/>
                  </a:ext>
                </a:extLst>
              </p:cNvPr>
              <p:cNvSpPr/>
              <p:nvPr/>
            </p:nvSpPr>
            <p:spPr>
              <a:xfrm>
                <a:off x="6300240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" name="pg239">
                <a:extLst>
                  <a:ext uri="{FF2B5EF4-FFF2-40B4-BE49-F238E27FC236}">
                    <a16:creationId xmlns:a16="http://schemas.microsoft.com/office/drawing/2014/main" id="{23AC4787-3AB4-52CC-80B9-EE8E2CFD403D}"/>
                  </a:ext>
                </a:extLst>
              </p:cNvPr>
              <p:cNvSpPr/>
              <p:nvPr/>
            </p:nvSpPr>
            <p:spPr>
              <a:xfrm>
                <a:off x="6311877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" name="pg240">
                <a:extLst>
                  <a:ext uri="{FF2B5EF4-FFF2-40B4-BE49-F238E27FC236}">
                    <a16:creationId xmlns:a16="http://schemas.microsoft.com/office/drawing/2014/main" id="{D569B79D-4B9F-ADA3-BE68-FC53CFC1F86D}"/>
                  </a:ext>
                </a:extLst>
              </p:cNvPr>
              <p:cNvSpPr/>
              <p:nvPr/>
            </p:nvSpPr>
            <p:spPr>
              <a:xfrm>
                <a:off x="6323514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" name="pg241">
                <a:extLst>
                  <a:ext uri="{FF2B5EF4-FFF2-40B4-BE49-F238E27FC236}">
                    <a16:creationId xmlns:a16="http://schemas.microsoft.com/office/drawing/2014/main" id="{3EE4DA0C-EDCC-47E0-E5B2-4B87FC3870A0}"/>
                  </a:ext>
                </a:extLst>
              </p:cNvPr>
              <p:cNvSpPr/>
              <p:nvPr/>
            </p:nvSpPr>
            <p:spPr>
              <a:xfrm>
                <a:off x="6335152" y="27221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" name="pg242">
                <a:extLst>
                  <a:ext uri="{FF2B5EF4-FFF2-40B4-BE49-F238E27FC236}">
                    <a16:creationId xmlns:a16="http://schemas.microsoft.com/office/drawing/2014/main" id="{23A9FE16-B8E4-8C48-C8DB-9ED6F01C9BFB}"/>
                  </a:ext>
                </a:extLst>
              </p:cNvPr>
              <p:cNvSpPr/>
              <p:nvPr/>
            </p:nvSpPr>
            <p:spPr>
              <a:xfrm>
                <a:off x="529942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" name="pg243">
                <a:extLst>
                  <a:ext uri="{FF2B5EF4-FFF2-40B4-BE49-F238E27FC236}">
                    <a16:creationId xmlns:a16="http://schemas.microsoft.com/office/drawing/2014/main" id="{A81AA3C4-A4C9-C75B-7DF3-134F5AD6F1E6}"/>
                  </a:ext>
                </a:extLst>
              </p:cNvPr>
              <p:cNvSpPr/>
              <p:nvPr/>
            </p:nvSpPr>
            <p:spPr>
              <a:xfrm>
                <a:off x="5311067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" name="pg244">
                <a:extLst>
                  <a:ext uri="{FF2B5EF4-FFF2-40B4-BE49-F238E27FC236}">
                    <a16:creationId xmlns:a16="http://schemas.microsoft.com/office/drawing/2014/main" id="{E3941151-BDD2-E053-92B8-2952F1629C15}"/>
                  </a:ext>
                </a:extLst>
              </p:cNvPr>
              <p:cNvSpPr/>
              <p:nvPr/>
            </p:nvSpPr>
            <p:spPr>
              <a:xfrm>
                <a:off x="532270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CA7">
                  <a:alpha val="100000"/>
                </a:srgbClr>
              </a:solidFill>
              <a:ln w="5420" cap="flat">
                <a:solidFill>
                  <a:srgbClr val="38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" name="pg245">
                <a:extLst>
                  <a:ext uri="{FF2B5EF4-FFF2-40B4-BE49-F238E27FC236}">
                    <a16:creationId xmlns:a16="http://schemas.microsoft.com/office/drawing/2014/main" id="{DDA333E3-569B-3DE8-87B0-B89084A7AFA2}"/>
                  </a:ext>
                </a:extLst>
              </p:cNvPr>
              <p:cNvSpPr/>
              <p:nvPr/>
            </p:nvSpPr>
            <p:spPr>
              <a:xfrm>
                <a:off x="533434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" name="pg246">
                <a:extLst>
                  <a:ext uri="{FF2B5EF4-FFF2-40B4-BE49-F238E27FC236}">
                    <a16:creationId xmlns:a16="http://schemas.microsoft.com/office/drawing/2014/main" id="{CBFD0972-3D3D-6D2C-03C2-FF79FCADB5C4}"/>
                  </a:ext>
                </a:extLst>
              </p:cNvPr>
              <p:cNvSpPr/>
              <p:nvPr/>
            </p:nvSpPr>
            <p:spPr>
              <a:xfrm>
                <a:off x="534597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" name="pg247">
                <a:extLst>
                  <a:ext uri="{FF2B5EF4-FFF2-40B4-BE49-F238E27FC236}">
                    <a16:creationId xmlns:a16="http://schemas.microsoft.com/office/drawing/2014/main" id="{97335C4E-FD7D-98B9-9B54-60277A190A33}"/>
                  </a:ext>
                </a:extLst>
              </p:cNvPr>
              <p:cNvSpPr/>
              <p:nvPr/>
            </p:nvSpPr>
            <p:spPr>
              <a:xfrm>
                <a:off x="535761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" name="pg248">
                <a:extLst>
                  <a:ext uri="{FF2B5EF4-FFF2-40B4-BE49-F238E27FC236}">
                    <a16:creationId xmlns:a16="http://schemas.microsoft.com/office/drawing/2014/main" id="{692DD735-EB45-4882-DC9E-C43800E1C595}"/>
                  </a:ext>
                </a:extLst>
              </p:cNvPr>
              <p:cNvSpPr/>
              <p:nvPr/>
            </p:nvSpPr>
            <p:spPr>
              <a:xfrm>
                <a:off x="536925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" name="pg249">
                <a:extLst>
                  <a:ext uri="{FF2B5EF4-FFF2-40B4-BE49-F238E27FC236}">
                    <a16:creationId xmlns:a16="http://schemas.microsoft.com/office/drawing/2014/main" id="{214D69A3-0FD7-5530-A5D3-D4237A177E22}"/>
                  </a:ext>
                </a:extLst>
              </p:cNvPr>
              <p:cNvSpPr/>
              <p:nvPr/>
            </p:nvSpPr>
            <p:spPr>
              <a:xfrm>
                <a:off x="538089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" name="pg250">
                <a:extLst>
                  <a:ext uri="{FF2B5EF4-FFF2-40B4-BE49-F238E27FC236}">
                    <a16:creationId xmlns:a16="http://schemas.microsoft.com/office/drawing/2014/main" id="{6D8AE465-C98A-F951-6E59-4B78FA2DD8C0}"/>
                  </a:ext>
                </a:extLst>
              </p:cNvPr>
              <p:cNvSpPr/>
              <p:nvPr/>
            </p:nvSpPr>
            <p:spPr>
              <a:xfrm>
                <a:off x="539252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" name="pg251">
                <a:extLst>
                  <a:ext uri="{FF2B5EF4-FFF2-40B4-BE49-F238E27FC236}">
                    <a16:creationId xmlns:a16="http://schemas.microsoft.com/office/drawing/2014/main" id="{DB7F1E54-4366-6AB2-320C-EF33D0C44F40}"/>
                  </a:ext>
                </a:extLst>
              </p:cNvPr>
              <p:cNvSpPr/>
              <p:nvPr/>
            </p:nvSpPr>
            <p:spPr>
              <a:xfrm>
                <a:off x="5404165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" name="pg252">
                <a:extLst>
                  <a:ext uri="{FF2B5EF4-FFF2-40B4-BE49-F238E27FC236}">
                    <a16:creationId xmlns:a16="http://schemas.microsoft.com/office/drawing/2014/main" id="{84EB4E38-B515-CF97-FB0F-9A0ECE208BBF}"/>
                  </a:ext>
                </a:extLst>
              </p:cNvPr>
              <p:cNvSpPr/>
              <p:nvPr/>
            </p:nvSpPr>
            <p:spPr>
              <a:xfrm>
                <a:off x="541580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" name="pg253">
                <a:extLst>
                  <a:ext uri="{FF2B5EF4-FFF2-40B4-BE49-F238E27FC236}">
                    <a16:creationId xmlns:a16="http://schemas.microsoft.com/office/drawing/2014/main" id="{37E7805D-D674-E26A-9CDD-F48249763C15}"/>
                  </a:ext>
                </a:extLst>
              </p:cNvPr>
              <p:cNvSpPr/>
              <p:nvPr/>
            </p:nvSpPr>
            <p:spPr>
              <a:xfrm>
                <a:off x="542744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" name="pg254">
                <a:extLst>
                  <a:ext uri="{FF2B5EF4-FFF2-40B4-BE49-F238E27FC236}">
                    <a16:creationId xmlns:a16="http://schemas.microsoft.com/office/drawing/2014/main" id="{A2F9BD73-8E06-83BA-D431-D965AC1486CA}"/>
                  </a:ext>
                </a:extLst>
              </p:cNvPr>
              <p:cNvSpPr/>
              <p:nvPr/>
            </p:nvSpPr>
            <p:spPr>
              <a:xfrm>
                <a:off x="6172229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" name="pg255">
                <a:extLst>
                  <a:ext uri="{FF2B5EF4-FFF2-40B4-BE49-F238E27FC236}">
                    <a16:creationId xmlns:a16="http://schemas.microsoft.com/office/drawing/2014/main" id="{2DE17650-2088-2C2F-23C8-60D10186F778}"/>
                  </a:ext>
                </a:extLst>
              </p:cNvPr>
              <p:cNvSpPr/>
              <p:nvPr/>
            </p:nvSpPr>
            <p:spPr>
              <a:xfrm>
                <a:off x="618386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" name="pg256">
                <a:extLst>
                  <a:ext uri="{FF2B5EF4-FFF2-40B4-BE49-F238E27FC236}">
                    <a16:creationId xmlns:a16="http://schemas.microsoft.com/office/drawing/2014/main" id="{BC55983F-5B2A-9D87-729F-A66DFBE410C5}"/>
                  </a:ext>
                </a:extLst>
              </p:cNvPr>
              <p:cNvSpPr/>
              <p:nvPr/>
            </p:nvSpPr>
            <p:spPr>
              <a:xfrm>
                <a:off x="619550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" name="pg257">
                <a:extLst>
                  <a:ext uri="{FF2B5EF4-FFF2-40B4-BE49-F238E27FC236}">
                    <a16:creationId xmlns:a16="http://schemas.microsoft.com/office/drawing/2014/main" id="{185EC2FD-A7C7-C204-BCF7-66CB78D33F6B}"/>
                  </a:ext>
                </a:extLst>
              </p:cNvPr>
              <p:cNvSpPr/>
              <p:nvPr/>
            </p:nvSpPr>
            <p:spPr>
              <a:xfrm>
                <a:off x="6207141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" name="pg258">
                <a:extLst>
                  <a:ext uri="{FF2B5EF4-FFF2-40B4-BE49-F238E27FC236}">
                    <a16:creationId xmlns:a16="http://schemas.microsoft.com/office/drawing/2014/main" id="{A72E5C73-5167-71BD-E412-9F88FE417078}"/>
                  </a:ext>
                </a:extLst>
              </p:cNvPr>
              <p:cNvSpPr/>
              <p:nvPr/>
            </p:nvSpPr>
            <p:spPr>
              <a:xfrm>
                <a:off x="621877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" name="pg259">
                <a:extLst>
                  <a:ext uri="{FF2B5EF4-FFF2-40B4-BE49-F238E27FC236}">
                    <a16:creationId xmlns:a16="http://schemas.microsoft.com/office/drawing/2014/main" id="{DB15E419-5DB6-32EA-AB18-0D69619E3AEB}"/>
                  </a:ext>
                </a:extLst>
              </p:cNvPr>
              <p:cNvSpPr/>
              <p:nvPr/>
            </p:nvSpPr>
            <p:spPr>
              <a:xfrm>
                <a:off x="6230416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" name="pg260">
                <a:extLst>
                  <a:ext uri="{FF2B5EF4-FFF2-40B4-BE49-F238E27FC236}">
                    <a16:creationId xmlns:a16="http://schemas.microsoft.com/office/drawing/2014/main" id="{C48E2DE9-D2E5-E452-0BEB-00F8B7330C1E}"/>
                  </a:ext>
                </a:extLst>
              </p:cNvPr>
              <p:cNvSpPr/>
              <p:nvPr/>
            </p:nvSpPr>
            <p:spPr>
              <a:xfrm>
                <a:off x="6242053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" name="pg261">
                <a:extLst>
                  <a:ext uri="{FF2B5EF4-FFF2-40B4-BE49-F238E27FC236}">
                    <a16:creationId xmlns:a16="http://schemas.microsoft.com/office/drawing/2014/main" id="{30E1DBA1-CD54-9DAF-1665-2B3DD0427815}"/>
                  </a:ext>
                </a:extLst>
              </p:cNvPr>
              <p:cNvSpPr/>
              <p:nvPr/>
            </p:nvSpPr>
            <p:spPr>
              <a:xfrm>
                <a:off x="625369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" name="pg262">
                <a:extLst>
                  <a:ext uri="{FF2B5EF4-FFF2-40B4-BE49-F238E27FC236}">
                    <a16:creationId xmlns:a16="http://schemas.microsoft.com/office/drawing/2014/main" id="{2127B453-0FDD-AAEB-E496-21A374AC98FF}"/>
                  </a:ext>
                </a:extLst>
              </p:cNvPr>
              <p:cNvSpPr/>
              <p:nvPr/>
            </p:nvSpPr>
            <p:spPr>
              <a:xfrm>
                <a:off x="6265328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" name="pg263">
                <a:extLst>
                  <a:ext uri="{FF2B5EF4-FFF2-40B4-BE49-F238E27FC236}">
                    <a16:creationId xmlns:a16="http://schemas.microsoft.com/office/drawing/2014/main" id="{60E790C0-6541-CF9F-EB3F-ACE2554EB8D6}"/>
                  </a:ext>
                </a:extLst>
              </p:cNvPr>
              <p:cNvSpPr/>
              <p:nvPr/>
            </p:nvSpPr>
            <p:spPr>
              <a:xfrm>
                <a:off x="6276965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" name="pg264">
                <a:extLst>
                  <a:ext uri="{FF2B5EF4-FFF2-40B4-BE49-F238E27FC236}">
                    <a16:creationId xmlns:a16="http://schemas.microsoft.com/office/drawing/2014/main" id="{241C6A04-F07B-FC9A-A56D-EBB96E8FD9F5}"/>
                  </a:ext>
                </a:extLst>
              </p:cNvPr>
              <p:cNvSpPr/>
              <p:nvPr/>
            </p:nvSpPr>
            <p:spPr>
              <a:xfrm>
                <a:off x="6288602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" name="pg265">
                <a:extLst>
                  <a:ext uri="{FF2B5EF4-FFF2-40B4-BE49-F238E27FC236}">
                    <a16:creationId xmlns:a16="http://schemas.microsoft.com/office/drawing/2014/main" id="{732A0FA2-991D-3DEF-EE57-3C4BFA30074A}"/>
                  </a:ext>
                </a:extLst>
              </p:cNvPr>
              <p:cNvSpPr/>
              <p:nvPr/>
            </p:nvSpPr>
            <p:spPr>
              <a:xfrm>
                <a:off x="6300240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" name="pg266">
                <a:extLst>
                  <a:ext uri="{FF2B5EF4-FFF2-40B4-BE49-F238E27FC236}">
                    <a16:creationId xmlns:a16="http://schemas.microsoft.com/office/drawing/2014/main" id="{637E4644-B198-C966-332C-099319CE36C6}"/>
                  </a:ext>
                </a:extLst>
              </p:cNvPr>
              <p:cNvSpPr/>
              <p:nvPr/>
            </p:nvSpPr>
            <p:spPr>
              <a:xfrm>
                <a:off x="6311877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" name="pg267">
                <a:extLst>
                  <a:ext uri="{FF2B5EF4-FFF2-40B4-BE49-F238E27FC236}">
                    <a16:creationId xmlns:a16="http://schemas.microsoft.com/office/drawing/2014/main" id="{8A2B516D-5DE9-8118-7562-E9689884F3CA}"/>
                  </a:ext>
                </a:extLst>
              </p:cNvPr>
              <p:cNvSpPr/>
              <p:nvPr/>
            </p:nvSpPr>
            <p:spPr>
              <a:xfrm>
                <a:off x="6323514" y="27364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" name="pg268">
                <a:extLst>
                  <a:ext uri="{FF2B5EF4-FFF2-40B4-BE49-F238E27FC236}">
                    <a16:creationId xmlns:a16="http://schemas.microsoft.com/office/drawing/2014/main" id="{F4D07FEE-E5C2-C0D1-F32E-3CEF06086468}"/>
                  </a:ext>
                </a:extLst>
              </p:cNvPr>
              <p:cNvSpPr/>
              <p:nvPr/>
            </p:nvSpPr>
            <p:spPr>
              <a:xfrm>
                <a:off x="529942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" name="pg269">
                <a:extLst>
                  <a:ext uri="{FF2B5EF4-FFF2-40B4-BE49-F238E27FC236}">
                    <a16:creationId xmlns:a16="http://schemas.microsoft.com/office/drawing/2014/main" id="{27EED483-70D2-2C16-1D6C-3FE99C5AAB2B}"/>
                  </a:ext>
                </a:extLst>
              </p:cNvPr>
              <p:cNvSpPr/>
              <p:nvPr/>
            </p:nvSpPr>
            <p:spPr>
              <a:xfrm>
                <a:off x="5311067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" name="pg270">
                <a:extLst>
                  <a:ext uri="{FF2B5EF4-FFF2-40B4-BE49-F238E27FC236}">
                    <a16:creationId xmlns:a16="http://schemas.microsoft.com/office/drawing/2014/main" id="{FB67C697-AE4C-17BE-05FD-A901266DAC57}"/>
                  </a:ext>
                </a:extLst>
              </p:cNvPr>
              <p:cNvSpPr/>
              <p:nvPr/>
            </p:nvSpPr>
            <p:spPr>
              <a:xfrm>
                <a:off x="532270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" name="pg271">
                <a:extLst>
                  <a:ext uri="{FF2B5EF4-FFF2-40B4-BE49-F238E27FC236}">
                    <a16:creationId xmlns:a16="http://schemas.microsoft.com/office/drawing/2014/main" id="{5A2C32C1-F764-A49E-8309-D672917A4E96}"/>
                  </a:ext>
                </a:extLst>
              </p:cNvPr>
              <p:cNvSpPr/>
              <p:nvPr/>
            </p:nvSpPr>
            <p:spPr>
              <a:xfrm>
                <a:off x="533434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" name="pg272">
                <a:extLst>
                  <a:ext uri="{FF2B5EF4-FFF2-40B4-BE49-F238E27FC236}">
                    <a16:creationId xmlns:a16="http://schemas.microsoft.com/office/drawing/2014/main" id="{11C06B10-914C-F1AC-B4C4-A849E05D910A}"/>
                  </a:ext>
                </a:extLst>
              </p:cNvPr>
              <p:cNvSpPr/>
              <p:nvPr/>
            </p:nvSpPr>
            <p:spPr>
              <a:xfrm>
                <a:off x="534597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" name="pg273">
                <a:extLst>
                  <a:ext uri="{FF2B5EF4-FFF2-40B4-BE49-F238E27FC236}">
                    <a16:creationId xmlns:a16="http://schemas.microsoft.com/office/drawing/2014/main" id="{E4559542-474C-DCE7-02A2-D0386E2DBBDD}"/>
                  </a:ext>
                </a:extLst>
              </p:cNvPr>
              <p:cNvSpPr/>
              <p:nvPr/>
            </p:nvSpPr>
            <p:spPr>
              <a:xfrm>
                <a:off x="535761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" name="pg274">
                <a:extLst>
                  <a:ext uri="{FF2B5EF4-FFF2-40B4-BE49-F238E27FC236}">
                    <a16:creationId xmlns:a16="http://schemas.microsoft.com/office/drawing/2014/main" id="{688ABF35-C127-274F-BDBC-5B8A54110CCB}"/>
                  </a:ext>
                </a:extLst>
              </p:cNvPr>
              <p:cNvSpPr/>
              <p:nvPr/>
            </p:nvSpPr>
            <p:spPr>
              <a:xfrm>
                <a:off x="536925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" name="pg275">
                <a:extLst>
                  <a:ext uri="{FF2B5EF4-FFF2-40B4-BE49-F238E27FC236}">
                    <a16:creationId xmlns:a16="http://schemas.microsoft.com/office/drawing/2014/main" id="{C9D61BBE-D860-4F62-1A4B-A536D8DFC888}"/>
                  </a:ext>
                </a:extLst>
              </p:cNvPr>
              <p:cNvSpPr/>
              <p:nvPr/>
            </p:nvSpPr>
            <p:spPr>
              <a:xfrm>
                <a:off x="538089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" name="pg276">
                <a:extLst>
                  <a:ext uri="{FF2B5EF4-FFF2-40B4-BE49-F238E27FC236}">
                    <a16:creationId xmlns:a16="http://schemas.microsoft.com/office/drawing/2014/main" id="{24D52D23-C692-DC43-EB26-C05220A52940}"/>
                  </a:ext>
                </a:extLst>
              </p:cNvPr>
              <p:cNvSpPr/>
              <p:nvPr/>
            </p:nvSpPr>
            <p:spPr>
              <a:xfrm>
                <a:off x="539252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" name="pg277">
                <a:extLst>
                  <a:ext uri="{FF2B5EF4-FFF2-40B4-BE49-F238E27FC236}">
                    <a16:creationId xmlns:a16="http://schemas.microsoft.com/office/drawing/2014/main" id="{EA0FF0E3-2518-B5EC-C74A-B7671830F549}"/>
                  </a:ext>
                </a:extLst>
              </p:cNvPr>
              <p:cNvSpPr/>
              <p:nvPr/>
            </p:nvSpPr>
            <p:spPr>
              <a:xfrm>
                <a:off x="540416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" name="pg278">
                <a:extLst>
                  <a:ext uri="{FF2B5EF4-FFF2-40B4-BE49-F238E27FC236}">
                    <a16:creationId xmlns:a16="http://schemas.microsoft.com/office/drawing/2014/main" id="{EF3A13E8-1C51-06A8-2627-2C6F1CF7D64C}"/>
                  </a:ext>
                </a:extLst>
              </p:cNvPr>
              <p:cNvSpPr/>
              <p:nvPr/>
            </p:nvSpPr>
            <p:spPr>
              <a:xfrm>
                <a:off x="541580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" name="pg279">
                <a:extLst>
                  <a:ext uri="{FF2B5EF4-FFF2-40B4-BE49-F238E27FC236}">
                    <a16:creationId xmlns:a16="http://schemas.microsoft.com/office/drawing/2014/main" id="{03F5A144-CA15-C6E7-89B4-CAB502BCCDD9}"/>
                  </a:ext>
                </a:extLst>
              </p:cNvPr>
              <p:cNvSpPr/>
              <p:nvPr/>
            </p:nvSpPr>
            <p:spPr>
              <a:xfrm>
                <a:off x="542744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" name="pg280">
                <a:extLst>
                  <a:ext uri="{FF2B5EF4-FFF2-40B4-BE49-F238E27FC236}">
                    <a16:creationId xmlns:a16="http://schemas.microsoft.com/office/drawing/2014/main" id="{389EB042-ADA3-3E2D-2D11-1846669EFA92}"/>
                  </a:ext>
                </a:extLst>
              </p:cNvPr>
              <p:cNvSpPr/>
              <p:nvPr/>
            </p:nvSpPr>
            <p:spPr>
              <a:xfrm>
                <a:off x="607913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" name="pg281">
                <a:extLst>
                  <a:ext uri="{FF2B5EF4-FFF2-40B4-BE49-F238E27FC236}">
                    <a16:creationId xmlns:a16="http://schemas.microsoft.com/office/drawing/2014/main" id="{E5F064AC-72AC-A379-B621-79180694B096}"/>
                  </a:ext>
                </a:extLst>
              </p:cNvPr>
              <p:cNvSpPr/>
              <p:nvPr/>
            </p:nvSpPr>
            <p:spPr>
              <a:xfrm>
                <a:off x="609076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" name="pg282">
                <a:extLst>
                  <a:ext uri="{FF2B5EF4-FFF2-40B4-BE49-F238E27FC236}">
                    <a16:creationId xmlns:a16="http://schemas.microsoft.com/office/drawing/2014/main" id="{B575B925-13D9-6FA0-7ECD-CE846D5FB109}"/>
                  </a:ext>
                </a:extLst>
              </p:cNvPr>
              <p:cNvSpPr/>
              <p:nvPr/>
            </p:nvSpPr>
            <p:spPr>
              <a:xfrm>
                <a:off x="610240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" name="pg283">
                <a:extLst>
                  <a:ext uri="{FF2B5EF4-FFF2-40B4-BE49-F238E27FC236}">
                    <a16:creationId xmlns:a16="http://schemas.microsoft.com/office/drawing/2014/main" id="{870102EC-8318-9595-0A9D-7CC8107919F8}"/>
                  </a:ext>
                </a:extLst>
              </p:cNvPr>
              <p:cNvSpPr/>
              <p:nvPr/>
            </p:nvSpPr>
            <p:spPr>
              <a:xfrm>
                <a:off x="611404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" name="pg284">
                <a:extLst>
                  <a:ext uri="{FF2B5EF4-FFF2-40B4-BE49-F238E27FC236}">
                    <a16:creationId xmlns:a16="http://schemas.microsoft.com/office/drawing/2014/main" id="{B23877AC-5F65-BC07-F0F8-884117694806}"/>
                  </a:ext>
                </a:extLst>
              </p:cNvPr>
              <p:cNvSpPr/>
              <p:nvPr/>
            </p:nvSpPr>
            <p:spPr>
              <a:xfrm>
                <a:off x="614895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" name="pg285">
                <a:extLst>
                  <a:ext uri="{FF2B5EF4-FFF2-40B4-BE49-F238E27FC236}">
                    <a16:creationId xmlns:a16="http://schemas.microsoft.com/office/drawing/2014/main" id="{DBBDCF15-5362-F6AB-A9E1-DA882477C442}"/>
                  </a:ext>
                </a:extLst>
              </p:cNvPr>
              <p:cNvSpPr/>
              <p:nvPr/>
            </p:nvSpPr>
            <p:spPr>
              <a:xfrm>
                <a:off x="616059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" name="pg286">
                <a:extLst>
                  <a:ext uri="{FF2B5EF4-FFF2-40B4-BE49-F238E27FC236}">
                    <a16:creationId xmlns:a16="http://schemas.microsoft.com/office/drawing/2014/main" id="{794198FD-9626-74B9-2043-27654CB77DD3}"/>
                  </a:ext>
                </a:extLst>
              </p:cNvPr>
              <p:cNvSpPr/>
              <p:nvPr/>
            </p:nvSpPr>
            <p:spPr>
              <a:xfrm>
                <a:off x="6172229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" name="pg287">
                <a:extLst>
                  <a:ext uri="{FF2B5EF4-FFF2-40B4-BE49-F238E27FC236}">
                    <a16:creationId xmlns:a16="http://schemas.microsoft.com/office/drawing/2014/main" id="{84B62BF3-110E-4709-AE35-AF7899743AE3}"/>
                  </a:ext>
                </a:extLst>
              </p:cNvPr>
              <p:cNvSpPr/>
              <p:nvPr/>
            </p:nvSpPr>
            <p:spPr>
              <a:xfrm>
                <a:off x="618386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" name="pg288">
                <a:extLst>
                  <a:ext uri="{FF2B5EF4-FFF2-40B4-BE49-F238E27FC236}">
                    <a16:creationId xmlns:a16="http://schemas.microsoft.com/office/drawing/2014/main" id="{59119182-34BB-0D2F-C63C-4D0BC46C407C}"/>
                  </a:ext>
                </a:extLst>
              </p:cNvPr>
              <p:cNvSpPr/>
              <p:nvPr/>
            </p:nvSpPr>
            <p:spPr>
              <a:xfrm>
                <a:off x="619550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" name="pg289">
                <a:extLst>
                  <a:ext uri="{FF2B5EF4-FFF2-40B4-BE49-F238E27FC236}">
                    <a16:creationId xmlns:a16="http://schemas.microsoft.com/office/drawing/2014/main" id="{C75AA99E-5E8D-C6B5-BE90-F5989938DA34}"/>
                  </a:ext>
                </a:extLst>
              </p:cNvPr>
              <p:cNvSpPr/>
              <p:nvPr/>
            </p:nvSpPr>
            <p:spPr>
              <a:xfrm>
                <a:off x="6207141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" name="pg290">
                <a:extLst>
                  <a:ext uri="{FF2B5EF4-FFF2-40B4-BE49-F238E27FC236}">
                    <a16:creationId xmlns:a16="http://schemas.microsoft.com/office/drawing/2014/main" id="{1C7897A1-98FE-B82C-FD0E-2B0B020CA4E4}"/>
                  </a:ext>
                </a:extLst>
              </p:cNvPr>
              <p:cNvSpPr/>
              <p:nvPr/>
            </p:nvSpPr>
            <p:spPr>
              <a:xfrm>
                <a:off x="621877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" name="pg291">
                <a:extLst>
                  <a:ext uri="{FF2B5EF4-FFF2-40B4-BE49-F238E27FC236}">
                    <a16:creationId xmlns:a16="http://schemas.microsoft.com/office/drawing/2014/main" id="{586755B6-196B-8AF0-5241-5A5EA0158267}"/>
                  </a:ext>
                </a:extLst>
              </p:cNvPr>
              <p:cNvSpPr/>
              <p:nvPr/>
            </p:nvSpPr>
            <p:spPr>
              <a:xfrm>
                <a:off x="6230416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" name="pg292">
                <a:extLst>
                  <a:ext uri="{FF2B5EF4-FFF2-40B4-BE49-F238E27FC236}">
                    <a16:creationId xmlns:a16="http://schemas.microsoft.com/office/drawing/2014/main" id="{2203448D-2DBB-4153-B307-5178D2249436}"/>
                  </a:ext>
                </a:extLst>
              </p:cNvPr>
              <p:cNvSpPr/>
              <p:nvPr/>
            </p:nvSpPr>
            <p:spPr>
              <a:xfrm>
                <a:off x="6242053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" name="pg293">
                <a:extLst>
                  <a:ext uri="{FF2B5EF4-FFF2-40B4-BE49-F238E27FC236}">
                    <a16:creationId xmlns:a16="http://schemas.microsoft.com/office/drawing/2014/main" id="{C998B225-E099-A8BD-F8A9-EAA281BE2626}"/>
                  </a:ext>
                </a:extLst>
              </p:cNvPr>
              <p:cNvSpPr/>
              <p:nvPr/>
            </p:nvSpPr>
            <p:spPr>
              <a:xfrm>
                <a:off x="625369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" name="pg294">
                <a:extLst>
                  <a:ext uri="{FF2B5EF4-FFF2-40B4-BE49-F238E27FC236}">
                    <a16:creationId xmlns:a16="http://schemas.microsoft.com/office/drawing/2014/main" id="{78736B6B-A002-6D96-54BD-F5C562FD64E2}"/>
                  </a:ext>
                </a:extLst>
              </p:cNvPr>
              <p:cNvSpPr/>
              <p:nvPr/>
            </p:nvSpPr>
            <p:spPr>
              <a:xfrm>
                <a:off x="6265328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" name="pg295">
                <a:extLst>
                  <a:ext uri="{FF2B5EF4-FFF2-40B4-BE49-F238E27FC236}">
                    <a16:creationId xmlns:a16="http://schemas.microsoft.com/office/drawing/2014/main" id="{51845D7F-541C-E653-B520-BD9EF0340823}"/>
                  </a:ext>
                </a:extLst>
              </p:cNvPr>
              <p:cNvSpPr/>
              <p:nvPr/>
            </p:nvSpPr>
            <p:spPr>
              <a:xfrm>
                <a:off x="6276965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" name="pg296">
                <a:extLst>
                  <a:ext uri="{FF2B5EF4-FFF2-40B4-BE49-F238E27FC236}">
                    <a16:creationId xmlns:a16="http://schemas.microsoft.com/office/drawing/2014/main" id="{91A3D518-3515-9E90-1E70-778D90974D77}"/>
                  </a:ext>
                </a:extLst>
              </p:cNvPr>
              <p:cNvSpPr/>
              <p:nvPr/>
            </p:nvSpPr>
            <p:spPr>
              <a:xfrm>
                <a:off x="6288602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" name="pg297">
                <a:extLst>
                  <a:ext uri="{FF2B5EF4-FFF2-40B4-BE49-F238E27FC236}">
                    <a16:creationId xmlns:a16="http://schemas.microsoft.com/office/drawing/2014/main" id="{2B5C60C3-2577-B193-7487-FD47CEFF7911}"/>
                  </a:ext>
                </a:extLst>
              </p:cNvPr>
              <p:cNvSpPr/>
              <p:nvPr/>
            </p:nvSpPr>
            <p:spPr>
              <a:xfrm>
                <a:off x="6300240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" name="pg298">
                <a:extLst>
                  <a:ext uri="{FF2B5EF4-FFF2-40B4-BE49-F238E27FC236}">
                    <a16:creationId xmlns:a16="http://schemas.microsoft.com/office/drawing/2014/main" id="{4B299D3B-6189-4B33-2A6D-5FA847A12158}"/>
                  </a:ext>
                </a:extLst>
              </p:cNvPr>
              <p:cNvSpPr/>
              <p:nvPr/>
            </p:nvSpPr>
            <p:spPr>
              <a:xfrm>
                <a:off x="6311877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" name="pg299">
                <a:extLst>
                  <a:ext uri="{FF2B5EF4-FFF2-40B4-BE49-F238E27FC236}">
                    <a16:creationId xmlns:a16="http://schemas.microsoft.com/office/drawing/2014/main" id="{A9EB29A9-A565-995D-7070-66725FAB5ACB}"/>
                  </a:ext>
                </a:extLst>
              </p:cNvPr>
              <p:cNvSpPr/>
              <p:nvPr/>
            </p:nvSpPr>
            <p:spPr>
              <a:xfrm>
                <a:off x="6323514" y="27507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" name="pg300">
                <a:extLst>
                  <a:ext uri="{FF2B5EF4-FFF2-40B4-BE49-F238E27FC236}">
                    <a16:creationId xmlns:a16="http://schemas.microsoft.com/office/drawing/2014/main" id="{6549BBC1-3124-44CE-D526-3C15768A1CE1}"/>
                  </a:ext>
                </a:extLst>
              </p:cNvPr>
              <p:cNvSpPr/>
              <p:nvPr/>
            </p:nvSpPr>
            <p:spPr>
              <a:xfrm>
                <a:off x="528779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" name="pg301">
                <a:extLst>
                  <a:ext uri="{FF2B5EF4-FFF2-40B4-BE49-F238E27FC236}">
                    <a16:creationId xmlns:a16="http://schemas.microsoft.com/office/drawing/2014/main" id="{8FED755F-B2BF-B9E6-86BD-8FDE5CA8A7E8}"/>
                  </a:ext>
                </a:extLst>
              </p:cNvPr>
              <p:cNvSpPr/>
              <p:nvPr/>
            </p:nvSpPr>
            <p:spPr>
              <a:xfrm>
                <a:off x="529942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" name="pg302">
                <a:extLst>
                  <a:ext uri="{FF2B5EF4-FFF2-40B4-BE49-F238E27FC236}">
                    <a16:creationId xmlns:a16="http://schemas.microsoft.com/office/drawing/2014/main" id="{AA020B1F-B8CF-A945-D7C3-F8115C894A16}"/>
                  </a:ext>
                </a:extLst>
              </p:cNvPr>
              <p:cNvSpPr/>
              <p:nvPr/>
            </p:nvSpPr>
            <p:spPr>
              <a:xfrm>
                <a:off x="531106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" name="pg303">
                <a:extLst>
                  <a:ext uri="{FF2B5EF4-FFF2-40B4-BE49-F238E27FC236}">
                    <a16:creationId xmlns:a16="http://schemas.microsoft.com/office/drawing/2014/main" id="{0ECFE9B5-1CD1-2185-4DEE-BE1079876B2A}"/>
                  </a:ext>
                </a:extLst>
              </p:cNvPr>
              <p:cNvSpPr/>
              <p:nvPr/>
            </p:nvSpPr>
            <p:spPr>
              <a:xfrm>
                <a:off x="532270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" name="pg304">
                <a:extLst>
                  <a:ext uri="{FF2B5EF4-FFF2-40B4-BE49-F238E27FC236}">
                    <a16:creationId xmlns:a16="http://schemas.microsoft.com/office/drawing/2014/main" id="{4E0A0C17-3204-F71B-64BD-68CDEC0068C7}"/>
                  </a:ext>
                </a:extLst>
              </p:cNvPr>
              <p:cNvSpPr/>
              <p:nvPr/>
            </p:nvSpPr>
            <p:spPr>
              <a:xfrm>
                <a:off x="533434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CA7">
                  <a:alpha val="100000"/>
                </a:srgbClr>
              </a:solidFill>
              <a:ln w="5420" cap="flat">
                <a:solidFill>
                  <a:srgbClr val="38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" name="pg305">
                <a:extLst>
                  <a:ext uri="{FF2B5EF4-FFF2-40B4-BE49-F238E27FC236}">
                    <a16:creationId xmlns:a16="http://schemas.microsoft.com/office/drawing/2014/main" id="{1471FF29-AC5B-58DE-D330-831A38203A98}"/>
                  </a:ext>
                </a:extLst>
              </p:cNvPr>
              <p:cNvSpPr/>
              <p:nvPr/>
            </p:nvSpPr>
            <p:spPr>
              <a:xfrm>
                <a:off x="534597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" name="pg306">
                <a:extLst>
                  <a:ext uri="{FF2B5EF4-FFF2-40B4-BE49-F238E27FC236}">
                    <a16:creationId xmlns:a16="http://schemas.microsoft.com/office/drawing/2014/main" id="{9F964AEF-A50C-96E3-871E-B11908891D18}"/>
                  </a:ext>
                </a:extLst>
              </p:cNvPr>
              <p:cNvSpPr/>
              <p:nvPr/>
            </p:nvSpPr>
            <p:spPr>
              <a:xfrm>
                <a:off x="535761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" name="pg307">
                <a:extLst>
                  <a:ext uri="{FF2B5EF4-FFF2-40B4-BE49-F238E27FC236}">
                    <a16:creationId xmlns:a16="http://schemas.microsoft.com/office/drawing/2014/main" id="{E09717CA-909B-F948-4857-ACE507E48FBA}"/>
                  </a:ext>
                </a:extLst>
              </p:cNvPr>
              <p:cNvSpPr/>
              <p:nvPr/>
            </p:nvSpPr>
            <p:spPr>
              <a:xfrm>
                <a:off x="536925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" name="pg308">
                <a:extLst>
                  <a:ext uri="{FF2B5EF4-FFF2-40B4-BE49-F238E27FC236}">
                    <a16:creationId xmlns:a16="http://schemas.microsoft.com/office/drawing/2014/main" id="{E8BF1BF4-FC0A-4A5C-239F-D940234BA07A}"/>
                  </a:ext>
                </a:extLst>
              </p:cNvPr>
              <p:cNvSpPr/>
              <p:nvPr/>
            </p:nvSpPr>
            <p:spPr>
              <a:xfrm>
                <a:off x="538089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" name="pg309">
                <a:extLst>
                  <a:ext uri="{FF2B5EF4-FFF2-40B4-BE49-F238E27FC236}">
                    <a16:creationId xmlns:a16="http://schemas.microsoft.com/office/drawing/2014/main" id="{7C099C4F-4223-A1C0-58E1-CF899DD00E46}"/>
                  </a:ext>
                </a:extLst>
              </p:cNvPr>
              <p:cNvSpPr/>
              <p:nvPr/>
            </p:nvSpPr>
            <p:spPr>
              <a:xfrm>
                <a:off x="539252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" name="pg310">
                <a:extLst>
                  <a:ext uri="{FF2B5EF4-FFF2-40B4-BE49-F238E27FC236}">
                    <a16:creationId xmlns:a16="http://schemas.microsoft.com/office/drawing/2014/main" id="{F062032A-F12E-7301-EF93-7BF029A2683C}"/>
                  </a:ext>
                </a:extLst>
              </p:cNvPr>
              <p:cNvSpPr/>
              <p:nvPr/>
            </p:nvSpPr>
            <p:spPr>
              <a:xfrm>
                <a:off x="540416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" name="pg311">
                <a:extLst>
                  <a:ext uri="{FF2B5EF4-FFF2-40B4-BE49-F238E27FC236}">
                    <a16:creationId xmlns:a16="http://schemas.microsoft.com/office/drawing/2014/main" id="{3854806F-A527-BF41-CDA3-3DBF146647FD}"/>
                  </a:ext>
                </a:extLst>
              </p:cNvPr>
              <p:cNvSpPr/>
              <p:nvPr/>
            </p:nvSpPr>
            <p:spPr>
              <a:xfrm>
                <a:off x="541580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" name="pg312">
                <a:extLst>
                  <a:ext uri="{FF2B5EF4-FFF2-40B4-BE49-F238E27FC236}">
                    <a16:creationId xmlns:a16="http://schemas.microsoft.com/office/drawing/2014/main" id="{B2392939-4078-DBA4-0F98-3FF79073518E}"/>
                  </a:ext>
                </a:extLst>
              </p:cNvPr>
              <p:cNvSpPr/>
              <p:nvPr/>
            </p:nvSpPr>
            <p:spPr>
              <a:xfrm>
                <a:off x="606749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" name="pg313">
                <a:extLst>
                  <a:ext uri="{FF2B5EF4-FFF2-40B4-BE49-F238E27FC236}">
                    <a16:creationId xmlns:a16="http://schemas.microsoft.com/office/drawing/2014/main" id="{4C3862D8-A663-612F-EF0B-B36C0E71649F}"/>
                  </a:ext>
                </a:extLst>
              </p:cNvPr>
              <p:cNvSpPr/>
              <p:nvPr/>
            </p:nvSpPr>
            <p:spPr>
              <a:xfrm>
                <a:off x="607913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" name="pg314">
                <a:extLst>
                  <a:ext uri="{FF2B5EF4-FFF2-40B4-BE49-F238E27FC236}">
                    <a16:creationId xmlns:a16="http://schemas.microsoft.com/office/drawing/2014/main" id="{785CB6EB-047D-FD74-736A-49A8B65C6235}"/>
                  </a:ext>
                </a:extLst>
              </p:cNvPr>
              <p:cNvSpPr/>
              <p:nvPr/>
            </p:nvSpPr>
            <p:spPr>
              <a:xfrm>
                <a:off x="609076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" name="pg315">
                <a:extLst>
                  <a:ext uri="{FF2B5EF4-FFF2-40B4-BE49-F238E27FC236}">
                    <a16:creationId xmlns:a16="http://schemas.microsoft.com/office/drawing/2014/main" id="{869E253C-F588-A7E6-92CE-09F33DC32D4B}"/>
                  </a:ext>
                </a:extLst>
              </p:cNvPr>
              <p:cNvSpPr/>
              <p:nvPr/>
            </p:nvSpPr>
            <p:spPr>
              <a:xfrm>
                <a:off x="610240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" name="pg316">
                <a:extLst>
                  <a:ext uri="{FF2B5EF4-FFF2-40B4-BE49-F238E27FC236}">
                    <a16:creationId xmlns:a16="http://schemas.microsoft.com/office/drawing/2014/main" id="{97C77608-FB52-49F4-805F-B72DBCA3FEF4}"/>
                  </a:ext>
                </a:extLst>
              </p:cNvPr>
              <p:cNvSpPr/>
              <p:nvPr/>
            </p:nvSpPr>
            <p:spPr>
              <a:xfrm>
                <a:off x="611404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" name="pg317">
                <a:extLst>
                  <a:ext uri="{FF2B5EF4-FFF2-40B4-BE49-F238E27FC236}">
                    <a16:creationId xmlns:a16="http://schemas.microsoft.com/office/drawing/2014/main" id="{4EF7BA72-A6C0-9EE8-1338-04ED864A35A4}"/>
                  </a:ext>
                </a:extLst>
              </p:cNvPr>
              <p:cNvSpPr/>
              <p:nvPr/>
            </p:nvSpPr>
            <p:spPr>
              <a:xfrm>
                <a:off x="612568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" name="pg318">
                <a:extLst>
                  <a:ext uri="{FF2B5EF4-FFF2-40B4-BE49-F238E27FC236}">
                    <a16:creationId xmlns:a16="http://schemas.microsoft.com/office/drawing/2014/main" id="{B69D55F1-4333-5951-656B-95988EB9398B}"/>
                  </a:ext>
                </a:extLst>
              </p:cNvPr>
              <p:cNvSpPr/>
              <p:nvPr/>
            </p:nvSpPr>
            <p:spPr>
              <a:xfrm>
                <a:off x="613731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" name="pg319">
                <a:extLst>
                  <a:ext uri="{FF2B5EF4-FFF2-40B4-BE49-F238E27FC236}">
                    <a16:creationId xmlns:a16="http://schemas.microsoft.com/office/drawing/2014/main" id="{DCA45691-F4CE-738F-4288-AA9605494E4F}"/>
                  </a:ext>
                </a:extLst>
              </p:cNvPr>
              <p:cNvSpPr/>
              <p:nvPr/>
            </p:nvSpPr>
            <p:spPr>
              <a:xfrm>
                <a:off x="614895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" name="pg320">
                <a:extLst>
                  <a:ext uri="{FF2B5EF4-FFF2-40B4-BE49-F238E27FC236}">
                    <a16:creationId xmlns:a16="http://schemas.microsoft.com/office/drawing/2014/main" id="{75D35E0F-D3C2-6E0D-9193-305ECB2F70D3}"/>
                  </a:ext>
                </a:extLst>
              </p:cNvPr>
              <p:cNvSpPr/>
              <p:nvPr/>
            </p:nvSpPr>
            <p:spPr>
              <a:xfrm>
                <a:off x="616059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" name="pg321">
                <a:extLst>
                  <a:ext uri="{FF2B5EF4-FFF2-40B4-BE49-F238E27FC236}">
                    <a16:creationId xmlns:a16="http://schemas.microsoft.com/office/drawing/2014/main" id="{052F2A4E-A926-33FA-6618-E43587AC417B}"/>
                  </a:ext>
                </a:extLst>
              </p:cNvPr>
              <p:cNvSpPr/>
              <p:nvPr/>
            </p:nvSpPr>
            <p:spPr>
              <a:xfrm>
                <a:off x="6172229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" name="pg322">
                <a:extLst>
                  <a:ext uri="{FF2B5EF4-FFF2-40B4-BE49-F238E27FC236}">
                    <a16:creationId xmlns:a16="http://schemas.microsoft.com/office/drawing/2014/main" id="{D89174DF-A99F-C13A-0165-C31231304269}"/>
                  </a:ext>
                </a:extLst>
              </p:cNvPr>
              <p:cNvSpPr/>
              <p:nvPr/>
            </p:nvSpPr>
            <p:spPr>
              <a:xfrm>
                <a:off x="618386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" name="pg323">
                <a:extLst>
                  <a:ext uri="{FF2B5EF4-FFF2-40B4-BE49-F238E27FC236}">
                    <a16:creationId xmlns:a16="http://schemas.microsoft.com/office/drawing/2014/main" id="{95E26FD5-76D7-8219-03A7-4F10FE464B4C}"/>
                  </a:ext>
                </a:extLst>
              </p:cNvPr>
              <p:cNvSpPr/>
              <p:nvPr/>
            </p:nvSpPr>
            <p:spPr>
              <a:xfrm>
                <a:off x="619550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" name="pg324">
                <a:extLst>
                  <a:ext uri="{FF2B5EF4-FFF2-40B4-BE49-F238E27FC236}">
                    <a16:creationId xmlns:a16="http://schemas.microsoft.com/office/drawing/2014/main" id="{45E70409-4E94-86EB-269B-8EF0836587CE}"/>
                  </a:ext>
                </a:extLst>
              </p:cNvPr>
              <p:cNvSpPr/>
              <p:nvPr/>
            </p:nvSpPr>
            <p:spPr>
              <a:xfrm>
                <a:off x="6207141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" name="pg325">
                <a:extLst>
                  <a:ext uri="{FF2B5EF4-FFF2-40B4-BE49-F238E27FC236}">
                    <a16:creationId xmlns:a16="http://schemas.microsoft.com/office/drawing/2014/main" id="{11FD2F6D-D4C8-8DE8-22B8-22D22A8A38AD}"/>
                  </a:ext>
                </a:extLst>
              </p:cNvPr>
              <p:cNvSpPr/>
              <p:nvPr/>
            </p:nvSpPr>
            <p:spPr>
              <a:xfrm>
                <a:off x="621877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" name="pg326">
                <a:extLst>
                  <a:ext uri="{FF2B5EF4-FFF2-40B4-BE49-F238E27FC236}">
                    <a16:creationId xmlns:a16="http://schemas.microsoft.com/office/drawing/2014/main" id="{40DE2434-F2CD-273B-A298-8728BD10F0BE}"/>
                  </a:ext>
                </a:extLst>
              </p:cNvPr>
              <p:cNvSpPr/>
              <p:nvPr/>
            </p:nvSpPr>
            <p:spPr>
              <a:xfrm>
                <a:off x="6230416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" name="pg327">
                <a:extLst>
                  <a:ext uri="{FF2B5EF4-FFF2-40B4-BE49-F238E27FC236}">
                    <a16:creationId xmlns:a16="http://schemas.microsoft.com/office/drawing/2014/main" id="{EADDB22C-5C22-18BD-3EF8-989EBB1B33EC}"/>
                  </a:ext>
                </a:extLst>
              </p:cNvPr>
              <p:cNvSpPr/>
              <p:nvPr/>
            </p:nvSpPr>
            <p:spPr>
              <a:xfrm>
                <a:off x="6242053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" name="pg328">
                <a:extLst>
                  <a:ext uri="{FF2B5EF4-FFF2-40B4-BE49-F238E27FC236}">
                    <a16:creationId xmlns:a16="http://schemas.microsoft.com/office/drawing/2014/main" id="{B5E1C131-2AA4-019B-3A34-06EBB2FB1C2E}"/>
                  </a:ext>
                </a:extLst>
              </p:cNvPr>
              <p:cNvSpPr/>
              <p:nvPr/>
            </p:nvSpPr>
            <p:spPr>
              <a:xfrm>
                <a:off x="625369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" name="pg329">
                <a:extLst>
                  <a:ext uri="{FF2B5EF4-FFF2-40B4-BE49-F238E27FC236}">
                    <a16:creationId xmlns:a16="http://schemas.microsoft.com/office/drawing/2014/main" id="{6A06F070-5171-8425-6FB7-2076F526CAEE}"/>
                  </a:ext>
                </a:extLst>
              </p:cNvPr>
              <p:cNvSpPr/>
              <p:nvPr/>
            </p:nvSpPr>
            <p:spPr>
              <a:xfrm>
                <a:off x="6265328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" name="pg330">
                <a:extLst>
                  <a:ext uri="{FF2B5EF4-FFF2-40B4-BE49-F238E27FC236}">
                    <a16:creationId xmlns:a16="http://schemas.microsoft.com/office/drawing/2014/main" id="{6BFE9094-ADF7-C6A4-F11C-0C75C1B8CEFA}"/>
                  </a:ext>
                </a:extLst>
              </p:cNvPr>
              <p:cNvSpPr/>
              <p:nvPr/>
            </p:nvSpPr>
            <p:spPr>
              <a:xfrm>
                <a:off x="6276965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" name="pg331">
                <a:extLst>
                  <a:ext uri="{FF2B5EF4-FFF2-40B4-BE49-F238E27FC236}">
                    <a16:creationId xmlns:a16="http://schemas.microsoft.com/office/drawing/2014/main" id="{E5025884-7D66-B8FF-5B89-55D70C0AA101}"/>
                  </a:ext>
                </a:extLst>
              </p:cNvPr>
              <p:cNvSpPr/>
              <p:nvPr/>
            </p:nvSpPr>
            <p:spPr>
              <a:xfrm>
                <a:off x="6288602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" name="pg332">
                <a:extLst>
                  <a:ext uri="{FF2B5EF4-FFF2-40B4-BE49-F238E27FC236}">
                    <a16:creationId xmlns:a16="http://schemas.microsoft.com/office/drawing/2014/main" id="{164D039A-5469-B228-C855-0635BB943517}"/>
                  </a:ext>
                </a:extLst>
              </p:cNvPr>
              <p:cNvSpPr/>
              <p:nvPr/>
            </p:nvSpPr>
            <p:spPr>
              <a:xfrm>
                <a:off x="6300240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" name="pg333">
                <a:extLst>
                  <a:ext uri="{FF2B5EF4-FFF2-40B4-BE49-F238E27FC236}">
                    <a16:creationId xmlns:a16="http://schemas.microsoft.com/office/drawing/2014/main" id="{61080349-0F14-2A35-4CE8-C3B39DB32D75}"/>
                  </a:ext>
                </a:extLst>
              </p:cNvPr>
              <p:cNvSpPr/>
              <p:nvPr/>
            </p:nvSpPr>
            <p:spPr>
              <a:xfrm>
                <a:off x="6311877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" name="pg334">
                <a:extLst>
                  <a:ext uri="{FF2B5EF4-FFF2-40B4-BE49-F238E27FC236}">
                    <a16:creationId xmlns:a16="http://schemas.microsoft.com/office/drawing/2014/main" id="{562B0DA2-1DA3-E422-1511-1DE667F677D8}"/>
                  </a:ext>
                </a:extLst>
              </p:cNvPr>
              <p:cNvSpPr/>
              <p:nvPr/>
            </p:nvSpPr>
            <p:spPr>
              <a:xfrm>
                <a:off x="6323514" y="27650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" name="pg335">
                <a:extLst>
                  <a:ext uri="{FF2B5EF4-FFF2-40B4-BE49-F238E27FC236}">
                    <a16:creationId xmlns:a16="http://schemas.microsoft.com/office/drawing/2014/main" id="{A8DD17AF-BDCE-F1BB-E910-0DD792279528}"/>
                  </a:ext>
                </a:extLst>
              </p:cNvPr>
              <p:cNvSpPr/>
              <p:nvPr/>
            </p:nvSpPr>
            <p:spPr>
              <a:xfrm>
                <a:off x="526451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" name="pg336">
                <a:extLst>
                  <a:ext uri="{FF2B5EF4-FFF2-40B4-BE49-F238E27FC236}">
                    <a16:creationId xmlns:a16="http://schemas.microsoft.com/office/drawing/2014/main" id="{61077E35-3616-7769-142E-8FBC1B0A659E}"/>
                  </a:ext>
                </a:extLst>
              </p:cNvPr>
              <p:cNvSpPr/>
              <p:nvPr/>
            </p:nvSpPr>
            <p:spPr>
              <a:xfrm>
                <a:off x="527615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" name="pg337">
                <a:extLst>
                  <a:ext uri="{FF2B5EF4-FFF2-40B4-BE49-F238E27FC236}">
                    <a16:creationId xmlns:a16="http://schemas.microsoft.com/office/drawing/2014/main" id="{1812F61D-3855-625C-8C8A-2A1DEED334F0}"/>
                  </a:ext>
                </a:extLst>
              </p:cNvPr>
              <p:cNvSpPr/>
              <p:nvPr/>
            </p:nvSpPr>
            <p:spPr>
              <a:xfrm>
                <a:off x="528779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" name="pg338">
                <a:extLst>
                  <a:ext uri="{FF2B5EF4-FFF2-40B4-BE49-F238E27FC236}">
                    <a16:creationId xmlns:a16="http://schemas.microsoft.com/office/drawing/2014/main" id="{199AF4B8-DDD6-3328-A05F-D6F9F9F33282}"/>
                  </a:ext>
                </a:extLst>
              </p:cNvPr>
              <p:cNvSpPr/>
              <p:nvPr/>
            </p:nvSpPr>
            <p:spPr>
              <a:xfrm>
                <a:off x="529942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" name="pg339">
                <a:extLst>
                  <a:ext uri="{FF2B5EF4-FFF2-40B4-BE49-F238E27FC236}">
                    <a16:creationId xmlns:a16="http://schemas.microsoft.com/office/drawing/2014/main" id="{55A3B34C-78E7-EC82-AC7E-7FDA2E72C1C3}"/>
                  </a:ext>
                </a:extLst>
              </p:cNvPr>
              <p:cNvSpPr/>
              <p:nvPr/>
            </p:nvSpPr>
            <p:spPr>
              <a:xfrm>
                <a:off x="531106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" name="pg340">
                <a:extLst>
                  <a:ext uri="{FF2B5EF4-FFF2-40B4-BE49-F238E27FC236}">
                    <a16:creationId xmlns:a16="http://schemas.microsoft.com/office/drawing/2014/main" id="{3A2FD4A4-6E49-CDC0-21B5-3CA136579F12}"/>
                  </a:ext>
                </a:extLst>
              </p:cNvPr>
              <p:cNvSpPr/>
              <p:nvPr/>
            </p:nvSpPr>
            <p:spPr>
              <a:xfrm>
                <a:off x="532270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" name="pg341">
                <a:extLst>
                  <a:ext uri="{FF2B5EF4-FFF2-40B4-BE49-F238E27FC236}">
                    <a16:creationId xmlns:a16="http://schemas.microsoft.com/office/drawing/2014/main" id="{FEF19A94-4A39-4AD8-ACDA-9EAA891BB394}"/>
                  </a:ext>
                </a:extLst>
              </p:cNvPr>
              <p:cNvSpPr/>
              <p:nvPr/>
            </p:nvSpPr>
            <p:spPr>
              <a:xfrm>
                <a:off x="533434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CA7">
                  <a:alpha val="100000"/>
                </a:srgbClr>
              </a:solidFill>
              <a:ln w="5420" cap="flat">
                <a:solidFill>
                  <a:srgbClr val="38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" name="pg342">
                <a:extLst>
                  <a:ext uri="{FF2B5EF4-FFF2-40B4-BE49-F238E27FC236}">
                    <a16:creationId xmlns:a16="http://schemas.microsoft.com/office/drawing/2014/main" id="{13B09B22-7E29-BA2D-94DD-5DF28450128E}"/>
                  </a:ext>
                </a:extLst>
              </p:cNvPr>
              <p:cNvSpPr/>
              <p:nvPr/>
            </p:nvSpPr>
            <p:spPr>
              <a:xfrm>
                <a:off x="534597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CA7">
                  <a:alpha val="100000"/>
                </a:srgbClr>
              </a:solidFill>
              <a:ln w="5420" cap="flat">
                <a:solidFill>
                  <a:srgbClr val="38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" name="pg343">
                <a:extLst>
                  <a:ext uri="{FF2B5EF4-FFF2-40B4-BE49-F238E27FC236}">
                    <a16:creationId xmlns:a16="http://schemas.microsoft.com/office/drawing/2014/main" id="{D97719AD-D62C-0C59-FC51-2EE12807E097}"/>
                  </a:ext>
                </a:extLst>
              </p:cNvPr>
              <p:cNvSpPr/>
              <p:nvPr/>
            </p:nvSpPr>
            <p:spPr>
              <a:xfrm>
                <a:off x="535761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" name="pg344">
                <a:extLst>
                  <a:ext uri="{FF2B5EF4-FFF2-40B4-BE49-F238E27FC236}">
                    <a16:creationId xmlns:a16="http://schemas.microsoft.com/office/drawing/2014/main" id="{D9BC4ECE-46ED-4F99-06FF-92CBEBE9CC15}"/>
                  </a:ext>
                </a:extLst>
              </p:cNvPr>
              <p:cNvSpPr/>
              <p:nvPr/>
            </p:nvSpPr>
            <p:spPr>
              <a:xfrm>
                <a:off x="536925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" name="pg345">
                <a:extLst>
                  <a:ext uri="{FF2B5EF4-FFF2-40B4-BE49-F238E27FC236}">
                    <a16:creationId xmlns:a16="http://schemas.microsoft.com/office/drawing/2014/main" id="{0284C5BC-567D-9E41-AFF3-CC7A01878E21}"/>
                  </a:ext>
                </a:extLst>
              </p:cNvPr>
              <p:cNvSpPr/>
              <p:nvPr/>
            </p:nvSpPr>
            <p:spPr>
              <a:xfrm>
                <a:off x="538089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" name="pg346">
                <a:extLst>
                  <a:ext uri="{FF2B5EF4-FFF2-40B4-BE49-F238E27FC236}">
                    <a16:creationId xmlns:a16="http://schemas.microsoft.com/office/drawing/2014/main" id="{A6975EA6-7658-2168-FE38-A2DA6AB0203E}"/>
                  </a:ext>
                </a:extLst>
              </p:cNvPr>
              <p:cNvSpPr/>
              <p:nvPr/>
            </p:nvSpPr>
            <p:spPr>
              <a:xfrm>
                <a:off x="606749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" name="pg347">
                <a:extLst>
                  <a:ext uri="{FF2B5EF4-FFF2-40B4-BE49-F238E27FC236}">
                    <a16:creationId xmlns:a16="http://schemas.microsoft.com/office/drawing/2014/main" id="{5DA371BE-005A-9484-7653-5CCC9AAA2639}"/>
                  </a:ext>
                </a:extLst>
              </p:cNvPr>
              <p:cNvSpPr/>
              <p:nvPr/>
            </p:nvSpPr>
            <p:spPr>
              <a:xfrm>
                <a:off x="607913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" name="pg348">
                <a:extLst>
                  <a:ext uri="{FF2B5EF4-FFF2-40B4-BE49-F238E27FC236}">
                    <a16:creationId xmlns:a16="http://schemas.microsoft.com/office/drawing/2014/main" id="{83335223-9499-6C6D-EFE2-C092930C31DA}"/>
                  </a:ext>
                </a:extLst>
              </p:cNvPr>
              <p:cNvSpPr/>
              <p:nvPr/>
            </p:nvSpPr>
            <p:spPr>
              <a:xfrm>
                <a:off x="609076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" name="pg349">
                <a:extLst>
                  <a:ext uri="{FF2B5EF4-FFF2-40B4-BE49-F238E27FC236}">
                    <a16:creationId xmlns:a16="http://schemas.microsoft.com/office/drawing/2014/main" id="{FD42D753-9D76-E23A-E7CD-1A1F730ABA5A}"/>
                  </a:ext>
                </a:extLst>
              </p:cNvPr>
              <p:cNvSpPr/>
              <p:nvPr/>
            </p:nvSpPr>
            <p:spPr>
              <a:xfrm>
                <a:off x="610240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" name="pg350">
                <a:extLst>
                  <a:ext uri="{FF2B5EF4-FFF2-40B4-BE49-F238E27FC236}">
                    <a16:creationId xmlns:a16="http://schemas.microsoft.com/office/drawing/2014/main" id="{3E858B8D-4F5F-CCA7-89C8-982D9986F95C}"/>
                  </a:ext>
                </a:extLst>
              </p:cNvPr>
              <p:cNvSpPr/>
              <p:nvPr/>
            </p:nvSpPr>
            <p:spPr>
              <a:xfrm>
                <a:off x="611404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" name="pg351">
                <a:extLst>
                  <a:ext uri="{FF2B5EF4-FFF2-40B4-BE49-F238E27FC236}">
                    <a16:creationId xmlns:a16="http://schemas.microsoft.com/office/drawing/2014/main" id="{9C6E41A2-974A-E151-0C65-A01B58DE099B}"/>
                  </a:ext>
                </a:extLst>
              </p:cNvPr>
              <p:cNvSpPr/>
              <p:nvPr/>
            </p:nvSpPr>
            <p:spPr>
              <a:xfrm>
                <a:off x="612568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" name="pg352">
                <a:extLst>
                  <a:ext uri="{FF2B5EF4-FFF2-40B4-BE49-F238E27FC236}">
                    <a16:creationId xmlns:a16="http://schemas.microsoft.com/office/drawing/2014/main" id="{C9A086BE-8EB6-C4AE-D892-70D5086CB493}"/>
                  </a:ext>
                </a:extLst>
              </p:cNvPr>
              <p:cNvSpPr/>
              <p:nvPr/>
            </p:nvSpPr>
            <p:spPr>
              <a:xfrm>
                <a:off x="613731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" name="pg353">
                <a:extLst>
                  <a:ext uri="{FF2B5EF4-FFF2-40B4-BE49-F238E27FC236}">
                    <a16:creationId xmlns:a16="http://schemas.microsoft.com/office/drawing/2014/main" id="{758D86A4-7C4A-3DC0-FEFD-DCF556CF38F6}"/>
                  </a:ext>
                </a:extLst>
              </p:cNvPr>
              <p:cNvSpPr/>
              <p:nvPr/>
            </p:nvSpPr>
            <p:spPr>
              <a:xfrm>
                <a:off x="614895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" name="pg354">
                <a:extLst>
                  <a:ext uri="{FF2B5EF4-FFF2-40B4-BE49-F238E27FC236}">
                    <a16:creationId xmlns:a16="http://schemas.microsoft.com/office/drawing/2014/main" id="{446FD40E-B90E-CF21-04E8-72BFE7F98213}"/>
                  </a:ext>
                </a:extLst>
              </p:cNvPr>
              <p:cNvSpPr/>
              <p:nvPr/>
            </p:nvSpPr>
            <p:spPr>
              <a:xfrm>
                <a:off x="616059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" name="pg355">
                <a:extLst>
                  <a:ext uri="{FF2B5EF4-FFF2-40B4-BE49-F238E27FC236}">
                    <a16:creationId xmlns:a16="http://schemas.microsoft.com/office/drawing/2014/main" id="{240C54A4-8AF6-9E83-E439-8045E4EBBDFE}"/>
                  </a:ext>
                </a:extLst>
              </p:cNvPr>
              <p:cNvSpPr/>
              <p:nvPr/>
            </p:nvSpPr>
            <p:spPr>
              <a:xfrm>
                <a:off x="6172229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" name="pg356">
                <a:extLst>
                  <a:ext uri="{FF2B5EF4-FFF2-40B4-BE49-F238E27FC236}">
                    <a16:creationId xmlns:a16="http://schemas.microsoft.com/office/drawing/2014/main" id="{CA8F150D-F0EF-15A2-6C76-F07847FCB3EA}"/>
                  </a:ext>
                </a:extLst>
              </p:cNvPr>
              <p:cNvSpPr/>
              <p:nvPr/>
            </p:nvSpPr>
            <p:spPr>
              <a:xfrm>
                <a:off x="618386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" name="pg357">
                <a:extLst>
                  <a:ext uri="{FF2B5EF4-FFF2-40B4-BE49-F238E27FC236}">
                    <a16:creationId xmlns:a16="http://schemas.microsoft.com/office/drawing/2014/main" id="{CC358536-57E6-7AA3-7DD6-B6183FF0C746}"/>
                  </a:ext>
                </a:extLst>
              </p:cNvPr>
              <p:cNvSpPr/>
              <p:nvPr/>
            </p:nvSpPr>
            <p:spPr>
              <a:xfrm>
                <a:off x="619550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" name="pg358">
                <a:extLst>
                  <a:ext uri="{FF2B5EF4-FFF2-40B4-BE49-F238E27FC236}">
                    <a16:creationId xmlns:a16="http://schemas.microsoft.com/office/drawing/2014/main" id="{3109C388-B869-548F-6334-1204E4DB5D19}"/>
                  </a:ext>
                </a:extLst>
              </p:cNvPr>
              <p:cNvSpPr/>
              <p:nvPr/>
            </p:nvSpPr>
            <p:spPr>
              <a:xfrm>
                <a:off x="6207141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" name="pg359">
                <a:extLst>
                  <a:ext uri="{FF2B5EF4-FFF2-40B4-BE49-F238E27FC236}">
                    <a16:creationId xmlns:a16="http://schemas.microsoft.com/office/drawing/2014/main" id="{50AAB456-989E-0744-070B-E29738025D0F}"/>
                  </a:ext>
                </a:extLst>
              </p:cNvPr>
              <p:cNvSpPr/>
              <p:nvPr/>
            </p:nvSpPr>
            <p:spPr>
              <a:xfrm>
                <a:off x="621877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" name="pg360">
                <a:extLst>
                  <a:ext uri="{FF2B5EF4-FFF2-40B4-BE49-F238E27FC236}">
                    <a16:creationId xmlns:a16="http://schemas.microsoft.com/office/drawing/2014/main" id="{01D0F31D-9197-43B8-5CE8-961D6A0F7604}"/>
                  </a:ext>
                </a:extLst>
              </p:cNvPr>
              <p:cNvSpPr/>
              <p:nvPr/>
            </p:nvSpPr>
            <p:spPr>
              <a:xfrm>
                <a:off x="6230416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" name="pg361">
                <a:extLst>
                  <a:ext uri="{FF2B5EF4-FFF2-40B4-BE49-F238E27FC236}">
                    <a16:creationId xmlns:a16="http://schemas.microsoft.com/office/drawing/2014/main" id="{FAF2CB81-B6A0-8C1D-6D29-6EBF6196EC4A}"/>
                  </a:ext>
                </a:extLst>
              </p:cNvPr>
              <p:cNvSpPr/>
              <p:nvPr/>
            </p:nvSpPr>
            <p:spPr>
              <a:xfrm>
                <a:off x="6242053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" name="pg362">
                <a:extLst>
                  <a:ext uri="{FF2B5EF4-FFF2-40B4-BE49-F238E27FC236}">
                    <a16:creationId xmlns:a16="http://schemas.microsoft.com/office/drawing/2014/main" id="{5D282C46-4384-7DB4-9FB3-6263A07F47CD}"/>
                  </a:ext>
                </a:extLst>
              </p:cNvPr>
              <p:cNvSpPr/>
              <p:nvPr/>
            </p:nvSpPr>
            <p:spPr>
              <a:xfrm>
                <a:off x="625369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" name="pg363">
                <a:extLst>
                  <a:ext uri="{FF2B5EF4-FFF2-40B4-BE49-F238E27FC236}">
                    <a16:creationId xmlns:a16="http://schemas.microsoft.com/office/drawing/2014/main" id="{0E1FACCC-8E10-886F-BF07-841C973506F0}"/>
                  </a:ext>
                </a:extLst>
              </p:cNvPr>
              <p:cNvSpPr/>
              <p:nvPr/>
            </p:nvSpPr>
            <p:spPr>
              <a:xfrm>
                <a:off x="6265328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" name="pg364">
                <a:extLst>
                  <a:ext uri="{FF2B5EF4-FFF2-40B4-BE49-F238E27FC236}">
                    <a16:creationId xmlns:a16="http://schemas.microsoft.com/office/drawing/2014/main" id="{DEA3C20A-43C6-D3A1-E9B5-AB8C66FAD62C}"/>
                  </a:ext>
                </a:extLst>
              </p:cNvPr>
              <p:cNvSpPr/>
              <p:nvPr/>
            </p:nvSpPr>
            <p:spPr>
              <a:xfrm>
                <a:off x="6276965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" name="pg365">
                <a:extLst>
                  <a:ext uri="{FF2B5EF4-FFF2-40B4-BE49-F238E27FC236}">
                    <a16:creationId xmlns:a16="http://schemas.microsoft.com/office/drawing/2014/main" id="{31ACAFCA-2D58-5B57-D8E2-F97FBA3A9BC5}"/>
                  </a:ext>
                </a:extLst>
              </p:cNvPr>
              <p:cNvSpPr/>
              <p:nvPr/>
            </p:nvSpPr>
            <p:spPr>
              <a:xfrm>
                <a:off x="6288602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" name="pg366">
                <a:extLst>
                  <a:ext uri="{FF2B5EF4-FFF2-40B4-BE49-F238E27FC236}">
                    <a16:creationId xmlns:a16="http://schemas.microsoft.com/office/drawing/2014/main" id="{7F6C0B4C-7D2B-0AFC-834A-0ADC696AA2BF}"/>
                  </a:ext>
                </a:extLst>
              </p:cNvPr>
              <p:cNvSpPr/>
              <p:nvPr/>
            </p:nvSpPr>
            <p:spPr>
              <a:xfrm>
                <a:off x="6300240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" name="pg367">
                <a:extLst>
                  <a:ext uri="{FF2B5EF4-FFF2-40B4-BE49-F238E27FC236}">
                    <a16:creationId xmlns:a16="http://schemas.microsoft.com/office/drawing/2014/main" id="{192F1F9D-4B2F-86A1-7443-7117C85DF876}"/>
                  </a:ext>
                </a:extLst>
              </p:cNvPr>
              <p:cNvSpPr/>
              <p:nvPr/>
            </p:nvSpPr>
            <p:spPr>
              <a:xfrm>
                <a:off x="6311877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" name="pg368">
                <a:extLst>
                  <a:ext uri="{FF2B5EF4-FFF2-40B4-BE49-F238E27FC236}">
                    <a16:creationId xmlns:a16="http://schemas.microsoft.com/office/drawing/2014/main" id="{46248C1C-487F-7937-5FE6-FC8C2B70C9F6}"/>
                  </a:ext>
                </a:extLst>
              </p:cNvPr>
              <p:cNvSpPr/>
              <p:nvPr/>
            </p:nvSpPr>
            <p:spPr>
              <a:xfrm>
                <a:off x="6323514" y="27793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" name="pg369">
                <a:extLst>
                  <a:ext uri="{FF2B5EF4-FFF2-40B4-BE49-F238E27FC236}">
                    <a16:creationId xmlns:a16="http://schemas.microsoft.com/office/drawing/2014/main" id="{4162D38D-040D-68FD-1230-4416AB2C12AE}"/>
                  </a:ext>
                </a:extLst>
              </p:cNvPr>
              <p:cNvSpPr/>
              <p:nvPr/>
            </p:nvSpPr>
            <p:spPr>
              <a:xfrm>
                <a:off x="526451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" name="pg370">
                <a:extLst>
                  <a:ext uri="{FF2B5EF4-FFF2-40B4-BE49-F238E27FC236}">
                    <a16:creationId xmlns:a16="http://schemas.microsoft.com/office/drawing/2014/main" id="{93DF528E-46B4-7DF9-F600-C08BACF87B34}"/>
                  </a:ext>
                </a:extLst>
              </p:cNvPr>
              <p:cNvSpPr/>
              <p:nvPr/>
            </p:nvSpPr>
            <p:spPr>
              <a:xfrm>
                <a:off x="527615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" name="pg371">
                <a:extLst>
                  <a:ext uri="{FF2B5EF4-FFF2-40B4-BE49-F238E27FC236}">
                    <a16:creationId xmlns:a16="http://schemas.microsoft.com/office/drawing/2014/main" id="{62B50714-9E9A-5881-1E85-DCDF869F8F63}"/>
                  </a:ext>
                </a:extLst>
              </p:cNvPr>
              <p:cNvSpPr/>
              <p:nvPr/>
            </p:nvSpPr>
            <p:spPr>
              <a:xfrm>
                <a:off x="528779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" name="pg372">
                <a:extLst>
                  <a:ext uri="{FF2B5EF4-FFF2-40B4-BE49-F238E27FC236}">
                    <a16:creationId xmlns:a16="http://schemas.microsoft.com/office/drawing/2014/main" id="{4A29F845-CDEA-4026-9BCA-F5F30D9E3A19}"/>
                  </a:ext>
                </a:extLst>
              </p:cNvPr>
              <p:cNvSpPr/>
              <p:nvPr/>
            </p:nvSpPr>
            <p:spPr>
              <a:xfrm>
                <a:off x="529942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" name="pg373">
                <a:extLst>
                  <a:ext uri="{FF2B5EF4-FFF2-40B4-BE49-F238E27FC236}">
                    <a16:creationId xmlns:a16="http://schemas.microsoft.com/office/drawing/2014/main" id="{98DC47A8-AFE6-EC05-3298-929646EED724}"/>
                  </a:ext>
                </a:extLst>
              </p:cNvPr>
              <p:cNvSpPr/>
              <p:nvPr/>
            </p:nvSpPr>
            <p:spPr>
              <a:xfrm>
                <a:off x="531106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" name="pg374">
                <a:extLst>
                  <a:ext uri="{FF2B5EF4-FFF2-40B4-BE49-F238E27FC236}">
                    <a16:creationId xmlns:a16="http://schemas.microsoft.com/office/drawing/2014/main" id="{D63A9B59-EB16-281C-3B2D-CF97B9090AC5}"/>
                  </a:ext>
                </a:extLst>
              </p:cNvPr>
              <p:cNvSpPr/>
              <p:nvPr/>
            </p:nvSpPr>
            <p:spPr>
              <a:xfrm>
                <a:off x="532270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" name="pg375">
                <a:extLst>
                  <a:ext uri="{FF2B5EF4-FFF2-40B4-BE49-F238E27FC236}">
                    <a16:creationId xmlns:a16="http://schemas.microsoft.com/office/drawing/2014/main" id="{F02A3A4C-D9B8-53CA-D8C0-29EF7484E44B}"/>
                  </a:ext>
                </a:extLst>
              </p:cNvPr>
              <p:cNvSpPr/>
              <p:nvPr/>
            </p:nvSpPr>
            <p:spPr>
              <a:xfrm>
                <a:off x="5334341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" name="pg376">
                <a:extLst>
                  <a:ext uri="{FF2B5EF4-FFF2-40B4-BE49-F238E27FC236}">
                    <a16:creationId xmlns:a16="http://schemas.microsoft.com/office/drawing/2014/main" id="{56A5EAAF-69B4-D812-7569-17DD9A042E02}"/>
                  </a:ext>
                </a:extLst>
              </p:cNvPr>
              <p:cNvSpPr/>
              <p:nvPr/>
            </p:nvSpPr>
            <p:spPr>
              <a:xfrm>
                <a:off x="534597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CA7">
                  <a:alpha val="100000"/>
                </a:srgbClr>
              </a:solidFill>
              <a:ln w="5420" cap="flat">
                <a:solidFill>
                  <a:srgbClr val="38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" name="pg377">
                <a:extLst>
                  <a:ext uri="{FF2B5EF4-FFF2-40B4-BE49-F238E27FC236}">
                    <a16:creationId xmlns:a16="http://schemas.microsoft.com/office/drawing/2014/main" id="{01CEDD94-F0A4-E6CF-1717-EB2446D3E1B2}"/>
                  </a:ext>
                </a:extLst>
              </p:cNvPr>
              <p:cNvSpPr/>
              <p:nvPr/>
            </p:nvSpPr>
            <p:spPr>
              <a:xfrm>
                <a:off x="535761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CA7">
                  <a:alpha val="100000"/>
                </a:srgbClr>
              </a:solidFill>
              <a:ln w="5420" cap="flat">
                <a:solidFill>
                  <a:srgbClr val="38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" name="pg378">
                <a:extLst>
                  <a:ext uri="{FF2B5EF4-FFF2-40B4-BE49-F238E27FC236}">
                    <a16:creationId xmlns:a16="http://schemas.microsoft.com/office/drawing/2014/main" id="{FD36283B-BB92-5B52-F391-1056415F402A}"/>
                  </a:ext>
                </a:extLst>
              </p:cNvPr>
              <p:cNvSpPr/>
              <p:nvPr/>
            </p:nvSpPr>
            <p:spPr>
              <a:xfrm>
                <a:off x="6067493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" name="pg379">
                <a:extLst>
                  <a:ext uri="{FF2B5EF4-FFF2-40B4-BE49-F238E27FC236}">
                    <a16:creationId xmlns:a16="http://schemas.microsoft.com/office/drawing/2014/main" id="{335108B0-4F8B-36FD-7255-08DCED327C23}"/>
                  </a:ext>
                </a:extLst>
              </p:cNvPr>
              <p:cNvSpPr/>
              <p:nvPr/>
            </p:nvSpPr>
            <p:spPr>
              <a:xfrm>
                <a:off x="607913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8FA7">
                  <a:alpha val="100000"/>
                </a:srgbClr>
              </a:solidFill>
              <a:ln w="5420" cap="flat">
                <a:solidFill>
                  <a:srgbClr val="36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" name="pg380">
                <a:extLst>
                  <a:ext uri="{FF2B5EF4-FFF2-40B4-BE49-F238E27FC236}">
                    <a16:creationId xmlns:a16="http://schemas.microsoft.com/office/drawing/2014/main" id="{4440DF44-7FAF-511D-4124-BA0B87E75377}"/>
                  </a:ext>
                </a:extLst>
              </p:cNvPr>
              <p:cNvSpPr/>
              <p:nvPr/>
            </p:nvSpPr>
            <p:spPr>
              <a:xfrm>
                <a:off x="609076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" name="pg381">
                <a:extLst>
                  <a:ext uri="{FF2B5EF4-FFF2-40B4-BE49-F238E27FC236}">
                    <a16:creationId xmlns:a16="http://schemas.microsoft.com/office/drawing/2014/main" id="{B286F533-B7DE-7A01-C0CA-2C3AEC16BAA3}"/>
                  </a:ext>
                </a:extLst>
              </p:cNvPr>
              <p:cNvSpPr/>
              <p:nvPr/>
            </p:nvSpPr>
            <p:spPr>
              <a:xfrm>
                <a:off x="610240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" name="pg382">
                <a:extLst>
                  <a:ext uri="{FF2B5EF4-FFF2-40B4-BE49-F238E27FC236}">
                    <a16:creationId xmlns:a16="http://schemas.microsoft.com/office/drawing/2014/main" id="{2F76358D-A06E-EBCF-06A3-6797FC7B030E}"/>
                  </a:ext>
                </a:extLst>
              </p:cNvPr>
              <p:cNvSpPr/>
              <p:nvPr/>
            </p:nvSpPr>
            <p:spPr>
              <a:xfrm>
                <a:off x="611404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" name="pg383">
                <a:extLst>
                  <a:ext uri="{FF2B5EF4-FFF2-40B4-BE49-F238E27FC236}">
                    <a16:creationId xmlns:a16="http://schemas.microsoft.com/office/drawing/2014/main" id="{EE7CD153-5F91-9355-AA86-B5D4E7CE0C6E}"/>
                  </a:ext>
                </a:extLst>
              </p:cNvPr>
              <p:cNvSpPr/>
              <p:nvPr/>
            </p:nvSpPr>
            <p:spPr>
              <a:xfrm>
                <a:off x="612568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" name="pg384">
                <a:extLst>
                  <a:ext uri="{FF2B5EF4-FFF2-40B4-BE49-F238E27FC236}">
                    <a16:creationId xmlns:a16="http://schemas.microsoft.com/office/drawing/2014/main" id="{F2DAB1E3-88FA-0793-6435-704BB8CF361D}"/>
                  </a:ext>
                </a:extLst>
              </p:cNvPr>
              <p:cNvSpPr/>
              <p:nvPr/>
            </p:nvSpPr>
            <p:spPr>
              <a:xfrm>
                <a:off x="613731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" name="pg385">
                <a:extLst>
                  <a:ext uri="{FF2B5EF4-FFF2-40B4-BE49-F238E27FC236}">
                    <a16:creationId xmlns:a16="http://schemas.microsoft.com/office/drawing/2014/main" id="{1625DD6D-EB46-30D8-B898-81D720C5B19D}"/>
                  </a:ext>
                </a:extLst>
              </p:cNvPr>
              <p:cNvSpPr/>
              <p:nvPr/>
            </p:nvSpPr>
            <p:spPr>
              <a:xfrm>
                <a:off x="614895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" name="pg386">
                <a:extLst>
                  <a:ext uri="{FF2B5EF4-FFF2-40B4-BE49-F238E27FC236}">
                    <a16:creationId xmlns:a16="http://schemas.microsoft.com/office/drawing/2014/main" id="{0E430265-4A94-50B9-1DDB-48311C21F049}"/>
                  </a:ext>
                </a:extLst>
              </p:cNvPr>
              <p:cNvSpPr/>
              <p:nvPr/>
            </p:nvSpPr>
            <p:spPr>
              <a:xfrm>
                <a:off x="616059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" name="pg387">
                <a:extLst>
                  <a:ext uri="{FF2B5EF4-FFF2-40B4-BE49-F238E27FC236}">
                    <a16:creationId xmlns:a16="http://schemas.microsoft.com/office/drawing/2014/main" id="{D25EB8DB-5463-EE53-6730-580B014237C4}"/>
                  </a:ext>
                </a:extLst>
              </p:cNvPr>
              <p:cNvSpPr/>
              <p:nvPr/>
            </p:nvSpPr>
            <p:spPr>
              <a:xfrm>
                <a:off x="6172229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" name="pg388">
                <a:extLst>
                  <a:ext uri="{FF2B5EF4-FFF2-40B4-BE49-F238E27FC236}">
                    <a16:creationId xmlns:a16="http://schemas.microsoft.com/office/drawing/2014/main" id="{17F798EF-1C45-7E1A-EBC7-CA92249D9120}"/>
                  </a:ext>
                </a:extLst>
              </p:cNvPr>
              <p:cNvSpPr/>
              <p:nvPr/>
            </p:nvSpPr>
            <p:spPr>
              <a:xfrm>
                <a:off x="618386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" name="pg389">
                <a:extLst>
                  <a:ext uri="{FF2B5EF4-FFF2-40B4-BE49-F238E27FC236}">
                    <a16:creationId xmlns:a16="http://schemas.microsoft.com/office/drawing/2014/main" id="{5559DC54-67A7-B69C-CD00-197701DDCDF6}"/>
                  </a:ext>
                </a:extLst>
              </p:cNvPr>
              <p:cNvSpPr/>
              <p:nvPr/>
            </p:nvSpPr>
            <p:spPr>
              <a:xfrm>
                <a:off x="619550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" name="pg390">
                <a:extLst>
                  <a:ext uri="{FF2B5EF4-FFF2-40B4-BE49-F238E27FC236}">
                    <a16:creationId xmlns:a16="http://schemas.microsoft.com/office/drawing/2014/main" id="{62431927-DC8B-5DD1-7435-F2B58ED83E1C}"/>
                  </a:ext>
                </a:extLst>
              </p:cNvPr>
              <p:cNvSpPr/>
              <p:nvPr/>
            </p:nvSpPr>
            <p:spPr>
              <a:xfrm>
                <a:off x="6207141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" name="pg391">
                <a:extLst>
                  <a:ext uri="{FF2B5EF4-FFF2-40B4-BE49-F238E27FC236}">
                    <a16:creationId xmlns:a16="http://schemas.microsoft.com/office/drawing/2014/main" id="{2F7BD922-07A3-0D37-5D70-81F67FD9ECFA}"/>
                  </a:ext>
                </a:extLst>
              </p:cNvPr>
              <p:cNvSpPr/>
              <p:nvPr/>
            </p:nvSpPr>
            <p:spPr>
              <a:xfrm>
                <a:off x="621877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" name="pg392">
                <a:extLst>
                  <a:ext uri="{FF2B5EF4-FFF2-40B4-BE49-F238E27FC236}">
                    <a16:creationId xmlns:a16="http://schemas.microsoft.com/office/drawing/2014/main" id="{EA7414E7-9C0C-8782-DC34-77C8DDBA14BA}"/>
                  </a:ext>
                </a:extLst>
              </p:cNvPr>
              <p:cNvSpPr/>
              <p:nvPr/>
            </p:nvSpPr>
            <p:spPr>
              <a:xfrm>
                <a:off x="6230416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" name="pg393">
                <a:extLst>
                  <a:ext uri="{FF2B5EF4-FFF2-40B4-BE49-F238E27FC236}">
                    <a16:creationId xmlns:a16="http://schemas.microsoft.com/office/drawing/2014/main" id="{19F02325-D5CC-E321-DAA0-46CC9D065048}"/>
                  </a:ext>
                </a:extLst>
              </p:cNvPr>
              <p:cNvSpPr/>
              <p:nvPr/>
            </p:nvSpPr>
            <p:spPr>
              <a:xfrm>
                <a:off x="6242053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" name="pg394">
                <a:extLst>
                  <a:ext uri="{FF2B5EF4-FFF2-40B4-BE49-F238E27FC236}">
                    <a16:creationId xmlns:a16="http://schemas.microsoft.com/office/drawing/2014/main" id="{AD8F455C-9F64-5288-B7BC-9B7082F1AC6D}"/>
                  </a:ext>
                </a:extLst>
              </p:cNvPr>
              <p:cNvSpPr/>
              <p:nvPr/>
            </p:nvSpPr>
            <p:spPr>
              <a:xfrm>
                <a:off x="625369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" name="pg395">
                <a:extLst>
                  <a:ext uri="{FF2B5EF4-FFF2-40B4-BE49-F238E27FC236}">
                    <a16:creationId xmlns:a16="http://schemas.microsoft.com/office/drawing/2014/main" id="{DF4FE553-585E-7295-DDB7-6450A728BDB5}"/>
                  </a:ext>
                </a:extLst>
              </p:cNvPr>
              <p:cNvSpPr/>
              <p:nvPr/>
            </p:nvSpPr>
            <p:spPr>
              <a:xfrm>
                <a:off x="6265328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" name="pg396">
                <a:extLst>
                  <a:ext uri="{FF2B5EF4-FFF2-40B4-BE49-F238E27FC236}">
                    <a16:creationId xmlns:a16="http://schemas.microsoft.com/office/drawing/2014/main" id="{8B933F7D-A70D-A1D6-94CE-18497493FB0B}"/>
                  </a:ext>
                </a:extLst>
              </p:cNvPr>
              <p:cNvSpPr/>
              <p:nvPr/>
            </p:nvSpPr>
            <p:spPr>
              <a:xfrm>
                <a:off x="6276965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" name="pg397">
                <a:extLst>
                  <a:ext uri="{FF2B5EF4-FFF2-40B4-BE49-F238E27FC236}">
                    <a16:creationId xmlns:a16="http://schemas.microsoft.com/office/drawing/2014/main" id="{24CB8F1A-C244-2495-55C7-9ABD39B37D69}"/>
                  </a:ext>
                </a:extLst>
              </p:cNvPr>
              <p:cNvSpPr/>
              <p:nvPr/>
            </p:nvSpPr>
            <p:spPr>
              <a:xfrm>
                <a:off x="628860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8" name="pg398">
                <a:extLst>
                  <a:ext uri="{FF2B5EF4-FFF2-40B4-BE49-F238E27FC236}">
                    <a16:creationId xmlns:a16="http://schemas.microsoft.com/office/drawing/2014/main" id="{9190680F-08EB-CFB1-769C-34C475D383B8}"/>
                  </a:ext>
                </a:extLst>
              </p:cNvPr>
              <p:cNvSpPr/>
              <p:nvPr/>
            </p:nvSpPr>
            <p:spPr>
              <a:xfrm>
                <a:off x="6300240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" name="pg399">
                <a:extLst>
                  <a:ext uri="{FF2B5EF4-FFF2-40B4-BE49-F238E27FC236}">
                    <a16:creationId xmlns:a16="http://schemas.microsoft.com/office/drawing/2014/main" id="{4803A92C-B9A7-89C2-CE3E-EC41A0C72C1A}"/>
                  </a:ext>
                </a:extLst>
              </p:cNvPr>
              <p:cNvSpPr/>
              <p:nvPr/>
            </p:nvSpPr>
            <p:spPr>
              <a:xfrm>
                <a:off x="6311877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" name="pg400">
                <a:extLst>
                  <a:ext uri="{FF2B5EF4-FFF2-40B4-BE49-F238E27FC236}">
                    <a16:creationId xmlns:a16="http://schemas.microsoft.com/office/drawing/2014/main" id="{7BED05F5-D72C-97FE-2D54-F8D25A06A90C}"/>
                  </a:ext>
                </a:extLst>
              </p:cNvPr>
              <p:cNvSpPr/>
              <p:nvPr/>
            </p:nvSpPr>
            <p:spPr>
              <a:xfrm>
                <a:off x="6323514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1" name="pg401">
                <a:extLst>
                  <a:ext uri="{FF2B5EF4-FFF2-40B4-BE49-F238E27FC236}">
                    <a16:creationId xmlns:a16="http://schemas.microsoft.com/office/drawing/2014/main" id="{D0CD3192-B1A8-B2DB-B76E-02F49161707B}"/>
                  </a:ext>
                </a:extLst>
              </p:cNvPr>
              <p:cNvSpPr/>
              <p:nvPr/>
            </p:nvSpPr>
            <p:spPr>
              <a:xfrm>
                <a:off x="6335152" y="27936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2" name="pg402">
                <a:extLst>
                  <a:ext uri="{FF2B5EF4-FFF2-40B4-BE49-F238E27FC236}">
                    <a16:creationId xmlns:a16="http://schemas.microsoft.com/office/drawing/2014/main" id="{309C57FA-5A93-C151-8D3C-6F0A51EA34CD}"/>
                  </a:ext>
                </a:extLst>
              </p:cNvPr>
              <p:cNvSpPr/>
              <p:nvPr/>
            </p:nvSpPr>
            <p:spPr>
              <a:xfrm>
                <a:off x="526451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" name="pg403">
                <a:extLst>
                  <a:ext uri="{FF2B5EF4-FFF2-40B4-BE49-F238E27FC236}">
                    <a16:creationId xmlns:a16="http://schemas.microsoft.com/office/drawing/2014/main" id="{FB26E89D-9034-1660-99B7-0FA364C99B72}"/>
                  </a:ext>
                </a:extLst>
              </p:cNvPr>
              <p:cNvSpPr/>
              <p:nvPr/>
            </p:nvSpPr>
            <p:spPr>
              <a:xfrm>
                <a:off x="527615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" name="pg404">
                <a:extLst>
                  <a:ext uri="{FF2B5EF4-FFF2-40B4-BE49-F238E27FC236}">
                    <a16:creationId xmlns:a16="http://schemas.microsoft.com/office/drawing/2014/main" id="{8714F535-A421-F7BB-247A-74EDE577FF2E}"/>
                  </a:ext>
                </a:extLst>
              </p:cNvPr>
              <p:cNvSpPr/>
              <p:nvPr/>
            </p:nvSpPr>
            <p:spPr>
              <a:xfrm>
                <a:off x="528779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5" name="pg405">
                <a:extLst>
                  <a:ext uri="{FF2B5EF4-FFF2-40B4-BE49-F238E27FC236}">
                    <a16:creationId xmlns:a16="http://schemas.microsoft.com/office/drawing/2014/main" id="{6F372A44-7DAF-B93E-E0D5-CD03EEBDB42A}"/>
                  </a:ext>
                </a:extLst>
              </p:cNvPr>
              <p:cNvSpPr/>
              <p:nvPr/>
            </p:nvSpPr>
            <p:spPr>
              <a:xfrm>
                <a:off x="5299429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" name="pg406">
                <a:extLst>
                  <a:ext uri="{FF2B5EF4-FFF2-40B4-BE49-F238E27FC236}">
                    <a16:creationId xmlns:a16="http://schemas.microsoft.com/office/drawing/2014/main" id="{8A88135B-730D-D9C3-5466-34EC13B2A0C1}"/>
                  </a:ext>
                </a:extLst>
              </p:cNvPr>
              <p:cNvSpPr/>
              <p:nvPr/>
            </p:nvSpPr>
            <p:spPr>
              <a:xfrm>
                <a:off x="531106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" name="pg407">
                <a:extLst>
                  <a:ext uri="{FF2B5EF4-FFF2-40B4-BE49-F238E27FC236}">
                    <a16:creationId xmlns:a16="http://schemas.microsoft.com/office/drawing/2014/main" id="{C8BF14F7-99C0-8F48-A46B-8B9A1D271163}"/>
                  </a:ext>
                </a:extLst>
              </p:cNvPr>
              <p:cNvSpPr/>
              <p:nvPr/>
            </p:nvSpPr>
            <p:spPr>
              <a:xfrm>
                <a:off x="532270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" name="pg408">
                <a:extLst>
                  <a:ext uri="{FF2B5EF4-FFF2-40B4-BE49-F238E27FC236}">
                    <a16:creationId xmlns:a16="http://schemas.microsoft.com/office/drawing/2014/main" id="{95884DB8-ACA8-9932-3C03-BD092772C29C}"/>
                  </a:ext>
                </a:extLst>
              </p:cNvPr>
              <p:cNvSpPr/>
              <p:nvPr/>
            </p:nvSpPr>
            <p:spPr>
              <a:xfrm>
                <a:off x="6055856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" name="pg409">
                <a:extLst>
                  <a:ext uri="{FF2B5EF4-FFF2-40B4-BE49-F238E27FC236}">
                    <a16:creationId xmlns:a16="http://schemas.microsoft.com/office/drawing/2014/main" id="{65805288-B812-7240-A533-F1477B29E051}"/>
                  </a:ext>
                </a:extLst>
              </p:cNvPr>
              <p:cNvSpPr/>
              <p:nvPr/>
            </p:nvSpPr>
            <p:spPr>
              <a:xfrm>
                <a:off x="6067493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" name="pg410">
                <a:extLst>
                  <a:ext uri="{FF2B5EF4-FFF2-40B4-BE49-F238E27FC236}">
                    <a16:creationId xmlns:a16="http://schemas.microsoft.com/office/drawing/2014/main" id="{56D45155-3AD2-665D-E339-CC5E553BE671}"/>
                  </a:ext>
                </a:extLst>
              </p:cNvPr>
              <p:cNvSpPr/>
              <p:nvPr/>
            </p:nvSpPr>
            <p:spPr>
              <a:xfrm>
                <a:off x="607913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" name="pg411">
                <a:extLst>
                  <a:ext uri="{FF2B5EF4-FFF2-40B4-BE49-F238E27FC236}">
                    <a16:creationId xmlns:a16="http://schemas.microsoft.com/office/drawing/2014/main" id="{8923EBC2-721F-EADA-D9CE-1281739112A3}"/>
                  </a:ext>
                </a:extLst>
              </p:cNvPr>
              <p:cNvSpPr/>
              <p:nvPr/>
            </p:nvSpPr>
            <p:spPr>
              <a:xfrm>
                <a:off x="6090768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" name="pg412">
                <a:extLst>
                  <a:ext uri="{FF2B5EF4-FFF2-40B4-BE49-F238E27FC236}">
                    <a16:creationId xmlns:a16="http://schemas.microsoft.com/office/drawing/2014/main" id="{98AB4B3D-0F42-EF64-FE8F-49131D7F1E21}"/>
                  </a:ext>
                </a:extLst>
              </p:cNvPr>
              <p:cNvSpPr/>
              <p:nvPr/>
            </p:nvSpPr>
            <p:spPr>
              <a:xfrm>
                <a:off x="610240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" name="pg413">
                <a:extLst>
                  <a:ext uri="{FF2B5EF4-FFF2-40B4-BE49-F238E27FC236}">
                    <a16:creationId xmlns:a16="http://schemas.microsoft.com/office/drawing/2014/main" id="{E3F051C1-0A09-07F8-5F17-B2E8D8359C9B}"/>
                  </a:ext>
                </a:extLst>
              </p:cNvPr>
              <p:cNvSpPr/>
              <p:nvPr/>
            </p:nvSpPr>
            <p:spPr>
              <a:xfrm>
                <a:off x="611404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" name="pg414">
                <a:extLst>
                  <a:ext uri="{FF2B5EF4-FFF2-40B4-BE49-F238E27FC236}">
                    <a16:creationId xmlns:a16="http://schemas.microsoft.com/office/drawing/2014/main" id="{9F317EC2-B311-C658-48B3-BB606DED4818}"/>
                  </a:ext>
                </a:extLst>
              </p:cNvPr>
              <p:cNvSpPr/>
              <p:nvPr/>
            </p:nvSpPr>
            <p:spPr>
              <a:xfrm>
                <a:off x="612568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" name="pg415">
                <a:extLst>
                  <a:ext uri="{FF2B5EF4-FFF2-40B4-BE49-F238E27FC236}">
                    <a16:creationId xmlns:a16="http://schemas.microsoft.com/office/drawing/2014/main" id="{B32B454E-366E-C081-9BEA-E662D65DA39E}"/>
                  </a:ext>
                </a:extLst>
              </p:cNvPr>
              <p:cNvSpPr/>
              <p:nvPr/>
            </p:nvSpPr>
            <p:spPr>
              <a:xfrm>
                <a:off x="613731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" name="pg416">
                <a:extLst>
                  <a:ext uri="{FF2B5EF4-FFF2-40B4-BE49-F238E27FC236}">
                    <a16:creationId xmlns:a16="http://schemas.microsoft.com/office/drawing/2014/main" id="{41929888-08A6-F97E-E11C-7AEC4D32B6A3}"/>
                  </a:ext>
                </a:extLst>
              </p:cNvPr>
              <p:cNvSpPr/>
              <p:nvPr/>
            </p:nvSpPr>
            <p:spPr>
              <a:xfrm>
                <a:off x="614895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" name="pg417">
                <a:extLst>
                  <a:ext uri="{FF2B5EF4-FFF2-40B4-BE49-F238E27FC236}">
                    <a16:creationId xmlns:a16="http://schemas.microsoft.com/office/drawing/2014/main" id="{FF4AE833-136B-FA3A-9F33-8951D69D3972}"/>
                  </a:ext>
                </a:extLst>
              </p:cNvPr>
              <p:cNvSpPr/>
              <p:nvPr/>
            </p:nvSpPr>
            <p:spPr>
              <a:xfrm>
                <a:off x="616059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" name="pg418">
                <a:extLst>
                  <a:ext uri="{FF2B5EF4-FFF2-40B4-BE49-F238E27FC236}">
                    <a16:creationId xmlns:a16="http://schemas.microsoft.com/office/drawing/2014/main" id="{7F473A16-EB32-6594-B7F7-2E1B217AD27F}"/>
                  </a:ext>
                </a:extLst>
              </p:cNvPr>
              <p:cNvSpPr/>
              <p:nvPr/>
            </p:nvSpPr>
            <p:spPr>
              <a:xfrm>
                <a:off x="6172229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" name="pg419">
                <a:extLst>
                  <a:ext uri="{FF2B5EF4-FFF2-40B4-BE49-F238E27FC236}">
                    <a16:creationId xmlns:a16="http://schemas.microsoft.com/office/drawing/2014/main" id="{E3D345F7-F044-1A6C-7510-4FB690284726}"/>
                  </a:ext>
                </a:extLst>
              </p:cNvPr>
              <p:cNvSpPr/>
              <p:nvPr/>
            </p:nvSpPr>
            <p:spPr>
              <a:xfrm>
                <a:off x="6230416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" name="pg420">
                <a:extLst>
                  <a:ext uri="{FF2B5EF4-FFF2-40B4-BE49-F238E27FC236}">
                    <a16:creationId xmlns:a16="http://schemas.microsoft.com/office/drawing/2014/main" id="{B732A1A0-3CD9-529A-9731-8C235192FAFA}"/>
                  </a:ext>
                </a:extLst>
              </p:cNvPr>
              <p:cNvSpPr/>
              <p:nvPr/>
            </p:nvSpPr>
            <p:spPr>
              <a:xfrm>
                <a:off x="6242053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" name="pg421">
                <a:extLst>
                  <a:ext uri="{FF2B5EF4-FFF2-40B4-BE49-F238E27FC236}">
                    <a16:creationId xmlns:a16="http://schemas.microsoft.com/office/drawing/2014/main" id="{9309747B-36EA-F2AC-C908-87DE7B55892A}"/>
                  </a:ext>
                </a:extLst>
              </p:cNvPr>
              <p:cNvSpPr/>
              <p:nvPr/>
            </p:nvSpPr>
            <p:spPr>
              <a:xfrm>
                <a:off x="625369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" name="pg422">
                <a:extLst>
                  <a:ext uri="{FF2B5EF4-FFF2-40B4-BE49-F238E27FC236}">
                    <a16:creationId xmlns:a16="http://schemas.microsoft.com/office/drawing/2014/main" id="{D614E6BA-B953-0332-0451-E45646DB12A7}"/>
                  </a:ext>
                </a:extLst>
              </p:cNvPr>
              <p:cNvSpPr/>
              <p:nvPr/>
            </p:nvSpPr>
            <p:spPr>
              <a:xfrm>
                <a:off x="6265328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" name="pg423">
                <a:extLst>
                  <a:ext uri="{FF2B5EF4-FFF2-40B4-BE49-F238E27FC236}">
                    <a16:creationId xmlns:a16="http://schemas.microsoft.com/office/drawing/2014/main" id="{09928124-238A-FDEA-90B3-788180F07603}"/>
                  </a:ext>
                </a:extLst>
              </p:cNvPr>
              <p:cNvSpPr/>
              <p:nvPr/>
            </p:nvSpPr>
            <p:spPr>
              <a:xfrm>
                <a:off x="6276965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" name="pg424">
                <a:extLst>
                  <a:ext uri="{FF2B5EF4-FFF2-40B4-BE49-F238E27FC236}">
                    <a16:creationId xmlns:a16="http://schemas.microsoft.com/office/drawing/2014/main" id="{6400B933-96CD-F62D-6A19-89C527DBA314}"/>
                  </a:ext>
                </a:extLst>
              </p:cNvPr>
              <p:cNvSpPr/>
              <p:nvPr/>
            </p:nvSpPr>
            <p:spPr>
              <a:xfrm>
                <a:off x="6288602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" name="pg425">
                <a:extLst>
                  <a:ext uri="{FF2B5EF4-FFF2-40B4-BE49-F238E27FC236}">
                    <a16:creationId xmlns:a16="http://schemas.microsoft.com/office/drawing/2014/main" id="{19D5C33C-233F-ADD0-2626-09B8DC0C2AC6}"/>
                  </a:ext>
                </a:extLst>
              </p:cNvPr>
              <p:cNvSpPr/>
              <p:nvPr/>
            </p:nvSpPr>
            <p:spPr>
              <a:xfrm>
                <a:off x="6300240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" name="pg426">
                <a:extLst>
                  <a:ext uri="{FF2B5EF4-FFF2-40B4-BE49-F238E27FC236}">
                    <a16:creationId xmlns:a16="http://schemas.microsoft.com/office/drawing/2014/main" id="{C144EA07-7C32-4295-2109-3E00653874A9}"/>
                  </a:ext>
                </a:extLst>
              </p:cNvPr>
              <p:cNvSpPr/>
              <p:nvPr/>
            </p:nvSpPr>
            <p:spPr>
              <a:xfrm>
                <a:off x="6311877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" name="pg427">
                <a:extLst>
                  <a:ext uri="{FF2B5EF4-FFF2-40B4-BE49-F238E27FC236}">
                    <a16:creationId xmlns:a16="http://schemas.microsoft.com/office/drawing/2014/main" id="{2706E700-71CD-0AB3-7C10-EA6B6F4DCD15}"/>
                  </a:ext>
                </a:extLst>
              </p:cNvPr>
              <p:cNvSpPr/>
              <p:nvPr/>
            </p:nvSpPr>
            <p:spPr>
              <a:xfrm>
                <a:off x="6323514" y="28079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" name="pg428">
                <a:extLst>
                  <a:ext uri="{FF2B5EF4-FFF2-40B4-BE49-F238E27FC236}">
                    <a16:creationId xmlns:a16="http://schemas.microsoft.com/office/drawing/2014/main" id="{36DAD87C-880D-D5E4-5443-7C5D14FB8BC9}"/>
                  </a:ext>
                </a:extLst>
              </p:cNvPr>
              <p:cNvSpPr/>
              <p:nvPr/>
            </p:nvSpPr>
            <p:spPr>
              <a:xfrm>
                <a:off x="5264517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" name="pg429">
                <a:extLst>
                  <a:ext uri="{FF2B5EF4-FFF2-40B4-BE49-F238E27FC236}">
                    <a16:creationId xmlns:a16="http://schemas.microsoft.com/office/drawing/2014/main" id="{AEBE79A7-E8BF-801B-386C-F2E6F28531BA}"/>
                  </a:ext>
                </a:extLst>
              </p:cNvPr>
              <p:cNvSpPr/>
              <p:nvPr/>
            </p:nvSpPr>
            <p:spPr>
              <a:xfrm>
                <a:off x="527615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" name="pg430">
                <a:extLst>
                  <a:ext uri="{FF2B5EF4-FFF2-40B4-BE49-F238E27FC236}">
                    <a16:creationId xmlns:a16="http://schemas.microsoft.com/office/drawing/2014/main" id="{97B4DF31-2EBC-F79D-9A62-6213490DE025}"/>
                  </a:ext>
                </a:extLst>
              </p:cNvPr>
              <p:cNvSpPr/>
              <p:nvPr/>
            </p:nvSpPr>
            <p:spPr>
              <a:xfrm>
                <a:off x="528779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" name="pg431">
                <a:extLst>
                  <a:ext uri="{FF2B5EF4-FFF2-40B4-BE49-F238E27FC236}">
                    <a16:creationId xmlns:a16="http://schemas.microsoft.com/office/drawing/2014/main" id="{83768A1D-C040-9867-EC09-ED569B151131}"/>
                  </a:ext>
                </a:extLst>
              </p:cNvPr>
              <p:cNvSpPr/>
              <p:nvPr/>
            </p:nvSpPr>
            <p:spPr>
              <a:xfrm>
                <a:off x="5299429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" name="pg432">
                <a:extLst>
                  <a:ext uri="{FF2B5EF4-FFF2-40B4-BE49-F238E27FC236}">
                    <a16:creationId xmlns:a16="http://schemas.microsoft.com/office/drawing/2014/main" id="{632F5F90-BF5E-473D-10BB-2CF87EB19E4A}"/>
                  </a:ext>
                </a:extLst>
              </p:cNvPr>
              <p:cNvSpPr/>
              <p:nvPr/>
            </p:nvSpPr>
            <p:spPr>
              <a:xfrm>
                <a:off x="600930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" name="pg433">
                <a:extLst>
                  <a:ext uri="{FF2B5EF4-FFF2-40B4-BE49-F238E27FC236}">
                    <a16:creationId xmlns:a16="http://schemas.microsoft.com/office/drawing/2014/main" id="{72EA5694-2973-A962-5230-5A2F7F9C6D43}"/>
                  </a:ext>
                </a:extLst>
              </p:cNvPr>
              <p:cNvSpPr/>
              <p:nvPr/>
            </p:nvSpPr>
            <p:spPr>
              <a:xfrm>
                <a:off x="6020944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" name="pg434">
                <a:extLst>
                  <a:ext uri="{FF2B5EF4-FFF2-40B4-BE49-F238E27FC236}">
                    <a16:creationId xmlns:a16="http://schemas.microsoft.com/office/drawing/2014/main" id="{FC1ACA55-6B1F-7F98-7F02-826918E55147}"/>
                  </a:ext>
                </a:extLst>
              </p:cNvPr>
              <p:cNvSpPr/>
              <p:nvPr/>
            </p:nvSpPr>
            <p:spPr>
              <a:xfrm>
                <a:off x="6032581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" name="pg435">
                <a:extLst>
                  <a:ext uri="{FF2B5EF4-FFF2-40B4-BE49-F238E27FC236}">
                    <a16:creationId xmlns:a16="http://schemas.microsoft.com/office/drawing/2014/main" id="{5F08EB45-02E0-9609-01E9-0195A2569237}"/>
                  </a:ext>
                </a:extLst>
              </p:cNvPr>
              <p:cNvSpPr/>
              <p:nvPr/>
            </p:nvSpPr>
            <p:spPr>
              <a:xfrm>
                <a:off x="604421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" name="pg436">
                <a:extLst>
                  <a:ext uri="{FF2B5EF4-FFF2-40B4-BE49-F238E27FC236}">
                    <a16:creationId xmlns:a16="http://schemas.microsoft.com/office/drawing/2014/main" id="{216D4BE0-23C9-CA71-900C-FAAED289E8BF}"/>
                  </a:ext>
                </a:extLst>
              </p:cNvPr>
              <p:cNvSpPr/>
              <p:nvPr/>
            </p:nvSpPr>
            <p:spPr>
              <a:xfrm>
                <a:off x="605585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" name="pg437">
                <a:extLst>
                  <a:ext uri="{FF2B5EF4-FFF2-40B4-BE49-F238E27FC236}">
                    <a16:creationId xmlns:a16="http://schemas.microsoft.com/office/drawing/2014/main" id="{98D1269E-BFE0-30EB-6D63-BD2FF89EB67F}"/>
                  </a:ext>
                </a:extLst>
              </p:cNvPr>
              <p:cNvSpPr/>
              <p:nvPr/>
            </p:nvSpPr>
            <p:spPr>
              <a:xfrm>
                <a:off x="6067493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" name="pg438">
                <a:extLst>
                  <a:ext uri="{FF2B5EF4-FFF2-40B4-BE49-F238E27FC236}">
                    <a16:creationId xmlns:a16="http://schemas.microsoft.com/office/drawing/2014/main" id="{5CDDF62A-3D0A-6190-92D8-048A84DC018B}"/>
                  </a:ext>
                </a:extLst>
              </p:cNvPr>
              <p:cNvSpPr/>
              <p:nvPr/>
            </p:nvSpPr>
            <p:spPr>
              <a:xfrm>
                <a:off x="607913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" name="pg439">
                <a:extLst>
                  <a:ext uri="{FF2B5EF4-FFF2-40B4-BE49-F238E27FC236}">
                    <a16:creationId xmlns:a16="http://schemas.microsoft.com/office/drawing/2014/main" id="{DC0376C8-20CC-4B90-DBC4-C6DAD3B24329}"/>
                  </a:ext>
                </a:extLst>
              </p:cNvPr>
              <p:cNvSpPr/>
              <p:nvPr/>
            </p:nvSpPr>
            <p:spPr>
              <a:xfrm>
                <a:off x="609076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" name="pg440">
                <a:extLst>
                  <a:ext uri="{FF2B5EF4-FFF2-40B4-BE49-F238E27FC236}">
                    <a16:creationId xmlns:a16="http://schemas.microsoft.com/office/drawing/2014/main" id="{ED931E02-9900-1DAE-1F3B-D136B042C9CA}"/>
                  </a:ext>
                </a:extLst>
              </p:cNvPr>
              <p:cNvSpPr/>
              <p:nvPr/>
            </p:nvSpPr>
            <p:spPr>
              <a:xfrm>
                <a:off x="610240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" name="pg441">
                <a:extLst>
                  <a:ext uri="{FF2B5EF4-FFF2-40B4-BE49-F238E27FC236}">
                    <a16:creationId xmlns:a16="http://schemas.microsoft.com/office/drawing/2014/main" id="{4CA5B521-A34B-FD46-D689-25EBAED76FF4}"/>
                  </a:ext>
                </a:extLst>
              </p:cNvPr>
              <p:cNvSpPr/>
              <p:nvPr/>
            </p:nvSpPr>
            <p:spPr>
              <a:xfrm>
                <a:off x="611404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" name="pg442">
                <a:extLst>
                  <a:ext uri="{FF2B5EF4-FFF2-40B4-BE49-F238E27FC236}">
                    <a16:creationId xmlns:a16="http://schemas.microsoft.com/office/drawing/2014/main" id="{85E8BB3E-355E-F2AB-44DE-46513F75BBB9}"/>
                  </a:ext>
                </a:extLst>
              </p:cNvPr>
              <p:cNvSpPr/>
              <p:nvPr/>
            </p:nvSpPr>
            <p:spPr>
              <a:xfrm>
                <a:off x="6207141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" name="pg443">
                <a:extLst>
                  <a:ext uri="{FF2B5EF4-FFF2-40B4-BE49-F238E27FC236}">
                    <a16:creationId xmlns:a16="http://schemas.microsoft.com/office/drawing/2014/main" id="{A4F8BD80-D569-AF2F-DA5F-09E9934A09F6}"/>
                  </a:ext>
                </a:extLst>
              </p:cNvPr>
              <p:cNvSpPr/>
              <p:nvPr/>
            </p:nvSpPr>
            <p:spPr>
              <a:xfrm>
                <a:off x="621877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" name="pg444">
                <a:extLst>
                  <a:ext uri="{FF2B5EF4-FFF2-40B4-BE49-F238E27FC236}">
                    <a16:creationId xmlns:a16="http://schemas.microsoft.com/office/drawing/2014/main" id="{A5D0BF6C-980E-14CA-C03A-9E1BF7A1CCB1}"/>
                  </a:ext>
                </a:extLst>
              </p:cNvPr>
              <p:cNvSpPr/>
              <p:nvPr/>
            </p:nvSpPr>
            <p:spPr>
              <a:xfrm>
                <a:off x="6230416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" name="pg445">
                <a:extLst>
                  <a:ext uri="{FF2B5EF4-FFF2-40B4-BE49-F238E27FC236}">
                    <a16:creationId xmlns:a16="http://schemas.microsoft.com/office/drawing/2014/main" id="{EDC74D01-9D63-7842-395F-FF7256A64FF0}"/>
                  </a:ext>
                </a:extLst>
              </p:cNvPr>
              <p:cNvSpPr/>
              <p:nvPr/>
            </p:nvSpPr>
            <p:spPr>
              <a:xfrm>
                <a:off x="6242053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" name="pg446">
                <a:extLst>
                  <a:ext uri="{FF2B5EF4-FFF2-40B4-BE49-F238E27FC236}">
                    <a16:creationId xmlns:a16="http://schemas.microsoft.com/office/drawing/2014/main" id="{7845F2B4-C52C-543E-5987-DE151217CA42}"/>
                  </a:ext>
                </a:extLst>
              </p:cNvPr>
              <p:cNvSpPr/>
              <p:nvPr/>
            </p:nvSpPr>
            <p:spPr>
              <a:xfrm>
                <a:off x="625369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" name="pg447">
                <a:extLst>
                  <a:ext uri="{FF2B5EF4-FFF2-40B4-BE49-F238E27FC236}">
                    <a16:creationId xmlns:a16="http://schemas.microsoft.com/office/drawing/2014/main" id="{A21D9EBA-D450-3416-FFD1-D6BDA2754600}"/>
                  </a:ext>
                </a:extLst>
              </p:cNvPr>
              <p:cNvSpPr/>
              <p:nvPr/>
            </p:nvSpPr>
            <p:spPr>
              <a:xfrm>
                <a:off x="6265328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" name="pg448">
                <a:extLst>
                  <a:ext uri="{FF2B5EF4-FFF2-40B4-BE49-F238E27FC236}">
                    <a16:creationId xmlns:a16="http://schemas.microsoft.com/office/drawing/2014/main" id="{DB9D2E7E-1F8B-9FCC-3F50-E28FF1773CDF}"/>
                  </a:ext>
                </a:extLst>
              </p:cNvPr>
              <p:cNvSpPr/>
              <p:nvPr/>
            </p:nvSpPr>
            <p:spPr>
              <a:xfrm>
                <a:off x="6276965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" name="pg449">
                <a:extLst>
                  <a:ext uri="{FF2B5EF4-FFF2-40B4-BE49-F238E27FC236}">
                    <a16:creationId xmlns:a16="http://schemas.microsoft.com/office/drawing/2014/main" id="{23B82D57-7E4E-E34E-408A-B2D9238C204F}"/>
                  </a:ext>
                </a:extLst>
              </p:cNvPr>
              <p:cNvSpPr/>
              <p:nvPr/>
            </p:nvSpPr>
            <p:spPr>
              <a:xfrm>
                <a:off x="6288602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" name="pg450">
                <a:extLst>
                  <a:ext uri="{FF2B5EF4-FFF2-40B4-BE49-F238E27FC236}">
                    <a16:creationId xmlns:a16="http://schemas.microsoft.com/office/drawing/2014/main" id="{1F706C3F-E68D-C230-A772-5264F036AA83}"/>
                  </a:ext>
                </a:extLst>
              </p:cNvPr>
              <p:cNvSpPr/>
              <p:nvPr/>
            </p:nvSpPr>
            <p:spPr>
              <a:xfrm>
                <a:off x="6300240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" name="pg451">
                <a:extLst>
                  <a:ext uri="{FF2B5EF4-FFF2-40B4-BE49-F238E27FC236}">
                    <a16:creationId xmlns:a16="http://schemas.microsoft.com/office/drawing/2014/main" id="{182226CB-6CC7-946C-0D8F-6ECA62CC60B7}"/>
                  </a:ext>
                </a:extLst>
              </p:cNvPr>
              <p:cNvSpPr/>
              <p:nvPr/>
            </p:nvSpPr>
            <p:spPr>
              <a:xfrm>
                <a:off x="6311877" y="28222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7A9">
                  <a:alpha val="100000"/>
                </a:srgbClr>
              </a:solidFill>
              <a:ln w="5420" cap="flat">
                <a:solidFill>
                  <a:srgbClr val="35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" name="pg452">
                <a:extLst>
                  <a:ext uri="{FF2B5EF4-FFF2-40B4-BE49-F238E27FC236}">
                    <a16:creationId xmlns:a16="http://schemas.microsoft.com/office/drawing/2014/main" id="{B61D615B-58D8-3B1A-74D9-B90DCCF3CAD5}"/>
                  </a:ext>
                </a:extLst>
              </p:cNvPr>
              <p:cNvSpPr/>
              <p:nvPr/>
            </p:nvSpPr>
            <p:spPr>
              <a:xfrm>
                <a:off x="589293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" name="pg453">
                <a:extLst>
                  <a:ext uri="{FF2B5EF4-FFF2-40B4-BE49-F238E27FC236}">
                    <a16:creationId xmlns:a16="http://schemas.microsoft.com/office/drawing/2014/main" id="{5E23C4B4-24A5-3436-2188-085DA4AE93F0}"/>
                  </a:ext>
                </a:extLst>
              </p:cNvPr>
              <p:cNvSpPr/>
              <p:nvPr/>
            </p:nvSpPr>
            <p:spPr>
              <a:xfrm>
                <a:off x="590457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" name="pg454">
                <a:extLst>
                  <a:ext uri="{FF2B5EF4-FFF2-40B4-BE49-F238E27FC236}">
                    <a16:creationId xmlns:a16="http://schemas.microsoft.com/office/drawing/2014/main" id="{AB6F9291-EE16-2C51-F69D-947E9BCBCDD5}"/>
                  </a:ext>
                </a:extLst>
              </p:cNvPr>
              <p:cNvSpPr/>
              <p:nvPr/>
            </p:nvSpPr>
            <p:spPr>
              <a:xfrm>
                <a:off x="591620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" name="pg455">
                <a:extLst>
                  <a:ext uri="{FF2B5EF4-FFF2-40B4-BE49-F238E27FC236}">
                    <a16:creationId xmlns:a16="http://schemas.microsoft.com/office/drawing/2014/main" id="{46F6DAA8-6D69-DB26-1539-1CBB178F71A6}"/>
                  </a:ext>
                </a:extLst>
              </p:cNvPr>
              <p:cNvSpPr/>
              <p:nvPr/>
            </p:nvSpPr>
            <p:spPr>
              <a:xfrm>
                <a:off x="592784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" name="pg456">
                <a:extLst>
                  <a:ext uri="{FF2B5EF4-FFF2-40B4-BE49-F238E27FC236}">
                    <a16:creationId xmlns:a16="http://schemas.microsoft.com/office/drawing/2014/main" id="{C831CD77-C224-17FB-0430-F38633619E6C}"/>
                  </a:ext>
                </a:extLst>
              </p:cNvPr>
              <p:cNvSpPr/>
              <p:nvPr/>
            </p:nvSpPr>
            <p:spPr>
              <a:xfrm>
                <a:off x="593948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" name="pg457">
                <a:extLst>
                  <a:ext uri="{FF2B5EF4-FFF2-40B4-BE49-F238E27FC236}">
                    <a16:creationId xmlns:a16="http://schemas.microsoft.com/office/drawing/2014/main" id="{5112792F-4DDA-E3FA-8A54-030D5E32295F}"/>
                  </a:ext>
                </a:extLst>
              </p:cNvPr>
              <p:cNvSpPr/>
              <p:nvPr/>
            </p:nvSpPr>
            <p:spPr>
              <a:xfrm>
                <a:off x="595112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6">
                  <a:alpha val="100000"/>
                </a:srgbClr>
              </a:solidFill>
              <a:ln w="5420" cap="flat">
                <a:solidFill>
                  <a:srgbClr val="3986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" name="pg458">
                <a:extLst>
                  <a:ext uri="{FF2B5EF4-FFF2-40B4-BE49-F238E27FC236}">
                    <a16:creationId xmlns:a16="http://schemas.microsoft.com/office/drawing/2014/main" id="{694C6BEC-AD43-449C-A9DD-E08E9AAF9CD7}"/>
                  </a:ext>
                </a:extLst>
              </p:cNvPr>
              <p:cNvSpPr/>
              <p:nvPr/>
            </p:nvSpPr>
            <p:spPr>
              <a:xfrm>
                <a:off x="5962757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" name="pg459">
                <a:extLst>
                  <a:ext uri="{FF2B5EF4-FFF2-40B4-BE49-F238E27FC236}">
                    <a16:creationId xmlns:a16="http://schemas.microsoft.com/office/drawing/2014/main" id="{1274F9C5-719B-57B1-7B97-819EBE1F1B10}"/>
                  </a:ext>
                </a:extLst>
              </p:cNvPr>
              <p:cNvSpPr/>
              <p:nvPr/>
            </p:nvSpPr>
            <p:spPr>
              <a:xfrm>
                <a:off x="597439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" name="pg460">
                <a:extLst>
                  <a:ext uri="{FF2B5EF4-FFF2-40B4-BE49-F238E27FC236}">
                    <a16:creationId xmlns:a16="http://schemas.microsoft.com/office/drawing/2014/main" id="{5A931B54-E080-4D6E-916E-C407B2693AFE}"/>
                  </a:ext>
                </a:extLst>
              </p:cNvPr>
              <p:cNvSpPr/>
              <p:nvPr/>
            </p:nvSpPr>
            <p:spPr>
              <a:xfrm>
                <a:off x="598603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" name="pg461">
                <a:extLst>
                  <a:ext uri="{FF2B5EF4-FFF2-40B4-BE49-F238E27FC236}">
                    <a16:creationId xmlns:a16="http://schemas.microsoft.com/office/drawing/2014/main" id="{04D5280A-A6AC-A132-EBF1-BF4A5025B0D8}"/>
                  </a:ext>
                </a:extLst>
              </p:cNvPr>
              <p:cNvSpPr/>
              <p:nvPr/>
            </p:nvSpPr>
            <p:spPr>
              <a:xfrm>
                <a:off x="5997669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" name="pg462">
                <a:extLst>
                  <a:ext uri="{FF2B5EF4-FFF2-40B4-BE49-F238E27FC236}">
                    <a16:creationId xmlns:a16="http://schemas.microsoft.com/office/drawing/2014/main" id="{07ED52A7-8582-3316-3B47-C6CE03CE4893}"/>
                  </a:ext>
                </a:extLst>
              </p:cNvPr>
              <p:cNvSpPr/>
              <p:nvPr/>
            </p:nvSpPr>
            <p:spPr>
              <a:xfrm>
                <a:off x="600930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" name="pg463">
                <a:extLst>
                  <a:ext uri="{FF2B5EF4-FFF2-40B4-BE49-F238E27FC236}">
                    <a16:creationId xmlns:a16="http://schemas.microsoft.com/office/drawing/2014/main" id="{54359225-FCAD-E333-CC5F-3E7A0F918021}"/>
                  </a:ext>
                </a:extLst>
              </p:cNvPr>
              <p:cNvSpPr/>
              <p:nvPr/>
            </p:nvSpPr>
            <p:spPr>
              <a:xfrm>
                <a:off x="602094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" name="pg464">
                <a:extLst>
                  <a:ext uri="{FF2B5EF4-FFF2-40B4-BE49-F238E27FC236}">
                    <a16:creationId xmlns:a16="http://schemas.microsoft.com/office/drawing/2014/main" id="{39EEA534-F1DD-5D09-D54F-8915FF64AA5B}"/>
                  </a:ext>
                </a:extLst>
              </p:cNvPr>
              <p:cNvSpPr/>
              <p:nvPr/>
            </p:nvSpPr>
            <p:spPr>
              <a:xfrm>
                <a:off x="6032581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" name="pg465">
                <a:extLst>
                  <a:ext uri="{FF2B5EF4-FFF2-40B4-BE49-F238E27FC236}">
                    <a16:creationId xmlns:a16="http://schemas.microsoft.com/office/drawing/2014/main" id="{C8E3919C-E6D6-3AEB-CE3D-6E0A8F2DD781}"/>
                  </a:ext>
                </a:extLst>
              </p:cNvPr>
              <p:cNvSpPr/>
              <p:nvPr/>
            </p:nvSpPr>
            <p:spPr>
              <a:xfrm>
                <a:off x="604421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" name="pg466">
                <a:extLst>
                  <a:ext uri="{FF2B5EF4-FFF2-40B4-BE49-F238E27FC236}">
                    <a16:creationId xmlns:a16="http://schemas.microsoft.com/office/drawing/2014/main" id="{6DB4CEA1-A89B-29C5-E5FB-B0BE3AE5319A}"/>
                  </a:ext>
                </a:extLst>
              </p:cNvPr>
              <p:cNvSpPr/>
              <p:nvPr/>
            </p:nvSpPr>
            <p:spPr>
              <a:xfrm>
                <a:off x="605585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" name="pg467">
                <a:extLst>
                  <a:ext uri="{FF2B5EF4-FFF2-40B4-BE49-F238E27FC236}">
                    <a16:creationId xmlns:a16="http://schemas.microsoft.com/office/drawing/2014/main" id="{D64826B5-6682-49C3-5804-BEAF2486F66C}"/>
                  </a:ext>
                </a:extLst>
              </p:cNvPr>
              <p:cNvSpPr/>
              <p:nvPr/>
            </p:nvSpPr>
            <p:spPr>
              <a:xfrm>
                <a:off x="606749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" name="pg468">
                <a:extLst>
                  <a:ext uri="{FF2B5EF4-FFF2-40B4-BE49-F238E27FC236}">
                    <a16:creationId xmlns:a16="http://schemas.microsoft.com/office/drawing/2014/main" id="{0024A211-4826-ED03-22C7-6C19C3AE8643}"/>
                  </a:ext>
                </a:extLst>
              </p:cNvPr>
              <p:cNvSpPr/>
              <p:nvPr/>
            </p:nvSpPr>
            <p:spPr>
              <a:xfrm>
                <a:off x="607913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" name="pg469">
                <a:extLst>
                  <a:ext uri="{FF2B5EF4-FFF2-40B4-BE49-F238E27FC236}">
                    <a16:creationId xmlns:a16="http://schemas.microsoft.com/office/drawing/2014/main" id="{406C3BAE-8086-FE29-604D-B4A41CBC8496}"/>
                  </a:ext>
                </a:extLst>
              </p:cNvPr>
              <p:cNvSpPr/>
              <p:nvPr/>
            </p:nvSpPr>
            <p:spPr>
              <a:xfrm>
                <a:off x="609076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" name="pg470">
                <a:extLst>
                  <a:ext uri="{FF2B5EF4-FFF2-40B4-BE49-F238E27FC236}">
                    <a16:creationId xmlns:a16="http://schemas.microsoft.com/office/drawing/2014/main" id="{CC6BE39C-1F35-5A3C-151E-BE2EBF81F463}"/>
                  </a:ext>
                </a:extLst>
              </p:cNvPr>
              <p:cNvSpPr/>
              <p:nvPr/>
            </p:nvSpPr>
            <p:spPr>
              <a:xfrm>
                <a:off x="610240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" name="pg471">
                <a:extLst>
                  <a:ext uri="{FF2B5EF4-FFF2-40B4-BE49-F238E27FC236}">
                    <a16:creationId xmlns:a16="http://schemas.microsoft.com/office/drawing/2014/main" id="{05CDF321-F865-D530-CA7F-FD0BB2A6CB68}"/>
                  </a:ext>
                </a:extLst>
              </p:cNvPr>
              <p:cNvSpPr/>
              <p:nvPr/>
            </p:nvSpPr>
            <p:spPr>
              <a:xfrm>
                <a:off x="611404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" name="pg472">
                <a:extLst>
                  <a:ext uri="{FF2B5EF4-FFF2-40B4-BE49-F238E27FC236}">
                    <a16:creationId xmlns:a16="http://schemas.microsoft.com/office/drawing/2014/main" id="{965ADB82-03FF-0E14-448A-EF545F06823A}"/>
                  </a:ext>
                </a:extLst>
              </p:cNvPr>
              <p:cNvSpPr/>
              <p:nvPr/>
            </p:nvSpPr>
            <p:spPr>
              <a:xfrm>
                <a:off x="618386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3" name="pg473">
                <a:extLst>
                  <a:ext uri="{FF2B5EF4-FFF2-40B4-BE49-F238E27FC236}">
                    <a16:creationId xmlns:a16="http://schemas.microsoft.com/office/drawing/2014/main" id="{C055829C-39CE-9FD6-0E7A-74D15FE4CBF2}"/>
                  </a:ext>
                </a:extLst>
              </p:cNvPr>
              <p:cNvSpPr/>
              <p:nvPr/>
            </p:nvSpPr>
            <p:spPr>
              <a:xfrm>
                <a:off x="6195504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4" name="pg474">
                <a:extLst>
                  <a:ext uri="{FF2B5EF4-FFF2-40B4-BE49-F238E27FC236}">
                    <a16:creationId xmlns:a16="http://schemas.microsoft.com/office/drawing/2014/main" id="{F2604238-F652-4502-58D6-F55A39016209}"/>
                  </a:ext>
                </a:extLst>
              </p:cNvPr>
              <p:cNvSpPr/>
              <p:nvPr/>
            </p:nvSpPr>
            <p:spPr>
              <a:xfrm>
                <a:off x="6207141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5" name="pg475">
                <a:extLst>
                  <a:ext uri="{FF2B5EF4-FFF2-40B4-BE49-F238E27FC236}">
                    <a16:creationId xmlns:a16="http://schemas.microsoft.com/office/drawing/2014/main" id="{A39A81FE-F5B8-8D73-33F2-F210E7E6F571}"/>
                  </a:ext>
                </a:extLst>
              </p:cNvPr>
              <p:cNvSpPr/>
              <p:nvPr/>
            </p:nvSpPr>
            <p:spPr>
              <a:xfrm>
                <a:off x="621877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6" name="pg476">
                <a:extLst>
                  <a:ext uri="{FF2B5EF4-FFF2-40B4-BE49-F238E27FC236}">
                    <a16:creationId xmlns:a16="http://schemas.microsoft.com/office/drawing/2014/main" id="{F28BAFA7-EEC9-9884-C7C6-9F986DF4AD9F}"/>
                  </a:ext>
                </a:extLst>
              </p:cNvPr>
              <p:cNvSpPr/>
              <p:nvPr/>
            </p:nvSpPr>
            <p:spPr>
              <a:xfrm>
                <a:off x="6230416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7" name="pg477">
                <a:extLst>
                  <a:ext uri="{FF2B5EF4-FFF2-40B4-BE49-F238E27FC236}">
                    <a16:creationId xmlns:a16="http://schemas.microsoft.com/office/drawing/2014/main" id="{87589D09-A767-E8A2-1FEA-375EBEDE58A8}"/>
                  </a:ext>
                </a:extLst>
              </p:cNvPr>
              <p:cNvSpPr/>
              <p:nvPr/>
            </p:nvSpPr>
            <p:spPr>
              <a:xfrm>
                <a:off x="6242053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8" name="pg478">
                <a:extLst>
                  <a:ext uri="{FF2B5EF4-FFF2-40B4-BE49-F238E27FC236}">
                    <a16:creationId xmlns:a16="http://schemas.microsoft.com/office/drawing/2014/main" id="{AF65E028-E070-73A3-8E18-D77529DD680D}"/>
                  </a:ext>
                </a:extLst>
              </p:cNvPr>
              <p:cNvSpPr/>
              <p:nvPr/>
            </p:nvSpPr>
            <p:spPr>
              <a:xfrm>
                <a:off x="6253690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9" name="pg479">
                <a:extLst>
                  <a:ext uri="{FF2B5EF4-FFF2-40B4-BE49-F238E27FC236}">
                    <a16:creationId xmlns:a16="http://schemas.microsoft.com/office/drawing/2014/main" id="{D3DEE5DB-B929-31EC-C279-242F644B5777}"/>
                  </a:ext>
                </a:extLst>
              </p:cNvPr>
              <p:cNvSpPr/>
              <p:nvPr/>
            </p:nvSpPr>
            <p:spPr>
              <a:xfrm>
                <a:off x="6265328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0" name="pg480">
                <a:extLst>
                  <a:ext uri="{FF2B5EF4-FFF2-40B4-BE49-F238E27FC236}">
                    <a16:creationId xmlns:a16="http://schemas.microsoft.com/office/drawing/2014/main" id="{76BDFA9B-8E4A-8936-EEB4-E22B5C95845C}"/>
                  </a:ext>
                </a:extLst>
              </p:cNvPr>
              <p:cNvSpPr/>
              <p:nvPr/>
            </p:nvSpPr>
            <p:spPr>
              <a:xfrm>
                <a:off x="6276965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1" name="pg481">
                <a:extLst>
                  <a:ext uri="{FF2B5EF4-FFF2-40B4-BE49-F238E27FC236}">
                    <a16:creationId xmlns:a16="http://schemas.microsoft.com/office/drawing/2014/main" id="{46995911-5228-36BB-935A-DFD16C1C23C6}"/>
                  </a:ext>
                </a:extLst>
              </p:cNvPr>
              <p:cNvSpPr/>
              <p:nvPr/>
            </p:nvSpPr>
            <p:spPr>
              <a:xfrm>
                <a:off x="6288602" y="28365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2" name="pg482">
                <a:extLst>
                  <a:ext uri="{FF2B5EF4-FFF2-40B4-BE49-F238E27FC236}">
                    <a16:creationId xmlns:a16="http://schemas.microsoft.com/office/drawing/2014/main" id="{591201CE-254B-7E92-940C-98E82D1FFA07}"/>
                  </a:ext>
                </a:extLst>
              </p:cNvPr>
              <p:cNvSpPr/>
              <p:nvPr/>
            </p:nvSpPr>
            <p:spPr>
              <a:xfrm>
                <a:off x="588129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3" name="pg483">
                <a:extLst>
                  <a:ext uri="{FF2B5EF4-FFF2-40B4-BE49-F238E27FC236}">
                    <a16:creationId xmlns:a16="http://schemas.microsoft.com/office/drawing/2014/main" id="{C54F67E8-3AF0-4746-9029-21AB404F48CA}"/>
                  </a:ext>
                </a:extLst>
              </p:cNvPr>
              <p:cNvSpPr/>
              <p:nvPr/>
            </p:nvSpPr>
            <p:spPr>
              <a:xfrm>
                <a:off x="589293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4" name="pg484">
                <a:extLst>
                  <a:ext uri="{FF2B5EF4-FFF2-40B4-BE49-F238E27FC236}">
                    <a16:creationId xmlns:a16="http://schemas.microsoft.com/office/drawing/2014/main" id="{1397E088-764C-579E-8D04-EB37FFD60D9B}"/>
                  </a:ext>
                </a:extLst>
              </p:cNvPr>
              <p:cNvSpPr/>
              <p:nvPr/>
            </p:nvSpPr>
            <p:spPr>
              <a:xfrm>
                <a:off x="590457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5" name="pg485">
                <a:extLst>
                  <a:ext uri="{FF2B5EF4-FFF2-40B4-BE49-F238E27FC236}">
                    <a16:creationId xmlns:a16="http://schemas.microsoft.com/office/drawing/2014/main" id="{07D26B49-F294-DF94-2695-401F10263525}"/>
                  </a:ext>
                </a:extLst>
              </p:cNvPr>
              <p:cNvSpPr/>
              <p:nvPr/>
            </p:nvSpPr>
            <p:spPr>
              <a:xfrm>
                <a:off x="591620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6" name="pg486">
                <a:extLst>
                  <a:ext uri="{FF2B5EF4-FFF2-40B4-BE49-F238E27FC236}">
                    <a16:creationId xmlns:a16="http://schemas.microsoft.com/office/drawing/2014/main" id="{5A7D3689-EEED-9ED1-4221-F131B9A42454}"/>
                  </a:ext>
                </a:extLst>
              </p:cNvPr>
              <p:cNvSpPr/>
              <p:nvPr/>
            </p:nvSpPr>
            <p:spPr>
              <a:xfrm>
                <a:off x="592784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7" name="pg487">
                <a:extLst>
                  <a:ext uri="{FF2B5EF4-FFF2-40B4-BE49-F238E27FC236}">
                    <a16:creationId xmlns:a16="http://schemas.microsoft.com/office/drawing/2014/main" id="{879AEFF4-5DDF-3341-C2B0-4423A52DA9E5}"/>
                  </a:ext>
                </a:extLst>
              </p:cNvPr>
              <p:cNvSpPr/>
              <p:nvPr/>
            </p:nvSpPr>
            <p:spPr>
              <a:xfrm>
                <a:off x="5939482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8" name="pg488">
                <a:extLst>
                  <a:ext uri="{FF2B5EF4-FFF2-40B4-BE49-F238E27FC236}">
                    <a16:creationId xmlns:a16="http://schemas.microsoft.com/office/drawing/2014/main" id="{2D070977-2BC0-1396-4900-9AA9BAA71B56}"/>
                  </a:ext>
                </a:extLst>
              </p:cNvPr>
              <p:cNvSpPr/>
              <p:nvPr/>
            </p:nvSpPr>
            <p:spPr>
              <a:xfrm>
                <a:off x="595112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89" name="pg489">
                <a:extLst>
                  <a:ext uri="{FF2B5EF4-FFF2-40B4-BE49-F238E27FC236}">
                    <a16:creationId xmlns:a16="http://schemas.microsoft.com/office/drawing/2014/main" id="{2D1F17D1-669E-67FB-EE37-91BC51B1025F}"/>
                  </a:ext>
                </a:extLst>
              </p:cNvPr>
              <p:cNvSpPr/>
              <p:nvPr/>
            </p:nvSpPr>
            <p:spPr>
              <a:xfrm>
                <a:off x="5962757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0" name="pg490">
                <a:extLst>
                  <a:ext uri="{FF2B5EF4-FFF2-40B4-BE49-F238E27FC236}">
                    <a16:creationId xmlns:a16="http://schemas.microsoft.com/office/drawing/2014/main" id="{6992A8F1-51E1-5B35-CB4E-5CE15D9490FE}"/>
                  </a:ext>
                </a:extLst>
              </p:cNvPr>
              <p:cNvSpPr/>
              <p:nvPr/>
            </p:nvSpPr>
            <p:spPr>
              <a:xfrm>
                <a:off x="597439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1" name="pg491">
                <a:extLst>
                  <a:ext uri="{FF2B5EF4-FFF2-40B4-BE49-F238E27FC236}">
                    <a16:creationId xmlns:a16="http://schemas.microsoft.com/office/drawing/2014/main" id="{B2EDBC0C-3E3F-6682-A36F-B72B3FD32035}"/>
                  </a:ext>
                </a:extLst>
              </p:cNvPr>
              <p:cNvSpPr/>
              <p:nvPr/>
            </p:nvSpPr>
            <p:spPr>
              <a:xfrm>
                <a:off x="5986032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2" name="pg492">
                <a:extLst>
                  <a:ext uri="{FF2B5EF4-FFF2-40B4-BE49-F238E27FC236}">
                    <a16:creationId xmlns:a16="http://schemas.microsoft.com/office/drawing/2014/main" id="{53CEF8DA-ACAB-874B-40A6-BC14AAD92C25}"/>
                  </a:ext>
                </a:extLst>
              </p:cNvPr>
              <p:cNvSpPr/>
              <p:nvPr/>
            </p:nvSpPr>
            <p:spPr>
              <a:xfrm>
                <a:off x="5997669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3" name="pg493">
                <a:extLst>
                  <a:ext uri="{FF2B5EF4-FFF2-40B4-BE49-F238E27FC236}">
                    <a16:creationId xmlns:a16="http://schemas.microsoft.com/office/drawing/2014/main" id="{11C15A9D-0370-BA22-719F-86952518CCFF}"/>
                  </a:ext>
                </a:extLst>
              </p:cNvPr>
              <p:cNvSpPr/>
              <p:nvPr/>
            </p:nvSpPr>
            <p:spPr>
              <a:xfrm>
                <a:off x="600930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4" name="pg494">
                <a:extLst>
                  <a:ext uri="{FF2B5EF4-FFF2-40B4-BE49-F238E27FC236}">
                    <a16:creationId xmlns:a16="http://schemas.microsoft.com/office/drawing/2014/main" id="{B0E8AC54-FD50-C22B-3BA8-634667552C4A}"/>
                  </a:ext>
                </a:extLst>
              </p:cNvPr>
              <p:cNvSpPr/>
              <p:nvPr/>
            </p:nvSpPr>
            <p:spPr>
              <a:xfrm>
                <a:off x="602094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5" name="pg495">
                <a:extLst>
                  <a:ext uri="{FF2B5EF4-FFF2-40B4-BE49-F238E27FC236}">
                    <a16:creationId xmlns:a16="http://schemas.microsoft.com/office/drawing/2014/main" id="{F7DEDB40-CDB4-D497-7FA7-8C8B30BA97EB}"/>
                  </a:ext>
                </a:extLst>
              </p:cNvPr>
              <p:cNvSpPr/>
              <p:nvPr/>
            </p:nvSpPr>
            <p:spPr>
              <a:xfrm>
                <a:off x="6032581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6" name="pg496">
                <a:extLst>
                  <a:ext uri="{FF2B5EF4-FFF2-40B4-BE49-F238E27FC236}">
                    <a16:creationId xmlns:a16="http://schemas.microsoft.com/office/drawing/2014/main" id="{97005926-FE61-DE85-FFD3-6D97DCC31BA6}"/>
                  </a:ext>
                </a:extLst>
              </p:cNvPr>
              <p:cNvSpPr/>
              <p:nvPr/>
            </p:nvSpPr>
            <p:spPr>
              <a:xfrm>
                <a:off x="604421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7" name="pg497">
                <a:extLst>
                  <a:ext uri="{FF2B5EF4-FFF2-40B4-BE49-F238E27FC236}">
                    <a16:creationId xmlns:a16="http://schemas.microsoft.com/office/drawing/2014/main" id="{313D7ED9-E5AC-E59C-A070-9C9143DF1BA1}"/>
                  </a:ext>
                </a:extLst>
              </p:cNvPr>
              <p:cNvSpPr/>
              <p:nvPr/>
            </p:nvSpPr>
            <p:spPr>
              <a:xfrm>
                <a:off x="605585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8" name="pg498">
                <a:extLst>
                  <a:ext uri="{FF2B5EF4-FFF2-40B4-BE49-F238E27FC236}">
                    <a16:creationId xmlns:a16="http://schemas.microsoft.com/office/drawing/2014/main" id="{C912FE4F-5A69-5A7A-745C-C0E8AF2C9447}"/>
                  </a:ext>
                </a:extLst>
              </p:cNvPr>
              <p:cNvSpPr/>
              <p:nvPr/>
            </p:nvSpPr>
            <p:spPr>
              <a:xfrm>
                <a:off x="606749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99" name="pg499">
                <a:extLst>
                  <a:ext uri="{FF2B5EF4-FFF2-40B4-BE49-F238E27FC236}">
                    <a16:creationId xmlns:a16="http://schemas.microsoft.com/office/drawing/2014/main" id="{6A2F854D-A6A6-09FA-C147-3A0A09A5453E}"/>
                  </a:ext>
                </a:extLst>
              </p:cNvPr>
              <p:cNvSpPr/>
              <p:nvPr/>
            </p:nvSpPr>
            <p:spPr>
              <a:xfrm>
                <a:off x="607913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0" name="pg500">
                <a:extLst>
                  <a:ext uri="{FF2B5EF4-FFF2-40B4-BE49-F238E27FC236}">
                    <a16:creationId xmlns:a16="http://schemas.microsoft.com/office/drawing/2014/main" id="{40E709E5-59FF-30F7-063E-68A968EA1CC8}"/>
                  </a:ext>
                </a:extLst>
              </p:cNvPr>
              <p:cNvSpPr/>
              <p:nvPr/>
            </p:nvSpPr>
            <p:spPr>
              <a:xfrm>
                <a:off x="609076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1" name="pg501">
                <a:extLst>
                  <a:ext uri="{FF2B5EF4-FFF2-40B4-BE49-F238E27FC236}">
                    <a16:creationId xmlns:a16="http://schemas.microsoft.com/office/drawing/2014/main" id="{58048690-502B-50CD-7147-1F7E0253E096}"/>
                  </a:ext>
                </a:extLst>
              </p:cNvPr>
              <p:cNvSpPr/>
              <p:nvPr/>
            </p:nvSpPr>
            <p:spPr>
              <a:xfrm>
                <a:off x="610240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2" name="pg502">
                <a:extLst>
                  <a:ext uri="{FF2B5EF4-FFF2-40B4-BE49-F238E27FC236}">
                    <a16:creationId xmlns:a16="http://schemas.microsoft.com/office/drawing/2014/main" id="{049A06FD-5200-A010-F00B-1918A4836E60}"/>
                  </a:ext>
                </a:extLst>
              </p:cNvPr>
              <p:cNvSpPr/>
              <p:nvPr/>
            </p:nvSpPr>
            <p:spPr>
              <a:xfrm>
                <a:off x="6172229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3" name="pg503">
                <a:extLst>
                  <a:ext uri="{FF2B5EF4-FFF2-40B4-BE49-F238E27FC236}">
                    <a16:creationId xmlns:a16="http://schemas.microsoft.com/office/drawing/2014/main" id="{2712D1CB-16E7-8826-968F-29466A297E01}"/>
                  </a:ext>
                </a:extLst>
              </p:cNvPr>
              <p:cNvSpPr/>
              <p:nvPr/>
            </p:nvSpPr>
            <p:spPr>
              <a:xfrm>
                <a:off x="618386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4" name="pg504">
                <a:extLst>
                  <a:ext uri="{FF2B5EF4-FFF2-40B4-BE49-F238E27FC236}">
                    <a16:creationId xmlns:a16="http://schemas.microsoft.com/office/drawing/2014/main" id="{0BC36960-71AD-3675-4163-EED916111941}"/>
                  </a:ext>
                </a:extLst>
              </p:cNvPr>
              <p:cNvSpPr/>
              <p:nvPr/>
            </p:nvSpPr>
            <p:spPr>
              <a:xfrm>
                <a:off x="6195504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5" name="pg505">
                <a:extLst>
                  <a:ext uri="{FF2B5EF4-FFF2-40B4-BE49-F238E27FC236}">
                    <a16:creationId xmlns:a16="http://schemas.microsoft.com/office/drawing/2014/main" id="{B2703250-967E-DF84-E791-1181E0A552C3}"/>
                  </a:ext>
                </a:extLst>
              </p:cNvPr>
              <p:cNvSpPr/>
              <p:nvPr/>
            </p:nvSpPr>
            <p:spPr>
              <a:xfrm>
                <a:off x="6207141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6" name="pg506">
                <a:extLst>
                  <a:ext uri="{FF2B5EF4-FFF2-40B4-BE49-F238E27FC236}">
                    <a16:creationId xmlns:a16="http://schemas.microsoft.com/office/drawing/2014/main" id="{41F7FE9A-5969-9E2C-74F6-DEA8DE737540}"/>
                  </a:ext>
                </a:extLst>
              </p:cNvPr>
              <p:cNvSpPr/>
              <p:nvPr/>
            </p:nvSpPr>
            <p:spPr>
              <a:xfrm>
                <a:off x="621877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7" name="pg507">
                <a:extLst>
                  <a:ext uri="{FF2B5EF4-FFF2-40B4-BE49-F238E27FC236}">
                    <a16:creationId xmlns:a16="http://schemas.microsoft.com/office/drawing/2014/main" id="{AD923EC9-7B8D-E1A3-69EA-E3FB0E6B55E0}"/>
                  </a:ext>
                </a:extLst>
              </p:cNvPr>
              <p:cNvSpPr/>
              <p:nvPr/>
            </p:nvSpPr>
            <p:spPr>
              <a:xfrm>
                <a:off x="6230416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8" name="pg508">
                <a:extLst>
                  <a:ext uri="{FF2B5EF4-FFF2-40B4-BE49-F238E27FC236}">
                    <a16:creationId xmlns:a16="http://schemas.microsoft.com/office/drawing/2014/main" id="{B55420D6-30F3-9124-0EBB-CF269AA623FB}"/>
                  </a:ext>
                </a:extLst>
              </p:cNvPr>
              <p:cNvSpPr/>
              <p:nvPr/>
            </p:nvSpPr>
            <p:spPr>
              <a:xfrm>
                <a:off x="6242053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09" name="pg509">
                <a:extLst>
                  <a:ext uri="{FF2B5EF4-FFF2-40B4-BE49-F238E27FC236}">
                    <a16:creationId xmlns:a16="http://schemas.microsoft.com/office/drawing/2014/main" id="{0925200D-87B1-EDE2-919A-90428CCBCA98}"/>
                  </a:ext>
                </a:extLst>
              </p:cNvPr>
              <p:cNvSpPr/>
              <p:nvPr/>
            </p:nvSpPr>
            <p:spPr>
              <a:xfrm>
                <a:off x="6253690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0" name="pg510">
                <a:extLst>
                  <a:ext uri="{FF2B5EF4-FFF2-40B4-BE49-F238E27FC236}">
                    <a16:creationId xmlns:a16="http://schemas.microsoft.com/office/drawing/2014/main" id="{1D0B2D51-48F8-B993-3FA4-832651EF508A}"/>
                  </a:ext>
                </a:extLst>
              </p:cNvPr>
              <p:cNvSpPr/>
              <p:nvPr/>
            </p:nvSpPr>
            <p:spPr>
              <a:xfrm>
                <a:off x="6265328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1" name="pg511">
                <a:extLst>
                  <a:ext uri="{FF2B5EF4-FFF2-40B4-BE49-F238E27FC236}">
                    <a16:creationId xmlns:a16="http://schemas.microsoft.com/office/drawing/2014/main" id="{9AD2E518-EC72-9FBA-7538-016F5074BBF3}"/>
                  </a:ext>
                </a:extLst>
              </p:cNvPr>
              <p:cNvSpPr/>
              <p:nvPr/>
            </p:nvSpPr>
            <p:spPr>
              <a:xfrm>
                <a:off x="6276965" y="28508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2" name="pg512">
                <a:extLst>
                  <a:ext uri="{FF2B5EF4-FFF2-40B4-BE49-F238E27FC236}">
                    <a16:creationId xmlns:a16="http://schemas.microsoft.com/office/drawing/2014/main" id="{0BA6D85E-12D8-E1DD-F6BB-143545E0BDF6}"/>
                  </a:ext>
                </a:extLst>
              </p:cNvPr>
              <p:cNvSpPr/>
              <p:nvPr/>
            </p:nvSpPr>
            <p:spPr>
              <a:xfrm>
                <a:off x="586965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3" name="pg513">
                <a:extLst>
                  <a:ext uri="{FF2B5EF4-FFF2-40B4-BE49-F238E27FC236}">
                    <a16:creationId xmlns:a16="http://schemas.microsoft.com/office/drawing/2014/main" id="{E1120CA7-7A95-424B-8098-D4F74B8AC216}"/>
                  </a:ext>
                </a:extLst>
              </p:cNvPr>
              <p:cNvSpPr/>
              <p:nvPr/>
            </p:nvSpPr>
            <p:spPr>
              <a:xfrm>
                <a:off x="588129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4" name="pg514">
                <a:extLst>
                  <a:ext uri="{FF2B5EF4-FFF2-40B4-BE49-F238E27FC236}">
                    <a16:creationId xmlns:a16="http://schemas.microsoft.com/office/drawing/2014/main" id="{D8FFCC17-B6DE-BABB-0E5B-29A782C28275}"/>
                  </a:ext>
                </a:extLst>
              </p:cNvPr>
              <p:cNvSpPr/>
              <p:nvPr/>
            </p:nvSpPr>
            <p:spPr>
              <a:xfrm>
                <a:off x="589293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5" name="pg515">
                <a:extLst>
                  <a:ext uri="{FF2B5EF4-FFF2-40B4-BE49-F238E27FC236}">
                    <a16:creationId xmlns:a16="http://schemas.microsoft.com/office/drawing/2014/main" id="{4B1C3F5F-5D13-BCAB-7D22-077B3F1A795C}"/>
                  </a:ext>
                </a:extLst>
              </p:cNvPr>
              <p:cNvSpPr/>
              <p:nvPr/>
            </p:nvSpPr>
            <p:spPr>
              <a:xfrm>
                <a:off x="590457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6" name="pg516">
                <a:extLst>
                  <a:ext uri="{FF2B5EF4-FFF2-40B4-BE49-F238E27FC236}">
                    <a16:creationId xmlns:a16="http://schemas.microsoft.com/office/drawing/2014/main" id="{30F29029-A62C-73E2-024B-B06A5E2D5FCB}"/>
                  </a:ext>
                </a:extLst>
              </p:cNvPr>
              <p:cNvSpPr/>
              <p:nvPr/>
            </p:nvSpPr>
            <p:spPr>
              <a:xfrm>
                <a:off x="591620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7" name="pg517">
                <a:extLst>
                  <a:ext uri="{FF2B5EF4-FFF2-40B4-BE49-F238E27FC236}">
                    <a16:creationId xmlns:a16="http://schemas.microsoft.com/office/drawing/2014/main" id="{4A710551-DD7D-056A-789F-0518A441118E}"/>
                  </a:ext>
                </a:extLst>
              </p:cNvPr>
              <p:cNvSpPr/>
              <p:nvPr/>
            </p:nvSpPr>
            <p:spPr>
              <a:xfrm>
                <a:off x="5927845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8" name="pg518">
                <a:extLst>
                  <a:ext uri="{FF2B5EF4-FFF2-40B4-BE49-F238E27FC236}">
                    <a16:creationId xmlns:a16="http://schemas.microsoft.com/office/drawing/2014/main" id="{C22BBCAA-5C42-3AC6-1F72-A3227397FF19}"/>
                  </a:ext>
                </a:extLst>
              </p:cNvPr>
              <p:cNvSpPr/>
              <p:nvPr/>
            </p:nvSpPr>
            <p:spPr>
              <a:xfrm>
                <a:off x="5939482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19" name="pg519">
                <a:extLst>
                  <a:ext uri="{FF2B5EF4-FFF2-40B4-BE49-F238E27FC236}">
                    <a16:creationId xmlns:a16="http://schemas.microsoft.com/office/drawing/2014/main" id="{C89D6A25-C710-7EE1-E295-5B087FDEF0FE}"/>
                  </a:ext>
                </a:extLst>
              </p:cNvPr>
              <p:cNvSpPr/>
              <p:nvPr/>
            </p:nvSpPr>
            <p:spPr>
              <a:xfrm>
                <a:off x="595112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0" name="pg520">
                <a:extLst>
                  <a:ext uri="{FF2B5EF4-FFF2-40B4-BE49-F238E27FC236}">
                    <a16:creationId xmlns:a16="http://schemas.microsoft.com/office/drawing/2014/main" id="{41B67363-05EF-9F5C-2E45-6475AF6A36B8}"/>
                  </a:ext>
                </a:extLst>
              </p:cNvPr>
              <p:cNvSpPr/>
              <p:nvPr/>
            </p:nvSpPr>
            <p:spPr>
              <a:xfrm>
                <a:off x="5962757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1" name="pg521">
                <a:extLst>
                  <a:ext uri="{FF2B5EF4-FFF2-40B4-BE49-F238E27FC236}">
                    <a16:creationId xmlns:a16="http://schemas.microsoft.com/office/drawing/2014/main" id="{648A77C3-F07E-802A-7414-9A2A31489C42}"/>
                  </a:ext>
                </a:extLst>
              </p:cNvPr>
              <p:cNvSpPr/>
              <p:nvPr/>
            </p:nvSpPr>
            <p:spPr>
              <a:xfrm>
                <a:off x="597439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2" name="pg522">
                <a:extLst>
                  <a:ext uri="{FF2B5EF4-FFF2-40B4-BE49-F238E27FC236}">
                    <a16:creationId xmlns:a16="http://schemas.microsoft.com/office/drawing/2014/main" id="{77DF5083-471A-1EDA-903D-3C677166448D}"/>
                  </a:ext>
                </a:extLst>
              </p:cNvPr>
              <p:cNvSpPr/>
              <p:nvPr/>
            </p:nvSpPr>
            <p:spPr>
              <a:xfrm>
                <a:off x="5986032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3" name="pg523">
                <a:extLst>
                  <a:ext uri="{FF2B5EF4-FFF2-40B4-BE49-F238E27FC236}">
                    <a16:creationId xmlns:a16="http://schemas.microsoft.com/office/drawing/2014/main" id="{5FA7F027-6337-3E07-9F22-95F09B922C10}"/>
                  </a:ext>
                </a:extLst>
              </p:cNvPr>
              <p:cNvSpPr/>
              <p:nvPr/>
            </p:nvSpPr>
            <p:spPr>
              <a:xfrm>
                <a:off x="5997669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4" name="pg524">
                <a:extLst>
                  <a:ext uri="{FF2B5EF4-FFF2-40B4-BE49-F238E27FC236}">
                    <a16:creationId xmlns:a16="http://schemas.microsoft.com/office/drawing/2014/main" id="{A7DBE706-77D0-ED34-A642-42F28FCB9263}"/>
                  </a:ext>
                </a:extLst>
              </p:cNvPr>
              <p:cNvSpPr/>
              <p:nvPr/>
            </p:nvSpPr>
            <p:spPr>
              <a:xfrm>
                <a:off x="600930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5" name="pg525">
                <a:extLst>
                  <a:ext uri="{FF2B5EF4-FFF2-40B4-BE49-F238E27FC236}">
                    <a16:creationId xmlns:a16="http://schemas.microsoft.com/office/drawing/2014/main" id="{C742F48C-3349-6621-A304-DC63CB8E8D0C}"/>
                  </a:ext>
                </a:extLst>
              </p:cNvPr>
              <p:cNvSpPr/>
              <p:nvPr/>
            </p:nvSpPr>
            <p:spPr>
              <a:xfrm>
                <a:off x="602094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6" name="pg526">
                <a:extLst>
                  <a:ext uri="{FF2B5EF4-FFF2-40B4-BE49-F238E27FC236}">
                    <a16:creationId xmlns:a16="http://schemas.microsoft.com/office/drawing/2014/main" id="{D4082702-8F6A-3D1A-138D-C983ADAA6D0D}"/>
                  </a:ext>
                </a:extLst>
              </p:cNvPr>
              <p:cNvSpPr/>
              <p:nvPr/>
            </p:nvSpPr>
            <p:spPr>
              <a:xfrm>
                <a:off x="6032581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7" name="pg527">
                <a:extLst>
                  <a:ext uri="{FF2B5EF4-FFF2-40B4-BE49-F238E27FC236}">
                    <a16:creationId xmlns:a16="http://schemas.microsoft.com/office/drawing/2014/main" id="{C3D721A0-1613-62BC-0026-754AA629DBF7}"/>
                  </a:ext>
                </a:extLst>
              </p:cNvPr>
              <p:cNvSpPr/>
              <p:nvPr/>
            </p:nvSpPr>
            <p:spPr>
              <a:xfrm>
                <a:off x="604421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8" name="pg528">
                <a:extLst>
                  <a:ext uri="{FF2B5EF4-FFF2-40B4-BE49-F238E27FC236}">
                    <a16:creationId xmlns:a16="http://schemas.microsoft.com/office/drawing/2014/main" id="{85F57492-673C-47CB-B01F-A6DECADBE84F}"/>
                  </a:ext>
                </a:extLst>
              </p:cNvPr>
              <p:cNvSpPr/>
              <p:nvPr/>
            </p:nvSpPr>
            <p:spPr>
              <a:xfrm>
                <a:off x="605585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29" name="pg529">
                <a:extLst>
                  <a:ext uri="{FF2B5EF4-FFF2-40B4-BE49-F238E27FC236}">
                    <a16:creationId xmlns:a16="http://schemas.microsoft.com/office/drawing/2014/main" id="{90707C78-BC17-970B-74ED-54FE830F69D3}"/>
                  </a:ext>
                </a:extLst>
              </p:cNvPr>
              <p:cNvSpPr/>
              <p:nvPr/>
            </p:nvSpPr>
            <p:spPr>
              <a:xfrm>
                <a:off x="606749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0" name="pg530">
                <a:extLst>
                  <a:ext uri="{FF2B5EF4-FFF2-40B4-BE49-F238E27FC236}">
                    <a16:creationId xmlns:a16="http://schemas.microsoft.com/office/drawing/2014/main" id="{D51759E3-1A33-C8C2-2DDB-D37D63210380}"/>
                  </a:ext>
                </a:extLst>
              </p:cNvPr>
              <p:cNvSpPr/>
              <p:nvPr/>
            </p:nvSpPr>
            <p:spPr>
              <a:xfrm>
                <a:off x="607913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1" name="pg531">
                <a:extLst>
                  <a:ext uri="{FF2B5EF4-FFF2-40B4-BE49-F238E27FC236}">
                    <a16:creationId xmlns:a16="http://schemas.microsoft.com/office/drawing/2014/main" id="{8898B197-4505-FA27-1F5A-2D0C105DF195}"/>
                  </a:ext>
                </a:extLst>
              </p:cNvPr>
              <p:cNvSpPr/>
              <p:nvPr/>
            </p:nvSpPr>
            <p:spPr>
              <a:xfrm>
                <a:off x="609076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2" name="pg532">
                <a:extLst>
                  <a:ext uri="{FF2B5EF4-FFF2-40B4-BE49-F238E27FC236}">
                    <a16:creationId xmlns:a16="http://schemas.microsoft.com/office/drawing/2014/main" id="{6076A3C3-B6CD-DA2A-4096-6DF2394DB991}"/>
                  </a:ext>
                </a:extLst>
              </p:cNvPr>
              <p:cNvSpPr/>
              <p:nvPr/>
            </p:nvSpPr>
            <p:spPr>
              <a:xfrm>
                <a:off x="6172229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3" name="pg533">
                <a:extLst>
                  <a:ext uri="{FF2B5EF4-FFF2-40B4-BE49-F238E27FC236}">
                    <a16:creationId xmlns:a16="http://schemas.microsoft.com/office/drawing/2014/main" id="{4F361FC1-4FEB-FAD2-F52A-F02AACDAB6E8}"/>
                  </a:ext>
                </a:extLst>
              </p:cNvPr>
              <p:cNvSpPr/>
              <p:nvPr/>
            </p:nvSpPr>
            <p:spPr>
              <a:xfrm>
                <a:off x="618386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4" name="pg534">
                <a:extLst>
                  <a:ext uri="{FF2B5EF4-FFF2-40B4-BE49-F238E27FC236}">
                    <a16:creationId xmlns:a16="http://schemas.microsoft.com/office/drawing/2014/main" id="{682603D3-ED8A-B477-DE3B-79EA0AE64C16}"/>
                  </a:ext>
                </a:extLst>
              </p:cNvPr>
              <p:cNvSpPr/>
              <p:nvPr/>
            </p:nvSpPr>
            <p:spPr>
              <a:xfrm>
                <a:off x="6195504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5" name="pg535">
                <a:extLst>
                  <a:ext uri="{FF2B5EF4-FFF2-40B4-BE49-F238E27FC236}">
                    <a16:creationId xmlns:a16="http://schemas.microsoft.com/office/drawing/2014/main" id="{6DF58C2F-C3D0-4109-DE5A-EB4A7AD157E0}"/>
                  </a:ext>
                </a:extLst>
              </p:cNvPr>
              <p:cNvSpPr/>
              <p:nvPr/>
            </p:nvSpPr>
            <p:spPr>
              <a:xfrm>
                <a:off x="6207141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6" name="pg536">
                <a:extLst>
                  <a:ext uri="{FF2B5EF4-FFF2-40B4-BE49-F238E27FC236}">
                    <a16:creationId xmlns:a16="http://schemas.microsoft.com/office/drawing/2014/main" id="{409D43E2-1BE6-EADE-4AD6-ED32D77DD263}"/>
                  </a:ext>
                </a:extLst>
              </p:cNvPr>
              <p:cNvSpPr/>
              <p:nvPr/>
            </p:nvSpPr>
            <p:spPr>
              <a:xfrm>
                <a:off x="6218778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7" name="pg537">
                <a:extLst>
                  <a:ext uri="{FF2B5EF4-FFF2-40B4-BE49-F238E27FC236}">
                    <a16:creationId xmlns:a16="http://schemas.microsoft.com/office/drawing/2014/main" id="{570FCB8A-2E83-43AC-5B52-A0CE32452E2C}"/>
                  </a:ext>
                </a:extLst>
              </p:cNvPr>
              <p:cNvSpPr/>
              <p:nvPr/>
            </p:nvSpPr>
            <p:spPr>
              <a:xfrm>
                <a:off x="6230416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8" name="pg538">
                <a:extLst>
                  <a:ext uri="{FF2B5EF4-FFF2-40B4-BE49-F238E27FC236}">
                    <a16:creationId xmlns:a16="http://schemas.microsoft.com/office/drawing/2014/main" id="{E6854CBF-52C5-0A63-FFF0-577F495EFD7D}"/>
                  </a:ext>
                </a:extLst>
              </p:cNvPr>
              <p:cNvSpPr/>
              <p:nvPr/>
            </p:nvSpPr>
            <p:spPr>
              <a:xfrm>
                <a:off x="6242053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39" name="pg539">
                <a:extLst>
                  <a:ext uri="{FF2B5EF4-FFF2-40B4-BE49-F238E27FC236}">
                    <a16:creationId xmlns:a16="http://schemas.microsoft.com/office/drawing/2014/main" id="{8B1E5BFA-6AD6-3A5B-2F7D-DEDD46E1E821}"/>
                  </a:ext>
                </a:extLst>
              </p:cNvPr>
              <p:cNvSpPr/>
              <p:nvPr/>
            </p:nvSpPr>
            <p:spPr>
              <a:xfrm>
                <a:off x="6253690" y="28651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0" name="pg540">
                <a:extLst>
                  <a:ext uri="{FF2B5EF4-FFF2-40B4-BE49-F238E27FC236}">
                    <a16:creationId xmlns:a16="http://schemas.microsoft.com/office/drawing/2014/main" id="{27DE0449-577E-506F-AA84-FEEA2A109362}"/>
                  </a:ext>
                </a:extLst>
              </p:cNvPr>
              <p:cNvSpPr/>
              <p:nvPr/>
            </p:nvSpPr>
            <p:spPr>
              <a:xfrm>
                <a:off x="586965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1" name="pg541">
                <a:extLst>
                  <a:ext uri="{FF2B5EF4-FFF2-40B4-BE49-F238E27FC236}">
                    <a16:creationId xmlns:a16="http://schemas.microsoft.com/office/drawing/2014/main" id="{0A5939E8-469E-E8B1-0120-3E321F110983}"/>
                  </a:ext>
                </a:extLst>
              </p:cNvPr>
              <p:cNvSpPr/>
              <p:nvPr/>
            </p:nvSpPr>
            <p:spPr>
              <a:xfrm>
                <a:off x="588129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2" name="pg542">
                <a:extLst>
                  <a:ext uri="{FF2B5EF4-FFF2-40B4-BE49-F238E27FC236}">
                    <a16:creationId xmlns:a16="http://schemas.microsoft.com/office/drawing/2014/main" id="{CC230747-F477-CC70-6377-7381608040CF}"/>
                  </a:ext>
                </a:extLst>
              </p:cNvPr>
              <p:cNvSpPr/>
              <p:nvPr/>
            </p:nvSpPr>
            <p:spPr>
              <a:xfrm>
                <a:off x="5892933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3" name="pg543">
                <a:extLst>
                  <a:ext uri="{FF2B5EF4-FFF2-40B4-BE49-F238E27FC236}">
                    <a16:creationId xmlns:a16="http://schemas.microsoft.com/office/drawing/2014/main" id="{C2FF05DE-879A-17EC-D19A-52B7522DAA76}"/>
                  </a:ext>
                </a:extLst>
              </p:cNvPr>
              <p:cNvSpPr/>
              <p:nvPr/>
            </p:nvSpPr>
            <p:spPr>
              <a:xfrm>
                <a:off x="5904570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4" name="pg544">
                <a:extLst>
                  <a:ext uri="{FF2B5EF4-FFF2-40B4-BE49-F238E27FC236}">
                    <a16:creationId xmlns:a16="http://schemas.microsoft.com/office/drawing/2014/main" id="{7D9FB5B1-1912-9719-624F-BB54FED44C66}"/>
                  </a:ext>
                </a:extLst>
              </p:cNvPr>
              <p:cNvSpPr/>
              <p:nvPr/>
            </p:nvSpPr>
            <p:spPr>
              <a:xfrm>
                <a:off x="591620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5" name="pg545">
                <a:extLst>
                  <a:ext uri="{FF2B5EF4-FFF2-40B4-BE49-F238E27FC236}">
                    <a16:creationId xmlns:a16="http://schemas.microsoft.com/office/drawing/2014/main" id="{7108BB4B-AB04-83FF-E6F2-744599FFB8DB}"/>
                  </a:ext>
                </a:extLst>
              </p:cNvPr>
              <p:cNvSpPr/>
              <p:nvPr/>
            </p:nvSpPr>
            <p:spPr>
              <a:xfrm>
                <a:off x="5927845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6" name="pg546">
                <a:extLst>
                  <a:ext uri="{FF2B5EF4-FFF2-40B4-BE49-F238E27FC236}">
                    <a16:creationId xmlns:a16="http://schemas.microsoft.com/office/drawing/2014/main" id="{C8EA31F9-A086-E9D5-034C-9A90E56F72ED}"/>
                  </a:ext>
                </a:extLst>
              </p:cNvPr>
              <p:cNvSpPr/>
              <p:nvPr/>
            </p:nvSpPr>
            <p:spPr>
              <a:xfrm>
                <a:off x="5939482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7" name="pg547">
                <a:extLst>
                  <a:ext uri="{FF2B5EF4-FFF2-40B4-BE49-F238E27FC236}">
                    <a16:creationId xmlns:a16="http://schemas.microsoft.com/office/drawing/2014/main" id="{31C2A2B7-CDC8-3FF6-DEA9-A13E9F1C428D}"/>
                  </a:ext>
                </a:extLst>
              </p:cNvPr>
              <p:cNvSpPr/>
              <p:nvPr/>
            </p:nvSpPr>
            <p:spPr>
              <a:xfrm>
                <a:off x="5951120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8" name="pg548">
                <a:extLst>
                  <a:ext uri="{FF2B5EF4-FFF2-40B4-BE49-F238E27FC236}">
                    <a16:creationId xmlns:a16="http://schemas.microsoft.com/office/drawing/2014/main" id="{776D6A33-022D-F1BE-7F8C-92D68A50B458}"/>
                  </a:ext>
                </a:extLst>
              </p:cNvPr>
              <p:cNvSpPr/>
              <p:nvPr/>
            </p:nvSpPr>
            <p:spPr>
              <a:xfrm>
                <a:off x="5962757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49" name="pg549">
                <a:extLst>
                  <a:ext uri="{FF2B5EF4-FFF2-40B4-BE49-F238E27FC236}">
                    <a16:creationId xmlns:a16="http://schemas.microsoft.com/office/drawing/2014/main" id="{6D99FBFD-977F-979F-5675-75960C962D1C}"/>
                  </a:ext>
                </a:extLst>
              </p:cNvPr>
              <p:cNvSpPr/>
              <p:nvPr/>
            </p:nvSpPr>
            <p:spPr>
              <a:xfrm>
                <a:off x="597439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0" name="pg550">
                <a:extLst>
                  <a:ext uri="{FF2B5EF4-FFF2-40B4-BE49-F238E27FC236}">
                    <a16:creationId xmlns:a16="http://schemas.microsoft.com/office/drawing/2014/main" id="{8DB02830-E326-409A-4720-B1C73708B557}"/>
                  </a:ext>
                </a:extLst>
              </p:cNvPr>
              <p:cNvSpPr/>
              <p:nvPr/>
            </p:nvSpPr>
            <p:spPr>
              <a:xfrm>
                <a:off x="5986032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1" name="pg551">
                <a:extLst>
                  <a:ext uri="{FF2B5EF4-FFF2-40B4-BE49-F238E27FC236}">
                    <a16:creationId xmlns:a16="http://schemas.microsoft.com/office/drawing/2014/main" id="{7C6E6936-3430-BD50-ADA6-DA20A260A2D6}"/>
                  </a:ext>
                </a:extLst>
              </p:cNvPr>
              <p:cNvSpPr/>
              <p:nvPr/>
            </p:nvSpPr>
            <p:spPr>
              <a:xfrm>
                <a:off x="5997669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2" name="pg552">
                <a:extLst>
                  <a:ext uri="{FF2B5EF4-FFF2-40B4-BE49-F238E27FC236}">
                    <a16:creationId xmlns:a16="http://schemas.microsoft.com/office/drawing/2014/main" id="{8BBA8A97-8508-E4D4-310C-95F48D7F9FF0}"/>
                  </a:ext>
                </a:extLst>
              </p:cNvPr>
              <p:cNvSpPr/>
              <p:nvPr/>
            </p:nvSpPr>
            <p:spPr>
              <a:xfrm>
                <a:off x="600930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3" name="pg553">
                <a:extLst>
                  <a:ext uri="{FF2B5EF4-FFF2-40B4-BE49-F238E27FC236}">
                    <a16:creationId xmlns:a16="http://schemas.microsoft.com/office/drawing/2014/main" id="{DB2C4545-EB0C-9133-9B19-16160AE7D217}"/>
                  </a:ext>
                </a:extLst>
              </p:cNvPr>
              <p:cNvSpPr/>
              <p:nvPr/>
            </p:nvSpPr>
            <p:spPr>
              <a:xfrm>
                <a:off x="602094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4" name="pg554">
                <a:extLst>
                  <a:ext uri="{FF2B5EF4-FFF2-40B4-BE49-F238E27FC236}">
                    <a16:creationId xmlns:a16="http://schemas.microsoft.com/office/drawing/2014/main" id="{955BD933-D33F-447F-CAD6-837643175CDB}"/>
                  </a:ext>
                </a:extLst>
              </p:cNvPr>
              <p:cNvSpPr/>
              <p:nvPr/>
            </p:nvSpPr>
            <p:spPr>
              <a:xfrm>
                <a:off x="6032581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5" name="pg555">
                <a:extLst>
                  <a:ext uri="{FF2B5EF4-FFF2-40B4-BE49-F238E27FC236}">
                    <a16:creationId xmlns:a16="http://schemas.microsoft.com/office/drawing/2014/main" id="{BC4CFC4A-D160-02F6-C052-B0F1A083CFA5}"/>
                  </a:ext>
                </a:extLst>
              </p:cNvPr>
              <p:cNvSpPr/>
              <p:nvPr/>
            </p:nvSpPr>
            <p:spPr>
              <a:xfrm>
                <a:off x="604421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6" name="pg556">
                <a:extLst>
                  <a:ext uri="{FF2B5EF4-FFF2-40B4-BE49-F238E27FC236}">
                    <a16:creationId xmlns:a16="http://schemas.microsoft.com/office/drawing/2014/main" id="{43DFE609-06EA-91CE-D0D7-A254748C9F64}"/>
                  </a:ext>
                </a:extLst>
              </p:cNvPr>
              <p:cNvSpPr/>
              <p:nvPr/>
            </p:nvSpPr>
            <p:spPr>
              <a:xfrm>
                <a:off x="6172229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7" name="pg557">
                <a:extLst>
                  <a:ext uri="{FF2B5EF4-FFF2-40B4-BE49-F238E27FC236}">
                    <a16:creationId xmlns:a16="http://schemas.microsoft.com/office/drawing/2014/main" id="{C1D0C4A8-F325-D11C-BB08-A767922F731D}"/>
                  </a:ext>
                </a:extLst>
              </p:cNvPr>
              <p:cNvSpPr/>
              <p:nvPr/>
            </p:nvSpPr>
            <p:spPr>
              <a:xfrm>
                <a:off x="618386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8" name="pg558">
                <a:extLst>
                  <a:ext uri="{FF2B5EF4-FFF2-40B4-BE49-F238E27FC236}">
                    <a16:creationId xmlns:a16="http://schemas.microsoft.com/office/drawing/2014/main" id="{D848164F-2871-B35F-30B7-153675064489}"/>
                  </a:ext>
                </a:extLst>
              </p:cNvPr>
              <p:cNvSpPr/>
              <p:nvPr/>
            </p:nvSpPr>
            <p:spPr>
              <a:xfrm>
                <a:off x="6195504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59" name="pg559">
                <a:extLst>
                  <a:ext uri="{FF2B5EF4-FFF2-40B4-BE49-F238E27FC236}">
                    <a16:creationId xmlns:a16="http://schemas.microsoft.com/office/drawing/2014/main" id="{BFE9CE55-1F86-DCC3-174B-B3A135BB1959}"/>
                  </a:ext>
                </a:extLst>
              </p:cNvPr>
              <p:cNvSpPr/>
              <p:nvPr/>
            </p:nvSpPr>
            <p:spPr>
              <a:xfrm>
                <a:off x="6207141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0" name="pg560">
                <a:extLst>
                  <a:ext uri="{FF2B5EF4-FFF2-40B4-BE49-F238E27FC236}">
                    <a16:creationId xmlns:a16="http://schemas.microsoft.com/office/drawing/2014/main" id="{4B67BC99-A4EE-44CA-C92D-9BEB25FCBAAA}"/>
                  </a:ext>
                </a:extLst>
              </p:cNvPr>
              <p:cNvSpPr/>
              <p:nvPr/>
            </p:nvSpPr>
            <p:spPr>
              <a:xfrm>
                <a:off x="6218778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1" name="pg561">
                <a:extLst>
                  <a:ext uri="{FF2B5EF4-FFF2-40B4-BE49-F238E27FC236}">
                    <a16:creationId xmlns:a16="http://schemas.microsoft.com/office/drawing/2014/main" id="{91D8C4C0-5296-C60D-3709-41B77636B743}"/>
                  </a:ext>
                </a:extLst>
              </p:cNvPr>
              <p:cNvSpPr/>
              <p:nvPr/>
            </p:nvSpPr>
            <p:spPr>
              <a:xfrm>
                <a:off x="6230416" y="28794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2" name="pg562">
                <a:extLst>
                  <a:ext uri="{FF2B5EF4-FFF2-40B4-BE49-F238E27FC236}">
                    <a16:creationId xmlns:a16="http://schemas.microsoft.com/office/drawing/2014/main" id="{0C61EC5C-2787-5B3D-AAB6-43A8F613CA60}"/>
                  </a:ext>
                </a:extLst>
              </p:cNvPr>
              <p:cNvSpPr/>
              <p:nvPr/>
            </p:nvSpPr>
            <p:spPr>
              <a:xfrm>
                <a:off x="5858021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3" name="pg563">
                <a:extLst>
                  <a:ext uri="{FF2B5EF4-FFF2-40B4-BE49-F238E27FC236}">
                    <a16:creationId xmlns:a16="http://schemas.microsoft.com/office/drawing/2014/main" id="{9237BFE0-C007-B62E-4BCE-2A143E722130}"/>
                  </a:ext>
                </a:extLst>
              </p:cNvPr>
              <p:cNvSpPr/>
              <p:nvPr/>
            </p:nvSpPr>
            <p:spPr>
              <a:xfrm>
                <a:off x="586965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4" name="pg564">
                <a:extLst>
                  <a:ext uri="{FF2B5EF4-FFF2-40B4-BE49-F238E27FC236}">
                    <a16:creationId xmlns:a16="http://schemas.microsoft.com/office/drawing/2014/main" id="{9A97C3F8-2880-46D9-3C59-D51020372A4E}"/>
                  </a:ext>
                </a:extLst>
              </p:cNvPr>
              <p:cNvSpPr/>
              <p:nvPr/>
            </p:nvSpPr>
            <p:spPr>
              <a:xfrm>
                <a:off x="588129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5" name="pg565">
                <a:extLst>
                  <a:ext uri="{FF2B5EF4-FFF2-40B4-BE49-F238E27FC236}">
                    <a16:creationId xmlns:a16="http://schemas.microsoft.com/office/drawing/2014/main" id="{C5A534BF-CB09-6F2D-9BFA-C3238E8255D8}"/>
                  </a:ext>
                </a:extLst>
              </p:cNvPr>
              <p:cNvSpPr/>
              <p:nvPr/>
            </p:nvSpPr>
            <p:spPr>
              <a:xfrm>
                <a:off x="5892933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6" name="pg566">
                <a:extLst>
                  <a:ext uri="{FF2B5EF4-FFF2-40B4-BE49-F238E27FC236}">
                    <a16:creationId xmlns:a16="http://schemas.microsoft.com/office/drawing/2014/main" id="{AB074CEC-46E0-5432-89EC-564E94A2AC3A}"/>
                  </a:ext>
                </a:extLst>
              </p:cNvPr>
              <p:cNvSpPr/>
              <p:nvPr/>
            </p:nvSpPr>
            <p:spPr>
              <a:xfrm>
                <a:off x="5904570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7" name="pg567">
                <a:extLst>
                  <a:ext uri="{FF2B5EF4-FFF2-40B4-BE49-F238E27FC236}">
                    <a16:creationId xmlns:a16="http://schemas.microsoft.com/office/drawing/2014/main" id="{986833BE-8A52-F07A-5898-4B750DD2BBDD}"/>
                  </a:ext>
                </a:extLst>
              </p:cNvPr>
              <p:cNvSpPr/>
              <p:nvPr/>
            </p:nvSpPr>
            <p:spPr>
              <a:xfrm>
                <a:off x="591620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8" name="pg568">
                <a:extLst>
                  <a:ext uri="{FF2B5EF4-FFF2-40B4-BE49-F238E27FC236}">
                    <a16:creationId xmlns:a16="http://schemas.microsoft.com/office/drawing/2014/main" id="{24080E7D-32C9-A56D-2ECB-F889CD835C6F}"/>
                  </a:ext>
                </a:extLst>
              </p:cNvPr>
              <p:cNvSpPr/>
              <p:nvPr/>
            </p:nvSpPr>
            <p:spPr>
              <a:xfrm>
                <a:off x="5927845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69" name="pg569">
                <a:extLst>
                  <a:ext uri="{FF2B5EF4-FFF2-40B4-BE49-F238E27FC236}">
                    <a16:creationId xmlns:a16="http://schemas.microsoft.com/office/drawing/2014/main" id="{8C78B172-2205-50CB-E751-20B8CBB0C50B}"/>
                  </a:ext>
                </a:extLst>
              </p:cNvPr>
              <p:cNvSpPr/>
              <p:nvPr/>
            </p:nvSpPr>
            <p:spPr>
              <a:xfrm>
                <a:off x="593948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0" name="pg570">
                <a:extLst>
                  <a:ext uri="{FF2B5EF4-FFF2-40B4-BE49-F238E27FC236}">
                    <a16:creationId xmlns:a16="http://schemas.microsoft.com/office/drawing/2014/main" id="{90878A26-6493-908B-CAE0-A6A3DC94292F}"/>
                  </a:ext>
                </a:extLst>
              </p:cNvPr>
              <p:cNvSpPr/>
              <p:nvPr/>
            </p:nvSpPr>
            <p:spPr>
              <a:xfrm>
                <a:off x="5951120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1" name="pg571">
                <a:extLst>
                  <a:ext uri="{FF2B5EF4-FFF2-40B4-BE49-F238E27FC236}">
                    <a16:creationId xmlns:a16="http://schemas.microsoft.com/office/drawing/2014/main" id="{79E6CEA7-B471-80F7-0DAC-39FFAA3DE3DA}"/>
                  </a:ext>
                </a:extLst>
              </p:cNvPr>
              <p:cNvSpPr/>
              <p:nvPr/>
            </p:nvSpPr>
            <p:spPr>
              <a:xfrm>
                <a:off x="5962757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2" name="pg572">
                <a:extLst>
                  <a:ext uri="{FF2B5EF4-FFF2-40B4-BE49-F238E27FC236}">
                    <a16:creationId xmlns:a16="http://schemas.microsoft.com/office/drawing/2014/main" id="{324FA404-C67E-89D9-A143-6E4C1DA65347}"/>
                  </a:ext>
                </a:extLst>
              </p:cNvPr>
              <p:cNvSpPr/>
              <p:nvPr/>
            </p:nvSpPr>
            <p:spPr>
              <a:xfrm>
                <a:off x="5974394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3" name="pg573">
                <a:extLst>
                  <a:ext uri="{FF2B5EF4-FFF2-40B4-BE49-F238E27FC236}">
                    <a16:creationId xmlns:a16="http://schemas.microsoft.com/office/drawing/2014/main" id="{FC896876-D401-A3F0-620C-5EE79FBABC41}"/>
                  </a:ext>
                </a:extLst>
              </p:cNvPr>
              <p:cNvSpPr/>
              <p:nvPr/>
            </p:nvSpPr>
            <p:spPr>
              <a:xfrm>
                <a:off x="598603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4" name="pg574">
                <a:extLst>
                  <a:ext uri="{FF2B5EF4-FFF2-40B4-BE49-F238E27FC236}">
                    <a16:creationId xmlns:a16="http://schemas.microsoft.com/office/drawing/2014/main" id="{DB5EE4A1-927B-06EC-85AF-E4817FCF3104}"/>
                  </a:ext>
                </a:extLst>
              </p:cNvPr>
              <p:cNvSpPr/>
              <p:nvPr/>
            </p:nvSpPr>
            <p:spPr>
              <a:xfrm>
                <a:off x="5997669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5" name="pg575">
                <a:extLst>
                  <a:ext uri="{FF2B5EF4-FFF2-40B4-BE49-F238E27FC236}">
                    <a16:creationId xmlns:a16="http://schemas.microsoft.com/office/drawing/2014/main" id="{A2C858FA-01A9-5FB5-F10F-C9D295CDFE49}"/>
                  </a:ext>
                </a:extLst>
              </p:cNvPr>
              <p:cNvSpPr/>
              <p:nvPr/>
            </p:nvSpPr>
            <p:spPr>
              <a:xfrm>
                <a:off x="600930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6" name="pg576">
                <a:extLst>
                  <a:ext uri="{FF2B5EF4-FFF2-40B4-BE49-F238E27FC236}">
                    <a16:creationId xmlns:a16="http://schemas.microsoft.com/office/drawing/2014/main" id="{942A93DF-2CC3-841C-EE45-68521128661E}"/>
                  </a:ext>
                </a:extLst>
              </p:cNvPr>
              <p:cNvSpPr/>
              <p:nvPr/>
            </p:nvSpPr>
            <p:spPr>
              <a:xfrm>
                <a:off x="6160592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7" name="pg577">
                <a:extLst>
                  <a:ext uri="{FF2B5EF4-FFF2-40B4-BE49-F238E27FC236}">
                    <a16:creationId xmlns:a16="http://schemas.microsoft.com/office/drawing/2014/main" id="{1BA9588D-41F4-4776-7C80-4E6DF20DB28A}"/>
                  </a:ext>
                </a:extLst>
              </p:cNvPr>
              <p:cNvSpPr/>
              <p:nvPr/>
            </p:nvSpPr>
            <p:spPr>
              <a:xfrm>
                <a:off x="6172229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8" name="pg578">
                <a:extLst>
                  <a:ext uri="{FF2B5EF4-FFF2-40B4-BE49-F238E27FC236}">
                    <a16:creationId xmlns:a16="http://schemas.microsoft.com/office/drawing/2014/main" id="{361D38E9-B6C6-F5F9-30E6-D386680EEC38}"/>
                  </a:ext>
                </a:extLst>
              </p:cNvPr>
              <p:cNvSpPr/>
              <p:nvPr/>
            </p:nvSpPr>
            <p:spPr>
              <a:xfrm>
                <a:off x="6183866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79" name="pg579">
                <a:extLst>
                  <a:ext uri="{FF2B5EF4-FFF2-40B4-BE49-F238E27FC236}">
                    <a16:creationId xmlns:a16="http://schemas.microsoft.com/office/drawing/2014/main" id="{6AE9217A-B049-17F2-DF0C-9881A48AA85A}"/>
                  </a:ext>
                </a:extLst>
              </p:cNvPr>
              <p:cNvSpPr/>
              <p:nvPr/>
            </p:nvSpPr>
            <p:spPr>
              <a:xfrm>
                <a:off x="6195504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0" name="pg580">
                <a:extLst>
                  <a:ext uri="{FF2B5EF4-FFF2-40B4-BE49-F238E27FC236}">
                    <a16:creationId xmlns:a16="http://schemas.microsoft.com/office/drawing/2014/main" id="{6EA084AB-A5DE-545C-B52B-24FA22DB2021}"/>
                  </a:ext>
                </a:extLst>
              </p:cNvPr>
              <p:cNvSpPr/>
              <p:nvPr/>
            </p:nvSpPr>
            <p:spPr>
              <a:xfrm>
                <a:off x="6207141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1" name="pg581">
                <a:extLst>
                  <a:ext uri="{FF2B5EF4-FFF2-40B4-BE49-F238E27FC236}">
                    <a16:creationId xmlns:a16="http://schemas.microsoft.com/office/drawing/2014/main" id="{CEE24A68-83B4-B252-9A58-EFA764B5710F}"/>
                  </a:ext>
                </a:extLst>
              </p:cNvPr>
              <p:cNvSpPr/>
              <p:nvPr/>
            </p:nvSpPr>
            <p:spPr>
              <a:xfrm>
                <a:off x="6218778" y="28937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2" name="pg582">
                <a:extLst>
                  <a:ext uri="{FF2B5EF4-FFF2-40B4-BE49-F238E27FC236}">
                    <a16:creationId xmlns:a16="http://schemas.microsoft.com/office/drawing/2014/main" id="{97EBEE94-99C5-EB5E-DDCB-AAB30FEED9DF}"/>
                  </a:ext>
                </a:extLst>
              </p:cNvPr>
              <p:cNvSpPr/>
              <p:nvPr/>
            </p:nvSpPr>
            <p:spPr>
              <a:xfrm>
                <a:off x="579983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3" name="pg583">
                <a:extLst>
                  <a:ext uri="{FF2B5EF4-FFF2-40B4-BE49-F238E27FC236}">
                    <a16:creationId xmlns:a16="http://schemas.microsoft.com/office/drawing/2014/main" id="{0E88011C-7945-F78F-07B1-A47887C4D3A7}"/>
                  </a:ext>
                </a:extLst>
              </p:cNvPr>
              <p:cNvSpPr/>
              <p:nvPr/>
            </p:nvSpPr>
            <p:spPr>
              <a:xfrm>
                <a:off x="581147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4" name="pg584">
                <a:extLst>
                  <a:ext uri="{FF2B5EF4-FFF2-40B4-BE49-F238E27FC236}">
                    <a16:creationId xmlns:a16="http://schemas.microsoft.com/office/drawing/2014/main" id="{DDEA49E0-C451-8D83-5231-7843B818276C}"/>
                  </a:ext>
                </a:extLst>
              </p:cNvPr>
              <p:cNvSpPr/>
              <p:nvPr/>
            </p:nvSpPr>
            <p:spPr>
              <a:xfrm>
                <a:off x="582310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5" name="pg585">
                <a:extLst>
                  <a:ext uri="{FF2B5EF4-FFF2-40B4-BE49-F238E27FC236}">
                    <a16:creationId xmlns:a16="http://schemas.microsoft.com/office/drawing/2014/main" id="{2FBC3C35-D6A2-9110-B07E-27AB18A648DD}"/>
                  </a:ext>
                </a:extLst>
              </p:cNvPr>
              <p:cNvSpPr/>
              <p:nvPr/>
            </p:nvSpPr>
            <p:spPr>
              <a:xfrm>
                <a:off x="583474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6" name="pg586">
                <a:extLst>
                  <a:ext uri="{FF2B5EF4-FFF2-40B4-BE49-F238E27FC236}">
                    <a16:creationId xmlns:a16="http://schemas.microsoft.com/office/drawing/2014/main" id="{F7B8244B-3764-7473-812A-73997F4DCAC6}"/>
                  </a:ext>
                </a:extLst>
              </p:cNvPr>
              <p:cNvSpPr/>
              <p:nvPr/>
            </p:nvSpPr>
            <p:spPr>
              <a:xfrm>
                <a:off x="584638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7" name="pg587">
                <a:extLst>
                  <a:ext uri="{FF2B5EF4-FFF2-40B4-BE49-F238E27FC236}">
                    <a16:creationId xmlns:a16="http://schemas.microsoft.com/office/drawing/2014/main" id="{DB62008E-98BF-33F6-58E0-77D0A8902551}"/>
                  </a:ext>
                </a:extLst>
              </p:cNvPr>
              <p:cNvSpPr/>
              <p:nvPr/>
            </p:nvSpPr>
            <p:spPr>
              <a:xfrm>
                <a:off x="5858021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8" name="pg588">
                <a:extLst>
                  <a:ext uri="{FF2B5EF4-FFF2-40B4-BE49-F238E27FC236}">
                    <a16:creationId xmlns:a16="http://schemas.microsoft.com/office/drawing/2014/main" id="{A5EFF014-C277-C99C-0DD3-F1A0180B6E95}"/>
                  </a:ext>
                </a:extLst>
              </p:cNvPr>
              <p:cNvSpPr/>
              <p:nvPr/>
            </p:nvSpPr>
            <p:spPr>
              <a:xfrm>
                <a:off x="5869658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89" name="pg589">
                <a:extLst>
                  <a:ext uri="{FF2B5EF4-FFF2-40B4-BE49-F238E27FC236}">
                    <a16:creationId xmlns:a16="http://schemas.microsoft.com/office/drawing/2014/main" id="{5F8D4D58-7629-403E-7277-16C69508D06D}"/>
                  </a:ext>
                </a:extLst>
              </p:cNvPr>
              <p:cNvSpPr/>
              <p:nvPr/>
            </p:nvSpPr>
            <p:spPr>
              <a:xfrm>
                <a:off x="588129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0" name="pg590">
                <a:extLst>
                  <a:ext uri="{FF2B5EF4-FFF2-40B4-BE49-F238E27FC236}">
                    <a16:creationId xmlns:a16="http://schemas.microsoft.com/office/drawing/2014/main" id="{741D3877-12F2-1828-E6C7-9FFD3CD63902}"/>
                  </a:ext>
                </a:extLst>
              </p:cNvPr>
              <p:cNvSpPr/>
              <p:nvPr/>
            </p:nvSpPr>
            <p:spPr>
              <a:xfrm>
                <a:off x="5892933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1" name="pg591">
                <a:extLst>
                  <a:ext uri="{FF2B5EF4-FFF2-40B4-BE49-F238E27FC236}">
                    <a16:creationId xmlns:a16="http://schemas.microsoft.com/office/drawing/2014/main" id="{A2131FE7-ABE8-2C3D-8AD1-320908ABE95A}"/>
                  </a:ext>
                </a:extLst>
              </p:cNvPr>
              <p:cNvSpPr/>
              <p:nvPr/>
            </p:nvSpPr>
            <p:spPr>
              <a:xfrm>
                <a:off x="5904570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2" name="pg592">
                <a:extLst>
                  <a:ext uri="{FF2B5EF4-FFF2-40B4-BE49-F238E27FC236}">
                    <a16:creationId xmlns:a16="http://schemas.microsoft.com/office/drawing/2014/main" id="{A25D8EF0-5E9F-A1BE-A247-052A3DA9FB1D}"/>
                  </a:ext>
                </a:extLst>
              </p:cNvPr>
              <p:cNvSpPr/>
              <p:nvPr/>
            </p:nvSpPr>
            <p:spPr>
              <a:xfrm>
                <a:off x="5916208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3" name="pg593">
                <a:extLst>
                  <a:ext uri="{FF2B5EF4-FFF2-40B4-BE49-F238E27FC236}">
                    <a16:creationId xmlns:a16="http://schemas.microsoft.com/office/drawing/2014/main" id="{3E2D9497-79D8-F019-C441-86BBDDE3A2B6}"/>
                  </a:ext>
                </a:extLst>
              </p:cNvPr>
              <p:cNvSpPr/>
              <p:nvPr/>
            </p:nvSpPr>
            <p:spPr>
              <a:xfrm>
                <a:off x="5927845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4" name="pg594">
                <a:extLst>
                  <a:ext uri="{FF2B5EF4-FFF2-40B4-BE49-F238E27FC236}">
                    <a16:creationId xmlns:a16="http://schemas.microsoft.com/office/drawing/2014/main" id="{F7F7F952-121B-F81D-8700-63BE42068765}"/>
                  </a:ext>
                </a:extLst>
              </p:cNvPr>
              <p:cNvSpPr/>
              <p:nvPr/>
            </p:nvSpPr>
            <p:spPr>
              <a:xfrm>
                <a:off x="593948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5" name="pg595">
                <a:extLst>
                  <a:ext uri="{FF2B5EF4-FFF2-40B4-BE49-F238E27FC236}">
                    <a16:creationId xmlns:a16="http://schemas.microsoft.com/office/drawing/2014/main" id="{FBBDB255-3697-8220-03B9-10A2CFC1CD45}"/>
                  </a:ext>
                </a:extLst>
              </p:cNvPr>
              <p:cNvSpPr/>
              <p:nvPr/>
            </p:nvSpPr>
            <p:spPr>
              <a:xfrm>
                <a:off x="5951120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6" name="pg596">
                <a:extLst>
                  <a:ext uri="{FF2B5EF4-FFF2-40B4-BE49-F238E27FC236}">
                    <a16:creationId xmlns:a16="http://schemas.microsoft.com/office/drawing/2014/main" id="{B9E7B88D-64DE-83BB-42C9-F590A4A22EF3}"/>
                  </a:ext>
                </a:extLst>
              </p:cNvPr>
              <p:cNvSpPr/>
              <p:nvPr/>
            </p:nvSpPr>
            <p:spPr>
              <a:xfrm>
                <a:off x="597439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7" name="pg597">
                <a:extLst>
                  <a:ext uri="{FF2B5EF4-FFF2-40B4-BE49-F238E27FC236}">
                    <a16:creationId xmlns:a16="http://schemas.microsoft.com/office/drawing/2014/main" id="{46B9CA8E-5DB4-58D6-52F5-D36888D50B24}"/>
                  </a:ext>
                </a:extLst>
              </p:cNvPr>
              <p:cNvSpPr/>
              <p:nvPr/>
            </p:nvSpPr>
            <p:spPr>
              <a:xfrm>
                <a:off x="598603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8" name="pg598">
                <a:extLst>
                  <a:ext uri="{FF2B5EF4-FFF2-40B4-BE49-F238E27FC236}">
                    <a16:creationId xmlns:a16="http://schemas.microsoft.com/office/drawing/2014/main" id="{8384ECD1-F80B-EA58-AE4E-828B71087310}"/>
                  </a:ext>
                </a:extLst>
              </p:cNvPr>
              <p:cNvSpPr/>
              <p:nvPr/>
            </p:nvSpPr>
            <p:spPr>
              <a:xfrm>
                <a:off x="599766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599" name="pg599">
                <a:extLst>
                  <a:ext uri="{FF2B5EF4-FFF2-40B4-BE49-F238E27FC236}">
                    <a16:creationId xmlns:a16="http://schemas.microsoft.com/office/drawing/2014/main" id="{8AA861AA-5D0F-EA16-9B7E-0CCE212971D2}"/>
                  </a:ext>
                </a:extLst>
              </p:cNvPr>
              <p:cNvSpPr/>
              <p:nvPr/>
            </p:nvSpPr>
            <p:spPr>
              <a:xfrm>
                <a:off x="6160592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0" name="pg600">
                <a:extLst>
                  <a:ext uri="{FF2B5EF4-FFF2-40B4-BE49-F238E27FC236}">
                    <a16:creationId xmlns:a16="http://schemas.microsoft.com/office/drawing/2014/main" id="{0792ACF0-F5EF-C988-B41E-63E01FFA6016}"/>
                  </a:ext>
                </a:extLst>
              </p:cNvPr>
              <p:cNvSpPr/>
              <p:nvPr/>
            </p:nvSpPr>
            <p:spPr>
              <a:xfrm>
                <a:off x="6172229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1" name="pg601">
                <a:extLst>
                  <a:ext uri="{FF2B5EF4-FFF2-40B4-BE49-F238E27FC236}">
                    <a16:creationId xmlns:a16="http://schemas.microsoft.com/office/drawing/2014/main" id="{A593D27C-002B-E433-D82B-D87A2A20A29F}"/>
                  </a:ext>
                </a:extLst>
              </p:cNvPr>
              <p:cNvSpPr/>
              <p:nvPr/>
            </p:nvSpPr>
            <p:spPr>
              <a:xfrm>
                <a:off x="6183866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2" name="pg602">
                <a:extLst>
                  <a:ext uri="{FF2B5EF4-FFF2-40B4-BE49-F238E27FC236}">
                    <a16:creationId xmlns:a16="http://schemas.microsoft.com/office/drawing/2014/main" id="{78EB36C0-E0A2-4B5D-B939-00ABFF29FF2A}"/>
                  </a:ext>
                </a:extLst>
              </p:cNvPr>
              <p:cNvSpPr/>
              <p:nvPr/>
            </p:nvSpPr>
            <p:spPr>
              <a:xfrm>
                <a:off x="6195504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3" name="pg603">
                <a:extLst>
                  <a:ext uri="{FF2B5EF4-FFF2-40B4-BE49-F238E27FC236}">
                    <a16:creationId xmlns:a16="http://schemas.microsoft.com/office/drawing/2014/main" id="{3F703061-48BD-7F17-5B2F-8586A107F661}"/>
                  </a:ext>
                </a:extLst>
              </p:cNvPr>
              <p:cNvSpPr/>
              <p:nvPr/>
            </p:nvSpPr>
            <p:spPr>
              <a:xfrm>
                <a:off x="6207141" y="29080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4" name="pg604">
                <a:extLst>
                  <a:ext uri="{FF2B5EF4-FFF2-40B4-BE49-F238E27FC236}">
                    <a16:creationId xmlns:a16="http://schemas.microsoft.com/office/drawing/2014/main" id="{E196B19F-FE1E-D45E-C835-897E532ABCC7}"/>
                  </a:ext>
                </a:extLst>
              </p:cNvPr>
              <p:cNvSpPr/>
              <p:nvPr/>
            </p:nvSpPr>
            <p:spPr>
              <a:xfrm>
                <a:off x="576492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5" name="pg605">
                <a:extLst>
                  <a:ext uri="{FF2B5EF4-FFF2-40B4-BE49-F238E27FC236}">
                    <a16:creationId xmlns:a16="http://schemas.microsoft.com/office/drawing/2014/main" id="{2DF250D6-7137-8C89-D1FF-39AE4845214E}"/>
                  </a:ext>
                </a:extLst>
              </p:cNvPr>
              <p:cNvSpPr/>
              <p:nvPr/>
            </p:nvSpPr>
            <p:spPr>
              <a:xfrm>
                <a:off x="5776560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6" name="pg606">
                <a:extLst>
                  <a:ext uri="{FF2B5EF4-FFF2-40B4-BE49-F238E27FC236}">
                    <a16:creationId xmlns:a16="http://schemas.microsoft.com/office/drawing/2014/main" id="{DE56D2DF-29A8-914D-C049-7F3E00AF4DE8}"/>
                  </a:ext>
                </a:extLst>
              </p:cNvPr>
              <p:cNvSpPr/>
              <p:nvPr/>
            </p:nvSpPr>
            <p:spPr>
              <a:xfrm>
                <a:off x="5788197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7" name="pg607">
                <a:extLst>
                  <a:ext uri="{FF2B5EF4-FFF2-40B4-BE49-F238E27FC236}">
                    <a16:creationId xmlns:a16="http://schemas.microsoft.com/office/drawing/2014/main" id="{28FC3A36-59B5-B9AC-DFB9-5C39F1B63387}"/>
                  </a:ext>
                </a:extLst>
              </p:cNvPr>
              <p:cNvSpPr/>
              <p:nvPr/>
            </p:nvSpPr>
            <p:spPr>
              <a:xfrm>
                <a:off x="579983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8" name="pg608">
                <a:extLst>
                  <a:ext uri="{FF2B5EF4-FFF2-40B4-BE49-F238E27FC236}">
                    <a16:creationId xmlns:a16="http://schemas.microsoft.com/office/drawing/2014/main" id="{93A42B98-2676-DBB1-D090-1CF9767E2EF5}"/>
                  </a:ext>
                </a:extLst>
              </p:cNvPr>
              <p:cNvSpPr/>
              <p:nvPr/>
            </p:nvSpPr>
            <p:spPr>
              <a:xfrm>
                <a:off x="581147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09" name="pg609">
                <a:extLst>
                  <a:ext uri="{FF2B5EF4-FFF2-40B4-BE49-F238E27FC236}">
                    <a16:creationId xmlns:a16="http://schemas.microsoft.com/office/drawing/2014/main" id="{9401EC77-17FC-C542-06FB-182605BFB84E}"/>
                  </a:ext>
                </a:extLst>
              </p:cNvPr>
              <p:cNvSpPr/>
              <p:nvPr/>
            </p:nvSpPr>
            <p:spPr>
              <a:xfrm>
                <a:off x="5823109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0" name="pg610">
                <a:extLst>
                  <a:ext uri="{FF2B5EF4-FFF2-40B4-BE49-F238E27FC236}">
                    <a16:creationId xmlns:a16="http://schemas.microsoft.com/office/drawing/2014/main" id="{E6890881-AF8C-F1BB-DA7F-552152CF1232}"/>
                  </a:ext>
                </a:extLst>
              </p:cNvPr>
              <p:cNvSpPr/>
              <p:nvPr/>
            </p:nvSpPr>
            <p:spPr>
              <a:xfrm>
                <a:off x="583474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1" name="pg611">
                <a:extLst>
                  <a:ext uri="{FF2B5EF4-FFF2-40B4-BE49-F238E27FC236}">
                    <a16:creationId xmlns:a16="http://schemas.microsoft.com/office/drawing/2014/main" id="{BF1180DE-DDA2-9CF4-FBB3-B19641FC8544}"/>
                  </a:ext>
                </a:extLst>
              </p:cNvPr>
              <p:cNvSpPr/>
              <p:nvPr/>
            </p:nvSpPr>
            <p:spPr>
              <a:xfrm>
                <a:off x="584638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2" name="pg612">
                <a:extLst>
                  <a:ext uri="{FF2B5EF4-FFF2-40B4-BE49-F238E27FC236}">
                    <a16:creationId xmlns:a16="http://schemas.microsoft.com/office/drawing/2014/main" id="{1AD844F3-7BCA-572C-FB06-18C93A205AB9}"/>
                  </a:ext>
                </a:extLst>
              </p:cNvPr>
              <p:cNvSpPr/>
              <p:nvPr/>
            </p:nvSpPr>
            <p:spPr>
              <a:xfrm>
                <a:off x="5858021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3" name="pg613">
                <a:extLst>
                  <a:ext uri="{FF2B5EF4-FFF2-40B4-BE49-F238E27FC236}">
                    <a16:creationId xmlns:a16="http://schemas.microsoft.com/office/drawing/2014/main" id="{B808ADBF-105D-2C7F-8AA6-963B46D9F94D}"/>
                  </a:ext>
                </a:extLst>
              </p:cNvPr>
              <p:cNvSpPr/>
              <p:nvPr/>
            </p:nvSpPr>
            <p:spPr>
              <a:xfrm>
                <a:off x="5869658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4" name="pg614">
                <a:extLst>
                  <a:ext uri="{FF2B5EF4-FFF2-40B4-BE49-F238E27FC236}">
                    <a16:creationId xmlns:a16="http://schemas.microsoft.com/office/drawing/2014/main" id="{F5419A9C-F2CF-FA3F-829D-E95DC0F51753}"/>
                  </a:ext>
                </a:extLst>
              </p:cNvPr>
              <p:cNvSpPr/>
              <p:nvPr/>
            </p:nvSpPr>
            <p:spPr>
              <a:xfrm>
                <a:off x="588129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5" name="pg615">
                <a:extLst>
                  <a:ext uri="{FF2B5EF4-FFF2-40B4-BE49-F238E27FC236}">
                    <a16:creationId xmlns:a16="http://schemas.microsoft.com/office/drawing/2014/main" id="{DFBABC14-680C-2A35-0F6C-3153379476EE}"/>
                  </a:ext>
                </a:extLst>
              </p:cNvPr>
              <p:cNvSpPr/>
              <p:nvPr/>
            </p:nvSpPr>
            <p:spPr>
              <a:xfrm>
                <a:off x="5892933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6" name="pg616">
                <a:extLst>
                  <a:ext uri="{FF2B5EF4-FFF2-40B4-BE49-F238E27FC236}">
                    <a16:creationId xmlns:a16="http://schemas.microsoft.com/office/drawing/2014/main" id="{0483D7E3-73B4-68FB-DFF5-3A34913E20FA}"/>
                  </a:ext>
                </a:extLst>
              </p:cNvPr>
              <p:cNvSpPr/>
              <p:nvPr/>
            </p:nvSpPr>
            <p:spPr>
              <a:xfrm>
                <a:off x="5904570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7" name="pg617">
                <a:extLst>
                  <a:ext uri="{FF2B5EF4-FFF2-40B4-BE49-F238E27FC236}">
                    <a16:creationId xmlns:a16="http://schemas.microsoft.com/office/drawing/2014/main" id="{CDE58ECD-B65E-4B80-DD87-F319419E4284}"/>
                  </a:ext>
                </a:extLst>
              </p:cNvPr>
              <p:cNvSpPr/>
              <p:nvPr/>
            </p:nvSpPr>
            <p:spPr>
              <a:xfrm>
                <a:off x="5927845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8" name="pg618">
                <a:extLst>
                  <a:ext uri="{FF2B5EF4-FFF2-40B4-BE49-F238E27FC236}">
                    <a16:creationId xmlns:a16="http://schemas.microsoft.com/office/drawing/2014/main" id="{C90B06B0-7254-870C-4F95-75F052E1A7A3}"/>
                  </a:ext>
                </a:extLst>
              </p:cNvPr>
              <p:cNvSpPr/>
              <p:nvPr/>
            </p:nvSpPr>
            <p:spPr>
              <a:xfrm>
                <a:off x="593948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19" name="pg619">
                <a:extLst>
                  <a:ext uri="{FF2B5EF4-FFF2-40B4-BE49-F238E27FC236}">
                    <a16:creationId xmlns:a16="http://schemas.microsoft.com/office/drawing/2014/main" id="{E70F0B99-1542-249D-F7EE-46A547215D2F}"/>
                  </a:ext>
                </a:extLst>
              </p:cNvPr>
              <p:cNvSpPr/>
              <p:nvPr/>
            </p:nvSpPr>
            <p:spPr>
              <a:xfrm>
                <a:off x="6160592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0" name="pg620">
                <a:extLst>
                  <a:ext uri="{FF2B5EF4-FFF2-40B4-BE49-F238E27FC236}">
                    <a16:creationId xmlns:a16="http://schemas.microsoft.com/office/drawing/2014/main" id="{E6790FB3-76B6-6D9C-BD49-194E5E734075}"/>
                  </a:ext>
                </a:extLst>
              </p:cNvPr>
              <p:cNvSpPr/>
              <p:nvPr/>
            </p:nvSpPr>
            <p:spPr>
              <a:xfrm>
                <a:off x="6172229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1" name="pg621">
                <a:extLst>
                  <a:ext uri="{FF2B5EF4-FFF2-40B4-BE49-F238E27FC236}">
                    <a16:creationId xmlns:a16="http://schemas.microsoft.com/office/drawing/2014/main" id="{EBEE1739-C545-9052-0C43-EF1A7FD01EF3}"/>
                  </a:ext>
                </a:extLst>
              </p:cNvPr>
              <p:cNvSpPr/>
              <p:nvPr/>
            </p:nvSpPr>
            <p:spPr>
              <a:xfrm>
                <a:off x="6183866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2" name="pg622">
                <a:extLst>
                  <a:ext uri="{FF2B5EF4-FFF2-40B4-BE49-F238E27FC236}">
                    <a16:creationId xmlns:a16="http://schemas.microsoft.com/office/drawing/2014/main" id="{F9432B4A-F058-E4FC-D920-65C2AA24866E}"/>
                  </a:ext>
                </a:extLst>
              </p:cNvPr>
              <p:cNvSpPr/>
              <p:nvPr/>
            </p:nvSpPr>
            <p:spPr>
              <a:xfrm>
                <a:off x="6195504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3" name="pg623">
                <a:extLst>
                  <a:ext uri="{FF2B5EF4-FFF2-40B4-BE49-F238E27FC236}">
                    <a16:creationId xmlns:a16="http://schemas.microsoft.com/office/drawing/2014/main" id="{15505DF4-E47E-32A4-C566-7AD29F4F257B}"/>
                  </a:ext>
                </a:extLst>
              </p:cNvPr>
              <p:cNvSpPr/>
              <p:nvPr/>
            </p:nvSpPr>
            <p:spPr>
              <a:xfrm>
                <a:off x="6207141" y="29223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4" name="pg624">
                <a:extLst>
                  <a:ext uri="{FF2B5EF4-FFF2-40B4-BE49-F238E27FC236}">
                    <a16:creationId xmlns:a16="http://schemas.microsoft.com/office/drawing/2014/main" id="{5F6F696D-4C3B-BC5A-40CE-B8314874668A}"/>
                  </a:ext>
                </a:extLst>
              </p:cNvPr>
              <p:cNvSpPr/>
              <p:nvPr/>
            </p:nvSpPr>
            <p:spPr>
              <a:xfrm>
                <a:off x="5753285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5" name="pg625">
                <a:extLst>
                  <a:ext uri="{FF2B5EF4-FFF2-40B4-BE49-F238E27FC236}">
                    <a16:creationId xmlns:a16="http://schemas.microsoft.com/office/drawing/2014/main" id="{26E2C5A6-9E11-5046-9D0F-27F30ABE2ADA}"/>
                  </a:ext>
                </a:extLst>
              </p:cNvPr>
              <p:cNvSpPr/>
              <p:nvPr/>
            </p:nvSpPr>
            <p:spPr>
              <a:xfrm>
                <a:off x="576492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6" name="pg626">
                <a:extLst>
                  <a:ext uri="{FF2B5EF4-FFF2-40B4-BE49-F238E27FC236}">
                    <a16:creationId xmlns:a16="http://schemas.microsoft.com/office/drawing/2014/main" id="{7512BA96-8627-FCBE-E85B-61AD8F87436B}"/>
                  </a:ext>
                </a:extLst>
              </p:cNvPr>
              <p:cNvSpPr/>
              <p:nvPr/>
            </p:nvSpPr>
            <p:spPr>
              <a:xfrm>
                <a:off x="5776560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7" name="pg627">
                <a:extLst>
                  <a:ext uri="{FF2B5EF4-FFF2-40B4-BE49-F238E27FC236}">
                    <a16:creationId xmlns:a16="http://schemas.microsoft.com/office/drawing/2014/main" id="{A15A89D8-C691-AC6C-7FAA-ACA53B34882C}"/>
                  </a:ext>
                </a:extLst>
              </p:cNvPr>
              <p:cNvSpPr/>
              <p:nvPr/>
            </p:nvSpPr>
            <p:spPr>
              <a:xfrm>
                <a:off x="5788197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8" name="pg628">
                <a:extLst>
                  <a:ext uri="{FF2B5EF4-FFF2-40B4-BE49-F238E27FC236}">
                    <a16:creationId xmlns:a16="http://schemas.microsoft.com/office/drawing/2014/main" id="{4E753EB6-A131-B7BB-17B5-1C24F1DA669C}"/>
                  </a:ext>
                </a:extLst>
              </p:cNvPr>
              <p:cNvSpPr/>
              <p:nvPr/>
            </p:nvSpPr>
            <p:spPr>
              <a:xfrm>
                <a:off x="579983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29" name="pg629">
                <a:extLst>
                  <a:ext uri="{FF2B5EF4-FFF2-40B4-BE49-F238E27FC236}">
                    <a16:creationId xmlns:a16="http://schemas.microsoft.com/office/drawing/2014/main" id="{7535403E-CAC0-019D-98C5-DD69AE3033EE}"/>
                  </a:ext>
                </a:extLst>
              </p:cNvPr>
              <p:cNvSpPr/>
              <p:nvPr/>
            </p:nvSpPr>
            <p:spPr>
              <a:xfrm>
                <a:off x="581147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0" name="pg630">
                <a:extLst>
                  <a:ext uri="{FF2B5EF4-FFF2-40B4-BE49-F238E27FC236}">
                    <a16:creationId xmlns:a16="http://schemas.microsoft.com/office/drawing/2014/main" id="{809F4BD7-E189-7637-72C4-7E4E149F45F4}"/>
                  </a:ext>
                </a:extLst>
              </p:cNvPr>
              <p:cNvSpPr/>
              <p:nvPr/>
            </p:nvSpPr>
            <p:spPr>
              <a:xfrm>
                <a:off x="5823109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1" name="pg631">
                <a:extLst>
                  <a:ext uri="{FF2B5EF4-FFF2-40B4-BE49-F238E27FC236}">
                    <a16:creationId xmlns:a16="http://schemas.microsoft.com/office/drawing/2014/main" id="{B1D0B627-E53D-D682-F5DB-95DD1F9345A9}"/>
                  </a:ext>
                </a:extLst>
              </p:cNvPr>
              <p:cNvSpPr/>
              <p:nvPr/>
            </p:nvSpPr>
            <p:spPr>
              <a:xfrm>
                <a:off x="583474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2" name="pg632">
                <a:extLst>
                  <a:ext uri="{FF2B5EF4-FFF2-40B4-BE49-F238E27FC236}">
                    <a16:creationId xmlns:a16="http://schemas.microsoft.com/office/drawing/2014/main" id="{7ECE6AD1-1F7B-1E32-0B15-60A304595223}"/>
                  </a:ext>
                </a:extLst>
              </p:cNvPr>
              <p:cNvSpPr/>
              <p:nvPr/>
            </p:nvSpPr>
            <p:spPr>
              <a:xfrm>
                <a:off x="584638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3" name="pg633">
                <a:extLst>
                  <a:ext uri="{FF2B5EF4-FFF2-40B4-BE49-F238E27FC236}">
                    <a16:creationId xmlns:a16="http://schemas.microsoft.com/office/drawing/2014/main" id="{2FF00D67-9D7F-C01C-090D-CE1775C698F4}"/>
                  </a:ext>
                </a:extLst>
              </p:cNvPr>
              <p:cNvSpPr/>
              <p:nvPr/>
            </p:nvSpPr>
            <p:spPr>
              <a:xfrm>
                <a:off x="5858021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4" name="pg634">
                <a:extLst>
                  <a:ext uri="{FF2B5EF4-FFF2-40B4-BE49-F238E27FC236}">
                    <a16:creationId xmlns:a16="http://schemas.microsoft.com/office/drawing/2014/main" id="{E681FAF5-9EED-C9B2-2AE8-63E620B140B6}"/>
                  </a:ext>
                </a:extLst>
              </p:cNvPr>
              <p:cNvSpPr/>
              <p:nvPr/>
            </p:nvSpPr>
            <p:spPr>
              <a:xfrm>
                <a:off x="5869658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5" name="pg635">
                <a:extLst>
                  <a:ext uri="{FF2B5EF4-FFF2-40B4-BE49-F238E27FC236}">
                    <a16:creationId xmlns:a16="http://schemas.microsoft.com/office/drawing/2014/main" id="{CB3672CB-2CC3-D623-925F-C96A5C58C525}"/>
                  </a:ext>
                </a:extLst>
              </p:cNvPr>
              <p:cNvSpPr/>
              <p:nvPr/>
            </p:nvSpPr>
            <p:spPr>
              <a:xfrm>
                <a:off x="588129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6" name="pg636">
                <a:extLst>
                  <a:ext uri="{FF2B5EF4-FFF2-40B4-BE49-F238E27FC236}">
                    <a16:creationId xmlns:a16="http://schemas.microsoft.com/office/drawing/2014/main" id="{4C23B65D-14E3-BB16-2F6C-0E03C1639B70}"/>
                  </a:ext>
                </a:extLst>
              </p:cNvPr>
              <p:cNvSpPr/>
              <p:nvPr/>
            </p:nvSpPr>
            <p:spPr>
              <a:xfrm>
                <a:off x="5892933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7" name="pg637">
                <a:extLst>
                  <a:ext uri="{FF2B5EF4-FFF2-40B4-BE49-F238E27FC236}">
                    <a16:creationId xmlns:a16="http://schemas.microsoft.com/office/drawing/2014/main" id="{A3A7D742-BF86-631B-5477-8693ED2F400C}"/>
                  </a:ext>
                </a:extLst>
              </p:cNvPr>
              <p:cNvSpPr/>
              <p:nvPr/>
            </p:nvSpPr>
            <p:spPr>
              <a:xfrm>
                <a:off x="616059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8" name="pg638">
                <a:extLst>
                  <a:ext uri="{FF2B5EF4-FFF2-40B4-BE49-F238E27FC236}">
                    <a16:creationId xmlns:a16="http://schemas.microsoft.com/office/drawing/2014/main" id="{6FCCFFEB-7A1A-C102-6D13-C5E11097CA19}"/>
                  </a:ext>
                </a:extLst>
              </p:cNvPr>
              <p:cNvSpPr/>
              <p:nvPr/>
            </p:nvSpPr>
            <p:spPr>
              <a:xfrm>
                <a:off x="6172229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39" name="pg639">
                <a:extLst>
                  <a:ext uri="{FF2B5EF4-FFF2-40B4-BE49-F238E27FC236}">
                    <a16:creationId xmlns:a16="http://schemas.microsoft.com/office/drawing/2014/main" id="{D3D5BA83-30DE-A778-7C89-7B5B67223792}"/>
                  </a:ext>
                </a:extLst>
              </p:cNvPr>
              <p:cNvSpPr/>
              <p:nvPr/>
            </p:nvSpPr>
            <p:spPr>
              <a:xfrm>
                <a:off x="618386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0" name="pg640">
                <a:extLst>
                  <a:ext uri="{FF2B5EF4-FFF2-40B4-BE49-F238E27FC236}">
                    <a16:creationId xmlns:a16="http://schemas.microsoft.com/office/drawing/2014/main" id="{DDC8A14F-9127-A54A-FA13-7C093FCAD1A7}"/>
                  </a:ext>
                </a:extLst>
              </p:cNvPr>
              <p:cNvSpPr/>
              <p:nvPr/>
            </p:nvSpPr>
            <p:spPr>
              <a:xfrm>
                <a:off x="619550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1" name="pg641">
                <a:extLst>
                  <a:ext uri="{FF2B5EF4-FFF2-40B4-BE49-F238E27FC236}">
                    <a16:creationId xmlns:a16="http://schemas.microsoft.com/office/drawing/2014/main" id="{EFD9E259-DBCA-0965-B767-D7F5047A9F9B}"/>
                  </a:ext>
                </a:extLst>
              </p:cNvPr>
              <p:cNvSpPr/>
              <p:nvPr/>
            </p:nvSpPr>
            <p:spPr>
              <a:xfrm>
                <a:off x="6207141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2" name="pg642">
                <a:extLst>
                  <a:ext uri="{FF2B5EF4-FFF2-40B4-BE49-F238E27FC236}">
                    <a16:creationId xmlns:a16="http://schemas.microsoft.com/office/drawing/2014/main" id="{024FC7D2-C057-A0A2-D1AD-28385632FADD}"/>
                  </a:ext>
                </a:extLst>
              </p:cNvPr>
              <p:cNvSpPr/>
              <p:nvPr/>
            </p:nvSpPr>
            <p:spPr>
              <a:xfrm>
                <a:off x="6218778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3" name="pg643">
                <a:extLst>
                  <a:ext uri="{FF2B5EF4-FFF2-40B4-BE49-F238E27FC236}">
                    <a16:creationId xmlns:a16="http://schemas.microsoft.com/office/drawing/2014/main" id="{0EFC1699-5023-2EFF-F6C1-5D1BDAB2E449}"/>
                  </a:ext>
                </a:extLst>
              </p:cNvPr>
              <p:cNvSpPr/>
              <p:nvPr/>
            </p:nvSpPr>
            <p:spPr>
              <a:xfrm>
                <a:off x="6230416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4" name="pg644">
                <a:extLst>
                  <a:ext uri="{FF2B5EF4-FFF2-40B4-BE49-F238E27FC236}">
                    <a16:creationId xmlns:a16="http://schemas.microsoft.com/office/drawing/2014/main" id="{7C286527-6B1D-56AC-705B-648EC767A78E}"/>
                  </a:ext>
                </a:extLst>
              </p:cNvPr>
              <p:cNvSpPr/>
              <p:nvPr/>
            </p:nvSpPr>
            <p:spPr>
              <a:xfrm>
                <a:off x="6276965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5" name="pg645">
                <a:extLst>
                  <a:ext uri="{FF2B5EF4-FFF2-40B4-BE49-F238E27FC236}">
                    <a16:creationId xmlns:a16="http://schemas.microsoft.com/office/drawing/2014/main" id="{B1D74A2A-9F46-280B-29AD-A26E533C2403}"/>
                  </a:ext>
                </a:extLst>
              </p:cNvPr>
              <p:cNvSpPr/>
              <p:nvPr/>
            </p:nvSpPr>
            <p:spPr>
              <a:xfrm>
                <a:off x="6288602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6" name="pg646">
                <a:extLst>
                  <a:ext uri="{FF2B5EF4-FFF2-40B4-BE49-F238E27FC236}">
                    <a16:creationId xmlns:a16="http://schemas.microsoft.com/office/drawing/2014/main" id="{7DAED7AE-52E3-C0D2-3D72-62F6FC3B1F34}"/>
                  </a:ext>
                </a:extLst>
              </p:cNvPr>
              <p:cNvSpPr/>
              <p:nvPr/>
            </p:nvSpPr>
            <p:spPr>
              <a:xfrm>
                <a:off x="6300240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7" name="pg647">
                <a:extLst>
                  <a:ext uri="{FF2B5EF4-FFF2-40B4-BE49-F238E27FC236}">
                    <a16:creationId xmlns:a16="http://schemas.microsoft.com/office/drawing/2014/main" id="{E7017252-72B8-B11D-BE11-F6AE30944B29}"/>
                  </a:ext>
                </a:extLst>
              </p:cNvPr>
              <p:cNvSpPr/>
              <p:nvPr/>
            </p:nvSpPr>
            <p:spPr>
              <a:xfrm>
                <a:off x="6311877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8" name="pg648">
                <a:extLst>
                  <a:ext uri="{FF2B5EF4-FFF2-40B4-BE49-F238E27FC236}">
                    <a16:creationId xmlns:a16="http://schemas.microsoft.com/office/drawing/2014/main" id="{5088D7F3-687B-D0D5-E938-E3CB8EAAAA3F}"/>
                  </a:ext>
                </a:extLst>
              </p:cNvPr>
              <p:cNvSpPr/>
              <p:nvPr/>
            </p:nvSpPr>
            <p:spPr>
              <a:xfrm>
                <a:off x="6323514" y="29366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49" name="pg649">
                <a:extLst>
                  <a:ext uri="{FF2B5EF4-FFF2-40B4-BE49-F238E27FC236}">
                    <a16:creationId xmlns:a16="http://schemas.microsoft.com/office/drawing/2014/main" id="{785695F6-252C-6437-1B3C-9BFE3178FCBE}"/>
                  </a:ext>
                </a:extLst>
              </p:cNvPr>
              <p:cNvSpPr/>
              <p:nvPr/>
            </p:nvSpPr>
            <p:spPr>
              <a:xfrm>
                <a:off x="574164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0" name="pg650">
                <a:extLst>
                  <a:ext uri="{FF2B5EF4-FFF2-40B4-BE49-F238E27FC236}">
                    <a16:creationId xmlns:a16="http://schemas.microsoft.com/office/drawing/2014/main" id="{4D7E5CEB-1DF2-F6CB-8092-A929C07DB385}"/>
                  </a:ext>
                </a:extLst>
              </p:cNvPr>
              <p:cNvSpPr/>
              <p:nvPr/>
            </p:nvSpPr>
            <p:spPr>
              <a:xfrm>
                <a:off x="5753285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1" name="pg651">
                <a:extLst>
                  <a:ext uri="{FF2B5EF4-FFF2-40B4-BE49-F238E27FC236}">
                    <a16:creationId xmlns:a16="http://schemas.microsoft.com/office/drawing/2014/main" id="{818ED39A-2F63-AFE7-72C7-FEBADC28F4A2}"/>
                  </a:ext>
                </a:extLst>
              </p:cNvPr>
              <p:cNvSpPr/>
              <p:nvPr/>
            </p:nvSpPr>
            <p:spPr>
              <a:xfrm>
                <a:off x="576492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2" name="pg652">
                <a:extLst>
                  <a:ext uri="{FF2B5EF4-FFF2-40B4-BE49-F238E27FC236}">
                    <a16:creationId xmlns:a16="http://schemas.microsoft.com/office/drawing/2014/main" id="{B571189B-F70B-0DC6-270C-F4559E8BE84F}"/>
                  </a:ext>
                </a:extLst>
              </p:cNvPr>
              <p:cNvSpPr/>
              <p:nvPr/>
            </p:nvSpPr>
            <p:spPr>
              <a:xfrm>
                <a:off x="5776560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3" name="pg653">
                <a:extLst>
                  <a:ext uri="{FF2B5EF4-FFF2-40B4-BE49-F238E27FC236}">
                    <a16:creationId xmlns:a16="http://schemas.microsoft.com/office/drawing/2014/main" id="{5AC4D415-5717-B866-75DB-F78206319719}"/>
                  </a:ext>
                </a:extLst>
              </p:cNvPr>
              <p:cNvSpPr/>
              <p:nvPr/>
            </p:nvSpPr>
            <p:spPr>
              <a:xfrm>
                <a:off x="5788197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4" name="pg654">
                <a:extLst>
                  <a:ext uri="{FF2B5EF4-FFF2-40B4-BE49-F238E27FC236}">
                    <a16:creationId xmlns:a16="http://schemas.microsoft.com/office/drawing/2014/main" id="{F5EE3B4F-E4DA-D78B-E81A-89B450DA94AA}"/>
                  </a:ext>
                </a:extLst>
              </p:cNvPr>
              <p:cNvSpPr/>
              <p:nvPr/>
            </p:nvSpPr>
            <p:spPr>
              <a:xfrm>
                <a:off x="579983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5" name="pg655">
                <a:extLst>
                  <a:ext uri="{FF2B5EF4-FFF2-40B4-BE49-F238E27FC236}">
                    <a16:creationId xmlns:a16="http://schemas.microsoft.com/office/drawing/2014/main" id="{ED666F4C-84AB-8237-D19E-4A970B5E47D1}"/>
                  </a:ext>
                </a:extLst>
              </p:cNvPr>
              <p:cNvSpPr/>
              <p:nvPr/>
            </p:nvSpPr>
            <p:spPr>
              <a:xfrm>
                <a:off x="581147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6" name="pg656">
                <a:extLst>
                  <a:ext uri="{FF2B5EF4-FFF2-40B4-BE49-F238E27FC236}">
                    <a16:creationId xmlns:a16="http://schemas.microsoft.com/office/drawing/2014/main" id="{57E2A218-F67D-E733-EDAB-47E86771EBC4}"/>
                  </a:ext>
                </a:extLst>
              </p:cNvPr>
              <p:cNvSpPr/>
              <p:nvPr/>
            </p:nvSpPr>
            <p:spPr>
              <a:xfrm>
                <a:off x="5823109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7" name="pg657">
                <a:extLst>
                  <a:ext uri="{FF2B5EF4-FFF2-40B4-BE49-F238E27FC236}">
                    <a16:creationId xmlns:a16="http://schemas.microsoft.com/office/drawing/2014/main" id="{77A370DD-CAA1-E3C3-16D5-F227571B8BDA}"/>
                  </a:ext>
                </a:extLst>
              </p:cNvPr>
              <p:cNvSpPr/>
              <p:nvPr/>
            </p:nvSpPr>
            <p:spPr>
              <a:xfrm>
                <a:off x="583474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8" name="pg658">
                <a:extLst>
                  <a:ext uri="{FF2B5EF4-FFF2-40B4-BE49-F238E27FC236}">
                    <a16:creationId xmlns:a16="http://schemas.microsoft.com/office/drawing/2014/main" id="{2F00A569-2C36-B2D5-57B0-EE17217FBB91}"/>
                  </a:ext>
                </a:extLst>
              </p:cNvPr>
              <p:cNvSpPr/>
              <p:nvPr/>
            </p:nvSpPr>
            <p:spPr>
              <a:xfrm>
                <a:off x="584638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59" name="pg659">
                <a:extLst>
                  <a:ext uri="{FF2B5EF4-FFF2-40B4-BE49-F238E27FC236}">
                    <a16:creationId xmlns:a16="http://schemas.microsoft.com/office/drawing/2014/main" id="{05BDA693-CBEE-852B-DF3E-2CAC11FAC725}"/>
                  </a:ext>
                </a:extLst>
              </p:cNvPr>
              <p:cNvSpPr/>
              <p:nvPr/>
            </p:nvSpPr>
            <p:spPr>
              <a:xfrm>
                <a:off x="5858021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0" name="pg660">
                <a:extLst>
                  <a:ext uri="{FF2B5EF4-FFF2-40B4-BE49-F238E27FC236}">
                    <a16:creationId xmlns:a16="http://schemas.microsoft.com/office/drawing/2014/main" id="{7C0B4DE6-F357-0322-D2E1-9D561E0270A0}"/>
                  </a:ext>
                </a:extLst>
              </p:cNvPr>
              <p:cNvSpPr/>
              <p:nvPr/>
            </p:nvSpPr>
            <p:spPr>
              <a:xfrm>
                <a:off x="586965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1" name="pg661">
                <a:extLst>
                  <a:ext uri="{FF2B5EF4-FFF2-40B4-BE49-F238E27FC236}">
                    <a16:creationId xmlns:a16="http://schemas.microsoft.com/office/drawing/2014/main" id="{0915E2FB-E9EA-6A87-249A-70D0BA62C133}"/>
                  </a:ext>
                </a:extLst>
              </p:cNvPr>
              <p:cNvSpPr/>
              <p:nvPr/>
            </p:nvSpPr>
            <p:spPr>
              <a:xfrm>
                <a:off x="588129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2" name="pg662">
                <a:extLst>
                  <a:ext uri="{FF2B5EF4-FFF2-40B4-BE49-F238E27FC236}">
                    <a16:creationId xmlns:a16="http://schemas.microsoft.com/office/drawing/2014/main" id="{D89BC2AB-518A-7B8A-5EF4-24A11B025906}"/>
                  </a:ext>
                </a:extLst>
              </p:cNvPr>
              <p:cNvSpPr/>
              <p:nvPr/>
            </p:nvSpPr>
            <p:spPr>
              <a:xfrm>
                <a:off x="6172229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3" name="pg663">
                <a:extLst>
                  <a:ext uri="{FF2B5EF4-FFF2-40B4-BE49-F238E27FC236}">
                    <a16:creationId xmlns:a16="http://schemas.microsoft.com/office/drawing/2014/main" id="{1B8956D0-B9A1-A0D8-6A08-DC07E714FC73}"/>
                  </a:ext>
                </a:extLst>
              </p:cNvPr>
              <p:cNvSpPr/>
              <p:nvPr/>
            </p:nvSpPr>
            <p:spPr>
              <a:xfrm>
                <a:off x="618386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4" name="pg664">
                <a:extLst>
                  <a:ext uri="{FF2B5EF4-FFF2-40B4-BE49-F238E27FC236}">
                    <a16:creationId xmlns:a16="http://schemas.microsoft.com/office/drawing/2014/main" id="{1D20D166-7981-C830-C96D-D07E0FAD77AA}"/>
                  </a:ext>
                </a:extLst>
              </p:cNvPr>
              <p:cNvSpPr/>
              <p:nvPr/>
            </p:nvSpPr>
            <p:spPr>
              <a:xfrm>
                <a:off x="619550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5" name="pg665">
                <a:extLst>
                  <a:ext uri="{FF2B5EF4-FFF2-40B4-BE49-F238E27FC236}">
                    <a16:creationId xmlns:a16="http://schemas.microsoft.com/office/drawing/2014/main" id="{9F7C110D-E3EC-9EA7-898E-645632E29570}"/>
                  </a:ext>
                </a:extLst>
              </p:cNvPr>
              <p:cNvSpPr/>
              <p:nvPr/>
            </p:nvSpPr>
            <p:spPr>
              <a:xfrm>
                <a:off x="6207141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6" name="pg666">
                <a:extLst>
                  <a:ext uri="{FF2B5EF4-FFF2-40B4-BE49-F238E27FC236}">
                    <a16:creationId xmlns:a16="http://schemas.microsoft.com/office/drawing/2014/main" id="{99E13100-F178-3730-4A66-D3177DA7B678}"/>
                  </a:ext>
                </a:extLst>
              </p:cNvPr>
              <p:cNvSpPr/>
              <p:nvPr/>
            </p:nvSpPr>
            <p:spPr>
              <a:xfrm>
                <a:off x="621877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7" name="pg667">
                <a:extLst>
                  <a:ext uri="{FF2B5EF4-FFF2-40B4-BE49-F238E27FC236}">
                    <a16:creationId xmlns:a16="http://schemas.microsoft.com/office/drawing/2014/main" id="{E4635E70-1A64-0D00-D36A-867DE23BD0A2}"/>
                  </a:ext>
                </a:extLst>
              </p:cNvPr>
              <p:cNvSpPr/>
              <p:nvPr/>
            </p:nvSpPr>
            <p:spPr>
              <a:xfrm>
                <a:off x="6230416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8" name="pg668">
                <a:extLst>
                  <a:ext uri="{FF2B5EF4-FFF2-40B4-BE49-F238E27FC236}">
                    <a16:creationId xmlns:a16="http://schemas.microsoft.com/office/drawing/2014/main" id="{1C7963A6-2A68-1D05-9502-8CEDE7ABCEE8}"/>
                  </a:ext>
                </a:extLst>
              </p:cNvPr>
              <p:cNvSpPr/>
              <p:nvPr/>
            </p:nvSpPr>
            <p:spPr>
              <a:xfrm>
                <a:off x="6242053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69" name="pg669">
                <a:extLst>
                  <a:ext uri="{FF2B5EF4-FFF2-40B4-BE49-F238E27FC236}">
                    <a16:creationId xmlns:a16="http://schemas.microsoft.com/office/drawing/2014/main" id="{76ED227E-DF6F-2253-9BAE-33AC56BCFF6D}"/>
                  </a:ext>
                </a:extLst>
              </p:cNvPr>
              <p:cNvSpPr/>
              <p:nvPr/>
            </p:nvSpPr>
            <p:spPr>
              <a:xfrm>
                <a:off x="6265328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0" name="pg670">
                <a:extLst>
                  <a:ext uri="{FF2B5EF4-FFF2-40B4-BE49-F238E27FC236}">
                    <a16:creationId xmlns:a16="http://schemas.microsoft.com/office/drawing/2014/main" id="{F130FAB6-8E6E-8853-CD44-0BFEEE45EB83}"/>
                  </a:ext>
                </a:extLst>
              </p:cNvPr>
              <p:cNvSpPr/>
              <p:nvPr/>
            </p:nvSpPr>
            <p:spPr>
              <a:xfrm>
                <a:off x="6276965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1" name="pg671">
                <a:extLst>
                  <a:ext uri="{FF2B5EF4-FFF2-40B4-BE49-F238E27FC236}">
                    <a16:creationId xmlns:a16="http://schemas.microsoft.com/office/drawing/2014/main" id="{140C8D55-0E74-D8A9-E891-56DBB5CB6DAC}"/>
                  </a:ext>
                </a:extLst>
              </p:cNvPr>
              <p:cNvSpPr/>
              <p:nvPr/>
            </p:nvSpPr>
            <p:spPr>
              <a:xfrm>
                <a:off x="628860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2" name="pg672">
                <a:extLst>
                  <a:ext uri="{FF2B5EF4-FFF2-40B4-BE49-F238E27FC236}">
                    <a16:creationId xmlns:a16="http://schemas.microsoft.com/office/drawing/2014/main" id="{51B5EFAC-B6A0-455C-7996-38047B44F694}"/>
                  </a:ext>
                </a:extLst>
              </p:cNvPr>
              <p:cNvSpPr/>
              <p:nvPr/>
            </p:nvSpPr>
            <p:spPr>
              <a:xfrm>
                <a:off x="6300240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3" name="pg673">
                <a:extLst>
                  <a:ext uri="{FF2B5EF4-FFF2-40B4-BE49-F238E27FC236}">
                    <a16:creationId xmlns:a16="http://schemas.microsoft.com/office/drawing/2014/main" id="{5E13BB6A-99E1-F985-733C-589DFE28DF13}"/>
                  </a:ext>
                </a:extLst>
              </p:cNvPr>
              <p:cNvSpPr/>
              <p:nvPr/>
            </p:nvSpPr>
            <p:spPr>
              <a:xfrm>
                <a:off x="6311877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4" name="pg674">
                <a:extLst>
                  <a:ext uri="{FF2B5EF4-FFF2-40B4-BE49-F238E27FC236}">
                    <a16:creationId xmlns:a16="http://schemas.microsoft.com/office/drawing/2014/main" id="{B57CE9E6-0A5F-9177-8CD0-BE7F5A4EBE2B}"/>
                  </a:ext>
                </a:extLst>
              </p:cNvPr>
              <p:cNvSpPr/>
              <p:nvPr/>
            </p:nvSpPr>
            <p:spPr>
              <a:xfrm>
                <a:off x="6323514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5" name="pg675">
                <a:extLst>
                  <a:ext uri="{FF2B5EF4-FFF2-40B4-BE49-F238E27FC236}">
                    <a16:creationId xmlns:a16="http://schemas.microsoft.com/office/drawing/2014/main" id="{9B172165-CD2B-6710-BD49-64FB89BFA649}"/>
                  </a:ext>
                </a:extLst>
              </p:cNvPr>
              <p:cNvSpPr/>
              <p:nvPr/>
            </p:nvSpPr>
            <p:spPr>
              <a:xfrm>
                <a:off x="6335152" y="29509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6" name="pg676">
                <a:extLst>
                  <a:ext uri="{FF2B5EF4-FFF2-40B4-BE49-F238E27FC236}">
                    <a16:creationId xmlns:a16="http://schemas.microsoft.com/office/drawing/2014/main" id="{B230BAF4-EDF1-F77F-DDB8-75ACF4BF1FA0}"/>
                  </a:ext>
                </a:extLst>
              </p:cNvPr>
              <p:cNvSpPr/>
              <p:nvPr/>
            </p:nvSpPr>
            <p:spPr>
              <a:xfrm>
                <a:off x="573001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7" name="pg677">
                <a:extLst>
                  <a:ext uri="{FF2B5EF4-FFF2-40B4-BE49-F238E27FC236}">
                    <a16:creationId xmlns:a16="http://schemas.microsoft.com/office/drawing/2014/main" id="{4DB092E0-A4A4-0FA4-F9C4-823E97F4E084}"/>
                  </a:ext>
                </a:extLst>
              </p:cNvPr>
              <p:cNvSpPr/>
              <p:nvPr/>
            </p:nvSpPr>
            <p:spPr>
              <a:xfrm>
                <a:off x="574164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8" name="pg678">
                <a:extLst>
                  <a:ext uri="{FF2B5EF4-FFF2-40B4-BE49-F238E27FC236}">
                    <a16:creationId xmlns:a16="http://schemas.microsoft.com/office/drawing/2014/main" id="{0E424B10-9611-5FBF-CA39-C93C5B87B15C}"/>
                  </a:ext>
                </a:extLst>
              </p:cNvPr>
              <p:cNvSpPr/>
              <p:nvPr/>
            </p:nvSpPr>
            <p:spPr>
              <a:xfrm>
                <a:off x="5753285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79" name="pg679">
                <a:extLst>
                  <a:ext uri="{FF2B5EF4-FFF2-40B4-BE49-F238E27FC236}">
                    <a16:creationId xmlns:a16="http://schemas.microsoft.com/office/drawing/2014/main" id="{70EA591E-AC60-7352-5B38-A318F7F7285A}"/>
                  </a:ext>
                </a:extLst>
              </p:cNvPr>
              <p:cNvSpPr/>
              <p:nvPr/>
            </p:nvSpPr>
            <p:spPr>
              <a:xfrm>
                <a:off x="576492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0" name="pg680">
                <a:extLst>
                  <a:ext uri="{FF2B5EF4-FFF2-40B4-BE49-F238E27FC236}">
                    <a16:creationId xmlns:a16="http://schemas.microsoft.com/office/drawing/2014/main" id="{747611CD-E422-31F6-218F-504740A6338C}"/>
                  </a:ext>
                </a:extLst>
              </p:cNvPr>
              <p:cNvSpPr/>
              <p:nvPr/>
            </p:nvSpPr>
            <p:spPr>
              <a:xfrm>
                <a:off x="577656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1" name="pg681">
                <a:extLst>
                  <a:ext uri="{FF2B5EF4-FFF2-40B4-BE49-F238E27FC236}">
                    <a16:creationId xmlns:a16="http://schemas.microsoft.com/office/drawing/2014/main" id="{9277E5BE-CBD0-7C92-2CBD-923D53BBC3BB}"/>
                  </a:ext>
                </a:extLst>
              </p:cNvPr>
              <p:cNvSpPr/>
              <p:nvPr/>
            </p:nvSpPr>
            <p:spPr>
              <a:xfrm>
                <a:off x="5788197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2" name="pg682">
                <a:extLst>
                  <a:ext uri="{FF2B5EF4-FFF2-40B4-BE49-F238E27FC236}">
                    <a16:creationId xmlns:a16="http://schemas.microsoft.com/office/drawing/2014/main" id="{ACE4AD9F-DB3D-CCC6-838B-E5C3BAE64A1B}"/>
                  </a:ext>
                </a:extLst>
              </p:cNvPr>
              <p:cNvSpPr/>
              <p:nvPr/>
            </p:nvSpPr>
            <p:spPr>
              <a:xfrm>
                <a:off x="579983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3" name="pg683">
                <a:extLst>
                  <a:ext uri="{FF2B5EF4-FFF2-40B4-BE49-F238E27FC236}">
                    <a16:creationId xmlns:a16="http://schemas.microsoft.com/office/drawing/2014/main" id="{9E6414BF-B346-DEE0-BB75-D41F9DBC21AB}"/>
                  </a:ext>
                </a:extLst>
              </p:cNvPr>
              <p:cNvSpPr/>
              <p:nvPr/>
            </p:nvSpPr>
            <p:spPr>
              <a:xfrm>
                <a:off x="581147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4" name="pg684">
                <a:extLst>
                  <a:ext uri="{FF2B5EF4-FFF2-40B4-BE49-F238E27FC236}">
                    <a16:creationId xmlns:a16="http://schemas.microsoft.com/office/drawing/2014/main" id="{572E276C-5E0F-3553-8390-4FD6B1931502}"/>
                  </a:ext>
                </a:extLst>
              </p:cNvPr>
              <p:cNvSpPr/>
              <p:nvPr/>
            </p:nvSpPr>
            <p:spPr>
              <a:xfrm>
                <a:off x="5823109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5" name="pg685">
                <a:extLst>
                  <a:ext uri="{FF2B5EF4-FFF2-40B4-BE49-F238E27FC236}">
                    <a16:creationId xmlns:a16="http://schemas.microsoft.com/office/drawing/2014/main" id="{3B229F04-F912-44B9-180A-E51021396850}"/>
                  </a:ext>
                </a:extLst>
              </p:cNvPr>
              <p:cNvSpPr/>
              <p:nvPr/>
            </p:nvSpPr>
            <p:spPr>
              <a:xfrm>
                <a:off x="583474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6" name="pg686">
                <a:extLst>
                  <a:ext uri="{FF2B5EF4-FFF2-40B4-BE49-F238E27FC236}">
                    <a16:creationId xmlns:a16="http://schemas.microsoft.com/office/drawing/2014/main" id="{27B6C559-D16E-41DB-3886-46A30076E078}"/>
                  </a:ext>
                </a:extLst>
              </p:cNvPr>
              <p:cNvSpPr/>
              <p:nvPr/>
            </p:nvSpPr>
            <p:spPr>
              <a:xfrm>
                <a:off x="584638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7" name="pg687">
                <a:extLst>
                  <a:ext uri="{FF2B5EF4-FFF2-40B4-BE49-F238E27FC236}">
                    <a16:creationId xmlns:a16="http://schemas.microsoft.com/office/drawing/2014/main" id="{ECFC5016-C192-FD81-095D-163AC77E5F7F}"/>
                  </a:ext>
                </a:extLst>
              </p:cNvPr>
              <p:cNvSpPr/>
              <p:nvPr/>
            </p:nvSpPr>
            <p:spPr>
              <a:xfrm>
                <a:off x="6172229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8" name="pg688">
                <a:extLst>
                  <a:ext uri="{FF2B5EF4-FFF2-40B4-BE49-F238E27FC236}">
                    <a16:creationId xmlns:a16="http://schemas.microsoft.com/office/drawing/2014/main" id="{82399827-4AFA-662E-47BE-FADD7D520684}"/>
                  </a:ext>
                </a:extLst>
              </p:cNvPr>
              <p:cNvSpPr/>
              <p:nvPr/>
            </p:nvSpPr>
            <p:spPr>
              <a:xfrm>
                <a:off x="618386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89" name="pg689">
                <a:extLst>
                  <a:ext uri="{FF2B5EF4-FFF2-40B4-BE49-F238E27FC236}">
                    <a16:creationId xmlns:a16="http://schemas.microsoft.com/office/drawing/2014/main" id="{F0915A01-75F1-EF33-FB34-6BF70F1189C1}"/>
                  </a:ext>
                </a:extLst>
              </p:cNvPr>
              <p:cNvSpPr/>
              <p:nvPr/>
            </p:nvSpPr>
            <p:spPr>
              <a:xfrm>
                <a:off x="619550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0" name="pg690">
                <a:extLst>
                  <a:ext uri="{FF2B5EF4-FFF2-40B4-BE49-F238E27FC236}">
                    <a16:creationId xmlns:a16="http://schemas.microsoft.com/office/drawing/2014/main" id="{03A6F188-1C47-25A4-098A-3D8EB75479A7}"/>
                  </a:ext>
                </a:extLst>
              </p:cNvPr>
              <p:cNvSpPr/>
              <p:nvPr/>
            </p:nvSpPr>
            <p:spPr>
              <a:xfrm>
                <a:off x="6207141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1" name="pg691">
                <a:extLst>
                  <a:ext uri="{FF2B5EF4-FFF2-40B4-BE49-F238E27FC236}">
                    <a16:creationId xmlns:a16="http://schemas.microsoft.com/office/drawing/2014/main" id="{E5024F9C-C990-CD03-CFFE-ADA37D2D8D44}"/>
                  </a:ext>
                </a:extLst>
              </p:cNvPr>
              <p:cNvSpPr/>
              <p:nvPr/>
            </p:nvSpPr>
            <p:spPr>
              <a:xfrm>
                <a:off x="621877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2" name="pg692">
                <a:extLst>
                  <a:ext uri="{FF2B5EF4-FFF2-40B4-BE49-F238E27FC236}">
                    <a16:creationId xmlns:a16="http://schemas.microsoft.com/office/drawing/2014/main" id="{E9F8331A-1413-1FED-5584-69D82F555947}"/>
                  </a:ext>
                </a:extLst>
              </p:cNvPr>
              <p:cNvSpPr/>
              <p:nvPr/>
            </p:nvSpPr>
            <p:spPr>
              <a:xfrm>
                <a:off x="6230416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3" name="pg693">
                <a:extLst>
                  <a:ext uri="{FF2B5EF4-FFF2-40B4-BE49-F238E27FC236}">
                    <a16:creationId xmlns:a16="http://schemas.microsoft.com/office/drawing/2014/main" id="{8D1A1CE8-EAB5-3BAD-B4A3-5A730CCBC3B7}"/>
                  </a:ext>
                </a:extLst>
              </p:cNvPr>
              <p:cNvSpPr/>
              <p:nvPr/>
            </p:nvSpPr>
            <p:spPr>
              <a:xfrm>
                <a:off x="6242053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4" name="pg694">
                <a:extLst>
                  <a:ext uri="{FF2B5EF4-FFF2-40B4-BE49-F238E27FC236}">
                    <a16:creationId xmlns:a16="http://schemas.microsoft.com/office/drawing/2014/main" id="{76F2A3A8-F33E-45B1-2C8A-0D656D376AE3}"/>
                  </a:ext>
                </a:extLst>
              </p:cNvPr>
              <p:cNvSpPr/>
              <p:nvPr/>
            </p:nvSpPr>
            <p:spPr>
              <a:xfrm>
                <a:off x="625369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5" name="pg695">
                <a:extLst>
                  <a:ext uri="{FF2B5EF4-FFF2-40B4-BE49-F238E27FC236}">
                    <a16:creationId xmlns:a16="http://schemas.microsoft.com/office/drawing/2014/main" id="{4F0FDABF-37C6-9370-A77A-752C20FD6DBC}"/>
                  </a:ext>
                </a:extLst>
              </p:cNvPr>
              <p:cNvSpPr/>
              <p:nvPr/>
            </p:nvSpPr>
            <p:spPr>
              <a:xfrm>
                <a:off x="6265328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6" name="pg696">
                <a:extLst>
                  <a:ext uri="{FF2B5EF4-FFF2-40B4-BE49-F238E27FC236}">
                    <a16:creationId xmlns:a16="http://schemas.microsoft.com/office/drawing/2014/main" id="{BF324C47-5B6B-B591-D59E-A8EC9936DC08}"/>
                  </a:ext>
                </a:extLst>
              </p:cNvPr>
              <p:cNvSpPr/>
              <p:nvPr/>
            </p:nvSpPr>
            <p:spPr>
              <a:xfrm>
                <a:off x="6276965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7" name="pg697">
                <a:extLst>
                  <a:ext uri="{FF2B5EF4-FFF2-40B4-BE49-F238E27FC236}">
                    <a16:creationId xmlns:a16="http://schemas.microsoft.com/office/drawing/2014/main" id="{992C88BB-81F8-21FB-B7CA-662DD034A024}"/>
                  </a:ext>
                </a:extLst>
              </p:cNvPr>
              <p:cNvSpPr/>
              <p:nvPr/>
            </p:nvSpPr>
            <p:spPr>
              <a:xfrm>
                <a:off x="628860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8" name="pg698">
                <a:extLst>
                  <a:ext uri="{FF2B5EF4-FFF2-40B4-BE49-F238E27FC236}">
                    <a16:creationId xmlns:a16="http://schemas.microsoft.com/office/drawing/2014/main" id="{596CB1E7-6B89-F972-B249-4F6A48604E1F}"/>
                  </a:ext>
                </a:extLst>
              </p:cNvPr>
              <p:cNvSpPr/>
              <p:nvPr/>
            </p:nvSpPr>
            <p:spPr>
              <a:xfrm>
                <a:off x="6300240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699" name="pg699">
                <a:extLst>
                  <a:ext uri="{FF2B5EF4-FFF2-40B4-BE49-F238E27FC236}">
                    <a16:creationId xmlns:a16="http://schemas.microsoft.com/office/drawing/2014/main" id="{2A241B7E-5BA9-D714-6EBD-47DCE463D024}"/>
                  </a:ext>
                </a:extLst>
              </p:cNvPr>
              <p:cNvSpPr/>
              <p:nvPr/>
            </p:nvSpPr>
            <p:spPr>
              <a:xfrm>
                <a:off x="6311877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0" name="pg700">
                <a:extLst>
                  <a:ext uri="{FF2B5EF4-FFF2-40B4-BE49-F238E27FC236}">
                    <a16:creationId xmlns:a16="http://schemas.microsoft.com/office/drawing/2014/main" id="{96AD052F-A591-C7FF-6D19-73198B7D2ED4}"/>
                  </a:ext>
                </a:extLst>
              </p:cNvPr>
              <p:cNvSpPr/>
              <p:nvPr/>
            </p:nvSpPr>
            <p:spPr>
              <a:xfrm>
                <a:off x="6323514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1" name="pg701">
                <a:extLst>
                  <a:ext uri="{FF2B5EF4-FFF2-40B4-BE49-F238E27FC236}">
                    <a16:creationId xmlns:a16="http://schemas.microsoft.com/office/drawing/2014/main" id="{E018D329-135E-162F-0693-2D7AC39BE778}"/>
                  </a:ext>
                </a:extLst>
              </p:cNvPr>
              <p:cNvSpPr/>
              <p:nvPr/>
            </p:nvSpPr>
            <p:spPr>
              <a:xfrm>
                <a:off x="6335152" y="29652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2" name="pg702">
                <a:extLst>
                  <a:ext uri="{FF2B5EF4-FFF2-40B4-BE49-F238E27FC236}">
                    <a16:creationId xmlns:a16="http://schemas.microsoft.com/office/drawing/2014/main" id="{909B0B72-B2EE-9FE8-4D01-67B3AFA522F6}"/>
                  </a:ext>
                </a:extLst>
              </p:cNvPr>
              <p:cNvSpPr/>
              <p:nvPr/>
            </p:nvSpPr>
            <p:spPr>
              <a:xfrm>
                <a:off x="5718373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3" name="pg703">
                <a:extLst>
                  <a:ext uri="{FF2B5EF4-FFF2-40B4-BE49-F238E27FC236}">
                    <a16:creationId xmlns:a16="http://schemas.microsoft.com/office/drawing/2014/main" id="{3D510ED7-7C99-12D9-D7D6-84E9404B4650}"/>
                  </a:ext>
                </a:extLst>
              </p:cNvPr>
              <p:cNvSpPr/>
              <p:nvPr/>
            </p:nvSpPr>
            <p:spPr>
              <a:xfrm>
                <a:off x="573001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4" name="pg704">
                <a:extLst>
                  <a:ext uri="{FF2B5EF4-FFF2-40B4-BE49-F238E27FC236}">
                    <a16:creationId xmlns:a16="http://schemas.microsoft.com/office/drawing/2014/main" id="{0F08E969-1233-8376-7807-F30E64C6ABC7}"/>
                  </a:ext>
                </a:extLst>
              </p:cNvPr>
              <p:cNvSpPr/>
              <p:nvPr/>
            </p:nvSpPr>
            <p:spPr>
              <a:xfrm>
                <a:off x="574164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5" name="pg705">
                <a:extLst>
                  <a:ext uri="{FF2B5EF4-FFF2-40B4-BE49-F238E27FC236}">
                    <a16:creationId xmlns:a16="http://schemas.microsoft.com/office/drawing/2014/main" id="{90AEB244-9160-6CD2-6B5C-63DDC1EB0C10}"/>
                  </a:ext>
                </a:extLst>
              </p:cNvPr>
              <p:cNvSpPr/>
              <p:nvPr/>
            </p:nvSpPr>
            <p:spPr>
              <a:xfrm>
                <a:off x="5753285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6" name="pg706">
                <a:extLst>
                  <a:ext uri="{FF2B5EF4-FFF2-40B4-BE49-F238E27FC236}">
                    <a16:creationId xmlns:a16="http://schemas.microsoft.com/office/drawing/2014/main" id="{9CF710DE-EC14-28DA-92EE-71988ABE4A7B}"/>
                  </a:ext>
                </a:extLst>
              </p:cNvPr>
              <p:cNvSpPr/>
              <p:nvPr/>
            </p:nvSpPr>
            <p:spPr>
              <a:xfrm>
                <a:off x="576492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7" name="pg707">
                <a:extLst>
                  <a:ext uri="{FF2B5EF4-FFF2-40B4-BE49-F238E27FC236}">
                    <a16:creationId xmlns:a16="http://schemas.microsoft.com/office/drawing/2014/main" id="{743FDB7B-0B83-1056-C029-715A3D8A98F6}"/>
                  </a:ext>
                </a:extLst>
              </p:cNvPr>
              <p:cNvSpPr/>
              <p:nvPr/>
            </p:nvSpPr>
            <p:spPr>
              <a:xfrm>
                <a:off x="577656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8" name="pg708">
                <a:extLst>
                  <a:ext uri="{FF2B5EF4-FFF2-40B4-BE49-F238E27FC236}">
                    <a16:creationId xmlns:a16="http://schemas.microsoft.com/office/drawing/2014/main" id="{3C237421-0FFF-0841-3210-EFABABB1D7A7}"/>
                  </a:ext>
                </a:extLst>
              </p:cNvPr>
              <p:cNvSpPr/>
              <p:nvPr/>
            </p:nvSpPr>
            <p:spPr>
              <a:xfrm>
                <a:off x="5788197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09" name="pg709">
                <a:extLst>
                  <a:ext uri="{FF2B5EF4-FFF2-40B4-BE49-F238E27FC236}">
                    <a16:creationId xmlns:a16="http://schemas.microsoft.com/office/drawing/2014/main" id="{2FC1AD8A-C199-690C-AB08-D33B6AC8E750}"/>
                  </a:ext>
                </a:extLst>
              </p:cNvPr>
              <p:cNvSpPr/>
              <p:nvPr/>
            </p:nvSpPr>
            <p:spPr>
              <a:xfrm>
                <a:off x="579983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0" name="pg710">
                <a:extLst>
                  <a:ext uri="{FF2B5EF4-FFF2-40B4-BE49-F238E27FC236}">
                    <a16:creationId xmlns:a16="http://schemas.microsoft.com/office/drawing/2014/main" id="{E6C9F49F-0E9D-AB22-BCAB-1233F96DCD9F}"/>
                  </a:ext>
                </a:extLst>
              </p:cNvPr>
              <p:cNvSpPr/>
              <p:nvPr/>
            </p:nvSpPr>
            <p:spPr>
              <a:xfrm>
                <a:off x="581147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1" name="pg711">
                <a:extLst>
                  <a:ext uri="{FF2B5EF4-FFF2-40B4-BE49-F238E27FC236}">
                    <a16:creationId xmlns:a16="http://schemas.microsoft.com/office/drawing/2014/main" id="{0D70F22D-C4D9-221A-DB7A-96C281BB149C}"/>
                  </a:ext>
                </a:extLst>
              </p:cNvPr>
              <p:cNvSpPr/>
              <p:nvPr/>
            </p:nvSpPr>
            <p:spPr>
              <a:xfrm>
                <a:off x="6183866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2" name="pg712">
                <a:extLst>
                  <a:ext uri="{FF2B5EF4-FFF2-40B4-BE49-F238E27FC236}">
                    <a16:creationId xmlns:a16="http://schemas.microsoft.com/office/drawing/2014/main" id="{356FA7D4-A6F5-5043-5142-FE67064A0EFC}"/>
                  </a:ext>
                </a:extLst>
              </p:cNvPr>
              <p:cNvSpPr/>
              <p:nvPr/>
            </p:nvSpPr>
            <p:spPr>
              <a:xfrm>
                <a:off x="619550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3" name="pg713">
                <a:extLst>
                  <a:ext uri="{FF2B5EF4-FFF2-40B4-BE49-F238E27FC236}">
                    <a16:creationId xmlns:a16="http://schemas.microsoft.com/office/drawing/2014/main" id="{B972D67E-3C9D-E96A-79C3-C6C1EE074FED}"/>
                  </a:ext>
                </a:extLst>
              </p:cNvPr>
              <p:cNvSpPr/>
              <p:nvPr/>
            </p:nvSpPr>
            <p:spPr>
              <a:xfrm>
                <a:off x="6207141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4" name="pg714">
                <a:extLst>
                  <a:ext uri="{FF2B5EF4-FFF2-40B4-BE49-F238E27FC236}">
                    <a16:creationId xmlns:a16="http://schemas.microsoft.com/office/drawing/2014/main" id="{442067C3-EA65-5060-4F54-64D31F6523AB}"/>
                  </a:ext>
                </a:extLst>
              </p:cNvPr>
              <p:cNvSpPr/>
              <p:nvPr/>
            </p:nvSpPr>
            <p:spPr>
              <a:xfrm>
                <a:off x="621877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5" name="pg715">
                <a:extLst>
                  <a:ext uri="{FF2B5EF4-FFF2-40B4-BE49-F238E27FC236}">
                    <a16:creationId xmlns:a16="http://schemas.microsoft.com/office/drawing/2014/main" id="{64E1D69C-97E5-FE7D-7933-D33130FAB9C0}"/>
                  </a:ext>
                </a:extLst>
              </p:cNvPr>
              <p:cNvSpPr/>
              <p:nvPr/>
            </p:nvSpPr>
            <p:spPr>
              <a:xfrm>
                <a:off x="6230416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6" name="pg716">
                <a:extLst>
                  <a:ext uri="{FF2B5EF4-FFF2-40B4-BE49-F238E27FC236}">
                    <a16:creationId xmlns:a16="http://schemas.microsoft.com/office/drawing/2014/main" id="{EF653608-304C-B27A-F41D-FAAB0E208300}"/>
                  </a:ext>
                </a:extLst>
              </p:cNvPr>
              <p:cNvSpPr/>
              <p:nvPr/>
            </p:nvSpPr>
            <p:spPr>
              <a:xfrm>
                <a:off x="6242053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7" name="pg717">
                <a:extLst>
                  <a:ext uri="{FF2B5EF4-FFF2-40B4-BE49-F238E27FC236}">
                    <a16:creationId xmlns:a16="http://schemas.microsoft.com/office/drawing/2014/main" id="{D379C253-4443-7A1B-1371-9E7277E9AE52}"/>
                  </a:ext>
                </a:extLst>
              </p:cNvPr>
              <p:cNvSpPr/>
              <p:nvPr/>
            </p:nvSpPr>
            <p:spPr>
              <a:xfrm>
                <a:off x="625369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8" name="pg718">
                <a:extLst>
                  <a:ext uri="{FF2B5EF4-FFF2-40B4-BE49-F238E27FC236}">
                    <a16:creationId xmlns:a16="http://schemas.microsoft.com/office/drawing/2014/main" id="{CC517438-1E71-99E2-6F7C-53847DCA70FF}"/>
                  </a:ext>
                </a:extLst>
              </p:cNvPr>
              <p:cNvSpPr/>
              <p:nvPr/>
            </p:nvSpPr>
            <p:spPr>
              <a:xfrm>
                <a:off x="6265328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19" name="pg719">
                <a:extLst>
                  <a:ext uri="{FF2B5EF4-FFF2-40B4-BE49-F238E27FC236}">
                    <a16:creationId xmlns:a16="http://schemas.microsoft.com/office/drawing/2014/main" id="{B11F7749-746B-E634-E62F-605418A2C4E4}"/>
                  </a:ext>
                </a:extLst>
              </p:cNvPr>
              <p:cNvSpPr/>
              <p:nvPr/>
            </p:nvSpPr>
            <p:spPr>
              <a:xfrm>
                <a:off x="6276965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0" name="pg720">
                <a:extLst>
                  <a:ext uri="{FF2B5EF4-FFF2-40B4-BE49-F238E27FC236}">
                    <a16:creationId xmlns:a16="http://schemas.microsoft.com/office/drawing/2014/main" id="{8BFD1711-F1EB-0BF0-719E-3754A65B7BFA}"/>
                  </a:ext>
                </a:extLst>
              </p:cNvPr>
              <p:cNvSpPr/>
              <p:nvPr/>
            </p:nvSpPr>
            <p:spPr>
              <a:xfrm>
                <a:off x="6288602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1" name="pg721">
                <a:extLst>
                  <a:ext uri="{FF2B5EF4-FFF2-40B4-BE49-F238E27FC236}">
                    <a16:creationId xmlns:a16="http://schemas.microsoft.com/office/drawing/2014/main" id="{BE8E606A-0D3A-C9A1-D90B-B91BC52111D2}"/>
                  </a:ext>
                </a:extLst>
              </p:cNvPr>
              <p:cNvSpPr/>
              <p:nvPr/>
            </p:nvSpPr>
            <p:spPr>
              <a:xfrm>
                <a:off x="6300240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2" name="pg722">
                <a:extLst>
                  <a:ext uri="{FF2B5EF4-FFF2-40B4-BE49-F238E27FC236}">
                    <a16:creationId xmlns:a16="http://schemas.microsoft.com/office/drawing/2014/main" id="{9801D125-D308-189F-B347-45C898EC4B25}"/>
                  </a:ext>
                </a:extLst>
              </p:cNvPr>
              <p:cNvSpPr/>
              <p:nvPr/>
            </p:nvSpPr>
            <p:spPr>
              <a:xfrm>
                <a:off x="6311877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3" name="pg723">
                <a:extLst>
                  <a:ext uri="{FF2B5EF4-FFF2-40B4-BE49-F238E27FC236}">
                    <a16:creationId xmlns:a16="http://schemas.microsoft.com/office/drawing/2014/main" id="{A160DEDA-1859-49B3-8BDE-E57835F778A0}"/>
                  </a:ext>
                </a:extLst>
              </p:cNvPr>
              <p:cNvSpPr/>
              <p:nvPr/>
            </p:nvSpPr>
            <p:spPr>
              <a:xfrm>
                <a:off x="6323514" y="29795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4" name="pg724">
                <a:extLst>
                  <a:ext uri="{FF2B5EF4-FFF2-40B4-BE49-F238E27FC236}">
                    <a16:creationId xmlns:a16="http://schemas.microsoft.com/office/drawing/2014/main" id="{2F70B87F-6779-6CB2-7239-2F2D24BA0BA1}"/>
                  </a:ext>
                </a:extLst>
              </p:cNvPr>
              <p:cNvSpPr/>
              <p:nvPr/>
            </p:nvSpPr>
            <p:spPr>
              <a:xfrm>
                <a:off x="5706736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5" name="pg725">
                <a:extLst>
                  <a:ext uri="{FF2B5EF4-FFF2-40B4-BE49-F238E27FC236}">
                    <a16:creationId xmlns:a16="http://schemas.microsoft.com/office/drawing/2014/main" id="{6E5EC652-9402-EA41-0D74-DD8A432F4343}"/>
                  </a:ext>
                </a:extLst>
              </p:cNvPr>
              <p:cNvSpPr/>
              <p:nvPr/>
            </p:nvSpPr>
            <p:spPr>
              <a:xfrm>
                <a:off x="5718373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6" name="pg726">
                <a:extLst>
                  <a:ext uri="{FF2B5EF4-FFF2-40B4-BE49-F238E27FC236}">
                    <a16:creationId xmlns:a16="http://schemas.microsoft.com/office/drawing/2014/main" id="{8F54506B-950E-B1AB-1B28-BA12804C61C2}"/>
                  </a:ext>
                </a:extLst>
              </p:cNvPr>
              <p:cNvSpPr/>
              <p:nvPr/>
            </p:nvSpPr>
            <p:spPr>
              <a:xfrm>
                <a:off x="573001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7" name="pg727">
                <a:extLst>
                  <a:ext uri="{FF2B5EF4-FFF2-40B4-BE49-F238E27FC236}">
                    <a16:creationId xmlns:a16="http://schemas.microsoft.com/office/drawing/2014/main" id="{186E6B3D-ACFC-7DF8-9F9F-10B98DD9E6DE}"/>
                  </a:ext>
                </a:extLst>
              </p:cNvPr>
              <p:cNvSpPr/>
              <p:nvPr/>
            </p:nvSpPr>
            <p:spPr>
              <a:xfrm>
                <a:off x="574164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8" name="pg728">
                <a:extLst>
                  <a:ext uri="{FF2B5EF4-FFF2-40B4-BE49-F238E27FC236}">
                    <a16:creationId xmlns:a16="http://schemas.microsoft.com/office/drawing/2014/main" id="{A2AA021E-DF70-CDF1-686F-29D7C68EEA04}"/>
                  </a:ext>
                </a:extLst>
              </p:cNvPr>
              <p:cNvSpPr/>
              <p:nvPr/>
            </p:nvSpPr>
            <p:spPr>
              <a:xfrm>
                <a:off x="5753285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29" name="pg729">
                <a:extLst>
                  <a:ext uri="{FF2B5EF4-FFF2-40B4-BE49-F238E27FC236}">
                    <a16:creationId xmlns:a16="http://schemas.microsoft.com/office/drawing/2014/main" id="{36B2EC22-FE01-287E-F8B5-3698245890AC}"/>
                  </a:ext>
                </a:extLst>
              </p:cNvPr>
              <p:cNvSpPr/>
              <p:nvPr/>
            </p:nvSpPr>
            <p:spPr>
              <a:xfrm>
                <a:off x="5764922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0" name="pg730">
                <a:extLst>
                  <a:ext uri="{FF2B5EF4-FFF2-40B4-BE49-F238E27FC236}">
                    <a16:creationId xmlns:a16="http://schemas.microsoft.com/office/drawing/2014/main" id="{A15EB0A9-A615-4FAC-BD99-782BB20F4A68}"/>
                  </a:ext>
                </a:extLst>
              </p:cNvPr>
              <p:cNvSpPr/>
              <p:nvPr/>
            </p:nvSpPr>
            <p:spPr>
              <a:xfrm>
                <a:off x="577656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1" name="pg731">
                <a:extLst>
                  <a:ext uri="{FF2B5EF4-FFF2-40B4-BE49-F238E27FC236}">
                    <a16:creationId xmlns:a16="http://schemas.microsoft.com/office/drawing/2014/main" id="{F4DB0B05-BBA8-7BAC-FBDB-58E1A95FCED3}"/>
                  </a:ext>
                </a:extLst>
              </p:cNvPr>
              <p:cNvSpPr/>
              <p:nvPr/>
            </p:nvSpPr>
            <p:spPr>
              <a:xfrm>
                <a:off x="6195504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2" name="pg732">
                <a:extLst>
                  <a:ext uri="{FF2B5EF4-FFF2-40B4-BE49-F238E27FC236}">
                    <a16:creationId xmlns:a16="http://schemas.microsoft.com/office/drawing/2014/main" id="{FC6E451A-CF7F-6447-FE31-CAB70EA57875}"/>
                  </a:ext>
                </a:extLst>
              </p:cNvPr>
              <p:cNvSpPr/>
              <p:nvPr/>
            </p:nvSpPr>
            <p:spPr>
              <a:xfrm>
                <a:off x="6207141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3" name="pg733">
                <a:extLst>
                  <a:ext uri="{FF2B5EF4-FFF2-40B4-BE49-F238E27FC236}">
                    <a16:creationId xmlns:a16="http://schemas.microsoft.com/office/drawing/2014/main" id="{0134E182-2314-670A-4953-12DCB8917570}"/>
                  </a:ext>
                </a:extLst>
              </p:cNvPr>
              <p:cNvSpPr/>
              <p:nvPr/>
            </p:nvSpPr>
            <p:spPr>
              <a:xfrm>
                <a:off x="621877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4" name="pg734">
                <a:extLst>
                  <a:ext uri="{FF2B5EF4-FFF2-40B4-BE49-F238E27FC236}">
                    <a16:creationId xmlns:a16="http://schemas.microsoft.com/office/drawing/2014/main" id="{F2A91025-5E0E-ED95-FD3B-F9652ABB2CD9}"/>
                  </a:ext>
                </a:extLst>
              </p:cNvPr>
              <p:cNvSpPr/>
              <p:nvPr/>
            </p:nvSpPr>
            <p:spPr>
              <a:xfrm>
                <a:off x="6230416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5" name="pg735">
                <a:extLst>
                  <a:ext uri="{FF2B5EF4-FFF2-40B4-BE49-F238E27FC236}">
                    <a16:creationId xmlns:a16="http://schemas.microsoft.com/office/drawing/2014/main" id="{80AC170F-8476-CACC-5794-457D5314CB9F}"/>
                  </a:ext>
                </a:extLst>
              </p:cNvPr>
              <p:cNvSpPr/>
              <p:nvPr/>
            </p:nvSpPr>
            <p:spPr>
              <a:xfrm>
                <a:off x="6242053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6" name="pg736">
                <a:extLst>
                  <a:ext uri="{FF2B5EF4-FFF2-40B4-BE49-F238E27FC236}">
                    <a16:creationId xmlns:a16="http://schemas.microsoft.com/office/drawing/2014/main" id="{B1EB9832-1D4A-9BB8-0DB1-5B2C1EE1F353}"/>
                  </a:ext>
                </a:extLst>
              </p:cNvPr>
              <p:cNvSpPr/>
              <p:nvPr/>
            </p:nvSpPr>
            <p:spPr>
              <a:xfrm>
                <a:off x="625369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7" name="pg737">
                <a:extLst>
                  <a:ext uri="{FF2B5EF4-FFF2-40B4-BE49-F238E27FC236}">
                    <a16:creationId xmlns:a16="http://schemas.microsoft.com/office/drawing/2014/main" id="{458247CB-C02D-C080-C891-5BC0E9D54BCA}"/>
                  </a:ext>
                </a:extLst>
              </p:cNvPr>
              <p:cNvSpPr/>
              <p:nvPr/>
            </p:nvSpPr>
            <p:spPr>
              <a:xfrm>
                <a:off x="6265328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8" name="pg738">
                <a:extLst>
                  <a:ext uri="{FF2B5EF4-FFF2-40B4-BE49-F238E27FC236}">
                    <a16:creationId xmlns:a16="http://schemas.microsoft.com/office/drawing/2014/main" id="{19E7A792-D1CF-3BEB-75C5-278BA3195795}"/>
                  </a:ext>
                </a:extLst>
              </p:cNvPr>
              <p:cNvSpPr/>
              <p:nvPr/>
            </p:nvSpPr>
            <p:spPr>
              <a:xfrm>
                <a:off x="6276965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39" name="pg739">
                <a:extLst>
                  <a:ext uri="{FF2B5EF4-FFF2-40B4-BE49-F238E27FC236}">
                    <a16:creationId xmlns:a16="http://schemas.microsoft.com/office/drawing/2014/main" id="{28108F8A-C919-AF28-3ED0-A6A1983DFE42}"/>
                  </a:ext>
                </a:extLst>
              </p:cNvPr>
              <p:cNvSpPr/>
              <p:nvPr/>
            </p:nvSpPr>
            <p:spPr>
              <a:xfrm>
                <a:off x="6288602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0" name="pg740">
                <a:extLst>
                  <a:ext uri="{FF2B5EF4-FFF2-40B4-BE49-F238E27FC236}">
                    <a16:creationId xmlns:a16="http://schemas.microsoft.com/office/drawing/2014/main" id="{FBA68870-AB05-423D-B62F-41C2FEA197A7}"/>
                  </a:ext>
                </a:extLst>
              </p:cNvPr>
              <p:cNvSpPr/>
              <p:nvPr/>
            </p:nvSpPr>
            <p:spPr>
              <a:xfrm>
                <a:off x="6300240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1" name="pg741">
                <a:extLst>
                  <a:ext uri="{FF2B5EF4-FFF2-40B4-BE49-F238E27FC236}">
                    <a16:creationId xmlns:a16="http://schemas.microsoft.com/office/drawing/2014/main" id="{EBDB5E7C-703E-70BD-649C-7B399C66DB19}"/>
                  </a:ext>
                </a:extLst>
              </p:cNvPr>
              <p:cNvSpPr/>
              <p:nvPr/>
            </p:nvSpPr>
            <p:spPr>
              <a:xfrm>
                <a:off x="6311877" y="29938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2" name="pg742">
                <a:extLst>
                  <a:ext uri="{FF2B5EF4-FFF2-40B4-BE49-F238E27FC236}">
                    <a16:creationId xmlns:a16="http://schemas.microsoft.com/office/drawing/2014/main" id="{9BB40475-2CDC-25C6-7B86-3C2E91199B51}"/>
                  </a:ext>
                </a:extLst>
              </p:cNvPr>
              <p:cNvSpPr/>
              <p:nvPr/>
            </p:nvSpPr>
            <p:spPr>
              <a:xfrm>
                <a:off x="5706736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3" name="pg743">
                <a:extLst>
                  <a:ext uri="{FF2B5EF4-FFF2-40B4-BE49-F238E27FC236}">
                    <a16:creationId xmlns:a16="http://schemas.microsoft.com/office/drawing/2014/main" id="{E90CBC8B-6DF3-0E26-2B7E-5CDEC0F4FD7C}"/>
                  </a:ext>
                </a:extLst>
              </p:cNvPr>
              <p:cNvSpPr/>
              <p:nvPr/>
            </p:nvSpPr>
            <p:spPr>
              <a:xfrm>
                <a:off x="5718373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4" name="pg744">
                <a:extLst>
                  <a:ext uri="{FF2B5EF4-FFF2-40B4-BE49-F238E27FC236}">
                    <a16:creationId xmlns:a16="http://schemas.microsoft.com/office/drawing/2014/main" id="{B069AE57-600D-9CBD-39C0-861B86100467}"/>
                  </a:ext>
                </a:extLst>
              </p:cNvPr>
              <p:cNvSpPr/>
              <p:nvPr/>
            </p:nvSpPr>
            <p:spPr>
              <a:xfrm>
                <a:off x="5730010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5" name="pg745">
                <a:extLst>
                  <a:ext uri="{FF2B5EF4-FFF2-40B4-BE49-F238E27FC236}">
                    <a16:creationId xmlns:a16="http://schemas.microsoft.com/office/drawing/2014/main" id="{246EA9D2-2574-4E2C-2124-48085CF15B44}"/>
                  </a:ext>
                </a:extLst>
              </p:cNvPr>
              <p:cNvSpPr/>
              <p:nvPr/>
            </p:nvSpPr>
            <p:spPr>
              <a:xfrm>
                <a:off x="574164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6" name="pg746">
                <a:extLst>
                  <a:ext uri="{FF2B5EF4-FFF2-40B4-BE49-F238E27FC236}">
                    <a16:creationId xmlns:a16="http://schemas.microsoft.com/office/drawing/2014/main" id="{521565F2-3DB6-E8B1-F84B-F80AE4BA6C76}"/>
                  </a:ext>
                </a:extLst>
              </p:cNvPr>
              <p:cNvSpPr/>
              <p:nvPr/>
            </p:nvSpPr>
            <p:spPr>
              <a:xfrm>
                <a:off x="5753285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7" name="pg747">
                <a:extLst>
                  <a:ext uri="{FF2B5EF4-FFF2-40B4-BE49-F238E27FC236}">
                    <a16:creationId xmlns:a16="http://schemas.microsoft.com/office/drawing/2014/main" id="{883F5C54-2F43-AFFC-30E1-AA1447885EC4}"/>
                  </a:ext>
                </a:extLst>
              </p:cNvPr>
              <p:cNvSpPr/>
              <p:nvPr/>
            </p:nvSpPr>
            <p:spPr>
              <a:xfrm>
                <a:off x="5764922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8" name="pg748">
                <a:extLst>
                  <a:ext uri="{FF2B5EF4-FFF2-40B4-BE49-F238E27FC236}">
                    <a16:creationId xmlns:a16="http://schemas.microsoft.com/office/drawing/2014/main" id="{1C0EE2C1-FA35-1685-DB4B-02362FD38B21}"/>
                  </a:ext>
                </a:extLst>
              </p:cNvPr>
              <p:cNvSpPr/>
              <p:nvPr/>
            </p:nvSpPr>
            <p:spPr>
              <a:xfrm>
                <a:off x="621877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49" name="pg749">
                <a:extLst>
                  <a:ext uri="{FF2B5EF4-FFF2-40B4-BE49-F238E27FC236}">
                    <a16:creationId xmlns:a16="http://schemas.microsoft.com/office/drawing/2014/main" id="{A9DC5D49-11D5-DCAB-5458-70ADCB286FA9}"/>
                  </a:ext>
                </a:extLst>
              </p:cNvPr>
              <p:cNvSpPr/>
              <p:nvPr/>
            </p:nvSpPr>
            <p:spPr>
              <a:xfrm>
                <a:off x="6230416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0" name="pg750">
                <a:extLst>
                  <a:ext uri="{FF2B5EF4-FFF2-40B4-BE49-F238E27FC236}">
                    <a16:creationId xmlns:a16="http://schemas.microsoft.com/office/drawing/2014/main" id="{A5D67D22-F498-E61C-9322-555BABE3A15F}"/>
                  </a:ext>
                </a:extLst>
              </p:cNvPr>
              <p:cNvSpPr/>
              <p:nvPr/>
            </p:nvSpPr>
            <p:spPr>
              <a:xfrm>
                <a:off x="6242053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1" name="pg751">
                <a:extLst>
                  <a:ext uri="{FF2B5EF4-FFF2-40B4-BE49-F238E27FC236}">
                    <a16:creationId xmlns:a16="http://schemas.microsoft.com/office/drawing/2014/main" id="{8E86558E-AE72-3E7C-72B7-64DBB6DDDDFE}"/>
                  </a:ext>
                </a:extLst>
              </p:cNvPr>
              <p:cNvSpPr/>
              <p:nvPr/>
            </p:nvSpPr>
            <p:spPr>
              <a:xfrm>
                <a:off x="6253690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2" name="pg752">
                <a:extLst>
                  <a:ext uri="{FF2B5EF4-FFF2-40B4-BE49-F238E27FC236}">
                    <a16:creationId xmlns:a16="http://schemas.microsoft.com/office/drawing/2014/main" id="{93AF6D0B-63E4-192F-FE95-D6FF9CF5D6DD}"/>
                  </a:ext>
                </a:extLst>
              </p:cNvPr>
              <p:cNvSpPr/>
              <p:nvPr/>
            </p:nvSpPr>
            <p:spPr>
              <a:xfrm>
                <a:off x="6265328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3" name="pg753">
                <a:extLst>
                  <a:ext uri="{FF2B5EF4-FFF2-40B4-BE49-F238E27FC236}">
                    <a16:creationId xmlns:a16="http://schemas.microsoft.com/office/drawing/2014/main" id="{CB274856-F803-16F0-4C82-9DA44AF61811}"/>
                  </a:ext>
                </a:extLst>
              </p:cNvPr>
              <p:cNvSpPr/>
              <p:nvPr/>
            </p:nvSpPr>
            <p:spPr>
              <a:xfrm>
                <a:off x="6276965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4" name="pg754">
                <a:extLst>
                  <a:ext uri="{FF2B5EF4-FFF2-40B4-BE49-F238E27FC236}">
                    <a16:creationId xmlns:a16="http://schemas.microsoft.com/office/drawing/2014/main" id="{6005775D-074C-D319-3874-9F443D625FDA}"/>
                  </a:ext>
                </a:extLst>
              </p:cNvPr>
              <p:cNvSpPr/>
              <p:nvPr/>
            </p:nvSpPr>
            <p:spPr>
              <a:xfrm>
                <a:off x="6288602" y="30081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5" name="pg755">
                <a:extLst>
                  <a:ext uri="{FF2B5EF4-FFF2-40B4-BE49-F238E27FC236}">
                    <a16:creationId xmlns:a16="http://schemas.microsoft.com/office/drawing/2014/main" id="{3ED31F9F-43FE-FF18-BB7B-91A83B6AD21E}"/>
                  </a:ext>
                </a:extLst>
              </p:cNvPr>
              <p:cNvSpPr/>
              <p:nvPr/>
            </p:nvSpPr>
            <p:spPr>
              <a:xfrm>
                <a:off x="569509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6" name="pg756">
                <a:extLst>
                  <a:ext uri="{FF2B5EF4-FFF2-40B4-BE49-F238E27FC236}">
                    <a16:creationId xmlns:a16="http://schemas.microsoft.com/office/drawing/2014/main" id="{63EC847B-3E40-5C10-EFAB-AA575F60F718}"/>
                  </a:ext>
                </a:extLst>
              </p:cNvPr>
              <p:cNvSpPr/>
              <p:nvPr/>
            </p:nvSpPr>
            <p:spPr>
              <a:xfrm>
                <a:off x="5706736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7" name="pg757">
                <a:extLst>
                  <a:ext uri="{FF2B5EF4-FFF2-40B4-BE49-F238E27FC236}">
                    <a16:creationId xmlns:a16="http://schemas.microsoft.com/office/drawing/2014/main" id="{1C7BB298-D101-2C8B-67E4-DE010FF2A362}"/>
                  </a:ext>
                </a:extLst>
              </p:cNvPr>
              <p:cNvSpPr/>
              <p:nvPr/>
            </p:nvSpPr>
            <p:spPr>
              <a:xfrm>
                <a:off x="5718373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8" name="pg758">
                <a:extLst>
                  <a:ext uri="{FF2B5EF4-FFF2-40B4-BE49-F238E27FC236}">
                    <a16:creationId xmlns:a16="http://schemas.microsoft.com/office/drawing/2014/main" id="{9CAC3774-BF8E-FA27-DD0E-9B39E1C4CA0B}"/>
                  </a:ext>
                </a:extLst>
              </p:cNvPr>
              <p:cNvSpPr/>
              <p:nvPr/>
            </p:nvSpPr>
            <p:spPr>
              <a:xfrm>
                <a:off x="5730010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59" name="pg759">
                <a:extLst>
                  <a:ext uri="{FF2B5EF4-FFF2-40B4-BE49-F238E27FC236}">
                    <a16:creationId xmlns:a16="http://schemas.microsoft.com/office/drawing/2014/main" id="{526CC54C-089E-9F0F-F5A4-792802739C0C}"/>
                  </a:ext>
                </a:extLst>
              </p:cNvPr>
              <p:cNvSpPr/>
              <p:nvPr/>
            </p:nvSpPr>
            <p:spPr>
              <a:xfrm>
                <a:off x="574164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0" name="pg760">
                <a:extLst>
                  <a:ext uri="{FF2B5EF4-FFF2-40B4-BE49-F238E27FC236}">
                    <a16:creationId xmlns:a16="http://schemas.microsoft.com/office/drawing/2014/main" id="{DA25032B-2A2D-1A83-BAA0-274EF2E582F9}"/>
                  </a:ext>
                </a:extLst>
              </p:cNvPr>
              <p:cNvSpPr/>
              <p:nvPr/>
            </p:nvSpPr>
            <p:spPr>
              <a:xfrm>
                <a:off x="5753285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1" name="pg761">
                <a:extLst>
                  <a:ext uri="{FF2B5EF4-FFF2-40B4-BE49-F238E27FC236}">
                    <a16:creationId xmlns:a16="http://schemas.microsoft.com/office/drawing/2014/main" id="{CBCBD8EF-720E-94BE-A076-B346BF7B1A14}"/>
                  </a:ext>
                </a:extLst>
              </p:cNvPr>
              <p:cNvSpPr/>
              <p:nvPr/>
            </p:nvSpPr>
            <p:spPr>
              <a:xfrm>
                <a:off x="6242053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2" name="pg762">
                <a:extLst>
                  <a:ext uri="{FF2B5EF4-FFF2-40B4-BE49-F238E27FC236}">
                    <a16:creationId xmlns:a16="http://schemas.microsoft.com/office/drawing/2014/main" id="{74B81F7E-EDB5-74AD-252A-2DDC63F98534}"/>
                  </a:ext>
                </a:extLst>
              </p:cNvPr>
              <p:cNvSpPr/>
              <p:nvPr/>
            </p:nvSpPr>
            <p:spPr>
              <a:xfrm>
                <a:off x="6253690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3" name="pg763">
                <a:extLst>
                  <a:ext uri="{FF2B5EF4-FFF2-40B4-BE49-F238E27FC236}">
                    <a16:creationId xmlns:a16="http://schemas.microsoft.com/office/drawing/2014/main" id="{93D740A6-563C-405D-C0A3-86F2D0F224FB}"/>
                  </a:ext>
                </a:extLst>
              </p:cNvPr>
              <p:cNvSpPr/>
              <p:nvPr/>
            </p:nvSpPr>
            <p:spPr>
              <a:xfrm>
                <a:off x="6265328" y="30224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4" name="pg764">
                <a:extLst>
                  <a:ext uri="{FF2B5EF4-FFF2-40B4-BE49-F238E27FC236}">
                    <a16:creationId xmlns:a16="http://schemas.microsoft.com/office/drawing/2014/main" id="{2F37CEE0-8895-A348-2DB0-495770D0827A}"/>
                  </a:ext>
                </a:extLst>
              </p:cNvPr>
              <p:cNvSpPr/>
              <p:nvPr/>
            </p:nvSpPr>
            <p:spPr>
              <a:xfrm>
                <a:off x="5683461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5" name="pg765">
                <a:extLst>
                  <a:ext uri="{FF2B5EF4-FFF2-40B4-BE49-F238E27FC236}">
                    <a16:creationId xmlns:a16="http://schemas.microsoft.com/office/drawing/2014/main" id="{CB4CA15F-6510-A866-B7B5-5F8E86E8C408}"/>
                  </a:ext>
                </a:extLst>
              </p:cNvPr>
              <p:cNvSpPr/>
              <p:nvPr/>
            </p:nvSpPr>
            <p:spPr>
              <a:xfrm>
                <a:off x="5695098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6" name="pg766">
                <a:extLst>
                  <a:ext uri="{FF2B5EF4-FFF2-40B4-BE49-F238E27FC236}">
                    <a16:creationId xmlns:a16="http://schemas.microsoft.com/office/drawing/2014/main" id="{C21131A1-825C-49EF-B99C-2F852DF193BE}"/>
                  </a:ext>
                </a:extLst>
              </p:cNvPr>
              <p:cNvSpPr/>
              <p:nvPr/>
            </p:nvSpPr>
            <p:spPr>
              <a:xfrm>
                <a:off x="5706736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7" name="pg767">
                <a:extLst>
                  <a:ext uri="{FF2B5EF4-FFF2-40B4-BE49-F238E27FC236}">
                    <a16:creationId xmlns:a16="http://schemas.microsoft.com/office/drawing/2014/main" id="{8BCA9B00-46E6-191F-8FD1-BA8E1A36917D}"/>
                  </a:ext>
                </a:extLst>
              </p:cNvPr>
              <p:cNvSpPr/>
              <p:nvPr/>
            </p:nvSpPr>
            <p:spPr>
              <a:xfrm>
                <a:off x="5718373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8" name="pg768">
                <a:extLst>
                  <a:ext uri="{FF2B5EF4-FFF2-40B4-BE49-F238E27FC236}">
                    <a16:creationId xmlns:a16="http://schemas.microsoft.com/office/drawing/2014/main" id="{3F051ED5-1671-7AE9-2230-D69D0B11F5D6}"/>
                  </a:ext>
                </a:extLst>
              </p:cNvPr>
              <p:cNvSpPr/>
              <p:nvPr/>
            </p:nvSpPr>
            <p:spPr>
              <a:xfrm>
                <a:off x="5730010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69" name="pg769">
                <a:extLst>
                  <a:ext uri="{FF2B5EF4-FFF2-40B4-BE49-F238E27FC236}">
                    <a16:creationId xmlns:a16="http://schemas.microsoft.com/office/drawing/2014/main" id="{B479D974-3D76-B9E8-A630-AFB134923C5A}"/>
                  </a:ext>
                </a:extLst>
              </p:cNvPr>
              <p:cNvSpPr/>
              <p:nvPr/>
            </p:nvSpPr>
            <p:spPr>
              <a:xfrm>
                <a:off x="5741648" y="30367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0" name="pg770">
                <a:extLst>
                  <a:ext uri="{FF2B5EF4-FFF2-40B4-BE49-F238E27FC236}">
                    <a16:creationId xmlns:a16="http://schemas.microsoft.com/office/drawing/2014/main" id="{58BBED05-73E6-05D4-9955-61894A7A2C9A}"/>
                  </a:ext>
                </a:extLst>
              </p:cNvPr>
              <p:cNvSpPr/>
              <p:nvPr/>
            </p:nvSpPr>
            <p:spPr>
              <a:xfrm>
                <a:off x="5683461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1" name="pg771">
                <a:extLst>
                  <a:ext uri="{FF2B5EF4-FFF2-40B4-BE49-F238E27FC236}">
                    <a16:creationId xmlns:a16="http://schemas.microsoft.com/office/drawing/2014/main" id="{C2A77FDE-30C6-E564-0FC5-C3248438BB7F}"/>
                  </a:ext>
                </a:extLst>
              </p:cNvPr>
              <p:cNvSpPr/>
              <p:nvPr/>
            </p:nvSpPr>
            <p:spPr>
              <a:xfrm>
                <a:off x="5695098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2" name="pg772">
                <a:extLst>
                  <a:ext uri="{FF2B5EF4-FFF2-40B4-BE49-F238E27FC236}">
                    <a16:creationId xmlns:a16="http://schemas.microsoft.com/office/drawing/2014/main" id="{BD236FA2-AC76-BAF1-D9BF-A0F4F2BCB4E9}"/>
                  </a:ext>
                </a:extLst>
              </p:cNvPr>
              <p:cNvSpPr/>
              <p:nvPr/>
            </p:nvSpPr>
            <p:spPr>
              <a:xfrm>
                <a:off x="5706736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3" name="pg773">
                <a:extLst>
                  <a:ext uri="{FF2B5EF4-FFF2-40B4-BE49-F238E27FC236}">
                    <a16:creationId xmlns:a16="http://schemas.microsoft.com/office/drawing/2014/main" id="{1C4FDF50-8EED-E7B2-2DCA-51A0E23C4DD7}"/>
                  </a:ext>
                </a:extLst>
              </p:cNvPr>
              <p:cNvSpPr/>
              <p:nvPr/>
            </p:nvSpPr>
            <p:spPr>
              <a:xfrm>
                <a:off x="5718373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4" name="pg774">
                <a:extLst>
                  <a:ext uri="{FF2B5EF4-FFF2-40B4-BE49-F238E27FC236}">
                    <a16:creationId xmlns:a16="http://schemas.microsoft.com/office/drawing/2014/main" id="{D5354968-3052-1D8B-71F6-A5992CD81245}"/>
                  </a:ext>
                </a:extLst>
              </p:cNvPr>
              <p:cNvSpPr/>
              <p:nvPr/>
            </p:nvSpPr>
            <p:spPr>
              <a:xfrm>
                <a:off x="5730010" y="30510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5" name="pg775">
                <a:extLst>
                  <a:ext uri="{FF2B5EF4-FFF2-40B4-BE49-F238E27FC236}">
                    <a16:creationId xmlns:a16="http://schemas.microsoft.com/office/drawing/2014/main" id="{04038B5E-7FA6-9088-CE39-D0C355D208B4}"/>
                  </a:ext>
                </a:extLst>
              </p:cNvPr>
              <p:cNvSpPr/>
              <p:nvPr/>
            </p:nvSpPr>
            <p:spPr>
              <a:xfrm>
                <a:off x="5671824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6" name="pg776">
                <a:extLst>
                  <a:ext uri="{FF2B5EF4-FFF2-40B4-BE49-F238E27FC236}">
                    <a16:creationId xmlns:a16="http://schemas.microsoft.com/office/drawing/2014/main" id="{88C6C4E7-7DE6-56CE-7BA5-BD18E889C48B}"/>
                  </a:ext>
                </a:extLst>
              </p:cNvPr>
              <p:cNvSpPr/>
              <p:nvPr/>
            </p:nvSpPr>
            <p:spPr>
              <a:xfrm>
                <a:off x="5683461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7" name="pg777">
                <a:extLst>
                  <a:ext uri="{FF2B5EF4-FFF2-40B4-BE49-F238E27FC236}">
                    <a16:creationId xmlns:a16="http://schemas.microsoft.com/office/drawing/2014/main" id="{E180134C-CB39-5990-004A-AD3D29DA5994}"/>
                  </a:ext>
                </a:extLst>
              </p:cNvPr>
              <p:cNvSpPr/>
              <p:nvPr/>
            </p:nvSpPr>
            <p:spPr>
              <a:xfrm>
                <a:off x="5695098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8" name="pg778">
                <a:extLst>
                  <a:ext uri="{FF2B5EF4-FFF2-40B4-BE49-F238E27FC236}">
                    <a16:creationId xmlns:a16="http://schemas.microsoft.com/office/drawing/2014/main" id="{F8AB89A2-5A74-434E-9987-0E839B2A7259}"/>
                  </a:ext>
                </a:extLst>
              </p:cNvPr>
              <p:cNvSpPr/>
              <p:nvPr/>
            </p:nvSpPr>
            <p:spPr>
              <a:xfrm>
                <a:off x="5706736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79" name="pg779">
                <a:extLst>
                  <a:ext uri="{FF2B5EF4-FFF2-40B4-BE49-F238E27FC236}">
                    <a16:creationId xmlns:a16="http://schemas.microsoft.com/office/drawing/2014/main" id="{DD7E0268-E6AF-66CA-2770-5CD2B3802541}"/>
                  </a:ext>
                </a:extLst>
              </p:cNvPr>
              <p:cNvSpPr/>
              <p:nvPr/>
            </p:nvSpPr>
            <p:spPr>
              <a:xfrm>
                <a:off x="5718373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0" name="pg780">
                <a:extLst>
                  <a:ext uri="{FF2B5EF4-FFF2-40B4-BE49-F238E27FC236}">
                    <a16:creationId xmlns:a16="http://schemas.microsoft.com/office/drawing/2014/main" id="{7D6C6D59-0765-CDD6-B1F3-A9BB5981CF28}"/>
                  </a:ext>
                </a:extLst>
              </p:cNvPr>
              <p:cNvSpPr/>
              <p:nvPr/>
            </p:nvSpPr>
            <p:spPr>
              <a:xfrm>
                <a:off x="5730010" y="30653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1" name="pg781">
                <a:extLst>
                  <a:ext uri="{FF2B5EF4-FFF2-40B4-BE49-F238E27FC236}">
                    <a16:creationId xmlns:a16="http://schemas.microsoft.com/office/drawing/2014/main" id="{4D949F3E-77C7-1F75-1B1E-6F56FFFC5C48}"/>
                  </a:ext>
                </a:extLst>
              </p:cNvPr>
              <p:cNvSpPr/>
              <p:nvPr/>
            </p:nvSpPr>
            <p:spPr>
              <a:xfrm>
                <a:off x="5671824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2" name="pg782">
                <a:extLst>
                  <a:ext uri="{FF2B5EF4-FFF2-40B4-BE49-F238E27FC236}">
                    <a16:creationId xmlns:a16="http://schemas.microsoft.com/office/drawing/2014/main" id="{A78614DC-6987-D6FF-DA38-EA0C7CC52794}"/>
                  </a:ext>
                </a:extLst>
              </p:cNvPr>
              <p:cNvSpPr/>
              <p:nvPr/>
            </p:nvSpPr>
            <p:spPr>
              <a:xfrm>
                <a:off x="5683461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3" name="pg783">
                <a:extLst>
                  <a:ext uri="{FF2B5EF4-FFF2-40B4-BE49-F238E27FC236}">
                    <a16:creationId xmlns:a16="http://schemas.microsoft.com/office/drawing/2014/main" id="{453DB1B2-1B92-C14C-C45F-6913B18BCB6A}"/>
                  </a:ext>
                </a:extLst>
              </p:cNvPr>
              <p:cNvSpPr/>
              <p:nvPr/>
            </p:nvSpPr>
            <p:spPr>
              <a:xfrm>
                <a:off x="5695098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4" name="pg784">
                <a:extLst>
                  <a:ext uri="{FF2B5EF4-FFF2-40B4-BE49-F238E27FC236}">
                    <a16:creationId xmlns:a16="http://schemas.microsoft.com/office/drawing/2014/main" id="{CE162C4B-E7ED-F760-550D-14FE6757859F}"/>
                  </a:ext>
                </a:extLst>
              </p:cNvPr>
              <p:cNvSpPr/>
              <p:nvPr/>
            </p:nvSpPr>
            <p:spPr>
              <a:xfrm>
                <a:off x="5706736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5" name="pg785">
                <a:extLst>
                  <a:ext uri="{FF2B5EF4-FFF2-40B4-BE49-F238E27FC236}">
                    <a16:creationId xmlns:a16="http://schemas.microsoft.com/office/drawing/2014/main" id="{BEA830BA-E4BC-4FC6-AEE5-8BE27FC7DE4E}"/>
                  </a:ext>
                </a:extLst>
              </p:cNvPr>
              <p:cNvSpPr/>
              <p:nvPr/>
            </p:nvSpPr>
            <p:spPr>
              <a:xfrm>
                <a:off x="5718373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6" name="pg786">
                <a:extLst>
                  <a:ext uri="{FF2B5EF4-FFF2-40B4-BE49-F238E27FC236}">
                    <a16:creationId xmlns:a16="http://schemas.microsoft.com/office/drawing/2014/main" id="{540EB8DC-1258-2BBE-9E3A-554F645D670F}"/>
                  </a:ext>
                </a:extLst>
              </p:cNvPr>
              <p:cNvSpPr/>
              <p:nvPr/>
            </p:nvSpPr>
            <p:spPr>
              <a:xfrm>
                <a:off x="5730010" y="30796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7" name="pg787">
                <a:extLst>
                  <a:ext uri="{FF2B5EF4-FFF2-40B4-BE49-F238E27FC236}">
                    <a16:creationId xmlns:a16="http://schemas.microsoft.com/office/drawing/2014/main" id="{CFA84F47-1288-9AC2-852C-0E463AF18236}"/>
                  </a:ext>
                </a:extLst>
              </p:cNvPr>
              <p:cNvSpPr/>
              <p:nvPr/>
            </p:nvSpPr>
            <p:spPr>
              <a:xfrm>
                <a:off x="5671824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8" name="pg788">
                <a:extLst>
                  <a:ext uri="{FF2B5EF4-FFF2-40B4-BE49-F238E27FC236}">
                    <a16:creationId xmlns:a16="http://schemas.microsoft.com/office/drawing/2014/main" id="{7BEC2D68-73BC-625D-C321-7546A09FCFEB}"/>
                  </a:ext>
                </a:extLst>
              </p:cNvPr>
              <p:cNvSpPr/>
              <p:nvPr/>
            </p:nvSpPr>
            <p:spPr>
              <a:xfrm>
                <a:off x="5683461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89" name="pg789">
                <a:extLst>
                  <a:ext uri="{FF2B5EF4-FFF2-40B4-BE49-F238E27FC236}">
                    <a16:creationId xmlns:a16="http://schemas.microsoft.com/office/drawing/2014/main" id="{5E5FA9C8-0888-6D76-5113-EFD601CB5326}"/>
                  </a:ext>
                </a:extLst>
              </p:cNvPr>
              <p:cNvSpPr/>
              <p:nvPr/>
            </p:nvSpPr>
            <p:spPr>
              <a:xfrm>
                <a:off x="5695098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0" name="pg790">
                <a:extLst>
                  <a:ext uri="{FF2B5EF4-FFF2-40B4-BE49-F238E27FC236}">
                    <a16:creationId xmlns:a16="http://schemas.microsoft.com/office/drawing/2014/main" id="{96620D39-9663-098B-84BD-B065D9E9AF38}"/>
                  </a:ext>
                </a:extLst>
              </p:cNvPr>
              <p:cNvSpPr/>
              <p:nvPr/>
            </p:nvSpPr>
            <p:spPr>
              <a:xfrm>
                <a:off x="5706736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1" name="pg791">
                <a:extLst>
                  <a:ext uri="{FF2B5EF4-FFF2-40B4-BE49-F238E27FC236}">
                    <a16:creationId xmlns:a16="http://schemas.microsoft.com/office/drawing/2014/main" id="{23891C22-B6BA-CB6E-DE07-ADB7C5EAE0E9}"/>
                  </a:ext>
                </a:extLst>
              </p:cNvPr>
              <p:cNvSpPr/>
              <p:nvPr/>
            </p:nvSpPr>
            <p:spPr>
              <a:xfrm>
                <a:off x="5718373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2" name="pg792">
                <a:extLst>
                  <a:ext uri="{FF2B5EF4-FFF2-40B4-BE49-F238E27FC236}">
                    <a16:creationId xmlns:a16="http://schemas.microsoft.com/office/drawing/2014/main" id="{5975CC57-9E6A-42EA-FDA9-A83258FA2835}"/>
                  </a:ext>
                </a:extLst>
              </p:cNvPr>
              <p:cNvSpPr/>
              <p:nvPr/>
            </p:nvSpPr>
            <p:spPr>
              <a:xfrm>
                <a:off x="5730010" y="30939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3" name="pg793">
                <a:extLst>
                  <a:ext uri="{FF2B5EF4-FFF2-40B4-BE49-F238E27FC236}">
                    <a16:creationId xmlns:a16="http://schemas.microsoft.com/office/drawing/2014/main" id="{498BB55C-B618-6CC7-F62A-747698D38EE5}"/>
                  </a:ext>
                </a:extLst>
              </p:cNvPr>
              <p:cNvSpPr/>
              <p:nvPr/>
            </p:nvSpPr>
            <p:spPr>
              <a:xfrm>
                <a:off x="5671824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4" name="pg794">
                <a:extLst>
                  <a:ext uri="{FF2B5EF4-FFF2-40B4-BE49-F238E27FC236}">
                    <a16:creationId xmlns:a16="http://schemas.microsoft.com/office/drawing/2014/main" id="{860EDC53-4FC6-A6E0-664F-69A91ADC47AA}"/>
                  </a:ext>
                </a:extLst>
              </p:cNvPr>
              <p:cNvSpPr/>
              <p:nvPr/>
            </p:nvSpPr>
            <p:spPr>
              <a:xfrm>
                <a:off x="5683461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5" name="pg795">
                <a:extLst>
                  <a:ext uri="{FF2B5EF4-FFF2-40B4-BE49-F238E27FC236}">
                    <a16:creationId xmlns:a16="http://schemas.microsoft.com/office/drawing/2014/main" id="{58C5BF28-22BA-3C6B-6EDC-2DC2B81985C1}"/>
                  </a:ext>
                </a:extLst>
              </p:cNvPr>
              <p:cNvSpPr/>
              <p:nvPr/>
            </p:nvSpPr>
            <p:spPr>
              <a:xfrm>
                <a:off x="5695098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6" name="pg796">
                <a:extLst>
                  <a:ext uri="{FF2B5EF4-FFF2-40B4-BE49-F238E27FC236}">
                    <a16:creationId xmlns:a16="http://schemas.microsoft.com/office/drawing/2014/main" id="{FA387E80-C9E9-B35F-A527-F3753E1CF9FD}"/>
                  </a:ext>
                </a:extLst>
              </p:cNvPr>
              <p:cNvSpPr/>
              <p:nvPr/>
            </p:nvSpPr>
            <p:spPr>
              <a:xfrm>
                <a:off x="5706736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7" name="pg797">
                <a:extLst>
                  <a:ext uri="{FF2B5EF4-FFF2-40B4-BE49-F238E27FC236}">
                    <a16:creationId xmlns:a16="http://schemas.microsoft.com/office/drawing/2014/main" id="{9BF0A606-C5E1-B4E7-CA09-C55645D3B669}"/>
                  </a:ext>
                </a:extLst>
              </p:cNvPr>
              <p:cNvSpPr/>
              <p:nvPr/>
            </p:nvSpPr>
            <p:spPr>
              <a:xfrm>
                <a:off x="5718373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8" name="pg798">
                <a:extLst>
                  <a:ext uri="{FF2B5EF4-FFF2-40B4-BE49-F238E27FC236}">
                    <a16:creationId xmlns:a16="http://schemas.microsoft.com/office/drawing/2014/main" id="{153A7EF5-E851-72F0-A380-5FEB428A437E}"/>
                  </a:ext>
                </a:extLst>
              </p:cNvPr>
              <p:cNvSpPr/>
              <p:nvPr/>
            </p:nvSpPr>
            <p:spPr>
              <a:xfrm>
                <a:off x="5730010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799" name="pg799">
                <a:extLst>
                  <a:ext uri="{FF2B5EF4-FFF2-40B4-BE49-F238E27FC236}">
                    <a16:creationId xmlns:a16="http://schemas.microsoft.com/office/drawing/2014/main" id="{48D123BE-4BF6-839A-C7E7-2992417BF4BD}"/>
                  </a:ext>
                </a:extLst>
              </p:cNvPr>
              <p:cNvSpPr/>
              <p:nvPr/>
            </p:nvSpPr>
            <p:spPr>
              <a:xfrm>
                <a:off x="5741648" y="31082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0" name="pg800">
                <a:extLst>
                  <a:ext uri="{FF2B5EF4-FFF2-40B4-BE49-F238E27FC236}">
                    <a16:creationId xmlns:a16="http://schemas.microsoft.com/office/drawing/2014/main" id="{CC21A9BB-109B-A261-4D2A-E16792B3F4B8}"/>
                  </a:ext>
                </a:extLst>
              </p:cNvPr>
              <p:cNvSpPr/>
              <p:nvPr/>
            </p:nvSpPr>
            <p:spPr>
              <a:xfrm>
                <a:off x="5660186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1" name="pg801">
                <a:extLst>
                  <a:ext uri="{FF2B5EF4-FFF2-40B4-BE49-F238E27FC236}">
                    <a16:creationId xmlns:a16="http://schemas.microsoft.com/office/drawing/2014/main" id="{A7568486-3F16-F02A-04E8-8C328B50E020}"/>
                  </a:ext>
                </a:extLst>
              </p:cNvPr>
              <p:cNvSpPr/>
              <p:nvPr/>
            </p:nvSpPr>
            <p:spPr>
              <a:xfrm>
                <a:off x="5671824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2" name="pg802">
                <a:extLst>
                  <a:ext uri="{FF2B5EF4-FFF2-40B4-BE49-F238E27FC236}">
                    <a16:creationId xmlns:a16="http://schemas.microsoft.com/office/drawing/2014/main" id="{09C97C95-DFA4-A858-FD84-1B74322D46B8}"/>
                  </a:ext>
                </a:extLst>
              </p:cNvPr>
              <p:cNvSpPr/>
              <p:nvPr/>
            </p:nvSpPr>
            <p:spPr>
              <a:xfrm>
                <a:off x="5683461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3" name="pg803">
                <a:extLst>
                  <a:ext uri="{FF2B5EF4-FFF2-40B4-BE49-F238E27FC236}">
                    <a16:creationId xmlns:a16="http://schemas.microsoft.com/office/drawing/2014/main" id="{366B2392-10EC-B521-B59C-B726E3E23723}"/>
                  </a:ext>
                </a:extLst>
              </p:cNvPr>
              <p:cNvSpPr/>
              <p:nvPr/>
            </p:nvSpPr>
            <p:spPr>
              <a:xfrm>
                <a:off x="5695098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4" name="pg804">
                <a:extLst>
                  <a:ext uri="{FF2B5EF4-FFF2-40B4-BE49-F238E27FC236}">
                    <a16:creationId xmlns:a16="http://schemas.microsoft.com/office/drawing/2014/main" id="{8A729437-C65E-F558-C85F-24715BB4F1F8}"/>
                  </a:ext>
                </a:extLst>
              </p:cNvPr>
              <p:cNvSpPr/>
              <p:nvPr/>
            </p:nvSpPr>
            <p:spPr>
              <a:xfrm>
                <a:off x="5706736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5" name="pg805">
                <a:extLst>
                  <a:ext uri="{FF2B5EF4-FFF2-40B4-BE49-F238E27FC236}">
                    <a16:creationId xmlns:a16="http://schemas.microsoft.com/office/drawing/2014/main" id="{53153AA5-1C3F-09FB-08F7-102A38AE09D4}"/>
                  </a:ext>
                </a:extLst>
              </p:cNvPr>
              <p:cNvSpPr/>
              <p:nvPr/>
            </p:nvSpPr>
            <p:spPr>
              <a:xfrm>
                <a:off x="5718373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6" name="pg806">
                <a:extLst>
                  <a:ext uri="{FF2B5EF4-FFF2-40B4-BE49-F238E27FC236}">
                    <a16:creationId xmlns:a16="http://schemas.microsoft.com/office/drawing/2014/main" id="{586D579D-6324-766C-C8E7-D2FCCEB37B04}"/>
                  </a:ext>
                </a:extLst>
              </p:cNvPr>
              <p:cNvSpPr/>
              <p:nvPr/>
            </p:nvSpPr>
            <p:spPr>
              <a:xfrm>
                <a:off x="5730010" y="31225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7" name="pg807">
                <a:extLst>
                  <a:ext uri="{FF2B5EF4-FFF2-40B4-BE49-F238E27FC236}">
                    <a16:creationId xmlns:a16="http://schemas.microsoft.com/office/drawing/2014/main" id="{FFCA4085-1938-325F-00D7-F97FEB0937B6}"/>
                  </a:ext>
                </a:extLst>
              </p:cNvPr>
              <p:cNvSpPr/>
              <p:nvPr/>
            </p:nvSpPr>
            <p:spPr>
              <a:xfrm>
                <a:off x="5648549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8" name="pg808">
                <a:extLst>
                  <a:ext uri="{FF2B5EF4-FFF2-40B4-BE49-F238E27FC236}">
                    <a16:creationId xmlns:a16="http://schemas.microsoft.com/office/drawing/2014/main" id="{38E23155-D047-89AE-EB04-E48C49FA723E}"/>
                  </a:ext>
                </a:extLst>
              </p:cNvPr>
              <p:cNvSpPr/>
              <p:nvPr/>
            </p:nvSpPr>
            <p:spPr>
              <a:xfrm>
                <a:off x="5660186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09" name="pg809">
                <a:extLst>
                  <a:ext uri="{FF2B5EF4-FFF2-40B4-BE49-F238E27FC236}">
                    <a16:creationId xmlns:a16="http://schemas.microsoft.com/office/drawing/2014/main" id="{CAB2C67C-4F55-E31D-DEC1-2A49AEB05E93}"/>
                  </a:ext>
                </a:extLst>
              </p:cNvPr>
              <p:cNvSpPr/>
              <p:nvPr/>
            </p:nvSpPr>
            <p:spPr>
              <a:xfrm>
                <a:off x="5671824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0" name="pg810">
                <a:extLst>
                  <a:ext uri="{FF2B5EF4-FFF2-40B4-BE49-F238E27FC236}">
                    <a16:creationId xmlns:a16="http://schemas.microsoft.com/office/drawing/2014/main" id="{54860B85-B68C-DCB9-969B-D66A664E4382}"/>
                  </a:ext>
                </a:extLst>
              </p:cNvPr>
              <p:cNvSpPr/>
              <p:nvPr/>
            </p:nvSpPr>
            <p:spPr>
              <a:xfrm>
                <a:off x="5683461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1" name="pg811">
                <a:extLst>
                  <a:ext uri="{FF2B5EF4-FFF2-40B4-BE49-F238E27FC236}">
                    <a16:creationId xmlns:a16="http://schemas.microsoft.com/office/drawing/2014/main" id="{B36CC9A0-2A56-88B6-6DD6-2E683F628776}"/>
                  </a:ext>
                </a:extLst>
              </p:cNvPr>
              <p:cNvSpPr/>
              <p:nvPr/>
            </p:nvSpPr>
            <p:spPr>
              <a:xfrm>
                <a:off x="5695098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2" name="pg812">
                <a:extLst>
                  <a:ext uri="{FF2B5EF4-FFF2-40B4-BE49-F238E27FC236}">
                    <a16:creationId xmlns:a16="http://schemas.microsoft.com/office/drawing/2014/main" id="{2B2856AC-4A66-6EC1-B80F-181999CBC47C}"/>
                  </a:ext>
                </a:extLst>
              </p:cNvPr>
              <p:cNvSpPr/>
              <p:nvPr/>
            </p:nvSpPr>
            <p:spPr>
              <a:xfrm>
                <a:off x="5706736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3" name="pg813">
                <a:extLst>
                  <a:ext uri="{FF2B5EF4-FFF2-40B4-BE49-F238E27FC236}">
                    <a16:creationId xmlns:a16="http://schemas.microsoft.com/office/drawing/2014/main" id="{3D61E612-0926-634E-175D-241265861DB5}"/>
                  </a:ext>
                </a:extLst>
              </p:cNvPr>
              <p:cNvSpPr/>
              <p:nvPr/>
            </p:nvSpPr>
            <p:spPr>
              <a:xfrm>
                <a:off x="5718373" y="31368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4" name="pg814">
                <a:extLst>
                  <a:ext uri="{FF2B5EF4-FFF2-40B4-BE49-F238E27FC236}">
                    <a16:creationId xmlns:a16="http://schemas.microsoft.com/office/drawing/2014/main" id="{91DA3773-D7A2-3BE3-89DE-804800D9009E}"/>
                  </a:ext>
                </a:extLst>
              </p:cNvPr>
              <p:cNvSpPr/>
              <p:nvPr/>
            </p:nvSpPr>
            <p:spPr>
              <a:xfrm>
                <a:off x="5648549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5" name="pg815">
                <a:extLst>
                  <a:ext uri="{FF2B5EF4-FFF2-40B4-BE49-F238E27FC236}">
                    <a16:creationId xmlns:a16="http://schemas.microsoft.com/office/drawing/2014/main" id="{F4ADBCCE-DD9B-61AE-D862-4A95E02CE488}"/>
                  </a:ext>
                </a:extLst>
              </p:cNvPr>
              <p:cNvSpPr/>
              <p:nvPr/>
            </p:nvSpPr>
            <p:spPr>
              <a:xfrm>
                <a:off x="5660186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6" name="pg816">
                <a:extLst>
                  <a:ext uri="{FF2B5EF4-FFF2-40B4-BE49-F238E27FC236}">
                    <a16:creationId xmlns:a16="http://schemas.microsoft.com/office/drawing/2014/main" id="{8D6F007A-2C47-2FB1-C451-A48C7C614293}"/>
                  </a:ext>
                </a:extLst>
              </p:cNvPr>
              <p:cNvSpPr/>
              <p:nvPr/>
            </p:nvSpPr>
            <p:spPr>
              <a:xfrm>
                <a:off x="5671824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7" name="pg817">
                <a:extLst>
                  <a:ext uri="{FF2B5EF4-FFF2-40B4-BE49-F238E27FC236}">
                    <a16:creationId xmlns:a16="http://schemas.microsoft.com/office/drawing/2014/main" id="{2EBA461F-14CE-6DF4-7886-8B4A0BAB4E02}"/>
                  </a:ext>
                </a:extLst>
              </p:cNvPr>
              <p:cNvSpPr/>
              <p:nvPr/>
            </p:nvSpPr>
            <p:spPr>
              <a:xfrm>
                <a:off x="5683461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8" name="pg818">
                <a:extLst>
                  <a:ext uri="{FF2B5EF4-FFF2-40B4-BE49-F238E27FC236}">
                    <a16:creationId xmlns:a16="http://schemas.microsoft.com/office/drawing/2014/main" id="{DA980967-9BF0-E42F-A8D9-6B597B7B55AE}"/>
                  </a:ext>
                </a:extLst>
              </p:cNvPr>
              <p:cNvSpPr/>
              <p:nvPr/>
            </p:nvSpPr>
            <p:spPr>
              <a:xfrm>
                <a:off x="5695098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19" name="pg819">
                <a:extLst>
                  <a:ext uri="{FF2B5EF4-FFF2-40B4-BE49-F238E27FC236}">
                    <a16:creationId xmlns:a16="http://schemas.microsoft.com/office/drawing/2014/main" id="{A193C140-C129-1CC4-C5FE-2FEAC9D82235}"/>
                  </a:ext>
                </a:extLst>
              </p:cNvPr>
              <p:cNvSpPr/>
              <p:nvPr/>
            </p:nvSpPr>
            <p:spPr>
              <a:xfrm>
                <a:off x="5706736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0" name="pg820">
                <a:extLst>
                  <a:ext uri="{FF2B5EF4-FFF2-40B4-BE49-F238E27FC236}">
                    <a16:creationId xmlns:a16="http://schemas.microsoft.com/office/drawing/2014/main" id="{1149B2E8-BBEA-1683-96CC-1F740F57C170}"/>
                  </a:ext>
                </a:extLst>
              </p:cNvPr>
              <p:cNvSpPr/>
              <p:nvPr/>
            </p:nvSpPr>
            <p:spPr>
              <a:xfrm>
                <a:off x="5718373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1" name="pg821">
                <a:extLst>
                  <a:ext uri="{FF2B5EF4-FFF2-40B4-BE49-F238E27FC236}">
                    <a16:creationId xmlns:a16="http://schemas.microsoft.com/office/drawing/2014/main" id="{0177A838-1A71-5AB5-5A37-1BD1EC8544CC}"/>
                  </a:ext>
                </a:extLst>
              </p:cNvPr>
              <p:cNvSpPr/>
              <p:nvPr/>
            </p:nvSpPr>
            <p:spPr>
              <a:xfrm>
                <a:off x="5741648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2" name="pg822">
                <a:extLst>
                  <a:ext uri="{FF2B5EF4-FFF2-40B4-BE49-F238E27FC236}">
                    <a16:creationId xmlns:a16="http://schemas.microsoft.com/office/drawing/2014/main" id="{5ADD67E6-5697-E9D0-CF28-50CFF6E87F33}"/>
                  </a:ext>
                </a:extLst>
              </p:cNvPr>
              <p:cNvSpPr/>
              <p:nvPr/>
            </p:nvSpPr>
            <p:spPr>
              <a:xfrm>
                <a:off x="5753285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3" name="pg823">
                <a:extLst>
                  <a:ext uri="{FF2B5EF4-FFF2-40B4-BE49-F238E27FC236}">
                    <a16:creationId xmlns:a16="http://schemas.microsoft.com/office/drawing/2014/main" id="{1FFA0965-BD3E-A352-5EB2-7B689496013E}"/>
                  </a:ext>
                </a:extLst>
              </p:cNvPr>
              <p:cNvSpPr/>
              <p:nvPr/>
            </p:nvSpPr>
            <p:spPr>
              <a:xfrm>
                <a:off x="5764922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4" name="pg824">
                <a:extLst>
                  <a:ext uri="{FF2B5EF4-FFF2-40B4-BE49-F238E27FC236}">
                    <a16:creationId xmlns:a16="http://schemas.microsoft.com/office/drawing/2014/main" id="{AEB0514C-6B8E-DA29-A397-44796CFB9FF6}"/>
                  </a:ext>
                </a:extLst>
              </p:cNvPr>
              <p:cNvSpPr/>
              <p:nvPr/>
            </p:nvSpPr>
            <p:spPr>
              <a:xfrm>
                <a:off x="5776560" y="31511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5" name="pg825">
                <a:extLst>
                  <a:ext uri="{FF2B5EF4-FFF2-40B4-BE49-F238E27FC236}">
                    <a16:creationId xmlns:a16="http://schemas.microsoft.com/office/drawing/2014/main" id="{5B44C684-0A60-16BC-F147-3ED2AAD44E0E}"/>
                  </a:ext>
                </a:extLst>
              </p:cNvPr>
              <p:cNvSpPr/>
              <p:nvPr/>
            </p:nvSpPr>
            <p:spPr>
              <a:xfrm>
                <a:off x="5648549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6" name="pg826">
                <a:extLst>
                  <a:ext uri="{FF2B5EF4-FFF2-40B4-BE49-F238E27FC236}">
                    <a16:creationId xmlns:a16="http://schemas.microsoft.com/office/drawing/2014/main" id="{AFCD8778-68DE-4CAB-58CF-26A68B59841F}"/>
                  </a:ext>
                </a:extLst>
              </p:cNvPr>
              <p:cNvSpPr/>
              <p:nvPr/>
            </p:nvSpPr>
            <p:spPr>
              <a:xfrm>
                <a:off x="5660186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7" name="pg827">
                <a:extLst>
                  <a:ext uri="{FF2B5EF4-FFF2-40B4-BE49-F238E27FC236}">
                    <a16:creationId xmlns:a16="http://schemas.microsoft.com/office/drawing/2014/main" id="{7329B35D-F5C5-0999-332B-858141DD55DB}"/>
                  </a:ext>
                </a:extLst>
              </p:cNvPr>
              <p:cNvSpPr/>
              <p:nvPr/>
            </p:nvSpPr>
            <p:spPr>
              <a:xfrm>
                <a:off x="5671824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8" name="pg828">
                <a:extLst>
                  <a:ext uri="{FF2B5EF4-FFF2-40B4-BE49-F238E27FC236}">
                    <a16:creationId xmlns:a16="http://schemas.microsoft.com/office/drawing/2014/main" id="{EDCA037C-3676-A69D-FBC3-C0B602A148B9}"/>
                  </a:ext>
                </a:extLst>
              </p:cNvPr>
              <p:cNvSpPr/>
              <p:nvPr/>
            </p:nvSpPr>
            <p:spPr>
              <a:xfrm>
                <a:off x="5683461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29" name="pg829">
                <a:extLst>
                  <a:ext uri="{FF2B5EF4-FFF2-40B4-BE49-F238E27FC236}">
                    <a16:creationId xmlns:a16="http://schemas.microsoft.com/office/drawing/2014/main" id="{05C2CD8A-07D7-3338-6212-C97F57BA4886}"/>
                  </a:ext>
                </a:extLst>
              </p:cNvPr>
              <p:cNvSpPr/>
              <p:nvPr/>
            </p:nvSpPr>
            <p:spPr>
              <a:xfrm>
                <a:off x="5695098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0" name="pg830">
                <a:extLst>
                  <a:ext uri="{FF2B5EF4-FFF2-40B4-BE49-F238E27FC236}">
                    <a16:creationId xmlns:a16="http://schemas.microsoft.com/office/drawing/2014/main" id="{B964F2C3-95C3-212D-1388-59F109BFE578}"/>
                  </a:ext>
                </a:extLst>
              </p:cNvPr>
              <p:cNvSpPr/>
              <p:nvPr/>
            </p:nvSpPr>
            <p:spPr>
              <a:xfrm>
                <a:off x="5706736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1" name="pg831">
                <a:extLst>
                  <a:ext uri="{FF2B5EF4-FFF2-40B4-BE49-F238E27FC236}">
                    <a16:creationId xmlns:a16="http://schemas.microsoft.com/office/drawing/2014/main" id="{DAE521D4-999A-5E43-4565-F51AD6DDC281}"/>
                  </a:ext>
                </a:extLst>
              </p:cNvPr>
              <p:cNvSpPr/>
              <p:nvPr/>
            </p:nvSpPr>
            <p:spPr>
              <a:xfrm>
                <a:off x="5718373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2" name="pg832">
                <a:extLst>
                  <a:ext uri="{FF2B5EF4-FFF2-40B4-BE49-F238E27FC236}">
                    <a16:creationId xmlns:a16="http://schemas.microsoft.com/office/drawing/2014/main" id="{0E1302E1-0B2C-E18F-02C7-ED5029927C76}"/>
                  </a:ext>
                </a:extLst>
              </p:cNvPr>
              <p:cNvSpPr/>
              <p:nvPr/>
            </p:nvSpPr>
            <p:spPr>
              <a:xfrm>
                <a:off x="5730010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3" name="pg833">
                <a:extLst>
                  <a:ext uri="{FF2B5EF4-FFF2-40B4-BE49-F238E27FC236}">
                    <a16:creationId xmlns:a16="http://schemas.microsoft.com/office/drawing/2014/main" id="{4CAB7F36-BF1E-D24D-50C3-DD54E0A4326D}"/>
                  </a:ext>
                </a:extLst>
              </p:cNvPr>
              <p:cNvSpPr/>
              <p:nvPr/>
            </p:nvSpPr>
            <p:spPr>
              <a:xfrm>
                <a:off x="5741648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4" name="pg834">
                <a:extLst>
                  <a:ext uri="{FF2B5EF4-FFF2-40B4-BE49-F238E27FC236}">
                    <a16:creationId xmlns:a16="http://schemas.microsoft.com/office/drawing/2014/main" id="{995A0B68-4BD9-D260-DA52-7536872690B8}"/>
                  </a:ext>
                </a:extLst>
              </p:cNvPr>
              <p:cNvSpPr/>
              <p:nvPr/>
            </p:nvSpPr>
            <p:spPr>
              <a:xfrm>
                <a:off x="5753285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5" name="pg835">
                <a:extLst>
                  <a:ext uri="{FF2B5EF4-FFF2-40B4-BE49-F238E27FC236}">
                    <a16:creationId xmlns:a16="http://schemas.microsoft.com/office/drawing/2014/main" id="{48DCBE53-D687-BD26-0BF3-48FB77DDE47C}"/>
                  </a:ext>
                </a:extLst>
              </p:cNvPr>
              <p:cNvSpPr/>
              <p:nvPr/>
            </p:nvSpPr>
            <p:spPr>
              <a:xfrm>
                <a:off x="5764922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6" name="pg836">
                <a:extLst>
                  <a:ext uri="{FF2B5EF4-FFF2-40B4-BE49-F238E27FC236}">
                    <a16:creationId xmlns:a16="http://schemas.microsoft.com/office/drawing/2014/main" id="{31F4014E-90F5-514B-9D70-98F892F611A3}"/>
                  </a:ext>
                </a:extLst>
              </p:cNvPr>
              <p:cNvSpPr/>
              <p:nvPr/>
            </p:nvSpPr>
            <p:spPr>
              <a:xfrm>
                <a:off x="5776560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7" name="pg837">
                <a:extLst>
                  <a:ext uri="{FF2B5EF4-FFF2-40B4-BE49-F238E27FC236}">
                    <a16:creationId xmlns:a16="http://schemas.microsoft.com/office/drawing/2014/main" id="{5F33CD11-C39A-65D9-63DB-FA0A77D3B735}"/>
                  </a:ext>
                </a:extLst>
              </p:cNvPr>
              <p:cNvSpPr/>
              <p:nvPr/>
            </p:nvSpPr>
            <p:spPr>
              <a:xfrm>
                <a:off x="5788197" y="31654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8" name="pg838">
                <a:extLst>
                  <a:ext uri="{FF2B5EF4-FFF2-40B4-BE49-F238E27FC236}">
                    <a16:creationId xmlns:a16="http://schemas.microsoft.com/office/drawing/2014/main" id="{FA60C4AD-93DD-F08A-3E55-34F529D11CC5}"/>
                  </a:ext>
                </a:extLst>
              </p:cNvPr>
              <p:cNvSpPr/>
              <p:nvPr/>
            </p:nvSpPr>
            <p:spPr>
              <a:xfrm>
                <a:off x="5671824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39" name="pg839">
                <a:extLst>
                  <a:ext uri="{FF2B5EF4-FFF2-40B4-BE49-F238E27FC236}">
                    <a16:creationId xmlns:a16="http://schemas.microsoft.com/office/drawing/2014/main" id="{199984F9-E40F-E236-1294-DF2D74A3B99B}"/>
                  </a:ext>
                </a:extLst>
              </p:cNvPr>
              <p:cNvSpPr/>
              <p:nvPr/>
            </p:nvSpPr>
            <p:spPr>
              <a:xfrm>
                <a:off x="5683461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0" name="pg840">
                <a:extLst>
                  <a:ext uri="{FF2B5EF4-FFF2-40B4-BE49-F238E27FC236}">
                    <a16:creationId xmlns:a16="http://schemas.microsoft.com/office/drawing/2014/main" id="{15C4CFA4-41A6-4982-4D03-9CA5BB08FA6E}"/>
                  </a:ext>
                </a:extLst>
              </p:cNvPr>
              <p:cNvSpPr/>
              <p:nvPr/>
            </p:nvSpPr>
            <p:spPr>
              <a:xfrm>
                <a:off x="5695098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1" name="pg841">
                <a:extLst>
                  <a:ext uri="{FF2B5EF4-FFF2-40B4-BE49-F238E27FC236}">
                    <a16:creationId xmlns:a16="http://schemas.microsoft.com/office/drawing/2014/main" id="{F04CEB5D-E840-1783-2E8F-3AA71DEE8378}"/>
                  </a:ext>
                </a:extLst>
              </p:cNvPr>
              <p:cNvSpPr/>
              <p:nvPr/>
            </p:nvSpPr>
            <p:spPr>
              <a:xfrm>
                <a:off x="5706736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2" name="pg842">
                <a:extLst>
                  <a:ext uri="{FF2B5EF4-FFF2-40B4-BE49-F238E27FC236}">
                    <a16:creationId xmlns:a16="http://schemas.microsoft.com/office/drawing/2014/main" id="{0AB59496-6901-E65E-74DE-5391483193F6}"/>
                  </a:ext>
                </a:extLst>
              </p:cNvPr>
              <p:cNvSpPr/>
              <p:nvPr/>
            </p:nvSpPr>
            <p:spPr>
              <a:xfrm>
                <a:off x="5718373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3" name="pg843">
                <a:extLst>
                  <a:ext uri="{FF2B5EF4-FFF2-40B4-BE49-F238E27FC236}">
                    <a16:creationId xmlns:a16="http://schemas.microsoft.com/office/drawing/2014/main" id="{1F534EB0-A95A-6B98-220D-B7799A06173E}"/>
                  </a:ext>
                </a:extLst>
              </p:cNvPr>
              <p:cNvSpPr/>
              <p:nvPr/>
            </p:nvSpPr>
            <p:spPr>
              <a:xfrm>
                <a:off x="5730010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4" name="pg844">
                <a:extLst>
                  <a:ext uri="{FF2B5EF4-FFF2-40B4-BE49-F238E27FC236}">
                    <a16:creationId xmlns:a16="http://schemas.microsoft.com/office/drawing/2014/main" id="{0E8B318A-4DEF-E006-5CB5-2568BAE67B69}"/>
                  </a:ext>
                </a:extLst>
              </p:cNvPr>
              <p:cNvSpPr/>
              <p:nvPr/>
            </p:nvSpPr>
            <p:spPr>
              <a:xfrm>
                <a:off x="5741648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5" name="pg845">
                <a:extLst>
                  <a:ext uri="{FF2B5EF4-FFF2-40B4-BE49-F238E27FC236}">
                    <a16:creationId xmlns:a16="http://schemas.microsoft.com/office/drawing/2014/main" id="{B3BDE7C8-6362-7843-DA97-80065EC2585E}"/>
                  </a:ext>
                </a:extLst>
              </p:cNvPr>
              <p:cNvSpPr/>
              <p:nvPr/>
            </p:nvSpPr>
            <p:spPr>
              <a:xfrm>
                <a:off x="5753285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6" name="pg846">
                <a:extLst>
                  <a:ext uri="{FF2B5EF4-FFF2-40B4-BE49-F238E27FC236}">
                    <a16:creationId xmlns:a16="http://schemas.microsoft.com/office/drawing/2014/main" id="{B3592EA7-FFB5-7C06-EC23-23305B9E6A2A}"/>
                  </a:ext>
                </a:extLst>
              </p:cNvPr>
              <p:cNvSpPr/>
              <p:nvPr/>
            </p:nvSpPr>
            <p:spPr>
              <a:xfrm>
                <a:off x="5764922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7" name="pg847">
                <a:extLst>
                  <a:ext uri="{FF2B5EF4-FFF2-40B4-BE49-F238E27FC236}">
                    <a16:creationId xmlns:a16="http://schemas.microsoft.com/office/drawing/2014/main" id="{7760F721-58A6-2986-BCA0-B0608ADE553A}"/>
                  </a:ext>
                </a:extLst>
              </p:cNvPr>
              <p:cNvSpPr/>
              <p:nvPr/>
            </p:nvSpPr>
            <p:spPr>
              <a:xfrm>
                <a:off x="5776560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8" name="pg848">
                <a:extLst>
                  <a:ext uri="{FF2B5EF4-FFF2-40B4-BE49-F238E27FC236}">
                    <a16:creationId xmlns:a16="http://schemas.microsoft.com/office/drawing/2014/main" id="{D289C38D-7EE8-B9E9-768E-5CCAA66EA7D5}"/>
                  </a:ext>
                </a:extLst>
              </p:cNvPr>
              <p:cNvSpPr/>
              <p:nvPr/>
            </p:nvSpPr>
            <p:spPr>
              <a:xfrm>
                <a:off x="5788197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49" name="pg849">
                <a:extLst>
                  <a:ext uri="{FF2B5EF4-FFF2-40B4-BE49-F238E27FC236}">
                    <a16:creationId xmlns:a16="http://schemas.microsoft.com/office/drawing/2014/main" id="{9CC92B29-27DF-85C5-2BEC-5B261BF59907}"/>
                  </a:ext>
                </a:extLst>
              </p:cNvPr>
              <p:cNvSpPr/>
              <p:nvPr/>
            </p:nvSpPr>
            <p:spPr>
              <a:xfrm>
                <a:off x="5799834" y="31797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0" name="pg850">
                <a:extLst>
                  <a:ext uri="{FF2B5EF4-FFF2-40B4-BE49-F238E27FC236}">
                    <a16:creationId xmlns:a16="http://schemas.microsoft.com/office/drawing/2014/main" id="{DC024774-AFFF-5D70-F59F-193123255EB6}"/>
                  </a:ext>
                </a:extLst>
              </p:cNvPr>
              <p:cNvSpPr/>
              <p:nvPr/>
            </p:nvSpPr>
            <p:spPr>
              <a:xfrm>
                <a:off x="5625275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1" name="pg851">
                <a:extLst>
                  <a:ext uri="{FF2B5EF4-FFF2-40B4-BE49-F238E27FC236}">
                    <a16:creationId xmlns:a16="http://schemas.microsoft.com/office/drawing/2014/main" id="{8B4E6190-487C-3652-9617-B0B18FE2E00F}"/>
                  </a:ext>
                </a:extLst>
              </p:cNvPr>
              <p:cNvSpPr/>
              <p:nvPr/>
            </p:nvSpPr>
            <p:spPr>
              <a:xfrm>
                <a:off x="5636912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2" name="pg852">
                <a:extLst>
                  <a:ext uri="{FF2B5EF4-FFF2-40B4-BE49-F238E27FC236}">
                    <a16:creationId xmlns:a16="http://schemas.microsoft.com/office/drawing/2014/main" id="{2843162C-6367-3633-A5E5-43CC7154CDD6}"/>
                  </a:ext>
                </a:extLst>
              </p:cNvPr>
              <p:cNvSpPr/>
              <p:nvPr/>
            </p:nvSpPr>
            <p:spPr>
              <a:xfrm>
                <a:off x="5648549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3" name="pg853">
                <a:extLst>
                  <a:ext uri="{FF2B5EF4-FFF2-40B4-BE49-F238E27FC236}">
                    <a16:creationId xmlns:a16="http://schemas.microsoft.com/office/drawing/2014/main" id="{AD447BE9-50FC-12D4-2A48-C04F70AC42A0}"/>
                  </a:ext>
                </a:extLst>
              </p:cNvPr>
              <p:cNvSpPr/>
              <p:nvPr/>
            </p:nvSpPr>
            <p:spPr>
              <a:xfrm>
                <a:off x="5660186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4" name="pg854">
                <a:extLst>
                  <a:ext uri="{FF2B5EF4-FFF2-40B4-BE49-F238E27FC236}">
                    <a16:creationId xmlns:a16="http://schemas.microsoft.com/office/drawing/2014/main" id="{685C58D3-1A1B-D608-249D-5D1125626F0E}"/>
                  </a:ext>
                </a:extLst>
              </p:cNvPr>
              <p:cNvSpPr/>
              <p:nvPr/>
            </p:nvSpPr>
            <p:spPr>
              <a:xfrm>
                <a:off x="5695098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5" name="pg855">
                <a:extLst>
                  <a:ext uri="{FF2B5EF4-FFF2-40B4-BE49-F238E27FC236}">
                    <a16:creationId xmlns:a16="http://schemas.microsoft.com/office/drawing/2014/main" id="{1841B253-3B3F-FB7A-B180-B5CA01F768F1}"/>
                  </a:ext>
                </a:extLst>
              </p:cNvPr>
              <p:cNvSpPr/>
              <p:nvPr/>
            </p:nvSpPr>
            <p:spPr>
              <a:xfrm>
                <a:off x="5706736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6" name="pg856">
                <a:extLst>
                  <a:ext uri="{FF2B5EF4-FFF2-40B4-BE49-F238E27FC236}">
                    <a16:creationId xmlns:a16="http://schemas.microsoft.com/office/drawing/2014/main" id="{5D49C8BE-FE61-CB25-F0B6-DA7F4F6E529B}"/>
                  </a:ext>
                </a:extLst>
              </p:cNvPr>
              <p:cNvSpPr/>
              <p:nvPr/>
            </p:nvSpPr>
            <p:spPr>
              <a:xfrm>
                <a:off x="5718373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7" name="pg857">
                <a:extLst>
                  <a:ext uri="{FF2B5EF4-FFF2-40B4-BE49-F238E27FC236}">
                    <a16:creationId xmlns:a16="http://schemas.microsoft.com/office/drawing/2014/main" id="{1320EDA6-7DAB-3D0F-C2DE-9CB0EB5FFD07}"/>
                  </a:ext>
                </a:extLst>
              </p:cNvPr>
              <p:cNvSpPr/>
              <p:nvPr/>
            </p:nvSpPr>
            <p:spPr>
              <a:xfrm>
                <a:off x="5730010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8" name="pg858">
                <a:extLst>
                  <a:ext uri="{FF2B5EF4-FFF2-40B4-BE49-F238E27FC236}">
                    <a16:creationId xmlns:a16="http://schemas.microsoft.com/office/drawing/2014/main" id="{A6FBB1B0-09DD-6C9A-1483-DC53D530A6C9}"/>
                  </a:ext>
                </a:extLst>
              </p:cNvPr>
              <p:cNvSpPr/>
              <p:nvPr/>
            </p:nvSpPr>
            <p:spPr>
              <a:xfrm>
                <a:off x="5741648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59" name="pg859">
                <a:extLst>
                  <a:ext uri="{FF2B5EF4-FFF2-40B4-BE49-F238E27FC236}">
                    <a16:creationId xmlns:a16="http://schemas.microsoft.com/office/drawing/2014/main" id="{0CB5B156-F037-5D17-E2AD-36E81009330D}"/>
                  </a:ext>
                </a:extLst>
              </p:cNvPr>
              <p:cNvSpPr/>
              <p:nvPr/>
            </p:nvSpPr>
            <p:spPr>
              <a:xfrm>
                <a:off x="5753285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0" name="pg860">
                <a:extLst>
                  <a:ext uri="{FF2B5EF4-FFF2-40B4-BE49-F238E27FC236}">
                    <a16:creationId xmlns:a16="http://schemas.microsoft.com/office/drawing/2014/main" id="{D4250317-C585-58DB-E2B4-2FAF5457E698}"/>
                  </a:ext>
                </a:extLst>
              </p:cNvPr>
              <p:cNvSpPr/>
              <p:nvPr/>
            </p:nvSpPr>
            <p:spPr>
              <a:xfrm>
                <a:off x="5764922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1" name="pg861">
                <a:extLst>
                  <a:ext uri="{FF2B5EF4-FFF2-40B4-BE49-F238E27FC236}">
                    <a16:creationId xmlns:a16="http://schemas.microsoft.com/office/drawing/2014/main" id="{B24A9653-738D-328B-EE16-AFEB6D5EEEAA}"/>
                  </a:ext>
                </a:extLst>
              </p:cNvPr>
              <p:cNvSpPr/>
              <p:nvPr/>
            </p:nvSpPr>
            <p:spPr>
              <a:xfrm>
                <a:off x="5776560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2" name="pg862">
                <a:extLst>
                  <a:ext uri="{FF2B5EF4-FFF2-40B4-BE49-F238E27FC236}">
                    <a16:creationId xmlns:a16="http://schemas.microsoft.com/office/drawing/2014/main" id="{8C212D6C-A846-5BEA-0A6D-856E86EAFE86}"/>
                  </a:ext>
                </a:extLst>
              </p:cNvPr>
              <p:cNvSpPr/>
              <p:nvPr/>
            </p:nvSpPr>
            <p:spPr>
              <a:xfrm>
                <a:off x="5788197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3" name="pg863">
                <a:extLst>
                  <a:ext uri="{FF2B5EF4-FFF2-40B4-BE49-F238E27FC236}">
                    <a16:creationId xmlns:a16="http://schemas.microsoft.com/office/drawing/2014/main" id="{A88903A5-2B30-AE8A-B318-13D6B0A5539C}"/>
                  </a:ext>
                </a:extLst>
              </p:cNvPr>
              <p:cNvSpPr/>
              <p:nvPr/>
            </p:nvSpPr>
            <p:spPr>
              <a:xfrm>
                <a:off x="5799834" y="31940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4" name="pg864">
                <a:extLst>
                  <a:ext uri="{FF2B5EF4-FFF2-40B4-BE49-F238E27FC236}">
                    <a16:creationId xmlns:a16="http://schemas.microsoft.com/office/drawing/2014/main" id="{02445BAD-6D75-50E6-0C82-71C900ABDD3F}"/>
                  </a:ext>
                </a:extLst>
              </p:cNvPr>
              <p:cNvSpPr/>
              <p:nvPr/>
            </p:nvSpPr>
            <p:spPr>
              <a:xfrm>
                <a:off x="5613637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5" name="pg865">
                <a:extLst>
                  <a:ext uri="{FF2B5EF4-FFF2-40B4-BE49-F238E27FC236}">
                    <a16:creationId xmlns:a16="http://schemas.microsoft.com/office/drawing/2014/main" id="{50ECC72A-1213-C11C-B0A2-C525B168910F}"/>
                  </a:ext>
                </a:extLst>
              </p:cNvPr>
              <p:cNvSpPr/>
              <p:nvPr/>
            </p:nvSpPr>
            <p:spPr>
              <a:xfrm>
                <a:off x="5625275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6" name="pg866">
                <a:extLst>
                  <a:ext uri="{FF2B5EF4-FFF2-40B4-BE49-F238E27FC236}">
                    <a16:creationId xmlns:a16="http://schemas.microsoft.com/office/drawing/2014/main" id="{37ECAFF2-B70C-4C09-BBE8-B4596221E5FD}"/>
                  </a:ext>
                </a:extLst>
              </p:cNvPr>
              <p:cNvSpPr/>
              <p:nvPr/>
            </p:nvSpPr>
            <p:spPr>
              <a:xfrm>
                <a:off x="563691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7" name="pg867">
                <a:extLst>
                  <a:ext uri="{FF2B5EF4-FFF2-40B4-BE49-F238E27FC236}">
                    <a16:creationId xmlns:a16="http://schemas.microsoft.com/office/drawing/2014/main" id="{D06E3815-E7F2-45EF-1D4D-6CF4A4CBB4E5}"/>
                  </a:ext>
                </a:extLst>
              </p:cNvPr>
              <p:cNvSpPr/>
              <p:nvPr/>
            </p:nvSpPr>
            <p:spPr>
              <a:xfrm>
                <a:off x="5648549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8" name="pg868">
                <a:extLst>
                  <a:ext uri="{FF2B5EF4-FFF2-40B4-BE49-F238E27FC236}">
                    <a16:creationId xmlns:a16="http://schemas.microsoft.com/office/drawing/2014/main" id="{85623136-8B79-8ADF-0523-E48B7D050C78}"/>
                  </a:ext>
                </a:extLst>
              </p:cNvPr>
              <p:cNvSpPr/>
              <p:nvPr/>
            </p:nvSpPr>
            <p:spPr>
              <a:xfrm>
                <a:off x="5660186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69" name="pg869">
                <a:extLst>
                  <a:ext uri="{FF2B5EF4-FFF2-40B4-BE49-F238E27FC236}">
                    <a16:creationId xmlns:a16="http://schemas.microsoft.com/office/drawing/2014/main" id="{C6C54F38-C884-D8ED-C500-EE4D781A616E}"/>
                  </a:ext>
                </a:extLst>
              </p:cNvPr>
              <p:cNvSpPr/>
              <p:nvPr/>
            </p:nvSpPr>
            <p:spPr>
              <a:xfrm>
                <a:off x="5671824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0" name="pg870">
                <a:extLst>
                  <a:ext uri="{FF2B5EF4-FFF2-40B4-BE49-F238E27FC236}">
                    <a16:creationId xmlns:a16="http://schemas.microsoft.com/office/drawing/2014/main" id="{D20D85E3-B1E4-76C3-28A5-2D5ABC68FB5C}"/>
                  </a:ext>
                </a:extLst>
              </p:cNvPr>
              <p:cNvSpPr/>
              <p:nvPr/>
            </p:nvSpPr>
            <p:spPr>
              <a:xfrm>
                <a:off x="5683461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1" name="pg871">
                <a:extLst>
                  <a:ext uri="{FF2B5EF4-FFF2-40B4-BE49-F238E27FC236}">
                    <a16:creationId xmlns:a16="http://schemas.microsoft.com/office/drawing/2014/main" id="{C1E81591-48BF-3DB5-87D4-AD6C6A0801E5}"/>
                  </a:ext>
                </a:extLst>
              </p:cNvPr>
              <p:cNvSpPr/>
              <p:nvPr/>
            </p:nvSpPr>
            <p:spPr>
              <a:xfrm>
                <a:off x="5695098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2" name="pg872">
                <a:extLst>
                  <a:ext uri="{FF2B5EF4-FFF2-40B4-BE49-F238E27FC236}">
                    <a16:creationId xmlns:a16="http://schemas.microsoft.com/office/drawing/2014/main" id="{A2DF0F41-48BD-49E7-6543-3747BAC3CD2B}"/>
                  </a:ext>
                </a:extLst>
              </p:cNvPr>
              <p:cNvSpPr/>
              <p:nvPr/>
            </p:nvSpPr>
            <p:spPr>
              <a:xfrm>
                <a:off x="5706736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3" name="pg873">
                <a:extLst>
                  <a:ext uri="{FF2B5EF4-FFF2-40B4-BE49-F238E27FC236}">
                    <a16:creationId xmlns:a16="http://schemas.microsoft.com/office/drawing/2014/main" id="{F69E295B-FB9A-E2CA-BBF4-4F71CDE707C9}"/>
                  </a:ext>
                </a:extLst>
              </p:cNvPr>
              <p:cNvSpPr/>
              <p:nvPr/>
            </p:nvSpPr>
            <p:spPr>
              <a:xfrm>
                <a:off x="5718373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4" name="pg874">
                <a:extLst>
                  <a:ext uri="{FF2B5EF4-FFF2-40B4-BE49-F238E27FC236}">
                    <a16:creationId xmlns:a16="http://schemas.microsoft.com/office/drawing/2014/main" id="{2F2461BA-175E-56D4-C07B-483A318AFDF4}"/>
                  </a:ext>
                </a:extLst>
              </p:cNvPr>
              <p:cNvSpPr/>
              <p:nvPr/>
            </p:nvSpPr>
            <p:spPr>
              <a:xfrm>
                <a:off x="5730010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5" name="pg875">
                <a:extLst>
                  <a:ext uri="{FF2B5EF4-FFF2-40B4-BE49-F238E27FC236}">
                    <a16:creationId xmlns:a16="http://schemas.microsoft.com/office/drawing/2014/main" id="{73A9958B-83E3-FB9B-706A-3AB8D568A7E6}"/>
                  </a:ext>
                </a:extLst>
              </p:cNvPr>
              <p:cNvSpPr/>
              <p:nvPr/>
            </p:nvSpPr>
            <p:spPr>
              <a:xfrm>
                <a:off x="5741648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6" name="pg876">
                <a:extLst>
                  <a:ext uri="{FF2B5EF4-FFF2-40B4-BE49-F238E27FC236}">
                    <a16:creationId xmlns:a16="http://schemas.microsoft.com/office/drawing/2014/main" id="{490A46EE-2CD9-6AC9-7A53-CA01F7D98BC4}"/>
                  </a:ext>
                </a:extLst>
              </p:cNvPr>
              <p:cNvSpPr/>
              <p:nvPr/>
            </p:nvSpPr>
            <p:spPr>
              <a:xfrm>
                <a:off x="5753285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7" name="pg877">
                <a:extLst>
                  <a:ext uri="{FF2B5EF4-FFF2-40B4-BE49-F238E27FC236}">
                    <a16:creationId xmlns:a16="http://schemas.microsoft.com/office/drawing/2014/main" id="{7084B274-4FA1-7F3B-610D-59F05B659440}"/>
                  </a:ext>
                </a:extLst>
              </p:cNvPr>
              <p:cNvSpPr/>
              <p:nvPr/>
            </p:nvSpPr>
            <p:spPr>
              <a:xfrm>
                <a:off x="576492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8" name="pg878">
                <a:extLst>
                  <a:ext uri="{FF2B5EF4-FFF2-40B4-BE49-F238E27FC236}">
                    <a16:creationId xmlns:a16="http://schemas.microsoft.com/office/drawing/2014/main" id="{444A6E34-E768-B12E-4D60-3DFC177F2836}"/>
                  </a:ext>
                </a:extLst>
              </p:cNvPr>
              <p:cNvSpPr/>
              <p:nvPr/>
            </p:nvSpPr>
            <p:spPr>
              <a:xfrm>
                <a:off x="5776560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79" name="pg879">
                <a:extLst>
                  <a:ext uri="{FF2B5EF4-FFF2-40B4-BE49-F238E27FC236}">
                    <a16:creationId xmlns:a16="http://schemas.microsoft.com/office/drawing/2014/main" id="{DB993566-4DFD-C6CC-025C-9AB41CD4BB46}"/>
                  </a:ext>
                </a:extLst>
              </p:cNvPr>
              <p:cNvSpPr/>
              <p:nvPr/>
            </p:nvSpPr>
            <p:spPr>
              <a:xfrm>
                <a:off x="5788197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0" name="pg880">
                <a:extLst>
                  <a:ext uri="{FF2B5EF4-FFF2-40B4-BE49-F238E27FC236}">
                    <a16:creationId xmlns:a16="http://schemas.microsoft.com/office/drawing/2014/main" id="{A3F4412B-A9CD-CFD9-0721-B6D5E3997842}"/>
                  </a:ext>
                </a:extLst>
              </p:cNvPr>
              <p:cNvSpPr/>
              <p:nvPr/>
            </p:nvSpPr>
            <p:spPr>
              <a:xfrm>
                <a:off x="5799834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1" name="pg881">
                <a:extLst>
                  <a:ext uri="{FF2B5EF4-FFF2-40B4-BE49-F238E27FC236}">
                    <a16:creationId xmlns:a16="http://schemas.microsoft.com/office/drawing/2014/main" id="{3C25A1B5-84B0-2922-6150-BEB17F42AC4A}"/>
                  </a:ext>
                </a:extLst>
              </p:cNvPr>
              <p:cNvSpPr/>
              <p:nvPr/>
            </p:nvSpPr>
            <p:spPr>
              <a:xfrm>
                <a:off x="5811472" y="32083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2" name="pg882">
                <a:extLst>
                  <a:ext uri="{FF2B5EF4-FFF2-40B4-BE49-F238E27FC236}">
                    <a16:creationId xmlns:a16="http://schemas.microsoft.com/office/drawing/2014/main" id="{712DCDFD-2D7F-8751-B58E-F88776379711}"/>
                  </a:ext>
                </a:extLst>
              </p:cNvPr>
              <p:cNvSpPr/>
              <p:nvPr/>
            </p:nvSpPr>
            <p:spPr>
              <a:xfrm>
                <a:off x="5613637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3" name="pg883">
                <a:extLst>
                  <a:ext uri="{FF2B5EF4-FFF2-40B4-BE49-F238E27FC236}">
                    <a16:creationId xmlns:a16="http://schemas.microsoft.com/office/drawing/2014/main" id="{263779A7-BB66-D24E-DE1C-4E5E87E509BB}"/>
                  </a:ext>
                </a:extLst>
              </p:cNvPr>
              <p:cNvSpPr/>
              <p:nvPr/>
            </p:nvSpPr>
            <p:spPr>
              <a:xfrm>
                <a:off x="5625275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4" name="pg884">
                <a:extLst>
                  <a:ext uri="{FF2B5EF4-FFF2-40B4-BE49-F238E27FC236}">
                    <a16:creationId xmlns:a16="http://schemas.microsoft.com/office/drawing/2014/main" id="{8872AE99-CC62-AFBD-CC6A-BE399F15DCDB}"/>
                  </a:ext>
                </a:extLst>
              </p:cNvPr>
              <p:cNvSpPr/>
              <p:nvPr/>
            </p:nvSpPr>
            <p:spPr>
              <a:xfrm>
                <a:off x="563691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5" name="pg885">
                <a:extLst>
                  <a:ext uri="{FF2B5EF4-FFF2-40B4-BE49-F238E27FC236}">
                    <a16:creationId xmlns:a16="http://schemas.microsoft.com/office/drawing/2014/main" id="{08DE85B6-C280-8774-B620-2BD7F4B337B0}"/>
                  </a:ext>
                </a:extLst>
              </p:cNvPr>
              <p:cNvSpPr/>
              <p:nvPr/>
            </p:nvSpPr>
            <p:spPr>
              <a:xfrm>
                <a:off x="5648549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6" name="pg886">
                <a:extLst>
                  <a:ext uri="{FF2B5EF4-FFF2-40B4-BE49-F238E27FC236}">
                    <a16:creationId xmlns:a16="http://schemas.microsoft.com/office/drawing/2014/main" id="{B67308CD-A10A-738D-1DE2-18BCE1745427}"/>
                  </a:ext>
                </a:extLst>
              </p:cNvPr>
              <p:cNvSpPr/>
              <p:nvPr/>
            </p:nvSpPr>
            <p:spPr>
              <a:xfrm>
                <a:off x="5660186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7" name="pg887">
                <a:extLst>
                  <a:ext uri="{FF2B5EF4-FFF2-40B4-BE49-F238E27FC236}">
                    <a16:creationId xmlns:a16="http://schemas.microsoft.com/office/drawing/2014/main" id="{55021ABC-1FEB-D871-3B08-A47C74BF861D}"/>
                  </a:ext>
                </a:extLst>
              </p:cNvPr>
              <p:cNvSpPr/>
              <p:nvPr/>
            </p:nvSpPr>
            <p:spPr>
              <a:xfrm>
                <a:off x="5671824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8" name="pg888">
                <a:extLst>
                  <a:ext uri="{FF2B5EF4-FFF2-40B4-BE49-F238E27FC236}">
                    <a16:creationId xmlns:a16="http://schemas.microsoft.com/office/drawing/2014/main" id="{67843E67-5947-FAE2-DDB6-78F646C4E7DB}"/>
                  </a:ext>
                </a:extLst>
              </p:cNvPr>
              <p:cNvSpPr/>
              <p:nvPr/>
            </p:nvSpPr>
            <p:spPr>
              <a:xfrm>
                <a:off x="5683461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89" name="pg889">
                <a:extLst>
                  <a:ext uri="{FF2B5EF4-FFF2-40B4-BE49-F238E27FC236}">
                    <a16:creationId xmlns:a16="http://schemas.microsoft.com/office/drawing/2014/main" id="{C1C86741-286C-7B25-EA1A-4BB83A96CE12}"/>
                  </a:ext>
                </a:extLst>
              </p:cNvPr>
              <p:cNvSpPr/>
              <p:nvPr/>
            </p:nvSpPr>
            <p:spPr>
              <a:xfrm>
                <a:off x="5695098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0" name="pg890">
                <a:extLst>
                  <a:ext uri="{FF2B5EF4-FFF2-40B4-BE49-F238E27FC236}">
                    <a16:creationId xmlns:a16="http://schemas.microsoft.com/office/drawing/2014/main" id="{7EB0330E-14D0-5483-E537-CF613A618466}"/>
                  </a:ext>
                </a:extLst>
              </p:cNvPr>
              <p:cNvSpPr/>
              <p:nvPr/>
            </p:nvSpPr>
            <p:spPr>
              <a:xfrm>
                <a:off x="5706736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1" name="pg891">
                <a:extLst>
                  <a:ext uri="{FF2B5EF4-FFF2-40B4-BE49-F238E27FC236}">
                    <a16:creationId xmlns:a16="http://schemas.microsoft.com/office/drawing/2014/main" id="{E627ECD4-B147-9353-C861-F47A5F50EECF}"/>
                  </a:ext>
                </a:extLst>
              </p:cNvPr>
              <p:cNvSpPr/>
              <p:nvPr/>
            </p:nvSpPr>
            <p:spPr>
              <a:xfrm>
                <a:off x="5718373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2" name="pg892">
                <a:extLst>
                  <a:ext uri="{FF2B5EF4-FFF2-40B4-BE49-F238E27FC236}">
                    <a16:creationId xmlns:a16="http://schemas.microsoft.com/office/drawing/2014/main" id="{9D084EC5-4D79-1519-8D18-D55D18779D14}"/>
                  </a:ext>
                </a:extLst>
              </p:cNvPr>
              <p:cNvSpPr/>
              <p:nvPr/>
            </p:nvSpPr>
            <p:spPr>
              <a:xfrm>
                <a:off x="5730010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3" name="pg893">
                <a:extLst>
                  <a:ext uri="{FF2B5EF4-FFF2-40B4-BE49-F238E27FC236}">
                    <a16:creationId xmlns:a16="http://schemas.microsoft.com/office/drawing/2014/main" id="{36014253-C155-DE8E-AD0F-2BC4F5506584}"/>
                  </a:ext>
                </a:extLst>
              </p:cNvPr>
              <p:cNvSpPr/>
              <p:nvPr/>
            </p:nvSpPr>
            <p:spPr>
              <a:xfrm>
                <a:off x="5741648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4" name="pg894">
                <a:extLst>
                  <a:ext uri="{FF2B5EF4-FFF2-40B4-BE49-F238E27FC236}">
                    <a16:creationId xmlns:a16="http://schemas.microsoft.com/office/drawing/2014/main" id="{449B3D36-1404-44B6-3A42-928FF528306C}"/>
                  </a:ext>
                </a:extLst>
              </p:cNvPr>
              <p:cNvSpPr/>
              <p:nvPr/>
            </p:nvSpPr>
            <p:spPr>
              <a:xfrm>
                <a:off x="5753285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5" name="pg895">
                <a:extLst>
                  <a:ext uri="{FF2B5EF4-FFF2-40B4-BE49-F238E27FC236}">
                    <a16:creationId xmlns:a16="http://schemas.microsoft.com/office/drawing/2014/main" id="{E57EBEF0-0A9A-F36D-BBB6-44E9127689EB}"/>
                  </a:ext>
                </a:extLst>
              </p:cNvPr>
              <p:cNvSpPr/>
              <p:nvPr/>
            </p:nvSpPr>
            <p:spPr>
              <a:xfrm>
                <a:off x="576492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6" name="pg896">
                <a:extLst>
                  <a:ext uri="{FF2B5EF4-FFF2-40B4-BE49-F238E27FC236}">
                    <a16:creationId xmlns:a16="http://schemas.microsoft.com/office/drawing/2014/main" id="{29932EA4-C908-DBBA-D4BA-CF246D8AF0C2}"/>
                  </a:ext>
                </a:extLst>
              </p:cNvPr>
              <p:cNvSpPr/>
              <p:nvPr/>
            </p:nvSpPr>
            <p:spPr>
              <a:xfrm>
                <a:off x="5776560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7" name="pg897">
                <a:extLst>
                  <a:ext uri="{FF2B5EF4-FFF2-40B4-BE49-F238E27FC236}">
                    <a16:creationId xmlns:a16="http://schemas.microsoft.com/office/drawing/2014/main" id="{4F43C2DE-0B9E-8872-7959-6B572805CF16}"/>
                  </a:ext>
                </a:extLst>
              </p:cNvPr>
              <p:cNvSpPr/>
              <p:nvPr/>
            </p:nvSpPr>
            <p:spPr>
              <a:xfrm>
                <a:off x="5788197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8" name="pg898">
                <a:extLst>
                  <a:ext uri="{FF2B5EF4-FFF2-40B4-BE49-F238E27FC236}">
                    <a16:creationId xmlns:a16="http://schemas.microsoft.com/office/drawing/2014/main" id="{1D54A574-AC02-2568-4D2B-A10DAE7179D2}"/>
                  </a:ext>
                </a:extLst>
              </p:cNvPr>
              <p:cNvSpPr/>
              <p:nvPr/>
            </p:nvSpPr>
            <p:spPr>
              <a:xfrm>
                <a:off x="5799834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899" name="pg899">
                <a:extLst>
                  <a:ext uri="{FF2B5EF4-FFF2-40B4-BE49-F238E27FC236}">
                    <a16:creationId xmlns:a16="http://schemas.microsoft.com/office/drawing/2014/main" id="{3C6DC459-B412-5DE8-FA67-8299EC32D028}"/>
                  </a:ext>
                </a:extLst>
              </p:cNvPr>
              <p:cNvSpPr/>
              <p:nvPr/>
            </p:nvSpPr>
            <p:spPr>
              <a:xfrm>
                <a:off x="5811472" y="322263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0" name="pg900">
                <a:extLst>
                  <a:ext uri="{FF2B5EF4-FFF2-40B4-BE49-F238E27FC236}">
                    <a16:creationId xmlns:a16="http://schemas.microsoft.com/office/drawing/2014/main" id="{49037437-8831-1F9D-04FB-1BF8E482A5BB}"/>
                  </a:ext>
                </a:extLst>
              </p:cNvPr>
              <p:cNvSpPr/>
              <p:nvPr/>
            </p:nvSpPr>
            <p:spPr>
              <a:xfrm>
                <a:off x="5613637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1" name="pg901">
                <a:extLst>
                  <a:ext uri="{FF2B5EF4-FFF2-40B4-BE49-F238E27FC236}">
                    <a16:creationId xmlns:a16="http://schemas.microsoft.com/office/drawing/2014/main" id="{ED68A461-1646-08B4-5D7A-2D135406A96B}"/>
                  </a:ext>
                </a:extLst>
              </p:cNvPr>
              <p:cNvSpPr/>
              <p:nvPr/>
            </p:nvSpPr>
            <p:spPr>
              <a:xfrm>
                <a:off x="5625275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2" name="pg902">
                <a:extLst>
                  <a:ext uri="{FF2B5EF4-FFF2-40B4-BE49-F238E27FC236}">
                    <a16:creationId xmlns:a16="http://schemas.microsoft.com/office/drawing/2014/main" id="{D9A42243-FEBD-B241-CCC1-1B6B2C13D343}"/>
                  </a:ext>
                </a:extLst>
              </p:cNvPr>
              <p:cNvSpPr/>
              <p:nvPr/>
            </p:nvSpPr>
            <p:spPr>
              <a:xfrm>
                <a:off x="563691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3" name="pg903">
                <a:extLst>
                  <a:ext uri="{FF2B5EF4-FFF2-40B4-BE49-F238E27FC236}">
                    <a16:creationId xmlns:a16="http://schemas.microsoft.com/office/drawing/2014/main" id="{091AD9C4-0B48-F451-1D80-C012E8AA864A}"/>
                  </a:ext>
                </a:extLst>
              </p:cNvPr>
              <p:cNvSpPr/>
              <p:nvPr/>
            </p:nvSpPr>
            <p:spPr>
              <a:xfrm>
                <a:off x="5648549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4" name="pg904">
                <a:extLst>
                  <a:ext uri="{FF2B5EF4-FFF2-40B4-BE49-F238E27FC236}">
                    <a16:creationId xmlns:a16="http://schemas.microsoft.com/office/drawing/2014/main" id="{39216A1A-8ED6-C768-A385-94ECADE42FC5}"/>
                  </a:ext>
                </a:extLst>
              </p:cNvPr>
              <p:cNvSpPr/>
              <p:nvPr/>
            </p:nvSpPr>
            <p:spPr>
              <a:xfrm>
                <a:off x="5660186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5" name="pg905">
                <a:extLst>
                  <a:ext uri="{FF2B5EF4-FFF2-40B4-BE49-F238E27FC236}">
                    <a16:creationId xmlns:a16="http://schemas.microsoft.com/office/drawing/2014/main" id="{C6F57A54-3020-AD6C-345F-BB9D6B17E995}"/>
                  </a:ext>
                </a:extLst>
              </p:cNvPr>
              <p:cNvSpPr/>
              <p:nvPr/>
            </p:nvSpPr>
            <p:spPr>
              <a:xfrm>
                <a:off x="5671824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6" name="pg906">
                <a:extLst>
                  <a:ext uri="{FF2B5EF4-FFF2-40B4-BE49-F238E27FC236}">
                    <a16:creationId xmlns:a16="http://schemas.microsoft.com/office/drawing/2014/main" id="{EE071575-CB60-6344-2C63-749AF9CFE989}"/>
                  </a:ext>
                </a:extLst>
              </p:cNvPr>
              <p:cNvSpPr/>
              <p:nvPr/>
            </p:nvSpPr>
            <p:spPr>
              <a:xfrm>
                <a:off x="5683461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7" name="pg907">
                <a:extLst>
                  <a:ext uri="{FF2B5EF4-FFF2-40B4-BE49-F238E27FC236}">
                    <a16:creationId xmlns:a16="http://schemas.microsoft.com/office/drawing/2014/main" id="{AB932673-4CAC-6D14-BDB7-89F8DF8B90BD}"/>
                  </a:ext>
                </a:extLst>
              </p:cNvPr>
              <p:cNvSpPr/>
              <p:nvPr/>
            </p:nvSpPr>
            <p:spPr>
              <a:xfrm>
                <a:off x="5695098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8" name="pg908">
                <a:extLst>
                  <a:ext uri="{FF2B5EF4-FFF2-40B4-BE49-F238E27FC236}">
                    <a16:creationId xmlns:a16="http://schemas.microsoft.com/office/drawing/2014/main" id="{195BDEEB-760C-D515-9D45-1E0A7825A22E}"/>
                  </a:ext>
                </a:extLst>
              </p:cNvPr>
              <p:cNvSpPr/>
              <p:nvPr/>
            </p:nvSpPr>
            <p:spPr>
              <a:xfrm>
                <a:off x="5706736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09" name="pg909">
                <a:extLst>
                  <a:ext uri="{FF2B5EF4-FFF2-40B4-BE49-F238E27FC236}">
                    <a16:creationId xmlns:a16="http://schemas.microsoft.com/office/drawing/2014/main" id="{93C1F33A-1F7E-42D3-4055-0628BA567FCD}"/>
                  </a:ext>
                </a:extLst>
              </p:cNvPr>
              <p:cNvSpPr/>
              <p:nvPr/>
            </p:nvSpPr>
            <p:spPr>
              <a:xfrm>
                <a:off x="5718373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0" name="pg910">
                <a:extLst>
                  <a:ext uri="{FF2B5EF4-FFF2-40B4-BE49-F238E27FC236}">
                    <a16:creationId xmlns:a16="http://schemas.microsoft.com/office/drawing/2014/main" id="{54D571B6-0A7A-48B8-C42D-BF975B2095A0}"/>
                  </a:ext>
                </a:extLst>
              </p:cNvPr>
              <p:cNvSpPr/>
              <p:nvPr/>
            </p:nvSpPr>
            <p:spPr>
              <a:xfrm>
                <a:off x="5730010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1" name="pg911">
                <a:extLst>
                  <a:ext uri="{FF2B5EF4-FFF2-40B4-BE49-F238E27FC236}">
                    <a16:creationId xmlns:a16="http://schemas.microsoft.com/office/drawing/2014/main" id="{815A9A7F-AD90-7364-0F00-67BB7029BE10}"/>
                  </a:ext>
                </a:extLst>
              </p:cNvPr>
              <p:cNvSpPr/>
              <p:nvPr/>
            </p:nvSpPr>
            <p:spPr>
              <a:xfrm>
                <a:off x="5741648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2" name="pg912">
                <a:extLst>
                  <a:ext uri="{FF2B5EF4-FFF2-40B4-BE49-F238E27FC236}">
                    <a16:creationId xmlns:a16="http://schemas.microsoft.com/office/drawing/2014/main" id="{00FA3232-950C-1792-18FC-F0BF560B4E09}"/>
                  </a:ext>
                </a:extLst>
              </p:cNvPr>
              <p:cNvSpPr/>
              <p:nvPr/>
            </p:nvSpPr>
            <p:spPr>
              <a:xfrm>
                <a:off x="5753285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3" name="pg913">
                <a:extLst>
                  <a:ext uri="{FF2B5EF4-FFF2-40B4-BE49-F238E27FC236}">
                    <a16:creationId xmlns:a16="http://schemas.microsoft.com/office/drawing/2014/main" id="{E2F2C405-06DA-B0F1-4AF8-07DDAA1C3E35}"/>
                  </a:ext>
                </a:extLst>
              </p:cNvPr>
              <p:cNvSpPr/>
              <p:nvPr/>
            </p:nvSpPr>
            <p:spPr>
              <a:xfrm>
                <a:off x="576492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4" name="pg914">
                <a:extLst>
                  <a:ext uri="{FF2B5EF4-FFF2-40B4-BE49-F238E27FC236}">
                    <a16:creationId xmlns:a16="http://schemas.microsoft.com/office/drawing/2014/main" id="{EBD285BF-2D5D-D3D1-B63E-1E8AB3EC7C39}"/>
                  </a:ext>
                </a:extLst>
              </p:cNvPr>
              <p:cNvSpPr/>
              <p:nvPr/>
            </p:nvSpPr>
            <p:spPr>
              <a:xfrm>
                <a:off x="5776560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5" name="pg915">
                <a:extLst>
                  <a:ext uri="{FF2B5EF4-FFF2-40B4-BE49-F238E27FC236}">
                    <a16:creationId xmlns:a16="http://schemas.microsoft.com/office/drawing/2014/main" id="{39180946-7FCA-41B3-F8F7-FECC7CA5ECA7}"/>
                  </a:ext>
                </a:extLst>
              </p:cNvPr>
              <p:cNvSpPr/>
              <p:nvPr/>
            </p:nvSpPr>
            <p:spPr>
              <a:xfrm>
                <a:off x="5788197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6" name="pg916">
                <a:extLst>
                  <a:ext uri="{FF2B5EF4-FFF2-40B4-BE49-F238E27FC236}">
                    <a16:creationId xmlns:a16="http://schemas.microsoft.com/office/drawing/2014/main" id="{B3B25558-78E7-6652-159E-F5CEC31C4F63}"/>
                  </a:ext>
                </a:extLst>
              </p:cNvPr>
              <p:cNvSpPr/>
              <p:nvPr/>
            </p:nvSpPr>
            <p:spPr>
              <a:xfrm>
                <a:off x="5799834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7" name="pg917">
                <a:extLst>
                  <a:ext uri="{FF2B5EF4-FFF2-40B4-BE49-F238E27FC236}">
                    <a16:creationId xmlns:a16="http://schemas.microsoft.com/office/drawing/2014/main" id="{D9743452-C85A-52C4-8ED4-1224A4D4DA53}"/>
                  </a:ext>
                </a:extLst>
              </p:cNvPr>
              <p:cNvSpPr/>
              <p:nvPr/>
            </p:nvSpPr>
            <p:spPr>
              <a:xfrm>
                <a:off x="5811472" y="323693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8" name="pg918">
                <a:extLst>
                  <a:ext uri="{FF2B5EF4-FFF2-40B4-BE49-F238E27FC236}">
                    <a16:creationId xmlns:a16="http://schemas.microsoft.com/office/drawing/2014/main" id="{9654A770-D269-B65F-BEEA-3AD32E286B26}"/>
                  </a:ext>
                </a:extLst>
              </p:cNvPr>
              <p:cNvSpPr/>
              <p:nvPr/>
            </p:nvSpPr>
            <p:spPr>
              <a:xfrm>
                <a:off x="547398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19" name="pg919">
                <a:extLst>
                  <a:ext uri="{FF2B5EF4-FFF2-40B4-BE49-F238E27FC236}">
                    <a16:creationId xmlns:a16="http://schemas.microsoft.com/office/drawing/2014/main" id="{DF734DCA-3229-5E97-5FC7-471B9A643883}"/>
                  </a:ext>
                </a:extLst>
              </p:cNvPr>
              <p:cNvSpPr/>
              <p:nvPr/>
            </p:nvSpPr>
            <p:spPr>
              <a:xfrm>
                <a:off x="552053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0" name="pg920">
                <a:extLst>
                  <a:ext uri="{FF2B5EF4-FFF2-40B4-BE49-F238E27FC236}">
                    <a16:creationId xmlns:a16="http://schemas.microsoft.com/office/drawing/2014/main" id="{11709A31-983E-2143-DD1D-7D8963BB3C6E}"/>
                  </a:ext>
                </a:extLst>
              </p:cNvPr>
              <p:cNvSpPr/>
              <p:nvPr/>
            </p:nvSpPr>
            <p:spPr>
              <a:xfrm>
                <a:off x="553217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1" name="pg921">
                <a:extLst>
                  <a:ext uri="{FF2B5EF4-FFF2-40B4-BE49-F238E27FC236}">
                    <a16:creationId xmlns:a16="http://schemas.microsoft.com/office/drawing/2014/main" id="{A9270AA8-D4A8-86D8-4EFB-CBCCC04A1031}"/>
                  </a:ext>
                </a:extLst>
              </p:cNvPr>
              <p:cNvSpPr/>
              <p:nvPr/>
            </p:nvSpPr>
            <p:spPr>
              <a:xfrm>
                <a:off x="554381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2" name="pg922">
                <a:extLst>
                  <a:ext uri="{FF2B5EF4-FFF2-40B4-BE49-F238E27FC236}">
                    <a16:creationId xmlns:a16="http://schemas.microsoft.com/office/drawing/2014/main" id="{7F096BDA-4C3A-FEC6-443F-87C619878966}"/>
                  </a:ext>
                </a:extLst>
              </p:cNvPr>
              <p:cNvSpPr/>
              <p:nvPr/>
            </p:nvSpPr>
            <p:spPr>
              <a:xfrm>
                <a:off x="5555451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3" name="pg923">
                <a:extLst>
                  <a:ext uri="{FF2B5EF4-FFF2-40B4-BE49-F238E27FC236}">
                    <a16:creationId xmlns:a16="http://schemas.microsoft.com/office/drawing/2014/main" id="{B8920AED-3762-C87A-595E-53C75A858C0E}"/>
                  </a:ext>
                </a:extLst>
              </p:cNvPr>
              <p:cNvSpPr/>
              <p:nvPr/>
            </p:nvSpPr>
            <p:spPr>
              <a:xfrm>
                <a:off x="556708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9A9">
                  <a:alpha val="100000"/>
                </a:srgbClr>
              </a:solidFill>
              <a:ln w="5420" cap="flat">
                <a:solidFill>
                  <a:srgbClr val="37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4" name="pg924">
                <a:extLst>
                  <a:ext uri="{FF2B5EF4-FFF2-40B4-BE49-F238E27FC236}">
                    <a16:creationId xmlns:a16="http://schemas.microsoft.com/office/drawing/2014/main" id="{BE4BC1CF-B126-8A4E-AE3F-07E05E268713}"/>
                  </a:ext>
                </a:extLst>
              </p:cNvPr>
              <p:cNvSpPr/>
              <p:nvPr/>
            </p:nvSpPr>
            <p:spPr>
              <a:xfrm>
                <a:off x="557872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5" name="pg925">
                <a:extLst>
                  <a:ext uri="{FF2B5EF4-FFF2-40B4-BE49-F238E27FC236}">
                    <a16:creationId xmlns:a16="http://schemas.microsoft.com/office/drawing/2014/main" id="{B1EC2605-74CB-81CF-C397-330806F39486}"/>
                  </a:ext>
                </a:extLst>
              </p:cNvPr>
              <p:cNvSpPr/>
              <p:nvPr/>
            </p:nvSpPr>
            <p:spPr>
              <a:xfrm>
                <a:off x="559036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A">
                  <a:alpha val="100000"/>
                </a:srgbClr>
              </a:solidFill>
              <a:ln w="5420" cap="flat">
                <a:solidFill>
                  <a:srgbClr val="3B9D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6" name="pg926">
                <a:extLst>
                  <a:ext uri="{FF2B5EF4-FFF2-40B4-BE49-F238E27FC236}">
                    <a16:creationId xmlns:a16="http://schemas.microsoft.com/office/drawing/2014/main" id="{6510BA00-BBF9-9C61-3285-F00ACAA50EF7}"/>
                  </a:ext>
                </a:extLst>
              </p:cNvPr>
              <p:cNvSpPr/>
              <p:nvPr/>
            </p:nvSpPr>
            <p:spPr>
              <a:xfrm>
                <a:off x="560200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7" name="pg927">
                <a:extLst>
                  <a:ext uri="{FF2B5EF4-FFF2-40B4-BE49-F238E27FC236}">
                    <a16:creationId xmlns:a16="http://schemas.microsoft.com/office/drawing/2014/main" id="{D86425E0-1FF4-009C-0DDD-5202B77ABD66}"/>
                  </a:ext>
                </a:extLst>
              </p:cNvPr>
              <p:cNvSpPr/>
              <p:nvPr/>
            </p:nvSpPr>
            <p:spPr>
              <a:xfrm>
                <a:off x="5613637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8" name="pg928">
                <a:extLst>
                  <a:ext uri="{FF2B5EF4-FFF2-40B4-BE49-F238E27FC236}">
                    <a16:creationId xmlns:a16="http://schemas.microsoft.com/office/drawing/2014/main" id="{7E67FEE7-C8C5-6330-B2CE-FF5C072C18A4}"/>
                  </a:ext>
                </a:extLst>
              </p:cNvPr>
              <p:cNvSpPr/>
              <p:nvPr/>
            </p:nvSpPr>
            <p:spPr>
              <a:xfrm>
                <a:off x="562527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29" name="pg929">
                <a:extLst>
                  <a:ext uri="{FF2B5EF4-FFF2-40B4-BE49-F238E27FC236}">
                    <a16:creationId xmlns:a16="http://schemas.microsoft.com/office/drawing/2014/main" id="{43A6DE4A-E123-8018-0515-BE57AF3DED69}"/>
                  </a:ext>
                </a:extLst>
              </p:cNvPr>
              <p:cNvSpPr/>
              <p:nvPr/>
            </p:nvSpPr>
            <p:spPr>
              <a:xfrm>
                <a:off x="5636912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0" name="pg930">
                <a:extLst>
                  <a:ext uri="{FF2B5EF4-FFF2-40B4-BE49-F238E27FC236}">
                    <a16:creationId xmlns:a16="http://schemas.microsoft.com/office/drawing/2014/main" id="{EEC78882-EBA6-459C-FA08-D42C0E409F23}"/>
                  </a:ext>
                </a:extLst>
              </p:cNvPr>
              <p:cNvSpPr/>
              <p:nvPr/>
            </p:nvSpPr>
            <p:spPr>
              <a:xfrm>
                <a:off x="5648549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1" name="pg931">
                <a:extLst>
                  <a:ext uri="{FF2B5EF4-FFF2-40B4-BE49-F238E27FC236}">
                    <a16:creationId xmlns:a16="http://schemas.microsoft.com/office/drawing/2014/main" id="{58252F2D-1C15-C73D-51F8-8376D8B69BAC}"/>
                  </a:ext>
                </a:extLst>
              </p:cNvPr>
              <p:cNvSpPr/>
              <p:nvPr/>
            </p:nvSpPr>
            <p:spPr>
              <a:xfrm>
                <a:off x="566018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2" name="pg932">
                <a:extLst>
                  <a:ext uri="{FF2B5EF4-FFF2-40B4-BE49-F238E27FC236}">
                    <a16:creationId xmlns:a16="http://schemas.microsoft.com/office/drawing/2014/main" id="{50EB0D42-E769-E39F-251E-084CCFEBC8B7}"/>
                  </a:ext>
                </a:extLst>
              </p:cNvPr>
              <p:cNvSpPr/>
              <p:nvPr/>
            </p:nvSpPr>
            <p:spPr>
              <a:xfrm>
                <a:off x="5671824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3" name="pg933">
                <a:extLst>
                  <a:ext uri="{FF2B5EF4-FFF2-40B4-BE49-F238E27FC236}">
                    <a16:creationId xmlns:a16="http://schemas.microsoft.com/office/drawing/2014/main" id="{73AAC41B-706F-42A7-E583-A100F9840E01}"/>
                  </a:ext>
                </a:extLst>
              </p:cNvPr>
              <p:cNvSpPr/>
              <p:nvPr/>
            </p:nvSpPr>
            <p:spPr>
              <a:xfrm>
                <a:off x="5683461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4" name="pg934">
                <a:extLst>
                  <a:ext uri="{FF2B5EF4-FFF2-40B4-BE49-F238E27FC236}">
                    <a16:creationId xmlns:a16="http://schemas.microsoft.com/office/drawing/2014/main" id="{F77517B2-7006-4CEB-C0DB-D4BEDE61C246}"/>
                  </a:ext>
                </a:extLst>
              </p:cNvPr>
              <p:cNvSpPr/>
              <p:nvPr/>
            </p:nvSpPr>
            <p:spPr>
              <a:xfrm>
                <a:off x="569509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5" name="pg935">
                <a:extLst>
                  <a:ext uri="{FF2B5EF4-FFF2-40B4-BE49-F238E27FC236}">
                    <a16:creationId xmlns:a16="http://schemas.microsoft.com/office/drawing/2014/main" id="{161A4DC1-5E05-9C0B-23BC-6BDCFD79FC36}"/>
                  </a:ext>
                </a:extLst>
              </p:cNvPr>
              <p:cNvSpPr/>
              <p:nvPr/>
            </p:nvSpPr>
            <p:spPr>
              <a:xfrm>
                <a:off x="5706736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6" name="pg936">
                <a:extLst>
                  <a:ext uri="{FF2B5EF4-FFF2-40B4-BE49-F238E27FC236}">
                    <a16:creationId xmlns:a16="http://schemas.microsoft.com/office/drawing/2014/main" id="{008996E2-FFEE-3D04-6F39-24E6A3498B04}"/>
                  </a:ext>
                </a:extLst>
              </p:cNvPr>
              <p:cNvSpPr/>
              <p:nvPr/>
            </p:nvSpPr>
            <p:spPr>
              <a:xfrm>
                <a:off x="5718373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7" name="pg937">
                <a:extLst>
                  <a:ext uri="{FF2B5EF4-FFF2-40B4-BE49-F238E27FC236}">
                    <a16:creationId xmlns:a16="http://schemas.microsoft.com/office/drawing/2014/main" id="{578082C2-BD0A-67AC-FC2B-E9C5D47EFA4B}"/>
                  </a:ext>
                </a:extLst>
              </p:cNvPr>
              <p:cNvSpPr/>
              <p:nvPr/>
            </p:nvSpPr>
            <p:spPr>
              <a:xfrm>
                <a:off x="573001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8" name="pg938">
                <a:extLst>
                  <a:ext uri="{FF2B5EF4-FFF2-40B4-BE49-F238E27FC236}">
                    <a16:creationId xmlns:a16="http://schemas.microsoft.com/office/drawing/2014/main" id="{6987DFA4-23D4-8EF6-02B8-82E000BB6654}"/>
                  </a:ext>
                </a:extLst>
              </p:cNvPr>
              <p:cNvSpPr/>
              <p:nvPr/>
            </p:nvSpPr>
            <p:spPr>
              <a:xfrm>
                <a:off x="5741648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39" name="pg939">
                <a:extLst>
                  <a:ext uri="{FF2B5EF4-FFF2-40B4-BE49-F238E27FC236}">
                    <a16:creationId xmlns:a16="http://schemas.microsoft.com/office/drawing/2014/main" id="{58B80A93-CF62-7322-52DB-0473C65C41B0}"/>
                  </a:ext>
                </a:extLst>
              </p:cNvPr>
              <p:cNvSpPr/>
              <p:nvPr/>
            </p:nvSpPr>
            <p:spPr>
              <a:xfrm>
                <a:off x="5753285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0" name="pg940">
                <a:extLst>
                  <a:ext uri="{FF2B5EF4-FFF2-40B4-BE49-F238E27FC236}">
                    <a16:creationId xmlns:a16="http://schemas.microsoft.com/office/drawing/2014/main" id="{384AC771-F4BE-ED17-A983-A4369AB7B55C}"/>
                  </a:ext>
                </a:extLst>
              </p:cNvPr>
              <p:cNvSpPr/>
              <p:nvPr/>
            </p:nvSpPr>
            <p:spPr>
              <a:xfrm>
                <a:off x="5764922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1" name="pg941">
                <a:extLst>
                  <a:ext uri="{FF2B5EF4-FFF2-40B4-BE49-F238E27FC236}">
                    <a16:creationId xmlns:a16="http://schemas.microsoft.com/office/drawing/2014/main" id="{E346739D-C349-DAD6-B350-7B32DA9A1C1D}"/>
                  </a:ext>
                </a:extLst>
              </p:cNvPr>
              <p:cNvSpPr/>
              <p:nvPr/>
            </p:nvSpPr>
            <p:spPr>
              <a:xfrm>
                <a:off x="5776560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2" name="pg942">
                <a:extLst>
                  <a:ext uri="{FF2B5EF4-FFF2-40B4-BE49-F238E27FC236}">
                    <a16:creationId xmlns:a16="http://schemas.microsoft.com/office/drawing/2014/main" id="{7F152F53-53E6-1C73-AD8C-C0E00E777AF2}"/>
                  </a:ext>
                </a:extLst>
              </p:cNvPr>
              <p:cNvSpPr/>
              <p:nvPr/>
            </p:nvSpPr>
            <p:spPr>
              <a:xfrm>
                <a:off x="5788197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3" name="pg943">
                <a:extLst>
                  <a:ext uri="{FF2B5EF4-FFF2-40B4-BE49-F238E27FC236}">
                    <a16:creationId xmlns:a16="http://schemas.microsoft.com/office/drawing/2014/main" id="{81E5135E-2FFC-8079-711D-0EA9504F67B2}"/>
                  </a:ext>
                </a:extLst>
              </p:cNvPr>
              <p:cNvSpPr/>
              <p:nvPr/>
            </p:nvSpPr>
            <p:spPr>
              <a:xfrm>
                <a:off x="5799834" y="32512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4" name="pg944">
                <a:extLst>
                  <a:ext uri="{FF2B5EF4-FFF2-40B4-BE49-F238E27FC236}">
                    <a16:creationId xmlns:a16="http://schemas.microsoft.com/office/drawing/2014/main" id="{F41524B8-CA20-11ED-F54C-C29A1AF0BD23}"/>
                  </a:ext>
                </a:extLst>
              </p:cNvPr>
              <p:cNvSpPr/>
              <p:nvPr/>
            </p:nvSpPr>
            <p:spPr>
              <a:xfrm>
                <a:off x="534597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5" name="pg945">
                <a:extLst>
                  <a:ext uri="{FF2B5EF4-FFF2-40B4-BE49-F238E27FC236}">
                    <a16:creationId xmlns:a16="http://schemas.microsoft.com/office/drawing/2014/main" id="{76DBE3EF-431B-E7F8-80FF-F02B60FBC42C}"/>
                  </a:ext>
                </a:extLst>
              </p:cNvPr>
              <p:cNvSpPr/>
              <p:nvPr/>
            </p:nvSpPr>
            <p:spPr>
              <a:xfrm>
                <a:off x="535761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6" name="pg946">
                <a:extLst>
                  <a:ext uri="{FF2B5EF4-FFF2-40B4-BE49-F238E27FC236}">
                    <a16:creationId xmlns:a16="http://schemas.microsoft.com/office/drawing/2014/main" id="{964C8BC3-4F3E-F17F-6E15-7B1D6CE6CC9F}"/>
                  </a:ext>
                </a:extLst>
              </p:cNvPr>
              <p:cNvSpPr/>
              <p:nvPr/>
            </p:nvSpPr>
            <p:spPr>
              <a:xfrm>
                <a:off x="536925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7" name="pg947">
                <a:extLst>
                  <a:ext uri="{FF2B5EF4-FFF2-40B4-BE49-F238E27FC236}">
                    <a16:creationId xmlns:a16="http://schemas.microsoft.com/office/drawing/2014/main" id="{14C64989-B6BE-8B0D-65BC-D4D1B7CDAFAE}"/>
                  </a:ext>
                </a:extLst>
              </p:cNvPr>
              <p:cNvSpPr/>
              <p:nvPr/>
            </p:nvSpPr>
            <p:spPr>
              <a:xfrm>
                <a:off x="543907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8" name="pg948">
                <a:extLst>
                  <a:ext uri="{FF2B5EF4-FFF2-40B4-BE49-F238E27FC236}">
                    <a16:creationId xmlns:a16="http://schemas.microsoft.com/office/drawing/2014/main" id="{9EEBCD59-1229-9ADB-5ECD-6A111AF8101A}"/>
                  </a:ext>
                </a:extLst>
              </p:cNvPr>
              <p:cNvSpPr/>
              <p:nvPr/>
            </p:nvSpPr>
            <p:spPr>
              <a:xfrm>
                <a:off x="545071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49" name="pg949">
                <a:extLst>
                  <a:ext uri="{FF2B5EF4-FFF2-40B4-BE49-F238E27FC236}">
                    <a16:creationId xmlns:a16="http://schemas.microsoft.com/office/drawing/2014/main" id="{D17FCFE2-83AA-940A-9248-2D134B89C6A5}"/>
                  </a:ext>
                </a:extLst>
              </p:cNvPr>
              <p:cNvSpPr/>
              <p:nvPr/>
            </p:nvSpPr>
            <p:spPr>
              <a:xfrm>
                <a:off x="546235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0" name="pg950">
                <a:extLst>
                  <a:ext uri="{FF2B5EF4-FFF2-40B4-BE49-F238E27FC236}">
                    <a16:creationId xmlns:a16="http://schemas.microsoft.com/office/drawing/2014/main" id="{6DEFD480-0AAA-7A8E-E2DD-43C7DE808FBD}"/>
                  </a:ext>
                </a:extLst>
              </p:cNvPr>
              <p:cNvSpPr/>
              <p:nvPr/>
            </p:nvSpPr>
            <p:spPr>
              <a:xfrm>
                <a:off x="547398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1" name="pg951">
                <a:extLst>
                  <a:ext uri="{FF2B5EF4-FFF2-40B4-BE49-F238E27FC236}">
                    <a16:creationId xmlns:a16="http://schemas.microsoft.com/office/drawing/2014/main" id="{EBE35359-1641-AD27-79D5-4F3377179B40}"/>
                  </a:ext>
                </a:extLst>
              </p:cNvPr>
              <p:cNvSpPr/>
              <p:nvPr/>
            </p:nvSpPr>
            <p:spPr>
              <a:xfrm>
                <a:off x="548562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2" name="pg952">
                <a:extLst>
                  <a:ext uri="{FF2B5EF4-FFF2-40B4-BE49-F238E27FC236}">
                    <a16:creationId xmlns:a16="http://schemas.microsoft.com/office/drawing/2014/main" id="{1D71DAF9-40EE-F070-54B0-F55F118217C7}"/>
                  </a:ext>
                </a:extLst>
              </p:cNvPr>
              <p:cNvSpPr/>
              <p:nvPr/>
            </p:nvSpPr>
            <p:spPr>
              <a:xfrm>
                <a:off x="5497264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3" name="pg953">
                <a:extLst>
                  <a:ext uri="{FF2B5EF4-FFF2-40B4-BE49-F238E27FC236}">
                    <a16:creationId xmlns:a16="http://schemas.microsoft.com/office/drawing/2014/main" id="{5D39FE2B-BC7D-E9A6-C7D5-1CA9BBE7A677}"/>
                  </a:ext>
                </a:extLst>
              </p:cNvPr>
              <p:cNvSpPr/>
              <p:nvPr/>
            </p:nvSpPr>
            <p:spPr>
              <a:xfrm>
                <a:off x="550890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4" name="pg954">
                <a:extLst>
                  <a:ext uri="{FF2B5EF4-FFF2-40B4-BE49-F238E27FC236}">
                    <a16:creationId xmlns:a16="http://schemas.microsoft.com/office/drawing/2014/main" id="{BE67A03F-4838-ECD3-0F8E-11CD5123E616}"/>
                  </a:ext>
                </a:extLst>
              </p:cNvPr>
              <p:cNvSpPr/>
              <p:nvPr/>
            </p:nvSpPr>
            <p:spPr>
              <a:xfrm>
                <a:off x="552053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5" name="pg955">
                <a:extLst>
                  <a:ext uri="{FF2B5EF4-FFF2-40B4-BE49-F238E27FC236}">
                    <a16:creationId xmlns:a16="http://schemas.microsoft.com/office/drawing/2014/main" id="{9F322FF9-F85F-584D-BA98-09BF372A69F3}"/>
                  </a:ext>
                </a:extLst>
              </p:cNvPr>
              <p:cNvSpPr/>
              <p:nvPr/>
            </p:nvSpPr>
            <p:spPr>
              <a:xfrm>
                <a:off x="553217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6" name="pg956">
                <a:extLst>
                  <a:ext uri="{FF2B5EF4-FFF2-40B4-BE49-F238E27FC236}">
                    <a16:creationId xmlns:a16="http://schemas.microsoft.com/office/drawing/2014/main" id="{48FF36FD-0E47-8F81-FED1-C39CE91D8328}"/>
                  </a:ext>
                </a:extLst>
              </p:cNvPr>
              <p:cNvSpPr/>
              <p:nvPr/>
            </p:nvSpPr>
            <p:spPr>
              <a:xfrm>
                <a:off x="554381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7" name="pg957">
                <a:extLst>
                  <a:ext uri="{FF2B5EF4-FFF2-40B4-BE49-F238E27FC236}">
                    <a16:creationId xmlns:a16="http://schemas.microsoft.com/office/drawing/2014/main" id="{AF562007-C0E8-98A4-9138-0C30E8420972}"/>
                  </a:ext>
                </a:extLst>
              </p:cNvPr>
              <p:cNvSpPr/>
              <p:nvPr/>
            </p:nvSpPr>
            <p:spPr>
              <a:xfrm>
                <a:off x="555545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8" name="pg958">
                <a:extLst>
                  <a:ext uri="{FF2B5EF4-FFF2-40B4-BE49-F238E27FC236}">
                    <a16:creationId xmlns:a16="http://schemas.microsoft.com/office/drawing/2014/main" id="{FC2C37BD-D095-D1FA-E1BF-D69E8667B2B9}"/>
                  </a:ext>
                </a:extLst>
              </p:cNvPr>
              <p:cNvSpPr/>
              <p:nvPr/>
            </p:nvSpPr>
            <p:spPr>
              <a:xfrm>
                <a:off x="556708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59" name="pg959">
                <a:extLst>
                  <a:ext uri="{FF2B5EF4-FFF2-40B4-BE49-F238E27FC236}">
                    <a16:creationId xmlns:a16="http://schemas.microsoft.com/office/drawing/2014/main" id="{82914C2C-612C-E40A-57C8-B071BD356B23}"/>
                  </a:ext>
                </a:extLst>
              </p:cNvPr>
              <p:cNvSpPr/>
              <p:nvPr/>
            </p:nvSpPr>
            <p:spPr>
              <a:xfrm>
                <a:off x="557872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0" name="pg960">
                <a:extLst>
                  <a:ext uri="{FF2B5EF4-FFF2-40B4-BE49-F238E27FC236}">
                    <a16:creationId xmlns:a16="http://schemas.microsoft.com/office/drawing/2014/main" id="{EA37CD6B-383C-7DB5-9B04-FB6208EB377E}"/>
                  </a:ext>
                </a:extLst>
              </p:cNvPr>
              <p:cNvSpPr/>
              <p:nvPr/>
            </p:nvSpPr>
            <p:spPr>
              <a:xfrm>
                <a:off x="559036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1" name="pg961">
                <a:extLst>
                  <a:ext uri="{FF2B5EF4-FFF2-40B4-BE49-F238E27FC236}">
                    <a16:creationId xmlns:a16="http://schemas.microsoft.com/office/drawing/2014/main" id="{963CCEA6-B332-F889-9417-5044A1C84788}"/>
                  </a:ext>
                </a:extLst>
              </p:cNvPr>
              <p:cNvSpPr/>
              <p:nvPr/>
            </p:nvSpPr>
            <p:spPr>
              <a:xfrm>
                <a:off x="5602000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2" name="pg962">
                <a:extLst>
                  <a:ext uri="{FF2B5EF4-FFF2-40B4-BE49-F238E27FC236}">
                    <a16:creationId xmlns:a16="http://schemas.microsoft.com/office/drawing/2014/main" id="{7D080174-F8B1-1B3D-F72E-4A17EF1CAC2E}"/>
                  </a:ext>
                </a:extLst>
              </p:cNvPr>
              <p:cNvSpPr/>
              <p:nvPr/>
            </p:nvSpPr>
            <p:spPr>
              <a:xfrm>
                <a:off x="5613637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3" name="pg963">
                <a:extLst>
                  <a:ext uri="{FF2B5EF4-FFF2-40B4-BE49-F238E27FC236}">
                    <a16:creationId xmlns:a16="http://schemas.microsoft.com/office/drawing/2014/main" id="{D79199D8-3E5E-73EB-8B39-F15456B4A37E}"/>
                  </a:ext>
                </a:extLst>
              </p:cNvPr>
              <p:cNvSpPr/>
              <p:nvPr/>
            </p:nvSpPr>
            <p:spPr>
              <a:xfrm>
                <a:off x="562527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4" name="pg964">
                <a:extLst>
                  <a:ext uri="{FF2B5EF4-FFF2-40B4-BE49-F238E27FC236}">
                    <a16:creationId xmlns:a16="http://schemas.microsoft.com/office/drawing/2014/main" id="{F0C2FDFA-FF79-8C62-3A46-D3E190D785F0}"/>
                  </a:ext>
                </a:extLst>
              </p:cNvPr>
              <p:cNvSpPr/>
              <p:nvPr/>
            </p:nvSpPr>
            <p:spPr>
              <a:xfrm>
                <a:off x="563691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5" name="pg965">
                <a:extLst>
                  <a:ext uri="{FF2B5EF4-FFF2-40B4-BE49-F238E27FC236}">
                    <a16:creationId xmlns:a16="http://schemas.microsoft.com/office/drawing/2014/main" id="{4C11DBD6-904A-3959-F460-DC5A8FBACCF8}"/>
                  </a:ext>
                </a:extLst>
              </p:cNvPr>
              <p:cNvSpPr/>
              <p:nvPr/>
            </p:nvSpPr>
            <p:spPr>
              <a:xfrm>
                <a:off x="5648549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6" name="pg966">
                <a:extLst>
                  <a:ext uri="{FF2B5EF4-FFF2-40B4-BE49-F238E27FC236}">
                    <a16:creationId xmlns:a16="http://schemas.microsoft.com/office/drawing/2014/main" id="{FD409A5B-2501-374E-BE93-9ED606F1D82F}"/>
                  </a:ext>
                </a:extLst>
              </p:cNvPr>
              <p:cNvSpPr/>
              <p:nvPr/>
            </p:nvSpPr>
            <p:spPr>
              <a:xfrm>
                <a:off x="566018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7" name="pg967">
                <a:extLst>
                  <a:ext uri="{FF2B5EF4-FFF2-40B4-BE49-F238E27FC236}">
                    <a16:creationId xmlns:a16="http://schemas.microsoft.com/office/drawing/2014/main" id="{B20E2167-8C00-F3B9-DF15-96C700D916F1}"/>
                  </a:ext>
                </a:extLst>
              </p:cNvPr>
              <p:cNvSpPr/>
              <p:nvPr/>
            </p:nvSpPr>
            <p:spPr>
              <a:xfrm>
                <a:off x="5671824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8" name="pg968">
                <a:extLst>
                  <a:ext uri="{FF2B5EF4-FFF2-40B4-BE49-F238E27FC236}">
                    <a16:creationId xmlns:a16="http://schemas.microsoft.com/office/drawing/2014/main" id="{C80506E7-D207-F3E7-DD63-640F5EBDA948}"/>
                  </a:ext>
                </a:extLst>
              </p:cNvPr>
              <p:cNvSpPr/>
              <p:nvPr/>
            </p:nvSpPr>
            <p:spPr>
              <a:xfrm>
                <a:off x="5683461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69" name="pg969">
                <a:extLst>
                  <a:ext uri="{FF2B5EF4-FFF2-40B4-BE49-F238E27FC236}">
                    <a16:creationId xmlns:a16="http://schemas.microsoft.com/office/drawing/2014/main" id="{3CD7EC96-9816-1DAD-6DA7-9A4240EE83C1}"/>
                  </a:ext>
                </a:extLst>
              </p:cNvPr>
              <p:cNvSpPr/>
              <p:nvPr/>
            </p:nvSpPr>
            <p:spPr>
              <a:xfrm>
                <a:off x="569509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0" name="pg970">
                <a:extLst>
                  <a:ext uri="{FF2B5EF4-FFF2-40B4-BE49-F238E27FC236}">
                    <a16:creationId xmlns:a16="http://schemas.microsoft.com/office/drawing/2014/main" id="{A53C812C-A64B-75CF-93DA-C3E397289A0F}"/>
                  </a:ext>
                </a:extLst>
              </p:cNvPr>
              <p:cNvSpPr/>
              <p:nvPr/>
            </p:nvSpPr>
            <p:spPr>
              <a:xfrm>
                <a:off x="5706736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1" name="pg971">
                <a:extLst>
                  <a:ext uri="{FF2B5EF4-FFF2-40B4-BE49-F238E27FC236}">
                    <a16:creationId xmlns:a16="http://schemas.microsoft.com/office/drawing/2014/main" id="{CE047DA5-8371-09AD-0A7D-E9E6334741C4}"/>
                  </a:ext>
                </a:extLst>
              </p:cNvPr>
              <p:cNvSpPr/>
              <p:nvPr/>
            </p:nvSpPr>
            <p:spPr>
              <a:xfrm>
                <a:off x="5718373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2" name="pg972">
                <a:extLst>
                  <a:ext uri="{FF2B5EF4-FFF2-40B4-BE49-F238E27FC236}">
                    <a16:creationId xmlns:a16="http://schemas.microsoft.com/office/drawing/2014/main" id="{E37A8FB2-FFF8-1A4D-D387-A8164C9433ED}"/>
                  </a:ext>
                </a:extLst>
              </p:cNvPr>
              <p:cNvSpPr/>
              <p:nvPr/>
            </p:nvSpPr>
            <p:spPr>
              <a:xfrm>
                <a:off x="5730010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3" name="pg973">
                <a:extLst>
                  <a:ext uri="{FF2B5EF4-FFF2-40B4-BE49-F238E27FC236}">
                    <a16:creationId xmlns:a16="http://schemas.microsoft.com/office/drawing/2014/main" id="{B4E8F8B4-84DB-859C-BAF5-E40679A67BCF}"/>
                  </a:ext>
                </a:extLst>
              </p:cNvPr>
              <p:cNvSpPr/>
              <p:nvPr/>
            </p:nvSpPr>
            <p:spPr>
              <a:xfrm>
                <a:off x="5741648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4" name="pg974">
                <a:extLst>
                  <a:ext uri="{FF2B5EF4-FFF2-40B4-BE49-F238E27FC236}">
                    <a16:creationId xmlns:a16="http://schemas.microsoft.com/office/drawing/2014/main" id="{CAE46F7D-93A8-5C09-4C6A-3D6B9FC3F9A9}"/>
                  </a:ext>
                </a:extLst>
              </p:cNvPr>
              <p:cNvSpPr/>
              <p:nvPr/>
            </p:nvSpPr>
            <p:spPr>
              <a:xfrm>
                <a:off x="5753285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5" name="pg975">
                <a:extLst>
                  <a:ext uri="{FF2B5EF4-FFF2-40B4-BE49-F238E27FC236}">
                    <a16:creationId xmlns:a16="http://schemas.microsoft.com/office/drawing/2014/main" id="{F049E09F-F0B6-D0A4-FB73-B072B71BC6B6}"/>
                  </a:ext>
                </a:extLst>
              </p:cNvPr>
              <p:cNvSpPr/>
              <p:nvPr/>
            </p:nvSpPr>
            <p:spPr>
              <a:xfrm>
                <a:off x="5764922" y="326553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6" name="pg976">
                <a:extLst>
                  <a:ext uri="{FF2B5EF4-FFF2-40B4-BE49-F238E27FC236}">
                    <a16:creationId xmlns:a16="http://schemas.microsoft.com/office/drawing/2014/main" id="{FD64EEB1-18EB-E6DE-AE05-D7EDD0A2882B}"/>
                  </a:ext>
                </a:extLst>
              </p:cNvPr>
              <p:cNvSpPr/>
              <p:nvPr/>
            </p:nvSpPr>
            <p:spPr>
              <a:xfrm>
                <a:off x="533434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7" name="pg977">
                <a:extLst>
                  <a:ext uri="{FF2B5EF4-FFF2-40B4-BE49-F238E27FC236}">
                    <a16:creationId xmlns:a16="http://schemas.microsoft.com/office/drawing/2014/main" id="{41D65582-F29C-7FE6-7949-5550B352CC29}"/>
                  </a:ext>
                </a:extLst>
              </p:cNvPr>
              <p:cNvSpPr/>
              <p:nvPr/>
            </p:nvSpPr>
            <p:spPr>
              <a:xfrm>
                <a:off x="534597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8" name="pg978">
                <a:extLst>
                  <a:ext uri="{FF2B5EF4-FFF2-40B4-BE49-F238E27FC236}">
                    <a16:creationId xmlns:a16="http://schemas.microsoft.com/office/drawing/2014/main" id="{C47DEC8D-D62C-7C8B-66BD-E73D0749D3A8}"/>
                  </a:ext>
                </a:extLst>
              </p:cNvPr>
              <p:cNvSpPr/>
              <p:nvPr/>
            </p:nvSpPr>
            <p:spPr>
              <a:xfrm>
                <a:off x="535761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79" name="pg979">
                <a:extLst>
                  <a:ext uri="{FF2B5EF4-FFF2-40B4-BE49-F238E27FC236}">
                    <a16:creationId xmlns:a16="http://schemas.microsoft.com/office/drawing/2014/main" id="{B9157174-20C6-8256-EE50-B9ADC20E0893}"/>
                  </a:ext>
                </a:extLst>
              </p:cNvPr>
              <p:cNvSpPr/>
              <p:nvPr/>
            </p:nvSpPr>
            <p:spPr>
              <a:xfrm>
                <a:off x="536925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0" name="pg980">
                <a:extLst>
                  <a:ext uri="{FF2B5EF4-FFF2-40B4-BE49-F238E27FC236}">
                    <a16:creationId xmlns:a16="http://schemas.microsoft.com/office/drawing/2014/main" id="{1126B52D-FF38-A07D-DB0F-7AA46E05285F}"/>
                  </a:ext>
                </a:extLst>
              </p:cNvPr>
              <p:cNvSpPr/>
              <p:nvPr/>
            </p:nvSpPr>
            <p:spPr>
              <a:xfrm>
                <a:off x="538089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1" name="pg981">
                <a:extLst>
                  <a:ext uri="{FF2B5EF4-FFF2-40B4-BE49-F238E27FC236}">
                    <a16:creationId xmlns:a16="http://schemas.microsoft.com/office/drawing/2014/main" id="{ECAEFC94-15E8-33B3-5902-41753B585715}"/>
                  </a:ext>
                </a:extLst>
              </p:cNvPr>
              <p:cNvSpPr/>
              <p:nvPr/>
            </p:nvSpPr>
            <p:spPr>
              <a:xfrm>
                <a:off x="541580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2" name="pg982">
                <a:extLst>
                  <a:ext uri="{FF2B5EF4-FFF2-40B4-BE49-F238E27FC236}">
                    <a16:creationId xmlns:a16="http://schemas.microsoft.com/office/drawing/2014/main" id="{9A9EF272-95C6-BB30-9878-156F93956D77}"/>
                  </a:ext>
                </a:extLst>
              </p:cNvPr>
              <p:cNvSpPr/>
              <p:nvPr/>
            </p:nvSpPr>
            <p:spPr>
              <a:xfrm>
                <a:off x="5427440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3" name="pg983">
                <a:extLst>
                  <a:ext uri="{FF2B5EF4-FFF2-40B4-BE49-F238E27FC236}">
                    <a16:creationId xmlns:a16="http://schemas.microsoft.com/office/drawing/2014/main" id="{EEB0ED81-DD0F-FC61-0A74-44D29177C5DC}"/>
                  </a:ext>
                </a:extLst>
              </p:cNvPr>
              <p:cNvSpPr/>
              <p:nvPr/>
            </p:nvSpPr>
            <p:spPr>
              <a:xfrm>
                <a:off x="543907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4" name="pg984">
                <a:extLst>
                  <a:ext uri="{FF2B5EF4-FFF2-40B4-BE49-F238E27FC236}">
                    <a16:creationId xmlns:a16="http://schemas.microsoft.com/office/drawing/2014/main" id="{26503C2C-0808-4CF4-8735-DD84EB8DC6C0}"/>
                  </a:ext>
                </a:extLst>
              </p:cNvPr>
              <p:cNvSpPr/>
              <p:nvPr/>
            </p:nvSpPr>
            <p:spPr>
              <a:xfrm>
                <a:off x="545071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5" name="pg985">
                <a:extLst>
                  <a:ext uri="{FF2B5EF4-FFF2-40B4-BE49-F238E27FC236}">
                    <a16:creationId xmlns:a16="http://schemas.microsoft.com/office/drawing/2014/main" id="{C2D6A8DD-2CBA-B7DD-77AF-C46C52E0882A}"/>
                  </a:ext>
                </a:extLst>
              </p:cNvPr>
              <p:cNvSpPr/>
              <p:nvPr/>
            </p:nvSpPr>
            <p:spPr>
              <a:xfrm>
                <a:off x="5462352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6" name="pg986">
                <a:extLst>
                  <a:ext uri="{FF2B5EF4-FFF2-40B4-BE49-F238E27FC236}">
                    <a16:creationId xmlns:a16="http://schemas.microsoft.com/office/drawing/2014/main" id="{ECB232A0-2D33-6BEE-5DAD-06A3F69CBD50}"/>
                  </a:ext>
                </a:extLst>
              </p:cNvPr>
              <p:cNvSpPr/>
              <p:nvPr/>
            </p:nvSpPr>
            <p:spPr>
              <a:xfrm>
                <a:off x="547398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7" name="pg987">
                <a:extLst>
                  <a:ext uri="{FF2B5EF4-FFF2-40B4-BE49-F238E27FC236}">
                    <a16:creationId xmlns:a16="http://schemas.microsoft.com/office/drawing/2014/main" id="{3FD019A4-5FBF-71DF-2319-07257BA5BA73}"/>
                  </a:ext>
                </a:extLst>
              </p:cNvPr>
              <p:cNvSpPr/>
              <p:nvPr/>
            </p:nvSpPr>
            <p:spPr>
              <a:xfrm>
                <a:off x="548562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8" name="pg988">
                <a:extLst>
                  <a:ext uri="{FF2B5EF4-FFF2-40B4-BE49-F238E27FC236}">
                    <a16:creationId xmlns:a16="http://schemas.microsoft.com/office/drawing/2014/main" id="{07AE4DFD-5696-97E4-3D6E-EFBF4F075326}"/>
                  </a:ext>
                </a:extLst>
              </p:cNvPr>
              <p:cNvSpPr/>
              <p:nvPr/>
            </p:nvSpPr>
            <p:spPr>
              <a:xfrm>
                <a:off x="5497264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89" name="pg989">
                <a:extLst>
                  <a:ext uri="{FF2B5EF4-FFF2-40B4-BE49-F238E27FC236}">
                    <a16:creationId xmlns:a16="http://schemas.microsoft.com/office/drawing/2014/main" id="{F5C0B419-3E9F-8FC7-42D9-3704FCA16C7C}"/>
                  </a:ext>
                </a:extLst>
              </p:cNvPr>
              <p:cNvSpPr/>
              <p:nvPr/>
            </p:nvSpPr>
            <p:spPr>
              <a:xfrm>
                <a:off x="550890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0" name="pg990">
                <a:extLst>
                  <a:ext uri="{FF2B5EF4-FFF2-40B4-BE49-F238E27FC236}">
                    <a16:creationId xmlns:a16="http://schemas.microsoft.com/office/drawing/2014/main" id="{E656E3C0-3905-2E7D-69A5-1B049A97EE77}"/>
                  </a:ext>
                </a:extLst>
              </p:cNvPr>
              <p:cNvSpPr/>
              <p:nvPr/>
            </p:nvSpPr>
            <p:spPr>
              <a:xfrm>
                <a:off x="552053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1" name="pg991">
                <a:extLst>
                  <a:ext uri="{FF2B5EF4-FFF2-40B4-BE49-F238E27FC236}">
                    <a16:creationId xmlns:a16="http://schemas.microsoft.com/office/drawing/2014/main" id="{838129AC-E0F6-8975-DB39-11C242D59F8E}"/>
                  </a:ext>
                </a:extLst>
              </p:cNvPr>
              <p:cNvSpPr/>
              <p:nvPr/>
            </p:nvSpPr>
            <p:spPr>
              <a:xfrm>
                <a:off x="553217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2" name="pg992">
                <a:extLst>
                  <a:ext uri="{FF2B5EF4-FFF2-40B4-BE49-F238E27FC236}">
                    <a16:creationId xmlns:a16="http://schemas.microsoft.com/office/drawing/2014/main" id="{6ED16086-12A9-A500-911D-B01C9B90A3C7}"/>
                  </a:ext>
                </a:extLst>
              </p:cNvPr>
              <p:cNvSpPr/>
              <p:nvPr/>
            </p:nvSpPr>
            <p:spPr>
              <a:xfrm>
                <a:off x="554381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3" name="pg993">
                <a:extLst>
                  <a:ext uri="{FF2B5EF4-FFF2-40B4-BE49-F238E27FC236}">
                    <a16:creationId xmlns:a16="http://schemas.microsoft.com/office/drawing/2014/main" id="{3D73B04E-FD63-53F0-CFFE-50A4537A9C21}"/>
                  </a:ext>
                </a:extLst>
              </p:cNvPr>
              <p:cNvSpPr/>
              <p:nvPr/>
            </p:nvSpPr>
            <p:spPr>
              <a:xfrm>
                <a:off x="555545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4" name="pg994">
                <a:extLst>
                  <a:ext uri="{FF2B5EF4-FFF2-40B4-BE49-F238E27FC236}">
                    <a16:creationId xmlns:a16="http://schemas.microsoft.com/office/drawing/2014/main" id="{279ED24D-6253-4A30-9394-AEB5BB90A5A0}"/>
                  </a:ext>
                </a:extLst>
              </p:cNvPr>
              <p:cNvSpPr/>
              <p:nvPr/>
            </p:nvSpPr>
            <p:spPr>
              <a:xfrm>
                <a:off x="5567088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5" name="pg995">
                <a:extLst>
                  <a:ext uri="{FF2B5EF4-FFF2-40B4-BE49-F238E27FC236}">
                    <a16:creationId xmlns:a16="http://schemas.microsoft.com/office/drawing/2014/main" id="{8FE270D7-6FE1-0CED-7576-288678D6E879}"/>
                  </a:ext>
                </a:extLst>
              </p:cNvPr>
              <p:cNvSpPr/>
              <p:nvPr/>
            </p:nvSpPr>
            <p:spPr>
              <a:xfrm>
                <a:off x="557872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6" name="pg996">
                <a:extLst>
                  <a:ext uri="{FF2B5EF4-FFF2-40B4-BE49-F238E27FC236}">
                    <a16:creationId xmlns:a16="http://schemas.microsoft.com/office/drawing/2014/main" id="{AC1E97A6-B982-867B-A6FE-926075E11027}"/>
                  </a:ext>
                </a:extLst>
              </p:cNvPr>
              <p:cNvSpPr/>
              <p:nvPr/>
            </p:nvSpPr>
            <p:spPr>
              <a:xfrm>
                <a:off x="559036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7" name="pg997">
                <a:extLst>
                  <a:ext uri="{FF2B5EF4-FFF2-40B4-BE49-F238E27FC236}">
                    <a16:creationId xmlns:a16="http://schemas.microsoft.com/office/drawing/2014/main" id="{F64E958B-65D2-9CA6-B47F-C543905C67DA}"/>
                  </a:ext>
                </a:extLst>
              </p:cNvPr>
              <p:cNvSpPr/>
              <p:nvPr/>
            </p:nvSpPr>
            <p:spPr>
              <a:xfrm>
                <a:off x="5602000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8" name="pg998">
                <a:extLst>
                  <a:ext uri="{FF2B5EF4-FFF2-40B4-BE49-F238E27FC236}">
                    <a16:creationId xmlns:a16="http://schemas.microsoft.com/office/drawing/2014/main" id="{0843298E-10C6-87F9-2C73-3DB67E8DE7DF}"/>
                  </a:ext>
                </a:extLst>
              </p:cNvPr>
              <p:cNvSpPr/>
              <p:nvPr/>
            </p:nvSpPr>
            <p:spPr>
              <a:xfrm>
                <a:off x="5613637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999" name="pg999">
                <a:extLst>
                  <a:ext uri="{FF2B5EF4-FFF2-40B4-BE49-F238E27FC236}">
                    <a16:creationId xmlns:a16="http://schemas.microsoft.com/office/drawing/2014/main" id="{D9061682-0A81-E072-54C0-D46A07708A1A}"/>
                  </a:ext>
                </a:extLst>
              </p:cNvPr>
              <p:cNvSpPr/>
              <p:nvPr/>
            </p:nvSpPr>
            <p:spPr>
              <a:xfrm>
                <a:off x="5625275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0" name="pg1000">
                <a:extLst>
                  <a:ext uri="{FF2B5EF4-FFF2-40B4-BE49-F238E27FC236}">
                    <a16:creationId xmlns:a16="http://schemas.microsoft.com/office/drawing/2014/main" id="{E25A80A4-2F13-BE26-1AA6-FBB2384FE516}"/>
                  </a:ext>
                </a:extLst>
              </p:cNvPr>
              <p:cNvSpPr/>
              <p:nvPr/>
            </p:nvSpPr>
            <p:spPr>
              <a:xfrm>
                <a:off x="5636912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1" name="pg1001">
                <a:extLst>
                  <a:ext uri="{FF2B5EF4-FFF2-40B4-BE49-F238E27FC236}">
                    <a16:creationId xmlns:a16="http://schemas.microsoft.com/office/drawing/2014/main" id="{DD69E918-DFC6-D5F9-0D28-6AE0A1524DBF}"/>
                  </a:ext>
                </a:extLst>
              </p:cNvPr>
              <p:cNvSpPr/>
              <p:nvPr/>
            </p:nvSpPr>
            <p:spPr>
              <a:xfrm>
                <a:off x="5648549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2" name="pg1002">
                <a:extLst>
                  <a:ext uri="{FF2B5EF4-FFF2-40B4-BE49-F238E27FC236}">
                    <a16:creationId xmlns:a16="http://schemas.microsoft.com/office/drawing/2014/main" id="{76FF5D43-2A40-29AD-86A1-7FDD71B1F1B6}"/>
                  </a:ext>
                </a:extLst>
              </p:cNvPr>
              <p:cNvSpPr/>
              <p:nvPr/>
            </p:nvSpPr>
            <p:spPr>
              <a:xfrm>
                <a:off x="566018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3" name="pg1003">
                <a:extLst>
                  <a:ext uri="{FF2B5EF4-FFF2-40B4-BE49-F238E27FC236}">
                    <a16:creationId xmlns:a16="http://schemas.microsoft.com/office/drawing/2014/main" id="{0FEC3C96-8D73-03E6-8D31-1385457B1D2B}"/>
                  </a:ext>
                </a:extLst>
              </p:cNvPr>
              <p:cNvSpPr/>
              <p:nvPr/>
            </p:nvSpPr>
            <p:spPr>
              <a:xfrm>
                <a:off x="5671824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4" name="pg1004">
                <a:extLst>
                  <a:ext uri="{FF2B5EF4-FFF2-40B4-BE49-F238E27FC236}">
                    <a16:creationId xmlns:a16="http://schemas.microsoft.com/office/drawing/2014/main" id="{5425E8ED-7673-F769-FB14-1B143FC9C8E4}"/>
                  </a:ext>
                </a:extLst>
              </p:cNvPr>
              <p:cNvSpPr/>
              <p:nvPr/>
            </p:nvSpPr>
            <p:spPr>
              <a:xfrm>
                <a:off x="5683461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5" name="pg1005">
                <a:extLst>
                  <a:ext uri="{FF2B5EF4-FFF2-40B4-BE49-F238E27FC236}">
                    <a16:creationId xmlns:a16="http://schemas.microsoft.com/office/drawing/2014/main" id="{21582D09-6CE7-35C7-5890-5218A1AB59D7}"/>
                  </a:ext>
                </a:extLst>
              </p:cNvPr>
              <p:cNvSpPr/>
              <p:nvPr/>
            </p:nvSpPr>
            <p:spPr>
              <a:xfrm>
                <a:off x="5706736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6" name="pg1006">
                <a:extLst>
                  <a:ext uri="{FF2B5EF4-FFF2-40B4-BE49-F238E27FC236}">
                    <a16:creationId xmlns:a16="http://schemas.microsoft.com/office/drawing/2014/main" id="{DB9F9893-7641-DED8-6889-AC76B5933EF3}"/>
                  </a:ext>
                </a:extLst>
              </p:cNvPr>
              <p:cNvSpPr/>
              <p:nvPr/>
            </p:nvSpPr>
            <p:spPr>
              <a:xfrm>
                <a:off x="5718373" y="32798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7" name="pg1007">
                <a:extLst>
                  <a:ext uri="{FF2B5EF4-FFF2-40B4-BE49-F238E27FC236}">
                    <a16:creationId xmlns:a16="http://schemas.microsoft.com/office/drawing/2014/main" id="{05B7F8E3-B76D-8483-956F-68360F35FCC6}"/>
                  </a:ext>
                </a:extLst>
              </p:cNvPr>
              <p:cNvSpPr/>
              <p:nvPr/>
            </p:nvSpPr>
            <p:spPr>
              <a:xfrm>
                <a:off x="533434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8" name="pg1008">
                <a:extLst>
                  <a:ext uri="{FF2B5EF4-FFF2-40B4-BE49-F238E27FC236}">
                    <a16:creationId xmlns:a16="http://schemas.microsoft.com/office/drawing/2014/main" id="{5501DA56-5D08-9563-09E4-24832A3CD8E5}"/>
                  </a:ext>
                </a:extLst>
              </p:cNvPr>
              <p:cNvSpPr/>
              <p:nvPr/>
            </p:nvSpPr>
            <p:spPr>
              <a:xfrm>
                <a:off x="534597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09" name="pg1009">
                <a:extLst>
                  <a:ext uri="{FF2B5EF4-FFF2-40B4-BE49-F238E27FC236}">
                    <a16:creationId xmlns:a16="http://schemas.microsoft.com/office/drawing/2014/main" id="{AF93954B-4201-392E-657A-5BB6F4BD9E03}"/>
                  </a:ext>
                </a:extLst>
              </p:cNvPr>
              <p:cNvSpPr/>
              <p:nvPr/>
            </p:nvSpPr>
            <p:spPr>
              <a:xfrm>
                <a:off x="5357616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0" name="pg1010">
                <a:extLst>
                  <a:ext uri="{FF2B5EF4-FFF2-40B4-BE49-F238E27FC236}">
                    <a16:creationId xmlns:a16="http://schemas.microsoft.com/office/drawing/2014/main" id="{C1EB047D-61E3-8449-93C1-39910486DF92}"/>
                  </a:ext>
                </a:extLst>
              </p:cNvPr>
              <p:cNvSpPr/>
              <p:nvPr/>
            </p:nvSpPr>
            <p:spPr>
              <a:xfrm>
                <a:off x="536925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1" name="pg1011">
                <a:extLst>
                  <a:ext uri="{FF2B5EF4-FFF2-40B4-BE49-F238E27FC236}">
                    <a16:creationId xmlns:a16="http://schemas.microsoft.com/office/drawing/2014/main" id="{BFCCD3CC-736A-0DE7-6A91-C4F7E46FF71F}"/>
                  </a:ext>
                </a:extLst>
              </p:cNvPr>
              <p:cNvSpPr/>
              <p:nvPr/>
            </p:nvSpPr>
            <p:spPr>
              <a:xfrm>
                <a:off x="538089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2" name="pg1012">
                <a:extLst>
                  <a:ext uri="{FF2B5EF4-FFF2-40B4-BE49-F238E27FC236}">
                    <a16:creationId xmlns:a16="http://schemas.microsoft.com/office/drawing/2014/main" id="{3FDF66D3-9E7B-25A8-FD10-4ADF64FBA978}"/>
                  </a:ext>
                </a:extLst>
              </p:cNvPr>
              <p:cNvSpPr/>
              <p:nvPr/>
            </p:nvSpPr>
            <p:spPr>
              <a:xfrm>
                <a:off x="5392528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3" name="pg1013">
                <a:extLst>
                  <a:ext uri="{FF2B5EF4-FFF2-40B4-BE49-F238E27FC236}">
                    <a16:creationId xmlns:a16="http://schemas.microsoft.com/office/drawing/2014/main" id="{98BD8279-1FB1-14BF-5898-BDF4F4349749}"/>
                  </a:ext>
                </a:extLst>
              </p:cNvPr>
              <p:cNvSpPr/>
              <p:nvPr/>
            </p:nvSpPr>
            <p:spPr>
              <a:xfrm>
                <a:off x="540416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4" name="pg1014">
                <a:extLst>
                  <a:ext uri="{FF2B5EF4-FFF2-40B4-BE49-F238E27FC236}">
                    <a16:creationId xmlns:a16="http://schemas.microsoft.com/office/drawing/2014/main" id="{1D343A5B-36FB-32F6-83F5-B944FA39ABD1}"/>
                  </a:ext>
                </a:extLst>
              </p:cNvPr>
              <p:cNvSpPr/>
              <p:nvPr/>
            </p:nvSpPr>
            <p:spPr>
              <a:xfrm>
                <a:off x="541580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5" name="pg1015">
                <a:extLst>
                  <a:ext uri="{FF2B5EF4-FFF2-40B4-BE49-F238E27FC236}">
                    <a16:creationId xmlns:a16="http://schemas.microsoft.com/office/drawing/2014/main" id="{7BFBF881-2E08-C961-4C0B-04650F934029}"/>
                  </a:ext>
                </a:extLst>
              </p:cNvPr>
              <p:cNvSpPr/>
              <p:nvPr/>
            </p:nvSpPr>
            <p:spPr>
              <a:xfrm>
                <a:off x="5427440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6" name="pg1016">
                <a:extLst>
                  <a:ext uri="{FF2B5EF4-FFF2-40B4-BE49-F238E27FC236}">
                    <a16:creationId xmlns:a16="http://schemas.microsoft.com/office/drawing/2014/main" id="{9A6C5445-659D-8229-00FA-49D9A2C2A911}"/>
                  </a:ext>
                </a:extLst>
              </p:cNvPr>
              <p:cNvSpPr/>
              <p:nvPr/>
            </p:nvSpPr>
            <p:spPr>
              <a:xfrm>
                <a:off x="543907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7" name="pg1017">
                <a:extLst>
                  <a:ext uri="{FF2B5EF4-FFF2-40B4-BE49-F238E27FC236}">
                    <a16:creationId xmlns:a16="http://schemas.microsoft.com/office/drawing/2014/main" id="{35FBCFD5-94C9-5F5A-3BB0-03C8E5AD9125}"/>
                  </a:ext>
                </a:extLst>
              </p:cNvPr>
              <p:cNvSpPr/>
              <p:nvPr/>
            </p:nvSpPr>
            <p:spPr>
              <a:xfrm>
                <a:off x="545071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8" name="pg1018">
                <a:extLst>
                  <a:ext uri="{FF2B5EF4-FFF2-40B4-BE49-F238E27FC236}">
                    <a16:creationId xmlns:a16="http://schemas.microsoft.com/office/drawing/2014/main" id="{227175CE-2FC3-F1FA-5A9F-929567EF6DC0}"/>
                  </a:ext>
                </a:extLst>
              </p:cNvPr>
              <p:cNvSpPr/>
              <p:nvPr/>
            </p:nvSpPr>
            <p:spPr>
              <a:xfrm>
                <a:off x="5462352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19" name="pg1019">
                <a:extLst>
                  <a:ext uri="{FF2B5EF4-FFF2-40B4-BE49-F238E27FC236}">
                    <a16:creationId xmlns:a16="http://schemas.microsoft.com/office/drawing/2014/main" id="{9A951B0A-2198-A729-65F8-EF6BD34A582D}"/>
                  </a:ext>
                </a:extLst>
              </p:cNvPr>
              <p:cNvSpPr/>
              <p:nvPr/>
            </p:nvSpPr>
            <p:spPr>
              <a:xfrm>
                <a:off x="547398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0" name="pg1020">
                <a:extLst>
                  <a:ext uri="{FF2B5EF4-FFF2-40B4-BE49-F238E27FC236}">
                    <a16:creationId xmlns:a16="http://schemas.microsoft.com/office/drawing/2014/main" id="{236237F7-B0E1-6731-A5FD-9FE1F8EC951A}"/>
                  </a:ext>
                </a:extLst>
              </p:cNvPr>
              <p:cNvSpPr/>
              <p:nvPr/>
            </p:nvSpPr>
            <p:spPr>
              <a:xfrm>
                <a:off x="548562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1" name="pg1021">
                <a:extLst>
                  <a:ext uri="{FF2B5EF4-FFF2-40B4-BE49-F238E27FC236}">
                    <a16:creationId xmlns:a16="http://schemas.microsoft.com/office/drawing/2014/main" id="{E9ACF4FA-516B-FE51-A53C-E13B6160A9F8}"/>
                  </a:ext>
                </a:extLst>
              </p:cNvPr>
              <p:cNvSpPr/>
              <p:nvPr/>
            </p:nvSpPr>
            <p:spPr>
              <a:xfrm>
                <a:off x="5497264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2" name="pg1022">
                <a:extLst>
                  <a:ext uri="{FF2B5EF4-FFF2-40B4-BE49-F238E27FC236}">
                    <a16:creationId xmlns:a16="http://schemas.microsoft.com/office/drawing/2014/main" id="{7C11E324-D017-7DF4-FBA4-B690E2E1B0A3}"/>
                  </a:ext>
                </a:extLst>
              </p:cNvPr>
              <p:cNvSpPr/>
              <p:nvPr/>
            </p:nvSpPr>
            <p:spPr>
              <a:xfrm>
                <a:off x="550890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3" name="pg1023">
                <a:extLst>
                  <a:ext uri="{FF2B5EF4-FFF2-40B4-BE49-F238E27FC236}">
                    <a16:creationId xmlns:a16="http://schemas.microsoft.com/office/drawing/2014/main" id="{EF506A4F-CB1C-06FD-8935-3B78495B67D6}"/>
                  </a:ext>
                </a:extLst>
              </p:cNvPr>
              <p:cNvSpPr/>
              <p:nvPr/>
            </p:nvSpPr>
            <p:spPr>
              <a:xfrm>
                <a:off x="5520539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4" name="pg1024">
                <a:extLst>
                  <a:ext uri="{FF2B5EF4-FFF2-40B4-BE49-F238E27FC236}">
                    <a16:creationId xmlns:a16="http://schemas.microsoft.com/office/drawing/2014/main" id="{E3E34851-0EFD-4AB1-C760-E98083D9D88B}"/>
                  </a:ext>
                </a:extLst>
              </p:cNvPr>
              <p:cNvSpPr/>
              <p:nvPr/>
            </p:nvSpPr>
            <p:spPr>
              <a:xfrm>
                <a:off x="5532176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5" name="pg1025">
                <a:extLst>
                  <a:ext uri="{FF2B5EF4-FFF2-40B4-BE49-F238E27FC236}">
                    <a16:creationId xmlns:a16="http://schemas.microsoft.com/office/drawing/2014/main" id="{4574E69E-88C3-0073-B227-542A60FB4EB3}"/>
                  </a:ext>
                </a:extLst>
              </p:cNvPr>
              <p:cNvSpPr/>
              <p:nvPr/>
            </p:nvSpPr>
            <p:spPr>
              <a:xfrm>
                <a:off x="554381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6" name="pg1026">
                <a:extLst>
                  <a:ext uri="{FF2B5EF4-FFF2-40B4-BE49-F238E27FC236}">
                    <a16:creationId xmlns:a16="http://schemas.microsoft.com/office/drawing/2014/main" id="{E9A6D973-16E2-88D7-DFC1-7094D000C1A0}"/>
                  </a:ext>
                </a:extLst>
              </p:cNvPr>
              <p:cNvSpPr/>
              <p:nvPr/>
            </p:nvSpPr>
            <p:spPr>
              <a:xfrm>
                <a:off x="5555451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7" name="pg1027">
                <a:extLst>
                  <a:ext uri="{FF2B5EF4-FFF2-40B4-BE49-F238E27FC236}">
                    <a16:creationId xmlns:a16="http://schemas.microsoft.com/office/drawing/2014/main" id="{7DBF2869-A44E-919D-07C4-17BAFE5E615E}"/>
                  </a:ext>
                </a:extLst>
              </p:cNvPr>
              <p:cNvSpPr/>
              <p:nvPr/>
            </p:nvSpPr>
            <p:spPr>
              <a:xfrm>
                <a:off x="5567088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8" name="pg1028">
                <a:extLst>
                  <a:ext uri="{FF2B5EF4-FFF2-40B4-BE49-F238E27FC236}">
                    <a16:creationId xmlns:a16="http://schemas.microsoft.com/office/drawing/2014/main" id="{A085B524-9D26-1C8F-0C3A-DB8BB6B3026E}"/>
                  </a:ext>
                </a:extLst>
              </p:cNvPr>
              <p:cNvSpPr/>
              <p:nvPr/>
            </p:nvSpPr>
            <p:spPr>
              <a:xfrm>
                <a:off x="557872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29" name="pg1029">
                <a:extLst>
                  <a:ext uri="{FF2B5EF4-FFF2-40B4-BE49-F238E27FC236}">
                    <a16:creationId xmlns:a16="http://schemas.microsoft.com/office/drawing/2014/main" id="{D67461E3-4203-CA43-55DD-C85EF4FF5C53}"/>
                  </a:ext>
                </a:extLst>
              </p:cNvPr>
              <p:cNvSpPr/>
              <p:nvPr/>
            </p:nvSpPr>
            <p:spPr>
              <a:xfrm>
                <a:off x="5590363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0" name="pg1030">
                <a:extLst>
                  <a:ext uri="{FF2B5EF4-FFF2-40B4-BE49-F238E27FC236}">
                    <a16:creationId xmlns:a16="http://schemas.microsoft.com/office/drawing/2014/main" id="{9D572090-7F69-1E2C-3DDD-96CB6F486317}"/>
                  </a:ext>
                </a:extLst>
              </p:cNvPr>
              <p:cNvSpPr/>
              <p:nvPr/>
            </p:nvSpPr>
            <p:spPr>
              <a:xfrm>
                <a:off x="5602000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1" name="pg1031">
                <a:extLst>
                  <a:ext uri="{FF2B5EF4-FFF2-40B4-BE49-F238E27FC236}">
                    <a16:creationId xmlns:a16="http://schemas.microsoft.com/office/drawing/2014/main" id="{C33D8E0A-CB64-008E-CE7A-9466551CFA6B}"/>
                  </a:ext>
                </a:extLst>
              </p:cNvPr>
              <p:cNvSpPr/>
              <p:nvPr/>
            </p:nvSpPr>
            <p:spPr>
              <a:xfrm>
                <a:off x="5613637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2" name="pg1032">
                <a:extLst>
                  <a:ext uri="{FF2B5EF4-FFF2-40B4-BE49-F238E27FC236}">
                    <a16:creationId xmlns:a16="http://schemas.microsoft.com/office/drawing/2014/main" id="{B95D4166-7222-AA8B-03A7-0BE316377032}"/>
                  </a:ext>
                </a:extLst>
              </p:cNvPr>
              <p:cNvSpPr/>
              <p:nvPr/>
            </p:nvSpPr>
            <p:spPr>
              <a:xfrm>
                <a:off x="5625275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3" name="pg1033">
                <a:extLst>
                  <a:ext uri="{FF2B5EF4-FFF2-40B4-BE49-F238E27FC236}">
                    <a16:creationId xmlns:a16="http://schemas.microsoft.com/office/drawing/2014/main" id="{C6946ED8-E180-903E-585B-755FA3FA3F90}"/>
                  </a:ext>
                </a:extLst>
              </p:cNvPr>
              <p:cNvSpPr/>
              <p:nvPr/>
            </p:nvSpPr>
            <p:spPr>
              <a:xfrm>
                <a:off x="5636912" y="329413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4" name="pg1034">
                <a:extLst>
                  <a:ext uri="{FF2B5EF4-FFF2-40B4-BE49-F238E27FC236}">
                    <a16:creationId xmlns:a16="http://schemas.microsoft.com/office/drawing/2014/main" id="{8AFE5B62-E87A-D400-F0DB-8192650BFEBA}"/>
                  </a:ext>
                </a:extLst>
              </p:cNvPr>
              <p:cNvSpPr/>
              <p:nvPr/>
            </p:nvSpPr>
            <p:spPr>
              <a:xfrm>
                <a:off x="534597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5" name="pg1035">
                <a:extLst>
                  <a:ext uri="{FF2B5EF4-FFF2-40B4-BE49-F238E27FC236}">
                    <a16:creationId xmlns:a16="http://schemas.microsoft.com/office/drawing/2014/main" id="{F95A7D90-827F-740F-2960-0BF889AC9710}"/>
                  </a:ext>
                </a:extLst>
              </p:cNvPr>
              <p:cNvSpPr/>
              <p:nvPr/>
            </p:nvSpPr>
            <p:spPr>
              <a:xfrm>
                <a:off x="5357616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6" name="pg1036">
                <a:extLst>
                  <a:ext uri="{FF2B5EF4-FFF2-40B4-BE49-F238E27FC236}">
                    <a16:creationId xmlns:a16="http://schemas.microsoft.com/office/drawing/2014/main" id="{D203DEFF-8BF3-DA6C-D447-5A7B8E208727}"/>
                  </a:ext>
                </a:extLst>
              </p:cNvPr>
              <p:cNvSpPr/>
              <p:nvPr/>
            </p:nvSpPr>
            <p:spPr>
              <a:xfrm>
                <a:off x="536925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7" name="pg1037">
                <a:extLst>
                  <a:ext uri="{FF2B5EF4-FFF2-40B4-BE49-F238E27FC236}">
                    <a16:creationId xmlns:a16="http://schemas.microsoft.com/office/drawing/2014/main" id="{1FDB9DFA-739F-12A2-D616-F44EF22E5CD3}"/>
                  </a:ext>
                </a:extLst>
              </p:cNvPr>
              <p:cNvSpPr/>
              <p:nvPr/>
            </p:nvSpPr>
            <p:spPr>
              <a:xfrm>
                <a:off x="538089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8" name="pg1038">
                <a:extLst>
                  <a:ext uri="{FF2B5EF4-FFF2-40B4-BE49-F238E27FC236}">
                    <a16:creationId xmlns:a16="http://schemas.microsoft.com/office/drawing/2014/main" id="{B84A749B-D3FA-4009-DFDA-727665A83B10}"/>
                  </a:ext>
                </a:extLst>
              </p:cNvPr>
              <p:cNvSpPr/>
              <p:nvPr/>
            </p:nvSpPr>
            <p:spPr>
              <a:xfrm>
                <a:off x="5392528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39" name="pg1039">
                <a:extLst>
                  <a:ext uri="{FF2B5EF4-FFF2-40B4-BE49-F238E27FC236}">
                    <a16:creationId xmlns:a16="http://schemas.microsoft.com/office/drawing/2014/main" id="{F7472C01-1A89-20F9-AB32-5965A10AD46F}"/>
                  </a:ext>
                </a:extLst>
              </p:cNvPr>
              <p:cNvSpPr/>
              <p:nvPr/>
            </p:nvSpPr>
            <p:spPr>
              <a:xfrm>
                <a:off x="5404165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0" name="pg1040">
                <a:extLst>
                  <a:ext uri="{FF2B5EF4-FFF2-40B4-BE49-F238E27FC236}">
                    <a16:creationId xmlns:a16="http://schemas.microsoft.com/office/drawing/2014/main" id="{1592D131-0C70-0C97-0901-139327D66FF1}"/>
                  </a:ext>
                </a:extLst>
              </p:cNvPr>
              <p:cNvSpPr/>
              <p:nvPr/>
            </p:nvSpPr>
            <p:spPr>
              <a:xfrm>
                <a:off x="541580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1" name="pg1041">
                <a:extLst>
                  <a:ext uri="{FF2B5EF4-FFF2-40B4-BE49-F238E27FC236}">
                    <a16:creationId xmlns:a16="http://schemas.microsoft.com/office/drawing/2014/main" id="{9AD11CD7-3623-2D2B-FCCC-8C94B2662976}"/>
                  </a:ext>
                </a:extLst>
              </p:cNvPr>
              <p:cNvSpPr/>
              <p:nvPr/>
            </p:nvSpPr>
            <p:spPr>
              <a:xfrm>
                <a:off x="5427440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2" name="pg1042">
                <a:extLst>
                  <a:ext uri="{FF2B5EF4-FFF2-40B4-BE49-F238E27FC236}">
                    <a16:creationId xmlns:a16="http://schemas.microsoft.com/office/drawing/2014/main" id="{244035C3-1978-BFE8-1FCE-6E5127720B8C}"/>
                  </a:ext>
                </a:extLst>
              </p:cNvPr>
              <p:cNvSpPr/>
              <p:nvPr/>
            </p:nvSpPr>
            <p:spPr>
              <a:xfrm>
                <a:off x="5439077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2">
                  <a:alpha val="100000"/>
                </a:srgbClr>
              </a:solidFill>
              <a:ln w="5420" cap="flat">
                <a:solidFill>
                  <a:srgbClr val="3A74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3" name="pg1043">
                <a:extLst>
                  <a:ext uri="{FF2B5EF4-FFF2-40B4-BE49-F238E27FC236}">
                    <a16:creationId xmlns:a16="http://schemas.microsoft.com/office/drawing/2014/main" id="{5B2CDAAF-9C6A-4BF0-315F-828550061712}"/>
                  </a:ext>
                </a:extLst>
              </p:cNvPr>
              <p:cNvSpPr/>
              <p:nvPr/>
            </p:nvSpPr>
            <p:spPr>
              <a:xfrm>
                <a:off x="5450715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4" name="pg1044">
                <a:extLst>
                  <a:ext uri="{FF2B5EF4-FFF2-40B4-BE49-F238E27FC236}">
                    <a16:creationId xmlns:a16="http://schemas.microsoft.com/office/drawing/2014/main" id="{5B5DCFC6-0DBD-9471-08AC-EE9953FB5F22}"/>
                  </a:ext>
                </a:extLst>
              </p:cNvPr>
              <p:cNvSpPr/>
              <p:nvPr/>
            </p:nvSpPr>
            <p:spPr>
              <a:xfrm>
                <a:off x="5462352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5" name="pg1045">
                <a:extLst>
                  <a:ext uri="{FF2B5EF4-FFF2-40B4-BE49-F238E27FC236}">
                    <a16:creationId xmlns:a16="http://schemas.microsoft.com/office/drawing/2014/main" id="{80808C59-D247-2178-A632-B60105D676CE}"/>
                  </a:ext>
                </a:extLst>
              </p:cNvPr>
              <p:cNvSpPr/>
              <p:nvPr/>
            </p:nvSpPr>
            <p:spPr>
              <a:xfrm>
                <a:off x="547398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6" name="pg1046">
                <a:extLst>
                  <a:ext uri="{FF2B5EF4-FFF2-40B4-BE49-F238E27FC236}">
                    <a16:creationId xmlns:a16="http://schemas.microsoft.com/office/drawing/2014/main" id="{CD9F7860-B990-C211-79A9-CC8E6CF76ACE}"/>
                  </a:ext>
                </a:extLst>
              </p:cNvPr>
              <p:cNvSpPr/>
              <p:nvPr/>
            </p:nvSpPr>
            <p:spPr>
              <a:xfrm>
                <a:off x="5485627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7" name="pg1047">
                <a:extLst>
                  <a:ext uri="{FF2B5EF4-FFF2-40B4-BE49-F238E27FC236}">
                    <a16:creationId xmlns:a16="http://schemas.microsoft.com/office/drawing/2014/main" id="{DE256171-AED0-AC9B-5432-64168377735C}"/>
                  </a:ext>
                </a:extLst>
              </p:cNvPr>
              <p:cNvSpPr/>
              <p:nvPr/>
            </p:nvSpPr>
            <p:spPr>
              <a:xfrm>
                <a:off x="5497264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8" name="pg1048">
                <a:extLst>
                  <a:ext uri="{FF2B5EF4-FFF2-40B4-BE49-F238E27FC236}">
                    <a16:creationId xmlns:a16="http://schemas.microsoft.com/office/drawing/2014/main" id="{13918C95-6D91-DAEE-B8BD-F81152C1A700}"/>
                  </a:ext>
                </a:extLst>
              </p:cNvPr>
              <p:cNvSpPr/>
              <p:nvPr/>
            </p:nvSpPr>
            <p:spPr>
              <a:xfrm>
                <a:off x="550890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49" name="pg1049">
                <a:extLst>
                  <a:ext uri="{FF2B5EF4-FFF2-40B4-BE49-F238E27FC236}">
                    <a16:creationId xmlns:a16="http://schemas.microsoft.com/office/drawing/2014/main" id="{ABE3F07C-D24E-4D3E-4EB4-16F4D7CF52CF}"/>
                  </a:ext>
                </a:extLst>
              </p:cNvPr>
              <p:cNvSpPr/>
              <p:nvPr/>
            </p:nvSpPr>
            <p:spPr>
              <a:xfrm>
                <a:off x="5520539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0" name="pg1050">
                <a:extLst>
                  <a:ext uri="{FF2B5EF4-FFF2-40B4-BE49-F238E27FC236}">
                    <a16:creationId xmlns:a16="http://schemas.microsoft.com/office/drawing/2014/main" id="{81A4B561-5284-96D0-321E-9F50F9E5A45A}"/>
                  </a:ext>
                </a:extLst>
              </p:cNvPr>
              <p:cNvSpPr/>
              <p:nvPr/>
            </p:nvSpPr>
            <p:spPr>
              <a:xfrm>
                <a:off x="5532176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1" name="pg1051">
                <a:extLst>
                  <a:ext uri="{FF2B5EF4-FFF2-40B4-BE49-F238E27FC236}">
                    <a16:creationId xmlns:a16="http://schemas.microsoft.com/office/drawing/2014/main" id="{7976D691-CA8F-2FC1-C9D3-7DE38A74BB6D}"/>
                  </a:ext>
                </a:extLst>
              </p:cNvPr>
              <p:cNvSpPr/>
              <p:nvPr/>
            </p:nvSpPr>
            <p:spPr>
              <a:xfrm>
                <a:off x="554381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2" name="pg1052">
                <a:extLst>
                  <a:ext uri="{FF2B5EF4-FFF2-40B4-BE49-F238E27FC236}">
                    <a16:creationId xmlns:a16="http://schemas.microsoft.com/office/drawing/2014/main" id="{0B3E2143-EE36-8FE6-E184-9104F3C9F3DB}"/>
                  </a:ext>
                </a:extLst>
              </p:cNvPr>
              <p:cNvSpPr/>
              <p:nvPr/>
            </p:nvSpPr>
            <p:spPr>
              <a:xfrm>
                <a:off x="5555451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3" name="pg1053">
                <a:extLst>
                  <a:ext uri="{FF2B5EF4-FFF2-40B4-BE49-F238E27FC236}">
                    <a16:creationId xmlns:a16="http://schemas.microsoft.com/office/drawing/2014/main" id="{6717F331-E59E-DE49-C464-E4EE9C48D0F9}"/>
                  </a:ext>
                </a:extLst>
              </p:cNvPr>
              <p:cNvSpPr/>
              <p:nvPr/>
            </p:nvSpPr>
            <p:spPr>
              <a:xfrm>
                <a:off x="5567088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4" name="pg1054">
                <a:extLst>
                  <a:ext uri="{FF2B5EF4-FFF2-40B4-BE49-F238E27FC236}">
                    <a16:creationId xmlns:a16="http://schemas.microsoft.com/office/drawing/2014/main" id="{C9842C6A-D709-587C-A640-5FE480328621}"/>
                  </a:ext>
                </a:extLst>
              </p:cNvPr>
              <p:cNvSpPr/>
              <p:nvPr/>
            </p:nvSpPr>
            <p:spPr>
              <a:xfrm>
                <a:off x="5590363" y="330843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8A9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5" name="pg1055">
                <a:extLst>
                  <a:ext uri="{FF2B5EF4-FFF2-40B4-BE49-F238E27FC236}">
                    <a16:creationId xmlns:a16="http://schemas.microsoft.com/office/drawing/2014/main" id="{E836BBC5-F307-32A8-1D3E-4C9864C6286B}"/>
                  </a:ext>
                </a:extLst>
              </p:cNvPr>
              <p:cNvSpPr/>
              <p:nvPr/>
            </p:nvSpPr>
            <p:spPr>
              <a:xfrm>
                <a:off x="5345979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6" name="pg1056">
                <a:extLst>
                  <a:ext uri="{FF2B5EF4-FFF2-40B4-BE49-F238E27FC236}">
                    <a16:creationId xmlns:a16="http://schemas.microsoft.com/office/drawing/2014/main" id="{6D7EC42A-35EB-ECA0-AF76-32C34E0EE626}"/>
                  </a:ext>
                </a:extLst>
              </p:cNvPr>
              <p:cNvSpPr/>
              <p:nvPr/>
            </p:nvSpPr>
            <p:spPr>
              <a:xfrm>
                <a:off x="5357616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7" name="pg1057">
                <a:extLst>
                  <a:ext uri="{FF2B5EF4-FFF2-40B4-BE49-F238E27FC236}">
                    <a16:creationId xmlns:a16="http://schemas.microsoft.com/office/drawing/2014/main" id="{89D964E4-9312-EA5B-A292-58A4D257C391}"/>
                  </a:ext>
                </a:extLst>
              </p:cNvPr>
              <p:cNvSpPr/>
              <p:nvPr/>
            </p:nvSpPr>
            <p:spPr>
              <a:xfrm>
                <a:off x="5369253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8" name="pg1058">
                <a:extLst>
                  <a:ext uri="{FF2B5EF4-FFF2-40B4-BE49-F238E27FC236}">
                    <a16:creationId xmlns:a16="http://schemas.microsoft.com/office/drawing/2014/main" id="{A698C6F7-1BED-D04A-13CB-060A69780856}"/>
                  </a:ext>
                </a:extLst>
              </p:cNvPr>
              <p:cNvSpPr/>
              <p:nvPr/>
            </p:nvSpPr>
            <p:spPr>
              <a:xfrm>
                <a:off x="5380891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59" name="pg1059">
                <a:extLst>
                  <a:ext uri="{FF2B5EF4-FFF2-40B4-BE49-F238E27FC236}">
                    <a16:creationId xmlns:a16="http://schemas.microsoft.com/office/drawing/2014/main" id="{DB028F5B-8E61-36EB-FA59-518D1044D820}"/>
                  </a:ext>
                </a:extLst>
              </p:cNvPr>
              <p:cNvSpPr/>
              <p:nvPr/>
            </p:nvSpPr>
            <p:spPr>
              <a:xfrm>
                <a:off x="5392528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0" name="pg1060">
                <a:extLst>
                  <a:ext uri="{FF2B5EF4-FFF2-40B4-BE49-F238E27FC236}">
                    <a16:creationId xmlns:a16="http://schemas.microsoft.com/office/drawing/2014/main" id="{3DF58DAF-F8D2-C77B-0C4D-145E105E70E3}"/>
                  </a:ext>
                </a:extLst>
              </p:cNvPr>
              <p:cNvSpPr/>
              <p:nvPr/>
            </p:nvSpPr>
            <p:spPr>
              <a:xfrm>
                <a:off x="5404165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1" name="pg1061">
                <a:extLst>
                  <a:ext uri="{FF2B5EF4-FFF2-40B4-BE49-F238E27FC236}">
                    <a16:creationId xmlns:a16="http://schemas.microsoft.com/office/drawing/2014/main" id="{FCC7FF39-C9F2-6D97-C1F8-275C42DBD1DF}"/>
                  </a:ext>
                </a:extLst>
              </p:cNvPr>
              <p:cNvSpPr/>
              <p:nvPr/>
            </p:nvSpPr>
            <p:spPr>
              <a:xfrm>
                <a:off x="5415803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2" name="pg1062">
                <a:extLst>
                  <a:ext uri="{FF2B5EF4-FFF2-40B4-BE49-F238E27FC236}">
                    <a16:creationId xmlns:a16="http://schemas.microsoft.com/office/drawing/2014/main" id="{C43EAF8F-C922-60BD-7F46-BB9BE0CEDF06}"/>
                  </a:ext>
                </a:extLst>
              </p:cNvPr>
              <p:cNvSpPr/>
              <p:nvPr/>
            </p:nvSpPr>
            <p:spPr>
              <a:xfrm>
                <a:off x="5427440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3" name="pg1063">
                <a:extLst>
                  <a:ext uri="{FF2B5EF4-FFF2-40B4-BE49-F238E27FC236}">
                    <a16:creationId xmlns:a16="http://schemas.microsoft.com/office/drawing/2014/main" id="{EE1C20CF-339A-83E7-6D24-65E64B884D73}"/>
                  </a:ext>
                </a:extLst>
              </p:cNvPr>
              <p:cNvSpPr/>
              <p:nvPr/>
            </p:nvSpPr>
            <p:spPr>
              <a:xfrm>
                <a:off x="5439077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4" name="pg1064">
                <a:extLst>
                  <a:ext uri="{FF2B5EF4-FFF2-40B4-BE49-F238E27FC236}">
                    <a16:creationId xmlns:a16="http://schemas.microsoft.com/office/drawing/2014/main" id="{675AFE6B-3F00-2F66-346C-6F1D6FB62D5C}"/>
                  </a:ext>
                </a:extLst>
              </p:cNvPr>
              <p:cNvSpPr/>
              <p:nvPr/>
            </p:nvSpPr>
            <p:spPr>
              <a:xfrm>
                <a:off x="5450715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5" name="pg1065">
                <a:extLst>
                  <a:ext uri="{FF2B5EF4-FFF2-40B4-BE49-F238E27FC236}">
                    <a16:creationId xmlns:a16="http://schemas.microsoft.com/office/drawing/2014/main" id="{9E2039D8-9AF8-5D60-D558-74FF72FA2D57}"/>
                  </a:ext>
                </a:extLst>
              </p:cNvPr>
              <p:cNvSpPr/>
              <p:nvPr/>
            </p:nvSpPr>
            <p:spPr>
              <a:xfrm>
                <a:off x="5462352" y="33227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6" name="pg1066">
                <a:extLst>
                  <a:ext uri="{FF2B5EF4-FFF2-40B4-BE49-F238E27FC236}">
                    <a16:creationId xmlns:a16="http://schemas.microsoft.com/office/drawing/2014/main" id="{87AE0EA5-CCFB-2CD3-B093-77ED49392B32}"/>
                  </a:ext>
                </a:extLst>
              </p:cNvPr>
              <p:cNvSpPr/>
              <p:nvPr/>
            </p:nvSpPr>
            <p:spPr>
              <a:xfrm>
                <a:off x="5334341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7" name="pg1067">
                <a:extLst>
                  <a:ext uri="{FF2B5EF4-FFF2-40B4-BE49-F238E27FC236}">
                    <a16:creationId xmlns:a16="http://schemas.microsoft.com/office/drawing/2014/main" id="{C26F0F3F-648B-AC29-9DA1-6A0BF262A051}"/>
                  </a:ext>
                </a:extLst>
              </p:cNvPr>
              <p:cNvSpPr/>
              <p:nvPr/>
            </p:nvSpPr>
            <p:spPr>
              <a:xfrm>
                <a:off x="5345979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8" name="pg1068">
                <a:extLst>
                  <a:ext uri="{FF2B5EF4-FFF2-40B4-BE49-F238E27FC236}">
                    <a16:creationId xmlns:a16="http://schemas.microsoft.com/office/drawing/2014/main" id="{4226A203-DC03-12A9-61D5-CFF85C5ABED9}"/>
                  </a:ext>
                </a:extLst>
              </p:cNvPr>
              <p:cNvSpPr/>
              <p:nvPr/>
            </p:nvSpPr>
            <p:spPr>
              <a:xfrm>
                <a:off x="5357616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69" name="pg1069">
                <a:extLst>
                  <a:ext uri="{FF2B5EF4-FFF2-40B4-BE49-F238E27FC236}">
                    <a16:creationId xmlns:a16="http://schemas.microsoft.com/office/drawing/2014/main" id="{F7F98B96-C11C-8A33-B7E6-F3EB59A72D5C}"/>
                  </a:ext>
                </a:extLst>
              </p:cNvPr>
              <p:cNvSpPr/>
              <p:nvPr/>
            </p:nvSpPr>
            <p:spPr>
              <a:xfrm>
                <a:off x="5369253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4">
                  <a:alpha val="100000"/>
                </a:srgbClr>
              </a:solidFill>
              <a:ln w="5420" cap="flat">
                <a:solidFill>
                  <a:srgbClr val="3982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0" name="pg1070">
                <a:extLst>
                  <a:ext uri="{FF2B5EF4-FFF2-40B4-BE49-F238E27FC236}">
                    <a16:creationId xmlns:a16="http://schemas.microsoft.com/office/drawing/2014/main" id="{5371AC0B-D9EB-5EDA-C014-1EFA920FB513}"/>
                  </a:ext>
                </a:extLst>
              </p:cNvPr>
              <p:cNvSpPr/>
              <p:nvPr/>
            </p:nvSpPr>
            <p:spPr>
              <a:xfrm>
                <a:off x="5380891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1" name="pg1071">
                <a:extLst>
                  <a:ext uri="{FF2B5EF4-FFF2-40B4-BE49-F238E27FC236}">
                    <a16:creationId xmlns:a16="http://schemas.microsoft.com/office/drawing/2014/main" id="{67390885-B527-70A4-A4D4-851E0783AF1F}"/>
                  </a:ext>
                </a:extLst>
              </p:cNvPr>
              <p:cNvSpPr/>
              <p:nvPr/>
            </p:nvSpPr>
            <p:spPr>
              <a:xfrm>
                <a:off x="5392528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2" name="pg1072">
                <a:extLst>
                  <a:ext uri="{FF2B5EF4-FFF2-40B4-BE49-F238E27FC236}">
                    <a16:creationId xmlns:a16="http://schemas.microsoft.com/office/drawing/2014/main" id="{A231A2EC-79DF-0F68-36C1-25896BBA6EE9}"/>
                  </a:ext>
                </a:extLst>
              </p:cNvPr>
              <p:cNvSpPr/>
              <p:nvPr/>
            </p:nvSpPr>
            <p:spPr>
              <a:xfrm>
                <a:off x="5404165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3" name="pg1073">
                <a:extLst>
                  <a:ext uri="{FF2B5EF4-FFF2-40B4-BE49-F238E27FC236}">
                    <a16:creationId xmlns:a16="http://schemas.microsoft.com/office/drawing/2014/main" id="{872CC7E6-0E36-1AA6-1F16-C37D7ABA36F4}"/>
                  </a:ext>
                </a:extLst>
              </p:cNvPr>
              <p:cNvSpPr/>
              <p:nvPr/>
            </p:nvSpPr>
            <p:spPr>
              <a:xfrm>
                <a:off x="5415803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4" name="pg1074">
                <a:extLst>
                  <a:ext uri="{FF2B5EF4-FFF2-40B4-BE49-F238E27FC236}">
                    <a16:creationId xmlns:a16="http://schemas.microsoft.com/office/drawing/2014/main" id="{42DAFF41-E89E-6B67-6C47-BA9D2D5FE50E}"/>
                  </a:ext>
                </a:extLst>
              </p:cNvPr>
              <p:cNvSpPr/>
              <p:nvPr/>
            </p:nvSpPr>
            <p:spPr>
              <a:xfrm>
                <a:off x="5427440" y="333703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2">
                  <a:alpha val="100000"/>
                </a:srgbClr>
              </a:solidFill>
              <a:ln w="5420" cap="flat">
                <a:solidFill>
                  <a:srgbClr val="3A79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5" name="pg1075">
                <a:extLst>
                  <a:ext uri="{FF2B5EF4-FFF2-40B4-BE49-F238E27FC236}">
                    <a16:creationId xmlns:a16="http://schemas.microsoft.com/office/drawing/2014/main" id="{3E0AC843-2D38-9118-CEAF-0BE5915416A8}"/>
                  </a:ext>
                </a:extLst>
              </p:cNvPr>
              <p:cNvSpPr/>
              <p:nvPr/>
            </p:nvSpPr>
            <p:spPr>
              <a:xfrm>
                <a:off x="5322704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6" name="pg1076">
                <a:extLst>
                  <a:ext uri="{FF2B5EF4-FFF2-40B4-BE49-F238E27FC236}">
                    <a16:creationId xmlns:a16="http://schemas.microsoft.com/office/drawing/2014/main" id="{5D4BBDCB-7F5E-465E-852F-34A65320FA27}"/>
                  </a:ext>
                </a:extLst>
              </p:cNvPr>
              <p:cNvSpPr/>
              <p:nvPr/>
            </p:nvSpPr>
            <p:spPr>
              <a:xfrm>
                <a:off x="5334341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7" name="pg1077">
                <a:extLst>
                  <a:ext uri="{FF2B5EF4-FFF2-40B4-BE49-F238E27FC236}">
                    <a16:creationId xmlns:a16="http://schemas.microsoft.com/office/drawing/2014/main" id="{DF285CC7-0CD1-814D-F81F-10B7273F65A6}"/>
                  </a:ext>
                </a:extLst>
              </p:cNvPr>
              <p:cNvSpPr/>
              <p:nvPr/>
            </p:nvSpPr>
            <p:spPr>
              <a:xfrm>
                <a:off x="5345979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8" name="pg1078">
                <a:extLst>
                  <a:ext uri="{FF2B5EF4-FFF2-40B4-BE49-F238E27FC236}">
                    <a16:creationId xmlns:a16="http://schemas.microsoft.com/office/drawing/2014/main" id="{4AE71012-ACE9-ECDB-04C6-FA50C254709B}"/>
                  </a:ext>
                </a:extLst>
              </p:cNvPr>
              <p:cNvSpPr/>
              <p:nvPr/>
            </p:nvSpPr>
            <p:spPr>
              <a:xfrm>
                <a:off x="5357616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79" name="pg1079">
                <a:extLst>
                  <a:ext uri="{FF2B5EF4-FFF2-40B4-BE49-F238E27FC236}">
                    <a16:creationId xmlns:a16="http://schemas.microsoft.com/office/drawing/2014/main" id="{F3E1E1BE-FD91-C587-A9F0-FB0172E754E6}"/>
                  </a:ext>
                </a:extLst>
              </p:cNvPr>
              <p:cNvSpPr/>
              <p:nvPr/>
            </p:nvSpPr>
            <p:spPr>
              <a:xfrm>
                <a:off x="5369253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0" name="pg1080">
                <a:extLst>
                  <a:ext uri="{FF2B5EF4-FFF2-40B4-BE49-F238E27FC236}">
                    <a16:creationId xmlns:a16="http://schemas.microsoft.com/office/drawing/2014/main" id="{702833AA-A96C-8CD2-B004-DF659C0796B5}"/>
                  </a:ext>
                </a:extLst>
              </p:cNvPr>
              <p:cNvSpPr/>
              <p:nvPr/>
            </p:nvSpPr>
            <p:spPr>
              <a:xfrm>
                <a:off x="5380891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1" name="pg1081">
                <a:extLst>
                  <a:ext uri="{FF2B5EF4-FFF2-40B4-BE49-F238E27FC236}">
                    <a16:creationId xmlns:a16="http://schemas.microsoft.com/office/drawing/2014/main" id="{3EB0C7F7-DE0E-0E48-11A4-F438E1E62070}"/>
                  </a:ext>
                </a:extLst>
              </p:cNvPr>
              <p:cNvSpPr/>
              <p:nvPr/>
            </p:nvSpPr>
            <p:spPr>
              <a:xfrm>
                <a:off x="5392528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2" name="pg1082">
                <a:extLst>
                  <a:ext uri="{FF2B5EF4-FFF2-40B4-BE49-F238E27FC236}">
                    <a16:creationId xmlns:a16="http://schemas.microsoft.com/office/drawing/2014/main" id="{1AEF2DF6-A871-FCA1-5BF6-004D3A5B223B}"/>
                  </a:ext>
                </a:extLst>
              </p:cNvPr>
              <p:cNvSpPr/>
              <p:nvPr/>
            </p:nvSpPr>
            <p:spPr>
              <a:xfrm>
                <a:off x="5404165" y="33513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3" name="pg1083">
                <a:extLst>
                  <a:ext uri="{FF2B5EF4-FFF2-40B4-BE49-F238E27FC236}">
                    <a16:creationId xmlns:a16="http://schemas.microsoft.com/office/drawing/2014/main" id="{7ACCCA74-F678-0BB6-5248-D90FC8395C11}"/>
                  </a:ext>
                </a:extLst>
              </p:cNvPr>
              <p:cNvSpPr/>
              <p:nvPr/>
            </p:nvSpPr>
            <p:spPr>
              <a:xfrm>
                <a:off x="5311067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4" name="pg1084">
                <a:extLst>
                  <a:ext uri="{FF2B5EF4-FFF2-40B4-BE49-F238E27FC236}">
                    <a16:creationId xmlns:a16="http://schemas.microsoft.com/office/drawing/2014/main" id="{5B95FC3C-2E1D-5585-B4FE-9C44D475385E}"/>
                  </a:ext>
                </a:extLst>
              </p:cNvPr>
              <p:cNvSpPr/>
              <p:nvPr/>
            </p:nvSpPr>
            <p:spPr>
              <a:xfrm>
                <a:off x="5322704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5" name="pg1085">
                <a:extLst>
                  <a:ext uri="{FF2B5EF4-FFF2-40B4-BE49-F238E27FC236}">
                    <a16:creationId xmlns:a16="http://schemas.microsoft.com/office/drawing/2014/main" id="{AB7CD0FC-D913-534D-642E-EDFBF77336FB}"/>
                  </a:ext>
                </a:extLst>
              </p:cNvPr>
              <p:cNvSpPr/>
              <p:nvPr/>
            </p:nvSpPr>
            <p:spPr>
              <a:xfrm>
                <a:off x="5334341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6" name="pg1086">
                <a:extLst>
                  <a:ext uri="{FF2B5EF4-FFF2-40B4-BE49-F238E27FC236}">
                    <a16:creationId xmlns:a16="http://schemas.microsoft.com/office/drawing/2014/main" id="{852A58D4-DEA6-18C8-7B71-FD6F3D3AD271}"/>
                  </a:ext>
                </a:extLst>
              </p:cNvPr>
              <p:cNvSpPr/>
              <p:nvPr/>
            </p:nvSpPr>
            <p:spPr>
              <a:xfrm>
                <a:off x="5345979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7" name="pg1087">
                <a:extLst>
                  <a:ext uri="{FF2B5EF4-FFF2-40B4-BE49-F238E27FC236}">
                    <a16:creationId xmlns:a16="http://schemas.microsoft.com/office/drawing/2014/main" id="{4165D47A-756D-0AE0-DD95-FD522582F1CB}"/>
                  </a:ext>
                </a:extLst>
              </p:cNvPr>
              <p:cNvSpPr/>
              <p:nvPr/>
            </p:nvSpPr>
            <p:spPr>
              <a:xfrm>
                <a:off x="5357616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8" name="pg1088">
                <a:extLst>
                  <a:ext uri="{FF2B5EF4-FFF2-40B4-BE49-F238E27FC236}">
                    <a16:creationId xmlns:a16="http://schemas.microsoft.com/office/drawing/2014/main" id="{A41CDA63-7D3D-D7F6-A5CC-F87351C79427}"/>
                  </a:ext>
                </a:extLst>
              </p:cNvPr>
              <p:cNvSpPr/>
              <p:nvPr/>
            </p:nvSpPr>
            <p:spPr>
              <a:xfrm>
                <a:off x="5369253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89" name="pg1089">
                <a:extLst>
                  <a:ext uri="{FF2B5EF4-FFF2-40B4-BE49-F238E27FC236}">
                    <a16:creationId xmlns:a16="http://schemas.microsoft.com/office/drawing/2014/main" id="{88098D36-CEE1-7321-F51A-62200B44D475}"/>
                  </a:ext>
                </a:extLst>
              </p:cNvPr>
              <p:cNvSpPr/>
              <p:nvPr/>
            </p:nvSpPr>
            <p:spPr>
              <a:xfrm>
                <a:off x="5380891" y="336563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0" name="pg1090">
                <a:extLst>
                  <a:ext uri="{FF2B5EF4-FFF2-40B4-BE49-F238E27FC236}">
                    <a16:creationId xmlns:a16="http://schemas.microsoft.com/office/drawing/2014/main" id="{2B593957-421D-0C34-0301-9CA968BEE687}"/>
                  </a:ext>
                </a:extLst>
              </p:cNvPr>
              <p:cNvSpPr/>
              <p:nvPr/>
            </p:nvSpPr>
            <p:spPr>
              <a:xfrm>
                <a:off x="5311067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1" name="pg1091">
                <a:extLst>
                  <a:ext uri="{FF2B5EF4-FFF2-40B4-BE49-F238E27FC236}">
                    <a16:creationId xmlns:a16="http://schemas.microsoft.com/office/drawing/2014/main" id="{8F07B25C-621E-EB5B-164A-7CB1B97CE9B4}"/>
                  </a:ext>
                </a:extLst>
              </p:cNvPr>
              <p:cNvSpPr/>
              <p:nvPr/>
            </p:nvSpPr>
            <p:spPr>
              <a:xfrm>
                <a:off x="5322704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2" name="pg1092">
                <a:extLst>
                  <a:ext uri="{FF2B5EF4-FFF2-40B4-BE49-F238E27FC236}">
                    <a16:creationId xmlns:a16="http://schemas.microsoft.com/office/drawing/2014/main" id="{9E22B8B4-6D0F-369F-AA82-3B90D480F255}"/>
                  </a:ext>
                </a:extLst>
              </p:cNvPr>
              <p:cNvSpPr/>
              <p:nvPr/>
            </p:nvSpPr>
            <p:spPr>
              <a:xfrm>
                <a:off x="5334341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3" name="pg1093">
                <a:extLst>
                  <a:ext uri="{FF2B5EF4-FFF2-40B4-BE49-F238E27FC236}">
                    <a16:creationId xmlns:a16="http://schemas.microsoft.com/office/drawing/2014/main" id="{73622B78-D152-665B-5E8C-5804AFB82DDC}"/>
                  </a:ext>
                </a:extLst>
              </p:cNvPr>
              <p:cNvSpPr/>
              <p:nvPr/>
            </p:nvSpPr>
            <p:spPr>
              <a:xfrm>
                <a:off x="5345979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4" name="pg1094">
                <a:extLst>
                  <a:ext uri="{FF2B5EF4-FFF2-40B4-BE49-F238E27FC236}">
                    <a16:creationId xmlns:a16="http://schemas.microsoft.com/office/drawing/2014/main" id="{4E692364-F1D4-52AC-14FA-76BC3A0022D7}"/>
                  </a:ext>
                </a:extLst>
              </p:cNvPr>
              <p:cNvSpPr/>
              <p:nvPr/>
            </p:nvSpPr>
            <p:spPr>
              <a:xfrm>
                <a:off x="5357616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5" name="pg1095">
                <a:extLst>
                  <a:ext uri="{FF2B5EF4-FFF2-40B4-BE49-F238E27FC236}">
                    <a16:creationId xmlns:a16="http://schemas.microsoft.com/office/drawing/2014/main" id="{CE258D50-BF3F-5C22-617A-2C310F07176D}"/>
                  </a:ext>
                </a:extLst>
              </p:cNvPr>
              <p:cNvSpPr/>
              <p:nvPr/>
            </p:nvSpPr>
            <p:spPr>
              <a:xfrm>
                <a:off x="5369253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6" name="pg1096">
                <a:extLst>
                  <a:ext uri="{FF2B5EF4-FFF2-40B4-BE49-F238E27FC236}">
                    <a16:creationId xmlns:a16="http://schemas.microsoft.com/office/drawing/2014/main" id="{CDAB6D6D-137E-6D0A-B5A3-98A7DE4F3A77}"/>
                  </a:ext>
                </a:extLst>
              </p:cNvPr>
              <p:cNvSpPr/>
              <p:nvPr/>
            </p:nvSpPr>
            <p:spPr>
              <a:xfrm>
                <a:off x="5380891" y="337993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7" name="pg1097">
                <a:extLst>
                  <a:ext uri="{FF2B5EF4-FFF2-40B4-BE49-F238E27FC236}">
                    <a16:creationId xmlns:a16="http://schemas.microsoft.com/office/drawing/2014/main" id="{1D076F0B-08A6-CC2D-E75C-F92337785D03}"/>
                  </a:ext>
                </a:extLst>
              </p:cNvPr>
              <p:cNvSpPr/>
              <p:nvPr/>
            </p:nvSpPr>
            <p:spPr>
              <a:xfrm>
                <a:off x="5311067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8" name="pg1098">
                <a:extLst>
                  <a:ext uri="{FF2B5EF4-FFF2-40B4-BE49-F238E27FC236}">
                    <a16:creationId xmlns:a16="http://schemas.microsoft.com/office/drawing/2014/main" id="{3E4CA817-1929-1270-BD31-BE85F7B05ABF}"/>
                  </a:ext>
                </a:extLst>
              </p:cNvPr>
              <p:cNvSpPr/>
              <p:nvPr/>
            </p:nvSpPr>
            <p:spPr>
              <a:xfrm>
                <a:off x="5322704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099" name="pg1099">
                <a:extLst>
                  <a:ext uri="{FF2B5EF4-FFF2-40B4-BE49-F238E27FC236}">
                    <a16:creationId xmlns:a16="http://schemas.microsoft.com/office/drawing/2014/main" id="{A4068252-9E54-372F-FFEC-F8DA4D3B8B62}"/>
                  </a:ext>
                </a:extLst>
              </p:cNvPr>
              <p:cNvSpPr/>
              <p:nvPr/>
            </p:nvSpPr>
            <p:spPr>
              <a:xfrm>
                <a:off x="5334341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0" name="pg1100">
                <a:extLst>
                  <a:ext uri="{FF2B5EF4-FFF2-40B4-BE49-F238E27FC236}">
                    <a16:creationId xmlns:a16="http://schemas.microsoft.com/office/drawing/2014/main" id="{00291F23-A68F-126F-5F24-5004604ABAE7}"/>
                  </a:ext>
                </a:extLst>
              </p:cNvPr>
              <p:cNvSpPr/>
              <p:nvPr/>
            </p:nvSpPr>
            <p:spPr>
              <a:xfrm>
                <a:off x="5345979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1" name="pg1101">
                <a:extLst>
                  <a:ext uri="{FF2B5EF4-FFF2-40B4-BE49-F238E27FC236}">
                    <a16:creationId xmlns:a16="http://schemas.microsoft.com/office/drawing/2014/main" id="{E7405D6A-EF02-6199-BE12-D4D8E74D3BD4}"/>
                  </a:ext>
                </a:extLst>
              </p:cNvPr>
              <p:cNvSpPr/>
              <p:nvPr/>
            </p:nvSpPr>
            <p:spPr>
              <a:xfrm>
                <a:off x="5357616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2" name="pg1102">
                <a:extLst>
                  <a:ext uri="{FF2B5EF4-FFF2-40B4-BE49-F238E27FC236}">
                    <a16:creationId xmlns:a16="http://schemas.microsoft.com/office/drawing/2014/main" id="{85743FC3-F37A-E313-860A-B8BCD38CDEE5}"/>
                  </a:ext>
                </a:extLst>
              </p:cNvPr>
              <p:cNvSpPr/>
              <p:nvPr/>
            </p:nvSpPr>
            <p:spPr>
              <a:xfrm>
                <a:off x="5369253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3" name="pg1103">
                <a:extLst>
                  <a:ext uri="{FF2B5EF4-FFF2-40B4-BE49-F238E27FC236}">
                    <a16:creationId xmlns:a16="http://schemas.microsoft.com/office/drawing/2014/main" id="{548CC730-C5C4-672F-4A1A-7C1C85D38161}"/>
                  </a:ext>
                </a:extLst>
              </p:cNvPr>
              <p:cNvSpPr/>
              <p:nvPr/>
            </p:nvSpPr>
            <p:spPr>
              <a:xfrm>
                <a:off x="5380891" y="33942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4" name="pg1104">
                <a:extLst>
                  <a:ext uri="{FF2B5EF4-FFF2-40B4-BE49-F238E27FC236}">
                    <a16:creationId xmlns:a16="http://schemas.microsoft.com/office/drawing/2014/main" id="{2745E94E-C191-EB1B-1875-E4C96B7AAC2C}"/>
                  </a:ext>
                </a:extLst>
              </p:cNvPr>
              <p:cNvSpPr/>
              <p:nvPr/>
            </p:nvSpPr>
            <p:spPr>
              <a:xfrm>
                <a:off x="5311067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5" name="pg1105">
                <a:extLst>
                  <a:ext uri="{FF2B5EF4-FFF2-40B4-BE49-F238E27FC236}">
                    <a16:creationId xmlns:a16="http://schemas.microsoft.com/office/drawing/2014/main" id="{F6A18D2C-18B8-EDE1-0B2D-7F311EF18C3D}"/>
                  </a:ext>
                </a:extLst>
              </p:cNvPr>
              <p:cNvSpPr/>
              <p:nvPr/>
            </p:nvSpPr>
            <p:spPr>
              <a:xfrm>
                <a:off x="5322704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6" name="pg1106">
                <a:extLst>
                  <a:ext uri="{FF2B5EF4-FFF2-40B4-BE49-F238E27FC236}">
                    <a16:creationId xmlns:a16="http://schemas.microsoft.com/office/drawing/2014/main" id="{BF4C655C-40BC-CCD3-08FF-16E0E1FA4232}"/>
                  </a:ext>
                </a:extLst>
              </p:cNvPr>
              <p:cNvSpPr/>
              <p:nvPr/>
            </p:nvSpPr>
            <p:spPr>
              <a:xfrm>
                <a:off x="5334341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7" name="pg1107">
                <a:extLst>
                  <a:ext uri="{FF2B5EF4-FFF2-40B4-BE49-F238E27FC236}">
                    <a16:creationId xmlns:a16="http://schemas.microsoft.com/office/drawing/2014/main" id="{488B39E8-8621-A611-20CC-D479C987BA25}"/>
                  </a:ext>
                </a:extLst>
              </p:cNvPr>
              <p:cNvSpPr/>
              <p:nvPr/>
            </p:nvSpPr>
            <p:spPr>
              <a:xfrm>
                <a:off x="5345979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8" name="pg1108">
                <a:extLst>
                  <a:ext uri="{FF2B5EF4-FFF2-40B4-BE49-F238E27FC236}">
                    <a16:creationId xmlns:a16="http://schemas.microsoft.com/office/drawing/2014/main" id="{5E52B8CD-E8B0-2DC8-0650-7469100251D7}"/>
                  </a:ext>
                </a:extLst>
              </p:cNvPr>
              <p:cNvSpPr/>
              <p:nvPr/>
            </p:nvSpPr>
            <p:spPr>
              <a:xfrm>
                <a:off x="5357616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09" name="pg1109">
                <a:extLst>
                  <a:ext uri="{FF2B5EF4-FFF2-40B4-BE49-F238E27FC236}">
                    <a16:creationId xmlns:a16="http://schemas.microsoft.com/office/drawing/2014/main" id="{5C174018-C95A-8859-7388-F1B219CF9E81}"/>
                  </a:ext>
                </a:extLst>
              </p:cNvPr>
              <p:cNvSpPr/>
              <p:nvPr/>
            </p:nvSpPr>
            <p:spPr>
              <a:xfrm>
                <a:off x="5369253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0" name="pg1110">
                <a:extLst>
                  <a:ext uri="{FF2B5EF4-FFF2-40B4-BE49-F238E27FC236}">
                    <a16:creationId xmlns:a16="http://schemas.microsoft.com/office/drawing/2014/main" id="{039BF657-ED78-21EF-651C-76C22F93CE92}"/>
                  </a:ext>
                </a:extLst>
              </p:cNvPr>
              <p:cNvSpPr/>
              <p:nvPr/>
            </p:nvSpPr>
            <p:spPr>
              <a:xfrm>
                <a:off x="5380891" y="340854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1" name="pg1111">
                <a:extLst>
                  <a:ext uri="{FF2B5EF4-FFF2-40B4-BE49-F238E27FC236}">
                    <a16:creationId xmlns:a16="http://schemas.microsoft.com/office/drawing/2014/main" id="{4CB03A39-A13D-DE71-D463-005570D3DCB3}"/>
                  </a:ext>
                </a:extLst>
              </p:cNvPr>
              <p:cNvSpPr/>
              <p:nvPr/>
            </p:nvSpPr>
            <p:spPr>
              <a:xfrm>
                <a:off x="5241243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2" name="pg1112">
                <a:extLst>
                  <a:ext uri="{FF2B5EF4-FFF2-40B4-BE49-F238E27FC236}">
                    <a16:creationId xmlns:a16="http://schemas.microsoft.com/office/drawing/2014/main" id="{F5E03E4B-2BFD-49F3-54A9-DC23AC63D8D7}"/>
                  </a:ext>
                </a:extLst>
              </p:cNvPr>
              <p:cNvSpPr/>
              <p:nvPr/>
            </p:nvSpPr>
            <p:spPr>
              <a:xfrm>
                <a:off x="5252880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3" name="pg1113">
                <a:extLst>
                  <a:ext uri="{FF2B5EF4-FFF2-40B4-BE49-F238E27FC236}">
                    <a16:creationId xmlns:a16="http://schemas.microsoft.com/office/drawing/2014/main" id="{AC27D025-D582-281F-2932-4D464BD3407A}"/>
                  </a:ext>
                </a:extLst>
              </p:cNvPr>
              <p:cNvSpPr/>
              <p:nvPr/>
            </p:nvSpPr>
            <p:spPr>
              <a:xfrm>
                <a:off x="5334341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4" name="pg1114">
                <a:extLst>
                  <a:ext uri="{FF2B5EF4-FFF2-40B4-BE49-F238E27FC236}">
                    <a16:creationId xmlns:a16="http://schemas.microsoft.com/office/drawing/2014/main" id="{D734999B-2848-7A35-5D53-6A4889020D1A}"/>
                  </a:ext>
                </a:extLst>
              </p:cNvPr>
              <p:cNvSpPr/>
              <p:nvPr/>
            </p:nvSpPr>
            <p:spPr>
              <a:xfrm>
                <a:off x="5345979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5" name="pg1115">
                <a:extLst>
                  <a:ext uri="{FF2B5EF4-FFF2-40B4-BE49-F238E27FC236}">
                    <a16:creationId xmlns:a16="http://schemas.microsoft.com/office/drawing/2014/main" id="{930CABA5-62B6-AB0C-F416-C3CD45D042FF}"/>
                  </a:ext>
                </a:extLst>
              </p:cNvPr>
              <p:cNvSpPr/>
              <p:nvPr/>
            </p:nvSpPr>
            <p:spPr>
              <a:xfrm>
                <a:off x="5357616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6" name="pg1116">
                <a:extLst>
                  <a:ext uri="{FF2B5EF4-FFF2-40B4-BE49-F238E27FC236}">
                    <a16:creationId xmlns:a16="http://schemas.microsoft.com/office/drawing/2014/main" id="{D037E1DA-8571-3D8F-75B4-2F72BB5F8655}"/>
                  </a:ext>
                </a:extLst>
              </p:cNvPr>
              <p:cNvSpPr/>
              <p:nvPr/>
            </p:nvSpPr>
            <p:spPr>
              <a:xfrm>
                <a:off x="5369253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7" name="pg1117">
                <a:extLst>
                  <a:ext uri="{FF2B5EF4-FFF2-40B4-BE49-F238E27FC236}">
                    <a16:creationId xmlns:a16="http://schemas.microsoft.com/office/drawing/2014/main" id="{2E569D6E-8B1F-87DF-7EE5-0E244818C9BD}"/>
                  </a:ext>
                </a:extLst>
              </p:cNvPr>
              <p:cNvSpPr/>
              <p:nvPr/>
            </p:nvSpPr>
            <p:spPr>
              <a:xfrm>
                <a:off x="5380891" y="34228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7A9">
                  <a:alpha val="100000"/>
                </a:srgbClr>
              </a:solidFill>
              <a:ln w="5420" cap="flat">
                <a:solidFill>
                  <a:srgbClr val="35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8" name="pg1118">
                <a:extLst>
                  <a:ext uri="{FF2B5EF4-FFF2-40B4-BE49-F238E27FC236}">
                    <a16:creationId xmlns:a16="http://schemas.microsoft.com/office/drawing/2014/main" id="{C78B0FE1-82BF-19E9-B389-A110FA120EB5}"/>
                  </a:ext>
                </a:extLst>
              </p:cNvPr>
              <p:cNvSpPr/>
              <p:nvPr/>
            </p:nvSpPr>
            <p:spPr>
              <a:xfrm>
                <a:off x="5217968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19" name="pg1119">
                <a:extLst>
                  <a:ext uri="{FF2B5EF4-FFF2-40B4-BE49-F238E27FC236}">
                    <a16:creationId xmlns:a16="http://schemas.microsoft.com/office/drawing/2014/main" id="{D3B26CA8-A39B-C5D2-58F8-A362566B4B2A}"/>
                  </a:ext>
                </a:extLst>
              </p:cNvPr>
              <p:cNvSpPr/>
              <p:nvPr/>
            </p:nvSpPr>
            <p:spPr>
              <a:xfrm>
                <a:off x="5229605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0" name="pg1120">
                <a:extLst>
                  <a:ext uri="{FF2B5EF4-FFF2-40B4-BE49-F238E27FC236}">
                    <a16:creationId xmlns:a16="http://schemas.microsoft.com/office/drawing/2014/main" id="{FC111E5B-4729-D8B3-75F2-B950CD3A8336}"/>
                  </a:ext>
                </a:extLst>
              </p:cNvPr>
              <p:cNvSpPr/>
              <p:nvPr/>
            </p:nvSpPr>
            <p:spPr>
              <a:xfrm>
                <a:off x="5241243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1" name="pg1121">
                <a:extLst>
                  <a:ext uri="{FF2B5EF4-FFF2-40B4-BE49-F238E27FC236}">
                    <a16:creationId xmlns:a16="http://schemas.microsoft.com/office/drawing/2014/main" id="{1061851B-01F9-830E-A661-B3A3DF78EA7F}"/>
                  </a:ext>
                </a:extLst>
              </p:cNvPr>
              <p:cNvSpPr/>
              <p:nvPr/>
            </p:nvSpPr>
            <p:spPr>
              <a:xfrm>
                <a:off x="5252880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2" name="pg1122">
                <a:extLst>
                  <a:ext uri="{FF2B5EF4-FFF2-40B4-BE49-F238E27FC236}">
                    <a16:creationId xmlns:a16="http://schemas.microsoft.com/office/drawing/2014/main" id="{C8277764-6700-4BB4-5E2A-9F114ECFA3E7}"/>
                  </a:ext>
                </a:extLst>
              </p:cNvPr>
              <p:cNvSpPr/>
              <p:nvPr/>
            </p:nvSpPr>
            <p:spPr>
              <a:xfrm>
                <a:off x="5264517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3" name="pg1123">
                <a:extLst>
                  <a:ext uri="{FF2B5EF4-FFF2-40B4-BE49-F238E27FC236}">
                    <a16:creationId xmlns:a16="http://schemas.microsoft.com/office/drawing/2014/main" id="{25A4F7F8-7010-3ACA-8FD3-2F4981B7BE68}"/>
                  </a:ext>
                </a:extLst>
              </p:cNvPr>
              <p:cNvSpPr/>
              <p:nvPr/>
            </p:nvSpPr>
            <p:spPr>
              <a:xfrm>
                <a:off x="5334341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4" name="pg1124">
                <a:extLst>
                  <a:ext uri="{FF2B5EF4-FFF2-40B4-BE49-F238E27FC236}">
                    <a16:creationId xmlns:a16="http://schemas.microsoft.com/office/drawing/2014/main" id="{A9C8CB6F-2FBC-4A87-45C8-0982C4FC50B9}"/>
                  </a:ext>
                </a:extLst>
              </p:cNvPr>
              <p:cNvSpPr/>
              <p:nvPr/>
            </p:nvSpPr>
            <p:spPr>
              <a:xfrm>
                <a:off x="5345979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5" name="pg1125">
                <a:extLst>
                  <a:ext uri="{FF2B5EF4-FFF2-40B4-BE49-F238E27FC236}">
                    <a16:creationId xmlns:a16="http://schemas.microsoft.com/office/drawing/2014/main" id="{0370BCCA-ABFB-AA76-0F94-25F2CC800A53}"/>
                  </a:ext>
                </a:extLst>
              </p:cNvPr>
              <p:cNvSpPr/>
              <p:nvPr/>
            </p:nvSpPr>
            <p:spPr>
              <a:xfrm>
                <a:off x="5357616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6" name="pg1126">
                <a:extLst>
                  <a:ext uri="{FF2B5EF4-FFF2-40B4-BE49-F238E27FC236}">
                    <a16:creationId xmlns:a16="http://schemas.microsoft.com/office/drawing/2014/main" id="{74528F82-E482-0941-5842-CAC402D221BD}"/>
                  </a:ext>
                </a:extLst>
              </p:cNvPr>
              <p:cNvSpPr/>
              <p:nvPr/>
            </p:nvSpPr>
            <p:spPr>
              <a:xfrm>
                <a:off x="5369253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7" name="pg1127">
                <a:extLst>
                  <a:ext uri="{FF2B5EF4-FFF2-40B4-BE49-F238E27FC236}">
                    <a16:creationId xmlns:a16="http://schemas.microsoft.com/office/drawing/2014/main" id="{DE408C4E-B0F2-2F66-E3D5-7152087A920C}"/>
                  </a:ext>
                </a:extLst>
              </p:cNvPr>
              <p:cNvSpPr/>
              <p:nvPr/>
            </p:nvSpPr>
            <p:spPr>
              <a:xfrm>
                <a:off x="5380891" y="343714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8" name="pg1128">
                <a:extLst>
                  <a:ext uri="{FF2B5EF4-FFF2-40B4-BE49-F238E27FC236}">
                    <a16:creationId xmlns:a16="http://schemas.microsoft.com/office/drawing/2014/main" id="{8DC7BFDE-216F-E879-5C93-E44C5A7DC8A3}"/>
                  </a:ext>
                </a:extLst>
              </p:cNvPr>
              <p:cNvSpPr/>
              <p:nvPr/>
            </p:nvSpPr>
            <p:spPr>
              <a:xfrm>
                <a:off x="519469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29" name="pg1129">
                <a:extLst>
                  <a:ext uri="{FF2B5EF4-FFF2-40B4-BE49-F238E27FC236}">
                    <a16:creationId xmlns:a16="http://schemas.microsoft.com/office/drawing/2014/main" id="{20D4F604-39EB-50CF-1784-CB041DF1C8F4}"/>
                  </a:ext>
                </a:extLst>
              </p:cNvPr>
              <p:cNvSpPr/>
              <p:nvPr/>
            </p:nvSpPr>
            <p:spPr>
              <a:xfrm>
                <a:off x="5206331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0" name="pg1130">
                <a:extLst>
                  <a:ext uri="{FF2B5EF4-FFF2-40B4-BE49-F238E27FC236}">
                    <a16:creationId xmlns:a16="http://schemas.microsoft.com/office/drawing/2014/main" id="{35ECB9E2-6461-E185-DF3A-968C2D428045}"/>
                  </a:ext>
                </a:extLst>
              </p:cNvPr>
              <p:cNvSpPr/>
              <p:nvPr/>
            </p:nvSpPr>
            <p:spPr>
              <a:xfrm>
                <a:off x="5217968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1" name="pg1131">
                <a:extLst>
                  <a:ext uri="{FF2B5EF4-FFF2-40B4-BE49-F238E27FC236}">
                    <a16:creationId xmlns:a16="http://schemas.microsoft.com/office/drawing/2014/main" id="{8D270EDE-D9E3-FA7E-0B7C-AD3883BC783A}"/>
                  </a:ext>
                </a:extLst>
              </p:cNvPr>
              <p:cNvSpPr/>
              <p:nvPr/>
            </p:nvSpPr>
            <p:spPr>
              <a:xfrm>
                <a:off x="5229605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2" name="pg1132">
                <a:extLst>
                  <a:ext uri="{FF2B5EF4-FFF2-40B4-BE49-F238E27FC236}">
                    <a16:creationId xmlns:a16="http://schemas.microsoft.com/office/drawing/2014/main" id="{8D3DF4A1-FDE6-E984-D314-74D74F1E572B}"/>
                  </a:ext>
                </a:extLst>
              </p:cNvPr>
              <p:cNvSpPr/>
              <p:nvPr/>
            </p:nvSpPr>
            <p:spPr>
              <a:xfrm>
                <a:off x="524124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3" name="pg1133">
                <a:extLst>
                  <a:ext uri="{FF2B5EF4-FFF2-40B4-BE49-F238E27FC236}">
                    <a16:creationId xmlns:a16="http://schemas.microsoft.com/office/drawing/2014/main" id="{974569C9-5104-826C-675F-1D192C262440}"/>
                  </a:ext>
                </a:extLst>
              </p:cNvPr>
              <p:cNvSpPr/>
              <p:nvPr/>
            </p:nvSpPr>
            <p:spPr>
              <a:xfrm>
                <a:off x="5252880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4" name="pg1134">
                <a:extLst>
                  <a:ext uri="{FF2B5EF4-FFF2-40B4-BE49-F238E27FC236}">
                    <a16:creationId xmlns:a16="http://schemas.microsoft.com/office/drawing/2014/main" id="{E20DEB22-8407-6CBF-24B3-C66F601494E2}"/>
                  </a:ext>
                </a:extLst>
              </p:cNvPr>
              <p:cNvSpPr/>
              <p:nvPr/>
            </p:nvSpPr>
            <p:spPr>
              <a:xfrm>
                <a:off x="5264517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5" name="pg1135">
                <a:extLst>
                  <a:ext uri="{FF2B5EF4-FFF2-40B4-BE49-F238E27FC236}">
                    <a16:creationId xmlns:a16="http://schemas.microsoft.com/office/drawing/2014/main" id="{3F9E0683-514D-E85A-23BE-03F4026B88F0}"/>
                  </a:ext>
                </a:extLst>
              </p:cNvPr>
              <p:cNvSpPr/>
              <p:nvPr/>
            </p:nvSpPr>
            <p:spPr>
              <a:xfrm>
                <a:off x="5322704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6" name="pg1136">
                <a:extLst>
                  <a:ext uri="{FF2B5EF4-FFF2-40B4-BE49-F238E27FC236}">
                    <a16:creationId xmlns:a16="http://schemas.microsoft.com/office/drawing/2014/main" id="{26DE2310-237A-2BFD-C52F-BA8C2A0A62DB}"/>
                  </a:ext>
                </a:extLst>
              </p:cNvPr>
              <p:cNvSpPr/>
              <p:nvPr/>
            </p:nvSpPr>
            <p:spPr>
              <a:xfrm>
                <a:off x="5334341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7" name="pg1137">
                <a:extLst>
                  <a:ext uri="{FF2B5EF4-FFF2-40B4-BE49-F238E27FC236}">
                    <a16:creationId xmlns:a16="http://schemas.microsoft.com/office/drawing/2014/main" id="{6873449D-C9DC-F5D2-F47F-A34341BC4888}"/>
                  </a:ext>
                </a:extLst>
              </p:cNvPr>
              <p:cNvSpPr/>
              <p:nvPr/>
            </p:nvSpPr>
            <p:spPr>
              <a:xfrm>
                <a:off x="5345979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8" name="pg1138">
                <a:extLst>
                  <a:ext uri="{FF2B5EF4-FFF2-40B4-BE49-F238E27FC236}">
                    <a16:creationId xmlns:a16="http://schemas.microsoft.com/office/drawing/2014/main" id="{7A1C69AF-36FB-7833-12E8-2359A24E7737}"/>
                  </a:ext>
                </a:extLst>
              </p:cNvPr>
              <p:cNvSpPr/>
              <p:nvPr/>
            </p:nvSpPr>
            <p:spPr>
              <a:xfrm>
                <a:off x="5357616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39" name="pg1139">
                <a:extLst>
                  <a:ext uri="{FF2B5EF4-FFF2-40B4-BE49-F238E27FC236}">
                    <a16:creationId xmlns:a16="http://schemas.microsoft.com/office/drawing/2014/main" id="{116D06E1-89F6-71DF-45AA-F7E8715FDA0F}"/>
                  </a:ext>
                </a:extLst>
              </p:cNvPr>
              <p:cNvSpPr/>
              <p:nvPr/>
            </p:nvSpPr>
            <p:spPr>
              <a:xfrm>
                <a:off x="5369253" y="345144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0" name="pg1140">
                <a:extLst>
                  <a:ext uri="{FF2B5EF4-FFF2-40B4-BE49-F238E27FC236}">
                    <a16:creationId xmlns:a16="http://schemas.microsoft.com/office/drawing/2014/main" id="{C64B0915-590F-EF35-1029-A7C5475415F5}"/>
                  </a:ext>
                </a:extLst>
              </p:cNvPr>
              <p:cNvSpPr/>
              <p:nvPr/>
            </p:nvSpPr>
            <p:spPr>
              <a:xfrm>
                <a:off x="5183056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1" name="pg1141">
                <a:extLst>
                  <a:ext uri="{FF2B5EF4-FFF2-40B4-BE49-F238E27FC236}">
                    <a16:creationId xmlns:a16="http://schemas.microsoft.com/office/drawing/2014/main" id="{748E70D5-7ED5-25CE-F5C5-AC852E4F4A35}"/>
                  </a:ext>
                </a:extLst>
              </p:cNvPr>
              <p:cNvSpPr/>
              <p:nvPr/>
            </p:nvSpPr>
            <p:spPr>
              <a:xfrm>
                <a:off x="519469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2" name="pg1142">
                <a:extLst>
                  <a:ext uri="{FF2B5EF4-FFF2-40B4-BE49-F238E27FC236}">
                    <a16:creationId xmlns:a16="http://schemas.microsoft.com/office/drawing/2014/main" id="{D0EF40F4-2EBF-C763-03DB-C4FB0FC8D8E7}"/>
                  </a:ext>
                </a:extLst>
              </p:cNvPr>
              <p:cNvSpPr/>
              <p:nvPr/>
            </p:nvSpPr>
            <p:spPr>
              <a:xfrm>
                <a:off x="5206331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3" name="pg1143">
                <a:extLst>
                  <a:ext uri="{FF2B5EF4-FFF2-40B4-BE49-F238E27FC236}">
                    <a16:creationId xmlns:a16="http://schemas.microsoft.com/office/drawing/2014/main" id="{A53CB948-4170-4367-6D1F-155D3CBFDBFE}"/>
                  </a:ext>
                </a:extLst>
              </p:cNvPr>
              <p:cNvSpPr/>
              <p:nvPr/>
            </p:nvSpPr>
            <p:spPr>
              <a:xfrm>
                <a:off x="5217968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4" name="pg1144">
                <a:extLst>
                  <a:ext uri="{FF2B5EF4-FFF2-40B4-BE49-F238E27FC236}">
                    <a16:creationId xmlns:a16="http://schemas.microsoft.com/office/drawing/2014/main" id="{9EB2B0D4-8408-D3AF-743C-8392264B0188}"/>
                  </a:ext>
                </a:extLst>
              </p:cNvPr>
              <p:cNvSpPr/>
              <p:nvPr/>
            </p:nvSpPr>
            <p:spPr>
              <a:xfrm>
                <a:off x="5229605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5" name="pg1145">
                <a:extLst>
                  <a:ext uri="{FF2B5EF4-FFF2-40B4-BE49-F238E27FC236}">
                    <a16:creationId xmlns:a16="http://schemas.microsoft.com/office/drawing/2014/main" id="{3BA88227-AA6E-6BC5-65AD-40820E4AF03F}"/>
                  </a:ext>
                </a:extLst>
              </p:cNvPr>
              <p:cNvSpPr/>
              <p:nvPr/>
            </p:nvSpPr>
            <p:spPr>
              <a:xfrm>
                <a:off x="524124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6" name="pg1146">
                <a:extLst>
                  <a:ext uri="{FF2B5EF4-FFF2-40B4-BE49-F238E27FC236}">
                    <a16:creationId xmlns:a16="http://schemas.microsoft.com/office/drawing/2014/main" id="{D2C74F37-4A4F-3857-FC92-520F275F4173}"/>
                  </a:ext>
                </a:extLst>
              </p:cNvPr>
              <p:cNvSpPr/>
              <p:nvPr/>
            </p:nvSpPr>
            <p:spPr>
              <a:xfrm>
                <a:off x="5252880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7" name="pg1147">
                <a:extLst>
                  <a:ext uri="{FF2B5EF4-FFF2-40B4-BE49-F238E27FC236}">
                    <a16:creationId xmlns:a16="http://schemas.microsoft.com/office/drawing/2014/main" id="{7AF9A0A8-5B3C-EA6B-BE68-BC7AAA203439}"/>
                  </a:ext>
                </a:extLst>
              </p:cNvPr>
              <p:cNvSpPr/>
              <p:nvPr/>
            </p:nvSpPr>
            <p:spPr>
              <a:xfrm>
                <a:off x="5264517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8" name="pg1148">
                <a:extLst>
                  <a:ext uri="{FF2B5EF4-FFF2-40B4-BE49-F238E27FC236}">
                    <a16:creationId xmlns:a16="http://schemas.microsoft.com/office/drawing/2014/main" id="{106C62C9-6297-20BC-763B-0BEC1F9BF983}"/>
                  </a:ext>
                </a:extLst>
              </p:cNvPr>
              <p:cNvSpPr/>
              <p:nvPr/>
            </p:nvSpPr>
            <p:spPr>
              <a:xfrm>
                <a:off x="5322704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49" name="pg1149">
                <a:extLst>
                  <a:ext uri="{FF2B5EF4-FFF2-40B4-BE49-F238E27FC236}">
                    <a16:creationId xmlns:a16="http://schemas.microsoft.com/office/drawing/2014/main" id="{1DAEF3B8-B70A-EE90-E3D8-F5DD85ABEB7A}"/>
                  </a:ext>
                </a:extLst>
              </p:cNvPr>
              <p:cNvSpPr/>
              <p:nvPr/>
            </p:nvSpPr>
            <p:spPr>
              <a:xfrm>
                <a:off x="5334341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7AA">
                  <a:alpha val="100000"/>
                </a:srgbClr>
              </a:solidFill>
              <a:ln w="5420" cap="flat">
                <a:solidFill>
                  <a:srgbClr val="43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0" name="pg1150">
                <a:extLst>
                  <a:ext uri="{FF2B5EF4-FFF2-40B4-BE49-F238E27FC236}">
                    <a16:creationId xmlns:a16="http://schemas.microsoft.com/office/drawing/2014/main" id="{9B42C680-B3A8-F790-F58E-F1A82B86FB72}"/>
                  </a:ext>
                </a:extLst>
              </p:cNvPr>
              <p:cNvSpPr/>
              <p:nvPr/>
            </p:nvSpPr>
            <p:spPr>
              <a:xfrm>
                <a:off x="5345979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1" name="pg1151">
                <a:extLst>
                  <a:ext uri="{FF2B5EF4-FFF2-40B4-BE49-F238E27FC236}">
                    <a16:creationId xmlns:a16="http://schemas.microsoft.com/office/drawing/2014/main" id="{7AC38D8C-3693-0CE5-B82E-9D00C09155E2}"/>
                  </a:ext>
                </a:extLst>
              </p:cNvPr>
              <p:cNvSpPr/>
              <p:nvPr/>
            </p:nvSpPr>
            <p:spPr>
              <a:xfrm>
                <a:off x="5357616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2" name="pg1152">
                <a:extLst>
                  <a:ext uri="{FF2B5EF4-FFF2-40B4-BE49-F238E27FC236}">
                    <a16:creationId xmlns:a16="http://schemas.microsoft.com/office/drawing/2014/main" id="{FC6C0630-EAC2-52E5-EF5B-220BC6AB2DAA}"/>
                  </a:ext>
                </a:extLst>
              </p:cNvPr>
              <p:cNvSpPr/>
              <p:nvPr/>
            </p:nvSpPr>
            <p:spPr>
              <a:xfrm>
                <a:off x="5369253" y="34657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3" name="pg1153">
                <a:extLst>
                  <a:ext uri="{FF2B5EF4-FFF2-40B4-BE49-F238E27FC236}">
                    <a16:creationId xmlns:a16="http://schemas.microsoft.com/office/drawing/2014/main" id="{19B300D7-3C24-8CF4-5576-47ABE080B6C6}"/>
                  </a:ext>
                </a:extLst>
              </p:cNvPr>
              <p:cNvSpPr/>
              <p:nvPr/>
            </p:nvSpPr>
            <p:spPr>
              <a:xfrm>
                <a:off x="512486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4" name="pg1154">
                <a:extLst>
                  <a:ext uri="{FF2B5EF4-FFF2-40B4-BE49-F238E27FC236}">
                    <a16:creationId xmlns:a16="http://schemas.microsoft.com/office/drawing/2014/main" id="{1DEC429B-2733-B972-BBB6-E5C879B61232}"/>
                  </a:ext>
                </a:extLst>
              </p:cNvPr>
              <p:cNvSpPr/>
              <p:nvPr/>
            </p:nvSpPr>
            <p:spPr>
              <a:xfrm>
                <a:off x="5136507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5" name="pg1155">
                <a:extLst>
                  <a:ext uri="{FF2B5EF4-FFF2-40B4-BE49-F238E27FC236}">
                    <a16:creationId xmlns:a16="http://schemas.microsoft.com/office/drawing/2014/main" id="{62A3DE31-54EF-6ABB-2370-151E3A96D711}"/>
                  </a:ext>
                </a:extLst>
              </p:cNvPr>
              <p:cNvSpPr/>
              <p:nvPr/>
            </p:nvSpPr>
            <p:spPr>
              <a:xfrm>
                <a:off x="5148144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6" name="pg1156">
                <a:extLst>
                  <a:ext uri="{FF2B5EF4-FFF2-40B4-BE49-F238E27FC236}">
                    <a16:creationId xmlns:a16="http://schemas.microsoft.com/office/drawing/2014/main" id="{80B7D75B-C65F-C7E5-5341-10301CAC4723}"/>
                  </a:ext>
                </a:extLst>
              </p:cNvPr>
              <p:cNvSpPr/>
              <p:nvPr/>
            </p:nvSpPr>
            <p:spPr>
              <a:xfrm>
                <a:off x="515978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7" name="pg1157">
                <a:extLst>
                  <a:ext uri="{FF2B5EF4-FFF2-40B4-BE49-F238E27FC236}">
                    <a16:creationId xmlns:a16="http://schemas.microsoft.com/office/drawing/2014/main" id="{FCD85328-284A-18F9-52D1-995004A817A1}"/>
                  </a:ext>
                </a:extLst>
              </p:cNvPr>
              <p:cNvSpPr/>
              <p:nvPr/>
            </p:nvSpPr>
            <p:spPr>
              <a:xfrm>
                <a:off x="517141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8" name="pg1158">
                <a:extLst>
                  <a:ext uri="{FF2B5EF4-FFF2-40B4-BE49-F238E27FC236}">
                    <a16:creationId xmlns:a16="http://schemas.microsoft.com/office/drawing/2014/main" id="{E1F63772-DD99-9BB4-5886-A55193654C7C}"/>
                  </a:ext>
                </a:extLst>
              </p:cNvPr>
              <p:cNvSpPr/>
              <p:nvPr/>
            </p:nvSpPr>
            <p:spPr>
              <a:xfrm>
                <a:off x="5183056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59" name="pg1159">
                <a:extLst>
                  <a:ext uri="{FF2B5EF4-FFF2-40B4-BE49-F238E27FC236}">
                    <a16:creationId xmlns:a16="http://schemas.microsoft.com/office/drawing/2014/main" id="{A2930F21-8716-A853-20A0-DA98E95CD6BE}"/>
                  </a:ext>
                </a:extLst>
              </p:cNvPr>
              <p:cNvSpPr/>
              <p:nvPr/>
            </p:nvSpPr>
            <p:spPr>
              <a:xfrm>
                <a:off x="519469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0" name="pg1160">
                <a:extLst>
                  <a:ext uri="{FF2B5EF4-FFF2-40B4-BE49-F238E27FC236}">
                    <a16:creationId xmlns:a16="http://schemas.microsoft.com/office/drawing/2014/main" id="{8670DD86-4B18-5E12-D604-DE7A1E1EF6E6}"/>
                  </a:ext>
                </a:extLst>
              </p:cNvPr>
              <p:cNvSpPr/>
              <p:nvPr/>
            </p:nvSpPr>
            <p:spPr>
              <a:xfrm>
                <a:off x="520633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1" name="pg1161">
                <a:extLst>
                  <a:ext uri="{FF2B5EF4-FFF2-40B4-BE49-F238E27FC236}">
                    <a16:creationId xmlns:a16="http://schemas.microsoft.com/office/drawing/2014/main" id="{3CBC4FD6-1D01-B270-8DD8-9D1B5DE49850}"/>
                  </a:ext>
                </a:extLst>
              </p:cNvPr>
              <p:cNvSpPr/>
              <p:nvPr/>
            </p:nvSpPr>
            <p:spPr>
              <a:xfrm>
                <a:off x="5217968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2" name="pg1162">
                <a:extLst>
                  <a:ext uri="{FF2B5EF4-FFF2-40B4-BE49-F238E27FC236}">
                    <a16:creationId xmlns:a16="http://schemas.microsoft.com/office/drawing/2014/main" id="{96523824-445A-8A73-A237-75A3572812A1}"/>
                  </a:ext>
                </a:extLst>
              </p:cNvPr>
              <p:cNvSpPr/>
              <p:nvPr/>
            </p:nvSpPr>
            <p:spPr>
              <a:xfrm>
                <a:off x="5229605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3" name="pg1163">
                <a:extLst>
                  <a:ext uri="{FF2B5EF4-FFF2-40B4-BE49-F238E27FC236}">
                    <a16:creationId xmlns:a16="http://schemas.microsoft.com/office/drawing/2014/main" id="{860FCA6C-BDB3-9CD5-A234-9A713C451368}"/>
                  </a:ext>
                </a:extLst>
              </p:cNvPr>
              <p:cNvSpPr/>
              <p:nvPr/>
            </p:nvSpPr>
            <p:spPr>
              <a:xfrm>
                <a:off x="524124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4" name="pg1164">
                <a:extLst>
                  <a:ext uri="{FF2B5EF4-FFF2-40B4-BE49-F238E27FC236}">
                    <a16:creationId xmlns:a16="http://schemas.microsoft.com/office/drawing/2014/main" id="{FEDB86FD-7BBD-C25E-1271-D88A377CECD9}"/>
                  </a:ext>
                </a:extLst>
              </p:cNvPr>
              <p:cNvSpPr/>
              <p:nvPr/>
            </p:nvSpPr>
            <p:spPr>
              <a:xfrm>
                <a:off x="5252880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5" name="pg1165">
                <a:extLst>
                  <a:ext uri="{FF2B5EF4-FFF2-40B4-BE49-F238E27FC236}">
                    <a16:creationId xmlns:a16="http://schemas.microsoft.com/office/drawing/2014/main" id="{55E94D2F-AFF4-EC35-922A-3CEE9CF96213}"/>
                  </a:ext>
                </a:extLst>
              </p:cNvPr>
              <p:cNvSpPr/>
              <p:nvPr/>
            </p:nvSpPr>
            <p:spPr>
              <a:xfrm>
                <a:off x="5311067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6" name="pg1166">
                <a:extLst>
                  <a:ext uri="{FF2B5EF4-FFF2-40B4-BE49-F238E27FC236}">
                    <a16:creationId xmlns:a16="http://schemas.microsoft.com/office/drawing/2014/main" id="{5EFACE84-4D75-7D58-72CA-5D5761968A02}"/>
                  </a:ext>
                </a:extLst>
              </p:cNvPr>
              <p:cNvSpPr/>
              <p:nvPr/>
            </p:nvSpPr>
            <p:spPr>
              <a:xfrm>
                <a:off x="5322704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7" name="pg1167">
                <a:extLst>
                  <a:ext uri="{FF2B5EF4-FFF2-40B4-BE49-F238E27FC236}">
                    <a16:creationId xmlns:a16="http://schemas.microsoft.com/office/drawing/2014/main" id="{B60E31B4-4399-3EC7-0926-D196B0CCA9D7}"/>
                  </a:ext>
                </a:extLst>
              </p:cNvPr>
              <p:cNvSpPr/>
              <p:nvPr/>
            </p:nvSpPr>
            <p:spPr>
              <a:xfrm>
                <a:off x="5334341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8" name="pg1168">
                <a:extLst>
                  <a:ext uri="{FF2B5EF4-FFF2-40B4-BE49-F238E27FC236}">
                    <a16:creationId xmlns:a16="http://schemas.microsoft.com/office/drawing/2014/main" id="{50F41C0B-A5F5-A6FC-D251-D48D92DCE0EF}"/>
                  </a:ext>
                </a:extLst>
              </p:cNvPr>
              <p:cNvSpPr/>
              <p:nvPr/>
            </p:nvSpPr>
            <p:spPr>
              <a:xfrm>
                <a:off x="5345979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69" name="pg1169">
                <a:extLst>
                  <a:ext uri="{FF2B5EF4-FFF2-40B4-BE49-F238E27FC236}">
                    <a16:creationId xmlns:a16="http://schemas.microsoft.com/office/drawing/2014/main" id="{A711D8F0-E3DF-B236-BB73-B95676797735}"/>
                  </a:ext>
                </a:extLst>
              </p:cNvPr>
              <p:cNvSpPr/>
              <p:nvPr/>
            </p:nvSpPr>
            <p:spPr>
              <a:xfrm>
                <a:off x="5357616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0" name="pg1170">
                <a:extLst>
                  <a:ext uri="{FF2B5EF4-FFF2-40B4-BE49-F238E27FC236}">
                    <a16:creationId xmlns:a16="http://schemas.microsoft.com/office/drawing/2014/main" id="{68F94502-A8E6-3088-604A-39AC7B3DDBD0}"/>
                  </a:ext>
                </a:extLst>
              </p:cNvPr>
              <p:cNvSpPr/>
              <p:nvPr/>
            </p:nvSpPr>
            <p:spPr>
              <a:xfrm>
                <a:off x="5369253" y="348004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1" name="pg1171">
                <a:extLst>
                  <a:ext uri="{FF2B5EF4-FFF2-40B4-BE49-F238E27FC236}">
                    <a16:creationId xmlns:a16="http://schemas.microsoft.com/office/drawing/2014/main" id="{D9803D2E-2506-8EED-C2A0-F88ED281FF3B}"/>
                  </a:ext>
                </a:extLst>
              </p:cNvPr>
              <p:cNvSpPr/>
              <p:nvPr/>
            </p:nvSpPr>
            <p:spPr>
              <a:xfrm>
                <a:off x="5113232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2" name="pg1172">
                <a:extLst>
                  <a:ext uri="{FF2B5EF4-FFF2-40B4-BE49-F238E27FC236}">
                    <a16:creationId xmlns:a16="http://schemas.microsoft.com/office/drawing/2014/main" id="{E51F976D-0E06-527B-513D-EFC183E1C47F}"/>
                  </a:ext>
                </a:extLst>
              </p:cNvPr>
              <p:cNvSpPr/>
              <p:nvPr/>
            </p:nvSpPr>
            <p:spPr>
              <a:xfrm>
                <a:off x="512486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3" name="pg1173">
                <a:extLst>
                  <a:ext uri="{FF2B5EF4-FFF2-40B4-BE49-F238E27FC236}">
                    <a16:creationId xmlns:a16="http://schemas.microsoft.com/office/drawing/2014/main" id="{21F72D86-6758-D62D-FB5A-0B825BA7A648}"/>
                  </a:ext>
                </a:extLst>
              </p:cNvPr>
              <p:cNvSpPr/>
              <p:nvPr/>
            </p:nvSpPr>
            <p:spPr>
              <a:xfrm>
                <a:off x="5136507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4" name="pg1174">
                <a:extLst>
                  <a:ext uri="{FF2B5EF4-FFF2-40B4-BE49-F238E27FC236}">
                    <a16:creationId xmlns:a16="http://schemas.microsoft.com/office/drawing/2014/main" id="{938FE580-687A-4B75-9EF5-4CCAC73AF179}"/>
                  </a:ext>
                </a:extLst>
              </p:cNvPr>
              <p:cNvSpPr/>
              <p:nvPr/>
            </p:nvSpPr>
            <p:spPr>
              <a:xfrm>
                <a:off x="5148144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5" name="pg1175">
                <a:extLst>
                  <a:ext uri="{FF2B5EF4-FFF2-40B4-BE49-F238E27FC236}">
                    <a16:creationId xmlns:a16="http://schemas.microsoft.com/office/drawing/2014/main" id="{12615FCA-FABE-F069-3E52-BBBDBFC7197C}"/>
                  </a:ext>
                </a:extLst>
              </p:cNvPr>
              <p:cNvSpPr/>
              <p:nvPr/>
            </p:nvSpPr>
            <p:spPr>
              <a:xfrm>
                <a:off x="515978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6" name="pg1176">
                <a:extLst>
                  <a:ext uri="{FF2B5EF4-FFF2-40B4-BE49-F238E27FC236}">
                    <a16:creationId xmlns:a16="http://schemas.microsoft.com/office/drawing/2014/main" id="{857CAAD8-D709-CC8F-8049-DFFD08E3BF63}"/>
                  </a:ext>
                </a:extLst>
              </p:cNvPr>
              <p:cNvSpPr/>
              <p:nvPr/>
            </p:nvSpPr>
            <p:spPr>
              <a:xfrm>
                <a:off x="517141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7" name="pg1177">
                <a:extLst>
                  <a:ext uri="{FF2B5EF4-FFF2-40B4-BE49-F238E27FC236}">
                    <a16:creationId xmlns:a16="http://schemas.microsoft.com/office/drawing/2014/main" id="{A2F529E2-A6FF-3724-B095-DCE4D1EEAEA1}"/>
                  </a:ext>
                </a:extLst>
              </p:cNvPr>
              <p:cNvSpPr/>
              <p:nvPr/>
            </p:nvSpPr>
            <p:spPr>
              <a:xfrm>
                <a:off x="5183056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8" name="pg1178">
                <a:extLst>
                  <a:ext uri="{FF2B5EF4-FFF2-40B4-BE49-F238E27FC236}">
                    <a16:creationId xmlns:a16="http://schemas.microsoft.com/office/drawing/2014/main" id="{13910D9B-EF00-0AEC-D11C-9FF0709736E5}"/>
                  </a:ext>
                </a:extLst>
              </p:cNvPr>
              <p:cNvSpPr/>
              <p:nvPr/>
            </p:nvSpPr>
            <p:spPr>
              <a:xfrm>
                <a:off x="519469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79" name="pg1179">
                <a:extLst>
                  <a:ext uri="{FF2B5EF4-FFF2-40B4-BE49-F238E27FC236}">
                    <a16:creationId xmlns:a16="http://schemas.microsoft.com/office/drawing/2014/main" id="{AA3BC8C4-6F20-F1CA-18E0-01CD1C906D27}"/>
                  </a:ext>
                </a:extLst>
              </p:cNvPr>
              <p:cNvSpPr/>
              <p:nvPr/>
            </p:nvSpPr>
            <p:spPr>
              <a:xfrm>
                <a:off x="520633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0" name="pg1180">
                <a:extLst>
                  <a:ext uri="{FF2B5EF4-FFF2-40B4-BE49-F238E27FC236}">
                    <a16:creationId xmlns:a16="http://schemas.microsoft.com/office/drawing/2014/main" id="{A79C59A8-6377-AF95-65BD-C6BDBBD4AC68}"/>
                  </a:ext>
                </a:extLst>
              </p:cNvPr>
              <p:cNvSpPr/>
              <p:nvPr/>
            </p:nvSpPr>
            <p:spPr>
              <a:xfrm>
                <a:off x="5217968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1" name="pg1181">
                <a:extLst>
                  <a:ext uri="{FF2B5EF4-FFF2-40B4-BE49-F238E27FC236}">
                    <a16:creationId xmlns:a16="http://schemas.microsoft.com/office/drawing/2014/main" id="{7F68D01C-8F86-DEB1-FD64-3E0A1985F89E}"/>
                  </a:ext>
                </a:extLst>
              </p:cNvPr>
              <p:cNvSpPr/>
              <p:nvPr/>
            </p:nvSpPr>
            <p:spPr>
              <a:xfrm>
                <a:off x="5229605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2" name="pg1182">
                <a:extLst>
                  <a:ext uri="{FF2B5EF4-FFF2-40B4-BE49-F238E27FC236}">
                    <a16:creationId xmlns:a16="http://schemas.microsoft.com/office/drawing/2014/main" id="{A8150976-C21A-B133-C3F7-950BE491F44C}"/>
                  </a:ext>
                </a:extLst>
              </p:cNvPr>
              <p:cNvSpPr/>
              <p:nvPr/>
            </p:nvSpPr>
            <p:spPr>
              <a:xfrm>
                <a:off x="524124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3" name="pg1183">
                <a:extLst>
                  <a:ext uri="{FF2B5EF4-FFF2-40B4-BE49-F238E27FC236}">
                    <a16:creationId xmlns:a16="http://schemas.microsoft.com/office/drawing/2014/main" id="{D71FCA7E-5CAE-0CD7-FED4-4A00BD5AAA8D}"/>
                  </a:ext>
                </a:extLst>
              </p:cNvPr>
              <p:cNvSpPr/>
              <p:nvPr/>
            </p:nvSpPr>
            <p:spPr>
              <a:xfrm>
                <a:off x="529942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4" name="pg1184">
                <a:extLst>
                  <a:ext uri="{FF2B5EF4-FFF2-40B4-BE49-F238E27FC236}">
                    <a16:creationId xmlns:a16="http://schemas.microsoft.com/office/drawing/2014/main" id="{A1D95996-AF4F-CF80-248C-5D048BD894D3}"/>
                  </a:ext>
                </a:extLst>
              </p:cNvPr>
              <p:cNvSpPr/>
              <p:nvPr/>
            </p:nvSpPr>
            <p:spPr>
              <a:xfrm>
                <a:off x="5311067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5" name="pg1185">
                <a:extLst>
                  <a:ext uri="{FF2B5EF4-FFF2-40B4-BE49-F238E27FC236}">
                    <a16:creationId xmlns:a16="http://schemas.microsoft.com/office/drawing/2014/main" id="{63ABD608-8711-3699-81DF-24E68A189FB5}"/>
                  </a:ext>
                </a:extLst>
              </p:cNvPr>
              <p:cNvSpPr/>
              <p:nvPr/>
            </p:nvSpPr>
            <p:spPr>
              <a:xfrm>
                <a:off x="5322704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6" name="pg1186">
                <a:extLst>
                  <a:ext uri="{FF2B5EF4-FFF2-40B4-BE49-F238E27FC236}">
                    <a16:creationId xmlns:a16="http://schemas.microsoft.com/office/drawing/2014/main" id="{7F2D6E45-2E02-5E2A-7ED8-A7FAA473AC9B}"/>
                  </a:ext>
                </a:extLst>
              </p:cNvPr>
              <p:cNvSpPr/>
              <p:nvPr/>
            </p:nvSpPr>
            <p:spPr>
              <a:xfrm>
                <a:off x="5334341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7" name="pg1187">
                <a:extLst>
                  <a:ext uri="{FF2B5EF4-FFF2-40B4-BE49-F238E27FC236}">
                    <a16:creationId xmlns:a16="http://schemas.microsoft.com/office/drawing/2014/main" id="{59EBBA9E-7779-8ACC-F706-C11E7DF1ABEB}"/>
                  </a:ext>
                </a:extLst>
              </p:cNvPr>
              <p:cNvSpPr/>
              <p:nvPr/>
            </p:nvSpPr>
            <p:spPr>
              <a:xfrm>
                <a:off x="5345979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8" name="pg1188">
                <a:extLst>
                  <a:ext uri="{FF2B5EF4-FFF2-40B4-BE49-F238E27FC236}">
                    <a16:creationId xmlns:a16="http://schemas.microsoft.com/office/drawing/2014/main" id="{5CA25E12-8E01-8845-005F-9D443E12B9C0}"/>
                  </a:ext>
                </a:extLst>
              </p:cNvPr>
              <p:cNvSpPr/>
              <p:nvPr/>
            </p:nvSpPr>
            <p:spPr>
              <a:xfrm>
                <a:off x="5357616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AAA">
                  <a:alpha val="100000"/>
                </a:srgbClr>
              </a:solidFill>
              <a:ln w="5420" cap="flat">
                <a:solidFill>
                  <a:srgbClr val="47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89" name="pg1189">
                <a:extLst>
                  <a:ext uri="{FF2B5EF4-FFF2-40B4-BE49-F238E27FC236}">
                    <a16:creationId xmlns:a16="http://schemas.microsoft.com/office/drawing/2014/main" id="{63243C42-4233-94A9-DFAB-6D73B5553A32}"/>
                  </a:ext>
                </a:extLst>
              </p:cNvPr>
              <p:cNvSpPr/>
              <p:nvPr/>
            </p:nvSpPr>
            <p:spPr>
              <a:xfrm>
                <a:off x="5369253" y="34943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0" name="pg1190">
                <a:extLst>
                  <a:ext uri="{FF2B5EF4-FFF2-40B4-BE49-F238E27FC236}">
                    <a16:creationId xmlns:a16="http://schemas.microsoft.com/office/drawing/2014/main" id="{8B5365A0-D53C-FFD1-40EC-405BAA58BD66}"/>
                  </a:ext>
                </a:extLst>
              </p:cNvPr>
              <p:cNvSpPr/>
              <p:nvPr/>
            </p:nvSpPr>
            <p:spPr>
              <a:xfrm>
                <a:off x="508995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1" name="pg1191">
                <a:extLst>
                  <a:ext uri="{FF2B5EF4-FFF2-40B4-BE49-F238E27FC236}">
                    <a16:creationId xmlns:a16="http://schemas.microsoft.com/office/drawing/2014/main" id="{F1DCD3BD-CA1D-631A-7283-5E25AC75A4B0}"/>
                  </a:ext>
                </a:extLst>
              </p:cNvPr>
              <p:cNvSpPr/>
              <p:nvPr/>
            </p:nvSpPr>
            <p:spPr>
              <a:xfrm>
                <a:off x="5101595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2" name="pg1192">
                <a:extLst>
                  <a:ext uri="{FF2B5EF4-FFF2-40B4-BE49-F238E27FC236}">
                    <a16:creationId xmlns:a16="http://schemas.microsoft.com/office/drawing/2014/main" id="{B93CA6C1-FF59-0C47-2ACC-95CD298FD0F0}"/>
                  </a:ext>
                </a:extLst>
              </p:cNvPr>
              <p:cNvSpPr/>
              <p:nvPr/>
            </p:nvSpPr>
            <p:spPr>
              <a:xfrm>
                <a:off x="5113232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3" name="pg1193">
                <a:extLst>
                  <a:ext uri="{FF2B5EF4-FFF2-40B4-BE49-F238E27FC236}">
                    <a16:creationId xmlns:a16="http://schemas.microsoft.com/office/drawing/2014/main" id="{D1382D1C-C440-96A5-6304-5AA00F3B9CA7}"/>
                  </a:ext>
                </a:extLst>
              </p:cNvPr>
              <p:cNvSpPr/>
              <p:nvPr/>
            </p:nvSpPr>
            <p:spPr>
              <a:xfrm>
                <a:off x="512486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4" name="pg1194">
                <a:extLst>
                  <a:ext uri="{FF2B5EF4-FFF2-40B4-BE49-F238E27FC236}">
                    <a16:creationId xmlns:a16="http://schemas.microsoft.com/office/drawing/2014/main" id="{B6B5B109-4D94-A2B0-5B86-D84656E6A2ED}"/>
                  </a:ext>
                </a:extLst>
              </p:cNvPr>
              <p:cNvSpPr/>
              <p:nvPr/>
            </p:nvSpPr>
            <p:spPr>
              <a:xfrm>
                <a:off x="513650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5" name="pg1195">
                <a:extLst>
                  <a:ext uri="{FF2B5EF4-FFF2-40B4-BE49-F238E27FC236}">
                    <a16:creationId xmlns:a16="http://schemas.microsoft.com/office/drawing/2014/main" id="{E8481C04-0662-4E03-00AF-DD5893F8A087}"/>
                  </a:ext>
                </a:extLst>
              </p:cNvPr>
              <p:cNvSpPr/>
              <p:nvPr/>
            </p:nvSpPr>
            <p:spPr>
              <a:xfrm>
                <a:off x="5148144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6" name="pg1196">
                <a:extLst>
                  <a:ext uri="{FF2B5EF4-FFF2-40B4-BE49-F238E27FC236}">
                    <a16:creationId xmlns:a16="http://schemas.microsoft.com/office/drawing/2014/main" id="{C17F49CC-0E19-F137-9FAF-86CF21377111}"/>
                  </a:ext>
                </a:extLst>
              </p:cNvPr>
              <p:cNvSpPr/>
              <p:nvPr/>
            </p:nvSpPr>
            <p:spPr>
              <a:xfrm>
                <a:off x="515978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7" name="pg1197">
                <a:extLst>
                  <a:ext uri="{FF2B5EF4-FFF2-40B4-BE49-F238E27FC236}">
                    <a16:creationId xmlns:a16="http://schemas.microsoft.com/office/drawing/2014/main" id="{E915C2CF-DFDC-53CF-8190-A7DB4E3D2BB1}"/>
                  </a:ext>
                </a:extLst>
              </p:cNvPr>
              <p:cNvSpPr/>
              <p:nvPr/>
            </p:nvSpPr>
            <p:spPr>
              <a:xfrm>
                <a:off x="517141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8" name="pg1198">
                <a:extLst>
                  <a:ext uri="{FF2B5EF4-FFF2-40B4-BE49-F238E27FC236}">
                    <a16:creationId xmlns:a16="http://schemas.microsoft.com/office/drawing/2014/main" id="{2B759EB2-86B6-774C-B504-301FAD2398B4}"/>
                  </a:ext>
                </a:extLst>
              </p:cNvPr>
              <p:cNvSpPr/>
              <p:nvPr/>
            </p:nvSpPr>
            <p:spPr>
              <a:xfrm>
                <a:off x="5183056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199" name="pg1199">
                <a:extLst>
                  <a:ext uri="{FF2B5EF4-FFF2-40B4-BE49-F238E27FC236}">
                    <a16:creationId xmlns:a16="http://schemas.microsoft.com/office/drawing/2014/main" id="{D5D12BD2-DE17-8E00-FB18-3B16F525A5A8}"/>
                  </a:ext>
                </a:extLst>
              </p:cNvPr>
              <p:cNvSpPr/>
              <p:nvPr/>
            </p:nvSpPr>
            <p:spPr>
              <a:xfrm>
                <a:off x="5194693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0" name="pg1200">
                <a:extLst>
                  <a:ext uri="{FF2B5EF4-FFF2-40B4-BE49-F238E27FC236}">
                    <a16:creationId xmlns:a16="http://schemas.microsoft.com/office/drawing/2014/main" id="{BD4FAFAF-B09A-A51F-F206-E4E0CBCE2EC6}"/>
                  </a:ext>
                </a:extLst>
              </p:cNvPr>
              <p:cNvSpPr/>
              <p:nvPr/>
            </p:nvSpPr>
            <p:spPr>
              <a:xfrm>
                <a:off x="520633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1" name="pg1201">
                <a:extLst>
                  <a:ext uri="{FF2B5EF4-FFF2-40B4-BE49-F238E27FC236}">
                    <a16:creationId xmlns:a16="http://schemas.microsoft.com/office/drawing/2014/main" id="{0EF1703F-26DC-B7E5-AD1A-A0041CEA983D}"/>
                  </a:ext>
                </a:extLst>
              </p:cNvPr>
              <p:cNvSpPr/>
              <p:nvPr/>
            </p:nvSpPr>
            <p:spPr>
              <a:xfrm>
                <a:off x="5217968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8A9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2" name="pg1202">
                <a:extLst>
                  <a:ext uri="{FF2B5EF4-FFF2-40B4-BE49-F238E27FC236}">
                    <a16:creationId xmlns:a16="http://schemas.microsoft.com/office/drawing/2014/main" id="{687813C4-BCDF-EC2C-CF3A-55E789A40FB1}"/>
                  </a:ext>
                </a:extLst>
              </p:cNvPr>
              <p:cNvSpPr/>
              <p:nvPr/>
            </p:nvSpPr>
            <p:spPr>
              <a:xfrm>
                <a:off x="5287792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3" name="pg1203">
                <a:extLst>
                  <a:ext uri="{FF2B5EF4-FFF2-40B4-BE49-F238E27FC236}">
                    <a16:creationId xmlns:a16="http://schemas.microsoft.com/office/drawing/2014/main" id="{DDE18D7B-CD2B-2E75-9E03-4C1CD9551D18}"/>
                  </a:ext>
                </a:extLst>
              </p:cNvPr>
              <p:cNvSpPr/>
              <p:nvPr/>
            </p:nvSpPr>
            <p:spPr>
              <a:xfrm>
                <a:off x="529942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4" name="pg1204">
                <a:extLst>
                  <a:ext uri="{FF2B5EF4-FFF2-40B4-BE49-F238E27FC236}">
                    <a16:creationId xmlns:a16="http://schemas.microsoft.com/office/drawing/2014/main" id="{38BDE21C-B6F3-6C44-126B-1E88E1CE10A4}"/>
                  </a:ext>
                </a:extLst>
              </p:cNvPr>
              <p:cNvSpPr/>
              <p:nvPr/>
            </p:nvSpPr>
            <p:spPr>
              <a:xfrm>
                <a:off x="5311067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5" name="pg1205">
                <a:extLst>
                  <a:ext uri="{FF2B5EF4-FFF2-40B4-BE49-F238E27FC236}">
                    <a16:creationId xmlns:a16="http://schemas.microsoft.com/office/drawing/2014/main" id="{D40E40C5-3BCD-C036-0118-F3F9639B06A3}"/>
                  </a:ext>
                </a:extLst>
              </p:cNvPr>
              <p:cNvSpPr/>
              <p:nvPr/>
            </p:nvSpPr>
            <p:spPr>
              <a:xfrm>
                <a:off x="5322704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6" name="pg1206">
                <a:extLst>
                  <a:ext uri="{FF2B5EF4-FFF2-40B4-BE49-F238E27FC236}">
                    <a16:creationId xmlns:a16="http://schemas.microsoft.com/office/drawing/2014/main" id="{66A4788F-95FF-A9A4-D31E-171AABBC7773}"/>
                  </a:ext>
                </a:extLst>
              </p:cNvPr>
              <p:cNvSpPr/>
              <p:nvPr/>
            </p:nvSpPr>
            <p:spPr>
              <a:xfrm>
                <a:off x="5334341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7" name="pg1207">
                <a:extLst>
                  <a:ext uri="{FF2B5EF4-FFF2-40B4-BE49-F238E27FC236}">
                    <a16:creationId xmlns:a16="http://schemas.microsoft.com/office/drawing/2014/main" id="{BF7E3316-3344-3B31-3424-06F352A8C5B6}"/>
                  </a:ext>
                </a:extLst>
              </p:cNvPr>
              <p:cNvSpPr/>
              <p:nvPr/>
            </p:nvSpPr>
            <p:spPr>
              <a:xfrm>
                <a:off x="5345979" y="350864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8" name="pg1208">
                <a:extLst>
                  <a:ext uri="{FF2B5EF4-FFF2-40B4-BE49-F238E27FC236}">
                    <a16:creationId xmlns:a16="http://schemas.microsoft.com/office/drawing/2014/main" id="{A58B2974-853F-A09F-0F2C-0DD4757E8F42}"/>
                  </a:ext>
                </a:extLst>
              </p:cNvPr>
              <p:cNvSpPr/>
              <p:nvPr/>
            </p:nvSpPr>
            <p:spPr>
              <a:xfrm>
                <a:off x="506668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09" name="pg1209">
                <a:extLst>
                  <a:ext uri="{FF2B5EF4-FFF2-40B4-BE49-F238E27FC236}">
                    <a16:creationId xmlns:a16="http://schemas.microsoft.com/office/drawing/2014/main" id="{B9F8E589-BF6D-ADFD-CB9A-839A157F9B72}"/>
                  </a:ext>
                </a:extLst>
              </p:cNvPr>
              <p:cNvSpPr/>
              <p:nvPr/>
            </p:nvSpPr>
            <p:spPr>
              <a:xfrm>
                <a:off x="5078320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0" name="pg1210">
                <a:extLst>
                  <a:ext uri="{FF2B5EF4-FFF2-40B4-BE49-F238E27FC236}">
                    <a16:creationId xmlns:a16="http://schemas.microsoft.com/office/drawing/2014/main" id="{DFBF1D82-C7A9-4B25-D31B-AB8DD9CC55BA}"/>
                  </a:ext>
                </a:extLst>
              </p:cNvPr>
              <p:cNvSpPr/>
              <p:nvPr/>
            </p:nvSpPr>
            <p:spPr>
              <a:xfrm>
                <a:off x="508995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1" name="pg1211">
                <a:extLst>
                  <a:ext uri="{FF2B5EF4-FFF2-40B4-BE49-F238E27FC236}">
                    <a16:creationId xmlns:a16="http://schemas.microsoft.com/office/drawing/2014/main" id="{58F31E71-03FE-889D-C2C8-8FB80FC73C1E}"/>
                  </a:ext>
                </a:extLst>
              </p:cNvPr>
              <p:cNvSpPr/>
              <p:nvPr/>
            </p:nvSpPr>
            <p:spPr>
              <a:xfrm>
                <a:off x="510159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2" name="pg1212">
                <a:extLst>
                  <a:ext uri="{FF2B5EF4-FFF2-40B4-BE49-F238E27FC236}">
                    <a16:creationId xmlns:a16="http://schemas.microsoft.com/office/drawing/2014/main" id="{5E414A3E-160B-6B6B-1B2D-E95B03A8EFC1}"/>
                  </a:ext>
                </a:extLst>
              </p:cNvPr>
              <p:cNvSpPr/>
              <p:nvPr/>
            </p:nvSpPr>
            <p:spPr>
              <a:xfrm>
                <a:off x="5113232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3" name="pg1213">
                <a:extLst>
                  <a:ext uri="{FF2B5EF4-FFF2-40B4-BE49-F238E27FC236}">
                    <a16:creationId xmlns:a16="http://schemas.microsoft.com/office/drawing/2014/main" id="{80B63E08-E180-393A-E8DD-57CC28ECF98C}"/>
                  </a:ext>
                </a:extLst>
              </p:cNvPr>
              <p:cNvSpPr/>
              <p:nvPr/>
            </p:nvSpPr>
            <p:spPr>
              <a:xfrm>
                <a:off x="512486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4" name="pg1214">
                <a:extLst>
                  <a:ext uri="{FF2B5EF4-FFF2-40B4-BE49-F238E27FC236}">
                    <a16:creationId xmlns:a16="http://schemas.microsoft.com/office/drawing/2014/main" id="{EEE97BF6-0390-00AC-C4EB-40E45AD9B772}"/>
                  </a:ext>
                </a:extLst>
              </p:cNvPr>
              <p:cNvSpPr/>
              <p:nvPr/>
            </p:nvSpPr>
            <p:spPr>
              <a:xfrm>
                <a:off x="513650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5" name="pg1215">
                <a:extLst>
                  <a:ext uri="{FF2B5EF4-FFF2-40B4-BE49-F238E27FC236}">
                    <a16:creationId xmlns:a16="http://schemas.microsoft.com/office/drawing/2014/main" id="{2079C736-DC6F-6F6D-BC08-0EEE4FFDEE2C}"/>
                  </a:ext>
                </a:extLst>
              </p:cNvPr>
              <p:cNvSpPr/>
              <p:nvPr/>
            </p:nvSpPr>
            <p:spPr>
              <a:xfrm>
                <a:off x="5148144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6" name="pg1216">
                <a:extLst>
                  <a:ext uri="{FF2B5EF4-FFF2-40B4-BE49-F238E27FC236}">
                    <a16:creationId xmlns:a16="http://schemas.microsoft.com/office/drawing/2014/main" id="{A5E42DD5-8A77-D2CA-35AA-7AAB6276FB4B}"/>
                  </a:ext>
                </a:extLst>
              </p:cNvPr>
              <p:cNvSpPr/>
              <p:nvPr/>
            </p:nvSpPr>
            <p:spPr>
              <a:xfrm>
                <a:off x="515978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7" name="pg1217">
                <a:extLst>
                  <a:ext uri="{FF2B5EF4-FFF2-40B4-BE49-F238E27FC236}">
                    <a16:creationId xmlns:a16="http://schemas.microsoft.com/office/drawing/2014/main" id="{3E6AEA70-6C81-9CA7-0D35-20F4F3DBE9DB}"/>
                  </a:ext>
                </a:extLst>
              </p:cNvPr>
              <p:cNvSpPr/>
              <p:nvPr/>
            </p:nvSpPr>
            <p:spPr>
              <a:xfrm>
                <a:off x="517141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8" name="pg1218">
                <a:extLst>
                  <a:ext uri="{FF2B5EF4-FFF2-40B4-BE49-F238E27FC236}">
                    <a16:creationId xmlns:a16="http://schemas.microsoft.com/office/drawing/2014/main" id="{7BFB937C-6225-33AB-69A5-9B15AD5FE79F}"/>
                  </a:ext>
                </a:extLst>
              </p:cNvPr>
              <p:cNvSpPr/>
              <p:nvPr/>
            </p:nvSpPr>
            <p:spPr>
              <a:xfrm>
                <a:off x="5183056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19" name="pg1219">
                <a:extLst>
                  <a:ext uri="{FF2B5EF4-FFF2-40B4-BE49-F238E27FC236}">
                    <a16:creationId xmlns:a16="http://schemas.microsoft.com/office/drawing/2014/main" id="{418CE5D0-3DAB-71EC-4299-3CF74D54B4D2}"/>
                  </a:ext>
                </a:extLst>
              </p:cNvPr>
              <p:cNvSpPr/>
              <p:nvPr/>
            </p:nvSpPr>
            <p:spPr>
              <a:xfrm>
                <a:off x="519469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0" name="pg1220">
                <a:extLst>
                  <a:ext uri="{FF2B5EF4-FFF2-40B4-BE49-F238E27FC236}">
                    <a16:creationId xmlns:a16="http://schemas.microsoft.com/office/drawing/2014/main" id="{7DB9C661-21C1-D0C7-20A0-2A102B246EB2}"/>
                  </a:ext>
                </a:extLst>
              </p:cNvPr>
              <p:cNvSpPr/>
              <p:nvPr/>
            </p:nvSpPr>
            <p:spPr>
              <a:xfrm>
                <a:off x="520633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1" name="pg1221">
                <a:extLst>
                  <a:ext uri="{FF2B5EF4-FFF2-40B4-BE49-F238E27FC236}">
                    <a16:creationId xmlns:a16="http://schemas.microsoft.com/office/drawing/2014/main" id="{DFFB73F8-3678-63B5-648D-EC8699D04701}"/>
                  </a:ext>
                </a:extLst>
              </p:cNvPr>
              <p:cNvSpPr/>
              <p:nvPr/>
            </p:nvSpPr>
            <p:spPr>
              <a:xfrm>
                <a:off x="5217968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2" name="pg1222">
                <a:extLst>
                  <a:ext uri="{FF2B5EF4-FFF2-40B4-BE49-F238E27FC236}">
                    <a16:creationId xmlns:a16="http://schemas.microsoft.com/office/drawing/2014/main" id="{B3E25F91-720D-8B09-6637-85936D7BE9B7}"/>
                  </a:ext>
                </a:extLst>
              </p:cNvPr>
              <p:cNvSpPr/>
              <p:nvPr/>
            </p:nvSpPr>
            <p:spPr>
              <a:xfrm>
                <a:off x="522960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3" name="pg1223">
                <a:extLst>
                  <a:ext uri="{FF2B5EF4-FFF2-40B4-BE49-F238E27FC236}">
                    <a16:creationId xmlns:a16="http://schemas.microsoft.com/office/drawing/2014/main" id="{4B038617-21B4-0B96-E920-51ABB3ADCF8F}"/>
                  </a:ext>
                </a:extLst>
              </p:cNvPr>
              <p:cNvSpPr/>
              <p:nvPr/>
            </p:nvSpPr>
            <p:spPr>
              <a:xfrm>
                <a:off x="5241243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4" name="pg1224">
                <a:extLst>
                  <a:ext uri="{FF2B5EF4-FFF2-40B4-BE49-F238E27FC236}">
                    <a16:creationId xmlns:a16="http://schemas.microsoft.com/office/drawing/2014/main" id="{096C633D-6067-0B45-4350-0DD768445E17}"/>
                  </a:ext>
                </a:extLst>
              </p:cNvPr>
              <p:cNvSpPr/>
              <p:nvPr/>
            </p:nvSpPr>
            <p:spPr>
              <a:xfrm>
                <a:off x="5252880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5" name="pg1225">
                <a:extLst>
                  <a:ext uri="{FF2B5EF4-FFF2-40B4-BE49-F238E27FC236}">
                    <a16:creationId xmlns:a16="http://schemas.microsoft.com/office/drawing/2014/main" id="{2FAA1843-A612-35C2-0A48-60FE4DD23123}"/>
                  </a:ext>
                </a:extLst>
              </p:cNvPr>
              <p:cNvSpPr/>
              <p:nvPr/>
            </p:nvSpPr>
            <p:spPr>
              <a:xfrm>
                <a:off x="5276155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6" name="pg1226">
                <a:extLst>
                  <a:ext uri="{FF2B5EF4-FFF2-40B4-BE49-F238E27FC236}">
                    <a16:creationId xmlns:a16="http://schemas.microsoft.com/office/drawing/2014/main" id="{19633997-19CF-259F-2174-49950B0DCE89}"/>
                  </a:ext>
                </a:extLst>
              </p:cNvPr>
              <p:cNvSpPr/>
              <p:nvPr/>
            </p:nvSpPr>
            <p:spPr>
              <a:xfrm>
                <a:off x="5287792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7" name="pg1227">
                <a:extLst>
                  <a:ext uri="{FF2B5EF4-FFF2-40B4-BE49-F238E27FC236}">
                    <a16:creationId xmlns:a16="http://schemas.microsoft.com/office/drawing/2014/main" id="{14F10633-3D52-B859-1311-513FB3AFD2D7}"/>
                  </a:ext>
                </a:extLst>
              </p:cNvPr>
              <p:cNvSpPr/>
              <p:nvPr/>
            </p:nvSpPr>
            <p:spPr>
              <a:xfrm>
                <a:off x="529942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8" name="pg1228">
                <a:extLst>
                  <a:ext uri="{FF2B5EF4-FFF2-40B4-BE49-F238E27FC236}">
                    <a16:creationId xmlns:a16="http://schemas.microsoft.com/office/drawing/2014/main" id="{0F513BC6-0B28-1B56-BB43-5AD2372BB1ED}"/>
                  </a:ext>
                </a:extLst>
              </p:cNvPr>
              <p:cNvSpPr/>
              <p:nvPr/>
            </p:nvSpPr>
            <p:spPr>
              <a:xfrm>
                <a:off x="5311067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29" name="pg1229">
                <a:extLst>
                  <a:ext uri="{FF2B5EF4-FFF2-40B4-BE49-F238E27FC236}">
                    <a16:creationId xmlns:a16="http://schemas.microsoft.com/office/drawing/2014/main" id="{1DB4664C-A795-E80B-4C35-66AF9D38ACC5}"/>
                  </a:ext>
                </a:extLst>
              </p:cNvPr>
              <p:cNvSpPr/>
              <p:nvPr/>
            </p:nvSpPr>
            <p:spPr>
              <a:xfrm>
                <a:off x="5322704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0" name="pg1230">
                <a:extLst>
                  <a:ext uri="{FF2B5EF4-FFF2-40B4-BE49-F238E27FC236}">
                    <a16:creationId xmlns:a16="http://schemas.microsoft.com/office/drawing/2014/main" id="{CA39EE47-F957-BB81-5BE7-80EE3D2A03A2}"/>
                  </a:ext>
                </a:extLst>
              </p:cNvPr>
              <p:cNvSpPr/>
              <p:nvPr/>
            </p:nvSpPr>
            <p:spPr>
              <a:xfrm>
                <a:off x="5334341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1" name="pg1231">
                <a:extLst>
                  <a:ext uri="{FF2B5EF4-FFF2-40B4-BE49-F238E27FC236}">
                    <a16:creationId xmlns:a16="http://schemas.microsoft.com/office/drawing/2014/main" id="{E3097DAD-296C-D9B0-CAA6-92795E38401B}"/>
                  </a:ext>
                </a:extLst>
              </p:cNvPr>
              <p:cNvSpPr/>
              <p:nvPr/>
            </p:nvSpPr>
            <p:spPr>
              <a:xfrm>
                <a:off x="5345979" y="352294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2" name="pg1232">
                <a:extLst>
                  <a:ext uri="{FF2B5EF4-FFF2-40B4-BE49-F238E27FC236}">
                    <a16:creationId xmlns:a16="http://schemas.microsoft.com/office/drawing/2014/main" id="{AB5A9F07-082D-31A2-749B-525DD2FD4F86}"/>
                  </a:ext>
                </a:extLst>
              </p:cNvPr>
              <p:cNvSpPr/>
              <p:nvPr/>
            </p:nvSpPr>
            <p:spPr>
              <a:xfrm>
                <a:off x="506668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3" name="pg1233">
                <a:extLst>
                  <a:ext uri="{FF2B5EF4-FFF2-40B4-BE49-F238E27FC236}">
                    <a16:creationId xmlns:a16="http://schemas.microsoft.com/office/drawing/2014/main" id="{1D16510B-FDB6-4098-D17F-4F557887A625}"/>
                  </a:ext>
                </a:extLst>
              </p:cNvPr>
              <p:cNvSpPr/>
              <p:nvPr/>
            </p:nvSpPr>
            <p:spPr>
              <a:xfrm>
                <a:off x="5078320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4" name="pg1234">
                <a:extLst>
                  <a:ext uri="{FF2B5EF4-FFF2-40B4-BE49-F238E27FC236}">
                    <a16:creationId xmlns:a16="http://schemas.microsoft.com/office/drawing/2014/main" id="{636C86F7-E719-28BE-65BF-20002312A0D5}"/>
                  </a:ext>
                </a:extLst>
              </p:cNvPr>
              <p:cNvSpPr/>
              <p:nvPr/>
            </p:nvSpPr>
            <p:spPr>
              <a:xfrm>
                <a:off x="508995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5" name="pg1235">
                <a:extLst>
                  <a:ext uri="{FF2B5EF4-FFF2-40B4-BE49-F238E27FC236}">
                    <a16:creationId xmlns:a16="http://schemas.microsoft.com/office/drawing/2014/main" id="{E81EC725-1D79-4682-26C5-0343D9700CAD}"/>
                  </a:ext>
                </a:extLst>
              </p:cNvPr>
              <p:cNvSpPr/>
              <p:nvPr/>
            </p:nvSpPr>
            <p:spPr>
              <a:xfrm>
                <a:off x="510159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6" name="pg1236">
                <a:extLst>
                  <a:ext uri="{FF2B5EF4-FFF2-40B4-BE49-F238E27FC236}">
                    <a16:creationId xmlns:a16="http://schemas.microsoft.com/office/drawing/2014/main" id="{9C69C22B-D2B8-38F5-EF6F-73AE708D3DB4}"/>
                  </a:ext>
                </a:extLst>
              </p:cNvPr>
              <p:cNvSpPr/>
              <p:nvPr/>
            </p:nvSpPr>
            <p:spPr>
              <a:xfrm>
                <a:off x="5113232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7" name="pg1237">
                <a:extLst>
                  <a:ext uri="{FF2B5EF4-FFF2-40B4-BE49-F238E27FC236}">
                    <a16:creationId xmlns:a16="http://schemas.microsoft.com/office/drawing/2014/main" id="{92154CAD-4C66-6A68-5611-D8CDA5A341E5}"/>
                  </a:ext>
                </a:extLst>
              </p:cNvPr>
              <p:cNvSpPr/>
              <p:nvPr/>
            </p:nvSpPr>
            <p:spPr>
              <a:xfrm>
                <a:off x="512486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8" name="pg1238">
                <a:extLst>
                  <a:ext uri="{FF2B5EF4-FFF2-40B4-BE49-F238E27FC236}">
                    <a16:creationId xmlns:a16="http://schemas.microsoft.com/office/drawing/2014/main" id="{726CDA30-A4C1-A097-E669-677D5B5E1B2E}"/>
                  </a:ext>
                </a:extLst>
              </p:cNvPr>
              <p:cNvSpPr/>
              <p:nvPr/>
            </p:nvSpPr>
            <p:spPr>
              <a:xfrm>
                <a:off x="513650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39" name="pg1239">
                <a:extLst>
                  <a:ext uri="{FF2B5EF4-FFF2-40B4-BE49-F238E27FC236}">
                    <a16:creationId xmlns:a16="http://schemas.microsoft.com/office/drawing/2014/main" id="{4BD48FEF-A7B9-5F7F-F79A-FE7EF28A56CA}"/>
                  </a:ext>
                </a:extLst>
              </p:cNvPr>
              <p:cNvSpPr/>
              <p:nvPr/>
            </p:nvSpPr>
            <p:spPr>
              <a:xfrm>
                <a:off x="5148144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0" name="pg1240">
                <a:extLst>
                  <a:ext uri="{FF2B5EF4-FFF2-40B4-BE49-F238E27FC236}">
                    <a16:creationId xmlns:a16="http://schemas.microsoft.com/office/drawing/2014/main" id="{C98E26E9-1590-3F0B-D599-25E60DAA442C}"/>
                  </a:ext>
                </a:extLst>
              </p:cNvPr>
              <p:cNvSpPr/>
              <p:nvPr/>
            </p:nvSpPr>
            <p:spPr>
              <a:xfrm>
                <a:off x="515978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1" name="pg1241">
                <a:extLst>
                  <a:ext uri="{FF2B5EF4-FFF2-40B4-BE49-F238E27FC236}">
                    <a16:creationId xmlns:a16="http://schemas.microsoft.com/office/drawing/2014/main" id="{C46093DD-9E2B-9398-3E7C-D55CC720A375}"/>
                  </a:ext>
                </a:extLst>
              </p:cNvPr>
              <p:cNvSpPr/>
              <p:nvPr/>
            </p:nvSpPr>
            <p:spPr>
              <a:xfrm>
                <a:off x="517141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2" name="pg1242">
                <a:extLst>
                  <a:ext uri="{FF2B5EF4-FFF2-40B4-BE49-F238E27FC236}">
                    <a16:creationId xmlns:a16="http://schemas.microsoft.com/office/drawing/2014/main" id="{CA18A6D2-C63E-DE9F-5780-16D8D6CA62D5}"/>
                  </a:ext>
                </a:extLst>
              </p:cNvPr>
              <p:cNvSpPr/>
              <p:nvPr/>
            </p:nvSpPr>
            <p:spPr>
              <a:xfrm>
                <a:off x="5183056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3" name="pg1243">
                <a:extLst>
                  <a:ext uri="{FF2B5EF4-FFF2-40B4-BE49-F238E27FC236}">
                    <a16:creationId xmlns:a16="http://schemas.microsoft.com/office/drawing/2014/main" id="{7237E21E-44F3-F9F9-0D58-68650B68D53D}"/>
                  </a:ext>
                </a:extLst>
              </p:cNvPr>
              <p:cNvSpPr/>
              <p:nvPr/>
            </p:nvSpPr>
            <p:spPr>
              <a:xfrm>
                <a:off x="519469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4" name="pg1244">
                <a:extLst>
                  <a:ext uri="{FF2B5EF4-FFF2-40B4-BE49-F238E27FC236}">
                    <a16:creationId xmlns:a16="http://schemas.microsoft.com/office/drawing/2014/main" id="{17E0C8DB-3507-7906-BD95-48669C141564}"/>
                  </a:ext>
                </a:extLst>
              </p:cNvPr>
              <p:cNvSpPr/>
              <p:nvPr/>
            </p:nvSpPr>
            <p:spPr>
              <a:xfrm>
                <a:off x="520633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5" name="pg1245">
                <a:extLst>
                  <a:ext uri="{FF2B5EF4-FFF2-40B4-BE49-F238E27FC236}">
                    <a16:creationId xmlns:a16="http://schemas.microsoft.com/office/drawing/2014/main" id="{4584A845-4E0F-CD69-C5B8-B543112325BE}"/>
                  </a:ext>
                </a:extLst>
              </p:cNvPr>
              <p:cNvSpPr/>
              <p:nvPr/>
            </p:nvSpPr>
            <p:spPr>
              <a:xfrm>
                <a:off x="5217968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6" name="pg1246">
                <a:extLst>
                  <a:ext uri="{FF2B5EF4-FFF2-40B4-BE49-F238E27FC236}">
                    <a16:creationId xmlns:a16="http://schemas.microsoft.com/office/drawing/2014/main" id="{1B318E9C-85A5-EC95-FB7B-326884500A8F}"/>
                  </a:ext>
                </a:extLst>
              </p:cNvPr>
              <p:cNvSpPr/>
              <p:nvPr/>
            </p:nvSpPr>
            <p:spPr>
              <a:xfrm>
                <a:off x="522960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7" name="pg1247">
                <a:extLst>
                  <a:ext uri="{FF2B5EF4-FFF2-40B4-BE49-F238E27FC236}">
                    <a16:creationId xmlns:a16="http://schemas.microsoft.com/office/drawing/2014/main" id="{E74C8B43-0149-76B4-CCDA-744DFB8C3002}"/>
                  </a:ext>
                </a:extLst>
              </p:cNvPr>
              <p:cNvSpPr/>
              <p:nvPr/>
            </p:nvSpPr>
            <p:spPr>
              <a:xfrm>
                <a:off x="5241243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8" name="pg1248">
                <a:extLst>
                  <a:ext uri="{FF2B5EF4-FFF2-40B4-BE49-F238E27FC236}">
                    <a16:creationId xmlns:a16="http://schemas.microsoft.com/office/drawing/2014/main" id="{96DC229F-BFA6-637C-FA5E-764EA10B55C3}"/>
                  </a:ext>
                </a:extLst>
              </p:cNvPr>
              <p:cNvSpPr/>
              <p:nvPr/>
            </p:nvSpPr>
            <p:spPr>
              <a:xfrm>
                <a:off x="5252880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49" name="pg1249">
                <a:extLst>
                  <a:ext uri="{FF2B5EF4-FFF2-40B4-BE49-F238E27FC236}">
                    <a16:creationId xmlns:a16="http://schemas.microsoft.com/office/drawing/2014/main" id="{810350B3-B91E-0EC5-FB92-F8C45C64512C}"/>
                  </a:ext>
                </a:extLst>
              </p:cNvPr>
              <p:cNvSpPr/>
              <p:nvPr/>
            </p:nvSpPr>
            <p:spPr>
              <a:xfrm>
                <a:off x="526451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0" name="pg1250">
                <a:extLst>
                  <a:ext uri="{FF2B5EF4-FFF2-40B4-BE49-F238E27FC236}">
                    <a16:creationId xmlns:a16="http://schemas.microsoft.com/office/drawing/2014/main" id="{A82FAEA7-2D07-14B6-7425-4054F3870024}"/>
                  </a:ext>
                </a:extLst>
              </p:cNvPr>
              <p:cNvSpPr/>
              <p:nvPr/>
            </p:nvSpPr>
            <p:spPr>
              <a:xfrm>
                <a:off x="5276155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1" name="pg1251">
                <a:extLst>
                  <a:ext uri="{FF2B5EF4-FFF2-40B4-BE49-F238E27FC236}">
                    <a16:creationId xmlns:a16="http://schemas.microsoft.com/office/drawing/2014/main" id="{5A04737D-60A5-74A3-83AF-A43CE04FB9C3}"/>
                  </a:ext>
                </a:extLst>
              </p:cNvPr>
              <p:cNvSpPr/>
              <p:nvPr/>
            </p:nvSpPr>
            <p:spPr>
              <a:xfrm>
                <a:off x="5287792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2" name="pg1252">
                <a:extLst>
                  <a:ext uri="{FF2B5EF4-FFF2-40B4-BE49-F238E27FC236}">
                    <a16:creationId xmlns:a16="http://schemas.microsoft.com/office/drawing/2014/main" id="{F4C1F1A3-1189-F90C-306D-37C40558C3AA}"/>
                  </a:ext>
                </a:extLst>
              </p:cNvPr>
              <p:cNvSpPr/>
              <p:nvPr/>
            </p:nvSpPr>
            <p:spPr>
              <a:xfrm>
                <a:off x="5299429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3" name="pg1253">
                <a:extLst>
                  <a:ext uri="{FF2B5EF4-FFF2-40B4-BE49-F238E27FC236}">
                    <a16:creationId xmlns:a16="http://schemas.microsoft.com/office/drawing/2014/main" id="{349018D0-55A9-B77C-492C-12C337B5B44D}"/>
                  </a:ext>
                </a:extLst>
              </p:cNvPr>
              <p:cNvSpPr/>
              <p:nvPr/>
            </p:nvSpPr>
            <p:spPr>
              <a:xfrm>
                <a:off x="5311067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4" name="pg1254">
                <a:extLst>
                  <a:ext uri="{FF2B5EF4-FFF2-40B4-BE49-F238E27FC236}">
                    <a16:creationId xmlns:a16="http://schemas.microsoft.com/office/drawing/2014/main" id="{43445810-4EA9-CDC3-BD54-ED67255B4EE0}"/>
                  </a:ext>
                </a:extLst>
              </p:cNvPr>
              <p:cNvSpPr/>
              <p:nvPr/>
            </p:nvSpPr>
            <p:spPr>
              <a:xfrm>
                <a:off x="5322704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5" name="pg1255">
                <a:extLst>
                  <a:ext uri="{FF2B5EF4-FFF2-40B4-BE49-F238E27FC236}">
                    <a16:creationId xmlns:a16="http://schemas.microsoft.com/office/drawing/2014/main" id="{09F818A7-D312-E022-B968-0593A369DB63}"/>
                  </a:ext>
                </a:extLst>
              </p:cNvPr>
              <p:cNvSpPr/>
              <p:nvPr/>
            </p:nvSpPr>
            <p:spPr>
              <a:xfrm>
                <a:off x="5334341" y="35372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6" name="pg1256">
                <a:extLst>
                  <a:ext uri="{FF2B5EF4-FFF2-40B4-BE49-F238E27FC236}">
                    <a16:creationId xmlns:a16="http://schemas.microsoft.com/office/drawing/2014/main" id="{2F72F550-A4F6-7FD3-621C-BC93A1FB9D81}"/>
                  </a:ext>
                </a:extLst>
              </p:cNvPr>
              <p:cNvSpPr/>
              <p:nvPr/>
            </p:nvSpPr>
            <p:spPr>
              <a:xfrm>
                <a:off x="506668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7" name="pg1257">
                <a:extLst>
                  <a:ext uri="{FF2B5EF4-FFF2-40B4-BE49-F238E27FC236}">
                    <a16:creationId xmlns:a16="http://schemas.microsoft.com/office/drawing/2014/main" id="{29630997-FBB5-CFE9-93C5-7481BEC37749}"/>
                  </a:ext>
                </a:extLst>
              </p:cNvPr>
              <p:cNvSpPr/>
              <p:nvPr/>
            </p:nvSpPr>
            <p:spPr>
              <a:xfrm>
                <a:off x="5078320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8" name="pg1258">
                <a:extLst>
                  <a:ext uri="{FF2B5EF4-FFF2-40B4-BE49-F238E27FC236}">
                    <a16:creationId xmlns:a16="http://schemas.microsoft.com/office/drawing/2014/main" id="{B63C69BA-903B-A3CE-C961-3861A4F6B768}"/>
                  </a:ext>
                </a:extLst>
              </p:cNvPr>
              <p:cNvSpPr/>
              <p:nvPr/>
            </p:nvSpPr>
            <p:spPr>
              <a:xfrm>
                <a:off x="508995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59" name="pg1259">
                <a:extLst>
                  <a:ext uri="{FF2B5EF4-FFF2-40B4-BE49-F238E27FC236}">
                    <a16:creationId xmlns:a16="http://schemas.microsoft.com/office/drawing/2014/main" id="{FCD7585D-386F-8C4B-9A6E-65C706BE7556}"/>
                  </a:ext>
                </a:extLst>
              </p:cNvPr>
              <p:cNvSpPr/>
              <p:nvPr/>
            </p:nvSpPr>
            <p:spPr>
              <a:xfrm>
                <a:off x="510159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0" name="pg1260">
                <a:extLst>
                  <a:ext uri="{FF2B5EF4-FFF2-40B4-BE49-F238E27FC236}">
                    <a16:creationId xmlns:a16="http://schemas.microsoft.com/office/drawing/2014/main" id="{7C30B6A4-AC13-C354-2F5B-BF0A5EFB67F2}"/>
                  </a:ext>
                </a:extLst>
              </p:cNvPr>
              <p:cNvSpPr/>
              <p:nvPr/>
            </p:nvSpPr>
            <p:spPr>
              <a:xfrm>
                <a:off x="5113232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1" name="pg1261">
                <a:extLst>
                  <a:ext uri="{FF2B5EF4-FFF2-40B4-BE49-F238E27FC236}">
                    <a16:creationId xmlns:a16="http://schemas.microsoft.com/office/drawing/2014/main" id="{E74345B2-2696-3AC8-30E1-2510702714A3}"/>
                  </a:ext>
                </a:extLst>
              </p:cNvPr>
              <p:cNvSpPr/>
              <p:nvPr/>
            </p:nvSpPr>
            <p:spPr>
              <a:xfrm>
                <a:off x="512486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2" name="pg1262">
                <a:extLst>
                  <a:ext uri="{FF2B5EF4-FFF2-40B4-BE49-F238E27FC236}">
                    <a16:creationId xmlns:a16="http://schemas.microsoft.com/office/drawing/2014/main" id="{DC7EF351-8C06-B553-65D1-42484C3778D2}"/>
                  </a:ext>
                </a:extLst>
              </p:cNvPr>
              <p:cNvSpPr/>
              <p:nvPr/>
            </p:nvSpPr>
            <p:spPr>
              <a:xfrm>
                <a:off x="513650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3" name="pg1263">
                <a:extLst>
                  <a:ext uri="{FF2B5EF4-FFF2-40B4-BE49-F238E27FC236}">
                    <a16:creationId xmlns:a16="http://schemas.microsoft.com/office/drawing/2014/main" id="{D3209CBE-21E4-BE5B-E8A0-08ED6CB9FB05}"/>
                  </a:ext>
                </a:extLst>
              </p:cNvPr>
              <p:cNvSpPr/>
              <p:nvPr/>
            </p:nvSpPr>
            <p:spPr>
              <a:xfrm>
                <a:off x="5148144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4" name="pg1264">
                <a:extLst>
                  <a:ext uri="{FF2B5EF4-FFF2-40B4-BE49-F238E27FC236}">
                    <a16:creationId xmlns:a16="http://schemas.microsoft.com/office/drawing/2014/main" id="{CBD8193E-D858-5A80-E621-8CEEA21B9EC4}"/>
                  </a:ext>
                </a:extLst>
              </p:cNvPr>
              <p:cNvSpPr/>
              <p:nvPr/>
            </p:nvSpPr>
            <p:spPr>
              <a:xfrm>
                <a:off x="5159781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5" name="pg1265">
                <a:extLst>
                  <a:ext uri="{FF2B5EF4-FFF2-40B4-BE49-F238E27FC236}">
                    <a16:creationId xmlns:a16="http://schemas.microsoft.com/office/drawing/2014/main" id="{CFCB8F0D-AF9E-D8B7-A4DA-D33A9682258F}"/>
                  </a:ext>
                </a:extLst>
              </p:cNvPr>
              <p:cNvSpPr/>
              <p:nvPr/>
            </p:nvSpPr>
            <p:spPr>
              <a:xfrm>
                <a:off x="517141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6" name="pg1266">
                <a:extLst>
                  <a:ext uri="{FF2B5EF4-FFF2-40B4-BE49-F238E27FC236}">
                    <a16:creationId xmlns:a16="http://schemas.microsoft.com/office/drawing/2014/main" id="{B84515F8-ECEB-7FB4-EBAB-811E92D31607}"/>
                  </a:ext>
                </a:extLst>
              </p:cNvPr>
              <p:cNvSpPr/>
              <p:nvPr/>
            </p:nvSpPr>
            <p:spPr>
              <a:xfrm>
                <a:off x="5183056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7" name="pg1267">
                <a:extLst>
                  <a:ext uri="{FF2B5EF4-FFF2-40B4-BE49-F238E27FC236}">
                    <a16:creationId xmlns:a16="http://schemas.microsoft.com/office/drawing/2014/main" id="{13A47594-0A73-897E-B5A8-2AAAD2FA2D4F}"/>
                  </a:ext>
                </a:extLst>
              </p:cNvPr>
              <p:cNvSpPr/>
              <p:nvPr/>
            </p:nvSpPr>
            <p:spPr>
              <a:xfrm>
                <a:off x="519469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8" name="pg1268">
                <a:extLst>
                  <a:ext uri="{FF2B5EF4-FFF2-40B4-BE49-F238E27FC236}">
                    <a16:creationId xmlns:a16="http://schemas.microsoft.com/office/drawing/2014/main" id="{FB581E41-A872-8A57-D347-AF2224B0BB88}"/>
                  </a:ext>
                </a:extLst>
              </p:cNvPr>
              <p:cNvSpPr/>
              <p:nvPr/>
            </p:nvSpPr>
            <p:spPr>
              <a:xfrm>
                <a:off x="5206331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69" name="pg1269">
                <a:extLst>
                  <a:ext uri="{FF2B5EF4-FFF2-40B4-BE49-F238E27FC236}">
                    <a16:creationId xmlns:a16="http://schemas.microsoft.com/office/drawing/2014/main" id="{99397A96-A658-9173-EDBB-E740F6C8A088}"/>
                  </a:ext>
                </a:extLst>
              </p:cNvPr>
              <p:cNvSpPr/>
              <p:nvPr/>
            </p:nvSpPr>
            <p:spPr>
              <a:xfrm>
                <a:off x="5217968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0" name="pg1270">
                <a:extLst>
                  <a:ext uri="{FF2B5EF4-FFF2-40B4-BE49-F238E27FC236}">
                    <a16:creationId xmlns:a16="http://schemas.microsoft.com/office/drawing/2014/main" id="{E7562B99-A546-1BE3-649A-4775000D96A8}"/>
                  </a:ext>
                </a:extLst>
              </p:cNvPr>
              <p:cNvSpPr/>
              <p:nvPr/>
            </p:nvSpPr>
            <p:spPr>
              <a:xfrm>
                <a:off x="522960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1" name="pg1271">
                <a:extLst>
                  <a:ext uri="{FF2B5EF4-FFF2-40B4-BE49-F238E27FC236}">
                    <a16:creationId xmlns:a16="http://schemas.microsoft.com/office/drawing/2014/main" id="{CB327077-3A75-B86C-16A0-16A5D6B5CFAA}"/>
                  </a:ext>
                </a:extLst>
              </p:cNvPr>
              <p:cNvSpPr/>
              <p:nvPr/>
            </p:nvSpPr>
            <p:spPr>
              <a:xfrm>
                <a:off x="5241243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2" name="pg1272">
                <a:extLst>
                  <a:ext uri="{FF2B5EF4-FFF2-40B4-BE49-F238E27FC236}">
                    <a16:creationId xmlns:a16="http://schemas.microsoft.com/office/drawing/2014/main" id="{0A6EF591-1DC3-1E3C-BC2A-5F0F7A207EF1}"/>
                  </a:ext>
                </a:extLst>
              </p:cNvPr>
              <p:cNvSpPr/>
              <p:nvPr/>
            </p:nvSpPr>
            <p:spPr>
              <a:xfrm>
                <a:off x="5252880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3" name="pg1273">
                <a:extLst>
                  <a:ext uri="{FF2B5EF4-FFF2-40B4-BE49-F238E27FC236}">
                    <a16:creationId xmlns:a16="http://schemas.microsoft.com/office/drawing/2014/main" id="{8B6AC7E9-10C2-753B-A9E6-74A5B6D13EBA}"/>
                  </a:ext>
                </a:extLst>
              </p:cNvPr>
              <p:cNvSpPr/>
              <p:nvPr/>
            </p:nvSpPr>
            <p:spPr>
              <a:xfrm>
                <a:off x="526451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4" name="pg1274">
                <a:extLst>
                  <a:ext uri="{FF2B5EF4-FFF2-40B4-BE49-F238E27FC236}">
                    <a16:creationId xmlns:a16="http://schemas.microsoft.com/office/drawing/2014/main" id="{DD3C001B-C455-7C76-CFC6-D3F8B2CE850E}"/>
                  </a:ext>
                </a:extLst>
              </p:cNvPr>
              <p:cNvSpPr/>
              <p:nvPr/>
            </p:nvSpPr>
            <p:spPr>
              <a:xfrm>
                <a:off x="5276155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5" name="pg1275">
                <a:extLst>
                  <a:ext uri="{FF2B5EF4-FFF2-40B4-BE49-F238E27FC236}">
                    <a16:creationId xmlns:a16="http://schemas.microsoft.com/office/drawing/2014/main" id="{8FC577FC-F055-A5B6-3E0E-006E3307A096}"/>
                  </a:ext>
                </a:extLst>
              </p:cNvPr>
              <p:cNvSpPr/>
              <p:nvPr/>
            </p:nvSpPr>
            <p:spPr>
              <a:xfrm>
                <a:off x="5287792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6" name="pg1276">
                <a:extLst>
                  <a:ext uri="{FF2B5EF4-FFF2-40B4-BE49-F238E27FC236}">
                    <a16:creationId xmlns:a16="http://schemas.microsoft.com/office/drawing/2014/main" id="{D8C11167-145D-A0ED-99EC-0C6E77C820F0}"/>
                  </a:ext>
                </a:extLst>
              </p:cNvPr>
              <p:cNvSpPr/>
              <p:nvPr/>
            </p:nvSpPr>
            <p:spPr>
              <a:xfrm>
                <a:off x="5299429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7" name="pg1277">
                <a:extLst>
                  <a:ext uri="{FF2B5EF4-FFF2-40B4-BE49-F238E27FC236}">
                    <a16:creationId xmlns:a16="http://schemas.microsoft.com/office/drawing/2014/main" id="{31DBAE9A-CCC9-0412-233B-E935057F6832}"/>
                  </a:ext>
                </a:extLst>
              </p:cNvPr>
              <p:cNvSpPr/>
              <p:nvPr/>
            </p:nvSpPr>
            <p:spPr>
              <a:xfrm>
                <a:off x="5311067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8" name="pg1278">
                <a:extLst>
                  <a:ext uri="{FF2B5EF4-FFF2-40B4-BE49-F238E27FC236}">
                    <a16:creationId xmlns:a16="http://schemas.microsoft.com/office/drawing/2014/main" id="{B025B427-242F-957C-1C4C-446FEF74A56A}"/>
                  </a:ext>
                </a:extLst>
              </p:cNvPr>
              <p:cNvSpPr/>
              <p:nvPr/>
            </p:nvSpPr>
            <p:spPr>
              <a:xfrm>
                <a:off x="5322704" y="355154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79" name="pg1279">
                <a:extLst>
                  <a:ext uri="{FF2B5EF4-FFF2-40B4-BE49-F238E27FC236}">
                    <a16:creationId xmlns:a16="http://schemas.microsoft.com/office/drawing/2014/main" id="{C3B58C90-6D9B-6B6D-D92E-3497A6DEDD7A}"/>
                  </a:ext>
                </a:extLst>
              </p:cNvPr>
              <p:cNvSpPr/>
              <p:nvPr/>
            </p:nvSpPr>
            <p:spPr>
              <a:xfrm>
                <a:off x="5031771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0" name="pg1280">
                <a:extLst>
                  <a:ext uri="{FF2B5EF4-FFF2-40B4-BE49-F238E27FC236}">
                    <a16:creationId xmlns:a16="http://schemas.microsoft.com/office/drawing/2014/main" id="{70987263-C4CF-2BF9-2218-1EB00704E3E6}"/>
                  </a:ext>
                </a:extLst>
              </p:cNvPr>
              <p:cNvSpPr/>
              <p:nvPr/>
            </p:nvSpPr>
            <p:spPr>
              <a:xfrm>
                <a:off x="5043408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1" name="pg1281">
                <a:extLst>
                  <a:ext uri="{FF2B5EF4-FFF2-40B4-BE49-F238E27FC236}">
                    <a16:creationId xmlns:a16="http://schemas.microsoft.com/office/drawing/2014/main" id="{F80FC509-7419-980D-439F-71B31DC65630}"/>
                  </a:ext>
                </a:extLst>
              </p:cNvPr>
              <p:cNvSpPr/>
              <p:nvPr/>
            </p:nvSpPr>
            <p:spPr>
              <a:xfrm>
                <a:off x="506668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2" name="pg1282">
                <a:extLst>
                  <a:ext uri="{FF2B5EF4-FFF2-40B4-BE49-F238E27FC236}">
                    <a16:creationId xmlns:a16="http://schemas.microsoft.com/office/drawing/2014/main" id="{6C876FD2-5E59-9553-F05F-95F47A061C14}"/>
                  </a:ext>
                </a:extLst>
              </p:cNvPr>
              <p:cNvSpPr/>
              <p:nvPr/>
            </p:nvSpPr>
            <p:spPr>
              <a:xfrm>
                <a:off x="5078320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3" name="pg1283">
                <a:extLst>
                  <a:ext uri="{FF2B5EF4-FFF2-40B4-BE49-F238E27FC236}">
                    <a16:creationId xmlns:a16="http://schemas.microsoft.com/office/drawing/2014/main" id="{336D647A-ECE0-44AD-3FA5-A951BCF8BD31}"/>
                  </a:ext>
                </a:extLst>
              </p:cNvPr>
              <p:cNvSpPr/>
              <p:nvPr/>
            </p:nvSpPr>
            <p:spPr>
              <a:xfrm>
                <a:off x="508995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4" name="pg1284">
                <a:extLst>
                  <a:ext uri="{FF2B5EF4-FFF2-40B4-BE49-F238E27FC236}">
                    <a16:creationId xmlns:a16="http://schemas.microsoft.com/office/drawing/2014/main" id="{906C126D-9C5F-A71F-68E8-8DCA82927629}"/>
                  </a:ext>
                </a:extLst>
              </p:cNvPr>
              <p:cNvSpPr/>
              <p:nvPr/>
            </p:nvSpPr>
            <p:spPr>
              <a:xfrm>
                <a:off x="510159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5" name="pg1285">
                <a:extLst>
                  <a:ext uri="{FF2B5EF4-FFF2-40B4-BE49-F238E27FC236}">
                    <a16:creationId xmlns:a16="http://schemas.microsoft.com/office/drawing/2014/main" id="{F41166E7-F50B-DADF-F9A7-BF3A813A9DE4}"/>
                  </a:ext>
                </a:extLst>
              </p:cNvPr>
              <p:cNvSpPr/>
              <p:nvPr/>
            </p:nvSpPr>
            <p:spPr>
              <a:xfrm>
                <a:off x="5113232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6" name="pg1286">
                <a:extLst>
                  <a:ext uri="{FF2B5EF4-FFF2-40B4-BE49-F238E27FC236}">
                    <a16:creationId xmlns:a16="http://schemas.microsoft.com/office/drawing/2014/main" id="{50F22BD2-802A-CFAC-FF8C-71EE080234E5}"/>
                  </a:ext>
                </a:extLst>
              </p:cNvPr>
              <p:cNvSpPr/>
              <p:nvPr/>
            </p:nvSpPr>
            <p:spPr>
              <a:xfrm>
                <a:off x="5124869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7" name="pg1287">
                <a:extLst>
                  <a:ext uri="{FF2B5EF4-FFF2-40B4-BE49-F238E27FC236}">
                    <a16:creationId xmlns:a16="http://schemas.microsoft.com/office/drawing/2014/main" id="{62B53688-75FB-BD87-35FF-73267F3AB831}"/>
                  </a:ext>
                </a:extLst>
              </p:cNvPr>
              <p:cNvSpPr/>
              <p:nvPr/>
            </p:nvSpPr>
            <p:spPr>
              <a:xfrm>
                <a:off x="513650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8" name="pg1288">
                <a:extLst>
                  <a:ext uri="{FF2B5EF4-FFF2-40B4-BE49-F238E27FC236}">
                    <a16:creationId xmlns:a16="http://schemas.microsoft.com/office/drawing/2014/main" id="{95A0AD69-C7FB-C377-6B4F-DBADFD79BA50}"/>
                  </a:ext>
                </a:extLst>
              </p:cNvPr>
              <p:cNvSpPr/>
              <p:nvPr/>
            </p:nvSpPr>
            <p:spPr>
              <a:xfrm>
                <a:off x="5148144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89" name="pg1289">
                <a:extLst>
                  <a:ext uri="{FF2B5EF4-FFF2-40B4-BE49-F238E27FC236}">
                    <a16:creationId xmlns:a16="http://schemas.microsoft.com/office/drawing/2014/main" id="{A3EFC0C8-5B67-21ED-5150-323A09A31AF9}"/>
                  </a:ext>
                </a:extLst>
              </p:cNvPr>
              <p:cNvSpPr/>
              <p:nvPr/>
            </p:nvSpPr>
            <p:spPr>
              <a:xfrm>
                <a:off x="5183056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0" name="pg1290">
                <a:extLst>
                  <a:ext uri="{FF2B5EF4-FFF2-40B4-BE49-F238E27FC236}">
                    <a16:creationId xmlns:a16="http://schemas.microsoft.com/office/drawing/2014/main" id="{4703326F-066A-85A5-068B-7B89D54BDEB1}"/>
                  </a:ext>
                </a:extLst>
              </p:cNvPr>
              <p:cNvSpPr/>
              <p:nvPr/>
            </p:nvSpPr>
            <p:spPr>
              <a:xfrm>
                <a:off x="519469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1" name="pg1291">
                <a:extLst>
                  <a:ext uri="{FF2B5EF4-FFF2-40B4-BE49-F238E27FC236}">
                    <a16:creationId xmlns:a16="http://schemas.microsoft.com/office/drawing/2014/main" id="{1BC93656-7D33-69AA-0092-E8A1A4D96BC7}"/>
                  </a:ext>
                </a:extLst>
              </p:cNvPr>
              <p:cNvSpPr/>
              <p:nvPr/>
            </p:nvSpPr>
            <p:spPr>
              <a:xfrm>
                <a:off x="5206331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2" name="pg1292">
                <a:extLst>
                  <a:ext uri="{FF2B5EF4-FFF2-40B4-BE49-F238E27FC236}">
                    <a16:creationId xmlns:a16="http://schemas.microsoft.com/office/drawing/2014/main" id="{581CBFBD-A176-AC3A-4A6B-54AB59276B79}"/>
                  </a:ext>
                </a:extLst>
              </p:cNvPr>
              <p:cNvSpPr/>
              <p:nvPr/>
            </p:nvSpPr>
            <p:spPr>
              <a:xfrm>
                <a:off x="5217968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3" name="pg1293">
                <a:extLst>
                  <a:ext uri="{FF2B5EF4-FFF2-40B4-BE49-F238E27FC236}">
                    <a16:creationId xmlns:a16="http://schemas.microsoft.com/office/drawing/2014/main" id="{BD8C1C4F-CE29-C1B0-8C67-F85B4636F028}"/>
                  </a:ext>
                </a:extLst>
              </p:cNvPr>
              <p:cNvSpPr/>
              <p:nvPr/>
            </p:nvSpPr>
            <p:spPr>
              <a:xfrm>
                <a:off x="522960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4" name="pg1294">
                <a:extLst>
                  <a:ext uri="{FF2B5EF4-FFF2-40B4-BE49-F238E27FC236}">
                    <a16:creationId xmlns:a16="http://schemas.microsoft.com/office/drawing/2014/main" id="{12197E6A-4071-1135-7A02-53F73C78469A}"/>
                  </a:ext>
                </a:extLst>
              </p:cNvPr>
              <p:cNvSpPr/>
              <p:nvPr/>
            </p:nvSpPr>
            <p:spPr>
              <a:xfrm>
                <a:off x="5241243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5" name="pg1295">
                <a:extLst>
                  <a:ext uri="{FF2B5EF4-FFF2-40B4-BE49-F238E27FC236}">
                    <a16:creationId xmlns:a16="http://schemas.microsoft.com/office/drawing/2014/main" id="{5572E249-1DE0-4853-D425-4ABD26B6AABA}"/>
                  </a:ext>
                </a:extLst>
              </p:cNvPr>
              <p:cNvSpPr/>
              <p:nvPr/>
            </p:nvSpPr>
            <p:spPr>
              <a:xfrm>
                <a:off x="5252880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6" name="pg1296">
                <a:extLst>
                  <a:ext uri="{FF2B5EF4-FFF2-40B4-BE49-F238E27FC236}">
                    <a16:creationId xmlns:a16="http://schemas.microsoft.com/office/drawing/2014/main" id="{99EE960C-C838-2D95-182D-7997A49DB73A}"/>
                  </a:ext>
                </a:extLst>
              </p:cNvPr>
              <p:cNvSpPr/>
              <p:nvPr/>
            </p:nvSpPr>
            <p:spPr>
              <a:xfrm>
                <a:off x="526451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7" name="pg1297">
                <a:extLst>
                  <a:ext uri="{FF2B5EF4-FFF2-40B4-BE49-F238E27FC236}">
                    <a16:creationId xmlns:a16="http://schemas.microsoft.com/office/drawing/2014/main" id="{858C79C2-5DE6-05D7-20BF-46B8FF52AE96}"/>
                  </a:ext>
                </a:extLst>
              </p:cNvPr>
              <p:cNvSpPr/>
              <p:nvPr/>
            </p:nvSpPr>
            <p:spPr>
              <a:xfrm>
                <a:off x="5276155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8" name="pg1298">
                <a:extLst>
                  <a:ext uri="{FF2B5EF4-FFF2-40B4-BE49-F238E27FC236}">
                    <a16:creationId xmlns:a16="http://schemas.microsoft.com/office/drawing/2014/main" id="{2C7FB477-0507-8AD0-F255-4CF377301647}"/>
                  </a:ext>
                </a:extLst>
              </p:cNvPr>
              <p:cNvSpPr/>
              <p:nvPr/>
            </p:nvSpPr>
            <p:spPr>
              <a:xfrm>
                <a:off x="5287792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299" name="pg1299">
                <a:extLst>
                  <a:ext uri="{FF2B5EF4-FFF2-40B4-BE49-F238E27FC236}">
                    <a16:creationId xmlns:a16="http://schemas.microsoft.com/office/drawing/2014/main" id="{B6C75A9D-4D4C-9D8B-5A3F-EF5B82AA97A3}"/>
                  </a:ext>
                </a:extLst>
              </p:cNvPr>
              <p:cNvSpPr/>
              <p:nvPr/>
            </p:nvSpPr>
            <p:spPr>
              <a:xfrm>
                <a:off x="5299429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0" name="pg1300">
                <a:extLst>
                  <a:ext uri="{FF2B5EF4-FFF2-40B4-BE49-F238E27FC236}">
                    <a16:creationId xmlns:a16="http://schemas.microsoft.com/office/drawing/2014/main" id="{C7664B59-3230-8DDD-85BC-88BC0CBD8AD8}"/>
                  </a:ext>
                </a:extLst>
              </p:cNvPr>
              <p:cNvSpPr/>
              <p:nvPr/>
            </p:nvSpPr>
            <p:spPr>
              <a:xfrm>
                <a:off x="5311067" y="35658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1" name="pg1301">
                <a:extLst>
                  <a:ext uri="{FF2B5EF4-FFF2-40B4-BE49-F238E27FC236}">
                    <a16:creationId xmlns:a16="http://schemas.microsoft.com/office/drawing/2014/main" id="{4BE4450D-59F3-1DBC-2897-28661D7B7CDE}"/>
                  </a:ext>
                </a:extLst>
              </p:cNvPr>
              <p:cNvSpPr/>
              <p:nvPr/>
            </p:nvSpPr>
            <p:spPr>
              <a:xfrm>
                <a:off x="502013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2" name="pg1302">
                <a:extLst>
                  <a:ext uri="{FF2B5EF4-FFF2-40B4-BE49-F238E27FC236}">
                    <a16:creationId xmlns:a16="http://schemas.microsoft.com/office/drawing/2014/main" id="{7719CD93-9A2D-6215-F805-A1A990F9B89F}"/>
                  </a:ext>
                </a:extLst>
              </p:cNvPr>
              <p:cNvSpPr/>
              <p:nvPr/>
            </p:nvSpPr>
            <p:spPr>
              <a:xfrm>
                <a:off x="5031771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3" name="pg1303">
                <a:extLst>
                  <a:ext uri="{FF2B5EF4-FFF2-40B4-BE49-F238E27FC236}">
                    <a16:creationId xmlns:a16="http://schemas.microsoft.com/office/drawing/2014/main" id="{EC9722A0-9112-8674-6FDB-61D6EEFADB9E}"/>
                  </a:ext>
                </a:extLst>
              </p:cNvPr>
              <p:cNvSpPr/>
              <p:nvPr/>
            </p:nvSpPr>
            <p:spPr>
              <a:xfrm>
                <a:off x="5043408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4" name="pg1304">
                <a:extLst>
                  <a:ext uri="{FF2B5EF4-FFF2-40B4-BE49-F238E27FC236}">
                    <a16:creationId xmlns:a16="http://schemas.microsoft.com/office/drawing/2014/main" id="{748CBAA1-64D4-27FB-3BAD-B8AAB30BFCB3}"/>
                  </a:ext>
                </a:extLst>
              </p:cNvPr>
              <p:cNvSpPr/>
              <p:nvPr/>
            </p:nvSpPr>
            <p:spPr>
              <a:xfrm>
                <a:off x="505504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5" name="pg1305">
                <a:extLst>
                  <a:ext uri="{FF2B5EF4-FFF2-40B4-BE49-F238E27FC236}">
                    <a16:creationId xmlns:a16="http://schemas.microsoft.com/office/drawing/2014/main" id="{F0240DF0-071C-4D0D-E21D-CDBDFB2A6DE7}"/>
                  </a:ext>
                </a:extLst>
              </p:cNvPr>
              <p:cNvSpPr/>
              <p:nvPr/>
            </p:nvSpPr>
            <p:spPr>
              <a:xfrm>
                <a:off x="506668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6" name="pg1306">
                <a:extLst>
                  <a:ext uri="{FF2B5EF4-FFF2-40B4-BE49-F238E27FC236}">
                    <a16:creationId xmlns:a16="http://schemas.microsoft.com/office/drawing/2014/main" id="{9C168ECE-6201-5335-2AE8-74B155D9DDCC}"/>
                  </a:ext>
                </a:extLst>
              </p:cNvPr>
              <p:cNvSpPr/>
              <p:nvPr/>
            </p:nvSpPr>
            <p:spPr>
              <a:xfrm>
                <a:off x="5078320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7" name="pg1307">
                <a:extLst>
                  <a:ext uri="{FF2B5EF4-FFF2-40B4-BE49-F238E27FC236}">
                    <a16:creationId xmlns:a16="http://schemas.microsoft.com/office/drawing/2014/main" id="{FA060333-DD72-7A1C-DCE7-CE067FAC6E0B}"/>
                  </a:ext>
                </a:extLst>
              </p:cNvPr>
              <p:cNvSpPr/>
              <p:nvPr/>
            </p:nvSpPr>
            <p:spPr>
              <a:xfrm>
                <a:off x="508995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8" name="pg1308">
                <a:extLst>
                  <a:ext uri="{FF2B5EF4-FFF2-40B4-BE49-F238E27FC236}">
                    <a16:creationId xmlns:a16="http://schemas.microsoft.com/office/drawing/2014/main" id="{EF31305E-B4AA-BCA4-08B0-EE8D2C2F8B1B}"/>
                  </a:ext>
                </a:extLst>
              </p:cNvPr>
              <p:cNvSpPr/>
              <p:nvPr/>
            </p:nvSpPr>
            <p:spPr>
              <a:xfrm>
                <a:off x="510159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09" name="pg1309">
                <a:extLst>
                  <a:ext uri="{FF2B5EF4-FFF2-40B4-BE49-F238E27FC236}">
                    <a16:creationId xmlns:a16="http://schemas.microsoft.com/office/drawing/2014/main" id="{D97AE15B-E447-8147-9B98-E42C10C5B6AB}"/>
                  </a:ext>
                </a:extLst>
              </p:cNvPr>
              <p:cNvSpPr/>
              <p:nvPr/>
            </p:nvSpPr>
            <p:spPr>
              <a:xfrm>
                <a:off x="5113232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0" name="pg1310">
                <a:extLst>
                  <a:ext uri="{FF2B5EF4-FFF2-40B4-BE49-F238E27FC236}">
                    <a16:creationId xmlns:a16="http://schemas.microsoft.com/office/drawing/2014/main" id="{5B1C86BC-EB6C-FD50-BCE3-0F9A1C8E8342}"/>
                  </a:ext>
                </a:extLst>
              </p:cNvPr>
              <p:cNvSpPr/>
              <p:nvPr/>
            </p:nvSpPr>
            <p:spPr>
              <a:xfrm>
                <a:off x="5124869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1" name="pg1311">
                <a:extLst>
                  <a:ext uri="{FF2B5EF4-FFF2-40B4-BE49-F238E27FC236}">
                    <a16:creationId xmlns:a16="http://schemas.microsoft.com/office/drawing/2014/main" id="{BDA69FC4-582F-F2C4-594B-F1A9B84C13FD}"/>
                  </a:ext>
                </a:extLst>
              </p:cNvPr>
              <p:cNvSpPr/>
              <p:nvPr/>
            </p:nvSpPr>
            <p:spPr>
              <a:xfrm>
                <a:off x="513650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2" name="pg1312">
                <a:extLst>
                  <a:ext uri="{FF2B5EF4-FFF2-40B4-BE49-F238E27FC236}">
                    <a16:creationId xmlns:a16="http://schemas.microsoft.com/office/drawing/2014/main" id="{9B183E12-EBB6-4B5D-3FE4-AAF4DD4DF048}"/>
                  </a:ext>
                </a:extLst>
              </p:cNvPr>
              <p:cNvSpPr/>
              <p:nvPr/>
            </p:nvSpPr>
            <p:spPr>
              <a:xfrm>
                <a:off x="5148144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3" name="pg1313">
                <a:extLst>
                  <a:ext uri="{FF2B5EF4-FFF2-40B4-BE49-F238E27FC236}">
                    <a16:creationId xmlns:a16="http://schemas.microsoft.com/office/drawing/2014/main" id="{CA6585D7-9845-5608-85A7-F889E9CF63E7}"/>
                  </a:ext>
                </a:extLst>
              </p:cNvPr>
              <p:cNvSpPr/>
              <p:nvPr/>
            </p:nvSpPr>
            <p:spPr>
              <a:xfrm>
                <a:off x="519469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4" name="pg1314">
                <a:extLst>
                  <a:ext uri="{FF2B5EF4-FFF2-40B4-BE49-F238E27FC236}">
                    <a16:creationId xmlns:a16="http://schemas.microsoft.com/office/drawing/2014/main" id="{8544A3A9-F8F6-9BC4-CE7B-D5832F868E34}"/>
                  </a:ext>
                </a:extLst>
              </p:cNvPr>
              <p:cNvSpPr/>
              <p:nvPr/>
            </p:nvSpPr>
            <p:spPr>
              <a:xfrm>
                <a:off x="5206331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5" name="pg1315">
                <a:extLst>
                  <a:ext uri="{FF2B5EF4-FFF2-40B4-BE49-F238E27FC236}">
                    <a16:creationId xmlns:a16="http://schemas.microsoft.com/office/drawing/2014/main" id="{8CC2D7E6-022B-2D63-7880-3C432924CBB7}"/>
                  </a:ext>
                </a:extLst>
              </p:cNvPr>
              <p:cNvSpPr/>
              <p:nvPr/>
            </p:nvSpPr>
            <p:spPr>
              <a:xfrm>
                <a:off x="5217968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6" name="pg1316">
                <a:extLst>
                  <a:ext uri="{FF2B5EF4-FFF2-40B4-BE49-F238E27FC236}">
                    <a16:creationId xmlns:a16="http://schemas.microsoft.com/office/drawing/2014/main" id="{78670045-FF58-0D65-650B-65ABAF0AAC4A}"/>
                  </a:ext>
                </a:extLst>
              </p:cNvPr>
              <p:cNvSpPr/>
              <p:nvPr/>
            </p:nvSpPr>
            <p:spPr>
              <a:xfrm>
                <a:off x="522960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7" name="pg1317">
                <a:extLst>
                  <a:ext uri="{FF2B5EF4-FFF2-40B4-BE49-F238E27FC236}">
                    <a16:creationId xmlns:a16="http://schemas.microsoft.com/office/drawing/2014/main" id="{A6D3C108-B6A8-2F19-9D51-53CA21BBC71E}"/>
                  </a:ext>
                </a:extLst>
              </p:cNvPr>
              <p:cNvSpPr/>
              <p:nvPr/>
            </p:nvSpPr>
            <p:spPr>
              <a:xfrm>
                <a:off x="5241243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8" name="pg1318">
                <a:extLst>
                  <a:ext uri="{FF2B5EF4-FFF2-40B4-BE49-F238E27FC236}">
                    <a16:creationId xmlns:a16="http://schemas.microsoft.com/office/drawing/2014/main" id="{7D94E942-E310-C27F-7DF4-BA8FDA846B8B}"/>
                  </a:ext>
                </a:extLst>
              </p:cNvPr>
              <p:cNvSpPr/>
              <p:nvPr/>
            </p:nvSpPr>
            <p:spPr>
              <a:xfrm>
                <a:off x="5252880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19" name="pg1319">
                <a:extLst>
                  <a:ext uri="{FF2B5EF4-FFF2-40B4-BE49-F238E27FC236}">
                    <a16:creationId xmlns:a16="http://schemas.microsoft.com/office/drawing/2014/main" id="{C83E1322-E820-4B5A-90B2-73467686DFB5}"/>
                  </a:ext>
                </a:extLst>
              </p:cNvPr>
              <p:cNvSpPr/>
              <p:nvPr/>
            </p:nvSpPr>
            <p:spPr>
              <a:xfrm>
                <a:off x="5264517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0" name="pg1320">
                <a:extLst>
                  <a:ext uri="{FF2B5EF4-FFF2-40B4-BE49-F238E27FC236}">
                    <a16:creationId xmlns:a16="http://schemas.microsoft.com/office/drawing/2014/main" id="{5B25C5F2-83E3-0E01-2FF4-74E3D3CB33C1}"/>
                  </a:ext>
                </a:extLst>
              </p:cNvPr>
              <p:cNvSpPr/>
              <p:nvPr/>
            </p:nvSpPr>
            <p:spPr>
              <a:xfrm>
                <a:off x="5276155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1" name="pg1321">
                <a:extLst>
                  <a:ext uri="{FF2B5EF4-FFF2-40B4-BE49-F238E27FC236}">
                    <a16:creationId xmlns:a16="http://schemas.microsoft.com/office/drawing/2014/main" id="{5DB34069-C1BB-CBA7-3FEA-649BA851787E}"/>
                  </a:ext>
                </a:extLst>
              </p:cNvPr>
              <p:cNvSpPr/>
              <p:nvPr/>
            </p:nvSpPr>
            <p:spPr>
              <a:xfrm>
                <a:off x="5287792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2" name="pg1322">
                <a:extLst>
                  <a:ext uri="{FF2B5EF4-FFF2-40B4-BE49-F238E27FC236}">
                    <a16:creationId xmlns:a16="http://schemas.microsoft.com/office/drawing/2014/main" id="{4C0EE6AF-9C5C-7A26-DFF2-2C8D06FCABF8}"/>
                  </a:ext>
                </a:extLst>
              </p:cNvPr>
              <p:cNvSpPr/>
              <p:nvPr/>
            </p:nvSpPr>
            <p:spPr>
              <a:xfrm>
                <a:off x="5299429" y="358014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3" name="pg1323">
                <a:extLst>
                  <a:ext uri="{FF2B5EF4-FFF2-40B4-BE49-F238E27FC236}">
                    <a16:creationId xmlns:a16="http://schemas.microsoft.com/office/drawing/2014/main" id="{A1E34A8F-7CF2-074C-67F9-728EF0E73AE6}"/>
                  </a:ext>
                </a:extLst>
              </p:cNvPr>
              <p:cNvSpPr/>
              <p:nvPr/>
            </p:nvSpPr>
            <p:spPr>
              <a:xfrm>
                <a:off x="5008496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4" name="pg1324">
                <a:extLst>
                  <a:ext uri="{FF2B5EF4-FFF2-40B4-BE49-F238E27FC236}">
                    <a16:creationId xmlns:a16="http://schemas.microsoft.com/office/drawing/2014/main" id="{FD0958B8-5F7E-4B0A-A219-71B0825F5FCF}"/>
                  </a:ext>
                </a:extLst>
              </p:cNvPr>
              <p:cNvSpPr/>
              <p:nvPr/>
            </p:nvSpPr>
            <p:spPr>
              <a:xfrm>
                <a:off x="502013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5" name="pg1325">
                <a:extLst>
                  <a:ext uri="{FF2B5EF4-FFF2-40B4-BE49-F238E27FC236}">
                    <a16:creationId xmlns:a16="http://schemas.microsoft.com/office/drawing/2014/main" id="{DC3738BF-3011-5EAD-6BEF-A303B5A7F43B}"/>
                  </a:ext>
                </a:extLst>
              </p:cNvPr>
              <p:cNvSpPr/>
              <p:nvPr/>
            </p:nvSpPr>
            <p:spPr>
              <a:xfrm>
                <a:off x="5031771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6" name="pg1326">
                <a:extLst>
                  <a:ext uri="{FF2B5EF4-FFF2-40B4-BE49-F238E27FC236}">
                    <a16:creationId xmlns:a16="http://schemas.microsoft.com/office/drawing/2014/main" id="{CE6476FF-5DCE-9F82-192A-F679BA8885CE}"/>
                  </a:ext>
                </a:extLst>
              </p:cNvPr>
              <p:cNvSpPr/>
              <p:nvPr/>
            </p:nvSpPr>
            <p:spPr>
              <a:xfrm>
                <a:off x="5043408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7" name="pg1327">
                <a:extLst>
                  <a:ext uri="{FF2B5EF4-FFF2-40B4-BE49-F238E27FC236}">
                    <a16:creationId xmlns:a16="http://schemas.microsoft.com/office/drawing/2014/main" id="{A317021C-1FBB-E7AE-798F-0FB98E52AE9F}"/>
                  </a:ext>
                </a:extLst>
              </p:cNvPr>
              <p:cNvSpPr/>
              <p:nvPr/>
            </p:nvSpPr>
            <p:spPr>
              <a:xfrm>
                <a:off x="505504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8" name="pg1328">
                <a:extLst>
                  <a:ext uri="{FF2B5EF4-FFF2-40B4-BE49-F238E27FC236}">
                    <a16:creationId xmlns:a16="http://schemas.microsoft.com/office/drawing/2014/main" id="{CBB7D317-1101-1533-8C87-013848ABAABA}"/>
                  </a:ext>
                </a:extLst>
              </p:cNvPr>
              <p:cNvSpPr/>
              <p:nvPr/>
            </p:nvSpPr>
            <p:spPr>
              <a:xfrm>
                <a:off x="506668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29" name="pg1329">
                <a:extLst>
                  <a:ext uri="{FF2B5EF4-FFF2-40B4-BE49-F238E27FC236}">
                    <a16:creationId xmlns:a16="http://schemas.microsoft.com/office/drawing/2014/main" id="{842CA66A-15EA-387E-A535-511ECB2556F9}"/>
                  </a:ext>
                </a:extLst>
              </p:cNvPr>
              <p:cNvSpPr/>
              <p:nvPr/>
            </p:nvSpPr>
            <p:spPr>
              <a:xfrm>
                <a:off x="5078320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0" name="pg1330">
                <a:extLst>
                  <a:ext uri="{FF2B5EF4-FFF2-40B4-BE49-F238E27FC236}">
                    <a16:creationId xmlns:a16="http://schemas.microsoft.com/office/drawing/2014/main" id="{55CB34C5-2216-EFAC-C44E-E83BE031395F}"/>
                  </a:ext>
                </a:extLst>
              </p:cNvPr>
              <p:cNvSpPr/>
              <p:nvPr/>
            </p:nvSpPr>
            <p:spPr>
              <a:xfrm>
                <a:off x="508995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1" name="pg1331">
                <a:extLst>
                  <a:ext uri="{FF2B5EF4-FFF2-40B4-BE49-F238E27FC236}">
                    <a16:creationId xmlns:a16="http://schemas.microsoft.com/office/drawing/2014/main" id="{A8A7073E-9914-F7CB-8F02-5FDB58F5ACD6}"/>
                  </a:ext>
                </a:extLst>
              </p:cNvPr>
              <p:cNvSpPr/>
              <p:nvPr/>
            </p:nvSpPr>
            <p:spPr>
              <a:xfrm>
                <a:off x="510159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2" name="pg1332">
                <a:extLst>
                  <a:ext uri="{FF2B5EF4-FFF2-40B4-BE49-F238E27FC236}">
                    <a16:creationId xmlns:a16="http://schemas.microsoft.com/office/drawing/2014/main" id="{880EB3CA-EB12-6A1C-F444-F5BB6997BD52}"/>
                  </a:ext>
                </a:extLst>
              </p:cNvPr>
              <p:cNvSpPr/>
              <p:nvPr/>
            </p:nvSpPr>
            <p:spPr>
              <a:xfrm>
                <a:off x="5113232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3" name="pg1333">
                <a:extLst>
                  <a:ext uri="{FF2B5EF4-FFF2-40B4-BE49-F238E27FC236}">
                    <a16:creationId xmlns:a16="http://schemas.microsoft.com/office/drawing/2014/main" id="{2913DD45-3626-1094-8537-C721670900D3}"/>
                  </a:ext>
                </a:extLst>
              </p:cNvPr>
              <p:cNvSpPr/>
              <p:nvPr/>
            </p:nvSpPr>
            <p:spPr>
              <a:xfrm>
                <a:off x="5124869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4" name="pg1334">
                <a:extLst>
                  <a:ext uri="{FF2B5EF4-FFF2-40B4-BE49-F238E27FC236}">
                    <a16:creationId xmlns:a16="http://schemas.microsoft.com/office/drawing/2014/main" id="{4B9F5417-627F-167E-500F-58A86834A909}"/>
                  </a:ext>
                </a:extLst>
              </p:cNvPr>
              <p:cNvSpPr/>
              <p:nvPr/>
            </p:nvSpPr>
            <p:spPr>
              <a:xfrm>
                <a:off x="513650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5" name="pg1335">
                <a:extLst>
                  <a:ext uri="{FF2B5EF4-FFF2-40B4-BE49-F238E27FC236}">
                    <a16:creationId xmlns:a16="http://schemas.microsoft.com/office/drawing/2014/main" id="{D1FA2939-D79E-DB56-ADE5-8A5D0E495002}"/>
                  </a:ext>
                </a:extLst>
              </p:cNvPr>
              <p:cNvSpPr/>
              <p:nvPr/>
            </p:nvSpPr>
            <p:spPr>
              <a:xfrm>
                <a:off x="5148144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6" name="pg1336">
                <a:extLst>
                  <a:ext uri="{FF2B5EF4-FFF2-40B4-BE49-F238E27FC236}">
                    <a16:creationId xmlns:a16="http://schemas.microsoft.com/office/drawing/2014/main" id="{D2A51ED3-4741-28B8-36B1-CC11098D6246}"/>
                  </a:ext>
                </a:extLst>
              </p:cNvPr>
              <p:cNvSpPr/>
              <p:nvPr/>
            </p:nvSpPr>
            <p:spPr>
              <a:xfrm>
                <a:off x="519469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7" name="pg1337">
                <a:extLst>
                  <a:ext uri="{FF2B5EF4-FFF2-40B4-BE49-F238E27FC236}">
                    <a16:creationId xmlns:a16="http://schemas.microsoft.com/office/drawing/2014/main" id="{BAA4F587-D312-360E-A38D-2E00EDEA15F5}"/>
                  </a:ext>
                </a:extLst>
              </p:cNvPr>
              <p:cNvSpPr/>
              <p:nvPr/>
            </p:nvSpPr>
            <p:spPr>
              <a:xfrm>
                <a:off x="5206331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8" name="pg1338">
                <a:extLst>
                  <a:ext uri="{FF2B5EF4-FFF2-40B4-BE49-F238E27FC236}">
                    <a16:creationId xmlns:a16="http://schemas.microsoft.com/office/drawing/2014/main" id="{847DCD83-1F5D-ECC9-9CFC-7453A3C1A59F}"/>
                  </a:ext>
                </a:extLst>
              </p:cNvPr>
              <p:cNvSpPr/>
              <p:nvPr/>
            </p:nvSpPr>
            <p:spPr>
              <a:xfrm>
                <a:off x="5217968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39" name="pg1339">
                <a:extLst>
                  <a:ext uri="{FF2B5EF4-FFF2-40B4-BE49-F238E27FC236}">
                    <a16:creationId xmlns:a16="http://schemas.microsoft.com/office/drawing/2014/main" id="{AE919330-A308-B78B-41B5-2C163A5259D5}"/>
                  </a:ext>
                </a:extLst>
              </p:cNvPr>
              <p:cNvSpPr/>
              <p:nvPr/>
            </p:nvSpPr>
            <p:spPr>
              <a:xfrm>
                <a:off x="522960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0" name="pg1340">
                <a:extLst>
                  <a:ext uri="{FF2B5EF4-FFF2-40B4-BE49-F238E27FC236}">
                    <a16:creationId xmlns:a16="http://schemas.microsoft.com/office/drawing/2014/main" id="{97CFCA38-63B3-E740-E061-2392B9670F2D}"/>
                  </a:ext>
                </a:extLst>
              </p:cNvPr>
              <p:cNvSpPr/>
              <p:nvPr/>
            </p:nvSpPr>
            <p:spPr>
              <a:xfrm>
                <a:off x="5241243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1" name="pg1341">
                <a:extLst>
                  <a:ext uri="{FF2B5EF4-FFF2-40B4-BE49-F238E27FC236}">
                    <a16:creationId xmlns:a16="http://schemas.microsoft.com/office/drawing/2014/main" id="{ABA6BA92-A239-BFF0-F663-B870E0BA0681}"/>
                  </a:ext>
                </a:extLst>
              </p:cNvPr>
              <p:cNvSpPr/>
              <p:nvPr/>
            </p:nvSpPr>
            <p:spPr>
              <a:xfrm>
                <a:off x="5252880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2" name="pg1342">
                <a:extLst>
                  <a:ext uri="{FF2B5EF4-FFF2-40B4-BE49-F238E27FC236}">
                    <a16:creationId xmlns:a16="http://schemas.microsoft.com/office/drawing/2014/main" id="{70294AD2-C6BB-FAE5-C2B8-D544AA5332AF}"/>
                  </a:ext>
                </a:extLst>
              </p:cNvPr>
              <p:cNvSpPr/>
              <p:nvPr/>
            </p:nvSpPr>
            <p:spPr>
              <a:xfrm>
                <a:off x="5264517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3" name="pg1343">
                <a:extLst>
                  <a:ext uri="{FF2B5EF4-FFF2-40B4-BE49-F238E27FC236}">
                    <a16:creationId xmlns:a16="http://schemas.microsoft.com/office/drawing/2014/main" id="{71A2ABA6-7904-703F-3FED-920CA5487AAD}"/>
                  </a:ext>
                </a:extLst>
              </p:cNvPr>
              <p:cNvSpPr/>
              <p:nvPr/>
            </p:nvSpPr>
            <p:spPr>
              <a:xfrm>
                <a:off x="5276155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4" name="pg1344">
                <a:extLst>
                  <a:ext uri="{FF2B5EF4-FFF2-40B4-BE49-F238E27FC236}">
                    <a16:creationId xmlns:a16="http://schemas.microsoft.com/office/drawing/2014/main" id="{DBB1D780-A341-5AB2-5E7F-BC2CAC8B01B3}"/>
                  </a:ext>
                </a:extLst>
              </p:cNvPr>
              <p:cNvSpPr/>
              <p:nvPr/>
            </p:nvSpPr>
            <p:spPr>
              <a:xfrm>
                <a:off x="5287792" y="359444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5" name="pg1345">
                <a:extLst>
                  <a:ext uri="{FF2B5EF4-FFF2-40B4-BE49-F238E27FC236}">
                    <a16:creationId xmlns:a16="http://schemas.microsoft.com/office/drawing/2014/main" id="{E3F3722F-0C4E-3E1C-6C8C-FC80741B9ACB}"/>
                  </a:ext>
                </a:extLst>
              </p:cNvPr>
              <p:cNvSpPr/>
              <p:nvPr/>
            </p:nvSpPr>
            <p:spPr>
              <a:xfrm>
                <a:off x="4996859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6" name="pg1346">
                <a:extLst>
                  <a:ext uri="{FF2B5EF4-FFF2-40B4-BE49-F238E27FC236}">
                    <a16:creationId xmlns:a16="http://schemas.microsoft.com/office/drawing/2014/main" id="{04A41240-5124-D627-5E37-0569BB778A20}"/>
                  </a:ext>
                </a:extLst>
              </p:cNvPr>
              <p:cNvSpPr/>
              <p:nvPr/>
            </p:nvSpPr>
            <p:spPr>
              <a:xfrm>
                <a:off x="5008496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7" name="pg1347">
                <a:extLst>
                  <a:ext uri="{FF2B5EF4-FFF2-40B4-BE49-F238E27FC236}">
                    <a16:creationId xmlns:a16="http://schemas.microsoft.com/office/drawing/2014/main" id="{FFC27C6B-3664-B8B9-9529-E97ABC65482F}"/>
                  </a:ext>
                </a:extLst>
              </p:cNvPr>
              <p:cNvSpPr/>
              <p:nvPr/>
            </p:nvSpPr>
            <p:spPr>
              <a:xfrm>
                <a:off x="502013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8" name="pg1348">
                <a:extLst>
                  <a:ext uri="{FF2B5EF4-FFF2-40B4-BE49-F238E27FC236}">
                    <a16:creationId xmlns:a16="http://schemas.microsoft.com/office/drawing/2014/main" id="{152BA16C-A565-7D5E-A643-9ADBAAD045E6}"/>
                  </a:ext>
                </a:extLst>
              </p:cNvPr>
              <p:cNvSpPr/>
              <p:nvPr/>
            </p:nvSpPr>
            <p:spPr>
              <a:xfrm>
                <a:off x="503177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49" name="pg1349">
                <a:extLst>
                  <a:ext uri="{FF2B5EF4-FFF2-40B4-BE49-F238E27FC236}">
                    <a16:creationId xmlns:a16="http://schemas.microsoft.com/office/drawing/2014/main" id="{AE9215AA-69BF-9B8D-1AF2-15785AF29DA2}"/>
                  </a:ext>
                </a:extLst>
              </p:cNvPr>
              <p:cNvSpPr/>
              <p:nvPr/>
            </p:nvSpPr>
            <p:spPr>
              <a:xfrm>
                <a:off x="5043408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0" name="pg1350">
                <a:extLst>
                  <a:ext uri="{FF2B5EF4-FFF2-40B4-BE49-F238E27FC236}">
                    <a16:creationId xmlns:a16="http://schemas.microsoft.com/office/drawing/2014/main" id="{936A6B07-8428-C9EE-C63D-9821C1BF18F2}"/>
                  </a:ext>
                </a:extLst>
              </p:cNvPr>
              <p:cNvSpPr/>
              <p:nvPr/>
            </p:nvSpPr>
            <p:spPr>
              <a:xfrm>
                <a:off x="505504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1" name="pg1351">
                <a:extLst>
                  <a:ext uri="{FF2B5EF4-FFF2-40B4-BE49-F238E27FC236}">
                    <a16:creationId xmlns:a16="http://schemas.microsoft.com/office/drawing/2014/main" id="{5BB8EB66-34DA-47AC-45B8-F9D2EC94677A}"/>
                  </a:ext>
                </a:extLst>
              </p:cNvPr>
              <p:cNvSpPr/>
              <p:nvPr/>
            </p:nvSpPr>
            <p:spPr>
              <a:xfrm>
                <a:off x="506668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2" name="pg1352">
                <a:extLst>
                  <a:ext uri="{FF2B5EF4-FFF2-40B4-BE49-F238E27FC236}">
                    <a16:creationId xmlns:a16="http://schemas.microsoft.com/office/drawing/2014/main" id="{240A9C65-985A-2AF0-2055-F5CB734E95D2}"/>
                  </a:ext>
                </a:extLst>
              </p:cNvPr>
              <p:cNvSpPr/>
              <p:nvPr/>
            </p:nvSpPr>
            <p:spPr>
              <a:xfrm>
                <a:off x="5078320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3" name="pg1353">
                <a:extLst>
                  <a:ext uri="{FF2B5EF4-FFF2-40B4-BE49-F238E27FC236}">
                    <a16:creationId xmlns:a16="http://schemas.microsoft.com/office/drawing/2014/main" id="{87CF023B-C511-9E3D-AEA3-5615203F12BF}"/>
                  </a:ext>
                </a:extLst>
              </p:cNvPr>
              <p:cNvSpPr/>
              <p:nvPr/>
            </p:nvSpPr>
            <p:spPr>
              <a:xfrm>
                <a:off x="508995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4" name="pg1354">
                <a:extLst>
                  <a:ext uri="{FF2B5EF4-FFF2-40B4-BE49-F238E27FC236}">
                    <a16:creationId xmlns:a16="http://schemas.microsoft.com/office/drawing/2014/main" id="{67AF774A-71E4-43A0-1762-2F677713B5A1}"/>
                  </a:ext>
                </a:extLst>
              </p:cNvPr>
              <p:cNvSpPr/>
              <p:nvPr/>
            </p:nvSpPr>
            <p:spPr>
              <a:xfrm>
                <a:off x="510159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5" name="pg1355">
                <a:extLst>
                  <a:ext uri="{FF2B5EF4-FFF2-40B4-BE49-F238E27FC236}">
                    <a16:creationId xmlns:a16="http://schemas.microsoft.com/office/drawing/2014/main" id="{3CDD70AF-D443-FCA1-2EAE-0E6533849ADC}"/>
                  </a:ext>
                </a:extLst>
              </p:cNvPr>
              <p:cNvSpPr/>
              <p:nvPr/>
            </p:nvSpPr>
            <p:spPr>
              <a:xfrm>
                <a:off x="5113232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6" name="pg1356">
                <a:extLst>
                  <a:ext uri="{FF2B5EF4-FFF2-40B4-BE49-F238E27FC236}">
                    <a16:creationId xmlns:a16="http://schemas.microsoft.com/office/drawing/2014/main" id="{D7FB978C-3924-DE50-363F-031EEF4A42BC}"/>
                  </a:ext>
                </a:extLst>
              </p:cNvPr>
              <p:cNvSpPr/>
              <p:nvPr/>
            </p:nvSpPr>
            <p:spPr>
              <a:xfrm>
                <a:off x="5124869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7" name="pg1357">
                <a:extLst>
                  <a:ext uri="{FF2B5EF4-FFF2-40B4-BE49-F238E27FC236}">
                    <a16:creationId xmlns:a16="http://schemas.microsoft.com/office/drawing/2014/main" id="{E3757D33-DEB0-99AB-72A6-C1A35CB870EE}"/>
                  </a:ext>
                </a:extLst>
              </p:cNvPr>
              <p:cNvSpPr/>
              <p:nvPr/>
            </p:nvSpPr>
            <p:spPr>
              <a:xfrm>
                <a:off x="513650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8" name="pg1358">
                <a:extLst>
                  <a:ext uri="{FF2B5EF4-FFF2-40B4-BE49-F238E27FC236}">
                    <a16:creationId xmlns:a16="http://schemas.microsoft.com/office/drawing/2014/main" id="{A6AE13DA-7BE1-ABB8-C251-FE36A3AE6A9C}"/>
                  </a:ext>
                </a:extLst>
              </p:cNvPr>
              <p:cNvSpPr/>
              <p:nvPr/>
            </p:nvSpPr>
            <p:spPr>
              <a:xfrm>
                <a:off x="5148144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59" name="pg1359">
                <a:extLst>
                  <a:ext uri="{FF2B5EF4-FFF2-40B4-BE49-F238E27FC236}">
                    <a16:creationId xmlns:a16="http://schemas.microsoft.com/office/drawing/2014/main" id="{05B2E8C1-72B1-3896-EAC9-A84E39566342}"/>
                  </a:ext>
                </a:extLst>
              </p:cNvPr>
              <p:cNvSpPr/>
              <p:nvPr/>
            </p:nvSpPr>
            <p:spPr>
              <a:xfrm>
                <a:off x="515978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0" name="pg1360">
                <a:extLst>
                  <a:ext uri="{FF2B5EF4-FFF2-40B4-BE49-F238E27FC236}">
                    <a16:creationId xmlns:a16="http://schemas.microsoft.com/office/drawing/2014/main" id="{35CF6597-22A7-90A6-ECB4-97E3A8397A22}"/>
                  </a:ext>
                </a:extLst>
              </p:cNvPr>
              <p:cNvSpPr/>
              <p:nvPr/>
            </p:nvSpPr>
            <p:spPr>
              <a:xfrm>
                <a:off x="5206331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1" name="pg1361">
                <a:extLst>
                  <a:ext uri="{FF2B5EF4-FFF2-40B4-BE49-F238E27FC236}">
                    <a16:creationId xmlns:a16="http://schemas.microsoft.com/office/drawing/2014/main" id="{EB3B3CC3-ED82-89D0-2795-CDA7A260A2D4}"/>
                  </a:ext>
                </a:extLst>
              </p:cNvPr>
              <p:cNvSpPr/>
              <p:nvPr/>
            </p:nvSpPr>
            <p:spPr>
              <a:xfrm>
                <a:off x="5217968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2" name="pg1362">
                <a:extLst>
                  <a:ext uri="{FF2B5EF4-FFF2-40B4-BE49-F238E27FC236}">
                    <a16:creationId xmlns:a16="http://schemas.microsoft.com/office/drawing/2014/main" id="{A835C17C-87D1-B105-181D-E04774730C6A}"/>
                  </a:ext>
                </a:extLst>
              </p:cNvPr>
              <p:cNvSpPr/>
              <p:nvPr/>
            </p:nvSpPr>
            <p:spPr>
              <a:xfrm>
                <a:off x="522960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3" name="pg1363">
                <a:extLst>
                  <a:ext uri="{FF2B5EF4-FFF2-40B4-BE49-F238E27FC236}">
                    <a16:creationId xmlns:a16="http://schemas.microsoft.com/office/drawing/2014/main" id="{FBE00DD8-AC02-28B9-5415-47C5C62346F8}"/>
                  </a:ext>
                </a:extLst>
              </p:cNvPr>
              <p:cNvSpPr/>
              <p:nvPr/>
            </p:nvSpPr>
            <p:spPr>
              <a:xfrm>
                <a:off x="5241243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4" name="pg1364">
                <a:extLst>
                  <a:ext uri="{FF2B5EF4-FFF2-40B4-BE49-F238E27FC236}">
                    <a16:creationId xmlns:a16="http://schemas.microsoft.com/office/drawing/2014/main" id="{66DC9879-7364-FA6D-7097-320B06988590}"/>
                  </a:ext>
                </a:extLst>
              </p:cNvPr>
              <p:cNvSpPr/>
              <p:nvPr/>
            </p:nvSpPr>
            <p:spPr>
              <a:xfrm>
                <a:off x="5252880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5" name="pg1365">
                <a:extLst>
                  <a:ext uri="{FF2B5EF4-FFF2-40B4-BE49-F238E27FC236}">
                    <a16:creationId xmlns:a16="http://schemas.microsoft.com/office/drawing/2014/main" id="{C9C3D63A-4579-3F3F-499A-4526FECC840F}"/>
                  </a:ext>
                </a:extLst>
              </p:cNvPr>
              <p:cNvSpPr/>
              <p:nvPr/>
            </p:nvSpPr>
            <p:spPr>
              <a:xfrm>
                <a:off x="5264517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6" name="pg1366">
                <a:extLst>
                  <a:ext uri="{FF2B5EF4-FFF2-40B4-BE49-F238E27FC236}">
                    <a16:creationId xmlns:a16="http://schemas.microsoft.com/office/drawing/2014/main" id="{FC8DABB7-1B0C-B037-773B-648EAD41AF20}"/>
                  </a:ext>
                </a:extLst>
              </p:cNvPr>
              <p:cNvSpPr/>
              <p:nvPr/>
            </p:nvSpPr>
            <p:spPr>
              <a:xfrm>
                <a:off x="5276155" y="36087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7" name="pg1367">
                <a:extLst>
                  <a:ext uri="{FF2B5EF4-FFF2-40B4-BE49-F238E27FC236}">
                    <a16:creationId xmlns:a16="http://schemas.microsoft.com/office/drawing/2014/main" id="{F1E40826-C823-14AF-30B2-B1A05B71B935}"/>
                  </a:ext>
                </a:extLst>
              </p:cNvPr>
              <p:cNvSpPr/>
              <p:nvPr/>
            </p:nvSpPr>
            <p:spPr>
              <a:xfrm>
                <a:off x="4996859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8" name="pg1368">
                <a:extLst>
                  <a:ext uri="{FF2B5EF4-FFF2-40B4-BE49-F238E27FC236}">
                    <a16:creationId xmlns:a16="http://schemas.microsoft.com/office/drawing/2014/main" id="{EDC53726-12A2-7A38-F595-8D6D532ECBFC}"/>
                  </a:ext>
                </a:extLst>
              </p:cNvPr>
              <p:cNvSpPr/>
              <p:nvPr/>
            </p:nvSpPr>
            <p:spPr>
              <a:xfrm>
                <a:off x="5008496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69" name="pg1369">
                <a:extLst>
                  <a:ext uri="{FF2B5EF4-FFF2-40B4-BE49-F238E27FC236}">
                    <a16:creationId xmlns:a16="http://schemas.microsoft.com/office/drawing/2014/main" id="{30788F2E-D3A5-DCF0-F76B-E813924A4F11}"/>
                  </a:ext>
                </a:extLst>
              </p:cNvPr>
              <p:cNvSpPr/>
              <p:nvPr/>
            </p:nvSpPr>
            <p:spPr>
              <a:xfrm>
                <a:off x="502013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0" name="pg1370">
                <a:extLst>
                  <a:ext uri="{FF2B5EF4-FFF2-40B4-BE49-F238E27FC236}">
                    <a16:creationId xmlns:a16="http://schemas.microsoft.com/office/drawing/2014/main" id="{A10465E8-0982-3C77-8B07-B86EF03F366D}"/>
                  </a:ext>
                </a:extLst>
              </p:cNvPr>
              <p:cNvSpPr/>
              <p:nvPr/>
            </p:nvSpPr>
            <p:spPr>
              <a:xfrm>
                <a:off x="503177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1" name="pg1371">
                <a:extLst>
                  <a:ext uri="{FF2B5EF4-FFF2-40B4-BE49-F238E27FC236}">
                    <a16:creationId xmlns:a16="http://schemas.microsoft.com/office/drawing/2014/main" id="{E74BF46B-8558-49A1-61C8-DF25ABA200EC}"/>
                  </a:ext>
                </a:extLst>
              </p:cNvPr>
              <p:cNvSpPr/>
              <p:nvPr/>
            </p:nvSpPr>
            <p:spPr>
              <a:xfrm>
                <a:off x="5043408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2" name="pg1372">
                <a:extLst>
                  <a:ext uri="{FF2B5EF4-FFF2-40B4-BE49-F238E27FC236}">
                    <a16:creationId xmlns:a16="http://schemas.microsoft.com/office/drawing/2014/main" id="{1231B3D6-D0C5-A185-0446-1713D24A0BB1}"/>
                  </a:ext>
                </a:extLst>
              </p:cNvPr>
              <p:cNvSpPr/>
              <p:nvPr/>
            </p:nvSpPr>
            <p:spPr>
              <a:xfrm>
                <a:off x="505504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3" name="pg1373">
                <a:extLst>
                  <a:ext uri="{FF2B5EF4-FFF2-40B4-BE49-F238E27FC236}">
                    <a16:creationId xmlns:a16="http://schemas.microsoft.com/office/drawing/2014/main" id="{789D5C17-3C0D-6EBF-419B-E4B8707A2379}"/>
                  </a:ext>
                </a:extLst>
              </p:cNvPr>
              <p:cNvSpPr/>
              <p:nvPr/>
            </p:nvSpPr>
            <p:spPr>
              <a:xfrm>
                <a:off x="506668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4" name="pg1374">
                <a:extLst>
                  <a:ext uri="{FF2B5EF4-FFF2-40B4-BE49-F238E27FC236}">
                    <a16:creationId xmlns:a16="http://schemas.microsoft.com/office/drawing/2014/main" id="{3B81D63B-1251-9DE9-8E7C-EC020C258553}"/>
                  </a:ext>
                </a:extLst>
              </p:cNvPr>
              <p:cNvSpPr/>
              <p:nvPr/>
            </p:nvSpPr>
            <p:spPr>
              <a:xfrm>
                <a:off x="5078320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5" name="pg1375">
                <a:extLst>
                  <a:ext uri="{FF2B5EF4-FFF2-40B4-BE49-F238E27FC236}">
                    <a16:creationId xmlns:a16="http://schemas.microsoft.com/office/drawing/2014/main" id="{E93D9281-95FF-51B9-2AAB-A31D82FC5BAD}"/>
                  </a:ext>
                </a:extLst>
              </p:cNvPr>
              <p:cNvSpPr/>
              <p:nvPr/>
            </p:nvSpPr>
            <p:spPr>
              <a:xfrm>
                <a:off x="508995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6" name="pg1376">
                <a:extLst>
                  <a:ext uri="{FF2B5EF4-FFF2-40B4-BE49-F238E27FC236}">
                    <a16:creationId xmlns:a16="http://schemas.microsoft.com/office/drawing/2014/main" id="{2D1B5490-F357-1E62-8C79-5E88D4189A2D}"/>
                  </a:ext>
                </a:extLst>
              </p:cNvPr>
              <p:cNvSpPr/>
              <p:nvPr/>
            </p:nvSpPr>
            <p:spPr>
              <a:xfrm>
                <a:off x="510159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7" name="pg1377">
                <a:extLst>
                  <a:ext uri="{FF2B5EF4-FFF2-40B4-BE49-F238E27FC236}">
                    <a16:creationId xmlns:a16="http://schemas.microsoft.com/office/drawing/2014/main" id="{D3E0889E-05B6-558E-4CF9-5FECD1E44ABE}"/>
                  </a:ext>
                </a:extLst>
              </p:cNvPr>
              <p:cNvSpPr/>
              <p:nvPr/>
            </p:nvSpPr>
            <p:spPr>
              <a:xfrm>
                <a:off x="5113232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8" name="pg1378">
                <a:extLst>
                  <a:ext uri="{FF2B5EF4-FFF2-40B4-BE49-F238E27FC236}">
                    <a16:creationId xmlns:a16="http://schemas.microsoft.com/office/drawing/2014/main" id="{373A3A87-45E6-1072-2276-27C678EF5776}"/>
                  </a:ext>
                </a:extLst>
              </p:cNvPr>
              <p:cNvSpPr/>
              <p:nvPr/>
            </p:nvSpPr>
            <p:spPr>
              <a:xfrm>
                <a:off x="5124869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79" name="pg1379">
                <a:extLst>
                  <a:ext uri="{FF2B5EF4-FFF2-40B4-BE49-F238E27FC236}">
                    <a16:creationId xmlns:a16="http://schemas.microsoft.com/office/drawing/2014/main" id="{804F2681-BCF8-4DE2-9E73-EC9200721C32}"/>
                  </a:ext>
                </a:extLst>
              </p:cNvPr>
              <p:cNvSpPr/>
              <p:nvPr/>
            </p:nvSpPr>
            <p:spPr>
              <a:xfrm>
                <a:off x="513650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0" name="pg1380">
                <a:extLst>
                  <a:ext uri="{FF2B5EF4-FFF2-40B4-BE49-F238E27FC236}">
                    <a16:creationId xmlns:a16="http://schemas.microsoft.com/office/drawing/2014/main" id="{8C726496-DB8A-8947-C82B-CEA9067419CE}"/>
                  </a:ext>
                </a:extLst>
              </p:cNvPr>
              <p:cNvSpPr/>
              <p:nvPr/>
            </p:nvSpPr>
            <p:spPr>
              <a:xfrm>
                <a:off x="5148144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1" name="pg1381">
                <a:extLst>
                  <a:ext uri="{FF2B5EF4-FFF2-40B4-BE49-F238E27FC236}">
                    <a16:creationId xmlns:a16="http://schemas.microsoft.com/office/drawing/2014/main" id="{ABA0A050-EAFE-8A9E-CCF1-B612259B7466}"/>
                  </a:ext>
                </a:extLst>
              </p:cNvPr>
              <p:cNvSpPr/>
              <p:nvPr/>
            </p:nvSpPr>
            <p:spPr>
              <a:xfrm>
                <a:off x="515978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2" name="pg1382">
                <a:extLst>
                  <a:ext uri="{FF2B5EF4-FFF2-40B4-BE49-F238E27FC236}">
                    <a16:creationId xmlns:a16="http://schemas.microsoft.com/office/drawing/2014/main" id="{A4B6BEF0-BD89-C08B-BA37-5A567B6E3BA4}"/>
                  </a:ext>
                </a:extLst>
              </p:cNvPr>
              <p:cNvSpPr/>
              <p:nvPr/>
            </p:nvSpPr>
            <p:spPr>
              <a:xfrm>
                <a:off x="5206331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3" name="pg1383">
                <a:extLst>
                  <a:ext uri="{FF2B5EF4-FFF2-40B4-BE49-F238E27FC236}">
                    <a16:creationId xmlns:a16="http://schemas.microsoft.com/office/drawing/2014/main" id="{301BC56D-3224-3340-CE4E-F3EFCA3AD262}"/>
                  </a:ext>
                </a:extLst>
              </p:cNvPr>
              <p:cNvSpPr/>
              <p:nvPr/>
            </p:nvSpPr>
            <p:spPr>
              <a:xfrm>
                <a:off x="5217968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4" name="pg1384">
                <a:extLst>
                  <a:ext uri="{FF2B5EF4-FFF2-40B4-BE49-F238E27FC236}">
                    <a16:creationId xmlns:a16="http://schemas.microsoft.com/office/drawing/2014/main" id="{66934480-8634-B502-4D25-568A2AB904A2}"/>
                  </a:ext>
                </a:extLst>
              </p:cNvPr>
              <p:cNvSpPr/>
              <p:nvPr/>
            </p:nvSpPr>
            <p:spPr>
              <a:xfrm>
                <a:off x="5229605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5" name="pg1385">
                <a:extLst>
                  <a:ext uri="{FF2B5EF4-FFF2-40B4-BE49-F238E27FC236}">
                    <a16:creationId xmlns:a16="http://schemas.microsoft.com/office/drawing/2014/main" id="{7BC5DA09-F5FF-CC5E-387A-01D58BDFF6A0}"/>
                  </a:ext>
                </a:extLst>
              </p:cNvPr>
              <p:cNvSpPr/>
              <p:nvPr/>
            </p:nvSpPr>
            <p:spPr>
              <a:xfrm>
                <a:off x="5241243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6" name="pg1386">
                <a:extLst>
                  <a:ext uri="{FF2B5EF4-FFF2-40B4-BE49-F238E27FC236}">
                    <a16:creationId xmlns:a16="http://schemas.microsoft.com/office/drawing/2014/main" id="{7D0D2045-AA55-EF36-55DA-3F63CBFD0497}"/>
                  </a:ext>
                </a:extLst>
              </p:cNvPr>
              <p:cNvSpPr/>
              <p:nvPr/>
            </p:nvSpPr>
            <p:spPr>
              <a:xfrm>
                <a:off x="5252880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7" name="pg1387">
                <a:extLst>
                  <a:ext uri="{FF2B5EF4-FFF2-40B4-BE49-F238E27FC236}">
                    <a16:creationId xmlns:a16="http://schemas.microsoft.com/office/drawing/2014/main" id="{E21DEEBC-9449-F170-0331-CCA25A2F992E}"/>
                  </a:ext>
                </a:extLst>
              </p:cNvPr>
              <p:cNvSpPr/>
              <p:nvPr/>
            </p:nvSpPr>
            <p:spPr>
              <a:xfrm>
                <a:off x="5264517" y="362304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8" name="pg1388">
                <a:extLst>
                  <a:ext uri="{FF2B5EF4-FFF2-40B4-BE49-F238E27FC236}">
                    <a16:creationId xmlns:a16="http://schemas.microsoft.com/office/drawing/2014/main" id="{C94CC87B-0368-D719-6820-00EFC8105A4A}"/>
                  </a:ext>
                </a:extLst>
              </p:cNvPr>
              <p:cNvSpPr/>
              <p:nvPr/>
            </p:nvSpPr>
            <p:spPr>
              <a:xfrm>
                <a:off x="498522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89" name="pg1389">
                <a:extLst>
                  <a:ext uri="{FF2B5EF4-FFF2-40B4-BE49-F238E27FC236}">
                    <a16:creationId xmlns:a16="http://schemas.microsoft.com/office/drawing/2014/main" id="{B4BECEE7-98A8-E05C-E987-D7F48E1D529B}"/>
                  </a:ext>
                </a:extLst>
              </p:cNvPr>
              <p:cNvSpPr/>
              <p:nvPr/>
            </p:nvSpPr>
            <p:spPr>
              <a:xfrm>
                <a:off x="499685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0" name="pg1390">
                <a:extLst>
                  <a:ext uri="{FF2B5EF4-FFF2-40B4-BE49-F238E27FC236}">
                    <a16:creationId xmlns:a16="http://schemas.microsoft.com/office/drawing/2014/main" id="{950CEAF1-D1F8-0F38-D778-2742B59D75AB}"/>
                  </a:ext>
                </a:extLst>
              </p:cNvPr>
              <p:cNvSpPr/>
              <p:nvPr/>
            </p:nvSpPr>
            <p:spPr>
              <a:xfrm>
                <a:off x="5008496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1" name="pg1391">
                <a:extLst>
                  <a:ext uri="{FF2B5EF4-FFF2-40B4-BE49-F238E27FC236}">
                    <a16:creationId xmlns:a16="http://schemas.microsoft.com/office/drawing/2014/main" id="{18B82B77-EFE3-CA79-7C38-1CB508A13A81}"/>
                  </a:ext>
                </a:extLst>
              </p:cNvPr>
              <p:cNvSpPr/>
              <p:nvPr/>
            </p:nvSpPr>
            <p:spPr>
              <a:xfrm>
                <a:off x="502013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2" name="pg1392">
                <a:extLst>
                  <a:ext uri="{FF2B5EF4-FFF2-40B4-BE49-F238E27FC236}">
                    <a16:creationId xmlns:a16="http://schemas.microsoft.com/office/drawing/2014/main" id="{B265302E-0639-46E4-FB4F-FE3CB087AF09}"/>
                  </a:ext>
                </a:extLst>
              </p:cNvPr>
              <p:cNvSpPr/>
              <p:nvPr/>
            </p:nvSpPr>
            <p:spPr>
              <a:xfrm>
                <a:off x="503177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3" name="pg1393">
                <a:extLst>
                  <a:ext uri="{FF2B5EF4-FFF2-40B4-BE49-F238E27FC236}">
                    <a16:creationId xmlns:a16="http://schemas.microsoft.com/office/drawing/2014/main" id="{F15A355E-C7C7-B5A1-FA4B-889E3374304E}"/>
                  </a:ext>
                </a:extLst>
              </p:cNvPr>
              <p:cNvSpPr/>
              <p:nvPr/>
            </p:nvSpPr>
            <p:spPr>
              <a:xfrm>
                <a:off x="5043408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4" name="pg1394">
                <a:extLst>
                  <a:ext uri="{FF2B5EF4-FFF2-40B4-BE49-F238E27FC236}">
                    <a16:creationId xmlns:a16="http://schemas.microsoft.com/office/drawing/2014/main" id="{799A34A6-FA20-CE89-0FB2-2241DAA2C7D6}"/>
                  </a:ext>
                </a:extLst>
              </p:cNvPr>
              <p:cNvSpPr/>
              <p:nvPr/>
            </p:nvSpPr>
            <p:spPr>
              <a:xfrm>
                <a:off x="505504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5" name="pg1395">
                <a:extLst>
                  <a:ext uri="{FF2B5EF4-FFF2-40B4-BE49-F238E27FC236}">
                    <a16:creationId xmlns:a16="http://schemas.microsoft.com/office/drawing/2014/main" id="{E9A01784-616A-42A0-4C8E-2BE9F7FECD72}"/>
                  </a:ext>
                </a:extLst>
              </p:cNvPr>
              <p:cNvSpPr/>
              <p:nvPr/>
            </p:nvSpPr>
            <p:spPr>
              <a:xfrm>
                <a:off x="506668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6" name="pg1396">
                <a:extLst>
                  <a:ext uri="{FF2B5EF4-FFF2-40B4-BE49-F238E27FC236}">
                    <a16:creationId xmlns:a16="http://schemas.microsoft.com/office/drawing/2014/main" id="{D6A206A5-0C13-174A-537C-1D82C6C5472D}"/>
                  </a:ext>
                </a:extLst>
              </p:cNvPr>
              <p:cNvSpPr/>
              <p:nvPr/>
            </p:nvSpPr>
            <p:spPr>
              <a:xfrm>
                <a:off x="5078320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7" name="pg1397">
                <a:extLst>
                  <a:ext uri="{FF2B5EF4-FFF2-40B4-BE49-F238E27FC236}">
                    <a16:creationId xmlns:a16="http://schemas.microsoft.com/office/drawing/2014/main" id="{BADAA273-17F2-8F82-81D6-97340207A5D7}"/>
                  </a:ext>
                </a:extLst>
              </p:cNvPr>
              <p:cNvSpPr/>
              <p:nvPr/>
            </p:nvSpPr>
            <p:spPr>
              <a:xfrm>
                <a:off x="508995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8" name="pg1398">
                <a:extLst>
                  <a:ext uri="{FF2B5EF4-FFF2-40B4-BE49-F238E27FC236}">
                    <a16:creationId xmlns:a16="http://schemas.microsoft.com/office/drawing/2014/main" id="{260A91F1-0EF2-B6EC-4E8D-DB7A36AB6E67}"/>
                  </a:ext>
                </a:extLst>
              </p:cNvPr>
              <p:cNvSpPr/>
              <p:nvPr/>
            </p:nvSpPr>
            <p:spPr>
              <a:xfrm>
                <a:off x="510159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399" name="pg1399">
                <a:extLst>
                  <a:ext uri="{FF2B5EF4-FFF2-40B4-BE49-F238E27FC236}">
                    <a16:creationId xmlns:a16="http://schemas.microsoft.com/office/drawing/2014/main" id="{A47E0016-04F0-BF7E-E1C2-20568B8E3835}"/>
                  </a:ext>
                </a:extLst>
              </p:cNvPr>
              <p:cNvSpPr/>
              <p:nvPr/>
            </p:nvSpPr>
            <p:spPr>
              <a:xfrm>
                <a:off x="5113232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0" name="pg1400">
                <a:extLst>
                  <a:ext uri="{FF2B5EF4-FFF2-40B4-BE49-F238E27FC236}">
                    <a16:creationId xmlns:a16="http://schemas.microsoft.com/office/drawing/2014/main" id="{1B246C28-6765-0DFD-C7E9-2432FCEDACF8}"/>
                  </a:ext>
                </a:extLst>
              </p:cNvPr>
              <p:cNvSpPr/>
              <p:nvPr/>
            </p:nvSpPr>
            <p:spPr>
              <a:xfrm>
                <a:off x="512486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1" name="pg1401">
                <a:extLst>
                  <a:ext uri="{FF2B5EF4-FFF2-40B4-BE49-F238E27FC236}">
                    <a16:creationId xmlns:a16="http://schemas.microsoft.com/office/drawing/2014/main" id="{4609289A-C4EA-1B3A-63E7-EF234A0460DB}"/>
                  </a:ext>
                </a:extLst>
              </p:cNvPr>
              <p:cNvSpPr/>
              <p:nvPr/>
            </p:nvSpPr>
            <p:spPr>
              <a:xfrm>
                <a:off x="513650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2" name="pg1402">
                <a:extLst>
                  <a:ext uri="{FF2B5EF4-FFF2-40B4-BE49-F238E27FC236}">
                    <a16:creationId xmlns:a16="http://schemas.microsoft.com/office/drawing/2014/main" id="{4E4AF441-D889-BA00-1115-21CB7B25C206}"/>
                  </a:ext>
                </a:extLst>
              </p:cNvPr>
              <p:cNvSpPr/>
              <p:nvPr/>
            </p:nvSpPr>
            <p:spPr>
              <a:xfrm>
                <a:off x="5148144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B">
                  <a:alpha val="100000"/>
                </a:srgbClr>
              </a:solidFill>
              <a:ln w="5420" cap="flat">
                <a:solidFill>
                  <a:srgbClr val="48A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3" name="pg1403">
                <a:extLst>
                  <a:ext uri="{FF2B5EF4-FFF2-40B4-BE49-F238E27FC236}">
                    <a16:creationId xmlns:a16="http://schemas.microsoft.com/office/drawing/2014/main" id="{32678936-5D5C-029B-9EB2-8B2D301318AB}"/>
                  </a:ext>
                </a:extLst>
              </p:cNvPr>
              <p:cNvSpPr/>
              <p:nvPr/>
            </p:nvSpPr>
            <p:spPr>
              <a:xfrm>
                <a:off x="515978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4" name="pg1404">
                <a:extLst>
                  <a:ext uri="{FF2B5EF4-FFF2-40B4-BE49-F238E27FC236}">
                    <a16:creationId xmlns:a16="http://schemas.microsoft.com/office/drawing/2014/main" id="{0E92CC31-DC39-8D34-AA09-C467B6170B68}"/>
                  </a:ext>
                </a:extLst>
              </p:cNvPr>
              <p:cNvSpPr/>
              <p:nvPr/>
            </p:nvSpPr>
            <p:spPr>
              <a:xfrm>
                <a:off x="5171419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5" name="pg1405">
                <a:extLst>
                  <a:ext uri="{FF2B5EF4-FFF2-40B4-BE49-F238E27FC236}">
                    <a16:creationId xmlns:a16="http://schemas.microsoft.com/office/drawing/2014/main" id="{EA20BA96-53D9-250E-ABBE-43F6C7C54C5D}"/>
                  </a:ext>
                </a:extLst>
              </p:cNvPr>
              <p:cNvSpPr/>
              <p:nvPr/>
            </p:nvSpPr>
            <p:spPr>
              <a:xfrm>
                <a:off x="5206331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6" name="pg1406">
                <a:extLst>
                  <a:ext uri="{FF2B5EF4-FFF2-40B4-BE49-F238E27FC236}">
                    <a16:creationId xmlns:a16="http://schemas.microsoft.com/office/drawing/2014/main" id="{82956F93-4CD2-6301-79B0-AA9314052D9F}"/>
                  </a:ext>
                </a:extLst>
              </p:cNvPr>
              <p:cNvSpPr/>
              <p:nvPr/>
            </p:nvSpPr>
            <p:spPr>
              <a:xfrm>
                <a:off x="5217968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7" name="pg1407">
                <a:extLst>
                  <a:ext uri="{FF2B5EF4-FFF2-40B4-BE49-F238E27FC236}">
                    <a16:creationId xmlns:a16="http://schemas.microsoft.com/office/drawing/2014/main" id="{4CC35B5B-3DA9-8B03-2A68-348E41BA4AE6}"/>
                  </a:ext>
                </a:extLst>
              </p:cNvPr>
              <p:cNvSpPr/>
              <p:nvPr/>
            </p:nvSpPr>
            <p:spPr>
              <a:xfrm>
                <a:off x="5229605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8" name="pg1408">
                <a:extLst>
                  <a:ext uri="{FF2B5EF4-FFF2-40B4-BE49-F238E27FC236}">
                    <a16:creationId xmlns:a16="http://schemas.microsoft.com/office/drawing/2014/main" id="{9DF66030-D7F9-BBF3-83FE-85E9DBECC5CB}"/>
                  </a:ext>
                </a:extLst>
              </p:cNvPr>
              <p:cNvSpPr/>
              <p:nvPr/>
            </p:nvSpPr>
            <p:spPr>
              <a:xfrm>
                <a:off x="5241243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09" name="pg1409">
                <a:extLst>
                  <a:ext uri="{FF2B5EF4-FFF2-40B4-BE49-F238E27FC236}">
                    <a16:creationId xmlns:a16="http://schemas.microsoft.com/office/drawing/2014/main" id="{1451F229-EE20-FB2E-1CF0-9BA2F50EED4D}"/>
                  </a:ext>
                </a:extLst>
              </p:cNvPr>
              <p:cNvSpPr/>
              <p:nvPr/>
            </p:nvSpPr>
            <p:spPr>
              <a:xfrm>
                <a:off x="5252880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0" name="pg1410">
                <a:extLst>
                  <a:ext uri="{FF2B5EF4-FFF2-40B4-BE49-F238E27FC236}">
                    <a16:creationId xmlns:a16="http://schemas.microsoft.com/office/drawing/2014/main" id="{CFD526EF-D868-DFFE-0D80-44B75A28AC95}"/>
                  </a:ext>
                </a:extLst>
              </p:cNvPr>
              <p:cNvSpPr/>
              <p:nvPr/>
            </p:nvSpPr>
            <p:spPr>
              <a:xfrm>
                <a:off x="5264517" y="36373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1" name="pg1411">
                <a:extLst>
                  <a:ext uri="{FF2B5EF4-FFF2-40B4-BE49-F238E27FC236}">
                    <a16:creationId xmlns:a16="http://schemas.microsoft.com/office/drawing/2014/main" id="{C6116718-D1D8-E204-0E30-4CBE383EA2FE}"/>
                  </a:ext>
                </a:extLst>
              </p:cNvPr>
              <p:cNvSpPr/>
              <p:nvPr/>
            </p:nvSpPr>
            <p:spPr>
              <a:xfrm>
                <a:off x="498522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2" name="pg1412">
                <a:extLst>
                  <a:ext uri="{FF2B5EF4-FFF2-40B4-BE49-F238E27FC236}">
                    <a16:creationId xmlns:a16="http://schemas.microsoft.com/office/drawing/2014/main" id="{97805B51-984D-EC94-B1B4-FBDB3D45B2B8}"/>
                  </a:ext>
                </a:extLst>
              </p:cNvPr>
              <p:cNvSpPr/>
              <p:nvPr/>
            </p:nvSpPr>
            <p:spPr>
              <a:xfrm>
                <a:off x="499685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3" name="pg1413">
                <a:extLst>
                  <a:ext uri="{FF2B5EF4-FFF2-40B4-BE49-F238E27FC236}">
                    <a16:creationId xmlns:a16="http://schemas.microsoft.com/office/drawing/2014/main" id="{96332AA0-7A5D-5F6D-7D27-8915E11EC716}"/>
                  </a:ext>
                </a:extLst>
              </p:cNvPr>
              <p:cNvSpPr/>
              <p:nvPr/>
            </p:nvSpPr>
            <p:spPr>
              <a:xfrm>
                <a:off x="5008496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4" name="pg1414">
                <a:extLst>
                  <a:ext uri="{FF2B5EF4-FFF2-40B4-BE49-F238E27FC236}">
                    <a16:creationId xmlns:a16="http://schemas.microsoft.com/office/drawing/2014/main" id="{9557185F-8C53-8589-000D-91048E5AE081}"/>
                  </a:ext>
                </a:extLst>
              </p:cNvPr>
              <p:cNvSpPr/>
              <p:nvPr/>
            </p:nvSpPr>
            <p:spPr>
              <a:xfrm>
                <a:off x="502013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5" name="pg1415">
                <a:extLst>
                  <a:ext uri="{FF2B5EF4-FFF2-40B4-BE49-F238E27FC236}">
                    <a16:creationId xmlns:a16="http://schemas.microsoft.com/office/drawing/2014/main" id="{73E9E62C-1CB6-38F2-5F4B-29BC25C64C2E}"/>
                  </a:ext>
                </a:extLst>
              </p:cNvPr>
              <p:cNvSpPr/>
              <p:nvPr/>
            </p:nvSpPr>
            <p:spPr>
              <a:xfrm>
                <a:off x="503177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6" name="pg1416">
                <a:extLst>
                  <a:ext uri="{FF2B5EF4-FFF2-40B4-BE49-F238E27FC236}">
                    <a16:creationId xmlns:a16="http://schemas.microsoft.com/office/drawing/2014/main" id="{B917DD4C-5E82-8308-6AA4-F261D9A60E02}"/>
                  </a:ext>
                </a:extLst>
              </p:cNvPr>
              <p:cNvSpPr/>
              <p:nvPr/>
            </p:nvSpPr>
            <p:spPr>
              <a:xfrm>
                <a:off x="5043408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7" name="pg1417">
                <a:extLst>
                  <a:ext uri="{FF2B5EF4-FFF2-40B4-BE49-F238E27FC236}">
                    <a16:creationId xmlns:a16="http://schemas.microsoft.com/office/drawing/2014/main" id="{6C5CD288-F66D-822C-D7A7-FB19454163DA}"/>
                  </a:ext>
                </a:extLst>
              </p:cNvPr>
              <p:cNvSpPr/>
              <p:nvPr/>
            </p:nvSpPr>
            <p:spPr>
              <a:xfrm>
                <a:off x="505504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8" name="pg1418">
                <a:extLst>
                  <a:ext uri="{FF2B5EF4-FFF2-40B4-BE49-F238E27FC236}">
                    <a16:creationId xmlns:a16="http://schemas.microsoft.com/office/drawing/2014/main" id="{DD838DCE-7C69-50E0-6F7D-50232967C14F}"/>
                  </a:ext>
                </a:extLst>
              </p:cNvPr>
              <p:cNvSpPr/>
              <p:nvPr/>
            </p:nvSpPr>
            <p:spPr>
              <a:xfrm>
                <a:off x="506668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19" name="pg1419">
                <a:extLst>
                  <a:ext uri="{FF2B5EF4-FFF2-40B4-BE49-F238E27FC236}">
                    <a16:creationId xmlns:a16="http://schemas.microsoft.com/office/drawing/2014/main" id="{07330A98-79C7-F14F-1B26-230678C2B15C}"/>
                  </a:ext>
                </a:extLst>
              </p:cNvPr>
              <p:cNvSpPr/>
              <p:nvPr/>
            </p:nvSpPr>
            <p:spPr>
              <a:xfrm>
                <a:off x="5078320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0" name="pg1420">
                <a:extLst>
                  <a:ext uri="{FF2B5EF4-FFF2-40B4-BE49-F238E27FC236}">
                    <a16:creationId xmlns:a16="http://schemas.microsoft.com/office/drawing/2014/main" id="{8B7FBFE7-90D2-2DE8-2821-39C87FC56A6C}"/>
                  </a:ext>
                </a:extLst>
              </p:cNvPr>
              <p:cNvSpPr/>
              <p:nvPr/>
            </p:nvSpPr>
            <p:spPr>
              <a:xfrm>
                <a:off x="508995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1" name="pg1421">
                <a:extLst>
                  <a:ext uri="{FF2B5EF4-FFF2-40B4-BE49-F238E27FC236}">
                    <a16:creationId xmlns:a16="http://schemas.microsoft.com/office/drawing/2014/main" id="{8A4BD386-CC3A-4E60-5D34-1DA3D700B8E7}"/>
                  </a:ext>
                </a:extLst>
              </p:cNvPr>
              <p:cNvSpPr/>
              <p:nvPr/>
            </p:nvSpPr>
            <p:spPr>
              <a:xfrm>
                <a:off x="510159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2" name="pg1422">
                <a:extLst>
                  <a:ext uri="{FF2B5EF4-FFF2-40B4-BE49-F238E27FC236}">
                    <a16:creationId xmlns:a16="http://schemas.microsoft.com/office/drawing/2014/main" id="{E8CA2F7B-7F53-4662-E295-93E0B3488B8A}"/>
                  </a:ext>
                </a:extLst>
              </p:cNvPr>
              <p:cNvSpPr/>
              <p:nvPr/>
            </p:nvSpPr>
            <p:spPr>
              <a:xfrm>
                <a:off x="5113232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3" name="pg1423">
                <a:extLst>
                  <a:ext uri="{FF2B5EF4-FFF2-40B4-BE49-F238E27FC236}">
                    <a16:creationId xmlns:a16="http://schemas.microsoft.com/office/drawing/2014/main" id="{9AF0CAFF-91B3-CD86-F78D-5F2AE14EB076}"/>
                  </a:ext>
                </a:extLst>
              </p:cNvPr>
              <p:cNvSpPr/>
              <p:nvPr/>
            </p:nvSpPr>
            <p:spPr>
              <a:xfrm>
                <a:off x="512486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4" name="pg1424">
                <a:extLst>
                  <a:ext uri="{FF2B5EF4-FFF2-40B4-BE49-F238E27FC236}">
                    <a16:creationId xmlns:a16="http://schemas.microsoft.com/office/drawing/2014/main" id="{E5F32A2A-F92A-AC02-0ED1-413C7D0FAB22}"/>
                  </a:ext>
                </a:extLst>
              </p:cNvPr>
              <p:cNvSpPr/>
              <p:nvPr/>
            </p:nvSpPr>
            <p:spPr>
              <a:xfrm>
                <a:off x="513650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5" name="pg1425">
                <a:extLst>
                  <a:ext uri="{FF2B5EF4-FFF2-40B4-BE49-F238E27FC236}">
                    <a16:creationId xmlns:a16="http://schemas.microsoft.com/office/drawing/2014/main" id="{85DBF8F3-8E27-3DD8-12C9-2A7E401FF73C}"/>
                  </a:ext>
                </a:extLst>
              </p:cNvPr>
              <p:cNvSpPr/>
              <p:nvPr/>
            </p:nvSpPr>
            <p:spPr>
              <a:xfrm>
                <a:off x="5148144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6" name="pg1426">
                <a:extLst>
                  <a:ext uri="{FF2B5EF4-FFF2-40B4-BE49-F238E27FC236}">
                    <a16:creationId xmlns:a16="http://schemas.microsoft.com/office/drawing/2014/main" id="{923496ED-7835-8E0F-F2B0-E1B3E645D775}"/>
                  </a:ext>
                </a:extLst>
              </p:cNvPr>
              <p:cNvSpPr/>
              <p:nvPr/>
            </p:nvSpPr>
            <p:spPr>
              <a:xfrm>
                <a:off x="5159781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7" name="pg1427">
                <a:extLst>
                  <a:ext uri="{FF2B5EF4-FFF2-40B4-BE49-F238E27FC236}">
                    <a16:creationId xmlns:a16="http://schemas.microsoft.com/office/drawing/2014/main" id="{9E5F37CB-FD96-42FE-8527-CB5799349DD2}"/>
                  </a:ext>
                </a:extLst>
              </p:cNvPr>
              <p:cNvSpPr/>
              <p:nvPr/>
            </p:nvSpPr>
            <p:spPr>
              <a:xfrm>
                <a:off x="5171419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8" name="pg1428">
                <a:extLst>
                  <a:ext uri="{FF2B5EF4-FFF2-40B4-BE49-F238E27FC236}">
                    <a16:creationId xmlns:a16="http://schemas.microsoft.com/office/drawing/2014/main" id="{AC227A37-3C04-C3E7-7714-7E2E99A40177}"/>
                  </a:ext>
                </a:extLst>
              </p:cNvPr>
              <p:cNvSpPr/>
              <p:nvPr/>
            </p:nvSpPr>
            <p:spPr>
              <a:xfrm>
                <a:off x="5183056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29" name="pg1429">
                <a:extLst>
                  <a:ext uri="{FF2B5EF4-FFF2-40B4-BE49-F238E27FC236}">
                    <a16:creationId xmlns:a16="http://schemas.microsoft.com/office/drawing/2014/main" id="{0441BC5C-2BA0-1ADF-5BAF-BBDDCB67DF9B}"/>
                  </a:ext>
                </a:extLst>
              </p:cNvPr>
              <p:cNvSpPr/>
              <p:nvPr/>
            </p:nvSpPr>
            <p:spPr>
              <a:xfrm>
                <a:off x="5217968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0" name="pg1430">
                <a:extLst>
                  <a:ext uri="{FF2B5EF4-FFF2-40B4-BE49-F238E27FC236}">
                    <a16:creationId xmlns:a16="http://schemas.microsoft.com/office/drawing/2014/main" id="{975BECD3-00CF-F42A-228D-43E6D9BFB93B}"/>
                  </a:ext>
                </a:extLst>
              </p:cNvPr>
              <p:cNvSpPr/>
              <p:nvPr/>
            </p:nvSpPr>
            <p:spPr>
              <a:xfrm>
                <a:off x="5229605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1" name="pg1431">
                <a:extLst>
                  <a:ext uri="{FF2B5EF4-FFF2-40B4-BE49-F238E27FC236}">
                    <a16:creationId xmlns:a16="http://schemas.microsoft.com/office/drawing/2014/main" id="{2E923048-DD1E-3A36-2F78-90ABBB1887A3}"/>
                  </a:ext>
                </a:extLst>
              </p:cNvPr>
              <p:cNvSpPr/>
              <p:nvPr/>
            </p:nvSpPr>
            <p:spPr>
              <a:xfrm>
                <a:off x="5241243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2" name="pg1432">
                <a:extLst>
                  <a:ext uri="{FF2B5EF4-FFF2-40B4-BE49-F238E27FC236}">
                    <a16:creationId xmlns:a16="http://schemas.microsoft.com/office/drawing/2014/main" id="{9105B170-9AB6-E493-5A7B-FBBF8556F64C}"/>
                  </a:ext>
                </a:extLst>
              </p:cNvPr>
              <p:cNvSpPr/>
              <p:nvPr/>
            </p:nvSpPr>
            <p:spPr>
              <a:xfrm>
                <a:off x="5252880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3" name="pg1433">
                <a:extLst>
                  <a:ext uri="{FF2B5EF4-FFF2-40B4-BE49-F238E27FC236}">
                    <a16:creationId xmlns:a16="http://schemas.microsoft.com/office/drawing/2014/main" id="{871CFD3F-82B3-BFD6-2685-031842E37CED}"/>
                  </a:ext>
                </a:extLst>
              </p:cNvPr>
              <p:cNvSpPr/>
              <p:nvPr/>
            </p:nvSpPr>
            <p:spPr>
              <a:xfrm>
                <a:off x="5264517" y="365165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4" name="pg1434">
                <a:extLst>
                  <a:ext uri="{FF2B5EF4-FFF2-40B4-BE49-F238E27FC236}">
                    <a16:creationId xmlns:a16="http://schemas.microsoft.com/office/drawing/2014/main" id="{19A12BA2-5B3E-024F-B4F8-B9D92FB2565C}"/>
                  </a:ext>
                </a:extLst>
              </p:cNvPr>
              <p:cNvSpPr/>
              <p:nvPr/>
            </p:nvSpPr>
            <p:spPr>
              <a:xfrm>
                <a:off x="498522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5" name="pg1435">
                <a:extLst>
                  <a:ext uri="{FF2B5EF4-FFF2-40B4-BE49-F238E27FC236}">
                    <a16:creationId xmlns:a16="http://schemas.microsoft.com/office/drawing/2014/main" id="{16D19A5C-AEF5-A57E-7189-A5552B433432}"/>
                  </a:ext>
                </a:extLst>
              </p:cNvPr>
              <p:cNvSpPr/>
              <p:nvPr/>
            </p:nvSpPr>
            <p:spPr>
              <a:xfrm>
                <a:off x="499685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6" name="pg1436">
                <a:extLst>
                  <a:ext uri="{FF2B5EF4-FFF2-40B4-BE49-F238E27FC236}">
                    <a16:creationId xmlns:a16="http://schemas.microsoft.com/office/drawing/2014/main" id="{8839FF02-A407-11E0-464C-3D466E8B55A9}"/>
                  </a:ext>
                </a:extLst>
              </p:cNvPr>
              <p:cNvSpPr/>
              <p:nvPr/>
            </p:nvSpPr>
            <p:spPr>
              <a:xfrm>
                <a:off x="5008496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7" name="pg1437">
                <a:extLst>
                  <a:ext uri="{FF2B5EF4-FFF2-40B4-BE49-F238E27FC236}">
                    <a16:creationId xmlns:a16="http://schemas.microsoft.com/office/drawing/2014/main" id="{821CD3E4-825F-2E63-6EF5-FDEFBDA8E316}"/>
                  </a:ext>
                </a:extLst>
              </p:cNvPr>
              <p:cNvSpPr/>
              <p:nvPr/>
            </p:nvSpPr>
            <p:spPr>
              <a:xfrm>
                <a:off x="502013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8" name="pg1438">
                <a:extLst>
                  <a:ext uri="{FF2B5EF4-FFF2-40B4-BE49-F238E27FC236}">
                    <a16:creationId xmlns:a16="http://schemas.microsoft.com/office/drawing/2014/main" id="{CF1E285C-81F3-AF61-0E03-503530F2805A}"/>
                  </a:ext>
                </a:extLst>
              </p:cNvPr>
              <p:cNvSpPr/>
              <p:nvPr/>
            </p:nvSpPr>
            <p:spPr>
              <a:xfrm>
                <a:off x="503177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39" name="pg1439">
                <a:extLst>
                  <a:ext uri="{FF2B5EF4-FFF2-40B4-BE49-F238E27FC236}">
                    <a16:creationId xmlns:a16="http://schemas.microsoft.com/office/drawing/2014/main" id="{384CC1C2-5127-8045-72EC-355549416B4B}"/>
                  </a:ext>
                </a:extLst>
              </p:cNvPr>
              <p:cNvSpPr/>
              <p:nvPr/>
            </p:nvSpPr>
            <p:spPr>
              <a:xfrm>
                <a:off x="5043408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0" name="pg1440">
                <a:extLst>
                  <a:ext uri="{FF2B5EF4-FFF2-40B4-BE49-F238E27FC236}">
                    <a16:creationId xmlns:a16="http://schemas.microsoft.com/office/drawing/2014/main" id="{1AF160E2-29E2-2ED0-7A8D-FC192948A2BF}"/>
                  </a:ext>
                </a:extLst>
              </p:cNvPr>
              <p:cNvSpPr/>
              <p:nvPr/>
            </p:nvSpPr>
            <p:spPr>
              <a:xfrm>
                <a:off x="505504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1" name="pg1441">
                <a:extLst>
                  <a:ext uri="{FF2B5EF4-FFF2-40B4-BE49-F238E27FC236}">
                    <a16:creationId xmlns:a16="http://schemas.microsoft.com/office/drawing/2014/main" id="{71A5D27F-F998-F483-BAFB-021B85F0A9C3}"/>
                  </a:ext>
                </a:extLst>
              </p:cNvPr>
              <p:cNvSpPr/>
              <p:nvPr/>
            </p:nvSpPr>
            <p:spPr>
              <a:xfrm>
                <a:off x="506668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2" name="pg1442">
                <a:extLst>
                  <a:ext uri="{FF2B5EF4-FFF2-40B4-BE49-F238E27FC236}">
                    <a16:creationId xmlns:a16="http://schemas.microsoft.com/office/drawing/2014/main" id="{241A5107-B8D6-FC46-B106-112AE1C1FC94}"/>
                  </a:ext>
                </a:extLst>
              </p:cNvPr>
              <p:cNvSpPr/>
              <p:nvPr/>
            </p:nvSpPr>
            <p:spPr>
              <a:xfrm>
                <a:off x="5078320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3" name="pg1443">
                <a:extLst>
                  <a:ext uri="{FF2B5EF4-FFF2-40B4-BE49-F238E27FC236}">
                    <a16:creationId xmlns:a16="http://schemas.microsoft.com/office/drawing/2014/main" id="{2C2A1EA3-8715-0198-311A-D2C815A898B3}"/>
                  </a:ext>
                </a:extLst>
              </p:cNvPr>
              <p:cNvSpPr/>
              <p:nvPr/>
            </p:nvSpPr>
            <p:spPr>
              <a:xfrm>
                <a:off x="508995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4" name="pg1444">
                <a:extLst>
                  <a:ext uri="{FF2B5EF4-FFF2-40B4-BE49-F238E27FC236}">
                    <a16:creationId xmlns:a16="http://schemas.microsoft.com/office/drawing/2014/main" id="{BF00A8FE-BEBE-7F7C-675C-1937B6A0EDC6}"/>
                  </a:ext>
                </a:extLst>
              </p:cNvPr>
              <p:cNvSpPr/>
              <p:nvPr/>
            </p:nvSpPr>
            <p:spPr>
              <a:xfrm>
                <a:off x="510159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5" name="pg1445">
                <a:extLst>
                  <a:ext uri="{FF2B5EF4-FFF2-40B4-BE49-F238E27FC236}">
                    <a16:creationId xmlns:a16="http://schemas.microsoft.com/office/drawing/2014/main" id="{1F0038C4-30E1-DF40-FE2B-73D9392C911B}"/>
                  </a:ext>
                </a:extLst>
              </p:cNvPr>
              <p:cNvSpPr/>
              <p:nvPr/>
            </p:nvSpPr>
            <p:spPr>
              <a:xfrm>
                <a:off x="5113232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6" name="pg1446">
                <a:extLst>
                  <a:ext uri="{FF2B5EF4-FFF2-40B4-BE49-F238E27FC236}">
                    <a16:creationId xmlns:a16="http://schemas.microsoft.com/office/drawing/2014/main" id="{B3F2E488-73EF-1E96-EC5C-B8870E774558}"/>
                  </a:ext>
                </a:extLst>
              </p:cNvPr>
              <p:cNvSpPr/>
              <p:nvPr/>
            </p:nvSpPr>
            <p:spPr>
              <a:xfrm>
                <a:off x="512486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7" name="pg1447">
                <a:extLst>
                  <a:ext uri="{FF2B5EF4-FFF2-40B4-BE49-F238E27FC236}">
                    <a16:creationId xmlns:a16="http://schemas.microsoft.com/office/drawing/2014/main" id="{1E7B361C-C5AA-5136-C27C-700802AEFCE3}"/>
                  </a:ext>
                </a:extLst>
              </p:cNvPr>
              <p:cNvSpPr/>
              <p:nvPr/>
            </p:nvSpPr>
            <p:spPr>
              <a:xfrm>
                <a:off x="513650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8" name="pg1448">
                <a:extLst>
                  <a:ext uri="{FF2B5EF4-FFF2-40B4-BE49-F238E27FC236}">
                    <a16:creationId xmlns:a16="http://schemas.microsoft.com/office/drawing/2014/main" id="{A74F7D9A-6C78-7697-E4CA-8F3C3C5703BB}"/>
                  </a:ext>
                </a:extLst>
              </p:cNvPr>
              <p:cNvSpPr/>
              <p:nvPr/>
            </p:nvSpPr>
            <p:spPr>
              <a:xfrm>
                <a:off x="5148144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49" name="pg1449">
                <a:extLst>
                  <a:ext uri="{FF2B5EF4-FFF2-40B4-BE49-F238E27FC236}">
                    <a16:creationId xmlns:a16="http://schemas.microsoft.com/office/drawing/2014/main" id="{BFCB35BB-5514-EB89-2FEA-B0F12A9E0E14}"/>
                  </a:ext>
                </a:extLst>
              </p:cNvPr>
              <p:cNvSpPr/>
              <p:nvPr/>
            </p:nvSpPr>
            <p:spPr>
              <a:xfrm>
                <a:off x="515978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0" name="pg1450">
                <a:extLst>
                  <a:ext uri="{FF2B5EF4-FFF2-40B4-BE49-F238E27FC236}">
                    <a16:creationId xmlns:a16="http://schemas.microsoft.com/office/drawing/2014/main" id="{F2D4C190-6D0E-BFF7-B828-BAA8933D8186}"/>
                  </a:ext>
                </a:extLst>
              </p:cNvPr>
              <p:cNvSpPr/>
              <p:nvPr/>
            </p:nvSpPr>
            <p:spPr>
              <a:xfrm>
                <a:off x="5171419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1" name="pg1451">
                <a:extLst>
                  <a:ext uri="{FF2B5EF4-FFF2-40B4-BE49-F238E27FC236}">
                    <a16:creationId xmlns:a16="http://schemas.microsoft.com/office/drawing/2014/main" id="{CBE940D5-5205-88CA-046A-990E1B080AF6}"/>
                  </a:ext>
                </a:extLst>
              </p:cNvPr>
              <p:cNvSpPr/>
              <p:nvPr/>
            </p:nvSpPr>
            <p:spPr>
              <a:xfrm>
                <a:off x="5183056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2" name="pg1452">
                <a:extLst>
                  <a:ext uri="{FF2B5EF4-FFF2-40B4-BE49-F238E27FC236}">
                    <a16:creationId xmlns:a16="http://schemas.microsoft.com/office/drawing/2014/main" id="{D9A1951A-FA9E-B3C7-7734-C432638A8127}"/>
                  </a:ext>
                </a:extLst>
              </p:cNvPr>
              <p:cNvSpPr/>
              <p:nvPr/>
            </p:nvSpPr>
            <p:spPr>
              <a:xfrm>
                <a:off x="5206331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3" name="pg1453">
                <a:extLst>
                  <a:ext uri="{FF2B5EF4-FFF2-40B4-BE49-F238E27FC236}">
                    <a16:creationId xmlns:a16="http://schemas.microsoft.com/office/drawing/2014/main" id="{1DD0AAD3-1BC8-984A-971F-C0157511C5A8}"/>
                  </a:ext>
                </a:extLst>
              </p:cNvPr>
              <p:cNvSpPr/>
              <p:nvPr/>
            </p:nvSpPr>
            <p:spPr>
              <a:xfrm>
                <a:off x="5217968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4" name="pg1454">
                <a:extLst>
                  <a:ext uri="{FF2B5EF4-FFF2-40B4-BE49-F238E27FC236}">
                    <a16:creationId xmlns:a16="http://schemas.microsoft.com/office/drawing/2014/main" id="{FEC2D945-3AFF-0769-8350-C194A37CC3A9}"/>
                  </a:ext>
                </a:extLst>
              </p:cNvPr>
              <p:cNvSpPr/>
              <p:nvPr/>
            </p:nvSpPr>
            <p:spPr>
              <a:xfrm>
                <a:off x="5229605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5" name="pg1455">
                <a:extLst>
                  <a:ext uri="{FF2B5EF4-FFF2-40B4-BE49-F238E27FC236}">
                    <a16:creationId xmlns:a16="http://schemas.microsoft.com/office/drawing/2014/main" id="{C94FC76C-E375-E3E1-2E2A-F52AD05AB053}"/>
                  </a:ext>
                </a:extLst>
              </p:cNvPr>
              <p:cNvSpPr/>
              <p:nvPr/>
            </p:nvSpPr>
            <p:spPr>
              <a:xfrm>
                <a:off x="5241243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6" name="pg1456">
                <a:extLst>
                  <a:ext uri="{FF2B5EF4-FFF2-40B4-BE49-F238E27FC236}">
                    <a16:creationId xmlns:a16="http://schemas.microsoft.com/office/drawing/2014/main" id="{2E4FF6BC-1B2C-CA0A-9A3A-ED71AAA3FC51}"/>
                  </a:ext>
                </a:extLst>
              </p:cNvPr>
              <p:cNvSpPr/>
              <p:nvPr/>
            </p:nvSpPr>
            <p:spPr>
              <a:xfrm>
                <a:off x="5252880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7" name="pg1457">
                <a:extLst>
                  <a:ext uri="{FF2B5EF4-FFF2-40B4-BE49-F238E27FC236}">
                    <a16:creationId xmlns:a16="http://schemas.microsoft.com/office/drawing/2014/main" id="{CA9F87B2-560F-AD3E-D307-42A8DE9B9345}"/>
                  </a:ext>
                </a:extLst>
              </p:cNvPr>
              <p:cNvSpPr/>
              <p:nvPr/>
            </p:nvSpPr>
            <p:spPr>
              <a:xfrm>
                <a:off x="5264517" y="366595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8" name="pg1458">
                <a:extLst>
                  <a:ext uri="{FF2B5EF4-FFF2-40B4-BE49-F238E27FC236}">
                    <a16:creationId xmlns:a16="http://schemas.microsoft.com/office/drawing/2014/main" id="{20FDAB1E-86F3-55A7-037B-FA08E2312882}"/>
                  </a:ext>
                </a:extLst>
              </p:cNvPr>
              <p:cNvSpPr/>
              <p:nvPr/>
            </p:nvSpPr>
            <p:spPr>
              <a:xfrm>
                <a:off x="499685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59" name="pg1459">
                <a:extLst>
                  <a:ext uri="{FF2B5EF4-FFF2-40B4-BE49-F238E27FC236}">
                    <a16:creationId xmlns:a16="http://schemas.microsoft.com/office/drawing/2014/main" id="{F6A1080D-E5DB-12F7-949F-62B0579C3C44}"/>
                  </a:ext>
                </a:extLst>
              </p:cNvPr>
              <p:cNvSpPr/>
              <p:nvPr/>
            </p:nvSpPr>
            <p:spPr>
              <a:xfrm>
                <a:off x="5008496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8A9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0" name="pg1460">
                <a:extLst>
                  <a:ext uri="{FF2B5EF4-FFF2-40B4-BE49-F238E27FC236}">
                    <a16:creationId xmlns:a16="http://schemas.microsoft.com/office/drawing/2014/main" id="{446CC75D-0D4B-7398-EF46-1AFD2808A08F}"/>
                  </a:ext>
                </a:extLst>
              </p:cNvPr>
              <p:cNvSpPr/>
              <p:nvPr/>
            </p:nvSpPr>
            <p:spPr>
              <a:xfrm>
                <a:off x="502013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1" name="pg1461">
                <a:extLst>
                  <a:ext uri="{FF2B5EF4-FFF2-40B4-BE49-F238E27FC236}">
                    <a16:creationId xmlns:a16="http://schemas.microsoft.com/office/drawing/2014/main" id="{C50C4899-1B5B-1D3C-816A-6ADC6E3054F3}"/>
                  </a:ext>
                </a:extLst>
              </p:cNvPr>
              <p:cNvSpPr/>
              <p:nvPr/>
            </p:nvSpPr>
            <p:spPr>
              <a:xfrm>
                <a:off x="503177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2" name="pg1462">
                <a:extLst>
                  <a:ext uri="{FF2B5EF4-FFF2-40B4-BE49-F238E27FC236}">
                    <a16:creationId xmlns:a16="http://schemas.microsoft.com/office/drawing/2014/main" id="{39D986AA-9CF6-C475-5EB2-C2BE395BCDE5}"/>
                  </a:ext>
                </a:extLst>
              </p:cNvPr>
              <p:cNvSpPr/>
              <p:nvPr/>
            </p:nvSpPr>
            <p:spPr>
              <a:xfrm>
                <a:off x="5043408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3" name="pg1463">
                <a:extLst>
                  <a:ext uri="{FF2B5EF4-FFF2-40B4-BE49-F238E27FC236}">
                    <a16:creationId xmlns:a16="http://schemas.microsoft.com/office/drawing/2014/main" id="{B9B3DB68-DF3E-1A2A-86BA-9748E1DECE85}"/>
                  </a:ext>
                </a:extLst>
              </p:cNvPr>
              <p:cNvSpPr/>
              <p:nvPr/>
            </p:nvSpPr>
            <p:spPr>
              <a:xfrm>
                <a:off x="505504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4" name="pg1464">
                <a:extLst>
                  <a:ext uri="{FF2B5EF4-FFF2-40B4-BE49-F238E27FC236}">
                    <a16:creationId xmlns:a16="http://schemas.microsoft.com/office/drawing/2014/main" id="{F885FA10-E155-3FFA-7630-2657CE9D0DEA}"/>
                  </a:ext>
                </a:extLst>
              </p:cNvPr>
              <p:cNvSpPr/>
              <p:nvPr/>
            </p:nvSpPr>
            <p:spPr>
              <a:xfrm>
                <a:off x="506668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5" name="pg1465">
                <a:extLst>
                  <a:ext uri="{FF2B5EF4-FFF2-40B4-BE49-F238E27FC236}">
                    <a16:creationId xmlns:a16="http://schemas.microsoft.com/office/drawing/2014/main" id="{C942321C-E30E-165F-6AF7-24E35FBB5C9D}"/>
                  </a:ext>
                </a:extLst>
              </p:cNvPr>
              <p:cNvSpPr/>
              <p:nvPr/>
            </p:nvSpPr>
            <p:spPr>
              <a:xfrm>
                <a:off x="5078320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6" name="pg1466">
                <a:extLst>
                  <a:ext uri="{FF2B5EF4-FFF2-40B4-BE49-F238E27FC236}">
                    <a16:creationId xmlns:a16="http://schemas.microsoft.com/office/drawing/2014/main" id="{151FA8B2-5FE8-B579-8116-7779C03AEFD5}"/>
                  </a:ext>
                </a:extLst>
              </p:cNvPr>
              <p:cNvSpPr/>
              <p:nvPr/>
            </p:nvSpPr>
            <p:spPr>
              <a:xfrm>
                <a:off x="508995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7" name="pg1467">
                <a:extLst>
                  <a:ext uri="{FF2B5EF4-FFF2-40B4-BE49-F238E27FC236}">
                    <a16:creationId xmlns:a16="http://schemas.microsoft.com/office/drawing/2014/main" id="{1B27572B-B2ED-57E1-BFB9-8CEA798262C6}"/>
                  </a:ext>
                </a:extLst>
              </p:cNvPr>
              <p:cNvSpPr/>
              <p:nvPr/>
            </p:nvSpPr>
            <p:spPr>
              <a:xfrm>
                <a:off x="510159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8" name="pg1468">
                <a:extLst>
                  <a:ext uri="{FF2B5EF4-FFF2-40B4-BE49-F238E27FC236}">
                    <a16:creationId xmlns:a16="http://schemas.microsoft.com/office/drawing/2014/main" id="{D49F0247-7849-377B-B821-6BC38664B365}"/>
                  </a:ext>
                </a:extLst>
              </p:cNvPr>
              <p:cNvSpPr/>
              <p:nvPr/>
            </p:nvSpPr>
            <p:spPr>
              <a:xfrm>
                <a:off x="5113232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69" name="pg1469">
                <a:extLst>
                  <a:ext uri="{FF2B5EF4-FFF2-40B4-BE49-F238E27FC236}">
                    <a16:creationId xmlns:a16="http://schemas.microsoft.com/office/drawing/2014/main" id="{D35F2834-ABF7-493C-EA90-B69A962AAFC0}"/>
                  </a:ext>
                </a:extLst>
              </p:cNvPr>
              <p:cNvSpPr/>
              <p:nvPr/>
            </p:nvSpPr>
            <p:spPr>
              <a:xfrm>
                <a:off x="512486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0" name="pg1470">
                <a:extLst>
                  <a:ext uri="{FF2B5EF4-FFF2-40B4-BE49-F238E27FC236}">
                    <a16:creationId xmlns:a16="http://schemas.microsoft.com/office/drawing/2014/main" id="{68A25713-AD3C-5A3D-EB8A-9F4432F5E43B}"/>
                  </a:ext>
                </a:extLst>
              </p:cNvPr>
              <p:cNvSpPr/>
              <p:nvPr/>
            </p:nvSpPr>
            <p:spPr>
              <a:xfrm>
                <a:off x="513650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1" name="pg1471">
                <a:extLst>
                  <a:ext uri="{FF2B5EF4-FFF2-40B4-BE49-F238E27FC236}">
                    <a16:creationId xmlns:a16="http://schemas.microsoft.com/office/drawing/2014/main" id="{724BA927-0ABA-D6C6-1877-7FF95B4D987C}"/>
                  </a:ext>
                </a:extLst>
              </p:cNvPr>
              <p:cNvSpPr/>
              <p:nvPr/>
            </p:nvSpPr>
            <p:spPr>
              <a:xfrm>
                <a:off x="5148144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2" name="pg1472">
                <a:extLst>
                  <a:ext uri="{FF2B5EF4-FFF2-40B4-BE49-F238E27FC236}">
                    <a16:creationId xmlns:a16="http://schemas.microsoft.com/office/drawing/2014/main" id="{8C6E907F-4032-8866-2171-1CD853CF7E74}"/>
                  </a:ext>
                </a:extLst>
              </p:cNvPr>
              <p:cNvSpPr/>
              <p:nvPr/>
            </p:nvSpPr>
            <p:spPr>
              <a:xfrm>
                <a:off x="515978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3" name="pg1473">
                <a:extLst>
                  <a:ext uri="{FF2B5EF4-FFF2-40B4-BE49-F238E27FC236}">
                    <a16:creationId xmlns:a16="http://schemas.microsoft.com/office/drawing/2014/main" id="{9A3A8998-A7B6-409C-9018-2E8E8F22E0E3}"/>
                  </a:ext>
                </a:extLst>
              </p:cNvPr>
              <p:cNvSpPr/>
              <p:nvPr/>
            </p:nvSpPr>
            <p:spPr>
              <a:xfrm>
                <a:off x="5171419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4" name="pg1474">
                <a:extLst>
                  <a:ext uri="{FF2B5EF4-FFF2-40B4-BE49-F238E27FC236}">
                    <a16:creationId xmlns:a16="http://schemas.microsoft.com/office/drawing/2014/main" id="{CD05875C-5EDA-9DDE-307C-4257BCFC8DF1}"/>
                  </a:ext>
                </a:extLst>
              </p:cNvPr>
              <p:cNvSpPr/>
              <p:nvPr/>
            </p:nvSpPr>
            <p:spPr>
              <a:xfrm>
                <a:off x="5183056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5" name="pg1475">
                <a:extLst>
                  <a:ext uri="{FF2B5EF4-FFF2-40B4-BE49-F238E27FC236}">
                    <a16:creationId xmlns:a16="http://schemas.microsoft.com/office/drawing/2014/main" id="{97FBF093-345D-1004-8105-C0F151DD2636}"/>
                  </a:ext>
                </a:extLst>
              </p:cNvPr>
              <p:cNvSpPr/>
              <p:nvPr/>
            </p:nvSpPr>
            <p:spPr>
              <a:xfrm>
                <a:off x="519469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6" name="pg1476">
                <a:extLst>
                  <a:ext uri="{FF2B5EF4-FFF2-40B4-BE49-F238E27FC236}">
                    <a16:creationId xmlns:a16="http://schemas.microsoft.com/office/drawing/2014/main" id="{F7660141-45EC-CBE3-A52A-A8CB872E6DD1}"/>
                  </a:ext>
                </a:extLst>
              </p:cNvPr>
              <p:cNvSpPr/>
              <p:nvPr/>
            </p:nvSpPr>
            <p:spPr>
              <a:xfrm>
                <a:off x="5206331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7" name="pg1477">
                <a:extLst>
                  <a:ext uri="{FF2B5EF4-FFF2-40B4-BE49-F238E27FC236}">
                    <a16:creationId xmlns:a16="http://schemas.microsoft.com/office/drawing/2014/main" id="{17EBFEA2-7541-8E9D-42B2-636D7A33318C}"/>
                  </a:ext>
                </a:extLst>
              </p:cNvPr>
              <p:cNvSpPr/>
              <p:nvPr/>
            </p:nvSpPr>
            <p:spPr>
              <a:xfrm>
                <a:off x="5217968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8" name="pg1478">
                <a:extLst>
                  <a:ext uri="{FF2B5EF4-FFF2-40B4-BE49-F238E27FC236}">
                    <a16:creationId xmlns:a16="http://schemas.microsoft.com/office/drawing/2014/main" id="{494ACEBB-5771-1593-B99E-BD1106B82E8A}"/>
                  </a:ext>
                </a:extLst>
              </p:cNvPr>
              <p:cNvSpPr/>
              <p:nvPr/>
            </p:nvSpPr>
            <p:spPr>
              <a:xfrm>
                <a:off x="5229605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79" name="pg1479">
                <a:extLst>
                  <a:ext uri="{FF2B5EF4-FFF2-40B4-BE49-F238E27FC236}">
                    <a16:creationId xmlns:a16="http://schemas.microsoft.com/office/drawing/2014/main" id="{8D508F66-ED7D-CC2A-8D8B-18C36ADA1ECC}"/>
                  </a:ext>
                </a:extLst>
              </p:cNvPr>
              <p:cNvSpPr/>
              <p:nvPr/>
            </p:nvSpPr>
            <p:spPr>
              <a:xfrm>
                <a:off x="5241243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0" name="pg1480">
                <a:extLst>
                  <a:ext uri="{FF2B5EF4-FFF2-40B4-BE49-F238E27FC236}">
                    <a16:creationId xmlns:a16="http://schemas.microsoft.com/office/drawing/2014/main" id="{636B1002-DE4C-F822-06F3-98539F00526E}"/>
                  </a:ext>
                </a:extLst>
              </p:cNvPr>
              <p:cNvSpPr/>
              <p:nvPr/>
            </p:nvSpPr>
            <p:spPr>
              <a:xfrm>
                <a:off x="5252880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1" name="pg1481">
                <a:extLst>
                  <a:ext uri="{FF2B5EF4-FFF2-40B4-BE49-F238E27FC236}">
                    <a16:creationId xmlns:a16="http://schemas.microsoft.com/office/drawing/2014/main" id="{9C964E74-C22C-620F-914A-5DF6C619ABB0}"/>
                  </a:ext>
                </a:extLst>
              </p:cNvPr>
              <p:cNvSpPr/>
              <p:nvPr/>
            </p:nvSpPr>
            <p:spPr>
              <a:xfrm>
                <a:off x="5264517" y="36802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2" name="pg1482">
                <a:extLst>
                  <a:ext uri="{FF2B5EF4-FFF2-40B4-BE49-F238E27FC236}">
                    <a16:creationId xmlns:a16="http://schemas.microsoft.com/office/drawing/2014/main" id="{FF487A59-6105-DA33-B28E-9E9FA1FB2C54}"/>
                  </a:ext>
                </a:extLst>
              </p:cNvPr>
              <p:cNvSpPr/>
              <p:nvPr/>
            </p:nvSpPr>
            <p:spPr>
              <a:xfrm>
                <a:off x="5008496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3" name="pg1483">
                <a:extLst>
                  <a:ext uri="{FF2B5EF4-FFF2-40B4-BE49-F238E27FC236}">
                    <a16:creationId xmlns:a16="http://schemas.microsoft.com/office/drawing/2014/main" id="{A82217CD-CB7E-11AA-8798-5842561266E4}"/>
                  </a:ext>
                </a:extLst>
              </p:cNvPr>
              <p:cNvSpPr/>
              <p:nvPr/>
            </p:nvSpPr>
            <p:spPr>
              <a:xfrm>
                <a:off x="502013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4" name="pg1484">
                <a:extLst>
                  <a:ext uri="{FF2B5EF4-FFF2-40B4-BE49-F238E27FC236}">
                    <a16:creationId xmlns:a16="http://schemas.microsoft.com/office/drawing/2014/main" id="{19BDC815-83D0-C794-9D21-FA26C2EA4F85}"/>
                  </a:ext>
                </a:extLst>
              </p:cNvPr>
              <p:cNvSpPr/>
              <p:nvPr/>
            </p:nvSpPr>
            <p:spPr>
              <a:xfrm>
                <a:off x="503177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5" name="pg1485">
                <a:extLst>
                  <a:ext uri="{FF2B5EF4-FFF2-40B4-BE49-F238E27FC236}">
                    <a16:creationId xmlns:a16="http://schemas.microsoft.com/office/drawing/2014/main" id="{78DD4182-3343-BDF3-8D42-88C6ED213469}"/>
                  </a:ext>
                </a:extLst>
              </p:cNvPr>
              <p:cNvSpPr/>
              <p:nvPr/>
            </p:nvSpPr>
            <p:spPr>
              <a:xfrm>
                <a:off x="5043408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6" name="pg1486">
                <a:extLst>
                  <a:ext uri="{FF2B5EF4-FFF2-40B4-BE49-F238E27FC236}">
                    <a16:creationId xmlns:a16="http://schemas.microsoft.com/office/drawing/2014/main" id="{FC14B427-48CE-CCF1-5ED3-584F82313573}"/>
                  </a:ext>
                </a:extLst>
              </p:cNvPr>
              <p:cNvSpPr/>
              <p:nvPr/>
            </p:nvSpPr>
            <p:spPr>
              <a:xfrm>
                <a:off x="505504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7" name="pg1487">
                <a:extLst>
                  <a:ext uri="{FF2B5EF4-FFF2-40B4-BE49-F238E27FC236}">
                    <a16:creationId xmlns:a16="http://schemas.microsoft.com/office/drawing/2014/main" id="{C94872E8-67FC-8D91-37F1-6643CFC30C38}"/>
                  </a:ext>
                </a:extLst>
              </p:cNvPr>
              <p:cNvSpPr/>
              <p:nvPr/>
            </p:nvSpPr>
            <p:spPr>
              <a:xfrm>
                <a:off x="506668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8" name="pg1488">
                <a:extLst>
                  <a:ext uri="{FF2B5EF4-FFF2-40B4-BE49-F238E27FC236}">
                    <a16:creationId xmlns:a16="http://schemas.microsoft.com/office/drawing/2014/main" id="{78000119-C124-A6CA-5D29-336DB69F1457}"/>
                  </a:ext>
                </a:extLst>
              </p:cNvPr>
              <p:cNvSpPr/>
              <p:nvPr/>
            </p:nvSpPr>
            <p:spPr>
              <a:xfrm>
                <a:off x="5078320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89" name="pg1489">
                <a:extLst>
                  <a:ext uri="{FF2B5EF4-FFF2-40B4-BE49-F238E27FC236}">
                    <a16:creationId xmlns:a16="http://schemas.microsoft.com/office/drawing/2014/main" id="{0D75471A-B005-06E1-09CB-BC250E86D7C5}"/>
                  </a:ext>
                </a:extLst>
              </p:cNvPr>
              <p:cNvSpPr/>
              <p:nvPr/>
            </p:nvSpPr>
            <p:spPr>
              <a:xfrm>
                <a:off x="5089957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0" name="pg1490">
                <a:extLst>
                  <a:ext uri="{FF2B5EF4-FFF2-40B4-BE49-F238E27FC236}">
                    <a16:creationId xmlns:a16="http://schemas.microsoft.com/office/drawing/2014/main" id="{363D4396-762C-49F6-BDB8-119BD07F0306}"/>
                  </a:ext>
                </a:extLst>
              </p:cNvPr>
              <p:cNvSpPr/>
              <p:nvPr/>
            </p:nvSpPr>
            <p:spPr>
              <a:xfrm>
                <a:off x="510159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1" name="pg1491">
                <a:extLst>
                  <a:ext uri="{FF2B5EF4-FFF2-40B4-BE49-F238E27FC236}">
                    <a16:creationId xmlns:a16="http://schemas.microsoft.com/office/drawing/2014/main" id="{8E460D6F-5DFB-7181-D8F7-A22A61B2DEE9}"/>
                  </a:ext>
                </a:extLst>
              </p:cNvPr>
              <p:cNvSpPr/>
              <p:nvPr/>
            </p:nvSpPr>
            <p:spPr>
              <a:xfrm>
                <a:off x="5113232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2" name="pg1492">
                <a:extLst>
                  <a:ext uri="{FF2B5EF4-FFF2-40B4-BE49-F238E27FC236}">
                    <a16:creationId xmlns:a16="http://schemas.microsoft.com/office/drawing/2014/main" id="{3FF092C1-6B6F-F2FF-21AC-19EA77A989D1}"/>
                  </a:ext>
                </a:extLst>
              </p:cNvPr>
              <p:cNvSpPr/>
              <p:nvPr/>
            </p:nvSpPr>
            <p:spPr>
              <a:xfrm>
                <a:off x="5124869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3" name="pg1493">
                <a:extLst>
                  <a:ext uri="{FF2B5EF4-FFF2-40B4-BE49-F238E27FC236}">
                    <a16:creationId xmlns:a16="http://schemas.microsoft.com/office/drawing/2014/main" id="{9FAEBFAB-682D-66D4-11D4-13B28545BA9F}"/>
                  </a:ext>
                </a:extLst>
              </p:cNvPr>
              <p:cNvSpPr/>
              <p:nvPr/>
            </p:nvSpPr>
            <p:spPr>
              <a:xfrm>
                <a:off x="5136507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4" name="pg1494">
                <a:extLst>
                  <a:ext uri="{FF2B5EF4-FFF2-40B4-BE49-F238E27FC236}">
                    <a16:creationId xmlns:a16="http://schemas.microsoft.com/office/drawing/2014/main" id="{C49EAECA-6454-6587-4471-35D8839C56C9}"/>
                  </a:ext>
                </a:extLst>
              </p:cNvPr>
              <p:cNvSpPr/>
              <p:nvPr/>
            </p:nvSpPr>
            <p:spPr>
              <a:xfrm>
                <a:off x="5148144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5" name="pg1495">
                <a:extLst>
                  <a:ext uri="{FF2B5EF4-FFF2-40B4-BE49-F238E27FC236}">
                    <a16:creationId xmlns:a16="http://schemas.microsoft.com/office/drawing/2014/main" id="{C4AC5630-A3F3-A359-E66D-71B2411256A5}"/>
                  </a:ext>
                </a:extLst>
              </p:cNvPr>
              <p:cNvSpPr/>
              <p:nvPr/>
            </p:nvSpPr>
            <p:spPr>
              <a:xfrm>
                <a:off x="515978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6" name="pg1496">
                <a:extLst>
                  <a:ext uri="{FF2B5EF4-FFF2-40B4-BE49-F238E27FC236}">
                    <a16:creationId xmlns:a16="http://schemas.microsoft.com/office/drawing/2014/main" id="{1642A39C-1E55-D49B-7A2F-EF0C3C0C6A48}"/>
                  </a:ext>
                </a:extLst>
              </p:cNvPr>
              <p:cNvSpPr/>
              <p:nvPr/>
            </p:nvSpPr>
            <p:spPr>
              <a:xfrm>
                <a:off x="5171419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7" name="pg1497">
                <a:extLst>
                  <a:ext uri="{FF2B5EF4-FFF2-40B4-BE49-F238E27FC236}">
                    <a16:creationId xmlns:a16="http://schemas.microsoft.com/office/drawing/2014/main" id="{94A356E8-1A86-BB44-A050-146C41FA453A}"/>
                  </a:ext>
                </a:extLst>
              </p:cNvPr>
              <p:cNvSpPr/>
              <p:nvPr/>
            </p:nvSpPr>
            <p:spPr>
              <a:xfrm>
                <a:off x="5183056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8" name="pg1498">
                <a:extLst>
                  <a:ext uri="{FF2B5EF4-FFF2-40B4-BE49-F238E27FC236}">
                    <a16:creationId xmlns:a16="http://schemas.microsoft.com/office/drawing/2014/main" id="{04D2471E-B5CE-FD80-065A-182477CD44AD}"/>
                  </a:ext>
                </a:extLst>
              </p:cNvPr>
              <p:cNvSpPr/>
              <p:nvPr/>
            </p:nvSpPr>
            <p:spPr>
              <a:xfrm>
                <a:off x="519469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499" name="pg1499">
                <a:extLst>
                  <a:ext uri="{FF2B5EF4-FFF2-40B4-BE49-F238E27FC236}">
                    <a16:creationId xmlns:a16="http://schemas.microsoft.com/office/drawing/2014/main" id="{73EB4E0D-ED86-741B-B117-119FCBBDE4E8}"/>
                  </a:ext>
                </a:extLst>
              </p:cNvPr>
              <p:cNvSpPr/>
              <p:nvPr/>
            </p:nvSpPr>
            <p:spPr>
              <a:xfrm>
                <a:off x="5206331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0" name="pg1500">
                <a:extLst>
                  <a:ext uri="{FF2B5EF4-FFF2-40B4-BE49-F238E27FC236}">
                    <a16:creationId xmlns:a16="http://schemas.microsoft.com/office/drawing/2014/main" id="{33F864AB-14C6-E4AC-78F3-F37BAEBC1775}"/>
                  </a:ext>
                </a:extLst>
              </p:cNvPr>
              <p:cNvSpPr/>
              <p:nvPr/>
            </p:nvSpPr>
            <p:spPr>
              <a:xfrm>
                <a:off x="5217968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1" name="pg1501">
                <a:extLst>
                  <a:ext uri="{FF2B5EF4-FFF2-40B4-BE49-F238E27FC236}">
                    <a16:creationId xmlns:a16="http://schemas.microsoft.com/office/drawing/2014/main" id="{48BBD294-04E4-02B7-5952-E24BACC6CA5F}"/>
                  </a:ext>
                </a:extLst>
              </p:cNvPr>
              <p:cNvSpPr/>
              <p:nvPr/>
            </p:nvSpPr>
            <p:spPr>
              <a:xfrm>
                <a:off x="5229605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2" name="pg1502">
                <a:extLst>
                  <a:ext uri="{FF2B5EF4-FFF2-40B4-BE49-F238E27FC236}">
                    <a16:creationId xmlns:a16="http://schemas.microsoft.com/office/drawing/2014/main" id="{7DB7C0FC-65CD-D16D-B9A9-1ED5B767D975}"/>
                  </a:ext>
                </a:extLst>
              </p:cNvPr>
              <p:cNvSpPr/>
              <p:nvPr/>
            </p:nvSpPr>
            <p:spPr>
              <a:xfrm>
                <a:off x="5241243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3" name="pg1503">
                <a:extLst>
                  <a:ext uri="{FF2B5EF4-FFF2-40B4-BE49-F238E27FC236}">
                    <a16:creationId xmlns:a16="http://schemas.microsoft.com/office/drawing/2014/main" id="{046DBE5B-B07B-CD78-4380-320250E14CFA}"/>
                  </a:ext>
                </a:extLst>
              </p:cNvPr>
              <p:cNvSpPr/>
              <p:nvPr/>
            </p:nvSpPr>
            <p:spPr>
              <a:xfrm>
                <a:off x="5252880" y="369455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4" name="pg1504">
                <a:extLst>
                  <a:ext uri="{FF2B5EF4-FFF2-40B4-BE49-F238E27FC236}">
                    <a16:creationId xmlns:a16="http://schemas.microsoft.com/office/drawing/2014/main" id="{AA7599E9-337A-EAFC-3346-C1B13FDC3F42}"/>
                  </a:ext>
                </a:extLst>
              </p:cNvPr>
              <p:cNvSpPr/>
              <p:nvPr/>
            </p:nvSpPr>
            <p:spPr>
              <a:xfrm>
                <a:off x="5008496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5" name="pg1505">
                <a:extLst>
                  <a:ext uri="{FF2B5EF4-FFF2-40B4-BE49-F238E27FC236}">
                    <a16:creationId xmlns:a16="http://schemas.microsoft.com/office/drawing/2014/main" id="{BB90504B-68A1-C4D8-8E00-D2D91E79A7A0}"/>
                  </a:ext>
                </a:extLst>
              </p:cNvPr>
              <p:cNvSpPr/>
              <p:nvPr/>
            </p:nvSpPr>
            <p:spPr>
              <a:xfrm>
                <a:off x="502013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6" name="pg1506">
                <a:extLst>
                  <a:ext uri="{FF2B5EF4-FFF2-40B4-BE49-F238E27FC236}">
                    <a16:creationId xmlns:a16="http://schemas.microsoft.com/office/drawing/2014/main" id="{48822693-D83F-8B8B-D69A-1596BF98D720}"/>
                  </a:ext>
                </a:extLst>
              </p:cNvPr>
              <p:cNvSpPr/>
              <p:nvPr/>
            </p:nvSpPr>
            <p:spPr>
              <a:xfrm>
                <a:off x="503177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7" name="pg1507">
                <a:extLst>
                  <a:ext uri="{FF2B5EF4-FFF2-40B4-BE49-F238E27FC236}">
                    <a16:creationId xmlns:a16="http://schemas.microsoft.com/office/drawing/2014/main" id="{14963101-357E-A550-05E1-F172DB8DEA17}"/>
                  </a:ext>
                </a:extLst>
              </p:cNvPr>
              <p:cNvSpPr/>
              <p:nvPr/>
            </p:nvSpPr>
            <p:spPr>
              <a:xfrm>
                <a:off x="5043408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A">
                  <a:alpha val="100000"/>
                </a:srgbClr>
              </a:solidFill>
              <a:ln w="5420" cap="flat">
                <a:solidFill>
                  <a:srgbClr val="3B9D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8" name="pg1508">
                <a:extLst>
                  <a:ext uri="{FF2B5EF4-FFF2-40B4-BE49-F238E27FC236}">
                    <a16:creationId xmlns:a16="http://schemas.microsoft.com/office/drawing/2014/main" id="{B0BBE77C-8554-6A12-BA90-9D6A23BC94F0}"/>
                  </a:ext>
                </a:extLst>
              </p:cNvPr>
              <p:cNvSpPr/>
              <p:nvPr/>
            </p:nvSpPr>
            <p:spPr>
              <a:xfrm>
                <a:off x="505504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09" name="pg1509">
                <a:extLst>
                  <a:ext uri="{FF2B5EF4-FFF2-40B4-BE49-F238E27FC236}">
                    <a16:creationId xmlns:a16="http://schemas.microsoft.com/office/drawing/2014/main" id="{4E5C6956-E1A1-7125-2072-10859C3D8B9C}"/>
                  </a:ext>
                </a:extLst>
              </p:cNvPr>
              <p:cNvSpPr/>
              <p:nvPr/>
            </p:nvSpPr>
            <p:spPr>
              <a:xfrm>
                <a:off x="506668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0" name="pg1510">
                <a:extLst>
                  <a:ext uri="{FF2B5EF4-FFF2-40B4-BE49-F238E27FC236}">
                    <a16:creationId xmlns:a16="http://schemas.microsoft.com/office/drawing/2014/main" id="{ECB64DC3-3080-1AA6-5B61-9DEDAF52EFC9}"/>
                  </a:ext>
                </a:extLst>
              </p:cNvPr>
              <p:cNvSpPr/>
              <p:nvPr/>
            </p:nvSpPr>
            <p:spPr>
              <a:xfrm>
                <a:off x="5078320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1" name="pg1511">
                <a:extLst>
                  <a:ext uri="{FF2B5EF4-FFF2-40B4-BE49-F238E27FC236}">
                    <a16:creationId xmlns:a16="http://schemas.microsoft.com/office/drawing/2014/main" id="{1DB91A7C-C9AA-A9CB-E3D1-CD8D2D72A8D8}"/>
                  </a:ext>
                </a:extLst>
              </p:cNvPr>
              <p:cNvSpPr/>
              <p:nvPr/>
            </p:nvSpPr>
            <p:spPr>
              <a:xfrm>
                <a:off x="5089957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2" name="pg1512">
                <a:extLst>
                  <a:ext uri="{FF2B5EF4-FFF2-40B4-BE49-F238E27FC236}">
                    <a16:creationId xmlns:a16="http://schemas.microsoft.com/office/drawing/2014/main" id="{5BAC46F2-95AD-5937-5D59-811885D3106C}"/>
                  </a:ext>
                </a:extLst>
              </p:cNvPr>
              <p:cNvSpPr/>
              <p:nvPr/>
            </p:nvSpPr>
            <p:spPr>
              <a:xfrm>
                <a:off x="510159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3" name="pg1513">
                <a:extLst>
                  <a:ext uri="{FF2B5EF4-FFF2-40B4-BE49-F238E27FC236}">
                    <a16:creationId xmlns:a16="http://schemas.microsoft.com/office/drawing/2014/main" id="{63A0DB8A-F2DE-2F92-B258-969D5DDD1183}"/>
                  </a:ext>
                </a:extLst>
              </p:cNvPr>
              <p:cNvSpPr/>
              <p:nvPr/>
            </p:nvSpPr>
            <p:spPr>
              <a:xfrm>
                <a:off x="5113232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4" name="pg1514">
                <a:extLst>
                  <a:ext uri="{FF2B5EF4-FFF2-40B4-BE49-F238E27FC236}">
                    <a16:creationId xmlns:a16="http://schemas.microsoft.com/office/drawing/2014/main" id="{E524B693-7DD5-ABF2-499E-E210B218CE86}"/>
                  </a:ext>
                </a:extLst>
              </p:cNvPr>
              <p:cNvSpPr/>
              <p:nvPr/>
            </p:nvSpPr>
            <p:spPr>
              <a:xfrm>
                <a:off x="5124869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5" name="pg1515">
                <a:extLst>
                  <a:ext uri="{FF2B5EF4-FFF2-40B4-BE49-F238E27FC236}">
                    <a16:creationId xmlns:a16="http://schemas.microsoft.com/office/drawing/2014/main" id="{30BD28E2-5829-26B8-3951-6CFDE7824E06}"/>
                  </a:ext>
                </a:extLst>
              </p:cNvPr>
              <p:cNvSpPr/>
              <p:nvPr/>
            </p:nvSpPr>
            <p:spPr>
              <a:xfrm>
                <a:off x="5136507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6" name="pg1516">
                <a:extLst>
                  <a:ext uri="{FF2B5EF4-FFF2-40B4-BE49-F238E27FC236}">
                    <a16:creationId xmlns:a16="http://schemas.microsoft.com/office/drawing/2014/main" id="{29FA7741-3417-0B33-75A8-0A4D8814372A}"/>
                  </a:ext>
                </a:extLst>
              </p:cNvPr>
              <p:cNvSpPr/>
              <p:nvPr/>
            </p:nvSpPr>
            <p:spPr>
              <a:xfrm>
                <a:off x="5148144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7" name="pg1517">
                <a:extLst>
                  <a:ext uri="{FF2B5EF4-FFF2-40B4-BE49-F238E27FC236}">
                    <a16:creationId xmlns:a16="http://schemas.microsoft.com/office/drawing/2014/main" id="{CBDD8D7B-7F12-50F3-8FF3-DE425147F0A8}"/>
                  </a:ext>
                </a:extLst>
              </p:cNvPr>
              <p:cNvSpPr/>
              <p:nvPr/>
            </p:nvSpPr>
            <p:spPr>
              <a:xfrm>
                <a:off x="515978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8" name="pg1518">
                <a:extLst>
                  <a:ext uri="{FF2B5EF4-FFF2-40B4-BE49-F238E27FC236}">
                    <a16:creationId xmlns:a16="http://schemas.microsoft.com/office/drawing/2014/main" id="{8CA3C96D-3169-EC30-BA13-17CFFBBC0148}"/>
                  </a:ext>
                </a:extLst>
              </p:cNvPr>
              <p:cNvSpPr/>
              <p:nvPr/>
            </p:nvSpPr>
            <p:spPr>
              <a:xfrm>
                <a:off x="5171419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19" name="pg1519">
                <a:extLst>
                  <a:ext uri="{FF2B5EF4-FFF2-40B4-BE49-F238E27FC236}">
                    <a16:creationId xmlns:a16="http://schemas.microsoft.com/office/drawing/2014/main" id="{968A4314-EB56-ED80-4F65-021C0374B873}"/>
                  </a:ext>
                </a:extLst>
              </p:cNvPr>
              <p:cNvSpPr/>
              <p:nvPr/>
            </p:nvSpPr>
            <p:spPr>
              <a:xfrm>
                <a:off x="5183056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2AC">
                  <a:alpha val="100000"/>
                </a:srgbClr>
              </a:solidFill>
              <a:ln w="5420" cap="flat">
                <a:solidFill>
                  <a:srgbClr val="59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0" name="pg1520">
                <a:extLst>
                  <a:ext uri="{FF2B5EF4-FFF2-40B4-BE49-F238E27FC236}">
                    <a16:creationId xmlns:a16="http://schemas.microsoft.com/office/drawing/2014/main" id="{4F0B09E2-189A-0D2D-5003-6D420DE73D70}"/>
                  </a:ext>
                </a:extLst>
              </p:cNvPr>
              <p:cNvSpPr/>
              <p:nvPr/>
            </p:nvSpPr>
            <p:spPr>
              <a:xfrm>
                <a:off x="519469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1" name="pg1521">
                <a:extLst>
                  <a:ext uri="{FF2B5EF4-FFF2-40B4-BE49-F238E27FC236}">
                    <a16:creationId xmlns:a16="http://schemas.microsoft.com/office/drawing/2014/main" id="{3F777406-8643-B19A-F5A4-B915D6FC5F85}"/>
                  </a:ext>
                </a:extLst>
              </p:cNvPr>
              <p:cNvSpPr/>
              <p:nvPr/>
            </p:nvSpPr>
            <p:spPr>
              <a:xfrm>
                <a:off x="5206331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2AC">
                  <a:alpha val="100000"/>
                </a:srgbClr>
              </a:solidFill>
              <a:ln w="5420" cap="flat">
                <a:solidFill>
                  <a:srgbClr val="59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2" name="pg1522">
                <a:extLst>
                  <a:ext uri="{FF2B5EF4-FFF2-40B4-BE49-F238E27FC236}">
                    <a16:creationId xmlns:a16="http://schemas.microsoft.com/office/drawing/2014/main" id="{EC0B585E-7B8F-C6AA-5868-F1C6DB869E6E}"/>
                  </a:ext>
                </a:extLst>
              </p:cNvPr>
              <p:cNvSpPr/>
              <p:nvPr/>
            </p:nvSpPr>
            <p:spPr>
              <a:xfrm>
                <a:off x="5217968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3" name="pg1523">
                <a:extLst>
                  <a:ext uri="{FF2B5EF4-FFF2-40B4-BE49-F238E27FC236}">
                    <a16:creationId xmlns:a16="http://schemas.microsoft.com/office/drawing/2014/main" id="{37A4A7A3-CD97-8F90-4D1D-E2FAB74C08A1}"/>
                  </a:ext>
                </a:extLst>
              </p:cNvPr>
              <p:cNvSpPr/>
              <p:nvPr/>
            </p:nvSpPr>
            <p:spPr>
              <a:xfrm>
                <a:off x="5229605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BFAB">
                  <a:alpha val="100000"/>
                </a:srgbClr>
              </a:solidFill>
              <a:ln w="5420" cap="flat">
                <a:solidFill>
                  <a:srgbClr val="57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4" name="pg1524">
                <a:extLst>
                  <a:ext uri="{FF2B5EF4-FFF2-40B4-BE49-F238E27FC236}">
                    <a16:creationId xmlns:a16="http://schemas.microsoft.com/office/drawing/2014/main" id="{B89699BF-A526-3894-5554-86B3A15D75CF}"/>
                  </a:ext>
                </a:extLst>
              </p:cNvPr>
              <p:cNvSpPr/>
              <p:nvPr/>
            </p:nvSpPr>
            <p:spPr>
              <a:xfrm>
                <a:off x="5241243" y="370885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5" name="pg1525">
                <a:extLst>
                  <a:ext uri="{FF2B5EF4-FFF2-40B4-BE49-F238E27FC236}">
                    <a16:creationId xmlns:a16="http://schemas.microsoft.com/office/drawing/2014/main" id="{BE2AFD45-5A7F-995B-AB54-1ED27C6D6567}"/>
                  </a:ext>
                </a:extLst>
              </p:cNvPr>
              <p:cNvSpPr/>
              <p:nvPr/>
            </p:nvSpPr>
            <p:spPr>
              <a:xfrm>
                <a:off x="503177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6" name="pg1526">
                <a:extLst>
                  <a:ext uri="{FF2B5EF4-FFF2-40B4-BE49-F238E27FC236}">
                    <a16:creationId xmlns:a16="http://schemas.microsoft.com/office/drawing/2014/main" id="{09398BBF-22F3-A777-6771-4F16453A6E69}"/>
                  </a:ext>
                </a:extLst>
              </p:cNvPr>
              <p:cNvSpPr/>
              <p:nvPr/>
            </p:nvSpPr>
            <p:spPr>
              <a:xfrm>
                <a:off x="5043408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7" name="pg1527">
                <a:extLst>
                  <a:ext uri="{FF2B5EF4-FFF2-40B4-BE49-F238E27FC236}">
                    <a16:creationId xmlns:a16="http://schemas.microsoft.com/office/drawing/2014/main" id="{C1AF9CF3-FC1B-623F-D6FF-37A5600C298E}"/>
                  </a:ext>
                </a:extLst>
              </p:cNvPr>
              <p:cNvSpPr/>
              <p:nvPr/>
            </p:nvSpPr>
            <p:spPr>
              <a:xfrm>
                <a:off x="505504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8" name="pg1528">
                <a:extLst>
                  <a:ext uri="{FF2B5EF4-FFF2-40B4-BE49-F238E27FC236}">
                    <a16:creationId xmlns:a16="http://schemas.microsoft.com/office/drawing/2014/main" id="{36500833-0305-2F47-28D0-D89F839A1BEC}"/>
                  </a:ext>
                </a:extLst>
              </p:cNvPr>
              <p:cNvSpPr/>
              <p:nvPr/>
            </p:nvSpPr>
            <p:spPr>
              <a:xfrm>
                <a:off x="5066683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29" name="pg1529">
                <a:extLst>
                  <a:ext uri="{FF2B5EF4-FFF2-40B4-BE49-F238E27FC236}">
                    <a16:creationId xmlns:a16="http://schemas.microsoft.com/office/drawing/2014/main" id="{52E99543-5CDB-5798-0151-0806AC3A6252}"/>
                  </a:ext>
                </a:extLst>
              </p:cNvPr>
              <p:cNvSpPr/>
              <p:nvPr/>
            </p:nvSpPr>
            <p:spPr>
              <a:xfrm>
                <a:off x="5078320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0" name="pg1530">
                <a:extLst>
                  <a:ext uri="{FF2B5EF4-FFF2-40B4-BE49-F238E27FC236}">
                    <a16:creationId xmlns:a16="http://schemas.microsoft.com/office/drawing/2014/main" id="{EA351C7D-D41F-1082-844E-DFFA2ABF8A2C}"/>
                  </a:ext>
                </a:extLst>
              </p:cNvPr>
              <p:cNvSpPr/>
              <p:nvPr/>
            </p:nvSpPr>
            <p:spPr>
              <a:xfrm>
                <a:off x="5089957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1" name="pg1531">
                <a:extLst>
                  <a:ext uri="{FF2B5EF4-FFF2-40B4-BE49-F238E27FC236}">
                    <a16:creationId xmlns:a16="http://schemas.microsoft.com/office/drawing/2014/main" id="{27EBB9BA-D259-9BA1-6F29-2623F0468364}"/>
                  </a:ext>
                </a:extLst>
              </p:cNvPr>
              <p:cNvSpPr/>
              <p:nvPr/>
            </p:nvSpPr>
            <p:spPr>
              <a:xfrm>
                <a:off x="510159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2" name="pg1532">
                <a:extLst>
                  <a:ext uri="{FF2B5EF4-FFF2-40B4-BE49-F238E27FC236}">
                    <a16:creationId xmlns:a16="http://schemas.microsoft.com/office/drawing/2014/main" id="{00824585-6065-EF61-FD81-A3BE258CDE22}"/>
                  </a:ext>
                </a:extLst>
              </p:cNvPr>
              <p:cNvSpPr/>
              <p:nvPr/>
            </p:nvSpPr>
            <p:spPr>
              <a:xfrm>
                <a:off x="5113232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3" name="pg1533">
                <a:extLst>
                  <a:ext uri="{FF2B5EF4-FFF2-40B4-BE49-F238E27FC236}">
                    <a16:creationId xmlns:a16="http://schemas.microsoft.com/office/drawing/2014/main" id="{7C80F41D-11BE-BD1F-F28F-61F6921565E3}"/>
                  </a:ext>
                </a:extLst>
              </p:cNvPr>
              <p:cNvSpPr/>
              <p:nvPr/>
            </p:nvSpPr>
            <p:spPr>
              <a:xfrm>
                <a:off x="5124869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4" name="pg1534">
                <a:extLst>
                  <a:ext uri="{FF2B5EF4-FFF2-40B4-BE49-F238E27FC236}">
                    <a16:creationId xmlns:a16="http://schemas.microsoft.com/office/drawing/2014/main" id="{93EB87C0-5379-E57E-E4A3-CC78A1C203F5}"/>
                  </a:ext>
                </a:extLst>
              </p:cNvPr>
              <p:cNvSpPr/>
              <p:nvPr/>
            </p:nvSpPr>
            <p:spPr>
              <a:xfrm>
                <a:off x="5136507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5" name="pg1535">
                <a:extLst>
                  <a:ext uri="{FF2B5EF4-FFF2-40B4-BE49-F238E27FC236}">
                    <a16:creationId xmlns:a16="http://schemas.microsoft.com/office/drawing/2014/main" id="{F41F4FB8-B4FA-231C-8CFF-55112BEEAB29}"/>
                  </a:ext>
                </a:extLst>
              </p:cNvPr>
              <p:cNvSpPr/>
              <p:nvPr/>
            </p:nvSpPr>
            <p:spPr>
              <a:xfrm>
                <a:off x="5148144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6" name="pg1536">
                <a:extLst>
                  <a:ext uri="{FF2B5EF4-FFF2-40B4-BE49-F238E27FC236}">
                    <a16:creationId xmlns:a16="http://schemas.microsoft.com/office/drawing/2014/main" id="{D664C7F2-0FAD-E905-DC61-A515F461C475}"/>
                  </a:ext>
                </a:extLst>
              </p:cNvPr>
              <p:cNvSpPr/>
              <p:nvPr/>
            </p:nvSpPr>
            <p:spPr>
              <a:xfrm>
                <a:off x="515978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7" name="pg1537">
                <a:extLst>
                  <a:ext uri="{FF2B5EF4-FFF2-40B4-BE49-F238E27FC236}">
                    <a16:creationId xmlns:a16="http://schemas.microsoft.com/office/drawing/2014/main" id="{4B3F2494-ADB2-D196-ACF6-661F00732A53}"/>
                  </a:ext>
                </a:extLst>
              </p:cNvPr>
              <p:cNvSpPr/>
              <p:nvPr/>
            </p:nvSpPr>
            <p:spPr>
              <a:xfrm>
                <a:off x="5171419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8" name="pg1538">
                <a:extLst>
                  <a:ext uri="{FF2B5EF4-FFF2-40B4-BE49-F238E27FC236}">
                    <a16:creationId xmlns:a16="http://schemas.microsoft.com/office/drawing/2014/main" id="{BF16A516-B69D-E6DB-D56E-037FD3A69810}"/>
                  </a:ext>
                </a:extLst>
              </p:cNvPr>
              <p:cNvSpPr/>
              <p:nvPr/>
            </p:nvSpPr>
            <p:spPr>
              <a:xfrm>
                <a:off x="5183056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39" name="pg1539">
                <a:extLst>
                  <a:ext uri="{FF2B5EF4-FFF2-40B4-BE49-F238E27FC236}">
                    <a16:creationId xmlns:a16="http://schemas.microsoft.com/office/drawing/2014/main" id="{9248B523-1632-44DA-33FB-E7A574E4F5D0}"/>
                  </a:ext>
                </a:extLst>
              </p:cNvPr>
              <p:cNvSpPr/>
              <p:nvPr/>
            </p:nvSpPr>
            <p:spPr>
              <a:xfrm>
                <a:off x="5194693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0" name="pg1540">
                <a:extLst>
                  <a:ext uri="{FF2B5EF4-FFF2-40B4-BE49-F238E27FC236}">
                    <a16:creationId xmlns:a16="http://schemas.microsoft.com/office/drawing/2014/main" id="{958136BC-8761-1A90-78A0-98D4FDD23676}"/>
                  </a:ext>
                </a:extLst>
              </p:cNvPr>
              <p:cNvSpPr/>
              <p:nvPr/>
            </p:nvSpPr>
            <p:spPr>
              <a:xfrm>
                <a:off x="5206331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1" name="pg1541">
                <a:extLst>
                  <a:ext uri="{FF2B5EF4-FFF2-40B4-BE49-F238E27FC236}">
                    <a16:creationId xmlns:a16="http://schemas.microsoft.com/office/drawing/2014/main" id="{ECFB1136-BB49-6D95-F741-941A247B10DF}"/>
                  </a:ext>
                </a:extLst>
              </p:cNvPr>
              <p:cNvSpPr/>
              <p:nvPr/>
            </p:nvSpPr>
            <p:spPr>
              <a:xfrm>
                <a:off x="5217968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2" name="pg1542">
                <a:extLst>
                  <a:ext uri="{FF2B5EF4-FFF2-40B4-BE49-F238E27FC236}">
                    <a16:creationId xmlns:a16="http://schemas.microsoft.com/office/drawing/2014/main" id="{76A8FC18-8FC1-B774-BF0B-BC36A02EB3E2}"/>
                  </a:ext>
                </a:extLst>
              </p:cNvPr>
              <p:cNvSpPr/>
              <p:nvPr/>
            </p:nvSpPr>
            <p:spPr>
              <a:xfrm>
                <a:off x="5229605" y="37231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3" name="pg1543">
                <a:extLst>
                  <a:ext uri="{FF2B5EF4-FFF2-40B4-BE49-F238E27FC236}">
                    <a16:creationId xmlns:a16="http://schemas.microsoft.com/office/drawing/2014/main" id="{11640D9D-9BF2-6B6B-3B62-FAD370ACF001}"/>
                  </a:ext>
                </a:extLst>
              </p:cNvPr>
              <p:cNvSpPr/>
              <p:nvPr/>
            </p:nvSpPr>
            <p:spPr>
              <a:xfrm>
                <a:off x="5043408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4" name="pg1544">
                <a:extLst>
                  <a:ext uri="{FF2B5EF4-FFF2-40B4-BE49-F238E27FC236}">
                    <a16:creationId xmlns:a16="http://schemas.microsoft.com/office/drawing/2014/main" id="{673970D8-EFB6-D9EF-BC24-8EC692CC5A19}"/>
                  </a:ext>
                </a:extLst>
              </p:cNvPr>
              <p:cNvSpPr/>
              <p:nvPr/>
            </p:nvSpPr>
            <p:spPr>
              <a:xfrm>
                <a:off x="5055045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5" name="pg1545">
                <a:extLst>
                  <a:ext uri="{FF2B5EF4-FFF2-40B4-BE49-F238E27FC236}">
                    <a16:creationId xmlns:a16="http://schemas.microsoft.com/office/drawing/2014/main" id="{21301BB2-AD19-6682-4E33-FC3B4DC5074C}"/>
                  </a:ext>
                </a:extLst>
              </p:cNvPr>
              <p:cNvSpPr/>
              <p:nvPr/>
            </p:nvSpPr>
            <p:spPr>
              <a:xfrm>
                <a:off x="5066683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6" name="pg1546">
                <a:extLst>
                  <a:ext uri="{FF2B5EF4-FFF2-40B4-BE49-F238E27FC236}">
                    <a16:creationId xmlns:a16="http://schemas.microsoft.com/office/drawing/2014/main" id="{0B5E21FD-E92D-5120-4413-173DFB599200}"/>
                  </a:ext>
                </a:extLst>
              </p:cNvPr>
              <p:cNvSpPr/>
              <p:nvPr/>
            </p:nvSpPr>
            <p:spPr>
              <a:xfrm>
                <a:off x="5078320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7" name="pg1547">
                <a:extLst>
                  <a:ext uri="{FF2B5EF4-FFF2-40B4-BE49-F238E27FC236}">
                    <a16:creationId xmlns:a16="http://schemas.microsoft.com/office/drawing/2014/main" id="{2A90DCDC-5E5A-CADE-6409-06CD7DAC9988}"/>
                  </a:ext>
                </a:extLst>
              </p:cNvPr>
              <p:cNvSpPr/>
              <p:nvPr/>
            </p:nvSpPr>
            <p:spPr>
              <a:xfrm>
                <a:off x="5089957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8" name="pg1548">
                <a:extLst>
                  <a:ext uri="{FF2B5EF4-FFF2-40B4-BE49-F238E27FC236}">
                    <a16:creationId xmlns:a16="http://schemas.microsoft.com/office/drawing/2014/main" id="{4F22D6ED-6274-724A-B0BA-F6F6A29FEE4E}"/>
                  </a:ext>
                </a:extLst>
              </p:cNvPr>
              <p:cNvSpPr/>
              <p:nvPr/>
            </p:nvSpPr>
            <p:spPr>
              <a:xfrm>
                <a:off x="5101595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49" name="pg1549">
                <a:extLst>
                  <a:ext uri="{FF2B5EF4-FFF2-40B4-BE49-F238E27FC236}">
                    <a16:creationId xmlns:a16="http://schemas.microsoft.com/office/drawing/2014/main" id="{ACD6C080-DC28-1C8A-43C0-6ECAD67BDBD2}"/>
                  </a:ext>
                </a:extLst>
              </p:cNvPr>
              <p:cNvSpPr/>
              <p:nvPr/>
            </p:nvSpPr>
            <p:spPr>
              <a:xfrm>
                <a:off x="5113232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0" name="pg1550">
                <a:extLst>
                  <a:ext uri="{FF2B5EF4-FFF2-40B4-BE49-F238E27FC236}">
                    <a16:creationId xmlns:a16="http://schemas.microsoft.com/office/drawing/2014/main" id="{52080E48-185E-DC8B-6F13-6BF95ED72D64}"/>
                  </a:ext>
                </a:extLst>
              </p:cNvPr>
              <p:cNvSpPr/>
              <p:nvPr/>
            </p:nvSpPr>
            <p:spPr>
              <a:xfrm>
                <a:off x="5124869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1" name="pg1551">
                <a:extLst>
                  <a:ext uri="{FF2B5EF4-FFF2-40B4-BE49-F238E27FC236}">
                    <a16:creationId xmlns:a16="http://schemas.microsoft.com/office/drawing/2014/main" id="{8D1E3516-35FF-8F95-3614-6B7985767C8B}"/>
                  </a:ext>
                </a:extLst>
              </p:cNvPr>
              <p:cNvSpPr/>
              <p:nvPr/>
            </p:nvSpPr>
            <p:spPr>
              <a:xfrm>
                <a:off x="5136507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2" name="pg1552">
                <a:extLst>
                  <a:ext uri="{FF2B5EF4-FFF2-40B4-BE49-F238E27FC236}">
                    <a16:creationId xmlns:a16="http://schemas.microsoft.com/office/drawing/2014/main" id="{DC85DBD6-06E1-CF7A-C7F2-CD68B5129F5B}"/>
                  </a:ext>
                </a:extLst>
              </p:cNvPr>
              <p:cNvSpPr/>
              <p:nvPr/>
            </p:nvSpPr>
            <p:spPr>
              <a:xfrm>
                <a:off x="5148144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3" name="pg1553">
                <a:extLst>
                  <a:ext uri="{FF2B5EF4-FFF2-40B4-BE49-F238E27FC236}">
                    <a16:creationId xmlns:a16="http://schemas.microsoft.com/office/drawing/2014/main" id="{8D815F9D-2EF1-E081-A06B-9472CBC30BBE}"/>
                  </a:ext>
                </a:extLst>
              </p:cNvPr>
              <p:cNvSpPr/>
              <p:nvPr/>
            </p:nvSpPr>
            <p:spPr>
              <a:xfrm>
                <a:off x="5159781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4" name="pg1554">
                <a:extLst>
                  <a:ext uri="{FF2B5EF4-FFF2-40B4-BE49-F238E27FC236}">
                    <a16:creationId xmlns:a16="http://schemas.microsoft.com/office/drawing/2014/main" id="{B2AA82AE-F83F-60A9-CD6C-FE8C7915326B}"/>
                  </a:ext>
                </a:extLst>
              </p:cNvPr>
              <p:cNvSpPr/>
              <p:nvPr/>
            </p:nvSpPr>
            <p:spPr>
              <a:xfrm>
                <a:off x="5171419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5" name="pg1555">
                <a:extLst>
                  <a:ext uri="{FF2B5EF4-FFF2-40B4-BE49-F238E27FC236}">
                    <a16:creationId xmlns:a16="http://schemas.microsoft.com/office/drawing/2014/main" id="{D5D1571B-85A4-3B0F-89C4-843C7A5E5AB7}"/>
                  </a:ext>
                </a:extLst>
              </p:cNvPr>
              <p:cNvSpPr/>
              <p:nvPr/>
            </p:nvSpPr>
            <p:spPr>
              <a:xfrm>
                <a:off x="5183056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6" name="pg1556">
                <a:extLst>
                  <a:ext uri="{FF2B5EF4-FFF2-40B4-BE49-F238E27FC236}">
                    <a16:creationId xmlns:a16="http://schemas.microsoft.com/office/drawing/2014/main" id="{04C899A4-8A37-7D5A-FC83-1CD407BFFD9A}"/>
                  </a:ext>
                </a:extLst>
              </p:cNvPr>
              <p:cNvSpPr/>
              <p:nvPr/>
            </p:nvSpPr>
            <p:spPr>
              <a:xfrm>
                <a:off x="5194693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7" name="pg1557">
                <a:extLst>
                  <a:ext uri="{FF2B5EF4-FFF2-40B4-BE49-F238E27FC236}">
                    <a16:creationId xmlns:a16="http://schemas.microsoft.com/office/drawing/2014/main" id="{E4652810-11F7-A946-8608-5A668430D6FC}"/>
                  </a:ext>
                </a:extLst>
              </p:cNvPr>
              <p:cNvSpPr/>
              <p:nvPr/>
            </p:nvSpPr>
            <p:spPr>
              <a:xfrm>
                <a:off x="5206331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8" name="pg1558">
                <a:extLst>
                  <a:ext uri="{FF2B5EF4-FFF2-40B4-BE49-F238E27FC236}">
                    <a16:creationId xmlns:a16="http://schemas.microsoft.com/office/drawing/2014/main" id="{C6357644-A8A8-6D55-6E57-3D5EE6B22E5E}"/>
                  </a:ext>
                </a:extLst>
              </p:cNvPr>
              <p:cNvSpPr/>
              <p:nvPr/>
            </p:nvSpPr>
            <p:spPr>
              <a:xfrm>
                <a:off x="5217968" y="373745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59" name="pg1559">
                <a:extLst>
                  <a:ext uri="{FF2B5EF4-FFF2-40B4-BE49-F238E27FC236}">
                    <a16:creationId xmlns:a16="http://schemas.microsoft.com/office/drawing/2014/main" id="{B7E3D5CB-4B80-76D4-2C9C-5D374AF12121}"/>
                  </a:ext>
                </a:extLst>
              </p:cNvPr>
              <p:cNvSpPr/>
              <p:nvPr/>
            </p:nvSpPr>
            <p:spPr>
              <a:xfrm>
                <a:off x="5055045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0" name="pg1560">
                <a:extLst>
                  <a:ext uri="{FF2B5EF4-FFF2-40B4-BE49-F238E27FC236}">
                    <a16:creationId xmlns:a16="http://schemas.microsoft.com/office/drawing/2014/main" id="{DB9AA296-7063-1BAF-4C8E-8241532D19BC}"/>
                  </a:ext>
                </a:extLst>
              </p:cNvPr>
              <p:cNvSpPr/>
              <p:nvPr/>
            </p:nvSpPr>
            <p:spPr>
              <a:xfrm>
                <a:off x="5066683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1" name="pg1561">
                <a:extLst>
                  <a:ext uri="{FF2B5EF4-FFF2-40B4-BE49-F238E27FC236}">
                    <a16:creationId xmlns:a16="http://schemas.microsoft.com/office/drawing/2014/main" id="{DF38A7A7-D9F8-3013-328F-C26133AFCF7F}"/>
                  </a:ext>
                </a:extLst>
              </p:cNvPr>
              <p:cNvSpPr/>
              <p:nvPr/>
            </p:nvSpPr>
            <p:spPr>
              <a:xfrm>
                <a:off x="5078320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2" name="pg1562">
                <a:extLst>
                  <a:ext uri="{FF2B5EF4-FFF2-40B4-BE49-F238E27FC236}">
                    <a16:creationId xmlns:a16="http://schemas.microsoft.com/office/drawing/2014/main" id="{E881C34E-4D80-F710-23EA-EEE13B496B2E}"/>
                  </a:ext>
                </a:extLst>
              </p:cNvPr>
              <p:cNvSpPr/>
              <p:nvPr/>
            </p:nvSpPr>
            <p:spPr>
              <a:xfrm>
                <a:off x="5089957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3" name="pg1563">
                <a:extLst>
                  <a:ext uri="{FF2B5EF4-FFF2-40B4-BE49-F238E27FC236}">
                    <a16:creationId xmlns:a16="http://schemas.microsoft.com/office/drawing/2014/main" id="{D16C6C57-F4E2-365B-ABC0-AA39868AA7FA}"/>
                  </a:ext>
                </a:extLst>
              </p:cNvPr>
              <p:cNvSpPr/>
              <p:nvPr/>
            </p:nvSpPr>
            <p:spPr>
              <a:xfrm>
                <a:off x="5101595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4" name="pg1564">
                <a:extLst>
                  <a:ext uri="{FF2B5EF4-FFF2-40B4-BE49-F238E27FC236}">
                    <a16:creationId xmlns:a16="http://schemas.microsoft.com/office/drawing/2014/main" id="{0D973AB3-7420-B669-B3AA-0A2BBB20B0F4}"/>
                  </a:ext>
                </a:extLst>
              </p:cNvPr>
              <p:cNvSpPr/>
              <p:nvPr/>
            </p:nvSpPr>
            <p:spPr>
              <a:xfrm>
                <a:off x="5113232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5" name="pg1565">
                <a:extLst>
                  <a:ext uri="{FF2B5EF4-FFF2-40B4-BE49-F238E27FC236}">
                    <a16:creationId xmlns:a16="http://schemas.microsoft.com/office/drawing/2014/main" id="{FBBDDF45-9B59-5275-C66E-B83CB7F49459}"/>
                  </a:ext>
                </a:extLst>
              </p:cNvPr>
              <p:cNvSpPr/>
              <p:nvPr/>
            </p:nvSpPr>
            <p:spPr>
              <a:xfrm>
                <a:off x="5124869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6" name="pg1566">
                <a:extLst>
                  <a:ext uri="{FF2B5EF4-FFF2-40B4-BE49-F238E27FC236}">
                    <a16:creationId xmlns:a16="http://schemas.microsoft.com/office/drawing/2014/main" id="{87550D60-8CB2-36D8-BC89-141E5BF899CC}"/>
                  </a:ext>
                </a:extLst>
              </p:cNvPr>
              <p:cNvSpPr/>
              <p:nvPr/>
            </p:nvSpPr>
            <p:spPr>
              <a:xfrm>
                <a:off x="5136507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7" name="pg1567">
                <a:extLst>
                  <a:ext uri="{FF2B5EF4-FFF2-40B4-BE49-F238E27FC236}">
                    <a16:creationId xmlns:a16="http://schemas.microsoft.com/office/drawing/2014/main" id="{E8F0C4C7-C225-4593-464D-CF91954D28F3}"/>
                  </a:ext>
                </a:extLst>
              </p:cNvPr>
              <p:cNvSpPr/>
              <p:nvPr/>
            </p:nvSpPr>
            <p:spPr>
              <a:xfrm>
                <a:off x="5148144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8" name="pg1568">
                <a:extLst>
                  <a:ext uri="{FF2B5EF4-FFF2-40B4-BE49-F238E27FC236}">
                    <a16:creationId xmlns:a16="http://schemas.microsoft.com/office/drawing/2014/main" id="{4C5A84FA-5A94-F9D4-7A33-B6A1756181C5}"/>
                  </a:ext>
                </a:extLst>
              </p:cNvPr>
              <p:cNvSpPr/>
              <p:nvPr/>
            </p:nvSpPr>
            <p:spPr>
              <a:xfrm>
                <a:off x="5159781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69" name="pg1569">
                <a:extLst>
                  <a:ext uri="{FF2B5EF4-FFF2-40B4-BE49-F238E27FC236}">
                    <a16:creationId xmlns:a16="http://schemas.microsoft.com/office/drawing/2014/main" id="{B511F70D-3D83-A6AE-7CAD-96C2CE678E02}"/>
                  </a:ext>
                </a:extLst>
              </p:cNvPr>
              <p:cNvSpPr/>
              <p:nvPr/>
            </p:nvSpPr>
            <p:spPr>
              <a:xfrm>
                <a:off x="5171419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0" name="pg1570">
                <a:extLst>
                  <a:ext uri="{FF2B5EF4-FFF2-40B4-BE49-F238E27FC236}">
                    <a16:creationId xmlns:a16="http://schemas.microsoft.com/office/drawing/2014/main" id="{42E43E5B-188F-9389-456A-C05A39CA4E6A}"/>
                  </a:ext>
                </a:extLst>
              </p:cNvPr>
              <p:cNvSpPr/>
              <p:nvPr/>
            </p:nvSpPr>
            <p:spPr>
              <a:xfrm>
                <a:off x="5183056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1" name="pg1571">
                <a:extLst>
                  <a:ext uri="{FF2B5EF4-FFF2-40B4-BE49-F238E27FC236}">
                    <a16:creationId xmlns:a16="http://schemas.microsoft.com/office/drawing/2014/main" id="{31E07B60-2EE8-FAB1-0AC0-3082FF686CAA}"/>
                  </a:ext>
                </a:extLst>
              </p:cNvPr>
              <p:cNvSpPr/>
              <p:nvPr/>
            </p:nvSpPr>
            <p:spPr>
              <a:xfrm>
                <a:off x="5194693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2" name="pg1572">
                <a:extLst>
                  <a:ext uri="{FF2B5EF4-FFF2-40B4-BE49-F238E27FC236}">
                    <a16:creationId xmlns:a16="http://schemas.microsoft.com/office/drawing/2014/main" id="{636B1479-D963-C0A3-1870-C560709911FD}"/>
                  </a:ext>
                </a:extLst>
              </p:cNvPr>
              <p:cNvSpPr/>
              <p:nvPr/>
            </p:nvSpPr>
            <p:spPr>
              <a:xfrm>
                <a:off x="5206331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3" name="pg1573">
                <a:extLst>
                  <a:ext uri="{FF2B5EF4-FFF2-40B4-BE49-F238E27FC236}">
                    <a16:creationId xmlns:a16="http://schemas.microsoft.com/office/drawing/2014/main" id="{EC467017-0E0C-3787-9FF7-E212BB591B3A}"/>
                  </a:ext>
                </a:extLst>
              </p:cNvPr>
              <p:cNvSpPr/>
              <p:nvPr/>
            </p:nvSpPr>
            <p:spPr>
              <a:xfrm>
                <a:off x="5217968" y="37517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4" name="pg1574">
                <a:extLst>
                  <a:ext uri="{FF2B5EF4-FFF2-40B4-BE49-F238E27FC236}">
                    <a16:creationId xmlns:a16="http://schemas.microsoft.com/office/drawing/2014/main" id="{50571997-6A6A-C372-0CAF-64E2C2CCA38E}"/>
                  </a:ext>
                </a:extLst>
              </p:cNvPr>
              <p:cNvSpPr/>
              <p:nvPr/>
            </p:nvSpPr>
            <p:spPr>
              <a:xfrm>
                <a:off x="5008496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5" name="pg1575">
                <a:extLst>
                  <a:ext uri="{FF2B5EF4-FFF2-40B4-BE49-F238E27FC236}">
                    <a16:creationId xmlns:a16="http://schemas.microsoft.com/office/drawing/2014/main" id="{D05739CF-FA60-8638-886B-3B01AD09E0A4}"/>
                  </a:ext>
                </a:extLst>
              </p:cNvPr>
              <p:cNvSpPr/>
              <p:nvPr/>
            </p:nvSpPr>
            <p:spPr>
              <a:xfrm>
                <a:off x="502013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6" name="pg1576">
                <a:extLst>
                  <a:ext uri="{FF2B5EF4-FFF2-40B4-BE49-F238E27FC236}">
                    <a16:creationId xmlns:a16="http://schemas.microsoft.com/office/drawing/2014/main" id="{BD77206D-15C4-A2B3-9290-776A0C87C88C}"/>
                  </a:ext>
                </a:extLst>
              </p:cNvPr>
              <p:cNvSpPr/>
              <p:nvPr/>
            </p:nvSpPr>
            <p:spPr>
              <a:xfrm>
                <a:off x="503177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7" name="pg1577">
                <a:extLst>
                  <a:ext uri="{FF2B5EF4-FFF2-40B4-BE49-F238E27FC236}">
                    <a16:creationId xmlns:a16="http://schemas.microsoft.com/office/drawing/2014/main" id="{4CFA435C-DA27-1D1F-6F7A-8CBEE4459C95}"/>
                  </a:ext>
                </a:extLst>
              </p:cNvPr>
              <p:cNvSpPr/>
              <p:nvPr/>
            </p:nvSpPr>
            <p:spPr>
              <a:xfrm>
                <a:off x="5043408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8" name="pg1578">
                <a:extLst>
                  <a:ext uri="{FF2B5EF4-FFF2-40B4-BE49-F238E27FC236}">
                    <a16:creationId xmlns:a16="http://schemas.microsoft.com/office/drawing/2014/main" id="{27533095-B56F-F411-88B4-FBE32BBB9AF8}"/>
                  </a:ext>
                </a:extLst>
              </p:cNvPr>
              <p:cNvSpPr/>
              <p:nvPr/>
            </p:nvSpPr>
            <p:spPr>
              <a:xfrm>
                <a:off x="5055045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79" name="pg1579">
                <a:extLst>
                  <a:ext uri="{FF2B5EF4-FFF2-40B4-BE49-F238E27FC236}">
                    <a16:creationId xmlns:a16="http://schemas.microsoft.com/office/drawing/2014/main" id="{CF2EF366-7100-FB6F-74CE-74CC97FE2C72}"/>
                  </a:ext>
                </a:extLst>
              </p:cNvPr>
              <p:cNvSpPr/>
              <p:nvPr/>
            </p:nvSpPr>
            <p:spPr>
              <a:xfrm>
                <a:off x="506668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0" name="pg1580">
                <a:extLst>
                  <a:ext uri="{FF2B5EF4-FFF2-40B4-BE49-F238E27FC236}">
                    <a16:creationId xmlns:a16="http://schemas.microsoft.com/office/drawing/2014/main" id="{3A775C08-9E88-8C77-323B-2A9127E91511}"/>
                  </a:ext>
                </a:extLst>
              </p:cNvPr>
              <p:cNvSpPr/>
              <p:nvPr/>
            </p:nvSpPr>
            <p:spPr>
              <a:xfrm>
                <a:off x="5078320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1" name="pg1581">
                <a:extLst>
                  <a:ext uri="{FF2B5EF4-FFF2-40B4-BE49-F238E27FC236}">
                    <a16:creationId xmlns:a16="http://schemas.microsoft.com/office/drawing/2014/main" id="{675B4BE0-37CE-1D46-E4BA-AEA557EC5BC5}"/>
                  </a:ext>
                </a:extLst>
              </p:cNvPr>
              <p:cNvSpPr/>
              <p:nvPr/>
            </p:nvSpPr>
            <p:spPr>
              <a:xfrm>
                <a:off x="5089957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2" name="pg1582">
                <a:extLst>
                  <a:ext uri="{FF2B5EF4-FFF2-40B4-BE49-F238E27FC236}">
                    <a16:creationId xmlns:a16="http://schemas.microsoft.com/office/drawing/2014/main" id="{BF58168F-B2FE-162F-EFBF-A7FD3FD85AFE}"/>
                  </a:ext>
                </a:extLst>
              </p:cNvPr>
              <p:cNvSpPr/>
              <p:nvPr/>
            </p:nvSpPr>
            <p:spPr>
              <a:xfrm>
                <a:off x="5101595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3" name="pg1583">
                <a:extLst>
                  <a:ext uri="{FF2B5EF4-FFF2-40B4-BE49-F238E27FC236}">
                    <a16:creationId xmlns:a16="http://schemas.microsoft.com/office/drawing/2014/main" id="{5354F1D0-D030-7DE4-B159-728D3CF1D3A5}"/>
                  </a:ext>
                </a:extLst>
              </p:cNvPr>
              <p:cNvSpPr/>
              <p:nvPr/>
            </p:nvSpPr>
            <p:spPr>
              <a:xfrm>
                <a:off x="5113232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4" name="pg1584">
                <a:extLst>
                  <a:ext uri="{FF2B5EF4-FFF2-40B4-BE49-F238E27FC236}">
                    <a16:creationId xmlns:a16="http://schemas.microsoft.com/office/drawing/2014/main" id="{A2255090-1BC1-0E37-F392-BBCBD9346F34}"/>
                  </a:ext>
                </a:extLst>
              </p:cNvPr>
              <p:cNvSpPr/>
              <p:nvPr/>
            </p:nvSpPr>
            <p:spPr>
              <a:xfrm>
                <a:off x="5124869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5" name="pg1585">
                <a:extLst>
                  <a:ext uri="{FF2B5EF4-FFF2-40B4-BE49-F238E27FC236}">
                    <a16:creationId xmlns:a16="http://schemas.microsoft.com/office/drawing/2014/main" id="{83DF8B32-5BB9-E301-F403-9EF4509633D0}"/>
                  </a:ext>
                </a:extLst>
              </p:cNvPr>
              <p:cNvSpPr/>
              <p:nvPr/>
            </p:nvSpPr>
            <p:spPr>
              <a:xfrm>
                <a:off x="5136507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6" name="pg1586">
                <a:extLst>
                  <a:ext uri="{FF2B5EF4-FFF2-40B4-BE49-F238E27FC236}">
                    <a16:creationId xmlns:a16="http://schemas.microsoft.com/office/drawing/2014/main" id="{7FCAA697-4A19-4844-F0B9-A56FA5C51340}"/>
                  </a:ext>
                </a:extLst>
              </p:cNvPr>
              <p:cNvSpPr/>
              <p:nvPr/>
            </p:nvSpPr>
            <p:spPr>
              <a:xfrm>
                <a:off x="5148144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7" name="pg1587">
                <a:extLst>
                  <a:ext uri="{FF2B5EF4-FFF2-40B4-BE49-F238E27FC236}">
                    <a16:creationId xmlns:a16="http://schemas.microsoft.com/office/drawing/2014/main" id="{DFAA21D9-E90E-8928-CF45-E3A79786EE69}"/>
                  </a:ext>
                </a:extLst>
              </p:cNvPr>
              <p:cNvSpPr/>
              <p:nvPr/>
            </p:nvSpPr>
            <p:spPr>
              <a:xfrm>
                <a:off x="515978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8" name="pg1588">
                <a:extLst>
                  <a:ext uri="{FF2B5EF4-FFF2-40B4-BE49-F238E27FC236}">
                    <a16:creationId xmlns:a16="http://schemas.microsoft.com/office/drawing/2014/main" id="{251CE2A1-D0BA-2B60-4699-CEE228EA8196}"/>
                  </a:ext>
                </a:extLst>
              </p:cNvPr>
              <p:cNvSpPr/>
              <p:nvPr/>
            </p:nvSpPr>
            <p:spPr>
              <a:xfrm>
                <a:off x="5171419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89" name="pg1589">
                <a:extLst>
                  <a:ext uri="{FF2B5EF4-FFF2-40B4-BE49-F238E27FC236}">
                    <a16:creationId xmlns:a16="http://schemas.microsoft.com/office/drawing/2014/main" id="{41470473-AE2C-FA17-3EAD-36CA7A7802DD}"/>
                  </a:ext>
                </a:extLst>
              </p:cNvPr>
              <p:cNvSpPr/>
              <p:nvPr/>
            </p:nvSpPr>
            <p:spPr>
              <a:xfrm>
                <a:off x="5183056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0" name="pg1590">
                <a:extLst>
                  <a:ext uri="{FF2B5EF4-FFF2-40B4-BE49-F238E27FC236}">
                    <a16:creationId xmlns:a16="http://schemas.microsoft.com/office/drawing/2014/main" id="{DD7D18F1-F4BC-C3E4-1423-82CD468EEE92}"/>
                  </a:ext>
                </a:extLst>
              </p:cNvPr>
              <p:cNvSpPr/>
              <p:nvPr/>
            </p:nvSpPr>
            <p:spPr>
              <a:xfrm>
                <a:off x="5194693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1" name="pg1591">
                <a:extLst>
                  <a:ext uri="{FF2B5EF4-FFF2-40B4-BE49-F238E27FC236}">
                    <a16:creationId xmlns:a16="http://schemas.microsoft.com/office/drawing/2014/main" id="{8AD348BC-7954-F841-EECE-BC1E08079229}"/>
                  </a:ext>
                </a:extLst>
              </p:cNvPr>
              <p:cNvSpPr/>
              <p:nvPr/>
            </p:nvSpPr>
            <p:spPr>
              <a:xfrm>
                <a:off x="5206331" y="376605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2" name="pg1592">
                <a:extLst>
                  <a:ext uri="{FF2B5EF4-FFF2-40B4-BE49-F238E27FC236}">
                    <a16:creationId xmlns:a16="http://schemas.microsoft.com/office/drawing/2014/main" id="{4A1E4599-1264-B26C-5612-3EA24F9F037F}"/>
                  </a:ext>
                </a:extLst>
              </p:cNvPr>
              <p:cNvSpPr/>
              <p:nvPr/>
            </p:nvSpPr>
            <p:spPr>
              <a:xfrm>
                <a:off x="499685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3" name="pg1593">
                <a:extLst>
                  <a:ext uri="{FF2B5EF4-FFF2-40B4-BE49-F238E27FC236}">
                    <a16:creationId xmlns:a16="http://schemas.microsoft.com/office/drawing/2014/main" id="{7D10FE1B-6ACE-1A4D-B021-4935812F5678}"/>
                  </a:ext>
                </a:extLst>
              </p:cNvPr>
              <p:cNvSpPr/>
              <p:nvPr/>
            </p:nvSpPr>
            <p:spPr>
              <a:xfrm>
                <a:off x="5008496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4" name="pg1594">
                <a:extLst>
                  <a:ext uri="{FF2B5EF4-FFF2-40B4-BE49-F238E27FC236}">
                    <a16:creationId xmlns:a16="http://schemas.microsoft.com/office/drawing/2014/main" id="{E78AD87E-6CC5-B3F2-7942-8ECEAEBA5077}"/>
                  </a:ext>
                </a:extLst>
              </p:cNvPr>
              <p:cNvSpPr/>
              <p:nvPr/>
            </p:nvSpPr>
            <p:spPr>
              <a:xfrm>
                <a:off x="502013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5" name="pg1595">
                <a:extLst>
                  <a:ext uri="{FF2B5EF4-FFF2-40B4-BE49-F238E27FC236}">
                    <a16:creationId xmlns:a16="http://schemas.microsoft.com/office/drawing/2014/main" id="{C5438590-1498-42EA-E326-CD17595FB0AE}"/>
                  </a:ext>
                </a:extLst>
              </p:cNvPr>
              <p:cNvSpPr/>
              <p:nvPr/>
            </p:nvSpPr>
            <p:spPr>
              <a:xfrm>
                <a:off x="503177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6" name="pg1596">
                <a:extLst>
                  <a:ext uri="{FF2B5EF4-FFF2-40B4-BE49-F238E27FC236}">
                    <a16:creationId xmlns:a16="http://schemas.microsoft.com/office/drawing/2014/main" id="{38D39AF4-F811-0837-9C60-71096CC031B0}"/>
                  </a:ext>
                </a:extLst>
              </p:cNvPr>
              <p:cNvSpPr/>
              <p:nvPr/>
            </p:nvSpPr>
            <p:spPr>
              <a:xfrm>
                <a:off x="5043408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7" name="pg1597">
                <a:extLst>
                  <a:ext uri="{FF2B5EF4-FFF2-40B4-BE49-F238E27FC236}">
                    <a16:creationId xmlns:a16="http://schemas.microsoft.com/office/drawing/2014/main" id="{858ABB45-03E8-08EA-96A9-2868C845D088}"/>
                  </a:ext>
                </a:extLst>
              </p:cNvPr>
              <p:cNvSpPr/>
              <p:nvPr/>
            </p:nvSpPr>
            <p:spPr>
              <a:xfrm>
                <a:off x="5055045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8" name="pg1598">
                <a:extLst>
                  <a:ext uri="{FF2B5EF4-FFF2-40B4-BE49-F238E27FC236}">
                    <a16:creationId xmlns:a16="http://schemas.microsoft.com/office/drawing/2014/main" id="{6BDFFDAD-94A9-BC40-B8E3-27F65A3EABE8}"/>
                  </a:ext>
                </a:extLst>
              </p:cNvPr>
              <p:cNvSpPr/>
              <p:nvPr/>
            </p:nvSpPr>
            <p:spPr>
              <a:xfrm>
                <a:off x="506668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599" name="pg1599">
                <a:extLst>
                  <a:ext uri="{FF2B5EF4-FFF2-40B4-BE49-F238E27FC236}">
                    <a16:creationId xmlns:a16="http://schemas.microsoft.com/office/drawing/2014/main" id="{443E5DB6-1A01-608A-F371-D50BABEBC5AF}"/>
                  </a:ext>
                </a:extLst>
              </p:cNvPr>
              <p:cNvSpPr/>
              <p:nvPr/>
            </p:nvSpPr>
            <p:spPr>
              <a:xfrm>
                <a:off x="5078320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0" name="pg1600">
                <a:extLst>
                  <a:ext uri="{FF2B5EF4-FFF2-40B4-BE49-F238E27FC236}">
                    <a16:creationId xmlns:a16="http://schemas.microsoft.com/office/drawing/2014/main" id="{C87B5D26-0EEF-8BC9-DD59-638D46404532}"/>
                  </a:ext>
                </a:extLst>
              </p:cNvPr>
              <p:cNvSpPr/>
              <p:nvPr/>
            </p:nvSpPr>
            <p:spPr>
              <a:xfrm>
                <a:off x="5089957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1" name="pg1601">
                <a:extLst>
                  <a:ext uri="{FF2B5EF4-FFF2-40B4-BE49-F238E27FC236}">
                    <a16:creationId xmlns:a16="http://schemas.microsoft.com/office/drawing/2014/main" id="{28A52BA0-6336-2055-D523-E0A5DF988F71}"/>
                  </a:ext>
                </a:extLst>
              </p:cNvPr>
              <p:cNvSpPr/>
              <p:nvPr/>
            </p:nvSpPr>
            <p:spPr>
              <a:xfrm>
                <a:off x="5101595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2" name="pg1602">
                <a:extLst>
                  <a:ext uri="{FF2B5EF4-FFF2-40B4-BE49-F238E27FC236}">
                    <a16:creationId xmlns:a16="http://schemas.microsoft.com/office/drawing/2014/main" id="{F92FE3B3-1E26-8139-8E7C-BF58DCD48FB6}"/>
                  </a:ext>
                </a:extLst>
              </p:cNvPr>
              <p:cNvSpPr/>
              <p:nvPr/>
            </p:nvSpPr>
            <p:spPr>
              <a:xfrm>
                <a:off x="5113232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3" name="pg1603">
                <a:extLst>
                  <a:ext uri="{FF2B5EF4-FFF2-40B4-BE49-F238E27FC236}">
                    <a16:creationId xmlns:a16="http://schemas.microsoft.com/office/drawing/2014/main" id="{E227FD9A-12F7-1048-8439-FFCAC413F348}"/>
                  </a:ext>
                </a:extLst>
              </p:cNvPr>
              <p:cNvSpPr/>
              <p:nvPr/>
            </p:nvSpPr>
            <p:spPr>
              <a:xfrm>
                <a:off x="512486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4" name="pg1604">
                <a:extLst>
                  <a:ext uri="{FF2B5EF4-FFF2-40B4-BE49-F238E27FC236}">
                    <a16:creationId xmlns:a16="http://schemas.microsoft.com/office/drawing/2014/main" id="{6EEF2E4D-7B36-5AAB-1C03-5DB5DA112FDA}"/>
                  </a:ext>
                </a:extLst>
              </p:cNvPr>
              <p:cNvSpPr/>
              <p:nvPr/>
            </p:nvSpPr>
            <p:spPr>
              <a:xfrm>
                <a:off x="5136507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5" name="pg1605">
                <a:extLst>
                  <a:ext uri="{FF2B5EF4-FFF2-40B4-BE49-F238E27FC236}">
                    <a16:creationId xmlns:a16="http://schemas.microsoft.com/office/drawing/2014/main" id="{D8432E37-1DAA-D4EC-21C8-147B7D1CD3A4}"/>
                  </a:ext>
                </a:extLst>
              </p:cNvPr>
              <p:cNvSpPr/>
              <p:nvPr/>
            </p:nvSpPr>
            <p:spPr>
              <a:xfrm>
                <a:off x="5148144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6" name="pg1606">
                <a:extLst>
                  <a:ext uri="{FF2B5EF4-FFF2-40B4-BE49-F238E27FC236}">
                    <a16:creationId xmlns:a16="http://schemas.microsoft.com/office/drawing/2014/main" id="{BCC3BDEC-828D-0361-7558-DC60D8AF1891}"/>
                  </a:ext>
                </a:extLst>
              </p:cNvPr>
              <p:cNvSpPr/>
              <p:nvPr/>
            </p:nvSpPr>
            <p:spPr>
              <a:xfrm>
                <a:off x="515978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7" name="pg1607">
                <a:extLst>
                  <a:ext uri="{FF2B5EF4-FFF2-40B4-BE49-F238E27FC236}">
                    <a16:creationId xmlns:a16="http://schemas.microsoft.com/office/drawing/2014/main" id="{F4C02440-08F5-F8FA-4697-BDC042569512}"/>
                  </a:ext>
                </a:extLst>
              </p:cNvPr>
              <p:cNvSpPr/>
              <p:nvPr/>
            </p:nvSpPr>
            <p:spPr>
              <a:xfrm>
                <a:off x="5171419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8" name="pg1608">
                <a:extLst>
                  <a:ext uri="{FF2B5EF4-FFF2-40B4-BE49-F238E27FC236}">
                    <a16:creationId xmlns:a16="http://schemas.microsoft.com/office/drawing/2014/main" id="{7BA2BFEF-84B6-1135-7907-EC185C7C1C2C}"/>
                  </a:ext>
                </a:extLst>
              </p:cNvPr>
              <p:cNvSpPr/>
              <p:nvPr/>
            </p:nvSpPr>
            <p:spPr>
              <a:xfrm>
                <a:off x="5183056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09" name="pg1609">
                <a:extLst>
                  <a:ext uri="{FF2B5EF4-FFF2-40B4-BE49-F238E27FC236}">
                    <a16:creationId xmlns:a16="http://schemas.microsoft.com/office/drawing/2014/main" id="{EC334533-2416-95F9-1BCD-FD579A456DCF}"/>
                  </a:ext>
                </a:extLst>
              </p:cNvPr>
              <p:cNvSpPr/>
              <p:nvPr/>
            </p:nvSpPr>
            <p:spPr>
              <a:xfrm>
                <a:off x="5194693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0" name="pg1610">
                <a:extLst>
                  <a:ext uri="{FF2B5EF4-FFF2-40B4-BE49-F238E27FC236}">
                    <a16:creationId xmlns:a16="http://schemas.microsoft.com/office/drawing/2014/main" id="{5EEB02F1-C8B7-BBB6-CFF6-5B4E036A0292}"/>
                  </a:ext>
                </a:extLst>
              </p:cNvPr>
              <p:cNvSpPr/>
              <p:nvPr/>
            </p:nvSpPr>
            <p:spPr>
              <a:xfrm>
                <a:off x="5206331" y="378035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1" name="pg1611">
                <a:extLst>
                  <a:ext uri="{FF2B5EF4-FFF2-40B4-BE49-F238E27FC236}">
                    <a16:creationId xmlns:a16="http://schemas.microsoft.com/office/drawing/2014/main" id="{5570CD32-C38D-6100-3E22-AB4D878DADE3}"/>
                  </a:ext>
                </a:extLst>
              </p:cNvPr>
              <p:cNvSpPr/>
              <p:nvPr/>
            </p:nvSpPr>
            <p:spPr>
              <a:xfrm>
                <a:off x="499685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2" name="pg1612">
                <a:extLst>
                  <a:ext uri="{FF2B5EF4-FFF2-40B4-BE49-F238E27FC236}">
                    <a16:creationId xmlns:a16="http://schemas.microsoft.com/office/drawing/2014/main" id="{99F9DD6B-2E10-726E-63F1-0D309B5C8952}"/>
                  </a:ext>
                </a:extLst>
              </p:cNvPr>
              <p:cNvSpPr/>
              <p:nvPr/>
            </p:nvSpPr>
            <p:spPr>
              <a:xfrm>
                <a:off x="5008496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3" name="pg1613">
                <a:extLst>
                  <a:ext uri="{FF2B5EF4-FFF2-40B4-BE49-F238E27FC236}">
                    <a16:creationId xmlns:a16="http://schemas.microsoft.com/office/drawing/2014/main" id="{100EAF49-AB69-21A7-7312-07AA04095AA3}"/>
                  </a:ext>
                </a:extLst>
              </p:cNvPr>
              <p:cNvSpPr/>
              <p:nvPr/>
            </p:nvSpPr>
            <p:spPr>
              <a:xfrm>
                <a:off x="502013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4" name="pg1614">
                <a:extLst>
                  <a:ext uri="{FF2B5EF4-FFF2-40B4-BE49-F238E27FC236}">
                    <a16:creationId xmlns:a16="http://schemas.microsoft.com/office/drawing/2014/main" id="{34CB1450-0300-134C-6A0E-4075BAB132C8}"/>
                  </a:ext>
                </a:extLst>
              </p:cNvPr>
              <p:cNvSpPr/>
              <p:nvPr/>
            </p:nvSpPr>
            <p:spPr>
              <a:xfrm>
                <a:off x="5031771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5" name="pg1615">
                <a:extLst>
                  <a:ext uri="{FF2B5EF4-FFF2-40B4-BE49-F238E27FC236}">
                    <a16:creationId xmlns:a16="http://schemas.microsoft.com/office/drawing/2014/main" id="{A951F42F-0FF2-6516-25C2-AAE811469999}"/>
                  </a:ext>
                </a:extLst>
              </p:cNvPr>
              <p:cNvSpPr/>
              <p:nvPr/>
            </p:nvSpPr>
            <p:spPr>
              <a:xfrm>
                <a:off x="5043408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6" name="pg1616">
                <a:extLst>
                  <a:ext uri="{FF2B5EF4-FFF2-40B4-BE49-F238E27FC236}">
                    <a16:creationId xmlns:a16="http://schemas.microsoft.com/office/drawing/2014/main" id="{2A88ACB7-037F-3361-11C3-963A1061F9C2}"/>
                  </a:ext>
                </a:extLst>
              </p:cNvPr>
              <p:cNvSpPr/>
              <p:nvPr/>
            </p:nvSpPr>
            <p:spPr>
              <a:xfrm>
                <a:off x="5055045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7" name="pg1617">
                <a:extLst>
                  <a:ext uri="{FF2B5EF4-FFF2-40B4-BE49-F238E27FC236}">
                    <a16:creationId xmlns:a16="http://schemas.microsoft.com/office/drawing/2014/main" id="{D82B9883-5907-2F29-9418-D62205925C40}"/>
                  </a:ext>
                </a:extLst>
              </p:cNvPr>
              <p:cNvSpPr/>
              <p:nvPr/>
            </p:nvSpPr>
            <p:spPr>
              <a:xfrm>
                <a:off x="506668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8" name="pg1618">
                <a:extLst>
                  <a:ext uri="{FF2B5EF4-FFF2-40B4-BE49-F238E27FC236}">
                    <a16:creationId xmlns:a16="http://schemas.microsoft.com/office/drawing/2014/main" id="{2403F4EE-0309-04EC-0EA8-21A296712A3D}"/>
                  </a:ext>
                </a:extLst>
              </p:cNvPr>
              <p:cNvSpPr/>
              <p:nvPr/>
            </p:nvSpPr>
            <p:spPr>
              <a:xfrm>
                <a:off x="5078320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19" name="pg1619">
                <a:extLst>
                  <a:ext uri="{FF2B5EF4-FFF2-40B4-BE49-F238E27FC236}">
                    <a16:creationId xmlns:a16="http://schemas.microsoft.com/office/drawing/2014/main" id="{A96AF661-1AF8-05F6-AE1C-A3B21F644968}"/>
                  </a:ext>
                </a:extLst>
              </p:cNvPr>
              <p:cNvSpPr/>
              <p:nvPr/>
            </p:nvSpPr>
            <p:spPr>
              <a:xfrm>
                <a:off x="5089957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0" name="pg1620">
                <a:extLst>
                  <a:ext uri="{FF2B5EF4-FFF2-40B4-BE49-F238E27FC236}">
                    <a16:creationId xmlns:a16="http://schemas.microsoft.com/office/drawing/2014/main" id="{AF50C46E-C292-431F-5399-810605A5B8EA}"/>
                  </a:ext>
                </a:extLst>
              </p:cNvPr>
              <p:cNvSpPr/>
              <p:nvPr/>
            </p:nvSpPr>
            <p:spPr>
              <a:xfrm>
                <a:off x="5101595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1" name="pg1621">
                <a:extLst>
                  <a:ext uri="{FF2B5EF4-FFF2-40B4-BE49-F238E27FC236}">
                    <a16:creationId xmlns:a16="http://schemas.microsoft.com/office/drawing/2014/main" id="{F9660F90-712A-B254-51E8-45FA017E1ACF}"/>
                  </a:ext>
                </a:extLst>
              </p:cNvPr>
              <p:cNvSpPr/>
              <p:nvPr/>
            </p:nvSpPr>
            <p:spPr>
              <a:xfrm>
                <a:off x="5113232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2" name="pg1622">
                <a:extLst>
                  <a:ext uri="{FF2B5EF4-FFF2-40B4-BE49-F238E27FC236}">
                    <a16:creationId xmlns:a16="http://schemas.microsoft.com/office/drawing/2014/main" id="{8338F9CE-242B-C15B-32AE-16447AF9D158}"/>
                  </a:ext>
                </a:extLst>
              </p:cNvPr>
              <p:cNvSpPr/>
              <p:nvPr/>
            </p:nvSpPr>
            <p:spPr>
              <a:xfrm>
                <a:off x="512486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3" name="pg1623">
                <a:extLst>
                  <a:ext uri="{FF2B5EF4-FFF2-40B4-BE49-F238E27FC236}">
                    <a16:creationId xmlns:a16="http://schemas.microsoft.com/office/drawing/2014/main" id="{9D6762FF-E0FD-CC30-5375-C3889636581A}"/>
                  </a:ext>
                </a:extLst>
              </p:cNvPr>
              <p:cNvSpPr/>
              <p:nvPr/>
            </p:nvSpPr>
            <p:spPr>
              <a:xfrm>
                <a:off x="5136507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4" name="pg1624">
                <a:extLst>
                  <a:ext uri="{FF2B5EF4-FFF2-40B4-BE49-F238E27FC236}">
                    <a16:creationId xmlns:a16="http://schemas.microsoft.com/office/drawing/2014/main" id="{359D928C-3900-6062-1610-B04455267D57}"/>
                  </a:ext>
                </a:extLst>
              </p:cNvPr>
              <p:cNvSpPr/>
              <p:nvPr/>
            </p:nvSpPr>
            <p:spPr>
              <a:xfrm>
                <a:off x="5148144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5" name="pg1625">
                <a:extLst>
                  <a:ext uri="{FF2B5EF4-FFF2-40B4-BE49-F238E27FC236}">
                    <a16:creationId xmlns:a16="http://schemas.microsoft.com/office/drawing/2014/main" id="{CC66B895-A1E8-92CE-BE30-3A88300BAC26}"/>
                  </a:ext>
                </a:extLst>
              </p:cNvPr>
              <p:cNvSpPr/>
              <p:nvPr/>
            </p:nvSpPr>
            <p:spPr>
              <a:xfrm>
                <a:off x="5159781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6" name="pg1626">
                <a:extLst>
                  <a:ext uri="{FF2B5EF4-FFF2-40B4-BE49-F238E27FC236}">
                    <a16:creationId xmlns:a16="http://schemas.microsoft.com/office/drawing/2014/main" id="{F465E6E9-C2C4-F0B0-5DF5-438F31F63CF6}"/>
                  </a:ext>
                </a:extLst>
              </p:cNvPr>
              <p:cNvSpPr/>
              <p:nvPr/>
            </p:nvSpPr>
            <p:spPr>
              <a:xfrm>
                <a:off x="5171419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7" name="pg1627">
                <a:extLst>
                  <a:ext uri="{FF2B5EF4-FFF2-40B4-BE49-F238E27FC236}">
                    <a16:creationId xmlns:a16="http://schemas.microsoft.com/office/drawing/2014/main" id="{850119BE-7E62-260F-AA81-109F34D9F4A7}"/>
                  </a:ext>
                </a:extLst>
              </p:cNvPr>
              <p:cNvSpPr/>
              <p:nvPr/>
            </p:nvSpPr>
            <p:spPr>
              <a:xfrm>
                <a:off x="5183056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8" name="pg1628">
                <a:extLst>
                  <a:ext uri="{FF2B5EF4-FFF2-40B4-BE49-F238E27FC236}">
                    <a16:creationId xmlns:a16="http://schemas.microsoft.com/office/drawing/2014/main" id="{BD1F2789-4FE3-45EB-AF77-280119D6E284}"/>
                  </a:ext>
                </a:extLst>
              </p:cNvPr>
              <p:cNvSpPr/>
              <p:nvPr/>
            </p:nvSpPr>
            <p:spPr>
              <a:xfrm>
                <a:off x="5194693" y="37946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29" name="pg1629">
                <a:extLst>
                  <a:ext uri="{FF2B5EF4-FFF2-40B4-BE49-F238E27FC236}">
                    <a16:creationId xmlns:a16="http://schemas.microsoft.com/office/drawing/2014/main" id="{305A12A0-4A80-0B57-7F1B-ADE542D6FFD2}"/>
                  </a:ext>
                </a:extLst>
              </p:cNvPr>
              <p:cNvSpPr/>
              <p:nvPr/>
            </p:nvSpPr>
            <p:spPr>
              <a:xfrm>
                <a:off x="499685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0" name="pg1630">
                <a:extLst>
                  <a:ext uri="{FF2B5EF4-FFF2-40B4-BE49-F238E27FC236}">
                    <a16:creationId xmlns:a16="http://schemas.microsoft.com/office/drawing/2014/main" id="{FAA67695-C36E-6B40-2093-311FCB3362AE}"/>
                  </a:ext>
                </a:extLst>
              </p:cNvPr>
              <p:cNvSpPr/>
              <p:nvPr/>
            </p:nvSpPr>
            <p:spPr>
              <a:xfrm>
                <a:off x="5008496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1" name="pg1631">
                <a:extLst>
                  <a:ext uri="{FF2B5EF4-FFF2-40B4-BE49-F238E27FC236}">
                    <a16:creationId xmlns:a16="http://schemas.microsoft.com/office/drawing/2014/main" id="{07FA22EC-4828-4837-913D-AA9674E8AA4B}"/>
                  </a:ext>
                </a:extLst>
              </p:cNvPr>
              <p:cNvSpPr/>
              <p:nvPr/>
            </p:nvSpPr>
            <p:spPr>
              <a:xfrm>
                <a:off x="5020133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2" name="pg1632">
                <a:extLst>
                  <a:ext uri="{FF2B5EF4-FFF2-40B4-BE49-F238E27FC236}">
                    <a16:creationId xmlns:a16="http://schemas.microsoft.com/office/drawing/2014/main" id="{C2E41CCF-26B4-C07C-CE88-F5851B5A7854}"/>
                  </a:ext>
                </a:extLst>
              </p:cNvPr>
              <p:cNvSpPr/>
              <p:nvPr/>
            </p:nvSpPr>
            <p:spPr>
              <a:xfrm>
                <a:off x="5031771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3" name="pg1633">
                <a:extLst>
                  <a:ext uri="{FF2B5EF4-FFF2-40B4-BE49-F238E27FC236}">
                    <a16:creationId xmlns:a16="http://schemas.microsoft.com/office/drawing/2014/main" id="{8CBFF87C-DA0E-71C0-BC74-8E4E19BF1203}"/>
                  </a:ext>
                </a:extLst>
              </p:cNvPr>
              <p:cNvSpPr/>
              <p:nvPr/>
            </p:nvSpPr>
            <p:spPr>
              <a:xfrm>
                <a:off x="5043408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4" name="pg1634">
                <a:extLst>
                  <a:ext uri="{FF2B5EF4-FFF2-40B4-BE49-F238E27FC236}">
                    <a16:creationId xmlns:a16="http://schemas.microsoft.com/office/drawing/2014/main" id="{A23CBA8D-D0FF-E0C8-9BC6-5E2388453AFA}"/>
                  </a:ext>
                </a:extLst>
              </p:cNvPr>
              <p:cNvSpPr/>
              <p:nvPr/>
            </p:nvSpPr>
            <p:spPr>
              <a:xfrm>
                <a:off x="5055045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5" name="pg1635">
                <a:extLst>
                  <a:ext uri="{FF2B5EF4-FFF2-40B4-BE49-F238E27FC236}">
                    <a16:creationId xmlns:a16="http://schemas.microsoft.com/office/drawing/2014/main" id="{DB76CE13-9B06-C35F-D676-0CA8C8E84C24}"/>
                  </a:ext>
                </a:extLst>
              </p:cNvPr>
              <p:cNvSpPr/>
              <p:nvPr/>
            </p:nvSpPr>
            <p:spPr>
              <a:xfrm>
                <a:off x="5066683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6" name="pg1636">
                <a:extLst>
                  <a:ext uri="{FF2B5EF4-FFF2-40B4-BE49-F238E27FC236}">
                    <a16:creationId xmlns:a16="http://schemas.microsoft.com/office/drawing/2014/main" id="{23BF351B-488F-D534-B70C-C9DA7684394A}"/>
                  </a:ext>
                </a:extLst>
              </p:cNvPr>
              <p:cNvSpPr/>
              <p:nvPr/>
            </p:nvSpPr>
            <p:spPr>
              <a:xfrm>
                <a:off x="5078320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7" name="pg1637">
                <a:extLst>
                  <a:ext uri="{FF2B5EF4-FFF2-40B4-BE49-F238E27FC236}">
                    <a16:creationId xmlns:a16="http://schemas.microsoft.com/office/drawing/2014/main" id="{5DC3C0A0-A81A-A200-851B-7C30BEBAF2AE}"/>
                  </a:ext>
                </a:extLst>
              </p:cNvPr>
              <p:cNvSpPr/>
              <p:nvPr/>
            </p:nvSpPr>
            <p:spPr>
              <a:xfrm>
                <a:off x="5089957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8" name="pg1638">
                <a:extLst>
                  <a:ext uri="{FF2B5EF4-FFF2-40B4-BE49-F238E27FC236}">
                    <a16:creationId xmlns:a16="http://schemas.microsoft.com/office/drawing/2014/main" id="{A95B423A-A630-C7AD-FC4C-02599E12F110}"/>
                  </a:ext>
                </a:extLst>
              </p:cNvPr>
              <p:cNvSpPr/>
              <p:nvPr/>
            </p:nvSpPr>
            <p:spPr>
              <a:xfrm>
                <a:off x="5101595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39" name="pg1639">
                <a:extLst>
                  <a:ext uri="{FF2B5EF4-FFF2-40B4-BE49-F238E27FC236}">
                    <a16:creationId xmlns:a16="http://schemas.microsoft.com/office/drawing/2014/main" id="{A72838CA-A12A-3105-C267-B42199004A44}"/>
                  </a:ext>
                </a:extLst>
              </p:cNvPr>
              <p:cNvSpPr/>
              <p:nvPr/>
            </p:nvSpPr>
            <p:spPr>
              <a:xfrm>
                <a:off x="5113232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0" name="pg1640">
                <a:extLst>
                  <a:ext uri="{FF2B5EF4-FFF2-40B4-BE49-F238E27FC236}">
                    <a16:creationId xmlns:a16="http://schemas.microsoft.com/office/drawing/2014/main" id="{E37EA0F8-FB44-FACB-FEF3-4AE486D4C533}"/>
                  </a:ext>
                </a:extLst>
              </p:cNvPr>
              <p:cNvSpPr/>
              <p:nvPr/>
            </p:nvSpPr>
            <p:spPr>
              <a:xfrm>
                <a:off x="512486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1" name="pg1641">
                <a:extLst>
                  <a:ext uri="{FF2B5EF4-FFF2-40B4-BE49-F238E27FC236}">
                    <a16:creationId xmlns:a16="http://schemas.microsoft.com/office/drawing/2014/main" id="{557B26CD-18F5-9D2E-43F5-E3B3125A380F}"/>
                  </a:ext>
                </a:extLst>
              </p:cNvPr>
              <p:cNvSpPr/>
              <p:nvPr/>
            </p:nvSpPr>
            <p:spPr>
              <a:xfrm>
                <a:off x="5136507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2" name="pg1642">
                <a:extLst>
                  <a:ext uri="{FF2B5EF4-FFF2-40B4-BE49-F238E27FC236}">
                    <a16:creationId xmlns:a16="http://schemas.microsoft.com/office/drawing/2014/main" id="{3E9924DE-B490-1EED-9BCB-CCADF44775AF}"/>
                  </a:ext>
                </a:extLst>
              </p:cNvPr>
              <p:cNvSpPr/>
              <p:nvPr/>
            </p:nvSpPr>
            <p:spPr>
              <a:xfrm>
                <a:off x="5148144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3" name="pg1643">
                <a:extLst>
                  <a:ext uri="{FF2B5EF4-FFF2-40B4-BE49-F238E27FC236}">
                    <a16:creationId xmlns:a16="http://schemas.microsoft.com/office/drawing/2014/main" id="{DE4212EF-D8B0-8B5D-19B4-F2F09BF062C2}"/>
                  </a:ext>
                </a:extLst>
              </p:cNvPr>
              <p:cNvSpPr/>
              <p:nvPr/>
            </p:nvSpPr>
            <p:spPr>
              <a:xfrm>
                <a:off x="5159781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4" name="pg1644">
                <a:extLst>
                  <a:ext uri="{FF2B5EF4-FFF2-40B4-BE49-F238E27FC236}">
                    <a16:creationId xmlns:a16="http://schemas.microsoft.com/office/drawing/2014/main" id="{CBBF5E99-414C-7644-B32A-2AD693587E98}"/>
                  </a:ext>
                </a:extLst>
              </p:cNvPr>
              <p:cNvSpPr/>
              <p:nvPr/>
            </p:nvSpPr>
            <p:spPr>
              <a:xfrm>
                <a:off x="5171419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5" name="pg1645">
                <a:extLst>
                  <a:ext uri="{FF2B5EF4-FFF2-40B4-BE49-F238E27FC236}">
                    <a16:creationId xmlns:a16="http://schemas.microsoft.com/office/drawing/2014/main" id="{685B22D6-3015-A5D0-27DF-8A6F118C2165}"/>
                  </a:ext>
                </a:extLst>
              </p:cNvPr>
              <p:cNvSpPr/>
              <p:nvPr/>
            </p:nvSpPr>
            <p:spPr>
              <a:xfrm>
                <a:off x="5183056" y="380895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6" name="pg1646">
                <a:extLst>
                  <a:ext uri="{FF2B5EF4-FFF2-40B4-BE49-F238E27FC236}">
                    <a16:creationId xmlns:a16="http://schemas.microsoft.com/office/drawing/2014/main" id="{91996FB8-AFA6-9CCD-25DB-7667F95B3F08}"/>
                  </a:ext>
                </a:extLst>
              </p:cNvPr>
              <p:cNvSpPr/>
              <p:nvPr/>
            </p:nvSpPr>
            <p:spPr>
              <a:xfrm>
                <a:off x="5008496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7" name="pg1647">
                <a:extLst>
                  <a:ext uri="{FF2B5EF4-FFF2-40B4-BE49-F238E27FC236}">
                    <a16:creationId xmlns:a16="http://schemas.microsoft.com/office/drawing/2014/main" id="{516ACC09-F60B-17DE-DAEF-9BFC8214B6D5}"/>
                  </a:ext>
                </a:extLst>
              </p:cNvPr>
              <p:cNvSpPr/>
              <p:nvPr/>
            </p:nvSpPr>
            <p:spPr>
              <a:xfrm>
                <a:off x="5020133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8" name="pg1648">
                <a:extLst>
                  <a:ext uri="{FF2B5EF4-FFF2-40B4-BE49-F238E27FC236}">
                    <a16:creationId xmlns:a16="http://schemas.microsoft.com/office/drawing/2014/main" id="{349460EA-B214-3239-633D-78C89C5B826C}"/>
                  </a:ext>
                </a:extLst>
              </p:cNvPr>
              <p:cNvSpPr/>
              <p:nvPr/>
            </p:nvSpPr>
            <p:spPr>
              <a:xfrm>
                <a:off x="5031771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49" name="pg1649">
                <a:extLst>
                  <a:ext uri="{FF2B5EF4-FFF2-40B4-BE49-F238E27FC236}">
                    <a16:creationId xmlns:a16="http://schemas.microsoft.com/office/drawing/2014/main" id="{80F2F9FB-837D-CA0E-FD46-F16F5E97C1B5}"/>
                  </a:ext>
                </a:extLst>
              </p:cNvPr>
              <p:cNvSpPr/>
              <p:nvPr/>
            </p:nvSpPr>
            <p:spPr>
              <a:xfrm>
                <a:off x="5043408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0" name="pg1650">
                <a:extLst>
                  <a:ext uri="{FF2B5EF4-FFF2-40B4-BE49-F238E27FC236}">
                    <a16:creationId xmlns:a16="http://schemas.microsoft.com/office/drawing/2014/main" id="{C6548775-3438-C583-1916-CBA183E9D1B3}"/>
                  </a:ext>
                </a:extLst>
              </p:cNvPr>
              <p:cNvSpPr/>
              <p:nvPr/>
            </p:nvSpPr>
            <p:spPr>
              <a:xfrm>
                <a:off x="5055045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1" name="pg1651">
                <a:extLst>
                  <a:ext uri="{FF2B5EF4-FFF2-40B4-BE49-F238E27FC236}">
                    <a16:creationId xmlns:a16="http://schemas.microsoft.com/office/drawing/2014/main" id="{2CAF11F6-8ECC-E3CA-3F33-DAC1172A0BDC}"/>
                  </a:ext>
                </a:extLst>
              </p:cNvPr>
              <p:cNvSpPr/>
              <p:nvPr/>
            </p:nvSpPr>
            <p:spPr>
              <a:xfrm>
                <a:off x="5066683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2" name="pg1652">
                <a:extLst>
                  <a:ext uri="{FF2B5EF4-FFF2-40B4-BE49-F238E27FC236}">
                    <a16:creationId xmlns:a16="http://schemas.microsoft.com/office/drawing/2014/main" id="{DF0BB56D-A542-3448-8782-4A8AB62415DF}"/>
                  </a:ext>
                </a:extLst>
              </p:cNvPr>
              <p:cNvSpPr/>
              <p:nvPr/>
            </p:nvSpPr>
            <p:spPr>
              <a:xfrm>
                <a:off x="5078320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3" name="pg1653">
                <a:extLst>
                  <a:ext uri="{FF2B5EF4-FFF2-40B4-BE49-F238E27FC236}">
                    <a16:creationId xmlns:a16="http://schemas.microsoft.com/office/drawing/2014/main" id="{57DCE811-0490-4268-741C-55E5420FF150}"/>
                  </a:ext>
                </a:extLst>
              </p:cNvPr>
              <p:cNvSpPr/>
              <p:nvPr/>
            </p:nvSpPr>
            <p:spPr>
              <a:xfrm>
                <a:off x="5089957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4" name="pg1654">
                <a:extLst>
                  <a:ext uri="{FF2B5EF4-FFF2-40B4-BE49-F238E27FC236}">
                    <a16:creationId xmlns:a16="http://schemas.microsoft.com/office/drawing/2014/main" id="{4396F0E1-ECCC-DF5C-8AA1-82A35A6F9FB0}"/>
                  </a:ext>
                </a:extLst>
              </p:cNvPr>
              <p:cNvSpPr/>
              <p:nvPr/>
            </p:nvSpPr>
            <p:spPr>
              <a:xfrm>
                <a:off x="5101595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5" name="pg1655">
                <a:extLst>
                  <a:ext uri="{FF2B5EF4-FFF2-40B4-BE49-F238E27FC236}">
                    <a16:creationId xmlns:a16="http://schemas.microsoft.com/office/drawing/2014/main" id="{2B19DD3F-BFAB-408A-91CF-BDB3996D961B}"/>
                  </a:ext>
                </a:extLst>
              </p:cNvPr>
              <p:cNvSpPr/>
              <p:nvPr/>
            </p:nvSpPr>
            <p:spPr>
              <a:xfrm>
                <a:off x="5113232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6" name="pg1656">
                <a:extLst>
                  <a:ext uri="{FF2B5EF4-FFF2-40B4-BE49-F238E27FC236}">
                    <a16:creationId xmlns:a16="http://schemas.microsoft.com/office/drawing/2014/main" id="{F81E4222-27BA-141F-9B06-5FB3F20C7D5E}"/>
                  </a:ext>
                </a:extLst>
              </p:cNvPr>
              <p:cNvSpPr/>
              <p:nvPr/>
            </p:nvSpPr>
            <p:spPr>
              <a:xfrm>
                <a:off x="5124869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7" name="pg1657">
                <a:extLst>
                  <a:ext uri="{FF2B5EF4-FFF2-40B4-BE49-F238E27FC236}">
                    <a16:creationId xmlns:a16="http://schemas.microsoft.com/office/drawing/2014/main" id="{53C94747-8679-52CA-FCC9-1BF44CA4D398}"/>
                  </a:ext>
                </a:extLst>
              </p:cNvPr>
              <p:cNvSpPr/>
              <p:nvPr/>
            </p:nvSpPr>
            <p:spPr>
              <a:xfrm>
                <a:off x="5136507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8" name="pg1658">
                <a:extLst>
                  <a:ext uri="{FF2B5EF4-FFF2-40B4-BE49-F238E27FC236}">
                    <a16:creationId xmlns:a16="http://schemas.microsoft.com/office/drawing/2014/main" id="{9F022100-5934-8F6C-277F-CBF98A57CA97}"/>
                  </a:ext>
                </a:extLst>
              </p:cNvPr>
              <p:cNvSpPr/>
              <p:nvPr/>
            </p:nvSpPr>
            <p:spPr>
              <a:xfrm>
                <a:off x="5148144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59" name="pg1659">
                <a:extLst>
                  <a:ext uri="{FF2B5EF4-FFF2-40B4-BE49-F238E27FC236}">
                    <a16:creationId xmlns:a16="http://schemas.microsoft.com/office/drawing/2014/main" id="{C80DD5FF-C8AE-B244-4ABA-74BD4809BEC4}"/>
                  </a:ext>
                </a:extLst>
              </p:cNvPr>
              <p:cNvSpPr/>
              <p:nvPr/>
            </p:nvSpPr>
            <p:spPr>
              <a:xfrm>
                <a:off x="5159781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0" name="pg1660">
                <a:extLst>
                  <a:ext uri="{FF2B5EF4-FFF2-40B4-BE49-F238E27FC236}">
                    <a16:creationId xmlns:a16="http://schemas.microsoft.com/office/drawing/2014/main" id="{1A9A3C54-114A-507C-069D-D2EF7317D9D1}"/>
                  </a:ext>
                </a:extLst>
              </p:cNvPr>
              <p:cNvSpPr/>
              <p:nvPr/>
            </p:nvSpPr>
            <p:spPr>
              <a:xfrm>
                <a:off x="5171419" y="38232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1" name="pg1661">
                <a:extLst>
                  <a:ext uri="{FF2B5EF4-FFF2-40B4-BE49-F238E27FC236}">
                    <a16:creationId xmlns:a16="http://schemas.microsoft.com/office/drawing/2014/main" id="{FBD68654-42CB-0DFC-5AA7-E8EB1CAC31EA}"/>
                  </a:ext>
                </a:extLst>
              </p:cNvPr>
              <p:cNvSpPr/>
              <p:nvPr/>
            </p:nvSpPr>
            <p:spPr>
              <a:xfrm>
                <a:off x="5043408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2" name="pg1662">
                <a:extLst>
                  <a:ext uri="{FF2B5EF4-FFF2-40B4-BE49-F238E27FC236}">
                    <a16:creationId xmlns:a16="http://schemas.microsoft.com/office/drawing/2014/main" id="{8AFE0A28-DD33-65AC-C83C-4DB41F3141E0}"/>
                  </a:ext>
                </a:extLst>
              </p:cNvPr>
              <p:cNvSpPr/>
              <p:nvPr/>
            </p:nvSpPr>
            <p:spPr>
              <a:xfrm>
                <a:off x="5055045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3" name="pg1663">
                <a:extLst>
                  <a:ext uri="{FF2B5EF4-FFF2-40B4-BE49-F238E27FC236}">
                    <a16:creationId xmlns:a16="http://schemas.microsoft.com/office/drawing/2014/main" id="{F02E132F-10F9-F562-B813-70C42D52A8C7}"/>
                  </a:ext>
                </a:extLst>
              </p:cNvPr>
              <p:cNvSpPr/>
              <p:nvPr/>
            </p:nvSpPr>
            <p:spPr>
              <a:xfrm>
                <a:off x="5066683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4" name="pg1664">
                <a:extLst>
                  <a:ext uri="{FF2B5EF4-FFF2-40B4-BE49-F238E27FC236}">
                    <a16:creationId xmlns:a16="http://schemas.microsoft.com/office/drawing/2014/main" id="{E9EFA0EF-69DF-5988-490A-A15C0064A4A1}"/>
                  </a:ext>
                </a:extLst>
              </p:cNvPr>
              <p:cNvSpPr/>
              <p:nvPr/>
            </p:nvSpPr>
            <p:spPr>
              <a:xfrm>
                <a:off x="5078320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5" name="pg1665">
                <a:extLst>
                  <a:ext uri="{FF2B5EF4-FFF2-40B4-BE49-F238E27FC236}">
                    <a16:creationId xmlns:a16="http://schemas.microsoft.com/office/drawing/2014/main" id="{4DA80BD9-0707-00E1-9B07-B0691A47F00C}"/>
                  </a:ext>
                </a:extLst>
              </p:cNvPr>
              <p:cNvSpPr/>
              <p:nvPr/>
            </p:nvSpPr>
            <p:spPr>
              <a:xfrm>
                <a:off x="5089957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6" name="pg1666">
                <a:extLst>
                  <a:ext uri="{FF2B5EF4-FFF2-40B4-BE49-F238E27FC236}">
                    <a16:creationId xmlns:a16="http://schemas.microsoft.com/office/drawing/2014/main" id="{D70D6B3A-12C7-F179-4D41-4031B9EB537D}"/>
                  </a:ext>
                </a:extLst>
              </p:cNvPr>
              <p:cNvSpPr/>
              <p:nvPr/>
            </p:nvSpPr>
            <p:spPr>
              <a:xfrm>
                <a:off x="5101595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7" name="pg1667">
                <a:extLst>
                  <a:ext uri="{FF2B5EF4-FFF2-40B4-BE49-F238E27FC236}">
                    <a16:creationId xmlns:a16="http://schemas.microsoft.com/office/drawing/2014/main" id="{70018C74-C3FB-0237-4004-41CFBC6C3F27}"/>
                  </a:ext>
                </a:extLst>
              </p:cNvPr>
              <p:cNvSpPr/>
              <p:nvPr/>
            </p:nvSpPr>
            <p:spPr>
              <a:xfrm>
                <a:off x="5113232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8" name="pg1668">
                <a:extLst>
                  <a:ext uri="{FF2B5EF4-FFF2-40B4-BE49-F238E27FC236}">
                    <a16:creationId xmlns:a16="http://schemas.microsoft.com/office/drawing/2014/main" id="{7E8C1452-60EF-6C5D-A714-5059E0ED2097}"/>
                  </a:ext>
                </a:extLst>
              </p:cNvPr>
              <p:cNvSpPr/>
              <p:nvPr/>
            </p:nvSpPr>
            <p:spPr>
              <a:xfrm>
                <a:off x="5124869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69" name="pg1669">
                <a:extLst>
                  <a:ext uri="{FF2B5EF4-FFF2-40B4-BE49-F238E27FC236}">
                    <a16:creationId xmlns:a16="http://schemas.microsoft.com/office/drawing/2014/main" id="{FAF8473F-D4EE-3538-CE20-0CF20A9B9BF8}"/>
                  </a:ext>
                </a:extLst>
              </p:cNvPr>
              <p:cNvSpPr/>
              <p:nvPr/>
            </p:nvSpPr>
            <p:spPr>
              <a:xfrm>
                <a:off x="5136507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0" name="pg1670">
                <a:extLst>
                  <a:ext uri="{FF2B5EF4-FFF2-40B4-BE49-F238E27FC236}">
                    <a16:creationId xmlns:a16="http://schemas.microsoft.com/office/drawing/2014/main" id="{79F40293-B9DF-DBD9-9B32-633B1A8FF887}"/>
                  </a:ext>
                </a:extLst>
              </p:cNvPr>
              <p:cNvSpPr/>
              <p:nvPr/>
            </p:nvSpPr>
            <p:spPr>
              <a:xfrm>
                <a:off x="5148144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1" name="pg1671">
                <a:extLst>
                  <a:ext uri="{FF2B5EF4-FFF2-40B4-BE49-F238E27FC236}">
                    <a16:creationId xmlns:a16="http://schemas.microsoft.com/office/drawing/2014/main" id="{2CF6C547-A436-05B9-CE12-942D36FB096B}"/>
                  </a:ext>
                </a:extLst>
              </p:cNvPr>
              <p:cNvSpPr/>
              <p:nvPr/>
            </p:nvSpPr>
            <p:spPr>
              <a:xfrm>
                <a:off x="5159781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2" name="pg1672">
                <a:extLst>
                  <a:ext uri="{FF2B5EF4-FFF2-40B4-BE49-F238E27FC236}">
                    <a16:creationId xmlns:a16="http://schemas.microsoft.com/office/drawing/2014/main" id="{237A7F2D-EA30-8664-08B9-7B728CEF0DDA}"/>
                  </a:ext>
                </a:extLst>
              </p:cNvPr>
              <p:cNvSpPr/>
              <p:nvPr/>
            </p:nvSpPr>
            <p:spPr>
              <a:xfrm>
                <a:off x="5171419" y="383755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3" name="pg1673">
                <a:extLst>
                  <a:ext uri="{FF2B5EF4-FFF2-40B4-BE49-F238E27FC236}">
                    <a16:creationId xmlns:a16="http://schemas.microsoft.com/office/drawing/2014/main" id="{F7ECDC3C-AEF6-59EA-325E-4E27FB1C17BD}"/>
                  </a:ext>
                </a:extLst>
              </p:cNvPr>
              <p:cNvSpPr/>
              <p:nvPr/>
            </p:nvSpPr>
            <p:spPr>
              <a:xfrm>
                <a:off x="5066683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4" name="pg1674">
                <a:extLst>
                  <a:ext uri="{FF2B5EF4-FFF2-40B4-BE49-F238E27FC236}">
                    <a16:creationId xmlns:a16="http://schemas.microsoft.com/office/drawing/2014/main" id="{899D72DE-AB94-1257-A800-56C7165D3648}"/>
                  </a:ext>
                </a:extLst>
              </p:cNvPr>
              <p:cNvSpPr/>
              <p:nvPr/>
            </p:nvSpPr>
            <p:spPr>
              <a:xfrm>
                <a:off x="5078320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5" name="pg1675">
                <a:extLst>
                  <a:ext uri="{FF2B5EF4-FFF2-40B4-BE49-F238E27FC236}">
                    <a16:creationId xmlns:a16="http://schemas.microsoft.com/office/drawing/2014/main" id="{17E63079-5224-6226-4D88-9511A4B4D5F9}"/>
                  </a:ext>
                </a:extLst>
              </p:cNvPr>
              <p:cNvSpPr/>
              <p:nvPr/>
            </p:nvSpPr>
            <p:spPr>
              <a:xfrm>
                <a:off x="5089957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6" name="pg1676">
                <a:extLst>
                  <a:ext uri="{FF2B5EF4-FFF2-40B4-BE49-F238E27FC236}">
                    <a16:creationId xmlns:a16="http://schemas.microsoft.com/office/drawing/2014/main" id="{88B31282-1E64-D950-BF18-B2E09262142F}"/>
                  </a:ext>
                </a:extLst>
              </p:cNvPr>
              <p:cNvSpPr/>
              <p:nvPr/>
            </p:nvSpPr>
            <p:spPr>
              <a:xfrm>
                <a:off x="5101595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7" name="pg1677">
                <a:extLst>
                  <a:ext uri="{FF2B5EF4-FFF2-40B4-BE49-F238E27FC236}">
                    <a16:creationId xmlns:a16="http://schemas.microsoft.com/office/drawing/2014/main" id="{3B2CFFFF-A108-A0A7-3326-3AF006A0CA0C}"/>
                  </a:ext>
                </a:extLst>
              </p:cNvPr>
              <p:cNvSpPr/>
              <p:nvPr/>
            </p:nvSpPr>
            <p:spPr>
              <a:xfrm>
                <a:off x="5113232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8" name="pg1678">
                <a:extLst>
                  <a:ext uri="{FF2B5EF4-FFF2-40B4-BE49-F238E27FC236}">
                    <a16:creationId xmlns:a16="http://schemas.microsoft.com/office/drawing/2014/main" id="{810AC2B9-0C27-1452-83E2-6682692C65BD}"/>
                  </a:ext>
                </a:extLst>
              </p:cNvPr>
              <p:cNvSpPr/>
              <p:nvPr/>
            </p:nvSpPr>
            <p:spPr>
              <a:xfrm>
                <a:off x="5124869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79" name="pg1679">
                <a:extLst>
                  <a:ext uri="{FF2B5EF4-FFF2-40B4-BE49-F238E27FC236}">
                    <a16:creationId xmlns:a16="http://schemas.microsoft.com/office/drawing/2014/main" id="{B6F4CFF3-0293-DD6F-AE84-D3E3C27FF06A}"/>
                  </a:ext>
                </a:extLst>
              </p:cNvPr>
              <p:cNvSpPr/>
              <p:nvPr/>
            </p:nvSpPr>
            <p:spPr>
              <a:xfrm>
                <a:off x="5136507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0" name="pg1680">
                <a:extLst>
                  <a:ext uri="{FF2B5EF4-FFF2-40B4-BE49-F238E27FC236}">
                    <a16:creationId xmlns:a16="http://schemas.microsoft.com/office/drawing/2014/main" id="{DB394DE1-3044-7BFA-06AF-F4F19215ED6D}"/>
                  </a:ext>
                </a:extLst>
              </p:cNvPr>
              <p:cNvSpPr/>
              <p:nvPr/>
            </p:nvSpPr>
            <p:spPr>
              <a:xfrm>
                <a:off x="5148144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1" name="pg1681">
                <a:extLst>
                  <a:ext uri="{FF2B5EF4-FFF2-40B4-BE49-F238E27FC236}">
                    <a16:creationId xmlns:a16="http://schemas.microsoft.com/office/drawing/2014/main" id="{33C5BFCB-8543-1AF2-9D67-208F3DC6FA70}"/>
                  </a:ext>
                </a:extLst>
              </p:cNvPr>
              <p:cNvSpPr/>
              <p:nvPr/>
            </p:nvSpPr>
            <p:spPr>
              <a:xfrm>
                <a:off x="5159781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2" name="pg1682">
                <a:extLst>
                  <a:ext uri="{FF2B5EF4-FFF2-40B4-BE49-F238E27FC236}">
                    <a16:creationId xmlns:a16="http://schemas.microsoft.com/office/drawing/2014/main" id="{E2A2B865-887F-FBFD-0A69-01FD448A75C5}"/>
                  </a:ext>
                </a:extLst>
              </p:cNvPr>
              <p:cNvSpPr/>
              <p:nvPr/>
            </p:nvSpPr>
            <p:spPr>
              <a:xfrm>
                <a:off x="5171419" y="385185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3" name="pg1683">
                <a:extLst>
                  <a:ext uri="{FF2B5EF4-FFF2-40B4-BE49-F238E27FC236}">
                    <a16:creationId xmlns:a16="http://schemas.microsoft.com/office/drawing/2014/main" id="{D2E9C8EE-CDD4-95C6-E923-5693B5A431A4}"/>
                  </a:ext>
                </a:extLst>
              </p:cNvPr>
              <p:cNvSpPr/>
              <p:nvPr/>
            </p:nvSpPr>
            <p:spPr>
              <a:xfrm>
                <a:off x="5078320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4" name="pg1684">
                <a:extLst>
                  <a:ext uri="{FF2B5EF4-FFF2-40B4-BE49-F238E27FC236}">
                    <a16:creationId xmlns:a16="http://schemas.microsoft.com/office/drawing/2014/main" id="{90D36B32-DB9A-52B4-8269-2DFA40850F27}"/>
                  </a:ext>
                </a:extLst>
              </p:cNvPr>
              <p:cNvSpPr/>
              <p:nvPr/>
            </p:nvSpPr>
            <p:spPr>
              <a:xfrm>
                <a:off x="5089957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5" name="pg1685">
                <a:extLst>
                  <a:ext uri="{FF2B5EF4-FFF2-40B4-BE49-F238E27FC236}">
                    <a16:creationId xmlns:a16="http://schemas.microsoft.com/office/drawing/2014/main" id="{B639591B-DBEF-B833-7A9B-B19CB66AA662}"/>
                  </a:ext>
                </a:extLst>
              </p:cNvPr>
              <p:cNvSpPr/>
              <p:nvPr/>
            </p:nvSpPr>
            <p:spPr>
              <a:xfrm>
                <a:off x="5101595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6" name="pg1686">
                <a:extLst>
                  <a:ext uri="{FF2B5EF4-FFF2-40B4-BE49-F238E27FC236}">
                    <a16:creationId xmlns:a16="http://schemas.microsoft.com/office/drawing/2014/main" id="{F949B93C-C25B-F0BE-5A97-471F562CC824}"/>
                  </a:ext>
                </a:extLst>
              </p:cNvPr>
              <p:cNvSpPr/>
              <p:nvPr/>
            </p:nvSpPr>
            <p:spPr>
              <a:xfrm>
                <a:off x="5113232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7" name="pg1687">
                <a:extLst>
                  <a:ext uri="{FF2B5EF4-FFF2-40B4-BE49-F238E27FC236}">
                    <a16:creationId xmlns:a16="http://schemas.microsoft.com/office/drawing/2014/main" id="{B69ABBB5-55FB-B9CA-B2B9-D6BADF461D2E}"/>
                  </a:ext>
                </a:extLst>
              </p:cNvPr>
              <p:cNvSpPr/>
              <p:nvPr/>
            </p:nvSpPr>
            <p:spPr>
              <a:xfrm>
                <a:off x="5124869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8" name="pg1688">
                <a:extLst>
                  <a:ext uri="{FF2B5EF4-FFF2-40B4-BE49-F238E27FC236}">
                    <a16:creationId xmlns:a16="http://schemas.microsoft.com/office/drawing/2014/main" id="{738709C3-287E-26D7-45A8-84EB2B76FA1D}"/>
                  </a:ext>
                </a:extLst>
              </p:cNvPr>
              <p:cNvSpPr/>
              <p:nvPr/>
            </p:nvSpPr>
            <p:spPr>
              <a:xfrm>
                <a:off x="5136507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89" name="pg1689">
                <a:extLst>
                  <a:ext uri="{FF2B5EF4-FFF2-40B4-BE49-F238E27FC236}">
                    <a16:creationId xmlns:a16="http://schemas.microsoft.com/office/drawing/2014/main" id="{FD1D67F3-D466-FC73-C217-DFF2AD53BC50}"/>
                  </a:ext>
                </a:extLst>
              </p:cNvPr>
              <p:cNvSpPr/>
              <p:nvPr/>
            </p:nvSpPr>
            <p:spPr>
              <a:xfrm>
                <a:off x="5148144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0" name="pg1690">
                <a:extLst>
                  <a:ext uri="{FF2B5EF4-FFF2-40B4-BE49-F238E27FC236}">
                    <a16:creationId xmlns:a16="http://schemas.microsoft.com/office/drawing/2014/main" id="{651D2CE4-362C-957E-79C7-FC26126762FE}"/>
                  </a:ext>
                </a:extLst>
              </p:cNvPr>
              <p:cNvSpPr/>
              <p:nvPr/>
            </p:nvSpPr>
            <p:spPr>
              <a:xfrm>
                <a:off x="5159781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1" name="pg1691">
                <a:extLst>
                  <a:ext uri="{FF2B5EF4-FFF2-40B4-BE49-F238E27FC236}">
                    <a16:creationId xmlns:a16="http://schemas.microsoft.com/office/drawing/2014/main" id="{0E278A37-F925-BF7D-ECB2-06085991FEBA}"/>
                  </a:ext>
                </a:extLst>
              </p:cNvPr>
              <p:cNvSpPr/>
              <p:nvPr/>
            </p:nvSpPr>
            <p:spPr>
              <a:xfrm>
                <a:off x="5171419" y="38661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2" name="pg1692">
                <a:extLst>
                  <a:ext uri="{FF2B5EF4-FFF2-40B4-BE49-F238E27FC236}">
                    <a16:creationId xmlns:a16="http://schemas.microsoft.com/office/drawing/2014/main" id="{8D6254F6-0D87-98F4-5EED-10D033B3A4C3}"/>
                  </a:ext>
                </a:extLst>
              </p:cNvPr>
              <p:cNvSpPr/>
              <p:nvPr/>
            </p:nvSpPr>
            <p:spPr>
              <a:xfrm>
                <a:off x="5089957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3" name="pg1693">
                <a:extLst>
                  <a:ext uri="{FF2B5EF4-FFF2-40B4-BE49-F238E27FC236}">
                    <a16:creationId xmlns:a16="http://schemas.microsoft.com/office/drawing/2014/main" id="{009FAEAC-B660-3B1D-98B3-7C2572A9809D}"/>
                  </a:ext>
                </a:extLst>
              </p:cNvPr>
              <p:cNvSpPr/>
              <p:nvPr/>
            </p:nvSpPr>
            <p:spPr>
              <a:xfrm>
                <a:off x="5101595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4" name="pg1694">
                <a:extLst>
                  <a:ext uri="{FF2B5EF4-FFF2-40B4-BE49-F238E27FC236}">
                    <a16:creationId xmlns:a16="http://schemas.microsoft.com/office/drawing/2014/main" id="{C9FAAA91-FB10-6849-B4CA-B0D0C79C577F}"/>
                  </a:ext>
                </a:extLst>
              </p:cNvPr>
              <p:cNvSpPr/>
              <p:nvPr/>
            </p:nvSpPr>
            <p:spPr>
              <a:xfrm>
                <a:off x="5113232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5" name="pg1695">
                <a:extLst>
                  <a:ext uri="{FF2B5EF4-FFF2-40B4-BE49-F238E27FC236}">
                    <a16:creationId xmlns:a16="http://schemas.microsoft.com/office/drawing/2014/main" id="{650F98C6-3641-6797-0AAD-9A33F139C73C}"/>
                  </a:ext>
                </a:extLst>
              </p:cNvPr>
              <p:cNvSpPr/>
              <p:nvPr/>
            </p:nvSpPr>
            <p:spPr>
              <a:xfrm>
                <a:off x="5124869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6" name="pg1696">
                <a:extLst>
                  <a:ext uri="{FF2B5EF4-FFF2-40B4-BE49-F238E27FC236}">
                    <a16:creationId xmlns:a16="http://schemas.microsoft.com/office/drawing/2014/main" id="{9A39CC88-910D-3C3F-C7FB-760D2B301550}"/>
                  </a:ext>
                </a:extLst>
              </p:cNvPr>
              <p:cNvSpPr/>
              <p:nvPr/>
            </p:nvSpPr>
            <p:spPr>
              <a:xfrm>
                <a:off x="5136507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7" name="pg1697">
                <a:extLst>
                  <a:ext uri="{FF2B5EF4-FFF2-40B4-BE49-F238E27FC236}">
                    <a16:creationId xmlns:a16="http://schemas.microsoft.com/office/drawing/2014/main" id="{2961FF7D-35E0-FDA1-2653-01581DEFF4D7}"/>
                  </a:ext>
                </a:extLst>
              </p:cNvPr>
              <p:cNvSpPr/>
              <p:nvPr/>
            </p:nvSpPr>
            <p:spPr>
              <a:xfrm>
                <a:off x="5148144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8" name="pg1698">
                <a:extLst>
                  <a:ext uri="{FF2B5EF4-FFF2-40B4-BE49-F238E27FC236}">
                    <a16:creationId xmlns:a16="http://schemas.microsoft.com/office/drawing/2014/main" id="{353213C4-CB4A-2888-C7AB-37EF6F9B746E}"/>
                  </a:ext>
                </a:extLst>
              </p:cNvPr>
              <p:cNvSpPr/>
              <p:nvPr/>
            </p:nvSpPr>
            <p:spPr>
              <a:xfrm>
                <a:off x="5159781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699" name="pg1699">
                <a:extLst>
                  <a:ext uri="{FF2B5EF4-FFF2-40B4-BE49-F238E27FC236}">
                    <a16:creationId xmlns:a16="http://schemas.microsoft.com/office/drawing/2014/main" id="{3541B189-0020-0DFA-786C-7941BB310EBE}"/>
                  </a:ext>
                </a:extLst>
              </p:cNvPr>
              <p:cNvSpPr/>
              <p:nvPr/>
            </p:nvSpPr>
            <p:spPr>
              <a:xfrm>
                <a:off x="5171419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0" name="pg1700">
                <a:extLst>
                  <a:ext uri="{FF2B5EF4-FFF2-40B4-BE49-F238E27FC236}">
                    <a16:creationId xmlns:a16="http://schemas.microsoft.com/office/drawing/2014/main" id="{7BB4AED8-7009-5A8F-1485-C3C815427168}"/>
                  </a:ext>
                </a:extLst>
              </p:cNvPr>
              <p:cNvSpPr/>
              <p:nvPr/>
            </p:nvSpPr>
            <p:spPr>
              <a:xfrm>
                <a:off x="5183056" y="388046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1" name="pg1701">
                <a:extLst>
                  <a:ext uri="{FF2B5EF4-FFF2-40B4-BE49-F238E27FC236}">
                    <a16:creationId xmlns:a16="http://schemas.microsoft.com/office/drawing/2014/main" id="{96FB1C14-7D40-FDE8-985D-B95D3BD83501}"/>
                  </a:ext>
                </a:extLst>
              </p:cNvPr>
              <p:cNvSpPr/>
              <p:nvPr/>
            </p:nvSpPr>
            <p:spPr>
              <a:xfrm>
                <a:off x="5124869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2" name="pg1702">
                <a:extLst>
                  <a:ext uri="{FF2B5EF4-FFF2-40B4-BE49-F238E27FC236}">
                    <a16:creationId xmlns:a16="http://schemas.microsoft.com/office/drawing/2014/main" id="{EA639219-61E4-EFB1-3E20-FFE9C7A48F8B}"/>
                  </a:ext>
                </a:extLst>
              </p:cNvPr>
              <p:cNvSpPr/>
              <p:nvPr/>
            </p:nvSpPr>
            <p:spPr>
              <a:xfrm>
                <a:off x="5136507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3" name="pg1703">
                <a:extLst>
                  <a:ext uri="{FF2B5EF4-FFF2-40B4-BE49-F238E27FC236}">
                    <a16:creationId xmlns:a16="http://schemas.microsoft.com/office/drawing/2014/main" id="{B5BE97E6-6007-117B-F524-9F9356FF2D5D}"/>
                  </a:ext>
                </a:extLst>
              </p:cNvPr>
              <p:cNvSpPr/>
              <p:nvPr/>
            </p:nvSpPr>
            <p:spPr>
              <a:xfrm>
                <a:off x="5148144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4" name="pg1704">
                <a:extLst>
                  <a:ext uri="{FF2B5EF4-FFF2-40B4-BE49-F238E27FC236}">
                    <a16:creationId xmlns:a16="http://schemas.microsoft.com/office/drawing/2014/main" id="{20CF4603-B8F2-845F-0626-57D9C63C04DC}"/>
                  </a:ext>
                </a:extLst>
              </p:cNvPr>
              <p:cNvSpPr/>
              <p:nvPr/>
            </p:nvSpPr>
            <p:spPr>
              <a:xfrm>
                <a:off x="5159781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5" name="pg1705">
                <a:extLst>
                  <a:ext uri="{FF2B5EF4-FFF2-40B4-BE49-F238E27FC236}">
                    <a16:creationId xmlns:a16="http://schemas.microsoft.com/office/drawing/2014/main" id="{167CD174-118E-49B9-DF67-112B51C7A9B2}"/>
                  </a:ext>
                </a:extLst>
              </p:cNvPr>
              <p:cNvSpPr/>
              <p:nvPr/>
            </p:nvSpPr>
            <p:spPr>
              <a:xfrm>
                <a:off x="5171419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6" name="pg1706">
                <a:extLst>
                  <a:ext uri="{FF2B5EF4-FFF2-40B4-BE49-F238E27FC236}">
                    <a16:creationId xmlns:a16="http://schemas.microsoft.com/office/drawing/2014/main" id="{C03FC131-7995-8354-B7D9-F86991C96B85}"/>
                  </a:ext>
                </a:extLst>
              </p:cNvPr>
              <p:cNvSpPr/>
              <p:nvPr/>
            </p:nvSpPr>
            <p:spPr>
              <a:xfrm>
                <a:off x="5183056" y="38947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7" name="pg1707">
                <a:extLst>
                  <a:ext uri="{FF2B5EF4-FFF2-40B4-BE49-F238E27FC236}">
                    <a16:creationId xmlns:a16="http://schemas.microsoft.com/office/drawing/2014/main" id="{8EDD0976-8EA8-61EE-F894-E86F49EEF195}"/>
                  </a:ext>
                </a:extLst>
              </p:cNvPr>
              <p:cNvSpPr/>
              <p:nvPr/>
            </p:nvSpPr>
            <p:spPr>
              <a:xfrm>
                <a:off x="5066683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8" name="pg1708">
                <a:extLst>
                  <a:ext uri="{FF2B5EF4-FFF2-40B4-BE49-F238E27FC236}">
                    <a16:creationId xmlns:a16="http://schemas.microsoft.com/office/drawing/2014/main" id="{710FE365-8321-98A0-0993-2D49FC48163A}"/>
                  </a:ext>
                </a:extLst>
              </p:cNvPr>
              <p:cNvSpPr/>
              <p:nvPr/>
            </p:nvSpPr>
            <p:spPr>
              <a:xfrm>
                <a:off x="5113232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09" name="pg1709">
                <a:extLst>
                  <a:ext uri="{FF2B5EF4-FFF2-40B4-BE49-F238E27FC236}">
                    <a16:creationId xmlns:a16="http://schemas.microsoft.com/office/drawing/2014/main" id="{1A5DCB01-407B-51DE-8BEE-51148DCF3A43}"/>
                  </a:ext>
                </a:extLst>
              </p:cNvPr>
              <p:cNvSpPr/>
              <p:nvPr/>
            </p:nvSpPr>
            <p:spPr>
              <a:xfrm>
                <a:off x="5124869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0" name="pg1710">
                <a:extLst>
                  <a:ext uri="{FF2B5EF4-FFF2-40B4-BE49-F238E27FC236}">
                    <a16:creationId xmlns:a16="http://schemas.microsoft.com/office/drawing/2014/main" id="{F3FC4726-28CA-5494-783D-FE3821633BF0}"/>
                  </a:ext>
                </a:extLst>
              </p:cNvPr>
              <p:cNvSpPr/>
              <p:nvPr/>
            </p:nvSpPr>
            <p:spPr>
              <a:xfrm>
                <a:off x="5136507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1" name="pg1711">
                <a:extLst>
                  <a:ext uri="{FF2B5EF4-FFF2-40B4-BE49-F238E27FC236}">
                    <a16:creationId xmlns:a16="http://schemas.microsoft.com/office/drawing/2014/main" id="{2BAC1959-B850-3F10-A32E-DB7E3BA26F39}"/>
                  </a:ext>
                </a:extLst>
              </p:cNvPr>
              <p:cNvSpPr/>
              <p:nvPr/>
            </p:nvSpPr>
            <p:spPr>
              <a:xfrm>
                <a:off x="5148144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2" name="pg1712">
                <a:extLst>
                  <a:ext uri="{FF2B5EF4-FFF2-40B4-BE49-F238E27FC236}">
                    <a16:creationId xmlns:a16="http://schemas.microsoft.com/office/drawing/2014/main" id="{BB997817-7E56-E5B3-5520-511A23BE4D30}"/>
                  </a:ext>
                </a:extLst>
              </p:cNvPr>
              <p:cNvSpPr/>
              <p:nvPr/>
            </p:nvSpPr>
            <p:spPr>
              <a:xfrm>
                <a:off x="5159781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3" name="pg1713">
                <a:extLst>
                  <a:ext uri="{FF2B5EF4-FFF2-40B4-BE49-F238E27FC236}">
                    <a16:creationId xmlns:a16="http://schemas.microsoft.com/office/drawing/2014/main" id="{9AB6C3EC-FC27-ABE5-A91F-89A26029F91E}"/>
                  </a:ext>
                </a:extLst>
              </p:cNvPr>
              <p:cNvSpPr/>
              <p:nvPr/>
            </p:nvSpPr>
            <p:spPr>
              <a:xfrm>
                <a:off x="5171419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4" name="pg1714">
                <a:extLst>
                  <a:ext uri="{FF2B5EF4-FFF2-40B4-BE49-F238E27FC236}">
                    <a16:creationId xmlns:a16="http://schemas.microsoft.com/office/drawing/2014/main" id="{B5A7F689-832E-4304-2E7A-660000B74F22}"/>
                  </a:ext>
                </a:extLst>
              </p:cNvPr>
              <p:cNvSpPr/>
              <p:nvPr/>
            </p:nvSpPr>
            <p:spPr>
              <a:xfrm>
                <a:off x="5183056" y="390906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5" name="pg1715">
                <a:extLst>
                  <a:ext uri="{FF2B5EF4-FFF2-40B4-BE49-F238E27FC236}">
                    <a16:creationId xmlns:a16="http://schemas.microsoft.com/office/drawing/2014/main" id="{DC1FBEC3-E64F-8576-BC6B-E9E42585E0D4}"/>
                  </a:ext>
                </a:extLst>
              </p:cNvPr>
              <p:cNvSpPr/>
              <p:nvPr/>
            </p:nvSpPr>
            <p:spPr>
              <a:xfrm>
                <a:off x="5055045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6" name="pg1716">
                <a:extLst>
                  <a:ext uri="{FF2B5EF4-FFF2-40B4-BE49-F238E27FC236}">
                    <a16:creationId xmlns:a16="http://schemas.microsoft.com/office/drawing/2014/main" id="{B44E61FE-FF22-F8A7-6727-753D54281BAC}"/>
                  </a:ext>
                </a:extLst>
              </p:cNvPr>
              <p:cNvSpPr/>
              <p:nvPr/>
            </p:nvSpPr>
            <p:spPr>
              <a:xfrm>
                <a:off x="5066683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7" name="pg1717">
                <a:extLst>
                  <a:ext uri="{FF2B5EF4-FFF2-40B4-BE49-F238E27FC236}">
                    <a16:creationId xmlns:a16="http://schemas.microsoft.com/office/drawing/2014/main" id="{5AD4E2A5-0DFE-3D6B-267B-06ACB46EA9E7}"/>
                  </a:ext>
                </a:extLst>
              </p:cNvPr>
              <p:cNvSpPr/>
              <p:nvPr/>
            </p:nvSpPr>
            <p:spPr>
              <a:xfrm>
                <a:off x="5078320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8" name="pg1718">
                <a:extLst>
                  <a:ext uri="{FF2B5EF4-FFF2-40B4-BE49-F238E27FC236}">
                    <a16:creationId xmlns:a16="http://schemas.microsoft.com/office/drawing/2014/main" id="{31DBD080-CCCE-4EC7-D4A6-CAE49DDCB844}"/>
                  </a:ext>
                </a:extLst>
              </p:cNvPr>
              <p:cNvSpPr/>
              <p:nvPr/>
            </p:nvSpPr>
            <p:spPr>
              <a:xfrm>
                <a:off x="5089957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19" name="pg1719">
                <a:extLst>
                  <a:ext uri="{FF2B5EF4-FFF2-40B4-BE49-F238E27FC236}">
                    <a16:creationId xmlns:a16="http://schemas.microsoft.com/office/drawing/2014/main" id="{18AD706F-33ED-58E2-6BE4-8060C0025749}"/>
                  </a:ext>
                </a:extLst>
              </p:cNvPr>
              <p:cNvSpPr/>
              <p:nvPr/>
            </p:nvSpPr>
            <p:spPr>
              <a:xfrm>
                <a:off x="5101595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0" name="pg1720">
                <a:extLst>
                  <a:ext uri="{FF2B5EF4-FFF2-40B4-BE49-F238E27FC236}">
                    <a16:creationId xmlns:a16="http://schemas.microsoft.com/office/drawing/2014/main" id="{C1B480CB-19B8-DB70-D3DB-7DC8311CDE2C}"/>
                  </a:ext>
                </a:extLst>
              </p:cNvPr>
              <p:cNvSpPr/>
              <p:nvPr/>
            </p:nvSpPr>
            <p:spPr>
              <a:xfrm>
                <a:off x="5113232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1" name="pg1721">
                <a:extLst>
                  <a:ext uri="{FF2B5EF4-FFF2-40B4-BE49-F238E27FC236}">
                    <a16:creationId xmlns:a16="http://schemas.microsoft.com/office/drawing/2014/main" id="{305BE0F7-8BCF-AA40-CCE8-E659CC3CFE5A}"/>
                  </a:ext>
                </a:extLst>
              </p:cNvPr>
              <p:cNvSpPr/>
              <p:nvPr/>
            </p:nvSpPr>
            <p:spPr>
              <a:xfrm>
                <a:off x="5124869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2" name="pg1722">
                <a:extLst>
                  <a:ext uri="{FF2B5EF4-FFF2-40B4-BE49-F238E27FC236}">
                    <a16:creationId xmlns:a16="http://schemas.microsoft.com/office/drawing/2014/main" id="{B07587CA-968D-5649-AC75-C92E4BF2DB3A}"/>
                  </a:ext>
                </a:extLst>
              </p:cNvPr>
              <p:cNvSpPr/>
              <p:nvPr/>
            </p:nvSpPr>
            <p:spPr>
              <a:xfrm>
                <a:off x="5136507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3" name="pg1723">
                <a:extLst>
                  <a:ext uri="{FF2B5EF4-FFF2-40B4-BE49-F238E27FC236}">
                    <a16:creationId xmlns:a16="http://schemas.microsoft.com/office/drawing/2014/main" id="{92DC06FC-7563-73B4-48C8-DA62C7D0D1B2}"/>
                  </a:ext>
                </a:extLst>
              </p:cNvPr>
              <p:cNvSpPr/>
              <p:nvPr/>
            </p:nvSpPr>
            <p:spPr>
              <a:xfrm>
                <a:off x="5148144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4" name="pg1724">
                <a:extLst>
                  <a:ext uri="{FF2B5EF4-FFF2-40B4-BE49-F238E27FC236}">
                    <a16:creationId xmlns:a16="http://schemas.microsoft.com/office/drawing/2014/main" id="{F6648000-1249-3F74-FD0B-B82B23CE9BFC}"/>
                  </a:ext>
                </a:extLst>
              </p:cNvPr>
              <p:cNvSpPr/>
              <p:nvPr/>
            </p:nvSpPr>
            <p:spPr>
              <a:xfrm>
                <a:off x="5159781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5" name="pg1725">
                <a:extLst>
                  <a:ext uri="{FF2B5EF4-FFF2-40B4-BE49-F238E27FC236}">
                    <a16:creationId xmlns:a16="http://schemas.microsoft.com/office/drawing/2014/main" id="{DD9242D5-F07C-3260-F347-5A4D48AAD165}"/>
                  </a:ext>
                </a:extLst>
              </p:cNvPr>
              <p:cNvSpPr/>
              <p:nvPr/>
            </p:nvSpPr>
            <p:spPr>
              <a:xfrm>
                <a:off x="5171419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6" name="pg1726">
                <a:extLst>
                  <a:ext uri="{FF2B5EF4-FFF2-40B4-BE49-F238E27FC236}">
                    <a16:creationId xmlns:a16="http://schemas.microsoft.com/office/drawing/2014/main" id="{E1E8C740-F6D4-B7E0-543E-B7DFE0898D0D}"/>
                  </a:ext>
                </a:extLst>
              </p:cNvPr>
              <p:cNvSpPr/>
              <p:nvPr/>
            </p:nvSpPr>
            <p:spPr>
              <a:xfrm>
                <a:off x="5183056" y="392336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7" name="pg1727">
                <a:extLst>
                  <a:ext uri="{FF2B5EF4-FFF2-40B4-BE49-F238E27FC236}">
                    <a16:creationId xmlns:a16="http://schemas.microsoft.com/office/drawing/2014/main" id="{EB88F892-1D7C-9950-7900-867AFF82FF4E}"/>
                  </a:ext>
                </a:extLst>
              </p:cNvPr>
              <p:cNvSpPr/>
              <p:nvPr/>
            </p:nvSpPr>
            <p:spPr>
              <a:xfrm>
                <a:off x="5043408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8" name="pg1728">
                <a:extLst>
                  <a:ext uri="{FF2B5EF4-FFF2-40B4-BE49-F238E27FC236}">
                    <a16:creationId xmlns:a16="http://schemas.microsoft.com/office/drawing/2014/main" id="{DF454DD5-2674-FA5B-3EE5-7F61BF25C40F}"/>
                  </a:ext>
                </a:extLst>
              </p:cNvPr>
              <p:cNvSpPr/>
              <p:nvPr/>
            </p:nvSpPr>
            <p:spPr>
              <a:xfrm>
                <a:off x="5055045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29" name="pg1729">
                <a:extLst>
                  <a:ext uri="{FF2B5EF4-FFF2-40B4-BE49-F238E27FC236}">
                    <a16:creationId xmlns:a16="http://schemas.microsoft.com/office/drawing/2014/main" id="{815774FD-ABAD-1666-38D1-E63703E18E76}"/>
                  </a:ext>
                </a:extLst>
              </p:cNvPr>
              <p:cNvSpPr/>
              <p:nvPr/>
            </p:nvSpPr>
            <p:spPr>
              <a:xfrm>
                <a:off x="5066683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0" name="pg1730">
                <a:extLst>
                  <a:ext uri="{FF2B5EF4-FFF2-40B4-BE49-F238E27FC236}">
                    <a16:creationId xmlns:a16="http://schemas.microsoft.com/office/drawing/2014/main" id="{603DD4FE-7B28-FB5B-4E61-14613E608B60}"/>
                  </a:ext>
                </a:extLst>
              </p:cNvPr>
              <p:cNvSpPr/>
              <p:nvPr/>
            </p:nvSpPr>
            <p:spPr>
              <a:xfrm>
                <a:off x="5078320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1" name="pg1731">
                <a:extLst>
                  <a:ext uri="{FF2B5EF4-FFF2-40B4-BE49-F238E27FC236}">
                    <a16:creationId xmlns:a16="http://schemas.microsoft.com/office/drawing/2014/main" id="{370CD3F1-C899-A66E-B5F7-200A9119CC83}"/>
                  </a:ext>
                </a:extLst>
              </p:cNvPr>
              <p:cNvSpPr/>
              <p:nvPr/>
            </p:nvSpPr>
            <p:spPr>
              <a:xfrm>
                <a:off x="5089957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2" name="pg1732">
                <a:extLst>
                  <a:ext uri="{FF2B5EF4-FFF2-40B4-BE49-F238E27FC236}">
                    <a16:creationId xmlns:a16="http://schemas.microsoft.com/office/drawing/2014/main" id="{4C7D09F3-7C0E-9184-733E-BA8D6904C771}"/>
                  </a:ext>
                </a:extLst>
              </p:cNvPr>
              <p:cNvSpPr/>
              <p:nvPr/>
            </p:nvSpPr>
            <p:spPr>
              <a:xfrm>
                <a:off x="5101595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3" name="pg1733">
                <a:extLst>
                  <a:ext uri="{FF2B5EF4-FFF2-40B4-BE49-F238E27FC236}">
                    <a16:creationId xmlns:a16="http://schemas.microsoft.com/office/drawing/2014/main" id="{A744AC96-7FD5-807E-6B16-042927FA0516}"/>
                  </a:ext>
                </a:extLst>
              </p:cNvPr>
              <p:cNvSpPr/>
              <p:nvPr/>
            </p:nvSpPr>
            <p:spPr>
              <a:xfrm>
                <a:off x="5113232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4" name="pg1734">
                <a:extLst>
                  <a:ext uri="{FF2B5EF4-FFF2-40B4-BE49-F238E27FC236}">
                    <a16:creationId xmlns:a16="http://schemas.microsoft.com/office/drawing/2014/main" id="{B8A7FF1D-D2CE-0778-EBFE-AA67AC65BD3E}"/>
                  </a:ext>
                </a:extLst>
              </p:cNvPr>
              <p:cNvSpPr/>
              <p:nvPr/>
            </p:nvSpPr>
            <p:spPr>
              <a:xfrm>
                <a:off x="5124869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5" name="pg1735">
                <a:extLst>
                  <a:ext uri="{FF2B5EF4-FFF2-40B4-BE49-F238E27FC236}">
                    <a16:creationId xmlns:a16="http://schemas.microsoft.com/office/drawing/2014/main" id="{F04B51BE-FCDF-16CF-89B1-39A5D604AFA3}"/>
                  </a:ext>
                </a:extLst>
              </p:cNvPr>
              <p:cNvSpPr/>
              <p:nvPr/>
            </p:nvSpPr>
            <p:spPr>
              <a:xfrm>
                <a:off x="5136507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6" name="pg1736">
                <a:extLst>
                  <a:ext uri="{FF2B5EF4-FFF2-40B4-BE49-F238E27FC236}">
                    <a16:creationId xmlns:a16="http://schemas.microsoft.com/office/drawing/2014/main" id="{C4C2EA53-1684-7DE1-1A9C-4DE51F5938CC}"/>
                  </a:ext>
                </a:extLst>
              </p:cNvPr>
              <p:cNvSpPr/>
              <p:nvPr/>
            </p:nvSpPr>
            <p:spPr>
              <a:xfrm>
                <a:off x="5148144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7" name="pg1737">
                <a:extLst>
                  <a:ext uri="{FF2B5EF4-FFF2-40B4-BE49-F238E27FC236}">
                    <a16:creationId xmlns:a16="http://schemas.microsoft.com/office/drawing/2014/main" id="{C4CCAA48-3ABF-635A-3323-81CACDA4A30A}"/>
                  </a:ext>
                </a:extLst>
              </p:cNvPr>
              <p:cNvSpPr/>
              <p:nvPr/>
            </p:nvSpPr>
            <p:spPr>
              <a:xfrm>
                <a:off x="5159781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8" name="pg1738">
                <a:extLst>
                  <a:ext uri="{FF2B5EF4-FFF2-40B4-BE49-F238E27FC236}">
                    <a16:creationId xmlns:a16="http://schemas.microsoft.com/office/drawing/2014/main" id="{6955DC05-DA82-EA32-4B05-F116014F475A}"/>
                  </a:ext>
                </a:extLst>
              </p:cNvPr>
              <p:cNvSpPr/>
              <p:nvPr/>
            </p:nvSpPr>
            <p:spPr>
              <a:xfrm>
                <a:off x="5171419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39" name="pg1739">
                <a:extLst>
                  <a:ext uri="{FF2B5EF4-FFF2-40B4-BE49-F238E27FC236}">
                    <a16:creationId xmlns:a16="http://schemas.microsoft.com/office/drawing/2014/main" id="{8565435A-2649-A387-F8CA-74670A4A1756}"/>
                  </a:ext>
                </a:extLst>
              </p:cNvPr>
              <p:cNvSpPr/>
              <p:nvPr/>
            </p:nvSpPr>
            <p:spPr>
              <a:xfrm>
                <a:off x="5183056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0" name="pg1740">
                <a:extLst>
                  <a:ext uri="{FF2B5EF4-FFF2-40B4-BE49-F238E27FC236}">
                    <a16:creationId xmlns:a16="http://schemas.microsoft.com/office/drawing/2014/main" id="{D8807B50-20A3-EEAC-B74C-6E26DA6A229F}"/>
                  </a:ext>
                </a:extLst>
              </p:cNvPr>
              <p:cNvSpPr/>
              <p:nvPr/>
            </p:nvSpPr>
            <p:spPr>
              <a:xfrm>
                <a:off x="5194693" y="39376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1" name="pg1741">
                <a:extLst>
                  <a:ext uri="{FF2B5EF4-FFF2-40B4-BE49-F238E27FC236}">
                    <a16:creationId xmlns:a16="http://schemas.microsoft.com/office/drawing/2014/main" id="{79D9163E-1085-9D72-F704-B1D588B30014}"/>
                  </a:ext>
                </a:extLst>
              </p:cNvPr>
              <p:cNvSpPr/>
              <p:nvPr/>
            </p:nvSpPr>
            <p:spPr>
              <a:xfrm>
                <a:off x="5043408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2" name="pg1742">
                <a:extLst>
                  <a:ext uri="{FF2B5EF4-FFF2-40B4-BE49-F238E27FC236}">
                    <a16:creationId xmlns:a16="http://schemas.microsoft.com/office/drawing/2014/main" id="{FB7AEB42-F38D-4F01-97C0-746F0993C8D6}"/>
                  </a:ext>
                </a:extLst>
              </p:cNvPr>
              <p:cNvSpPr/>
              <p:nvPr/>
            </p:nvSpPr>
            <p:spPr>
              <a:xfrm>
                <a:off x="5055045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3" name="pg1743">
                <a:extLst>
                  <a:ext uri="{FF2B5EF4-FFF2-40B4-BE49-F238E27FC236}">
                    <a16:creationId xmlns:a16="http://schemas.microsoft.com/office/drawing/2014/main" id="{A7D294DB-0F85-9696-284A-800B01C4F178}"/>
                  </a:ext>
                </a:extLst>
              </p:cNvPr>
              <p:cNvSpPr/>
              <p:nvPr/>
            </p:nvSpPr>
            <p:spPr>
              <a:xfrm>
                <a:off x="5066683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4" name="pg1744">
                <a:extLst>
                  <a:ext uri="{FF2B5EF4-FFF2-40B4-BE49-F238E27FC236}">
                    <a16:creationId xmlns:a16="http://schemas.microsoft.com/office/drawing/2014/main" id="{E85D0EA7-5AB2-9040-30D2-88E918F91AE8}"/>
                  </a:ext>
                </a:extLst>
              </p:cNvPr>
              <p:cNvSpPr/>
              <p:nvPr/>
            </p:nvSpPr>
            <p:spPr>
              <a:xfrm>
                <a:off x="5078320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5" name="pg1745">
                <a:extLst>
                  <a:ext uri="{FF2B5EF4-FFF2-40B4-BE49-F238E27FC236}">
                    <a16:creationId xmlns:a16="http://schemas.microsoft.com/office/drawing/2014/main" id="{FCC631F9-69B4-BB81-072A-CA7C261C6B44}"/>
                  </a:ext>
                </a:extLst>
              </p:cNvPr>
              <p:cNvSpPr/>
              <p:nvPr/>
            </p:nvSpPr>
            <p:spPr>
              <a:xfrm>
                <a:off x="5089957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6" name="pg1746">
                <a:extLst>
                  <a:ext uri="{FF2B5EF4-FFF2-40B4-BE49-F238E27FC236}">
                    <a16:creationId xmlns:a16="http://schemas.microsoft.com/office/drawing/2014/main" id="{8EB5E588-E113-4954-EF93-E3ACEC9D7645}"/>
                  </a:ext>
                </a:extLst>
              </p:cNvPr>
              <p:cNvSpPr/>
              <p:nvPr/>
            </p:nvSpPr>
            <p:spPr>
              <a:xfrm>
                <a:off x="5101595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7" name="pg1747">
                <a:extLst>
                  <a:ext uri="{FF2B5EF4-FFF2-40B4-BE49-F238E27FC236}">
                    <a16:creationId xmlns:a16="http://schemas.microsoft.com/office/drawing/2014/main" id="{50E5A764-F704-B9F4-F261-D11495134E7C}"/>
                  </a:ext>
                </a:extLst>
              </p:cNvPr>
              <p:cNvSpPr/>
              <p:nvPr/>
            </p:nvSpPr>
            <p:spPr>
              <a:xfrm>
                <a:off x="5113232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8" name="pg1748">
                <a:extLst>
                  <a:ext uri="{FF2B5EF4-FFF2-40B4-BE49-F238E27FC236}">
                    <a16:creationId xmlns:a16="http://schemas.microsoft.com/office/drawing/2014/main" id="{AB03BE54-B945-07EA-53CF-6FAF343B9F62}"/>
                  </a:ext>
                </a:extLst>
              </p:cNvPr>
              <p:cNvSpPr/>
              <p:nvPr/>
            </p:nvSpPr>
            <p:spPr>
              <a:xfrm>
                <a:off x="5124869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49" name="pg1749">
                <a:extLst>
                  <a:ext uri="{FF2B5EF4-FFF2-40B4-BE49-F238E27FC236}">
                    <a16:creationId xmlns:a16="http://schemas.microsoft.com/office/drawing/2014/main" id="{66AA9B6C-4197-C74C-076F-521DEA7F826D}"/>
                  </a:ext>
                </a:extLst>
              </p:cNvPr>
              <p:cNvSpPr/>
              <p:nvPr/>
            </p:nvSpPr>
            <p:spPr>
              <a:xfrm>
                <a:off x="5136507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0" name="pg1750">
                <a:extLst>
                  <a:ext uri="{FF2B5EF4-FFF2-40B4-BE49-F238E27FC236}">
                    <a16:creationId xmlns:a16="http://schemas.microsoft.com/office/drawing/2014/main" id="{06CDB28F-3A72-ACD2-FED7-7BC1815E18F3}"/>
                  </a:ext>
                </a:extLst>
              </p:cNvPr>
              <p:cNvSpPr/>
              <p:nvPr/>
            </p:nvSpPr>
            <p:spPr>
              <a:xfrm>
                <a:off x="5148144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1" name="pg1751">
                <a:extLst>
                  <a:ext uri="{FF2B5EF4-FFF2-40B4-BE49-F238E27FC236}">
                    <a16:creationId xmlns:a16="http://schemas.microsoft.com/office/drawing/2014/main" id="{219D835C-FD02-57C4-46B6-5DA51A74ACD2}"/>
                  </a:ext>
                </a:extLst>
              </p:cNvPr>
              <p:cNvSpPr/>
              <p:nvPr/>
            </p:nvSpPr>
            <p:spPr>
              <a:xfrm>
                <a:off x="5159781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2" name="pg1752">
                <a:extLst>
                  <a:ext uri="{FF2B5EF4-FFF2-40B4-BE49-F238E27FC236}">
                    <a16:creationId xmlns:a16="http://schemas.microsoft.com/office/drawing/2014/main" id="{2F51F7F5-78B7-76FC-8E56-837F49D36F08}"/>
                  </a:ext>
                </a:extLst>
              </p:cNvPr>
              <p:cNvSpPr/>
              <p:nvPr/>
            </p:nvSpPr>
            <p:spPr>
              <a:xfrm>
                <a:off x="5171419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3" name="pg1753">
                <a:extLst>
                  <a:ext uri="{FF2B5EF4-FFF2-40B4-BE49-F238E27FC236}">
                    <a16:creationId xmlns:a16="http://schemas.microsoft.com/office/drawing/2014/main" id="{49B709B0-E255-3E11-EB91-A8575F67C529}"/>
                  </a:ext>
                </a:extLst>
              </p:cNvPr>
              <p:cNvSpPr/>
              <p:nvPr/>
            </p:nvSpPr>
            <p:spPr>
              <a:xfrm>
                <a:off x="5183056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4" name="pg1754">
                <a:extLst>
                  <a:ext uri="{FF2B5EF4-FFF2-40B4-BE49-F238E27FC236}">
                    <a16:creationId xmlns:a16="http://schemas.microsoft.com/office/drawing/2014/main" id="{AB41DFB2-8B81-7B55-91A4-6CFC496DCB63}"/>
                  </a:ext>
                </a:extLst>
              </p:cNvPr>
              <p:cNvSpPr/>
              <p:nvPr/>
            </p:nvSpPr>
            <p:spPr>
              <a:xfrm>
                <a:off x="5194693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5" name="pg1755">
                <a:extLst>
                  <a:ext uri="{FF2B5EF4-FFF2-40B4-BE49-F238E27FC236}">
                    <a16:creationId xmlns:a16="http://schemas.microsoft.com/office/drawing/2014/main" id="{D9D23E49-3888-D88B-316F-ACA24CF0D905}"/>
                  </a:ext>
                </a:extLst>
              </p:cNvPr>
              <p:cNvSpPr/>
              <p:nvPr/>
            </p:nvSpPr>
            <p:spPr>
              <a:xfrm>
                <a:off x="5206331" y="395196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6" name="pg1756">
                <a:extLst>
                  <a:ext uri="{FF2B5EF4-FFF2-40B4-BE49-F238E27FC236}">
                    <a16:creationId xmlns:a16="http://schemas.microsoft.com/office/drawing/2014/main" id="{66CBAE37-55F7-401D-BDD8-49531741162E}"/>
                  </a:ext>
                </a:extLst>
              </p:cNvPr>
              <p:cNvSpPr/>
              <p:nvPr/>
            </p:nvSpPr>
            <p:spPr>
              <a:xfrm>
                <a:off x="5043408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7" name="pg1757">
                <a:extLst>
                  <a:ext uri="{FF2B5EF4-FFF2-40B4-BE49-F238E27FC236}">
                    <a16:creationId xmlns:a16="http://schemas.microsoft.com/office/drawing/2014/main" id="{204174D0-5B83-0F75-D755-355BB2074A5C}"/>
                  </a:ext>
                </a:extLst>
              </p:cNvPr>
              <p:cNvSpPr/>
              <p:nvPr/>
            </p:nvSpPr>
            <p:spPr>
              <a:xfrm>
                <a:off x="5055045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8" name="pg1758">
                <a:extLst>
                  <a:ext uri="{FF2B5EF4-FFF2-40B4-BE49-F238E27FC236}">
                    <a16:creationId xmlns:a16="http://schemas.microsoft.com/office/drawing/2014/main" id="{3D5E5C75-9100-DDCD-27DD-3118CDEA467B}"/>
                  </a:ext>
                </a:extLst>
              </p:cNvPr>
              <p:cNvSpPr/>
              <p:nvPr/>
            </p:nvSpPr>
            <p:spPr>
              <a:xfrm>
                <a:off x="5066683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59" name="pg1759">
                <a:extLst>
                  <a:ext uri="{FF2B5EF4-FFF2-40B4-BE49-F238E27FC236}">
                    <a16:creationId xmlns:a16="http://schemas.microsoft.com/office/drawing/2014/main" id="{07F70B9C-9332-CF92-9C48-8A9428D855CD}"/>
                  </a:ext>
                </a:extLst>
              </p:cNvPr>
              <p:cNvSpPr/>
              <p:nvPr/>
            </p:nvSpPr>
            <p:spPr>
              <a:xfrm>
                <a:off x="5078320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0" name="pg1760">
                <a:extLst>
                  <a:ext uri="{FF2B5EF4-FFF2-40B4-BE49-F238E27FC236}">
                    <a16:creationId xmlns:a16="http://schemas.microsoft.com/office/drawing/2014/main" id="{36DAEF20-4F9F-7969-D653-D85532C9409D}"/>
                  </a:ext>
                </a:extLst>
              </p:cNvPr>
              <p:cNvSpPr/>
              <p:nvPr/>
            </p:nvSpPr>
            <p:spPr>
              <a:xfrm>
                <a:off x="5089957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1" name="pg1761">
                <a:extLst>
                  <a:ext uri="{FF2B5EF4-FFF2-40B4-BE49-F238E27FC236}">
                    <a16:creationId xmlns:a16="http://schemas.microsoft.com/office/drawing/2014/main" id="{EF5CAD6F-53F4-28D3-9E73-095BDE15490C}"/>
                  </a:ext>
                </a:extLst>
              </p:cNvPr>
              <p:cNvSpPr/>
              <p:nvPr/>
            </p:nvSpPr>
            <p:spPr>
              <a:xfrm>
                <a:off x="5101595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2" name="pg1762">
                <a:extLst>
                  <a:ext uri="{FF2B5EF4-FFF2-40B4-BE49-F238E27FC236}">
                    <a16:creationId xmlns:a16="http://schemas.microsoft.com/office/drawing/2014/main" id="{9791566F-A77D-A04C-1136-6863E3FCE3CC}"/>
                  </a:ext>
                </a:extLst>
              </p:cNvPr>
              <p:cNvSpPr/>
              <p:nvPr/>
            </p:nvSpPr>
            <p:spPr>
              <a:xfrm>
                <a:off x="5113232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3" name="pg1763">
                <a:extLst>
                  <a:ext uri="{FF2B5EF4-FFF2-40B4-BE49-F238E27FC236}">
                    <a16:creationId xmlns:a16="http://schemas.microsoft.com/office/drawing/2014/main" id="{C166C299-7112-5540-3DB1-FB5FF54EB076}"/>
                  </a:ext>
                </a:extLst>
              </p:cNvPr>
              <p:cNvSpPr/>
              <p:nvPr/>
            </p:nvSpPr>
            <p:spPr>
              <a:xfrm>
                <a:off x="5124869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4" name="pg1764">
                <a:extLst>
                  <a:ext uri="{FF2B5EF4-FFF2-40B4-BE49-F238E27FC236}">
                    <a16:creationId xmlns:a16="http://schemas.microsoft.com/office/drawing/2014/main" id="{17746E9A-C9D6-F52F-A00C-E0985A5582D4}"/>
                  </a:ext>
                </a:extLst>
              </p:cNvPr>
              <p:cNvSpPr/>
              <p:nvPr/>
            </p:nvSpPr>
            <p:spPr>
              <a:xfrm>
                <a:off x="5136507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5" name="pg1765">
                <a:extLst>
                  <a:ext uri="{FF2B5EF4-FFF2-40B4-BE49-F238E27FC236}">
                    <a16:creationId xmlns:a16="http://schemas.microsoft.com/office/drawing/2014/main" id="{BFB589A7-F873-5C63-E385-186D49F2BCDA}"/>
                  </a:ext>
                </a:extLst>
              </p:cNvPr>
              <p:cNvSpPr/>
              <p:nvPr/>
            </p:nvSpPr>
            <p:spPr>
              <a:xfrm>
                <a:off x="5148144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6" name="pg1766">
                <a:extLst>
                  <a:ext uri="{FF2B5EF4-FFF2-40B4-BE49-F238E27FC236}">
                    <a16:creationId xmlns:a16="http://schemas.microsoft.com/office/drawing/2014/main" id="{26FF0895-6BA6-19AD-FCA5-59C12EE86477}"/>
                  </a:ext>
                </a:extLst>
              </p:cNvPr>
              <p:cNvSpPr/>
              <p:nvPr/>
            </p:nvSpPr>
            <p:spPr>
              <a:xfrm>
                <a:off x="5159781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7" name="pg1767">
                <a:extLst>
                  <a:ext uri="{FF2B5EF4-FFF2-40B4-BE49-F238E27FC236}">
                    <a16:creationId xmlns:a16="http://schemas.microsoft.com/office/drawing/2014/main" id="{7F44AB6A-8978-6695-5D86-C476C953FA26}"/>
                  </a:ext>
                </a:extLst>
              </p:cNvPr>
              <p:cNvSpPr/>
              <p:nvPr/>
            </p:nvSpPr>
            <p:spPr>
              <a:xfrm>
                <a:off x="5171419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8" name="pg1768">
                <a:extLst>
                  <a:ext uri="{FF2B5EF4-FFF2-40B4-BE49-F238E27FC236}">
                    <a16:creationId xmlns:a16="http://schemas.microsoft.com/office/drawing/2014/main" id="{D6CDC1E0-1283-9F11-2C24-9B8231CFE121}"/>
                  </a:ext>
                </a:extLst>
              </p:cNvPr>
              <p:cNvSpPr/>
              <p:nvPr/>
            </p:nvSpPr>
            <p:spPr>
              <a:xfrm>
                <a:off x="5183056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69" name="pg1769">
                <a:extLst>
                  <a:ext uri="{FF2B5EF4-FFF2-40B4-BE49-F238E27FC236}">
                    <a16:creationId xmlns:a16="http://schemas.microsoft.com/office/drawing/2014/main" id="{54683239-B13E-2C29-8725-4CF7EA54187B}"/>
                  </a:ext>
                </a:extLst>
              </p:cNvPr>
              <p:cNvSpPr/>
              <p:nvPr/>
            </p:nvSpPr>
            <p:spPr>
              <a:xfrm>
                <a:off x="5194693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0" name="pg1770">
                <a:extLst>
                  <a:ext uri="{FF2B5EF4-FFF2-40B4-BE49-F238E27FC236}">
                    <a16:creationId xmlns:a16="http://schemas.microsoft.com/office/drawing/2014/main" id="{A83CAE7A-5C52-F27A-2D0F-BECD552CA57B}"/>
                  </a:ext>
                </a:extLst>
              </p:cNvPr>
              <p:cNvSpPr/>
              <p:nvPr/>
            </p:nvSpPr>
            <p:spPr>
              <a:xfrm>
                <a:off x="5206331" y="39662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1" name="pg1771">
                <a:extLst>
                  <a:ext uri="{FF2B5EF4-FFF2-40B4-BE49-F238E27FC236}">
                    <a16:creationId xmlns:a16="http://schemas.microsoft.com/office/drawing/2014/main" id="{0E5BE9F4-E494-29A5-DB73-182E56D745CB}"/>
                  </a:ext>
                </a:extLst>
              </p:cNvPr>
              <p:cNvSpPr/>
              <p:nvPr/>
            </p:nvSpPr>
            <p:spPr>
              <a:xfrm>
                <a:off x="5043408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2" name="pg1772">
                <a:extLst>
                  <a:ext uri="{FF2B5EF4-FFF2-40B4-BE49-F238E27FC236}">
                    <a16:creationId xmlns:a16="http://schemas.microsoft.com/office/drawing/2014/main" id="{74426864-5850-E845-5AD6-0CA467154DEA}"/>
                  </a:ext>
                </a:extLst>
              </p:cNvPr>
              <p:cNvSpPr/>
              <p:nvPr/>
            </p:nvSpPr>
            <p:spPr>
              <a:xfrm>
                <a:off x="5055045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3" name="pg1773">
                <a:extLst>
                  <a:ext uri="{FF2B5EF4-FFF2-40B4-BE49-F238E27FC236}">
                    <a16:creationId xmlns:a16="http://schemas.microsoft.com/office/drawing/2014/main" id="{5D45A58F-AA86-68C8-B9EE-C73891861D57}"/>
                  </a:ext>
                </a:extLst>
              </p:cNvPr>
              <p:cNvSpPr/>
              <p:nvPr/>
            </p:nvSpPr>
            <p:spPr>
              <a:xfrm>
                <a:off x="5066683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4" name="pg1774">
                <a:extLst>
                  <a:ext uri="{FF2B5EF4-FFF2-40B4-BE49-F238E27FC236}">
                    <a16:creationId xmlns:a16="http://schemas.microsoft.com/office/drawing/2014/main" id="{C9EF95C0-E401-1440-270C-ADA2B6D81C30}"/>
                  </a:ext>
                </a:extLst>
              </p:cNvPr>
              <p:cNvSpPr/>
              <p:nvPr/>
            </p:nvSpPr>
            <p:spPr>
              <a:xfrm>
                <a:off x="5078320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5" name="pg1775">
                <a:extLst>
                  <a:ext uri="{FF2B5EF4-FFF2-40B4-BE49-F238E27FC236}">
                    <a16:creationId xmlns:a16="http://schemas.microsoft.com/office/drawing/2014/main" id="{2D54E474-D0DA-1096-D5F6-0AB77949DA8F}"/>
                  </a:ext>
                </a:extLst>
              </p:cNvPr>
              <p:cNvSpPr/>
              <p:nvPr/>
            </p:nvSpPr>
            <p:spPr>
              <a:xfrm>
                <a:off x="5089957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6" name="pg1776">
                <a:extLst>
                  <a:ext uri="{FF2B5EF4-FFF2-40B4-BE49-F238E27FC236}">
                    <a16:creationId xmlns:a16="http://schemas.microsoft.com/office/drawing/2014/main" id="{8B81B766-B0D2-D653-29E6-396A165E8D22}"/>
                  </a:ext>
                </a:extLst>
              </p:cNvPr>
              <p:cNvSpPr/>
              <p:nvPr/>
            </p:nvSpPr>
            <p:spPr>
              <a:xfrm>
                <a:off x="5101595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7" name="pg1777">
                <a:extLst>
                  <a:ext uri="{FF2B5EF4-FFF2-40B4-BE49-F238E27FC236}">
                    <a16:creationId xmlns:a16="http://schemas.microsoft.com/office/drawing/2014/main" id="{F52D9FB1-316C-C981-6EAC-B51E9269575E}"/>
                  </a:ext>
                </a:extLst>
              </p:cNvPr>
              <p:cNvSpPr/>
              <p:nvPr/>
            </p:nvSpPr>
            <p:spPr>
              <a:xfrm>
                <a:off x="5113232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8" name="pg1778">
                <a:extLst>
                  <a:ext uri="{FF2B5EF4-FFF2-40B4-BE49-F238E27FC236}">
                    <a16:creationId xmlns:a16="http://schemas.microsoft.com/office/drawing/2014/main" id="{CF493E30-D203-5329-6297-3AE3D920F413}"/>
                  </a:ext>
                </a:extLst>
              </p:cNvPr>
              <p:cNvSpPr/>
              <p:nvPr/>
            </p:nvSpPr>
            <p:spPr>
              <a:xfrm>
                <a:off x="5124869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79" name="pg1779">
                <a:extLst>
                  <a:ext uri="{FF2B5EF4-FFF2-40B4-BE49-F238E27FC236}">
                    <a16:creationId xmlns:a16="http://schemas.microsoft.com/office/drawing/2014/main" id="{F35332B6-DECD-82E5-0E96-D2BAB237C6DB}"/>
                  </a:ext>
                </a:extLst>
              </p:cNvPr>
              <p:cNvSpPr/>
              <p:nvPr/>
            </p:nvSpPr>
            <p:spPr>
              <a:xfrm>
                <a:off x="5136507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0" name="pg1780">
                <a:extLst>
                  <a:ext uri="{FF2B5EF4-FFF2-40B4-BE49-F238E27FC236}">
                    <a16:creationId xmlns:a16="http://schemas.microsoft.com/office/drawing/2014/main" id="{1E47F1C5-61B4-3846-8EAD-1E4D62EDF0AE}"/>
                  </a:ext>
                </a:extLst>
              </p:cNvPr>
              <p:cNvSpPr/>
              <p:nvPr/>
            </p:nvSpPr>
            <p:spPr>
              <a:xfrm>
                <a:off x="5148144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1" name="pg1781">
                <a:extLst>
                  <a:ext uri="{FF2B5EF4-FFF2-40B4-BE49-F238E27FC236}">
                    <a16:creationId xmlns:a16="http://schemas.microsoft.com/office/drawing/2014/main" id="{1D477F7A-A2F5-1396-914F-6A4E30D6026E}"/>
                  </a:ext>
                </a:extLst>
              </p:cNvPr>
              <p:cNvSpPr/>
              <p:nvPr/>
            </p:nvSpPr>
            <p:spPr>
              <a:xfrm>
                <a:off x="5159781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2" name="pg1782">
                <a:extLst>
                  <a:ext uri="{FF2B5EF4-FFF2-40B4-BE49-F238E27FC236}">
                    <a16:creationId xmlns:a16="http://schemas.microsoft.com/office/drawing/2014/main" id="{7E11D868-BF79-58EF-63F4-562121EF7593}"/>
                  </a:ext>
                </a:extLst>
              </p:cNvPr>
              <p:cNvSpPr/>
              <p:nvPr/>
            </p:nvSpPr>
            <p:spPr>
              <a:xfrm>
                <a:off x="5171419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3" name="pg1783">
                <a:extLst>
                  <a:ext uri="{FF2B5EF4-FFF2-40B4-BE49-F238E27FC236}">
                    <a16:creationId xmlns:a16="http://schemas.microsoft.com/office/drawing/2014/main" id="{401B8051-B783-FD50-F056-5101717DE91B}"/>
                  </a:ext>
                </a:extLst>
              </p:cNvPr>
              <p:cNvSpPr/>
              <p:nvPr/>
            </p:nvSpPr>
            <p:spPr>
              <a:xfrm>
                <a:off x="5183056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4" name="pg1784">
                <a:extLst>
                  <a:ext uri="{FF2B5EF4-FFF2-40B4-BE49-F238E27FC236}">
                    <a16:creationId xmlns:a16="http://schemas.microsoft.com/office/drawing/2014/main" id="{C573CADF-220F-633C-7319-45F72F6DAC8F}"/>
                  </a:ext>
                </a:extLst>
              </p:cNvPr>
              <p:cNvSpPr/>
              <p:nvPr/>
            </p:nvSpPr>
            <p:spPr>
              <a:xfrm>
                <a:off x="5194693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5" name="pg1785">
                <a:extLst>
                  <a:ext uri="{FF2B5EF4-FFF2-40B4-BE49-F238E27FC236}">
                    <a16:creationId xmlns:a16="http://schemas.microsoft.com/office/drawing/2014/main" id="{C402CB05-6F5A-E86D-D717-0F34081DE588}"/>
                  </a:ext>
                </a:extLst>
              </p:cNvPr>
              <p:cNvSpPr/>
              <p:nvPr/>
            </p:nvSpPr>
            <p:spPr>
              <a:xfrm>
                <a:off x="5206331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6" name="pg1786">
                <a:extLst>
                  <a:ext uri="{FF2B5EF4-FFF2-40B4-BE49-F238E27FC236}">
                    <a16:creationId xmlns:a16="http://schemas.microsoft.com/office/drawing/2014/main" id="{6FAB5ED6-DF3A-1491-6D76-6BB54FD2042D}"/>
                  </a:ext>
                </a:extLst>
              </p:cNvPr>
              <p:cNvSpPr/>
              <p:nvPr/>
            </p:nvSpPr>
            <p:spPr>
              <a:xfrm>
                <a:off x="5217968" y="398056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7" name="pg1787">
                <a:extLst>
                  <a:ext uri="{FF2B5EF4-FFF2-40B4-BE49-F238E27FC236}">
                    <a16:creationId xmlns:a16="http://schemas.microsoft.com/office/drawing/2014/main" id="{F37051D8-551A-2814-8D35-8437DFC1C528}"/>
                  </a:ext>
                </a:extLst>
              </p:cNvPr>
              <p:cNvSpPr/>
              <p:nvPr/>
            </p:nvSpPr>
            <p:spPr>
              <a:xfrm>
                <a:off x="5055045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8" name="pg1788">
                <a:extLst>
                  <a:ext uri="{FF2B5EF4-FFF2-40B4-BE49-F238E27FC236}">
                    <a16:creationId xmlns:a16="http://schemas.microsoft.com/office/drawing/2014/main" id="{4F2CDFD7-0F05-53A9-2640-08E7F1E75293}"/>
                  </a:ext>
                </a:extLst>
              </p:cNvPr>
              <p:cNvSpPr/>
              <p:nvPr/>
            </p:nvSpPr>
            <p:spPr>
              <a:xfrm>
                <a:off x="5066683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89" name="pg1789">
                <a:extLst>
                  <a:ext uri="{FF2B5EF4-FFF2-40B4-BE49-F238E27FC236}">
                    <a16:creationId xmlns:a16="http://schemas.microsoft.com/office/drawing/2014/main" id="{1C9A3169-491B-412C-0ADB-9FE77B3ADD2A}"/>
                  </a:ext>
                </a:extLst>
              </p:cNvPr>
              <p:cNvSpPr/>
              <p:nvPr/>
            </p:nvSpPr>
            <p:spPr>
              <a:xfrm>
                <a:off x="5078320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0" name="pg1790">
                <a:extLst>
                  <a:ext uri="{FF2B5EF4-FFF2-40B4-BE49-F238E27FC236}">
                    <a16:creationId xmlns:a16="http://schemas.microsoft.com/office/drawing/2014/main" id="{C1A94B78-DAAC-E62A-2763-BA6271F7A45F}"/>
                  </a:ext>
                </a:extLst>
              </p:cNvPr>
              <p:cNvSpPr/>
              <p:nvPr/>
            </p:nvSpPr>
            <p:spPr>
              <a:xfrm>
                <a:off x="5089957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1" name="pg1791">
                <a:extLst>
                  <a:ext uri="{FF2B5EF4-FFF2-40B4-BE49-F238E27FC236}">
                    <a16:creationId xmlns:a16="http://schemas.microsoft.com/office/drawing/2014/main" id="{06301236-114E-C4B0-22A4-C1A2D070FE22}"/>
                  </a:ext>
                </a:extLst>
              </p:cNvPr>
              <p:cNvSpPr/>
              <p:nvPr/>
            </p:nvSpPr>
            <p:spPr>
              <a:xfrm>
                <a:off x="5101595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2" name="pg1792">
                <a:extLst>
                  <a:ext uri="{FF2B5EF4-FFF2-40B4-BE49-F238E27FC236}">
                    <a16:creationId xmlns:a16="http://schemas.microsoft.com/office/drawing/2014/main" id="{CBD83DC2-7F7D-E95F-B7F4-F58792CE8060}"/>
                  </a:ext>
                </a:extLst>
              </p:cNvPr>
              <p:cNvSpPr/>
              <p:nvPr/>
            </p:nvSpPr>
            <p:spPr>
              <a:xfrm>
                <a:off x="5113232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3" name="pg1793">
                <a:extLst>
                  <a:ext uri="{FF2B5EF4-FFF2-40B4-BE49-F238E27FC236}">
                    <a16:creationId xmlns:a16="http://schemas.microsoft.com/office/drawing/2014/main" id="{363DCF05-7519-A1C2-1335-15DEBDE1351C}"/>
                  </a:ext>
                </a:extLst>
              </p:cNvPr>
              <p:cNvSpPr/>
              <p:nvPr/>
            </p:nvSpPr>
            <p:spPr>
              <a:xfrm>
                <a:off x="5124869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4" name="pg1794">
                <a:extLst>
                  <a:ext uri="{FF2B5EF4-FFF2-40B4-BE49-F238E27FC236}">
                    <a16:creationId xmlns:a16="http://schemas.microsoft.com/office/drawing/2014/main" id="{BC33EB87-662D-DD1C-F91F-69CD96ACA749}"/>
                  </a:ext>
                </a:extLst>
              </p:cNvPr>
              <p:cNvSpPr/>
              <p:nvPr/>
            </p:nvSpPr>
            <p:spPr>
              <a:xfrm>
                <a:off x="5136507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7AA">
                  <a:alpha val="100000"/>
                </a:srgbClr>
              </a:solidFill>
              <a:ln w="5420" cap="flat">
                <a:solidFill>
                  <a:srgbClr val="43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5" name="pg1795">
                <a:extLst>
                  <a:ext uri="{FF2B5EF4-FFF2-40B4-BE49-F238E27FC236}">
                    <a16:creationId xmlns:a16="http://schemas.microsoft.com/office/drawing/2014/main" id="{696F4F06-AC64-D99D-9963-D21DFB9E9185}"/>
                  </a:ext>
                </a:extLst>
              </p:cNvPr>
              <p:cNvSpPr/>
              <p:nvPr/>
            </p:nvSpPr>
            <p:spPr>
              <a:xfrm>
                <a:off x="5148144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6" name="pg1796">
                <a:extLst>
                  <a:ext uri="{FF2B5EF4-FFF2-40B4-BE49-F238E27FC236}">
                    <a16:creationId xmlns:a16="http://schemas.microsoft.com/office/drawing/2014/main" id="{2FF96BC6-0E5C-FC60-27EF-D5067D538178}"/>
                  </a:ext>
                </a:extLst>
              </p:cNvPr>
              <p:cNvSpPr/>
              <p:nvPr/>
            </p:nvSpPr>
            <p:spPr>
              <a:xfrm>
                <a:off x="5159781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7" name="pg1797">
                <a:extLst>
                  <a:ext uri="{FF2B5EF4-FFF2-40B4-BE49-F238E27FC236}">
                    <a16:creationId xmlns:a16="http://schemas.microsoft.com/office/drawing/2014/main" id="{A987CE40-4887-CFA7-B5AD-1D12FCB9FCB2}"/>
                  </a:ext>
                </a:extLst>
              </p:cNvPr>
              <p:cNvSpPr/>
              <p:nvPr/>
            </p:nvSpPr>
            <p:spPr>
              <a:xfrm>
                <a:off x="5171419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8" name="pg1798">
                <a:extLst>
                  <a:ext uri="{FF2B5EF4-FFF2-40B4-BE49-F238E27FC236}">
                    <a16:creationId xmlns:a16="http://schemas.microsoft.com/office/drawing/2014/main" id="{A106C6CE-32AF-BCA6-AE75-74DAE9677590}"/>
                  </a:ext>
                </a:extLst>
              </p:cNvPr>
              <p:cNvSpPr/>
              <p:nvPr/>
            </p:nvSpPr>
            <p:spPr>
              <a:xfrm>
                <a:off x="5183056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799" name="pg1799">
                <a:extLst>
                  <a:ext uri="{FF2B5EF4-FFF2-40B4-BE49-F238E27FC236}">
                    <a16:creationId xmlns:a16="http://schemas.microsoft.com/office/drawing/2014/main" id="{7E8D2F17-C56F-4527-2B8C-59A1775E2CF3}"/>
                  </a:ext>
                </a:extLst>
              </p:cNvPr>
              <p:cNvSpPr/>
              <p:nvPr/>
            </p:nvSpPr>
            <p:spPr>
              <a:xfrm>
                <a:off x="5194693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0" name="pg1800">
                <a:extLst>
                  <a:ext uri="{FF2B5EF4-FFF2-40B4-BE49-F238E27FC236}">
                    <a16:creationId xmlns:a16="http://schemas.microsoft.com/office/drawing/2014/main" id="{5BD6C07D-5CB8-D9BD-E3CD-226257614428}"/>
                  </a:ext>
                </a:extLst>
              </p:cNvPr>
              <p:cNvSpPr/>
              <p:nvPr/>
            </p:nvSpPr>
            <p:spPr>
              <a:xfrm>
                <a:off x="5206331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1" name="pg1801">
                <a:extLst>
                  <a:ext uri="{FF2B5EF4-FFF2-40B4-BE49-F238E27FC236}">
                    <a16:creationId xmlns:a16="http://schemas.microsoft.com/office/drawing/2014/main" id="{FE45CF54-A588-6B61-9918-00375BCE7FF2}"/>
                  </a:ext>
                </a:extLst>
              </p:cNvPr>
              <p:cNvSpPr/>
              <p:nvPr/>
            </p:nvSpPr>
            <p:spPr>
              <a:xfrm>
                <a:off x="5217968" y="399486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7AA">
                  <a:alpha val="100000"/>
                </a:srgbClr>
              </a:solidFill>
              <a:ln w="5420" cap="flat">
                <a:solidFill>
                  <a:srgbClr val="43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2" name="pg1802">
                <a:extLst>
                  <a:ext uri="{FF2B5EF4-FFF2-40B4-BE49-F238E27FC236}">
                    <a16:creationId xmlns:a16="http://schemas.microsoft.com/office/drawing/2014/main" id="{660CE6E2-CB47-C129-BA3F-880AF242D2FB}"/>
                  </a:ext>
                </a:extLst>
              </p:cNvPr>
              <p:cNvSpPr/>
              <p:nvPr/>
            </p:nvSpPr>
            <p:spPr>
              <a:xfrm>
                <a:off x="502013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3" name="pg1803">
                <a:extLst>
                  <a:ext uri="{FF2B5EF4-FFF2-40B4-BE49-F238E27FC236}">
                    <a16:creationId xmlns:a16="http://schemas.microsoft.com/office/drawing/2014/main" id="{B651A29D-A4C5-D758-C30F-AB47F06C2019}"/>
                  </a:ext>
                </a:extLst>
              </p:cNvPr>
              <p:cNvSpPr/>
              <p:nvPr/>
            </p:nvSpPr>
            <p:spPr>
              <a:xfrm>
                <a:off x="503177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4" name="pg1804">
                <a:extLst>
                  <a:ext uri="{FF2B5EF4-FFF2-40B4-BE49-F238E27FC236}">
                    <a16:creationId xmlns:a16="http://schemas.microsoft.com/office/drawing/2014/main" id="{4CF66EE9-D53A-523E-8B67-484932D5473A}"/>
                  </a:ext>
                </a:extLst>
              </p:cNvPr>
              <p:cNvSpPr/>
              <p:nvPr/>
            </p:nvSpPr>
            <p:spPr>
              <a:xfrm>
                <a:off x="5043408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5" name="pg1805">
                <a:extLst>
                  <a:ext uri="{FF2B5EF4-FFF2-40B4-BE49-F238E27FC236}">
                    <a16:creationId xmlns:a16="http://schemas.microsoft.com/office/drawing/2014/main" id="{8C6302AF-75B8-EB6E-A8D0-96CAEE489D4E}"/>
                  </a:ext>
                </a:extLst>
              </p:cNvPr>
              <p:cNvSpPr/>
              <p:nvPr/>
            </p:nvSpPr>
            <p:spPr>
              <a:xfrm>
                <a:off x="5055045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6" name="pg1806">
                <a:extLst>
                  <a:ext uri="{FF2B5EF4-FFF2-40B4-BE49-F238E27FC236}">
                    <a16:creationId xmlns:a16="http://schemas.microsoft.com/office/drawing/2014/main" id="{24D43CA5-A0F5-A1D3-CD07-F49C7102F758}"/>
                  </a:ext>
                </a:extLst>
              </p:cNvPr>
              <p:cNvSpPr/>
              <p:nvPr/>
            </p:nvSpPr>
            <p:spPr>
              <a:xfrm>
                <a:off x="506668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7" name="pg1807">
                <a:extLst>
                  <a:ext uri="{FF2B5EF4-FFF2-40B4-BE49-F238E27FC236}">
                    <a16:creationId xmlns:a16="http://schemas.microsoft.com/office/drawing/2014/main" id="{ED1A50C0-031D-5BD7-2D95-958ADC69E92A}"/>
                  </a:ext>
                </a:extLst>
              </p:cNvPr>
              <p:cNvSpPr/>
              <p:nvPr/>
            </p:nvSpPr>
            <p:spPr>
              <a:xfrm>
                <a:off x="5078320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8" name="pg1808">
                <a:extLst>
                  <a:ext uri="{FF2B5EF4-FFF2-40B4-BE49-F238E27FC236}">
                    <a16:creationId xmlns:a16="http://schemas.microsoft.com/office/drawing/2014/main" id="{D869EB30-7435-BC3C-3653-1C25D21276FB}"/>
                  </a:ext>
                </a:extLst>
              </p:cNvPr>
              <p:cNvSpPr/>
              <p:nvPr/>
            </p:nvSpPr>
            <p:spPr>
              <a:xfrm>
                <a:off x="5089957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09" name="pg1809">
                <a:extLst>
                  <a:ext uri="{FF2B5EF4-FFF2-40B4-BE49-F238E27FC236}">
                    <a16:creationId xmlns:a16="http://schemas.microsoft.com/office/drawing/2014/main" id="{F9196BF6-F265-CCD9-3648-579AE618A895}"/>
                  </a:ext>
                </a:extLst>
              </p:cNvPr>
              <p:cNvSpPr/>
              <p:nvPr/>
            </p:nvSpPr>
            <p:spPr>
              <a:xfrm>
                <a:off x="5101595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0" name="pg1810">
                <a:extLst>
                  <a:ext uri="{FF2B5EF4-FFF2-40B4-BE49-F238E27FC236}">
                    <a16:creationId xmlns:a16="http://schemas.microsoft.com/office/drawing/2014/main" id="{B9155DC7-6C19-D286-2286-8D2886A029A3}"/>
                  </a:ext>
                </a:extLst>
              </p:cNvPr>
              <p:cNvSpPr/>
              <p:nvPr/>
            </p:nvSpPr>
            <p:spPr>
              <a:xfrm>
                <a:off x="5113232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1" name="pg1811">
                <a:extLst>
                  <a:ext uri="{FF2B5EF4-FFF2-40B4-BE49-F238E27FC236}">
                    <a16:creationId xmlns:a16="http://schemas.microsoft.com/office/drawing/2014/main" id="{65DDFA08-9C4C-6F38-9B15-E2902C51F79D}"/>
                  </a:ext>
                </a:extLst>
              </p:cNvPr>
              <p:cNvSpPr/>
              <p:nvPr/>
            </p:nvSpPr>
            <p:spPr>
              <a:xfrm>
                <a:off x="5124869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2" name="pg1812">
                <a:extLst>
                  <a:ext uri="{FF2B5EF4-FFF2-40B4-BE49-F238E27FC236}">
                    <a16:creationId xmlns:a16="http://schemas.microsoft.com/office/drawing/2014/main" id="{3B2D5D8A-7CD5-8228-65B7-9903F092421A}"/>
                  </a:ext>
                </a:extLst>
              </p:cNvPr>
              <p:cNvSpPr/>
              <p:nvPr/>
            </p:nvSpPr>
            <p:spPr>
              <a:xfrm>
                <a:off x="5136507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3" name="pg1813">
                <a:extLst>
                  <a:ext uri="{FF2B5EF4-FFF2-40B4-BE49-F238E27FC236}">
                    <a16:creationId xmlns:a16="http://schemas.microsoft.com/office/drawing/2014/main" id="{C8BBF330-7F98-F989-8860-47B0F8CAB9E3}"/>
                  </a:ext>
                </a:extLst>
              </p:cNvPr>
              <p:cNvSpPr/>
              <p:nvPr/>
            </p:nvSpPr>
            <p:spPr>
              <a:xfrm>
                <a:off x="5148144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4" name="pg1814">
                <a:extLst>
                  <a:ext uri="{FF2B5EF4-FFF2-40B4-BE49-F238E27FC236}">
                    <a16:creationId xmlns:a16="http://schemas.microsoft.com/office/drawing/2014/main" id="{136F2703-DA49-468E-B4C1-0621C33EE84B}"/>
                  </a:ext>
                </a:extLst>
              </p:cNvPr>
              <p:cNvSpPr/>
              <p:nvPr/>
            </p:nvSpPr>
            <p:spPr>
              <a:xfrm>
                <a:off x="515978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5" name="pg1815">
                <a:extLst>
                  <a:ext uri="{FF2B5EF4-FFF2-40B4-BE49-F238E27FC236}">
                    <a16:creationId xmlns:a16="http://schemas.microsoft.com/office/drawing/2014/main" id="{5E600324-AA96-5F02-CDCF-60B9CA5BCE67}"/>
                  </a:ext>
                </a:extLst>
              </p:cNvPr>
              <p:cNvSpPr/>
              <p:nvPr/>
            </p:nvSpPr>
            <p:spPr>
              <a:xfrm>
                <a:off x="5171419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6" name="pg1816">
                <a:extLst>
                  <a:ext uri="{FF2B5EF4-FFF2-40B4-BE49-F238E27FC236}">
                    <a16:creationId xmlns:a16="http://schemas.microsoft.com/office/drawing/2014/main" id="{37EE0E3B-A32D-D004-BCF7-C4565E91BD18}"/>
                  </a:ext>
                </a:extLst>
              </p:cNvPr>
              <p:cNvSpPr/>
              <p:nvPr/>
            </p:nvSpPr>
            <p:spPr>
              <a:xfrm>
                <a:off x="5183056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7" name="pg1817">
                <a:extLst>
                  <a:ext uri="{FF2B5EF4-FFF2-40B4-BE49-F238E27FC236}">
                    <a16:creationId xmlns:a16="http://schemas.microsoft.com/office/drawing/2014/main" id="{7F258FE5-000C-F211-BE53-727F9E75678A}"/>
                  </a:ext>
                </a:extLst>
              </p:cNvPr>
              <p:cNvSpPr/>
              <p:nvPr/>
            </p:nvSpPr>
            <p:spPr>
              <a:xfrm>
                <a:off x="5194693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8" name="pg1818">
                <a:extLst>
                  <a:ext uri="{FF2B5EF4-FFF2-40B4-BE49-F238E27FC236}">
                    <a16:creationId xmlns:a16="http://schemas.microsoft.com/office/drawing/2014/main" id="{8C3F0EDE-B213-B1A1-BB39-FC54BFAAB813}"/>
                  </a:ext>
                </a:extLst>
              </p:cNvPr>
              <p:cNvSpPr/>
              <p:nvPr/>
            </p:nvSpPr>
            <p:spPr>
              <a:xfrm>
                <a:off x="5206331" y="40091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19" name="pg1819">
                <a:extLst>
                  <a:ext uri="{FF2B5EF4-FFF2-40B4-BE49-F238E27FC236}">
                    <a16:creationId xmlns:a16="http://schemas.microsoft.com/office/drawing/2014/main" id="{86862D9C-A7A0-33F5-E8D1-EF11916DEEA2}"/>
                  </a:ext>
                </a:extLst>
              </p:cNvPr>
              <p:cNvSpPr/>
              <p:nvPr/>
            </p:nvSpPr>
            <p:spPr>
              <a:xfrm>
                <a:off x="502013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0" name="pg1820">
                <a:extLst>
                  <a:ext uri="{FF2B5EF4-FFF2-40B4-BE49-F238E27FC236}">
                    <a16:creationId xmlns:a16="http://schemas.microsoft.com/office/drawing/2014/main" id="{45501293-F74F-2A1C-8ECC-553C49FFD555}"/>
                  </a:ext>
                </a:extLst>
              </p:cNvPr>
              <p:cNvSpPr/>
              <p:nvPr/>
            </p:nvSpPr>
            <p:spPr>
              <a:xfrm>
                <a:off x="5031771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1" name="pg1821">
                <a:extLst>
                  <a:ext uri="{FF2B5EF4-FFF2-40B4-BE49-F238E27FC236}">
                    <a16:creationId xmlns:a16="http://schemas.microsoft.com/office/drawing/2014/main" id="{DBE537F5-C8CC-97E4-F4FA-C70CA87C4990}"/>
                  </a:ext>
                </a:extLst>
              </p:cNvPr>
              <p:cNvSpPr/>
              <p:nvPr/>
            </p:nvSpPr>
            <p:spPr>
              <a:xfrm>
                <a:off x="5043408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2" name="pg1822">
                <a:extLst>
                  <a:ext uri="{FF2B5EF4-FFF2-40B4-BE49-F238E27FC236}">
                    <a16:creationId xmlns:a16="http://schemas.microsoft.com/office/drawing/2014/main" id="{13D835F9-378F-D89C-575D-45DE8529CBF3}"/>
                  </a:ext>
                </a:extLst>
              </p:cNvPr>
              <p:cNvSpPr/>
              <p:nvPr/>
            </p:nvSpPr>
            <p:spPr>
              <a:xfrm>
                <a:off x="5055045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3" name="pg1823">
                <a:extLst>
                  <a:ext uri="{FF2B5EF4-FFF2-40B4-BE49-F238E27FC236}">
                    <a16:creationId xmlns:a16="http://schemas.microsoft.com/office/drawing/2014/main" id="{9992219D-B218-C339-BC1D-3EF4D3BF853E}"/>
                  </a:ext>
                </a:extLst>
              </p:cNvPr>
              <p:cNvSpPr/>
              <p:nvPr/>
            </p:nvSpPr>
            <p:spPr>
              <a:xfrm>
                <a:off x="506668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4" name="pg1824">
                <a:extLst>
                  <a:ext uri="{FF2B5EF4-FFF2-40B4-BE49-F238E27FC236}">
                    <a16:creationId xmlns:a16="http://schemas.microsoft.com/office/drawing/2014/main" id="{9E1E41D5-DFC6-11E1-1DC4-4404C9BD839E}"/>
                  </a:ext>
                </a:extLst>
              </p:cNvPr>
              <p:cNvSpPr/>
              <p:nvPr/>
            </p:nvSpPr>
            <p:spPr>
              <a:xfrm>
                <a:off x="5078320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5" name="pg1825">
                <a:extLst>
                  <a:ext uri="{FF2B5EF4-FFF2-40B4-BE49-F238E27FC236}">
                    <a16:creationId xmlns:a16="http://schemas.microsoft.com/office/drawing/2014/main" id="{E9DF48DE-4A5F-DD10-BA49-124406EB6AD0}"/>
                  </a:ext>
                </a:extLst>
              </p:cNvPr>
              <p:cNvSpPr/>
              <p:nvPr/>
            </p:nvSpPr>
            <p:spPr>
              <a:xfrm>
                <a:off x="5089957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6" name="pg1826">
                <a:extLst>
                  <a:ext uri="{FF2B5EF4-FFF2-40B4-BE49-F238E27FC236}">
                    <a16:creationId xmlns:a16="http://schemas.microsoft.com/office/drawing/2014/main" id="{26E0782E-EB47-8A65-E869-C99B105C3A26}"/>
                  </a:ext>
                </a:extLst>
              </p:cNvPr>
              <p:cNvSpPr/>
              <p:nvPr/>
            </p:nvSpPr>
            <p:spPr>
              <a:xfrm>
                <a:off x="5101595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7" name="pg1827">
                <a:extLst>
                  <a:ext uri="{FF2B5EF4-FFF2-40B4-BE49-F238E27FC236}">
                    <a16:creationId xmlns:a16="http://schemas.microsoft.com/office/drawing/2014/main" id="{80D55182-B9AB-B07F-39C3-F945095677BF}"/>
                  </a:ext>
                </a:extLst>
              </p:cNvPr>
              <p:cNvSpPr/>
              <p:nvPr/>
            </p:nvSpPr>
            <p:spPr>
              <a:xfrm>
                <a:off x="5113232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8" name="pg1828">
                <a:extLst>
                  <a:ext uri="{FF2B5EF4-FFF2-40B4-BE49-F238E27FC236}">
                    <a16:creationId xmlns:a16="http://schemas.microsoft.com/office/drawing/2014/main" id="{F2396B27-5BAB-A2ED-F859-07F72181FE85}"/>
                  </a:ext>
                </a:extLst>
              </p:cNvPr>
              <p:cNvSpPr/>
              <p:nvPr/>
            </p:nvSpPr>
            <p:spPr>
              <a:xfrm>
                <a:off x="5124869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29" name="pg1829">
                <a:extLst>
                  <a:ext uri="{FF2B5EF4-FFF2-40B4-BE49-F238E27FC236}">
                    <a16:creationId xmlns:a16="http://schemas.microsoft.com/office/drawing/2014/main" id="{05B82102-5CEB-8B2D-91F7-424F9DF1FF86}"/>
                  </a:ext>
                </a:extLst>
              </p:cNvPr>
              <p:cNvSpPr/>
              <p:nvPr/>
            </p:nvSpPr>
            <p:spPr>
              <a:xfrm>
                <a:off x="5136507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0" name="pg1830">
                <a:extLst>
                  <a:ext uri="{FF2B5EF4-FFF2-40B4-BE49-F238E27FC236}">
                    <a16:creationId xmlns:a16="http://schemas.microsoft.com/office/drawing/2014/main" id="{5C500AB0-9C6B-A16E-A559-8CA45F01739B}"/>
                  </a:ext>
                </a:extLst>
              </p:cNvPr>
              <p:cNvSpPr/>
              <p:nvPr/>
            </p:nvSpPr>
            <p:spPr>
              <a:xfrm>
                <a:off x="5148144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1" name="pg1831">
                <a:extLst>
                  <a:ext uri="{FF2B5EF4-FFF2-40B4-BE49-F238E27FC236}">
                    <a16:creationId xmlns:a16="http://schemas.microsoft.com/office/drawing/2014/main" id="{107200C3-A6BA-7CF1-0F74-754E473AA7EF}"/>
                  </a:ext>
                </a:extLst>
              </p:cNvPr>
              <p:cNvSpPr/>
              <p:nvPr/>
            </p:nvSpPr>
            <p:spPr>
              <a:xfrm>
                <a:off x="5159781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2" name="pg1832">
                <a:extLst>
                  <a:ext uri="{FF2B5EF4-FFF2-40B4-BE49-F238E27FC236}">
                    <a16:creationId xmlns:a16="http://schemas.microsoft.com/office/drawing/2014/main" id="{499A2D0C-86D2-3ACD-887D-2D4726174930}"/>
                  </a:ext>
                </a:extLst>
              </p:cNvPr>
              <p:cNvSpPr/>
              <p:nvPr/>
            </p:nvSpPr>
            <p:spPr>
              <a:xfrm>
                <a:off x="5171419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3" name="pg1833">
                <a:extLst>
                  <a:ext uri="{FF2B5EF4-FFF2-40B4-BE49-F238E27FC236}">
                    <a16:creationId xmlns:a16="http://schemas.microsoft.com/office/drawing/2014/main" id="{67CEBE6F-E66C-602E-27B8-1A6B810E9CBC}"/>
                  </a:ext>
                </a:extLst>
              </p:cNvPr>
              <p:cNvSpPr/>
              <p:nvPr/>
            </p:nvSpPr>
            <p:spPr>
              <a:xfrm>
                <a:off x="5183056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4" name="pg1834">
                <a:extLst>
                  <a:ext uri="{FF2B5EF4-FFF2-40B4-BE49-F238E27FC236}">
                    <a16:creationId xmlns:a16="http://schemas.microsoft.com/office/drawing/2014/main" id="{0238CFC0-1FD2-698C-DB9B-7939FEFB32D7}"/>
                  </a:ext>
                </a:extLst>
              </p:cNvPr>
              <p:cNvSpPr/>
              <p:nvPr/>
            </p:nvSpPr>
            <p:spPr>
              <a:xfrm>
                <a:off x="5194693" y="402346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5" name="pg1835">
                <a:extLst>
                  <a:ext uri="{FF2B5EF4-FFF2-40B4-BE49-F238E27FC236}">
                    <a16:creationId xmlns:a16="http://schemas.microsoft.com/office/drawing/2014/main" id="{83343661-5495-88EB-76B8-4AC11A207C68}"/>
                  </a:ext>
                </a:extLst>
              </p:cNvPr>
              <p:cNvSpPr/>
              <p:nvPr/>
            </p:nvSpPr>
            <p:spPr>
              <a:xfrm>
                <a:off x="5020133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7A9">
                  <a:alpha val="100000"/>
                </a:srgbClr>
              </a:solidFill>
              <a:ln w="5420" cap="flat">
                <a:solidFill>
                  <a:srgbClr val="35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6" name="pg1836">
                <a:extLst>
                  <a:ext uri="{FF2B5EF4-FFF2-40B4-BE49-F238E27FC236}">
                    <a16:creationId xmlns:a16="http://schemas.microsoft.com/office/drawing/2014/main" id="{1CC98456-DCB5-841B-A213-1B357BD7F70D}"/>
                  </a:ext>
                </a:extLst>
              </p:cNvPr>
              <p:cNvSpPr/>
              <p:nvPr/>
            </p:nvSpPr>
            <p:spPr>
              <a:xfrm>
                <a:off x="5031771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7" name="pg1837">
                <a:extLst>
                  <a:ext uri="{FF2B5EF4-FFF2-40B4-BE49-F238E27FC236}">
                    <a16:creationId xmlns:a16="http://schemas.microsoft.com/office/drawing/2014/main" id="{DEFAA080-87B9-10F8-BEE4-4CBE309F9490}"/>
                  </a:ext>
                </a:extLst>
              </p:cNvPr>
              <p:cNvSpPr/>
              <p:nvPr/>
            </p:nvSpPr>
            <p:spPr>
              <a:xfrm>
                <a:off x="5043408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8" name="pg1838">
                <a:extLst>
                  <a:ext uri="{FF2B5EF4-FFF2-40B4-BE49-F238E27FC236}">
                    <a16:creationId xmlns:a16="http://schemas.microsoft.com/office/drawing/2014/main" id="{BEC683C1-FB13-3CB8-B097-0414331162D7}"/>
                  </a:ext>
                </a:extLst>
              </p:cNvPr>
              <p:cNvSpPr/>
              <p:nvPr/>
            </p:nvSpPr>
            <p:spPr>
              <a:xfrm>
                <a:off x="5055045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39" name="pg1839">
                <a:extLst>
                  <a:ext uri="{FF2B5EF4-FFF2-40B4-BE49-F238E27FC236}">
                    <a16:creationId xmlns:a16="http://schemas.microsoft.com/office/drawing/2014/main" id="{51F85236-84C5-BD2E-149C-F3F58B953789}"/>
                  </a:ext>
                </a:extLst>
              </p:cNvPr>
              <p:cNvSpPr/>
              <p:nvPr/>
            </p:nvSpPr>
            <p:spPr>
              <a:xfrm>
                <a:off x="5066683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0" name="pg1840">
                <a:extLst>
                  <a:ext uri="{FF2B5EF4-FFF2-40B4-BE49-F238E27FC236}">
                    <a16:creationId xmlns:a16="http://schemas.microsoft.com/office/drawing/2014/main" id="{729CE2D8-F72D-A521-4DD6-71DC0A8A1BCD}"/>
                  </a:ext>
                </a:extLst>
              </p:cNvPr>
              <p:cNvSpPr/>
              <p:nvPr/>
            </p:nvSpPr>
            <p:spPr>
              <a:xfrm>
                <a:off x="5078320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1" name="pg1841">
                <a:extLst>
                  <a:ext uri="{FF2B5EF4-FFF2-40B4-BE49-F238E27FC236}">
                    <a16:creationId xmlns:a16="http://schemas.microsoft.com/office/drawing/2014/main" id="{D53FF54E-1A1F-4625-F274-657A255E1C29}"/>
                  </a:ext>
                </a:extLst>
              </p:cNvPr>
              <p:cNvSpPr/>
              <p:nvPr/>
            </p:nvSpPr>
            <p:spPr>
              <a:xfrm>
                <a:off x="5089957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2" name="pg1842">
                <a:extLst>
                  <a:ext uri="{FF2B5EF4-FFF2-40B4-BE49-F238E27FC236}">
                    <a16:creationId xmlns:a16="http://schemas.microsoft.com/office/drawing/2014/main" id="{A1B604E5-C2DF-DE43-21C8-3454B9E5EDF1}"/>
                  </a:ext>
                </a:extLst>
              </p:cNvPr>
              <p:cNvSpPr/>
              <p:nvPr/>
            </p:nvSpPr>
            <p:spPr>
              <a:xfrm>
                <a:off x="5101595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3" name="pg1843">
                <a:extLst>
                  <a:ext uri="{FF2B5EF4-FFF2-40B4-BE49-F238E27FC236}">
                    <a16:creationId xmlns:a16="http://schemas.microsoft.com/office/drawing/2014/main" id="{7384A586-64ED-5844-EA3A-537254A67BD4}"/>
                  </a:ext>
                </a:extLst>
              </p:cNvPr>
              <p:cNvSpPr/>
              <p:nvPr/>
            </p:nvSpPr>
            <p:spPr>
              <a:xfrm>
                <a:off x="5113232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4" name="pg1844">
                <a:extLst>
                  <a:ext uri="{FF2B5EF4-FFF2-40B4-BE49-F238E27FC236}">
                    <a16:creationId xmlns:a16="http://schemas.microsoft.com/office/drawing/2014/main" id="{E87B4BBA-C27F-B03F-3B45-6E7F1A70B91D}"/>
                  </a:ext>
                </a:extLst>
              </p:cNvPr>
              <p:cNvSpPr/>
              <p:nvPr/>
            </p:nvSpPr>
            <p:spPr>
              <a:xfrm>
                <a:off x="5124869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5" name="pg1845">
                <a:extLst>
                  <a:ext uri="{FF2B5EF4-FFF2-40B4-BE49-F238E27FC236}">
                    <a16:creationId xmlns:a16="http://schemas.microsoft.com/office/drawing/2014/main" id="{9DBC8FE6-516B-F3BD-C016-33FA1DB82D9B}"/>
                  </a:ext>
                </a:extLst>
              </p:cNvPr>
              <p:cNvSpPr/>
              <p:nvPr/>
            </p:nvSpPr>
            <p:spPr>
              <a:xfrm>
                <a:off x="5136507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6" name="pg1846">
                <a:extLst>
                  <a:ext uri="{FF2B5EF4-FFF2-40B4-BE49-F238E27FC236}">
                    <a16:creationId xmlns:a16="http://schemas.microsoft.com/office/drawing/2014/main" id="{2334AB49-FA2D-E597-C7B4-75ACA9AB2593}"/>
                  </a:ext>
                </a:extLst>
              </p:cNvPr>
              <p:cNvSpPr/>
              <p:nvPr/>
            </p:nvSpPr>
            <p:spPr>
              <a:xfrm>
                <a:off x="5148144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7" name="pg1847">
                <a:extLst>
                  <a:ext uri="{FF2B5EF4-FFF2-40B4-BE49-F238E27FC236}">
                    <a16:creationId xmlns:a16="http://schemas.microsoft.com/office/drawing/2014/main" id="{1AD9976B-4B90-A425-B8ED-3042D3D49FA8}"/>
                  </a:ext>
                </a:extLst>
              </p:cNvPr>
              <p:cNvSpPr/>
              <p:nvPr/>
            </p:nvSpPr>
            <p:spPr>
              <a:xfrm>
                <a:off x="5159781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8" name="pg1848">
                <a:extLst>
                  <a:ext uri="{FF2B5EF4-FFF2-40B4-BE49-F238E27FC236}">
                    <a16:creationId xmlns:a16="http://schemas.microsoft.com/office/drawing/2014/main" id="{7D0A2978-EFD6-56F6-8770-68F8A3DEF190}"/>
                  </a:ext>
                </a:extLst>
              </p:cNvPr>
              <p:cNvSpPr/>
              <p:nvPr/>
            </p:nvSpPr>
            <p:spPr>
              <a:xfrm>
                <a:off x="5171419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49" name="pg1849">
                <a:extLst>
                  <a:ext uri="{FF2B5EF4-FFF2-40B4-BE49-F238E27FC236}">
                    <a16:creationId xmlns:a16="http://schemas.microsoft.com/office/drawing/2014/main" id="{7C159107-A076-A807-B882-EB7A6CEC9B36}"/>
                  </a:ext>
                </a:extLst>
              </p:cNvPr>
              <p:cNvSpPr/>
              <p:nvPr/>
            </p:nvSpPr>
            <p:spPr>
              <a:xfrm>
                <a:off x="5183056" y="40377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0" name="pg1850">
                <a:extLst>
                  <a:ext uri="{FF2B5EF4-FFF2-40B4-BE49-F238E27FC236}">
                    <a16:creationId xmlns:a16="http://schemas.microsoft.com/office/drawing/2014/main" id="{8F70042D-3429-6712-5F93-D0DA9915DD20}"/>
                  </a:ext>
                </a:extLst>
              </p:cNvPr>
              <p:cNvSpPr/>
              <p:nvPr/>
            </p:nvSpPr>
            <p:spPr>
              <a:xfrm>
                <a:off x="5020133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1" name="pg1851">
                <a:extLst>
                  <a:ext uri="{FF2B5EF4-FFF2-40B4-BE49-F238E27FC236}">
                    <a16:creationId xmlns:a16="http://schemas.microsoft.com/office/drawing/2014/main" id="{E85649E2-DD6C-3C87-C832-CED21C1480CA}"/>
                  </a:ext>
                </a:extLst>
              </p:cNvPr>
              <p:cNvSpPr/>
              <p:nvPr/>
            </p:nvSpPr>
            <p:spPr>
              <a:xfrm>
                <a:off x="5031771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2" name="pg1852">
                <a:extLst>
                  <a:ext uri="{FF2B5EF4-FFF2-40B4-BE49-F238E27FC236}">
                    <a16:creationId xmlns:a16="http://schemas.microsoft.com/office/drawing/2014/main" id="{9FE4F70A-F6B8-08A8-FB72-5B5F4B5196FF}"/>
                  </a:ext>
                </a:extLst>
              </p:cNvPr>
              <p:cNvSpPr/>
              <p:nvPr/>
            </p:nvSpPr>
            <p:spPr>
              <a:xfrm>
                <a:off x="5043408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3" name="pg1853">
                <a:extLst>
                  <a:ext uri="{FF2B5EF4-FFF2-40B4-BE49-F238E27FC236}">
                    <a16:creationId xmlns:a16="http://schemas.microsoft.com/office/drawing/2014/main" id="{F1EFBC35-78FF-8844-44E5-FD9DC6776C5F}"/>
                  </a:ext>
                </a:extLst>
              </p:cNvPr>
              <p:cNvSpPr/>
              <p:nvPr/>
            </p:nvSpPr>
            <p:spPr>
              <a:xfrm>
                <a:off x="5055045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7A9">
                  <a:alpha val="100000"/>
                </a:srgbClr>
              </a:solidFill>
              <a:ln w="5420" cap="flat">
                <a:solidFill>
                  <a:srgbClr val="35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4" name="pg1854">
                <a:extLst>
                  <a:ext uri="{FF2B5EF4-FFF2-40B4-BE49-F238E27FC236}">
                    <a16:creationId xmlns:a16="http://schemas.microsoft.com/office/drawing/2014/main" id="{93986BE8-3645-E250-EF2E-D8B2F83F8F5E}"/>
                  </a:ext>
                </a:extLst>
              </p:cNvPr>
              <p:cNvSpPr/>
              <p:nvPr/>
            </p:nvSpPr>
            <p:spPr>
              <a:xfrm>
                <a:off x="5066683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5" name="pg1855">
                <a:extLst>
                  <a:ext uri="{FF2B5EF4-FFF2-40B4-BE49-F238E27FC236}">
                    <a16:creationId xmlns:a16="http://schemas.microsoft.com/office/drawing/2014/main" id="{E722FBC8-9895-8B86-1361-4F6E7C72358E}"/>
                  </a:ext>
                </a:extLst>
              </p:cNvPr>
              <p:cNvSpPr/>
              <p:nvPr/>
            </p:nvSpPr>
            <p:spPr>
              <a:xfrm>
                <a:off x="5078320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6" name="pg1856">
                <a:extLst>
                  <a:ext uri="{FF2B5EF4-FFF2-40B4-BE49-F238E27FC236}">
                    <a16:creationId xmlns:a16="http://schemas.microsoft.com/office/drawing/2014/main" id="{F3F8CF26-CE27-2C9E-DF5B-56B8CD05AD4D}"/>
                  </a:ext>
                </a:extLst>
              </p:cNvPr>
              <p:cNvSpPr/>
              <p:nvPr/>
            </p:nvSpPr>
            <p:spPr>
              <a:xfrm>
                <a:off x="5089957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7" name="pg1857">
                <a:extLst>
                  <a:ext uri="{FF2B5EF4-FFF2-40B4-BE49-F238E27FC236}">
                    <a16:creationId xmlns:a16="http://schemas.microsoft.com/office/drawing/2014/main" id="{D513EFCC-3757-2AB4-BDD0-0A44262A8701}"/>
                  </a:ext>
                </a:extLst>
              </p:cNvPr>
              <p:cNvSpPr/>
              <p:nvPr/>
            </p:nvSpPr>
            <p:spPr>
              <a:xfrm>
                <a:off x="5101595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8" name="pg1858">
                <a:extLst>
                  <a:ext uri="{FF2B5EF4-FFF2-40B4-BE49-F238E27FC236}">
                    <a16:creationId xmlns:a16="http://schemas.microsoft.com/office/drawing/2014/main" id="{20182963-EABE-CD38-FFB9-AFA05B6F372C}"/>
                  </a:ext>
                </a:extLst>
              </p:cNvPr>
              <p:cNvSpPr/>
              <p:nvPr/>
            </p:nvSpPr>
            <p:spPr>
              <a:xfrm>
                <a:off x="5113232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59" name="pg1859">
                <a:extLst>
                  <a:ext uri="{FF2B5EF4-FFF2-40B4-BE49-F238E27FC236}">
                    <a16:creationId xmlns:a16="http://schemas.microsoft.com/office/drawing/2014/main" id="{118D16D8-C631-2629-B893-810FE46E7C3D}"/>
                  </a:ext>
                </a:extLst>
              </p:cNvPr>
              <p:cNvSpPr/>
              <p:nvPr/>
            </p:nvSpPr>
            <p:spPr>
              <a:xfrm>
                <a:off x="5124869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0" name="pg1860">
                <a:extLst>
                  <a:ext uri="{FF2B5EF4-FFF2-40B4-BE49-F238E27FC236}">
                    <a16:creationId xmlns:a16="http://schemas.microsoft.com/office/drawing/2014/main" id="{4B89D06B-6A93-27E8-BF37-AB7653BE2C4C}"/>
                  </a:ext>
                </a:extLst>
              </p:cNvPr>
              <p:cNvSpPr/>
              <p:nvPr/>
            </p:nvSpPr>
            <p:spPr>
              <a:xfrm>
                <a:off x="5136507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1" name="pg1861">
                <a:extLst>
                  <a:ext uri="{FF2B5EF4-FFF2-40B4-BE49-F238E27FC236}">
                    <a16:creationId xmlns:a16="http://schemas.microsoft.com/office/drawing/2014/main" id="{BF8CD941-E553-5487-69B1-A48339DDAE7C}"/>
                  </a:ext>
                </a:extLst>
              </p:cNvPr>
              <p:cNvSpPr/>
              <p:nvPr/>
            </p:nvSpPr>
            <p:spPr>
              <a:xfrm>
                <a:off x="5148144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2" name="pg1862">
                <a:extLst>
                  <a:ext uri="{FF2B5EF4-FFF2-40B4-BE49-F238E27FC236}">
                    <a16:creationId xmlns:a16="http://schemas.microsoft.com/office/drawing/2014/main" id="{81B33184-AB6F-921F-C1B8-9530252D7447}"/>
                  </a:ext>
                </a:extLst>
              </p:cNvPr>
              <p:cNvSpPr/>
              <p:nvPr/>
            </p:nvSpPr>
            <p:spPr>
              <a:xfrm>
                <a:off x="5159781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3" name="pg1863">
                <a:extLst>
                  <a:ext uri="{FF2B5EF4-FFF2-40B4-BE49-F238E27FC236}">
                    <a16:creationId xmlns:a16="http://schemas.microsoft.com/office/drawing/2014/main" id="{E922B79B-1C23-8882-0E38-06507CE742E1}"/>
                  </a:ext>
                </a:extLst>
              </p:cNvPr>
              <p:cNvSpPr/>
              <p:nvPr/>
            </p:nvSpPr>
            <p:spPr>
              <a:xfrm>
                <a:off x="5171419" y="405206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4" name="pg1864">
                <a:extLst>
                  <a:ext uri="{FF2B5EF4-FFF2-40B4-BE49-F238E27FC236}">
                    <a16:creationId xmlns:a16="http://schemas.microsoft.com/office/drawing/2014/main" id="{AC23E318-F826-2491-D945-CB099D6CFBB2}"/>
                  </a:ext>
                </a:extLst>
              </p:cNvPr>
              <p:cNvSpPr/>
              <p:nvPr/>
            </p:nvSpPr>
            <p:spPr>
              <a:xfrm>
                <a:off x="5008496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5" name="pg1865">
                <a:extLst>
                  <a:ext uri="{FF2B5EF4-FFF2-40B4-BE49-F238E27FC236}">
                    <a16:creationId xmlns:a16="http://schemas.microsoft.com/office/drawing/2014/main" id="{64E2133B-B82C-BEE4-7FE5-986C57AFB9A7}"/>
                  </a:ext>
                </a:extLst>
              </p:cNvPr>
              <p:cNvSpPr/>
              <p:nvPr/>
            </p:nvSpPr>
            <p:spPr>
              <a:xfrm>
                <a:off x="5020133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6" name="pg1866">
                <a:extLst>
                  <a:ext uri="{FF2B5EF4-FFF2-40B4-BE49-F238E27FC236}">
                    <a16:creationId xmlns:a16="http://schemas.microsoft.com/office/drawing/2014/main" id="{AC0EA4C6-246C-8EF3-70D1-E3580907909C}"/>
                  </a:ext>
                </a:extLst>
              </p:cNvPr>
              <p:cNvSpPr/>
              <p:nvPr/>
            </p:nvSpPr>
            <p:spPr>
              <a:xfrm>
                <a:off x="5031771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7" name="pg1867">
                <a:extLst>
                  <a:ext uri="{FF2B5EF4-FFF2-40B4-BE49-F238E27FC236}">
                    <a16:creationId xmlns:a16="http://schemas.microsoft.com/office/drawing/2014/main" id="{CFEB689C-E9A4-53D5-54D4-DD1301EE5D71}"/>
                  </a:ext>
                </a:extLst>
              </p:cNvPr>
              <p:cNvSpPr/>
              <p:nvPr/>
            </p:nvSpPr>
            <p:spPr>
              <a:xfrm>
                <a:off x="5043408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8" name="pg1868">
                <a:extLst>
                  <a:ext uri="{FF2B5EF4-FFF2-40B4-BE49-F238E27FC236}">
                    <a16:creationId xmlns:a16="http://schemas.microsoft.com/office/drawing/2014/main" id="{B496FE6F-F88F-31C7-EE7D-051F258DCCCC}"/>
                  </a:ext>
                </a:extLst>
              </p:cNvPr>
              <p:cNvSpPr/>
              <p:nvPr/>
            </p:nvSpPr>
            <p:spPr>
              <a:xfrm>
                <a:off x="5055045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69" name="pg1869">
                <a:extLst>
                  <a:ext uri="{FF2B5EF4-FFF2-40B4-BE49-F238E27FC236}">
                    <a16:creationId xmlns:a16="http://schemas.microsoft.com/office/drawing/2014/main" id="{F8DB641B-FEB0-7407-B434-86FF1AAA912B}"/>
                  </a:ext>
                </a:extLst>
              </p:cNvPr>
              <p:cNvSpPr/>
              <p:nvPr/>
            </p:nvSpPr>
            <p:spPr>
              <a:xfrm>
                <a:off x="5066683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0" name="pg1870">
                <a:extLst>
                  <a:ext uri="{FF2B5EF4-FFF2-40B4-BE49-F238E27FC236}">
                    <a16:creationId xmlns:a16="http://schemas.microsoft.com/office/drawing/2014/main" id="{F0EEBFA7-915E-9B21-7F53-18447FF690A4}"/>
                  </a:ext>
                </a:extLst>
              </p:cNvPr>
              <p:cNvSpPr/>
              <p:nvPr/>
            </p:nvSpPr>
            <p:spPr>
              <a:xfrm>
                <a:off x="5078320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1" name="pg1871">
                <a:extLst>
                  <a:ext uri="{FF2B5EF4-FFF2-40B4-BE49-F238E27FC236}">
                    <a16:creationId xmlns:a16="http://schemas.microsoft.com/office/drawing/2014/main" id="{4D6CFA2E-A50B-8A22-CAAE-1A9CDA7A9BE9}"/>
                  </a:ext>
                </a:extLst>
              </p:cNvPr>
              <p:cNvSpPr/>
              <p:nvPr/>
            </p:nvSpPr>
            <p:spPr>
              <a:xfrm>
                <a:off x="5089957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2" name="pg1872">
                <a:extLst>
                  <a:ext uri="{FF2B5EF4-FFF2-40B4-BE49-F238E27FC236}">
                    <a16:creationId xmlns:a16="http://schemas.microsoft.com/office/drawing/2014/main" id="{4A3046EE-0145-E6FC-6C76-A86458C46321}"/>
                  </a:ext>
                </a:extLst>
              </p:cNvPr>
              <p:cNvSpPr/>
              <p:nvPr/>
            </p:nvSpPr>
            <p:spPr>
              <a:xfrm>
                <a:off x="5101595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3" name="pg1873">
                <a:extLst>
                  <a:ext uri="{FF2B5EF4-FFF2-40B4-BE49-F238E27FC236}">
                    <a16:creationId xmlns:a16="http://schemas.microsoft.com/office/drawing/2014/main" id="{EB537477-5D58-C17F-F16D-B5457F9ED3CE}"/>
                  </a:ext>
                </a:extLst>
              </p:cNvPr>
              <p:cNvSpPr/>
              <p:nvPr/>
            </p:nvSpPr>
            <p:spPr>
              <a:xfrm>
                <a:off x="5113232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4" name="pg1874">
                <a:extLst>
                  <a:ext uri="{FF2B5EF4-FFF2-40B4-BE49-F238E27FC236}">
                    <a16:creationId xmlns:a16="http://schemas.microsoft.com/office/drawing/2014/main" id="{F19387BF-2F79-9674-C220-9BEFF128224E}"/>
                  </a:ext>
                </a:extLst>
              </p:cNvPr>
              <p:cNvSpPr/>
              <p:nvPr/>
            </p:nvSpPr>
            <p:spPr>
              <a:xfrm>
                <a:off x="5124869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5" name="pg1875">
                <a:extLst>
                  <a:ext uri="{FF2B5EF4-FFF2-40B4-BE49-F238E27FC236}">
                    <a16:creationId xmlns:a16="http://schemas.microsoft.com/office/drawing/2014/main" id="{0418EB67-0882-09FB-6406-5489158BC514}"/>
                  </a:ext>
                </a:extLst>
              </p:cNvPr>
              <p:cNvSpPr/>
              <p:nvPr/>
            </p:nvSpPr>
            <p:spPr>
              <a:xfrm>
                <a:off x="5136507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6" name="pg1876">
                <a:extLst>
                  <a:ext uri="{FF2B5EF4-FFF2-40B4-BE49-F238E27FC236}">
                    <a16:creationId xmlns:a16="http://schemas.microsoft.com/office/drawing/2014/main" id="{1AFC6E93-8B3B-C10B-DA3A-4D65197DCA1C}"/>
                  </a:ext>
                </a:extLst>
              </p:cNvPr>
              <p:cNvSpPr/>
              <p:nvPr/>
            </p:nvSpPr>
            <p:spPr>
              <a:xfrm>
                <a:off x="5148144" y="406636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7" name="pg1877">
                <a:extLst>
                  <a:ext uri="{FF2B5EF4-FFF2-40B4-BE49-F238E27FC236}">
                    <a16:creationId xmlns:a16="http://schemas.microsoft.com/office/drawing/2014/main" id="{2A229D87-DFD9-D99D-167E-89A293568D10}"/>
                  </a:ext>
                </a:extLst>
              </p:cNvPr>
              <p:cNvSpPr/>
              <p:nvPr/>
            </p:nvSpPr>
            <p:spPr>
              <a:xfrm>
                <a:off x="5008496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8" name="pg1878">
                <a:extLst>
                  <a:ext uri="{FF2B5EF4-FFF2-40B4-BE49-F238E27FC236}">
                    <a16:creationId xmlns:a16="http://schemas.microsoft.com/office/drawing/2014/main" id="{7EFCB853-D6D1-E184-FC3B-FEEB6D5FC195}"/>
                  </a:ext>
                </a:extLst>
              </p:cNvPr>
              <p:cNvSpPr/>
              <p:nvPr/>
            </p:nvSpPr>
            <p:spPr>
              <a:xfrm>
                <a:off x="5020133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79" name="pg1879">
                <a:extLst>
                  <a:ext uri="{FF2B5EF4-FFF2-40B4-BE49-F238E27FC236}">
                    <a16:creationId xmlns:a16="http://schemas.microsoft.com/office/drawing/2014/main" id="{5926B1D8-A241-4390-DEBF-7552C59CE323}"/>
                  </a:ext>
                </a:extLst>
              </p:cNvPr>
              <p:cNvSpPr/>
              <p:nvPr/>
            </p:nvSpPr>
            <p:spPr>
              <a:xfrm>
                <a:off x="5031771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0" name="pg1880">
                <a:extLst>
                  <a:ext uri="{FF2B5EF4-FFF2-40B4-BE49-F238E27FC236}">
                    <a16:creationId xmlns:a16="http://schemas.microsoft.com/office/drawing/2014/main" id="{5E63A6EC-1793-BF0A-6498-402217B68B4A}"/>
                  </a:ext>
                </a:extLst>
              </p:cNvPr>
              <p:cNvSpPr/>
              <p:nvPr/>
            </p:nvSpPr>
            <p:spPr>
              <a:xfrm>
                <a:off x="5043408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1" name="pg1881">
                <a:extLst>
                  <a:ext uri="{FF2B5EF4-FFF2-40B4-BE49-F238E27FC236}">
                    <a16:creationId xmlns:a16="http://schemas.microsoft.com/office/drawing/2014/main" id="{5A952BA6-306E-F148-0A4E-EFA476A8E9DA}"/>
                  </a:ext>
                </a:extLst>
              </p:cNvPr>
              <p:cNvSpPr/>
              <p:nvPr/>
            </p:nvSpPr>
            <p:spPr>
              <a:xfrm>
                <a:off x="5055045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2" name="pg1882">
                <a:extLst>
                  <a:ext uri="{FF2B5EF4-FFF2-40B4-BE49-F238E27FC236}">
                    <a16:creationId xmlns:a16="http://schemas.microsoft.com/office/drawing/2014/main" id="{B43D5638-F3A5-6D94-4D75-3CBBC66B7B4D}"/>
                  </a:ext>
                </a:extLst>
              </p:cNvPr>
              <p:cNvSpPr/>
              <p:nvPr/>
            </p:nvSpPr>
            <p:spPr>
              <a:xfrm>
                <a:off x="5066683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3" name="pg1883">
                <a:extLst>
                  <a:ext uri="{FF2B5EF4-FFF2-40B4-BE49-F238E27FC236}">
                    <a16:creationId xmlns:a16="http://schemas.microsoft.com/office/drawing/2014/main" id="{BA5097DD-B5D0-19BC-08EF-A4B40A7A5934}"/>
                  </a:ext>
                </a:extLst>
              </p:cNvPr>
              <p:cNvSpPr/>
              <p:nvPr/>
            </p:nvSpPr>
            <p:spPr>
              <a:xfrm>
                <a:off x="5078320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4" name="pg1884">
                <a:extLst>
                  <a:ext uri="{FF2B5EF4-FFF2-40B4-BE49-F238E27FC236}">
                    <a16:creationId xmlns:a16="http://schemas.microsoft.com/office/drawing/2014/main" id="{48594E8E-B939-A824-190B-99341B88C96E}"/>
                  </a:ext>
                </a:extLst>
              </p:cNvPr>
              <p:cNvSpPr/>
              <p:nvPr/>
            </p:nvSpPr>
            <p:spPr>
              <a:xfrm>
                <a:off x="5089957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5" name="pg1885">
                <a:extLst>
                  <a:ext uri="{FF2B5EF4-FFF2-40B4-BE49-F238E27FC236}">
                    <a16:creationId xmlns:a16="http://schemas.microsoft.com/office/drawing/2014/main" id="{FF0956C6-2ECF-0C71-EBFD-CE19D69B9ADA}"/>
                  </a:ext>
                </a:extLst>
              </p:cNvPr>
              <p:cNvSpPr/>
              <p:nvPr/>
            </p:nvSpPr>
            <p:spPr>
              <a:xfrm>
                <a:off x="5101595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6" name="pg1886">
                <a:extLst>
                  <a:ext uri="{FF2B5EF4-FFF2-40B4-BE49-F238E27FC236}">
                    <a16:creationId xmlns:a16="http://schemas.microsoft.com/office/drawing/2014/main" id="{25F43B08-6655-8A49-417A-E79C8AC816F7}"/>
                  </a:ext>
                </a:extLst>
              </p:cNvPr>
              <p:cNvSpPr/>
              <p:nvPr/>
            </p:nvSpPr>
            <p:spPr>
              <a:xfrm>
                <a:off x="5113232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7" name="pg1887">
                <a:extLst>
                  <a:ext uri="{FF2B5EF4-FFF2-40B4-BE49-F238E27FC236}">
                    <a16:creationId xmlns:a16="http://schemas.microsoft.com/office/drawing/2014/main" id="{A7E6F89B-91B0-9F7B-3E6C-382935B450FF}"/>
                  </a:ext>
                </a:extLst>
              </p:cNvPr>
              <p:cNvSpPr/>
              <p:nvPr/>
            </p:nvSpPr>
            <p:spPr>
              <a:xfrm>
                <a:off x="5124869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8" name="pg1888">
                <a:extLst>
                  <a:ext uri="{FF2B5EF4-FFF2-40B4-BE49-F238E27FC236}">
                    <a16:creationId xmlns:a16="http://schemas.microsoft.com/office/drawing/2014/main" id="{29735550-D109-6E21-F0E1-83371A7017B1}"/>
                  </a:ext>
                </a:extLst>
              </p:cNvPr>
              <p:cNvSpPr/>
              <p:nvPr/>
            </p:nvSpPr>
            <p:spPr>
              <a:xfrm>
                <a:off x="5136507" y="40806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89" name="pg1889">
                <a:extLst>
                  <a:ext uri="{FF2B5EF4-FFF2-40B4-BE49-F238E27FC236}">
                    <a16:creationId xmlns:a16="http://schemas.microsoft.com/office/drawing/2014/main" id="{8A0D3772-543A-B3E8-7E00-90FD00ED4868}"/>
                  </a:ext>
                </a:extLst>
              </p:cNvPr>
              <p:cNvSpPr/>
              <p:nvPr/>
            </p:nvSpPr>
            <p:spPr>
              <a:xfrm>
                <a:off x="5008496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0" name="pg1890">
                <a:extLst>
                  <a:ext uri="{FF2B5EF4-FFF2-40B4-BE49-F238E27FC236}">
                    <a16:creationId xmlns:a16="http://schemas.microsoft.com/office/drawing/2014/main" id="{87E304F2-1F49-840D-7206-4ABD29D3AA27}"/>
                  </a:ext>
                </a:extLst>
              </p:cNvPr>
              <p:cNvSpPr/>
              <p:nvPr/>
            </p:nvSpPr>
            <p:spPr>
              <a:xfrm>
                <a:off x="5020133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1" name="pg1891">
                <a:extLst>
                  <a:ext uri="{FF2B5EF4-FFF2-40B4-BE49-F238E27FC236}">
                    <a16:creationId xmlns:a16="http://schemas.microsoft.com/office/drawing/2014/main" id="{8044BBBE-E4A4-674D-ACE4-ABC0FBA63A4F}"/>
                  </a:ext>
                </a:extLst>
              </p:cNvPr>
              <p:cNvSpPr/>
              <p:nvPr/>
            </p:nvSpPr>
            <p:spPr>
              <a:xfrm>
                <a:off x="5031771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2" name="pg1892">
                <a:extLst>
                  <a:ext uri="{FF2B5EF4-FFF2-40B4-BE49-F238E27FC236}">
                    <a16:creationId xmlns:a16="http://schemas.microsoft.com/office/drawing/2014/main" id="{5350BC8C-0913-2FA3-23BE-2E285103FC05}"/>
                  </a:ext>
                </a:extLst>
              </p:cNvPr>
              <p:cNvSpPr/>
              <p:nvPr/>
            </p:nvSpPr>
            <p:spPr>
              <a:xfrm>
                <a:off x="5043408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3" name="pg1893">
                <a:extLst>
                  <a:ext uri="{FF2B5EF4-FFF2-40B4-BE49-F238E27FC236}">
                    <a16:creationId xmlns:a16="http://schemas.microsoft.com/office/drawing/2014/main" id="{C373155F-72F3-3E1E-76CA-3B8F8474F961}"/>
                  </a:ext>
                </a:extLst>
              </p:cNvPr>
              <p:cNvSpPr/>
              <p:nvPr/>
            </p:nvSpPr>
            <p:spPr>
              <a:xfrm>
                <a:off x="5055045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4" name="pg1894">
                <a:extLst>
                  <a:ext uri="{FF2B5EF4-FFF2-40B4-BE49-F238E27FC236}">
                    <a16:creationId xmlns:a16="http://schemas.microsoft.com/office/drawing/2014/main" id="{F1547B20-E01E-A6C9-27A2-68BFFF5AD7F0}"/>
                  </a:ext>
                </a:extLst>
              </p:cNvPr>
              <p:cNvSpPr/>
              <p:nvPr/>
            </p:nvSpPr>
            <p:spPr>
              <a:xfrm>
                <a:off x="5066683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5" name="pg1895">
                <a:extLst>
                  <a:ext uri="{FF2B5EF4-FFF2-40B4-BE49-F238E27FC236}">
                    <a16:creationId xmlns:a16="http://schemas.microsoft.com/office/drawing/2014/main" id="{A8199D91-7BC9-674F-DB42-F74AF4D543AB}"/>
                  </a:ext>
                </a:extLst>
              </p:cNvPr>
              <p:cNvSpPr/>
              <p:nvPr/>
            </p:nvSpPr>
            <p:spPr>
              <a:xfrm>
                <a:off x="5078320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6" name="pg1896">
                <a:extLst>
                  <a:ext uri="{FF2B5EF4-FFF2-40B4-BE49-F238E27FC236}">
                    <a16:creationId xmlns:a16="http://schemas.microsoft.com/office/drawing/2014/main" id="{686513EB-6237-E938-E657-0DDD9B233A02}"/>
                  </a:ext>
                </a:extLst>
              </p:cNvPr>
              <p:cNvSpPr/>
              <p:nvPr/>
            </p:nvSpPr>
            <p:spPr>
              <a:xfrm>
                <a:off x="5089957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7" name="pg1897">
                <a:extLst>
                  <a:ext uri="{FF2B5EF4-FFF2-40B4-BE49-F238E27FC236}">
                    <a16:creationId xmlns:a16="http://schemas.microsoft.com/office/drawing/2014/main" id="{80D5E0C9-BD4C-624F-066D-E602811E9781}"/>
                  </a:ext>
                </a:extLst>
              </p:cNvPr>
              <p:cNvSpPr/>
              <p:nvPr/>
            </p:nvSpPr>
            <p:spPr>
              <a:xfrm>
                <a:off x="5101595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8" name="pg1898">
                <a:extLst>
                  <a:ext uri="{FF2B5EF4-FFF2-40B4-BE49-F238E27FC236}">
                    <a16:creationId xmlns:a16="http://schemas.microsoft.com/office/drawing/2014/main" id="{01D9B1B3-51E4-49AA-E1B1-BD0E67B4CB77}"/>
                  </a:ext>
                </a:extLst>
              </p:cNvPr>
              <p:cNvSpPr/>
              <p:nvPr/>
            </p:nvSpPr>
            <p:spPr>
              <a:xfrm>
                <a:off x="5113232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899" name="pg1899">
                <a:extLst>
                  <a:ext uri="{FF2B5EF4-FFF2-40B4-BE49-F238E27FC236}">
                    <a16:creationId xmlns:a16="http://schemas.microsoft.com/office/drawing/2014/main" id="{59F51E1E-AB6B-93E0-0277-9E53D2D2E069}"/>
                  </a:ext>
                </a:extLst>
              </p:cNvPr>
              <p:cNvSpPr/>
              <p:nvPr/>
            </p:nvSpPr>
            <p:spPr>
              <a:xfrm>
                <a:off x="5124869" y="409496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0" name="pg1900">
                <a:extLst>
                  <a:ext uri="{FF2B5EF4-FFF2-40B4-BE49-F238E27FC236}">
                    <a16:creationId xmlns:a16="http://schemas.microsoft.com/office/drawing/2014/main" id="{BB1DAD2D-A61B-AA08-5DEC-CE0953E0C0E1}"/>
                  </a:ext>
                </a:extLst>
              </p:cNvPr>
              <p:cNvSpPr/>
              <p:nvPr/>
            </p:nvSpPr>
            <p:spPr>
              <a:xfrm>
                <a:off x="4985221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7A6">
                  <a:alpha val="100000"/>
                </a:srgbClr>
              </a:solidFill>
              <a:ln w="5420" cap="flat">
                <a:solidFill>
                  <a:srgbClr val="38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1" name="pg1901">
                <a:extLst>
                  <a:ext uri="{FF2B5EF4-FFF2-40B4-BE49-F238E27FC236}">
                    <a16:creationId xmlns:a16="http://schemas.microsoft.com/office/drawing/2014/main" id="{8D25E390-C363-32CA-21A3-2CB4FD201C84}"/>
                  </a:ext>
                </a:extLst>
              </p:cNvPr>
              <p:cNvSpPr/>
              <p:nvPr/>
            </p:nvSpPr>
            <p:spPr>
              <a:xfrm>
                <a:off x="4996859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2" name="pg1902">
                <a:extLst>
                  <a:ext uri="{FF2B5EF4-FFF2-40B4-BE49-F238E27FC236}">
                    <a16:creationId xmlns:a16="http://schemas.microsoft.com/office/drawing/2014/main" id="{F378CDE1-9E97-FC2D-137E-F878DEF64103}"/>
                  </a:ext>
                </a:extLst>
              </p:cNvPr>
              <p:cNvSpPr/>
              <p:nvPr/>
            </p:nvSpPr>
            <p:spPr>
              <a:xfrm>
                <a:off x="5008496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3" name="pg1903">
                <a:extLst>
                  <a:ext uri="{FF2B5EF4-FFF2-40B4-BE49-F238E27FC236}">
                    <a16:creationId xmlns:a16="http://schemas.microsoft.com/office/drawing/2014/main" id="{D069B9E8-02A4-2007-C2FF-0DAAADD823E4}"/>
                  </a:ext>
                </a:extLst>
              </p:cNvPr>
              <p:cNvSpPr/>
              <p:nvPr/>
            </p:nvSpPr>
            <p:spPr>
              <a:xfrm>
                <a:off x="5020133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4" name="pg1904">
                <a:extLst>
                  <a:ext uri="{FF2B5EF4-FFF2-40B4-BE49-F238E27FC236}">
                    <a16:creationId xmlns:a16="http://schemas.microsoft.com/office/drawing/2014/main" id="{59998748-1EFE-2079-6872-21440DCCA034}"/>
                  </a:ext>
                </a:extLst>
              </p:cNvPr>
              <p:cNvSpPr/>
              <p:nvPr/>
            </p:nvSpPr>
            <p:spPr>
              <a:xfrm>
                <a:off x="5031771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5" name="pg1905">
                <a:extLst>
                  <a:ext uri="{FF2B5EF4-FFF2-40B4-BE49-F238E27FC236}">
                    <a16:creationId xmlns:a16="http://schemas.microsoft.com/office/drawing/2014/main" id="{FF4D1840-CCFC-D624-3EDC-7D1E7E650CFE}"/>
                  </a:ext>
                </a:extLst>
              </p:cNvPr>
              <p:cNvSpPr/>
              <p:nvPr/>
            </p:nvSpPr>
            <p:spPr>
              <a:xfrm>
                <a:off x="5043408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7">
                  <a:alpha val="100000"/>
                </a:srgbClr>
              </a:solidFill>
              <a:ln w="5420" cap="flat">
                <a:solidFill>
                  <a:srgbClr val="388B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6" name="pg1906">
                <a:extLst>
                  <a:ext uri="{FF2B5EF4-FFF2-40B4-BE49-F238E27FC236}">
                    <a16:creationId xmlns:a16="http://schemas.microsoft.com/office/drawing/2014/main" id="{CADAF5F8-69C0-B9B0-8615-66A4705BFE14}"/>
                  </a:ext>
                </a:extLst>
              </p:cNvPr>
              <p:cNvSpPr/>
              <p:nvPr/>
            </p:nvSpPr>
            <p:spPr>
              <a:xfrm>
                <a:off x="5055045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7" name="pg1907">
                <a:extLst>
                  <a:ext uri="{FF2B5EF4-FFF2-40B4-BE49-F238E27FC236}">
                    <a16:creationId xmlns:a16="http://schemas.microsoft.com/office/drawing/2014/main" id="{6E77FBD8-9490-7F52-FEA6-412265276477}"/>
                  </a:ext>
                </a:extLst>
              </p:cNvPr>
              <p:cNvSpPr/>
              <p:nvPr/>
            </p:nvSpPr>
            <p:spPr>
              <a:xfrm>
                <a:off x="5066683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8" name="pg1908">
                <a:extLst>
                  <a:ext uri="{FF2B5EF4-FFF2-40B4-BE49-F238E27FC236}">
                    <a16:creationId xmlns:a16="http://schemas.microsoft.com/office/drawing/2014/main" id="{9E2E174C-4D5A-01AA-BAF9-E208EA0F56F9}"/>
                  </a:ext>
                </a:extLst>
              </p:cNvPr>
              <p:cNvSpPr/>
              <p:nvPr/>
            </p:nvSpPr>
            <p:spPr>
              <a:xfrm>
                <a:off x="5078320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09" name="pg1909">
                <a:extLst>
                  <a:ext uri="{FF2B5EF4-FFF2-40B4-BE49-F238E27FC236}">
                    <a16:creationId xmlns:a16="http://schemas.microsoft.com/office/drawing/2014/main" id="{0165D610-C423-125E-C2AD-0E5A4B7A838F}"/>
                  </a:ext>
                </a:extLst>
              </p:cNvPr>
              <p:cNvSpPr/>
              <p:nvPr/>
            </p:nvSpPr>
            <p:spPr>
              <a:xfrm>
                <a:off x="5089957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0" name="pg1910">
                <a:extLst>
                  <a:ext uri="{FF2B5EF4-FFF2-40B4-BE49-F238E27FC236}">
                    <a16:creationId xmlns:a16="http://schemas.microsoft.com/office/drawing/2014/main" id="{B123121F-7078-2520-A7BC-BCE8C77EBB92}"/>
                  </a:ext>
                </a:extLst>
              </p:cNvPr>
              <p:cNvSpPr/>
              <p:nvPr/>
            </p:nvSpPr>
            <p:spPr>
              <a:xfrm>
                <a:off x="5101595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1" name="pg1911">
                <a:extLst>
                  <a:ext uri="{FF2B5EF4-FFF2-40B4-BE49-F238E27FC236}">
                    <a16:creationId xmlns:a16="http://schemas.microsoft.com/office/drawing/2014/main" id="{905E7678-CF99-9447-A85A-1B95B47B8A13}"/>
                  </a:ext>
                </a:extLst>
              </p:cNvPr>
              <p:cNvSpPr/>
              <p:nvPr/>
            </p:nvSpPr>
            <p:spPr>
              <a:xfrm>
                <a:off x="5113232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2" name="pg1912">
                <a:extLst>
                  <a:ext uri="{FF2B5EF4-FFF2-40B4-BE49-F238E27FC236}">
                    <a16:creationId xmlns:a16="http://schemas.microsoft.com/office/drawing/2014/main" id="{60B43B4B-8634-7343-8F87-0C9FE545C4D7}"/>
                  </a:ext>
                </a:extLst>
              </p:cNvPr>
              <p:cNvSpPr/>
              <p:nvPr/>
            </p:nvSpPr>
            <p:spPr>
              <a:xfrm>
                <a:off x="5124869" y="41092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3" name="pg1913">
                <a:extLst>
                  <a:ext uri="{FF2B5EF4-FFF2-40B4-BE49-F238E27FC236}">
                    <a16:creationId xmlns:a16="http://schemas.microsoft.com/office/drawing/2014/main" id="{D15F7514-D929-8037-015F-C1546370D9A2}"/>
                  </a:ext>
                </a:extLst>
              </p:cNvPr>
              <p:cNvSpPr/>
              <p:nvPr/>
            </p:nvSpPr>
            <p:spPr>
              <a:xfrm>
                <a:off x="4973584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4" name="pg1914">
                <a:extLst>
                  <a:ext uri="{FF2B5EF4-FFF2-40B4-BE49-F238E27FC236}">
                    <a16:creationId xmlns:a16="http://schemas.microsoft.com/office/drawing/2014/main" id="{796B5865-B6B0-4D92-A6A1-AD85A271E244}"/>
                  </a:ext>
                </a:extLst>
              </p:cNvPr>
              <p:cNvSpPr/>
              <p:nvPr/>
            </p:nvSpPr>
            <p:spPr>
              <a:xfrm>
                <a:off x="4985221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5" name="pg1915">
                <a:extLst>
                  <a:ext uri="{FF2B5EF4-FFF2-40B4-BE49-F238E27FC236}">
                    <a16:creationId xmlns:a16="http://schemas.microsoft.com/office/drawing/2014/main" id="{26846FB5-0EA7-CAAF-9864-1938F9430A40}"/>
                  </a:ext>
                </a:extLst>
              </p:cNvPr>
              <p:cNvSpPr/>
              <p:nvPr/>
            </p:nvSpPr>
            <p:spPr>
              <a:xfrm>
                <a:off x="4996859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6" name="pg1916">
                <a:extLst>
                  <a:ext uri="{FF2B5EF4-FFF2-40B4-BE49-F238E27FC236}">
                    <a16:creationId xmlns:a16="http://schemas.microsoft.com/office/drawing/2014/main" id="{CD69E434-3816-D963-E37F-2B3FCF668F2D}"/>
                  </a:ext>
                </a:extLst>
              </p:cNvPr>
              <p:cNvSpPr/>
              <p:nvPr/>
            </p:nvSpPr>
            <p:spPr>
              <a:xfrm>
                <a:off x="5008496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7" name="pg1917">
                <a:extLst>
                  <a:ext uri="{FF2B5EF4-FFF2-40B4-BE49-F238E27FC236}">
                    <a16:creationId xmlns:a16="http://schemas.microsoft.com/office/drawing/2014/main" id="{D9D82B37-174F-85B8-B399-4E1A5E99A27F}"/>
                  </a:ext>
                </a:extLst>
              </p:cNvPr>
              <p:cNvSpPr/>
              <p:nvPr/>
            </p:nvSpPr>
            <p:spPr>
              <a:xfrm>
                <a:off x="5020133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8" name="pg1918">
                <a:extLst>
                  <a:ext uri="{FF2B5EF4-FFF2-40B4-BE49-F238E27FC236}">
                    <a16:creationId xmlns:a16="http://schemas.microsoft.com/office/drawing/2014/main" id="{832B1875-8592-0973-CB90-511C66906CA8}"/>
                  </a:ext>
                </a:extLst>
              </p:cNvPr>
              <p:cNvSpPr/>
              <p:nvPr/>
            </p:nvSpPr>
            <p:spPr>
              <a:xfrm>
                <a:off x="5031771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19" name="pg1919">
                <a:extLst>
                  <a:ext uri="{FF2B5EF4-FFF2-40B4-BE49-F238E27FC236}">
                    <a16:creationId xmlns:a16="http://schemas.microsoft.com/office/drawing/2014/main" id="{EE790CAD-11EA-23F2-9322-5E2D99830105}"/>
                  </a:ext>
                </a:extLst>
              </p:cNvPr>
              <p:cNvSpPr/>
              <p:nvPr/>
            </p:nvSpPr>
            <p:spPr>
              <a:xfrm>
                <a:off x="5043408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0" name="pg1920">
                <a:extLst>
                  <a:ext uri="{FF2B5EF4-FFF2-40B4-BE49-F238E27FC236}">
                    <a16:creationId xmlns:a16="http://schemas.microsoft.com/office/drawing/2014/main" id="{3374D3DE-534C-9416-E172-C5DC24737961}"/>
                  </a:ext>
                </a:extLst>
              </p:cNvPr>
              <p:cNvSpPr/>
              <p:nvPr/>
            </p:nvSpPr>
            <p:spPr>
              <a:xfrm>
                <a:off x="5055045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1" name="pg1921">
                <a:extLst>
                  <a:ext uri="{FF2B5EF4-FFF2-40B4-BE49-F238E27FC236}">
                    <a16:creationId xmlns:a16="http://schemas.microsoft.com/office/drawing/2014/main" id="{A1369A40-5DFA-8C21-3C4D-513500475590}"/>
                  </a:ext>
                </a:extLst>
              </p:cNvPr>
              <p:cNvSpPr/>
              <p:nvPr/>
            </p:nvSpPr>
            <p:spPr>
              <a:xfrm>
                <a:off x="5066683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CA7">
                  <a:alpha val="100000"/>
                </a:srgbClr>
              </a:solidFill>
              <a:ln w="5420" cap="flat">
                <a:solidFill>
                  <a:srgbClr val="38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2" name="pg1922">
                <a:extLst>
                  <a:ext uri="{FF2B5EF4-FFF2-40B4-BE49-F238E27FC236}">
                    <a16:creationId xmlns:a16="http://schemas.microsoft.com/office/drawing/2014/main" id="{9D95CA5C-315D-D783-03BD-1B5B724593A8}"/>
                  </a:ext>
                </a:extLst>
              </p:cNvPr>
              <p:cNvSpPr/>
              <p:nvPr/>
            </p:nvSpPr>
            <p:spPr>
              <a:xfrm>
                <a:off x="5078320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3" name="pg1923">
                <a:extLst>
                  <a:ext uri="{FF2B5EF4-FFF2-40B4-BE49-F238E27FC236}">
                    <a16:creationId xmlns:a16="http://schemas.microsoft.com/office/drawing/2014/main" id="{19384F3A-CD31-8080-0664-240ECB5347B0}"/>
                  </a:ext>
                </a:extLst>
              </p:cNvPr>
              <p:cNvSpPr/>
              <p:nvPr/>
            </p:nvSpPr>
            <p:spPr>
              <a:xfrm>
                <a:off x="5089957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4" name="pg1924">
                <a:extLst>
                  <a:ext uri="{FF2B5EF4-FFF2-40B4-BE49-F238E27FC236}">
                    <a16:creationId xmlns:a16="http://schemas.microsoft.com/office/drawing/2014/main" id="{A017449F-81A4-DF4D-FEB1-9AD3208F8396}"/>
                  </a:ext>
                </a:extLst>
              </p:cNvPr>
              <p:cNvSpPr/>
              <p:nvPr/>
            </p:nvSpPr>
            <p:spPr>
              <a:xfrm>
                <a:off x="5101595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5" name="pg1925">
                <a:extLst>
                  <a:ext uri="{FF2B5EF4-FFF2-40B4-BE49-F238E27FC236}">
                    <a16:creationId xmlns:a16="http://schemas.microsoft.com/office/drawing/2014/main" id="{FEFC7A54-D6D3-40F3-7C4A-61D05A589CF9}"/>
                  </a:ext>
                </a:extLst>
              </p:cNvPr>
              <p:cNvSpPr/>
              <p:nvPr/>
            </p:nvSpPr>
            <p:spPr>
              <a:xfrm>
                <a:off x="5113232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6" name="pg1926">
                <a:extLst>
                  <a:ext uri="{FF2B5EF4-FFF2-40B4-BE49-F238E27FC236}">
                    <a16:creationId xmlns:a16="http://schemas.microsoft.com/office/drawing/2014/main" id="{A03102FA-A6D9-3F21-C993-634F5512488F}"/>
                  </a:ext>
                </a:extLst>
              </p:cNvPr>
              <p:cNvSpPr/>
              <p:nvPr/>
            </p:nvSpPr>
            <p:spPr>
              <a:xfrm>
                <a:off x="5124869" y="412357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7" name="pg1927">
                <a:extLst>
                  <a:ext uri="{FF2B5EF4-FFF2-40B4-BE49-F238E27FC236}">
                    <a16:creationId xmlns:a16="http://schemas.microsoft.com/office/drawing/2014/main" id="{901FAFCE-771D-D8E2-AA23-49B0D0D829FD}"/>
                  </a:ext>
                </a:extLst>
              </p:cNvPr>
              <p:cNvSpPr/>
              <p:nvPr/>
            </p:nvSpPr>
            <p:spPr>
              <a:xfrm>
                <a:off x="4973584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8" name="pg1928">
                <a:extLst>
                  <a:ext uri="{FF2B5EF4-FFF2-40B4-BE49-F238E27FC236}">
                    <a16:creationId xmlns:a16="http://schemas.microsoft.com/office/drawing/2014/main" id="{8489923F-983C-C74F-F2E5-88D98011EC2A}"/>
                  </a:ext>
                </a:extLst>
              </p:cNvPr>
              <p:cNvSpPr/>
              <p:nvPr/>
            </p:nvSpPr>
            <p:spPr>
              <a:xfrm>
                <a:off x="4985221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29" name="pg1929">
                <a:extLst>
                  <a:ext uri="{FF2B5EF4-FFF2-40B4-BE49-F238E27FC236}">
                    <a16:creationId xmlns:a16="http://schemas.microsoft.com/office/drawing/2014/main" id="{16A52D69-157F-9AF3-D8B8-BC058E1C190D}"/>
                  </a:ext>
                </a:extLst>
              </p:cNvPr>
              <p:cNvSpPr/>
              <p:nvPr/>
            </p:nvSpPr>
            <p:spPr>
              <a:xfrm>
                <a:off x="4996859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0" name="pg1930">
                <a:extLst>
                  <a:ext uri="{FF2B5EF4-FFF2-40B4-BE49-F238E27FC236}">
                    <a16:creationId xmlns:a16="http://schemas.microsoft.com/office/drawing/2014/main" id="{D0361102-BFA4-4372-3597-BB3DB1C583F8}"/>
                  </a:ext>
                </a:extLst>
              </p:cNvPr>
              <p:cNvSpPr/>
              <p:nvPr/>
            </p:nvSpPr>
            <p:spPr>
              <a:xfrm>
                <a:off x="5008496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1" name="pg1931">
                <a:extLst>
                  <a:ext uri="{FF2B5EF4-FFF2-40B4-BE49-F238E27FC236}">
                    <a16:creationId xmlns:a16="http://schemas.microsoft.com/office/drawing/2014/main" id="{60E0C8AD-6EDE-DB51-C06B-870E191255EB}"/>
                  </a:ext>
                </a:extLst>
              </p:cNvPr>
              <p:cNvSpPr/>
              <p:nvPr/>
            </p:nvSpPr>
            <p:spPr>
              <a:xfrm>
                <a:off x="5020133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2" name="pg1932">
                <a:extLst>
                  <a:ext uri="{FF2B5EF4-FFF2-40B4-BE49-F238E27FC236}">
                    <a16:creationId xmlns:a16="http://schemas.microsoft.com/office/drawing/2014/main" id="{34AC138B-7421-A0EB-FB5D-BEA24F1C9D6D}"/>
                  </a:ext>
                </a:extLst>
              </p:cNvPr>
              <p:cNvSpPr/>
              <p:nvPr/>
            </p:nvSpPr>
            <p:spPr>
              <a:xfrm>
                <a:off x="5031771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3" name="pg1933">
                <a:extLst>
                  <a:ext uri="{FF2B5EF4-FFF2-40B4-BE49-F238E27FC236}">
                    <a16:creationId xmlns:a16="http://schemas.microsoft.com/office/drawing/2014/main" id="{D1A8BDF1-246E-5037-7C83-068A0185813B}"/>
                  </a:ext>
                </a:extLst>
              </p:cNvPr>
              <p:cNvSpPr/>
              <p:nvPr/>
            </p:nvSpPr>
            <p:spPr>
              <a:xfrm>
                <a:off x="5043408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4" name="pg1934">
                <a:extLst>
                  <a:ext uri="{FF2B5EF4-FFF2-40B4-BE49-F238E27FC236}">
                    <a16:creationId xmlns:a16="http://schemas.microsoft.com/office/drawing/2014/main" id="{E5D88F87-38E8-0E7A-5983-6F9A3EBE0F9F}"/>
                  </a:ext>
                </a:extLst>
              </p:cNvPr>
              <p:cNvSpPr/>
              <p:nvPr/>
            </p:nvSpPr>
            <p:spPr>
              <a:xfrm>
                <a:off x="5055045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5" name="pg1935">
                <a:extLst>
                  <a:ext uri="{FF2B5EF4-FFF2-40B4-BE49-F238E27FC236}">
                    <a16:creationId xmlns:a16="http://schemas.microsoft.com/office/drawing/2014/main" id="{E12F2DEC-DB55-9E94-BBD8-182D827F9270}"/>
                  </a:ext>
                </a:extLst>
              </p:cNvPr>
              <p:cNvSpPr/>
              <p:nvPr/>
            </p:nvSpPr>
            <p:spPr>
              <a:xfrm>
                <a:off x="5066683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6" name="pg1936">
                <a:extLst>
                  <a:ext uri="{FF2B5EF4-FFF2-40B4-BE49-F238E27FC236}">
                    <a16:creationId xmlns:a16="http://schemas.microsoft.com/office/drawing/2014/main" id="{00B4A3C5-8955-A86F-DCA6-08715CC46DEC}"/>
                  </a:ext>
                </a:extLst>
              </p:cNvPr>
              <p:cNvSpPr/>
              <p:nvPr/>
            </p:nvSpPr>
            <p:spPr>
              <a:xfrm>
                <a:off x="5078320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7" name="pg1937">
                <a:extLst>
                  <a:ext uri="{FF2B5EF4-FFF2-40B4-BE49-F238E27FC236}">
                    <a16:creationId xmlns:a16="http://schemas.microsoft.com/office/drawing/2014/main" id="{A7923F04-D9B6-443A-0C40-9D7F1F2F76C1}"/>
                  </a:ext>
                </a:extLst>
              </p:cNvPr>
              <p:cNvSpPr/>
              <p:nvPr/>
            </p:nvSpPr>
            <p:spPr>
              <a:xfrm>
                <a:off x="5089957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8" name="pg1938">
                <a:extLst>
                  <a:ext uri="{FF2B5EF4-FFF2-40B4-BE49-F238E27FC236}">
                    <a16:creationId xmlns:a16="http://schemas.microsoft.com/office/drawing/2014/main" id="{5CA3D6C8-207F-DF92-8B4F-E01E9DF4F9ED}"/>
                  </a:ext>
                </a:extLst>
              </p:cNvPr>
              <p:cNvSpPr/>
              <p:nvPr/>
            </p:nvSpPr>
            <p:spPr>
              <a:xfrm>
                <a:off x="5101595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39" name="pg1939">
                <a:extLst>
                  <a:ext uri="{FF2B5EF4-FFF2-40B4-BE49-F238E27FC236}">
                    <a16:creationId xmlns:a16="http://schemas.microsoft.com/office/drawing/2014/main" id="{A9772B4F-FFD0-4463-265E-5C29B666119C}"/>
                  </a:ext>
                </a:extLst>
              </p:cNvPr>
              <p:cNvSpPr/>
              <p:nvPr/>
            </p:nvSpPr>
            <p:spPr>
              <a:xfrm>
                <a:off x="5113232" y="413787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0" name="pg1940">
                <a:extLst>
                  <a:ext uri="{FF2B5EF4-FFF2-40B4-BE49-F238E27FC236}">
                    <a16:creationId xmlns:a16="http://schemas.microsoft.com/office/drawing/2014/main" id="{834528C8-13E5-84A6-7A08-A3EDAB3AB63E}"/>
                  </a:ext>
                </a:extLst>
              </p:cNvPr>
              <p:cNvSpPr/>
              <p:nvPr/>
            </p:nvSpPr>
            <p:spPr>
              <a:xfrm>
                <a:off x="4961947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1" name="pg1941">
                <a:extLst>
                  <a:ext uri="{FF2B5EF4-FFF2-40B4-BE49-F238E27FC236}">
                    <a16:creationId xmlns:a16="http://schemas.microsoft.com/office/drawing/2014/main" id="{D881CF95-E000-08AB-465C-16BCDECC43D9}"/>
                  </a:ext>
                </a:extLst>
              </p:cNvPr>
              <p:cNvSpPr/>
              <p:nvPr/>
            </p:nvSpPr>
            <p:spPr>
              <a:xfrm>
                <a:off x="4973584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2" name="pg1942">
                <a:extLst>
                  <a:ext uri="{FF2B5EF4-FFF2-40B4-BE49-F238E27FC236}">
                    <a16:creationId xmlns:a16="http://schemas.microsoft.com/office/drawing/2014/main" id="{483E5AD5-9184-73B5-8E5C-6574163217F7}"/>
                  </a:ext>
                </a:extLst>
              </p:cNvPr>
              <p:cNvSpPr/>
              <p:nvPr/>
            </p:nvSpPr>
            <p:spPr>
              <a:xfrm>
                <a:off x="4985221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3" name="pg1943">
                <a:extLst>
                  <a:ext uri="{FF2B5EF4-FFF2-40B4-BE49-F238E27FC236}">
                    <a16:creationId xmlns:a16="http://schemas.microsoft.com/office/drawing/2014/main" id="{B87651B4-BD4E-7580-F30F-EAA74CEB9E4A}"/>
                  </a:ext>
                </a:extLst>
              </p:cNvPr>
              <p:cNvSpPr/>
              <p:nvPr/>
            </p:nvSpPr>
            <p:spPr>
              <a:xfrm>
                <a:off x="4996859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4" name="pg1944">
                <a:extLst>
                  <a:ext uri="{FF2B5EF4-FFF2-40B4-BE49-F238E27FC236}">
                    <a16:creationId xmlns:a16="http://schemas.microsoft.com/office/drawing/2014/main" id="{EB2A6F42-A4C6-355F-6677-DFFFD1CECE28}"/>
                  </a:ext>
                </a:extLst>
              </p:cNvPr>
              <p:cNvSpPr/>
              <p:nvPr/>
            </p:nvSpPr>
            <p:spPr>
              <a:xfrm>
                <a:off x="5008496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5" name="pg1945">
                <a:extLst>
                  <a:ext uri="{FF2B5EF4-FFF2-40B4-BE49-F238E27FC236}">
                    <a16:creationId xmlns:a16="http://schemas.microsoft.com/office/drawing/2014/main" id="{C662E9D9-55B6-7A2D-F654-C8CD014AFE2A}"/>
                  </a:ext>
                </a:extLst>
              </p:cNvPr>
              <p:cNvSpPr/>
              <p:nvPr/>
            </p:nvSpPr>
            <p:spPr>
              <a:xfrm>
                <a:off x="5020133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6" name="pg1946">
                <a:extLst>
                  <a:ext uri="{FF2B5EF4-FFF2-40B4-BE49-F238E27FC236}">
                    <a16:creationId xmlns:a16="http://schemas.microsoft.com/office/drawing/2014/main" id="{71A97E2E-47A0-60DA-AA1D-7E355AA3A401}"/>
                  </a:ext>
                </a:extLst>
              </p:cNvPr>
              <p:cNvSpPr/>
              <p:nvPr/>
            </p:nvSpPr>
            <p:spPr>
              <a:xfrm>
                <a:off x="5031771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7" name="pg1947">
                <a:extLst>
                  <a:ext uri="{FF2B5EF4-FFF2-40B4-BE49-F238E27FC236}">
                    <a16:creationId xmlns:a16="http://schemas.microsoft.com/office/drawing/2014/main" id="{A3FE5E71-0779-9CD4-BCB6-D7652C67BE20}"/>
                  </a:ext>
                </a:extLst>
              </p:cNvPr>
              <p:cNvSpPr/>
              <p:nvPr/>
            </p:nvSpPr>
            <p:spPr>
              <a:xfrm>
                <a:off x="5043408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8" name="pg1948">
                <a:extLst>
                  <a:ext uri="{FF2B5EF4-FFF2-40B4-BE49-F238E27FC236}">
                    <a16:creationId xmlns:a16="http://schemas.microsoft.com/office/drawing/2014/main" id="{11738F60-7624-0E80-1842-BED625D81DA9}"/>
                  </a:ext>
                </a:extLst>
              </p:cNvPr>
              <p:cNvSpPr/>
              <p:nvPr/>
            </p:nvSpPr>
            <p:spPr>
              <a:xfrm>
                <a:off x="5055045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49" name="pg1949">
                <a:extLst>
                  <a:ext uri="{FF2B5EF4-FFF2-40B4-BE49-F238E27FC236}">
                    <a16:creationId xmlns:a16="http://schemas.microsoft.com/office/drawing/2014/main" id="{F43AF1FC-9E24-615E-7518-72D13490C902}"/>
                  </a:ext>
                </a:extLst>
              </p:cNvPr>
              <p:cNvSpPr/>
              <p:nvPr/>
            </p:nvSpPr>
            <p:spPr>
              <a:xfrm>
                <a:off x="5066683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0" name="pg1950">
                <a:extLst>
                  <a:ext uri="{FF2B5EF4-FFF2-40B4-BE49-F238E27FC236}">
                    <a16:creationId xmlns:a16="http://schemas.microsoft.com/office/drawing/2014/main" id="{DB960331-D835-49D8-DAEE-410701FB33FE}"/>
                  </a:ext>
                </a:extLst>
              </p:cNvPr>
              <p:cNvSpPr/>
              <p:nvPr/>
            </p:nvSpPr>
            <p:spPr>
              <a:xfrm>
                <a:off x="5078320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1" name="pg1951">
                <a:extLst>
                  <a:ext uri="{FF2B5EF4-FFF2-40B4-BE49-F238E27FC236}">
                    <a16:creationId xmlns:a16="http://schemas.microsoft.com/office/drawing/2014/main" id="{B02F1078-38AF-9A53-5246-1F9170A6095D}"/>
                  </a:ext>
                </a:extLst>
              </p:cNvPr>
              <p:cNvSpPr/>
              <p:nvPr/>
            </p:nvSpPr>
            <p:spPr>
              <a:xfrm>
                <a:off x="5089957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BA6">
                  <a:alpha val="100000"/>
                </a:srgbClr>
              </a:solidFill>
              <a:ln w="5420" cap="flat">
                <a:solidFill>
                  <a:srgbClr val="388B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2" name="pg1952">
                <a:extLst>
                  <a:ext uri="{FF2B5EF4-FFF2-40B4-BE49-F238E27FC236}">
                    <a16:creationId xmlns:a16="http://schemas.microsoft.com/office/drawing/2014/main" id="{B6731F2D-E0BE-821E-1A85-B00A8BADC2DC}"/>
                  </a:ext>
                </a:extLst>
              </p:cNvPr>
              <p:cNvSpPr/>
              <p:nvPr/>
            </p:nvSpPr>
            <p:spPr>
              <a:xfrm>
                <a:off x="5101595" y="41521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3" name="pg1953">
                <a:extLst>
                  <a:ext uri="{FF2B5EF4-FFF2-40B4-BE49-F238E27FC236}">
                    <a16:creationId xmlns:a16="http://schemas.microsoft.com/office/drawing/2014/main" id="{D6F61046-B813-6EEB-845A-BC8F1687510D}"/>
                  </a:ext>
                </a:extLst>
              </p:cNvPr>
              <p:cNvSpPr/>
              <p:nvPr/>
            </p:nvSpPr>
            <p:spPr>
              <a:xfrm>
                <a:off x="4950309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4" name="pg1954">
                <a:extLst>
                  <a:ext uri="{FF2B5EF4-FFF2-40B4-BE49-F238E27FC236}">
                    <a16:creationId xmlns:a16="http://schemas.microsoft.com/office/drawing/2014/main" id="{BEF462E5-6D48-EEF3-AB1A-F3DCE2E41527}"/>
                  </a:ext>
                </a:extLst>
              </p:cNvPr>
              <p:cNvSpPr/>
              <p:nvPr/>
            </p:nvSpPr>
            <p:spPr>
              <a:xfrm>
                <a:off x="4961947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5" name="pg1955">
                <a:extLst>
                  <a:ext uri="{FF2B5EF4-FFF2-40B4-BE49-F238E27FC236}">
                    <a16:creationId xmlns:a16="http://schemas.microsoft.com/office/drawing/2014/main" id="{E34D315E-2574-A8F1-E508-8ED1799F3BA3}"/>
                  </a:ext>
                </a:extLst>
              </p:cNvPr>
              <p:cNvSpPr/>
              <p:nvPr/>
            </p:nvSpPr>
            <p:spPr>
              <a:xfrm>
                <a:off x="4973584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6" name="pg1956">
                <a:extLst>
                  <a:ext uri="{FF2B5EF4-FFF2-40B4-BE49-F238E27FC236}">
                    <a16:creationId xmlns:a16="http://schemas.microsoft.com/office/drawing/2014/main" id="{135DB4B0-21C8-C07C-3AF6-3DCFAE24996D}"/>
                  </a:ext>
                </a:extLst>
              </p:cNvPr>
              <p:cNvSpPr/>
              <p:nvPr/>
            </p:nvSpPr>
            <p:spPr>
              <a:xfrm>
                <a:off x="4985221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1A4">
                  <a:alpha val="100000"/>
                </a:srgbClr>
              </a:solidFill>
              <a:ln w="5420" cap="flat">
                <a:solidFill>
                  <a:srgbClr val="3A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7" name="pg1957">
                <a:extLst>
                  <a:ext uri="{FF2B5EF4-FFF2-40B4-BE49-F238E27FC236}">
                    <a16:creationId xmlns:a16="http://schemas.microsoft.com/office/drawing/2014/main" id="{DABA018E-126D-7656-F963-807CED076D0C}"/>
                  </a:ext>
                </a:extLst>
              </p:cNvPr>
              <p:cNvSpPr/>
              <p:nvPr/>
            </p:nvSpPr>
            <p:spPr>
              <a:xfrm>
                <a:off x="4996859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8" name="pg1958">
                <a:extLst>
                  <a:ext uri="{FF2B5EF4-FFF2-40B4-BE49-F238E27FC236}">
                    <a16:creationId xmlns:a16="http://schemas.microsoft.com/office/drawing/2014/main" id="{20C69A27-2FFE-C6B3-7388-B5E959A50E9F}"/>
                  </a:ext>
                </a:extLst>
              </p:cNvPr>
              <p:cNvSpPr/>
              <p:nvPr/>
            </p:nvSpPr>
            <p:spPr>
              <a:xfrm>
                <a:off x="5008496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59" name="pg1959">
                <a:extLst>
                  <a:ext uri="{FF2B5EF4-FFF2-40B4-BE49-F238E27FC236}">
                    <a16:creationId xmlns:a16="http://schemas.microsoft.com/office/drawing/2014/main" id="{D00428A9-7174-93F0-09BB-04CD6C94E27D}"/>
                  </a:ext>
                </a:extLst>
              </p:cNvPr>
              <p:cNvSpPr/>
              <p:nvPr/>
            </p:nvSpPr>
            <p:spPr>
              <a:xfrm>
                <a:off x="5020133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0" name="pg1960">
                <a:extLst>
                  <a:ext uri="{FF2B5EF4-FFF2-40B4-BE49-F238E27FC236}">
                    <a16:creationId xmlns:a16="http://schemas.microsoft.com/office/drawing/2014/main" id="{73CBAF93-B227-93C8-A9F6-9059C03840F8}"/>
                  </a:ext>
                </a:extLst>
              </p:cNvPr>
              <p:cNvSpPr/>
              <p:nvPr/>
            </p:nvSpPr>
            <p:spPr>
              <a:xfrm>
                <a:off x="5031771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1" name="pg1961">
                <a:extLst>
                  <a:ext uri="{FF2B5EF4-FFF2-40B4-BE49-F238E27FC236}">
                    <a16:creationId xmlns:a16="http://schemas.microsoft.com/office/drawing/2014/main" id="{F3D07703-2DF1-2910-9244-311429E4BFCE}"/>
                  </a:ext>
                </a:extLst>
              </p:cNvPr>
              <p:cNvSpPr/>
              <p:nvPr/>
            </p:nvSpPr>
            <p:spPr>
              <a:xfrm>
                <a:off x="5043408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2" name="pg1962">
                <a:extLst>
                  <a:ext uri="{FF2B5EF4-FFF2-40B4-BE49-F238E27FC236}">
                    <a16:creationId xmlns:a16="http://schemas.microsoft.com/office/drawing/2014/main" id="{F5154823-2E5E-91F3-163C-0B54EC4209EF}"/>
                  </a:ext>
                </a:extLst>
              </p:cNvPr>
              <p:cNvSpPr/>
              <p:nvPr/>
            </p:nvSpPr>
            <p:spPr>
              <a:xfrm>
                <a:off x="5055045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6">
                  <a:alpha val="100000"/>
                </a:srgbClr>
              </a:solidFill>
              <a:ln w="5420" cap="flat">
                <a:solidFill>
                  <a:srgbClr val="3986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3" name="pg1963">
                <a:extLst>
                  <a:ext uri="{FF2B5EF4-FFF2-40B4-BE49-F238E27FC236}">
                    <a16:creationId xmlns:a16="http://schemas.microsoft.com/office/drawing/2014/main" id="{9F0F0A93-A984-A1DE-E6D3-363F292CD184}"/>
                  </a:ext>
                </a:extLst>
              </p:cNvPr>
              <p:cNvSpPr/>
              <p:nvPr/>
            </p:nvSpPr>
            <p:spPr>
              <a:xfrm>
                <a:off x="5066683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4" name="pg1964">
                <a:extLst>
                  <a:ext uri="{FF2B5EF4-FFF2-40B4-BE49-F238E27FC236}">
                    <a16:creationId xmlns:a16="http://schemas.microsoft.com/office/drawing/2014/main" id="{9327A10F-D547-97BA-D99F-C4CBE273F1D1}"/>
                  </a:ext>
                </a:extLst>
              </p:cNvPr>
              <p:cNvSpPr/>
              <p:nvPr/>
            </p:nvSpPr>
            <p:spPr>
              <a:xfrm>
                <a:off x="5078320" y="416647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5" name="pg1965">
                <a:extLst>
                  <a:ext uri="{FF2B5EF4-FFF2-40B4-BE49-F238E27FC236}">
                    <a16:creationId xmlns:a16="http://schemas.microsoft.com/office/drawing/2014/main" id="{F3A358A1-024C-2392-62C8-8BB54F14B807}"/>
                  </a:ext>
                </a:extLst>
              </p:cNvPr>
              <p:cNvSpPr/>
              <p:nvPr/>
            </p:nvSpPr>
            <p:spPr>
              <a:xfrm>
                <a:off x="4927035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6" name="pg1966">
                <a:extLst>
                  <a:ext uri="{FF2B5EF4-FFF2-40B4-BE49-F238E27FC236}">
                    <a16:creationId xmlns:a16="http://schemas.microsoft.com/office/drawing/2014/main" id="{A224DB4A-DC1E-E419-37C2-A8E131B8DDC7}"/>
                  </a:ext>
                </a:extLst>
              </p:cNvPr>
              <p:cNvSpPr/>
              <p:nvPr/>
            </p:nvSpPr>
            <p:spPr>
              <a:xfrm>
                <a:off x="4938672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7" name="pg1967">
                <a:extLst>
                  <a:ext uri="{FF2B5EF4-FFF2-40B4-BE49-F238E27FC236}">
                    <a16:creationId xmlns:a16="http://schemas.microsoft.com/office/drawing/2014/main" id="{69231E90-550A-A7F5-C89B-0183E2192E6A}"/>
                  </a:ext>
                </a:extLst>
              </p:cNvPr>
              <p:cNvSpPr/>
              <p:nvPr/>
            </p:nvSpPr>
            <p:spPr>
              <a:xfrm>
                <a:off x="4950309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8" name="pg1968">
                <a:extLst>
                  <a:ext uri="{FF2B5EF4-FFF2-40B4-BE49-F238E27FC236}">
                    <a16:creationId xmlns:a16="http://schemas.microsoft.com/office/drawing/2014/main" id="{D737E043-6131-8FDE-A17F-88DDD2090E03}"/>
                  </a:ext>
                </a:extLst>
              </p:cNvPr>
              <p:cNvSpPr/>
              <p:nvPr/>
            </p:nvSpPr>
            <p:spPr>
              <a:xfrm>
                <a:off x="4961947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69" name="pg1969">
                <a:extLst>
                  <a:ext uri="{FF2B5EF4-FFF2-40B4-BE49-F238E27FC236}">
                    <a16:creationId xmlns:a16="http://schemas.microsoft.com/office/drawing/2014/main" id="{1600C8BA-5ADE-356F-B223-F7EBFADFC2A6}"/>
                  </a:ext>
                </a:extLst>
              </p:cNvPr>
              <p:cNvSpPr/>
              <p:nvPr/>
            </p:nvSpPr>
            <p:spPr>
              <a:xfrm>
                <a:off x="4973584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0" name="pg1970">
                <a:extLst>
                  <a:ext uri="{FF2B5EF4-FFF2-40B4-BE49-F238E27FC236}">
                    <a16:creationId xmlns:a16="http://schemas.microsoft.com/office/drawing/2014/main" id="{F74F78C7-6523-84D5-6524-4B2F597D2903}"/>
                  </a:ext>
                </a:extLst>
              </p:cNvPr>
              <p:cNvSpPr/>
              <p:nvPr/>
            </p:nvSpPr>
            <p:spPr>
              <a:xfrm>
                <a:off x="4985221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1" name="pg1971">
                <a:extLst>
                  <a:ext uri="{FF2B5EF4-FFF2-40B4-BE49-F238E27FC236}">
                    <a16:creationId xmlns:a16="http://schemas.microsoft.com/office/drawing/2014/main" id="{07DFC58F-EEBA-0FD6-6337-E8E0EBD9503A}"/>
                  </a:ext>
                </a:extLst>
              </p:cNvPr>
              <p:cNvSpPr/>
              <p:nvPr/>
            </p:nvSpPr>
            <p:spPr>
              <a:xfrm>
                <a:off x="4996859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2" name="pg1972">
                <a:extLst>
                  <a:ext uri="{FF2B5EF4-FFF2-40B4-BE49-F238E27FC236}">
                    <a16:creationId xmlns:a16="http://schemas.microsoft.com/office/drawing/2014/main" id="{273698D1-D9F4-75B8-AB4B-83553A175053}"/>
                  </a:ext>
                </a:extLst>
              </p:cNvPr>
              <p:cNvSpPr/>
              <p:nvPr/>
            </p:nvSpPr>
            <p:spPr>
              <a:xfrm>
                <a:off x="5008496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3" name="pg1973">
                <a:extLst>
                  <a:ext uri="{FF2B5EF4-FFF2-40B4-BE49-F238E27FC236}">
                    <a16:creationId xmlns:a16="http://schemas.microsoft.com/office/drawing/2014/main" id="{6ED30A23-D88D-F014-F064-F19DF41B826A}"/>
                  </a:ext>
                </a:extLst>
              </p:cNvPr>
              <p:cNvSpPr/>
              <p:nvPr/>
            </p:nvSpPr>
            <p:spPr>
              <a:xfrm>
                <a:off x="5020133" y="41807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4" name="pg1974">
                <a:extLst>
                  <a:ext uri="{FF2B5EF4-FFF2-40B4-BE49-F238E27FC236}">
                    <a16:creationId xmlns:a16="http://schemas.microsoft.com/office/drawing/2014/main" id="{0E0D7E24-60D2-21E3-B64A-74A05D8EE385}"/>
                  </a:ext>
                </a:extLst>
              </p:cNvPr>
              <p:cNvSpPr/>
              <p:nvPr/>
            </p:nvSpPr>
            <p:spPr>
              <a:xfrm>
                <a:off x="4915397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5" name="pg1975">
                <a:extLst>
                  <a:ext uri="{FF2B5EF4-FFF2-40B4-BE49-F238E27FC236}">
                    <a16:creationId xmlns:a16="http://schemas.microsoft.com/office/drawing/2014/main" id="{6B2493EF-22B8-47F8-033E-39376A027C6F}"/>
                  </a:ext>
                </a:extLst>
              </p:cNvPr>
              <p:cNvSpPr/>
              <p:nvPr/>
            </p:nvSpPr>
            <p:spPr>
              <a:xfrm>
                <a:off x="4927035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4">
                  <a:alpha val="100000"/>
                </a:srgbClr>
              </a:solidFill>
              <a:ln w="5420" cap="flat">
                <a:solidFill>
                  <a:srgbClr val="3A7D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6" name="pg1976">
                <a:extLst>
                  <a:ext uri="{FF2B5EF4-FFF2-40B4-BE49-F238E27FC236}">
                    <a16:creationId xmlns:a16="http://schemas.microsoft.com/office/drawing/2014/main" id="{32EC6496-A43F-86F0-963A-FC4225014B95}"/>
                  </a:ext>
                </a:extLst>
              </p:cNvPr>
              <p:cNvSpPr/>
              <p:nvPr/>
            </p:nvSpPr>
            <p:spPr>
              <a:xfrm>
                <a:off x="4938672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7" name="pg1977">
                <a:extLst>
                  <a:ext uri="{FF2B5EF4-FFF2-40B4-BE49-F238E27FC236}">
                    <a16:creationId xmlns:a16="http://schemas.microsoft.com/office/drawing/2014/main" id="{47906551-4DB9-18B0-1A0B-65227095F1B9}"/>
                  </a:ext>
                </a:extLst>
              </p:cNvPr>
              <p:cNvSpPr/>
              <p:nvPr/>
            </p:nvSpPr>
            <p:spPr>
              <a:xfrm>
                <a:off x="4950309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8" name="pg1978">
                <a:extLst>
                  <a:ext uri="{FF2B5EF4-FFF2-40B4-BE49-F238E27FC236}">
                    <a16:creationId xmlns:a16="http://schemas.microsoft.com/office/drawing/2014/main" id="{39BE9263-A2F1-ABB1-1B30-31823BF06F9D}"/>
                  </a:ext>
                </a:extLst>
              </p:cNvPr>
              <p:cNvSpPr/>
              <p:nvPr/>
            </p:nvSpPr>
            <p:spPr>
              <a:xfrm>
                <a:off x="4961947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79" name="pg1979">
                <a:extLst>
                  <a:ext uri="{FF2B5EF4-FFF2-40B4-BE49-F238E27FC236}">
                    <a16:creationId xmlns:a16="http://schemas.microsoft.com/office/drawing/2014/main" id="{886BC4F4-42D8-3E9A-A98B-0D0A73260BFD}"/>
                  </a:ext>
                </a:extLst>
              </p:cNvPr>
              <p:cNvSpPr/>
              <p:nvPr/>
            </p:nvSpPr>
            <p:spPr>
              <a:xfrm>
                <a:off x="4973584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0" name="pg1980">
                <a:extLst>
                  <a:ext uri="{FF2B5EF4-FFF2-40B4-BE49-F238E27FC236}">
                    <a16:creationId xmlns:a16="http://schemas.microsoft.com/office/drawing/2014/main" id="{A6C1D670-56A9-6642-F227-62A579C00ACD}"/>
                  </a:ext>
                </a:extLst>
              </p:cNvPr>
              <p:cNvSpPr/>
              <p:nvPr/>
            </p:nvSpPr>
            <p:spPr>
              <a:xfrm>
                <a:off x="4985221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1" name="pg1981">
                <a:extLst>
                  <a:ext uri="{FF2B5EF4-FFF2-40B4-BE49-F238E27FC236}">
                    <a16:creationId xmlns:a16="http://schemas.microsoft.com/office/drawing/2014/main" id="{EA19AF52-5251-5ACF-0276-57B26C7AF6D0}"/>
                  </a:ext>
                </a:extLst>
              </p:cNvPr>
              <p:cNvSpPr/>
              <p:nvPr/>
            </p:nvSpPr>
            <p:spPr>
              <a:xfrm>
                <a:off x="4996859" y="419507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2" name="pg1982">
                <a:extLst>
                  <a:ext uri="{FF2B5EF4-FFF2-40B4-BE49-F238E27FC236}">
                    <a16:creationId xmlns:a16="http://schemas.microsoft.com/office/drawing/2014/main" id="{3A48924E-33FA-1B81-8FCA-16AF7DB77A62}"/>
                  </a:ext>
                </a:extLst>
              </p:cNvPr>
              <p:cNvSpPr/>
              <p:nvPr/>
            </p:nvSpPr>
            <p:spPr>
              <a:xfrm>
                <a:off x="4892123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3" name="pg1983">
                <a:extLst>
                  <a:ext uri="{FF2B5EF4-FFF2-40B4-BE49-F238E27FC236}">
                    <a16:creationId xmlns:a16="http://schemas.microsoft.com/office/drawing/2014/main" id="{4A9A21E5-63D6-B87A-4F69-1146B77E93A5}"/>
                  </a:ext>
                </a:extLst>
              </p:cNvPr>
              <p:cNvSpPr/>
              <p:nvPr/>
            </p:nvSpPr>
            <p:spPr>
              <a:xfrm>
                <a:off x="4903760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4" name="pg1984">
                <a:extLst>
                  <a:ext uri="{FF2B5EF4-FFF2-40B4-BE49-F238E27FC236}">
                    <a16:creationId xmlns:a16="http://schemas.microsoft.com/office/drawing/2014/main" id="{23FA13AC-D1E6-378D-3243-114D4064D8A8}"/>
                  </a:ext>
                </a:extLst>
              </p:cNvPr>
              <p:cNvSpPr/>
              <p:nvPr/>
            </p:nvSpPr>
            <p:spPr>
              <a:xfrm>
                <a:off x="4915397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5" name="pg1985">
                <a:extLst>
                  <a:ext uri="{FF2B5EF4-FFF2-40B4-BE49-F238E27FC236}">
                    <a16:creationId xmlns:a16="http://schemas.microsoft.com/office/drawing/2014/main" id="{E0CD032A-9129-B45A-7CDD-8540669D835C}"/>
                  </a:ext>
                </a:extLst>
              </p:cNvPr>
              <p:cNvSpPr/>
              <p:nvPr/>
            </p:nvSpPr>
            <p:spPr>
              <a:xfrm>
                <a:off x="4927035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6" name="pg1986">
                <a:extLst>
                  <a:ext uri="{FF2B5EF4-FFF2-40B4-BE49-F238E27FC236}">
                    <a16:creationId xmlns:a16="http://schemas.microsoft.com/office/drawing/2014/main" id="{FCDEA943-1781-3A92-3F24-B26C9B598673}"/>
                  </a:ext>
                </a:extLst>
              </p:cNvPr>
              <p:cNvSpPr/>
              <p:nvPr/>
            </p:nvSpPr>
            <p:spPr>
              <a:xfrm>
                <a:off x="4938672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7" name="pg1987">
                <a:extLst>
                  <a:ext uri="{FF2B5EF4-FFF2-40B4-BE49-F238E27FC236}">
                    <a16:creationId xmlns:a16="http://schemas.microsoft.com/office/drawing/2014/main" id="{7BFF6C4E-D1E2-7210-C819-578C5BB9B8FF}"/>
                  </a:ext>
                </a:extLst>
              </p:cNvPr>
              <p:cNvSpPr/>
              <p:nvPr/>
            </p:nvSpPr>
            <p:spPr>
              <a:xfrm>
                <a:off x="4950309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8" name="pg1988">
                <a:extLst>
                  <a:ext uri="{FF2B5EF4-FFF2-40B4-BE49-F238E27FC236}">
                    <a16:creationId xmlns:a16="http://schemas.microsoft.com/office/drawing/2014/main" id="{ADB87510-0EEE-F36A-9AA6-ADCC0F9C38BB}"/>
                  </a:ext>
                </a:extLst>
              </p:cNvPr>
              <p:cNvSpPr/>
              <p:nvPr/>
            </p:nvSpPr>
            <p:spPr>
              <a:xfrm>
                <a:off x="4961947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89" name="pg1989">
                <a:extLst>
                  <a:ext uri="{FF2B5EF4-FFF2-40B4-BE49-F238E27FC236}">
                    <a16:creationId xmlns:a16="http://schemas.microsoft.com/office/drawing/2014/main" id="{C3E3E137-92E9-3ADB-92A8-7424655CBD84}"/>
                  </a:ext>
                </a:extLst>
              </p:cNvPr>
              <p:cNvSpPr/>
              <p:nvPr/>
            </p:nvSpPr>
            <p:spPr>
              <a:xfrm>
                <a:off x="4973584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3">
                  <a:alpha val="100000"/>
                </a:srgbClr>
              </a:solidFill>
              <a:ln w="5420" cap="flat">
                <a:solidFill>
                  <a:srgbClr val="3A7D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0" name="pg1990">
                <a:extLst>
                  <a:ext uri="{FF2B5EF4-FFF2-40B4-BE49-F238E27FC236}">
                    <a16:creationId xmlns:a16="http://schemas.microsoft.com/office/drawing/2014/main" id="{7965B053-10CF-A96D-15B9-6A41782F20C6}"/>
                  </a:ext>
                </a:extLst>
              </p:cNvPr>
              <p:cNvSpPr/>
              <p:nvPr/>
            </p:nvSpPr>
            <p:spPr>
              <a:xfrm>
                <a:off x="4985221" y="420937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1" name="pg1991">
                <a:extLst>
                  <a:ext uri="{FF2B5EF4-FFF2-40B4-BE49-F238E27FC236}">
                    <a16:creationId xmlns:a16="http://schemas.microsoft.com/office/drawing/2014/main" id="{86DF2599-74A7-9BAB-C1D8-143D9FF0C1F4}"/>
                  </a:ext>
                </a:extLst>
              </p:cNvPr>
              <p:cNvSpPr/>
              <p:nvPr/>
            </p:nvSpPr>
            <p:spPr>
              <a:xfrm>
                <a:off x="4857211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2" name="pg1992">
                <a:extLst>
                  <a:ext uri="{FF2B5EF4-FFF2-40B4-BE49-F238E27FC236}">
                    <a16:creationId xmlns:a16="http://schemas.microsoft.com/office/drawing/2014/main" id="{C3587560-79A6-EAEF-7B6E-F9E001FD6874}"/>
                  </a:ext>
                </a:extLst>
              </p:cNvPr>
              <p:cNvSpPr/>
              <p:nvPr/>
            </p:nvSpPr>
            <p:spPr>
              <a:xfrm>
                <a:off x="4868848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3" name="pg1993">
                <a:extLst>
                  <a:ext uri="{FF2B5EF4-FFF2-40B4-BE49-F238E27FC236}">
                    <a16:creationId xmlns:a16="http://schemas.microsoft.com/office/drawing/2014/main" id="{16D8A201-C511-2044-8E97-42A4C49E52CC}"/>
                  </a:ext>
                </a:extLst>
              </p:cNvPr>
              <p:cNvSpPr/>
              <p:nvPr/>
            </p:nvSpPr>
            <p:spPr>
              <a:xfrm>
                <a:off x="4880485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4" name="pg1994">
                <a:extLst>
                  <a:ext uri="{FF2B5EF4-FFF2-40B4-BE49-F238E27FC236}">
                    <a16:creationId xmlns:a16="http://schemas.microsoft.com/office/drawing/2014/main" id="{BBBCD2A0-F0E2-5DDE-8489-7D4375BCE7CF}"/>
                  </a:ext>
                </a:extLst>
              </p:cNvPr>
              <p:cNvSpPr/>
              <p:nvPr/>
            </p:nvSpPr>
            <p:spPr>
              <a:xfrm>
                <a:off x="4892123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5" name="pg1995">
                <a:extLst>
                  <a:ext uri="{FF2B5EF4-FFF2-40B4-BE49-F238E27FC236}">
                    <a16:creationId xmlns:a16="http://schemas.microsoft.com/office/drawing/2014/main" id="{D5011131-CA07-9396-45D7-A316DCA29B4F}"/>
                  </a:ext>
                </a:extLst>
              </p:cNvPr>
              <p:cNvSpPr/>
              <p:nvPr/>
            </p:nvSpPr>
            <p:spPr>
              <a:xfrm>
                <a:off x="4903760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6" name="pg1996">
                <a:extLst>
                  <a:ext uri="{FF2B5EF4-FFF2-40B4-BE49-F238E27FC236}">
                    <a16:creationId xmlns:a16="http://schemas.microsoft.com/office/drawing/2014/main" id="{78FCDB2D-63B1-76B6-B9E8-99EBCF9355D2}"/>
                  </a:ext>
                </a:extLst>
              </p:cNvPr>
              <p:cNvSpPr/>
              <p:nvPr/>
            </p:nvSpPr>
            <p:spPr>
              <a:xfrm>
                <a:off x="4915397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7" name="pg1997">
                <a:extLst>
                  <a:ext uri="{FF2B5EF4-FFF2-40B4-BE49-F238E27FC236}">
                    <a16:creationId xmlns:a16="http://schemas.microsoft.com/office/drawing/2014/main" id="{2F96BDA7-710A-9A99-DE3D-5BF2E78CCFA9}"/>
                  </a:ext>
                </a:extLst>
              </p:cNvPr>
              <p:cNvSpPr/>
              <p:nvPr/>
            </p:nvSpPr>
            <p:spPr>
              <a:xfrm>
                <a:off x="4927035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8" name="pg1998">
                <a:extLst>
                  <a:ext uri="{FF2B5EF4-FFF2-40B4-BE49-F238E27FC236}">
                    <a16:creationId xmlns:a16="http://schemas.microsoft.com/office/drawing/2014/main" id="{DF8FA414-759C-DBDA-C638-761ACF6341EA}"/>
                  </a:ext>
                </a:extLst>
              </p:cNvPr>
              <p:cNvSpPr/>
              <p:nvPr/>
            </p:nvSpPr>
            <p:spPr>
              <a:xfrm>
                <a:off x="4938672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1999" name="pg1999">
                <a:extLst>
                  <a:ext uri="{FF2B5EF4-FFF2-40B4-BE49-F238E27FC236}">
                    <a16:creationId xmlns:a16="http://schemas.microsoft.com/office/drawing/2014/main" id="{9A7DBD92-C2B6-02B6-1572-DFDBF1F00E73}"/>
                  </a:ext>
                </a:extLst>
              </p:cNvPr>
              <p:cNvSpPr/>
              <p:nvPr/>
            </p:nvSpPr>
            <p:spPr>
              <a:xfrm>
                <a:off x="4950309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0" name="pg2000">
                <a:extLst>
                  <a:ext uri="{FF2B5EF4-FFF2-40B4-BE49-F238E27FC236}">
                    <a16:creationId xmlns:a16="http://schemas.microsoft.com/office/drawing/2014/main" id="{AE4E579F-AA19-CD4A-34D0-040873C70ED6}"/>
                  </a:ext>
                </a:extLst>
              </p:cNvPr>
              <p:cNvSpPr/>
              <p:nvPr/>
            </p:nvSpPr>
            <p:spPr>
              <a:xfrm>
                <a:off x="4961947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1" name="pg2001">
                <a:extLst>
                  <a:ext uri="{FF2B5EF4-FFF2-40B4-BE49-F238E27FC236}">
                    <a16:creationId xmlns:a16="http://schemas.microsoft.com/office/drawing/2014/main" id="{8C5F74AA-1682-39F0-ED29-787E1F0E49A7}"/>
                  </a:ext>
                </a:extLst>
              </p:cNvPr>
              <p:cNvSpPr/>
              <p:nvPr/>
            </p:nvSpPr>
            <p:spPr>
              <a:xfrm>
                <a:off x="4973584" y="42236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2" name="pg2002">
                <a:extLst>
                  <a:ext uri="{FF2B5EF4-FFF2-40B4-BE49-F238E27FC236}">
                    <a16:creationId xmlns:a16="http://schemas.microsoft.com/office/drawing/2014/main" id="{86A02013-7E9D-BF9F-C868-6D12141B5A7C}"/>
                  </a:ext>
                </a:extLst>
              </p:cNvPr>
              <p:cNvSpPr/>
              <p:nvPr/>
            </p:nvSpPr>
            <p:spPr>
              <a:xfrm>
                <a:off x="4833936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3" name="pg2003">
                <a:extLst>
                  <a:ext uri="{FF2B5EF4-FFF2-40B4-BE49-F238E27FC236}">
                    <a16:creationId xmlns:a16="http://schemas.microsoft.com/office/drawing/2014/main" id="{D29CBD52-8ED4-057F-E37B-6704212D23C1}"/>
                  </a:ext>
                </a:extLst>
              </p:cNvPr>
              <p:cNvSpPr/>
              <p:nvPr/>
            </p:nvSpPr>
            <p:spPr>
              <a:xfrm>
                <a:off x="4845573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4" name="pg2004">
                <a:extLst>
                  <a:ext uri="{FF2B5EF4-FFF2-40B4-BE49-F238E27FC236}">
                    <a16:creationId xmlns:a16="http://schemas.microsoft.com/office/drawing/2014/main" id="{8AE057C5-C3E9-7EEC-F696-0DAD2BFC6B34}"/>
                  </a:ext>
                </a:extLst>
              </p:cNvPr>
              <p:cNvSpPr/>
              <p:nvPr/>
            </p:nvSpPr>
            <p:spPr>
              <a:xfrm>
                <a:off x="4857211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5" name="pg2005">
                <a:extLst>
                  <a:ext uri="{FF2B5EF4-FFF2-40B4-BE49-F238E27FC236}">
                    <a16:creationId xmlns:a16="http://schemas.microsoft.com/office/drawing/2014/main" id="{4143EE78-A7DC-43A3-ADF6-B6E32ACAF313}"/>
                  </a:ext>
                </a:extLst>
              </p:cNvPr>
              <p:cNvSpPr/>
              <p:nvPr/>
            </p:nvSpPr>
            <p:spPr>
              <a:xfrm>
                <a:off x="4868848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FA7">
                  <a:alpha val="100000"/>
                </a:srgbClr>
              </a:solidFill>
              <a:ln w="5420" cap="flat">
                <a:solidFill>
                  <a:srgbClr val="378F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6" name="pg2006">
                <a:extLst>
                  <a:ext uri="{FF2B5EF4-FFF2-40B4-BE49-F238E27FC236}">
                    <a16:creationId xmlns:a16="http://schemas.microsoft.com/office/drawing/2014/main" id="{009D7671-4729-C2F7-4A30-D772CFF2BD0E}"/>
                  </a:ext>
                </a:extLst>
              </p:cNvPr>
              <p:cNvSpPr/>
              <p:nvPr/>
            </p:nvSpPr>
            <p:spPr>
              <a:xfrm>
                <a:off x="4880485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7" name="pg2007">
                <a:extLst>
                  <a:ext uri="{FF2B5EF4-FFF2-40B4-BE49-F238E27FC236}">
                    <a16:creationId xmlns:a16="http://schemas.microsoft.com/office/drawing/2014/main" id="{71A60F94-14D5-7235-7E39-BBB5B10C3665}"/>
                  </a:ext>
                </a:extLst>
              </p:cNvPr>
              <p:cNvSpPr/>
              <p:nvPr/>
            </p:nvSpPr>
            <p:spPr>
              <a:xfrm>
                <a:off x="4892123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8" name="pg2008">
                <a:extLst>
                  <a:ext uri="{FF2B5EF4-FFF2-40B4-BE49-F238E27FC236}">
                    <a16:creationId xmlns:a16="http://schemas.microsoft.com/office/drawing/2014/main" id="{72ECDA80-C0E7-98AB-97D6-5A9B918768FC}"/>
                  </a:ext>
                </a:extLst>
              </p:cNvPr>
              <p:cNvSpPr/>
              <p:nvPr/>
            </p:nvSpPr>
            <p:spPr>
              <a:xfrm>
                <a:off x="4903760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FA4">
                  <a:alpha val="100000"/>
                </a:srgbClr>
              </a:solidFill>
              <a:ln w="5420" cap="flat">
                <a:solidFill>
                  <a:srgbClr val="3A7F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09" name="pg2009">
                <a:extLst>
                  <a:ext uri="{FF2B5EF4-FFF2-40B4-BE49-F238E27FC236}">
                    <a16:creationId xmlns:a16="http://schemas.microsoft.com/office/drawing/2014/main" id="{57A861A2-5592-0641-6CC6-0D6D615AEE11}"/>
                  </a:ext>
                </a:extLst>
              </p:cNvPr>
              <p:cNvSpPr/>
              <p:nvPr/>
            </p:nvSpPr>
            <p:spPr>
              <a:xfrm>
                <a:off x="4915397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0" name="pg2010">
                <a:extLst>
                  <a:ext uri="{FF2B5EF4-FFF2-40B4-BE49-F238E27FC236}">
                    <a16:creationId xmlns:a16="http://schemas.microsoft.com/office/drawing/2014/main" id="{2007EFF7-4411-E1C3-7E2F-355A194AB1BE}"/>
                  </a:ext>
                </a:extLst>
              </p:cNvPr>
              <p:cNvSpPr/>
              <p:nvPr/>
            </p:nvSpPr>
            <p:spPr>
              <a:xfrm>
                <a:off x="4927035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9A3">
                  <a:alpha val="100000"/>
                </a:srgbClr>
              </a:solidFill>
              <a:ln w="5420" cap="flat">
                <a:solidFill>
                  <a:srgbClr val="3A79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1" name="pg2011">
                <a:extLst>
                  <a:ext uri="{FF2B5EF4-FFF2-40B4-BE49-F238E27FC236}">
                    <a16:creationId xmlns:a16="http://schemas.microsoft.com/office/drawing/2014/main" id="{82DFE07A-2765-1E64-8FE3-D5FBC6ED2D05}"/>
                  </a:ext>
                </a:extLst>
              </p:cNvPr>
              <p:cNvSpPr/>
              <p:nvPr/>
            </p:nvSpPr>
            <p:spPr>
              <a:xfrm>
                <a:off x="4938672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2" name="pg2012">
                <a:extLst>
                  <a:ext uri="{FF2B5EF4-FFF2-40B4-BE49-F238E27FC236}">
                    <a16:creationId xmlns:a16="http://schemas.microsoft.com/office/drawing/2014/main" id="{3B719D47-A5CA-929C-6214-3508DEED7949}"/>
                  </a:ext>
                </a:extLst>
              </p:cNvPr>
              <p:cNvSpPr/>
              <p:nvPr/>
            </p:nvSpPr>
            <p:spPr>
              <a:xfrm>
                <a:off x="4950309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3" name="pg2013">
                <a:extLst>
                  <a:ext uri="{FF2B5EF4-FFF2-40B4-BE49-F238E27FC236}">
                    <a16:creationId xmlns:a16="http://schemas.microsoft.com/office/drawing/2014/main" id="{130789B1-81F1-64B4-BE5E-65A05A32F86C}"/>
                  </a:ext>
                </a:extLst>
              </p:cNvPr>
              <p:cNvSpPr/>
              <p:nvPr/>
            </p:nvSpPr>
            <p:spPr>
              <a:xfrm>
                <a:off x="4961947" y="423797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4" name="pg2014">
                <a:extLst>
                  <a:ext uri="{FF2B5EF4-FFF2-40B4-BE49-F238E27FC236}">
                    <a16:creationId xmlns:a16="http://schemas.microsoft.com/office/drawing/2014/main" id="{046A84BC-20E6-9178-0505-7DE0C04E6C26}"/>
                  </a:ext>
                </a:extLst>
              </p:cNvPr>
              <p:cNvSpPr/>
              <p:nvPr/>
            </p:nvSpPr>
            <p:spPr>
              <a:xfrm>
                <a:off x="4822299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BAA">
                  <a:alpha val="100000"/>
                </a:srgbClr>
              </a:solidFill>
              <a:ln w="5420" cap="flat">
                <a:solidFill>
                  <a:srgbClr val="48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5" name="pg2015">
                <a:extLst>
                  <a:ext uri="{FF2B5EF4-FFF2-40B4-BE49-F238E27FC236}">
                    <a16:creationId xmlns:a16="http://schemas.microsoft.com/office/drawing/2014/main" id="{427ADA18-9BD3-A2B2-99FE-DE88DD855BDD}"/>
                  </a:ext>
                </a:extLst>
              </p:cNvPr>
              <p:cNvSpPr/>
              <p:nvPr/>
            </p:nvSpPr>
            <p:spPr>
              <a:xfrm>
                <a:off x="4833936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6" name="pg2016">
                <a:extLst>
                  <a:ext uri="{FF2B5EF4-FFF2-40B4-BE49-F238E27FC236}">
                    <a16:creationId xmlns:a16="http://schemas.microsoft.com/office/drawing/2014/main" id="{2737F0F3-29A5-0C49-5C1C-7ACB52204F3A}"/>
                  </a:ext>
                </a:extLst>
              </p:cNvPr>
              <p:cNvSpPr/>
              <p:nvPr/>
            </p:nvSpPr>
            <p:spPr>
              <a:xfrm>
                <a:off x="4845573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7" name="pg2017">
                <a:extLst>
                  <a:ext uri="{FF2B5EF4-FFF2-40B4-BE49-F238E27FC236}">
                    <a16:creationId xmlns:a16="http://schemas.microsoft.com/office/drawing/2014/main" id="{FC768808-1EC6-D3F8-9ED9-8302D00CC4D3}"/>
                  </a:ext>
                </a:extLst>
              </p:cNvPr>
              <p:cNvSpPr/>
              <p:nvPr/>
            </p:nvSpPr>
            <p:spPr>
              <a:xfrm>
                <a:off x="4857211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8" name="pg2018">
                <a:extLst>
                  <a:ext uri="{FF2B5EF4-FFF2-40B4-BE49-F238E27FC236}">
                    <a16:creationId xmlns:a16="http://schemas.microsoft.com/office/drawing/2014/main" id="{FAFA6D5E-8210-FB2F-9355-0491F6B7CFB3}"/>
                  </a:ext>
                </a:extLst>
              </p:cNvPr>
              <p:cNvSpPr/>
              <p:nvPr/>
            </p:nvSpPr>
            <p:spPr>
              <a:xfrm>
                <a:off x="4868848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19" name="pg2019">
                <a:extLst>
                  <a:ext uri="{FF2B5EF4-FFF2-40B4-BE49-F238E27FC236}">
                    <a16:creationId xmlns:a16="http://schemas.microsoft.com/office/drawing/2014/main" id="{A295965C-2754-CC4D-057E-59E2046A96CC}"/>
                  </a:ext>
                </a:extLst>
              </p:cNvPr>
              <p:cNvSpPr/>
              <p:nvPr/>
            </p:nvSpPr>
            <p:spPr>
              <a:xfrm>
                <a:off x="4880485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0" name="pg2020">
                <a:extLst>
                  <a:ext uri="{FF2B5EF4-FFF2-40B4-BE49-F238E27FC236}">
                    <a16:creationId xmlns:a16="http://schemas.microsoft.com/office/drawing/2014/main" id="{87E59C66-EE0F-99C8-0386-9C9D169EB540}"/>
                  </a:ext>
                </a:extLst>
              </p:cNvPr>
              <p:cNvSpPr/>
              <p:nvPr/>
            </p:nvSpPr>
            <p:spPr>
              <a:xfrm>
                <a:off x="4892123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6A5">
                  <a:alpha val="100000"/>
                </a:srgbClr>
              </a:solidFill>
              <a:ln w="5420" cap="flat">
                <a:solidFill>
                  <a:srgbClr val="3986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1" name="pg2021">
                <a:extLst>
                  <a:ext uri="{FF2B5EF4-FFF2-40B4-BE49-F238E27FC236}">
                    <a16:creationId xmlns:a16="http://schemas.microsoft.com/office/drawing/2014/main" id="{A03D45B5-BCA4-7C46-50DA-9604CEFF0F61}"/>
                  </a:ext>
                </a:extLst>
              </p:cNvPr>
              <p:cNvSpPr/>
              <p:nvPr/>
            </p:nvSpPr>
            <p:spPr>
              <a:xfrm>
                <a:off x="4903760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2" name="pg2022">
                <a:extLst>
                  <a:ext uri="{FF2B5EF4-FFF2-40B4-BE49-F238E27FC236}">
                    <a16:creationId xmlns:a16="http://schemas.microsoft.com/office/drawing/2014/main" id="{8B177C17-CA4A-0350-189E-4D935657A5EA}"/>
                  </a:ext>
                </a:extLst>
              </p:cNvPr>
              <p:cNvSpPr/>
              <p:nvPr/>
            </p:nvSpPr>
            <p:spPr>
              <a:xfrm>
                <a:off x="4915397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DA4">
                  <a:alpha val="100000"/>
                </a:srgbClr>
              </a:solidFill>
              <a:ln w="5420" cap="flat">
                <a:solidFill>
                  <a:srgbClr val="3A7D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3" name="pg2023">
                <a:extLst>
                  <a:ext uri="{FF2B5EF4-FFF2-40B4-BE49-F238E27FC236}">
                    <a16:creationId xmlns:a16="http://schemas.microsoft.com/office/drawing/2014/main" id="{5CA5E736-3EA3-978D-44B6-A877F00D8296}"/>
                  </a:ext>
                </a:extLst>
              </p:cNvPr>
              <p:cNvSpPr/>
              <p:nvPr/>
            </p:nvSpPr>
            <p:spPr>
              <a:xfrm>
                <a:off x="4927035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4" name="pg2024">
                <a:extLst>
                  <a:ext uri="{FF2B5EF4-FFF2-40B4-BE49-F238E27FC236}">
                    <a16:creationId xmlns:a16="http://schemas.microsoft.com/office/drawing/2014/main" id="{D282BE64-BDA9-A720-66C3-1DE494C4A385}"/>
                  </a:ext>
                </a:extLst>
              </p:cNvPr>
              <p:cNvSpPr/>
              <p:nvPr/>
            </p:nvSpPr>
            <p:spPr>
              <a:xfrm>
                <a:off x="4938672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5" name="pg2025">
                <a:extLst>
                  <a:ext uri="{FF2B5EF4-FFF2-40B4-BE49-F238E27FC236}">
                    <a16:creationId xmlns:a16="http://schemas.microsoft.com/office/drawing/2014/main" id="{FEAF83C9-CECA-8EF1-BEC6-3D7CF3D5CB73}"/>
                  </a:ext>
                </a:extLst>
              </p:cNvPr>
              <p:cNvSpPr/>
              <p:nvPr/>
            </p:nvSpPr>
            <p:spPr>
              <a:xfrm>
                <a:off x="4950309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6" name="pg2026">
                <a:extLst>
                  <a:ext uri="{FF2B5EF4-FFF2-40B4-BE49-F238E27FC236}">
                    <a16:creationId xmlns:a16="http://schemas.microsoft.com/office/drawing/2014/main" id="{04C2C610-65ED-D443-AAF4-9959E25BC420}"/>
                  </a:ext>
                </a:extLst>
              </p:cNvPr>
              <p:cNvSpPr/>
              <p:nvPr/>
            </p:nvSpPr>
            <p:spPr>
              <a:xfrm>
                <a:off x="4961947" y="42522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7" name="pg2027">
                <a:extLst>
                  <a:ext uri="{FF2B5EF4-FFF2-40B4-BE49-F238E27FC236}">
                    <a16:creationId xmlns:a16="http://schemas.microsoft.com/office/drawing/2014/main" id="{BFA74AC4-8615-1CFE-A356-36C8167D6CE3}"/>
                  </a:ext>
                </a:extLst>
              </p:cNvPr>
              <p:cNvSpPr/>
              <p:nvPr/>
            </p:nvSpPr>
            <p:spPr>
              <a:xfrm>
                <a:off x="4810661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8" name="pg2028">
                <a:extLst>
                  <a:ext uri="{FF2B5EF4-FFF2-40B4-BE49-F238E27FC236}">
                    <a16:creationId xmlns:a16="http://schemas.microsoft.com/office/drawing/2014/main" id="{6D7E5D3B-2567-7880-02A0-5AAC615E1BB6}"/>
                  </a:ext>
                </a:extLst>
              </p:cNvPr>
              <p:cNvSpPr/>
              <p:nvPr/>
            </p:nvSpPr>
            <p:spPr>
              <a:xfrm>
                <a:off x="4822299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29" name="pg2029">
                <a:extLst>
                  <a:ext uri="{FF2B5EF4-FFF2-40B4-BE49-F238E27FC236}">
                    <a16:creationId xmlns:a16="http://schemas.microsoft.com/office/drawing/2014/main" id="{6C240036-2A74-A4AA-1C5B-7B476938D9C9}"/>
                  </a:ext>
                </a:extLst>
              </p:cNvPr>
              <p:cNvSpPr/>
              <p:nvPr/>
            </p:nvSpPr>
            <p:spPr>
              <a:xfrm>
                <a:off x="4833936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0" name="pg2030">
                <a:extLst>
                  <a:ext uri="{FF2B5EF4-FFF2-40B4-BE49-F238E27FC236}">
                    <a16:creationId xmlns:a16="http://schemas.microsoft.com/office/drawing/2014/main" id="{B19D06C4-95F3-FD5D-0D19-5578925C8225}"/>
                  </a:ext>
                </a:extLst>
              </p:cNvPr>
              <p:cNvSpPr/>
              <p:nvPr/>
            </p:nvSpPr>
            <p:spPr>
              <a:xfrm>
                <a:off x="4845573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1" name="pg2031">
                <a:extLst>
                  <a:ext uri="{FF2B5EF4-FFF2-40B4-BE49-F238E27FC236}">
                    <a16:creationId xmlns:a16="http://schemas.microsoft.com/office/drawing/2014/main" id="{EEA2F954-069E-F99C-DCB3-657843CC6919}"/>
                  </a:ext>
                </a:extLst>
              </p:cNvPr>
              <p:cNvSpPr/>
              <p:nvPr/>
            </p:nvSpPr>
            <p:spPr>
              <a:xfrm>
                <a:off x="4857211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2" name="pg2032">
                <a:extLst>
                  <a:ext uri="{FF2B5EF4-FFF2-40B4-BE49-F238E27FC236}">
                    <a16:creationId xmlns:a16="http://schemas.microsoft.com/office/drawing/2014/main" id="{401E4474-2D01-A8F6-1BCA-FA1A9B32E6D6}"/>
                  </a:ext>
                </a:extLst>
              </p:cNvPr>
              <p:cNvSpPr/>
              <p:nvPr/>
            </p:nvSpPr>
            <p:spPr>
              <a:xfrm>
                <a:off x="4868848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3" name="pg2033">
                <a:extLst>
                  <a:ext uri="{FF2B5EF4-FFF2-40B4-BE49-F238E27FC236}">
                    <a16:creationId xmlns:a16="http://schemas.microsoft.com/office/drawing/2014/main" id="{AC4F7388-EAD3-A776-387C-4F49D61F4E0C}"/>
                  </a:ext>
                </a:extLst>
              </p:cNvPr>
              <p:cNvSpPr/>
              <p:nvPr/>
            </p:nvSpPr>
            <p:spPr>
              <a:xfrm>
                <a:off x="4880485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4" name="pg2034">
                <a:extLst>
                  <a:ext uri="{FF2B5EF4-FFF2-40B4-BE49-F238E27FC236}">
                    <a16:creationId xmlns:a16="http://schemas.microsoft.com/office/drawing/2014/main" id="{F856D71B-B3B3-62F3-DDCC-1B4A288F86D1}"/>
                  </a:ext>
                </a:extLst>
              </p:cNvPr>
              <p:cNvSpPr/>
              <p:nvPr/>
            </p:nvSpPr>
            <p:spPr>
              <a:xfrm>
                <a:off x="4892123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9A6">
                  <a:alpha val="100000"/>
                </a:srgbClr>
              </a:solidFill>
              <a:ln w="5420" cap="flat">
                <a:solidFill>
                  <a:srgbClr val="3889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5" name="pg2035">
                <a:extLst>
                  <a:ext uri="{FF2B5EF4-FFF2-40B4-BE49-F238E27FC236}">
                    <a16:creationId xmlns:a16="http://schemas.microsoft.com/office/drawing/2014/main" id="{85DCCF73-AB0C-FE39-616B-31A2AB16AC2B}"/>
                  </a:ext>
                </a:extLst>
              </p:cNvPr>
              <p:cNvSpPr/>
              <p:nvPr/>
            </p:nvSpPr>
            <p:spPr>
              <a:xfrm>
                <a:off x="4903760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4A5">
                  <a:alpha val="100000"/>
                </a:srgbClr>
              </a:solidFill>
              <a:ln w="5420" cap="flat">
                <a:solidFill>
                  <a:srgbClr val="3984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6" name="pg2036">
                <a:extLst>
                  <a:ext uri="{FF2B5EF4-FFF2-40B4-BE49-F238E27FC236}">
                    <a16:creationId xmlns:a16="http://schemas.microsoft.com/office/drawing/2014/main" id="{A661FB8E-EA18-9A89-B733-4F8F4A9F2969}"/>
                  </a:ext>
                </a:extLst>
              </p:cNvPr>
              <p:cNvSpPr/>
              <p:nvPr/>
            </p:nvSpPr>
            <p:spPr>
              <a:xfrm>
                <a:off x="4915397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80A4">
                  <a:alpha val="100000"/>
                </a:srgbClr>
              </a:solidFill>
              <a:ln w="5420" cap="flat">
                <a:solidFill>
                  <a:srgbClr val="3A80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7" name="pg2037">
                <a:extLst>
                  <a:ext uri="{FF2B5EF4-FFF2-40B4-BE49-F238E27FC236}">
                    <a16:creationId xmlns:a16="http://schemas.microsoft.com/office/drawing/2014/main" id="{148B7F68-E276-B952-41B6-0FB6CD1B5D12}"/>
                  </a:ext>
                </a:extLst>
              </p:cNvPr>
              <p:cNvSpPr/>
              <p:nvPr/>
            </p:nvSpPr>
            <p:spPr>
              <a:xfrm>
                <a:off x="4927035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8" name="pg2038">
                <a:extLst>
                  <a:ext uri="{FF2B5EF4-FFF2-40B4-BE49-F238E27FC236}">
                    <a16:creationId xmlns:a16="http://schemas.microsoft.com/office/drawing/2014/main" id="{4258EF85-804F-469C-636F-AF62FB933C83}"/>
                  </a:ext>
                </a:extLst>
              </p:cNvPr>
              <p:cNvSpPr/>
              <p:nvPr/>
            </p:nvSpPr>
            <p:spPr>
              <a:xfrm>
                <a:off x="4938672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39" name="pg2039">
                <a:extLst>
                  <a:ext uri="{FF2B5EF4-FFF2-40B4-BE49-F238E27FC236}">
                    <a16:creationId xmlns:a16="http://schemas.microsoft.com/office/drawing/2014/main" id="{7FCD4A33-512C-E9DE-1C9B-0118D6521E46}"/>
                  </a:ext>
                </a:extLst>
              </p:cNvPr>
              <p:cNvSpPr/>
              <p:nvPr/>
            </p:nvSpPr>
            <p:spPr>
              <a:xfrm>
                <a:off x="4950309" y="426657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CA3">
                  <a:alpha val="100000"/>
                </a:srgbClr>
              </a:solidFill>
              <a:ln w="5420" cap="flat">
                <a:solidFill>
                  <a:srgbClr val="3A7C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0" name="pg2040">
                <a:extLst>
                  <a:ext uri="{FF2B5EF4-FFF2-40B4-BE49-F238E27FC236}">
                    <a16:creationId xmlns:a16="http://schemas.microsoft.com/office/drawing/2014/main" id="{DBA1F681-EBCF-615A-A8CD-4B23DF686622}"/>
                  </a:ext>
                </a:extLst>
              </p:cNvPr>
              <p:cNvSpPr/>
              <p:nvPr/>
            </p:nvSpPr>
            <p:spPr>
              <a:xfrm>
                <a:off x="4799024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1" name="pg2041">
                <a:extLst>
                  <a:ext uri="{FF2B5EF4-FFF2-40B4-BE49-F238E27FC236}">
                    <a16:creationId xmlns:a16="http://schemas.microsoft.com/office/drawing/2014/main" id="{8AB3E099-DADF-5052-750D-C96D62B6E7A8}"/>
                  </a:ext>
                </a:extLst>
              </p:cNvPr>
              <p:cNvSpPr/>
              <p:nvPr/>
            </p:nvSpPr>
            <p:spPr>
              <a:xfrm>
                <a:off x="4810661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2" name="pg2042">
                <a:extLst>
                  <a:ext uri="{FF2B5EF4-FFF2-40B4-BE49-F238E27FC236}">
                    <a16:creationId xmlns:a16="http://schemas.microsoft.com/office/drawing/2014/main" id="{6AB17FE5-4470-4910-178A-D5928DD6336C}"/>
                  </a:ext>
                </a:extLst>
              </p:cNvPr>
              <p:cNvSpPr/>
              <p:nvPr/>
            </p:nvSpPr>
            <p:spPr>
              <a:xfrm>
                <a:off x="4822299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3" name="pg2043">
                <a:extLst>
                  <a:ext uri="{FF2B5EF4-FFF2-40B4-BE49-F238E27FC236}">
                    <a16:creationId xmlns:a16="http://schemas.microsoft.com/office/drawing/2014/main" id="{2799CC75-46D6-F434-B29D-8E88B0170694}"/>
                  </a:ext>
                </a:extLst>
              </p:cNvPr>
              <p:cNvSpPr/>
              <p:nvPr/>
            </p:nvSpPr>
            <p:spPr>
              <a:xfrm>
                <a:off x="4833936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4AB">
                  <a:alpha val="100000"/>
                </a:srgbClr>
              </a:solidFill>
              <a:ln w="5420" cap="flat">
                <a:solidFill>
                  <a:srgbClr val="4F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4" name="pg2044">
                <a:extLst>
                  <a:ext uri="{FF2B5EF4-FFF2-40B4-BE49-F238E27FC236}">
                    <a16:creationId xmlns:a16="http://schemas.microsoft.com/office/drawing/2014/main" id="{2074099B-EE3E-D2BA-474C-CAC398C220C5}"/>
                  </a:ext>
                </a:extLst>
              </p:cNvPr>
              <p:cNvSpPr/>
              <p:nvPr/>
            </p:nvSpPr>
            <p:spPr>
              <a:xfrm>
                <a:off x="4845573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5" name="pg2045">
                <a:extLst>
                  <a:ext uri="{FF2B5EF4-FFF2-40B4-BE49-F238E27FC236}">
                    <a16:creationId xmlns:a16="http://schemas.microsoft.com/office/drawing/2014/main" id="{B229F616-63EE-5A60-1F64-0F20079E9F03}"/>
                  </a:ext>
                </a:extLst>
              </p:cNvPr>
              <p:cNvSpPr/>
              <p:nvPr/>
            </p:nvSpPr>
            <p:spPr>
              <a:xfrm>
                <a:off x="4857211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7AAAA">
                  <a:alpha val="100000"/>
                </a:srgbClr>
              </a:solidFill>
              <a:ln w="5420" cap="flat">
                <a:solidFill>
                  <a:srgbClr val="47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6" name="pg2046">
                <a:extLst>
                  <a:ext uri="{FF2B5EF4-FFF2-40B4-BE49-F238E27FC236}">
                    <a16:creationId xmlns:a16="http://schemas.microsoft.com/office/drawing/2014/main" id="{616A6E05-C4DD-BEE8-9EEB-DCDB5657C2C3}"/>
                  </a:ext>
                </a:extLst>
              </p:cNvPr>
              <p:cNvSpPr/>
              <p:nvPr/>
            </p:nvSpPr>
            <p:spPr>
              <a:xfrm>
                <a:off x="4868848" y="428087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7" name="pg2047">
                <a:extLst>
                  <a:ext uri="{FF2B5EF4-FFF2-40B4-BE49-F238E27FC236}">
                    <a16:creationId xmlns:a16="http://schemas.microsoft.com/office/drawing/2014/main" id="{E7DF48ED-5D25-8991-7703-77694BD93F8E}"/>
                  </a:ext>
                </a:extLst>
              </p:cNvPr>
              <p:cNvSpPr/>
              <p:nvPr/>
            </p:nvSpPr>
            <p:spPr>
              <a:xfrm>
                <a:off x="4787387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8" name="pg2048">
                <a:extLst>
                  <a:ext uri="{FF2B5EF4-FFF2-40B4-BE49-F238E27FC236}">
                    <a16:creationId xmlns:a16="http://schemas.microsoft.com/office/drawing/2014/main" id="{87342852-99B7-5F6A-6795-204B62F363C2}"/>
                  </a:ext>
                </a:extLst>
              </p:cNvPr>
              <p:cNvSpPr/>
              <p:nvPr/>
            </p:nvSpPr>
            <p:spPr>
              <a:xfrm>
                <a:off x="4799024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49" name="pg2049">
                <a:extLst>
                  <a:ext uri="{FF2B5EF4-FFF2-40B4-BE49-F238E27FC236}">
                    <a16:creationId xmlns:a16="http://schemas.microsoft.com/office/drawing/2014/main" id="{27AF2F82-C8E9-7916-CFD9-703FA69751AD}"/>
                  </a:ext>
                </a:extLst>
              </p:cNvPr>
              <p:cNvSpPr/>
              <p:nvPr/>
            </p:nvSpPr>
            <p:spPr>
              <a:xfrm>
                <a:off x="4810661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0" name="pg2050">
                <a:extLst>
                  <a:ext uri="{FF2B5EF4-FFF2-40B4-BE49-F238E27FC236}">
                    <a16:creationId xmlns:a16="http://schemas.microsoft.com/office/drawing/2014/main" id="{36416DC8-9113-ECF4-C700-7C586874B59B}"/>
                  </a:ext>
                </a:extLst>
              </p:cNvPr>
              <p:cNvSpPr/>
              <p:nvPr/>
            </p:nvSpPr>
            <p:spPr>
              <a:xfrm>
                <a:off x="4822299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1" name="pg2051">
                <a:extLst>
                  <a:ext uri="{FF2B5EF4-FFF2-40B4-BE49-F238E27FC236}">
                    <a16:creationId xmlns:a16="http://schemas.microsoft.com/office/drawing/2014/main" id="{5CAD128C-C63E-953F-48DF-D30D9340DF7F}"/>
                  </a:ext>
                </a:extLst>
              </p:cNvPr>
              <p:cNvSpPr/>
              <p:nvPr/>
            </p:nvSpPr>
            <p:spPr>
              <a:xfrm>
                <a:off x="4833936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2" name="pg2052">
                <a:extLst>
                  <a:ext uri="{FF2B5EF4-FFF2-40B4-BE49-F238E27FC236}">
                    <a16:creationId xmlns:a16="http://schemas.microsoft.com/office/drawing/2014/main" id="{14E3C9E3-F23E-0692-3670-FEF8D83C7ADC}"/>
                  </a:ext>
                </a:extLst>
              </p:cNvPr>
              <p:cNvSpPr/>
              <p:nvPr/>
            </p:nvSpPr>
            <p:spPr>
              <a:xfrm>
                <a:off x="4845573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3" name="pg2053">
                <a:extLst>
                  <a:ext uri="{FF2B5EF4-FFF2-40B4-BE49-F238E27FC236}">
                    <a16:creationId xmlns:a16="http://schemas.microsoft.com/office/drawing/2014/main" id="{676527A0-C699-BFE8-C62C-057C9FDF45C5}"/>
                  </a:ext>
                </a:extLst>
              </p:cNvPr>
              <p:cNvSpPr/>
              <p:nvPr/>
            </p:nvSpPr>
            <p:spPr>
              <a:xfrm>
                <a:off x="4857211" y="42951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4" name="pg2054">
                <a:extLst>
                  <a:ext uri="{FF2B5EF4-FFF2-40B4-BE49-F238E27FC236}">
                    <a16:creationId xmlns:a16="http://schemas.microsoft.com/office/drawing/2014/main" id="{38528416-AEF5-4FD7-0AEF-B1E5BB99CE87}"/>
                  </a:ext>
                </a:extLst>
              </p:cNvPr>
              <p:cNvSpPr/>
              <p:nvPr/>
            </p:nvSpPr>
            <p:spPr>
              <a:xfrm>
                <a:off x="4775749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5" name="pg2055">
                <a:extLst>
                  <a:ext uri="{FF2B5EF4-FFF2-40B4-BE49-F238E27FC236}">
                    <a16:creationId xmlns:a16="http://schemas.microsoft.com/office/drawing/2014/main" id="{7EB20D00-D5A0-C64A-3400-05A5826588D1}"/>
                  </a:ext>
                </a:extLst>
              </p:cNvPr>
              <p:cNvSpPr/>
              <p:nvPr/>
            </p:nvSpPr>
            <p:spPr>
              <a:xfrm>
                <a:off x="4787387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6" name="pg2056">
                <a:extLst>
                  <a:ext uri="{FF2B5EF4-FFF2-40B4-BE49-F238E27FC236}">
                    <a16:creationId xmlns:a16="http://schemas.microsoft.com/office/drawing/2014/main" id="{547D0661-6ED0-BC6A-5D18-25872D09F0F7}"/>
                  </a:ext>
                </a:extLst>
              </p:cNvPr>
              <p:cNvSpPr/>
              <p:nvPr/>
            </p:nvSpPr>
            <p:spPr>
              <a:xfrm>
                <a:off x="4799024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7" name="pg2057">
                <a:extLst>
                  <a:ext uri="{FF2B5EF4-FFF2-40B4-BE49-F238E27FC236}">
                    <a16:creationId xmlns:a16="http://schemas.microsoft.com/office/drawing/2014/main" id="{4F6BC172-8A3D-748E-0841-1B4C6D775412}"/>
                  </a:ext>
                </a:extLst>
              </p:cNvPr>
              <p:cNvSpPr/>
              <p:nvPr/>
            </p:nvSpPr>
            <p:spPr>
              <a:xfrm>
                <a:off x="4810661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8" name="pg2058">
                <a:extLst>
                  <a:ext uri="{FF2B5EF4-FFF2-40B4-BE49-F238E27FC236}">
                    <a16:creationId xmlns:a16="http://schemas.microsoft.com/office/drawing/2014/main" id="{8D44EEA2-BDB3-C589-60D4-5C466551E86A}"/>
                  </a:ext>
                </a:extLst>
              </p:cNvPr>
              <p:cNvSpPr/>
              <p:nvPr/>
            </p:nvSpPr>
            <p:spPr>
              <a:xfrm>
                <a:off x="4822299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59" name="pg2059">
                <a:extLst>
                  <a:ext uri="{FF2B5EF4-FFF2-40B4-BE49-F238E27FC236}">
                    <a16:creationId xmlns:a16="http://schemas.microsoft.com/office/drawing/2014/main" id="{3983B974-4B15-AA69-378F-DBB56AB3470A}"/>
                  </a:ext>
                </a:extLst>
              </p:cNvPr>
              <p:cNvSpPr/>
              <p:nvPr/>
            </p:nvSpPr>
            <p:spPr>
              <a:xfrm>
                <a:off x="4833936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0" name="pg2060">
                <a:extLst>
                  <a:ext uri="{FF2B5EF4-FFF2-40B4-BE49-F238E27FC236}">
                    <a16:creationId xmlns:a16="http://schemas.microsoft.com/office/drawing/2014/main" id="{F03C4071-CCF5-FC7D-A880-ED69AAF5D545}"/>
                  </a:ext>
                </a:extLst>
              </p:cNvPr>
              <p:cNvSpPr/>
              <p:nvPr/>
            </p:nvSpPr>
            <p:spPr>
              <a:xfrm>
                <a:off x="4845573" y="430947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1" name="pg2061">
                <a:extLst>
                  <a:ext uri="{FF2B5EF4-FFF2-40B4-BE49-F238E27FC236}">
                    <a16:creationId xmlns:a16="http://schemas.microsoft.com/office/drawing/2014/main" id="{0185C95D-EACD-29F8-7BE6-1C8A8592464B}"/>
                  </a:ext>
                </a:extLst>
              </p:cNvPr>
              <p:cNvSpPr/>
              <p:nvPr/>
            </p:nvSpPr>
            <p:spPr>
              <a:xfrm>
                <a:off x="4775749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2" name="pg2062">
                <a:extLst>
                  <a:ext uri="{FF2B5EF4-FFF2-40B4-BE49-F238E27FC236}">
                    <a16:creationId xmlns:a16="http://schemas.microsoft.com/office/drawing/2014/main" id="{524AB1D7-42D1-CFD0-807B-867DE21F836C}"/>
                  </a:ext>
                </a:extLst>
              </p:cNvPr>
              <p:cNvSpPr/>
              <p:nvPr/>
            </p:nvSpPr>
            <p:spPr>
              <a:xfrm>
                <a:off x="4787387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3" name="pg2063">
                <a:extLst>
                  <a:ext uri="{FF2B5EF4-FFF2-40B4-BE49-F238E27FC236}">
                    <a16:creationId xmlns:a16="http://schemas.microsoft.com/office/drawing/2014/main" id="{2ABAD0F9-5B68-EBEA-BA1F-776223EBE8AD}"/>
                  </a:ext>
                </a:extLst>
              </p:cNvPr>
              <p:cNvSpPr/>
              <p:nvPr/>
            </p:nvSpPr>
            <p:spPr>
              <a:xfrm>
                <a:off x="4799024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4" name="pg2064">
                <a:extLst>
                  <a:ext uri="{FF2B5EF4-FFF2-40B4-BE49-F238E27FC236}">
                    <a16:creationId xmlns:a16="http://schemas.microsoft.com/office/drawing/2014/main" id="{CAC2A36C-C936-6B68-7550-E8F0F4099D27}"/>
                  </a:ext>
                </a:extLst>
              </p:cNvPr>
              <p:cNvSpPr/>
              <p:nvPr/>
            </p:nvSpPr>
            <p:spPr>
              <a:xfrm>
                <a:off x="4810661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5" name="pg2065">
                <a:extLst>
                  <a:ext uri="{FF2B5EF4-FFF2-40B4-BE49-F238E27FC236}">
                    <a16:creationId xmlns:a16="http://schemas.microsoft.com/office/drawing/2014/main" id="{94AF1A0F-13DE-14D1-C938-C862D000CBB7}"/>
                  </a:ext>
                </a:extLst>
              </p:cNvPr>
              <p:cNvSpPr/>
              <p:nvPr/>
            </p:nvSpPr>
            <p:spPr>
              <a:xfrm>
                <a:off x="4822299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6" name="pg2066">
                <a:extLst>
                  <a:ext uri="{FF2B5EF4-FFF2-40B4-BE49-F238E27FC236}">
                    <a16:creationId xmlns:a16="http://schemas.microsoft.com/office/drawing/2014/main" id="{B789BE63-F4F4-2830-B873-651262181E6B}"/>
                  </a:ext>
                </a:extLst>
              </p:cNvPr>
              <p:cNvSpPr/>
              <p:nvPr/>
            </p:nvSpPr>
            <p:spPr>
              <a:xfrm>
                <a:off x="4833936" y="43237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7" name="pg2067">
                <a:extLst>
                  <a:ext uri="{FF2B5EF4-FFF2-40B4-BE49-F238E27FC236}">
                    <a16:creationId xmlns:a16="http://schemas.microsoft.com/office/drawing/2014/main" id="{C4A92121-DC31-9D23-CAEA-18D45481358E}"/>
                  </a:ext>
                </a:extLst>
              </p:cNvPr>
              <p:cNvSpPr/>
              <p:nvPr/>
            </p:nvSpPr>
            <p:spPr>
              <a:xfrm>
                <a:off x="4752475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8" name="pg2068">
                <a:extLst>
                  <a:ext uri="{FF2B5EF4-FFF2-40B4-BE49-F238E27FC236}">
                    <a16:creationId xmlns:a16="http://schemas.microsoft.com/office/drawing/2014/main" id="{49F2D2B3-AE44-3520-D56B-F59FFEC47E38}"/>
                  </a:ext>
                </a:extLst>
              </p:cNvPr>
              <p:cNvSpPr/>
              <p:nvPr/>
            </p:nvSpPr>
            <p:spPr>
              <a:xfrm>
                <a:off x="4764112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69" name="pg2069">
                <a:extLst>
                  <a:ext uri="{FF2B5EF4-FFF2-40B4-BE49-F238E27FC236}">
                    <a16:creationId xmlns:a16="http://schemas.microsoft.com/office/drawing/2014/main" id="{CFC07311-AD06-9C28-A293-E0BD313E7DF4}"/>
                  </a:ext>
                </a:extLst>
              </p:cNvPr>
              <p:cNvSpPr/>
              <p:nvPr/>
            </p:nvSpPr>
            <p:spPr>
              <a:xfrm>
                <a:off x="4775749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0" name="pg2070">
                <a:extLst>
                  <a:ext uri="{FF2B5EF4-FFF2-40B4-BE49-F238E27FC236}">
                    <a16:creationId xmlns:a16="http://schemas.microsoft.com/office/drawing/2014/main" id="{FA7B3789-CBD9-E826-2106-F5A0ED8AA40C}"/>
                  </a:ext>
                </a:extLst>
              </p:cNvPr>
              <p:cNvSpPr/>
              <p:nvPr/>
            </p:nvSpPr>
            <p:spPr>
              <a:xfrm>
                <a:off x="4787387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1" name="pg2071">
                <a:extLst>
                  <a:ext uri="{FF2B5EF4-FFF2-40B4-BE49-F238E27FC236}">
                    <a16:creationId xmlns:a16="http://schemas.microsoft.com/office/drawing/2014/main" id="{CF93A8D2-F490-98B1-2C93-F1CC9B7C26B7}"/>
                  </a:ext>
                </a:extLst>
              </p:cNvPr>
              <p:cNvSpPr/>
              <p:nvPr/>
            </p:nvSpPr>
            <p:spPr>
              <a:xfrm>
                <a:off x="4799024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2" name="pg2072">
                <a:extLst>
                  <a:ext uri="{FF2B5EF4-FFF2-40B4-BE49-F238E27FC236}">
                    <a16:creationId xmlns:a16="http://schemas.microsoft.com/office/drawing/2014/main" id="{5EFE9551-B242-3A7C-6198-EB19CA51199B}"/>
                  </a:ext>
                </a:extLst>
              </p:cNvPr>
              <p:cNvSpPr/>
              <p:nvPr/>
            </p:nvSpPr>
            <p:spPr>
              <a:xfrm>
                <a:off x="4810661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3" name="pg2073">
                <a:extLst>
                  <a:ext uri="{FF2B5EF4-FFF2-40B4-BE49-F238E27FC236}">
                    <a16:creationId xmlns:a16="http://schemas.microsoft.com/office/drawing/2014/main" id="{AE15A344-7ABF-45A6-FAAF-BE4538F596CD}"/>
                  </a:ext>
                </a:extLst>
              </p:cNvPr>
              <p:cNvSpPr/>
              <p:nvPr/>
            </p:nvSpPr>
            <p:spPr>
              <a:xfrm>
                <a:off x="4822299" y="433807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4" name="pg2074">
                <a:extLst>
                  <a:ext uri="{FF2B5EF4-FFF2-40B4-BE49-F238E27FC236}">
                    <a16:creationId xmlns:a16="http://schemas.microsoft.com/office/drawing/2014/main" id="{B5B8384E-97AA-5CC7-9FE3-484070F32949}"/>
                  </a:ext>
                </a:extLst>
              </p:cNvPr>
              <p:cNvSpPr/>
              <p:nvPr/>
            </p:nvSpPr>
            <p:spPr>
              <a:xfrm>
                <a:off x="4740837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5" name="pg2075">
                <a:extLst>
                  <a:ext uri="{FF2B5EF4-FFF2-40B4-BE49-F238E27FC236}">
                    <a16:creationId xmlns:a16="http://schemas.microsoft.com/office/drawing/2014/main" id="{313BE74F-A0F7-E349-79F6-71E86C3878EE}"/>
                  </a:ext>
                </a:extLst>
              </p:cNvPr>
              <p:cNvSpPr/>
              <p:nvPr/>
            </p:nvSpPr>
            <p:spPr>
              <a:xfrm>
                <a:off x="4752475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6" name="pg2076">
                <a:extLst>
                  <a:ext uri="{FF2B5EF4-FFF2-40B4-BE49-F238E27FC236}">
                    <a16:creationId xmlns:a16="http://schemas.microsoft.com/office/drawing/2014/main" id="{22C10BFD-BBB0-4C3E-1C14-2FA4BE6F2EE4}"/>
                  </a:ext>
                </a:extLst>
              </p:cNvPr>
              <p:cNvSpPr/>
              <p:nvPr/>
            </p:nvSpPr>
            <p:spPr>
              <a:xfrm>
                <a:off x="4764112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7" name="pg2077">
                <a:extLst>
                  <a:ext uri="{FF2B5EF4-FFF2-40B4-BE49-F238E27FC236}">
                    <a16:creationId xmlns:a16="http://schemas.microsoft.com/office/drawing/2014/main" id="{72B7F8BC-8C34-BDDC-4542-9A2C536A6873}"/>
                  </a:ext>
                </a:extLst>
              </p:cNvPr>
              <p:cNvSpPr/>
              <p:nvPr/>
            </p:nvSpPr>
            <p:spPr>
              <a:xfrm>
                <a:off x="4775749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8" name="pg2078">
                <a:extLst>
                  <a:ext uri="{FF2B5EF4-FFF2-40B4-BE49-F238E27FC236}">
                    <a16:creationId xmlns:a16="http://schemas.microsoft.com/office/drawing/2014/main" id="{5FD9F5CF-B373-ED6C-BFFB-746E8898418F}"/>
                  </a:ext>
                </a:extLst>
              </p:cNvPr>
              <p:cNvSpPr/>
              <p:nvPr/>
            </p:nvSpPr>
            <p:spPr>
              <a:xfrm>
                <a:off x="4787387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79" name="pg2079">
                <a:extLst>
                  <a:ext uri="{FF2B5EF4-FFF2-40B4-BE49-F238E27FC236}">
                    <a16:creationId xmlns:a16="http://schemas.microsoft.com/office/drawing/2014/main" id="{73D6DF51-9FE9-15C5-F058-8072CA19B25A}"/>
                  </a:ext>
                </a:extLst>
              </p:cNvPr>
              <p:cNvSpPr/>
              <p:nvPr/>
            </p:nvSpPr>
            <p:spPr>
              <a:xfrm>
                <a:off x="4799024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0" name="pg2080">
                <a:extLst>
                  <a:ext uri="{FF2B5EF4-FFF2-40B4-BE49-F238E27FC236}">
                    <a16:creationId xmlns:a16="http://schemas.microsoft.com/office/drawing/2014/main" id="{E36E8631-A199-FE4B-792F-AD76C7D2EDE6}"/>
                  </a:ext>
                </a:extLst>
              </p:cNvPr>
              <p:cNvSpPr/>
              <p:nvPr/>
            </p:nvSpPr>
            <p:spPr>
              <a:xfrm>
                <a:off x="4810661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1" name="pg2081">
                <a:extLst>
                  <a:ext uri="{FF2B5EF4-FFF2-40B4-BE49-F238E27FC236}">
                    <a16:creationId xmlns:a16="http://schemas.microsoft.com/office/drawing/2014/main" id="{C75A5041-1BCD-A37E-640B-1772660A7143}"/>
                  </a:ext>
                </a:extLst>
              </p:cNvPr>
              <p:cNvSpPr/>
              <p:nvPr/>
            </p:nvSpPr>
            <p:spPr>
              <a:xfrm>
                <a:off x="4822299" y="435238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2" name="pg2082">
                <a:extLst>
                  <a:ext uri="{FF2B5EF4-FFF2-40B4-BE49-F238E27FC236}">
                    <a16:creationId xmlns:a16="http://schemas.microsoft.com/office/drawing/2014/main" id="{4799945C-1276-1C3F-078F-6AA7AEF49335}"/>
                  </a:ext>
                </a:extLst>
              </p:cNvPr>
              <p:cNvSpPr/>
              <p:nvPr/>
            </p:nvSpPr>
            <p:spPr>
              <a:xfrm>
                <a:off x="4717563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3" name="pg2083">
                <a:extLst>
                  <a:ext uri="{FF2B5EF4-FFF2-40B4-BE49-F238E27FC236}">
                    <a16:creationId xmlns:a16="http://schemas.microsoft.com/office/drawing/2014/main" id="{6722DEB9-B99E-04C4-3666-7D87C7969D60}"/>
                  </a:ext>
                </a:extLst>
              </p:cNvPr>
              <p:cNvSpPr/>
              <p:nvPr/>
            </p:nvSpPr>
            <p:spPr>
              <a:xfrm>
                <a:off x="4729200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4" name="pg2084">
                <a:extLst>
                  <a:ext uri="{FF2B5EF4-FFF2-40B4-BE49-F238E27FC236}">
                    <a16:creationId xmlns:a16="http://schemas.microsoft.com/office/drawing/2014/main" id="{E5577B14-23CB-3731-2D2A-8FC53835CAC2}"/>
                  </a:ext>
                </a:extLst>
              </p:cNvPr>
              <p:cNvSpPr/>
              <p:nvPr/>
            </p:nvSpPr>
            <p:spPr>
              <a:xfrm>
                <a:off x="4740837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5" name="pg2085">
                <a:extLst>
                  <a:ext uri="{FF2B5EF4-FFF2-40B4-BE49-F238E27FC236}">
                    <a16:creationId xmlns:a16="http://schemas.microsoft.com/office/drawing/2014/main" id="{80397864-6658-0097-D34B-AF3031E32854}"/>
                  </a:ext>
                </a:extLst>
              </p:cNvPr>
              <p:cNvSpPr/>
              <p:nvPr/>
            </p:nvSpPr>
            <p:spPr>
              <a:xfrm>
                <a:off x="4752475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6" name="pg2086">
                <a:extLst>
                  <a:ext uri="{FF2B5EF4-FFF2-40B4-BE49-F238E27FC236}">
                    <a16:creationId xmlns:a16="http://schemas.microsoft.com/office/drawing/2014/main" id="{0A3FEA20-B71A-E11D-B13A-2F7F8311E0EE}"/>
                  </a:ext>
                </a:extLst>
              </p:cNvPr>
              <p:cNvSpPr/>
              <p:nvPr/>
            </p:nvSpPr>
            <p:spPr>
              <a:xfrm>
                <a:off x="4764112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7" name="pg2087">
                <a:extLst>
                  <a:ext uri="{FF2B5EF4-FFF2-40B4-BE49-F238E27FC236}">
                    <a16:creationId xmlns:a16="http://schemas.microsoft.com/office/drawing/2014/main" id="{E99D6A41-ECA2-808A-EEFE-2BD4EC400D72}"/>
                  </a:ext>
                </a:extLst>
              </p:cNvPr>
              <p:cNvSpPr/>
              <p:nvPr/>
            </p:nvSpPr>
            <p:spPr>
              <a:xfrm>
                <a:off x="4775749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8" name="pg2088">
                <a:extLst>
                  <a:ext uri="{FF2B5EF4-FFF2-40B4-BE49-F238E27FC236}">
                    <a16:creationId xmlns:a16="http://schemas.microsoft.com/office/drawing/2014/main" id="{A3D009B6-7CAE-FE14-1445-FD4FC224570B}"/>
                  </a:ext>
                </a:extLst>
              </p:cNvPr>
              <p:cNvSpPr/>
              <p:nvPr/>
            </p:nvSpPr>
            <p:spPr>
              <a:xfrm>
                <a:off x="4787387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89" name="pg2089">
                <a:extLst>
                  <a:ext uri="{FF2B5EF4-FFF2-40B4-BE49-F238E27FC236}">
                    <a16:creationId xmlns:a16="http://schemas.microsoft.com/office/drawing/2014/main" id="{B9324841-89D9-BF6C-041B-AF205B9BBFB2}"/>
                  </a:ext>
                </a:extLst>
              </p:cNvPr>
              <p:cNvSpPr/>
              <p:nvPr/>
            </p:nvSpPr>
            <p:spPr>
              <a:xfrm>
                <a:off x="4799024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0" name="pg2090">
                <a:extLst>
                  <a:ext uri="{FF2B5EF4-FFF2-40B4-BE49-F238E27FC236}">
                    <a16:creationId xmlns:a16="http://schemas.microsoft.com/office/drawing/2014/main" id="{521FA3E4-2463-6830-7658-96346BFE8456}"/>
                  </a:ext>
                </a:extLst>
              </p:cNvPr>
              <p:cNvSpPr/>
              <p:nvPr/>
            </p:nvSpPr>
            <p:spPr>
              <a:xfrm>
                <a:off x="4810661" y="43666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1" name="pg2091">
                <a:extLst>
                  <a:ext uri="{FF2B5EF4-FFF2-40B4-BE49-F238E27FC236}">
                    <a16:creationId xmlns:a16="http://schemas.microsoft.com/office/drawing/2014/main" id="{089CD7C2-5148-F3EF-EB9F-FCE12087097C}"/>
                  </a:ext>
                </a:extLst>
              </p:cNvPr>
              <p:cNvSpPr/>
              <p:nvPr/>
            </p:nvSpPr>
            <p:spPr>
              <a:xfrm>
                <a:off x="4705925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2" name="pg2092">
                <a:extLst>
                  <a:ext uri="{FF2B5EF4-FFF2-40B4-BE49-F238E27FC236}">
                    <a16:creationId xmlns:a16="http://schemas.microsoft.com/office/drawing/2014/main" id="{F91AE318-27C6-CCCD-D560-6C56D5278B7B}"/>
                  </a:ext>
                </a:extLst>
              </p:cNvPr>
              <p:cNvSpPr/>
              <p:nvPr/>
            </p:nvSpPr>
            <p:spPr>
              <a:xfrm>
                <a:off x="4717563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3" name="pg2093">
                <a:extLst>
                  <a:ext uri="{FF2B5EF4-FFF2-40B4-BE49-F238E27FC236}">
                    <a16:creationId xmlns:a16="http://schemas.microsoft.com/office/drawing/2014/main" id="{471F81E9-58FB-387B-C91D-B2C2576857C3}"/>
                  </a:ext>
                </a:extLst>
              </p:cNvPr>
              <p:cNvSpPr/>
              <p:nvPr/>
            </p:nvSpPr>
            <p:spPr>
              <a:xfrm>
                <a:off x="4729200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4" name="pg2094">
                <a:extLst>
                  <a:ext uri="{FF2B5EF4-FFF2-40B4-BE49-F238E27FC236}">
                    <a16:creationId xmlns:a16="http://schemas.microsoft.com/office/drawing/2014/main" id="{17B6D789-C265-7C28-C960-AFB0FF927F0A}"/>
                  </a:ext>
                </a:extLst>
              </p:cNvPr>
              <p:cNvSpPr/>
              <p:nvPr/>
            </p:nvSpPr>
            <p:spPr>
              <a:xfrm>
                <a:off x="4740837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5" name="pg2095">
                <a:extLst>
                  <a:ext uri="{FF2B5EF4-FFF2-40B4-BE49-F238E27FC236}">
                    <a16:creationId xmlns:a16="http://schemas.microsoft.com/office/drawing/2014/main" id="{30CB5E32-34AB-60B5-2B02-30B93FF839B4}"/>
                  </a:ext>
                </a:extLst>
              </p:cNvPr>
              <p:cNvSpPr/>
              <p:nvPr/>
            </p:nvSpPr>
            <p:spPr>
              <a:xfrm>
                <a:off x="4752475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6" name="pg2096">
                <a:extLst>
                  <a:ext uri="{FF2B5EF4-FFF2-40B4-BE49-F238E27FC236}">
                    <a16:creationId xmlns:a16="http://schemas.microsoft.com/office/drawing/2014/main" id="{EB41C330-439F-B7FB-AEE7-D87A3BD0D3D5}"/>
                  </a:ext>
                </a:extLst>
              </p:cNvPr>
              <p:cNvSpPr/>
              <p:nvPr/>
            </p:nvSpPr>
            <p:spPr>
              <a:xfrm>
                <a:off x="4764112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7" name="pg2097">
                <a:extLst>
                  <a:ext uri="{FF2B5EF4-FFF2-40B4-BE49-F238E27FC236}">
                    <a16:creationId xmlns:a16="http://schemas.microsoft.com/office/drawing/2014/main" id="{26ED7679-2423-DFCC-9134-07027452851E}"/>
                  </a:ext>
                </a:extLst>
              </p:cNvPr>
              <p:cNvSpPr/>
              <p:nvPr/>
            </p:nvSpPr>
            <p:spPr>
              <a:xfrm>
                <a:off x="4775749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8" name="pg2098">
                <a:extLst>
                  <a:ext uri="{FF2B5EF4-FFF2-40B4-BE49-F238E27FC236}">
                    <a16:creationId xmlns:a16="http://schemas.microsoft.com/office/drawing/2014/main" id="{85B5C552-F9C0-A18A-5E73-0EAEE3187042}"/>
                  </a:ext>
                </a:extLst>
              </p:cNvPr>
              <p:cNvSpPr/>
              <p:nvPr/>
            </p:nvSpPr>
            <p:spPr>
              <a:xfrm>
                <a:off x="4787387" y="438098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099" name="pg2099">
                <a:extLst>
                  <a:ext uri="{FF2B5EF4-FFF2-40B4-BE49-F238E27FC236}">
                    <a16:creationId xmlns:a16="http://schemas.microsoft.com/office/drawing/2014/main" id="{E4AF7521-D461-26F0-E214-974A0C1B29C8}"/>
                  </a:ext>
                </a:extLst>
              </p:cNvPr>
              <p:cNvSpPr/>
              <p:nvPr/>
            </p:nvSpPr>
            <p:spPr>
              <a:xfrm>
                <a:off x="4647739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1A4">
                  <a:alpha val="100000"/>
                </a:srgbClr>
              </a:solidFill>
              <a:ln w="5420" cap="flat">
                <a:solidFill>
                  <a:srgbClr val="3981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0" name="pg2100">
                <a:extLst>
                  <a:ext uri="{FF2B5EF4-FFF2-40B4-BE49-F238E27FC236}">
                    <a16:creationId xmlns:a16="http://schemas.microsoft.com/office/drawing/2014/main" id="{384AFB9E-5E39-EEED-0CBE-FD167882C13C}"/>
                  </a:ext>
                </a:extLst>
              </p:cNvPr>
              <p:cNvSpPr/>
              <p:nvPr/>
            </p:nvSpPr>
            <p:spPr>
              <a:xfrm>
                <a:off x="4659376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5A5">
                  <a:alpha val="100000"/>
                </a:srgbClr>
              </a:solidFill>
              <a:ln w="5420" cap="flat">
                <a:solidFill>
                  <a:srgbClr val="3985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1" name="pg2101">
                <a:extLst>
                  <a:ext uri="{FF2B5EF4-FFF2-40B4-BE49-F238E27FC236}">
                    <a16:creationId xmlns:a16="http://schemas.microsoft.com/office/drawing/2014/main" id="{CF9E5FA9-8629-90AC-91D1-E07B3450B683}"/>
                  </a:ext>
                </a:extLst>
              </p:cNvPr>
              <p:cNvSpPr/>
              <p:nvPr/>
            </p:nvSpPr>
            <p:spPr>
              <a:xfrm>
                <a:off x="4671013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AA6">
                  <a:alpha val="100000"/>
                </a:srgbClr>
              </a:solidFill>
              <a:ln w="5420" cap="flat">
                <a:solidFill>
                  <a:srgbClr val="388A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2" name="pg2102">
                <a:extLst>
                  <a:ext uri="{FF2B5EF4-FFF2-40B4-BE49-F238E27FC236}">
                    <a16:creationId xmlns:a16="http://schemas.microsoft.com/office/drawing/2014/main" id="{24D93B01-6D6D-41B6-74B0-F1337AC6D06C}"/>
                  </a:ext>
                </a:extLst>
              </p:cNvPr>
              <p:cNvSpPr/>
              <p:nvPr/>
            </p:nvSpPr>
            <p:spPr>
              <a:xfrm>
                <a:off x="4682651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0A8">
                  <a:alpha val="100000"/>
                </a:srgbClr>
              </a:solidFill>
              <a:ln w="5420" cap="flat">
                <a:solidFill>
                  <a:srgbClr val="3690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3" name="pg2103">
                <a:extLst>
                  <a:ext uri="{FF2B5EF4-FFF2-40B4-BE49-F238E27FC236}">
                    <a16:creationId xmlns:a16="http://schemas.microsoft.com/office/drawing/2014/main" id="{6A3DDC5A-AB75-41CA-3076-7D7000DAE1F4}"/>
                  </a:ext>
                </a:extLst>
              </p:cNvPr>
              <p:cNvSpPr/>
              <p:nvPr/>
            </p:nvSpPr>
            <p:spPr>
              <a:xfrm>
                <a:off x="4694288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4" name="pg2104">
                <a:extLst>
                  <a:ext uri="{FF2B5EF4-FFF2-40B4-BE49-F238E27FC236}">
                    <a16:creationId xmlns:a16="http://schemas.microsoft.com/office/drawing/2014/main" id="{1F958C26-DD43-83E0-86BF-F7B173170A53}"/>
                  </a:ext>
                </a:extLst>
              </p:cNvPr>
              <p:cNvSpPr/>
              <p:nvPr/>
            </p:nvSpPr>
            <p:spPr>
              <a:xfrm>
                <a:off x="4705925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5" name="pg2105">
                <a:extLst>
                  <a:ext uri="{FF2B5EF4-FFF2-40B4-BE49-F238E27FC236}">
                    <a16:creationId xmlns:a16="http://schemas.microsoft.com/office/drawing/2014/main" id="{3F1F64BE-9161-C711-3413-59235E7EB572}"/>
                  </a:ext>
                </a:extLst>
              </p:cNvPr>
              <p:cNvSpPr/>
              <p:nvPr/>
            </p:nvSpPr>
            <p:spPr>
              <a:xfrm>
                <a:off x="4717563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6" name="pg2106">
                <a:extLst>
                  <a:ext uri="{FF2B5EF4-FFF2-40B4-BE49-F238E27FC236}">
                    <a16:creationId xmlns:a16="http://schemas.microsoft.com/office/drawing/2014/main" id="{FB4F201A-2905-04D2-3C51-30EC037A8EF4}"/>
                  </a:ext>
                </a:extLst>
              </p:cNvPr>
              <p:cNvSpPr/>
              <p:nvPr/>
            </p:nvSpPr>
            <p:spPr>
              <a:xfrm>
                <a:off x="4729200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7" name="pg2107">
                <a:extLst>
                  <a:ext uri="{FF2B5EF4-FFF2-40B4-BE49-F238E27FC236}">
                    <a16:creationId xmlns:a16="http://schemas.microsoft.com/office/drawing/2014/main" id="{C43378C0-A1BC-47EC-AE58-4EBFC2E18E64}"/>
                  </a:ext>
                </a:extLst>
              </p:cNvPr>
              <p:cNvSpPr/>
              <p:nvPr/>
            </p:nvSpPr>
            <p:spPr>
              <a:xfrm>
                <a:off x="4740837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8" name="pg2108">
                <a:extLst>
                  <a:ext uri="{FF2B5EF4-FFF2-40B4-BE49-F238E27FC236}">
                    <a16:creationId xmlns:a16="http://schemas.microsoft.com/office/drawing/2014/main" id="{F982B4A1-E994-C658-BFB9-F4A9605BC31E}"/>
                  </a:ext>
                </a:extLst>
              </p:cNvPr>
              <p:cNvSpPr/>
              <p:nvPr/>
            </p:nvSpPr>
            <p:spPr>
              <a:xfrm>
                <a:off x="4752475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09" name="pg2109">
                <a:extLst>
                  <a:ext uri="{FF2B5EF4-FFF2-40B4-BE49-F238E27FC236}">
                    <a16:creationId xmlns:a16="http://schemas.microsoft.com/office/drawing/2014/main" id="{ED38A8CE-8EB8-62AF-7619-0CBF8E827CD8}"/>
                  </a:ext>
                </a:extLst>
              </p:cNvPr>
              <p:cNvSpPr/>
              <p:nvPr/>
            </p:nvSpPr>
            <p:spPr>
              <a:xfrm>
                <a:off x="4764112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0" name="pg2110">
                <a:extLst>
                  <a:ext uri="{FF2B5EF4-FFF2-40B4-BE49-F238E27FC236}">
                    <a16:creationId xmlns:a16="http://schemas.microsoft.com/office/drawing/2014/main" id="{8403F18C-E91D-77C3-A961-F79DD78CDDD1}"/>
                  </a:ext>
                </a:extLst>
              </p:cNvPr>
              <p:cNvSpPr/>
              <p:nvPr/>
            </p:nvSpPr>
            <p:spPr>
              <a:xfrm>
                <a:off x="4775749" y="43952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1" name="pg2111">
                <a:extLst>
                  <a:ext uri="{FF2B5EF4-FFF2-40B4-BE49-F238E27FC236}">
                    <a16:creationId xmlns:a16="http://schemas.microsoft.com/office/drawing/2014/main" id="{0B0AC8EC-E9F0-43F7-D9E8-DCAB0F30E295}"/>
                  </a:ext>
                </a:extLst>
              </p:cNvPr>
              <p:cNvSpPr/>
              <p:nvPr/>
            </p:nvSpPr>
            <p:spPr>
              <a:xfrm>
                <a:off x="4624464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2" name="pg2112">
                <a:extLst>
                  <a:ext uri="{FF2B5EF4-FFF2-40B4-BE49-F238E27FC236}">
                    <a16:creationId xmlns:a16="http://schemas.microsoft.com/office/drawing/2014/main" id="{FB956A68-CF9E-06D1-655D-1F988580506F}"/>
                  </a:ext>
                </a:extLst>
              </p:cNvPr>
              <p:cNvSpPr/>
              <p:nvPr/>
            </p:nvSpPr>
            <p:spPr>
              <a:xfrm>
                <a:off x="4636101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3" name="pg2113">
                <a:extLst>
                  <a:ext uri="{FF2B5EF4-FFF2-40B4-BE49-F238E27FC236}">
                    <a16:creationId xmlns:a16="http://schemas.microsoft.com/office/drawing/2014/main" id="{673E3632-94DA-D85D-E19C-121976130C40}"/>
                  </a:ext>
                </a:extLst>
              </p:cNvPr>
              <p:cNvSpPr/>
              <p:nvPr/>
            </p:nvSpPr>
            <p:spPr>
              <a:xfrm>
                <a:off x="4647739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4" name="pg2114">
                <a:extLst>
                  <a:ext uri="{FF2B5EF4-FFF2-40B4-BE49-F238E27FC236}">
                    <a16:creationId xmlns:a16="http://schemas.microsoft.com/office/drawing/2014/main" id="{3756E461-E797-A437-1E2F-DCCBDC8C21A7}"/>
                  </a:ext>
                </a:extLst>
              </p:cNvPr>
              <p:cNvSpPr/>
              <p:nvPr/>
            </p:nvSpPr>
            <p:spPr>
              <a:xfrm>
                <a:off x="4659376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5" name="pg2115">
                <a:extLst>
                  <a:ext uri="{FF2B5EF4-FFF2-40B4-BE49-F238E27FC236}">
                    <a16:creationId xmlns:a16="http://schemas.microsoft.com/office/drawing/2014/main" id="{B8A51C48-17B5-B5BD-8CAC-56A5A4ED738A}"/>
                  </a:ext>
                </a:extLst>
              </p:cNvPr>
              <p:cNvSpPr/>
              <p:nvPr/>
            </p:nvSpPr>
            <p:spPr>
              <a:xfrm>
                <a:off x="4671013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7A6">
                  <a:alpha val="100000"/>
                </a:srgbClr>
              </a:solidFill>
              <a:ln w="5420" cap="flat">
                <a:solidFill>
                  <a:srgbClr val="3987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6" name="pg2116">
                <a:extLst>
                  <a:ext uri="{FF2B5EF4-FFF2-40B4-BE49-F238E27FC236}">
                    <a16:creationId xmlns:a16="http://schemas.microsoft.com/office/drawing/2014/main" id="{BADF8C0B-E914-3E13-E636-18FB1BAB8DE6}"/>
                  </a:ext>
                </a:extLst>
              </p:cNvPr>
              <p:cNvSpPr/>
              <p:nvPr/>
            </p:nvSpPr>
            <p:spPr>
              <a:xfrm>
                <a:off x="4682651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7" name="pg2117">
                <a:extLst>
                  <a:ext uri="{FF2B5EF4-FFF2-40B4-BE49-F238E27FC236}">
                    <a16:creationId xmlns:a16="http://schemas.microsoft.com/office/drawing/2014/main" id="{A38B6DD8-E6DB-5470-6D75-744C67FE9AB0}"/>
                  </a:ext>
                </a:extLst>
              </p:cNvPr>
              <p:cNvSpPr/>
              <p:nvPr/>
            </p:nvSpPr>
            <p:spPr>
              <a:xfrm>
                <a:off x="4694288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8" name="pg2118">
                <a:extLst>
                  <a:ext uri="{FF2B5EF4-FFF2-40B4-BE49-F238E27FC236}">
                    <a16:creationId xmlns:a16="http://schemas.microsoft.com/office/drawing/2014/main" id="{8E6DA807-7C84-702E-451C-DEBF5FA34460}"/>
                  </a:ext>
                </a:extLst>
              </p:cNvPr>
              <p:cNvSpPr/>
              <p:nvPr/>
            </p:nvSpPr>
            <p:spPr>
              <a:xfrm>
                <a:off x="4705925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19" name="pg2119">
                <a:extLst>
                  <a:ext uri="{FF2B5EF4-FFF2-40B4-BE49-F238E27FC236}">
                    <a16:creationId xmlns:a16="http://schemas.microsoft.com/office/drawing/2014/main" id="{5372C1A8-9996-9F74-DA93-27127F504C1A}"/>
                  </a:ext>
                </a:extLst>
              </p:cNvPr>
              <p:cNvSpPr/>
              <p:nvPr/>
            </p:nvSpPr>
            <p:spPr>
              <a:xfrm>
                <a:off x="4717563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0" name="pg2120">
                <a:extLst>
                  <a:ext uri="{FF2B5EF4-FFF2-40B4-BE49-F238E27FC236}">
                    <a16:creationId xmlns:a16="http://schemas.microsoft.com/office/drawing/2014/main" id="{45435CEF-946F-61AF-F418-0624E958727E}"/>
                  </a:ext>
                </a:extLst>
              </p:cNvPr>
              <p:cNvSpPr/>
              <p:nvPr/>
            </p:nvSpPr>
            <p:spPr>
              <a:xfrm>
                <a:off x="4729200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1" name="pg2121">
                <a:extLst>
                  <a:ext uri="{FF2B5EF4-FFF2-40B4-BE49-F238E27FC236}">
                    <a16:creationId xmlns:a16="http://schemas.microsoft.com/office/drawing/2014/main" id="{5FBD92F7-C322-6979-99B7-1E62C4317616}"/>
                  </a:ext>
                </a:extLst>
              </p:cNvPr>
              <p:cNvSpPr/>
              <p:nvPr/>
            </p:nvSpPr>
            <p:spPr>
              <a:xfrm>
                <a:off x="4740837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2" name="pg2122">
                <a:extLst>
                  <a:ext uri="{FF2B5EF4-FFF2-40B4-BE49-F238E27FC236}">
                    <a16:creationId xmlns:a16="http://schemas.microsoft.com/office/drawing/2014/main" id="{7386E5C4-5E0E-ED2E-8C25-0C54E8F48A97}"/>
                  </a:ext>
                </a:extLst>
              </p:cNvPr>
              <p:cNvSpPr/>
              <p:nvPr/>
            </p:nvSpPr>
            <p:spPr>
              <a:xfrm>
                <a:off x="4752475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3" name="pg2123">
                <a:extLst>
                  <a:ext uri="{FF2B5EF4-FFF2-40B4-BE49-F238E27FC236}">
                    <a16:creationId xmlns:a16="http://schemas.microsoft.com/office/drawing/2014/main" id="{C249FDC9-E4CF-3B6E-561C-FC1C5897AB62}"/>
                  </a:ext>
                </a:extLst>
              </p:cNvPr>
              <p:cNvSpPr/>
              <p:nvPr/>
            </p:nvSpPr>
            <p:spPr>
              <a:xfrm>
                <a:off x="4764112" y="440958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4" name="pg2124">
                <a:extLst>
                  <a:ext uri="{FF2B5EF4-FFF2-40B4-BE49-F238E27FC236}">
                    <a16:creationId xmlns:a16="http://schemas.microsoft.com/office/drawing/2014/main" id="{066F73A6-8F8B-EF3C-F649-3E1C73F8465D}"/>
                  </a:ext>
                </a:extLst>
              </p:cNvPr>
              <p:cNvSpPr/>
              <p:nvPr/>
            </p:nvSpPr>
            <p:spPr>
              <a:xfrm>
                <a:off x="4612827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5" name="pg2125">
                <a:extLst>
                  <a:ext uri="{FF2B5EF4-FFF2-40B4-BE49-F238E27FC236}">
                    <a16:creationId xmlns:a16="http://schemas.microsoft.com/office/drawing/2014/main" id="{5662E554-D387-BD54-32DB-F8B399355667}"/>
                  </a:ext>
                </a:extLst>
              </p:cNvPr>
              <p:cNvSpPr/>
              <p:nvPr/>
            </p:nvSpPr>
            <p:spPr>
              <a:xfrm>
                <a:off x="4624464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6" name="pg2126">
                <a:extLst>
                  <a:ext uri="{FF2B5EF4-FFF2-40B4-BE49-F238E27FC236}">
                    <a16:creationId xmlns:a16="http://schemas.microsoft.com/office/drawing/2014/main" id="{88FFEB33-A3DF-D6A2-16E2-156AE44422D0}"/>
                  </a:ext>
                </a:extLst>
              </p:cNvPr>
              <p:cNvSpPr/>
              <p:nvPr/>
            </p:nvSpPr>
            <p:spPr>
              <a:xfrm>
                <a:off x="4636101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8A2">
                  <a:alpha val="100000"/>
                </a:srgbClr>
              </a:solidFill>
              <a:ln w="5420" cap="flat">
                <a:solidFill>
                  <a:srgbClr val="3A78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7" name="pg2127">
                <a:extLst>
                  <a:ext uri="{FF2B5EF4-FFF2-40B4-BE49-F238E27FC236}">
                    <a16:creationId xmlns:a16="http://schemas.microsoft.com/office/drawing/2014/main" id="{1FD846D2-338A-FE77-A74A-F27B12FAB045}"/>
                  </a:ext>
                </a:extLst>
              </p:cNvPr>
              <p:cNvSpPr/>
              <p:nvPr/>
            </p:nvSpPr>
            <p:spPr>
              <a:xfrm>
                <a:off x="4647739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8" name="pg2128">
                <a:extLst>
                  <a:ext uri="{FF2B5EF4-FFF2-40B4-BE49-F238E27FC236}">
                    <a16:creationId xmlns:a16="http://schemas.microsoft.com/office/drawing/2014/main" id="{DE266890-0C83-E80E-6DA6-AEA12A2D118B}"/>
                  </a:ext>
                </a:extLst>
              </p:cNvPr>
              <p:cNvSpPr/>
              <p:nvPr/>
            </p:nvSpPr>
            <p:spPr>
              <a:xfrm>
                <a:off x="4659376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29" name="pg2129">
                <a:extLst>
                  <a:ext uri="{FF2B5EF4-FFF2-40B4-BE49-F238E27FC236}">
                    <a16:creationId xmlns:a16="http://schemas.microsoft.com/office/drawing/2014/main" id="{C73E72CA-1E0A-8137-D6EF-D72457801C25}"/>
                  </a:ext>
                </a:extLst>
              </p:cNvPr>
              <p:cNvSpPr/>
              <p:nvPr/>
            </p:nvSpPr>
            <p:spPr>
              <a:xfrm>
                <a:off x="4671013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2A5">
                  <a:alpha val="100000"/>
                </a:srgbClr>
              </a:solidFill>
              <a:ln w="5420" cap="flat">
                <a:solidFill>
                  <a:srgbClr val="3982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0" name="pg2130">
                <a:extLst>
                  <a:ext uri="{FF2B5EF4-FFF2-40B4-BE49-F238E27FC236}">
                    <a16:creationId xmlns:a16="http://schemas.microsoft.com/office/drawing/2014/main" id="{7FE10E0F-CE0C-9F43-C4C5-804708FA14CC}"/>
                  </a:ext>
                </a:extLst>
              </p:cNvPr>
              <p:cNvSpPr/>
              <p:nvPr/>
            </p:nvSpPr>
            <p:spPr>
              <a:xfrm>
                <a:off x="4682651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1" name="pg2131">
                <a:extLst>
                  <a:ext uri="{FF2B5EF4-FFF2-40B4-BE49-F238E27FC236}">
                    <a16:creationId xmlns:a16="http://schemas.microsoft.com/office/drawing/2014/main" id="{D9020B02-AB29-F146-20E4-C19C2868C288}"/>
                  </a:ext>
                </a:extLst>
              </p:cNvPr>
              <p:cNvSpPr/>
              <p:nvPr/>
            </p:nvSpPr>
            <p:spPr>
              <a:xfrm>
                <a:off x="4694288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DA7">
                  <a:alpha val="100000"/>
                </a:srgbClr>
              </a:solidFill>
              <a:ln w="5420" cap="flat">
                <a:solidFill>
                  <a:srgbClr val="378D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2" name="pg2132">
                <a:extLst>
                  <a:ext uri="{FF2B5EF4-FFF2-40B4-BE49-F238E27FC236}">
                    <a16:creationId xmlns:a16="http://schemas.microsoft.com/office/drawing/2014/main" id="{CE96CAC4-2541-89C2-FF1C-2FEFA6ED2266}"/>
                  </a:ext>
                </a:extLst>
              </p:cNvPr>
              <p:cNvSpPr/>
              <p:nvPr/>
            </p:nvSpPr>
            <p:spPr>
              <a:xfrm>
                <a:off x="4705925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3" name="pg2133">
                <a:extLst>
                  <a:ext uri="{FF2B5EF4-FFF2-40B4-BE49-F238E27FC236}">
                    <a16:creationId xmlns:a16="http://schemas.microsoft.com/office/drawing/2014/main" id="{B30CDBE0-389D-33C3-54C2-4D683B6F9EAD}"/>
                  </a:ext>
                </a:extLst>
              </p:cNvPr>
              <p:cNvSpPr/>
              <p:nvPr/>
            </p:nvSpPr>
            <p:spPr>
              <a:xfrm>
                <a:off x="4717563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4" name="pg2134">
                <a:extLst>
                  <a:ext uri="{FF2B5EF4-FFF2-40B4-BE49-F238E27FC236}">
                    <a16:creationId xmlns:a16="http://schemas.microsoft.com/office/drawing/2014/main" id="{21450DCB-73F9-857F-12D3-CFEB9610F42A}"/>
                  </a:ext>
                </a:extLst>
              </p:cNvPr>
              <p:cNvSpPr/>
              <p:nvPr/>
            </p:nvSpPr>
            <p:spPr>
              <a:xfrm>
                <a:off x="4729200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5" name="pg2135">
                <a:extLst>
                  <a:ext uri="{FF2B5EF4-FFF2-40B4-BE49-F238E27FC236}">
                    <a16:creationId xmlns:a16="http://schemas.microsoft.com/office/drawing/2014/main" id="{D0B03CDC-2E45-B035-20F9-4BAD027853EE}"/>
                  </a:ext>
                </a:extLst>
              </p:cNvPr>
              <p:cNvSpPr/>
              <p:nvPr/>
            </p:nvSpPr>
            <p:spPr>
              <a:xfrm>
                <a:off x="4740837" y="442388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6" name="pg2136">
                <a:extLst>
                  <a:ext uri="{FF2B5EF4-FFF2-40B4-BE49-F238E27FC236}">
                    <a16:creationId xmlns:a16="http://schemas.microsoft.com/office/drawing/2014/main" id="{80FAED6E-FD33-AB9B-82FA-AAC5B85BE9CE}"/>
                  </a:ext>
                </a:extLst>
              </p:cNvPr>
              <p:cNvSpPr/>
              <p:nvPr/>
            </p:nvSpPr>
            <p:spPr>
              <a:xfrm>
                <a:off x="4612827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7" name="pg2137">
                <a:extLst>
                  <a:ext uri="{FF2B5EF4-FFF2-40B4-BE49-F238E27FC236}">
                    <a16:creationId xmlns:a16="http://schemas.microsoft.com/office/drawing/2014/main" id="{08363AA6-93B3-C4E1-D9B4-94360FA50EA8}"/>
                  </a:ext>
                </a:extLst>
              </p:cNvPr>
              <p:cNvSpPr/>
              <p:nvPr/>
            </p:nvSpPr>
            <p:spPr>
              <a:xfrm>
                <a:off x="4624464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8" name="pg2138">
                <a:extLst>
                  <a:ext uri="{FF2B5EF4-FFF2-40B4-BE49-F238E27FC236}">
                    <a16:creationId xmlns:a16="http://schemas.microsoft.com/office/drawing/2014/main" id="{59287325-C6B7-9E15-C09E-05B3246C8CB4}"/>
                  </a:ext>
                </a:extLst>
              </p:cNvPr>
              <p:cNvSpPr/>
              <p:nvPr/>
            </p:nvSpPr>
            <p:spPr>
              <a:xfrm>
                <a:off x="4636101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39" name="pg2139">
                <a:extLst>
                  <a:ext uri="{FF2B5EF4-FFF2-40B4-BE49-F238E27FC236}">
                    <a16:creationId xmlns:a16="http://schemas.microsoft.com/office/drawing/2014/main" id="{C2DAC453-5B7B-6979-80F0-371F37FDC612}"/>
                  </a:ext>
                </a:extLst>
              </p:cNvPr>
              <p:cNvSpPr/>
              <p:nvPr/>
            </p:nvSpPr>
            <p:spPr>
              <a:xfrm>
                <a:off x="4647739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0" name="pg2140">
                <a:extLst>
                  <a:ext uri="{FF2B5EF4-FFF2-40B4-BE49-F238E27FC236}">
                    <a16:creationId xmlns:a16="http://schemas.microsoft.com/office/drawing/2014/main" id="{700D1A9F-7E0A-381E-00BA-8B891F8EC4ED}"/>
                  </a:ext>
                </a:extLst>
              </p:cNvPr>
              <p:cNvSpPr/>
              <p:nvPr/>
            </p:nvSpPr>
            <p:spPr>
              <a:xfrm>
                <a:off x="4659376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1" name="pg2141">
                <a:extLst>
                  <a:ext uri="{FF2B5EF4-FFF2-40B4-BE49-F238E27FC236}">
                    <a16:creationId xmlns:a16="http://schemas.microsoft.com/office/drawing/2014/main" id="{DCCE48E1-9A28-7809-761C-97A34231847E}"/>
                  </a:ext>
                </a:extLst>
              </p:cNvPr>
              <p:cNvSpPr/>
              <p:nvPr/>
            </p:nvSpPr>
            <p:spPr>
              <a:xfrm>
                <a:off x="4671013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2" name="pg2142">
                <a:extLst>
                  <a:ext uri="{FF2B5EF4-FFF2-40B4-BE49-F238E27FC236}">
                    <a16:creationId xmlns:a16="http://schemas.microsoft.com/office/drawing/2014/main" id="{D0BE1B30-88B4-88DE-E1E0-AB0ECB2DC3DD}"/>
                  </a:ext>
                </a:extLst>
              </p:cNvPr>
              <p:cNvSpPr/>
              <p:nvPr/>
            </p:nvSpPr>
            <p:spPr>
              <a:xfrm>
                <a:off x="4682651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3" name="pg2143">
                <a:extLst>
                  <a:ext uri="{FF2B5EF4-FFF2-40B4-BE49-F238E27FC236}">
                    <a16:creationId xmlns:a16="http://schemas.microsoft.com/office/drawing/2014/main" id="{3D01EF3A-7496-438B-EB75-4EB269AE11EE}"/>
                  </a:ext>
                </a:extLst>
              </p:cNvPr>
              <p:cNvSpPr/>
              <p:nvPr/>
            </p:nvSpPr>
            <p:spPr>
              <a:xfrm>
                <a:off x="4694288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888A6">
                  <a:alpha val="100000"/>
                </a:srgbClr>
              </a:solidFill>
              <a:ln w="5420" cap="flat">
                <a:solidFill>
                  <a:srgbClr val="3888A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4" name="pg2144">
                <a:extLst>
                  <a:ext uri="{FF2B5EF4-FFF2-40B4-BE49-F238E27FC236}">
                    <a16:creationId xmlns:a16="http://schemas.microsoft.com/office/drawing/2014/main" id="{D4BA0D4D-0481-D352-5592-EC310C731EB4}"/>
                  </a:ext>
                </a:extLst>
              </p:cNvPr>
              <p:cNvSpPr/>
              <p:nvPr/>
            </p:nvSpPr>
            <p:spPr>
              <a:xfrm>
                <a:off x="4705925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78CA7">
                  <a:alpha val="100000"/>
                </a:srgbClr>
              </a:solidFill>
              <a:ln w="5420" cap="flat">
                <a:solidFill>
                  <a:srgbClr val="378C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5" name="pg2145">
                <a:extLst>
                  <a:ext uri="{FF2B5EF4-FFF2-40B4-BE49-F238E27FC236}">
                    <a16:creationId xmlns:a16="http://schemas.microsoft.com/office/drawing/2014/main" id="{95C182E8-7819-8BD2-033A-8EB11B6E2267}"/>
                  </a:ext>
                </a:extLst>
              </p:cNvPr>
              <p:cNvSpPr/>
              <p:nvPr/>
            </p:nvSpPr>
            <p:spPr>
              <a:xfrm>
                <a:off x="4717563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691A8">
                  <a:alpha val="100000"/>
                </a:srgbClr>
              </a:solidFill>
              <a:ln w="5420" cap="flat">
                <a:solidFill>
                  <a:srgbClr val="3691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6" name="pg2146">
                <a:extLst>
                  <a:ext uri="{FF2B5EF4-FFF2-40B4-BE49-F238E27FC236}">
                    <a16:creationId xmlns:a16="http://schemas.microsoft.com/office/drawing/2014/main" id="{845E1532-92CD-3AE3-A20F-76D7CEFE57FF}"/>
                  </a:ext>
                </a:extLst>
              </p:cNvPr>
              <p:cNvSpPr/>
              <p:nvPr/>
            </p:nvSpPr>
            <p:spPr>
              <a:xfrm>
                <a:off x="4729200" y="44381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7" name="pg2147">
                <a:extLst>
                  <a:ext uri="{FF2B5EF4-FFF2-40B4-BE49-F238E27FC236}">
                    <a16:creationId xmlns:a16="http://schemas.microsoft.com/office/drawing/2014/main" id="{DE840445-D8E8-DC3E-4F20-9E00FF6C4ED5}"/>
                  </a:ext>
                </a:extLst>
              </p:cNvPr>
              <p:cNvSpPr/>
              <p:nvPr/>
            </p:nvSpPr>
            <p:spPr>
              <a:xfrm>
                <a:off x="4612827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8" name="pg2148">
                <a:extLst>
                  <a:ext uri="{FF2B5EF4-FFF2-40B4-BE49-F238E27FC236}">
                    <a16:creationId xmlns:a16="http://schemas.microsoft.com/office/drawing/2014/main" id="{68A3D37D-92BE-6C12-6EBB-BE5B3C3B1696}"/>
                  </a:ext>
                </a:extLst>
              </p:cNvPr>
              <p:cNvSpPr/>
              <p:nvPr/>
            </p:nvSpPr>
            <p:spPr>
              <a:xfrm>
                <a:off x="4624464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49" name="pg2149">
                <a:extLst>
                  <a:ext uri="{FF2B5EF4-FFF2-40B4-BE49-F238E27FC236}">
                    <a16:creationId xmlns:a16="http://schemas.microsoft.com/office/drawing/2014/main" id="{23B2A104-76B3-2E7C-ECFF-FF6B48C29621}"/>
                  </a:ext>
                </a:extLst>
              </p:cNvPr>
              <p:cNvSpPr/>
              <p:nvPr/>
            </p:nvSpPr>
            <p:spPr>
              <a:xfrm>
                <a:off x="4636101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0" name="pg2150">
                <a:extLst>
                  <a:ext uri="{FF2B5EF4-FFF2-40B4-BE49-F238E27FC236}">
                    <a16:creationId xmlns:a16="http://schemas.microsoft.com/office/drawing/2014/main" id="{27AEDE6B-6848-2A71-5807-84121467FF6C}"/>
                  </a:ext>
                </a:extLst>
              </p:cNvPr>
              <p:cNvSpPr/>
              <p:nvPr/>
            </p:nvSpPr>
            <p:spPr>
              <a:xfrm>
                <a:off x="4647739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1" name="pg2151">
                <a:extLst>
                  <a:ext uri="{FF2B5EF4-FFF2-40B4-BE49-F238E27FC236}">
                    <a16:creationId xmlns:a16="http://schemas.microsoft.com/office/drawing/2014/main" id="{E0C90BEA-E737-D8BA-DCF4-DE889D1EBC5C}"/>
                  </a:ext>
                </a:extLst>
              </p:cNvPr>
              <p:cNvSpPr/>
              <p:nvPr/>
            </p:nvSpPr>
            <p:spPr>
              <a:xfrm>
                <a:off x="4659376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2" name="pg2152">
                <a:extLst>
                  <a:ext uri="{FF2B5EF4-FFF2-40B4-BE49-F238E27FC236}">
                    <a16:creationId xmlns:a16="http://schemas.microsoft.com/office/drawing/2014/main" id="{1AEAAFFA-A6CC-A3D5-0EFA-AD7682C5493A}"/>
                  </a:ext>
                </a:extLst>
              </p:cNvPr>
              <p:cNvSpPr/>
              <p:nvPr/>
            </p:nvSpPr>
            <p:spPr>
              <a:xfrm>
                <a:off x="4671013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AA3">
                  <a:alpha val="100000"/>
                </a:srgbClr>
              </a:solidFill>
              <a:ln w="5420" cap="flat">
                <a:solidFill>
                  <a:srgbClr val="3A7A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3" name="pg2153">
                <a:extLst>
                  <a:ext uri="{FF2B5EF4-FFF2-40B4-BE49-F238E27FC236}">
                    <a16:creationId xmlns:a16="http://schemas.microsoft.com/office/drawing/2014/main" id="{329BB9CD-9481-7C54-61AD-0A221006C0A4}"/>
                  </a:ext>
                </a:extLst>
              </p:cNvPr>
              <p:cNvSpPr/>
              <p:nvPr/>
            </p:nvSpPr>
            <p:spPr>
              <a:xfrm>
                <a:off x="4682651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EA4">
                  <a:alpha val="100000"/>
                </a:srgbClr>
              </a:solidFill>
              <a:ln w="5420" cap="flat">
                <a:solidFill>
                  <a:srgbClr val="3A7EA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4" name="pg2154">
                <a:extLst>
                  <a:ext uri="{FF2B5EF4-FFF2-40B4-BE49-F238E27FC236}">
                    <a16:creationId xmlns:a16="http://schemas.microsoft.com/office/drawing/2014/main" id="{4A0F9E0F-DAB6-DDF8-5AF2-601C635AE86C}"/>
                  </a:ext>
                </a:extLst>
              </p:cNvPr>
              <p:cNvSpPr/>
              <p:nvPr/>
            </p:nvSpPr>
            <p:spPr>
              <a:xfrm>
                <a:off x="4694288" y="445248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83A5">
                  <a:alpha val="100000"/>
                </a:srgbClr>
              </a:solidFill>
              <a:ln w="5420" cap="flat">
                <a:solidFill>
                  <a:srgbClr val="3983A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5" name="pg2155">
                <a:extLst>
                  <a:ext uri="{FF2B5EF4-FFF2-40B4-BE49-F238E27FC236}">
                    <a16:creationId xmlns:a16="http://schemas.microsoft.com/office/drawing/2014/main" id="{2DAA1ED2-4528-665B-E3E4-1133CF28F9E0}"/>
                  </a:ext>
                </a:extLst>
              </p:cNvPr>
              <p:cNvSpPr/>
              <p:nvPr/>
            </p:nvSpPr>
            <p:spPr>
              <a:xfrm>
                <a:off x="4612827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6" name="pg2156">
                <a:extLst>
                  <a:ext uri="{FF2B5EF4-FFF2-40B4-BE49-F238E27FC236}">
                    <a16:creationId xmlns:a16="http://schemas.microsoft.com/office/drawing/2014/main" id="{22D6A992-F378-23A7-1220-7DE26FF7B98A}"/>
                  </a:ext>
                </a:extLst>
              </p:cNvPr>
              <p:cNvSpPr/>
              <p:nvPr/>
            </p:nvSpPr>
            <p:spPr>
              <a:xfrm>
                <a:off x="4624464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7" name="pg2157">
                <a:extLst>
                  <a:ext uri="{FF2B5EF4-FFF2-40B4-BE49-F238E27FC236}">
                    <a16:creationId xmlns:a16="http://schemas.microsoft.com/office/drawing/2014/main" id="{FC8BCE82-23C0-2A88-7177-6AF4FB59D80A}"/>
                  </a:ext>
                </a:extLst>
              </p:cNvPr>
              <p:cNvSpPr/>
              <p:nvPr/>
            </p:nvSpPr>
            <p:spPr>
              <a:xfrm>
                <a:off x="4636101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8" name="pg2158">
                <a:extLst>
                  <a:ext uri="{FF2B5EF4-FFF2-40B4-BE49-F238E27FC236}">
                    <a16:creationId xmlns:a16="http://schemas.microsoft.com/office/drawing/2014/main" id="{9AF847E7-45F0-225E-C05E-9C9D9BE27150}"/>
                  </a:ext>
                </a:extLst>
              </p:cNvPr>
              <p:cNvSpPr/>
              <p:nvPr/>
            </p:nvSpPr>
            <p:spPr>
              <a:xfrm>
                <a:off x="4647739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59" name="pg2159">
                <a:extLst>
                  <a:ext uri="{FF2B5EF4-FFF2-40B4-BE49-F238E27FC236}">
                    <a16:creationId xmlns:a16="http://schemas.microsoft.com/office/drawing/2014/main" id="{65B39CF2-F6B2-C2E2-141D-CD448733EA60}"/>
                  </a:ext>
                </a:extLst>
              </p:cNvPr>
              <p:cNvSpPr/>
              <p:nvPr/>
            </p:nvSpPr>
            <p:spPr>
              <a:xfrm>
                <a:off x="4659376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0" name="pg2160">
                <a:extLst>
                  <a:ext uri="{FF2B5EF4-FFF2-40B4-BE49-F238E27FC236}">
                    <a16:creationId xmlns:a16="http://schemas.microsoft.com/office/drawing/2014/main" id="{575E7AAD-3717-AC26-56D3-D1F6BABBC968}"/>
                  </a:ext>
                </a:extLst>
              </p:cNvPr>
              <p:cNvSpPr/>
              <p:nvPr/>
            </p:nvSpPr>
            <p:spPr>
              <a:xfrm>
                <a:off x="4671013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7A2">
                  <a:alpha val="100000"/>
                </a:srgbClr>
              </a:solidFill>
              <a:ln w="5420" cap="flat">
                <a:solidFill>
                  <a:srgbClr val="3A77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1" name="pg2161">
                <a:extLst>
                  <a:ext uri="{FF2B5EF4-FFF2-40B4-BE49-F238E27FC236}">
                    <a16:creationId xmlns:a16="http://schemas.microsoft.com/office/drawing/2014/main" id="{AB0A7F31-5F53-D5D2-0B4B-A7DB90DABB77}"/>
                  </a:ext>
                </a:extLst>
              </p:cNvPr>
              <p:cNvSpPr/>
              <p:nvPr/>
            </p:nvSpPr>
            <p:spPr>
              <a:xfrm>
                <a:off x="4682651" y="44667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BA3">
                  <a:alpha val="100000"/>
                </a:srgbClr>
              </a:solidFill>
              <a:ln w="5420" cap="flat">
                <a:solidFill>
                  <a:srgbClr val="3A7BA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2" name="pg2162">
                <a:extLst>
                  <a:ext uri="{FF2B5EF4-FFF2-40B4-BE49-F238E27FC236}">
                    <a16:creationId xmlns:a16="http://schemas.microsoft.com/office/drawing/2014/main" id="{8C54847D-C84D-DB03-97B8-D6FB6197B42C}"/>
                  </a:ext>
                </a:extLst>
              </p:cNvPr>
              <p:cNvSpPr/>
              <p:nvPr/>
            </p:nvSpPr>
            <p:spPr>
              <a:xfrm>
                <a:off x="4589552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3" name="pg2163">
                <a:extLst>
                  <a:ext uri="{FF2B5EF4-FFF2-40B4-BE49-F238E27FC236}">
                    <a16:creationId xmlns:a16="http://schemas.microsoft.com/office/drawing/2014/main" id="{1CEC9037-02E8-3008-FF71-2748CB7A7296}"/>
                  </a:ext>
                </a:extLst>
              </p:cNvPr>
              <p:cNvSpPr/>
              <p:nvPr/>
            </p:nvSpPr>
            <p:spPr>
              <a:xfrm>
                <a:off x="4601190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4" name="pg2164">
                <a:extLst>
                  <a:ext uri="{FF2B5EF4-FFF2-40B4-BE49-F238E27FC236}">
                    <a16:creationId xmlns:a16="http://schemas.microsoft.com/office/drawing/2014/main" id="{72C1124D-9617-39CD-72EB-5B103463C4E2}"/>
                  </a:ext>
                </a:extLst>
              </p:cNvPr>
              <p:cNvSpPr/>
              <p:nvPr/>
            </p:nvSpPr>
            <p:spPr>
              <a:xfrm>
                <a:off x="4612827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5" name="pg2165">
                <a:extLst>
                  <a:ext uri="{FF2B5EF4-FFF2-40B4-BE49-F238E27FC236}">
                    <a16:creationId xmlns:a16="http://schemas.microsoft.com/office/drawing/2014/main" id="{E365FB4C-D9E1-EA29-70F6-A58E7FD46B5C}"/>
                  </a:ext>
                </a:extLst>
              </p:cNvPr>
              <p:cNvSpPr/>
              <p:nvPr/>
            </p:nvSpPr>
            <p:spPr>
              <a:xfrm>
                <a:off x="4624464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6" name="pg2166">
                <a:extLst>
                  <a:ext uri="{FF2B5EF4-FFF2-40B4-BE49-F238E27FC236}">
                    <a16:creationId xmlns:a16="http://schemas.microsoft.com/office/drawing/2014/main" id="{6F8D5290-95F4-D6DD-0A2A-31005779FFD3}"/>
                  </a:ext>
                </a:extLst>
              </p:cNvPr>
              <p:cNvSpPr/>
              <p:nvPr/>
            </p:nvSpPr>
            <p:spPr>
              <a:xfrm>
                <a:off x="4636101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7" name="pg2167">
                <a:extLst>
                  <a:ext uri="{FF2B5EF4-FFF2-40B4-BE49-F238E27FC236}">
                    <a16:creationId xmlns:a16="http://schemas.microsoft.com/office/drawing/2014/main" id="{06CBE07D-9864-9FD2-0403-415C293AEE67}"/>
                  </a:ext>
                </a:extLst>
              </p:cNvPr>
              <p:cNvSpPr/>
              <p:nvPr/>
            </p:nvSpPr>
            <p:spPr>
              <a:xfrm>
                <a:off x="4647739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8" name="pg2168">
                <a:extLst>
                  <a:ext uri="{FF2B5EF4-FFF2-40B4-BE49-F238E27FC236}">
                    <a16:creationId xmlns:a16="http://schemas.microsoft.com/office/drawing/2014/main" id="{419283E4-D2F7-BE24-51D8-9D9BF66DEAF2}"/>
                  </a:ext>
                </a:extLst>
              </p:cNvPr>
              <p:cNvSpPr/>
              <p:nvPr/>
            </p:nvSpPr>
            <p:spPr>
              <a:xfrm>
                <a:off x="4659376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69" name="pg2169">
                <a:extLst>
                  <a:ext uri="{FF2B5EF4-FFF2-40B4-BE49-F238E27FC236}">
                    <a16:creationId xmlns:a16="http://schemas.microsoft.com/office/drawing/2014/main" id="{9E0EC6D5-5EFE-C6D5-624E-39F3F799C46B}"/>
                  </a:ext>
                </a:extLst>
              </p:cNvPr>
              <p:cNvSpPr/>
              <p:nvPr/>
            </p:nvSpPr>
            <p:spPr>
              <a:xfrm>
                <a:off x="4671013" y="448108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0" name="pg2170">
                <a:extLst>
                  <a:ext uri="{FF2B5EF4-FFF2-40B4-BE49-F238E27FC236}">
                    <a16:creationId xmlns:a16="http://schemas.microsoft.com/office/drawing/2014/main" id="{39BF2594-77D3-2682-ABDC-652D164EBDC0}"/>
                  </a:ext>
                </a:extLst>
              </p:cNvPr>
              <p:cNvSpPr/>
              <p:nvPr/>
            </p:nvSpPr>
            <p:spPr>
              <a:xfrm>
                <a:off x="4589552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1" name="pg2171">
                <a:extLst>
                  <a:ext uri="{FF2B5EF4-FFF2-40B4-BE49-F238E27FC236}">
                    <a16:creationId xmlns:a16="http://schemas.microsoft.com/office/drawing/2014/main" id="{FBDCDE4D-A30C-7802-13FA-70DE386ABBD7}"/>
                  </a:ext>
                </a:extLst>
              </p:cNvPr>
              <p:cNvSpPr/>
              <p:nvPr/>
            </p:nvSpPr>
            <p:spPr>
              <a:xfrm>
                <a:off x="4601190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2" name="pg2172">
                <a:extLst>
                  <a:ext uri="{FF2B5EF4-FFF2-40B4-BE49-F238E27FC236}">
                    <a16:creationId xmlns:a16="http://schemas.microsoft.com/office/drawing/2014/main" id="{527AB7D2-9449-9E96-6C4E-EE2075E2A7E8}"/>
                  </a:ext>
                </a:extLst>
              </p:cNvPr>
              <p:cNvSpPr/>
              <p:nvPr/>
            </p:nvSpPr>
            <p:spPr>
              <a:xfrm>
                <a:off x="4612827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3" name="pg2173">
                <a:extLst>
                  <a:ext uri="{FF2B5EF4-FFF2-40B4-BE49-F238E27FC236}">
                    <a16:creationId xmlns:a16="http://schemas.microsoft.com/office/drawing/2014/main" id="{DDEBA2BC-2B0B-5524-51D0-72E42BB77ADC}"/>
                  </a:ext>
                </a:extLst>
              </p:cNvPr>
              <p:cNvSpPr/>
              <p:nvPr/>
            </p:nvSpPr>
            <p:spPr>
              <a:xfrm>
                <a:off x="4624464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4" name="pg2174">
                <a:extLst>
                  <a:ext uri="{FF2B5EF4-FFF2-40B4-BE49-F238E27FC236}">
                    <a16:creationId xmlns:a16="http://schemas.microsoft.com/office/drawing/2014/main" id="{67F5D494-C4BF-0C03-48CB-4F3278D1B105}"/>
                  </a:ext>
                </a:extLst>
              </p:cNvPr>
              <p:cNvSpPr/>
              <p:nvPr/>
            </p:nvSpPr>
            <p:spPr>
              <a:xfrm>
                <a:off x="4636101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5" name="pg2175">
                <a:extLst>
                  <a:ext uri="{FF2B5EF4-FFF2-40B4-BE49-F238E27FC236}">
                    <a16:creationId xmlns:a16="http://schemas.microsoft.com/office/drawing/2014/main" id="{72C37F57-E6C4-FE9C-7374-E60D9EE81931}"/>
                  </a:ext>
                </a:extLst>
              </p:cNvPr>
              <p:cNvSpPr/>
              <p:nvPr/>
            </p:nvSpPr>
            <p:spPr>
              <a:xfrm>
                <a:off x="4647739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6" name="pg2176">
                <a:extLst>
                  <a:ext uri="{FF2B5EF4-FFF2-40B4-BE49-F238E27FC236}">
                    <a16:creationId xmlns:a16="http://schemas.microsoft.com/office/drawing/2014/main" id="{E8BAFAFF-29DD-69CA-8BC1-3F21978EBFB4}"/>
                  </a:ext>
                </a:extLst>
              </p:cNvPr>
              <p:cNvSpPr/>
              <p:nvPr/>
            </p:nvSpPr>
            <p:spPr>
              <a:xfrm>
                <a:off x="4659376" y="449538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7" name="pg2177">
                <a:extLst>
                  <a:ext uri="{FF2B5EF4-FFF2-40B4-BE49-F238E27FC236}">
                    <a16:creationId xmlns:a16="http://schemas.microsoft.com/office/drawing/2014/main" id="{6F9CC9D2-428B-3766-5FA9-FB33C1DF5B7C}"/>
                  </a:ext>
                </a:extLst>
              </p:cNvPr>
              <p:cNvSpPr/>
              <p:nvPr/>
            </p:nvSpPr>
            <p:spPr>
              <a:xfrm>
                <a:off x="4577915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8" name="pg2178">
                <a:extLst>
                  <a:ext uri="{FF2B5EF4-FFF2-40B4-BE49-F238E27FC236}">
                    <a16:creationId xmlns:a16="http://schemas.microsoft.com/office/drawing/2014/main" id="{9F40CC0F-A9EC-21F3-1F82-077B018D6387}"/>
                  </a:ext>
                </a:extLst>
              </p:cNvPr>
              <p:cNvSpPr/>
              <p:nvPr/>
            </p:nvSpPr>
            <p:spPr>
              <a:xfrm>
                <a:off x="4589552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79" name="pg2179">
                <a:extLst>
                  <a:ext uri="{FF2B5EF4-FFF2-40B4-BE49-F238E27FC236}">
                    <a16:creationId xmlns:a16="http://schemas.microsoft.com/office/drawing/2014/main" id="{DC45E4AA-CE77-F5E5-6EBC-9F0202ED5A06}"/>
                  </a:ext>
                </a:extLst>
              </p:cNvPr>
              <p:cNvSpPr/>
              <p:nvPr/>
            </p:nvSpPr>
            <p:spPr>
              <a:xfrm>
                <a:off x="4601190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0" name="pg2180">
                <a:extLst>
                  <a:ext uri="{FF2B5EF4-FFF2-40B4-BE49-F238E27FC236}">
                    <a16:creationId xmlns:a16="http://schemas.microsoft.com/office/drawing/2014/main" id="{FFDBF9B1-BA83-36A3-4881-22A79E1545A6}"/>
                  </a:ext>
                </a:extLst>
              </p:cNvPr>
              <p:cNvSpPr/>
              <p:nvPr/>
            </p:nvSpPr>
            <p:spPr>
              <a:xfrm>
                <a:off x="4612827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1" name="pg2181">
                <a:extLst>
                  <a:ext uri="{FF2B5EF4-FFF2-40B4-BE49-F238E27FC236}">
                    <a16:creationId xmlns:a16="http://schemas.microsoft.com/office/drawing/2014/main" id="{73AC75C0-566D-A11E-DA17-12C8B6168CDE}"/>
                  </a:ext>
                </a:extLst>
              </p:cNvPr>
              <p:cNvSpPr/>
              <p:nvPr/>
            </p:nvSpPr>
            <p:spPr>
              <a:xfrm>
                <a:off x="4624464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2" name="pg2182">
                <a:extLst>
                  <a:ext uri="{FF2B5EF4-FFF2-40B4-BE49-F238E27FC236}">
                    <a16:creationId xmlns:a16="http://schemas.microsoft.com/office/drawing/2014/main" id="{1F10824E-F857-80D3-7B8F-2AB5E70A32C3}"/>
                  </a:ext>
                </a:extLst>
              </p:cNvPr>
              <p:cNvSpPr/>
              <p:nvPr/>
            </p:nvSpPr>
            <p:spPr>
              <a:xfrm>
                <a:off x="4636101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3" name="pg2183">
                <a:extLst>
                  <a:ext uri="{FF2B5EF4-FFF2-40B4-BE49-F238E27FC236}">
                    <a16:creationId xmlns:a16="http://schemas.microsoft.com/office/drawing/2014/main" id="{93FDE659-4E17-8C06-D45B-A0E4C72D66B5}"/>
                  </a:ext>
                </a:extLst>
              </p:cNvPr>
              <p:cNvSpPr/>
              <p:nvPr/>
            </p:nvSpPr>
            <p:spPr>
              <a:xfrm>
                <a:off x="4647739" y="45096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4" name="pg2184">
                <a:extLst>
                  <a:ext uri="{FF2B5EF4-FFF2-40B4-BE49-F238E27FC236}">
                    <a16:creationId xmlns:a16="http://schemas.microsoft.com/office/drawing/2014/main" id="{D2206760-8165-7375-187F-256F6E83AA1A}"/>
                  </a:ext>
                </a:extLst>
              </p:cNvPr>
              <p:cNvSpPr/>
              <p:nvPr/>
            </p:nvSpPr>
            <p:spPr>
              <a:xfrm>
                <a:off x="4577915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5" name="pg2185">
                <a:extLst>
                  <a:ext uri="{FF2B5EF4-FFF2-40B4-BE49-F238E27FC236}">
                    <a16:creationId xmlns:a16="http://schemas.microsoft.com/office/drawing/2014/main" id="{2FE49ACC-0F65-AE0D-849A-E06924E997A6}"/>
                  </a:ext>
                </a:extLst>
              </p:cNvPr>
              <p:cNvSpPr/>
              <p:nvPr/>
            </p:nvSpPr>
            <p:spPr>
              <a:xfrm>
                <a:off x="4589552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6" name="pg2186">
                <a:extLst>
                  <a:ext uri="{FF2B5EF4-FFF2-40B4-BE49-F238E27FC236}">
                    <a16:creationId xmlns:a16="http://schemas.microsoft.com/office/drawing/2014/main" id="{208B441A-2228-F050-0B0E-AEA057384B9E}"/>
                  </a:ext>
                </a:extLst>
              </p:cNvPr>
              <p:cNvSpPr/>
              <p:nvPr/>
            </p:nvSpPr>
            <p:spPr>
              <a:xfrm>
                <a:off x="4601190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7" name="pg2187">
                <a:extLst>
                  <a:ext uri="{FF2B5EF4-FFF2-40B4-BE49-F238E27FC236}">
                    <a16:creationId xmlns:a16="http://schemas.microsoft.com/office/drawing/2014/main" id="{75BDE980-C664-5BF1-FDB2-99DDF7B5122E}"/>
                  </a:ext>
                </a:extLst>
              </p:cNvPr>
              <p:cNvSpPr/>
              <p:nvPr/>
            </p:nvSpPr>
            <p:spPr>
              <a:xfrm>
                <a:off x="4612827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8" name="pg2188">
                <a:extLst>
                  <a:ext uri="{FF2B5EF4-FFF2-40B4-BE49-F238E27FC236}">
                    <a16:creationId xmlns:a16="http://schemas.microsoft.com/office/drawing/2014/main" id="{DAA05647-7473-2FA7-8189-82889D8A2F14}"/>
                  </a:ext>
                </a:extLst>
              </p:cNvPr>
              <p:cNvSpPr/>
              <p:nvPr/>
            </p:nvSpPr>
            <p:spPr>
              <a:xfrm>
                <a:off x="4624464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89" name="pg2189">
                <a:extLst>
                  <a:ext uri="{FF2B5EF4-FFF2-40B4-BE49-F238E27FC236}">
                    <a16:creationId xmlns:a16="http://schemas.microsoft.com/office/drawing/2014/main" id="{0B6201D3-8817-8F71-7D13-75DBBEE773FD}"/>
                  </a:ext>
                </a:extLst>
              </p:cNvPr>
              <p:cNvSpPr/>
              <p:nvPr/>
            </p:nvSpPr>
            <p:spPr>
              <a:xfrm>
                <a:off x="4636101" y="452398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0" name="pg2190">
                <a:extLst>
                  <a:ext uri="{FF2B5EF4-FFF2-40B4-BE49-F238E27FC236}">
                    <a16:creationId xmlns:a16="http://schemas.microsoft.com/office/drawing/2014/main" id="{BE7C8E86-F117-B47F-69AE-869B1A7C17C9}"/>
                  </a:ext>
                </a:extLst>
              </p:cNvPr>
              <p:cNvSpPr/>
              <p:nvPr/>
            </p:nvSpPr>
            <p:spPr>
              <a:xfrm>
                <a:off x="4566278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1" name="pg2191">
                <a:extLst>
                  <a:ext uri="{FF2B5EF4-FFF2-40B4-BE49-F238E27FC236}">
                    <a16:creationId xmlns:a16="http://schemas.microsoft.com/office/drawing/2014/main" id="{1F207FDB-01A1-A28E-181F-648A3775E95D}"/>
                  </a:ext>
                </a:extLst>
              </p:cNvPr>
              <p:cNvSpPr/>
              <p:nvPr/>
            </p:nvSpPr>
            <p:spPr>
              <a:xfrm>
                <a:off x="4577915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2" name="pg2192">
                <a:extLst>
                  <a:ext uri="{FF2B5EF4-FFF2-40B4-BE49-F238E27FC236}">
                    <a16:creationId xmlns:a16="http://schemas.microsoft.com/office/drawing/2014/main" id="{142E88D8-2967-75E8-E4F2-78B70045E008}"/>
                  </a:ext>
                </a:extLst>
              </p:cNvPr>
              <p:cNvSpPr/>
              <p:nvPr/>
            </p:nvSpPr>
            <p:spPr>
              <a:xfrm>
                <a:off x="4589552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3" name="pg2193">
                <a:extLst>
                  <a:ext uri="{FF2B5EF4-FFF2-40B4-BE49-F238E27FC236}">
                    <a16:creationId xmlns:a16="http://schemas.microsoft.com/office/drawing/2014/main" id="{E06B76AD-C0AF-FAD7-ED4E-4E666578CC38}"/>
                  </a:ext>
                </a:extLst>
              </p:cNvPr>
              <p:cNvSpPr/>
              <p:nvPr/>
            </p:nvSpPr>
            <p:spPr>
              <a:xfrm>
                <a:off x="4601190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4" name="pg2194">
                <a:extLst>
                  <a:ext uri="{FF2B5EF4-FFF2-40B4-BE49-F238E27FC236}">
                    <a16:creationId xmlns:a16="http://schemas.microsoft.com/office/drawing/2014/main" id="{9484D2F8-BC07-0D0D-D13F-9152BA11E4DD}"/>
                  </a:ext>
                </a:extLst>
              </p:cNvPr>
              <p:cNvSpPr/>
              <p:nvPr/>
            </p:nvSpPr>
            <p:spPr>
              <a:xfrm>
                <a:off x="4612827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5" name="pg2195">
                <a:extLst>
                  <a:ext uri="{FF2B5EF4-FFF2-40B4-BE49-F238E27FC236}">
                    <a16:creationId xmlns:a16="http://schemas.microsoft.com/office/drawing/2014/main" id="{301952E2-904E-2478-6ABE-3F76A61B20F0}"/>
                  </a:ext>
                </a:extLst>
              </p:cNvPr>
              <p:cNvSpPr/>
              <p:nvPr/>
            </p:nvSpPr>
            <p:spPr>
              <a:xfrm>
                <a:off x="4624464" y="45382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6" name="pg2196">
                <a:extLst>
                  <a:ext uri="{FF2B5EF4-FFF2-40B4-BE49-F238E27FC236}">
                    <a16:creationId xmlns:a16="http://schemas.microsoft.com/office/drawing/2014/main" id="{C19EB845-2488-9EC8-E27E-29E4CE5D0E56}"/>
                  </a:ext>
                </a:extLst>
              </p:cNvPr>
              <p:cNvSpPr/>
              <p:nvPr/>
            </p:nvSpPr>
            <p:spPr>
              <a:xfrm>
                <a:off x="4566278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7" name="pg2197">
                <a:extLst>
                  <a:ext uri="{FF2B5EF4-FFF2-40B4-BE49-F238E27FC236}">
                    <a16:creationId xmlns:a16="http://schemas.microsoft.com/office/drawing/2014/main" id="{24ECBE90-ED85-9677-EFDB-B8C026068904}"/>
                  </a:ext>
                </a:extLst>
              </p:cNvPr>
              <p:cNvSpPr/>
              <p:nvPr/>
            </p:nvSpPr>
            <p:spPr>
              <a:xfrm>
                <a:off x="4577915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8" name="pg2198">
                <a:extLst>
                  <a:ext uri="{FF2B5EF4-FFF2-40B4-BE49-F238E27FC236}">
                    <a16:creationId xmlns:a16="http://schemas.microsoft.com/office/drawing/2014/main" id="{0C490FB9-E646-0403-174F-6B52209A2E0B}"/>
                  </a:ext>
                </a:extLst>
              </p:cNvPr>
              <p:cNvSpPr/>
              <p:nvPr/>
            </p:nvSpPr>
            <p:spPr>
              <a:xfrm>
                <a:off x="4589552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199" name="pg2199">
                <a:extLst>
                  <a:ext uri="{FF2B5EF4-FFF2-40B4-BE49-F238E27FC236}">
                    <a16:creationId xmlns:a16="http://schemas.microsoft.com/office/drawing/2014/main" id="{6A3FDA45-67C6-025F-6182-734AA5CB9437}"/>
                  </a:ext>
                </a:extLst>
              </p:cNvPr>
              <p:cNvSpPr/>
              <p:nvPr/>
            </p:nvSpPr>
            <p:spPr>
              <a:xfrm>
                <a:off x="4601190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0" name="pg2200">
                <a:extLst>
                  <a:ext uri="{FF2B5EF4-FFF2-40B4-BE49-F238E27FC236}">
                    <a16:creationId xmlns:a16="http://schemas.microsoft.com/office/drawing/2014/main" id="{F844B8D2-12EC-8A56-65C2-3E3B0ABBED47}"/>
                  </a:ext>
                </a:extLst>
              </p:cNvPr>
              <p:cNvSpPr/>
              <p:nvPr/>
            </p:nvSpPr>
            <p:spPr>
              <a:xfrm>
                <a:off x="4612827" y="455258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1" name="pg2201">
                <a:extLst>
                  <a:ext uri="{FF2B5EF4-FFF2-40B4-BE49-F238E27FC236}">
                    <a16:creationId xmlns:a16="http://schemas.microsoft.com/office/drawing/2014/main" id="{66480BF2-A8A9-56B3-0CA5-C34937F7353F}"/>
                  </a:ext>
                </a:extLst>
              </p:cNvPr>
              <p:cNvSpPr/>
              <p:nvPr/>
            </p:nvSpPr>
            <p:spPr>
              <a:xfrm>
                <a:off x="4554640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2" name="pg2202">
                <a:extLst>
                  <a:ext uri="{FF2B5EF4-FFF2-40B4-BE49-F238E27FC236}">
                    <a16:creationId xmlns:a16="http://schemas.microsoft.com/office/drawing/2014/main" id="{EAF1869D-D093-9E47-94D0-EC32B76432CE}"/>
                  </a:ext>
                </a:extLst>
              </p:cNvPr>
              <p:cNvSpPr/>
              <p:nvPr/>
            </p:nvSpPr>
            <p:spPr>
              <a:xfrm>
                <a:off x="4566278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3" name="pg2203">
                <a:extLst>
                  <a:ext uri="{FF2B5EF4-FFF2-40B4-BE49-F238E27FC236}">
                    <a16:creationId xmlns:a16="http://schemas.microsoft.com/office/drawing/2014/main" id="{A5E30D7B-912C-D34D-599D-E931BFB5F20D}"/>
                  </a:ext>
                </a:extLst>
              </p:cNvPr>
              <p:cNvSpPr/>
              <p:nvPr/>
            </p:nvSpPr>
            <p:spPr>
              <a:xfrm>
                <a:off x="4577915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4" name="pg2204">
                <a:extLst>
                  <a:ext uri="{FF2B5EF4-FFF2-40B4-BE49-F238E27FC236}">
                    <a16:creationId xmlns:a16="http://schemas.microsoft.com/office/drawing/2014/main" id="{7B671300-0A41-38ED-FA5E-FF09A9C52980}"/>
                  </a:ext>
                </a:extLst>
              </p:cNvPr>
              <p:cNvSpPr/>
              <p:nvPr/>
            </p:nvSpPr>
            <p:spPr>
              <a:xfrm>
                <a:off x="4589552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5" name="pg2205">
                <a:extLst>
                  <a:ext uri="{FF2B5EF4-FFF2-40B4-BE49-F238E27FC236}">
                    <a16:creationId xmlns:a16="http://schemas.microsoft.com/office/drawing/2014/main" id="{206FCBAC-366B-74C7-386E-9F2D9C07BE63}"/>
                  </a:ext>
                </a:extLst>
              </p:cNvPr>
              <p:cNvSpPr/>
              <p:nvPr/>
            </p:nvSpPr>
            <p:spPr>
              <a:xfrm>
                <a:off x="4601190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6" name="pg2206">
                <a:extLst>
                  <a:ext uri="{FF2B5EF4-FFF2-40B4-BE49-F238E27FC236}">
                    <a16:creationId xmlns:a16="http://schemas.microsoft.com/office/drawing/2014/main" id="{D78B6D23-49D1-6C9F-4DA5-9F8F84061D8B}"/>
                  </a:ext>
                </a:extLst>
              </p:cNvPr>
              <p:cNvSpPr/>
              <p:nvPr/>
            </p:nvSpPr>
            <p:spPr>
              <a:xfrm>
                <a:off x="4612827" y="456688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7" name="pg2207">
                <a:extLst>
                  <a:ext uri="{FF2B5EF4-FFF2-40B4-BE49-F238E27FC236}">
                    <a16:creationId xmlns:a16="http://schemas.microsoft.com/office/drawing/2014/main" id="{9B22EA79-DA5A-F10A-49C4-1B787680966F}"/>
                  </a:ext>
                </a:extLst>
              </p:cNvPr>
              <p:cNvSpPr/>
              <p:nvPr/>
            </p:nvSpPr>
            <p:spPr>
              <a:xfrm>
                <a:off x="4554640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8" name="pg2208">
                <a:extLst>
                  <a:ext uri="{FF2B5EF4-FFF2-40B4-BE49-F238E27FC236}">
                    <a16:creationId xmlns:a16="http://schemas.microsoft.com/office/drawing/2014/main" id="{B8DBFAE3-5CCA-B9A0-B110-D77657D4DA0D}"/>
                  </a:ext>
                </a:extLst>
              </p:cNvPr>
              <p:cNvSpPr/>
              <p:nvPr/>
            </p:nvSpPr>
            <p:spPr>
              <a:xfrm>
                <a:off x="4566278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09" name="pg2209">
                <a:extLst>
                  <a:ext uri="{FF2B5EF4-FFF2-40B4-BE49-F238E27FC236}">
                    <a16:creationId xmlns:a16="http://schemas.microsoft.com/office/drawing/2014/main" id="{EAC28045-1529-7372-B9C3-E3FBC611C6AB}"/>
                  </a:ext>
                </a:extLst>
              </p:cNvPr>
              <p:cNvSpPr/>
              <p:nvPr/>
            </p:nvSpPr>
            <p:spPr>
              <a:xfrm>
                <a:off x="4577915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0" name="pg2210">
                <a:extLst>
                  <a:ext uri="{FF2B5EF4-FFF2-40B4-BE49-F238E27FC236}">
                    <a16:creationId xmlns:a16="http://schemas.microsoft.com/office/drawing/2014/main" id="{AD311649-01BA-32A2-40B0-E5EF17DD0B94}"/>
                  </a:ext>
                </a:extLst>
              </p:cNvPr>
              <p:cNvSpPr/>
              <p:nvPr/>
            </p:nvSpPr>
            <p:spPr>
              <a:xfrm>
                <a:off x="4589552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1" name="pg2211">
                <a:extLst>
                  <a:ext uri="{FF2B5EF4-FFF2-40B4-BE49-F238E27FC236}">
                    <a16:creationId xmlns:a16="http://schemas.microsoft.com/office/drawing/2014/main" id="{0BA1CB74-B09B-F39A-F745-813E583C56EB}"/>
                  </a:ext>
                </a:extLst>
              </p:cNvPr>
              <p:cNvSpPr/>
              <p:nvPr/>
            </p:nvSpPr>
            <p:spPr>
              <a:xfrm>
                <a:off x="4601190" y="45811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2" name="pg2212">
                <a:extLst>
                  <a:ext uri="{FF2B5EF4-FFF2-40B4-BE49-F238E27FC236}">
                    <a16:creationId xmlns:a16="http://schemas.microsoft.com/office/drawing/2014/main" id="{F13C3747-D782-184C-D660-9814F04B5BE5}"/>
                  </a:ext>
                </a:extLst>
              </p:cNvPr>
              <p:cNvSpPr/>
              <p:nvPr/>
            </p:nvSpPr>
            <p:spPr>
              <a:xfrm>
                <a:off x="4543003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3" name="pg2213">
                <a:extLst>
                  <a:ext uri="{FF2B5EF4-FFF2-40B4-BE49-F238E27FC236}">
                    <a16:creationId xmlns:a16="http://schemas.microsoft.com/office/drawing/2014/main" id="{0F22641E-8DA5-E066-5B0F-7269C86EC752}"/>
                  </a:ext>
                </a:extLst>
              </p:cNvPr>
              <p:cNvSpPr/>
              <p:nvPr/>
            </p:nvSpPr>
            <p:spPr>
              <a:xfrm>
                <a:off x="4554640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4" name="pg2214">
                <a:extLst>
                  <a:ext uri="{FF2B5EF4-FFF2-40B4-BE49-F238E27FC236}">
                    <a16:creationId xmlns:a16="http://schemas.microsoft.com/office/drawing/2014/main" id="{31989893-9E10-8CB7-CDF1-1BADAE4DBAEB}"/>
                  </a:ext>
                </a:extLst>
              </p:cNvPr>
              <p:cNvSpPr/>
              <p:nvPr/>
            </p:nvSpPr>
            <p:spPr>
              <a:xfrm>
                <a:off x="4566278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5" name="pg2215">
                <a:extLst>
                  <a:ext uri="{FF2B5EF4-FFF2-40B4-BE49-F238E27FC236}">
                    <a16:creationId xmlns:a16="http://schemas.microsoft.com/office/drawing/2014/main" id="{C57B1E92-AB16-3B12-446F-4FEEFDC19E3F}"/>
                  </a:ext>
                </a:extLst>
              </p:cNvPr>
              <p:cNvSpPr/>
              <p:nvPr/>
            </p:nvSpPr>
            <p:spPr>
              <a:xfrm>
                <a:off x="4577915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6" name="pg2216">
                <a:extLst>
                  <a:ext uri="{FF2B5EF4-FFF2-40B4-BE49-F238E27FC236}">
                    <a16:creationId xmlns:a16="http://schemas.microsoft.com/office/drawing/2014/main" id="{F0C7C97F-EC7E-42AF-8144-0FFF994B53BA}"/>
                  </a:ext>
                </a:extLst>
              </p:cNvPr>
              <p:cNvSpPr/>
              <p:nvPr/>
            </p:nvSpPr>
            <p:spPr>
              <a:xfrm>
                <a:off x="4589552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7" name="pg2217">
                <a:extLst>
                  <a:ext uri="{FF2B5EF4-FFF2-40B4-BE49-F238E27FC236}">
                    <a16:creationId xmlns:a16="http://schemas.microsoft.com/office/drawing/2014/main" id="{4690FCA9-14B4-61B1-BAD7-1DC2CAA9168A}"/>
                  </a:ext>
                </a:extLst>
              </p:cNvPr>
              <p:cNvSpPr/>
              <p:nvPr/>
            </p:nvSpPr>
            <p:spPr>
              <a:xfrm>
                <a:off x="4601190" y="459549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8" name="pg2218">
                <a:extLst>
                  <a:ext uri="{FF2B5EF4-FFF2-40B4-BE49-F238E27FC236}">
                    <a16:creationId xmlns:a16="http://schemas.microsoft.com/office/drawing/2014/main" id="{CA08FF7C-EEDF-DB0C-B5B2-17D8FF6F7761}"/>
                  </a:ext>
                </a:extLst>
              </p:cNvPr>
              <p:cNvSpPr/>
              <p:nvPr/>
            </p:nvSpPr>
            <p:spPr>
              <a:xfrm>
                <a:off x="4543003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19" name="pg2219">
                <a:extLst>
                  <a:ext uri="{FF2B5EF4-FFF2-40B4-BE49-F238E27FC236}">
                    <a16:creationId xmlns:a16="http://schemas.microsoft.com/office/drawing/2014/main" id="{9F5C8407-228F-1E62-FFA0-8595B9F5B76C}"/>
                  </a:ext>
                </a:extLst>
              </p:cNvPr>
              <p:cNvSpPr/>
              <p:nvPr/>
            </p:nvSpPr>
            <p:spPr>
              <a:xfrm>
                <a:off x="4554640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0" name="pg2220">
                <a:extLst>
                  <a:ext uri="{FF2B5EF4-FFF2-40B4-BE49-F238E27FC236}">
                    <a16:creationId xmlns:a16="http://schemas.microsoft.com/office/drawing/2014/main" id="{7EDF941F-3CD3-66CC-7824-55B6EF21CC8C}"/>
                  </a:ext>
                </a:extLst>
              </p:cNvPr>
              <p:cNvSpPr/>
              <p:nvPr/>
            </p:nvSpPr>
            <p:spPr>
              <a:xfrm>
                <a:off x="4566278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1" name="pg2221">
                <a:extLst>
                  <a:ext uri="{FF2B5EF4-FFF2-40B4-BE49-F238E27FC236}">
                    <a16:creationId xmlns:a16="http://schemas.microsoft.com/office/drawing/2014/main" id="{A3D6AB66-524B-9B37-11B5-85F1B803224A}"/>
                  </a:ext>
                </a:extLst>
              </p:cNvPr>
              <p:cNvSpPr/>
              <p:nvPr/>
            </p:nvSpPr>
            <p:spPr>
              <a:xfrm>
                <a:off x="4577915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2" name="pg2222">
                <a:extLst>
                  <a:ext uri="{FF2B5EF4-FFF2-40B4-BE49-F238E27FC236}">
                    <a16:creationId xmlns:a16="http://schemas.microsoft.com/office/drawing/2014/main" id="{47F206D2-4E72-E030-E7BE-66A855E714C7}"/>
                  </a:ext>
                </a:extLst>
              </p:cNvPr>
              <p:cNvSpPr/>
              <p:nvPr/>
            </p:nvSpPr>
            <p:spPr>
              <a:xfrm>
                <a:off x="4589552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3" name="pg2223">
                <a:extLst>
                  <a:ext uri="{FF2B5EF4-FFF2-40B4-BE49-F238E27FC236}">
                    <a16:creationId xmlns:a16="http://schemas.microsoft.com/office/drawing/2014/main" id="{50EF1A48-9961-9AA7-9C90-DD190F756832}"/>
                  </a:ext>
                </a:extLst>
              </p:cNvPr>
              <p:cNvSpPr/>
              <p:nvPr/>
            </p:nvSpPr>
            <p:spPr>
              <a:xfrm>
                <a:off x="4601190" y="46097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4" name="pg2224">
                <a:extLst>
                  <a:ext uri="{FF2B5EF4-FFF2-40B4-BE49-F238E27FC236}">
                    <a16:creationId xmlns:a16="http://schemas.microsoft.com/office/drawing/2014/main" id="{303521E9-B732-F074-57EA-907735B3AD38}"/>
                  </a:ext>
                </a:extLst>
              </p:cNvPr>
              <p:cNvSpPr/>
              <p:nvPr/>
            </p:nvSpPr>
            <p:spPr>
              <a:xfrm>
                <a:off x="4543003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5" name="pg2225">
                <a:extLst>
                  <a:ext uri="{FF2B5EF4-FFF2-40B4-BE49-F238E27FC236}">
                    <a16:creationId xmlns:a16="http://schemas.microsoft.com/office/drawing/2014/main" id="{86052A5D-BE73-D9E9-BF5B-2676B6638CB7}"/>
                  </a:ext>
                </a:extLst>
              </p:cNvPr>
              <p:cNvSpPr/>
              <p:nvPr/>
            </p:nvSpPr>
            <p:spPr>
              <a:xfrm>
                <a:off x="4554640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6" name="pg2226">
                <a:extLst>
                  <a:ext uri="{FF2B5EF4-FFF2-40B4-BE49-F238E27FC236}">
                    <a16:creationId xmlns:a16="http://schemas.microsoft.com/office/drawing/2014/main" id="{04559874-38B9-BA26-DE91-17D214C7BA71}"/>
                  </a:ext>
                </a:extLst>
              </p:cNvPr>
              <p:cNvSpPr/>
              <p:nvPr/>
            </p:nvSpPr>
            <p:spPr>
              <a:xfrm>
                <a:off x="4566278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7" name="pg2227">
                <a:extLst>
                  <a:ext uri="{FF2B5EF4-FFF2-40B4-BE49-F238E27FC236}">
                    <a16:creationId xmlns:a16="http://schemas.microsoft.com/office/drawing/2014/main" id="{E9C9706D-6B3E-97F1-4451-83567585FC9B}"/>
                  </a:ext>
                </a:extLst>
              </p:cNvPr>
              <p:cNvSpPr/>
              <p:nvPr/>
            </p:nvSpPr>
            <p:spPr>
              <a:xfrm>
                <a:off x="4577915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8" name="pg2228">
                <a:extLst>
                  <a:ext uri="{FF2B5EF4-FFF2-40B4-BE49-F238E27FC236}">
                    <a16:creationId xmlns:a16="http://schemas.microsoft.com/office/drawing/2014/main" id="{C3560CAF-DEA3-C4C2-5A96-8C6267F2C824}"/>
                  </a:ext>
                </a:extLst>
              </p:cNvPr>
              <p:cNvSpPr/>
              <p:nvPr/>
            </p:nvSpPr>
            <p:spPr>
              <a:xfrm>
                <a:off x="4589552" y="462409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29" name="pg2229">
                <a:extLst>
                  <a:ext uri="{FF2B5EF4-FFF2-40B4-BE49-F238E27FC236}">
                    <a16:creationId xmlns:a16="http://schemas.microsoft.com/office/drawing/2014/main" id="{06C86DF6-8561-AD01-B819-EE06434AF726}"/>
                  </a:ext>
                </a:extLst>
              </p:cNvPr>
              <p:cNvSpPr/>
              <p:nvPr/>
            </p:nvSpPr>
            <p:spPr>
              <a:xfrm>
                <a:off x="3856400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0" name="pg2230">
                <a:extLst>
                  <a:ext uri="{FF2B5EF4-FFF2-40B4-BE49-F238E27FC236}">
                    <a16:creationId xmlns:a16="http://schemas.microsoft.com/office/drawing/2014/main" id="{3A286DC3-7AC0-D79E-EFE7-2271B2733EF9}"/>
                  </a:ext>
                </a:extLst>
              </p:cNvPr>
              <p:cNvSpPr/>
              <p:nvPr/>
            </p:nvSpPr>
            <p:spPr>
              <a:xfrm>
                <a:off x="3868038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7">
                  <a:alpha val="100000"/>
                </a:srgbClr>
              </a:solidFill>
              <a:ln w="5420" cap="flat">
                <a:solidFill>
                  <a:srgbClr val="3B4F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1" name="pg2231">
                <a:extLst>
                  <a:ext uri="{FF2B5EF4-FFF2-40B4-BE49-F238E27FC236}">
                    <a16:creationId xmlns:a16="http://schemas.microsoft.com/office/drawing/2014/main" id="{B2FE2FD0-D789-94C6-DFBD-61D0A5AD9835}"/>
                  </a:ext>
                </a:extLst>
              </p:cNvPr>
              <p:cNvSpPr/>
              <p:nvPr/>
            </p:nvSpPr>
            <p:spPr>
              <a:xfrm>
                <a:off x="3879675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7">
                  <a:alpha val="100000"/>
                </a:srgbClr>
              </a:solidFill>
              <a:ln w="5420" cap="flat">
                <a:solidFill>
                  <a:srgbClr val="3B4F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2" name="pg2232">
                <a:extLst>
                  <a:ext uri="{FF2B5EF4-FFF2-40B4-BE49-F238E27FC236}">
                    <a16:creationId xmlns:a16="http://schemas.microsoft.com/office/drawing/2014/main" id="{00F1773A-BDE9-AA1D-5E91-242D0D294BD8}"/>
                  </a:ext>
                </a:extLst>
              </p:cNvPr>
              <p:cNvSpPr/>
              <p:nvPr/>
            </p:nvSpPr>
            <p:spPr>
              <a:xfrm>
                <a:off x="3891312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7">
                  <a:alpha val="100000"/>
                </a:srgbClr>
              </a:solidFill>
              <a:ln w="5420" cap="flat">
                <a:solidFill>
                  <a:srgbClr val="3B4F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3" name="pg2233">
                <a:extLst>
                  <a:ext uri="{FF2B5EF4-FFF2-40B4-BE49-F238E27FC236}">
                    <a16:creationId xmlns:a16="http://schemas.microsoft.com/office/drawing/2014/main" id="{AED07F91-C654-A096-6A9B-10DA3645DED2}"/>
                  </a:ext>
                </a:extLst>
              </p:cNvPr>
              <p:cNvSpPr/>
              <p:nvPr/>
            </p:nvSpPr>
            <p:spPr>
              <a:xfrm>
                <a:off x="4543003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4" name="pg2234">
                <a:extLst>
                  <a:ext uri="{FF2B5EF4-FFF2-40B4-BE49-F238E27FC236}">
                    <a16:creationId xmlns:a16="http://schemas.microsoft.com/office/drawing/2014/main" id="{7A24648E-4258-57FB-BCAA-00996F498163}"/>
                  </a:ext>
                </a:extLst>
              </p:cNvPr>
              <p:cNvSpPr/>
              <p:nvPr/>
            </p:nvSpPr>
            <p:spPr>
              <a:xfrm>
                <a:off x="4554640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5" name="pg2235">
                <a:extLst>
                  <a:ext uri="{FF2B5EF4-FFF2-40B4-BE49-F238E27FC236}">
                    <a16:creationId xmlns:a16="http://schemas.microsoft.com/office/drawing/2014/main" id="{B6E82F33-6A5A-8084-D9A9-386E23D0CE34}"/>
                  </a:ext>
                </a:extLst>
              </p:cNvPr>
              <p:cNvSpPr/>
              <p:nvPr/>
            </p:nvSpPr>
            <p:spPr>
              <a:xfrm>
                <a:off x="4566278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6" name="pg2236">
                <a:extLst>
                  <a:ext uri="{FF2B5EF4-FFF2-40B4-BE49-F238E27FC236}">
                    <a16:creationId xmlns:a16="http://schemas.microsoft.com/office/drawing/2014/main" id="{E7731FD7-C30C-06DA-49E2-FF1141E242AA}"/>
                  </a:ext>
                </a:extLst>
              </p:cNvPr>
              <p:cNvSpPr/>
              <p:nvPr/>
            </p:nvSpPr>
            <p:spPr>
              <a:xfrm>
                <a:off x="4577915" y="463839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7" name="pg2237">
                <a:extLst>
                  <a:ext uri="{FF2B5EF4-FFF2-40B4-BE49-F238E27FC236}">
                    <a16:creationId xmlns:a16="http://schemas.microsoft.com/office/drawing/2014/main" id="{A1C1DCFF-F83E-526C-DBB1-DDD4331EB9A6}"/>
                  </a:ext>
                </a:extLst>
              </p:cNvPr>
              <p:cNvSpPr/>
              <p:nvPr/>
            </p:nvSpPr>
            <p:spPr>
              <a:xfrm>
                <a:off x="385640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8" name="pg2238">
                <a:extLst>
                  <a:ext uri="{FF2B5EF4-FFF2-40B4-BE49-F238E27FC236}">
                    <a16:creationId xmlns:a16="http://schemas.microsoft.com/office/drawing/2014/main" id="{C281800A-A327-86E4-D25F-172027FFABE1}"/>
                  </a:ext>
                </a:extLst>
              </p:cNvPr>
              <p:cNvSpPr/>
              <p:nvPr/>
            </p:nvSpPr>
            <p:spPr>
              <a:xfrm>
                <a:off x="386803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39" name="pg2239">
                <a:extLst>
                  <a:ext uri="{FF2B5EF4-FFF2-40B4-BE49-F238E27FC236}">
                    <a16:creationId xmlns:a16="http://schemas.microsoft.com/office/drawing/2014/main" id="{278B6408-8AA8-C700-22E0-FA07247F2C68}"/>
                  </a:ext>
                </a:extLst>
              </p:cNvPr>
              <p:cNvSpPr/>
              <p:nvPr/>
            </p:nvSpPr>
            <p:spPr>
              <a:xfrm>
                <a:off x="3879675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0" name="pg2240">
                <a:extLst>
                  <a:ext uri="{FF2B5EF4-FFF2-40B4-BE49-F238E27FC236}">
                    <a16:creationId xmlns:a16="http://schemas.microsoft.com/office/drawing/2014/main" id="{B743E667-D935-0083-5CBA-160FCAEB9AC4}"/>
                  </a:ext>
                </a:extLst>
              </p:cNvPr>
              <p:cNvSpPr/>
              <p:nvPr/>
            </p:nvSpPr>
            <p:spPr>
              <a:xfrm>
                <a:off x="3891312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1" name="pg2241">
                <a:extLst>
                  <a:ext uri="{FF2B5EF4-FFF2-40B4-BE49-F238E27FC236}">
                    <a16:creationId xmlns:a16="http://schemas.microsoft.com/office/drawing/2014/main" id="{99C6C449-2B92-9EF4-7780-D8F922CB65F7}"/>
                  </a:ext>
                </a:extLst>
              </p:cNvPr>
              <p:cNvSpPr/>
              <p:nvPr/>
            </p:nvSpPr>
            <p:spPr>
              <a:xfrm>
                <a:off x="390295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2" name="pg2242">
                <a:extLst>
                  <a:ext uri="{FF2B5EF4-FFF2-40B4-BE49-F238E27FC236}">
                    <a16:creationId xmlns:a16="http://schemas.microsoft.com/office/drawing/2014/main" id="{C2E9DA1D-129D-6F08-5930-3382F93EB625}"/>
                  </a:ext>
                </a:extLst>
              </p:cNvPr>
              <p:cNvSpPr/>
              <p:nvPr/>
            </p:nvSpPr>
            <p:spPr>
              <a:xfrm>
                <a:off x="3949499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3" name="pg2243">
                <a:extLst>
                  <a:ext uri="{FF2B5EF4-FFF2-40B4-BE49-F238E27FC236}">
                    <a16:creationId xmlns:a16="http://schemas.microsoft.com/office/drawing/2014/main" id="{620D8D40-F9FD-ECD7-0FCA-D6E6FAC00399}"/>
                  </a:ext>
                </a:extLst>
              </p:cNvPr>
              <p:cNvSpPr/>
              <p:nvPr/>
            </p:nvSpPr>
            <p:spPr>
              <a:xfrm>
                <a:off x="3961136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4" name="pg2244">
                <a:extLst>
                  <a:ext uri="{FF2B5EF4-FFF2-40B4-BE49-F238E27FC236}">
                    <a16:creationId xmlns:a16="http://schemas.microsoft.com/office/drawing/2014/main" id="{2E512511-8188-3316-D97D-15052000AC5F}"/>
                  </a:ext>
                </a:extLst>
              </p:cNvPr>
              <p:cNvSpPr/>
              <p:nvPr/>
            </p:nvSpPr>
            <p:spPr>
              <a:xfrm>
                <a:off x="3972774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5" name="pg2245">
                <a:extLst>
                  <a:ext uri="{FF2B5EF4-FFF2-40B4-BE49-F238E27FC236}">
                    <a16:creationId xmlns:a16="http://schemas.microsoft.com/office/drawing/2014/main" id="{2CA52289-06AC-A61E-C26A-6E79A34871B7}"/>
                  </a:ext>
                </a:extLst>
              </p:cNvPr>
              <p:cNvSpPr/>
              <p:nvPr/>
            </p:nvSpPr>
            <p:spPr>
              <a:xfrm>
                <a:off x="3984411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6" name="pg2246">
                <a:extLst>
                  <a:ext uri="{FF2B5EF4-FFF2-40B4-BE49-F238E27FC236}">
                    <a16:creationId xmlns:a16="http://schemas.microsoft.com/office/drawing/2014/main" id="{7150A2D7-A053-616F-6D67-AACDD299D39E}"/>
                  </a:ext>
                </a:extLst>
              </p:cNvPr>
              <p:cNvSpPr/>
              <p:nvPr/>
            </p:nvSpPr>
            <p:spPr>
              <a:xfrm>
                <a:off x="399604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7" name="pg2247">
                <a:extLst>
                  <a:ext uri="{FF2B5EF4-FFF2-40B4-BE49-F238E27FC236}">
                    <a16:creationId xmlns:a16="http://schemas.microsoft.com/office/drawing/2014/main" id="{3CE0BC66-2E17-AE72-0603-14731A3F5E0B}"/>
                  </a:ext>
                </a:extLst>
              </p:cNvPr>
              <p:cNvSpPr/>
              <p:nvPr/>
            </p:nvSpPr>
            <p:spPr>
              <a:xfrm>
                <a:off x="4543003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8" name="pg2248">
                <a:extLst>
                  <a:ext uri="{FF2B5EF4-FFF2-40B4-BE49-F238E27FC236}">
                    <a16:creationId xmlns:a16="http://schemas.microsoft.com/office/drawing/2014/main" id="{4A23DCAE-F232-206B-CAB4-A36C7C6B3DC9}"/>
                  </a:ext>
                </a:extLst>
              </p:cNvPr>
              <p:cNvSpPr/>
              <p:nvPr/>
            </p:nvSpPr>
            <p:spPr>
              <a:xfrm>
                <a:off x="4554640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49" name="pg2249">
                <a:extLst>
                  <a:ext uri="{FF2B5EF4-FFF2-40B4-BE49-F238E27FC236}">
                    <a16:creationId xmlns:a16="http://schemas.microsoft.com/office/drawing/2014/main" id="{E87E2680-F415-0382-0165-863A5451D367}"/>
                  </a:ext>
                </a:extLst>
              </p:cNvPr>
              <p:cNvSpPr/>
              <p:nvPr/>
            </p:nvSpPr>
            <p:spPr>
              <a:xfrm>
                <a:off x="4566278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0" name="pg2250">
                <a:extLst>
                  <a:ext uri="{FF2B5EF4-FFF2-40B4-BE49-F238E27FC236}">
                    <a16:creationId xmlns:a16="http://schemas.microsoft.com/office/drawing/2014/main" id="{3C78F1B9-6667-025D-2E63-0D8107300695}"/>
                  </a:ext>
                </a:extLst>
              </p:cNvPr>
              <p:cNvSpPr/>
              <p:nvPr/>
            </p:nvSpPr>
            <p:spPr>
              <a:xfrm>
                <a:off x="4577915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1" name="pg2251">
                <a:extLst>
                  <a:ext uri="{FF2B5EF4-FFF2-40B4-BE49-F238E27FC236}">
                    <a16:creationId xmlns:a16="http://schemas.microsoft.com/office/drawing/2014/main" id="{3AB48FD7-2E33-69F6-F6DB-2DA913A5D17B}"/>
                  </a:ext>
                </a:extLst>
              </p:cNvPr>
              <p:cNvSpPr/>
              <p:nvPr/>
            </p:nvSpPr>
            <p:spPr>
              <a:xfrm>
                <a:off x="4589552" y="46526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2" name="pg2252">
                <a:extLst>
                  <a:ext uri="{FF2B5EF4-FFF2-40B4-BE49-F238E27FC236}">
                    <a16:creationId xmlns:a16="http://schemas.microsoft.com/office/drawing/2014/main" id="{010532E8-9CAB-D883-4CC6-335185D70467}"/>
                  </a:ext>
                </a:extLst>
              </p:cNvPr>
              <p:cNvSpPr/>
              <p:nvPr/>
            </p:nvSpPr>
            <p:spPr>
              <a:xfrm>
                <a:off x="3774939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3" name="pg2253">
                <a:extLst>
                  <a:ext uri="{FF2B5EF4-FFF2-40B4-BE49-F238E27FC236}">
                    <a16:creationId xmlns:a16="http://schemas.microsoft.com/office/drawing/2014/main" id="{F659D57D-A22C-C7F0-FBA8-99854CE82A9E}"/>
                  </a:ext>
                </a:extLst>
              </p:cNvPr>
              <p:cNvSpPr/>
              <p:nvPr/>
            </p:nvSpPr>
            <p:spPr>
              <a:xfrm>
                <a:off x="378657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4" name="pg2254">
                <a:extLst>
                  <a:ext uri="{FF2B5EF4-FFF2-40B4-BE49-F238E27FC236}">
                    <a16:creationId xmlns:a16="http://schemas.microsoft.com/office/drawing/2014/main" id="{6B8B7E2E-8F5B-5FF8-4529-8B6BCC5DFB07}"/>
                  </a:ext>
                </a:extLst>
              </p:cNvPr>
              <p:cNvSpPr/>
              <p:nvPr/>
            </p:nvSpPr>
            <p:spPr>
              <a:xfrm>
                <a:off x="384476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5" name="pg2255">
                <a:extLst>
                  <a:ext uri="{FF2B5EF4-FFF2-40B4-BE49-F238E27FC236}">
                    <a16:creationId xmlns:a16="http://schemas.microsoft.com/office/drawing/2014/main" id="{568B3D98-6417-CC8D-1AA8-D8F0D22458EE}"/>
                  </a:ext>
                </a:extLst>
              </p:cNvPr>
              <p:cNvSpPr/>
              <p:nvPr/>
            </p:nvSpPr>
            <p:spPr>
              <a:xfrm>
                <a:off x="385640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6" name="pg2256">
                <a:extLst>
                  <a:ext uri="{FF2B5EF4-FFF2-40B4-BE49-F238E27FC236}">
                    <a16:creationId xmlns:a16="http://schemas.microsoft.com/office/drawing/2014/main" id="{E5F01CCB-2156-BEE6-BF18-1EF6128DE22A}"/>
                  </a:ext>
                </a:extLst>
              </p:cNvPr>
              <p:cNvSpPr/>
              <p:nvPr/>
            </p:nvSpPr>
            <p:spPr>
              <a:xfrm>
                <a:off x="386803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7" name="pg2257">
                <a:extLst>
                  <a:ext uri="{FF2B5EF4-FFF2-40B4-BE49-F238E27FC236}">
                    <a16:creationId xmlns:a16="http://schemas.microsoft.com/office/drawing/2014/main" id="{74B1AFA4-D7C6-FD41-8390-81FDBA7E133D}"/>
                  </a:ext>
                </a:extLst>
              </p:cNvPr>
              <p:cNvSpPr/>
              <p:nvPr/>
            </p:nvSpPr>
            <p:spPr>
              <a:xfrm>
                <a:off x="387967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8" name="pg2258">
                <a:extLst>
                  <a:ext uri="{FF2B5EF4-FFF2-40B4-BE49-F238E27FC236}">
                    <a16:creationId xmlns:a16="http://schemas.microsoft.com/office/drawing/2014/main" id="{EA0DC36B-99FA-CB2D-D6FA-FA82F7DEFEDD}"/>
                  </a:ext>
                </a:extLst>
              </p:cNvPr>
              <p:cNvSpPr/>
              <p:nvPr/>
            </p:nvSpPr>
            <p:spPr>
              <a:xfrm>
                <a:off x="389131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59" name="pg2259">
                <a:extLst>
                  <a:ext uri="{FF2B5EF4-FFF2-40B4-BE49-F238E27FC236}">
                    <a16:creationId xmlns:a16="http://schemas.microsoft.com/office/drawing/2014/main" id="{E0E4DEBE-364F-4407-4180-7E6587F209B0}"/>
                  </a:ext>
                </a:extLst>
              </p:cNvPr>
              <p:cNvSpPr/>
              <p:nvPr/>
            </p:nvSpPr>
            <p:spPr>
              <a:xfrm>
                <a:off x="390295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0" name="pg2260">
                <a:extLst>
                  <a:ext uri="{FF2B5EF4-FFF2-40B4-BE49-F238E27FC236}">
                    <a16:creationId xmlns:a16="http://schemas.microsoft.com/office/drawing/2014/main" id="{D519B838-3BD9-7AA6-5F06-8AD1AC8DDAAD}"/>
                  </a:ext>
                </a:extLst>
              </p:cNvPr>
              <p:cNvSpPr/>
              <p:nvPr/>
            </p:nvSpPr>
            <p:spPr>
              <a:xfrm>
                <a:off x="3949499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1" name="pg2261">
                <a:extLst>
                  <a:ext uri="{FF2B5EF4-FFF2-40B4-BE49-F238E27FC236}">
                    <a16:creationId xmlns:a16="http://schemas.microsoft.com/office/drawing/2014/main" id="{06F66401-99DA-6BE3-D8BE-977A2B4D4457}"/>
                  </a:ext>
                </a:extLst>
              </p:cNvPr>
              <p:cNvSpPr/>
              <p:nvPr/>
            </p:nvSpPr>
            <p:spPr>
              <a:xfrm>
                <a:off x="396113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2" name="pg2262">
                <a:extLst>
                  <a:ext uri="{FF2B5EF4-FFF2-40B4-BE49-F238E27FC236}">
                    <a16:creationId xmlns:a16="http://schemas.microsoft.com/office/drawing/2014/main" id="{007F18C5-6F60-2EFF-21DB-A46C3DEF0A14}"/>
                  </a:ext>
                </a:extLst>
              </p:cNvPr>
              <p:cNvSpPr/>
              <p:nvPr/>
            </p:nvSpPr>
            <p:spPr>
              <a:xfrm>
                <a:off x="3972774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3" name="pg2263">
                <a:extLst>
                  <a:ext uri="{FF2B5EF4-FFF2-40B4-BE49-F238E27FC236}">
                    <a16:creationId xmlns:a16="http://schemas.microsoft.com/office/drawing/2014/main" id="{05D0F58D-E16A-CF53-D189-D3C085BA7CA5}"/>
                  </a:ext>
                </a:extLst>
              </p:cNvPr>
              <p:cNvSpPr/>
              <p:nvPr/>
            </p:nvSpPr>
            <p:spPr>
              <a:xfrm>
                <a:off x="3984411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4" name="pg2264">
                <a:extLst>
                  <a:ext uri="{FF2B5EF4-FFF2-40B4-BE49-F238E27FC236}">
                    <a16:creationId xmlns:a16="http://schemas.microsoft.com/office/drawing/2014/main" id="{04F3B041-7B5C-9E83-C887-8F85E41F07FA}"/>
                  </a:ext>
                </a:extLst>
              </p:cNvPr>
              <p:cNvSpPr/>
              <p:nvPr/>
            </p:nvSpPr>
            <p:spPr>
              <a:xfrm>
                <a:off x="399604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5" name="pg2265">
                <a:extLst>
                  <a:ext uri="{FF2B5EF4-FFF2-40B4-BE49-F238E27FC236}">
                    <a16:creationId xmlns:a16="http://schemas.microsoft.com/office/drawing/2014/main" id="{8B10FB32-25B0-E68A-9705-834D44AD503D}"/>
                  </a:ext>
                </a:extLst>
              </p:cNvPr>
              <p:cNvSpPr/>
              <p:nvPr/>
            </p:nvSpPr>
            <p:spPr>
              <a:xfrm>
                <a:off x="4007686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6" name="pg2266">
                <a:extLst>
                  <a:ext uri="{FF2B5EF4-FFF2-40B4-BE49-F238E27FC236}">
                    <a16:creationId xmlns:a16="http://schemas.microsoft.com/office/drawing/2014/main" id="{1F389E0B-5742-A06D-814A-837507BC6211}"/>
                  </a:ext>
                </a:extLst>
              </p:cNvPr>
              <p:cNvSpPr/>
              <p:nvPr/>
            </p:nvSpPr>
            <p:spPr>
              <a:xfrm>
                <a:off x="401932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7" name="pg2267">
                <a:extLst>
                  <a:ext uri="{FF2B5EF4-FFF2-40B4-BE49-F238E27FC236}">
                    <a16:creationId xmlns:a16="http://schemas.microsoft.com/office/drawing/2014/main" id="{53EBAE48-52AB-27ED-6225-019C2F1EA897}"/>
                  </a:ext>
                </a:extLst>
              </p:cNvPr>
              <p:cNvSpPr/>
              <p:nvPr/>
            </p:nvSpPr>
            <p:spPr>
              <a:xfrm>
                <a:off x="403096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8" name="pg2268">
                <a:extLst>
                  <a:ext uri="{FF2B5EF4-FFF2-40B4-BE49-F238E27FC236}">
                    <a16:creationId xmlns:a16="http://schemas.microsoft.com/office/drawing/2014/main" id="{F329B129-BE1D-CEC0-4F29-8B35CE738E55}"/>
                  </a:ext>
                </a:extLst>
              </p:cNvPr>
              <p:cNvSpPr/>
              <p:nvPr/>
            </p:nvSpPr>
            <p:spPr>
              <a:xfrm>
                <a:off x="404259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69" name="pg2269">
                <a:extLst>
                  <a:ext uri="{FF2B5EF4-FFF2-40B4-BE49-F238E27FC236}">
                    <a16:creationId xmlns:a16="http://schemas.microsoft.com/office/drawing/2014/main" id="{8DCC696A-6C50-4AFE-D564-10A5471C9054}"/>
                  </a:ext>
                </a:extLst>
              </p:cNvPr>
              <p:cNvSpPr/>
              <p:nvPr/>
            </p:nvSpPr>
            <p:spPr>
              <a:xfrm>
                <a:off x="405423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0" name="pg2270">
                <a:extLst>
                  <a:ext uri="{FF2B5EF4-FFF2-40B4-BE49-F238E27FC236}">
                    <a16:creationId xmlns:a16="http://schemas.microsoft.com/office/drawing/2014/main" id="{E7AA1900-AF1A-9968-CE58-766707847CB5}"/>
                  </a:ext>
                </a:extLst>
              </p:cNvPr>
              <p:cNvSpPr/>
              <p:nvPr/>
            </p:nvSpPr>
            <p:spPr>
              <a:xfrm>
                <a:off x="406587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1" name="pg2271">
                <a:extLst>
                  <a:ext uri="{FF2B5EF4-FFF2-40B4-BE49-F238E27FC236}">
                    <a16:creationId xmlns:a16="http://schemas.microsoft.com/office/drawing/2014/main" id="{FE02F86C-812E-74CA-FC2B-38CEC2F52EF2}"/>
                  </a:ext>
                </a:extLst>
              </p:cNvPr>
              <p:cNvSpPr/>
              <p:nvPr/>
            </p:nvSpPr>
            <p:spPr>
              <a:xfrm>
                <a:off x="407751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2" name="pg2272">
                <a:extLst>
                  <a:ext uri="{FF2B5EF4-FFF2-40B4-BE49-F238E27FC236}">
                    <a16:creationId xmlns:a16="http://schemas.microsoft.com/office/drawing/2014/main" id="{364FA171-5640-2851-F545-18A7319B5039}"/>
                  </a:ext>
                </a:extLst>
              </p:cNvPr>
              <p:cNvSpPr/>
              <p:nvPr/>
            </p:nvSpPr>
            <p:spPr>
              <a:xfrm>
                <a:off x="4543003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3" name="pg2273">
                <a:extLst>
                  <a:ext uri="{FF2B5EF4-FFF2-40B4-BE49-F238E27FC236}">
                    <a16:creationId xmlns:a16="http://schemas.microsoft.com/office/drawing/2014/main" id="{8DE2FB67-3FA7-D4BD-CCAC-D2A67649D23E}"/>
                  </a:ext>
                </a:extLst>
              </p:cNvPr>
              <p:cNvSpPr/>
              <p:nvPr/>
            </p:nvSpPr>
            <p:spPr>
              <a:xfrm>
                <a:off x="4554640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4" name="pg2274">
                <a:extLst>
                  <a:ext uri="{FF2B5EF4-FFF2-40B4-BE49-F238E27FC236}">
                    <a16:creationId xmlns:a16="http://schemas.microsoft.com/office/drawing/2014/main" id="{6F6A5554-E31F-96AC-C8FD-8A32C71C050E}"/>
                  </a:ext>
                </a:extLst>
              </p:cNvPr>
              <p:cNvSpPr/>
              <p:nvPr/>
            </p:nvSpPr>
            <p:spPr>
              <a:xfrm>
                <a:off x="4566278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5" name="pg2275">
                <a:extLst>
                  <a:ext uri="{FF2B5EF4-FFF2-40B4-BE49-F238E27FC236}">
                    <a16:creationId xmlns:a16="http://schemas.microsoft.com/office/drawing/2014/main" id="{2D2E7513-EB61-DC22-AE1D-13BA8F1FC9B9}"/>
                  </a:ext>
                </a:extLst>
              </p:cNvPr>
              <p:cNvSpPr/>
              <p:nvPr/>
            </p:nvSpPr>
            <p:spPr>
              <a:xfrm>
                <a:off x="4577915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6" name="pg2276">
                <a:extLst>
                  <a:ext uri="{FF2B5EF4-FFF2-40B4-BE49-F238E27FC236}">
                    <a16:creationId xmlns:a16="http://schemas.microsoft.com/office/drawing/2014/main" id="{945D68F3-2ADF-81C5-0C66-9E21BC06FD3E}"/>
                  </a:ext>
                </a:extLst>
              </p:cNvPr>
              <p:cNvSpPr/>
              <p:nvPr/>
            </p:nvSpPr>
            <p:spPr>
              <a:xfrm>
                <a:off x="4589552" y="466699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7" name="pg2277">
                <a:extLst>
                  <a:ext uri="{FF2B5EF4-FFF2-40B4-BE49-F238E27FC236}">
                    <a16:creationId xmlns:a16="http://schemas.microsoft.com/office/drawing/2014/main" id="{A2D6C5F0-2FDC-4860-FDC0-F2BB873A3481}"/>
                  </a:ext>
                </a:extLst>
              </p:cNvPr>
              <p:cNvSpPr/>
              <p:nvPr/>
            </p:nvSpPr>
            <p:spPr>
              <a:xfrm>
                <a:off x="362365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1">
                  <a:alpha val="100000"/>
                </a:srgbClr>
              </a:solidFill>
              <a:ln w="5420" cap="flat">
                <a:solidFill>
                  <a:srgbClr val="3B3E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8" name="pg2278">
                <a:extLst>
                  <a:ext uri="{FF2B5EF4-FFF2-40B4-BE49-F238E27FC236}">
                    <a16:creationId xmlns:a16="http://schemas.microsoft.com/office/drawing/2014/main" id="{96CD6351-4841-9BE7-1B53-6CF0C7588748}"/>
                  </a:ext>
                </a:extLst>
              </p:cNvPr>
              <p:cNvSpPr/>
              <p:nvPr/>
            </p:nvSpPr>
            <p:spPr>
              <a:xfrm>
                <a:off x="363529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79" name="pg2279">
                <a:extLst>
                  <a:ext uri="{FF2B5EF4-FFF2-40B4-BE49-F238E27FC236}">
                    <a16:creationId xmlns:a16="http://schemas.microsoft.com/office/drawing/2014/main" id="{269FCAEA-A7D8-981A-7043-AEE8A672D876}"/>
                  </a:ext>
                </a:extLst>
              </p:cNvPr>
              <p:cNvSpPr/>
              <p:nvPr/>
            </p:nvSpPr>
            <p:spPr>
              <a:xfrm>
                <a:off x="364692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0" name="pg2280">
                <a:extLst>
                  <a:ext uri="{FF2B5EF4-FFF2-40B4-BE49-F238E27FC236}">
                    <a16:creationId xmlns:a16="http://schemas.microsoft.com/office/drawing/2014/main" id="{3EAEEBAC-F0DA-1113-7C44-6D65F72913C4}"/>
                  </a:ext>
                </a:extLst>
              </p:cNvPr>
              <p:cNvSpPr/>
              <p:nvPr/>
            </p:nvSpPr>
            <p:spPr>
              <a:xfrm>
                <a:off x="365856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1" name="pg2281">
                <a:extLst>
                  <a:ext uri="{FF2B5EF4-FFF2-40B4-BE49-F238E27FC236}">
                    <a16:creationId xmlns:a16="http://schemas.microsoft.com/office/drawing/2014/main" id="{703055C5-5DF6-CF2B-E6AE-79D2CDB5A704}"/>
                  </a:ext>
                </a:extLst>
              </p:cNvPr>
              <p:cNvSpPr/>
              <p:nvPr/>
            </p:nvSpPr>
            <p:spPr>
              <a:xfrm>
                <a:off x="367020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2" name="pg2282">
                <a:extLst>
                  <a:ext uri="{FF2B5EF4-FFF2-40B4-BE49-F238E27FC236}">
                    <a16:creationId xmlns:a16="http://schemas.microsoft.com/office/drawing/2014/main" id="{78AEAA51-72D5-DA4A-402F-3F1634996679}"/>
                  </a:ext>
                </a:extLst>
              </p:cNvPr>
              <p:cNvSpPr/>
              <p:nvPr/>
            </p:nvSpPr>
            <p:spPr>
              <a:xfrm>
                <a:off x="372839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3" name="pg2283">
                <a:extLst>
                  <a:ext uri="{FF2B5EF4-FFF2-40B4-BE49-F238E27FC236}">
                    <a16:creationId xmlns:a16="http://schemas.microsoft.com/office/drawing/2014/main" id="{5CC49826-D139-C3CC-D47E-8E984AB7239C}"/>
                  </a:ext>
                </a:extLst>
              </p:cNvPr>
              <p:cNvSpPr/>
              <p:nvPr/>
            </p:nvSpPr>
            <p:spPr>
              <a:xfrm>
                <a:off x="374002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4" name="pg2284">
                <a:extLst>
                  <a:ext uri="{FF2B5EF4-FFF2-40B4-BE49-F238E27FC236}">
                    <a16:creationId xmlns:a16="http://schemas.microsoft.com/office/drawing/2014/main" id="{8781C109-80DB-68C8-BE1D-A949CDF6D97A}"/>
                  </a:ext>
                </a:extLst>
              </p:cNvPr>
              <p:cNvSpPr/>
              <p:nvPr/>
            </p:nvSpPr>
            <p:spPr>
              <a:xfrm>
                <a:off x="375166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5" name="pg2285">
                <a:extLst>
                  <a:ext uri="{FF2B5EF4-FFF2-40B4-BE49-F238E27FC236}">
                    <a16:creationId xmlns:a16="http://schemas.microsoft.com/office/drawing/2014/main" id="{3746F31E-585E-96F2-D937-BE57381E1F9D}"/>
                  </a:ext>
                </a:extLst>
              </p:cNvPr>
              <p:cNvSpPr/>
              <p:nvPr/>
            </p:nvSpPr>
            <p:spPr>
              <a:xfrm>
                <a:off x="376330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6" name="pg2286">
                <a:extLst>
                  <a:ext uri="{FF2B5EF4-FFF2-40B4-BE49-F238E27FC236}">
                    <a16:creationId xmlns:a16="http://schemas.microsoft.com/office/drawing/2014/main" id="{6D263C82-11D2-D3C6-BC72-D160655B76B1}"/>
                  </a:ext>
                </a:extLst>
              </p:cNvPr>
              <p:cNvSpPr/>
              <p:nvPr/>
            </p:nvSpPr>
            <p:spPr>
              <a:xfrm>
                <a:off x="377493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7" name="pg2287">
                <a:extLst>
                  <a:ext uri="{FF2B5EF4-FFF2-40B4-BE49-F238E27FC236}">
                    <a16:creationId xmlns:a16="http://schemas.microsoft.com/office/drawing/2014/main" id="{17C13848-5620-DD58-3DEB-91733ABF01F6}"/>
                  </a:ext>
                </a:extLst>
              </p:cNvPr>
              <p:cNvSpPr/>
              <p:nvPr/>
            </p:nvSpPr>
            <p:spPr>
              <a:xfrm>
                <a:off x="378657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8" name="pg2288">
                <a:extLst>
                  <a:ext uri="{FF2B5EF4-FFF2-40B4-BE49-F238E27FC236}">
                    <a16:creationId xmlns:a16="http://schemas.microsoft.com/office/drawing/2014/main" id="{0167368F-ECF8-6FD8-4A4E-8C3263E8F30F}"/>
                  </a:ext>
                </a:extLst>
              </p:cNvPr>
              <p:cNvSpPr/>
              <p:nvPr/>
            </p:nvSpPr>
            <p:spPr>
              <a:xfrm>
                <a:off x="379821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89" name="pg2289">
                <a:extLst>
                  <a:ext uri="{FF2B5EF4-FFF2-40B4-BE49-F238E27FC236}">
                    <a16:creationId xmlns:a16="http://schemas.microsoft.com/office/drawing/2014/main" id="{4FF14EB7-11E2-498D-F300-BA5630D7D45A}"/>
                  </a:ext>
                </a:extLst>
              </p:cNvPr>
              <p:cNvSpPr/>
              <p:nvPr/>
            </p:nvSpPr>
            <p:spPr>
              <a:xfrm>
                <a:off x="380985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0" name="pg2290">
                <a:extLst>
                  <a:ext uri="{FF2B5EF4-FFF2-40B4-BE49-F238E27FC236}">
                    <a16:creationId xmlns:a16="http://schemas.microsoft.com/office/drawing/2014/main" id="{03BFAB2E-9D4F-9F45-67D7-6435CE2D85C3}"/>
                  </a:ext>
                </a:extLst>
              </p:cNvPr>
              <p:cNvSpPr/>
              <p:nvPr/>
            </p:nvSpPr>
            <p:spPr>
              <a:xfrm>
                <a:off x="382148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1" name="pg2291">
                <a:extLst>
                  <a:ext uri="{FF2B5EF4-FFF2-40B4-BE49-F238E27FC236}">
                    <a16:creationId xmlns:a16="http://schemas.microsoft.com/office/drawing/2014/main" id="{906479B8-89F7-1AFE-3B22-F08230E2F25E}"/>
                  </a:ext>
                </a:extLst>
              </p:cNvPr>
              <p:cNvSpPr/>
              <p:nvPr/>
            </p:nvSpPr>
            <p:spPr>
              <a:xfrm>
                <a:off x="383312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2" name="pg2292">
                <a:extLst>
                  <a:ext uri="{FF2B5EF4-FFF2-40B4-BE49-F238E27FC236}">
                    <a16:creationId xmlns:a16="http://schemas.microsoft.com/office/drawing/2014/main" id="{A8F990FD-F860-0C93-B825-1F0DD37AFAA1}"/>
                  </a:ext>
                </a:extLst>
              </p:cNvPr>
              <p:cNvSpPr/>
              <p:nvPr/>
            </p:nvSpPr>
            <p:spPr>
              <a:xfrm>
                <a:off x="384476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3" name="pg2293">
                <a:extLst>
                  <a:ext uri="{FF2B5EF4-FFF2-40B4-BE49-F238E27FC236}">
                    <a16:creationId xmlns:a16="http://schemas.microsoft.com/office/drawing/2014/main" id="{79EF1F99-11A5-87BF-05DF-BDBCAB332991}"/>
                  </a:ext>
                </a:extLst>
              </p:cNvPr>
              <p:cNvSpPr/>
              <p:nvPr/>
            </p:nvSpPr>
            <p:spPr>
              <a:xfrm>
                <a:off x="385640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4" name="pg2294">
                <a:extLst>
                  <a:ext uri="{FF2B5EF4-FFF2-40B4-BE49-F238E27FC236}">
                    <a16:creationId xmlns:a16="http://schemas.microsoft.com/office/drawing/2014/main" id="{DCEDA5DC-E8A1-DFE8-D6D9-60324B7B3A54}"/>
                  </a:ext>
                </a:extLst>
              </p:cNvPr>
              <p:cNvSpPr/>
              <p:nvPr/>
            </p:nvSpPr>
            <p:spPr>
              <a:xfrm>
                <a:off x="386803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5" name="pg2295">
                <a:extLst>
                  <a:ext uri="{FF2B5EF4-FFF2-40B4-BE49-F238E27FC236}">
                    <a16:creationId xmlns:a16="http://schemas.microsoft.com/office/drawing/2014/main" id="{275238BE-7FCF-46B8-27C0-988892588A3D}"/>
                  </a:ext>
                </a:extLst>
              </p:cNvPr>
              <p:cNvSpPr/>
              <p:nvPr/>
            </p:nvSpPr>
            <p:spPr>
              <a:xfrm>
                <a:off x="387967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6" name="pg2296">
                <a:extLst>
                  <a:ext uri="{FF2B5EF4-FFF2-40B4-BE49-F238E27FC236}">
                    <a16:creationId xmlns:a16="http://schemas.microsoft.com/office/drawing/2014/main" id="{58B942DC-0165-23A6-8B98-796A56BF8CE3}"/>
                  </a:ext>
                </a:extLst>
              </p:cNvPr>
              <p:cNvSpPr/>
              <p:nvPr/>
            </p:nvSpPr>
            <p:spPr>
              <a:xfrm>
                <a:off x="389131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7" name="pg2297">
                <a:extLst>
                  <a:ext uri="{FF2B5EF4-FFF2-40B4-BE49-F238E27FC236}">
                    <a16:creationId xmlns:a16="http://schemas.microsoft.com/office/drawing/2014/main" id="{F697E9CD-EF01-ECEF-0B4D-849B5FD5029B}"/>
                  </a:ext>
                </a:extLst>
              </p:cNvPr>
              <p:cNvSpPr/>
              <p:nvPr/>
            </p:nvSpPr>
            <p:spPr>
              <a:xfrm>
                <a:off x="390295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8" name="pg2298">
                <a:extLst>
                  <a:ext uri="{FF2B5EF4-FFF2-40B4-BE49-F238E27FC236}">
                    <a16:creationId xmlns:a16="http://schemas.microsoft.com/office/drawing/2014/main" id="{76423962-C688-2E03-2429-8E0FC0B7C876}"/>
                  </a:ext>
                </a:extLst>
              </p:cNvPr>
              <p:cNvSpPr/>
              <p:nvPr/>
            </p:nvSpPr>
            <p:spPr>
              <a:xfrm>
                <a:off x="391458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7">
                  <a:alpha val="100000"/>
                </a:srgbClr>
              </a:solidFill>
              <a:ln w="5420" cap="flat">
                <a:solidFill>
                  <a:srgbClr val="3B4F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299" name="pg2299">
                <a:extLst>
                  <a:ext uri="{FF2B5EF4-FFF2-40B4-BE49-F238E27FC236}">
                    <a16:creationId xmlns:a16="http://schemas.microsoft.com/office/drawing/2014/main" id="{2621F84E-741E-CBBB-70C8-BAD525508C3F}"/>
                  </a:ext>
                </a:extLst>
              </p:cNvPr>
              <p:cNvSpPr/>
              <p:nvPr/>
            </p:nvSpPr>
            <p:spPr>
              <a:xfrm>
                <a:off x="392622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0" name="pg2300">
                <a:extLst>
                  <a:ext uri="{FF2B5EF4-FFF2-40B4-BE49-F238E27FC236}">
                    <a16:creationId xmlns:a16="http://schemas.microsoft.com/office/drawing/2014/main" id="{03F2394B-0706-606F-65D1-1F40AE715E9D}"/>
                  </a:ext>
                </a:extLst>
              </p:cNvPr>
              <p:cNvSpPr/>
              <p:nvPr/>
            </p:nvSpPr>
            <p:spPr>
              <a:xfrm>
                <a:off x="393786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1" name="pg2301">
                <a:extLst>
                  <a:ext uri="{FF2B5EF4-FFF2-40B4-BE49-F238E27FC236}">
                    <a16:creationId xmlns:a16="http://schemas.microsoft.com/office/drawing/2014/main" id="{6A15C140-2496-938E-693E-F6776AB187B9}"/>
                  </a:ext>
                </a:extLst>
              </p:cNvPr>
              <p:cNvSpPr/>
              <p:nvPr/>
            </p:nvSpPr>
            <p:spPr>
              <a:xfrm>
                <a:off x="394949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2" name="pg2302">
                <a:extLst>
                  <a:ext uri="{FF2B5EF4-FFF2-40B4-BE49-F238E27FC236}">
                    <a16:creationId xmlns:a16="http://schemas.microsoft.com/office/drawing/2014/main" id="{72232036-9824-DD1F-38DD-D5F50B40A140}"/>
                  </a:ext>
                </a:extLst>
              </p:cNvPr>
              <p:cNvSpPr/>
              <p:nvPr/>
            </p:nvSpPr>
            <p:spPr>
              <a:xfrm>
                <a:off x="396113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3" name="pg2303">
                <a:extLst>
                  <a:ext uri="{FF2B5EF4-FFF2-40B4-BE49-F238E27FC236}">
                    <a16:creationId xmlns:a16="http://schemas.microsoft.com/office/drawing/2014/main" id="{0B69315F-17FB-D911-09E1-9DD50EF6453E}"/>
                  </a:ext>
                </a:extLst>
              </p:cNvPr>
              <p:cNvSpPr/>
              <p:nvPr/>
            </p:nvSpPr>
            <p:spPr>
              <a:xfrm>
                <a:off x="3972774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4" name="pg2304">
                <a:extLst>
                  <a:ext uri="{FF2B5EF4-FFF2-40B4-BE49-F238E27FC236}">
                    <a16:creationId xmlns:a16="http://schemas.microsoft.com/office/drawing/2014/main" id="{09654802-8A78-C2F8-EF12-9459D103C9C1}"/>
                  </a:ext>
                </a:extLst>
              </p:cNvPr>
              <p:cNvSpPr/>
              <p:nvPr/>
            </p:nvSpPr>
            <p:spPr>
              <a:xfrm>
                <a:off x="3984411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5" name="pg2305">
                <a:extLst>
                  <a:ext uri="{FF2B5EF4-FFF2-40B4-BE49-F238E27FC236}">
                    <a16:creationId xmlns:a16="http://schemas.microsoft.com/office/drawing/2014/main" id="{857E509E-C894-7283-862D-5999C270EA6E}"/>
                  </a:ext>
                </a:extLst>
              </p:cNvPr>
              <p:cNvSpPr/>
              <p:nvPr/>
            </p:nvSpPr>
            <p:spPr>
              <a:xfrm>
                <a:off x="399604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6" name="pg2306">
                <a:extLst>
                  <a:ext uri="{FF2B5EF4-FFF2-40B4-BE49-F238E27FC236}">
                    <a16:creationId xmlns:a16="http://schemas.microsoft.com/office/drawing/2014/main" id="{5D9FF033-B851-5648-6914-0F46C2E1C904}"/>
                  </a:ext>
                </a:extLst>
              </p:cNvPr>
              <p:cNvSpPr/>
              <p:nvPr/>
            </p:nvSpPr>
            <p:spPr>
              <a:xfrm>
                <a:off x="4007686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5">
                  <a:alpha val="100000"/>
                </a:srgbClr>
              </a:solidFill>
              <a:ln w="5420" cap="flat">
                <a:solidFill>
                  <a:srgbClr val="3B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7" name="pg2307">
                <a:extLst>
                  <a:ext uri="{FF2B5EF4-FFF2-40B4-BE49-F238E27FC236}">
                    <a16:creationId xmlns:a16="http://schemas.microsoft.com/office/drawing/2014/main" id="{C7D7A82D-51FC-B864-A2A0-05476499B444}"/>
                  </a:ext>
                </a:extLst>
              </p:cNvPr>
              <p:cNvSpPr/>
              <p:nvPr/>
            </p:nvSpPr>
            <p:spPr>
              <a:xfrm>
                <a:off x="401932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8" name="pg2308">
                <a:extLst>
                  <a:ext uri="{FF2B5EF4-FFF2-40B4-BE49-F238E27FC236}">
                    <a16:creationId xmlns:a16="http://schemas.microsoft.com/office/drawing/2014/main" id="{DA5A864B-21DD-4AD4-969C-4A645F953EBC}"/>
                  </a:ext>
                </a:extLst>
              </p:cNvPr>
              <p:cNvSpPr/>
              <p:nvPr/>
            </p:nvSpPr>
            <p:spPr>
              <a:xfrm>
                <a:off x="403096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09" name="pg2309">
                <a:extLst>
                  <a:ext uri="{FF2B5EF4-FFF2-40B4-BE49-F238E27FC236}">
                    <a16:creationId xmlns:a16="http://schemas.microsoft.com/office/drawing/2014/main" id="{FC7CF686-24EE-D664-3E79-8D0B27C2BAF4}"/>
                  </a:ext>
                </a:extLst>
              </p:cNvPr>
              <p:cNvSpPr/>
              <p:nvPr/>
            </p:nvSpPr>
            <p:spPr>
              <a:xfrm>
                <a:off x="404259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0" name="pg2310">
                <a:extLst>
                  <a:ext uri="{FF2B5EF4-FFF2-40B4-BE49-F238E27FC236}">
                    <a16:creationId xmlns:a16="http://schemas.microsoft.com/office/drawing/2014/main" id="{DBDE74AD-ACBB-5E82-E341-6D959CF77AFD}"/>
                  </a:ext>
                </a:extLst>
              </p:cNvPr>
              <p:cNvSpPr/>
              <p:nvPr/>
            </p:nvSpPr>
            <p:spPr>
              <a:xfrm>
                <a:off x="405423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1" name="pg2311">
                <a:extLst>
                  <a:ext uri="{FF2B5EF4-FFF2-40B4-BE49-F238E27FC236}">
                    <a16:creationId xmlns:a16="http://schemas.microsoft.com/office/drawing/2014/main" id="{D60E3263-05FD-2FCC-4C9E-BB3DCD40A456}"/>
                  </a:ext>
                </a:extLst>
              </p:cNvPr>
              <p:cNvSpPr/>
              <p:nvPr/>
            </p:nvSpPr>
            <p:spPr>
              <a:xfrm>
                <a:off x="406587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2" name="pg2312">
                <a:extLst>
                  <a:ext uri="{FF2B5EF4-FFF2-40B4-BE49-F238E27FC236}">
                    <a16:creationId xmlns:a16="http://schemas.microsoft.com/office/drawing/2014/main" id="{EC46B54C-F476-1E39-BCB1-AE067B1CF7DB}"/>
                  </a:ext>
                </a:extLst>
              </p:cNvPr>
              <p:cNvSpPr/>
              <p:nvPr/>
            </p:nvSpPr>
            <p:spPr>
              <a:xfrm>
                <a:off x="407751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3" name="pg2313">
                <a:extLst>
                  <a:ext uri="{FF2B5EF4-FFF2-40B4-BE49-F238E27FC236}">
                    <a16:creationId xmlns:a16="http://schemas.microsoft.com/office/drawing/2014/main" id="{11B2FFA9-9D38-3E2F-166B-7B6C11ACC58C}"/>
                  </a:ext>
                </a:extLst>
              </p:cNvPr>
              <p:cNvSpPr/>
              <p:nvPr/>
            </p:nvSpPr>
            <p:spPr>
              <a:xfrm>
                <a:off x="4089147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4" name="pg2314">
                <a:extLst>
                  <a:ext uri="{FF2B5EF4-FFF2-40B4-BE49-F238E27FC236}">
                    <a16:creationId xmlns:a16="http://schemas.microsoft.com/office/drawing/2014/main" id="{E3348D2B-40DE-0327-791A-25BC2C86909C}"/>
                  </a:ext>
                </a:extLst>
              </p:cNvPr>
              <p:cNvSpPr/>
              <p:nvPr/>
            </p:nvSpPr>
            <p:spPr>
              <a:xfrm>
                <a:off x="4124059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5" name="pg2315">
                <a:extLst>
                  <a:ext uri="{FF2B5EF4-FFF2-40B4-BE49-F238E27FC236}">
                    <a16:creationId xmlns:a16="http://schemas.microsoft.com/office/drawing/2014/main" id="{3B4F814E-DF8C-E94B-D5C9-7A170F163F27}"/>
                  </a:ext>
                </a:extLst>
              </p:cNvPr>
              <p:cNvSpPr/>
              <p:nvPr/>
            </p:nvSpPr>
            <p:spPr>
              <a:xfrm>
                <a:off x="4543003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6" name="pg2316">
                <a:extLst>
                  <a:ext uri="{FF2B5EF4-FFF2-40B4-BE49-F238E27FC236}">
                    <a16:creationId xmlns:a16="http://schemas.microsoft.com/office/drawing/2014/main" id="{BBD72DE9-EAC2-6695-515A-3D179E183D52}"/>
                  </a:ext>
                </a:extLst>
              </p:cNvPr>
              <p:cNvSpPr/>
              <p:nvPr/>
            </p:nvSpPr>
            <p:spPr>
              <a:xfrm>
                <a:off x="4554640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7" name="pg2317">
                <a:extLst>
                  <a:ext uri="{FF2B5EF4-FFF2-40B4-BE49-F238E27FC236}">
                    <a16:creationId xmlns:a16="http://schemas.microsoft.com/office/drawing/2014/main" id="{11EC52F5-C7D4-0B18-F7DD-8B2F9215150C}"/>
                  </a:ext>
                </a:extLst>
              </p:cNvPr>
              <p:cNvSpPr/>
              <p:nvPr/>
            </p:nvSpPr>
            <p:spPr>
              <a:xfrm>
                <a:off x="4566278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8" name="pg2318">
                <a:extLst>
                  <a:ext uri="{FF2B5EF4-FFF2-40B4-BE49-F238E27FC236}">
                    <a16:creationId xmlns:a16="http://schemas.microsoft.com/office/drawing/2014/main" id="{058C9B7D-A451-6927-CD0A-68E1C1E56EBE}"/>
                  </a:ext>
                </a:extLst>
              </p:cNvPr>
              <p:cNvSpPr/>
              <p:nvPr/>
            </p:nvSpPr>
            <p:spPr>
              <a:xfrm>
                <a:off x="4577915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19" name="pg2319">
                <a:extLst>
                  <a:ext uri="{FF2B5EF4-FFF2-40B4-BE49-F238E27FC236}">
                    <a16:creationId xmlns:a16="http://schemas.microsoft.com/office/drawing/2014/main" id="{C7A635DA-F7F7-69E2-CDB7-2C61CF9B5B10}"/>
                  </a:ext>
                </a:extLst>
              </p:cNvPr>
              <p:cNvSpPr/>
              <p:nvPr/>
            </p:nvSpPr>
            <p:spPr>
              <a:xfrm>
                <a:off x="4589552" y="46812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0" name="pg2320">
                <a:extLst>
                  <a:ext uri="{FF2B5EF4-FFF2-40B4-BE49-F238E27FC236}">
                    <a16:creationId xmlns:a16="http://schemas.microsoft.com/office/drawing/2014/main" id="{4CDC2A9F-80ED-4F7A-D65A-78FD5FC1C5D7}"/>
                  </a:ext>
                </a:extLst>
              </p:cNvPr>
              <p:cNvSpPr/>
              <p:nvPr/>
            </p:nvSpPr>
            <p:spPr>
              <a:xfrm>
                <a:off x="361201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1" name="pg2321">
                <a:extLst>
                  <a:ext uri="{FF2B5EF4-FFF2-40B4-BE49-F238E27FC236}">
                    <a16:creationId xmlns:a16="http://schemas.microsoft.com/office/drawing/2014/main" id="{0CC80432-6578-2733-1E10-96DFCCEC8E3B}"/>
                  </a:ext>
                </a:extLst>
              </p:cNvPr>
              <p:cNvSpPr/>
              <p:nvPr/>
            </p:nvSpPr>
            <p:spPr>
              <a:xfrm>
                <a:off x="362365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2" name="pg2322">
                <a:extLst>
                  <a:ext uri="{FF2B5EF4-FFF2-40B4-BE49-F238E27FC236}">
                    <a16:creationId xmlns:a16="http://schemas.microsoft.com/office/drawing/2014/main" id="{14E3057F-FC14-542E-F3A3-C3357FBE654D}"/>
                  </a:ext>
                </a:extLst>
              </p:cNvPr>
              <p:cNvSpPr/>
              <p:nvPr/>
            </p:nvSpPr>
            <p:spPr>
              <a:xfrm>
                <a:off x="363529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3" name="pg2323">
                <a:extLst>
                  <a:ext uri="{FF2B5EF4-FFF2-40B4-BE49-F238E27FC236}">
                    <a16:creationId xmlns:a16="http://schemas.microsoft.com/office/drawing/2014/main" id="{3756830D-153D-2084-4CBA-A006662DF8A0}"/>
                  </a:ext>
                </a:extLst>
              </p:cNvPr>
              <p:cNvSpPr/>
              <p:nvPr/>
            </p:nvSpPr>
            <p:spPr>
              <a:xfrm>
                <a:off x="364692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4" name="pg2324">
                <a:extLst>
                  <a:ext uri="{FF2B5EF4-FFF2-40B4-BE49-F238E27FC236}">
                    <a16:creationId xmlns:a16="http://schemas.microsoft.com/office/drawing/2014/main" id="{AD8DCA28-34D9-AFF4-9DB7-BA98040204BF}"/>
                  </a:ext>
                </a:extLst>
              </p:cNvPr>
              <p:cNvSpPr/>
              <p:nvPr/>
            </p:nvSpPr>
            <p:spPr>
              <a:xfrm>
                <a:off x="365856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5" name="pg2325">
                <a:extLst>
                  <a:ext uri="{FF2B5EF4-FFF2-40B4-BE49-F238E27FC236}">
                    <a16:creationId xmlns:a16="http://schemas.microsoft.com/office/drawing/2014/main" id="{2FEADEFB-72F3-F170-1EDB-6B7F22DDF8D2}"/>
                  </a:ext>
                </a:extLst>
              </p:cNvPr>
              <p:cNvSpPr/>
              <p:nvPr/>
            </p:nvSpPr>
            <p:spPr>
              <a:xfrm>
                <a:off x="367020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6" name="pg2326">
                <a:extLst>
                  <a:ext uri="{FF2B5EF4-FFF2-40B4-BE49-F238E27FC236}">
                    <a16:creationId xmlns:a16="http://schemas.microsoft.com/office/drawing/2014/main" id="{0620D423-3540-406C-4A76-9AE52548AD0D}"/>
                  </a:ext>
                </a:extLst>
              </p:cNvPr>
              <p:cNvSpPr/>
              <p:nvPr/>
            </p:nvSpPr>
            <p:spPr>
              <a:xfrm>
                <a:off x="368184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7" name="pg2327">
                <a:extLst>
                  <a:ext uri="{FF2B5EF4-FFF2-40B4-BE49-F238E27FC236}">
                    <a16:creationId xmlns:a16="http://schemas.microsoft.com/office/drawing/2014/main" id="{6132E5C8-6BBA-DA87-3B35-13FCC919EA66}"/>
                  </a:ext>
                </a:extLst>
              </p:cNvPr>
              <p:cNvSpPr/>
              <p:nvPr/>
            </p:nvSpPr>
            <p:spPr>
              <a:xfrm>
                <a:off x="369347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8" name="pg2328">
                <a:extLst>
                  <a:ext uri="{FF2B5EF4-FFF2-40B4-BE49-F238E27FC236}">
                    <a16:creationId xmlns:a16="http://schemas.microsoft.com/office/drawing/2014/main" id="{BB7398C6-A26D-DA87-1C5B-B7A6C4C0C2A6}"/>
                  </a:ext>
                </a:extLst>
              </p:cNvPr>
              <p:cNvSpPr/>
              <p:nvPr/>
            </p:nvSpPr>
            <p:spPr>
              <a:xfrm>
                <a:off x="370511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29" name="pg2329">
                <a:extLst>
                  <a:ext uri="{FF2B5EF4-FFF2-40B4-BE49-F238E27FC236}">
                    <a16:creationId xmlns:a16="http://schemas.microsoft.com/office/drawing/2014/main" id="{7E7D1632-5004-021D-B5D8-856CCE439E5C}"/>
                  </a:ext>
                </a:extLst>
              </p:cNvPr>
              <p:cNvSpPr/>
              <p:nvPr/>
            </p:nvSpPr>
            <p:spPr>
              <a:xfrm>
                <a:off x="371675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0" name="pg2330">
                <a:extLst>
                  <a:ext uri="{FF2B5EF4-FFF2-40B4-BE49-F238E27FC236}">
                    <a16:creationId xmlns:a16="http://schemas.microsoft.com/office/drawing/2014/main" id="{790C60D0-7314-E937-C118-2AB054A6FAE7}"/>
                  </a:ext>
                </a:extLst>
              </p:cNvPr>
              <p:cNvSpPr/>
              <p:nvPr/>
            </p:nvSpPr>
            <p:spPr>
              <a:xfrm>
                <a:off x="372839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1" name="pg2331">
                <a:extLst>
                  <a:ext uri="{FF2B5EF4-FFF2-40B4-BE49-F238E27FC236}">
                    <a16:creationId xmlns:a16="http://schemas.microsoft.com/office/drawing/2014/main" id="{71CB48E9-583B-DF13-A012-1A5EF8F84C1C}"/>
                  </a:ext>
                </a:extLst>
              </p:cNvPr>
              <p:cNvSpPr/>
              <p:nvPr/>
            </p:nvSpPr>
            <p:spPr>
              <a:xfrm>
                <a:off x="374002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2" name="pg2332">
                <a:extLst>
                  <a:ext uri="{FF2B5EF4-FFF2-40B4-BE49-F238E27FC236}">
                    <a16:creationId xmlns:a16="http://schemas.microsoft.com/office/drawing/2014/main" id="{DE02061F-3EA4-0A65-1ACB-FF71AAF0C5D2}"/>
                  </a:ext>
                </a:extLst>
              </p:cNvPr>
              <p:cNvSpPr/>
              <p:nvPr/>
            </p:nvSpPr>
            <p:spPr>
              <a:xfrm>
                <a:off x="375166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3" name="pg2333">
                <a:extLst>
                  <a:ext uri="{FF2B5EF4-FFF2-40B4-BE49-F238E27FC236}">
                    <a16:creationId xmlns:a16="http://schemas.microsoft.com/office/drawing/2014/main" id="{C4359E01-AF22-0FB2-F00B-9D197D9D2E17}"/>
                  </a:ext>
                </a:extLst>
              </p:cNvPr>
              <p:cNvSpPr/>
              <p:nvPr/>
            </p:nvSpPr>
            <p:spPr>
              <a:xfrm>
                <a:off x="376330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4" name="pg2334">
                <a:extLst>
                  <a:ext uri="{FF2B5EF4-FFF2-40B4-BE49-F238E27FC236}">
                    <a16:creationId xmlns:a16="http://schemas.microsoft.com/office/drawing/2014/main" id="{733EC2F7-B9BD-59F0-3C7F-8DF800EC1AEB}"/>
                  </a:ext>
                </a:extLst>
              </p:cNvPr>
              <p:cNvSpPr/>
              <p:nvPr/>
            </p:nvSpPr>
            <p:spPr>
              <a:xfrm>
                <a:off x="377493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5" name="pg2335">
                <a:extLst>
                  <a:ext uri="{FF2B5EF4-FFF2-40B4-BE49-F238E27FC236}">
                    <a16:creationId xmlns:a16="http://schemas.microsoft.com/office/drawing/2014/main" id="{A055E903-4845-AA7C-6D32-E609C4D3A0A7}"/>
                  </a:ext>
                </a:extLst>
              </p:cNvPr>
              <p:cNvSpPr/>
              <p:nvPr/>
            </p:nvSpPr>
            <p:spPr>
              <a:xfrm>
                <a:off x="378657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6" name="pg2336">
                <a:extLst>
                  <a:ext uri="{FF2B5EF4-FFF2-40B4-BE49-F238E27FC236}">
                    <a16:creationId xmlns:a16="http://schemas.microsoft.com/office/drawing/2014/main" id="{B55045D9-352E-D582-6FDA-96BBECBF75C7}"/>
                  </a:ext>
                </a:extLst>
              </p:cNvPr>
              <p:cNvSpPr/>
              <p:nvPr/>
            </p:nvSpPr>
            <p:spPr>
              <a:xfrm>
                <a:off x="379821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7" name="pg2337">
                <a:extLst>
                  <a:ext uri="{FF2B5EF4-FFF2-40B4-BE49-F238E27FC236}">
                    <a16:creationId xmlns:a16="http://schemas.microsoft.com/office/drawing/2014/main" id="{3E3DFC97-AC15-7F81-3115-CED4A50602BF}"/>
                  </a:ext>
                </a:extLst>
              </p:cNvPr>
              <p:cNvSpPr/>
              <p:nvPr/>
            </p:nvSpPr>
            <p:spPr>
              <a:xfrm>
                <a:off x="380985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8" name="pg2338">
                <a:extLst>
                  <a:ext uri="{FF2B5EF4-FFF2-40B4-BE49-F238E27FC236}">
                    <a16:creationId xmlns:a16="http://schemas.microsoft.com/office/drawing/2014/main" id="{FA5267CE-BED6-1450-9FDD-895DAD5DC261}"/>
                  </a:ext>
                </a:extLst>
              </p:cNvPr>
              <p:cNvSpPr/>
              <p:nvPr/>
            </p:nvSpPr>
            <p:spPr>
              <a:xfrm>
                <a:off x="382148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39" name="pg2339">
                <a:extLst>
                  <a:ext uri="{FF2B5EF4-FFF2-40B4-BE49-F238E27FC236}">
                    <a16:creationId xmlns:a16="http://schemas.microsoft.com/office/drawing/2014/main" id="{1BE45122-1256-6C1F-01A3-E9C6D3A09679}"/>
                  </a:ext>
                </a:extLst>
              </p:cNvPr>
              <p:cNvSpPr/>
              <p:nvPr/>
            </p:nvSpPr>
            <p:spPr>
              <a:xfrm>
                <a:off x="383312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0" name="pg2340">
                <a:extLst>
                  <a:ext uri="{FF2B5EF4-FFF2-40B4-BE49-F238E27FC236}">
                    <a16:creationId xmlns:a16="http://schemas.microsoft.com/office/drawing/2014/main" id="{2E1EB8E6-0A3A-44AA-072C-D8E607B42AF6}"/>
                  </a:ext>
                </a:extLst>
              </p:cNvPr>
              <p:cNvSpPr/>
              <p:nvPr/>
            </p:nvSpPr>
            <p:spPr>
              <a:xfrm>
                <a:off x="384476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1" name="pg2341">
                <a:extLst>
                  <a:ext uri="{FF2B5EF4-FFF2-40B4-BE49-F238E27FC236}">
                    <a16:creationId xmlns:a16="http://schemas.microsoft.com/office/drawing/2014/main" id="{397E79DF-A3E5-8839-70BC-9ED485BCA3D2}"/>
                  </a:ext>
                </a:extLst>
              </p:cNvPr>
              <p:cNvSpPr/>
              <p:nvPr/>
            </p:nvSpPr>
            <p:spPr>
              <a:xfrm>
                <a:off x="385640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2" name="pg2342">
                <a:extLst>
                  <a:ext uri="{FF2B5EF4-FFF2-40B4-BE49-F238E27FC236}">
                    <a16:creationId xmlns:a16="http://schemas.microsoft.com/office/drawing/2014/main" id="{E8A746B0-FE20-7232-3FCF-A448DFB07497}"/>
                  </a:ext>
                </a:extLst>
              </p:cNvPr>
              <p:cNvSpPr/>
              <p:nvPr/>
            </p:nvSpPr>
            <p:spPr>
              <a:xfrm>
                <a:off x="386803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3" name="pg2343">
                <a:extLst>
                  <a:ext uri="{FF2B5EF4-FFF2-40B4-BE49-F238E27FC236}">
                    <a16:creationId xmlns:a16="http://schemas.microsoft.com/office/drawing/2014/main" id="{3C2533F6-028C-A9A9-C0E2-B4BACD3E2DE1}"/>
                  </a:ext>
                </a:extLst>
              </p:cNvPr>
              <p:cNvSpPr/>
              <p:nvPr/>
            </p:nvSpPr>
            <p:spPr>
              <a:xfrm>
                <a:off x="387967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4" name="pg2344">
                <a:extLst>
                  <a:ext uri="{FF2B5EF4-FFF2-40B4-BE49-F238E27FC236}">
                    <a16:creationId xmlns:a16="http://schemas.microsoft.com/office/drawing/2014/main" id="{A100C00D-4DFF-2428-9D9E-98FE3024E584}"/>
                  </a:ext>
                </a:extLst>
              </p:cNvPr>
              <p:cNvSpPr/>
              <p:nvPr/>
            </p:nvSpPr>
            <p:spPr>
              <a:xfrm>
                <a:off x="389131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5" name="pg2345">
                <a:extLst>
                  <a:ext uri="{FF2B5EF4-FFF2-40B4-BE49-F238E27FC236}">
                    <a16:creationId xmlns:a16="http://schemas.microsoft.com/office/drawing/2014/main" id="{3B4C37BB-71DE-8493-2681-4F682EF38355}"/>
                  </a:ext>
                </a:extLst>
              </p:cNvPr>
              <p:cNvSpPr/>
              <p:nvPr/>
            </p:nvSpPr>
            <p:spPr>
              <a:xfrm>
                <a:off x="390295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6" name="pg2346">
                <a:extLst>
                  <a:ext uri="{FF2B5EF4-FFF2-40B4-BE49-F238E27FC236}">
                    <a16:creationId xmlns:a16="http://schemas.microsoft.com/office/drawing/2014/main" id="{65443EA6-708B-9CF0-AE53-0DA9559D7DED}"/>
                  </a:ext>
                </a:extLst>
              </p:cNvPr>
              <p:cNvSpPr/>
              <p:nvPr/>
            </p:nvSpPr>
            <p:spPr>
              <a:xfrm>
                <a:off x="391458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7">
                  <a:alpha val="100000"/>
                </a:srgbClr>
              </a:solidFill>
              <a:ln w="5420" cap="flat">
                <a:solidFill>
                  <a:srgbClr val="3B4F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7" name="pg2347">
                <a:extLst>
                  <a:ext uri="{FF2B5EF4-FFF2-40B4-BE49-F238E27FC236}">
                    <a16:creationId xmlns:a16="http://schemas.microsoft.com/office/drawing/2014/main" id="{B0D8E749-7E76-4523-067D-0DD59176B41E}"/>
                  </a:ext>
                </a:extLst>
              </p:cNvPr>
              <p:cNvSpPr/>
              <p:nvPr/>
            </p:nvSpPr>
            <p:spPr>
              <a:xfrm>
                <a:off x="392622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8" name="pg2348">
                <a:extLst>
                  <a:ext uri="{FF2B5EF4-FFF2-40B4-BE49-F238E27FC236}">
                    <a16:creationId xmlns:a16="http://schemas.microsoft.com/office/drawing/2014/main" id="{DFB8300A-2326-86E6-2581-F8C86A690FE3}"/>
                  </a:ext>
                </a:extLst>
              </p:cNvPr>
              <p:cNvSpPr/>
              <p:nvPr/>
            </p:nvSpPr>
            <p:spPr>
              <a:xfrm>
                <a:off x="393786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49" name="pg2349">
                <a:extLst>
                  <a:ext uri="{FF2B5EF4-FFF2-40B4-BE49-F238E27FC236}">
                    <a16:creationId xmlns:a16="http://schemas.microsoft.com/office/drawing/2014/main" id="{09F6D378-B5D5-7EF4-09F8-A5FF18BE45DC}"/>
                  </a:ext>
                </a:extLst>
              </p:cNvPr>
              <p:cNvSpPr/>
              <p:nvPr/>
            </p:nvSpPr>
            <p:spPr>
              <a:xfrm>
                <a:off x="394949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0" name="pg2350">
                <a:extLst>
                  <a:ext uri="{FF2B5EF4-FFF2-40B4-BE49-F238E27FC236}">
                    <a16:creationId xmlns:a16="http://schemas.microsoft.com/office/drawing/2014/main" id="{142B3E04-C5ED-884D-FCC7-3DFF32D5B7D6}"/>
                  </a:ext>
                </a:extLst>
              </p:cNvPr>
              <p:cNvSpPr/>
              <p:nvPr/>
            </p:nvSpPr>
            <p:spPr>
              <a:xfrm>
                <a:off x="396113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1" name="pg2351">
                <a:extLst>
                  <a:ext uri="{FF2B5EF4-FFF2-40B4-BE49-F238E27FC236}">
                    <a16:creationId xmlns:a16="http://schemas.microsoft.com/office/drawing/2014/main" id="{3D6771DE-2BBA-C342-C244-A52786DCE7E6}"/>
                  </a:ext>
                </a:extLst>
              </p:cNvPr>
              <p:cNvSpPr/>
              <p:nvPr/>
            </p:nvSpPr>
            <p:spPr>
              <a:xfrm>
                <a:off x="397277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5">
                  <a:alpha val="100000"/>
                </a:srgbClr>
              </a:solidFill>
              <a:ln w="5420" cap="flat">
                <a:solidFill>
                  <a:srgbClr val="3B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2" name="pg2352">
                <a:extLst>
                  <a:ext uri="{FF2B5EF4-FFF2-40B4-BE49-F238E27FC236}">
                    <a16:creationId xmlns:a16="http://schemas.microsoft.com/office/drawing/2014/main" id="{E44E65A0-7484-0DC7-75D7-61107F25D0F1}"/>
                  </a:ext>
                </a:extLst>
              </p:cNvPr>
              <p:cNvSpPr/>
              <p:nvPr/>
            </p:nvSpPr>
            <p:spPr>
              <a:xfrm>
                <a:off x="3984411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3" name="pg2353">
                <a:extLst>
                  <a:ext uri="{FF2B5EF4-FFF2-40B4-BE49-F238E27FC236}">
                    <a16:creationId xmlns:a16="http://schemas.microsoft.com/office/drawing/2014/main" id="{28D13B08-667B-0D8E-68B4-EE67E2857C71}"/>
                  </a:ext>
                </a:extLst>
              </p:cNvPr>
              <p:cNvSpPr/>
              <p:nvPr/>
            </p:nvSpPr>
            <p:spPr>
              <a:xfrm>
                <a:off x="399604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4" name="pg2354">
                <a:extLst>
                  <a:ext uri="{FF2B5EF4-FFF2-40B4-BE49-F238E27FC236}">
                    <a16:creationId xmlns:a16="http://schemas.microsoft.com/office/drawing/2014/main" id="{8D92441E-FDDB-4FCE-9B98-FCF09ACBFC97}"/>
                  </a:ext>
                </a:extLst>
              </p:cNvPr>
              <p:cNvSpPr/>
              <p:nvPr/>
            </p:nvSpPr>
            <p:spPr>
              <a:xfrm>
                <a:off x="400768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5" name="pg2355">
                <a:extLst>
                  <a:ext uri="{FF2B5EF4-FFF2-40B4-BE49-F238E27FC236}">
                    <a16:creationId xmlns:a16="http://schemas.microsoft.com/office/drawing/2014/main" id="{512CB097-99EE-4FF5-CFFC-B09EF81A8175}"/>
                  </a:ext>
                </a:extLst>
              </p:cNvPr>
              <p:cNvSpPr/>
              <p:nvPr/>
            </p:nvSpPr>
            <p:spPr>
              <a:xfrm>
                <a:off x="4019323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6" name="pg2356">
                <a:extLst>
                  <a:ext uri="{FF2B5EF4-FFF2-40B4-BE49-F238E27FC236}">
                    <a16:creationId xmlns:a16="http://schemas.microsoft.com/office/drawing/2014/main" id="{879F5F55-63C1-F804-C11C-6E86386ADD16}"/>
                  </a:ext>
                </a:extLst>
              </p:cNvPr>
              <p:cNvSpPr/>
              <p:nvPr/>
            </p:nvSpPr>
            <p:spPr>
              <a:xfrm>
                <a:off x="403096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7" name="pg2357">
                <a:extLst>
                  <a:ext uri="{FF2B5EF4-FFF2-40B4-BE49-F238E27FC236}">
                    <a16:creationId xmlns:a16="http://schemas.microsoft.com/office/drawing/2014/main" id="{AECF11D0-1DD5-70D0-2F8E-778D39FB559C}"/>
                  </a:ext>
                </a:extLst>
              </p:cNvPr>
              <p:cNvSpPr/>
              <p:nvPr/>
            </p:nvSpPr>
            <p:spPr>
              <a:xfrm>
                <a:off x="404259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8" name="pg2358">
                <a:extLst>
                  <a:ext uri="{FF2B5EF4-FFF2-40B4-BE49-F238E27FC236}">
                    <a16:creationId xmlns:a16="http://schemas.microsoft.com/office/drawing/2014/main" id="{EC5E723F-607A-D9E6-7F1B-6AE54E2ECAE1}"/>
                  </a:ext>
                </a:extLst>
              </p:cNvPr>
              <p:cNvSpPr/>
              <p:nvPr/>
            </p:nvSpPr>
            <p:spPr>
              <a:xfrm>
                <a:off x="405423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59" name="pg2359">
                <a:extLst>
                  <a:ext uri="{FF2B5EF4-FFF2-40B4-BE49-F238E27FC236}">
                    <a16:creationId xmlns:a16="http://schemas.microsoft.com/office/drawing/2014/main" id="{4A5421A6-B325-8740-362D-FF717367788D}"/>
                  </a:ext>
                </a:extLst>
              </p:cNvPr>
              <p:cNvSpPr/>
              <p:nvPr/>
            </p:nvSpPr>
            <p:spPr>
              <a:xfrm>
                <a:off x="406587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0" name="pg2360">
                <a:extLst>
                  <a:ext uri="{FF2B5EF4-FFF2-40B4-BE49-F238E27FC236}">
                    <a16:creationId xmlns:a16="http://schemas.microsoft.com/office/drawing/2014/main" id="{6CC8FBAD-1003-5E2E-C771-A4E38F9836CF}"/>
                  </a:ext>
                </a:extLst>
              </p:cNvPr>
              <p:cNvSpPr/>
              <p:nvPr/>
            </p:nvSpPr>
            <p:spPr>
              <a:xfrm>
                <a:off x="407751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1" name="pg2361">
                <a:extLst>
                  <a:ext uri="{FF2B5EF4-FFF2-40B4-BE49-F238E27FC236}">
                    <a16:creationId xmlns:a16="http://schemas.microsoft.com/office/drawing/2014/main" id="{01D7E5D3-C2DE-57D6-79E9-5DD0EE5E8090}"/>
                  </a:ext>
                </a:extLst>
              </p:cNvPr>
              <p:cNvSpPr/>
              <p:nvPr/>
            </p:nvSpPr>
            <p:spPr>
              <a:xfrm>
                <a:off x="4089147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2" name="pg2362">
                <a:extLst>
                  <a:ext uri="{FF2B5EF4-FFF2-40B4-BE49-F238E27FC236}">
                    <a16:creationId xmlns:a16="http://schemas.microsoft.com/office/drawing/2014/main" id="{A3842806-BE97-45A5-3B0F-49524118487D}"/>
                  </a:ext>
                </a:extLst>
              </p:cNvPr>
              <p:cNvSpPr/>
              <p:nvPr/>
            </p:nvSpPr>
            <p:spPr>
              <a:xfrm>
                <a:off x="410078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3" name="pg2363">
                <a:extLst>
                  <a:ext uri="{FF2B5EF4-FFF2-40B4-BE49-F238E27FC236}">
                    <a16:creationId xmlns:a16="http://schemas.microsoft.com/office/drawing/2014/main" id="{41B791B4-90A2-2AE5-F18C-C276334449CD}"/>
                  </a:ext>
                </a:extLst>
              </p:cNvPr>
              <p:cNvSpPr/>
              <p:nvPr/>
            </p:nvSpPr>
            <p:spPr>
              <a:xfrm>
                <a:off x="411242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4" name="pg2364">
                <a:extLst>
                  <a:ext uri="{FF2B5EF4-FFF2-40B4-BE49-F238E27FC236}">
                    <a16:creationId xmlns:a16="http://schemas.microsoft.com/office/drawing/2014/main" id="{2B8A0AF3-16EB-2A08-DCF4-CFA2BB14F122}"/>
                  </a:ext>
                </a:extLst>
              </p:cNvPr>
              <p:cNvSpPr/>
              <p:nvPr/>
            </p:nvSpPr>
            <p:spPr>
              <a:xfrm>
                <a:off x="4124059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5" name="pg2365">
                <a:extLst>
                  <a:ext uri="{FF2B5EF4-FFF2-40B4-BE49-F238E27FC236}">
                    <a16:creationId xmlns:a16="http://schemas.microsoft.com/office/drawing/2014/main" id="{8C4BB417-8B25-427A-E3BB-03C4618617A2}"/>
                  </a:ext>
                </a:extLst>
              </p:cNvPr>
              <p:cNvSpPr/>
              <p:nvPr/>
            </p:nvSpPr>
            <p:spPr>
              <a:xfrm>
                <a:off x="4135696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6" name="pg2366">
                <a:extLst>
                  <a:ext uri="{FF2B5EF4-FFF2-40B4-BE49-F238E27FC236}">
                    <a16:creationId xmlns:a16="http://schemas.microsoft.com/office/drawing/2014/main" id="{A7C9C40F-E88C-D986-26E7-D724EB98BFDE}"/>
                  </a:ext>
                </a:extLst>
              </p:cNvPr>
              <p:cNvSpPr/>
              <p:nvPr/>
            </p:nvSpPr>
            <p:spPr>
              <a:xfrm>
                <a:off x="4147334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D">
                  <a:alpha val="100000"/>
                </a:srgbClr>
              </a:solidFill>
              <a:ln w="5420" cap="flat">
                <a:solidFill>
                  <a:srgbClr val="3C48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7" name="pg2367">
                <a:extLst>
                  <a:ext uri="{FF2B5EF4-FFF2-40B4-BE49-F238E27FC236}">
                    <a16:creationId xmlns:a16="http://schemas.microsoft.com/office/drawing/2014/main" id="{4A285C6A-45BA-948E-BA21-E0C2522C6461}"/>
                  </a:ext>
                </a:extLst>
              </p:cNvPr>
              <p:cNvSpPr/>
              <p:nvPr/>
            </p:nvSpPr>
            <p:spPr>
              <a:xfrm>
                <a:off x="4554640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8" name="pg2368">
                <a:extLst>
                  <a:ext uri="{FF2B5EF4-FFF2-40B4-BE49-F238E27FC236}">
                    <a16:creationId xmlns:a16="http://schemas.microsoft.com/office/drawing/2014/main" id="{D698D81A-A16C-7C45-71B7-115138D08285}"/>
                  </a:ext>
                </a:extLst>
              </p:cNvPr>
              <p:cNvSpPr/>
              <p:nvPr/>
            </p:nvSpPr>
            <p:spPr>
              <a:xfrm>
                <a:off x="4566278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69" name="pg2369">
                <a:extLst>
                  <a:ext uri="{FF2B5EF4-FFF2-40B4-BE49-F238E27FC236}">
                    <a16:creationId xmlns:a16="http://schemas.microsoft.com/office/drawing/2014/main" id="{B18B5F5A-6F1F-A5C3-DA9C-A87FF5715091}"/>
                  </a:ext>
                </a:extLst>
              </p:cNvPr>
              <p:cNvSpPr/>
              <p:nvPr/>
            </p:nvSpPr>
            <p:spPr>
              <a:xfrm>
                <a:off x="4577915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0" name="pg2370">
                <a:extLst>
                  <a:ext uri="{FF2B5EF4-FFF2-40B4-BE49-F238E27FC236}">
                    <a16:creationId xmlns:a16="http://schemas.microsoft.com/office/drawing/2014/main" id="{EAAD22E4-9CD1-CD6A-36ED-9651DF23A2D8}"/>
                  </a:ext>
                </a:extLst>
              </p:cNvPr>
              <p:cNvSpPr/>
              <p:nvPr/>
            </p:nvSpPr>
            <p:spPr>
              <a:xfrm>
                <a:off x="4589552" y="469559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1" name="pg2371">
                <a:extLst>
                  <a:ext uri="{FF2B5EF4-FFF2-40B4-BE49-F238E27FC236}">
                    <a16:creationId xmlns:a16="http://schemas.microsoft.com/office/drawing/2014/main" id="{27EB3192-D74D-BCEE-BCA3-C508FA8A018A}"/>
                  </a:ext>
                </a:extLst>
              </p:cNvPr>
              <p:cNvSpPr/>
              <p:nvPr/>
            </p:nvSpPr>
            <p:spPr>
              <a:xfrm>
                <a:off x="360037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2" name="pg2372">
                <a:extLst>
                  <a:ext uri="{FF2B5EF4-FFF2-40B4-BE49-F238E27FC236}">
                    <a16:creationId xmlns:a16="http://schemas.microsoft.com/office/drawing/2014/main" id="{F8DB6DA6-A83B-A85F-0BEE-7894F12BFB8F}"/>
                  </a:ext>
                </a:extLst>
              </p:cNvPr>
              <p:cNvSpPr/>
              <p:nvPr/>
            </p:nvSpPr>
            <p:spPr>
              <a:xfrm>
                <a:off x="361201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3" name="pg2373">
                <a:extLst>
                  <a:ext uri="{FF2B5EF4-FFF2-40B4-BE49-F238E27FC236}">
                    <a16:creationId xmlns:a16="http://schemas.microsoft.com/office/drawing/2014/main" id="{0903907B-87BA-EED6-D656-54D48C4A7208}"/>
                  </a:ext>
                </a:extLst>
              </p:cNvPr>
              <p:cNvSpPr/>
              <p:nvPr/>
            </p:nvSpPr>
            <p:spPr>
              <a:xfrm>
                <a:off x="362365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4" name="pg2374">
                <a:extLst>
                  <a:ext uri="{FF2B5EF4-FFF2-40B4-BE49-F238E27FC236}">
                    <a16:creationId xmlns:a16="http://schemas.microsoft.com/office/drawing/2014/main" id="{7298B0F1-7E89-BBD2-8FA8-A6C12AB41598}"/>
                  </a:ext>
                </a:extLst>
              </p:cNvPr>
              <p:cNvSpPr/>
              <p:nvPr/>
            </p:nvSpPr>
            <p:spPr>
              <a:xfrm>
                <a:off x="363529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5" name="pg2375">
                <a:extLst>
                  <a:ext uri="{FF2B5EF4-FFF2-40B4-BE49-F238E27FC236}">
                    <a16:creationId xmlns:a16="http://schemas.microsoft.com/office/drawing/2014/main" id="{C708BAF1-E088-000C-02DD-F8E205FB2EA2}"/>
                  </a:ext>
                </a:extLst>
              </p:cNvPr>
              <p:cNvSpPr/>
              <p:nvPr/>
            </p:nvSpPr>
            <p:spPr>
              <a:xfrm>
                <a:off x="364692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6" name="pg2376">
                <a:extLst>
                  <a:ext uri="{FF2B5EF4-FFF2-40B4-BE49-F238E27FC236}">
                    <a16:creationId xmlns:a16="http://schemas.microsoft.com/office/drawing/2014/main" id="{2997608B-33DB-3F4F-8E36-0B185A994B85}"/>
                  </a:ext>
                </a:extLst>
              </p:cNvPr>
              <p:cNvSpPr/>
              <p:nvPr/>
            </p:nvSpPr>
            <p:spPr>
              <a:xfrm>
                <a:off x="365856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7" name="pg2377">
                <a:extLst>
                  <a:ext uri="{FF2B5EF4-FFF2-40B4-BE49-F238E27FC236}">
                    <a16:creationId xmlns:a16="http://schemas.microsoft.com/office/drawing/2014/main" id="{B8F4BE26-1494-7E87-C039-DBD7DBE49EEE}"/>
                  </a:ext>
                </a:extLst>
              </p:cNvPr>
              <p:cNvSpPr/>
              <p:nvPr/>
            </p:nvSpPr>
            <p:spPr>
              <a:xfrm>
                <a:off x="367020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8" name="pg2378">
                <a:extLst>
                  <a:ext uri="{FF2B5EF4-FFF2-40B4-BE49-F238E27FC236}">
                    <a16:creationId xmlns:a16="http://schemas.microsoft.com/office/drawing/2014/main" id="{588E46AC-1222-F81C-7383-E3E541E515B5}"/>
                  </a:ext>
                </a:extLst>
              </p:cNvPr>
              <p:cNvSpPr/>
              <p:nvPr/>
            </p:nvSpPr>
            <p:spPr>
              <a:xfrm>
                <a:off x="368184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79" name="pg2379">
                <a:extLst>
                  <a:ext uri="{FF2B5EF4-FFF2-40B4-BE49-F238E27FC236}">
                    <a16:creationId xmlns:a16="http://schemas.microsoft.com/office/drawing/2014/main" id="{6F39B3CB-3F0C-7A59-D462-8E0F7AE8C3C5}"/>
                  </a:ext>
                </a:extLst>
              </p:cNvPr>
              <p:cNvSpPr/>
              <p:nvPr/>
            </p:nvSpPr>
            <p:spPr>
              <a:xfrm>
                <a:off x="369347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0" name="pg2380">
                <a:extLst>
                  <a:ext uri="{FF2B5EF4-FFF2-40B4-BE49-F238E27FC236}">
                    <a16:creationId xmlns:a16="http://schemas.microsoft.com/office/drawing/2014/main" id="{7A16E730-E468-9DC0-E79D-8205B814628C}"/>
                  </a:ext>
                </a:extLst>
              </p:cNvPr>
              <p:cNvSpPr/>
              <p:nvPr/>
            </p:nvSpPr>
            <p:spPr>
              <a:xfrm>
                <a:off x="370511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1" name="pg2381">
                <a:extLst>
                  <a:ext uri="{FF2B5EF4-FFF2-40B4-BE49-F238E27FC236}">
                    <a16:creationId xmlns:a16="http://schemas.microsoft.com/office/drawing/2014/main" id="{285A5CEA-57F2-EE4C-C8DC-A15AB1AE84A1}"/>
                  </a:ext>
                </a:extLst>
              </p:cNvPr>
              <p:cNvSpPr/>
              <p:nvPr/>
            </p:nvSpPr>
            <p:spPr>
              <a:xfrm>
                <a:off x="371675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3">
                  <a:alpha val="100000"/>
                </a:srgbClr>
              </a:solidFill>
              <a:ln w="5420" cap="flat">
                <a:solidFill>
                  <a:srgbClr val="3B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2" name="pg2382">
                <a:extLst>
                  <a:ext uri="{FF2B5EF4-FFF2-40B4-BE49-F238E27FC236}">
                    <a16:creationId xmlns:a16="http://schemas.microsoft.com/office/drawing/2014/main" id="{791D88EE-2791-1C50-45FB-C5872DA7F2D4}"/>
                  </a:ext>
                </a:extLst>
              </p:cNvPr>
              <p:cNvSpPr/>
              <p:nvPr/>
            </p:nvSpPr>
            <p:spPr>
              <a:xfrm>
                <a:off x="372839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3" name="pg2383">
                <a:extLst>
                  <a:ext uri="{FF2B5EF4-FFF2-40B4-BE49-F238E27FC236}">
                    <a16:creationId xmlns:a16="http://schemas.microsoft.com/office/drawing/2014/main" id="{DFF47971-1882-285D-7D95-C79B5E353336}"/>
                  </a:ext>
                </a:extLst>
              </p:cNvPr>
              <p:cNvSpPr/>
              <p:nvPr/>
            </p:nvSpPr>
            <p:spPr>
              <a:xfrm>
                <a:off x="374002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4" name="pg2384">
                <a:extLst>
                  <a:ext uri="{FF2B5EF4-FFF2-40B4-BE49-F238E27FC236}">
                    <a16:creationId xmlns:a16="http://schemas.microsoft.com/office/drawing/2014/main" id="{95819B99-F040-F6C7-297B-06FBE2731088}"/>
                  </a:ext>
                </a:extLst>
              </p:cNvPr>
              <p:cNvSpPr/>
              <p:nvPr/>
            </p:nvSpPr>
            <p:spPr>
              <a:xfrm>
                <a:off x="375166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5" name="pg2385">
                <a:extLst>
                  <a:ext uri="{FF2B5EF4-FFF2-40B4-BE49-F238E27FC236}">
                    <a16:creationId xmlns:a16="http://schemas.microsoft.com/office/drawing/2014/main" id="{32E596C7-A5A1-16C2-AFD9-409611346781}"/>
                  </a:ext>
                </a:extLst>
              </p:cNvPr>
              <p:cNvSpPr/>
              <p:nvPr/>
            </p:nvSpPr>
            <p:spPr>
              <a:xfrm>
                <a:off x="376330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A">
                  <a:alpha val="100000"/>
                </a:srgbClr>
              </a:solidFill>
              <a:ln w="5420" cap="flat">
                <a:solidFill>
                  <a:srgbClr val="3C4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6" name="pg2386">
                <a:extLst>
                  <a:ext uri="{FF2B5EF4-FFF2-40B4-BE49-F238E27FC236}">
                    <a16:creationId xmlns:a16="http://schemas.microsoft.com/office/drawing/2014/main" id="{90898F91-B6C4-DB81-57D8-C5F4E5AEE223}"/>
                  </a:ext>
                </a:extLst>
              </p:cNvPr>
              <p:cNvSpPr/>
              <p:nvPr/>
            </p:nvSpPr>
            <p:spPr>
              <a:xfrm>
                <a:off x="377493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D">
                  <a:alpha val="100000"/>
                </a:srgbClr>
              </a:solidFill>
              <a:ln w="5420" cap="flat">
                <a:solidFill>
                  <a:srgbClr val="3C48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7" name="pg2387">
                <a:extLst>
                  <a:ext uri="{FF2B5EF4-FFF2-40B4-BE49-F238E27FC236}">
                    <a16:creationId xmlns:a16="http://schemas.microsoft.com/office/drawing/2014/main" id="{53710C5F-F241-B2D9-5CAC-A6817417AEE1}"/>
                  </a:ext>
                </a:extLst>
              </p:cNvPr>
              <p:cNvSpPr/>
              <p:nvPr/>
            </p:nvSpPr>
            <p:spPr>
              <a:xfrm>
                <a:off x="378657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8" name="pg2388">
                <a:extLst>
                  <a:ext uri="{FF2B5EF4-FFF2-40B4-BE49-F238E27FC236}">
                    <a16:creationId xmlns:a16="http://schemas.microsoft.com/office/drawing/2014/main" id="{F9237C3D-1E63-2F5C-C833-9C68275250BE}"/>
                  </a:ext>
                </a:extLst>
              </p:cNvPr>
              <p:cNvSpPr/>
              <p:nvPr/>
            </p:nvSpPr>
            <p:spPr>
              <a:xfrm>
                <a:off x="379821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89" name="pg2389">
                <a:extLst>
                  <a:ext uri="{FF2B5EF4-FFF2-40B4-BE49-F238E27FC236}">
                    <a16:creationId xmlns:a16="http://schemas.microsoft.com/office/drawing/2014/main" id="{B5D369BC-1121-2EE7-B16C-6B81DC2C2EF2}"/>
                  </a:ext>
                </a:extLst>
              </p:cNvPr>
              <p:cNvSpPr/>
              <p:nvPr/>
            </p:nvSpPr>
            <p:spPr>
              <a:xfrm>
                <a:off x="380985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0" name="pg2390">
                <a:extLst>
                  <a:ext uri="{FF2B5EF4-FFF2-40B4-BE49-F238E27FC236}">
                    <a16:creationId xmlns:a16="http://schemas.microsoft.com/office/drawing/2014/main" id="{C326F116-4B07-55B2-AA98-A0398FCDE544}"/>
                  </a:ext>
                </a:extLst>
              </p:cNvPr>
              <p:cNvSpPr/>
              <p:nvPr/>
            </p:nvSpPr>
            <p:spPr>
              <a:xfrm>
                <a:off x="382148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1" name="pg2391">
                <a:extLst>
                  <a:ext uri="{FF2B5EF4-FFF2-40B4-BE49-F238E27FC236}">
                    <a16:creationId xmlns:a16="http://schemas.microsoft.com/office/drawing/2014/main" id="{5B76A1CA-2016-D7E3-0203-6AEF7BA46C53}"/>
                  </a:ext>
                </a:extLst>
              </p:cNvPr>
              <p:cNvSpPr/>
              <p:nvPr/>
            </p:nvSpPr>
            <p:spPr>
              <a:xfrm>
                <a:off x="383312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2" name="pg2392">
                <a:extLst>
                  <a:ext uri="{FF2B5EF4-FFF2-40B4-BE49-F238E27FC236}">
                    <a16:creationId xmlns:a16="http://schemas.microsoft.com/office/drawing/2014/main" id="{BEDD0A00-8936-0EED-2E61-60522C14C796}"/>
                  </a:ext>
                </a:extLst>
              </p:cNvPr>
              <p:cNvSpPr/>
              <p:nvPr/>
            </p:nvSpPr>
            <p:spPr>
              <a:xfrm>
                <a:off x="384476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C">
                  <a:alpha val="100000"/>
                </a:srgbClr>
              </a:solidFill>
              <a:ln w="5420" cap="flat">
                <a:solidFill>
                  <a:srgbClr val="3B51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3" name="pg2393">
                <a:extLst>
                  <a:ext uri="{FF2B5EF4-FFF2-40B4-BE49-F238E27FC236}">
                    <a16:creationId xmlns:a16="http://schemas.microsoft.com/office/drawing/2014/main" id="{30480124-65A0-9B0D-E4F7-DB131957E33F}"/>
                  </a:ext>
                </a:extLst>
              </p:cNvPr>
              <p:cNvSpPr/>
              <p:nvPr/>
            </p:nvSpPr>
            <p:spPr>
              <a:xfrm>
                <a:off x="385640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4" name="pg2394">
                <a:extLst>
                  <a:ext uri="{FF2B5EF4-FFF2-40B4-BE49-F238E27FC236}">
                    <a16:creationId xmlns:a16="http://schemas.microsoft.com/office/drawing/2014/main" id="{28FC89FB-2033-8613-39D8-817E5625AC40}"/>
                  </a:ext>
                </a:extLst>
              </p:cNvPr>
              <p:cNvSpPr/>
              <p:nvPr/>
            </p:nvSpPr>
            <p:spPr>
              <a:xfrm>
                <a:off x="386803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5" name="pg2395">
                <a:extLst>
                  <a:ext uri="{FF2B5EF4-FFF2-40B4-BE49-F238E27FC236}">
                    <a16:creationId xmlns:a16="http://schemas.microsoft.com/office/drawing/2014/main" id="{F0061668-03A4-25F9-847B-0F65B10ED767}"/>
                  </a:ext>
                </a:extLst>
              </p:cNvPr>
              <p:cNvSpPr/>
              <p:nvPr/>
            </p:nvSpPr>
            <p:spPr>
              <a:xfrm>
                <a:off x="387967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6" name="pg2396">
                <a:extLst>
                  <a:ext uri="{FF2B5EF4-FFF2-40B4-BE49-F238E27FC236}">
                    <a16:creationId xmlns:a16="http://schemas.microsoft.com/office/drawing/2014/main" id="{52F68384-1CCF-DED1-CEB5-5E69D4CA0275}"/>
                  </a:ext>
                </a:extLst>
              </p:cNvPr>
              <p:cNvSpPr/>
              <p:nvPr/>
            </p:nvSpPr>
            <p:spPr>
              <a:xfrm>
                <a:off x="389131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7" name="pg2397">
                <a:extLst>
                  <a:ext uri="{FF2B5EF4-FFF2-40B4-BE49-F238E27FC236}">
                    <a16:creationId xmlns:a16="http://schemas.microsoft.com/office/drawing/2014/main" id="{C27FA83E-B43A-E326-A8C6-D788C1FAD517}"/>
                  </a:ext>
                </a:extLst>
              </p:cNvPr>
              <p:cNvSpPr/>
              <p:nvPr/>
            </p:nvSpPr>
            <p:spPr>
              <a:xfrm>
                <a:off x="390295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8" name="pg2398">
                <a:extLst>
                  <a:ext uri="{FF2B5EF4-FFF2-40B4-BE49-F238E27FC236}">
                    <a16:creationId xmlns:a16="http://schemas.microsoft.com/office/drawing/2014/main" id="{A2E8FFFB-B4B0-52F0-B400-69EAB6BB1E73}"/>
                  </a:ext>
                </a:extLst>
              </p:cNvPr>
              <p:cNvSpPr/>
              <p:nvPr/>
            </p:nvSpPr>
            <p:spPr>
              <a:xfrm>
                <a:off x="391458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399" name="pg2399">
                <a:extLst>
                  <a:ext uri="{FF2B5EF4-FFF2-40B4-BE49-F238E27FC236}">
                    <a16:creationId xmlns:a16="http://schemas.microsoft.com/office/drawing/2014/main" id="{6F395CE0-0C54-5DCE-4478-C6B6005F88D9}"/>
                  </a:ext>
                </a:extLst>
              </p:cNvPr>
              <p:cNvSpPr/>
              <p:nvPr/>
            </p:nvSpPr>
            <p:spPr>
              <a:xfrm>
                <a:off x="392622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0" name="pg2400">
                <a:extLst>
                  <a:ext uri="{FF2B5EF4-FFF2-40B4-BE49-F238E27FC236}">
                    <a16:creationId xmlns:a16="http://schemas.microsoft.com/office/drawing/2014/main" id="{50410443-51DA-7F4D-3213-1CA84B1C5A31}"/>
                  </a:ext>
                </a:extLst>
              </p:cNvPr>
              <p:cNvSpPr/>
              <p:nvPr/>
            </p:nvSpPr>
            <p:spPr>
              <a:xfrm>
                <a:off x="393786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1" name="pg2401">
                <a:extLst>
                  <a:ext uri="{FF2B5EF4-FFF2-40B4-BE49-F238E27FC236}">
                    <a16:creationId xmlns:a16="http://schemas.microsoft.com/office/drawing/2014/main" id="{D797DC64-58B1-C006-A45B-D365C5C742EA}"/>
                  </a:ext>
                </a:extLst>
              </p:cNvPr>
              <p:cNvSpPr/>
              <p:nvPr/>
            </p:nvSpPr>
            <p:spPr>
              <a:xfrm>
                <a:off x="394949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5">
                  <a:alpha val="100000"/>
                </a:srgbClr>
              </a:solidFill>
              <a:ln w="5420" cap="flat">
                <a:solidFill>
                  <a:srgbClr val="3B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2" name="pg2402">
                <a:extLst>
                  <a:ext uri="{FF2B5EF4-FFF2-40B4-BE49-F238E27FC236}">
                    <a16:creationId xmlns:a16="http://schemas.microsoft.com/office/drawing/2014/main" id="{9EA1E9F0-2CF8-DD7B-C6C0-142DC9E92406}"/>
                  </a:ext>
                </a:extLst>
              </p:cNvPr>
              <p:cNvSpPr/>
              <p:nvPr/>
            </p:nvSpPr>
            <p:spPr>
              <a:xfrm>
                <a:off x="396113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3" name="pg2403">
                <a:extLst>
                  <a:ext uri="{FF2B5EF4-FFF2-40B4-BE49-F238E27FC236}">
                    <a16:creationId xmlns:a16="http://schemas.microsoft.com/office/drawing/2014/main" id="{2D394778-CF8D-237C-399D-E5907258EA1B}"/>
                  </a:ext>
                </a:extLst>
              </p:cNvPr>
              <p:cNvSpPr/>
              <p:nvPr/>
            </p:nvSpPr>
            <p:spPr>
              <a:xfrm>
                <a:off x="397277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4" name="pg2404">
                <a:extLst>
                  <a:ext uri="{FF2B5EF4-FFF2-40B4-BE49-F238E27FC236}">
                    <a16:creationId xmlns:a16="http://schemas.microsoft.com/office/drawing/2014/main" id="{8AD5949B-1913-0A45-0B56-FA910BAF5F24}"/>
                  </a:ext>
                </a:extLst>
              </p:cNvPr>
              <p:cNvSpPr/>
              <p:nvPr/>
            </p:nvSpPr>
            <p:spPr>
              <a:xfrm>
                <a:off x="3984411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5" name="pg2405">
                <a:extLst>
                  <a:ext uri="{FF2B5EF4-FFF2-40B4-BE49-F238E27FC236}">
                    <a16:creationId xmlns:a16="http://schemas.microsoft.com/office/drawing/2014/main" id="{11A409F1-570A-1123-3B3A-1312F77DF5D1}"/>
                  </a:ext>
                </a:extLst>
              </p:cNvPr>
              <p:cNvSpPr/>
              <p:nvPr/>
            </p:nvSpPr>
            <p:spPr>
              <a:xfrm>
                <a:off x="399604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6" name="pg2406">
                <a:extLst>
                  <a:ext uri="{FF2B5EF4-FFF2-40B4-BE49-F238E27FC236}">
                    <a16:creationId xmlns:a16="http://schemas.microsoft.com/office/drawing/2014/main" id="{1692C3D2-E42D-ACF3-A7B0-30C93FF1B1BD}"/>
                  </a:ext>
                </a:extLst>
              </p:cNvPr>
              <p:cNvSpPr/>
              <p:nvPr/>
            </p:nvSpPr>
            <p:spPr>
              <a:xfrm>
                <a:off x="400768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7" name="pg2407">
                <a:extLst>
                  <a:ext uri="{FF2B5EF4-FFF2-40B4-BE49-F238E27FC236}">
                    <a16:creationId xmlns:a16="http://schemas.microsoft.com/office/drawing/2014/main" id="{3754A3E6-32FE-13F5-3699-1798F9263D31}"/>
                  </a:ext>
                </a:extLst>
              </p:cNvPr>
              <p:cNvSpPr/>
              <p:nvPr/>
            </p:nvSpPr>
            <p:spPr>
              <a:xfrm>
                <a:off x="4019323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8" name="pg2408">
                <a:extLst>
                  <a:ext uri="{FF2B5EF4-FFF2-40B4-BE49-F238E27FC236}">
                    <a16:creationId xmlns:a16="http://schemas.microsoft.com/office/drawing/2014/main" id="{120A8F82-F303-5470-9BCD-1AE1E6397152}"/>
                  </a:ext>
                </a:extLst>
              </p:cNvPr>
              <p:cNvSpPr/>
              <p:nvPr/>
            </p:nvSpPr>
            <p:spPr>
              <a:xfrm>
                <a:off x="403096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09" name="pg2409">
                <a:extLst>
                  <a:ext uri="{FF2B5EF4-FFF2-40B4-BE49-F238E27FC236}">
                    <a16:creationId xmlns:a16="http://schemas.microsoft.com/office/drawing/2014/main" id="{CA273E30-9FBB-B3F8-291B-4DC29F4E48E5}"/>
                  </a:ext>
                </a:extLst>
              </p:cNvPr>
              <p:cNvSpPr/>
              <p:nvPr/>
            </p:nvSpPr>
            <p:spPr>
              <a:xfrm>
                <a:off x="404259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0" name="pg2410">
                <a:extLst>
                  <a:ext uri="{FF2B5EF4-FFF2-40B4-BE49-F238E27FC236}">
                    <a16:creationId xmlns:a16="http://schemas.microsoft.com/office/drawing/2014/main" id="{7A470DE9-87AF-C844-6F20-8F83AAE94C3F}"/>
                  </a:ext>
                </a:extLst>
              </p:cNvPr>
              <p:cNvSpPr/>
              <p:nvPr/>
            </p:nvSpPr>
            <p:spPr>
              <a:xfrm>
                <a:off x="405423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1" name="pg2411">
                <a:extLst>
                  <a:ext uri="{FF2B5EF4-FFF2-40B4-BE49-F238E27FC236}">
                    <a16:creationId xmlns:a16="http://schemas.microsoft.com/office/drawing/2014/main" id="{F63AE030-39CE-9DA4-0BE0-F65C4741BBFC}"/>
                  </a:ext>
                </a:extLst>
              </p:cNvPr>
              <p:cNvSpPr/>
              <p:nvPr/>
            </p:nvSpPr>
            <p:spPr>
              <a:xfrm>
                <a:off x="406587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2" name="pg2412">
                <a:extLst>
                  <a:ext uri="{FF2B5EF4-FFF2-40B4-BE49-F238E27FC236}">
                    <a16:creationId xmlns:a16="http://schemas.microsoft.com/office/drawing/2014/main" id="{536F1D8D-12CF-E2FE-ECB1-0BAD4D5B194F}"/>
                  </a:ext>
                </a:extLst>
              </p:cNvPr>
              <p:cNvSpPr/>
              <p:nvPr/>
            </p:nvSpPr>
            <p:spPr>
              <a:xfrm>
                <a:off x="407751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3" name="pg2413">
                <a:extLst>
                  <a:ext uri="{FF2B5EF4-FFF2-40B4-BE49-F238E27FC236}">
                    <a16:creationId xmlns:a16="http://schemas.microsoft.com/office/drawing/2014/main" id="{811BD143-F672-6FB9-20A7-9E169C0A977B}"/>
                  </a:ext>
                </a:extLst>
              </p:cNvPr>
              <p:cNvSpPr/>
              <p:nvPr/>
            </p:nvSpPr>
            <p:spPr>
              <a:xfrm>
                <a:off x="408914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4" name="pg2414">
                <a:extLst>
                  <a:ext uri="{FF2B5EF4-FFF2-40B4-BE49-F238E27FC236}">
                    <a16:creationId xmlns:a16="http://schemas.microsoft.com/office/drawing/2014/main" id="{2EDD7F74-0CCF-E617-CFCC-9F41E10F792B}"/>
                  </a:ext>
                </a:extLst>
              </p:cNvPr>
              <p:cNvSpPr/>
              <p:nvPr/>
            </p:nvSpPr>
            <p:spPr>
              <a:xfrm>
                <a:off x="410078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5" name="pg2415">
                <a:extLst>
                  <a:ext uri="{FF2B5EF4-FFF2-40B4-BE49-F238E27FC236}">
                    <a16:creationId xmlns:a16="http://schemas.microsoft.com/office/drawing/2014/main" id="{32FC5D9F-3899-06A2-3984-5C7E80FC35F7}"/>
                  </a:ext>
                </a:extLst>
              </p:cNvPr>
              <p:cNvSpPr/>
              <p:nvPr/>
            </p:nvSpPr>
            <p:spPr>
              <a:xfrm>
                <a:off x="411242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6" name="pg2416">
                <a:extLst>
                  <a:ext uri="{FF2B5EF4-FFF2-40B4-BE49-F238E27FC236}">
                    <a16:creationId xmlns:a16="http://schemas.microsoft.com/office/drawing/2014/main" id="{08DC789D-B0F9-8983-0455-EA4F419DEF0E}"/>
                  </a:ext>
                </a:extLst>
              </p:cNvPr>
              <p:cNvSpPr/>
              <p:nvPr/>
            </p:nvSpPr>
            <p:spPr>
              <a:xfrm>
                <a:off x="412405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7" name="pg2417">
                <a:extLst>
                  <a:ext uri="{FF2B5EF4-FFF2-40B4-BE49-F238E27FC236}">
                    <a16:creationId xmlns:a16="http://schemas.microsoft.com/office/drawing/2014/main" id="{3F2F83CF-56E2-74CF-7808-E997C6962BE0}"/>
                  </a:ext>
                </a:extLst>
              </p:cNvPr>
              <p:cNvSpPr/>
              <p:nvPr/>
            </p:nvSpPr>
            <p:spPr>
              <a:xfrm>
                <a:off x="4135696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8" name="pg2418">
                <a:extLst>
                  <a:ext uri="{FF2B5EF4-FFF2-40B4-BE49-F238E27FC236}">
                    <a16:creationId xmlns:a16="http://schemas.microsoft.com/office/drawing/2014/main" id="{75F3F2C9-6945-C2B8-A452-8C6C73586054}"/>
                  </a:ext>
                </a:extLst>
              </p:cNvPr>
              <p:cNvSpPr/>
              <p:nvPr/>
            </p:nvSpPr>
            <p:spPr>
              <a:xfrm>
                <a:off x="414733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19" name="pg2419">
                <a:extLst>
                  <a:ext uri="{FF2B5EF4-FFF2-40B4-BE49-F238E27FC236}">
                    <a16:creationId xmlns:a16="http://schemas.microsoft.com/office/drawing/2014/main" id="{CC83E7BA-DBA0-93F5-9E52-EDEA5AEABE2E}"/>
                  </a:ext>
                </a:extLst>
              </p:cNvPr>
              <p:cNvSpPr/>
              <p:nvPr/>
            </p:nvSpPr>
            <p:spPr>
              <a:xfrm>
                <a:off x="4263707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0" name="pg2420">
                <a:extLst>
                  <a:ext uri="{FF2B5EF4-FFF2-40B4-BE49-F238E27FC236}">
                    <a16:creationId xmlns:a16="http://schemas.microsoft.com/office/drawing/2014/main" id="{B50D497F-0DD8-FFCE-5BD8-7C8F57888A1D}"/>
                  </a:ext>
                </a:extLst>
              </p:cNvPr>
              <p:cNvSpPr/>
              <p:nvPr/>
            </p:nvSpPr>
            <p:spPr>
              <a:xfrm>
                <a:off x="4275344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1" name="pg2421">
                <a:extLst>
                  <a:ext uri="{FF2B5EF4-FFF2-40B4-BE49-F238E27FC236}">
                    <a16:creationId xmlns:a16="http://schemas.microsoft.com/office/drawing/2014/main" id="{21D2DC03-4B82-035E-C605-41FE2E5CA715}"/>
                  </a:ext>
                </a:extLst>
              </p:cNvPr>
              <p:cNvSpPr/>
              <p:nvPr/>
            </p:nvSpPr>
            <p:spPr>
              <a:xfrm>
                <a:off x="428698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2" name="pg2422">
                <a:extLst>
                  <a:ext uri="{FF2B5EF4-FFF2-40B4-BE49-F238E27FC236}">
                    <a16:creationId xmlns:a16="http://schemas.microsoft.com/office/drawing/2014/main" id="{E2103E05-284A-8BD0-8C67-8A775FCDCF6D}"/>
                  </a:ext>
                </a:extLst>
              </p:cNvPr>
              <p:cNvSpPr/>
              <p:nvPr/>
            </p:nvSpPr>
            <p:spPr>
              <a:xfrm>
                <a:off x="4298619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3" name="pg2423">
                <a:extLst>
                  <a:ext uri="{FF2B5EF4-FFF2-40B4-BE49-F238E27FC236}">
                    <a16:creationId xmlns:a16="http://schemas.microsoft.com/office/drawing/2014/main" id="{F03F4F80-2D1E-EEE9-710C-F421704FF0E3}"/>
                  </a:ext>
                </a:extLst>
              </p:cNvPr>
              <p:cNvSpPr/>
              <p:nvPr/>
            </p:nvSpPr>
            <p:spPr>
              <a:xfrm>
                <a:off x="455464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4" name="pg2424">
                <a:extLst>
                  <a:ext uri="{FF2B5EF4-FFF2-40B4-BE49-F238E27FC236}">
                    <a16:creationId xmlns:a16="http://schemas.microsoft.com/office/drawing/2014/main" id="{C2B11A3E-07D4-DC71-C6E5-27525808C114}"/>
                  </a:ext>
                </a:extLst>
              </p:cNvPr>
              <p:cNvSpPr/>
              <p:nvPr/>
            </p:nvSpPr>
            <p:spPr>
              <a:xfrm>
                <a:off x="4566278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5" name="pg2425">
                <a:extLst>
                  <a:ext uri="{FF2B5EF4-FFF2-40B4-BE49-F238E27FC236}">
                    <a16:creationId xmlns:a16="http://schemas.microsoft.com/office/drawing/2014/main" id="{3F4A6A78-A314-0002-AE26-71C58E39F917}"/>
                  </a:ext>
                </a:extLst>
              </p:cNvPr>
              <p:cNvSpPr/>
              <p:nvPr/>
            </p:nvSpPr>
            <p:spPr>
              <a:xfrm>
                <a:off x="4577915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6" name="pg2426">
                <a:extLst>
                  <a:ext uri="{FF2B5EF4-FFF2-40B4-BE49-F238E27FC236}">
                    <a16:creationId xmlns:a16="http://schemas.microsoft.com/office/drawing/2014/main" id="{22BABB01-D7B1-2194-86C7-01818A0C4199}"/>
                  </a:ext>
                </a:extLst>
              </p:cNvPr>
              <p:cNvSpPr/>
              <p:nvPr/>
            </p:nvSpPr>
            <p:spPr>
              <a:xfrm>
                <a:off x="4589552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6A2">
                  <a:alpha val="100000"/>
                </a:srgbClr>
              </a:solidFill>
              <a:ln w="5420" cap="flat">
                <a:solidFill>
                  <a:srgbClr val="3A76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7" name="pg2427">
                <a:extLst>
                  <a:ext uri="{FF2B5EF4-FFF2-40B4-BE49-F238E27FC236}">
                    <a16:creationId xmlns:a16="http://schemas.microsoft.com/office/drawing/2014/main" id="{2D1DC2EF-2B12-E0BC-DB85-454E5F36B45D}"/>
                  </a:ext>
                </a:extLst>
              </p:cNvPr>
              <p:cNvSpPr/>
              <p:nvPr/>
            </p:nvSpPr>
            <p:spPr>
              <a:xfrm>
                <a:off x="4601190" y="470989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8" name="pg2428">
                <a:extLst>
                  <a:ext uri="{FF2B5EF4-FFF2-40B4-BE49-F238E27FC236}">
                    <a16:creationId xmlns:a16="http://schemas.microsoft.com/office/drawing/2014/main" id="{80C2D14B-9033-8B54-B52C-B5CEEF9203F2}"/>
                  </a:ext>
                </a:extLst>
              </p:cNvPr>
              <p:cNvSpPr/>
              <p:nvPr/>
            </p:nvSpPr>
            <p:spPr>
              <a:xfrm>
                <a:off x="325125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29" name="pg2429">
                <a:extLst>
                  <a:ext uri="{FF2B5EF4-FFF2-40B4-BE49-F238E27FC236}">
                    <a16:creationId xmlns:a16="http://schemas.microsoft.com/office/drawing/2014/main" id="{95DE2048-EABA-0924-BE13-587FB3DD00CD}"/>
                  </a:ext>
                </a:extLst>
              </p:cNvPr>
              <p:cNvSpPr/>
              <p:nvPr/>
            </p:nvSpPr>
            <p:spPr>
              <a:xfrm>
                <a:off x="326289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0" name="pg2430">
                <a:extLst>
                  <a:ext uri="{FF2B5EF4-FFF2-40B4-BE49-F238E27FC236}">
                    <a16:creationId xmlns:a16="http://schemas.microsoft.com/office/drawing/2014/main" id="{2E7E2862-F9BB-CB05-F5B6-C926638344A2}"/>
                  </a:ext>
                </a:extLst>
              </p:cNvPr>
              <p:cNvSpPr/>
              <p:nvPr/>
            </p:nvSpPr>
            <p:spPr>
              <a:xfrm>
                <a:off x="360037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1" name="pg2431">
                <a:extLst>
                  <a:ext uri="{FF2B5EF4-FFF2-40B4-BE49-F238E27FC236}">
                    <a16:creationId xmlns:a16="http://schemas.microsoft.com/office/drawing/2014/main" id="{B3CFF020-5966-6CB9-C3FF-DA73A39EED3C}"/>
                  </a:ext>
                </a:extLst>
              </p:cNvPr>
              <p:cNvSpPr/>
              <p:nvPr/>
            </p:nvSpPr>
            <p:spPr>
              <a:xfrm>
                <a:off x="361201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2" name="pg2432">
                <a:extLst>
                  <a:ext uri="{FF2B5EF4-FFF2-40B4-BE49-F238E27FC236}">
                    <a16:creationId xmlns:a16="http://schemas.microsoft.com/office/drawing/2014/main" id="{2E93F5C5-E19C-C610-AA5F-46719DA95AEE}"/>
                  </a:ext>
                </a:extLst>
              </p:cNvPr>
              <p:cNvSpPr/>
              <p:nvPr/>
            </p:nvSpPr>
            <p:spPr>
              <a:xfrm>
                <a:off x="362365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3" name="pg2433">
                <a:extLst>
                  <a:ext uri="{FF2B5EF4-FFF2-40B4-BE49-F238E27FC236}">
                    <a16:creationId xmlns:a16="http://schemas.microsoft.com/office/drawing/2014/main" id="{55BCF2B6-8F23-A25F-0D24-EACDA79675BA}"/>
                  </a:ext>
                </a:extLst>
              </p:cNvPr>
              <p:cNvSpPr/>
              <p:nvPr/>
            </p:nvSpPr>
            <p:spPr>
              <a:xfrm>
                <a:off x="363529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4" name="pg2434">
                <a:extLst>
                  <a:ext uri="{FF2B5EF4-FFF2-40B4-BE49-F238E27FC236}">
                    <a16:creationId xmlns:a16="http://schemas.microsoft.com/office/drawing/2014/main" id="{CE21D507-A92E-932A-A1B5-453707121186}"/>
                  </a:ext>
                </a:extLst>
              </p:cNvPr>
              <p:cNvSpPr/>
              <p:nvPr/>
            </p:nvSpPr>
            <p:spPr>
              <a:xfrm>
                <a:off x="364692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5" name="pg2435">
                <a:extLst>
                  <a:ext uri="{FF2B5EF4-FFF2-40B4-BE49-F238E27FC236}">
                    <a16:creationId xmlns:a16="http://schemas.microsoft.com/office/drawing/2014/main" id="{31A979DA-281F-ED60-8958-2D41B521CE80}"/>
                  </a:ext>
                </a:extLst>
              </p:cNvPr>
              <p:cNvSpPr/>
              <p:nvPr/>
            </p:nvSpPr>
            <p:spPr>
              <a:xfrm>
                <a:off x="365856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6" name="pg2436">
                <a:extLst>
                  <a:ext uri="{FF2B5EF4-FFF2-40B4-BE49-F238E27FC236}">
                    <a16:creationId xmlns:a16="http://schemas.microsoft.com/office/drawing/2014/main" id="{F729AE6E-82FE-D6D9-35DE-3DB0F7B74BAF}"/>
                  </a:ext>
                </a:extLst>
              </p:cNvPr>
              <p:cNvSpPr/>
              <p:nvPr/>
            </p:nvSpPr>
            <p:spPr>
              <a:xfrm>
                <a:off x="367020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7" name="pg2437">
                <a:extLst>
                  <a:ext uri="{FF2B5EF4-FFF2-40B4-BE49-F238E27FC236}">
                    <a16:creationId xmlns:a16="http://schemas.microsoft.com/office/drawing/2014/main" id="{3F3F6FB8-8740-8116-66AC-D431BE53D1F1}"/>
                  </a:ext>
                </a:extLst>
              </p:cNvPr>
              <p:cNvSpPr/>
              <p:nvPr/>
            </p:nvSpPr>
            <p:spPr>
              <a:xfrm>
                <a:off x="368184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8" name="pg2438">
                <a:extLst>
                  <a:ext uri="{FF2B5EF4-FFF2-40B4-BE49-F238E27FC236}">
                    <a16:creationId xmlns:a16="http://schemas.microsoft.com/office/drawing/2014/main" id="{D9470AB9-9737-315C-893F-3F5BCA2E3093}"/>
                  </a:ext>
                </a:extLst>
              </p:cNvPr>
              <p:cNvSpPr/>
              <p:nvPr/>
            </p:nvSpPr>
            <p:spPr>
              <a:xfrm>
                <a:off x="369347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39" name="pg2439">
                <a:extLst>
                  <a:ext uri="{FF2B5EF4-FFF2-40B4-BE49-F238E27FC236}">
                    <a16:creationId xmlns:a16="http://schemas.microsoft.com/office/drawing/2014/main" id="{842145A4-2815-6207-A0AF-9A8C324C3013}"/>
                  </a:ext>
                </a:extLst>
              </p:cNvPr>
              <p:cNvSpPr/>
              <p:nvPr/>
            </p:nvSpPr>
            <p:spPr>
              <a:xfrm>
                <a:off x="370511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0" name="pg2440">
                <a:extLst>
                  <a:ext uri="{FF2B5EF4-FFF2-40B4-BE49-F238E27FC236}">
                    <a16:creationId xmlns:a16="http://schemas.microsoft.com/office/drawing/2014/main" id="{7B3D43E3-6B90-AAC8-0F9C-3C5815ADD8D4}"/>
                  </a:ext>
                </a:extLst>
              </p:cNvPr>
              <p:cNvSpPr/>
              <p:nvPr/>
            </p:nvSpPr>
            <p:spPr>
              <a:xfrm>
                <a:off x="371675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1" name="pg2441">
                <a:extLst>
                  <a:ext uri="{FF2B5EF4-FFF2-40B4-BE49-F238E27FC236}">
                    <a16:creationId xmlns:a16="http://schemas.microsoft.com/office/drawing/2014/main" id="{FF38BAFC-B0B2-689B-76B0-AF69792072EB}"/>
                  </a:ext>
                </a:extLst>
              </p:cNvPr>
              <p:cNvSpPr/>
              <p:nvPr/>
            </p:nvSpPr>
            <p:spPr>
              <a:xfrm>
                <a:off x="372839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2" name="pg2442">
                <a:extLst>
                  <a:ext uri="{FF2B5EF4-FFF2-40B4-BE49-F238E27FC236}">
                    <a16:creationId xmlns:a16="http://schemas.microsoft.com/office/drawing/2014/main" id="{BD5E2BC9-25BB-7AA2-8E04-DE90A9DFBA0B}"/>
                  </a:ext>
                </a:extLst>
              </p:cNvPr>
              <p:cNvSpPr/>
              <p:nvPr/>
            </p:nvSpPr>
            <p:spPr>
              <a:xfrm>
                <a:off x="374002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3" name="pg2443">
                <a:extLst>
                  <a:ext uri="{FF2B5EF4-FFF2-40B4-BE49-F238E27FC236}">
                    <a16:creationId xmlns:a16="http://schemas.microsoft.com/office/drawing/2014/main" id="{AB982966-35E2-B4D7-03A5-6865DF693282}"/>
                  </a:ext>
                </a:extLst>
              </p:cNvPr>
              <p:cNvSpPr/>
              <p:nvPr/>
            </p:nvSpPr>
            <p:spPr>
              <a:xfrm>
                <a:off x="375166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4" name="pg2444">
                <a:extLst>
                  <a:ext uri="{FF2B5EF4-FFF2-40B4-BE49-F238E27FC236}">
                    <a16:creationId xmlns:a16="http://schemas.microsoft.com/office/drawing/2014/main" id="{852D1146-17C5-A014-EF18-0ABB368830EF}"/>
                  </a:ext>
                </a:extLst>
              </p:cNvPr>
              <p:cNvSpPr/>
              <p:nvPr/>
            </p:nvSpPr>
            <p:spPr>
              <a:xfrm>
                <a:off x="376330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5" name="pg2445">
                <a:extLst>
                  <a:ext uri="{FF2B5EF4-FFF2-40B4-BE49-F238E27FC236}">
                    <a16:creationId xmlns:a16="http://schemas.microsoft.com/office/drawing/2014/main" id="{3C5D90C4-44E5-F635-0725-4935B5B48800}"/>
                  </a:ext>
                </a:extLst>
              </p:cNvPr>
              <p:cNvSpPr/>
              <p:nvPr/>
            </p:nvSpPr>
            <p:spPr>
              <a:xfrm>
                <a:off x="377493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6" name="pg2446">
                <a:extLst>
                  <a:ext uri="{FF2B5EF4-FFF2-40B4-BE49-F238E27FC236}">
                    <a16:creationId xmlns:a16="http://schemas.microsoft.com/office/drawing/2014/main" id="{86B0DBF2-AD91-DE29-8FA8-03ACC4885F1F}"/>
                  </a:ext>
                </a:extLst>
              </p:cNvPr>
              <p:cNvSpPr/>
              <p:nvPr/>
            </p:nvSpPr>
            <p:spPr>
              <a:xfrm>
                <a:off x="378657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7" name="pg2447">
                <a:extLst>
                  <a:ext uri="{FF2B5EF4-FFF2-40B4-BE49-F238E27FC236}">
                    <a16:creationId xmlns:a16="http://schemas.microsoft.com/office/drawing/2014/main" id="{94CF6125-6EBD-C3D3-EF6C-7136F411969E}"/>
                  </a:ext>
                </a:extLst>
              </p:cNvPr>
              <p:cNvSpPr/>
              <p:nvPr/>
            </p:nvSpPr>
            <p:spPr>
              <a:xfrm>
                <a:off x="379821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8" name="pg2448">
                <a:extLst>
                  <a:ext uri="{FF2B5EF4-FFF2-40B4-BE49-F238E27FC236}">
                    <a16:creationId xmlns:a16="http://schemas.microsoft.com/office/drawing/2014/main" id="{18CD17A2-487B-892B-115F-0204AB7128DA}"/>
                  </a:ext>
                </a:extLst>
              </p:cNvPr>
              <p:cNvSpPr/>
              <p:nvPr/>
            </p:nvSpPr>
            <p:spPr>
              <a:xfrm>
                <a:off x="380985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49" name="pg2449">
                <a:extLst>
                  <a:ext uri="{FF2B5EF4-FFF2-40B4-BE49-F238E27FC236}">
                    <a16:creationId xmlns:a16="http://schemas.microsoft.com/office/drawing/2014/main" id="{FC81EDBC-C885-3E23-0DDE-D40D35581F99}"/>
                  </a:ext>
                </a:extLst>
              </p:cNvPr>
              <p:cNvSpPr/>
              <p:nvPr/>
            </p:nvSpPr>
            <p:spPr>
              <a:xfrm>
                <a:off x="382148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0" name="pg2450">
                <a:extLst>
                  <a:ext uri="{FF2B5EF4-FFF2-40B4-BE49-F238E27FC236}">
                    <a16:creationId xmlns:a16="http://schemas.microsoft.com/office/drawing/2014/main" id="{223631D5-A502-5F38-FED1-E4CF4DE1C5FA}"/>
                  </a:ext>
                </a:extLst>
              </p:cNvPr>
              <p:cNvSpPr/>
              <p:nvPr/>
            </p:nvSpPr>
            <p:spPr>
              <a:xfrm>
                <a:off x="383312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1" name="pg2451">
                <a:extLst>
                  <a:ext uri="{FF2B5EF4-FFF2-40B4-BE49-F238E27FC236}">
                    <a16:creationId xmlns:a16="http://schemas.microsoft.com/office/drawing/2014/main" id="{C270FCE6-9353-0C67-E375-29D37D596DCA}"/>
                  </a:ext>
                </a:extLst>
              </p:cNvPr>
              <p:cNvSpPr/>
              <p:nvPr/>
            </p:nvSpPr>
            <p:spPr>
              <a:xfrm>
                <a:off x="384476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2" name="pg2452">
                <a:extLst>
                  <a:ext uri="{FF2B5EF4-FFF2-40B4-BE49-F238E27FC236}">
                    <a16:creationId xmlns:a16="http://schemas.microsoft.com/office/drawing/2014/main" id="{C913D4B5-8313-8AC4-0ED7-13E0D5BE133B}"/>
                  </a:ext>
                </a:extLst>
              </p:cNvPr>
              <p:cNvSpPr/>
              <p:nvPr/>
            </p:nvSpPr>
            <p:spPr>
              <a:xfrm>
                <a:off x="385640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3" name="pg2453">
                <a:extLst>
                  <a:ext uri="{FF2B5EF4-FFF2-40B4-BE49-F238E27FC236}">
                    <a16:creationId xmlns:a16="http://schemas.microsoft.com/office/drawing/2014/main" id="{E6BC5AA6-EC78-82C9-08D2-C6951B4A51BD}"/>
                  </a:ext>
                </a:extLst>
              </p:cNvPr>
              <p:cNvSpPr/>
              <p:nvPr/>
            </p:nvSpPr>
            <p:spPr>
              <a:xfrm>
                <a:off x="386803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4" name="pg2454">
                <a:extLst>
                  <a:ext uri="{FF2B5EF4-FFF2-40B4-BE49-F238E27FC236}">
                    <a16:creationId xmlns:a16="http://schemas.microsoft.com/office/drawing/2014/main" id="{195C5FF1-A7F3-EAD0-013A-9366C6836638}"/>
                  </a:ext>
                </a:extLst>
              </p:cNvPr>
              <p:cNvSpPr/>
              <p:nvPr/>
            </p:nvSpPr>
            <p:spPr>
              <a:xfrm>
                <a:off x="387967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5" name="pg2455">
                <a:extLst>
                  <a:ext uri="{FF2B5EF4-FFF2-40B4-BE49-F238E27FC236}">
                    <a16:creationId xmlns:a16="http://schemas.microsoft.com/office/drawing/2014/main" id="{EBAE135D-3D68-4397-978B-2BBF7019970F}"/>
                  </a:ext>
                </a:extLst>
              </p:cNvPr>
              <p:cNvSpPr/>
              <p:nvPr/>
            </p:nvSpPr>
            <p:spPr>
              <a:xfrm>
                <a:off x="389131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6" name="pg2456">
                <a:extLst>
                  <a:ext uri="{FF2B5EF4-FFF2-40B4-BE49-F238E27FC236}">
                    <a16:creationId xmlns:a16="http://schemas.microsoft.com/office/drawing/2014/main" id="{8AB8B03D-3FE5-47A6-D4FA-F81D0E6326B1}"/>
                  </a:ext>
                </a:extLst>
              </p:cNvPr>
              <p:cNvSpPr/>
              <p:nvPr/>
            </p:nvSpPr>
            <p:spPr>
              <a:xfrm>
                <a:off x="390295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7" name="pg2457">
                <a:extLst>
                  <a:ext uri="{FF2B5EF4-FFF2-40B4-BE49-F238E27FC236}">
                    <a16:creationId xmlns:a16="http://schemas.microsoft.com/office/drawing/2014/main" id="{2761FD86-94B5-97EC-9F9B-4E4C188D590E}"/>
                  </a:ext>
                </a:extLst>
              </p:cNvPr>
              <p:cNvSpPr/>
              <p:nvPr/>
            </p:nvSpPr>
            <p:spPr>
              <a:xfrm>
                <a:off x="391458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8" name="pg2458">
                <a:extLst>
                  <a:ext uri="{FF2B5EF4-FFF2-40B4-BE49-F238E27FC236}">
                    <a16:creationId xmlns:a16="http://schemas.microsoft.com/office/drawing/2014/main" id="{8794E92E-7F91-0AEE-AFED-21BE1C1EE48C}"/>
                  </a:ext>
                </a:extLst>
              </p:cNvPr>
              <p:cNvSpPr/>
              <p:nvPr/>
            </p:nvSpPr>
            <p:spPr>
              <a:xfrm>
                <a:off x="392622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59" name="pg2459">
                <a:extLst>
                  <a:ext uri="{FF2B5EF4-FFF2-40B4-BE49-F238E27FC236}">
                    <a16:creationId xmlns:a16="http://schemas.microsoft.com/office/drawing/2014/main" id="{FDDB8B48-4440-D1B6-25A5-C0509346B212}"/>
                  </a:ext>
                </a:extLst>
              </p:cNvPr>
              <p:cNvSpPr/>
              <p:nvPr/>
            </p:nvSpPr>
            <p:spPr>
              <a:xfrm>
                <a:off x="393786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0" name="pg2460">
                <a:extLst>
                  <a:ext uri="{FF2B5EF4-FFF2-40B4-BE49-F238E27FC236}">
                    <a16:creationId xmlns:a16="http://schemas.microsoft.com/office/drawing/2014/main" id="{6F64F692-CE95-F4C0-AA75-34E855E1FE50}"/>
                  </a:ext>
                </a:extLst>
              </p:cNvPr>
              <p:cNvSpPr/>
              <p:nvPr/>
            </p:nvSpPr>
            <p:spPr>
              <a:xfrm>
                <a:off x="394949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1" name="pg2461">
                <a:extLst>
                  <a:ext uri="{FF2B5EF4-FFF2-40B4-BE49-F238E27FC236}">
                    <a16:creationId xmlns:a16="http://schemas.microsoft.com/office/drawing/2014/main" id="{AC1A165A-866A-2B0F-44D4-C8667A3E9358}"/>
                  </a:ext>
                </a:extLst>
              </p:cNvPr>
              <p:cNvSpPr/>
              <p:nvPr/>
            </p:nvSpPr>
            <p:spPr>
              <a:xfrm>
                <a:off x="396113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2" name="pg2462">
                <a:extLst>
                  <a:ext uri="{FF2B5EF4-FFF2-40B4-BE49-F238E27FC236}">
                    <a16:creationId xmlns:a16="http://schemas.microsoft.com/office/drawing/2014/main" id="{E7D06699-B25C-C59C-352F-395247A5C3E8}"/>
                  </a:ext>
                </a:extLst>
              </p:cNvPr>
              <p:cNvSpPr/>
              <p:nvPr/>
            </p:nvSpPr>
            <p:spPr>
              <a:xfrm>
                <a:off x="397277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3" name="pg2463">
                <a:extLst>
                  <a:ext uri="{FF2B5EF4-FFF2-40B4-BE49-F238E27FC236}">
                    <a16:creationId xmlns:a16="http://schemas.microsoft.com/office/drawing/2014/main" id="{B6D1DC0D-8987-23D4-B02C-031D39B17BFA}"/>
                  </a:ext>
                </a:extLst>
              </p:cNvPr>
              <p:cNvSpPr/>
              <p:nvPr/>
            </p:nvSpPr>
            <p:spPr>
              <a:xfrm>
                <a:off x="3984411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4" name="pg2464">
                <a:extLst>
                  <a:ext uri="{FF2B5EF4-FFF2-40B4-BE49-F238E27FC236}">
                    <a16:creationId xmlns:a16="http://schemas.microsoft.com/office/drawing/2014/main" id="{1FA653FB-ADE0-BFAA-78CC-B81717AAB8AB}"/>
                  </a:ext>
                </a:extLst>
              </p:cNvPr>
              <p:cNvSpPr/>
              <p:nvPr/>
            </p:nvSpPr>
            <p:spPr>
              <a:xfrm>
                <a:off x="399604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5" name="pg2465">
                <a:extLst>
                  <a:ext uri="{FF2B5EF4-FFF2-40B4-BE49-F238E27FC236}">
                    <a16:creationId xmlns:a16="http://schemas.microsoft.com/office/drawing/2014/main" id="{45B9F50B-00DB-19E8-C16A-E7E245440087}"/>
                  </a:ext>
                </a:extLst>
              </p:cNvPr>
              <p:cNvSpPr/>
              <p:nvPr/>
            </p:nvSpPr>
            <p:spPr>
              <a:xfrm>
                <a:off x="400768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6" name="pg2466">
                <a:extLst>
                  <a:ext uri="{FF2B5EF4-FFF2-40B4-BE49-F238E27FC236}">
                    <a16:creationId xmlns:a16="http://schemas.microsoft.com/office/drawing/2014/main" id="{111C9B5F-A80F-91AE-1ECF-48957567129C}"/>
                  </a:ext>
                </a:extLst>
              </p:cNvPr>
              <p:cNvSpPr/>
              <p:nvPr/>
            </p:nvSpPr>
            <p:spPr>
              <a:xfrm>
                <a:off x="4019323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7" name="pg2467">
                <a:extLst>
                  <a:ext uri="{FF2B5EF4-FFF2-40B4-BE49-F238E27FC236}">
                    <a16:creationId xmlns:a16="http://schemas.microsoft.com/office/drawing/2014/main" id="{EA382AB6-2B13-5988-8E94-8308E19981F7}"/>
                  </a:ext>
                </a:extLst>
              </p:cNvPr>
              <p:cNvSpPr/>
              <p:nvPr/>
            </p:nvSpPr>
            <p:spPr>
              <a:xfrm>
                <a:off x="403096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8" name="pg2468">
                <a:extLst>
                  <a:ext uri="{FF2B5EF4-FFF2-40B4-BE49-F238E27FC236}">
                    <a16:creationId xmlns:a16="http://schemas.microsoft.com/office/drawing/2014/main" id="{374F2FFF-1465-E676-2BDA-CDFD431D3433}"/>
                  </a:ext>
                </a:extLst>
              </p:cNvPr>
              <p:cNvSpPr/>
              <p:nvPr/>
            </p:nvSpPr>
            <p:spPr>
              <a:xfrm>
                <a:off x="404259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69" name="pg2469">
                <a:extLst>
                  <a:ext uri="{FF2B5EF4-FFF2-40B4-BE49-F238E27FC236}">
                    <a16:creationId xmlns:a16="http://schemas.microsoft.com/office/drawing/2014/main" id="{9C8C6C6A-FA9B-3830-773C-0AE3DF170FB1}"/>
                  </a:ext>
                </a:extLst>
              </p:cNvPr>
              <p:cNvSpPr/>
              <p:nvPr/>
            </p:nvSpPr>
            <p:spPr>
              <a:xfrm>
                <a:off x="405423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0" name="pg2470">
                <a:extLst>
                  <a:ext uri="{FF2B5EF4-FFF2-40B4-BE49-F238E27FC236}">
                    <a16:creationId xmlns:a16="http://schemas.microsoft.com/office/drawing/2014/main" id="{CA1A8FC2-7878-2A80-5C36-53ECCC8959E5}"/>
                  </a:ext>
                </a:extLst>
              </p:cNvPr>
              <p:cNvSpPr/>
              <p:nvPr/>
            </p:nvSpPr>
            <p:spPr>
              <a:xfrm>
                <a:off x="406587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1" name="pg2471">
                <a:extLst>
                  <a:ext uri="{FF2B5EF4-FFF2-40B4-BE49-F238E27FC236}">
                    <a16:creationId xmlns:a16="http://schemas.microsoft.com/office/drawing/2014/main" id="{DC6DC59B-7665-48FB-4455-2B1B54880430}"/>
                  </a:ext>
                </a:extLst>
              </p:cNvPr>
              <p:cNvSpPr/>
              <p:nvPr/>
            </p:nvSpPr>
            <p:spPr>
              <a:xfrm>
                <a:off x="407751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2" name="pg2472">
                <a:extLst>
                  <a:ext uri="{FF2B5EF4-FFF2-40B4-BE49-F238E27FC236}">
                    <a16:creationId xmlns:a16="http://schemas.microsoft.com/office/drawing/2014/main" id="{792A11FE-9740-A669-1837-955C9154EAEB}"/>
                  </a:ext>
                </a:extLst>
              </p:cNvPr>
              <p:cNvSpPr/>
              <p:nvPr/>
            </p:nvSpPr>
            <p:spPr>
              <a:xfrm>
                <a:off x="408914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3" name="pg2473">
                <a:extLst>
                  <a:ext uri="{FF2B5EF4-FFF2-40B4-BE49-F238E27FC236}">
                    <a16:creationId xmlns:a16="http://schemas.microsoft.com/office/drawing/2014/main" id="{7D202B13-00A0-CFBD-CC04-F31CB1B09766}"/>
                  </a:ext>
                </a:extLst>
              </p:cNvPr>
              <p:cNvSpPr/>
              <p:nvPr/>
            </p:nvSpPr>
            <p:spPr>
              <a:xfrm>
                <a:off x="410078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4" name="pg2474">
                <a:extLst>
                  <a:ext uri="{FF2B5EF4-FFF2-40B4-BE49-F238E27FC236}">
                    <a16:creationId xmlns:a16="http://schemas.microsoft.com/office/drawing/2014/main" id="{1DCD3C18-9597-3B55-8ACE-46C6D738C1FE}"/>
                  </a:ext>
                </a:extLst>
              </p:cNvPr>
              <p:cNvSpPr/>
              <p:nvPr/>
            </p:nvSpPr>
            <p:spPr>
              <a:xfrm>
                <a:off x="411242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5" name="pg2475">
                <a:extLst>
                  <a:ext uri="{FF2B5EF4-FFF2-40B4-BE49-F238E27FC236}">
                    <a16:creationId xmlns:a16="http://schemas.microsoft.com/office/drawing/2014/main" id="{D04CFAFC-09D5-50FA-82A3-72104A785061}"/>
                  </a:ext>
                </a:extLst>
              </p:cNvPr>
              <p:cNvSpPr/>
              <p:nvPr/>
            </p:nvSpPr>
            <p:spPr>
              <a:xfrm>
                <a:off x="412405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6" name="pg2476">
                <a:extLst>
                  <a:ext uri="{FF2B5EF4-FFF2-40B4-BE49-F238E27FC236}">
                    <a16:creationId xmlns:a16="http://schemas.microsoft.com/office/drawing/2014/main" id="{2EC6E622-EAD3-1478-0A3F-996B99E686E7}"/>
                  </a:ext>
                </a:extLst>
              </p:cNvPr>
              <p:cNvSpPr/>
              <p:nvPr/>
            </p:nvSpPr>
            <p:spPr>
              <a:xfrm>
                <a:off x="413569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7" name="pg2477">
                <a:extLst>
                  <a:ext uri="{FF2B5EF4-FFF2-40B4-BE49-F238E27FC236}">
                    <a16:creationId xmlns:a16="http://schemas.microsoft.com/office/drawing/2014/main" id="{E5BAB349-489E-72A9-9985-B600F09C8763}"/>
                  </a:ext>
                </a:extLst>
              </p:cNvPr>
              <p:cNvSpPr/>
              <p:nvPr/>
            </p:nvSpPr>
            <p:spPr>
              <a:xfrm>
                <a:off x="414733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8" name="pg2478">
                <a:extLst>
                  <a:ext uri="{FF2B5EF4-FFF2-40B4-BE49-F238E27FC236}">
                    <a16:creationId xmlns:a16="http://schemas.microsoft.com/office/drawing/2014/main" id="{0A52BA8D-A358-97EA-40BD-D94F240CAF1D}"/>
                  </a:ext>
                </a:extLst>
              </p:cNvPr>
              <p:cNvSpPr/>
              <p:nvPr/>
            </p:nvSpPr>
            <p:spPr>
              <a:xfrm>
                <a:off x="425207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79" name="pg2479">
                <a:extLst>
                  <a:ext uri="{FF2B5EF4-FFF2-40B4-BE49-F238E27FC236}">
                    <a16:creationId xmlns:a16="http://schemas.microsoft.com/office/drawing/2014/main" id="{91B27702-78A9-0EF3-7CBE-C17B704D74D5}"/>
                  </a:ext>
                </a:extLst>
              </p:cNvPr>
              <p:cNvSpPr/>
              <p:nvPr/>
            </p:nvSpPr>
            <p:spPr>
              <a:xfrm>
                <a:off x="4263707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F">
                  <a:alpha val="100000"/>
                </a:srgbClr>
              </a:solidFill>
              <a:ln w="5420" cap="flat">
                <a:solidFill>
                  <a:srgbClr val="3C48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0" name="pg2480">
                <a:extLst>
                  <a:ext uri="{FF2B5EF4-FFF2-40B4-BE49-F238E27FC236}">
                    <a16:creationId xmlns:a16="http://schemas.microsoft.com/office/drawing/2014/main" id="{7DA31A4D-6C7B-E0FC-27E0-DD290569A956}"/>
                  </a:ext>
                </a:extLst>
              </p:cNvPr>
              <p:cNvSpPr/>
              <p:nvPr/>
            </p:nvSpPr>
            <p:spPr>
              <a:xfrm>
                <a:off x="427534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1" name="pg2481">
                <a:extLst>
                  <a:ext uri="{FF2B5EF4-FFF2-40B4-BE49-F238E27FC236}">
                    <a16:creationId xmlns:a16="http://schemas.microsoft.com/office/drawing/2014/main" id="{E5D045C5-56AD-AFD7-43C0-03FBD79129F6}"/>
                  </a:ext>
                </a:extLst>
              </p:cNvPr>
              <p:cNvSpPr/>
              <p:nvPr/>
            </p:nvSpPr>
            <p:spPr>
              <a:xfrm>
                <a:off x="428698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2" name="pg2482">
                <a:extLst>
                  <a:ext uri="{FF2B5EF4-FFF2-40B4-BE49-F238E27FC236}">
                    <a16:creationId xmlns:a16="http://schemas.microsoft.com/office/drawing/2014/main" id="{D3919C5F-8728-DDC9-AF66-7B6D1A1427A1}"/>
                  </a:ext>
                </a:extLst>
              </p:cNvPr>
              <p:cNvSpPr/>
              <p:nvPr/>
            </p:nvSpPr>
            <p:spPr>
              <a:xfrm>
                <a:off x="4298619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3" name="pg2483">
                <a:extLst>
                  <a:ext uri="{FF2B5EF4-FFF2-40B4-BE49-F238E27FC236}">
                    <a16:creationId xmlns:a16="http://schemas.microsoft.com/office/drawing/2014/main" id="{B0435B40-9402-5C16-DB9D-D90407267DF7}"/>
                  </a:ext>
                </a:extLst>
              </p:cNvPr>
              <p:cNvSpPr/>
              <p:nvPr/>
            </p:nvSpPr>
            <p:spPr>
              <a:xfrm>
                <a:off x="4310256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4" name="pg2484">
                <a:extLst>
                  <a:ext uri="{FF2B5EF4-FFF2-40B4-BE49-F238E27FC236}">
                    <a16:creationId xmlns:a16="http://schemas.microsoft.com/office/drawing/2014/main" id="{7B1F1268-514E-3C00-252A-02E56B885354}"/>
                  </a:ext>
                </a:extLst>
              </p:cNvPr>
              <p:cNvSpPr/>
              <p:nvPr/>
            </p:nvSpPr>
            <p:spPr>
              <a:xfrm>
                <a:off x="4321894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5" name="pg2485">
                <a:extLst>
                  <a:ext uri="{FF2B5EF4-FFF2-40B4-BE49-F238E27FC236}">
                    <a16:creationId xmlns:a16="http://schemas.microsoft.com/office/drawing/2014/main" id="{994F03C9-CA3D-8E1C-1946-312943504310}"/>
                  </a:ext>
                </a:extLst>
              </p:cNvPr>
              <p:cNvSpPr/>
              <p:nvPr/>
            </p:nvSpPr>
            <p:spPr>
              <a:xfrm>
                <a:off x="455464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6" name="pg2486">
                <a:extLst>
                  <a:ext uri="{FF2B5EF4-FFF2-40B4-BE49-F238E27FC236}">
                    <a16:creationId xmlns:a16="http://schemas.microsoft.com/office/drawing/2014/main" id="{2C53B781-999A-1A50-AEE1-7260CAD73A13}"/>
                  </a:ext>
                </a:extLst>
              </p:cNvPr>
              <p:cNvSpPr/>
              <p:nvPr/>
            </p:nvSpPr>
            <p:spPr>
              <a:xfrm>
                <a:off x="4566278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7" name="pg2487">
                <a:extLst>
                  <a:ext uri="{FF2B5EF4-FFF2-40B4-BE49-F238E27FC236}">
                    <a16:creationId xmlns:a16="http://schemas.microsoft.com/office/drawing/2014/main" id="{74A57CA1-B9D2-803F-0E53-22FDB4379A71}"/>
                  </a:ext>
                </a:extLst>
              </p:cNvPr>
              <p:cNvSpPr/>
              <p:nvPr/>
            </p:nvSpPr>
            <p:spPr>
              <a:xfrm>
                <a:off x="4577915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8" name="pg2488">
                <a:extLst>
                  <a:ext uri="{FF2B5EF4-FFF2-40B4-BE49-F238E27FC236}">
                    <a16:creationId xmlns:a16="http://schemas.microsoft.com/office/drawing/2014/main" id="{8008416F-AEB9-94CF-07BD-544B4C6FF826}"/>
                  </a:ext>
                </a:extLst>
              </p:cNvPr>
              <p:cNvSpPr/>
              <p:nvPr/>
            </p:nvSpPr>
            <p:spPr>
              <a:xfrm>
                <a:off x="4589552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89" name="pg2489">
                <a:extLst>
                  <a:ext uri="{FF2B5EF4-FFF2-40B4-BE49-F238E27FC236}">
                    <a16:creationId xmlns:a16="http://schemas.microsoft.com/office/drawing/2014/main" id="{2F24537F-C59A-7842-5E09-15F582E4FC31}"/>
                  </a:ext>
                </a:extLst>
              </p:cNvPr>
              <p:cNvSpPr/>
              <p:nvPr/>
            </p:nvSpPr>
            <p:spPr>
              <a:xfrm>
                <a:off x="4601190" y="47241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5A2">
                  <a:alpha val="100000"/>
                </a:srgbClr>
              </a:solidFill>
              <a:ln w="5420" cap="flat">
                <a:solidFill>
                  <a:srgbClr val="3A75A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0" name="pg2490">
                <a:extLst>
                  <a:ext uri="{FF2B5EF4-FFF2-40B4-BE49-F238E27FC236}">
                    <a16:creationId xmlns:a16="http://schemas.microsoft.com/office/drawing/2014/main" id="{CD8EE456-D2A3-1D4F-DD43-13E015C76682}"/>
                  </a:ext>
                </a:extLst>
              </p:cNvPr>
              <p:cNvSpPr/>
              <p:nvPr/>
            </p:nvSpPr>
            <p:spPr>
              <a:xfrm>
                <a:off x="323962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1" name="pg2491">
                <a:extLst>
                  <a:ext uri="{FF2B5EF4-FFF2-40B4-BE49-F238E27FC236}">
                    <a16:creationId xmlns:a16="http://schemas.microsoft.com/office/drawing/2014/main" id="{BEB6C859-1FC8-0E51-AACC-FFC6455B44A3}"/>
                  </a:ext>
                </a:extLst>
              </p:cNvPr>
              <p:cNvSpPr/>
              <p:nvPr/>
            </p:nvSpPr>
            <p:spPr>
              <a:xfrm>
                <a:off x="325125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2" name="pg2492">
                <a:extLst>
                  <a:ext uri="{FF2B5EF4-FFF2-40B4-BE49-F238E27FC236}">
                    <a16:creationId xmlns:a16="http://schemas.microsoft.com/office/drawing/2014/main" id="{D79EF0D9-1ABD-D3C6-8540-E9500D11ACCD}"/>
                  </a:ext>
                </a:extLst>
              </p:cNvPr>
              <p:cNvSpPr/>
              <p:nvPr/>
            </p:nvSpPr>
            <p:spPr>
              <a:xfrm>
                <a:off x="326289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3" name="pg2493">
                <a:extLst>
                  <a:ext uri="{FF2B5EF4-FFF2-40B4-BE49-F238E27FC236}">
                    <a16:creationId xmlns:a16="http://schemas.microsoft.com/office/drawing/2014/main" id="{A1BE93BC-593B-7A3E-A569-3F2B03E9CB07}"/>
                  </a:ext>
                </a:extLst>
              </p:cNvPr>
              <p:cNvSpPr/>
              <p:nvPr/>
            </p:nvSpPr>
            <p:spPr>
              <a:xfrm>
                <a:off x="327453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4" name="pg2494">
                <a:extLst>
                  <a:ext uri="{FF2B5EF4-FFF2-40B4-BE49-F238E27FC236}">
                    <a16:creationId xmlns:a16="http://schemas.microsoft.com/office/drawing/2014/main" id="{129F7C7F-4E70-873E-502D-B2AE426EBEB6}"/>
                  </a:ext>
                </a:extLst>
              </p:cNvPr>
              <p:cNvSpPr/>
              <p:nvPr/>
            </p:nvSpPr>
            <p:spPr>
              <a:xfrm>
                <a:off x="328617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5" name="pg2495">
                <a:extLst>
                  <a:ext uri="{FF2B5EF4-FFF2-40B4-BE49-F238E27FC236}">
                    <a16:creationId xmlns:a16="http://schemas.microsoft.com/office/drawing/2014/main" id="{5EF57649-CBAF-B35B-A35B-9171C1900B03}"/>
                  </a:ext>
                </a:extLst>
              </p:cNvPr>
              <p:cNvSpPr/>
              <p:nvPr/>
            </p:nvSpPr>
            <p:spPr>
              <a:xfrm>
                <a:off x="360037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6" name="pg2496">
                <a:extLst>
                  <a:ext uri="{FF2B5EF4-FFF2-40B4-BE49-F238E27FC236}">
                    <a16:creationId xmlns:a16="http://schemas.microsoft.com/office/drawing/2014/main" id="{920B0EAF-6BA5-C454-CDAE-212B59F85F94}"/>
                  </a:ext>
                </a:extLst>
              </p:cNvPr>
              <p:cNvSpPr/>
              <p:nvPr/>
            </p:nvSpPr>
            <p:spPr>
              <a:xfrm>
                <a:off x="361201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7" name="pg2497">
                <a:extLst>
                  <a:ext uri="{FF2B5EF4-FFF2-40B4-BE49-F238E27FC236}">
                    <a16:creationId xmlns:a16="http://schemas.microsoft.com/office/drawing/2014/main" id="{7EBFC917-431A-2554-A77D-C4765EB6BDFC}"/>
                  </a:ext>
                </a:extLst>
              </p:cNvPr>
              <p:cNvSpPr/>
              <p:nvPr/>
            </p:nvSpPr>
            <p:spPr>
              <a:xfrm>
                <a:off x="362365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8" name="pg2498">
                <a:extLst>
                  <a:ext uri="{FF2B5EF4-FFF2-40B4-BE49-F238E27FC236}">
                    <a16:creationId xmlns:a16="http://schemas.microsoft.com/office/drawing/2014/main" id="{B0278781-A9F5-5B73-E60C-35E75C27C0C6}"/>
                  </a:ext>
                </a:extLst>
              </p:cNvPr>
              <p:cNvSpPr/>
              <p:nvPr/>
            </p:nvSpPr>
            <p:spPr>
              <a:xfrm>
                <a:off x="363529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499" name="pg2499">
                <a:extLst>
                  <a:ext uri="{FF2B5EF4-FFF2-40B4-BE49-F238E27FC236}">
                    <a16:creationId xmlns:a16="http://schemas.microsoft.com/office/drawing/2014/main" id="{9B7CC41A-6FF2-66CF-33C7-F8F0F9FFEB2E}"/>
                  </a:ext>
                </a:extLst>
              </p:cNvPr>
              <p:cNvSpPr/>
              <p:nvPr/>
            </p:nvSpPr>
            <p:spPr>
              <a:xfrm>
                <a:off x="364692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0" name="pg2500">
                <a:extLst>
                  <a:ext uri="{FF2B5EF4-FFF2-40B4-BE49-F238E27FC236}">
                    <a16:creationId xmlns:a16="http://schemas.microsoft.com/office/drawing/2014/main" id="{CCD0313F-7D63-AF8A-9DEB-F4DB8DC8FD18}"/>
                  </a:ext>
                </a:extLst>
              </p:cNvPr>
              <p:cNvSpPr/>
              <p:nvPr/>
            </p:nvSpPr>
            <p:spPr>
              <a:xfrm>
                <a:off x="365856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1" name="pg2501">
                <a:extLst>
                  <a:ext uri="{FF2B5EF4-FFF2-40B4-BE49-F238E27FC236}">
                    <a16:creationId xmlns:a16="http://schemas.microsoft.com/office/drawing/2014/main" id="{422A908D-56A0-98E8-F2ED-1C743D5C21FC}"/>
                  </a:ext>
                </a:extLst>
              </p:cNvPr>
              <p:cNvSpPr/>
              <p:nvPr/>
            </p:nvSpPr>
            <p:spPr>
              <a:xfrm>
                <a:off x="3670203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2" name="pg2502">
                <a:extLst>
                  <a:ext uri="{FF2B5EF4-FFF2-40B4-BE49-F238E27FC236}">
                    <a16:creationId xmlns:a16="http://schemas.microsoft.com/office/drawing/2014/main" id="{DFAF5EB8-5EB6-1A36-FE5A-D8224434607E}"/>
                  </a:ext>
                </a:extLst>
              </p:cNvPr>
              <p:cNvSpPr/>
              <p:nvPr/>
            </p:nvSpPr>
            <p:spPr>
              <a:xfrm>
                <a:off x="368184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3" name="pg2503">
                <a:extLst>
                  <a:ext uri="{FF2B5EF4-FFF2-40B4-BE49-F238E27FC236}">
                    <a16:creationId xmlns:a16="http://schemas.microsoft.com/office/drawing/2014/main" id="{D7CBC400-6B24-0D83-308F-CF5871985C2D}"/>
                  </a:ext>
                </a:extLst>
              </p:cNvPr>
              <p:cNvSpPr/>
              <p:nvPr/>
            </p:nvSpPr>
            <p:spPr>
              <a:xfrm>
                <a:off x="369347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4" name="pg2504">
                <a:extLst>
                  <a:ext uri="{FF2B5EF4-FFF2-40B4-BE49-F238E27FC236}">
                    <a16:creationId xmlns:a16="http://schemas.microsoft.com/office/drawing/2014/main" id="{CF4D805F-59B2-0135-76D7-CBC3670FF226}"/>
                  </a:ext>
                </a:extLst>
              </p:cNvPr>
              <p:cNvSpPr/>
              <p:nvPr/>
            </p:nvSpPr>
            <p:spPr>
              <a:xfrm>
                <a:off x="370511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5" name="pg2505">
                <a:extLst>
                  <a:ext uri="{FF2B5EF4-FFF2-40B4-BE49-F238E27FC236}">
                    <a16:creationId xmlns:a16="http://schemas.microsoft.com/office/drawing/2014/main" id="{4E5D3195-E833-3749-6F41-957A86DE9A86}"/>
                  </a:ext>
                </a:extLst>
              </p:cNvPr>
              <p:cNvSpPr/>
              <p:nvPr/>
            </p:nvSpPr>
            <p:spPr>
              <a:xfrm>
                <a:off x="371675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6" name="pg2506">
                <a:extLst>
                  <a:ext uri="{FF2B5EF4-FFF2-40B4-BE49-F238E27FC236}">
                    <a16:creationId xmlns:a16="http://schemas.microsoft.com/office/drawing/2014/main" id="{A7514B68-4980-CB7E-B247-9E729B9BB8F1}"/>
                  </a:ext>
                </a:extLst>
              </p:cNvPr>
              <p:cNvSpPr/>
              <p:nvPr/>
            </p:nvSpPr>
            <p:spPr>
              <a:xfrm>
                <a:off x="372839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7" name="pg2507">
                <a:extLst>
                  <a:ext uri="{FF2B5EF4-FFF2-40B4-BE49-F238E27FC236}">
                    <a16:creationId xmlns:a16="http://schemas.microsoft.com/office/drawing/2014/main" id="{EC6B2517-5E60-E178-2330-892828990657}"/>
                  </a:ext>
                </a:extLst>
              </p:cNvPr>
              <p:cNvSpPr/>
              <p:nvPr/>
            </p:nvSpPr>
            <p:spPr>
              <a:xfrm>
                <a:off x="374002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8" name="pg2508">
                <a:extLst>
                  <a:ext uri="{FF2B5EF4-FFF2-40B4-BE49-F238E27FC236}">
                    <a16:creationId xmlns:a16="http://schemas.microsoft.com/office/drawing/2014/main" id="{2CD07666-5374-C519-ACA8-F0F4A93BF6B0}"/>
                  </a:ext>
                </a:extLst>
              </p:cNvPr>
              <p:cNvSpPr/>
              <p:nvPr/>
            </p:nvSpPr>
            <p:spPr>
              <a:xfrm>
                <a:off x="375166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09" name="pg2509">
                <a:extLst>
                  <a:ext uri="{FF2B5EF4-FFF2-40B4-BE49-F238E27FC236}">
                    <a16:creationId xmlns:a16="http://schemas.microsoft.com/office/drawing/2014/main" id="{8DCDE08B-AC73-DA82-FCAE-FCB04EF0EE7E}"/>
                  </a:ext>
                </a:extLst>
              </p:cNvPr>
              <p:cNvSpPr/>
              <p:nvPr/>
            </p:nvSpPr>
            <p:spPr>
              <a:xfrm>
                <a:off x="385640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0" name="pg2510">
                <a:extLst>
                  <a:ext uri="{FF2B5EF4-FFF2-40B4-BE49-F238E27FC236}">
                    <a16:creationId xmlns:a16="http://schemas.microsoft.com/office/drawing/2014/main" id="{973A41FB-3B15-CF24-34C6-BFA4667BFC2D}"/>
                  </a:ext>
                </a:extLst>
              </p:cNvPr>
              <p:cNvSpPr/>
              <p:nvPr/>
            </p:nvSpPr>
            <p:spPr>
              <a:xfrm>
                <a:off x="386803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1" name="pg2511">
                <a:extLst>
                  <a:ext uri="{FF2B5EF4-FFF2-40B4-BE49-F238E27FC236}">
                    <a16:creationId xmlns:a16="http://schemas.microsoft.com/office/drawing/2014/main" id="{EF8B0526-C5EF-5824-F10A-794603331613}"/>
                  </a:ext>
                </a:extLst>
              </p:cNvPr>
              <p:cNvSpPr/>
              <p:nvPr/>
            </p:nvSpPr>
            <p:spPr>
              <a:xfrm>
                <a:off x="387967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2" name="pg2512">
                <a:extLst>
                  <a:ext uri="{FF2B5EF4-FFF2-40B4-BE49-F238E27FC236}">
                    <a16:creationId xmlns:a16="http://schemas.microsoft.com/office/drawing/2014/main" id="{39C14E0F-6BD0-603E-CD26-D768B3804A7E}"/>
                  </a:ext>
                </a:extLst>
              </p:cNvPr>
              <p:cNvSpPr/>
              <p:nvPr/>
            </p:nvSpPr>
            <p:spPr>
              <a:xfrm>
                <a:off x="389131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3" name="pg2513">
                <a:extLst>
                  <a:ext uri="{FF2B5EF4-FFF2-40B4-BE49-F238E27FC236}">
                    <a16:creationId xmlns:a16="http://schemas.microsoft.com/office/drawing/2014/main" id="{24B9A2D7-D9A9-20BB-B9B7-C0E96FF423C9}"/>
                  </a:ext>
                </a:extLst>
              </p:cNvPr>
              <p:cNvSpPr/>
              <p:nvPr/>
            </p:nvSpPr>
            <p:spPr>
              <a:xfrm>
                <a:off x="390295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4" name="pg2514">
                <a:extLst>
                  <a:ext uri="{FF2B5EF4-FFF2-40B4-BE49-F238E27FC236}">
                    <a16:creationId xmlns:a16="http://schemas.microsoft.com/office/drawing/2014/main" id="{FB38F950-C9DC-E999-28A0-13AD96ABDF64}"/>
                  </a:ext>
                </a:extLst>
              </p:cNvPr>
              <p:cNvSpPr/>
              <p:nvPr/>
            </p:nvSpPr>
            <p:spPr>
              <a:xfrm>
                <a:off x="391458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6">
                  <a:alpha val="100000"/>
                </a:srgbClr>
              </a:solidFill>
              <a:ln w="5420" cap="flat">
                <a:solidFill>
                  <a:srgbClr val="3B4D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5" name="pg2515">
                <a:extLst>
                  <a:ext uri="{FF2B5EF4-FFF2-40B4-BE49-F238E27FC236}">
                    <a16:creationId xmlns:a16="http://schemas.microsoft.com/office/drawing/2014/main" id="{C2DCB25C-85C1-F0E2-920F-465F122F85EA}"/>
                  </a:ext>
                </a:extLst>
              </p:cNvPr>
              <p:cNvSpPr/>
              <p:nvPr/>
            </p:nvSpPr>
            <p:spPr>
              <a:xfrm>
                <a:off x="392622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6" name="pg2516">
                <a:extLst>
                  <a:ext uri="{FF2B5EF4-FFF2-40B4-BE49-F238E27FC236}">
                    <a16:creationId xmlns:a16="http://schemas.microsoft.com/office/drawing/2014/main" id="{86C9F89F-59E1-4464-2910-AB0BB54DEF40}"/>
                  </a:ext>
                </a:extLst>
              </p:cNvPr>
              <p:cNvSpPr/>
              <p:nvPr/>
            </p:nvSpPr>
            <p:spPr>
              <a:xfrm>
                <a:off x="393786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7" name="pg2517">
                <a:extLst>
                  <a:ext uri="{FF2B5EF4-FFF2-40B4-BE49-F238E27FC236}">
                    <a16:creationId xmlns:a16="http://schemas.microsoft.com/office/drawing/2014/main" id="{9B330550-3C0F-B180-7073-EC24CD70ECEF}"/>
                  </a:ext>
                </a:extLst>
              </p:cNvPr>
              <p:cNvSpPr/>
              <p:nvPr/>
            </p:nvSpPr>
            <p:spPr>
              <a:xfrm>
                <a:off x="394949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8" name="pg2518">
                <a:extLst>
                  <a:ext uri="{FF2B5EF4-FFF2-40B4-BE49-F238E27FC236}">
                    <a16:creationId xmlns:a16="http://schemas.microsoft.com/office/drawing/2014/main" id="{47F8CBAB-B94C-9657-DEEB-30999546C360}"/>
                  </a:ext>
                </a:extLst>
              </p:cNvPr>
              <p:cNvSpPr/>
              <p:nvPr/>
            </p:nvSpPr>
            <p:spPr>
              <a:xfrm>
                <a:off x="396113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19" name="pg2519">
                <a:extLst>
                  <a:ext uri="{FF2B5EF4-FFF2-40B4-BE49-F238E27FC236}">
                    <a16:creationId xmlns:a16="http://schemas.microsoft.com/office/drawing/2014/main" id="{44415938-CC70-0EFE-09C4-AEFFB1FFFA8A}"/>
                  </a:ext>
                </a:extLst>
              </p:cNvPr>
              <p:cNvSpPr/>
              <p:nvPr/>
            </p:nvSpPr>
            <p:spPr>
              <a:xfrm>
                <a:off x="406587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0" name="pg2520">
                <a:extLst>
                  <a:ext uri="{FF2B5EF4-FFF2-40B4-BE49-F238E27FC236}">
                    <a16:creationId xmlns:a16="http://schemas.microsoft.com/office/drawing/2014/main" id="{115D7D5A-6EA2-13EE-F8AD-1CF58B1E1D69}"/>
                  </a:ext>
                </a:extLst>
              </p:cNvPr>
              <p:cNvSpPr/>
              <p:nvPr/>
            </p:nvSpPr>
            <p:spPr>
              <a:xfrm>
                <a:off x="407751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1" name="pg2521">
                <a:extLst>
                  <a:ext uri="{FF2B5EF4-FFF2-40B4-BE49-F238E27FC236}">
                    <a16:creationId xmlns:a16="http://schemas.microsoft.com/office/drawing/2014/main" id="{C9618B24-B802-7A21-FAF6-E2E03F7A3127}"/>
                  </a:ext>
                </a:extLst>
              </p:cNvPr>
              <p:cNvSpPr/>
              <p:nvPr/>
            </p:nvSpPr>
            <p:spPr>
              <a:xfrm>
                <a:off x="408914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2" name="pg2522">
                <a:extLst>
                  <a:ext uri="{FF2B5EF4-FFF2-40B4-BE49-F238E27FC236}">
                    <a16:creationId xmlns:a16="http://schemas.microsoft.com/office/drawing/2014/main" id="{D1D44459-4436-1697-E60C-8E27A0390A03}"/>
                  </a:ext>
                </a:extLst>
              </p:cNvPr>
              <p:cNvSpPr/>
              <p:nvPr/>
            </p:nvSpPr>
            <p:spPr>
              <a:xfrm>
                <a:off x="410078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3" name="pg2523">
                <a:extLst>
                  <a:ext uri="{FF2B5EF4-FFF2-40B4-BE49-F238E27FC236}">
                    <a16:creationId xmlns:a16="http://schemas.microsoft.com/office/drawing/2014/main" id="{4BBFBC9F-0D9A-A8E9-7678-A2CD86ADCAB6}"/>
                  </a:ext>
                </a:extLst>
              </p:cNvPr>
              <p:cNvSpPr/>
              <p:nvPr/>
            </p:nvSpPr>
            <p:spPr>
              <a:xfrm>
                <a:off x="411242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4" name="pg2524">
                <a:extLst>
                  <a:ext uri="{FF2B5EF4-FFF2-40B4-BE49-F238E27FC236}">
                    <a16:creationId xmlns:a16="http://schemas.microsoft.com/office/drawing/2014/main" id="{26CB888D-6D69-CD11-0553-AD214BF62176}"/>
                  </a:ext>
                </a:extLst>
              </p:cNvPr>
              <p:cNvSpPr/>
              <p:nvPr/>
            </p:nvSpPr>
            <p:spPr>
              <a:xfrm>
                <a:off x="412405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5" name="pg2525">
                <a:extLst>
                  <a:ext uri="{FF2B5EF4-FFF2-40B4-BE49-F238E27FC236}">
                    <a16:creationId xmlns:a16="http://schemas.microsoft.com/office/drawing/2014/main" id="{2405AB51-56D2-3E4F-BB0B-277F8F06E0D9}"/>
                  </a:ext>
                </a:extLst>
              </p:cNvPr>
              <p:cNvSpPr/>
              <p:nvPr/>
            </p:nvSpPr>
            <p:spPr>
              <a:xfrm>
                <a:off x="413569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6" name="pg2526">
                <a:extLst>
                  <a:ext uri="{FF2B5EF4-FFF2-40B4-BE49-F238E27FC236}">
                    <a16:creationId xmlns:a16="http://schemas.microsoft.com/office/drawing/2014/main" id="{28D31333-0AD3-D839-E84A-0A36B0563A40}"/>
                  </a:ext>
                </a:extLst>
              </p:cNvPr>
              <p:cNvSpPr/>
              <p:nvPr/>
            </p:nvSpPr>
            <p:spPr>
              <a:xfrm>
                <a:off x="414733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7" name="pg2527">
                <a:extLst>
                  <a:ext uri="{FF2B5EF4-FFF2-40B4-BE49-F238E27FC236}">
                    <a16:creationId xmlns:a16="http://schemas.microsoft.com/office/drawing/2014/main" id="{4E03CC55-01FE-A3C7-0277-C1AC22F04803}"/>
                  </a:ext>
                </a:extLst>
              </p:cNvPr>
              <p:cNvSpPr/>
              <p:nvPr/>
            </p:nvSpPr>
            <p:spPr>
              <a:xfrm>
                <a:off x="415897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8" name="pg2528">
                <a:extLst>
                  <a:ext uri="{FF2B5EF4-FFF2-40B4-BE49-F238E27FC236}">
                    <a16:creationId xmlns:a16="http://schemas.microsoft.com/office/drawing/2014/main" id="{FCBCD0B1-BA85-7928-EE08-F88B8AC8E4F9}"/>
                  </a:ext>
                </a:extLst>
              </p:cNvPr>
              <p:cNvSpPr/>
              <p:nvPr/>
            </p:nvSpPr>
            <p:spPr>
              <a:xfrm>
                <a:off x="422879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29" name="pg2529">
                <a:extLst>
                  <a:ext uri="{FF2B5EF4-FFF2-40B4-BE49-F238E27FC236}">
                    <a16:creationId xmlns:a16="http://schemas.microsoft.com/office/drawing/2014/main" id="{FB8421A3-521D-DD77-75A7-CB6EC97AC261}"/>
                  </a:ext>
                </a:extLst>
              </p:cNvPr>
              <p:cNvSpPr/>
              <p:nvPr/>
            </p:nvSpPr>
            <p:spPr>
              <a:xfrm>
                <a:off x="424043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0" name="pg2530">
                <a:extLst>
                  <a:ext uri="{FF2B5EF4-FFF2-40B4-BE49-F238E27FC236}">
                    <a16:creationId xmlns:a16="http://schemas.microsoft.com/office/drawing/2014/main" id="{4B2AF6B4-CB88-02BF-3064-A9F96D3DF614}"/>
                  </a:ext>
                </a:extLst>
              </p:cNvPr>
              <p:cNvSpPr/>
              <p:nvPr/>
            </p:nvSpPr>
            <p:spPr>
              <a:xfrm>
                <a:off x="425207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1" name="pg2531">
                <a:extLst>
                  <a:ext uri="{FF2B5EF4-FFF2-40B4-BE49-F238E27FC236}">
                    <a16:creationId xmlns:a16="http://schemas.microsoft.com/office/drawing/2014/main" id="{1F690A07-C493-9B9B-495C-5A48023B3D8A}"/>
                  </a:ext>
                </a:extLst>
              </p:cNvPr>
              <p:cNvSpPr/>
              <p:nvPr/>
            </p:nvSpPr>
            <p:spPr>
              <a:xfrm>
                <a:off x="4263707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2" name="pg2532">
                <a:extLst>
                  <a:ext uri="{FF2B5EF4-FFF2-40B4-BE49-F238E27FC236}">
                    <a16:creationId xmlns:a16="http://schemas.microsoft.com/office/drawing/2014/main" id="{B8F9EF3E-2267-B029-046F-E3AAD83A3DDD}"/>
                  </a:ext>
                </a:extLst>
              </p:cNvPr>
              <p:cNvSpPr/>
              <p:nvPr/>
            </p:nvSpPr>
            <p:spPr>
              <a:xfrm>
                <a:off x="427534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F">
                  <a:alpha val="100000"/>
                </a:srgbClr>
              </a:solidFill>
              <a:ln w="5420" cap="flat">
                <a:solidFill>
                  <a:srgbClr val="3C48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3" name="pg2533">
                <a:extLst>
                  <a:ext uri="{FF2B5EF4-FFF2-40B4-BE49-F238E27FC236}">
                    <a16:creationId xmlns:a16="http://schemas.microsoft.com/office/drawing/2014/main" id="{1CB92197-5566-0B45-3A38-67FED8CDBBA9}"/>
                  </a:ext>
                </a:extLst>
              </p:cNvPr>
              <p:cNvSpPr/>
              <p:nvPr/>
            </p:nvSpPr>
            <p:spPr>
              <a:xfrm>
                <a:off x="428698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4" name="pg2534">
                <a:extLst>
                  <a:ext uri="{FF2B5EF4-FFF2-40B4-BE49-F238E27FC236}">
                    <a16:creationId xmlns:a16="http://schemas.microsoft.com/office/drawing/2014/main" id="{C6C2C2E6-DAF4-2FE5-0D26-87638D11E4A6}"/>
                  </a:ext>
                </a:extLst>
              </p:cNvPr>
              <p:cNvSpPr/>
              <p:nvPr/>
            </p:nvSpPr>
            <p:spPr>
              <a:xfrm>
                <a:off x="4298619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5" name="pg2535">
                <a:extLst>
                  <a:ext uri="{FF2B5EF4-FFF2-40B4-BE49-F238E27FC236}">
                    <a16:creationId xmlns:a16="http://schemas.microsoft.com/office/drawing/2014/main" id="{9E49A543-A014-70E0-01E8-42D68F8C020A}"/>
                  </a:ext>
                </a:extLst>
              </p:cNvPr>
              <p:cNvSpPr/>
              <p:nvPr/>
            </p:nvSpPr>
            <p:spPr>
              <a:xfrm>
                <a:off x="4310256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A">
                  <a:alpha val="100000"/>
                </a:srgbClr>
              </a:solidFill>
              <a:ln w="5420" cap="flat">
                <a:solidFill>
                  <a:srgbClr val="3B51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6" name="pg2536">
                <a:extLst>
                  <a:ext uri="{FF2B5EF4-FFF2-40B4-BE49-F238E27FC236}">
                    <a16:creationId xmlns:a16="http://schemas.microsoft.com/office/drawing/2014/main" id="{D2319307-5C75-C9FD-D187-BA78707675E7}"/>
                  </a:ext>
                </a:extLst>
              </p:cNvPr>
              <p:cNvSpPr/>
              <p:nvPr/>
            </p:nvSpPr>
            <p:spPr>
              <a:xfrm>
                <a:off x="4321894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7" name="pg2537">
                <a:extLst>
                  <a:ext uri="{FF2B5EF4-FFF2-40B4-BE49-F238E27FC236}">
                    <a16:creationId xmlns:a16="http://schemas.microsoft.com/office/drawing/2014/main" id="{18A1A1DC-2D69-08ED-7D09-AA208EC6A5F0}"/>
                  </a:ext>
                </a:extLst>
              </p:cNvPr>
              <p:cNvSpPr/>
              <p:nvPr/>
            </p:nvSpPr>
            <p:spPr>
              <a:xfrm>
                <a:off x="4333531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8" name="pg2538">
                <a:extLst>
                  <a:ext uri="{FF2B5EF4-FFF2-40B4-BE49-F238E27FC236}">
                    <a16:creationId xmlns:a16="http://schemas.microsoft.com/office/drawing/2014/main" id="{999837E4-36F4-6FFA-C335-F75403712C63}"/>
                  </a:ext>
                </a:extLst>
              </p:cNvPr>
              <p:cNvSpPr/>
              <p:nvPr/>
            </p:nvSpPr>
            <p:spPr>
              <a:xfrm>
                <a:off x="434516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39" name="pg2539">
                <a:extLst>
                  <a:ext uri="{FF2B5EF4-FFF2-40B4-BE49-F238E27FC236}">
                    <a16:creationId xmlns:a16="http://schemas.microsoft.com/office/drawing/2014/main" id="{1D816B79-F4A9-A110-5E7D-1CF62FC5F0DB}"/>
                  </a:ext>
                </a:extLst>
              </p:cNvPr>
              <p:cNvSpPr/>
              <p:nvPr/>
            </p:nvSpPr>
            <p:spPr>
              <a:xfrm>
                <a:off x="455464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0" name="pg2540">
                <a:extLst>
                  <a:ext uri="{FF2B5EF4-FFF2-40B4-BE49-F238E27FC236}">
                    <a16:creationId xmlns:a16="http://schemas.microsoft.com/office/drawing/2014/main" id="{B36E0DD2-7F48-7CD1-4EEC-F8059F43EBB7}"/>
                  </a:ext>
                </a:extLst>
              </p:cNvPr>
              <p:cNvSpPr/>
              <p:nvPr/>
            </p:nvSpPr>
            <p:spPr>
              <a:xfrm>
                <a:off x="4566278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1" name="pg2541">
                <a:extLst>
                  <a:ext uri="{FF2B5EF4-FFF2-40B4-BE49-F238E27FC236}">
                    <a16:creationId xmlns:a16="http://schemas.microsoft.com/office/drawing/2014/main" id="{90021BB2-925D-7EBB-7726-A37B09132B52}"/>
                  </a:ext>
                </a:extLst>
              </p:cNvPr>
              <p:cNvSpPr/>
              <p:nvPr/>
            </p:nvSpPr>
            <p:spPr>
              <a:xfrm>
                <a:off x="4577915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2" name="pg2542">
                <a:extLst>
                  <a:ext uri="{FF2B5EF4-FFF2-40B4-BE49-F238E27FC236}">
                    <a16:creationId xmlns:a16="http://schemas.microsoft.com/office/drawing/2014/main" id="{3B32B65A-F844-CC6E-9767-FA45269096B9}"/>
                  </a:ext>
                </a:extLst>
              </p:cNvPr>
              <p:cNvSpPr/>
              <p:nvPr/>
            </p:nvSpPr>
            <p:spPr>
              <a:xfrm>
                <a:off x="4589552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3" name="pg2543">
                <a:extLst>
                  <a:ext uri="{FF2B5EF4-FFF2-40B4-BE49-F238E27FC236}">
                    <a16:creationId xmlns:a16="http://schemas.microsoft.com/office/drawing/2014/main" id="{EF85F734-598A-B663-83BE-DCFBCD9792EC}"/>
                  </a:ext>
                </a:extLst>
              </p:cNvPr>
              <p:cNvSpPr/>
              <p:nvPr/>
            </p:nvSpPr>
            <p:spPr>
              <a:xfrm>
                <a:off x="4601190" y="473849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4" name="pg2544">
                <a:extLst>
                  <a:ext uri="{FF2B5EF4-FFF2-40B4-BE49-F238E27FC236}">
                    <a16:creationId xmlns:a16="http://schemas.microsoft.com/office/drawing/2014/main" id="{5A4A83BF-54BB-1A1D-4DEA-2BC96F37A4BF}"/>
                  </a:ext>
                </a:extLst>
              </p:cNvPr>
              <p:cNvSpPr/>
              <p:nvPr/>
            </p:nvSpPr>
            <p:spPr>
              <a:xfrm>
                <a:off x="314652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5" name="pg2545">
                <a:extLst>
                  <a:ext uri="{FF2B5EF4-FFF2-40B4-BE49-F238E27FC236}">
                    <a16:creationId xmlns:a16="http://schemas.microsoft.com/office/drawing/2014/main" id="{D6BBD08A-C343-606C-3F84-D377CAE5490B}"/>
                  </a:ext>
                </a:extLst>
              </p:cNvPr>
              <p:cNvSpPr/>
              <p:nvPr/>
            </p:nvSpPr>
            <p:spPr>
              <a:xfrm>
                <a:off x="315816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6" name="pg2546">
                <a:extLst>
                  <a:ext uri="{FF2B5EF4-FFF2-40B4-BE49-F238E27FC236}">
                    <a16:creationId xmlns:a16="http://schemas.microsoft.com/office/drawing/2014/main" id="{8C0A5D21-9351-5976-8A77-3DE0AA98E17A}"/>
                  </a:ext>
                </a:extLst>
              </p:cNvPr>
              <p:cNvSpPr/>
              <p:nvPr/>
            </p:nvSpPr>
            <p:spPr>
              <a:xfrm>
                <a:off x="316979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7" name="pg2547">
                <a:extLst>
                  <a:ext uri="{FF2B5EF4-FFF2-40B4-BE49-F238E27FC236}">
                    <a16:creationId xmlns:a16="http://schemas.microsoft.com/office/drawing/2014/main" id="{C8246E53-2F30-9856-430D-2526E6B8A555}"/>
                  </a:ext>
                </a:extLst>
              </p:cNvPr>
              <p:cNvSpPr/>
              <p:nvPr/>
            </p:nvSpPr>
            <p:spPr>
              <a:xfrm>
                <a:off x="322798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8" name="pg2548">
                <a:extLst>
                  <a:ext uri="{FF2B5EF4-FFF2-40B4-BE49-F238E27FC236}">
                    <a16:creationId xmlns:a16="http://schemas.microsoft.com/office/drawing/2014/main" id="{F88AACD2-42FE-3D00-839D-97C2771DCE4E}"/>
                  </a:ext>
                </a:extLst>
              </p:cNvPr>
              <p:cNvSpPr/>
              <p:nvPr/>
            </p:nvSpPr>
            <p:spPr>
              <a:xfrm>
                <a:off x="323962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49" name="pg2549">
                <a:extLst>
                  <a:ext uri="{FF2B5EF4-FFF2-40B4-BE49-F238E27FC236}">
                    <a16:creationId xmlns:a16="http://schemas.microsoft.com/office/drawing/2014/main" id="{C69055CF-2281-B202-C0DA-D2A3CDBD10F5}"/>
                  </a:ext>
                </a:extLst>
              </p:cNvPr>
              <p:cNvSpPr/>
              <p:nvPr/>
            </p:nvSpPr>
            <p:spPr>
              <a:xfrm>
                <a:off x="325125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0" name="pg2550">
                <a:extLst>
                  <a:ext uri="{FF2B5EF4-FFF2-40B4-BE49-F238E27FC236}">
                    <a16:creationId xmlns:a16="http://schemas.microsoft.com/office/drawing/2014/main" id="{E2ED0E2A-6B04-D508-834F-00E9EA05A548}"/>
                  </a:ext>
                </a:extLst>
              </p:cNvPr>
              <p:cNvSpPr/>
              <p:nvPr/>
            </p:nvSpPr>
            <p:spPr>
              <a:xfrm>
                <a:off x="326289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1" name="pg2551">
                <a:extLst>
                  <a:ext uri="{FF2B5EF4-FFF2-40B4-BE49-F238E27FC236}">
                    <a16:creationId xmlns:a16="http://schemas.microsoft.com/office/drawing/2014/main" id="{413DF72D-8925-DFAB-6E15-E118AB3E3AE1}"/>
                  </a:ext>
                </a:extLst>
              </p:cNvPr>
              <p:cNvSpPr/>
              <p:nvPr/>
            </p:nvSpPr>
            <p:spPr>
              <a:xfrm>
                <a:off x="327453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2" name="pg2552">
                <a:extLst>
                  <a:ext uri="{FF2B5EF4-FFF2-40B4-BE49-F238E27FC236}">
                    <a16:creationId xmlns:a16="http://schemas.microsoft.com/office/drawing/2014/main" id="{33404DCC-B8FB-7F59-B2C4-C0CC0E0655DC}"/>
                  </a:ext>
                </a:extLst>
              </p:cNvPr>
              <p:cNvSpPr/>
              <p:nvPr/>
            </p:nvSpPr>
            <p:spPr>
              <a:xfrm>
                <a:off x="328617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3" name="pg2553">
                <a:extLst>
                  <a:ext uri="{FF2B5EF4-FFF2-40B4-BE49-F238E27FC236}">
                    <a16:creationId xmlns:a16="http://schemas.microsoft.com/office/drawing/2014/main" id="{F4A4EB3B-7C76-0CD0-4F5F-2A89EEA36516}"/>
                  </a:ext>
                </a:extLst>
              </p:cNvPr>
              <p:cNvSpPr/>
              <p:nvPr/>
            </p:nvSpPr>
            <p:spPr>
              <a:xfrm>
                <a:off x="329780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4" name="pg2554">
                <a:extLst>
                  <a:ext uri="{FF2B5EF4-FFF2-40B4-BE49-F238E27FC236}">
                    <a16:creationId xmlns:a16="http://schemas.microsoft.com/office/drawing/2014/main" id="{BC0BFB96-03A1-5018-3451-8C64DCB1686C}"/>
                  </a:ext>
                </a:extLst>
              </p:cNvPr>
              <p:cNvSpPr/>
              <p:nvPr/>
            </p:nvSpPr>
            <p:spPr>
              <a:xfrm>
                <a:off x="330944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5" name="pg2555">
                <a:extLst>
                  <a:ext uri="{FF2B5EF4-FFF2-40B4-BE49-F238E27FC236}">
                    <a16:creationId xmlns:a16="http://schemas.microsoft.com/office/drawing/2014/main" id="{E8EC25EF-83E1-EC5C-0FEF-BEF32B70BCDB}"/>
                  </a:ext>
                </a:extLst>
              </p:cNvPr>
              <p:cNvSpPr/>
              <p:nvPr/>
            </p:nvSpPr>
            <p:spPr>
              <a:xfrm>
                <a:off x="332108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6" name="pg2556">
                <a:extLst>
                  <a:ext uri="{FF2B5EF4-FFF2-40B4-BE49-F238E27FC236}">
                    <a16:creationId xmlns:a16="http://schemas.microsoft.com/office/drawing/2014/main" id="{186E11C4-1F81-6D7F-ADA3-36133180F274}"/>
                  </a:ext>
                </a:extLst>
              </p:cNvPr>
              <p:cNvSpPr/>
              <p:nvPr/>
            </p:nvSpPr>
            <p:spPr>
              <a:xfrm>
                <a:off x="333272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7" name="pg2557">
                <a:extLst>
                  <a:ext uri="{FF2B5EF4-FFF2-40B4-BE49-F238E27FC236}">
                    <a16:creationId xmlns:a16="http://schemas.microsoft.com/office/drawing/2014/main" id="{C1EA2D6C-E8FB-A7E3-BAE7-9F081A35CC29}"/>
                  </a:ext>
                </a:extLst>
              </p:cNvPr>
              <p:cNvSpPr/>
              <p:nvPr/>
            </p:nvSpPr>
            <p:spPr>
              <a:xfrm>
                <a:off x="334435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8" name="pg2558">
                <a:extLst>
                  <a:ext uri="{FF2B5EF4-FFF2-40B4-BE49-F238E27FC236}">
                    <a16:creationId xmlns:a16="http://schemas.microsoft.com/office/drawing/2014/main" id="{44B37A8A-E420-1D1C-6C9A-4BEBE5436F78}"/>
                  </a:ext>
                </a:extLst>
              </p:cNvPr>
              <p:cNvSpPr/>
              <p:nvPr/>
            </p:nvSpPr>
            <p:spPr>
              <a:xfrm>
                <a:off x="343745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59" name="pg2559">
                <a:extLst>
                  <a:ext uri="{FF2B5EF4-FFF2-40B4-BE49-F238E27FC236}">
                    <a16:creationId xmlns:a16="http://schemas.microsoft.com/office/drawing/2014/main" id="{82C1C8C2-5BFF-20CA-2071-28C938DFD371}"/>
                  </a:ext>
                </a:extLst>
              </p:cNvPr>
              <p:cNvSpPr/>
              <p:nvPr/>
            </p:nvSpPr>
            <p:spPr>
              <a:xfrm>
                <a:off x="344909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0" name="pg2560">
                <a:extLst>
                  <a:ext uri="{FF2B5EF4-FFF2-40B4-BE49-F238E27FC236}">
                    <a16:creationId xmlns:a16="http://schemas.microsoft.com/office/drawing/2014/main" id="{A5C9C22B-3857-BB78-B97D-43D2621D0337}"/>
                  </a:ext>
                </a:extLst>
              </p:cNvPr>
              <p:cNvSpPr/>
              <p:nvPr/>
            </p:nvSpPr>
            <p:spPr>
              <a:xfrm>
                <a:off x="346073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1" name="pg2561">
                <a:extLst>
                  <a:ext uri="{FF2B5EF4-FFF2-40B4-BE49-F238E27FC236}">
                    <a16:creationId xmlns:a16="http://schemas.microsoft.com/office/drawing/2014/main" id="{3C0438F3-70FA-DAEC-964F-1E5C0BDA0EB7}"/>
                  </a:ext>
                </a:extLst>
              </p:cNvPr>
              <p:cNvSpPr/>
              <p:nvPr/>
            </p:nvSpPr>
            <p:spPr>
              <a:xfrm>
                <a:off x="347236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2" name="pg2562">
                <a:extLst>
                  <a:ext uri="{FF2B5EF4-FFF2-40B4-BE49-F238E27FC236}">
                    <a16:creationId xmlns:a16="http://schemas.microsoft.com/office/drawing/2014/main" id="{D4D28350-D87E-09D2-E2DD-FFE245E43FFB}"/>
                  </a:ext>
                </a:extLst>
              </p:cNvPr>
              <p:cNvSpPr/>
              <p:nvPr/>
            </p:nvSpPr>
            <p:spPr>
              <a:xfrm>
                <a:off x="348400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3" name="pg2563">
                <a:extLst>
                  <a:ext uri="{FF2B5EF4-FFF2-40B4-BE49-F238E27FC236}">
                    <a16:creationId xmlns:a16="http://schemas.microsoft.com/office/drawing/2014/main" id="{307B911F-8693-B8DC-946D-098BC878F7B8}"/>
                  </a:ext>
                </a:extLst>
              </p:cNvPr>
              <p:cNvSpPr/>
              <p:nvPr/>
            </p:nvSpPr>
            <p:spPr>
              <a:xfrm>
                <a:off x="360037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4" name="pg2564">
                <a:extLst>
                  <a:ext uri="{FF2B5EF4-FFF2-40B4-BE49-F238E27FC236}">
                    <a16:creationId xmlns:a16="http://schemas.microsoft.com/office/drawing/2014/main" id="{276D2AFC-3081-A759-4B03-D90465D23DAC}"/>
                  </a:ext>
                </a:extLst>
              </p:cNvPr>
              <p:cNvSpPr/>
              <p:nvPr/>
            </p:nvSpPr>
            <p:spPr>
              <a:xfrm>
                <a:off x="361201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5" name="pg2565">
                <a:extLst>
                  <a:ext uri="{FF2B5EF4-FFF2-40B4-BE49-F238E27FC236}">
                    <a16:creationId xmlns:a16="http://schemas.microsoft.com/office/drawing/2014/main" id="{E1E069A5-77D7-D52C-F503-57F0374E37E6}"/>
                  </a:ext>
                </a:extLst>
              </p:cNvPr>
              <p:cNvSpPr/>
              <p:nvPr/>
            </p:nvSpPr>
            <p:spPr>
              <a:xfrm>
                <a:off x="362365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6" name="pg2566">
                <a:extLst>
                  <a:ext uri="{FF2B5EF4-FFF2-40B4-BE49-F238E27FC236}">
                    <a16:creationId xmlns:a16="http://schemas.microsoft.com/office/drawing/2014/main" id="{9E027BDB-53B2-65AE-8A32-58D4826DFD38}"/>
                  </a:ext>
                </a:extLst>
              </p:cNvPr>
              <p:cNvSpPr/>
              <p:nvPr/>
            </p:nvSpPr>
            <p:spPr>
              <a:xfrm>
                <a:off x="363529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7" name="pg2567">
                <a:extLst>
                  <a:ext uri="{FF2B5EF4-FFF2-40B4-BE49-F238E27FC236}">
                    <a16:creationId xmlns:a16="http://schemas.microsoft.com/office/drawing/2014/main" id="{FAB9CDC9-80E3-7FF6-7E90-8F1EE42214E2}"/>
                  </a:ext>
                </a:extLst>
              </p:cNvPr>
              <p:cNvSpPr/>
              <p:nvPr/>
            </p:nvSpPr>
            <p:spPr>
              <a:xfrm>
                <a:off x="364692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8" name="pg2568">
                <a:extLst>
                  <a:ext uri="{FF2B5EF4-FFF2-40B4-BE49-F238E27FC236}">
                    <a16:creationId xmlns:a16="http://schemas.microsoft.com/office/drawing/2014/main" id="{01F19D9F-C432-9364-D8BE-F9C83842798D}"/>
                  </a:ext>
                </a:extLst>
              </p:cNvPr>
              <p:cNvSpPr/>
              <p:nvPr/>
            </p:nvSpPr>
            <p:spPr>
              <a:xfrm>
                <a:off x="365856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69" name="pg2569">
                <a:extLst>
                  <a:ext uri="{FF2B5EF4-FFF2-40B4-BE49-F238E27FC236}">
                    <a16:creationId xmlns:a16="http://schemas.microsoft.com/office/drawing/2014/main" id="{ED032AD1-0CE5-FBA0-9856-5BF2B43DA98B}"/>
                  </a:ext>
                </a:extLst>
              </p:cNvPr>
              <p:cNvSpPr/>
              <p:nvPr/>
            </p:nvSpPr>
            <p:spPr>
              <a:xfrm>
                <a:off x="367020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0" name="pg2570">
                <a:extLst>
                  <a:ext uri="{FF2B5EF4-FFF2-40B4-BE49-F238E27FC236}">
                    <a16:creationId xmlns:a16="http://schemas.microsoft.com/office/drawing/2014/main" id="{EF79C85D-B4F7-7F85-658E-02A7BA743EF2}"/>
                  </a:ext>
                </a:extLst>
              </p:cNvPr>
              <p:cNvSpPr/>
              <p:nvPr/>
            </p:nvSpPr>
            <p:spPr>
              <a:xfrm>
                <a:off x="368184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1" name="pg2571">
                <a:extLst>
                  <a:ext uri="{FF2B5EF4-FFF2-40B4-BE49-F238E27FC236}">
                    <a16:creationId xmlns:a16="http://schemas.microsoft.com/office/drawing/2014/main" id="{ED0B5DE2-1BE0-34AA-5E26-BA9126A9A0A5}"/>
                  </a:ext>
                </a:extLst>
              </p:cNvPr>
              <p:cNvSpPr/>
              <p:nvPr/>
            </p:nvSpPr>
            <p:spPr>
              <a:xfrm>
                <a:off x="369347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2" name="pg2572">
                <a:extLst>
                  <a:ext uri="{FF2B5EF4-FFF2-40B4-BE49-F238E27FC236}">
                    <a16:creationId xmlns:a16="http://schemas.microsoft.com/office/drawing/2014/main" id="{DD6BB1CF-895F-E5D5-9F98-18514C90A788}"/>
                  </a:ext>
                </a:extLst>
              </p:cNvPr>
              <p:cNvSpPr/>
              <p:nvPr/>
            </p:nvSpPr>
            <p:spPr>
              <a:xfrm>
                <a:off x="370511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3" name="pg2573">
                <a:extLst>
                  <a:ext uri="{FF2B5EF4-FFF2-40B4-BE49-F238E27FC236}">
                    <a16:creationId xmlns:a16="http://schemas.microsoft.com/office/drawing/2014/main" id="{E298D752-95DC-4E97-979E-062E26B3FE96}"/>
                  </a:ext>
                </a:extLst>
              </p:cNvPr>
              <p:cNvSpPr/>
              <p:nvPr/>
            </p:nvSpPr>
            <p:spPr>
              <a:xfrm>
                <a:off x="371675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4" name="pg2574">
                <a:extLst>
                  <a:ext uri="{FF2B5EF4-FFF2-40B4-BE49-F238E27FC236}">
                    <a16:creationId xmlns:a16="http://schemas.microsoft.com/office/drawing/2014/main" id="{92611640-23A8-EB83-70B2-DA0FD4B7D7C2}"/>
                  </a:ext>
                </a:extLst>
              </p:cNvPr>
              <p:cNvSpPr/>
              <p:nvPr/>
            </p:nvSpPr>
            <p:spPr>
              <a:xfrm>
                <a:off x="372839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5" name="pg2575">
                <a:extLst>
                  <a:ext uri="{FF2B5EF4-FFF2-40B4-BE49-F238E27FC236}">
                    <a16:creationId xmlns:a16="http://schemas.microsoft.com/office/drawing/2014/main" id="{1CE87219-E532-4A9D-AE30-845F1A7B6691}"/>
                  </a:ext>
                </a:extLst>
              </p:cNvPr>
              <p:cNvSpPr/>
              <p:nvPr/>
            </p:nvSpPr>
            <p:spPr>
              <a:xfrm>
                <a:off x="374002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6" name="pg2576">
                <a:extLst>
                  <a:ext uri="{FF2B5EF4-FFF2-40B4-BE49-F238E27FC236}">
                    <a16:creationId xmlns:a16="http://schemas.microsoft.com/office/drawing/2014/main" id="{739CC8C0-8869-DC28-2588-268AC967FE85}"/>
                  </a:ext>
                </a:extLst>
              </p:cNvPr>
              <p:cNvSpPr/>
              <p:nvPr/>
            </p:nvSpPr>
            <p:spPr>
              <a:xfrm>
                <a:off x="375166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7" name="pg2577">
                <a:extLst>
                  <a:ext uri="{FF2B5EF4-FFF2-40B4-BE49-F238E27FC236}">
                    <a16:creationId xmlns:a16="http://schemas.microsoft.com/office/drawing/2014/main" id="{1A506BBF-2F66-69B6-3402-5B342A3A148F}"/>
                  </a:ext>
                </a:extLst>
              </p:cNvPr>
              <p:cNvSpPr/>
              <p:nvPr/>
            </p:nvSpPr>
            <p:spPr>
              <a:xfrm>
                <a:off x="410078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8" name="pg2578">
                <a:extLst>
                  <a:ext uri="{FF2B5EF4-FFF2-40B4-BE49-F238E27FC236}">
                    <a16:creationId xmlns:a16="http://schemas.microsoft.com/office/drawing/2014/main" id="{C7BED8ED-2A05-385B-D238-6A6A94D596A9}"/>
                  </a:ext>
                </a:extLst>
              </p:cNvPr>
              <p:cNvSpPr/>
              <p:nvPr/>
            </p:nvSpPr>
            <p:spPr>
              <a:xfrm>
                <a:off x="411242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79" name="pg2579">
                <a:extLst>
                  <a:ext uri="{FF2B5EF4-FFF2-40B4-BE49-F238E27FC236}">
                    <a16:creationId xmlns:a16="http://schemas.microsoft.com/office/drawing/2014/main" id="{39DEFCE3-FC0D-E558-DB89-6A607025D66A}"/>
                  </a:ext>
                </a:extLst>
              </p:cNvPr>
              <p:cNvSpPr/>
              <p:nvPr/>
            </p:nvSpPr>
            <p:spPr>
              <a:xfrm>
                <a:off x="412405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0" name="pg2580">
                <a:extLst>
                  <a:ext uri="{FF2B5EF4-FFF2-40B4-BE49-F238E27FC236}">
                    <a16:creationId xmlns:a16="http://schemas.microsoft.com/office/drawing/2014/main" id="{D5E80A3B-1373-EF87-1ED7-AEEBE45C407A}"/>
                  </a:ext>
                </a:extLst>
              </p:cNvPr>
              <p:cNvSpPr/>
              <p:nvPr/>
            </p:nvSpPr>
            <p:spPr>
              <a:xfrm>
                <a:off x="413569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1" name="pg2581">
                <a:extLst>
                  <a:ext uri="{FF2B5EF4-FFF2-40B4-BE49-F238E27FC236}">
                    <a16:creationId xmlns:a16="http://schemas.microsoft.com/office/drawing/2014/main" id="{E5581848-C298-D0EB-A511-4859DE3A1F81}"/>
                  </a:ext>
                </a:extLst>
              </p:cNvPr>
              <p:cNvSpPr/>
              <p:nvPr/>
            </p:nvSpPr>
            <p:spPr>
              <a:xfrm>
                <a:off x="414733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6">
                  <a:alpha val="100000"/>
                </a:srgbClr>
              </a:solidFill>
              <a:ln w="5420" cap="flat">
                <a:solidFill>
                  <a:srgbClr val="3C43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2" name="pg2582">
                <a:extLst>
                  <a:ext uri="{FF2B5EF4-FFF2-40B4-BE49-F238E27FC236}">
                    <a16:creationId xmlns:a16="http://schemas.microsoft.com/office/drawing/2014/main" id="{2D3A6352-928A-DDFF-3817-59A7F3B83A77}"/>
                  </a:ext>
                </a:extLst>
              </p:cNvPr>
              <p:cNvSpPr/>
              <p:nvPr/>
            </p:nvSpPr>
            <p:spPr>
              <a:xfrm>
                <a:off x="415897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3" name="pg2583">
                <a:extLst>
                  <a:ext uri="{FF2B5EF4-FFF2-40B4-BE49-F238E27FC236}">
                    <a16:creationId xmlns:a16="http://schemas.microsoft.com/office/drawing/2014/main" id="{44CF5F6F-A7EB-0312-427A-DB40607674A8}"/>
                  </a:ext>
                </a:extLst>
              </p:cNvPr>
              <p:cNvSpPr/>
              <p:nvPr/>
            </p:nvSpPr>
            <p:spPr>
              <a:xfrm>
                <a:off x="417060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4" name="pg2584">
                <a:extLst>
                  <a:ext uri="{FF2B5EF4-FFF2-40B4-BE49-F238E27FC236}">
                    <a16:creationId xmlns:a16="http://schemas.microsoft.com/office/drawing/2014/main" id="{BA23E252-3C9C-CF2E-EF47-3F87A1BBC6DF}"/>
                  </a:ext>
                </a:extLst>
              </p:cNvPr>
              <p:cNvSpPr/>
              <p:nvPr/>
            </p:nvSpPr>
            <p:spPr>
              <a:xfrm>
                <a:off x="4193883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5" name="pg2585">
                <a:extLst>
                  <a:ext uri="{FF2B5EF4-FFF2-40B4-BE49-F238E27FC236}">
                    <a16:creationId xmlns:a16="http://schemas.microsoft.com/office/drawing/2014/main" id="{82984218-BB18-540F-860E-A46B3C1C8F44}"/>
                  </a:ext>
                </a:extLst>
              </p:cNvPr>
              <p:cNvSpPr/>
              <p:nvPr/>
            </p:nvSpPr>
            <p:spPr>
              <a:xfrm>
                <a:off x="420552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6" name="pg2586">
                <a:extLst>
                  <a:ext uri="{FF2B5EF4-FFF2-40B4-BE49-F238E27FC236}">
                    <a16:creationId xmlns:a16="http://schemas.microsoft.com/office/drawing/2014/main" id="{A7123759-356D-05DF-C693-7ACC17B7F275}"/>
                  </a:ext>
                </a:extLst>
              </p:cNvPr>
              <p:cNvSpPr/>
              <p:nvPr/>
            </p:nvSpPr>
            <p:spPr>
              <a:xfrm>
                <a:off x="421715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7" name="pg2587">
                <a:extLst>
                  <a:ext uri="{FF2B5EF4-FFF2-40B4-BE49-F238E27FC236}">
                    <a16:creationId xmlns:a16="http://schemas.microsoft.com/office/drawing/2014/main" id="{38BEF4BB-90A5-CEC4-0AD3-C7C6258BAECB}"/>
                  </a:ext>
                </a:extLst>
              </p:cNvPr>
              <p:cNvSpPr/>
              <p:nvPr/>
            </p:nvSpPr>
            <p:spPr>
              <a:xfrm>
                <a:off x="422879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8" name="pg2588">
                <a:extLst>
                  <a:ext uri="{FF2B5EF4-FFF2-40B4-BE49-F238E27FC236}">
                    <a16:creationId xmlns:a16="http://schemas.microsoft.com/office/drawing/2014/main" id="{0B4EE314-678D-CAED-33EA-0118F01FBA75}"/>
                  </a:ext>
                </a:extLst>
              </p:cNvPr>
              <p:cNvSpPr/>
              <p:nvPr/>
            </p:nvSpPr>
            <p:spPr>
              <a:xfrm>
                <a:off x="424043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89" name="pg2589">
                <a:extLst>
                  <a:ext uri="{FF2B5EF4-FFF2-40B4-BE49-F238E27FC236}">
                    <a16:creationId xmlns:a16="http://schemas.microsoft.com/office/drawing/2014/main" id="{8C1531CA-1DFD-5512-49FE-1701C618FD4F}"/>
                  </a:ext>
                </a:extLst>
              </p:cNvPr>
              <p:cNvSpPr/>
              <p:nvPr/>
            </p:nvSpPr>
            <p:spPr>
              <a:xfrm>
                <a:off x="425207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0" name="pg2590">
                <a:extLst>
                  <a:ext uri="{FF2B5EF4-FFF2-40B4-BE49-F238E27FC236}">
                    <a16:creationId xmlns:a16="http://schemas.microsoft.com/office/drawing/2014/main" id="{B5150663-53F4-6AC6-69F9-D1FFB3075F1A}"/>
                  </a:ext>
                </a:extLst>
              </p:cNvPr>
              <p:cNvSpPr/>
              <p:nvPr/>
            </p:nvSpPr>
            <p:spPr>
              <a:xfrm>
                <a:off x="4263707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A">
                  <a:alpha val="100000"/>
                </a:srgbClr>
              </a:solidFill>
              <a:ln w="5420" cap="flat">
                <a:solidFill>
                  <a:srgbClr val="3C4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1" name="pg2591">
                <a:extLst>
                  <a:ext uri="{FF2B5EF4-FFF2-40B4-BE49-F238E27FC236}">
                    <a16:creationId xmlns:a16="http://schemas.microsoft.com/office/drawing/2014/main" id="{3A63B6E3-A68B-66AF-8CFD-82C171857AE4}"/>
                  </a:ext>
                </a:extLst>
              </p:cNvPr>
              <p:cNvSpPr/>
              <p:nvPr/>
            </p:nvSpPr>
            <p:spPr>
              <a:xfrm>
                <a:off x="427534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2" name="pg2592">
                <a:extLst>
                  <a:ext uri="{FF2B5EF4-FFF2-40B4-BE49-F238E27FC236}">
                    <a16:creationId xmlns:a16="http://schemas.microsoft.com/office/drawing/2014/main" id="{9E7C30E0-3F41-83FC-CF1A-D47AD23484A5}"/>
                  </a:ext>
                </a:extLst>
              </p:cNvPr>
              <p:cNvSpPr/>
              <p:nvPr/>
            </p:nvSpPr>
            <p:spPr>
              <a:xfrm>
                <a:off x="428698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3" name="pg2593">
                <a:extLst>
                  <a:ext uri="{FF2B5EF4-FFF2-40B4-BE49-F238E27FC236}">
                    <a16:creationId xmlns:a16="http://schemas.microsoft.com/office/drawing/2014/main" id="{99ADCB93-A543-72C8-FBF4-D6D72CBFC502}"/>
                  </a:ext>
                </a:extLst>
              </p:cNvPr>
              <p:cNvSpPr/>
              <p:nvPr/>
            </p:nvSpPr>
            <p:spPr>
              <a:xfrm>
                <a:off x="4298619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D85">
                  <a:alpha val="100000"/>
                </a:srgbClr>
              </a:solidFill>
              <a:ln w="5420" cap="flat">
                <a:solidFill>
                  <a:srgbClr val="3B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4" name="pg2594">
                <a:extLst>
                  <a:ext uri="{FF2B5EF4-FFF2-40B4-BE49-F238E27FC236}">
                    <a16:creationId xmlns:a16="http://schemas.microsoft.com/office/drawing/2014/main" id="{54368B92-4D17-9E79-6E86-44DFE0F21153}"/>
                  </a:ext>
                </a:extLst>
              </p:cNvPr>
              <p:cNvSpPr/>
              <p:nvPr/>
            </p:nvSpPr>
            <p:spPr>
              <a:xfrm>
                <a:off x="431025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9">
                  <a:alpha val="100000"/>
                </a:srgbClr>
              </a:solidFill>
              <a:ln w="5420" cap="flat">
                <a:solidFill>
                  <a:srgbClr val="3B4F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5" name="pg2595">
                <a:extLst>
                  <a:ext uri="{FF2B5EF4-FFF2-40B4-BE49-F238E27FC236}">
                    <a16:creationId xmlns:a16="http://schemas.microsoft.com/office/drawing/2014/main" id="{D901F7F3-0116-B6AD-EFE4-283E5625EEF8}"/>
                  </a:ext>
                </a:extLst>
              </p:cNvPr>
              <p:cNvSpPr/>
              <p:nvPr/>
            </p:nvSpPr>
            <p:spPr>
              <a:xfrm>
                <a:off x="4321894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6" name="pg2596">
                <a:extLst>
                  <a:ext uri="{FF2B5EF4-FFF2-40B4-BE49-F238E27FC236}">
                    <a16:creationId xmlns:a16="http://schemas.microsoft.com/office/drawing/2014/main" id="{9AC27171-2CC9-ED96-2087-840956D6FAD5}"/>
                  </a:ext>
                </a:extLst>
              </p:cNvPr>
              <p:cNvSpPr/>
              <p:nvPr/>
            </p:nvSpPr>
            <p:spPr>
              <a:xfrm>
                <a:off x="4333531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7" name="pg2597">
                <a:extLst>
                  <a:ext uri="{FF2B5EF4-FFF2-40B4-BE49-F238E27FC236}">
                    <a16:creationId xmlns:a16="http://schemas.microsoft.com/office/drawing/2014/main" id="{03972618-9E45-0D7D-9953-699C5523018E}"/>
                  </a:ext>
                </a:extLst>
              </p:cNvPr>
              <p:cNvSpPr/>
              <p:nvPr/>
            </p:nvSpPr>
            <p:spPr>
              <a:xfrm>
                <a:off x="434516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8" name="pg2598">
                <a:extLst>
                  <a:ext uri="{FF2B5EF4-FFF2-40B4-BE49-F238E27FC236}">
                    <a16:creationId xmlns:a16="http://schemas.microsoft.com/office/drawing/2014/main" id="{17CD7B8B-8786-3E8B-216C-8DB52C91E93C}"/>
                  </a:ext>
                </a:extLst>
              </p:cNvPr>
              <p:cNvSpPr/>
              <p:nvPr/>
            </p:nvSpPr>
            <p:spPr>
              <a:xfrm>
                <a:off x="4356806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599" name="pg2599">
                <a:extLst>
                  <a:ext uri="{FF2B5EF4-FFF2-40B4-BE49-F238E27FC236}">
                    <a16:creationId xmlns:a16="http://schemas.microsoft.com/office/drawing/2014/main" id="{99E5FA93-4C0D-4A24-E78B-73553B23CCBE}"/>
                  </a:ext>
                </a:extLst>
              </p:cNvPr>
              <p:cNvSpPr/>
              <p:nvPr/>
            </p:nvSpPr>
            <p:spPr>
              <a:xfrm>
                <a:off x="4566278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0" name="pg2600">
                <a:extLst>
                  <a:ext uri="{FF2B5EF4-FFF2-40B4-BE49-F238E27FC236}">
                    <a16:creationId xmlns:a16="http://schemas.microsoft.com/office/drawing/2014/main" id="{2A07B9F2-52B5-177D-FD19-D992024CEE78}"/>
                  </a:ext>
                </a:extLst>
              </p:cNvPr>
              <p:cNvSpPr/>
              <p:nvPr/>
            </p:nvSpPr>
            <p:spPr>
              <a:xfrm>
                <a:off x="4577915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1" name="pg2601">
                <a:extLst>
                  <a:ext uri="{FF2B5EF4-FFF2-40B4-BE49-F238E27FC236}">
                    <a16:creationId xmlns:a16="http://schemas.microsoft.com/office/drawing/2014/main" id="{04FC6CC4-B9B7-6C07-39F6-9D07EB583930}"/>
                  </a:ext>
                </a:extLst>
              </p:cNvPr>
              <p:cNvSpPr/>
              <p:nvPr/>
            </p:nvSpPr>
            <p:spPr>
              <a:xfrm>
                <a:off x="4589552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4A1">
                  <a:alpha val="100000"/>
                </a:srgbClr>
              </a:solidFill>
              <a:ln w="5420" cap="flat">
                <a:solidFill>
                  <a:srgbClr val="3A74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2" name="pg2602">
                <a:extLst>
                  <a:ext uri="{FF2B5EF4-FFF2-40B4-BE49-F238E27FC236}">
                    <a16:creationId xmlns:a16="http://schemas.microsoft.com/office/drawing/2014/main" id="{5825A767-A113-F3B8-89B2-E55D82F2A4B2}"/>
                  </a:ext>
                </a:extLst>
              </p:cNvPr>
              <p:cNvSpPr/>
              <p:nvPr/>
            </p:nvSpPr>
            <p:spPr>
              <a:xfrm>
                <a:off x="4601190" y="47527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3" name="pg2603">
                <a:extLst>
                  <a:ext uri="{FF2B5EF4-FFF2-40B4-BE49-F238E27FC236}">
                    <a16:creationId xmlns:a16="http://schemas.microsoft.com/office/drawing/2014/main" id="{7C8CCC71-A13B-3C2E-C587-385C1CCE047B}"/>
                  </a:ext>
                </a:extLst>
              </p:cNvPr>
              <p:cNvSpPr/>
              <p:nvPr/>
            </p:nvSpPr>
            <p:spPr>
              <a:xfrm>
                <a:off x="312324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4" name="pg2604">
                <a:extLst>
                  <a:ext uri="{FF2B5EF4-FFF2-40B4-BE49-F238E27FC236}">
                    <a16:creationId xmlns:a16="http://schemas.microsoft.com/office/drawing/2014/main" id="{F6F64221-0BA4-46A1-E8FE-4CA4039E5274}"/>
                  </a:ext>
                </a:extLst>
              </p:cNvPr>
              <p:cNvSpPr/>
              <p:nvPr/>
            </p:nvSpPr>
            <p:spPr>
              <a:xfrm>
                <a:off x="313488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5" name="pg2605">
                <a:extLst>
                  <a:ext uri="{FF2B5EF4-FFF2-40B4-BE49-F238E27FC236}">
                    <a16:creationId xmlns:a16="http://schemas.microsoft.com/office/drawing/2014/main" id="{EF9E2C90-9600-2D5B-0F8E-45BEFE48D707}"/>
                  </a:ext>
                </a:extLst>
              </p:cNvPr>
              <p:cNvSpPr/>
              <p:nvPr/>
            </p:nvSpPr>
            <p:spPr>
              <a:xfrm>
                <a:off x="314652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6" name="pg2606">
                <a:extLst>
                  <a:ext uri="{FF2B5EF4-FFF2-40B4-BE49-F238E27FC236}">
                    <a16:creationId xmlns:a16="http://schemas.microsoft.com/office/drawing/2014/main" id="{6B848821-50A5-F0E7-0A4E-521AFD097944}"/>
                  </a:ext>
                </a:extLst>
              </p:cNvPr>
              <p:cNvSpPr/>
              <p:nvPr/>
            </p:nvSpPr>
            <p:spPr>
              <a:xfrm>
                <a:off x="315816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7" name="pg2607">
                <a:extLst>
                  <a:ext uri="{FF2B5EF4-FFF2-40B4-BE49-F238E27FC236}">
                    <a16:creationId xmlns:a16="http://schemas.microsoft.com/office/drawing/2014/main" id="{A2CAEA38-0FB3-25E4-497B-AFDD4151CD68}"/>
                  </a:ext>
                </a:extLst>
              </p:cNvPr>
              <p:cNvSpPr/>
              <p:nvPr/>
            </p:nvSpPr>
            <p:spPr>
              <a:xfrm>
                <a:off x="316979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8" name="pg2608">
                <a:extLst>
                  <a:ext uri="{FF2B5EF4-FFF2-40B4-BE49-F238E27FC236}">
                    <a16:creationId xmlns:a16="http://schemas.microsoft.com/office/drawing/2014/main" id="{4DD3D27C-0326-147E-22FC-7D50B63E870B}"/>
                  </a:ext>
                </a:extLst>
              </p:cNvPr>
              <p:cNvSpPr/>
              <p:nvPr/>
            </p:nvSpPr>
            <p:spPr>
              <a:xfrm>
                <a:off x="318143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09" name="pg2609">
                <a:extLst>
                  <a:ext uri="{FF2B5EF4-FFF2-40B4-BE49-F238E27FC236}">
                    <a16:creationId xmlns:a16="http://schemas.microsoft.com/office/drawing/2014/main" id="{9751C8CF-C041-8F51-4E16-A4BD456E7D92}"/>
                  </a:ext>
                </a:extLst>
              </p:cNvPr>
              <p:cNvSpPr/>
              <p:nvPr/>
            </p:nvSpPr>
            <p:spPr>
              <a:xfrm>
                <a:off x="321634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0" name="pg2610">
                <a:extLst>
                  <a:ext uri="{FF2B5EF4-FFF2-40B4-BE49-F238E27FC236}">
                    <a16:creationId xmlns:a16="http://schemas.microsoft.com/office/drawing/2014/main" id="{6C77497D-F5A7-FAB9-676A-1386B4F17B0D}"/>
                  </a:ext>
                </a:extLst>
              </p:cNvPr>
              <p:cNvSpPr/>
              <p:nvPr/>
            </p:nvSpPr>
            <p:spPr>
              <a:xfrm>
                <a:off x="322798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1" name="pg2611">
                <a:extLst>
                  <a:ext uri="{FF2B5EF4-FFF2-40B4-BE49-F238E27FC236}">
                    <a16:creationId xmlns:a16="http://schemas.microsoft.com/office/drawing/2014/main" id="{EF8BCF3D-CE7C-6D38-4BD3-48F6FB3F2971}"/>
                  </a:ext>
                </a:extLst>
              </p:cNvPr>
              <p:cNvSpPr/>
              <p:nvPr/>
            </p:nvSpPr>
            <p:spPr>
              <a:xfrm>
                <a:off x="323962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2" name="pg2612">
                <a:extLst>
                  <a:ext uri="{FF2B5EF4-FFF2-40B4-BE49-F238E27FC236}">
                    <a16:creationId xmlns:a16="http://schemas.microsoft.com/office/drawing/2014/main" id="{EA63A770-806B-7400-0222-5EE8F3E04FB6}"/>
                  </a:ext>
                </a:extLst>
              </p:cNvPr>
              <p:cNvSpPr/>
              <p:nvPr/>
            </p:nvSpPr>
            <p:spPr>
              <a:xfrm>
                <a:off x="325125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3" name="pg2613">
                <a:extLst>
                  <a:ext uri="{FF2B5EF4-FFF2-40B4-BE49-F238E27FC236}">
                    <a16:creationId xmlns:a16="http://schemas.microsoft.com/office/drawing/2014/main" id="{56C42590-01E4-B5C8-9FC1-5C17FCF0138E}"/>
                  </a:ext>
                </a:extLst>
              </p:cNvPr>
              <p:cNvSpPr/>
              <p:nvPr/>
            </p:nvSpPr>
            <p:spPr>
              <a:xfrm>
                <a:off x="326289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4" name="pg2614">
                <a:extLst>
                  <a:ext uri="{FF2B5EF4-FFF2-40B4-BE49-F238E27FC236}">
                    <a16:creationId xmlns:a16="http://schemas.microsoft.com/office/drawing/2014/main" id="{4F461C1E-5F0A-7327-8864-5ABBB55CE265}"/>
                  </a:ext>
                </a:extLst>
              </p:cNvPr>
              <p:cNvSpPr/>
              <p:nvPr/>
            </p:nvSpPr>
            <p:spPr>
              <a:xfrm>
                <a:off x="327453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5" name="pg2615">
                <a:extLst>
                  <a:ext uri="{FF2B5EF4-FFF2-40B4-BE49-F238E27FC236}">
                    <a16:creationId xmlns:a16="http://schemas.microsoft.com/office/drawing/2014/main" id="{5BB2AD55-40DC-553E-739C-83DE4A268673}"/>
                  </a:ext>
                </a:extLst>
              </p:cNvPr>
              <p:cNvSpPr/>
              <p:nvPr/>
            </p:nvSpPr>
            <p:spPr>
              <a:xfrm>
                <a:off x="328617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6" name="pg2616">
                <a:extLst>
                  <a:ext uri="{FF2B5EF4-FFF2-40B4-BE49-F238E27FC236}">
                    <a16:creationId xmlns:a16="http://schemas.microsoft.com/office/drawing/2014/main" id="{88B186FC-5202-C872-5242-00CF01F7DD38}"/>
                  </a:ext>
                </a:extLst>
              </p:cNvPr>
              <p:cNvSpPr/>
              <p:nvPr/>
            </p:nvSpPr>
            <p:spPr>
              <a:xfrm>
                <a:off x="329780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7" name="pg2617">
                <a:extLst>
                  <a:ext uri="{FF2B5EF4-FFF2-40B4-BE49-F238E27FC236}">
                    <a16:creationId xmlns:a16="http://schemas.microsoft.com/office/drawing/2014/main" id="{137FC6B5-49C7-EADB-45EA-E7FCBA9D6D1A}"/>
                  </a:ext>
                </a:extLst>
              </p:cNvPr>
              <p:cNvSpPr/>
              <p:nvPr/>
            </p:nvSpPr>
            <p:spPr>
              <a:xfrm>
                <a:off x="330944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8" name="pg2618">
                <a:extLst>
                  <a:ext uri="{FF2B5EF4-FFF2-40B4-BE49-F238E27FC236}">
                    <a16:creationId xmlns:a16="http://schemas.microsoft.com/office/drawing/2014/main" id="{A6A564A5-9767-4212-C7ED-861A16E4C0CA}"/>
                  </a:ext>
                </a:extLst>
              </p:cNvPr>
              <p:cNvSpPr/>
              <p:nvPr/>
            </p:nvSpPr>
            <p:spPr>
              <a:xfrm>
                <a:off x="332108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19" name="pg2619">
                <a:extLst>
                  <a:ext uri="{FF2B5EF4-FFF2-40B4-BE49-F238E27FC236}">
                    <a16:creationId xmlns:a16="http://schemas.microsoft.com/office/drawing/2014/main" id="{EF37AC62-C3E5-3DBE-C17D-C764084C6F00}"/>
                  </a:ext>
                </a:extLst>
              </p:cNvPr>
              <p:cNvSpPr/>
              <p:nvPr/>
            </p:nvSpPr>
            <p:spPr>
              <a:xfrm>
                <a:off x="333272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0" name="pg2620">
                <a:extLst>
                  <a:ext uri="{FF2B5EF4-FFF2-40B4-BE49-F238E27FC236}">
                    <a16:creationId xmlns:a16="http://schemas.microsoft.com/office/drawing/2014/main" id="{CC2144E4-873D-7A17-9771-E41E43F1EDF6}"/>
                  </a:ext>
                </a:extLst>
              </p:cNvPr>
              <p:cNvSpPr/>
              <p:nvPr/>
            </p:nvSpPr>
            <p:spPr>
              <a:xfrm>
                <a:off x="334435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1" name="pg2621">
                <a:extLst>
                  <a:ext uri="{FF2B5EF4-FFF2-40B4-BE49-F238E27FC236}">
                    <a16:creationId xmlns:a16="http://schemas.microsoft.com/office/drawing/2014/main" id="{E26A97EE-F3CF-E2EE-6AFC-E67C210CFE0A}"/>
                  </a:ext>
                </a:extLst>
              </p:cNvPr>
              <p:cNvSpPr/>
              <p:nvPr/>
            </p:nvSpPr>
            <p:spPr>
              <a:xfrm>
                <a:off x="335599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2" name="pg2622">
                <a:extLst>
                  <a:ext uri="{FF2B5EF4-FFF2-40B4-BE49-F238E27FC236}">
                    <a16:creationId xmlns:a16="http://schemas.microsoft.com/office/drawing/2014/main" id="{66D0BBE7-73E2-AC64-1E3B-070CC807D299}"/>
                  </a:ext>
                </a:extLst>
              </p:cNvPr>
              <p:cNvSpPr/>
              <p:nvPr/>
            </p:nvSpPr>
            <p:spPr>
              <a:xfrm>
                <a:off x="336763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3" name="pg2623">
                <a:extLst>
                  <a:ext uri="{FF2B5EF4-FFF2-40B4-BE49-F238E27FC236}">
                    <a16:creationId xmlns:a16="http://schemas.microsoft.com/office/drawing/2014/main" id="{6E669369-5503-631C-FC3C-3D5C75FB0BE3}"/>
                  </a:ext>
                </a:extLst>
              </p:cNvPr>
              <p:cNvSpPr/>
              <p:nvPr/>
            </p:nvSpPr>
            <p:spPr>
              <a:xfrm>
                <a:off x="342581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4" name="pg2624">
                <a:extLst>
                  <a:ext uri="{FF2B5EF4-FFF2-40B4-BE49-F238E27FC236}">
                    <a16:creationId xmlns:a16="http://schemas.microsoft.com/office/drawing/2014/main" id="{DB46A901-13F6-77BE-EF91-34179C0BACAA}"/>
                  </a:ext>
                </a:extLst>
              </p:cNvPr>
              <p:cNvSpPr/>
              <p:nvPr/>
            </p:nvSpPr>
            <p:spPr>
              <a:xfrm>
                <a:off x="343745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5" name="pg2625">
                <a:extLst>
                  <a:ext uri="{FF2B5EF4-FFF2-40B4-BE49-F238E27FC236}">
                    <a16:creationId xmlns:a16="http://schemas.microsoft.com/office/drawing/2014/main" id="{4AE6E352-68F5-24A1-63CB-7DDD952B6D38}"/>
                  </a:ext>
                </a:extLst>
              </p:cNvPr>
              <p:cNvSpPr/>
              <p:nvPr/>
            </p:nvSpPr>
            <p:spPr>
              <a:xfrm>
                <a:off x="344909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6" name="pg2626">
                <a:extLst>
                  <a:ext uri="{FF2B5EF4-FFF2-40B4-BE49-F238E27FC236}">
                    <a16:creationId xmlns:a16="http://schemas.microsoft.com/office/drawing/2014/main" id="{BA2DDFF1-C528-DFBB-3938-5681AEEF1245}"/>
                  </a:ext>
                </a:extLst>
              </p:cNvPr>
              <p:cNvSpPr/>
              <p:nvPr/>
            </p:nvSpPr>
            <p:spPr>
              <a:xfrm>
                <a:off x="346073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7" name="pg2627">
                <a:extLst>
                  <a:ext uri="{FF2B5EF4-FFF2-40B4-BE49-F238E27FC236}">
                    <a16:creationId xmlns:a16="http://schemas.microsoft.com/office/drawing/2014/main" id="{F19E0D86-A2DF-C609-A33D-4998F4069703}"/>
                  </a:ext>
                </a:extLst>
              </p:cNvPr>
              <p:cNvSpPr/>
              <p:nvPr/>
            </p:nvSpPr>
            <p:spPr>
              <a:xfrm>
                <a:off x="347236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8" name="pg2628">
                <a:extLst>
                  <a:ext uri="{FF2B5EF4-FFF2-40B4-BE49-F238E27FC236}">
                    <a16:creationId xmlns:a16="http://schemas.microsoft.com/office/drawing/2014/main" id="{BA059F4A-DD84-DA8C-9F77-9A7583F6D4CF}"/>
                  </a:ext>
                </a:extLst>
              </p:cNvPr>
              <p:cNvSpPr/>
              <p:nvPr/>
            </p:nvSpPr>
            <p:spPr>
              <a:xfrm>
                <a:off x="348400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29" name="pg2629">
                <a:extLst>
                  <a:ext uri="{FF2B5EF4-FFF2-40B4-BE49-F238E27FC236}">
                    <a16:creationId xmlns:a16="http://schemas.microsoft.com/office/drawing/2014/main" id="{515C8C8A-5772-F386-FD0B-934C90313E0B}"/>
                  </a:ext>
                </a:extLst>
              </p:cNvPr>
              <p:cNvSpPr/>
              <p:nvPr/>
            </p:nvSpPr>
            <p:spPr>
              <a:xfrm>
                <a:off x="349564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0" name="pg2630">
                <a:extLst>
                  <a:ext uri="{FF2B5EF4-FFF2-40B4-BE49-F238E27FC236}">
                    <a16:creationId xmlns:a16="http://schemas.microsoft.com/office/drawing/2014/main" id="{ED1F6966-AE2C-B6F4-85CE-5018C6E45271}"/>
                  </a:ext>
                </a:extLst>
              </p:cNvPr>
              <p:cNvSpPr/>
              <p:nvPr/>
            </p:nvSpPr>
            <p:spPr>
              <a:xfrm>
                <a:off x="350728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1" name="pg2631">
                <a:extLst>
                  <a:ext uri="{FF2B5EF4-FFF2-40B4-BE49-F238E27FC236}">
                    <a16:creationId xmlns:a16="http://schemas.microsoft.com/office/drawing/2014/main" id="{9397B381-9C12-75A4-FA02-EC5D14B6633B}"/>
                  </a:ext>
                </a:extLst>
              </p:cNvPr>
              <p:cNvSpPr/>
              <p:nvPr/>
            </p:nvSpPr>
            <p:spPr>
              <a:xfrm>
                <a:off x="362365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2" name="pg2632">
                <a:extLst>
                  <a:ext uri="{FF2B5EF4-FFF2-40B4-BE49-F238E27FC236}">
                    <a16:creationId xmlns:a16="http://schemas.microsoft.com/office/drawing/2014/main" id="{4E7A1618-9232-6C69-EE9B-BF55A28F2DD5}"/>
                  </a:ext>
                </a:extLst>
              </p:cNvPr>
              <p:cNvSpPr/>
              <p:nvPr/>
            </p:nvSpPr>
            <p:spPr>
              <a:xfrm>
                <a:off x="363529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3" name="pg2633">
                <a:extLst>
                  <a:ext uri="{FF2B5EF4-FFF2-40B4-BE49-F238E27FC236}">
                    <a16:creationId xmlns:a16="http://schemas.microsoft.com/office/drawing/2014/main" id="{887A80AF-8266-7738-54F0-132F8725B806}"/>
                  </a:ext>
                </a:extLst>
              </p:cNvPr>
              <p:cNvSpPr/>
              <p:nvPr/>
            </p:nvSpPr>
            <p:spPr>
              <a:xfrm>
                <a:off x="364692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4" name="pg2634">
                <a:extLst>
                  <a:ext uri="{FF2B5EF4-FFF2-40B4-BE49-F238E27FC236}">
                    <a16:creationId xmlns:a16="http://schemas.microsoft.com/office/drawing/2014/main" id="{288E7F98-452F-AD6A-DE24-F55C7B22436C}"/>
                  </a:ext>
                </a:extLst>
              </p:cNvPr>
              <p:cNvSpPr/>
              <p:nvPr/>
            </p:nvSpPr>
            <p:spPr>
              <a:xfrm>
                <a:off x="365856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5" name="pg2635">
                <a:extLst>
                  <a:ext uri="{FF2B5EF4-FFF2-40B4-BE49-F238E27FC236}">
                    <a16:creationId xmlns:a16="http://schemas.microsoft.com/office/drawing/2014/main" id="{31D6B94D-DD4B-EA75-D297-259566FFD0A8}"/>
                  </a:ext>
                </a:extLst>
              </p:cNvPr>
              <p:cNvSpPr/>
              <p:nvPr/>
            </p:nvSpPr>
            <p:spPr>
              <a:xfrm>
                <a:off x="367020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6" name="pg2636">
                <a:extLst>
                  <a:ext uri="{FF2B5EF4-FFF2-40B4-BE49-F238E27FC236}">
                    <a16:creationId xmlns:a16="http://schemas.microsoft.com/office/drawing/2014/main" id="{E6388070-55BA-788A-9CFA-EE4151DCFDAB}"/>
                  </a:ext>
                </a:extLst>
              </p:cNvPr>
              <p:cNvSpPr/>
              <p:nvPr/>
            </p:nvSpPr>
            <p:spPr>
              <a:xfrm>
                <a:off x="368184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7" name="pg2637">
                <a:extLst>
                  <a:ext uri="{FF2B5EF4-FFF2-40B4-BE49-F238E27FC236}">
                    <a16:creationId xmlns:a16="http://schemas.microsoft.com/office/drawing/2014/main" id="{A6C9F833-4AB9-3679-8450-13810BA07B7D}"/>
                  </a:ext>
                </a:extLst>
              </p:cNvPr>
              <p:cNvSpPr/>
              <p:nvPr/>
            </p:nvSpPr>
            <p:spPr>
              <a:xfrm>
                <a:off x="369347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8" name="pg2638">
                <a:extLst>
                  <a:ext uri="{FF2B5EF4-FFF2-40B4-BE49-F238E27FC236}">
                    <a16:creationId xmlns:a16="http://schemas.microsoft.com/office/drawing/2014/main" id="{1605A3EE-15C2-4E70-8D23-7A73353D2670}"/>
                  </a:ext>
                </a:extLst>
              </p:cNvPr>
              <p:cNvSpPr/>
              <p:nvPr/>
            </p:nvSpPr>
            <p:spPr>
              <a:xfrm>
                <a:off x="370511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39" name="pg2639">
                <a:extLst>
                  <a:ext uri="{FF2B5EF4-FFF2-40B4-BE49-F238E27FC236}">
                    <a16:creationId xmlns:a16="http://schemas.microsoft.com/office/drawing/2014/main" id="{FA4FE278-3520-F52D-1B52-C12D28278624}"/>
                  </a:ext>
                </a:extLst>
              </p:cNvPr>
              <p:cNvSpPr/>
              <p:nvPr/>
            </p:nvSpPr>
            <p:spPr>
              <a:xfrm>
                <a:off x="371675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0" name="pg2640">
                <a:extLst>
                  <a:ext uri="{FF2B5EF4-FFF2-40B4-BE49-F238E27FC236}">
                    <a16:creationId xmlns:a16="http://schemas.microsoft.com/office/drawing/2014/main" id="{C74AE39D-5D2D-4C5E-7644-1F945174E28F}"/>
                  </a:ext>
                </a:extLst>
              </p:cNvPr>
              <p:cNvSpPr/>
              <p:nvPr/>
            </p:nvSpPr>
            <p:spPr>
              <a:xfrm>
                <a:off x="372839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1" name="pg2641">
                <a:extLst>
                  <a:ext uri="{FF2B5EF4-FFF2-40B4-BE49-F238E27FC236}">
                    <a16:creationId xmlns:a16="http://schemas.microsoft.com/office/drawing/2014/main" id="{9247D236-D20C-5F62-8915-036BE5F3B7B7}"/>
                  </a:ext>
                </a:extLst>
              </p:cNvPr>
              <p:cNvSpPr/>
              <p:nvPr/>
            </p:nvSpPr>
            <p:spPr>
              <a:xfrm>
                <a:off x="374002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2" name="pg2642">
                <a:extLst>
                  <a:ext uri="{FF2B5EF4-FFF2-40B4-BE49-F238E27FC236}">
                    <a16:creationId xmlns:a16="http://schemas.microsoft.com/office/drawing/2014/main" id="{F3C61E8D-AADB-F48F-CD78-CF6A940C5D2F}"/>
                  </a:ext>
                </a:extLst>
              </p:cNvPr>
              <p:cNvSpPr/>
              <p:nvPr/>
            </p:nvSpPr>
            <p:spPr>
              <a:xfrm>
                <a:off x="375166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3" name="pg2643">
                <a:extLst>
                  <a:ext uri="{FF2B5EF4-FFF2-40B4-BE49-F238E27FC236}">
                    <a16:creationId xmlns:a16="http://schemas.microsoft.com/office/drawing/2014/main" id="{CDA1B42E-C11F-A58A-EA2A-A6CFEB08EB72}"/>
                  </a:ext>
                </a:extLst>
              </p:cNvPr>
              <p:cNvSpPr/>
              <p:nvPr/>
            </p:nvSpPr>
            <p:spPr>
              <a:xfrm>
                <a:off x="411242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4" name="pg2644">
                <a:extLst>
                  <a:ext uri="{FF2B5EF4-FFF2-40B4-BE49-F238E27FC236}">
                    <a16:creationId xmlns:a16="http://schemas.microsoft.com/office/drawing/2014/main" id="{ECE78B83-E7D8-B00C-7997-27DF538124D3}"/>
                  </a:ext>
                </a:extLst>
              </p:cNvPr>
              <p:cNvSpPr/>
              <p:nvPr/>
            </p:nvSpPr>
            <p:spPr>
              <a:xfrm>
                <a:off x="412405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5" name="pg2645">
                <a:extLst>
                  <a:ext uri="{FF2B5EF4-FFF2-40B4-BE49-F238E27FC236}">
                    <a16:creationId xmlns:a16="http://schemas.microsoft.com/office/drawing/2014/main" id="{5558E775-0290-7F03-7220-49AC1B39AF22}"/>
                  </a:ext>
                </a:extLst>
              </p:cNvPr>
              <p:cNvSpPr/>
              <p:nvPr/>
            </p:nvSpPr>
            <p:spPr>
              <a:xfrm>
                <a:off x="413569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6">
                  <a:alpha val="100000"/>
                </a:srgbClr>
              </a:solidFill>
              <a:ln w="5420" cap="flat">
                <a:solidFill>
                  <a:srgbClr val="3C43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6" name="pg2646">
                <a:extLst>
                  <a:ext uri="{FF2B5EF4-FFF2-40B4-BE49-F238E27FC236}">
                    <a16:creationId xmlns:a16="http://schemas.microsoft.com/office/drawing/2014/main" id="{A33B7286-D9E2-C945-8682-E5F6DAD17844}"/>
                  </a:ext>
                </a:extLst>
              </p:cNvPr>
              <p:cNvSpPr/>
              <p:nvPr/>
            </p:nvSpPr>
            <p:spPr>
              <a:xfrm>
                <a:off x="414733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7" name="pg2647">
                <a:extLst>
                  <a:ext uri="{FF2B5EF4-FFF2-40B4-BE49-F238E27FC236}">
                    <a16:creationId xmlns:a16="http://schemas.microsoft.com/office/drawing/2014/main" id="{262B92F1-0D0E-A541-76EE-3E9D2B9C9682}"/>
                  </a:ext>
                </a:extLst>
              </p:cNvPr>
              <p:cNvSpPr/>
              <p:nvPr/>
            </p:nvSpPr>
            <p:spPr>
              <a:xfrm>
                <a:off x="415897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8" name="pg2648">
                <a:extLst>
                  <a:ext uri="{FF2B5EF4-FFF2-40B4-BE49-F238E27FC236}">
                    <a16:creationId xmlns:a16="http://schemas.microsoft.com/office/drawing/2014/main" id="{F189DE51-B384-E1C7-2F08-D296A56D39C4}"/>
                  </a:ext>
                </a:extLst>
              </p:cNvPr>
              <p:cNvSpPr/>
              <p:nvPr/>
            </p:nvSpPr>
            <p:spPr>
              <a:xfrm>
                <a:off x="417060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49" name="pg2649">
                <a:extLst>
                  <a:ext uri="{FF2B5EF4-FFF2-40B4-BE49-F238E27FC236}">
                    <a16:creationId xmlns:a16="http://schemas.microsoft.com/office/drawing/2014/main" id="{735D19DE-1542-389E-97A9-B977CE773CB8}"/>
                  </a:ext>
                </a:extLst>
              </p:cNvPr>
              <p:cNvSpPr/>
              <p:nvPr/>
            </p:nvSpPr>
            <p:spPr>
              <a:xfrm>
                <a:off x="418224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0" name="pg2650">
                <a:extLst>
                  <a:ext uri="{FF2B5EF4-FFF2-40B4-BE49-F238E27FC236}">
                    <a16:creationId xmlns:a16="http://schemas.microsoft.com/office/drawing/2014/main" id="{4CF4E0A4-D793-9A66-EE19-41619F7F9B8A}"/>
                  </a:ext>
                </a:extLst>
              </p:cNvPr>
              <p:cNvSpPr/>
              <p:nvPr/>
            </p:nvSpPr>
            <p:spPr>
              <a:xfrm>
                <a:off x="419388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1" name="pg2651">
                <a:extLst>
                  <a:ext uri="{FF2B5EF4-FFF2-40B4-BE49-F238E27FC236}">
                    <a16:creationId xmlns:a16="http://schemas.microsoft.com/office/drawing/2014/main" id="{7B012CD9-0E8F-63B9-CC70-164DF6BE4C71}"/>
                  </a:ext>
                </a:extLst>
              </p:cNvPr>
              <p:cNvSpPr/>
              <p:nvPr/>
            </p:nvSpPr>
            <p:spPr>
              <a:xfrm>
                <a:off x="420552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2" name="pg2652">
                <a:extLst>
                  <a:ext uri="{FF2B5EF4-FFF2-40B4-BE49-F238E27FC236}">
                    <a16:creationId xmlns:a16="http://schemas.microsoft.com/office/drawing/2014/main" id="{6C867E86-5E69-C08A-C33E-581D3F8D5345}"/>
                  </a:ext>
                </a:extLst>
              </p:cNvPr>
              <p:cNvSpPr/>
              <p:nvPr/>
            </p:nvSpPr>
            <p:spPr>
              <a:xfrm>
                <a:off x="421715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3" name="pg2653">
                <a:extLst>
                  <a:ext uri="{FF2B5EF4-FFF2-40B4-BE49-F238E27FC236}">
                    <a16:creationId xmlns:a16="http://schemas.microsoft.com/office/drawing/2014/main" id="{C51A66DB-2E88-3BF9-672B-42E1485DF946}"/>
                  </a:ext>
                </a:extLst>
              </p:cNvPr>
              <p:cNvSpPr/>
              <p:nvPr/>
            </p:nvSpPr>
            <p:spPr>
              <a:xfrm>
                <a:off x="422879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4" name="pg2654">
                <a:extLst>
                  <a:ext uri="{FF2B5EF4-FFF2-40B4-BE49-F238E27FC236}">
                    <a16:creationId xmlns:a16="http://schemas.microsoft.com/office/drawing/2014/main" id="{E7AF20AC-0948-CDA1-D138-F848534A7014}"/>
                  </a:ext>
                </a:extLst>
              </p:cNvPr>
              <p:cNvSpPr/>
              <p:nvPr/>
            </p:nvSpPr>
            <p:spPr>
              <a:xfrm>
                <a:off x="424043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5" name="pg2655">
                <a:extLst>
                  <a:ext uri="{FF2B5EF4-FFF2-40B4-BE49-F238E27FC236}">
                    <a16:creationId xmlns:a16="http://schemas.microsoft.com/office/drawing/2014/main" id="{25031B15-A687-118C-6EB1-0E59292E4D99}"/>
                  </a:ext>
                </a:extLst>
              </p:cNvPr>
              <p:cNvSpPr/>
              <p:nvPr/>
            </p:nvSpPr>
            <p:spPr>
              <a:xfrm>
                <a:off x="425207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6" name="pg2656">
                <a:extLst>
                  <a:ext uri="{FF2B5EF4-FFF2-40B4-BE49-F238E27FC236}">
                    <a16:creationId xmlns:a16="http://schemas.microsoft.com/office/drawing/2014/main" id="{D1E04C0E-2364-5F2D-027E-20EF0403F85D}"/>
                  </a:ext>
                </a:extLst>
              </p:cNvPr>
              <p:cNvSpPr/>
              <p:nvPr/>
            </p:nvSpPr>
            <p:spPr>
              <a:xfrm>
                <a:off x="426370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7" name="pg2657">
                <a:extLst>
                  <a:ext uri="{FF2B5EF4-FFF2-40B4-BE49-F238E27FC236}">
                    <a16:creationId xmlns:a16="http://schemas.microsoft.com/office/drawing/2014/main" id="{046B347A-BED6-E3C4-A284-966192A1684A}"/>
                  </a:ext>
                </a:extLst>
              </p:cNvPr>
              <p:cNvSpPr/>
              <p:nvPr/>
            </p:nvSpPr>
            <p:spPr>
              <a:xfrm>
                <a:off x="427534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8" name="pg2658">
                <a:extLst>
                  <a:ext uri="{FF2B5EF4-FFF2-40B4-BE49-F238E27FC236}">
                    <a16:creationId xmlns:a16="http://schemas.microsoft.com/office/drawing/2014/main" id="{6EF48868-8640-F1A0-9950-79184C3F005F}"/>
                  </a:ext>
                </a:extLst>
              </p:cNvPr>
              <p:cNvSpPr/>
              <p:nvPr/>
            </p:nvSpPr>
            <p:spPr>
              <a:xfrm>
                <a:off x="428698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59" name="pg2659">
                <a:extLst>
                  <a:ext uri="{FF2B5EF4-FFF2-40B4-BE49-F238E27FC236}">
                    <a16:creationId xmlns:a16="http://schemas.microsoft.com/office/drawing/2014/main" id="{DFF13EB5-293F-4A07-D822-F11AB8D59349}"/>
                  </a:ext>
                </a:extLst>
              </p:cNvPr>
              <p:cNvSpPr/>
              <p:nvPr/>
            </p:nvSpPr>
            <p:spPr>
              <a:xfrm>
                <a:off x="4298619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4">
                  <a:alpha val="100000"/>
                </a:srgbClr>
              </a:solidFill>
              <a:ln w="5420" cap="flat">
                <a:solidFill>
                  <a:srgbClr val="3C4C8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0" name="pg2660">
                <a:extLst>
                  <a:ext uri="{FF2B5EF4-FFF2-40B4-BE49-F238E27FC236}">
                    <a16:creationId xmlns:a16="http://schemas.microsoft.com/office/drawing/2014/main" id="{B533CD3E-AAD6-17D9-1D61-76BA193D821A}"/>
                  </a:ext>
                </a:extLst>
              </p:cNvPr>
              <p:cNvSpPr/>
              <p:nvPr/>
            </p:nvSpPr>
            <p:spPr>
              <a:xfrm>
                <a:off x="431025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7">
                  <a:alpha val="100000"/>
                </a:srgbClr>
              </a:solidFill>
              <a:ln w="5420" cap="flat">
                <a:solidFill>
                  <a:srgbClr val="3B4F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1" name="pg2661">
                <a:extLst>
                  <a:ext uri="{FF2B5EF4-FFF2-40B4-BE49-F238E27FC236}">
                    <a16:creationId xmlns:a16="http://schemas.microsoft.com/office/drawing/2014/main" id="{628594C5-CE3A-B607-06B2-4D9E4E94E623}"/>
                  </a:ext>
                </a:extLst>
              </p:cNvPr>
              <p:cNvSpPr/>
              <p:nvPr/>
            </p:nvSpPr>
            <p:spPr>
              <a:xfrm>
                <a:off x="4321894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2" name="pg2662">
                <a:extLst>
                  <a:ext uri="{FF2B5EF4-FFF2-40B4-BE49-F238E27FC236}">
                    <a16:creationId xmlns:a16="http://schemas.microsoft.com/office/drawing/2014/main" id="{CB10F2BD-3699-E3B4-CDD6-66ABD70F3543}"/>
                  </a:ext>
                </a:extLst>
              </p:cNvPr>
              <p:cNvSpPr/>
              <p:nvPr/>
            </p:nvSpPr>
            <p:spPr>
              <a:xfrm>
                <a:off x="4333531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3" name="pg2663">
                <a:extLst>
                  <a:ext uri="{FF2B5EF4-FFF2-40B4-BE49-F238E27FC236}">
                    <a16:creationId xmlns:a16="http://schemas.microsoft.com/office/drawing/2014/main" id="{F1062A3E-188B-1865-BFCF-4D10D0A93E8E}"/>
                  </a:ext>
                </a:extLst>
              </p:cNvPr>
              <p:cNvSpPr/>
              <p:nvPr/>
            </p:nvSpPr>
            <p:spPr>
              <a:xfrm>
                <a:off x="434516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4" name="pg2664">
                <a:extLst>
                  <a:ext uri="{FF2B5EF4-FFF2-40B4-BE49-F238E27FC236}">
                    <a16:creationId xmlns:a16="http://schemas.microsoft.com/office/drawing/2014/main" id="{8C46F2F6-A83B-C8CF-1F58-8CE151F1C517}"/>
                  </a:ext>
                </a:extLst>
              </p:cNvPr>
              <p:cNvSpPr/>
              <p:nvPr/>
            </p:nvSpPr>
            <p:spPr>
              <a:xfrm>
                <a:off x="4356806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5" name="pg2665">
                <a:extLst>
                  <a:ext uri="{FF2B5EF4-FFF2-40B4-BE49-F238E27FC236}">
                    <a16:creationId xmlns:a16="http://schemas.microsoft.com/office/drawing/2014/main" id="{1A45E8F3-CC1C-B198-12F8-EF1DD978AB6A}"/>
                  </a:ext>
                </a:extLst>
              </p:cNvPr>
              <p:cNvSpPr/>
              <p:nvPr/>
            </p:nvSpPr>
            <p:spPr>
              <a:xfrm>
                <a:off x="4368443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6" name="pg2666">
                <a:extLst>
                  <a:ext uri="{FF2B5EF4-FFF2-40B4-BE49-F238E27FC236}">
                    <a16:creationId xmlns:a16="http://schemas.microsoft.com/office/drawing/2014/main" id="{0EF35C46-3B81-BC5C-4321-8E84D6BA2F12}"/>
                  </a:ext>
                </a:extLst>
              </p:cNvPr>
              <p:cNvSpPr/>
              <p:nvPr/>
            </p:nvSpPr>
            <p:spPr>
              <a:xfrm>
                <a:off x="4566278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3A1">
                  <a:alpha val="100000"/>
                </a:srgbClr>
              </a:solidFill>
              <a:ln w="5420" cap="flat">
                <a:solidFill>
                  <a:srgbClr val="3B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7" name="pg2667">
                <a:extLst>
                  <a:ext uri="{FF2B5EF4-FFF2-40B4-BE49-F238E27FC236}">
                    <a16:creationId xmlns:a16="http://schemas.microsoft.com/office/drawing/2014/main" id="{02802713-2824-53EE-DC30-572CA68585C7}"/>
                  </a:ext>
                </a:extLst>
              </p:cNvPr>
              <p:cNvSpPr/>
              <p:nvPr/>
            </p:nvSpPr>
            <p:spPr>
              <a:xfrm>
                <a:off x="4577915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8" name="pg2668">
                <a:extLst>
                  <a:ext uri="{FF2B5EF4-FFF2-40B4-BE49-F238E27FC236}">
                    <a16:creationId xmlns:a16="http://schemas.microsoft.com/office/drawing/2014/main" id="{1AB0C144-B172-5C09-14F0-D20FE431A503}"/>
                  </a:ext>
                </a:extLst>
              </p:cNvPr>
              <p:cNvSpPr/>
              <p:nvPr/>
            </p:nvSpPr>
            <p:spPr>
              <a:xfrm>
                <a:off x="4589552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69" name="pg2669">
                <a:extLst>
                  <a:ext uri="{FF2B5EF4-FFF2-40B4-BE49-F238E27FC236}">
                    <a16:creationId xmlns:a16="http://schemas.microsoft.com/office/drawing/2014/main" id="{6F24803B-5FD7-6B98-D696-EC952EB40468}"/>
                  </a:ext>
                </a:extLst>
              </p:cNvPr>
              <p:cNvSpPr/>
              <p:nvPr/>
            </p:nvSpPr>
            <p:spPr>
              <a:xfrm>
                <a:off x="4601190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0" name="pg2670">
                <a:extLst>
                  <a:ext uri="{FF2B5EF4-FFF2-40B4-BE49-F238E27FC236}">
                    <a16:creationId xmlns:a16="http://schemas.microsoft.com/office/drawing/2014/main" id="{83C74C56-6514-2F1C-75EB-53D3327BCF63}"/>
                  </a:ext>
                </a:extLst>
              </p:cNvPr>
              <p:cNvSpPr/>
              <p:nvPr/>
            </p:nvSpPr>
            <p:spPr>
              <a:xfrm>
                <a:off x="4612827" y="476709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73A1">
                  <a:alpha val="100000"/>
                </a:srgbClr>
              </a:solidFill>
              <a:ln w="5420" cap="flat">
                <a:solidFill>
                  <a:srgbClr val="3A73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1" name="pg2671">
                <a:extLst>
                  <a:ext uri="{FF2B5EF4-FFF2-40B4-BE49-F238E27FC236}">
                    <a16:creationId xmlns:a16="http://schemas.microsoft.com/office/drawing/2014/main" id="{19CAC1EF-6F32-91BB-1270-E6E1D64D6A97}"/>
                  </a:ext>
                </a:extLst>
              </p:cNvPr>
              <p:cNvSpPr/>
              <p:nvPr/>
            </p:nvSpPr>
            <p:spPr>
              <a:xfrm>
                <a:off x="311161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2" name="pg2672">
                <a:extLst>
                  <a:ext uri="{FF2B5EF4-FFF2-40B4-BE49-F238E27FC236}">
                    <a16:creationId xmlns:a16="http://schemas.microsoft.com/office/drawing/2014/main" id="{DC8CA131-C6E8-EC52-6740-2C83F3115E5F}"/>
                  </a:ext>
                </a:extLst>
              </p:cNvPr>
              <p:cNvSpPr/>
              <p:nvPr/>
            </p:nvSpPr>
            <p:spPr>
              <a:xfrm>
                <a:off x="312324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3" name="pg2673">
                <a:extLst>
                  <a:ext uri="{FF2B5EF4-FFF2-40B4-BE49-F238E27FC236}">
                    <a16:creationId xmlns:a16="http://schemas.microsoft.com/office/drawing/2014/main" id="{0FA24326-85CA-0C97-16CC-C167D079064A}"/>
                  </a:ext>
                </a:extLst>
              </p:cNvPr>
              <p:cNvSpPr/>
              <p:nvPr/>
            </p:nvSpPr>
            <p:spPr>
              <a:xfrm>
                <a:off x="313488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4" name="pg2674">
                <a:extLst>
                  <a:ext uri="{FF2B5EF4-FFF2-40B4-BE49-F238E27FC236}">
                    <a16:creationId xmlns:a16="http://schemas.microsoft.com/office/drawing/2014/main" id="{9D9D0D70-ACCB-C536-35A9-36BA4A36B92E}"/>
                  </a:ext>
                </a:extLst>
              </p:cNvPr>
              <p:cNvSpPr/>
              <p:nvPr/>
            </p:nvSpPr>
            <p:spPr>
              <a:xfrm>
                <a:off x="314652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5" name="pg2675">
                <a:extLst>
                  <a:ext uri="{FF2B5EF4-FFF2-40B4-BE49-F238E27FC236}">
                    <a16:creationId xmlns:a16="http://schemas.microsoft.com/office/drawing/2014/main" id="{1F0198CF-B8A6-197E-E6F0-CDE47D18B269}"/>
                  </a:ext>
                </a:extLst>
              </p:cNvPr>
              <p:cNvSpPr/>
              <p:nvPr/>
            </p:nvSpPr>
            <p:spPr>
              <a:xfrm>
                <a:off x="315816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6" name="pg2676">
                <a:extLst>
                  <a:ext uri="{FF2B5EF4-FFF2-40B4-BE49-F238E27FC236}">
                    <a16:creationId xmlns:a16="http://schemas.microsoft.com/office/drawing/2014/main" id="{C023F3B1-BE11-F5E2-09D2-92BE4E528DB5}"/>
                  </a:ext>
                </a:extLst>
              </p:cNvPr>
              <p:cNvSpPr/>
              <p:nvPr/>
            </p:nvSpPr>
            <p:spPr>
              <a:xfrm>
                <a:off x="316979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7" name="pg2677">
                <a:extLst>
                  <a:ext uri="{FF2B5EF4-FFF2-40B4-BE49-F238E27FC236}">
                    <a16:creationId xmlns:a16="http://schemas.microsoft.com/office/drawing/2014/main" id="{FA5867A4-4D3E-6F02-1C18-76A2FE0AAFFA}"/>
                  </a:ext>
                </a:extLst>
              </p:cNvPr>
              <p:cNvSpPr/>
              <p:nvPr/>
            </p:nvSpPr>
            <p:spPr>
              <a:xfrm>
                <a:off x="318143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7">
                  <a:alpha val="100000"/>
                </a:srgbClr>
              </a:solidFill>
              <a:ln w="5420" cap="flat">
                <a:solidFill>
                  <a:srgbClr val="3B4F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8" name="pg2678">
                <a:extLst>
                  <a:ext uri="{FF2B5EF4-FFF2-40B4-BE49-F238E27FC236}">
                    <a16:creationId xmlns:a16="http://schemas.microsoft.com/office/drawing/2014/main" id="{35766053-8208-9C34-7FF8-50057F2C94B8}"/>
                  </a:ext>
                </a:extLst>
              </p:cNvPr>
              <p:cNvSpPr/>
              <p:nvPr/>
            </p:nvSpPr>
            <p:spPr>
              <a:xfrm>
                <a:off x="319307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79" name="pg2679">
                <a:extLst>
                  <a:ext uri="{FF2B5EF4-FFF2-40B4-BE49-F238E27FC236}">
                    <a16:creationId xmlns:a16="http://schemas.microsoft.com/office/drawing/2014/main" id="{6AB2D1FA-1778-C4CA-E55C-BBB6286A273D}"/>
                  </a:ext>
                </a:extLst>
              </p:cNvPr>
              <p:cNvSpPr/>
              <p:nvPr/>
            </p:nvSpPr>
            <p:spPr>
              <a:xfrm>
                <a:off x="320471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0" name="pg2680">
                <a:extLst>
                  <a:ext uri="{FF2B5EF4-FFF2-40B4-BE49-F238E27FC236}">
                    <a16:creationId xmlns:a16="http://schemas.microsoft.com/office/drawing/2014/main" id="{7695A4E9-4D48-4364-7CA2-05509C55B542}"/>
                  </a:ext>
                </a:extLst>
              </p:cNvPr>
              <p:cNvSpPr/>
              <p:nvPr/>
            </p:nvSpPr>
            <p:spPr>
              <a:xfrm>
                <a:off x="321634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1" name="pg2681">
                <a:extLst>
                  <a:ext uri="{FF2B5EF4-FFF2-40B4-BE49-F238E27FC236}">
                    <a16:creationId xmlns:a16="http://schemas.microsoft.com/office/drawing/2014/main" id="{62E20B87-24DC-5C22-60D3-419D6076C766}"/>
                  </a:ext>
                </a:extLst>
              </p:cNvPr>
              <p:cNvSpPr/>
              <p:nvPr/>
            </p:nvSpPr>
            <p:spPr>
              <a:xfrm>
                <a:off x="322798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2" name="pg2682">
                <a:extLst>
                  <a:ext uri="{FF2B5EF4-FFF2-40B4-BE49-F238E27FC236}">
                    <a16:creationId xmlns:a16="http://schemas.microsoft.com/office/drawing/2014/main" id="{14C40658-AED0-E447-13E7-C660EFF1F1EB}"/>
                  </a:ext>
                </a:extLst>
              </p:cNvPr>
              <p:cNvSpPr/>
              <p:nvPr/>
            </p:nvSpPr>
            <p:spPr>
              <a:xfrm>
                <a:off x="323962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564">
                  <a:alpha val="100000"/>
                </a:srgbClr>
              </a:solidFill>
              <a:ln w="5420" cap="flat">
                <a:solidFill>
                  <a:srgbClr val="3A35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3" name="pg2683">
                <a:extLst>
                  <a:ext uri="{FF2B5EF4-FFF2-40B4-BE49-F238E27FC236}">
                    <a16:creationId xmlns:a16="http://schemas.microsoft.com/office/drawing/2014/main" id="{31F4F1D1-F405-1C20-3700-2129C682DEE1}"/>
                  </a:ext>
                </a:extLst>
              </p:cNvPr>
              <p:cNvSpPr/>
              <p:nvPr/>
            </p:nvSpPr>
            <p:spPr>
              <a:xfrm>
                <a:off x="325125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563">
                  <a:alpha val="100000"/>
                </a:srgbClr>
              </a:solidFill>
              <a:ln w="5420" cap="flat">
                <a:solidFill>
                  <a:srgbClr val="3A356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4" name="pg2684">
                <a:extLst>
                  <a:ext uri="{FF2B5EF4-FFF2-40B4-BE49-F238E27FC236}">
                    <a16:creationId xmlns:a16="http://schemas.microsoft.com/office/drawing/2014/main" id="{5E795DAB-3308-4E57-8076-5DCAC730E355}"/>
                  </a:ext>
                </a:extLst>
              </p:cNvPr>
              <p:cNvSpPr/>
              <p:nvPr/>
            </p:nvSpPr>
            <p:spPr>
              <a:xfrm>
                <a:off x="326289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5" name="pg2685">
                <a:extLst>
                  <a:ext uri="{FF2B5EF4-FFF2-40B4-BE49-F238E27FC236}">
                    <a16:creationId xmlns:a16="http://schemas.microsoft.com/office/drawing/2014/main" id="{19D5A052-7FAB-8DC4-E18E-91B37EE257BB}"/>
                  </a:ext>
                </a:extLst>
              </p:cNvPr>
              <p:cNvSpPr/>
              <p:nvPr/>
            </p:nvSpPr>
            <p:spPr>
              <a:xfrm>
                <a:off x="327453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6" name="pg2686">
                <a:extLst>
                  <a:ext uri="{FF2B5EF4-FFF2-40B4-BE49-F238E27FC236}">
                    <a16:creationId xmlns:a16="http://schemas.microsoft.com/office/drawing/2014/main" id="{6C1BB44A-94CE-9416-BF8E-4B8829158A7F}"/>
                  </a:ext>
                </a:extLst>
              </p:cNvPr>
              <p:cNvSpPr/>
              <p:nvPr/>
            </p:nvSpPr>
            <p:spPr>
              <a:xfrm>
                <a:off x="328617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7" name="pg2687">
                <a:extLst>
                  <a:ext uri="{FF2B5EF4-FFF2-40B4-BE49-F238E27FC236}">
                    <a16:creationId xmlns:a16="http://schemas.microsoft.com/office/drawing/2014/main" id="{625510EC-4684-8F5C-78AD-399452297221}"/>
                  </a:ext>
                </a:extLst>
              </p:cNvPr>
              <p:cNvSpPr/>
              <p:nvPr/>
            </p:nvSpPr>
            <p:spPr>
              <a:xfrm>
                <a:off x="329780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8" name="pg2688">
                <a:extLst>
                  <a:ext uri="{FF2B5EF4-FFF2-40B4-BE49-F238E27FC236}">
                    <a16:creationId xmlns:a16="http://schemas.microsoft.com/office/drawing/2014/main" id="{1D4C3189-3DBC-2012-862A-6A18B01B957C}"/>
                  </a:ext>
                </a:extLst>
              </p:cNvPr>
              <p:cNvSpPr/>
              <p:nvPr/>
            </p:nvSpPr>
            <p:spPr>
              <a:xfrm>
                <a:off x="330944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89" name="pg2689">
                <a:extLst>
                  <a:ext uri="{FF2B5EF4-FFF2-40B4-BE49-F238E27FC236}">
                    <a16:creationId xmlns:a16="http://schemas.microsoft.com/office/drawing/2014/main" id="{B7C378B8-7D1D-8374-3BB1-6807C0BFB1D1}"/>
                  </a:ext>
                </a:extLst>
              </p:cNvPr>
              <p:cNvSpPr/>
              <p:nvPr/>
            </p:nvSpPr>
            <p:spPr>
              <a:xfrm>
                <a:off x="332108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0" name="pg2690">
                <a:extLst>
                  <a:ext uri="{FF2B5EF4-FFF2-40B4-BE49-F238E27FC236}">
                    <a16:creationId xmlns:a16="http://schemas.microsoft.com/office/drawing/2014/main" id="{064DF401-81CE-CEBE-B608-0D20F69F9E33}"/>
                  </a:ext>
                </a:extLst>
              </p:cNvPr>
              <p:cNvSpPr/>
              <p:nvPr/>
            </p:nvSpPr>
            <p:spPr>
              <a:xfrm>
                <a:off x="333272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1" name="pg2691">
                <a:extLst>
                  <a:ext uri="{FF2B5EF4-FFF2-40B4-BE49-F238E27FC236}">
                    <a16:creationId xmlns:a16="http://schemas.microsoft.com/office/drawing/2014/main" id="{1315E69F-B6EB-C4B6-B369-B09CC9E23CD0}"/>
                  </a:ext>
                </a:extLst>
              </p:cNvPr>
              <p:cNvSpPr/>
              <p:nvPr/>
            </p:nvSpPr>
            <p:spPr>
              <a:xfrm>
                <a:off x="334435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2" name="pg2692">
                <a:extLst>
                  <a:ext uri="{FF2B5EF4-FFF2-40B4-BE49-F238E27FC236}">
                    <a16:creationId xmlns:a16="http://schemas.microsoft.com/office/drawing/2014/main" id="{A88CBF9D-FA7C-257D-14C0-F9A795D9D87C}"/>
                  </a:ext>
                </a:extLst>
              </p:cNvPr>
              <p:cNvSpPr/>
              <p:nvPr/>
            </p:nvSpPr>
            <p:spPr>
              <a:xfrm>
                <a:off x="335599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3" name="pg2693">
                <a:extLst>
                  <a:ext uri="{FF2B5EF4-FFF2-40B4-BE49-F238E27FC236}">
                    <a16:creationId xmlns:a16="http://schemas.microsoft.com/office/drawing/2014/main" id="{FDD3223E-F914-269C-1FE9-D892567FCE6D}"/>
                  </a:ext>
                </a:extLst>
              </p:cNvPr>
              <p:cNvSpPr/>
              <p:nvPr/>
            </p:nvSpPr>
            <p:spPr>
              <a:xfrm>
                <a:off x="336763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4" name="pg2694">
                <a:extLst>
                  <a:ext uri="{FF2B5EF4-FFF2-40B4-BE49-F238E27FC236}">
                    <a16:creationId xmlns:a16="http://schemas.microsoft.com/office/drawing/2014/main" id="{5DE4CFC1-A5C1-91EF-89ED-34BC7F0BE6A4}"/>
                  </a:ext>
                </a:extLst>
              </p:cNvPr>
              <p:cNvSpPr/>
              <p:nvPr/>
            </p:nvSpPr>
            <p:spPr>
              <a:xfrm>
                <a:off x="337927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5" name="pg2695">
                <a:extLst>
                  <a:ext uri="{FF2B5EF4-FFF2-40B4-BE49-F238E27FC236}">
                    <a16:creationId xmlns:a16="http://schemas.microsoft.com/office/drawing/2014/main" id="{E4973722-0B08-671B-8F6B-7D980377A1B5}"/>
                  </a:ext>
                </a:extLst>
              </p:cNvPr>
              <p:cNvSpPr/>
              <p:nvPr/>
            </p:nvSpPr>
            <p:spPr>
              <a:xfrm>
                <a:off x="339090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6" name="pg2696">
                <a:extLst>
                  <a:ext uri="{FF2B5EF4-FFF2-40B4-BE49-F238E27FC236}">
                    <a16:creationId xmlns:a16="http://schemas.microsoft.com/office/drawing/2014/main" id="{89E579B7-388F-3541-4385-93250A9420C9}"/>
                  </a:ext>
                </a:extLst>
              </p:cNvPr>
              <p:cNvSpPr/>
              <p:nvPr/>
            </p:nvSpPr>
            <p:spPr>
              <a:xfrm>
                <a:off x="340254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7" name="pg2697">
                <a:extLst>
                  <a:ext uri="{FF2B5EF4-FFF2-40B4-BE49-F238E27FC236}">
                    <a16:creationId xmlns:a16="http://schemas.microsoft.com/office/drawing/2014/main" id="{80DAA864-2D11-6165-9E90-C2570C7DCD2D}"/>
                  </a:ext>
                </a:extLst>
              </p:cNvPr>
              <p:cNvSpPr/>
              <p:nvPr/>
            </p:nvSpPr>
            <p:spPr>
              <a:xfrm>
                <a:off x="341418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8" name="pg2698">
                <a:extLst>
                  <a:ext uri="{FF2B5EF4-FFF2-40B4-BE49-F238E27FC236}">
                    <a16:creationId xmlns:a16="http://schemas.microsoft.com/office/drawing/2014/main" id="{2F01434D-FCF5-1A68-85EC-54FBC3C2886F}"/>
                  </a:ext>
                </a:extLst>
              </p:cNvPr>
              <p:cNvSpPr/>
              <p:nvPr/>
            </p:nvSpPr>
            <p:spPr>
              <a:xfrm>
                <a:off x="342581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699" name="pg2699">
                <a:extLst>
                  <a:ext uri="{FF2B5EF4-FFF2-40B4-BE49-F238E27FC236}">
                    <a16:creationId xmlns:a16="http://schemas.microsoft.com/office/drawing/2014/main" id="{0DBAB630-C55B-5D2F-3964-72375165DF17}"/>
                  </a:ext>
                </a:extLst>
              </p:cNvPr>
              <p:cNvSpPr/>
              <p:nvPr/>
            </p:nvSpPr>
            <p:spPr>
              <a:xfrm>
                <a:off x="343745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0" name="pg2700">
                <a:extLst>
                  <a:ext uri="{FF2B5EF4-FFF2-40B4-BE49-F238E27FC236}">
                    <a16:creationId xmlns:a16="http://schemas.microsoft.com/office/drawing/2014/main" id="{FC2E7B26-06B7-8485-64D4-B892BEE3D270}"/>
                  </a:ext>
                </a:extLst>
              </p:cNvPr>
              <p:cNvSpPr/>
              <p:nvPr/>
            </p:nvSpPr>
            <p:spPr>
              <a:xfrm>
                <a:off x="344909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1" name="pg2701">
                <a:extLst>
                  <a:ext uri="{FF2B5EF4-FFF2-40B4-BE49-F238E27FC236}">
                    <a16:creationId xmlns:a16="http://schemas.microsoft.com/office/drawing/2014/main" id="{6A2F0BF5-D3DB-5978-3C19-7F29D5818395}"/>
                  </a:ext>
                </a:extLst>
              </p:cNvPr>
              <p:cNvSpPr/>
              <p:nvPr/>
            </p:nvSpPr>
            <p:spPr>
              <a:xfrm>
                <a:off x="346073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2" name="pg2702">
                <a:extLst>
                  <a:ext uri="{FF2B5EF4-FFF2-40B4-BE49-F238E27FC236}">
                    <a16:creationId xmlns:a16="http://schemas.microsoft.com/office/drawing/2014/main" id="{9266D9D8-5EA4-14B0-B636-310624DCB191}"/>
                  </a:ext>
                </a:extLst>
              </p:cNvPr>
              <p:cNvSpPr/>
              <p:nvPr/>
            </p:nvSpPr>
            <p:spPr>
              <a:xfrm>
                <a:off x="347236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3" name="pg2703">
                <a:extLst>
                  <a:ext uri="{FF2B5EF4-FFF2-40B4-BE49-F238E27FC236}">
                    <a16:creationId xmlns:a16="http://schemas.microsoft.com/office/drawing/2014/main" id="{FF5D73DD-99C1-8550-C35C-D5296709E025}"/>
                  </a:ext>
                </a:extLst>
              </p:cNvPr>
              <p:cNvSpPr/>
              <p:nvPr/>
            </p:nvSpPr>
            <p:spPr>
              <a:xfrm>
                <a:off x="348400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4" name="pg2704">
                <a:extLst>
                  <a:ext uri="{FF2B5EF4-FFF2-40B4-BE49-F238E27FC236}">
                    <a16:creationId xmlns:a16="http://schemas.microsoft.com/office/drawing/2014/main" id="{290CA3C1-6B44-803B-4051-7C714C1425B5}"/>
                  </a:ext>
                </a:extLst>
              </p:cNvPr>
              <p:cNvSpPr/>
              <p:nvPr/>
            </p:nvSpPr>
            <p:spPr>
              <a:xfrm>
                <a:off x="349564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5" name="pg2705">
                <a:extLst>
                  <a:ext uri="{FF2B5EF4-FFF2-40B4-BE49-F238E27FC236}">
                    <a16:creationId xmlns:a16="http://schemas.microsoft.com/office/drawing/2014/main" id="{BB698D9B-BE17-EB42-B3F5-62917130C349}"/>
                  </a:ext>
                </a:extLst>
              </p:cNvPr>
              <p:cNvSpPr/>
              <p:nvPr/>
            </p:nvSpPr>
            <p:spPr>
              <a:xfrm>
                <a:off x="350728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6" name="pg2706">
                <a:extLst>
                  <a:ext uri="{FF2B5EF4-FFF2-40B4-BE49-F238E27FC236}">
                    <a16:creationId xmlns:a16="http://schemas.microsoft.com/office/drawing/2014/main" id="{550776EF-F7DB-EBD2-322D-93CA7807B247}"/>
                  </a:ext>
                </a:extLst>
              </p:cNvPr>
              <p:cNvSpPr/>
              <p:nvPr/>
            </p:nvSpPr>
            <p:spPr>
              <a:xfrm>
                <a:off x="351891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7" name="pg2707">
                <a:extLst>
                  <a:ext uri="{FF2B5EF4-FFF2-40B4-BE49-F238E27FC236}">
                    <a16:creationId xmlns:a16="http://schemas.microsoft.com/office/drawing/2014/main" id="{781AA383-2AD0-111A-C774-EABB05287545}"/>
                  </a:ext>
                </a:extLst>
              </p:cNvPr>
              <p:cNvSpPr/>
              <p:nvPr/>
            </p:nvSpPr>
            <p:spPr>
              <a:xfrm>
                <a:off x="353055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8" name="pg2708">
                <a:extLst>
                  <a:ext uri="{FF2B5EF4-FFF2-40B4-BE49-F238E27FC236}">
                    <a16:creationId xmlns:a16="http://schemas.microsoft.com/office/drawing/2014/main" id="{0B0AFAB6-C8EC-DA29-B2C4-1DBA1F28DBFE}"/>
                  </a:ext>
                </a:extLst>
              </p:cNvPr>
              <p:cNvSpPr/>
              <p:nvPr/>
            </p:nvSpPr>
            <p:spPr>
              <a:xfrm>
                <a:off x="354219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09" name="pg2709">
                <a:extLst>
                  <a:ext uri="{FF2B5EF4-FFF2-40B4-BE49-F238E27FC236}">
                    <a16:creationId xmlns:a16="http://schemas.microsoft.com/office/drawing/2014/main" id="{4EBF56A0-E811-A650-A265-C286ED12DCA7}"/>
                  </a:ext>
                </a:extLst>
              </p:cNvPr>
              <p:cNvSpPr/>
              <p:nvPr/>
            </p:nvSpPr>
            <p:spPr>
              <a:xfrm>
                <a:off x="363529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0" name="pg2710">
                <a:extLst>
                  <a:ext uri="{FF2B5EF4-FFF2-40B4-BE49-F238E27FC236}">
                    <a16:creationId xmlns:a16="http://schemas.microsoft.com/office/drawing/2014/main" id="{2411796A-623E-F304-8559-60646DE627DF}"/>
                  </a:ext>
                </a:extLst>
              </p:cNvPr>
              <p:cNvSpPr/>
              <p:nvPr/>
            </p:nvSpPr>
            <p:spPr>
              <a:xfrm>
                <a:off x="364692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1" name="pg2711">
                <a:extLst>
                  <a:ext uri="{FF2B5EF4-FFF2-40B4-BE49-F238E27FC236}">
                    <a16:creationId xmlns:a16="http://schemas.microsoft.com/office/drawing/2014/main" id="{05544007-48B7-5317-C1BC-AFE650309D0E}"/>
                  </a:ext>
                </a:extLst>
              </p:cNvPr>
              <p:cNvSpPr/>
              <p:nvPr/>
            </p:nvSpPr>
            <p:spPr>
              <a:xfrm>
                <a:off x="365856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2" name="pg2712">
                <a:extLst>
                  <a:ext uri="{FF2B5EF4-FFF2-40B4-BE49-F238E27FC236}">
                    <a16:creationId xmlns:a16="http://schemas.microsoft.com/office/drawing/2014/main" id="{65783A92-15F1-BE31-8124-9F8037BAEADA}"/>
                  </a:ext>
                </a:extLst>
              </p:cNvPr>
              <p:cNvSpPr/>
              <p:nvPr/>
            </p:nvSpPr>
            <p:spPr>
              <a:xfrm>
                <a:off x="368184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3" name="pg2713">
                <a:extLst>
                  <a:ext uri="{FF2B5EF4-FFF2-40B4-BE49-F238E27FC236}">
                    <a16:creationId xmlns:a16="http://schemas.microsoft.com/office/drawing/2014/main" id="{D30F8A96-7741-E53A-BE9C-395BD759E8BF}"/>
                  </a:ext>
                </a:extLst>
              </p:cNvPr>
              <p:cNvSpPr/>
              <p:nvPr/>
            </p:nvSpPr>
            <p:spPr>
              <a:xfrm>
                <a:off x="369347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4" name="pg2714">
                <a:extLst>
                  <a:ext uri="{FF2B5EF4-FFF2-40B4-BE49-F238E27FC236}">
                    <a16:creationId xmlns:a16="http://schemas.microsoft.com/office/drawing/2014/main" id="{EAD72E07-036E-6865-627A-FA6643AA8BEA}"/>
                  </a:ext>
                </a:extLst>
              </p:cNvPr>
              <p:cNvSpPr/>
              <p:nvPr/>
            </p:nvSpPr>
            <p:spPr>
              <a:xfrm>
                <a:off x="370511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5" name="pg2715">
                <a:extLst>
                  <a:ext uri="{FF2B5EF4-FFF2-40B4-BE49-F238E27FC236}">
                    <a16:creationId xmlns:a16="http://schemas.microsoft.com/office/drawing/2014/main" id="{9850C78D-665A-B69E-6D5E-4E707FD76877}"/>
                  </a:ext>
                </a:extLst>
              </p:cNvPr>
              <p:cNvSpPr/>
              <p:nvPr/>
            </p:nvSpPr>
            <p:spPr>
              <a:xfrm>
                <a:off x="371675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6" name="pg2716">
                <a:extLst>
                  <a:ext uri="{FF2B5EF4-FFF2-40B4-BE49-F238E27FC236}">
                    <a16:creationId xmlns:a16="http://schemas.microsoft.com/office/drawing/2014/main" id="{1BC81614-DE1C-C338-A6D8-FE31181997D7}"/>
                  </a:ext>
                </a:extLst>
              </p:cNvPr>
              <p:cNvSpPr/>
              <p:nvPr/>
            </p:nvSpPr>
            <p:spPr>
              <a:xfrm>
                <a:off x="372839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7" name="pg2717">
                <a:extLst>
                  <a:ext uri="{FF2B5EF4-FFF2-40B4-BE49-F238E27FC236}">
                    <a16:creationId xmlns:a16="http://schemas.microsoft.com/office/drawing/2014/main" id="{DCC9FEC4-2A13-6DB6-7558-A82EF3A7E81D}"/>
                  </a:ext>
                </a:extLst>
              </p:cNvPr>
              <p:cNvSpPr/>
              <p:nvPr/>
            </p:nvSpPr>
            <p:spPr>
              <a:xfrm>
                <a:off x="374002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8" name="pg2718">
                <a:extLst>
                  <a:ext uri="{FF2B5EF4-FFF2-40B4-BE49-F238E27FC236}">
                    <a16:creationId xmlns:a16="http://schemas.microsoft.com/office/drawing/2014/main" id="{63A472BE-15B6-B01A-7C3C-998C4F71B05B}"/>
                  </a:ext>
                </a:extLst>
              </p:cNvPr>
              <p:cNvSpPr/>
              <p:nvPr/>
            </p:nvSpPr>
            <p:spPr>
              <a:xfrm>
                <a:off x="375166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19" name="pg2719">
                <a:extLst>
                  <a:ext uri="{FF2B5EF4-FFF2-40B4-BE49-F238E27FC236}">
                    <a16:creationId xmlns:a16="http://schemas.microsoft.com/office/drawing/2014/main" id="{FFB9D21F-A35A-5871-B883-4A1973942871}"/>
                  </a:ext>
                </a:extLst>
              </p:cNvPr>
              <p:cNvSpPr/>
              <p:nvPr/>
            </p:nvSpPr>
            <p:spPr>
              <a:xfrm>
                <a:off x="4124059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0" name="pg2720">
                <a:extLst>
                  <a:ext uri="{FF2B5EF4-FFF2-40B4-BE49-F238E27FC236}">
                    <a16:creationId xmlns:a16="http://schemas.microsoft.com/office/drawing/2014/main" id="{1C668CD6-8043-A55B-FD2B-98D973167DC1}"/>
                  </a:ext>
                </a:extLst>
              </p:cNvPr>
              <p:cNvSpPr/>
              <p:nvPr/>
            </p:nvSpPr>
            <p:spPr>
              <a:xfrm>
                <a:off x="413569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1" name="pg2721">
                <a:extLst>
                  <a:ext uri="{FF2B5EF4-FFF2-40B4-BE49-F238E27FC236}">
                    <a16:creationId xmlns:a16="http://schemas.microsoft.com/office/drawing/2014/main" id="{401DC628-CC76-4F09-D9E2-094892719A99}"/>
                  </a:ext>
                </a:extLst>
              </p:cNvPr>
              <p:cNvSpPr/>
              <p:nvPr/>
            </p:nvSpPr>
            <p:spPr>
              <a:xfrm>
                <a:off x="414733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2" name="pg2722">
                <a:extLst>
                  <a:ext uri="{FF2B5EF4-FFF2-40B4-BE49-F238E27FC236}">
                    <a16:creationId xmlns:a16="http://schemas.microsoft.com/office/drawing/2014/main" id="{E8DE807B-EC53-01B6-414A-95611B449D81}"/>
                  </a:ext>
                </a:extLst>
              </p:cNvPr>
              <p:cNvSpPr/>
              <p:nvPr/>
            </p:nvSpPr>
            <p:spPr>
              <a:xfrm>
                <a:off x="415897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3" name="pg2723">
                <a:extLst>
                  <a:ext uri="{FF2B5EF4-FFF2-40B4-BE49-F238E27FC236}">
                    <a16:creationId xmlns:a16="http://schemas.microsoft.com/office/drawing/2014/main" id="{947A59A7-0642-C09B-CC2F-D7F570DCD87F}"/>
                  </a:ext>
                </a:extLst>
              </p:cNvPr>
              <p:cNvSpPr/>
              <p:nvPr/>
            </p:nvSpPr>
            <p:spPr>
              <a:xfrm>
                <a:off x="417060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4" name="pg2724">
                <a:extLst>
                  <a:ext uri="{FF2B5EF4-FFF2-40B4-BE49-F238E27FC236}">
                    <a16:creationId xmlns:a16="http://schemas.microsoft.com/office/drawing/2014/main" id="{22A042F3-E5CA-6C1C-C387-78091DF3E3A0}"/>
                  </a:ext>
                </a:extLst>
              </p:cNvPr>
              <p:cNvSpPr/>
              <p:nvPr/>
            </p:nvSpPr>
            <p:spPr>
              <a:xfrm>
                <a:off x="418224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5" name="pg2725">
                <a:extLst>
                  <a:ext uri="{FF2B5EF4-FFF2-40B4-BE49-F238E27FC236}">
                    <a16:creationId xmlns:a16="http://schemas.microsoft.com/office/drawing/2014/main" id="{F0C9B60F-780C-7025-1F10-880E7FB8767F}"/>
                  </a:ext>
                </a:extLst>
              </p:cNvPr>
              <p:cNvSpPr/>
              <p:nvPr/>
            </p:nvSpPr>
            <p:spPr>
              <a:xfrm>
                <a:off x="419388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6" name="pg2726">
                <a:extLst>
                  <a:ext uri="{FF2B5EF4-FFF2-40B4-BE49-F238E27FC236}">
                    <a16:creationId xmlns:a16="http://schemas.microsoft.com/office/drawing/2014/main" id="{D4CF5C8B-2C2C-94B6-004E-8AFF61903FB9}"/>
                  </a:ext>
                </a:extLst>
              </p:cNvPr>
              <p:cNvSpPr/>
              <p:nvPr/>
            </p:nvSpPr>
            <p:spPr>
              <a:xfrm>
                <a:off x="420552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7" name="pg2727">
                <a:extLst>
                  <a:ext uri="{FF2B5EF4-FFF2-40B4-BE49-F238E27FC236}">
                    <a16:creationId xmlns:a16="http://schemas.microsoft.com/office/drawing/2014/main" id="{A44642C7-0E41-E780-7ABB-729EDBA55C10}"/>
                  </a:ext>
                </a:extLst>
              </p:cNvPr>
              <p:cNvSpPr/>
              <p:nvPr/>
            </p:nvSpPr>
            <p:spPr>
              <a:xfrm>
                <a:off x="421715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8" name="pg2728">
                <a:extLst>
                  <a:ext uri="{FF2B5EF4-FFF2-40B4-BE49-F238E27FC236}">
                    <a16:creationId xmlns:a16="http://schemas.microsoft.com/office/drawing/2014/main" id="{52D2D626-EE11-C2C9-2F2B-A2C0AE76E027}"/>
                  </a:ext>
                </a:extLst>
              </p:cNvPr>
              <p:cNvSpPr/>
              <p:nvPr/>
            </p:nvSpPr>
            <p:spPr>
              <a:xfrm>
                <a:off x="422879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29" name="pg2729">
                <a:extLst>
                  <a:ext uri="{FF2B5EF4-FFF2-40B4-BE49-F238E27FC236}">
                    <a16:creationId xmlns:a16="http://schemas.microsoft.com/office/drawing/2014/main" id="{37273829-0045-B279-970D-28FF37FE336A}"/>
                  </a:ext>
                </a:extLst>
              </p:cNvPr>
              <p:cNvSpPr/>
              <p:nvPr/>
            </p:nvSpPr>
            <p:spPr>
              <a:xfrm>
                <a:off x="424043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0" name="pg2730">
                <a:extLst>
                  <a:ext uri="{FF2B5EF4-FFF2-40B4-BE49-F238E27FC236}">
                    <a16:creationId xmlns:a16="http://schemas.microsoft.com/office/drawing/2014/main" id="{B988A60E-CDB6-688A-F814-B40A86380D0D}"/>
                  </a:ext>
                </a:extLst>
              </p:cNvPr>
              <p:cNvSpPr/>
              <p:nvPr/>
            </p:nvSpPr>
            <p:spPr>
              <a:xfrm>
                <a:off x="425207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1" name="pg2731">
                <a:extLst>
                  <a:ext uri="{FF2B5EF4-FFF2-40B4-BE49-F238E27FC236}">
                    <a16:creationId xmlns:a16="http://schemas.microsoft.com/office/drawing/2014/main" id="{4DFE3A17-1F86-FDB8-A948-91D61444D709}"/>
                  </a:ext>
                </a:extLst>
              </p:cNvPr>
              <p:cNvSpPr/>
              <p:nvPr/>
            </p:nvSpPr>
            <p:spPr>
              <a:xfrm>
                <a:off x="426370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2" name="pg2732">
                <a:extLst>
                  <a:ext uri="{FF2B5EF4-FFF2-40B4-BE49-F238E27FC236}">
                    <a16:creationId xmlns:a16="http://schemas.microsoft.com/office/drawing/2014/main" id="{5209596D-5DC0-10E7-5F1B-AEE391A1560B}"/>
                  </a:ext>
                </a:extLst>
              </p:cNvPr>
              <p:cNvSpPr/>
              <p:nvPr/>
            </p:nvSpPr>
            <p:spPr>
              <a:xfrm>
                <a:off x="427534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3" name="pg2733">
                <a:extLst>
                  <a:ext uri="{FF2B5EF4-FFF2-40B4-BE49-F238E27FC236}">
                    <a16:creationId xmlns:a16="http://schemas.microsoft.com/office/drawing/2014/main" id="{CBF33990-6764-BE30-644F-6D3F359E2FCD}"/>
                  </a:ext>
                </a:extLst>
              </p:cNvPr>
              <p:cNvSpPr/>
              <p:nvPr/>
            </p:nvSpPr>
            <p:spPr>
              <a:xfrm>
                <a:off x="431025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4" name="pg2734">
                <a:extLst>
                  <a:ext uri="{FF2B5EF4-FFF2-40B4-BE49-F238E27FC236}">
                    <a16:creationId xmlns:a16="http://schemas.microsoft.com/office/drawing/2014/main" id="{55D47D5B-EA30-E8D2-F795-59754B31C46A}"/>
                  </a:ext>
                </a:extLst>
              </p:cNvPr>
              <p:cNvSpPr/>
              <p:nvPr/>
            </p:nvSpPr>
            <p:spPr>
              <a:xfrm>
                <a:off x="4321894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5" name="pg2735">
                <a:extLst>
                  <a:ext uri="{FF2B5EF4-FFF2-40B4-BE49-F238E27FC236}">
                    <a16:creationId xmlns:a16="http://schemas.microsoft.com/office/drawing/2014/main" id="{8DEEE70C-C25E-F646-4C0F-FE29069FECDE}"/>
                  </a:ext>
                </a:extLst>
              </p:cNvPr>
              <p:cNvSpPr/>
              <p:nvPr/>
            </p:nvSpPr>
            <p:spPr>
              <a:xfrm>
                <a:off x="4333531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D">
                  <a:alpha val="100000"/>
                </a:srgbClr>
              </a:solidFill>
              <a:ln w="5420" cap="flat">
                <a:solidFill>
                  <a:srgbClr val="3B52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6" name="pg2736">
                <a:extLst>
                  <a:ext uri="{FF2B5EF4-FFF2-40B4-BE49-F238E27FC236}">
                    <a16:creationId xmlns:a16="http://schemas.microsoft.com/office/drawing/2014/main" id="{617066F0-3382-1786-A847-5F8D1DA73DC1}"/>
                  </a:ext>
                </a:extLst>
              </p:cNvPr>
              <p:cNvSpPr/>
              <p:nvPr/>
            </p:nvSpPr>
            <p:spPr>
              <a:xfrm>
                <a:off x="434516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7" name="pg2737">
                <a:extLst>
                  <a:ext uri="{FF2B5EF4-FFF2-40B4-BE49-F238E27FC236}">
                    <a16:creationId xmlns:a16="http://schemas.microsoft.com/office/drawing/2014/main" id="{594ECADC-FC10-11A0-D6F0-4698F0074336}"/>
                  </a:ext>
                </a:extLst>
              </p:cNvPr>
              <p:cNvSpPr/>
              <p:nvPr/>
            </p:nvSpPr>
            <p:spPr>
              <a:xfrm>
                <a:off x="4356806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8" name="pg2738">
                <a:extLst>
                  <a:ext uri="{FF2B5EF4-FFF2-40B4-BE49-F238E27FC236}">
                    <a16:creationId xmlns:a16="http://schemas.microsoft.com/office/drawing/2014/main" id="{0D224130-982C-B54E-371C-EADC394BC742}"/>
                  </a:ext>
                </a:extLst>
              </p:cNvPr>
              <p:cNvSpPr/>
              <p:nvPr/>
            </p:nvSpPr>
            <p:spPr>
              <a:xfrm>
                <a:off x="4368443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39" name="pg2739">
                <a:extLst>
                  <a:ext uri="{FF2B5EF4-FFF2-40B4-BE49-F238E27FC236}">
                    <a16:creationId xmlns:a16="http://schemas.microsoft.com/office/drawing/2014/main" id="{8D675420-4520-07CA-DF5A-6B50A41B394F}"/>
                  </a:ext>
                </a:extLst>
              </p:cNvPr>
              <p:cNvSpPr/>
              <p:nvPr/>
            </p:nvSpPr>
            <p:spPr>
              <a:xfrm>
                <a:off x="438008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0" name="pg2740">
                <a:extLst>
                  <a:ext uri="{FF2B5EF4-FFF2-40B4-BE49-F238E27FC236}">
                    <a16:creationId xmlns:a16="http://schemas.microsoft.com/office/drawing/2014/main" id="{1B51204E-6AC4-5DE4-82B3-3279D841197C}"/>
                  </a:ext>
                </a:extLst>
              </p:cNvPr>
              <p:cNvSpPr/>
              <p:nvPr/>
            </p:nvSpPr>
            <p:spPr>
              <a:xfrm>
                <a:off x="4566278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1" name="pg2741">
                <a:extLst>
                  <a:ext uri="{FF2B5EF4-FFF2-40B4-BE49-F238E27FC236}">
                    <a16:creationId xmlns:a16="http://schemas.microsoft.com/office/drawing/2014/main" id="{17F39ED2-742F-2256-5449-E955F0F28AC8}"/>
                  </a:ext>
                </a:extLst>
              </p:cNvPr>
              <p:cNvSpPr/>
              <p:nvPr/>
            </p:nvSpPr>
            <p:spPr>
              <a:xfrm>
                <a:off x="4577915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2" name="pg2742">
                <a:extLst>
                  <a:ext uri="{FF2B5EF4-FFF2-40B4-BE49-F238E27FC236}">
                    <a16:creationId xmlns:a16="http://schemas.microsoft.com/office/drawing/2014/main" id="{26BE8B83-BB49-64AE-9B77-5A5D9581A160}"/>
                  </a:ext>
                </a:extLst>
              </p:cNvPr>
              <p:cNvSpPr/>
              <p:nvPr/>
            </p:nvSpPr>
            <p:spPr>
              <a:xfrm>
                <a:off x="4589552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3" name="pg2743">
                <a:extLst>
                  <a:ext uri="{FF2B5EF4-FFF2-40B4-BE49-F238E27FC236}">
                    <a16:creationId xmlns:a16="http://schemas.microsoft.com/office/drawing/2014/main" id="{C2127D31-18CF-25BE-CDC8-217268A22671}"/>
                  </a:ext>
                </a:extLst>
              </p:cNvPr>
              <p:cNvSpPr/>
              <p:nvPr/>
            </p:nvSpPr>
            <p:spPr>
              <a:xfrm>
                <a:off x="4601190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4" name="pg2744">
                <a:extLst>
                  <a:ext uri="{FF2B5EF4-FFF2-40B4-BE49-F238E27FC236}">
                    <a16:creationId xmlns:a16="http://schemas.microsoft.com/office/drawing/2014/main" id="{6CF16711-06E2-5FEE-EB2A-107020D2D357}"/>
                  </a:ext>
                </a:extLst>
              </p:cNvPr>
              <p:cNvSpPr/>
              <p:nvPr/>
            </p:nvSpPr>
            <p:spPr>
              <a:xfrm>
                <a:off x="4612827" y="478139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5" name="pg2745">
                <a:extLst>
                  <a:ext uri="{FF2B5EF4-FFF2-40B4-BE49-F238E27FC236}">
                    <a16:creationId xmlns:a16="http://schemas.microsoft.com/office/drawing/2014/main" id="{BA28AA89-60B4-FC49-686E-9358D4F95B70}"/>
                  </a:ext>
                </a:extLst>
              </p:cNvPr>
              <p:cNvSpPr/>
              <p:nvPr/>
            </p:nvSpPr>
            <p:spPr>
              <a:xfrm>
                <a:off x="311161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6" name="pg2746">
                <a:extLst>
                  <a:ext uri="{FF2B5EF4-FFF2-40B4-BE49-F238E27FC236}">
                    <a16:creationId xmlns:a16="http://schemas.microsoft.com/office/drawing/2014/main" id="{6C5FE179-24BF-DDBF-60BC-0FF1005F9A6B}"/>
                  </a:ext>
                </a:extLst>
              </p:cNvPr>
              <p:cNvSpPr/>
              <p:nvPr/>
            </p:nvSpPr>
            <p:spPr>
              <a:xfrm>
                <a:off x="312324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7" name="pg2747">
                <a:extLst>
                  <a:ext uri="{FF2B5EF4-FFF2-40B4-BE49-F238E27FC236}">
                    <a16:creationId xmlns:a16="http://schemas.microsoft.com/office/drawing/2014/main" id="{68E2DEA7-A906-4751-F8A4-F66280223E47}"/>
                  </a:ext>
                </a:extLst>
              </p:cNvPr>
              <p:cNvSpPr/>
              <p:nvPr/>
            </p:nvSpPr>
            <p:spPr>
              <a:xfrm>
                <a:off x="313488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8" name="pg2748">
                <a:extLst>
                  <a:ext uri="{FF2B5EF4-FFF2-40B4-BE49-F238E27FC236}">
                    <a16:creationId xmlns:a16="http://schemas.microsoft.com/office/drawing/2014/main" id="{00C2CE9A-4011-662F-F00A-2D434A6F8EF1}"/>
                  </a:ext>
                </a:extLst>
              </p:cNvPr>
              <p:cNvSpPr/>
              <p:nvPr/>
            </p:nvSpPr>
            <p:spPr>
              <a:xfrm>
                <a:off x="314652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49" name="pg2749">
                <a:extLst>
                  <a:ext uri="{FF2B5EF4-FFF2-40B4-BE49-F238E27FC236}">
                    <a16:creationId xmlns:a16="http://schemas.microsoft.com/office/drawing/2014/main" id="{914EE0A2-4CCD-E02E-B850-E9C18A3B0A69}"/>
                  </a:ext>
                </a:extLst>
              </p:cNvPr>
              <p:cNvSpPr/>
              <p:nvPr/>
            </p:nvSpPr>
            <p:spPr>
              <a:xfrm>
                <a:off x="315816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0" name="pg2750">
                <a:extLst>
                  <a:ext uri="{FF2B5EF4-FFF2-40B4-BE49-F238E27FC236}">
                    <a16:creationId xmlns:a16="http://schemas.microsoft.com/office/drawing/2014/main" id="{F03E2B5B-FA66-08F3-5D87-3516055B278C}"/>
                  </a:ext>
                </a:extLst>
              </p:cNvPr>
              <p:cNvSpPr/>
              <p:nvPr/>
            </p:nvSpPr>
            <p:spPr>
              <a:xfrm>
                <a:off x="316979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4">
                  <a:alpha val="100000"/>
                </a:srgbClr>
              </a:solidFill>
              <a:ln w="5420" cap="flat">
                <a:solidFill>
                  <a:srgbClr val="3A57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1" name="pg2751">
                <a:extLst>
                  <a:ext uri="{FF2B5EF4-FFF2-40B4-BE49-F238E27FC236}">
                    <a16:creationId xmlns:a16="http://schemas.microsoft.com/office/drawing/2014/main" id="{DF700C60-6B7D-71E8-AB68-C2DFABA59C56}"/>
                  </a:ext>
                </a:extLst>
              </p:cNvPr>
              <p:cNvSpPr/>
              <p:nvPr/>
            </p:nvSpPr>
            <p:spPr>
              <a:xfrm>
                <a:off x="318143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2" name="pg2752">
                <a:extLst>
                  <a:ext uri="{FF2B5EF4-FFF2-40B4-BE49-F238E27FC236}">
                    <a16:creationId xmlns:a16="http://schemas.microsoft.com/office/drawing/2014/main" id="{574CD120-2FA7-79A2-5608-BBC23EE9C5C9}"/>
                  </a:ext>
                </a:extLst>
              </p:cNvPr>
              <p:cNvSpPr/>
              <p:nvPr/>
            </p:nvSpPr>
            <p:spPr>
              <a:xfrm>
                <a:off x="319307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2">
                  <a:alpha val="100000"/>
                </a:srgbClr>
              </a:solidFill>
              <a:ln w="5420" cap="flat">
                <a:solidFill>
                  <a:srgbClr val="3C4B8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3" name="pg2753">
                <a:extLst>
                  <a:ext uri="{FF2B5EF4-FFF2-40B4-BE49-F238E27FC236}">
                    <a16:creationId xmlns:a16="http://schemas.microsoft.com/office/drawing/2014/main" id="{08BE4B24-7B8D-577D-1D28-D403055E7EC4}"/>
                  </a:ext>
                </a:extLst>
              </p:cNvPr>
              <p:cNvSpPr/>
              <p:nvPr/>
            </p:nvSpPr>
            <p:spPr>
              <a:xfrm>
                <a:off x="320471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4" name="pg2754">
                <a:extLst>
                  <a:ext uri="{FF2B5EF4-FFF2-40B4-BE49-F238E27FC236}">
                    <a16:creationId xmlns:a16="http://schemas.microsoft.com/office/drawing/2014/main" id="{89758A5B-EC72-377C-37B7-CF674B5F259D}"/>
                  </a:ext>
                </a:extLst>
              </p:cNvPr>
              <p:cNvSpPr/>
              <p:nvPr/>
            </p:nvSpPr>
            <p:spPr>
              <a:xfrm>
                <a:off x="321634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5" name="pg2755">
                <a:extLst>
                  <a:ext uri="{FF2B5EF4-FFF2-40B4-BE49-F238E27FC236}">
                    <a16:creationId xmlns:a16="http://schemas.microsoft.com/office/drawing/2014/main" id="{38ADB97D-7E1E-33C7-5A48-79D13F6DDD78}"/>
                  </a:ext>
                </a:extLst>
              </p:cNvPr>
              <p:cNvSpPr/>
              <p:nvPr/>
            </p:nvSpPr>
            <p:spPr>
              <a:xfrm>
                <a:off x="322798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6" name="pg2756">
                <a:extLst>
                  <a:ext uri="{FF2B5EF4-FFF2-40B4-BE49-F238E27FC236}">
                    <a16:creationId xmlns:a16="http://schemas.microsoft.com/office/drawing/2014/main" id="{9703BB23-3B84-C0E9-B916-2B95AD530954}"/>
                  </a:ext>
                </a:extLst>
              </p:cNvPr>
              <p:cNvSpPr/>
              <p:nvPr/>
            </p:nvSpPr>
            <p:spPr>
              <a:xfrm>
                <a:off x="323962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7" name="pg2757">
                <a:extLst>
                  <a:ext uri="{FF2B5EF4-FFF2-40B4-BE49-F238E27FC236}">
                    <a16:creationId xmlns:a16="http://schemas.microsoft.com/office/drawing/2014/main" id="{45C2C5BB-E967-EFAA-3AFE-8499C9998926}"/>
                  </a:ext>
                </a:extLst>
              </p:cNvPr>
              <p:cNvSpPr/>
              <p:nvPr/>
            </p:nvSpPr>
            <p:spPr>
              <a:xfrm>
                <a:off x="325125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8" name="pg2758">
                <a:extLst>
                  <a:ext uri="{FF2B5EF4-FFF2-40B4-BE49-F238E27FC236}">
                    <a16:creationId xmlns:a16="http://schemas.microsoft.com/office/drawing/2014/main" id="{C2D6C1DC-D00F-9DB2-87B2-E587B465B22D}"/>
                  </a:ext>
                </a:extLst>
              </p:cNvPr>
              <p:cNvSpPr/>
              <p:nvPr/>
            </p:nvSpPr>
            <p:spPr>
              <a:xfrm>
                <a:off x="326289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5">
                  <a:alpha val="100000"/>
                </a:srgbClr>
              </a:solidFill>
              <a:ln w="5420" cap="flat">
                <a:solidFill>
                  <a:srgbClr val="3B37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59" name="pg2759">
                <a:extLst>
                  <a:ext uri="{FF2B5EF4-FFF2-40B4-BE49-F238E27FC236}">
                    <a16:creationId xmlns:a16="http://schemas.microsoft.com/office/drawing/2014/main" id="{32C13C25-DFB7-5493-4874-58D317175962}"/>
                  </a:ext>
                </a:extLst>
              </p:cNvPr>
              <p:cNvSpPr/>
              <p:nvPr/>
            </p:nvSpPr>
            <p:spPr>
              <a:xfrm>
                <a:off x="327453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0" name="pg2760">
                <a:extLst>
                  <a:ext uri="{FF2B5EF4-FFF2-40B4-BE49-F238E27FC236}">
                    <a16:creationId xmlns:a16="http://schemas.microsoft.com/office/drawing/2014/main" id="{45B1D775-FD80-8062-66DE-B7AE4986E515}"/>
                  </a:ext>
                </a:extLst>
              </p:cNvPr>
              <p:cNvSpPr/>
              <p:nvPr/>
            </p:nvSpPr>
            <p:spPr>
              <a:xfrm>
                <a:off x="328617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1" name="pg2761">
                <a:extLst>
                  <a:ext uri="{FF2B5EF4-FFF2-40B4-BE49-F238E27FC236}">
                    <a16:creationId xmlns:a16="http://schemas.microsoft.com/office/drawing/2014/main" id="{80155BE1-B409-0E33-E83D-390020B0E5C7}"/>
                  </a:ext>
                </a:extLst>
              </p:cNvPr>
              <p:cNvSpPr/>
              <p:nvPr/>
            </p:nvSpPr>
            <p:spPr>
              <a:xfrm>
                <a:off x="329780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2" name="pg2762">
                <a:extLst>
                  <a:ext uri="{FF2B5EF4-FFF2-40B4-BE49-F238E27FC236}">
                    <a16:creationId xmlns:a16="http://schemas.microsoft.com/office/drawing/2014/main" id="{CFB0EA1B-B457-75D3-AEC5-970E031065BE}"/>
                  </a:ext>
                </a:extLst>
              </p:cNvPr>
              <p:cNvSpPr/>
              <p:nvPr/>
            </p:nvSpPr>
            <p:spPr>
              <a:xfrm>
                <a:off x="330944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3" name="pg2763">
                <a:extLst>
                  <a:ext uri="{FF2B5EF4-FFF2-40B4-BE49-F238E27FC236}">
                    <a16:creationId xmlns:a16="http://schemas.microsoft.com/office/drawing/2014/main" id="{9BD31B93-04D7-8E9A-E995-CEB308E5C85F}"/>
                  </a:ext>
                </a:extLst>
              </p:cNvPr>
              <p:cNvSpPr/>
              <p:nvPr/>
            </p:nvSpPr>
            <p:spPr>
              <a:xfrm>
                <a:off x="332108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4" name="pg2764">
                <a:extLst>
                  <a:ext uri="{FF2B5EF4-FFF2-40B4-BE49-F238E27FC236}">
                    <a16:creationId xmlns:a16="http://schemas.microsoft.com/office/drawing/2014/main" id="{89A4AADB-98DC-2C1D-AE23-E775D371C224}"/>
                  </a:ext>
                </a:extLst>
              </p:cNvPr>
              <p:cNvSpPr/>
              <p:nvPr/>
            </p:nvSpPr>
            <p:spPr>
              <a:xfrm>
                <a:off x="333272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5" name="pg2765">
                <a:extLst>
                  <a:ext uri="{FF2B5EF4-FFF2-40B4-BE49-F238E27FC236}">
                    <a16:creationId xmlns:a16="http://schemas.microsoft.com/office/drawing/2014/main" id="{E8731328-99C4-AF0B-1E55-22D9BE537E21}"/>
                  </a:ext>
                </a:extLst>
              </p:cNvPr>
              <p:cNvSpPr/>
              <p:nvPr/>
            </p:nvSpPr>
            <p:spPr>
              <a:xfrm>
                <a:off x="334435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6" name="pg2766">
                <a:extLst>
                  <a:ext uri="{FF2B5EF4-FFF2-40B4-BE49-F238E27FC236}">
                    <a16:creationId xmlns:a16="http://schemas.microsoft.com/office/drawing/2014/main" id="{53B06A53-E9AD-58BD-E0F8-5C3C7987E493}"/>
                  </a:ext>
                </a:extLst>
              </p:cNvPr>
              <p:cNvSpPr/>
              <p:nvPr/>
            </p:nvSpPr>
            <p:spPr>
              <a:xfrm>
                <a:off x="335599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7" name="pg2767">
                <a:extLst>
                  <a:ext uri="{FF2B5EF4-FFF2-40B4-BE49-F238E27FC236}">
                    <a16:creationId xmlns:a16="http://schemas.microsoft.com/office/drawing/2014/main" id="{BBF699C7-6612-4F47-70A6-FF7A31950857}"/>
                  </a:ext>
                </a:extLst>
              </p:cNvPr>
              <p:cNvSpPr/>
              <p:nvPr/>
            </p:nvSpPr>
            <p:spPr>
              <a:xfrm>
                <a:off x="336763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8" name="pg2768">
                <a:extLst>
                  <a:ext uri="{FF2B5EF4-FFF2-40B4-BE49-F238E27FC236}">
                    <a16:creationId xmlns:a16="http://schemas.microsoft.com/office/drawing/2014/main" id="{130A632B-B62E-1D40-9D73-1F0A775E9C1B}"/>
                  </a:ext>
                </a:extLst>
              </p:cNvPr>
              <p:cNvSpPr/>
              <p:nvPr/>
            </p:nvSpPr>
            <p:spPr>
              <a:xfrm>
                <a:off x="337927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69" name="pg2769">
                <a:extLst>
                  <a:ext uri="{FF2B5EF4-FFF2-40B4-BE49-F238E27FC236}">
                    <a16:creationId xmlns:a16="http://schemas.microsoft.com/office/drawing/2014/main" id="{D631979B-03D2-CD55-77D2-CBB980EAF5BA}"/>
                  </a:ext>
                </a:extLst>
              </p:cNvPr>
              <p:cNvSpPr/>
              <p:nvPr/>
            </p:nvSpPr>
            <p:spPr>
              <a:xfrm>
                <a:off x="339090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0" name="pg2770">
                <a:extLst>
                  <a:ext uri="{FF2B5EF4-FFF2-40B4-BE49-F238E27FC236}">
                    <a16:creationId xmlns:a16="http://schemas.microsoft.com/office/drawing/2014/main" id="{77E55DD3-F041-EA48-3F01-ABC71553D4E3}"/>
                  </a:ext>
                </a:extLst>
              </p:cNvPr>
              <p:cNvSpPr/>
              <p:nvPr/>
            </p:nvSpPr>
            <p:spPr>
              <a:xfrm>
                <a:off x="340254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1" name="pg2771">
                <a:extLst>
                  <a:ext uri="{FF2B5EF4-FFF2-40B4-BE49-F238E27FC236}">
                    <a16:creationId xmlns:a16="http://schemas.microsoft.com/office/drawing/2014/main" id="{1DBF01D2-2213-63B6-0400-B37728DBDD5A}"/>
                  </a:ext>
                </a:extLst>
              </p:cNvPr>
              <p:cNvSpPr/>
              <p:nvPr/>
            </p:nvSpPr>
            <p:spPr>
              <a:xfrm>
                <a:off x="341418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2" name="pg2772">
                <a:extLst>
                  <a:ext uri="{FF2B5EF4-FFF2-40B4-BE49-F238E27FC236}">
                    <a16:creationId xmlns:a16="http://schemas.microsoft.com/office/drawing/2014/main" id="{56CBBA38-BD3C-42E1-0624-C607677EE2B3}"/>
                  </a:ext>
                </a:extLst>
              </p:cNvPr>
              <p:cNvSpPr/>
              <p:nvPr/>
            </p:nvSpPr>
            <p:spPr>
              <a:xfrm>
                <a:off x="342581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3" name="pg2773">
                <a:extLst>
                  <a:ext uri="{FF2B5EF4-FFF2-40B4-BE49-F238E27FC236}">
                    <a16:creationId xmlns:a16="http://schemas.microsoft.com/office/drawing/2014/main" id="{A52EE908-1063-0B83-D293-7DE5F92D53F0}"/>
                  </a:ext>
                </a:extLst>
              </p:cNvPr>
              <p:cNvSpPr/>
              <p:nvPr/>
            </p:nvSpPr>
            <p:spPr>
              <a:xfrm>
                <a:off x="343745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4" name="pg2774">
                <a:extLst>
                  <a:ext uri="{FF2B5EF4-FFF2-40B4-BE49-F238E27FC236}">
                    <a16:creationId xmlns:a16="http://schemas.microsoft.com/office/drawing/2014/main" id="{06FB1ECA-983E-FE41-CC70-20DECF05506A}"/>
                  </a:ext>
                </a:extLst>
              </p:cNvPr>
              <p:cNvSpPr/>
              <p:nvPr/>
            </p:nvSpPr>
            <p:spPr>
              <a:xfrm>
                <a:off x="344909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5" name="pg2775">
                <a:extLst>
                  <a:ext uri="{FF2B5EF4-FFF2-40B4-BE49-F238E27FC236}">
                    <a16:creationId xmlns:a16="http://schemas.microsoft.com/office/drawing/2014/main" id="{80531E90-24EF-5688-21D0-D9D8308C1121}"/>
                  </a:ext>
                </a:extLst>
              </p:cNvPr>
              <p:cNvSpPr/>
              <p:nvPr/>
            </p:nvSpPr>
            <p:spPr>
              <a:xfrm>
                <a:off x="346073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6" name="pg2776">
                <a:extLst>
                  <a:ext uri="{FF2B5EF4-FFF2-40B4-BE49-F238E27FC236}">
                    <a16:creationId xmlns:a16="http://schemas.microsoft.com/office/drawing/2014/main" id="{B6C78AE6-2C44-5F36-97C1-3895009034C3}"/>
                  </a:ext>
                </a:extLst>
              </p:cNvPr>
              <p:cNvSpPr/>
              <p:nvPr/>
            </p:nvSpPr>
            <p:spPr>
              <a:xfrm>
                <a:off x="3472369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7" name="pg2777">
                <a:extLst>
                  <a:ext uri="{FF2B5EF4-FFF2-40B4-BE49-F238E27FC236}">
                    <a16:creationId xmlns:a16="http://schemas.microsoft.com/office/drawing/2014/main" id="{3841F1D6-DB1A-4024-D14F-7792FDBB1BC6}"/>
                  </a:ext>
                </a:extLst>
              </p:cNvPr>
              <p:cNvSpPr/>
              <p:nvPr/>
            </p:nvSpPr>
            <p:spPr>
              <a:xfrm>
                <a:off x="348400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8" name="pg2778">
                <a:extLst>
                  <a:ext uri="{FF2B5EF4-FFF2-40B4-BE49-F238E27FC236}">
                    <a16:creationId xmlns:a16="http://schemas.microsoft.com/office/drawing/2014/main" id="{747F5731-B2F8-CBBE-55A1-C4B876243158}"/>
                  </a:ext>
                </a:extLst>
              </p:cNvPr>
              <p:cNvSpPr/>
              <p:nvPr/>
            </p:nvSpPr>
            <p:spPr>
              <a:xfrm>
                <a:off x="349564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79" name="pg2779">
                <a:extLst>
                  <a:ext uri="{FF2B5EF4-FFF2-40B4-BE49-F238E27FC236}">
                    <a16:creationId xmlns:a16="http://schemas.microsoft.com/office/drawing/2014/main" id="{5EC2B83B-C321-E26C-215D-51394EF645DD}"/>
                  </a:ext>
                </a:extLst>
              </p:cNvPr>
              <p:cNvSpPr/>
              <p:nvPr/>
            </p:nvSpPr>
            <p:spPr>
              <a:xfrm>
                <a:off x="350728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0" name="pg2780">
                <a:extLst>
                  <a:ext uri="{FF2B5EF4-FFF2-40B4-BE49-F238E27FC236}">
                    <a16:creationId xmlns:a16="http://schemas.microsoft.com/office/drawing/2014/main" id="{65E4C4CF-F373-4E4F-B188-DF196FFC1DF8}"/>
                  </a:ext>
                </a:extLst>
              </p:cNvPr>
              <p:cNvSpPr/>
              <p:nvPr/>
            </p:nvSpPr>
            <p:spPr>
              <a:xfrm>
                <a:off x="351891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1" name="pg2781">
                <a:extLst>
                  <a:ext uri="{FF2B5EF4-FFF2-40B4-BE49-F238E27FC236}">
                    <a16:creationId xmlns:a16="http://schemas.microsoft.com/office/drawing/2014/main" id="{C0A3C689-529F-1508-7421-1B90CEF2D561}"/>
                  </a:ext>
                </a:extLst>
              </p:cNvPr>
              <p:cNvSpPr/>
              <p:nvPr/>
            </p:nvSpPr>
            <p:spPr>
              <a:xfrm>
                <a:off x="353055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2" name="pg2782">
                <a:extLst>
                  <a:ext uri="{FF2B5EF4-FFF2-40B4-BE49-F238E27FC236}">
                    <a16:creationId xmlns:a16="http://schemas.microsoft.com/office/drawing/2014/main" id="{4443D6EB-56E3-99B7-E958-85942F2CA7D1}"/>
                  </a:ext>
                </a:extLst>
              </p:cNvPr>
              <p:cNvSpPr/>
              <p:nvPr/>
            </p:nvSpPr>
            <p:spPr>
              <a:xfrm>
                <a:off x="354219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3" name="pg2783">
                <a:extLst>
                  <a:ext uri="{FF2B5EF4-FFF2-40B4-BE49-F238E27FC236}">
                    <a16:creationId xmlns:a16="http://schemas.microsoft.com/office/drawing/2014/main" id="{22CB9394-84E4-3936-DB30-0633219A4DA2}"/>
                  </a:ext>
                </a:extLst>
              </p:cNvPr>
              <p:cNvSpPr/>
              <p:nvPr/>
            </p:nvSpPr>
            <p:spPr>
              <a:xfrm>
                <a:off x="355383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4" name="pg2784">
                <a:extLst>
                  <a:ext uri="{FF2B5EF4-FFF2-40B4-BE49-F238E27FC236}">
                    <a16:creationId xmlns:a16="http://schemas.microsoft.com/office/drawing/2014/main" id="{D922696F-9601-04D1-84F6-36B27CC053AA}"/>
                  </a:ext>
                </a:extLst>
              </p:cNvPr>
              <p:cNvSpPr/>
              <p:nvPr/>
            </p:nvSpPr>
            <p:spPr>
              <a:xfrm>
                <a:off x="362365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5" name="pg2785">
                <a:extLst>
                  <a:ext uri="{FF2B5EF4-FFF2-40B4-BE49-F238E27FC236}">
                    <a16:creationId xmlns:a16="http://schemas.microsoft.com/office/drawing/2014/main" id="{C4995638-547D-B1AA-F258-F104939C2575}"/>
                  </a:ext>
                </a:extLst>
              </p:cNvPr>
              <p:cNvSpPr/>
              <p:nvPr/>
            </p:nvSpPr>
            <p:spPr>
              <a:xfrm>
                <a:off x="363529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6" name="pg2786">
                <a:extLst>
                  <a:ext uri="{FF2B5EF4-FFF2-40B4-BE49-F238E27FC236}">
                    <a16:creationId xmlns:a16="http://schemas.microsoft.com/office/drawing/2014/main" id="{A2C1E95F-8349-59B6-1894-2DD8E1DD50DD}"/>
                  </a:ext>
                </a:extLst>
              </p:cNvPr>
              <p:cNvSpPr/>
              <p:nvPr/>
            </p:nvSpPr>
            <p:spPr>
              <a:xfrm>
                <a:off x="364692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7" name="pg2787">
                <a:extLst>
                  <a:ext uri="{FF2B5EF4-FFF2-40B4-BE49-F238E27FC236}">
                    <a16:creationId xmlns:a16="http://schemas.microsoft.com/office/drawing/2014/main" id="{14B8E18F-0391-D708-3E96-B3CE7DA798EB}"/>
                  </a:ext>
                </a:extLst>
              </p:cNvPr>
              <p:cNvSpPr/>
              <p:nvPr/>
            </p:nvSpPr>
            <p:spPr>
              <a:xfrm>
                <a:off x="365856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8" name="pg2788">
                <a:extLst>
                  <a:ext uri="{FF2B5EF4-FFF2-40B4-BE49-F238E27FC236}">
                    <a16:creationId xmlns:a16="http://schemas.microsoft.com/office/drawing/2014/main" id="{7A36C5A8-8C56-BB87-0424-E7C13294079C}"/>
                  </a:ext>
                </a:extLst>
              </p:cNvPr>
              <p:cNvSpPr/>
              <p:nvPr/>
            </p:nvSpPr>
            <p:spPr>
              <a:xfrm>
                <a:off x="367020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89" name="pg2789">
                <a:extLst>
                  <a:ext uri="{FF2B5EF4-FFF2-40B4-BE49-F238E27FC236}">
                    <a16:creationId xmlns:a16="http://schemas.microsoft.com/office/drawing/2014/main" id="{1D5C5903-D11C-D193-DE8E-04C2B0ECF69D}"/>
                  </a:ext>
                </a:extLst>
              </p:cNvPr>
              <p:cNvSpPr/>
              <p:nvPr/>
            </p:nvSpPr>
            <p:spPr>
              <a:xfrm>
                <a:off x="368184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0" name="pg2790">
                <a:extLst>
                  <a:ext uri="{FF2B5EF4-FFF2-40B4-BE49-F238E27FC236}">
                    <a16:creationId xmlns:a16="http://schemas.microsoft.com/office/drawing/2014/main" id="{BA1A6805-C59F-12C4-A881-9BC287B73C4C}"/>
                  </a:ext>
                </a:extLst>
              </p:cNvPr>
              <p:cNvSpPr/>
              <p:nvPr/>
            </p:nvSpPr>
            <p:spPr>
              <a:xfrm>
                <a:off x="369347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1" name="pg2791">
                <a:extLst>
                  <a:ext uri="{FF2B5EF4-FFF2-40B4-BE49-F238E27FC236}">
                    <a16:creationId xmlns:a16="http://schemas.microsoft.com/office/drawing/2014/main" id="{5862D0FA-3B71-A453-B9D7-D80C27ADD076}"/>
                  </a:ext>
                </a:extLst>
              </p:cNvPr>
              <p:cNvSpPr/>
              <p:nvPr/>
            </p:nvSpPr>
            <p:spPr>
              <a:xfrm>
                <a:off x="370511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2" name="pg2792">
                <a:extLst>
                  <a:ext uri="{FF2B5EF4-FFF2-40B4-BE49-F238E27FC236}">
                    <a16:creationId xmlns:a16="http://schemas.microsoft.com/office/drawing/2014/main" id="{7C8C0927-60A9-C5BB-B44D-75D5C453FFAE}"/>
                  </a:ext>
                </a:extLst>
              </p:cNvPr>
              <p:cNvSpPr/>
              <p:nvPr/>
            </p:nvSpPr>
            <p:spPr>
              <a:xfrm>
                <a:off x="371675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3" name="pg2793">
                <a:extLst>
                  <a:ext uri="{FF2B5EF4-FFF2-40B4-BE49-F238E27FC236}">
                    <a16:creationId xmlns:a16="http://schemas.microsoft.com/office/drawing/2014/main" id="{77576D3B-DE1E-B243-89D4-0B12D6630418}"/>
                  </a:ext>
                </a:extLst>
              </p:cNvPr>
              <p:cNvSpPr/>
              <p:nvPr/>
            </p:nvSpPr>
            <p:spPr>
              <a:xfrm>
                <a:off x="372839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4" name="pg2794">
                <a:extLst>
                  <a:ext uri="{FF2B5EF4-FFF2-40B4-BE49-F238E27FC236}">
                    <a16:creationId xmlns:a16="http://schemas.microsoft.com/office/drawing/2014/main" id="{F97844D9-38DC-AF39-A738-02BB2F7DD36E}"/>
                  </a:ext>
                </a:extLst>
              </p:cNvPr>
              <p:cNvSpPr/>
              <p:nvPr/>
            </p:nvSpPr>
            <p:spPr>
              <a:xfrm>
                <a:off x="374002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5" name="pg2795">
                <a:extLst>
                  <a:ext uri="{FF2B5EF4-FFF2-40B4-BE49-F238E27FC236}">
                    <a16:creationId xmlns:a16="http://schemas.microsoft.com/office/drawing/2014/main" id="{B13BE542-8C01-FA07-45EF-C6B5F6784D59}"/>
                  </a:ext>
                </a:extLst>
              </p:cNvPr>
              <p:cNvSpPr/>
              <p:nvPr/>
            </p:nvSpPr>
            <p:spPr>
              <a:xfrm>
                <a:off x="413569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6" name="pg2796">
                <a:extLst>
                  <a:ext uri="{FF2B5EF4-FFF2-40B4-BE49-F238E27FC236}">
                    <a16:creationId xmlns:a16="http://schemas.microsoft.com/office/drawing/2014/main" id="{4CCA0849-6F7A-E732-8BBC-FDD71FDE8AED}"/>
                  </a:ext>
                </a:extLst>
              </p:cNvPr>
              <p:cNvSpPr/>
              <p:nvPr/>
            </p:nvSpPr>
            <p:spPr>
              <a:xfrm>
                <a:off x="414733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7" name="pg2797">
                <a:extLst>
                  <a:ext uri="{FF2B5EF4-FFF2-40B4-BE49-F238E27FC236}">
                    <a16:creationId xmlns:a16="http://schemas.microsoft.com/office/drawing/2014/main" id="{FE563A8E-FF8B-F7C3-EF32-9CD2AD0D268F}"/>
                  </a:ext>
                </a:extLst>
              </p:cNvPr>
              <p:cNvSpPr/>
              <p:nvPr/>
            </p:nvSpPr>
            <p:spPr>
              <a:xfrm>
                <a:off x="415897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8" name="pg2798">
                <a:extLst>
                  <a:ext uri="{FF2B5EF4-FFF2-40B4-BE49-F238E27FC236}">
                    <a16:creationId xmlns:a16="http://schemas.microsoft.com/office/drawing/2014/main" id="{33422ABB-055E-BE5F-9451-84FDD8A129B3}"/>
                  </a:ext>
                </a:extLst>
              </p:cNvPr>
              <p:cNvSpPr/>
              <p:nvPr/>
            </p:nvSpPr>
            <p:spPr>
              <a:xfrm>
                <a:off x="417060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799" name="pg2799">
                <a:extLst>
                  <a:ext uri="{FF2B5EF4-FFF2-40B4-BE49-F238E27FC236}">
                    <a16:creationId xmlns:a16="http://schemas.microsoft.com/office/drawing/2014/main" id="{8C2C0687-6252-6984-B55B-1DB418E2FB46}"/>
                  </a:ext>
                </a:extLst>
              </p:cNvPr>
              <p:cNvSpPr/>
              <p:nvPr/>
            </p:nvSpPr>
            <p:spPr>
              <a:xfrm>
                <a:off x="418224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0" name="pg2800">
                <a:extLst>
                  <a:ext uri="{FF2B5EF4-FFF2-40B4-BE49-F238E27FC236}">
                    <a16:creationId xmlns:a16="http://schemas.microsoft.com/office/drawing/2014/main" id="{4CCD7680-728A-FCEC-232D-AE175002A014}"/>
                  </a:ext>
                </a:extLst>
              </p:cNvPr>
              <p:cNvSpPr/>
              <p:nvPr/>
            </p:nvSpPr>
            <p:spPr>
              <a:xfrm>
                <a:off x="419388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1" name="pg2801">
                <a:extLst>
                  <a:ext uri="{FF2B5EF4-FFF2-40B4-BE49-F238E27FC236}">
                    <a16:creationId xmlns:a16="http://schemas.microsoft.com/office/drawing/2014/main" id="{56FB3CF0-3E74-2DAD-935C-862D3C59A181}"/>
                  </a:ext>
                </a:extLst>
              </p:cNvPr>
              <p:cNvSpPr/>
              <p:nvPr/>
            </p:nvSpPr>
            <p:spPr>
              <a:xfrm>
                <a:off x="420552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2" name="pg2802">
                <a:extLst>
                  <a:ext uri="{FF2B5EF4-FFF2-40B4-BE49-F238E27FC236}">
                    <a16:creationId xmlns:a16="http://schemas.microsoft.com/office/drawing/2014/main" id="{963511E1-AD26-3FB8-A1CF-74B6A76C9968}"/>
                  </a:ext>
                </a:extLst>
              </p:cNvPr>
              <p:cNvSpPr/>
              <p:nvPr/>
            </p:nvSpPr>
            <p:spPr>
              <a:xfrm>
                <a:off x="421715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3" name="pg2803">
                <a:extLst>
                  <a:ext uri="{FF2B5EF4-FFF2-40B4-BE49-F238E27FC236}">
                    <a16:creationId xmlns:a16="http://schemas.microsoft.com/office/drawing/2014/main" id="{AC867871-452F-975D-F301-F4AD08931B6F}"/>
                  </a:ext>
                </a:extLst>
              </p:cNvPr>
              <p:cNvSpPr/>
              <p:nvPr/>
            </p:nvSpPr>
            <p:spPr>
              <a:xfrm>
                <a:off x="422879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4" name="pg2804">
                <a:extLst>
                  <a:ext uri="{FF2B5EF4-FFF2-40B4-BE49-F238E27FC236}">
                    <a16:creationId xmlns:a16="http://schemas.microsoft.com/office/drawing/2014/main" id="{A366BA4C-2DF0-8EDC-DC37-99FB1D36D8E1}"/>
                  </a:ext>
                </a:extLst>
              </p:cNvPr>
              <p:cNvSpPr/>
              <p:nvPr/>
            </p:nvSpPr>
            <p:spPr>
              <a:xfrm>
                <a:off x="424043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5" name="pg2805">
                <a:extLst>
                  <a:ext uri="{FF2B5EF4-FFF2-40B4-BE49-F238E27FC236}">
                    <a16:creationId xmlns:a16="http://schemas.microsoft.com/office/drawing/2014/main" id="{A91228DA-D7CD-FA92-C8AB-2A8F7874592E}"/>
                  </a:ext>
                </a:extLst>
              </p:cNvPr>
              <p:cNvSpPr/>
              <p:nvPr/>
            </p:nvSpPr>
            <p:spPr>
              <a:xfrm>
                <a:off x="432189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9">
                  <a:alpha val="100000"/>
                </a:srgbClr>
              </a:solidFill>
              <a:ln w="5420" cap="flat">
                <a:solidFill>
                  <a:srgbClr val="3B508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6" name="pg2806">
                <a:extLst>
                  <a:ext uri="{FF2B5EF4-FFF2-40B4-BE49-F238E27FC236}">
                    <a16:creationId xmlns:a16="http://schemas.microsoft.com/office/drawing/2014/main" id="{FD3F89B3-4AA8-7DE1-219C-8943A2B69D1B}"/>
                  </a:ext>
                </a:extLst>
              </p:cNvPr>
              <p:cNvSpPr/>
              <p:nvPr/>
            </p:nvSpPr>
            <p:spPr>
              <a:xfrm>
                <a:off x="4333531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7" name="pg2807">
                <a:extLst>
                  <a:ext uri="{FF2B5EF4-FFF2-40B4-BE49-F238E27FC236}">
                    <a16:creationId xmlns:a16="http://schemas.microsoft.com/office/drawing/2014/main" id="{47F379ED-0909-DF76-AEFB-C44A6AD1ACEF}"/>
                  </a:ext>
                </a:extLst>
              </p:cNvPr>
              <p:cNvSpPr/>
              <p:nvPr/>
            </p:nvSpPr>
            <p:spPr>
              <a:xfrm>
                <a:off x="4345168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8" name="pg2808">
                <a:extLst>
                  <a:ext uri="{FF2B5EF4-FFF2-40B4-BE49-F238E27FC236}">
                    <a16:creationId xmlns:a16="http://schemas.microsoft.com/office/drawing/2014/main" id="{D4C02962-AD8C-04FB-036E-7B162DD10E47}"/>
                  </a:ext>
                </a:extLst>
              </p:cNvPr>
              <p:cNvSpPr/>
              <p:nvPr/>
            </p:nvSpPr>
            <p:spPr>
              <a:xfrm>
                <a:off x="4356806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3">
                  <a:alpha val="100000"/>
                </a:srgbClr>
              </a:solidFill>
              <a:ln w="5420" cap="flat">
                <a:solidFill>
                  <a:srgbClr val="3A56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09" name="pg2809">
                <a:extLst>
                  <a:ext uri="{FF2B5EF4-FFF2-40B4-BE49-F238E27FC236}">
                    <a16:creationId xmlns:a16="http://schemas.microsoft.com/office/drawing/2014/main" id="{C6A4120D-D156-BB38-F0A9-9E001729E498}"/>
                  </a:ext>
                </a:extLst>
              </p:cNvPr>
              <p:cNvSpPr/>
              <p:nvPr/>
            </p:nvSpPr>
            <p:spPr>
              <a:xfrm>
                <a:off x="4368443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0" name="pg2810">
                <a:extLst>
                  <a:ext uri="{FF2B5EF4-FFF2-40B4-BE49-F238E27FC236}">
                    <a16:creationId xmlns:a16="http://schemas.microsoft.com/office/drawing/2014/main" id="{D541B477-6A37-F307-1D8D-81C5A340C6AA}"/>
                  </a:ext>
                </a:extLst>
              </p:cNvPr>
              <p:cNvSpPr/>
              <p:nvPr/>
            </p:nvSpPr>
            <p:spPr>
              <a:xfrm>
                <a:off x="438008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1" name="pg2811">
                <a:extLst>
                  <a:ext uri="{FF2B5EF4-FFF2-40B4-BE49-F238E27FC236}">
                    <a16:creationId xmlns:a16="http://schemas.microsoft.com/office/drawing/2014/main" id="{FE142A94-25B3-C849-AB48-11ECF21E01D3}"/>
                  </a:ext>
                </a:extLst>
              </p:cNvPr>
              <p:cNvSpPr/>
              <p:nvPr/>
            </p:nvSpPr>
            <p:spPr>
              <a:xfrm>
                <a:off x="4577915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2" name="pg2812">
                <a:extLst>
                  <a:ext uri="{FF2B5EF4-FFF2-40B4-BE49-F238E27FC236}">
                    <a16:creationId xmlns:a16="http://schemas.microsoft.com/office/drawing/2014/main" id="{08EBBD2D-3C16-9322-AF15-F1392E07092E}"/>
                  </a:ext>
                </a:extLst>
              </p:cNvPr>
              <p:cNvSpPr/>
              <p:nvPr/>
            </p:nvSpPr>
            <p:spPr>
              <a:xfrm>
                <a:off x="4589552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3" name="pg2813">
                <a:extLst>
                  <a:ext uri="{FF2B5EF4-FFF2-40B4-BE49-F238E27FC236}">
                    <a16:creationId xmlns:a16="http://schemas.microsoft.com/office/drawing/2014/main" id="{077AFDB6-8A80-AF49-7377-29ECB4F54961}"/>
                  </a:ext>
                </a:extLst>
              </p:cNvPr>
              <p:cNvSpPr/>
              <p:nvPr/>
            </p:nvSpPr>
            <p:spPr>
              <a:xfrm>
                <a:off x="4601190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4" name="pg2814">
                <a:extLst>
                  <a:ext uri="{FF2B5EF4-FFF2-40B4-BE49-F238E27FC236}">
                    <a16:creationId xmlns:a16="http://schemas.microsoft.com/office/drawing/2014/main" id="{A7A51335-A93B-3E12-2286-AD13B0FFF506}"/>
                  </a:ext>
                </a:extLst>
              </p:cNvPr>
              <p:cNvSpPr/>
              <p:nvPr/>
            </p:nvSpPr>
            <p:spPr>
              <a:xfrm>
                <a:off x="4612827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5" name="pg2815">
                <a:extLst>
                  <a:ext uri="{FF2B5EF4-FFF2-40B4-BE49-F238E27FC236}">
                    <a16:creationId xmlns:a16="http://schemas.microsoft.com/office/drawing/2014/main" id="{A13AF02F-423A-2AD9-B537-9B1FE34B9145}"/>
                  </a:ext>
                </a:extLst>
              </p:cNvPr>
              <p:cNvSpPr/>
              <p:nvPr/>
            </p:nvSpPr>
            <p:spPr>
              <a:xfrm>
                <a:off x="4624464" y="47956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2A1">
                  <a:alpha val="100000"/>
                </a:srgbClr>
              </a:solidFill>
              <a:ln w="5420" cap="flat">
                <a:solidFill>
                  <a:srgbClr val="3B72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6" name="pg2816">
                <a:extLst>
                  <a:ext uri="{FF2B5EF4-FFF2-40B4-BE49-F238E27FC236}">
                    <a16:creationId xmlns:a16="http://schemas.microsoft.com/office/drawing/2014/main" id="{12DF3E4A-56E1-8908-B4CA-17B2A91B827B}"/>
                  </a:ext>
                </a:extLst>
              </p:cNvPr>
              <p:cNvSpPr/>
              <p:nvPr/>
            </p:nvSpPr>
            <p:spPr>
              <a:xfrm>
                <a:off x="311161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7" name="pg2817">
                <a:extLst>
                  <a:ext uri="{FF2B5EF4-FFF2-40B4-BE49-F238E27FC236}">
                    <a16:creationId xmlns:a16="http://schemas.microsoft.com/office/drawing/2014/main" id="{4CA2C57B-F9F8-1137-9B7F-B84C4742B7D8}"/>
                  </a:ext>
                </a:extLst>
              </p:cNvPr>
              <p:cNvSpPr/>
              <p:nvPr/>
            </p:nvSpPr>
            <p:spPr>
              <a:xfrm>
                <a:off x="312324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8" name="pg2818">
                <a:extLst>
                  <a:ext uri="{FF2B5EF4-FFF2-40B4-BE49-F238E27FC236}">
                    <a16:creationId xmlns:a16="http://schemas.microsoft.com/office/drawing/2014/main" id="{FABA19B8-24D0-B1EF-511F-817F442D205D}"/>
                  </a:ext>
                </a:extLst>
              </p:cNvPr>
              <p:cNvSpPr/>
              <p:nvPr/>
            </p:nvSpPr>
            <p:spPr>
              <a:xfrm>
                <a:off x="313488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19" name="pg2819">
                <a:extLst>
                  <a:ext uri="{FF2B5EF4-FFF2-40B4-BE49-F238E27FC236}">
                    <a16:creationId xmlns:a16="http://schemas.microsoft.com/office/drawing/2014/main" id="{374AEE1D-B300-EDD4-1086-F1632894E5A2}"/>
                  </a:ext>
                </a:extLst>
              </p:cNvPr>
              <p:cNvSpPr/>
              <p:nvPr/>
            </p:nvSpPr>
            <p:spPr>
              <a:xfrm>
                <a:off x="314652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0" name="pg2820">
                <a:extLst>
                  <a:ext uri="{FF2B5EF4-FFF2-40B4-BE49-F238E27FC236}">
                    <a16:creationId xmlns:a16="http://schemas.microsoft.com/office/drawing/2014/main" id="{16EAEACD-355E-2429-5CC0-E8EF32600572}"/>
                  </a:ext>
                </a:extLst>
              </p:cNvPr>
              <p:cNvSpPr/>
              <p:nvPr/>
            </p:nvSpPr>
            <p:spPr>
              <a:xfrm>
                <a:off x="315816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1" name="pg2821">
                <a:extLst>
                  <a:ext uri="{FF2B5EF4-FFF2-40B4-BE49-F238E27FC236}">
                    <a16:creationId xmlns:a16="http://schemas.microsoft.com/office/drawing/2014/main" id="{A6DB1354-391C-4060-7AED-AE254FA4D397}"/>
                  </a:ext>
                </a:extLst>
              </p:cNvPr>
              <p:cNvSpPr/>
              <p:nvPr/>
            </p:nvSpPr>
            <p:spPr>
              <a:xfrm>
                <a:off x="316979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2" name="pg2822">
                <a:extLst>
                  <a:ext uri="{FF2B5EF4-FFF2-40B4-BE49-F238E27FC236}">
                    <a16:creationId xmlns:a16="http://schemas.microsoft.com/office/drawing/2014/main" id="{6A608EF4-87E0-81A9-E452-F62CBBE607C4}"/>
                  </a:ext>
                </a:extLst>
              </p:cNvPr>
              <p:cNvSpPr/>
              <p:nvPr/>
            </p:nvSpPr>
            <p:spPr>
              <a:xfrm>
                <a:off x="318143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0">
                  <a:alpha val="100000"/>
                </a:srgbClr>
              </a:solidFill>
              <a:ln w="5420" cap="flat">
                <a:solidFill>
                  <a:srgbClr val="3B559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3" name="pg2823">
                <a:extLst>
                  <a:ext uri="{FF2B5EF4-FFF2-40B4-BE49-F238E27FC236}">
                    <a16:creationId xmlns:a16="http://schemas.microsoft.com/office/drawing/2014/main" id="{2BB01140-73C3-95D1-F374-F4D6D1D46391}"/>
                  </a:ext>
                </a:extLst>
              </p:cNvPr>
              <p:cNvSpPr/>
              <p:nvPr/>
            </p:nvSpPr>
            <p:spPr>
              <a:xfrm>
                <a:off x="319307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4" name="pg2824">
                <a:extLst>
                  <a:ext uri="{FF2B5EF4-FFF2-40B4-BE49-F238E27FC236}">
                    <a16:creationId xmlns:a16="http://schemas.microsoft.com/office/drawing/2014/main" id="{4C167A5C-43AF-738E-5A93-349D23015E46}"/>
                  </a:ext>
                </a:extLst>
              </p:cNvPr>
              <p:cNvSpPr/>
              <p:nvPr/>
            </p:nvSpPr>
            <p:spPr>
              <a:xfrm>
                <a:off x="320471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5" name="pg2825">
                <a:extLst>
                  <a:ext uri="{FF2B5EF4-FFF2-40B4-BE49-F238E27FC236}">
                    <a16:creationId xmlns:a16="http://schemas.microsoft.com/office/drawing/2014/main" id="{0D376A47-6701-47BC-898C-8BE7C39F358B}"/>
                  </a:ext>
                </a:extLst>
              </p:cNvPr>
              <p:cNvSpPr/>
              <p:nvPr/>
            </p:nvSpPr>
            <p:spPr>
              <a:xfrm>
                <a:off x="321634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6" name="pg2826">
                <a:extLst>
                  <a:ext uri="{FF2B5EF4-FFF2-40B4-BE49-F238E27FC236}">
                    <a16:creationId xmlns:a16="http://schemas.microsoft.com/office/drawing/2014/main" id="{901B745F-4E85-E191-7869-774A49B5BBDE}"/>
                  </a:ext>
                </a:extLst>
              </p:cNvPr>
              <p:cNvSpPr/>
              <p:nvPr/>
            </p:nvSpPr>
            <p:spPr>
              <a:xfrm>
                <a:off x="322798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7" name="pg2827">
                <a:extLst>
                  <a:ext uri="{FF2B5EF4-FFF2-40B4-BE49-F238E27FC236}">
                    <a16:creationId xmlns:a16="http://schemas.microsoft.com/office/drawing/2014/main" id="{C9E6C136-C378-BDBB-175E-31F2B6642841}"/>
                  </a:ext>
                </a:extLst>
              </p:cNvPr>
              <p:cNvSpPr/>
              <p:nvPr/>
            </p:nvSpPr>
            <p:spPr>
              <a:xfrm>
                <a:off x="323962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8" name="pg2828">
                <a:extLst>
                  <a:ext uri="{FF2B5EF4-FFF2-40B4-BE49-F238E27FC236}">
                    <a16:creationId xmlns:a16="http://schemas.microsoft.com/office/drawing/2014/main" id="{663D78A3-C452-72CE-3F72-636F7DAB4F9E}"/>
                  </a:ext>
                </a:extLst>
              </p:cNvPr>
              <p:cNvSpPr/>
              <p:nvPr/>
            </p:nvSpPr>
            <p:spPr>
              <a:xfrm>
                <a:off x="325125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29" name="pg2829">
                <a:extLst>
                  <a:ext uri="{FF2B5EF4-FFF2-40B4-BE49-F238E27FC236}">
                    <a16:creationId xmlns:a16="http://schemas.microsoft.com/office/drawing/2014/main" id="{D50F2C48-28EB-CD7B-57A3-0BC28F64EA07}"/>
                  </a:ext>
                </a:extLst>
              </p:cNvPr>
              <p:cNvSpPr/>
              <p:nvPr/>
            </p:nvSpPr>
            <p:spPr>
              <a:xfrm>
                <a:off x="326289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0" name="pg2830">
                <a:extLst>
                  <a:ext uri="{FF2B5EF4-FFF2-40B4-BE49-F238E27FC236}">
                    <a16:creationId xmlns:a16="http://schemas.microsoft.com/office/drawing/2014/main" id="{A2D52010-C153-53C3-C1BB-35AC3B018C27}"/>
                  </a:ext>
                </a:extLst>
              </p:cNvPr>
              <p:cNvSpPr/>
              <p:nvPr/>
            </p:nvSpPr>
            <p:spPr>
              <a:xfrm>
                <a:off x="327453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1" name="pg2831">
                <a:extLst>
                  <a:ext uri="{FF2B5EF4-FFF2-40B4-BE49-F238E27FC236}">
                    <a16:creationId xmlns:a16="http://schemas.microsoft.com/office/drawing/2014/main" id="{7391C0FB-478C-F7F5-6B2C-609A65AF6E07}"/>
                  </a:ext>
                </a:extLst>
              </p:cNvPr>
              <p:cNvSpPr/>
              <p:nvPr/>
            </p:nvSpPr>
            <p:spPr>
              <a:xfrm>
                <a:off x="328617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2" name="pg2832">
                <a:extLst>
                  <a:ext uri="{FF2B5EF4-FFF2-40B4-BE49-F238E27FC236}">
                    <a16:creationId xmlns:a16="http://schemas.microsoft.com/office/drawing/2014/main" id="{74544CD9-E172-672C-29E8-C03A8FFA0275}"/>
                  </a:ext>
                </a:extLst>
              </p:cNvPr>
              <p:cNvSpPr/>
              <p:nvPr/>
            </p:nvSpPr>
            <p:spPr>
              <a:xfrm>
                <a:off x="329780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3" name="pg2833">
                <a:extLst>
                  <a:ext uri="{FF2B5EF4-FFF2-40B4-BE49-F238E27FC236}">
                    <a16:creationId xmlns:a16="http://schemas.microsoft.com/office/drawing/2014/main" id="{FBDAD09A-9B87-28C1-FF08-369ED8C17154}"/>
                  </a:ext>
                </a:extLst>
              </p:cNvPr>
              <p:cNvSpPr/>
              <p:nvPr/>
            </p:nvSpPr>
            <p:spPr>
              <a:xfrm>
                <a:off x="330944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4" name="pg2834">
                <a:extLst>
                  <a:ext uri="{FF2B5EF4-FFF2-40B4-BE49-F238E27FC236}">
                    <a16:creationId xmlns:a16="http://schemas.microsoft.com/office/drawing/2014/main" id="{D6C3EF9D-38B1-4757-29CF-DC59B17C4145}"/>
                  </a:ext>
                </a:extLst>
              </p:cNvPr>
              <p:cNvSpPr/>
              <p:nvPr/>
            </p:nvSpPr>
            <p:spPr>
              <a:xfrm>
                <a:off x="332108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5" name="pg2835">
                <a:extLst>
                  <a:ext uri="{FF2B5EF4-FFF2-40B4-BE49-F238E27FC236}">
                    <a16:creationId xmlns:a16="http://schemas.microsoft.com/office/drawing/2014/main" id="{21D3F5AB-E71D-FDDE-CD5A-F7D23DDCAF22}"/>
                  </a:ext>
                </a:extLst>
              </p:cNvPr>
              <p:cNvSpPr/>
              <p:nvPr/>
            </p:nvSpPr>
            <p:spPr>
              <a:xfrm>
                <a:off x="333272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6" name="pg2836">
                <a:extLst>
                  <a:ext uri="{FF2B5EF4-FFF2-40B4-BE49-F238E27FC236}">
                    <a16:creationId xmlns:a16="http://schemas.microsoft.com/office/drawing/2014/main" id="{673A475A-8776-01DA-49F4-EFE758EF5AB1}"/>
                  </a:ext>
                </a:extLst>
              </p:cNvPr>
              <p:cNvSpPr/>
              <p:nvPr/>
            </p:nvSpPr>
            <p:spPr>
              <a:xfrm>
                <a:off x="334435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7" name="pg2837">
                <a:extLst>
                  <a:ext uri="{FF2B5EF4-FFF2-40B4-BE49-F238E27FC236}">
                    <a16:creationId xmlns:a16="http://schemas.microsoft.com/office/drawing/2014/main" id="{9ED44B8C-BA79-D893-876E-C206725815E2}"/>
                  </a:ext>
                </a:extLst>
              </p:cNvPr>
              <p:cNvSpPr/>
              <p:nvPr/>
            </p:nvSpPr>
            <p:spPr>
              <a:xfrm>
                <a:off x="335599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8" name="pg2838">
                <a:extLst>
                  <a:ext uri="{FF2B5EF4-FFF2-40B4-BE49-F238E27FC236}">
                    <a16:creationId xmlns:a16="http://schemas.microsoft.com/office/drawing/2014/main" id="{4185AA5F-5CA8-D1DE-08B4-4F307DCEA12D}"/>
                  </a:ext>
                </a:extLst>
              </p:cNvPr>
              <p:cNvSpPr/>
              <p:nvPr/>
            </p:nvSpPr>
            <p:spPr>
              <a:xfrm>
                <a:off x="336763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39" name="pg2839">
                <a:extLst>
                  <a:ext uri="{FF2B5EF4-FFF2-40B4-BE49-F238E27FC236}">
                    <a16:creationId xmlns:a16="http://schemas.microsoft.com/office/drawing/2014/main" id="{FC4FCBEE-FB35-1766-76ED-F45E77777284}"/>
                  </a:ext>
                </a:extLst>
              </p:cNvPr>
              <p:cNvSpPr/>
              <p:nvPr/>
            </p:nvSpPr>
            <p:spPr>
              <a:xfrm>
                <a:off x="337927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0" name="pg2840">
                <a:extLst>
                  <a:ext uri="{FF2B5EF4-FFF2-40B4-BE49-F238E27FC236}">
                    <a16:creationId xmlns:a16="http://schemas.microsoft.com/office/drawing/2014/main" id="{36B17BEF-A061-BBD9-94A4-A64CFB16867A}"/>
                  </a:ext>
                </a:extLst>
              </p:cNvPr>
              <p:cNvSpPr/>
              <p:nvPr/>
            </p:nvSpPr>
            <p:spPr>
              <a:xfrm>
                <a:off x="339090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1" name="pg2841">
                <a:extLst>
                  <a:ext uri="{FF2B5EF4-FFF2-40B4-BE49-F238E27FC236}">
                    <a16:creationId xmlns:a16="http://schemas.microsoft.com/office/drawing/2014/main" id="{20AF711E-43C3-BB54-2383-F34AE62B2247}"/>
                  </a:ext>
                </a:extLst>
              </p:cNvPr>
              <p:cNvSpPr/>
              <p:nvPr/>
            </p:nvSpPr>
            <p:spPr>
              <a:xfrm>
                <a:off x="340254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2" name="pg2842">
                <a:extLst>
                  <a:ext uri="{FF2B5EF4-FFF2-40B4-BE49-F238E27FC236}">
                    <a16:creationId xmlns:a16="http://schemas.microsoft.com/office/drawing/2014/main" id="{C6F88E43-8A5C-DD6B-B4B6-B10639F4C728}"/>
                  </a:ext>
                </a:extLst>
              </p:cNvPr>
              <p:cNvSpPr/>
              <p:nvPr/>
            </p:nvSpPr>
            <p:spPr>
              <a:xfrm>
                <a:off x="341418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3" name="pg2843">
                <a:extLst>
                  <a:ext uri="{FF2B5EF4-FFF2-40B4-BE49-F238E27FC236}">
                    <a16:creationId xmlns:a16="http://schemas.microsoft.com/office/drawing/2014/main" id="{760C2D7A-D582-7E34-60C7-E2AEBAB16C30}"/>
                  </a:ext>
                </a:extLst>
              </p:cNvPr>
              <p:cNvSpPr/>
              <p:nvPr/>
            </p:nvSpPr>
            <p:spPr>
              <a:xfrm>
                <a:off x="342581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4" name="pg2844">
                <a:extLst>
                  <a:ext uri="{FF2B5EF4-FFF2-40B4-BE49-F238E27FC236}">
                    <a16:creationId xmlns:a16="http://schemas.microsoft.com/office/drawing/2014/main" id="{F128EB47-33B4-D91D-1181-914F7DC4822D}"/>
                  </a:ext>
                </a:extLst>
              </p:cNvPr>
              <p:cNvSpPr/>
              <p:nvPr/>
            </p:nvSpPr>
            <p:spPr>
              <a:xfrm>
                <a:off x="343745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5" name="pg2845">
                <a:extLst>
                  <a:ext uri="{FF2B5EF4-FFF2-40B4-BE49-F238E27FC236}">
                    <a16:creationId xmlns:a16="http://schemas.microsoft.com/office/drawing/2014/main" id="{B2E5044E-65A9-EFFD-CFA1-D42BBEB82F54}"/>
                  </a:ext>
                </a:extLst>
              </p:cNvPr>
              <p:cNvSpPr/>
              <p:nvPr/>
            </p:nvSpPr>
            <p:spPr>
              <a:xfrm>
                <a:off x="344909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6" name="pg2846">
                <a:extLst>
                  <a:ext uri="{FF2B5EF4-FFF2-40B4-BE49-F238E27FC236}">
                    <a16:creationId xmlns:a16="http://schemas.microsoft.com/office/drawing/2014/main" id="{FF9C152F-79AA-D410-3D49-09619E4BEC2F}"/>
                  </a:ext>
                </a:extLst>
              </p:cNvPr>
              <p:cNvSpPr/>
              <p:nvPr/>
            </p:nvSpPr>
            <p:spPr>
              <a:xfrm>
                <a:off x="346073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7" name="pg2847">
                <a:extLst>
                  <a:ext uri="{FF2B5EF4-FFF2-40B4-BE49-F238E27FC236}">
                    <a16:creationId xmlns:a16="http://schemas.microsoft.com/office/drawing/2014/main" id="{C6645162-F222-A6D6-B625-DBF50300E4D7}"/>
                  </a:ext>
                </a:extLst>
              </p:cNvPr>
              <p:cNvSpPr/>
              <p:nvPr/>
            </p:nvSpPr>
            <p:spPr>
              <a:xfrm>
                <a:off x="3472369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8" name="pg2848">
                <a:extLst>
                  <a:ext uri="{FF2B5EF4-FFF2-40B4-BE49-F238E27FC236}">
                    <a16:creationId xmlns:a16="http://schemas.microsoft.com/office/drawing/2014/main" id="{7646773B-6330-0633-B354-AD335E989575}"/>
                  </a:ext>
                </a:extLst>
              </p:cNvPr>
              <p:cNvSpPr/>
              <p:nvPr/>
            </p:nvSpPr>
            <p:spPr>
              <a:xfrm>
                <a:off x="348400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49" name="pg2849">
                <a:extLst>
                  <a:ext uri="{FF2B5EF4-FFF2-40B4-BE49-F238E27FC236}">
                    <a16:creationId xmlns:a16="http://schemas.microsoft.com/office/drawing/2014/main" id="{B8105758-2B41-084D-9B3F-5F4EBADB6663}"/>
                  </a:ext>
                </a:extLst>
              </p:cNvPr>
              <p:cNvSpPr/>
              <p:nvPr/>
            </p:nvSpPr>
            <p:spPr>
              <a:xfrm>
                <a:off x="349564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0" name="pg2850">
                <a:extLst>
                  <a:ext uri="{FF2B5EF4-FFF2-40B4-BE49-F238E27FC236}">
                    <a16:creationId xmlns:a16="http://schemas.microsoft.com/office/drawing/2014/main" id="{915752BC-BC52-6D06-3C5C-1D73AC9FCCA9}"/>
                  </a:ext>
                </a:extLst>
              </p:cNvPr>
              <p:cNvSpPr/>
              <p:nvPr/>
            </p:nvSpPr>
            <p:spPr>
              <a:xfrm>
                <a:off x="350728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1" name="pg2851">
                <a:extLst>
                  <a:ext uri="{FF2B5EF4-FFF2-40B4-BE49-F238E27FC236}">
                    <a16:creationId xmlns:a16="http://schemas.microsoft.com/office/drawing/2014/main" id="{81C36FB8-5EF0-0466-28D9-79C949EF9DBE}"/>
                  </a:ext>
                </a:extLst>
              </p:cNvPr>
              <p:cNvSpPr/>
              <p:nvPr/>
            </p:nvSpPr>
            <p:spPr>
              <a:xfrm>
                <a:off x="351891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2" name="pg2852">
                <a:extLst>
                  <a:ext uri="{FF2B5EF4-FFF2-40B4-BE49-F238E27FC236}">
                    <a16:creationId xmlns:a16="http://schemas.microsoft.com/office/drawing/2014/main" id="{287FF1F6-0402-52DC-4E2E-67BD36794504}"/>
                  </a:ext>
                </a:extLst>
              </p:cNvPr>
              <p:cNvSpPr/>
              <p:nvPr/>
            </p:nvSpPr>
            <p:spPr>
              <a:xfrm>
                <a:off x="353055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3" name="pg2853">
                <a:extLst>
                  <a:ext uri="{FF2B5EF4-FFF2-40B4-BE49-F238E27FC236}">
                    <a16:creationId xmlns:a16="http://schemas.microsoft.com/office/drawing/2014/main" id="{A54E25BB-8609-0EF0-0E82-A6C05B303126}"/>
                  </a:ext>
                </a:extLst>
              </p:cNvPr>
              <p:cNvSpPr/>
              <p:nvPr/>
            </p:nvSpPr>
            <p:spPr>
              <a:xfrm>
                <a:off x="354219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4" name="pg2854">
                <a:extLst>
                  <a:ext uri="{FF2B5EF4-FFF2-40B4-BE49-F238E27FC236}">
                    <a16:creationId xmlns:a16="http://schemas.microsoft.com/office/drawing/2014/main" id="{4CD779A5-334B-4E3A-47D9-DCDB46727BE8}"/>
                  </a:ext>
                </a:extLst>
              </p:cNvPr>
              <p:cNvSpPr/>
              <p:nvPr/>
            </p:nvSpPr>
            <p:spPr>
              <a:xfrm>
                <a:off x="355383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5" name="pg2855">
                <a:extLst>
                  <a:ext uri="{FF2B5EF4-FFF2-40B4-BE49-F238E27FC236}">
                    <a16:creationId xmlns:a16="http://schemas.microsoft.com/office/drawing/2014/main" id="{50FD6AF5-EBE4-8F18-68DC-2150CFC604A5}"/>
                  </a:ext>
                </a:extLst>
              </p:cNvPr>
              <p:cNvSpPr/>
              <p:nvPr/>
            </p:nvSpPr>
            <p:spPr>
              <a:xfrm>
                <a:off x="361201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6" name="pg2856">
                <a:extLst>
                  <a:ext uri="{FF2B5EF4-FFF2-40B4-BE49-F238E27FC236}">
                    <a16:creationId xmlns:a16="http://schemas.microsoft.com/office/drawing/2014/main" id="{08DB3C68-A88B-376D-D8D2-61F19D101E1A}"/>
                  </a:ext>
                </a:extLst>
              </p:cNvPr>
              <p:cNvSpPr/>
              <p:nvPr/>
            </p:nvSpPr>
            <p:spPr>
              <a:xfrm>
                <a:off x="362365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7" name="pg2857">
                <a:extLst>
                  <a:ext uri="{FF2B5EF4-FFF2-40B4-BE49-F238E27FC236}">
                    <a16:creationId xmlns:a16="http://schemas.microsoft.com/office/drawing/2014/main" id="{5A2991C9-FFDE-5C11-C8FB-FC433B301191}"/>
                  </a:ext>
                </a:extLst>
              </p:cNvPr>
              <p:cNvSpPr/>
              <p:nvPr/>
            </p:nvSpPr>
            <p:spPr>
              <a:xfrm>
                <a:off x="363529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8" name="pg2858">
                <a:extLst>
                  <a:ext uri="{FF2B5EF4-FFF2-40B4-BE49-F238E27FC236}">
                    <a16:creationId xmlns:a16="http://schemas.microsoft.com/office/drawing/2014/main" id="{4AE55A59-6104-6ED2-4624-B2BF0DF2406A}"/>
                  </a:ext>
                </a:extLst>
              </p:cNvPr>
              <p:cNvSpPr/>
              <p:nvPr/>
            </p:nvSpPr>
            <p:spPr>
              <a:xfrm>
                <a:off x="364692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59" name="pg2859">
                <a:extLst>
                  <a:ext uri="{FF2B5EF4-FFF2-40B4-BE49-F238E27FC236}">
                    <a16:creationId xmlns:a16="http://schemas.microsoft.com/office/drawing/2014/main" id="{413C4598-0446-29C4-46D1-C43E2EDFE33F}"/>
                  </a:ext>
                </a:extLst>
              </p:cNvPr>
              <p:cNvSpPr/>
              <p:nvPr/>
            </p:nvSpPr>
            <p:spPr>
              <a:xfrm>
                <a:off x="365856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0" name="pg2860">
                <a:extLst>
                  <a:ext uri="{FF2B5EF4-FFF2-40B4-BE49-F238E27FC236}">
                    <a16:creationId xmlns:a16="http://schemas.microsoft.com/office/drawing/2014/main" id="{FF6FF619-34A3-9F61-72AB-BD4096578F5B}"/>
                  </a:ext>
                </a:extLst>
              </p:cNvPr>
              <p:cNvSpPr/>
              <p:nvPr/>
            </p:nvSpPr>
            <p:spPr>
              <a:xfrm>
                <a:off x="367020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1" name="pg2861">
                <a:extLst>
                  <a:ext uri="{FF2B5EF4-FFF2-40B4-BE49-F238E27FC236}">
                    <a16:creationId xmlns:a16="http://schemas.microsoft.com/office/drawing/2014/main" id="{A8313FE2-4C92-249F-8EAE-C2382784BBE2}"/>
                  </a:ext>
                </a:extLst>
              </p:cNvPr>
              <p:cNvSpPr/>
              <p:nvPr/>
            </p:nvSpPr>
            <p:spPr>
              <a:xfrm>
                <a:off x="368184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2" name="pg2862">
                <a:extLst>
                  <a:ext uri="{FF2B5EF4-FFF2-40B4-BE49-F238E27FC236}">
                    <a16:creationId xmlns:a16="http://schemas.microsoft.com/office/drawing/2014/main" id="{CC157A8C-BD75-F25C-A64B-75368107A6EB}"/>
                  </a:ext>
                </a:extLst>
              </p:cNvPr>
              <p:cNvSpPr/>
              <p:nvPr/>
            </p:nvSpPr>
            <p:spPr>
              <a:xfrm>
                <a:off x="369347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3" name="pg2863">
                <a:extLst>
                  <a:ext uri="{FF2B5EF4-FFF2-40B4-BE49-F238E27FC236}">
                    <a16:creationId xmlns:a16="http://schemas.microsoft.com/office/drawing/2014/main" id="{1F0169DE-2461-1EAB-50C5-4C583867F0E6}"/>
                  </a:ext>
                </a:extLst>
              </p:cNvPr>
              <p:cNvSpPr/>
              <p:nvPr/>
            </p:nvSpPr>
            <p:spPr>
              <a:xfrm>
                <a:off x="370511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4" name="pg2864">
                <a:extLst>
                  <a:ext uri="{FF2B5EF4-FFF2-40B4-BE49-F238E27FC236}">
                    <a16:creationId xmlns:a16="http://schemas.microsoft.com/office/drawing/2014/main" id="{E308DD84-2D7E-CFE4-E443-3D61388F2848}"/>
                  </a:ext>
                </a:extLst>
              </p:cNvPr>
              <p:cNvSpPr/>
              <p:nvPr/>
            </p:nvSpPr>
            <p:spPr>
              <a:xfrm>
                <a:off x="371675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5" name="pg2865">
                <a:extLst>
                  <a:ext uri="{FF2B5EF4-FFF2-40B4-BE49-F238E27FC236}">
                    <a16:creationId xmlns:a16="http://schemas.microsoft.com/office/drawing/2014/main" id="{072987CB-0B1C-EDF6-CB37-BD12EBA834FB}"/>
                  </a:ext>
                </a:extLst>
              </p:cNvPr>
              <p:cNvSpPr/>
              <p:nvPr/>
            </p:nvSpPr>
            <p:spPr>
              <a:xfrm>
                <a:off x="372839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6" name="pg2866">
                <a:extLst>
                  <a:ext uri="{FF2B5EF4-FFF2-40B4-BE49-F238E27FC236}">
                    <a16:creationId xmlns:a16="http://schemas.microsoft.com/office/drawing/2014/main" id="{49FAFC1A-D38E-1118-6C35-F78ED41CBCDA}"/>
                  </a:ext>
                </a:extLst>
              </p:cNvPr>
              <p:cNvSpPr/>
              <p:nvPr/>
            </p:nvSpPr>
            <p:spPr>
              <a:xfrm>
                <a:off x="374002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7" name="pg2867">
                <a:extLst>
                  <a:ext uri="{FF2B5EF4-FFF2-40B4-BE49-F238E27FC236}">
                    <a16:creationId xmlns:a16="http://schemas.microsoft.com/office/drawing/2014/main" id="{11CA4C8A-8DEA-76A2-7543-CF41681949E8}"/>
                  </a:ext>
                </a:extLst>
              </p:cNvPr>
              <p:cNvSpPr/>
              <p:nvPr/>
            </p:nvSpPr>
            <p:spPr>
              <a:xfrm>
                <a:off x="375166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8" name="pg2868">
                <a:extLst>
                  <a:ext uri="{FF2B5EF4-FFF2-40B4-BE49-F238E27FC236}">
                    <a16:creationId xmlns:a16="http://schemas.microsoft.com/office/drawing/2014/main" id="{41A3F5E4-BEFA-751A-9E37-F5E14C06F8FF}"/>
                  </a:ext>
                </a:extLst>
              </p:cNvPr>
              <p:cNvSpPr/>
              <p:nvPr/>
            </p:nvSpPr>
            <p:spPr>
              <a:xfrm>
                <a:off x="376330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69" name="pg2869">
                <a:extLst>
                  <a:ext uri="{FF2B5EF4-FFF2-40B4-BE49-F238E27FC236}">
                    <a16:creationId xmlns:a16="http://schemas.microsoft.com/office/drawing/2014/main" id="{F9FBF4FB-D096-043D-91A0-D55DD5B4B26C}"/>
                  </a:ext>
                </a:extLst>
              </p:cNvPr>
              <p:cNvSpPr/>
              <p:nvPr/>
            </p:nvSpPr>
            <p:spPr>
              <a:xfrm>
                <a:off x="413569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0" name="pg2870">
                <a:extLst>
                  <a:ext uri="{FF2B5EF4-FFF2-40B4-BE49-F238E27FC236}">
                    <a16:creationId xmlns:a16="http://schemas.microsoft.com/office/drawing/2014/main" id="{7C8F273A-058C-3435-99C6-459A8B0D30A5}"/>
                  </a:ext>
                </a:extLst>
              </p:cNvPr>
              <p:cNvSpPr/>
              <p:nvPr/>
            </p:nvSpPr>
            <p:spPr>
              <a:xfrm>
                <a:off x="414733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5">
                  <a:alpha val="100000"/>
                </a:srgbClr>
              </a:solidFill>
              <a:ln w="5420" cap="flat">
                <a:solidFill>
                  <a:srgbClr val="3C41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1" name="pg2871">
                <a:extLst>
                  <a:ext uri="{FF2B5EF4-FFF2-40B4-BE49-F238E27FC236}">
                    <a16:creationId xmlns:a16="http://schemas.microsoft.com/office/drawing/2014/main" id="{B53B8B6C-5C69-F90C-C610-2AF292ABED18}"/>
                  </a:ext>
                </a:extLst>
              </p:cNvPr>
              <p:cNvSpPr/>
              <p:nvPr/>
            </p:nvSpPr>
            <p:spPr>
              <a:xfrm>
                <a:off x="415897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2" name="pg2872">
                <a:extLst>
                  <a:ext uri="{FF2B5EF4-FFF2-40B4-BE49-F238E27FC236}">
                    <a16:creationId xmlns:a16="http://schemas.microsoft.com/office/drawing/2014/main" id="{3C9491F3-3654-21FA-3673-878E5D34DC12}"/>
                  </a:ext>
                </a:extLst>
              </p:cNvPr>
              <p:cNvSpPr/>
              <p:nvPr/>
            </p:nvSpPr>
            <p:spPr>
              <a:xfrm>
                <a:off x="417060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3" name="pg2873">
                <a:extLst>
                  <a:ext uri="{FF2B5EF4-FFF2-40B4-BE49-F238E27FC236}">
                    <a16:creationId xmlns:a16="http://schemas.microsoft.com/office/drawing/2014/main" id="{1DB422A0-A70D-F96B-AF3A-FB11EF9157FF}"/>
                  </a:ext>
                </a:extLst>
              </p:cNvPr>
              <p:cNvSpPr/>
              <p:nvPr/>
            </p:nvSpPr>
            <p:spPr>
              <a:xfrm>
                <a:off x="418224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4" name="pg2874">
                <a:extLst>
                  <a:ext uri="{FF2B5EF4-FFF2-40B4-BE49-F238E27FC236}">
                    <a16:creationId xmlns:a16="http://schemas.microsoft.com/office/drawing/2014/main" id="{8E2AE0D9-3111-F504-B411-9D164022D535}"/>
                  </a:ext>
                </a:extLst>
              </p:cNvPr>
              <p:cNvSpPr/>
              <p:nvPr/>
            </p:nvSpPr>
            <p:spPr>
              <a:xfrm>
                <a:off x="419388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5" name="pg2875">
                <a:extLst>
                  <a:ext uri="{FF2B5EF4-FFF2-40B4-BE49-F238E27FC236}">
                    <a16:creationId xmlns:a16="http://schemas.microsoft.com/office/drawing/2014/main" id="{55223631-51A0-05DD-B94B-66366A82E064}"/>
                  </a:ext>
                </a:extLst>
              </p:cNvPr>
              <p:cNvSpPr/>
              <p:nvPr/>
            </p:nvSpPr>
            <p:spPr>
              <a:xfrm>
                <a:off x="420552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6" name="pg2876">
                <a:extLst>
                  <a:ext uri="{FF2B5EF4-FFF2-40B4-BE49-F238E27FC236}">
                    <a16:creationId xmlns:a16="http://schemas.microsoft.com/office/drawing/2014/main" id="{279E832E-962E-17B4-303B-02005A51E89B}"/>
                  </a:ext>
                </a:extLst>
              </p:cNvPr>
              <p:cNvSpPr/>
              <p:nvPr/>
            </p:nvSpPr>
            <p:spPr>
              <a:xfrm>
                <a:off x="421715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7" name="pg2877">
                <a:extLst>
                  <a:ext uri="{FF2B5EF4-FFF2-40B4-BE49-F238E27FC236}">
                    <a16:creationId xmlns:a16="http://schemas.microsoft.com/office/drawing/2014/main" id="{EFA41D88-3E5C-649B-096D-B18D72854A1D}"/>
                  </a:ext>
                </a:extLst>
              </p:cNvPr>
              <p:cNvSpPr/>
              <p:nvPr/>
            </p:nvSpPr>
            <p:spPr>
              <a:xfrm>
                <a:off x="4333531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8" name="pg2878">
                <a:extLst>
                  <a:ext uri="{FF2B5EF4-FFF2-40B4-BE49-F238E27FC236}">
                    <a16:creationId xmlns:a16="http://schemas.microsoft.com/office/drawing/2014/main" id="{C04DF4B6-8EC0-1DBF-4276-257BF479F95D}"/>
                  </a:ext>
                </a:extLst>
              </p:cNvPr>
              <p:cNvSpPr/>
              <p:nvPr/>
            </p:nvSpPr>
            <p:spPr>
              <a:xfrm>
                <a:off x="434516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79" name="pg2879">
                <a:extLst>
                  <a:ext uri="{FF2B5EF4-FFF2-40B4-BE49-F238E27FC236}">
                    <a16:creationId xmlns:a16="http://schemas.microsoft.com/office/drawing/2014/main" id="{FFA73A59-C135-764E-E215-0412348A9F74}"/>
                  </a:ext>
                </a:extLst>
              </p:cNvPr>
              <p:cNvSpPr/>
              <p:nvPr/>
            </p:nvSpPr>
            <p:spPr>
              <a:xfrm>
                <a:off x="4356806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0" name="pg2880">
                <a:extLst>
                  <a:ext uri="{FF2B5EF4-FFF2-40B4-BE49-F238E27FC236}">
                    <a16:creationId xmlns:a16="http://schemas.microsoft.com/office/drawing/2014/main" id="{4204FAA9-82DF-CBD9-2DD2-4F5A51CA5E49}"/>
                  </a:ext>
                </a:extLst>
              </p:cNvPr>
              <p:cNvSpPr/>
              <p:nvPr/>
            </p:nvSpPr>
            <p:spPr>
              <a:xfrm>
                <a:off x="4368443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5">
                  <a:alpha val="100000"/>
                </a:srgbClr>
              </a:solidFill>
              <a:ln w="5420" cap="flat">
                <a:solidFill>
                  <a:srgbClr val="3A589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1" name="pg2881">
                <a:extLst>
                  <a:ext uri="{FF2B5EF4-FFF2-40B4-BE49-F238E27FC236}">
                    <a16:creationId xmlns:a16="http://schemas.microsoft.com/office/drawing/2014/main" id="{89EFE938-78EC-7960-4624-89BDCBBA11CA}"/>
                  </a:ext>
                </a:extLst>
              </p:cNvPr>
              <p:cNvSpPr/>
              <p:nvPr/>
            </p:nvSpPr>
            <p:spPr>
              <a:xfrm>
                <a:off x="438008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2" name="pg2882">
                <a:extLst>
                  <a:ext uri="{FF2B5EF4-FFF2-40B4-BE49-F238E27FC236}">
                    <a16:creationId xmlns:a16="http://schemas.microsoft.com/office/drawing/2014/main" id="{C37D8978-3985-7865-179B-8421C4DC2A4A}"/>
                  </a:ext>
                </a:extLst>
              </p:cNvPr>
              <p:cNvSpPr/>
              <p:nvPr/>
            </p:nvSpPr>
            <p:spPr>
              <a:xfrm>
                <a:off x="4391718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3" name="pg2883">
                <a:extLst>
                  <a:ext uri="{FF2B5EF4-FFF2-40B4-BE49-F238E27FC236}">
                    <a16:creationId xmlns:a16="http://schemas.microsoft.com/office/drawing/2014/main" id="{DEE9F68F-3BF2-F97D-72F7-EE94D4049651}"/>
                  </a:ext>
                </a:extLst>
              </p:cNvPr>
              <p:cNvSpPr/>
              <p:nvPr/>
            </p:nvSpPr>
            <p:spPr>
              <a:xfrm>
                <a:off x="440335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4" name="pg2884">
                <a:extLst>
                  <a:ext uri="{FF2B5EF4-FFF2-40B4-BE49-F238E27FC236}">
                    <a16:creationId xmlns:a16="http://schemas.microsoft.com/office/drawing/2014/main" id="{A3FEF359-84CE-7F7B-9681-B3DC25103F98}"/>
                  </a:ext>
                </a:extLst>
              </p:cNvPr>
              <p:cNvSpPr/>
              <p:nvPr/>
            </p:nvSpPr>
            <p:spPr>
              <a:xfrm>
                <a:off x="4577915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5" name="pg2885">
                <a:extLst>
                  <a:ext uri="{FF2B5EF4-FFF2-40B4-BE49-F238E27FC236}">
                    <a16:creationId xmlns:a16="http://schemas.microsoft.com/office/drawing/2014/main" id="{E1F6477D-A0A6-160F-1D13-472573115358}"/>
                  </a:ext>
                </a:extLst>
              </p:cNvPr>
              <p:cNvSpPr/>
              <p:nvPr/>
            </p:nvSpPr>
            <p:spPr>
              <a:xfrm>
                <a:off x="4589552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6" name="pg2886">
                <a:extLst>
                  <a:ext uri="{FF2B5EF4-FFF2-40B4-BE49-F238E27FC236}">
                    <a16:creationId xmlns:a16="http://schemas.microsoft.com/office/drawing/2014/main" id="{18D7DFC7-6207-9FBD-39AA-635451E916A2}"/>
                  </a:ext>
                </a:extLst>
              </p:cNvPr>
              <p:cNvSpPr/>
              <p:nvPr/>
            </p:nvSpPr>
            <p:spPr>
              <a:xfrm>
                <a:off x="4601190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7" name="pg2887">
                <a:extLst>
                  <a:ext uri="{FF2B5EF4-FFF2-40B4-BE49-F238E27FC236}">
                    <a16:creationId xmlns:a16="http://schemas.microsoft.com/office/drawing/2014/main" id="{6067EF95-3201-DB08-55BB-466C76374476}"/>
                  </a:ext>
                </a:extLst>
              </p:cNvPr>
              <p:cNvSpPr/>
              <p:nvPr/>
            </p:nvSpPr>
            <p:spPr>
              <a:xfrm>
                <a:off x="4612827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8" name="pg2888">
                <a:extLst>
                  <a:ext uri="{FF2B5EF4-FFF2-40B4-BE49-F238E27FC236}">
                    <a16:creationId xmlns:a16="http://schemas.microsoft.com/office/drawing/2014/main" id="{140B0C74-F1D1-7D5E-50E6-A455E8F7D048}"/>
                  </a:ext>
                </a:extLst>
              </p:cNvPr>
              <p:cNvSpPr/>
              <p:nvPr/>
            </p:nvSpPr>
            <p:spPr>
              <a:xfrm>
                <a:off x="4624464" y="480999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89" name="pg2889">
                <a:extLst>
                  <a:ext uri="{FF2B5EF4-FFF2-40B4-BE49-F238E27FC236}">
                    <a16:creationId xmlns:a16="http://schemas.microsoft.com/office/drawing/2014/main" id="{CE87DB98-89BA-C1B8-7C7E-C2E28BFEB2C4}"/>
                  </a:ext>
                </a:extLst>
              </p:cNvPr>
              <p:cNvSpPr/>
              <p:nvPr/>
            </p:nvSpPr>
            <p:spPr>
              <a:xfrm>
                <a:off x="311161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0" name="pg2890">
                <a:extLst>
                  <a:ext uri="{FF2B5EF4-FFF2-40B4-BE49-F238E27FC236}">
                    <a16:creationId xmlns:a16="http://schemas.microsoft.com/office/drawing/2014/main" id="{CDD0990C-4D70-6995-D183-D6179250B254}"/>
                  </a:ext>
                </a:extLst>
              </p:cNvPr>
              <p:cNvSpPr/>
              <p:nvPr/>
            </p:nvSpPr>
            <p:spPr>
              <a:xfrm>
                <a:off x="312324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1" name="pg2891">
                <a:extLst>
                  <a:ext uri="{FF2B5EF4-FFF2-40B4-BE49-F238E27FC236}">
                    <a16:creationId xmlns:a16="http://schemas.microsoft.com/office/drawing/2014/main" id="{D6B58324-7E1C-31B7-A8B4-FB7A4C70F445}"/>
                  </a:ext>
                </a:extLst>
              </p:cNvPr>
              <p:cNvSpPr/>
              <p:nvPr/>
            </p:nvSpPr>
            <p:spPr>
              <a:xfrm>
                <a:off x="313488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2" name="pg2892">
                <a:extLst>
                  <a:ext uri="{FF2B5EF4-FFF2-40B4-BE49-F238E27FC236}">
                    <a16:creationId xmlns:a16="http://schemas.microsoft.com/office/drawing/2014/main" id="{E49B2212-D97B-2B11-9009-FB0258D9D823}"/>
                  </a:ext>
                </a:extLst>
              </p:cNvPr>
              <p:cNvSpPr/>
              <p:nvPr/>
            </p:nvSpPr>
            <p:spPr>
              <a:xfrm>
                <a:off x="314652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D9C">
                  <a:alpha val="100000"/>
                </a:srgbClr>
              </a:solidFill>
              <a:ln w="5420" cap="flat">
                <a:solidFill>
                  <a:srgbClr val="395D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3" name="pg2893">
                <a:extLst>
                  <a:ext uri="{FF2B5EF4-FFF2-40B4-BE49-F238E27FC236}">
                    <a16:creationId xmlns:a16="http://schemas.microsoft.com/office/drawing/2014/main" id="{E122E4B4-5F28-0137-ACAC-CE82FB9156D6}"/>
                  </a:ext>
                </a:extLst>
              </p:cNvPr>
              <p:cNvSpPr/>
              <p:nvPr/>
            </p:nvSpPr>
            <p:spPr>
              <a:xfrm>
                <a:off x="315816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C9A">
                  <a:alpha val="100000"/>
                </a:srgbClr>
              </a:solidFill>
              <a:ln w="5420" cap="flat">
                <a:solidFill>
                  <a:srgbClr val="395C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4" name="pg2894">
                <a:extLst>
                  <a:ext uri="{FF2B5EF4-FFF2-40B4-BE49-F238E27FC236}">
                    <a16:creationId xmlns:a16="http://schemas.microsoft.com/office/drawing/2014/main" id="{241E59E6-4787-BD87-301D-F96E20524F53}"/>
                  </a:ext>
                </a:extLst>
              </p:cNvPr>
              <p:cNvSpPr/>
              <p:nvPr/>
            </p:nvSpPr>
            <p:spPr>
              <a:xfrm>
                <a:off x="316979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6">
                  <a:alpha val="100000"/>
                </a:srgbClr>
              </a:solidFill>
              <a:ln w="5420" cap="flat">
                <a:solidFill>
                  <a:srgbClr val="3A58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5" name="pg2895">
                <a:extLst>
                  <a:ext uri="{FF2B5EF4-FFF2-40B4-BE49-F238E27FC236}">
                    <a16:creationId xmlns:a16="http://schemas.microsoft.com/office/drawing/2014/main" id="{9A0A993A-4B9D-DA5C-F1DA-21CE2EDF0264}"/>
                  </a:ext>
                </a:extLst>
              </p:cNvPr>
              <p:cNvSpPr/>
              <p:nvPr/>
            </p:nvSpPr>
            <p:spPr>
              <a:xfrm>
                <a:off x="318143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6" name="pg2896">
                <a:extLst>
                  <a:ext uri="{FF2B5EF4-FFF2-40B4-BE49-F238E27FC236}">
                    <a16:creationId xmlns:a16="http://schemas.microsoft.com/office/drawing/2014/main" id="{240A8F6C-11E1-E659-4BFF-6BFAE390BFF9}"/>
                  </a:ext>
                </a:extLst>
              </p:cNvPr>
              <p:cNvSpPr/>
              <p:nvPr/>
            </p:nvSpPr>
            <p:spPr>
              <a:xfrm>
                <a:off x="319307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7" name="pg2897">
                <a:extLst>
                  <a:ext uri="{FF2B5EF4-FFF2-40B4-BE49-F238E27FC236}">
                    <a16:creationId xmlns:a16="http://schemas.microsoft.com/office/drawing/2014/main" id="{4B0FD018-0647-3472-1672-754E2DA5140C}"/>
                  </a:ext>
                </a:extLst>
              </p:cNvPr>
              <p:cNvSpPr/>
              <p:nvPr/>
            </p:nvSpPr>
            <p:spPr>
              <a:xfrm>
                <a:off x="320471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80">
                  <a:alpha val="100000"/>
                </a:srgbClr>
              </a:solidFill>
              <a:ln w="5420" cap="flat">
                <a:solidFill>
                  <a:srgbClr val="3C49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8" name="pg2898">
                <a:extLst>
                  <a:ext uri="{FF2B5EF4-FFF2-40B4-BE49-F238E27FC236}">
                    <a16:creationId xmlns:a16="http://schemas.microsoft.com/office/drawing/2014/main" id="{C99B4D7F-0830-BC46-EF9F-6686F4BC4D60}"/>
                  </a:ext>
                </a:extLst>
              </p:cNvPr>
              <p:cNvSpPr/>
              <p:nvPr/>
            </p:nvSpPr>
            <p:spPr>
              <a:xfrm>
                <a:off x="321634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899" name="pg2899">
                <a:extLst>
                  <a:ext uri="{FF2B5EF4-FFF2-40B4-BE49-F238E27FC236}">
                    <a16:creationId xmlns:a16="http://schemas.microsoft.com/office/drawing/2014/main" id="{53583052-9C0B-0C25-DB84-C6DE17EBAABF}"/>
                  </a:ext>
                </a:extLst>
              </p:cNvPr>
              <p:cNvSpPr/>
              <p:nvPr/>
            </p:nvSpPr>
            <p:spPr>
              <a:xfrm>
                <a:off x="322798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0" name="pg2900">
                <a:extLst>
                  <a:ext uri="{FF2B5EF4-FFF2-40B4-BE49-F238E27FC236}">
                    <a16:creationId xmlns:a16="http://schemas.microsoft.com/office/drawing/2014/main" id="{25CC5065-12B2-DDA9-1057-CE7560AE6DC1}"/>
                  </a:ext>
                </a:extLst>
              </p:cNvPr>
              <p:cNvSpPr/>
              <p:nvPr/>
            </p:nvSpPr>
            <p:spPr>
              <a:xfrm>
                <a:off x="323962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1" name="pg2901">
                <a:extLst>
                  <a:ext uri="{FF2B5EF4-FFF2-40B4-BE49-F238E27FC236}">
                    <a16:creationId xmlns:a16="http://schemas.microsoft.com/office/drawing/2014/main" id="{34004F45-E5A0-004E-A068-632F0FA537BF}"/>
                  </a:ext>
                </a:extLst>
              </p:cNvPr>
              <p:cNvSpPr/>
              <p:nvPr/>
            </p:nvSpPr>
            <p:spPr>
              <a:xfrm>
                <a:off x="335599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2" name="pg2902">
                <a:extLst>
                  <a:ext uri="{FF2B5EF4-FFF2-40B4-BE49-F238E27FC236}">
                    <a16:creationId xmlns:a16="http://schemas.microsoft.com/office/drawing/2014/main" id="{86BD9E56-52CB-DFDA-92A2-4AC8C6741D36}"/>
                  </a:ext>
                </a:extLst>
              </p:cNvPr>
              <p:cNvSpPr/>
              <p:nvPr/>
            </p:nvSpPr>
            <p:spPr>
              <a:xfrm>
                <a:off x="336763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3" name="pg2903">
                <a:extLst>
                  <a:ext uri="{FF2B5EF4-FFF2-40B4-BE49-F238E27FC236}">
                    <a16:creationId xmlns:a16="http://schemas.microsoft.com/office/drawing/2014/main" id="{1B5A9EAA-2ED8-DC70-0E60-F056078B1EBB}"/>
                  </a:ext>
                </a:extLst>
              </p:cNvPr>
              <p:cNvSpPr/>
              <p:nvPr/>
            </p:nvSpPr>
            <p:spPr>
              <a:xfrm>
                <a:off x="337927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4" name="pg2904">
                <a:extLst>
                  <a:ext uri="{FF2B5EF4-FFF2-40B4-BE49-F238E27FC236}">
                    <a16:creationId xmlns:a16="http://schemas.microsoft.com/office/drawing/2014/main" id="{8A3162A2-A486-9800-7D17-8B0F629E1C88}"/>
                  </a:ext>
                </a:extLst>
              </p:cNvPr>
              <p:cNvSpPr/>
              <p:nvPr/>
            </p:nvSpPr>
            <p:spPr>
              <a:xfrm>
                <a:off x="339090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5" name="pg2905">
                <a:extLst>
                  <a:ext uri="{FF2B5EF4-FFF2-40B4-BE49-F238E27FC236}">
                    <a16:creationId xmlns:a16="http://schemas.microsoft.com/office/drawing/2014/main" id="{7137B379-5018-7806-3FC6-B8D985CCF5C0}"/>
                  </a:ext>
                </a:extLst>
              </p:cNvPr>
              <p:cNvSpPr/>
              <p:nvPr/>
            </p:nvSpPr>
            <p:spPr>
              <a:xfrm>
                <a:off x="340254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6" name="pg2906">
                <a:extLst>
                  <a:ext uri="{FF2B5EF4-FFF2-40B4-BE49-F238E27FC236}">
                    <a16:creationId xmlns:a16="http://schemas.microsoft.com/office/drawing/2014/main" id="{466837A9-A1DD-6A93-D097-1C1BD434643F}"/>
                  </a:ext>
                </a:extLst>
              </p:cNvPr>
              <p:cNvSpPr/>
              <p:nvPr/>
            </p:nvSpPr>
            <p:spPr>
              <a:xfrm>
                <a:off x="341418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7" name="pg2907">
                <a:extLst>
                  <a:ext uri="{FF2B5EF4-FFF2-40B4-BE49-F238E27FC236}">
                    <a16:creationId xmlns:a16="http://schemas.microsoft.com/office/drawing/2014/main" id="{D11DF3A4-04CC-A759-9D0A-9491CE3AEB80}"/>
                  </a:ext>
                </a:extLst>
              </p:cNvPr>
              <p:cNvSpPr/>
              <p:nvPr/>
            </p:nvSpPr>
            <p:spPr>
              <a:xfrm>
                <a:off x="342581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8" name="pg2908">
                <a:extLst>
                  <a:ext uri="{FF2B5EF4-FFF2-40B4-BE49-F238E27FC236}">
                    <a16:creationId xmlns:a16="http://schemas.microsoft.com/office/drawing/2014/main" id="{60F7A949-995B-840E-3508-D55C59007C9C}"/>
                  </a:ext>
                </a:extLst>
              </p:cNvPr>
              <p:cNvSpPr/>
              <p:nvPr/>
            </p:nvSpPr>
            <p:spPr>
              <a:xfrm>
                <a:off x="343745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09" name="pg2909">
                <a:extLst>
                  <a:ext uri="{FF2B5EF4-FFF2-40B4-BE49-F238E27FC236}">
                    <a16:creationId xmlns:a16="http://schemas.microsoft.com/office/drawing/2014/main" id="{2CB722E5-92EC-B702-95C1-C9AF0B39F6AF}"/>
                  </a:ext>
                </a:extLst>
              </p:cNvPr>
              <p:cNvSpPr/>
              <p:nvPr/>
            </p:nvSpPr>
            <p:spPr>
              <a:xfrm>
                <a:off x="344909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0" name="pg2910">
                <a:extLst>
                  <a:ext uri="{FF2B5EF4-FFF2-40B4-BE49-F238E27FC236}">
                    <a16:creationId xmlns:a16="http://schemas.microsoft.com/office/drawing/2014/main" id="{11888EA7-ECD5-26CF-F651-CA8574E89D8D}"/>
                  </a:ext>
                </a:extLst>
              </p:cNvPr>
              <p:cNvSpPr/>
              <p:nvPr/>
            </p:nvSpPr>
            <p:spPr>
              <a:xfrm>
                <a:off x="346073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1" name="pg2911">
                <a:extLst>
                  <a:ext uri="{FF2B5EF4-FFF2-40B4-BE49-F238E27FC236}">
                    <a16:creationId xmlns:a16="http://schemas.microsoft.com/office/drawing/2014/main" id="{DA09C277-7AA8-9041-CCEF-7B7548304CD0}"/>
                  </a:ext>
                </a:extLst>
              </p:cNvPr>
              <p:cNvSpPr/>
              <p:nvPr/>
            </p:nvSpPr>
            <p:spPr>
              <a:xfrm>
                <a:off x="348400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2" name="pg2912">
                <a:extLst>
                  <a:ext uri="{FF2B5EF4-FFF2-40B4-BE49-F238E27FC236}">
                    <a16:creationId xmlns:a16="http://schemas.microsoft.com/office/drawing/2014/main" id="{AB13F815-6C6E-F9BC-1ABA-3D0B37F0CD16}"/>
                  </a:ext>
                </a:extLst>
              </p:cNvPr>
              <p:cNvSpPr/>
              <p:nvPr/>
            </p:nvSpPr>
            <p:spPr>
              <a:xfrm>
                <a:off x="349564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3" name="pg2913">
                <a:extLst>
                  <a:ext uri="{FF2B5EF4-FFF2-40B4-BE49-F238E27FC236}">
                    <a16:creationId xmlns:a16="http://schemas.microsoft.com/office/drawing/2014/main" id="{DDB2001A-01B4-EACA-D635-DA2EE8C09746}"/>
                  </a:ext>
                </a:extLst>
              </p:cNvPr>
              <p:cNvSpPr/>
              <p:nvPr/>
            </p:nvSpPr>
            <p:spPr>
              <a:xfrm>
                <a:off x="350728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4" name="pg2914">
                <a:extLst>
                  <a:ext uri="{FF2B5EF4-FFF2-40B4-BE49-F238E27FC236}">
                    <a16:creationId xmlns:a16="http://schemas.microsoft.com/office/drawing/2014/main" id="{EB1094C7-77BB-5039-4A53-4B68E2CD12E2}"/>
                  </a:ext>
                </a:extLst>
              </p:cNvPr>
              <p:cNvSpPr/>
              <p:nvPr/>
            </p:nvSpPr>
            <p:spPr>
              <a:xfrm>
                <a:off x="351891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5" name="pg2915">
                <a:extLst>
                  <a:ext uri="{FF2B5EF4-FFF2-40B4-BE49-F238E27FC236}">
                    <a16:creationId xmlns:a16="http://schemas.microsoft.com/office/drawing/2014/main" id="{ED84D144-155C-1850-C849-B178F835712C}"/>
                  </a:ext>
                </a:extLst>
              </p:cNvPr>
              <p:cNvSpPr/>
              <p:nvPr/>
            </p:nvSpPr>
            <p:spPr>
              <a:xfrm>
                <a:off x="353055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6" name="pg2916">
                <a:extLst>
                  <a:ext uri="{FF2B5EF4-FFF2-40B4-BE49-F238E27FC236}">
                    <a16:creationId xmlns:a16="http://schemas.microsoft.com/office/drawing/2014/main" id="{A939B58F-66AC-1274-65FC-C1E097A26A60}"/>
                  </a:ext>
                </a:extLst>
              </p:cNvPr>
              <p:cNvSpPr/>
              <p:nvPr/>
            </p:nvSpPr>
            <p:spPr>
              <a:xfrm>
                <a:off x="354219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7" name="pg2917">
                <a:extLst>
                  <a:ext uri="{FF2B5EF4-FFF2-40B4-BE49-F238E27FC236}">
                    <a16:creationId xmlns:a16="http://schemas.microsoft.com/office/drawing/2014/main" id="{29E58BD5-1804-0D27-18C4-2D5773E6EC51}"/>
                  </a:ext>
                </a:extLst>
              </p:cNvPr>
              <p:cNvSpPr/>
              <p:nvPr/>
            </p:nvSpPr>
            <p:spPr>
              <a:xfrm>
                <a:off x="355383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8" name="pg2918">
                <a:extLst>
                  <a:ext uri="{FF2B5EF4-FFF2-40B4-BE49-F238E27FC236}">
                    <a16:creationId xmlns:a16="http://schemas.microsoft.com/office/drawing/2014/main" id="{22591E10-A86F-F71C-FCF1-F1B08FD2161D}"/>
                  </a:ext>
                </a:extLst>
              </p:cNvPr>
              <p:cNvSpPr/>
              <p:nvPr/>
            </p:nvSpPr>
            <p:spPr>
              <a:xfrm>
                <a:off x="356546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5">
                  <a:alpha val="100000"/>
                </a:srgbClr>
              </a:solidFill>
              <a:ln w="5420" cap="flat">
                <a:solidFill>
                  <a:srgbClr val="3B37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19" name="pg2919">
                <a:extLst>
                  <a:ext uri="{FF2B5EF4-FFF2-40B4-BE49-F238E27FC236}">
                    <a16:creationId xmlns:a16="http://schemas.microsoft.com/office/drawing/2014/main" id="{6F46E7E8-936D-BA70-7CE1-ABDA6BEBDBEB}"/>
                  </a:ext>
                </a:extLst>
              </p:cNvPr>
              <p:cNvSpPr/>
              <p:nvPr/>
            </p:nvSpPr>
            <p:spPr>
              <a:xfrm>
                <a:off x="358874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0" name="pg2920">
                <a:extLst>
                  <a:ext uri="{FF2B5EF4-FFF2-40B4-BE49-F238E27FC236}">
                    <a16:creationId xmlns:a16="http://schemas.microsoft.com/office/drawing/2014/main" id="{965C3590-3BBD-B51F-E6CF-774FFE3AE385}"/>
                  </a:ext>
                </a:extLst>
              </p:cNvPr>
              <p:cNvSpPr/>
              <p:nvPr/>
            </p:nvSpPr>
            <p:spPr>
              <a:xfrm>
                <a:off x="360037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1" name="pg2921">
                <a:extLst>
                  <a:ext uri="{FF2B5EF4-FFF2-40B4-BE49-F238E27FC236}">
                    <a16:creationId xmlns:a16="http://schemas.microsoft.com/office/drawing/2014/main" id="{324B4C08-6018-9369-1599-B9B5B90DFB64}"/>
                  </a:ext>
                </a:extLst>
              </p:cNvPr>
              <p:cNvSpPr/>
              <p:nvPr/>
            </p:nvSpPr>
            <p:spPr>
              <a:xfrm>
                <a:off x="361201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2" name="pg2922">
                <a:extLst>
                  <a:ext uri="{FF2B5EF4-FFF2-40B4-BE49-F238E27FC236}">
                    <a16:creationId xmlns:a16="http://schemas.microsoft.com/office/drawing/2014/main" id="{93C9DA3E-CC1D-A13E-A2CB-6A19B8B57914}"/>
                  </a:ext>
                </a:extLst>
              </p:cNvPr>
              <p:cNvSpPr/>
              <p:nvPr/>
            </p:nvSpPr>
            <p:spPr>
              <a:xfrm>
                <a:off x="362365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3" name="pg2923">
                <a:extLst>
                  <a:ext uri="{FF2B5EF4-FFF2-40B4-BE49-F238E27FC236}">
                    <a16:creationId xmlns:a16="http://schemas.microsoft.com/office/drawing/2014/main" id="{A07B4913-7728-CE64-40AC-7B5F01A20D26}"/>
                  </a:ext>
                </a:extLst>
              </p:cNvPr>
              <p:cNvSpPr/>
              <p:nvPr/>
            </p:nvSpPr>
            <p:spPr>
              <a:xfrm>
                <a:off x="363529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4" name="pg2924">
                <a:extLst>
                  <a:ext uri="{FF2B5EF4-FFF2-40B4-BE49-F238E27FC236}">
                    <a16:creationId xmlns:a16="http://schemas.microsoft.com/office/drawing/2014/main" id="{DB09F557-35C3-CDD0-CF4C-AA87433FA9CA}"/>
                  </a:ext>
                </a:extLst>
              </p:cNvPr>
              <p:cNvSpPr/>
              <p:nvPr/>
            </p:nvSpPr>
            <p:spPr>
              <a:xfrm>
                <a:off x="364692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5" name="pg2925">
                <a:extLst>
                  <a:ext uri="{FF2B5EF4-FFF2-40B4-BE49-F238E27FC236}">
                    <a16:creationId xmlns:a16="http://schemas.microsoft.com/office/drawing/2014/main" id="{61076327-2452-BF5C-632D-3BB352427209}"/>
                  </a:ext>
                </a:extLst>
              </p:cNvPr>
              <p:cNvSpPr/>
              <p:nvPr/>
            </p:nvSpPr>
            <p:spPr>
              <a:xfrm>
                <a:off x="365856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6" name="pg2926">
                <a:extLst>
                  <a:ext uri="{FF2B5EF4-FFF2-40B4-BE49-F238E27FC236}">
                    <a16:creationId xmlns:a16="http://schemas.microsoft.com/office/drawing/2014/main" id="{7FC22137-B86D-1AD9-FB78-E0FCA009D25D}"/>
                  </a:ext>
                </a:extLst>
              </p:cNvPr>
              <p:cNvSpPr/>
              <p:nvPr/>
            </p:nvSpPr>
            <p:spPr>
              <a:xfrm>
                <a:off x="367020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7" name="pg2927">
                <a:extLst>
                  <a:ext uri="{FF2B5EF4-FFF2-40B4-BE49-F238E27FC236}">
                    <a16:creationId xmlns:a16="http://schemas.microsoft.com/office/drawing/2014/main" id="{1E4F81FC-B252-0687-578A-1C7D54FBD68B}"/>
                  </a:ext>
                </a:extLst>
              </p:cNvPr>
              <p:cNvSpPr/>
              <p:nvPr/>
            </p:nvSpPr>
            <p:spPr>
              <a:xfrm>
                <a:off x="368184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8" name="pg2928">
                <a:extLst>
                  <a:ext uri="{FF2B5EF4-FFF2-40B4-BE49-F238E27FC236}">
                    <a16:creationId xmlns:a16="http://schemas.microsoft.com/office/drawing/2014/main" id="{59F524B2-E387-06A7-AB92-DF4E4C6069CE}"/>
                  </a:ext>
                </a:extLst>
              </p:cNvPr>
              <p:cNvSpPr/>
              <p:nvPr/>
            </p:nvSpPr>
            <p:spPr>
              <a:xfrm>
                <a:off x="369347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29" name="pg2929">
                <a:extLst>
                  <a:ext uri="{FF2B5EF4-FFF2-40B4-BE49-F238E27FC236}">
                    <a16:creationId xmlns:a16="http://schemas.microsoft.com/office/drawing/2014/main" id="{DE656CF7-B05B-0BB6-ADF4-2BA388502BAA}"/>
                  </a:ext>
                </a:extLst>
              </p:cNvPr>
              <p:cNvSpPr/>
              <p:nvPr/>
            </p:nvSpPr>
            <p:spPr>
              <a:xfrm>
                <a:off x="370511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0" name="pg2930">
                <a:extLst>
                  <a:ext uri="{FF2B5EF4-FFF2-40B4-BE49-F238E27FC236}">
                    <a16:creationId xmlns:a16="http://schemas.microsoft.com/office/drawing/2014/main" id="{FD087F9B-E037-A094-047C-5330D1778DEA}"/>
                  </a:ext>
                </a:extLst>
              </p:cNvPr>
              <p:cNvSpPr/>
              <p:nvPr/>
            </p:nvSpPr>
            <p:spPr>
              <a:xfrm>
                <a:off x="371675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1" name="pg2931">
                <a:extLst>
                  <a:ext uri="{FF2B5EF4-FFF2-40B4-BE49-F238E27FC236}">
                    <a16:creationId xmlns:a16="http://schemas.microsoft.com/office/drawing/2014/main" id="{A02E89A7-C237-CCA1-3575-9665475E739B}"/>
                  </a:ext>
                </a:extLst>
              </p:cNvPr>
              <p:cNvSpPr/>
              <p:nvPr/>
            </p:nvSpPr>
            <p:spPr>
              <a:xfrm>
                <a:off x="372839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2" name="pg2932">
                <a:extLst>
                  <a:ext uri="{FF2B5EF4-FFF2-40B4-BE49-F238E27FC236}">
                    <a16:creationId xmlns:a16="http://schemas.microsoft.com/office/drawing/2014/main" id="{0A840E1A-DC97-4134-C32B-FE8D3A141B18}"/>
                  </a:ext>
                </a:extLst>
              </p:cNvPr>
              <p:cNvSpPr/>
              <p:nvPr/>
            </p:nvSpPr>
            <p:spPr>
              <a:xfrm>
                <a:off x="374002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3" name="pg2933">
                <a:extLst>
                  <a:ext uri="{FF2B5EF4-FFF2-40B4-BE49-F238E27FC236}">
                    <a16:creationId xmlns:a16="http://schemas.microsoft.com/office/drawing/2014/main" id="{20B0DEBE-3BEF-3724-8E5B-396C8F5A9BC8}"/>
                  </a:ext>
                </a:extLst>
              </p:cNvPr>
              <p:cNvSpPr/>
              <p:nvPr/>
            </p:nvSpPr>
            <p:spPr>
              <a:xfrm>
                <a:off x="375166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4" name="pg2934">
                <a:extLst>
                  <a:ext uri="{FF2B5EF4-FFF2-40B4-BE49-F238E27FC236}">
                    <a16:creationId xmlns:a16="http://schemas.microsoft.com/office/drawing/2014/main" id="{1E37BB71-2506-E4C8-5048-7F50C9CC4250}"/>
                  </a:ext>
                </a:extLst>
              </p:cNvPr>
              <p:cNvSpPr/>
              <p:nvPr/>
            </p:nvSpPr>
            <p:spPr>
              <a:xfrm>
                <a:off x="376330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5" name="pg2935">
                <a:extLst>
                  <a:ext uri="{FF2B5EF4-FFF2-40B4-BE49-F238E27FC236}">
                    <a16:creationId xmlns:a16="http://schemas.microsoft.com/office/drawing/2014/main" id="{03D95B91-44D1-E912-A96E-B90A40C75D71}"/>
                  </a:ext>
                </a:extLst>
              </p:cNvPr>
              <p:cNvSpPr/>
              <p:nvPr/>
            </p:nvSpPr>
            <p:spPr>
              <a:xfrm>
                <a:off x="3774939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6" name="pg2936">
                <a:extLst>
                  <a:ext uri="{FF2B5EF4-FFF2-40B4-BE49-F238E27FC236}">
                    <a16:creationId xmlns:a16="http://schemas.microsoft.com/office/drawing/2014/main" id="{AF5239F0-EFF1-C7EF-EA93-238EE48D0ECB}"/>
                  </a:ext>
                </a:extLst>
              </p:cNvPr>
              <p:cNvSpPr/>
              <p:nvPr/>
            </p:nvSpPr>
            <p:spPr>
              <a:xfrm>
                <a:off x="4158971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7" name="pg2937">
                <a:extLst>
                  <a:ext uri="{FF2B5EF4-FFF2-40B4-BE49-F238E27FC236}">
                    <a16:creationId xmlns:a16="http://schemas.microsoft.com/office/drawing/2014/main" id="{512ECA87-6E2F-C64F-DA3A-10DF9AE35B35}"/>
                  </a:ext>
                </a:extLst>
              </p:cNvPr>
              <p:cNvSpPr/>
              <p:nvPr/>
            </p:nvSpPr>
            <p:spPr>
              <a:xfrm>
                <a:off x="434516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8" name="pg2938">
                <a:extLst>
                  <a:ext uri="{FF2B5EF4-FFF2-40B4-BE49-F238E27FC236}">
                    <a16:creationId xmlns:a16="http://schemas.microsoft.com/office/drawing/2014/main" id="{E91721DA-82D7-CACF-2118-7BDE0A4D324F}"/>
                  </a:ext>
                </a:extLst>
              </p:cNvPr>
              <p:cNvSpPr/>
              <p:nvPr/>
            </p:nvSpPr>
            <p:spPr>
              <a:xfrm>
                <a:off x="4356806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1">
                  <a:alpha val="100000"/>
                </a:srgbClr>
              </a:solidFill>
              <a:ln w="5420" cap="flat">
                <a:solidFill>
                  <a:srgbClr val="3B56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39" name="pg2939">
                <a:extLst>
                  <a:ext uri="{FF2B5EF4-FFF2-40B4-BE49-F238E27FC236}">
                    <a16:creationId xmlns:a16="http://schemas.microsoft.com/office/drawing/2014/main" id="{138917CC-01CE-555B-7643-259F9F16D343}"/>
                  </a:ext>
                </a:extLst>
              </p:cNvPr>
              <p:cNvSpPr/>
              <p:nvPr/>
            </p:nvSpPr>
            <p:spPr>
              <a:xfrm>
                <a:off x="4368443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0" name="pg2940">
                <a:extLst>
                  <a:ext uri="{FF2B5EF4-FFF2-40B4-BE49-F238E27FC236}">
                    <a16:creationId xmlns:a16="http://schemas.microsoft.com/office/drawing/2014/main" id="{5BE6D33B-9E8F-E822-3B6B-5EF1B3E49E82}"/>
                  </a:ext>
                </a:extLst>
              </p:cNvPr>
              <p:cNvSpPr/>
              <p:nvPr/>
            </p:nvSpPr>
            <p:spPr>
              <a:xfrm>
                <a:off x="438008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1" name="pg2941">
                <a:extLst>
                  <a:ext uri="{FF2B5EF4-FFF2-40B4-BE49-F238E27FC236}">
                    <a16:creationId xmlns:a16="http://schemas.microsoft.com/office/drawing/2014/main" id="{5216C417-543B-DB3B-97A0-1222FEC93715}"/>
                  </a:ext>
                </a:extLst>
              </p:cNvPr>
              <p:cNvSpPr/>
              <p:nvPr/>
            </p:nvSpPr>
            <p:spPr>
              <a:xfrm>
                <a:off x="4391718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A">
                  <a:alpha val="100000"/>
                </a:srgbClr>
              </a:solidFill>
              <a:ln w="5420" cap="flat">
                <a:solidFill>
                  <a:srgbClr val="395B9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2" name="pg2942">
                <a:extLst>
                  <a:ext uri="{FF2B5EF4-FFF2-40B4-BE49-F238E27FC236}">
                    <a16:creationId xmlns:a16="http://schemas.microsoft.com/office/drawing/2014/main" id="{ADD9D325-B9D6-2910-B39D-D55E222A6B2D}"/>
                  </a:ext>
                </a:extLst>
              </p:cNvPr>
              <p:cNvSpPr/>
              <p:nvPr/>
            </p:nvSpPr>
            <p:spPr>
              <a:xfrm>
                <a:off x="440335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3" name="pg2943">
                <a:extLst>
                  <a:ext uri="{FF2B5EF4-FFF2-40B4-BE49-F238E27FC236}">
                    <a16:creationId xmlns:a16="http://schemas.microsoft.com/office/drawing/2014/main" id="{BCA651A8-58BA-EC42-3015-26D3D2348869}"/>
                  </a:ext>
                </a:extLst>
              </p:cNvPr>
              <p:cNvSpPr/>
              <p:nvPr/>
            </p:nvSpPr>
            <p:spPr>
              <a:xfrm>
                <a:off x="441499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4" name="pg2944">
                <a:extLst>
                  <a:ext uri="{FF2B5EF4-FFF2-40B4-BE49-F238E27FC236}">
                    <a16:creationId xmlns:a16="http://schemas.microsoft.com/office/drawing/2014/main" id="{FD552A1F-8A69-5196-DC42-6D9220DF11AF}"/>
                  </a:ext>
                </a:extLst>
              </p:cNvPr>
              <p:cNvSpPr/>
              <p:nvPr/>
            </p:nvSpPr>
            <p:spPr>
              <a:xfrm>
                <a:off x="4577915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5" name="pg2945">
                <a:extLst>
                  <a:ext uri="{FF2B5EF4-FFF2-40B4-BE49-F238E27FC236}">
                    <a16:creationId xmlns:a16="http://schemas.microsoft.com/office/drawing/2014/main" id="{87BB14C5-8BB7-92DC-6946-6BBAC5B004F7}"/>
                  </a:ext>
                </a:extLst>
              </p:cNvPr>
              <p:cNvSpPr/>
              <p:nvPr/>
            </p:nvSpPr>
            <p:spPr>
              <a:xfrm>
                <a:off x="4589552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6" name="pg2946">
                <a:extLst>
                  <a:ext uri="{FF2B5EF4-FFF2-40B4-BE49-F238E27FC236}">
                    <a16:creationId xmlns:a16="http://schemas.microsoft.com/office/drawing/2014/main" id="{F61E3F88-86D2-E1B3-3807-89931D52C870}"/>
                  </a:ext>
                </a:extLst>
              </p:cNvPr>
              <p:cNvSpPr/>
              <p:nvPr/>
            </p:nvSpPr>
            <p:spPr>
              <a:xfrm>
                <a:off x="4601190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7" name="pg2947">
                <a:extLst>
                  <a:ext uri="{FF2B5EF4-FFF2-40B4-BE49-F238E27FC236}">
                    <a16:creationId xmlns:a16="http://schemas.microsoft.com/office/drawing/2014/main" id="{40871CA2-43A6-360A-D0BF-1E67D15C1CCF}"/>
                  </a:ext>
                </a:extLst>
              </p:cNvPr>
              <p:cNvSpPr/>
              <p:nvPr/>
            </p:nvSpPr>
            <p:spPr>
              <a:xfrm>
                <a:off x="4612827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8" name="pg2948">
                <a:extLst>
                  <a:ext uri="{FF2B5EF4-FFF2-40B4-BE49-F238E27FC236}">
                    <a16:creationId xmlns:a16="http://schemas.microsoft.com/office/drawing/2014/main" id="{1BCCCAA7-4738-A14E-F8FE-D580150FE0EF}"/>
                  </a:ext>
                </a:extLst>
              </p:cNvPr>
              <p:cNvSpPr/>
              <p:nvPr/>
            </p:nvSpPr>
            <p:spPr>
              <a:xfrm>
                <a:off x="4624464" y="48243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49" name="pg2949">
                <a:extLst>
                  <a:ext uri="{FF2B5EF4-FFF2-40B4-BE49-F238E27FC236}">
                    <a16:creationId xmlns:a16="http://schemas.microsoft.com/office/drawing/2014/main" id="{400E4D7A-BC5B-6203-8176-2209BFD56975}"/>
                  </a:ext>
                </a:extLst>
              </p:cNvPr>
              <p:cNvSpPr/>
              <p:nvPr/>
            </p:nvSpPr>
            <p:spPr>
              <a:xfrm>
                <a:off x="309997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0" name="pg2950">
                <a:extLst>
                  <a:ext uri="{FF2B5EF4-FFF2-40B4-BE49-F238E27FC236}">
                    <a16:creationId xmlns:a16="http://schemas.microsoft.com/office/drawing/2014/main" id="{4C2A423B-0889-6051-6FF5-94F660B15D77}"/>
                  </a:ext>
                </a:extLst>
              </p:cNvPr>
              <p:cNvSpPr/>
              <p:nvPr/>
            </p:nvSpPr>
            <p:spPr>
              <a:xfrm>
                <a:off x="311161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793">
                  <a:alpha val="100000"/>
                </a:srgbClr>
              </a:solidFill>
              <a:ln w="5420" cap="flat">
                <a:solidFill>
                  <a:srgbClr val="3A579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1" name="pg2951">
                <a:extLst>
                  <a:ext uri="{FF2B5EF4-FFF2-40B4-BE49-F238E27FC236}">
                    <a16:creationId xmlns:a16="http://schemas.microsoft.com/office/drawing/2014/main" id="{5F94001D-B21C-6A64-F80B-F5CB3AB37E6E}"/>
                  </a:ext>
                </a:extLst>
              </p:cNvPr>
              <p:cNvSpPr/>
              <p:nvPr/>
            </p:nvSpPr>
            <p:spPr>
              <a:xfrm>
                <a:off x="312324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2" name="pg2952">
                <a:extLst>
                  <a:ext uri="{FF2B5EF4-FFF2-40B4-BE49-F238E27FC236}">
                    <a16:creationId xmlns:a16="http://schemas.microsoft.com/office/drawing/2014/main" id="{97B71F6F-70D2-6699-F949-CD2159AD8B02}"/>
                  </a:ext>
                </a:extLst>
              </p:cNvPr>
              <p:cNvSpPr/>
              <p:nvPr/>
            </p:nvSpPr>
            <p:spPr>
              <a:xfrm>
                <a:off x="313488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3" name="pg2953">
                <a:extLst>
                  <a:ext uri="{FF2B5EF4-FFF2-40B4-BE49-F238E27FC236}">
                    <a16:creationId xmlns:a16="http://schemas.microsoft.com/office/drawing/2014/main" id="{BFB800FD-E23C-CC56-1B60-5C01C22EB246}"/>
                  </a:ext>
                </a:extLst>
              </p:cNvPr>
              <p:cNvSpPr/>
              <p:nvPr/>
            </p:nvSpPr>
            <p:spPr>
              <a:xfrm>
                <a:off x="314652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8">
                  <a:alpha val="100000"/>
                </a:srgbClr>
              </a:solidFill>
              <a:ln w="5420" cap="flat">
                <a:solidFill>
                  <a:srgbClr val="3A5A9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4" name="pg2954">
                <a:extLst>
                  <a:ext uri="{FF2B5EF4-FFF2-40B4-BE49-F238E27FC236}">
                    <a16:creationId xmlns:a16="http://schemas.microsoft.com/office/drawing/2014/main" id="{65A3CE36-3D78-1624-1575-5DD0D3141188}"/>
                  </a:ext>
                </a:extLst>
              </p:cNvPr>
              <p:cNvSpPr/>
              <p:nvPr/>
            </p:nvSpPr>
            <p:spPr>
              <a:xfrm>
                <a:off x="315816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6">
                  <a:alpha val="100000"/>
                </a:srgbClr>
              </a:solidFill>
              <a:ln w="5420" cap="flat">
                <a:solidFill>
                  <a:srgbClr val="3A599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5" name="pg2955">
                <a:extLst>
                  <a:ext uri="{FF2B5EF4-FFF2-40B4-BE49-F238E27FC236}">
                    <a16:creationId xmlns:a16="http://schemas.microsoft.com/office/drawing/2014/main" id="{2C619419-36A4-2AC0-A3D7-2E17F1AC5F69}"/>
                  </a:ext>
                </a:extLst>
              </p:cNvPr>
              <p:cNvSpPr/>
              <p:nvPr/>
            </p:nvSpPr>
            <p:spPr>
              <a:xfrm>
                <a:off x="316979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6" name="pg2956">
                <a:extLst>
                  <a:ext uri="{FF2B5EF4-FFF2-40B4-BE49-F238E27FC236}">
                    <a16:creationId xmlns:a16="http://schemas.microsoft.com/office/drawing/2014/main" id="{B402F093-BA14-8F04-D47C-6DEF6261A01F}"/>
                  </a:ext>
                </a:extLst>
              </p:cNvPr>
              <p:cNvSpPr/>
              <p:nvPr/>
            </p:nvSpPr>
            <p:spPr>
              <a:xfrm>
                <a:off x="318143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7" name="pg2957">
                <a:extLst>
                  <a:ext uri="{FF2B5EF4-FFF2-40B4-BE49-F238E27FC236}">
                    <a16:creationId xmlns:a16="http://schemas.microsoft.com/office/drawing/2014/main" id="{8E916E1B-1290-8F7B-0A68-93EBED15A3F0}"/>
                  </a:ext>
                </a:extLst>
              </p:cNvPr>
              <p:cNvSpPr/>
              <p:nvPr/>
            </p:nvSpPr>
            <p:spPr>
              <a:xfrm>
                <a:off x="319307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6">
                  <a:alpha val="100000"/>
                </a:srgbClr>
              </a:solidFill>
              <a:ln w="5420" cap="flat">
                <a:solidFill>
                  <a:srgbClr val="3B4E8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8" name="pg2958">
                <a:extLst>
                  <a:ext uri="{FF2B5EF4-FFF2-40B4-BE49-F238E27FC236}">
                    <a16:creationId xmlns:a16="http://schemas.microsoft.com/office/drawing/2014/main" id="{520A3F07-A1B1-E02F-A5BD-34146AD992A8}"/>
                  </a:ext>
                </a:extLst>
              </p:cNvPr>
              <p:cNvSpPr/>
              <p:nvPr/>
            </p:nvSpPr>
            <p:spPr>
              <a:xfrm>
                <a:off x="320471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0">
                  <a:alpha val="100000"/>
                </a:srgbClr>
              </a:solidFill>
              <a:ln w="5420" cap="flat">
                <a:solidFill>
                  <a:srgbClr val="3C4A8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59" name="pg2959">
                <a:extLst>
                  <a:ext uri="{FF2B5EF4-FFF2-40B4-BE49-F238E27FC236}">
                    <a16:creationId xmlns:a16="http://schemas.microsoft.com/office/drawing/2014/main" id="{DD8C5ACF-729B-D09B-0ABF-D795B4B9C731}"/>
                  </a:ext>
                </a:extLst>
              </p:cNvPr>
              <p:cNvSpPr/>
              <p:nvPr/>
            </p:nvSpPr>
            <p:spPr>
              <a:xfrm>
                <a:off x="341418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0" name="pg2960">
                <a:extLst>
                  <a:ext uri="{FF2B5EF4-FFF2-40B4-BE49-F238E27FC236}">
                    <a16:creationId xmlns:a16="http://schemas.microsoft.com/office/drawing/2014/main" id="{EE382F20-263C-1B05-611A-80A738D292B7}"/>
                  </a:ext>
                </a:extLst>
              </p:cNvPr>
              <p:cNvSpPr/>
              <p:nvPr/>
            </p:nvSpPr>
            <p:spPr>
              <a:xfrm>
                <a:off x="342581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1" name="pg2961">
                <a:extLst>
                  <a:ext uri="{FF2B5EF4-FFF2-40B4-BE49-F238E27FC236}">
                    <a16:creationId xmlns:a16="http://schemas.microsoft.com/office/drawing/2014/main" id="{CD9C727D-BB83-FDEB-BDA0-4B6EE00193DB}"/>
                  </a:ext>
                </a:extLst>
              </p:cNvPr>
              <p:cNvSpPr/>
              <p:nvPr/>
            </p:nvSpPr>
            <p:spPr>
              <a:xfrm>
                <a:off x="349564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2" name="pg2962">
                <a:extLst>
                  <a:ext uri="{FF2B5EF4-FFF2-40B4-BE49-F238E27FC236}">
                    <a16:creationId xmlns:a16="http://schemas.microsoft.com/office/drawing/2014/main" id="{18EB9F67-91FA-7025-0A2D-61C9C275AD90}"/>
                  </a:ext>
                </a:extLst>
              </p:cNvPr>
              <p:cNvSpPr/>
              <p:nvPr/>
            </p:nvSpPr>
            <p:spPr>
              <a:xfrm>
                <a:off x="350728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3" name="pg2963">
                <a:extLst>
                  <a:ext uri="{FF2B5EF4-FFF2-40B4-BE49-F238E27FC236}">
                    <a16:creationId xmlns:a16="http://schemas.microsoft.com/office/drawing/2014/main" id="{E7DA8059-FE55-E383-2163-156E137561CA}"/>
                  </a:ext>
                </a:extLst>
              </p:cNvPr>
              <p:cNvSpPr/>
              <p:nvPr/>
            </p:nvSpPr>
            <p:spPr>
              <a:xfrm>
                <a:off x="351891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4" name="pg2964">
                <a:extLst>
                  <a:ext uri="{FF2B5EF4-FFF2-40B4-BE49-F238E27FC236}">
                    <a16:creationId xmlns:a16="http://schemas.microsoft.com/office/drawing/2014/main" id="{9D28634D-90E2-B596-382C-8B8100DBEB83}"/>
                  </a:ext>
                </a:extLst>
              </p:cNvPr>
              <p:cNvSpPr/>
              <p:nvPr/>
            </p:nvSpPr>
            <p:spPr>
              <a:xfrm>
                <a:off x="353055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5" name="pg2965">
                <a:extLst>
                  <a:ext uri="{FF2B5EF4-FFF2-40B4-BE49-F238E27FC236}">
                    <a16:creationId xmlns:a16="http://schemas.microsoft.com/office/drawing/2014/main" id="{CD666FE9-0BBA-C002-AB37-FFB39C1290C4}"/>
                  </a:ext>
                </a:extLst>
              </p:cNvPr>
              <p:cNvSpPr/>
              <p:nvPr/>
            </p:nvSpPr>
            <p:spPr>
              <a:xfrm>
                <a:off x="354219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6" name="pg2966">
                <a:extLst>
                  <a:ext uri="{FF2B5EF4-FFF2-40B4-BE49-F238E27FC236}">
                    <a16:creationId xmlns:a16="http://schemas.microsoft.com/office/drawing/2014/main" id="{15229B7C-9F4B-8B6B-9D29-00888BFD8DE3}"/>
                  </a:ext>
                </a:extLst>
              </p:cNvPr>
              <p:cNvSpPr/>
              <p:nvPr/>
            </p:nvSpPr>
            <p:spPr>
              <a:xfrm>
                <a:off x="355383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7" name="pg2967">
                <a:extLst>
                  <a:ext uri="{FF2B5EF4-FFF2-40B4-BE49-F238E27FC236}">
                    <a16:creationId xmlns:a16="http://schemas.microsoft.com/office/drawing/2014/main" id="{97DD2BD4-6364-9C30-977F-07466E80A84A}"/>
                  </a:ext>
                </a:extLst>
              </p:cNvPr>
              <p:cNvSpPr/>
              <p:nvPr/>
            </p:nvSpPr>
            <p:spPr>
              <a:xfrm>
                <a:off x="356546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8" name="pg2968">
                <a:extLst>
                  <a:ext uri="{FF2B5EF4-FFF2-40B4-BE49-F238E27FC236}">
                    <a16:creationId xmlns:a16="http://schemas.microsoft.com/office/drawing/2014/main" id="{8AE1892C-D178-1C53-1812-778EC197BA4D}"/>
                  </a:ext>
                </a:extLst>
              </p:cNvPr>
              <p:cNvSpPr/>
              <p:nvPr/>
            </p:nvSpPr>
            <p:spPr>
              <a:xfrm>
                <a:off x="357710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69" name="pg2969">
                <a:extLst>
                  <a:ext uri="{FF2B5EF4-FFF2-40B4-BE49-F238E27FC236}">
                    <a16:creationId xmlns:a16="http://schemas.microsoft.com/office/drawing/2014/main" id="{1BED943E-AC14-91FB-4066-CEEBA5B7694C}"/>
                  </a:ext>
                </a:extLst>
              </p:cNvPr>
              <p:cNvSpPr/>
              <p:nvPr/>
            </p:nvSpPr>
            <p:spPr>
              <a:xfrm>
                <a:off x="358874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0" name="pg2970">
                <a:extLst>
                  <a:ext uri="{FF2B5EF4-FFF2-40B4-BE49-F238E27FC236}">
                    <a16:creationId xmlns:a16="http://schemas.microsoft.com/office/drawing/2014/main" id="{1231FF43-EB8D-1C84-CEB2-0DB039796A99}"/>
                  </a:ext>
                </a:extLst>
              </p:cNvPr>
              <p:cNvSpPr/>
              <p:nvPr/>
            </p:nvSpPr>
            <p:spPr>
              <a:xfrm>
                <a:off x="360037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1" name="pg2971">
                <a:extLst>
                  <a:ext uri="{FF2B5EF4-FFF2-40B4-BE49-F238E27FC236}">
                    <a16:creationId xmlns:a16="http://schemas.microsoft.com/office/drawing/2014/main" id="{4EE8BED3-9E1E-3E1B-07B4-147A855F8462}"/>
                  </a:ext>
                </a:extLst>
              </p:cNvPr>
              <p:cNvSpPr/>
              <p:nvPr/>
            </p:nvSpPr>
            <p:spPr>
              <a:xfrm>
                <a:off x="361201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2" name="pg2972">
                <a:extLst>
                  <a:ext uri="{FF2B5EF4-FFF2-40B4-BE49-F238E27FC236}">
                    <a16:creationId xmlns:a16="http://schemas.microsoft.com/office/drawing/2014/main" id="{BECAA5D9-89E5-2982-58DE-DECC4E5E09E7}"/>
                  </a:ext>
                </a:extLst>
              </p:cNvPr>
              <p:cNvSpPr/>
              <p:nvPr/>
            </p:nvSpPr>
            <p:spPr>
              <a:xfrm>
                <a:off x="362365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3" name="pg2973">
                <a:extLst>
                  <a:ext uri="{FF2B5EF4-FFF2-40B4-BE49-F238E27FC236}">
                    <a16:creationId xmlns:a16="http://schemas.microsoft.com/office/drawing/2014/main" id="{19DF32C4-AC27-76C2-124C-6AE4392B9584}"/>
                  </a:ext>
                </a:extLst>
              </p:cNvPr>
              <p:cNvSpPr/>
              <p:nvPr/>
            </p:nvSpPr>
            <p:spPr>
              <a:xfrm>
                <a:off x="363529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4" name="pg2974">
                <a:extLst>
                  <a:ext uri="{FF2B5EF4-FFF2-40B4-BE49-F238E27FC236}">
                    <a16:creationId xmlns:a16="http://schemas.microsoft.com/office/drawing/2014/main" id="{F46F0817-06D0-A36B-C1F1-87AF6A092C3E}"/>
                  </a:ext>
                </a:extLst>
              </p:cNvPr>
              <p:cNvSpPr/>
              <p:nvPr/>
            </p:nvSpPr>
            <p:spPr>
              <a:xfrm>
                <a:off x="364692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5" name="pg2975">
                <a:extLst>
                  <a:ext uri="{FF2B5EF4-FFF2-40B4-BE49-F238E27FC236}">
                    <a16:creationId xmlns:a16="http://schemas.microsoft.com/office/drawing/2014/main" id="{139B7C28-CD94-8B67-410A-77F40BE031A4}"/>
                  </a:ext>
                </a:extLst>
              </p:cNvPr>
              <p:cNvSpPr/>
              <p:nvPr/>
            </p:nvSpPr>
            <p:spPr>
              <a:xfrm>
                <a:off x="365856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6" name="pg2976">
                <a:extLst>
                  <a:ext uri="{FF2B5EF4-FFF2-40B4-BE49-F238E27FC236}">
                    <a16:creationId xmlns:a16="http://schemas.microsoft.com/office/drawing/2014/main" id="{5CB15BB9-4D93-06DF-016C-3D1307E05C96}"/>
                  </a:ext>
                </a:extLst>
              </p:cNvPr>
              <p:cNvSpPr/>
              <p:nvPr/>
            </p:nvSpPr>
            <p:spPr>
              <a:xfrm>
                <a:off x="367020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7" name="pg2977">
                <a:extLst>
                  <a:ext uri="{FF2B5EF4-FFF2-40B4-BE49-F238E27FC236}">
                    <a16:creationId xmlns:a16="http://schemas.microsoft.com/office/drawing/2014/main" id="{9D0C7547-A825-2216-8A8A-40D8EB648CF3}"/>
                  </a:ext>
                </a:extLst>
              </p:cNvPr>
              <p:cNvSpPr/>
              <p:nvPr/>
            </p:nvSpPr>
            <p:spPr>
              <a:xfrm>
                <a:off x="368184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8" name="pg2978">
                <a:extLst>
                  <a:ext uri="{FF2B5EF4-FFF2-40B4-BE49-F238E27FC236}">
                    <a16:creationId xmlns:a16="http://schemas.microsoft.com/office/drawing/2014/main" id="{F6A18F7F-D713-E3A2-FCC6-5F73A7DDDDD6}"/>
                  </a:ext>
                </a:extLst>
              </p:cNvPr>
              <p:cNvSpPr/>
              <p:nvPr/>
            </p:nvSpPr>
            <p:spPr>
              <a:xfrm>
                <a:off x="369347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79" name="pg2979">
                <a:extLst>
                  <a:ext uri="{FF2B5EF4-FFF2-40B4-BE49-F238E27FC236}">
                    <a16:creationId xmlns:a16="http://schemas.microsoft.com/office/drawing/2014/main" id="{4DA14EB6-5192-302D-1683-769E268DA7BC}"/>
                  </a:ext>
                </a:extLst>
              </p:cNvPr>
              <p:cNvSpPr/>
              <p:nvPr/>
            </p:nvSpPr>
            <p:spPr>
              <a:xfrm>
                <a:off x="370511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0" name="pg2980">
                <a:extLst>
                  <a:ext uri="{FF2B5EF4-FFF2-40B4-BE49-F238E27FC236}">
                    <a16:creationId xmlns:a16="http://schemas.microsoft.com/office/drawing/2014/main" id="{BC398BB2-04B5-D89C-834D-EFC09B086698}"/>
                  </a:ext>
                </a:extLst>
              </p:cNvPr>
              <p:cNvSpPr/>
              <p:nvPr/>
            </p:nvSpPr>
            <p:spPr>
              <a:xfrm>
                <a:off x="371675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1" name="pg2981">
                <a:extLst>
                  <a:ext uri="{FF2B5EF4-FFF2-40B4-BE49-F238E27FC236}">
                    <a16:creationId xmlns:a16="http://schemas.microsoft.com/office/drawing/2014/main" id="{055A0D6B-1A58-3463-C8CE-588B3DD71EBE}"/>
                  </a:ext>
                </a:extLst>
              </p:cNvPr>
              <p:cNvSpPr/>
              <p:nvPr/>
            </p:nvSpPr>
            <p:spPr>
              <a:xfrm>
                <a:off x="372839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2" name="pg2982">
                <a:extLst>
                  <a:ext uri="{FF2B5EF4-FFF2-40B4-BE49-F238E27FC236}">
                    <a16:creationId xmlns:a16="http://schemas.microsoft.com/office/drawing/2014/main" id="{006CF2A4-D584-DEB2-7D46-0BE528E1EA93}"/>
                  </a:ext>
                </a:extLst>
              </p:cNvPr>
              <p:cNvSpPr/>
              <p:nvPr/>
            </p:nvSpPr>
            <p:spPr>
              <a:xfrm>
                <a:off x="374002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3" name="pg2983">
                <a:extLst>
                  <a:ext uri="{FF2B5EF4-FFF2-40B4-BE49-F238E27FC236}">
                    <a16:creationId xmlns:a16="http://schemas.microsoft.com/office/drawing/2014/main" id="{98C02F76-94B8-F2E7-C8EA-A8BE947A6BF3}"/>
                  </a:ext>
                </a:extLst>
              </p:cNvPr>
              <p:cNvSpPr/>
              <p:nvPr/>
            </p:nvSpPr>
            <p:spPr>
              <a:xfrm>
                <a:off x="375166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4" name="pg2984">
                <a:extLst>
                  <a:ext uri="{FF2B5EF4-FFF2-40B4-BE49-F238E27FC236}">
                    <a16:creationId xmlns:a16="http://schemas.microsoft.com/office/drawing/2014/main" id="{7D5CA4D9-7CE8-9788-85ED-3D6DF52D70D7}"/>
                  </a:ext>
                </a:extLst>
              </p:cNvPr>
              <p:cNvSpPr/>
              <p:nvPr/>
            </p:nvSpPr>
            <p:spPr>
              <a:xfrm>
                <a:off x="376330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5" name="pg2985">
                <a:extLst>
                  <a:ext uri="{FF2B5EF4-FFF2-40B4-BE49-F238E27FC236}">
                    <a16:creationId xmlns:a16="http://schemas.microsoft.com/office/drawing/2014/main" id="{81081330-66BD-2762-03FC-8C767A12D214}"/>
                  </a:ext>
                </a:extLst>
              </p:cNvPr>
              <p:cNvSpPr/>
              <p:nvPr/>
            </p:nvSpPr>
            <p:spPr>
              <a:xfrm>
                <a:off x="3774939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6" name="pg2986">
                <a:extLst>
                  <a:ext uri="{FF2B5EF4-FFF2-40B4-BE49-F238E27FC236}">
                    <a16:creationId xmlns:a16="http://schemas.microsoft.com/office/drawing/2014/main" id="{19AB7C01-7ECD-BAF9-190F-0E0C106810ED}"/>
                  </a:ext>
                </a:extLst>
              </p:cNvPr>
              <p:cNvSpPr/>
              <p:nvPr/>
            </p:nvSpPr>
            <p:spPr>
              <a:xfrm>
                <a:off x="378657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7" name="pg2987">
                <a:extLst>
                  <a:ext uri="{FF2B5EF4-FFF2-40B4-BE49-F238E27FC236}">
                    <a16:creationId xmlns:a16="http://schemas.microsoft.com/office/drawing/2014/main" id="{3D80B2AD-4BB9-165E-691B-A1B206C316D4}"/>
                  </a:ext>
                </a:extLst>
              </p:cNvPr>
              <p:cNvSpPr/>
              <p:nvPr/>
            </p:nvSpPr>
            <p:spPr>
              <a:xfrm>
                <a:off x="4356806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692">
                  <a:alpha val="100000"/>
                </a:srgbClr>
              </a:solidFill>
              <a:ln w="5420" cap="flat">
                <a:solidFill>
                  <a:srgbClr val="3B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8" name="pg2988">
                <a:extLst>
                  <a:ext uri="{FF2B5EF4-FFF2-40B4-BE49-F238E27FC236}">
                    <a16:creationId xmlns:a16="http://schemas.microsoft.com/office/drawing/2014/main" id="{0D3AD22C-1F16-2046-9229-444F6A196DBB}"/>
                  </a:ext>
                </a:extLst>
              </p:cNvPr>
              <p:cNvSpPr/>
              <p:nvPr/>
            </p:nvSpPr>
            <p:spPr>
              <a:xfrm>
                <a:off x="4368443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89" name="pg2989">
                <a:extLst>
                  <a:ext uri="{FF2B5EF4-FFF2-40B4-BE49-F238E27FC236}">
                    <a16:creationId xmlns:a16="http://schemas.microsoft.com/office/drawing/2014/main" id="{891A1401-8FFE-8207-28DB-2B08758D3C47}"/>
                  </a:ext>
                </a:extLst>
              </p:cNvPr>
              <p:cNvSpPr/>
              <p:nvPr/>
            </p:nvSpPr>
            <p:spPr>
              <a:xfrm>
                <a:off x="438008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0" name="pg2990">
                <a:extLst>
                  <a:ext uri="{FF2B5EF4-FFF2-40B4-BE49-F238E27FC236}">
                    <a16:creationId xmlns:a16="http://schemas.microsoft.com/office/drawing/2014/main" id="{B7CB7D2C-B9FF-8DA8-CFA2-A7C315C9E484}"/>
                  </a:ext>
                </a:extLst>
              </p:cNvPr>
              <p:cNvSpPr/>
              <p:nvPr/>
            </p:nvSpPr>
            <p:spPr>
              <a:xfrm>
                <a:off x="4391718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1" name="pg2991">
                <a:extLst>
                  <a:ext uri="{FF2B5EF4-FFF2-40B4-BE49-F238E27FC236}">
                    <a16:creationId xmlns:a16="http://schemas.microsoft.com/office/drawing/2014/main" id="{7ED57CDE-9660-B990-16E1-827744C34919}"/>
                  </a:ext>
                </a:extLst>
              </p:cNvPr>
              <p:cNvSpPr/>
              <p:nvPr/>
            </p:nvSpPr>
            <p:spPr>
              <a:xfrm>
                <a:off x="4403355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2" name="pg2992">
                <a:extLst>
                  <a:ext uri="{FF2B5EF4-FFF2-40B4-BE49-F238E27FC236}">
                    <a16:creationId xmlns:a16="http://schemas.microsoft.com/office/drawing/2014/main" id="{94080C11-8C90-1D9A-296C-1C64D2FB167C}"/>
                  </a:ext>
                </a:extLst>
              </p:cNvPr>
              <p:cNvSpPr/>
              <p:nvPr/>
            </p:nvSpPr>
            <p:spPr>
              <a:xfrm>
                <a:off x="441499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3" name="pg2993">
                <a:extLst>
                  <a:ext uri="{FF2B5EF4-FFF2-40B4-BE49-F238E27FC236}">
                    <a16:creationId xmlns:a16="http://schemas.microsoft.com/office/drawing/2014/main" id="{6B1A4689-3011-C548-9375-58CC212D2FF7}"/>
                  </a:ext>
                </a:extLst>
              </p:cNvPr>
              <p:cNvSpPr/>
              <p:nvPr/>
            </p:nvSpPr>
            <p:spPr>
              <a:xfrm>
                <a:off x="442663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4" name="pg2994">
                <a:extLst>
                  <a:ext uri="{FF2B5EF4-FFF2-40B4-BE49-F238E27FC236}">
                    <a16:creationId xmlns:a16="http://schemas.microsoft.com/office/drawing/2014/main" id="{04F2ED16-F579-9422-6EC4-6F7EADEFEBA7}"/>
                  </a:ext>
                </a:extLst>
              </p:cNvPr>
              <p:cNvSpPr/>
              <p:nvPr/>
            </p:nvSpPr>
            <p:spPr>
              <a:xfrm>
                <a:off x="4589552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5" name="pg2995">
                <a:extLst>
                  <a:ext uri="{FF2B5EF4-FFF2-40B4-BE49-F238E27FC236}">
                    <a16:creationId xmlns:a16="http://schemas.microsoft.com/office/drawing/2014/main" id="{5ADC3B2A-C0FB-A8C1-AA45-E600D1487FEC}"/>
                  </a:ext>
                </a:extLst>
              </p:cNvPr>
              <p:cNvSpPr/>
              <p:nvPr/>
            </p:nvSpPr>
            <p:spPr>
              <a:xfrm>
                <a:off x="4601190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6" name="pg2996">
                <a:extLst>
                  <a:ext uri="{FF2B5EF4-FFF2-40B4-BE49-F238E27FC236}">
                    <a16:creationId xmlns:a16="http://schemas.microsoft.com/office/drawing/2014/main" id="{09B10D80-CCAB-E398-3B45-B2DD7162402E}"/>
                  </a:ext>
                </a:extLst>
              </p:cNvPr>
              <p:cNvSpPr/>
              <p:nvPr/>
            </p:nvSpPr>
            <p:spPr>
              <a:xfrm>
                <a:off x="4612827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7" name="pg2997">
                <a:extLst>
                  <a:ext uri="{FF2B5EF4-FFF2-40B4-BE49-F238E27FC236}">
                    <a16:creationId xmlns:a16="http://schemas.microsoft.com/office/drawing/2014/main" id="{B30582B7-5D4C-D0C9-339F-AD4F1FF6BAD8}"/>
                  </a:ext>
                </a:extLst>
              </p:cNvPr>
              <p:cNvSpPr/>
              <p:nvPr/>
            </p:nvSpPr>
            <p:spPr>
              <a:xfrm>
                <a:off x="4624464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8" name="pg2998">
                <a:extLst>
                  <a:ext uri="{FF2B5EF4-FFF2-40B4-BE49-F238E27FC236}">
                    <a16:creationId xmlns:a16="http://schemas.microsoft.com/office/drawing/2014/main" id="{C28CE7BC-314F-0FAB-3BE8-4FBCAE437704}"/>
                  </a:ext>
                </a:extLst>
              </p:cNvPr>
              <p:cNvSpPr/>
              <p:nvPr/>
            </p:nvSpPr>
            <p:spPr>
              <a:xfrm>
                <a:off x="4636101" y="483860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1A1">
                  <a:alpha val="100000"/>
                </a:srgbClr>
              </a:solidFill>
              <a:ln w="5420" cap="flat">
                <a:solidFill>
                  <a:srgbClr val="3B71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2999" name="pg2999">
                <a:extLst>
                  <a:ext uri="{FF2B5EF4-FFF2-40B4-BE49-F238E27FC236}">
                    <a16:creationId xmlns:a16="http://schemas.microsoft.com/office/drawing/2014/main" id="{4D37D259-F20C-E266-35F3-19B93CAB76C1}"/>
                  </a:ext>
                </a:extLst>
              </p:cNvPr>
              <p:cNvSpPr/>
              <p:nvPr/>
            </p:nvSpPr>
            <p:spPr>
              <a:xfrm>
                <a:off x="309997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0" name="pg3000">
                <a:extLst>
                  <a:ext uri="{FF2B5EF4-FFF2-40B4-BE49-F238E27FC236}">
                    <a16:creationId xmlns:a16="http://schemas.microsoft.com/office/drawing/2014/main" id="{DB931A85-08D3-AAC0-8A1C-50055E819F14}"/>
                  </a:ext>
                </a:extLst>
              </p:cNvPr>
              <p:cNvSpPr/>
              <p:nvPr/>
            </p:nvSpPr>
            <p:spPr>
              <a:xfrm>
                <a:off x="311161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48F">
                  <a:alpha val="100000"/>
                </a:srgbClr>
              </a:solidFill>
              <a:ln w="5420" cap="flat">
                <a:solidFill>
                  <a:srgbClr val="3B548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1" name="pg3001">
                <a:extLst>
                  <a:ext uri="{FF2B5EF4-FFF2-40B4-BE49-F238E27FC236}">
                    <a16:creationId xmlns:a16="http://schemas.microsoft.com/office/drawing/2014/main" id="{AA8ECDA1-CFAB-620B-1C18-1C6432C0FA1E}"/>
                  </a:ext>
                </a:extLst>
              </p:cNvPr>
              <p:cNvSpPr/>
              <p:nvPr/>
            </p:nvSpPr>
            <p:spPr>
              <a:xfrm>
                <a:off x="312324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2" name="pg3002">
                <a:extLst>
                  <a:ext uri="{FF2B5EF4-FFF2-40B4-BE49-F238E27FC236}">
                    <a16:creationId xmlns:a16="http://schemas.microsoft.com/office/drawing/2014/main" id="{448CA9F8-BA57-CF6F-2743-18EE84E6A914}"/>
                  </a:ext>
                </a:extLst>
              </p:cNvPr>
              <p:cNvSpPr/>
              <p:nvPr/>
            </p:nvSpPr>
            <p:spPr>
              <a:xfrm>
                <a:off x="313488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3" name="pg3003">
                <a:extLst>
                  <a:ext uri="{FF2B5EF4-FFF2-40B4-BE49-F238E27FC236}">
                    <a16:creationId xmlns:a16="http://schemas.microsoft.com/office/drawing/2014/main" id="{17670A98-7216-5244-746E-D5D46114FC3F}"/>
                  </a:ext>
                </a:extLst>
              </p:cNvPr>
              <p:cNvSpPr/>
              <p:nvPr/>
            </p:nvSpPr>
            <p:spPr>
              <a:xfrm>
                <a:off x="314652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692">
                  <a:alpha val="100000"/>
                </a:srgbClr>
              </a:solidFill>
              <a:ln w="5420" cap="flat">
                <a:solidFill>
                  <a:srgbClr val="3A569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4" name="pg3004">
                <a:extLst>
                  <a:ext uri="{FF2B5EF4-FFF2-40B4-BE49-F238E27FC236}">
                    <a16:creationId xmlns:a16="http://schemas.microsoft.com/office/drawing/2014/main" id="{BA6B12E4-C46C-B433-8BCD-10A32A64F173}"/>
                  </a:ext>
                </a:extLst>
              </p:cNvPr>
              <p:cNvSpPr/>
              <p:nvPr/>
            </p:nvSpPr>
            <p:spPr>
              <a:xfrm>
                <a:off x="315816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591">
                  <a:alpha val="100000"/>
                </a:srgbClr>
              </a:solidFill>
              <a:ln w="5420" cap="flat">
                <a:solidFill>
                  <a:srgbClr val="3B559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5" name="pg3005">
                <a:extLst>
                  <a:ext uri="{FF2B5EF4-FFF2-40B4-BE49-F238E27FC236}">
                    <a16:creationId xmlns:a16="http://schemas.microsoft.com/office/drawing/2014/main" id="{1DB4F88C-B317-AFD9-4C5D-746EEF3BBD93}"/>
                  </a:ext>
                </a:extLst>
              </p:cNvPr>
              <p:cNvSpPr/>
              <p:nvPr/>
            </p:nvSpPr>
            <p:spPr>
              <a:xfrm>
                <a:off x="316979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E">
                  <a:alpha val="100000"/>
                </a:srgbClr>
              </a:solidFill>
              <a:ln w="5420" cap="flat">
                <a:solidFill>
                  <a:srgbClr val="3B538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6" name="pg3006">
                <a:extLst>
                  <a:ext uri="{FF2B5EF4-FFF2-40B4-BE49-F238E27FC236}">
                    <a16:creationId xmlns:a16="http://schemas.microsoft.com/office/drawing/2014/main" id="{E7D67D7A-F789-ED44-E791-5DD24BCEA783}"/>
                  </a:ext>
                </a:extLst>
              </p:cNvPr>
              <p:cNvSpPr/>
              <p:nvPr/>
            </p:nvSpPr>
            <p:spPr>
              <a:xfrm>
                <a:off x="318143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18B">
                  <a:alpha val="100000"/>
                </a:srgbClr>
              </a:solidFill>
              <a:ln w="5420" cap="flat">
                <a:solidFill>
                  <a:srgbClr val="3B518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7" name="pg3007">
                <a:extLst>
                  <a:ext uri="{FF2B5EF4-FFF2-40B4-BE49-F238E27FC236}">
                    <a16:creationId xmlns:a16="http://schemas.microsoft.com/office/drawing/2014/main" id="{ACE0231C-5B7A-062D-38D3-4F33C678B638}"/>
                  </a:ext>
                </a:extLst>
              </p:cNvPr>
              <p:cNvSpPr/>
              <p:nvPr/>
            </p:nvSpPr>
            <p:spPr>
              <a:xfrm>
                <a:off x="350728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8" name="pg3008">
                <a:extLst>
                  <a:ext uri="{FF2B5EF4-FFF2-40B4-BE49-F238E27FC236}">
                    <a16:creationId xmlns:a16="http://schemas.microsoft.com/office/drawing/2014/main" id="{F643BEE8-9FF5-9A8F-DF17-D5FCB97C946D}"/>
                  </a:ext>
                </a:extLst>
              </p:cNvPr>
              <p:cNvSpPr/>
              <p:nvPr/>
            </p:nvSpPr>
            <p:spPr>
              <a:xfrm>
                <a:off x="351891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09" name="pg3009">
                <a:extLst>
                  <a:ext uri="{FF2B5EF4-FFF2-40B4-BE49-F238E27FC236}">
                    <a16:creationId xmlns:a16="http://schemas.microsoft.com/office/drawing/2014/main" id="{9935993F-97DC-5511-0479-09E6DC4417A5}"/>
                  </a:ext>
                </a:extLst>
              </p:cNvPr>
              <p:cNvSpPr/>
              <p:nvPr/>
            </p:nvSpPr>
            <p:spPr>
              <a:xfrm>
                <a:off x="353055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0" name="pg3010">
                <a:extLst>
                  <a:ext uri="{FF2B5EF4-FFF2-40B4-BE49-F238E27FC236}">
                    <a16:creationId xmlns:a16="http://schemas.microsoft.com/office/drawing/2014/main" id="{B60D92AD-CF71-5F95-6147-DF9F81930C05}"/>
                  </a:ext>
                </a:extLst>
              </p:cNvPr>
              <p:cNvSpPr/>
              <p:nvPr/>
            </p:nvSpPr>
            <p:spPr>
              <a:xfrm>
                <a:off x="354219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1" name="pg3011">
                <a:extLst>
                  <a:ext uri="{FF2B5EF4-FFF2-40B4-BE49-F238E27FC236}">
                    <a16:creationId xmlns:a16="http://schemas.microsoft.com/office/drawing/2014/main" id="{0B641D54-5E84-1BFC-54D4-9E69E5EB8E20}"/>
                  </a:ext>
                </a:extLst>
              </p:cNvPr>
              <p:cNvSpPr/>
              <p:nvPr/>
            </p:nvSpPr>
            <p:spPr>
              <a:xfrm>
                <a:off x="355383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2" name="pg3012">
                <a:extLst>
                  <a:ext uri="{FF2B5EF4-FFF2-40B4-BE49-F238E27FC236}">
                    <a16:creationId xmlns:a16="http://schemas.microsoft.com/office/drawing/2014/main" id="{02C0ED3B-B33A-A2CD-1DBC-A76A1C5CD10C}"/>
                  </a:ext>
                </a:extLst>
              </p:cNvPr>
              <p:cNvSpPr/>
              <p:nvPr/>
            </p:nvSpPr>
            <p:spPr>
              <a:xfrm>
                <a:off x="356546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3" name="pg3013">
                <a:extLst>
                  <a:ext uri="{FF2B5EF4-FFF2-40B4-BE49-F238E27FC236}">
                    <a16:creationId xmlns:a16="http://schemas.microsoft.com/office/drawing/2014/main" id="{E1710428-F60C-D36F-8CE9-969F4E4E8DB8}"/>
                  </a:ext>
                </a:extLst>
              </p:cNvPr>
              <p:cNvSpPr/>
              <p:nvPr/>
            </p:nvSpPr>
            <p:spPr>
              <a:xfrm>
                <a:off x="357710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4" name="pg3014">
                <a:extLst>
                  <a:ext uri="{FF2B5EF4-FFF2-40B4-BE49-F238E27FC236}">
                    <a16:creationId xmlns:a16="http://schemas.microsoft.com/office/drawing/2014/main" id="{2E4F2F35-4B9D-B474-1C29-4954E0904401}"/>
                  </a:ext>
                </a:extLst>
              </p:cNvPr>
              <p:cNvSpPr/>
              <p:nvPr/>
            </p:nvSpPr>
            <p:spPr>
              <a:xfrm>
                <a:off x="358874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5" name="pg3015">
                <a:extLst>
                  <a:ext uri="{FF2B5EF4-FFF2-40B4-BE49-F238E27FC236}">
                    <a16:creationId xmlns:a16="http://schemas.microsoft.com/office/drawing/2014/main" id="{8777DAF0-1250-E70F-3550-066B789A0CC6}"/>
                  </a:ext>
                </a:extLst>
              </p:cNvPr>
              <p:cNvSpPr/>
              <p:nvPr/>
            </p:nvSpPr>
            <p:spPr>
              <a:xfrm>
                <a:off x="360037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6" name="pg3016">
                <a:extLst>
                  <a:ext uri="{FF2B5EF4-FFF2-40B4-BE49-F238E27FC236}">
                    <a16:creationId xmlns:a16="http://schemas.microsoft.com/office/drawing/2014/main" id="{E4414ABD-5F36-B728-8FD2-B19F5C1E7900}"/>
                  </a:ext>
                </a:extLst>
              </p:cNvPr>
              <p:cNvSpPr/>
              <p:nvPr/>
            </p:nvSpPr>
            <p:spPr>
              <a:xfrm>
                <a:off x="361201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7" name="pg3017">
                <a:extLst>
                  <a:ext uri="{FF2B5EF4-FFF2-40B4-BE49-F238E27FC236}">
                    <a16:creationId xmlns:a16="http://schemas.microsoft.com/office/drawing/2014/main" id="{E126EF1F-9073-54D0-1C5F-3CC280571478}"/>
                  </a:ext>
                </a:extLst>
              </p:cNvPr>
              <p:cNvSpPr/>
              <p:nvPr/>
            </p:nvSpPr>
            <p:spPr>
              <a:xfrm>
                <a:off x="362365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8" name="pg3018">
                <a:extLst>
                  <a:ext uri="{FF2B5EF4-FFF2-40B4-BE49-F238E27FC236}">
                    <a16:creationId xmlns:a16="http://schemas.microsoft.com/office/drawing/2014/main" id="{B7FFD746-D730-D28D-A9E5-7CA2C78A8E4D}"/>
                  </a:ext>
                </a:extLst>
              </p:cNvPr>
              <p:cNvSpPr/>
              <p:nvPr/>
            </p:nvSpPr>
            <p:spPr>
              <a:xfrm>
                <a:off x="363529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19" name="pg3019">
                <a:extLst>
                  <a:ext uri="{FF2B5EF4-FFF2-40B4-BE49-F238E27FC236}">
                    <a16:creationId xmlns:a16="http://schemas.microsoft.com/office/drawing/2014/main" id="{9407276C-EFF8-B323-7DE2-835241A4CDA5}"/>
                  </a:ext>
                </a:extLst>
              </p:cNvPr>
              <p:cNvSpPr/>
              <p:nvPr/>
            </p:nvSpPr>
            <p:spPr>
              <a:xfrm>
                <a:off x="364692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0" name="pg3020">
                <a:extLst>
                  <a:ext uri="{FF2B5EF4-FFF2-40B4-BE49-F238E27FC236}">
                    <a16:creationId xmlns:a16="http://schemas.microsoft.com/office/drawing/2014/main" id="{FF8EED49-1E0A-3450-AD32-E06732E6002D}"/>
                  </a:ext>
                </a:extLst>
              </p:cNvPr>
              <p:cNvSpPr/>
              <p:nvPr/>
            </p:nvSpPr>
            <p:spPr>
              <a:xfrm>
                <a:off x="365856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1" name="pg3021">
                <a:extLst>
                  <a:ext uri="{FF2B5EF4-FFF2-40B4-BE49-F238E27FC236}">
                    <a16:creationId xmlns:a16="http://schemas.microsoft.com/office/drawing/2014/main" id="{CBD5D2C1-13EA-034B-B41B-08E94865BD95}"/>
                  </a:ext>
                </a:extLst>
              </p:cNvPr>
              <p:cNvSpPr/>
              <p:nvPr/>
            </p:nvSpPr>
            <p:spPr>
              <a:xfrm>
                <a:off x="367020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2" name="pg3022">
                <a:extLst>
                  <a:ext uri="{FF2B5EF4-FFF2-40B4-BE49-F238E27FC236}">
                    <a16:creationId xmlns:a16="http://schemas.microsoft.com/office/drawing/2014/main" id="{240A4CF1-B910-4D0F-5789-9359B2FAE9D4}"/>
                  </a:ext>
                </a:extLst>
              </p:cNvPr>
              <p:cNvSpPr/>
              <p:nvPr/>
            </p:nvSpPr>
            <p:spPr>
              <a:xfrm>
                <a:off x="368184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3" name="pg3023">
                <a:extLst>
                  <a:ext uri="{FF2B5EF4-FFF2-40B4-BE49-F238E27FC236}">
                    <a16:creationId xmlns:a16="http://schemas.microsoft.com/office/drawing/2014/main" id="{1F622563-82E2-3493-54A0-D2A937BBBC18}"/>
                  </a:ext>
                </a:extLst>
              </p:cNvPr>
              <p:cNvSpPr/>
              <p:nvPr/>
            </p:nvSpPr>
            <p:spPr>
              <a:xfrm>
                <a:off x="369347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4" name="pg3024">
                <a:extLst>
                  <a:ext uri="{FF2B5EF4-FFF2-40B4-BE49-F238E27FC236}">
                    <a16:creationId xmlns:a16="http://schemas.microsoft.com/office/drawing/2014/main" id="{26872F98-5C82-24B5-5A0E-B00624C3D335}"/>
                  </a:ext>
                </a:extLst>
              </p:cNvPr>
              <p:cNvSpPr/>
              <p:nvPr/>
            </p:nvSpPr>
            <p:spPr>
              <a:xfrm>
                <a:off x="370511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5" name="pg3025">
                <a:extLst>
                  <a:ext uri="{FF2B5EF4-FFF2-40B4-BE49-F238E27FC236}">
                    <a16:creationId xmlns:a16="http://schemas.microsoft.com/office/drawing/2014/main" id="{725D0F8D-FE7A-5E2F-2C83-8838766F1E32}"/>
                  </a:ext>
                </a:extLst>
              </p:cNvPr>
              <p:cNvSpPr/>
              <p:nvPr/>
            </p:nvSpPr>
            <p:spPr>
              <a:xfrm>
                <a:off x="371675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6" name="pg3026">
                <a:extLst>
                  <a:ext uri="{FF2B5EF4-FFF2-40B4-BE49-F238E27FC236}">
                    <a16:creationId xmlns:a16="http://schemas.microsoft.com/office/drawing/2014/main" id="{BE0F2FC1-F274-6C15-E11B-640C69E83DFC}"/>
                  </a:ext>
                </a:extLst>
              </p:cNvPr>
              <p:cNvSpPr/>
              <p:nvPr/>
            </p:nvSpPr>
            <p:spPr>
              <a:xfrm>
                <a:off x="372839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7" name="pg3027">
                <a:extLst>
                  <a:ext uri="{FF2B5EF4-FFF2-40B4-BE49-F238E27FC236}">
                    <a16:creationId xmlns:a16="http://schemas.microsoft.com/office/drawing/2014/main" id="{E4588063-A294-D257-ACC7-44BCB96D9C18}"/>
                  </a:ext>
                </a:extLst>
              </p:cNvPr>
              <p:cNvSpPr/>
              <p:nvPr/>
            </p:nvSpPr>
            <p:spPr>
              <a:xfrm>
                <a:off x="374002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8" name="pg3028">
                <a:extLst>
                  <a:ext uri="{FF2B5EF4-FFF2-40B4-BE49-F238E27FC236}">
                    <a16:creationId xmlns:a16="http://schemas.microsoft.com/office/drawing/2014/main" id="{D6C7F879-8531-DAB9-9D6D-D10181C738EC}"/>
                  </a:ext>
                </a:extLst>
              </p:cNvPr>
              <p:cNvSpPr/>
              <p:nvPr/>
            </p:nvSpPr>
            <p:spPr>
              <a:xfrm>
                <a:off x="375166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29" name="pg3029">
                <a:extLst>
                  <a:ext uri="{FF2B5EF4-FFF2-40B4-BE49-F238E27FC236}">
                    <a16:creationId xmlns:a16="http://schemas.microsoft.com/office/drawing/2014/main" id="{69758341-5CDE-1028-579C-5477772B25CB}"/>
                  </a:ext>
                </a:extLst>
              </p:cNvPr>
              <p:cNvSpPr/>
              <p:nvPr/>
            </p:nvSpPr>
            <p:spPr>
              <a:xfrm>
                <a:off x="376330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0" name="pg3030">
                <a:extLst>
                  <a:ext uri="{FF2B5EF4-FFF2-40B4-BE49-F238E27FC236}">
                    <a16:creationId xmlns:a16="http://schemas.microsoft.com/office/drawing/2014/main" id="{87F810D1-0252-ABE1-5873-DA27CB1D7208}"/>
                  </a:ext>
                </a:extLst>
              </p:cNvPr>
              <p:cNvSpPr/>
              <p:nvPr/>
            </p:nvSpPr>
            <p:spPr>
              <a:xfrm>
                <a:off x="3774939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1" name="pg3031">
                <a:extLst>
                  <a:ext uri="{FF2B5EF4-FFF2-40B4-BE49-F238E27FC236}">
                    <a16:creationId xmlns:a16="http://schemas.microsoft.com/office/drawing/2014/main" id="{A3FB78CD-712B-6957-90E8-80DBDACC6165}"/>
                  </a:ext>
                </a:extLst>
              </p:cNvPr>
              <p:cNvSpPr/>
              <p:nvPr/>
            </p:nvSpPr>
            <p:spPr>
              <a:xfrm>
                <a:off x="3786576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2" name="pg3032">
                <a:extLst>
                  <a:ext uri="{FF2B5EF4-FFF2-40B4-BE49-F238E27FC236}">
                    <a16:creationId xmlns:a16="http://schemas.microsoft.com/office/drawing/2014/main" id="{17F0E1CD-B030-C721-A6A6-CD37244D0D24}"/>
                  </a:ext>
                </a:extLst>
              </p:cNvPr>
              <p:cNvSpPr/>
              <p:nvPr/>
            </p:nvSpPr>
            <p:spPr>
              <a:xfrm>
                <a:off x="4368443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894">
                  <a:alpha val="100000"/>
                </a:srgbClr>
              </a:solidFill>
              <a:ln w="5420" cap="flat">
                <a:solidFill>
                  <a:srgbClr val="3A589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3" name="pg3033">
                <a:extLst>
                  <a:ext uri="{FF2B5EF4-FFF2-40B4-BE49-F238E27FC236}">
                    <a16:creationId xmlns:a16="http://schemas.microsoft.com/office/drawing/2014/main" id="{3A3EEDDA-EBAB-9C8A-5960-C53229024A9A}"/>
                  </a:ext>
                </a:extLst>
              </p:cNvPr>
              <p:cNvSpPr/>
              <p:nvPr/>
            </p:nvSpPr>
            <p:spPr>
              <a:xfrm>
                <a:off x="438008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997">
                  <a:alpha val="100000"/>
                </a:srgbClr>
              </a:solidFill>
              <a:ln w="5420" cap="flat">
                <a:solidFill>
                  <a:srgbClr val="3A59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4" name="pg3034">
                <a:extLst>
                  <a:ext uri="{FF2B5EF4-FFF2-40B4-BE49-F238E27FC236}">
                    <a16:creationId xmlns:a16="http://schemas.microsoft.com/office/drawing/2014/main" id="{F5F4D579-A697-B91B-5016-4ED6D16EB042}"/>
                  </a:ext>
                </a:extLst>
              </p:cNvPr>
              <p:cNvSpPr/>
              <p:nvPr/>
            </p:nvSpPr>
            <p:spPr>
              <a:xfrm>
                <a:off x="4391718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B99">
                  <a:alpha val="100000"/>
                </a:srgbClr>
              </a:solidFill>
              <a:ln w="5420" cap="flat">
                <a:solidFill>
                  <a:srgbClr val="39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5" name="pg3035">
                <a:extLst>
                  <a:ext uri="{FF2B5EF4-FFF2-40B4-BE49-F238E27FC236}">
                    <a16:creationId xmlns:a16="http://schemas.microsoft.com/office/drawing/2014/main" id="{EAD90C75-CC92-BD4E-9191-07808080ADE8}"/>
                  </a:ext>
                </a:extLst>
              </p:cNvPr>
              <p:cNvSpPr/>
              <p:nvPr/>
            </p:nvSpPr>
            <p:spPr>
              <a:xfrm>
                <a:off x="4403355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6" name="pg3036">
                <a:extLst>
                  <a:ext uri="{FF2B5EF4-FFF2-40B4-BE49-F238E27FC236}">
                    <a16:creationId xmlns:a16="http://schemas.microsoft.com/office/drawing/2014/main" id="{87B26C4F-A786-B0F7-E2C9-4A83FC35272E}"/>
                  </a:ext>
                </a:extLst>
              </p:cNvPr>
              <p:cNvSpPr/>
              <p:nvPr/>
            </p:nvSpPr>
            <p:spPr>
              <a:xfrm>
                <a:off x="441499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7" name="pg3037">
                <a:extLst>
                  <a:ext uri="{FF2B5EF4-FFF2-40B4-BE49-F238E27FC236}">
                    <a16:creationId xmlns:a16="http://schemas.microsoft.com/office/drawing/2014/main" id="{B48A61A2-935D-7189-AF48-702773854C49}"/>
                  </a:ext>
                </a:extLst>
              </p:cNvPr>
              <p:cNvSpPr/>
              <p:nvPr/>
            </p:nvSpPr>
            <p:spPr>
              <a:xfrm>
                <a:off x="442663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8" name="pg3038">
                <a:extLst>
                  <a:ext uri="{FF2B5EF4-FFF2-40B4-BE49-F238E27FC236}">
                    <a16:creationId xmlns:a16="http://schemas.microsoft.com/office/drawing/2014/main" id="{CF1F6E38-65D4-5CD3-CD4D-383A0999F52C}"/>
                  </a:ext>
                </a:extLst>
              </p:cNvPr>
              <p:cNvSpPr/>
              <p:nvPr/>
            </p:nvSpPr>
            <p:spPr>
              <a:xfrm>
                <a:off x="443826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39" name="pg3039">
                <a:extLst>
                  <a:ext uri="{FF2B5EF4-FFF2-40B4-BE49-F238E27FC236}">
                    <a16:creationId xmlns:a16="http://schemas.microsoft.com/office/drawing/2014/main" id="{ABEF4E9E-33C5-5AD8-31E1-AB12D78D3E2A}"/>
                  </a:ext>
                </a:extLst>
              </p:cNvPr>
              <p:cNvSpPr/>
              <p:nvPr/>
            </p:nvSpPr>
            <p:spPr>
              <a:xfrm>
                <a:off x="4589552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0" name="pg3040">
                <a:extLst>
                  <a:ext uri="{FF2B5EF4-FFF2-40B4-BE49-F238E27FC236}">
                    <a16:creationId xmlns:a16="http://schemas.microsoft.com/office/drawing/2014/main" id="{D6243E31-68B4-5022-04EC-B5E6B6D7DC1B}"/>
                  </a:ext>
                </a:extLst>
              </p:cNvPr>
              <p:cNvSpPr/>
              <p:nvPr/>
            </p:nvSpPr>
            <p:spPr>
              <a:xfrm>
                <a:off x="4601190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1" name="pg3041">
                <a:extLst>
                  <a:ext uri="{FF2B5EF4-FFF2-40B4-BE49-F238E27FC236}">
                    <a16:creationId xmlns:a16="http://schemas.microsoft.com/office/drawing/2014/main" id="{4108CB4B-A9E4-5B56-6C43-12A3AB68BFD4}"/>
                  </a:ext>
                </a:extLst>
              </p:cNvPr>
              <p:cNvSpPr/>
              <p:nvPr/>
            </p:nvSpPr>
            <p:spPr>
              <a:xfrm>
                <a:off x="4612827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2" name="pg3042">
                <a:extLst>
                  <a:ext uri="{FF2B5EF4-FFF2-40B4-BE49-F238E27FC236}">
                    <a16:creationId xmlns:a16="http://schemas.microsoft.com/office/drawing/2014/main" id="{46F46173-6917-08CF-EFA8-D3ADAF8A9471}"/>
                  </a:ext>
                </a:extLst>
              </p:cNvPr>
              <p:cNvSpPr/>
              <p:nvPr/>
            </p:nvSpPr>
            <p:spPr>
              <a:xfrm>
                <a:off x="4624464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3" name="pg3043">
                <a:extLst>
                  <a:ext uri="{FF2B5EF4-FFF2-40B4-BE49-F238E27FC236}">
                    <a16:creationId xmlns:a16="http://schemas.microsoft.com/office/drawing/2014/main" id="{019BD08E-FC5C-9E67-7ED5-04E74B68EB5D}"/>
                  </a:ext>
                </a:extLst>
              </p:cNvPr>
              <p:cNvSpPr/>
              <p:nvPr/>
            </p:nvSpPr>
            <p:spPr>
              <a:xfrm>
                <a:off x="4636101" y="485290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4" name="pg3044">
                <a:extLst>
                  <a:ext uri="{FF2B5EF4-FFF2-40B4-BE49-F238E27FC236}">
                    <a16:creationId xmlns:a16="http://schemas.microsoft.com/office/drawing/2014/main" id="{C28C778F-95D4-9457-4D83-A5D324F2BABA}"/>
                  </a:ext>
                </a:extLst>
              </p:cNvPr>
              <p:cNvSpPr/>
              <p:nvPr/>
            </p:nvSpPr>
            <p:spPr>
              <a:xfrm>
                <a:off x="308833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5" name="pg3045">
                <a:extLst>
                  <a:ext uri="{FF2B5EF4-FFF2-40B4-BE49-F238E27FC236}">
                    <a16:creationId xmlns:a16="http://schemas.microsoft.com/office/drawing/2014/main" id="{958E14D3-02AE-6F0D-0DB6-2455FD4727DB}"/>
                  </a:ext>
                </a:extLst>
              </p:cNvPr>
              <p:cNvSpPr/>
              <p:nvPr/>
            </p:nvSpPr>
            <p:spPr>
              <a:xfrm>
                <a:off x="309997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C83">
                  <a:alpha val="100000"/>
                </a:srgbClr>
              </a:solidFill>
              <a:ln w="5420" cap="flat">
                <a:solidFill>
                  <a:srgbClr val="3C4C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6" name="pg3046">
                <a:extLst>
                  <a:ext uri="{FF2B5EF4-FFF2-40B4-BE49-F238E27FC236}">
                    <a16:creationId xmlns:a16="http://schemas.microsoft.com/office/drawing/2014/main" id="{B416D2F9-E1B4-E62F-778A-E256AAFD8E0D}"/>
                  </a:ext>
                </a:extLst>
              </p:cNvPr>
              <p:cNvSpPr/>
              <p:nvPr/>
            </p:nvSpPr>
            <p:spPr>
              <a:xfrm>
                <a:off x="311161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08A">
                  <a:alpha val="100000"/>
                </a:srgbClr>
              </a:solidFill>
              <a:ln w="5420" cap="flat">
                <a:solidFill>
                  <a:srgbClr val="3B508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7" name="pg3047">
                <a:extLst>
                  <a:ext uri="{FF2B5EF4-FFF2-40B4-BE49-F238E27FC236}">
                    <a16:creationId xmlns:a16="http://schemas.microsoft.com/office/drawing/2014/main" id="{2CF27893-3073-6FA7-2671-ED556309411E}"/>
                  </a:ext>
                </a:extLst>
              </p:cNvPr>
              <p:cNvSpPr/>
              <p:nvPr/>
            </p:nvSpPr>
            <p:spPr>
              <a:xfrm>
                <a:off x="312324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28C">
                  <a:alpha val="100000"/>
                </a:srgbClr>
              </a:solidFill>
              <a:ln w="5420" cap="flat">
                <a:solidFill>
                  <a:srgbClr val="3B528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8" name="pg3048">
                <a:extLst>
                  <a:ext uri="{FF2B5EF4-FFF2-40B4-BE49-F238E27FC236}">
                    <a16:creationId xmlns:a16="http://schemas.microsoft.com/office/drawing/2014/main" id="{44292C15-3D0F-B932-28CF-E427B7735CD6}"/>
                  </a:ext>
                </a:extLst>
              </p:cNvPr>
              <p:cNvSpPr/>
              <p:nvPr/>
            </p:nvSpPr>
            <p:spPr>
              <a:xfrm>
                <a:off x="313488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49" name="pg3049">
                <a:extLst>
                  <a:ext uri="{FF2B5EF4-FFF2-40B4-BE49-F238E27FC236}">
                    <a16:creationId xmlns:a16="http://schemas.microsoft.com/office/drawing/2014/main" id="{44600EE0-ADE3-39BE-B708-F9B7BF0A91C7}"/>
                  </a:ext>
                </a:extLst>
              </p:cNvPr>
              <p:cNvSpPr/>
              <p:nvPr/>
            </p:nvSpPr>
            <p:spPr>
              <a:xfrm>
                <a:off x="314652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538D">
                  <a:alpha val="100000"/>
                </a:srgbClr>
              </a:solidFill>
              <a:ln w="5420" cap="flat">
                <a:solidFill>
                  <a:srgbClr val="3B538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0" name="pg3050">
                <a:extLst>
                  <a:ext uri="{FF2B5EF4-FFF2-40B4-BE49-F238E27FC236}">
                    <a16:creationId xmlns:a16="http://schemas.microsoft.com/office/drawing/2014/main" id="{3CA3353B-65A4-2398-34E5-FCD779CDBAF8}"/>
                  </a:ext>
                </a:extLst>
              </p:cNvPr>
              <p:cNvSpPr/>
              <p:nvPr/>
            </p:nvSpPr>
            <p:spPr>
              <a:xfrm>
                <a:off x="351891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1" name="pg3051">
                <a:extLst>
                  <a:ext uri="{FF2B5EF4-FFF2-40B4-BE49-F238E27FC236}">
                    <a16:creationId xmlns:a16="http://schemas.microsoft.com/office/drawing/2014/main" id="{ADB7FC3F-0276-733A-6370-8AE27D51A797}"/>
                  </a:ext>
                </a:extLst>
              </p:cNvPr>
              <p:cNvSpPr/>
              <p:nvPr/>
            </p:nvSpPr>
            <p:spPr>
              <a:xfrm>
                <a:off x="353055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2" name="pg3052">
                <a:extLst>
                  <a:ext uri="{FF2B5EF4-FFF2-40B4-BE49-F238E27FC236}">
                    <a16:creationId xmlns:a16="http://schemas.microsoft.com/office/drawing/2014/main" id="{96389409-F2DE-D4FF-C4A5-7C602E90095E}"/>
                  </a:ext>
                </a:extLst>
              </p:cNvPr>
              <p:cNvSpPr/>
              <p:nvPr/>
            </p:nvSpPr>
            <p:spPr>
              <a:xfrm>
                <a:off x="354219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3" name="pg3053">
                <a:extLst>
                  <a:ext uri="{FF2B5EF4-FFF2-40B4-BE49-F238E27FC236}">
                    <a16:creationId xmlns:a16="http://schemas.microsoft.com/office/drawing/2014/main" id="{7DB1B28C-24EE-1CE1-2C68-DD19723F248F}"/>
                  </a:ext>
                </a:extLst>
              </p:cNvPr>
              <p:cNvSpPr/>
              <p:nvPr/>
            </p:nvSpPr>
            <p:spPr>
              <a:xfrm>
                <a:off x="355383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4" name="pg3054">
                <a:extLst>
                  <a:ext uri="{FF2B5EF4-FFF2-40B4-BE49-F238E27FC236}">
                    <a16:creationId xmlns:a16="http://schemas.microsoft.com/office/drawing/2014/main" id="{80335CEA-73CA-D1DD-5440-97710CEFE0B7}"/>
                  </a:ext>
                </a:extLst>
              </p:cNvPr>
              <p:cNvSpPr/>
              <p:nvPr/>
            </p:nvSpPr>
            <p:spPr>
              <a:xfrm>
                <a:off x="356546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5" name="pg3055">
                <a:extLst>
                  <a:ext uri="{FF2B5EF4-FFF2-40B4-BE49-F238E27FC236}">
                    <a16:creationId xmlns:a16="http://schemas.microsoft.com/office/drawing/2014/main" id="{742C1307-DFBD-5F65-C599-3D1759BCF798}"/>
                  </a:ext>
                </a:extLst>
              </p:cNvPr>
              <p:cNvSpPr/>
              <p:nvPr/>
            </p:nvSpPr>
            <p:spPr>
              <a:xfrm>
                <a:off x="357710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6" name="pg3056">
                <a:extLst>
                  <a:ext uri="{FF2B5EF4-FFF2-40B4-BE49-F238E27FC236}">
                    <a16:creationId xmlns:a16="http://schemas.microsoft.com/office/drawing/2014/main" id="{85E4E6BF-E5C3-6CF1-C391-5FA06315F394}"/>
                  </a:ext>
                </a:extLst>
              </p:cNvPr>
              <p:cNvSpPr/>
              <p:nvPr/>
            </p:nvSpPr>
            <p:spPr>
              <a:xfrm>
                <a:off x="358874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7" name="pg3057">
                <a:extLst>
                  <a:ext uri="{FF2B5EF4-FFF2-40B4-BE49-F238E27FC236}">
                    <a16:creationId xmlns:a16="http://schemas.microsoft.com/office/drawing/2014/main" id="{3857EE0B-ED3A-FB1E-09D4-B06A2D3744C0}"/>
                  </a:ext>
                </a:extLst>
              </p:cNvPr>
              <p:cNvSpPr/>
              <p:nvPr/>
            </p:nvSpPr>
            <p:spPr>
              <a:xfrm>
                <a:off x="360037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8" name="pg3058">
                <a:extLst>
                  <a:ext uri="{FF2B5EF4-FFF2-40B4-BE49-F238E27FC236}">
                    <a16:creationId xmlns:a16="http://schemas.microsoft.com/office/drawing/2014/main" id="{22DF4866-9BEF-46E4-E9DF-E87C05EF19B6}"/>
                  </a:ext>
                </a:extLst>
              </p:cNvPr>
              <p:cNvSpPr/>
              <p:nvPr/>
            </p:nvSpPr>
            <p:spPr>
              <a:xfrm>
                <a:off x="361201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59" name="pg3059">
                <a:extLst>
                  <a:ext uri="{FF2B5EF4-FFF2-40B4-BE49-F238E27FC236}">
                    <a16:creationId xmlns:a16="http://schemas.microsoft.com/office/drawing/2014/main" id="{6AA22C23-D866-6E4B-3F29-C3BA62690322}"/>
                  </a:ext>
                </a:extLst>
              </p:cNvPr>
              <p:cNvSpPr/>
              <p:nvPr/>
            </p:nvSpPr>
            <p:spPr>
              <a:xfrm>
                <a:off x="362365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0" name="pg3060">
                <a:extLst>
                  <a:ext uri="{FF2B5EF4-FFF2-40B4-BE49-F238E27FC236}">
                    <a16:creationId xmlns:a16="http://schemas.microsoft.com/office/drawing/2014/main" id="{D1FF8017-4BB7-9DA8-31AB-A12D6D2094F8}"/>
                  </a:ext>
                </a:extLst>
              </p:cNvPr>
              <p:cNvSpPr/>
              <p:nvPr/>
            </p:nvSpPr>
            <p:spPr>
              <a:xfrm>
                <a:off x="363529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1" name="pg3061">
                <a:extLst>
                  <a:ext uri="{FF2B5EF4-FFF2-40B4-BE49-F238E27FC236}">
                    <a16:creationId xmlns:a16="http://schemas.microsoft.com/office/drawing/2014/main" id="{CAAA450A-6BB1-0779-9059-E0A872764B19}"/>
                  </a:ext>
                </a:extLst>
              </p:cNvPr>
              <p:cNvSpPr/>
              <p:nvPr/>
            </p:nvSpPr>
            <p:spPr>
              <a:xfrm>
                <a:off x="364692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2" name="pg3062">
                <a:extLst>
                  <a:ext uri="{FF2B5EF4-FFF2-40B4-BE49-F238E27FC236}">
                    <a16:creationId xmlns:a16="http://schemas.microsoft.com/office/drawing/2014/main" id="{F0749444-6BB3-1542-9F25-5072DA13098D}"/>
                  </a:ext>
                </a:extLst>
              </p:cNvPr>
              <p:cNvSpPr/>
              <p:nvPr/>
            </p:nvSpPr>
            <p:spPr>
              <a:xfrm>
                <a:off x="365856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3" name="pg3063">
                <a:extLst>
                  <a:ext uri="{FF2B5EF4-FFF2-40B4-BE49-F238E27FC236}">
                    <a16:creationId xmlns:a16="http://schemas.microsoft.com/office/drawing/2014/main" id="{FAEA3AC5-F5F2-069C-8202-CF94B94A7B67}"/>
                  </a:ext>
                </a:extLst>
              </p:cNvPr>
              <p:cNvSpPr/>
              <p:nvPr/>
            </p:nvSpPr>
            <p:spPr>
              <a:xfrm>
                <a:off x="3670203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4" name="pg3064">
                <a:extLst>
                  <a:ext uri="{FF2B5EF4-FFF2-40B4-BE49-F238E27FC236}">
                    <a16:creationId xmlns:a16="http://schemas.microsoft.com/office/drawing/2014/main" id="{EEB9FF52-9EE3-A19E-3327-2C9B779E1AAA}"/>
                  </a:ext>
                </a:extLst>
              </p:cNvPr>
              <p:cNvSpPr/>
              <p:nvPr/>
            </p:nvSpPr>
            <p:spPr>
              <a:xfrm>
                <a:off x="368184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5" name="pg3065">
                <a:extLst>
                  <a:ext uri="{FF2B5EF4-FFF2-40B4-BE49-F238E27FC236}">
                    <a16:creationId xmlns:a16="http://schemas.microsoft.com/office/drawing/2014/main" id="{95DFB03A-2365-5E2A-9EF1-48ACBDBEAB99}"/>
                  </a:ext>
                </a:extLst>
              </p:cNvPr>
              <p:cNvSpPr/>
              <p:nvPr/>
            </p:nvSpPr>
            <p:spPr>
              <a:xfrm>
                <a:off x="369347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6" name="pg3066">
                <a:extLst>
                  <a:ext uri="{FF2B5EF4-FFF2-40B4-BE49-F238E27FC236}">
                    <a16:creationId xmlns:a16="http://schemas.microsoft.com/office/drawing/2014/main" id="{62EF63EE-CEF3-A711-0559-DCA86530C3FA}"/>
                  </a:ext>
                </a:extLst>
              </p:cNvPr>
              <p:cNvSpPr/>
              <p:nvPr/>
            </p:nvSpPr>
            <p:spPr>
              <a:xfrm>
                <a:off x="370511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7" name="pg3067">
                <a:extLst>
                  <a:ext uri="{FF2B5EF4-FFF2-40B4-BE49-F238E27FC236}">
                    <a16:creationId xmlns:a16="http://schemas.microsoft.com/office/drawing/2014/main" id="{5DE4A81D-B703-89DB-F488-DC7DF14BF73A}"/>
                  </a:ext>
                </a:extLst>
              </p:cNvPr>
              <p:cNvSpPr/>
              <p:nvPr/>
            </p:nvSpPr>
            <p:spPr>
              <a:xfrm>
                <a:off x="371675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8" name="pg3068">
                <a:extLst>
                  <a:ext uri="{FF2B5EF4-FFF2-40B4-BE49-F238E27FC236}">
                    <a16:creationId xmlns:a16="http://schemas.microsoft.com/office/drawing/2014/main" id="{7F7CC350-5CC6-807C-5CDA-79322046B4CE}"/>
                  </a:ext>
                </a:extLst>
              </p:cNvPr>
              <p:cNvSpPr/>
              <p:nvPr/>
            </p:nvSpPr>
            <p:spPr>
              <a:xfrm>
                <a:off x="372839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69" name="pg3069">
                <a:extLst>
                  <a:ext uri="{FF2B5EF4-FFF2-40B4-BE49-F238E27FC236}">
                    <a16:creationId xmlns:a16="http://schemas.microsoft.com/office/drawing/2014/main" id="{6F7DD1C6-55EF-7BE9-552A-93D4CBE0306B}"/>
                  </a:ext>
                </a:extLst>
              </p:cNvPr>
              <p:cNvSpPr/>
              <p:nvPr/>
            </p:nvSpPr>
            <p:spPr>
              <a:xfrm>
                <a:off x="374002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0" name="pg3070">
                <a:extLst>
                  <a:ext uri="{FF2B5EF4-FFF2-40B4-BE49-F238E27FC236}">
                    <a16:creationId xmlns:a16="http://schemas.microsoft.com/office/drawing/2014/main" id="{41100D87-0E9D-0A73-7F71-2E4C3DDA7C0E}"/>
                  </a:ext>
                </a:extLst>
              </p:cNvPr>
              <p:cNvSpPr/>
              <p:nvPr/>
            </p:nvSpPr>
            <p:spPr>
              <a:xfrm>
                <a:off x="375166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1" name="pg3071">
                <a:extLst>
                  <a:ext uri="{FF2B5EF4-FFF2-40B4-BE49-F238E27FC236}">
                    <a16:creationId xmlns:a16="http://schemas.microsoft.com/office/drawing/2014/main" id="{1FC87F1C-DE87-4F9C-8E4E-37D651E68A55}"/>
                  </a:ext>
                </a:extLst>
              </p:cNvPr>
              <p:cNvSpPr/>
              <p:nvPr/>
            </p:nvSpPr>
            <p:spPr>
              <a:xfrm>
                <a:off x="376330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2" name="pg3072">
                <a:extLst>
                  <a:ext uri="{FF2B5EF4-FFF2-40B4-BE49-F238E27FC236}">
                    <a16:creationId xmlns:a16="http://schemas.microsoft.com/office/drawing/2014/main" id="{502D101F-1535-34C0-58CD-3700F26E8B56}"/>
                  </a:ext>
                </a:extLst>
              </p:cNvPr>
              <p:cNvSpPr/>
              <p:nvPr/>
            </p:nvSpPr>
            <p:spPr>
              <a:xfrm>
                <a:off x="377493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3" name="pg3073">
                <a:extLst>
                  <a:ext uri="{FF2B5EF4-FFF2-40B4-BE49-F238E27FC236}">
                    <a16:creationId xmlns:a16="http://schemas.microsoft.com/office/drawing/2014/main" id="{BBE6A6B0-E51B-A0F2-ABBD-8A1FE44495C6}"/>
                  </a:ext>
                </a:extLst>
              </p:cNvPr>
              <p:cNvSpPr/>
              <p:nvPr/>
            </p:nvSpPr>
            <p:spPr>
              <a:xfrm>
                <a:off x="3786576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4" name="pg3074">
                <a:extLst>
                  <a:ext uri="{FF2B5EF4-FFF2-40B4-BE49-F238E27FC236}">
                    <a16:creationId xmlns:a16="http://schemas.microsoft.com/office/drawing/2014/main" id="{0BD535DF-ED27-90C7-42A7-769238F46353}"/>
                  </a:ext>
                </a:extLst>
              </p:cNvPr>
              <p:cNvSpPr/>
              <p:nvPr/>
            </p:nvSpPr>
            <p:spPr>
              <a:xfrm>
                <a:off x="438008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A97">
                  <a:alpha val="100000"/>
                </a:srgbClr>
              </a:solidFill>
              <a:ln w="5420" cap="flat">
                <a:solidFill>
                  <a:srgbClr val="3A5A9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5" name="pg3075">
                <a:extLst>
                  <a:ext uri="{FF2B5EF4-FFF2-40B4-BE49-F238E27FC236}">
                    <a16:creationId xmlns:a16="http://schemas.microsoft.com/office/drawing/2014/main" id="{D0512B2A-1B4C-53F5-0DB6-89540CFCA35A}"/>
                  </a:ext>
                </a:extLst>
              </p:cNvPr>
              <p:cNvSpPr/>
              <p:nvPr/>
            </p:nvSpPr>
            <p:spPr>
              <a:xfrm>
                <a:off x="4391718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5B99">
                  <a:alpha val="100000"/>
                </a:srgbClr>
              </a:solidFill>
              <a:ln w="5420" cap="flat">
                <a:solidFill>
                  <a:srgbClr val="3A5B9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6" name="pg3076">
                <a:extLst>
                  <a:ext uri="{FF2B5EF4-FFF2-40B4-BE49-F238E27FC236}">
                    <a16:creationId xmlns:a16="http://schemas.microsoft.com/office/drawing/2014/main" id="{2046FF7A-B79D-9B95-8AA0-437332317A4C}"/>
                  </a:ext>
                </a:extLst>
              </p:cNvPr>
              <p:cNvSpPr/>
              <p:nvPr/>
            </p:nvSpPr>
            <p:spPr>
              <a:xfrm>
                <a:off x="4403355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7" name="pg3077">
                <a:extLst>
                  <a:ext uri="{FF2B5EF4-FFF2-40B4-BE49-F238E27FC236}">
                    <a16:creationId xmlns:a16="http://schemas.microsoft.com/office/drawing/2014/main" id="{35E9E43C-D103-512D-E286-B7CB13786405}"/>
                  </a:ext>
                </a:extLst>
              </p:cNvPr>
              <p:cNvSpPr/>
              <p:nvPr/>
            </p:nvSpPr>
            <p:spPr>
              <a:xfrm>
                <a:off x="4414992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8" name="pg3078">
                <a:extLst>
                  <a:ext uri="{FF2B5EF4-FFF2-40B4-BE49-F238E27FC236}">
                    <a16:creationId xmlns:a16="http://schemas.microsoft.com/office/drawing/2014/main" id="{C3AA6859-3A82-B87B-1BDD-2E21766D5587}"/>
                  </a:ext>
                </a:extLst>
              </p:cNvPr>
              <p:cNvSpPr/>
              <p:nvPr/>
            </p:nvSpPr>
            <p:spPr>
              <a:xfrm>
                <a:off x="442663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79" name="pg3079">
                <a:extLst>
                  <a:ext uri="{FF2B5EF4-FFF2-40B4-BE49-F238E27FC236}">
                    <a16:creationId xmlns:a16="http://schemas.microsoft.com/office/drawing/2014/main" id="{6F7127CF-F6B1-2E8D-AFC8-B788D4B32D2D}"/>
                  </a:ext>
                </a:extLst>
              </p:cNvPr>
              <p:cNvSpPr/>
              <p:nvPr/>
            </p:nvSpPr>
            <p:spPr>
              <a:xfrm>
                <a:off x="443826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0" name="pg3080">
                <a:extLst>
                  <a:ext uri="{FF2B5EF4-FFF2-40B4-BE49-F238E27FC236}">
                    <a16:creationId xmlns:a16="http://schemas.microsoft.com/office/drawing/2014/main" id="{D61A23AD-5D13-47DB-39A4-9CC85394C809}"/>
                  </a:ext>
                </a:extLst>
              </p:cNvPr>
              <p:cNvSpPr/>
              <p:nvPr/>
            </p:nvSpPr>
            <p:spPr>
              <a:xfrm>
                <a:off x="444990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1" name="pg3081">
                <a:extLst>
                  <a:ext uri="{FF2B5EF4-FFF2-40B4-BE49-F238E27FC236}">
                    <a16:creationId xmlns:a16="http://schemas.microsoft.com/office/drawing/2014/main" id="{E9156522-FEDD-E566-AE1B-534315D17E80}"/>
                  </a:ext>
                </a:extLst>
              </p:cNvPr>
              <p:cNvSpPr/>
              <p:nvPr/>
            </p:nvSpPr>
            <p:spPr>
              <a:xfrm>
                <a:off x="4601190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2" name="pg3082">
                <a:extLst>
                  <a:ext uri="{FF2B5EF4-FFF2-40B4-BE49-F238E27FC236}">
                    <a16:creationId xmlns:a16="http://schemas.microsoft.com/office/drawing/2014/main" id="{14346380-0B2C-10A4-F69B-3B47E3F4BE33}"/>
                  </a:ext>
                </a:extLst>
              </p:cNvPr>
              <p:cNvSpPr/>
              <p:nvPr/>
            </p:nvSpPr>
            <p:spPr>
              <a:xfrm>
                <a:off x="4612827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3" name="pg3083">
                <a:extLst>
                  <a:ext uri="{FF2B5EF4-FFF2-40B4-BE49-F238E27FC236}">
                    <a16:creationId xmlns:a16="http://schemas.microsoft.com/office/drawing/2014/main" id="{E512413B-BC2E-53A4-83C1-435D104359E3}"/>
                  </a:ext>
                </a:extLst>
              </p:cNvPr>
              <p:cNvSpPr/>
              <p:nvPr/>
            </p:nvSpPr>
            <p:spPr>
              <a:xfrm>
                <a:off x="4624464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6FA0">
                  <a:alpha val="100000"/>
                </a:srgbClr>
              </a:solidFill>
              <a:ln w="5420" cap="flat">
                <a:solidFill>
                  <a:srgbClr val="3B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4" name="pg3084">
                <a:extLst>
                  <a:ext uri="{FF2B5EF4-FFF2-40B4-BE49-F238E27FC236}">
                    <a16:creationId xmlns:a16="http://schemas.microsoft.com/office/drawing/2014/main" id="{A7D6AB0A-DE31-C3EC-787A-8F00EFD4C761}"/>
                  </a:ext>
                </a:extLst>
              </p:cNvPr>
              <p:cNvSpPr/>
              <p:nvPr/>
            </p:nvSpPr>
            <p:spPr>
              <a:xfrm>
                <a:off x="4636101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5" name="pg3085">
                <a:extLst>
                  <a:ext uri="{FF2B5EF4-FFF2-40B4-BE49-F238E27FC236}">
                    <a16:creationId xmlns:a16="http://schemas.microsoft.com/office/drawing/2014/main" id="{E2E1A1F7-E4DE-E650-F994-EAC6491A3867}"/>
                  </a:ext>
                </a:extLst>
              </p:cNvPr>
              <p:cNvSpPr/>
              <p:nvPr/>
            </p:nvSpPr>
            <p:spPr>
              <a:xfrm>
                <a:off x="4647739" y="48672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6" name="pg3086">
                <a:extLst>
                  <a:ext uri="{FF2B5EF4-FFF2-40B4-BE49-F238E27FC236}">
                    <a16:creationId xmlns:a16="http://schemas.microsoft.com/office/drawing/2014/main" id="{E232E7A5-A3F4-C857-709C-D3C293CA602A}"/>
                  </a:ext>
                </a:extLst>
              </p:cNvPr>
              <p:cNvSpPr/>
              <p:nvPr/>
            </p:nvSpPr>
            <p:spPr>
              <a:xfrm>
                <a:off x="306506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7" name="pg3087">
                <a:extLst>
                  <a:ext uri="{FF2B5EF4-FFF2-40B4-BE49-F238E27FC236}">
                    <a16:creationId xmlns:a16="http://schemas.microsoft.com/office/drawing/2014/main" id="{5296CCB3-0CA0-1A60-B760-1E8DD4F4EE03}"/>
                  </a:ext>
                </a:extLst>
              </p:cNvPr>
              <p:cNvSpPr/>
              <p:nvPr/>
            </p:nvSpPr>
            <p:spPr>
              <a:xfrm>
                <a:off x="307669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8" name="pg3088">
                <a:extLst>
                  <a:ext uri="{FF2B5EF4-FFF2-40B4-BE49-F238E27FC236}">
                    <a16:creationId xmlns:a16="http://schemas.microsoft.com/office/drawing/2014/main" id="{EA027C2C-4C74-E561-B869-19CA7251DE4D}"/>
                  </a:ext>
                </a:extLst>
              </p:cNvPr>
              <p:cNvSpPr/>
              <p:nvPr/>
            </p:nvSpPr>
            <p:spPr>
              <a:xfrm>
                <a:off x="308833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89" name="pg3089">
                <a:extLst>
                  <a:ext uri="{FF2B5EF4-FFF2-40B4-BE49-F238E27FC236}">
                    <a16:creationId xmlns:a16="http://schemas.microsoft.com/office/drawing/2014/main" id="{2EC5EC7B-5D90-87CE-8C7B-2DCD3A51915A}"/>
                  </a:ext>
                </a:extLst>
              </p:cNvPr>
              <p:cNvSpPr/>
              <p:nvPr/>
            </p:nvSpPr>
            <p:spPr>
              <a:xfrm>
                <a:off x="309997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97F">
                  <a:alpha val="100000"/>
                </a:srgbClr>
              </a:solidFill>
              <a:ln w="5420" cap="flat">
                <a:solidFill>
                  <a:srgbClr val="3C49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0" name="pg3090">
                <a:extLst>
                  <a:ext uri="{FF2B5EF4-FFF2-40B4-BE49-F238E27FC236}">
                    <a16:creationId xmlns:a16="http://schemas.microsoft.com/office/drawing/2014/main" id="{E5344766-825B-12BE-FDFD-F72F502D0839}"/>
                  </a:ext>
                </a:extLst>
              </p:cNvPr>
              <p:cNvSpPr/>
              <p:nvPr/>
            </p:nvSpPr>
            <p:spPr>
              <a:xfrm>
                <a:off x="311161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D85">
                  <a:alpha val="100000"/>
                </a:srgbClr>
              </a:solidFill>
              <a:ln w="5420" cap="flat">
                <a:solidFill>
                  <a:srgbClr val="3C4D8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1" name="pg3091">
                <a:extLst>
                  <a:ext uri="{FF2B5EF4-FFF2-40B4-BE49-F238E27FC236}">
                    <a16:creationId xmlns:a16="http://schemas.microsoft.com/office/drawing/2014/main" id="{8E6DA705-E88A-B7F4-6630-997D0F28AFA7}"/>
                  </a:ext>
                </a:extLst>
              </p:cNvPr>
              <p:cNvSpPr/>
              <p:nvPr/>
            </p:nvSpPr>
            <p:spPr>
              <a:xfrm>
                <a:off x="312324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E87">
                  <a:alpha val="100000"/>
                </a:srgbClr>
              </a:solidFill>
              <a:ln w="5420" cap="flat">
                <a:solidFill>
                  <a:srgbClr val="3B4E8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2" name="pg3092">
                <a:extLst>
                  <a:ext uri="{FF2B5EF4-FFF2-40B4-BE49-F238E27FC236}">
                    <a16:creationId xmlns:a16="http://schemas.microsoft.com/office/drawing/2014/main" id="{6A274501-3924-CDB7-93BF-D656FC43E61B}"/>
                  </a:ext>
                </a:extLst>
              </p:cNvPr>
              <p:cNvSpPr/>
              <p:nvPr/>
            </p:nvSpPr>
            <p:spPr>
              <a:xfrm>
                <a:off x="313488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F88">
                  <a:alpha val="100000"/>
                </a:srgbClr>
              </a:solidFill>
              <a:ln w="5420" cap="flat">
                <a:solidFill>
                  <a:srgbClr val="3B4F8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3" name="pg3093">
                <a:extLst>
                  <a:ext uri="{FF2B5EF4-FFF2-40B4-BE49-F238E27FC236}">
                    <a16:creationId xmlns:a16="http://schemas.microsoft.com/office/drawing/2014/main" id="{B9387E60-891A-E6FA-4557-24897AFE58B5}"/>
                  </a:ext>
                </a:extLst>
              </p:cNvPr>
              <p:cNvSpPr/>
              <p:nvPr/>
            </p:nvSpPr>
            <p:spPr>
              <a:xfrm>
                <a:off x="3542193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4" name="pg3094">
                <a:extLst>
                  <a:ext uri="{FF2B5EF4-FFF2-40B4-BE49-F238E27FC236}">
                    <a16:creationId xmlns:a16="http://schemas.microsoft.com/office/drawing/2014/main" id="{CDB7A54F-D9AE-5115-DADD-D9EEFF76CFA3}"/>
                  </a:ext>
                </a:extLst>
              </p:cNvPr>
              <p:cNvSpPr/>
              <p:nvPr/>
            </p:nvSpPr>
            <p:spPr>
              <a:xfrm>
                <a:off x="355383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5" name="pg3095">
                <a:extLst>
                  <a:ext uri="{FF2B5EF4-FFF2-40B4-BE49-F238E27FC236}">
                    <a16:creationId xmlns:a16="http://schemas.microsoft.com/office/drawing/2014/main" id="{55766A6C-D03A-62E0-93DD-C2E19E30ADB6}"/>
                  </a:ext>
                </a:extLst>
              </p:cNvPr>
              <p:cNvSpPr/>
              <p:nvPr/>
            </p:nvSpPr>
            <p:spPr>
              <a:xfrm>
                <a:off x="356546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6" name="pg3096">
                <a:extLst>
                  <a:ext uri="{FF2B5EF4-FFF2-40B4-BE49-F238E27FC236}">
                    <a16:creationId xmlns:a16="http://schemas.microsoft.com/office/drawing/2014/main" id="{B1A4ED72-897F-7A83-545E-E790963CEAED}"/>
                  </a:ext>
                </a:extLst>
              </p:cNvPr>
              <p:cNvSpPr/>
              <p:nvPr/>
            </p:nvSpPr>
            <p:spPr>
              <a:xfrm>
                <a:off x="357710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7" name="pg3097">
                <a:extLst>
                  <a:ext uri="{FF2B5EF4-FFF2-40B4-BE49-F238E27FC236}">
                    <a16:creationId xmlns:a16="http://schemas.microsoft.com/office/drawing/2014/main" id="{A7395611-28F2-DFFC-94F7-C7741E248C63}"/>
                  </a:ext>
                </a:extLst>
              </p:cNvPr>
              <p:cNvSpPr/>
              <p:nvPr/>
            </p:nvSpPr>
            <p:spPr>
              <a:xfrm>
                <a:off x="358874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8" name="pg3098">
                <a:extLst>
                  <a:ext uri="{FF2B5EF4-FFF2-40B4-BE49-F238E27FC236}">
                    <a16:creationId xmlns:a16="http://schemas.microsoft.com/office/drawing/2014/main" id="{EF5D3195-4DCA-4010-B281-33205DB3666D}"/>
                  </a:ext>
                </a:extLst>
              </p:cNvPr>
              <p:cNvSpPr/>
              <p:nvPr/>
            </p:nvSpPr>
            <p:spPr>
              <a:xfrm>
                <a:off x="360037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099" name="pg3099">
                <a:extLst>
                  <a:ext uri="{FF2B5EF4-FFF2-40B4-BE49-F238E27FC236}">
                    <a16:creationId xmlns:a16="http://schemas.microsoft.com/office/drawing/2014/main" id="{DE1ABA8C-C281-3078-4668-94DBEB9A70CD}"/>
                  </a:ext>
                </a:extLst>
              </p:cNvPr>
              <p:cNvSpPr/>
              <p:nvPr/>
            </p:nvSpPr>
            <p:spPr>
              <a:xfrm>
                <a:off x="361201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0" name="pg3100">
                <a:extLst>
                  <a:ext uri="{FF2B5EF4-FFF2-40B4-BE49-F238E27FC236}">
                    <a16:creationId xmlns:a16="http://schemas.microsoft.com/office/drawing/2014/main" id="{27952E2E-572B-D68F-0FAB-5EDB66D1A3E3}"/>
                  </a:ext>
                </a:extLst>
              </p:cNvPr>
              <p:cNvSpPr/>
              <p:nvPr/>
            </p:nvSpPr>
            <p:spPr>
              <a:xfrm>
                <a:off x="362365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1" name="pg3101">
                <a:extLst>
                  <a:ext uri="{FF2B5EF4-FFF2-40B4-BE49-F238E27FC236}">
                    <a16:creationId xmlns:a16="http://schemas.microsoft.com/office/drawing/2014/main" id="{878D16DB-F873-5C48-7E32-BA2CE1FED1F1}"/>
                  </a:ext>
                </a:extLst>
              </p:cNvPr>
              <p:cNvSpPr/>
              <p:nvPr/>
            </p:nvSpPr>
            <p:spPr>
              <a:xfrm>
                <a:off x="363529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2" name="pg3102">
                <a:extLst>
                  <a:ext uri="{FF2B5EF4-FFF2-40B4-BE49-F238E27FC236}">
                    <a16:creationId xmlns:a16="http://schemas.microsoft.com/office/drawing/2014/main" id="{6A18C51A-085B-B5F8-070C-9D4CD8FF5EAA}"/>
                  </a:ext>
                </a:extLst>
              </p:cNvPr>
              <p:cNvSpPr/>
              <p:nvPr/>
            </p:nvSpPr>
            <p:spPr>
              <a:xfrm>
                <a:off x="3646928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3" name="pg3103">
                <a:extLst>
                  <a:ext uri="{FF2B5EF4-FFF2-40B4-BE49-F238E27FC236}">
                    <a16:creationId xmlns:a16="http://schemas.microsoft.com/office/drawing/2014/main" id="{6519984A-6A65-1872-319D-56F780361417}"/>
                  </a:ext>
                </a:extLst>
              </p:cNvPr>
              <p:cNvSpPr/>
              <p:nvPr/>
            </p:nvSpPr>
            <p:spPr>
              <a:xfrm>
                <a:off x="365856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4" name="pg3104">
                <a:extLst>
                  <a:ext uri="{FF2B5EF4-FFF2-40B4-BE49-F238E27FC236}">
                    <a16:creationId xmlns:a16="http://schemas.microsoft.com/office/drawing/2014/main" id="{6A2C97A3-746A-F160-FB06-BD78C0469623}"/>
                  </a:ext>
                </a:extLst>
              </p:cNvPr>
              <p:cNvSpPr/>
              <p:nvPr/>
            </p:nvSpPr>
            <p:spPr>
              <a:xfrm>
                <a:off x="3670203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5" name="pg3105">
                <a:extLst>
                  <a:ext uri="{FF2B5EF4-FFF2-40B4-BE49-F238E27FC236}">
                    <a16:creationId xmlns:a16="http://schemas.microsoft.com/office/drawing/2014/main" id="{6BDB56B0-AEBD-B29B-31EF-420F21126EB4}"/>
                  </a:ext>
                </a:extLst>
              </p:cNvPr>
              <p:cNvSpPr/>
              <p:nvPr/>
            </p:nvSpPr>
            <p:spPr>
              <a:xfrm>
                <a:off x="370511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6" name="pg3106">
                <a:extLst>
                  <a:ext uri="{FF2B5EF4-FFF2-40B4-BE49-F238E27FC236}">
                    <a16:creationId xmlns:a16="http://schemas.microsoft.com/office/drawing/2014/main" id="{BEE34258-130C-398A-3747-9CC65FF038AA}"/>
                  </a:ext>
                </a:extLst>
              </p:cNvPr>
              <p:cNvSpPr/>
              <p:nvPr/>
            </p:nvSpPr>
            <p:spPr>
              <a:xfrm>
                <a:off x="371675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7" name="pg3107">
                <a:extLst>
                  <a:ext uri="{FF2B5EF4-FFF2-40B4-BE49-F238E27FC236}">
                    <a16:creationId xmlns:a16="http://schemas.microsoft.com/office/drawing/2014/main" id="{AC2E96C6-0481-1994-7D73-E067864C0432}"/>
                  </a:ext>
                </a:extLst>
              </p:cNvPr>
              <p:cNvSpPr/>
              <p:nvPr/>
            </p:nvSpPr>
            <p:spPr>
              <a:xfrm>
                <a:off x="372839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8" name="pg3108">
                <a:extLst>
                  <a:ext uri="{FF2B5EF4-FFF2-40B4-BE49-F238E27FC236}">
                    <a16:creationId xmlns:a16="http://schemas.microsoft.com/office/drawing/2014/main" id="{A094585E-F896-EC3E-5502-746B68618C29}"/>
                  </a:ext>
                </a:extLst>
              </p:cNvPr>
              <p:cNvSpPr/>
              <p:nvPr/>
            </p:nvSpPr>
            <p:spPr>
              <a:xfrm>
                <a:off x="374002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09" name="pg3109">
                <a:extLst>
                  <a:ext uri="{FF2B5EF4-FFF2-40B4-BE49-F238E27FC236}">
                    <a16:creationId xmlns:a16="http://schemas.microsoft.com/office/drawing/2014/main" id="{DB5FF8A2-7DA7-CFD0-8493-CF615E86F950}"/>
                  </a:ext>
                </a:extLst>
              </p:cNvPr>
              <p:cNvSpPr/>
              <p:nvPr/>
            </p:nvSpPr>
            <p:spPr>
              <a:xfrm>
                <a:off x="375166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0" name="pg3110">
                <a:extLst>
                  <a:ext uri="{FF2B5EF4-FFF2-40B4-BE49-F238E27FC236}">
                    <a16:creationId xmlns:a16="http://schemas.microsoft.com/office/drawing/2014/main" id="{F8AFECDA-D332-1FBF-DBD7-2C82D2FE1C3A}"/>
                  </a:ext>
                </a:extLst>
              </p:cNvPr>
              <p:cNvSpPr/>
              <p:nvPr/>
            </p:nvSpPr>
            <p:spPr>
              <a:xfrm>
                <a:off x="376330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1" name="pg3111">
                <a:extLst>
                  <a:ext uri="{FF2B5EF4-FFF2-40B4-BE49-F238E27FC236}">
                    <a16:creationId xmlns:a16="http://schemas.microsoft.com/office/drawing/2014/main" id="{515D307C-D011-C85E-4202-5698C9E7E427}"/>
                  </a:ext>
                </a:extLst>
              </p:cNvPr>
              <p:cNvSpPr/>
              <p:nvPr/>
            </p:nvSpPr>
            <p:spPr>
              <a:xfrm>
                <a:off x="377493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2" name="pg3112">
                <a:extLst>
                  <a:ext uri="{FF2B5EF4-FFF2-40B4-BE49-F238E27FC236}">
                    <a16:creationId xmlns:a16="http://schemas.microsoft.com/office/drawing/2014/main" id="{CC978440-9FD2-5D37-8662-9B4DF9E9DDC3}"/>
                  </a:ext>
                </a:extLst>
              </p:cNvPr>
              <p:cNvSpPr/>
              <p:nvPr/>
            </p:nvSpPr>
            <p:spPr>
              <a:xfrm>
                <a:off x="378657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3" name="pg3113">
                <a:extLst>
                  <a:ext uri="{FF2B5EF4-FFF2-40B4-BE49-F238E27FC236}">
                    <a16:creationId xmlns:a16="http://schemas.microsoft.com/office/drawing/2014/main" id="{235AEB91-4C6A-538D-EA51-2D4EF0DBD3B0}"/>
                  </a:ext>
                </a:extLst>
              </p:cNvPr>
              <p:cNvSpPr/>
              <p:nvPr/>
            </p:nvSpPr>
            <p:spPr>
              <a:xfrm>
                <a:off x="4403355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4" name="pg3114">
                <a:extLst>
                  <a:ext uri="{FF2B5EF4-FFF2-40B4-BE49-F238E27FC236}">
                    <a16:creationId xmlns:a16="http://schemas.microsoft.com/office/drawing/2014/main" id="{6F8F0E8C-3E69-0DE1-B978-4B5FC597BBAE}"/>
                  </a:ext>
                </a:extLst>
              </p:cNvPr>
              <p:cNvSpPr/>
              <p:nvPr/>
            </p:nvSpPr>
            <p:spPr>
              <a:xfrm>
                <a:off x="441499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5" name="pg3115">
                <a:extLst>
                  <a:ext uri="{FF2B5EF4-FFF2-40B4-BE49-F238E27FC236}">
                    <a16:creationId xmlns:a16="http://schemas.microsoft.com/office/drawing/2014/main" id="{61CF51B5-0F05-168E-144A-4C8FEF73205A}"/>
                  </a:ext>
                </a:extLst>
              </p:cNvPr>
              <p:cNvSpPr/>
              <p:nvPr/>
            </p:nvSpPr>
            <p:spPr>
              <a:xfrm>
                <a:off x="442663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6" name="pg3116">
                <a:extLst>
                  <a:ext uri="{FF2B5EF4-FFF2-40B4-BE49-F238E27FC236}">
                    <a16:creationId xmlns:a16="http://schemas.microsoft.com/office/drawing/2014/main" id="{057FD279-4DBA-4A17-3C2D-B30604D1CF45}"/>
                  </a:ext>
                </a:extLst>
              </p:cNvPr>
              <p:cNvSpPr/>
              <p:nvPr/>
            </p:nvSpPr>
            <p:spPr>
              <a:xfrm>
                <a:off x="443826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7" name="pg3117">
                <a:extLst>
                  <a:ext uri="{FF2B5EF4-FFF2-40B4-BE49-F238E27FC236}">
                    <a16:creationId xmlns:a16="http://schemas.microsoft.com/office/drawing/2014/main" id="{6C6DDB76-D210-051A-DEF4-247C53E9E06F}"/>
                  </a:ext>
                </a:extLst>
              </p:cNvPr>
              <p:cNvSpPr/>
              <p:nvPr/>
            </p:nvSpPr>
            <p:spPr>
              <a:xfrm>
                <a:off x="444990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8" name="pg3118">
                <a:extLst>
                  <a:ext uri="{FF2B5EF4-FFF2-40B4-BE49-F238E27FC236}">
                    <a16:creationId xmlns:a16="http://schemas.microsoft.com/office/drawing/2014/main" id="{4AABA781-ACD4-56BC-5A2D-4AB106915E9A}"/>
                  </a:ext>
                </a:extLst>
              </p:cNvPr>
              <p:cNvSpPr/>
              <p:nvPr/>
            </p:nvSpPr>
            <p:spPr>
              <a:xfrm>
                <a:off x="4461542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19" name="pg3119">
                <a:extLst>
                  <a:ext uri="{FF2B5EF4-FFF2-40B4-BE49-F238E27FC236}">
                    <a16:creationId xmlns:a16="http://schemas.microsoft.com/office/drawing/2014/main" id="{24BEEA91-0AB3-B7B1-1C8F-0EE8FE0FC2EB}"/>
                  </a:ext>
                </a:extLst>
              </p:cNvPr>
              <p:cNvSpPr/>
              <p:nvPr/>
            </p:nvSpPr>
            <p:spPr>
              <a:xfrm>
                <a:off x="4601190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0" name="pg3120">
                <a:extLst>
                  <a:ext uri="{FF2B5EF4-FFF2-40B4-BE49-F238E27FC236}">
                    <a16:creationId xmlns:a16="http://schemas.microsoft.com/office/drawing/2014/main" id="{A5A37FD4-F9C2-DDCA-B0D6-C1A80683CB82}"/>
                  </a:ext>
                </a:extLst>
              </p:cNvPr>
              <p:cNvSpPr/>
              <p:nvPr/>
            </p:nvSpPr>
            <p:spPr>
              <a:xfrm>
                <a:off x="4612827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1" name="pg3121">
                <a:extLst>
                  <a:ext uri="{FF2B5EF4-FFF2-40B4-BE49-F238E27FC236}">
                    <a16:creationId xmlns:a16="http://schemas.microsoft.com/office/drawing/2014/main" id="{1F3EA12F-FBF8-AB28-0DC1-829B25C90181}"/>
                  </a:ext>
                </a:extLst>
              </p:cNvPr>
              <p:cNvSpPr/>
              <p:nvPr/>
            </p:nvSpPr>
            <p:spPr>
              <a:xfrm>
                <a:off x="4624464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2" name="pg3122">
                <a:extLst>
                  <a:ext uri="{FF2B5EF4-FFF2-40B4-BE49-F238E27FC236}">
                    <a16:creationId xmlns:a16="http://schemas.microsoft.com/office/drawing/2014/main" id="{4D91EBE3-A719-CEA2-267D-E682ADC0E757}"/>
                  </a:ext>
                </a:extLst>
              </p:cNvPr>
              <p:cNvSpPr/>
              <p:nvPr/>
            </p:nvSpPr>
            <p:spPr>
              <a:xfrm>
                <a:off x="4636101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3" name="pg3123">
                <a:extLst>
                  <a:ext uri="{FF2B5EF4-FFF2-40B4-BE49-F238E27FC236}">
                    <a16:creationId xmlns:a16="http://schemas.microsoft.com/office/drawing/2014/main" id="{BEDB86B8-9160-E24C-1E55-04417FE90783}"/>
                  </a:ext>
                </a:extLst>
              </p:cNvPr>
              <p:cNvSpPr/>
              <p:nvPr/>
            </p:nvSpPr>
            <p:spPr>
              <a:xfrm>
                <a:off x="4647739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4" name="pg3124">
                <a:extLst>
                  <a:ext uri="{FF2B5EF4-FFF2-40B4-BE49-F238E27FC236}">
                    <a16:creationId xmlns:a16="http://schemas.microsoft.com/office/drawing/2014/main" id="{72E73115-C100-D94E-A270-C9CEC878506C}"/>
                  </a:ext>
                </a:extLst>
              </p:cNvPr>
              <p:cNvSpPr/>
              <p:nvPr/>
            </p:nvSpPr>
            <p:spPr>
              <a:xfrm>
                <a:off x="4659376" y="488150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1">
                  <a:alpha val="100000"/>
                </a:srgbClr>
              </a:solidFill>
              <a:ln w="5420" cap="flat">
                <a:solidFill>
                  <a:srgbClr val="3B70A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5" name="pg3125">
                <a:extLst>
                  <a:ext uri="{FF2B5EF4-FFF2-40B4-BE49-F238E27FC236}">
                    <a16:creationId xmlns:a16="http://schemas.microsoft.com/office/drawing/2014/main" id="{EEF6FCB1-A88F-7758-A553-1A67EFBB484C}"/>
                  </a:ext>
                </a:extLst>
              </p:cNvPr>
              <p:cNvSpPr/>
              <p:nvPr/>
            </p:nvSpPr>
            <p:spPr>
              <a:xfrm>
                <a:off x="294868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6" name="pg3126">
                <a:extLst>
                  <a:ext uri="{FF2B5EF4-FFF2-40B4-BE49-F238E27FC236}">
                    <a16:creationId xmlns:a16="http://schemas.microsoft.com/office/drawing/2014/main" id="{07F51099-EFE1-AF85-E3F8-DE8FDFC6F964}"/>
                  </a:ext>
                </a:extLst>
              </p:cNvPr>
              <p:cNvSpPr/>
              <p:nvPr/>
            </p:nvSpPr>
            <p:spPr>
              <a:xfrm>
                <a:off x="2960326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7" name="pg3127">
                <a:extLst>
                  <a:ext uri="{FF2B5EF4-FFF2-40B4-BE49-F238E27FC236}">
                    <a16:creationId xmlns:a16="http://schemas.microsoft.com/office/drawing/2014/main" id="{E8BF1CE2-EBC1-1D90-04B8-112D1C77BB3C}"/>
                  </a:ext>
                </a:extLst>
              </p:cNvPr>
              <p:cNvSpPr/>
              <p:nvPr/>
            </p:nvSpPr>
            <p:spPr>
              <a:xfrm>
                <a:off x="2971963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8" name="pg3128">
                <a:extLst>
                  <a:ext uri="{FF2B5EF4-FFF2-40B4-BE49-F238E27FC236}">
                    <a16:creationId xmlns:a16="http://schemas.microsoft.com/office/drawing/2014/main" id="{879D5EEE-2655-CB6B-7602-3C3F3128671F}"/>
                  </a:ext>
                </a:extLst>
              </p:cNvPr>
              <p:cNvSpPr/>
              <p:nvPr/>
            </p:nvSpPr>
            <p:spPr>
              <a:xfrm>
                <a:off x="298360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29" name="pg3129">
                <a:extLst>
                  <a:ext uri="{FF2B5EF4-FFF2-40B4-BE49-F238E27FC236}">
                    <a16:creationId xmlns:a16="http://schemas.microsoft.com/office/drawing/2014/main" id="{E631AB7B-94E7-877C-755A-86D0D58D1A60}"/>
                  </a:ext>
                </a:extLst>
              </p:cNvPr>
              <p:cNvSpPr/>
              <p:nvPr/>
            </p:nvSpPr>
            <p:spPr>
              <a:xfrm>
                <a:off x="2995238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0" name="pg3130">
                <a:extLst>
                  <a:ext uri="{FF2B5EF4-FFF2-40B4-BE49-F238E27FC236}">
                    <a16:creationId xmlns:a16="http://schemas.microsoft.com/office/drawing/2014/main" id="{6300C128-0AB8-5794-8CB9-03041AF97145}"/>
                  </a:ext>
                </a:extLst>
              </p:cNvPr>
              <p:cNvSpPr/>
              <p:nvPr/>
            </p:nvSpPr>
            <p:spPr>
              <a:xfrm>
                <a:off x="3006875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1" name="pg3131">
                <a:extLst>
                  <a:ext uri="{FF2B5EF4-FFF2-40B4-BE49-F238E27FC236}">
                    <a16:creationId xmlns:a16="http://schemas.microsoft.com/office/drawing/2014/main" id="{11221221-73BE-F4DA-13D4-0F60B3D17852}"/>
                  </a:ext>
                </a:extLst>
              </p:cNvPr>
              <p:cNvSpPr/>
              <p:nvPr/>
            </p:nvSpPr>
            <p:spPr>
              <a:xfrm>
                <a:off x="304178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2" name="pg3132">
                <a:extLst>
                  <a:ext uri="{FF2B5EF4-FFF2-40B4-BE49-F238E27FC236}">
                    <a16:creationId xmlns:a16="http://schemas.microsoft.com/office/drawing/2014/main" id="{3156C2F2-AE8A-1B2C-6D0B-EC3839ADF285}"/>
                  </a:ext>
                </a:extLst>
              </p:cNvPr>
              <p:cNvSpPr/>
              <p:nvPr/>
            </p:nvSpPr>
            <p:spPr>
              <a:xfrm>
                <a:off x="3053425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3" name="pg3133">
                <a:extLst>
                  <a:ext uri="{FF2B5EF4-FFF2-40B4-BE49-F238E27FC236}">
                    <a16:creationId xmlns:a16="http://schemas.microsoft.com/office/drawing/2014/main" id="{6C1CAF77-EEBD-0630-0397-D5D3B5E11BC9}"/>
                  </a:ext>
                </a:extLst>
              </p:cNvPr>
              <p:cNvSpPr/>
              <p:nvPr/>
            </p:nvSpPr>
            <p:spPr>
              <a:xfrm>
                <a:off x="306506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4" name="pg3134">
                <a:extLst>
                  <a:ext uri="{FF2B5EF4-FFF2-40B4-BE49-F238E27FC236}">
                    <a16:creationId xmlns:a16="http://schemas.microsoft.com/office/drawing/2014/main" id="{EA15ADE7-6C63-431D-23A7-4071E0DC9783}"/>
                  </a:ext>
                </a:extLst>
              </p:cNvPr>
              <p:cNvSpPr/>
              <p:nvPr/>
            </p:nvSpPr>
            <p:spPr>
              <a:xfrm>
                <a:off x="307669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5">
                  <a:alpha val="100000"/>
                </a:srgbClr>
              </a:solidFill>
              <a:ln w="5420" cap="flat">
                <a:solidFill>
                  <a:srgbClr val="3C41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5" name="pg3135">
                <a:extLst>
                  <a:ext uri="{FF2B5EF4-FFF2-40B4-BE49-F238E27FC236}">
                    <a16:creationId xmlns:a16="http://schemas.microsoft.com/office/drawing/2014/main" id="{8576578C-3C56-B427-E718-27798D99BCDE}"/>
                  </a:ext>
                </a:extLst>
              </p:cNvPr>
              <p:cNvSpPr/>
              <p:nvPr/>
            </p:nvSpPr>
            <p:spPr>
              <a:xfrm>
                <a:off x="308833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6" name="pg3136">
                <a:extLst>
                  <a:ext uri="{FF2B5EF4-FFF2-40B4-BE49-F238E27FC236}">
                    <a16:creationId xmlns:a16="http://schemas.microsoft.com/office/drawing/2014/main" id="{9E574A3D-6EAD-0365-C138-93FDFF0A0798}"/>
                  </a:ext>
                </a:extLst>
              </p:cNvPr>
              <p:cNvSpPr/>
              <p:nvPr/>
            </p:nvSpPr>
            <p:spPr>
              <a:xfrm>
                <a:off x="309997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7" name="pg3137">
                <a:extLst>
                  <a:ext uri="{FF2B5EF4-FFF2-40B4-BE49-F238E27FC236}">
                    <a16:creationId xmlns:a16="http://schemas.microsoft.com/office/drawing/2014/main" id="{DC103B43-B470-EB1F-BA7E-825F87F82505}"/>
                  </a:ext>
                </a:extLst>
              </p:cNvPr>
              <p:cNvSpPr/>
              <p:nvPr/>
            </p:nvSpPr>
            <p:spPr>
              <a:xfrm>
                <a:off x="311161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A81">
                  <a:alpha val="100000"/>
                </a:srgbClr>
              </a:solidFill>
              <a:ln w="5420" cap="flat">
                <a:solidFill>
                  <a:srgbClr val="3C4A8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8" name="pg3138">
                <a:extLst>
                  <a:ext uri="{FF2B5EF4-FFF2-40B4-BE49-F238E27FC236}">
                    <a16:creationId xmlns:a16="http://schemas.microsoft.com/office/drawing/2014/main" id="{66256AC3-03C3-425A-4341-FDBF0D018AE2}"/>
                  </a:ext>
                </a:extLst>
              </p:cNvPr>
              <p:cNvSpPr/>
              <p:nvPr/>
            </p:nvSpPr>
            <p:spPr>
              <a:xfrm>
                <a:off x="312324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B83">
                  <a:alpha val="100000"/>
                </a:srgbClr>
              </a:solidFill>
              <a:ln w="5420" cap="flat">
                <a:solidFill>
                  <a:srgbClr val="3C4B8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39" name="pg3139">
                <a:extLst>
                  <a:ext uri="{FF2B5EF4-FFF2-40B4-BE49-F238E27FC236}">
                    <a16:creationId xmlns:a16="http://schemas.microsoft.com/office/drawing/2014/main" id="{B5932574-6FAA-48EC-4528-73D9CDAA305B}"/>
                  </a:ext>
                </a:extLst>
              </p:cNvPr>
              <p:cNvSpPr/>
              <p:nvPr/>
            </p:nvSpPr>
            <p:spPr>
              <a:xfrm>
                <a:off x="363529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0" name="pg3140">
                <a:extLst>
                  <a:ext uri="{FF2B5EF4-FFF2-40B4-BE49-F238E27FC236}">
                    <a16:creationId xmlns:a16="http://schemas.microsoft.com/office/drawing/2014/main" id="{9EE2A718-886D-7BE1-6920-F89E211C33D3}"/>
                  </a:ext>
                </a:extLst>
              </p:cNvPr>
              <p:cNvSpPr/>
              <p:nvPr/>
            </p:nvSpPr>
            <p:spPr>
              <a:xfrm>
                <a:off x="3646928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1" name="pg3141">
                <a:extLst>
                  <a:ext uri="{FF2B5EF4-FFF2-40B4-BE49-F238E27FC236}">
                    <a16:creationId xmlns:a16="http://schemas.microsoft.com/office/drawing/2014/main" id="{C9608109-CC24-0241-263A-1F0BEC9343E3}"/>
                  </a:ext>
                </a:extLst>
              </p:cNvPr>
              <p:cNvSpPr/>
              <p:nvPr/>
            </p:nvSpPr>
            <p:spPr>
              <a:xfrm>
                <a:off x="371675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2" name="pg3142">
                <a:extLst>
                  <a:ext uri="{FF2B5EF4-FFF2-40B4-BE49-F238E27FC236}">
                    <a16:creationId xmlns:a16="http://schemas.microsoft.com/office/drawing/2014/main" id="{DE5B7DFD-FDE5-2254-F4FD-EEEF4A3EEB2F}"/>
                  </a:ext>
                </a:extLst>
              </p:cNvPr>
              <p:cNvSpPr/>
              <p:nvPr/>
            </p:nvSpPr>
            <p:spPr>
              <a:xfrm>
                <a:off x="3728390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3" name="pg3143">
                <a:extLst>
                  <a:ext uri="{FF2B5EF4-FFF2-40B4-BE49-F238E27FC236}">
                    <a16:creationId xmlns:a16="http://schemas.microsoft.com/office/drawing/2014/main" id="{679E0462-4A3D-9FB6-2028-442C4FFF2513}"/>
                  </a:ext>
                </a:extLst>
              </p:cNvPr>
              <p:cNvSpPr/>
              <p:nvPr/>
            </p:nvSpPr>
            <p:spPr>
              <a:xfrm>
                <a:off x="374002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4" name="pg3144">
                <a:extLst>
                  <a:ext uri="{FF2B5EF4-FFF2-40B4-BE49-F238E27FC236}">
                    <a16:creationId xmlns:a16="http://schemas.microsoft.com/office/drawing/2014/main" id="{02FB419E-E202-95FF-5E78-E454F1D19A8C}"/>
                  </a:ext>
                </a:extLst>
              </p:cNvPr>
              <p:cNvSpPr/>
              <p:nvPr/>
            </p:nvSpPr>
            <p:spPr>
              <a:xfrm>
                <a:off x="375166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5" name="pg3145">
                <a:extLst>
                  <a:ext uri="{FF2B5EF4-FFF2-40B4-BE49-F238E27FC236}">
                    <a16:creationId xmlns:a16="http://schemas.microsoft.com/office/drawing/2014/main" id="{E8FBB289-F57E-9674-C844-16412D78FF95}"/>
                  </a:ext>
                </a:extLst>
              </p:cNvPr>
              <p:cNvSpPr/>
              <p:nvPr/>
            </p:nvSpPr>
            <p:spPr>
              <a:xfrm>
                <a:off x="376330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6" name="pg3146">
                <a:extLst>
                  <a:ext uri="{FF2B5EF4-FFF2-40B4-BE49-F238E27FC236}">
                    <a16:creationId xmlns:a16="http://schemas.microsoft.com/office/drawing/2014/main" id="{949F00B1-4E80-5257-E9E1-36F80A6D8D86}"/>
                  </a:ext>
                </a:extLst>
              </p:cNvPr>
              <p:cNvSpPr/>
              <p:nvPr/>
            </p:nvSpPr>
            <p:spPr>
              <a:xfrm>
                <a:off x="377493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7" name="pg3147">
                <a:extLst>
                  <a:ext uri="{FF2B5EF4-FFF2-40B4-BE49-F238E27FC236}">
                    <a16:creationId xmlns:a16="http://schemas.microsoft.com/office/drawing/2014/main" id="{27BD4031-78F1-B35C-6906-0D0A108A13EE}"/>
                  </a:ext>
                </a:extLst>
              </p:cNvPr>
              <p:cNvSpPr/>
              <p:nvPr/>
            </p:nvSpPr>
            <p:spPr>
              <a:xfrm>
                <a:off x="441499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8" name="pg3148">
                <a:extLst>
                  <a:ext uri="{FF2B5EF4-FFF2-40B4-BE49-F238E27FC236}">
                    <a16:creationId xmlns:a16="http://schemas.microsoft.com/office/drawing/2014/main" id="{6FDAEA8F-D451-5A53-7F04-CC728D0375EB}"/>
                  </a:ext>
                </a:extLst>
              </p:cNvPr>
              <p:cNvSpPr/>
              <p:nvPr/>
            </p:nvSpPr>
            <p:spPr>
              <a:xfrm>
                <a:off x="4426630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49" name="pg3149">
                <a:extLst>
                  <a:ext uri="{FF2B5EF4-FFF2-40B4-BE49-F238E27FC236}">
                    <a16:creationId xmlns:a16="http://schemas.microsoft.com/office/drawing/2014/main" id="{284EC3C8-5D65-3B43-DDEA-79CA75CF91B8}"/>
                  </a:ext>
                </a:extLst>
              </p:cNvPr>
              <p:cNvSpPr/>
              <p:nvPr/>
            </p:nvSpPr>
            <p:spPr>
              <a:xfrm>
                <a:off x="443826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0" name="pg3150">
                <a:extLst>
                  <a:ext uri="{FF2B5EF4-FFF2-40B4-BE49-F238E27FC236}">
                    <a16:creationId xmlns:a16="http://schemas.microsoft.com/office/drawing/2014/main" id="{639E53D8-F978-70DE-528C-13CC32A959BD}"/>
                  </a:ext>
                </a:extLst>
              </p:cNvPr>
              <p:cNvSpPr/>
              <p:nvPr/>
            </p:nvSpPr>
            <p:spPr>
              <a:xfrm>
                <a:off x="444990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1" name="pg3151">
                <a:extLst>
                  <a:ext uri="{FF2B5EF4-FFF2-40B4-BE49-F238E27FC236}">
                    <a16:creationId xmlns:a16="http://schemas.microsoft.com/office/drawing/2014/main" id="{D3E4E936-A416-A217-536B-A54D9D55BF74}"/>
                  </a:ext>
                </a:extLst>
              </p:cNvPr>
              <p:cNvSpPr/>
              <p:nvPr/>
            </p:nvSpPr>
            <p:spPr>
              <a:xfrm>
                <a:off x="4461542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2" name="pg3152">
                <a:extLst>
                  <a:ext uri="{FF2B5EF4-FFF2-40B4-BE49-F238E27FC236}">
                    <a16:creationId xmlns:a16="http://schemas.microsoft.com/office/drawing/2014/main" id="{20386AC3-F7C0-1FC9-9BBC-E1566FDC925A}"/>
                  </a:ext>
                </a:extLst>
              </p:cNvPr>
              <p:cNvSpPr/>
              <p:nvPr/>
            </p:nvSpPr>
            <p:spPr>
              <a:xfrm>
                <a:off x="4612827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3" name="pg3153">
                <a:extLst>
                  <a:ext uri="{FF2B5EF4-FFF2-40B4-BE49-F238E27FC236}">
                    <a16:creationId xmlns:a16="http://schemas.microsoft.com/office/drawing/2014/main" id="{4A801A86-AA17-8EFC-6040-49C15E1E9876}"/>
                  </a:ext>
                </a:extLst>
              </p:cNvPr>
              <p:cNvSpPr/>
              <p:nvPr/>
            </p:nvSpPr>
            <p:spPr>
              <a:xfrm>
                <a:off x="4624464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4" name="pg3154">
                <a:extLst>
                  <a:ext uri="{FF2B5EF4-FFF2-40B4-BE49-F238E27FC236}">
                    <a16:creationId xmlns:a16="http://schemas.microsoft.com/office/drawing/2014/main" id="{3C55563D-AA42-1B74-6156-23092AD568F1}"/>
                  </a:ext>
                </a:extLst>
              </p:cNvPr>
              <p:cNvSpPr/>
              <p:nvPr/>
            </p:nvSpPr>
            <p:spPr>
              <a:xfrm>
                <a:off x="4636101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5" name="pg3155">
                <a:extLst>
                  <a:ext uri="{FF2B5EF4-FFF2-40B4-BE49-F238E27FC236}">
                    <a16:creationId xmlns:a16="http://schemas.microsoft.com/office/drawing/2014/main" id="{0730B55A-2263-7FE2-7791-79F9F846EF60}"/>
                  </a:ext>
                </a:extLst>
              </p:cNvPr>
              <p:cNvSpPr/>
              <p:nvPr/>
            </p:nvSpPr>
            <p:spPr>
              <a:xfrm>
                <a:off x="4647739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6" name="pg3156">
                <a:extLst>
                  <a:ext uri="{FF2B5EF4-FFF2-40B4-BE49-F238E27FC236}">
                    <a16:creationId xmlns:a16="http://schemas.microsoft.com/office/drawing/2014/main" id="{3B362452-6575-78FC-802E-34031C35D797}"/>
                  </a:ext>
                </a:extLst>
              </p:cNvPr>
              <p:cNvSpPr/>
              <p:nvPr/>
            </p:nvSpPr>
            <p:spPr>
              <a:xfrm>
                <a:off x="4659376" y="48958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7" name="pg3157">
                <a:extLst>
                  <a:ext uri="{FF2B5EF4-FFF2-40B4-BE49-F238E27FC236}">
                    <a16:creationId xmlns:a16="http://schemas.microsoft.com/office/drawing/2014/main" id="{49244FDB-A74E-C356-D9B9-31B25CFE7BAB}"/>
                  </a:ext>
                </a:extLst>
              </p:cNvPr>
              <p:cNvSpPr/>
              <p:nvPr/>
            </p:nvSpPr>
            <p:spPr>
              <a:xfrm>
                <a:off x="293705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8" name="pg3158">
                <a:extLst>
                  <a:ext uri="{FF2B5EF4-FFF2-40B4-BE49-F238E27FC236}">
                    <a16:creationId xmlns:a16="http://schemas.microsoft.com/office/drawing/2014/main" id="{24F83649-0C9F-FD7C-B532-FA27488833E8}"/>
                  </a:ext>
                </a:extLst>
              </p:cNvPr>
              <p:cNvSpPr/>
              <p:nvPr/>
            </p:nvSpPr>
            <p:spPr>
              <a:xfrm>
                <a:off x="294868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59" name="pg3159">
                <a:extLst>
                  <a:ext uri="{FF2B5EF4-FFF2-40B4-BE49-F238E27FC236}">
                    <a16:creationId xmlns:a16="http://schemas.microsoft.com/office/drawing/2014/main" id="{1331F1E8-8654-1DE3-346D-1ADDD7336A6F}"/>
                  </a:ext>
                </a:extLst>
              </p:cNvPr>
              <p:cNvSpPr/>
              <p:nvPr/>
            </p:nvSpPr>
            <p:spPr>
              <a:xfrm>
                <a:off x="2960326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0" name="pg3160">
                <a:extLst>
                  <a:ext uri="{FF2B5EF4-FFF2-40B4-BE49-F238E27FC236}">
                    <a16:creationId xmlns:a16="http://schemas.microsoft.com/office/drawing/2014/main" id="{B488B6D4-F92E-79C9-F0EC-10E78A1FF9DC}"/>
                  </a:ext>
                </a:extLst>
              </p:cNvPr>
              <p:cNvSpPr/>
              <p:nvPr/>
            </p:nvSpPr>
            <p:spPr>
              <a:xfrm>
                <a:off x="297196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1" name="pg3161">
                <a:extLst>
                  <a:ext uri="{FF2B5EF4-FFF2-40B4-BE49-F238E27FC236}">
                    <a16:creationId xmlns:a16="http://schemas.microsoft.com/office/drawing/2014/main" id="{7529743F-514C-78A2-2FE3-098DB5ECB5E1}"/>
                  </a:ext>
                </a:extLst>
              </p:cNvPr>
              <p:cNvSpPr/>
              <p:nvPr/>
            </p:nvSpPr>
            <p:spPr>
              <a:xfrm>
                <a:off x="298360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2" name="pg3162">
                <a:extLst>
                  <a:ext uri="{FF2B5EF4-FFF2-40B4-BE49-F238E27FC236}">
                    <a16:creationId xmlns:a16="http://schemas.microsoft.com/office/drawing/2014/main" id="{2BD7700A-DBA3-4D6C-3370-D3E61EBD3BB0}"/>
                  </a:ext>
                </a:extLst>
              </p:cNvPr>
              <p:cNvSpPr/>
              <p:nvPr/>
            </p:nvSpPr>
            <p:spPr>
              <a:xfrm>
                <a:off x="2995238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3" name="pg3163">
                <a:extLst>
                  <a:ext uri="{FF2B5EF4-FFF2-40B4-BE49-F238E27FC236}">
                    <a16:creationId xmlns:a16="http://schemas.microsoft.com/office/drawing/2014/main" id="{98EB91AE-9BEC-3C26-ED57-EBB775BCF03B}"/>
                  </a:ext>
                </a:extLst>
              </p:cNvPr>
              <p:cNvSpPr/>
              <p:nvPr/>
            </p:nvSpPr>
            <p:spPr>
              <a:xfrm>
                <a:off x="3006875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4" name="pg3164">
                <a:extLst>
                  <a:ext uri="{FF2B5EF4-FFF2-40B4-BE49-F238E27FC236}">
                    <a16:creationId xmlns:a16="http://schemas.microsoft.com/office/drawing/2014/main" id="{433013C3-39C3-7569-DF32-884D4AA2A631}"/>
                  </a:ext>
                </a:extLst>
              </p:cNvPr>
              <p:cNvSpPr/>
              <p:nvPr/>
            </p:nvSpPr>
            <p:spPr>
              <a:xfrm>
                <a:off x="301851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5" name="pg3165">
                <a:extLst>
                  <a:ext uri="{FF2B5EF4-FFF2-40B4-BE49-F238E27FC236}">
                    <a16:creationId xmlns:a16="http://schemas.microsoft.com/office/drawing/2014/main" id="{900D6A59-0AEC-BD0C-6B21-389D6D3D5700}"/>
                  </a:ext>
                </a:extLst>
              </p:cNvPr>
              <p:cNvSpPr/>
              <p:nvPr/>
            </p:nvSpPr>
            <p:spPr>
              <a:xfrm>
                <a:off x="303015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6" name="pg3166">
                <a:extLst>
                  <a:ext uri="{FF2B5EF4-FFF2-40B4-BE49-F238E27FC236}">
                    <a16:creationId xmlns:a16="http://schemas.microsoft.com/office/drawing/2014/main" id="{D2B4DCC4-35C7-5420-4CD1-2248095F678B}"/>
                  </a:ext>
                </a:extLst>
              </p:cNvPr>
              <p:cNvSpPr/>
              <p:nvPr/>
            </p:nvSpPr>
            <p:spPr>
              <a:xfrm>
                <a:off x="304178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7" name="pg3167">
                <a:extLst>
                  <a:ext uri="{FF2B5EF4-FFF2-40B4-BE49-F238E27FC236}">
                    <a16:creationId xmlns:a16="http://schemas.microsoft.com/office/drawing/2014/main" id="{538670CE-A04E-A05D-0599-137CF1E10BB4}"/>
                  </a:ext>
                </a:extLst>
              </p:cNvPr>
              <p:cNvSpPr/>
              <p:nvPr/>
            </p:nvSpPr>
            <p:spPr>
              <a:xfrm>
                <a:off x="3053425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8" name="pg3168">
                <a:extLst>
                  <a:ext uri="{FF2B5EF4-FFF2-40B4-BE49-F238E27FC236}">
                    <a16:creationId xmlns:a16="http://schemas.microsoft.com/office/drawing/2014/main" id="{2235E97C-3ABF-AEB9-D844-2CF39BFE807D}"/>
                  </a:ext>
                </a:extLst>
              </p:cNvPr>
              <p:cNvSpPr/>
              <p:nvPr/>
            </p:nvSpPr>
            <p:spPr>
              <a:xfrm>
                <a:off x="306506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69" name="pg3169">
                <a:extLst>
                  <a:ext uri="{FF2B5EF4-FFF2-40B4-BE49-F238E27FC236}">
                    <a16:creationId xmlns:a16="http://schemas.microsoft.com/office/drawing/2014/main" id="{300157D8-3CDC-7D5F-03E5-BCC3C0E02B45}"/>
                  </a:ext>
                </a:extLst>
              </p:cNvPr>
              <p:cNvSpPr/>
              <p:nvPr/>
            </p:nvSpPr>
            <p:spPr>
              <a:xfrm>
                <a:off x="307669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4072">
                  <a:alpha val="100000"/>
                </a:srgbClr>
              </a:solidFill>
              <a:ln w="5420" cap="flat">
                <a:solidFill>
                  <a:srgbClr val="3B40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0" name="pg3170">
                <a:extLst>
                  <a:ext uri="{FF2B5EF4-FFF2-40B4-BE49-F238E27FC236}">
                    <a16:creationId xmlns:a16="http://schemas.microsoft.com/office/drawing/2014/main" id="{BDDA3DC0-8FFA-DA3A-B0A3-BF0812D854B6}"/>
                  </a:ext>
                </a:extLst>
              </p:cNvPr>
              <p:cNvSpPr/>
              <p:nvPr/>
            </p:nvSpPr>
            <p:spPr>
              <a:xfrm>
                <a:off x="308833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1" name="pg3171">
                <a:extLst>
                  <a:ext uri="{FF2B5EF4-FFF2-40B4-BE49-F238E27FC236}">
                    <a16:creationId xmlns:a16="http://schemas.microsoft.com/office/drawing/2014/main" id="{77FCCAED-C15D-FB3D-4931-8D06C9E4270B}"/>
                  </a:ext>
                </a:extLst>
              </p:cNvPr>
              <p:cNvSpPr/>
              <p:nvPr/>
            </p:nvSpPr>
            <p:spPr>
              <a:xfrm>
                <a:off x="309997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2" name="pg3172">
                <a:extLst>
                  <a:ext uri="{FF2B5EF4-FFF2-40B4-BE49-F238E27FC236}">
                    <a16:creationId xmlns:a16="http://schemas.microsoft.com/office/drawing/2014/main" id="{35B9C389-071F-4D74-4489-651C74000B02}"/>
                  </a:ext>
                </a:extLst>
              </p:cNvPr>
              <p:cNvSpPr/>
              <p:nvPr/>
            </p:nvSpPr>
            <p:spPr>
              <a:xfrm>
                <a:off x="311161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3" name="pg3173">
                <a:extLst>
                  <a:ext uri="{FF2B5EF4-FFF2-40B4-BE49-F238E27FC236}">
                    <a16:creationId xmlns:a16="http://schemas.microsoft.com/office/drawing/2014/main" id="{A8AE22EF-588F-E23E-C2C3-04EDD1A50F30}"/>
                  </a:ext>
                </a:extLst>
              </p:cNvPr>
              <p:cNvSpPr/>
              <p:nvPr/>
            </p:nvSpPr>
            <p:spPr>
              <a:xfrm>
                <a:off x="371675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4" name="pg3174">
                <a:extLst>
                  <a:ext uri="{FF2B5EF4-FFF2-40B4-BE49-F238E27FC236}">
                    <a16:creationId xmlns:a16="http://schemas.microsoft.com/office/drawing/2014/main" id="{6C90437E-C531-2ED5-F1BA-F0E477829E2C}"/>
                  </a:ext>
                </a:extLst>
              </p:cNvPr>
              <p:cNvSpPr/>
              <p:nvPr/>
            </p:nvSpPr>
            <p:spPr>
              <a:xfrm>
                <a:off x="372839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5" name="pg3175">
                <a:extLst>
                  <a:ext uri="{FF2B5EF4-FFF2-40B4-BE49-F238E27FC236}">
                    <a16:creationId xmlns:a16="http://schemas.microsoft.com/office/drawing/2014/main" id="{A28C76F2-427A-AD5F-0EEA-E88D42C25BBC}"/>
                  </a:ext>
                </a:extLst>
              </p:cNvPr>
              <p:cNvSpPr/>
              <p:nvPr/>
            </p:nvSpPr>
            <p:spPr>
              <a:xfrm>
                <a:off x="374002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6" name="pg3176">
                <a:extLst>
                  <a:ext uri="{FF2B5EF4-FFF2-40B4-BE49-F238E27FC236}">
                    <a16:creationId xmlns:a16="http://schemas.microsoft.com/office/drawing/2014/main" id="{7347550B-F6C5-9854-A766-C6B032626E04}"/>
                  </a:ext>
                </a:extLst>
              </p:cNvPr>
              <p:cNvSpPr/>
              <p:nvPr/>
            </p:nvSpPr>
            <p:spPr>
              <a:xfrm>
                <a:off x="375166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7" name="pg3177">
                <a:extLst>
                  <a:ext uri="{FF2B5EF4-FFF2-40B4-BE49-F238E27FC236}">
                    <a16:creationId xmlns:a16="http://schemas.microsoft.com/office/drawing/2014/main" id="{7F917D19-43C3-534B-FA52-A7FFF4AA536E}"/>
                  </a:ext>
                </a:extLst>
              </p:cNvPr>
              <p:cNvSpPr/>
              <p:nvPr/>
            </p:nvSpPr>
            <p:spPr>
              <a:xfrm>
                <a:off x="441499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8" name="pg3178">
                <a:extLst>
                  <a:ext uri="{FF2B5EF4-FFF2-40B4-BE49-F238E27FC236}">
                    <a16:creationId xmlns:a16="http://schemas.microsoft.com/office/drawing/2014/main" id="{8796354E-ACA9-BA26-F785-0ED2BE3A06FC}"/>
                  </a:ext>
                </a:extLst>
              </p:cNvPr>
              <p:cNvSpPr/>
              <p:nvPr/>
            </p:nvSpPr>
            <p:spPr>
              <a:xfrm>
                <a:off x="4426630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79" name="pg3179">
                <a:extLst>
                  <a:ext uri="{FF2B5EF4-FFF2-40B4-BE49-F238E27FC236}">
                    <a16:creationId xmlns:a16="http://schemas.microsoft.com/office/drawing/2014/main" id="{978E3BE3-E238-A663-3CC2-67EE54376E42}"/>
                  </a:ext>
                </a:extLst>
              </p:cNvPr>
              <p:cNvSpPr/>
              <p:nvPr/>
            </p:nvSpPr>
            <p:spPr>
              <a:xfrm>
                <a:off x="443826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0" name="pg3180">
                <a:extLst>
                  <a:ext uri="{FF2B5EF4-FFF2-40B4-BE49-F238E27FC236}">
                    <a16:creationId xmlns:a16="http://schemas.microsoft.com/office/drawing/2014/main" id="{A9FB33CD-5930-4655-F82B-8DC930AC6DAB}"/>
                  </a:ext>
                </a:extLst>
              </p:cNvPr>
              <p:cNvSpPr/>
              <p:nvPr/>
            </p:nvSpPr>
            <p:spPr>
              <a:xfrm>
                <a:off x="444990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1" name="pg3181">
                <a:extLst>
                  <a:ext uri="{FF2B5EF4-FFF2-40B4-BE49-F238E27FC236}">
                    <a16:creationId xmlns:a16="http://schemas.microsoft.com/office/drawing/2014/main" id="{ED2DE26B-29F9-CF70-BFBE-CBFF3B3390E6}"/>
                  </a:ext>
                </a:extLst>
              </p:cNvPr>
              <p:cNvSpPr/>
              <p:nvPr/>
            </p:nvSpPr>
            <p:spPr>
              <a:xfrm>
                <a:off x="4461542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2" name="pg3182">
                <a:extLst>
                  <a:ext uri="{FF2B5EF4-FFF2-40B4-BE49-F238E27FC236}">
                    <a16:creationId xmlns:a16="http://schemas.microsoft.com/office/drawing/2014/main" id="{3A3A432A-2663-0A20-16DA-CE79DABE7738}"/>
                  </a:ext>
                </a:extLst>
              </p:cNvPr>
              <p:cNvSpPr/>
              <p:nvPr/>
            </p:nvSpPr>
            <p:spPr>
              <a:xfrm>
                <a:off x="4612827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3" name="pg3183">
                <a:extLst>
                  <a:ext uri="{FF2B5EF4-FFF2-40B4-BE49-F238E27FC236}">
                    <a16:creationId xmlns:a16="http://schemas.microsoft.com/office/drawing/2014/main" id="{09CDA955-85F2-C6AB-3862-85FDB9399E0B}"/>
                  </a:ext>
                </a:extLst>
              </p:cNvPr>
              <p:cNvSpPr/>
              <p:nvPr/>
            </p:nvSpPr>
            <p:spPr>
              <a:xfrm>
                <a:off x="4624464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4" name="pg3184">
                <a:extLst>
                  <a:ext uri="{FF2B5EF4-FFF2-40B4-BE49-F238E27FC236}">
                    <a16:creationId xmlns:a16="http://schemas.microsoft.com/office/drawing/2014/main" id="{0A863FD3-195A-EF2A-1921-8B5963BBEBDB}"/>
                  </a:ext>
                </a:extLst>
              </p:cNvPr>
              <p:cNvSpPr/>
              <p:nvPr/>
            </p:nvSpPr>
            <p:spPr>
              <a:xfrm>
                <a:off x="4636101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5" name="pg3185">
                <a:extLst>
                  <a:ext uri="{FF2B5EF4-FFF2-40B4-BE49-F238E27FC236}">
                    <a16:creationId xmlns:a16="http://schemas.microsoft.com/office/drawing/2014/main" id="{EF53D78C-1B02-97C3-02F6-BF4D134E7A44}"/>
                  </a:ext>
                </a:extLst>
              </p:cNvPr>
              <p:cNvSpPr/>
              <p:nvPr/>
            </p:nvSpPr>
            <p:spPr>
              <a:xfrm>
                <a:off x="4647739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6" name="pg3186">
                <a:extLst>
                  <a:ext uri="{FF2B5EF4-FFF2-40B4-BE49-F238E27FC236}">
                    <a16:creationId xmlns:a16="http://schemas.microsoft.com/office/drawing/2014/main" id="{09F46530-58F2-204F-40ED-9B9C27B75F5B}"/>
                  </a:ext>
                </a:extLst>
              </p:cNvPr>
              <p:cNvSpPr/>
              <p:nvPr/>
            </p:nvSpPr>
            <p:spPr>
              <a:xfrm>
                <a:off x="4659376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7" name="pg3187">
                <a:extLst>
                  <a:ext uri="{FF2B5EF4-FFF2-40B4-BE49-F238E27FC236}">
                    <a16:creationId xmlns:a16="http://schemas.microsoft.com/office/drawing/2014/main" id="{CF8D1CF7-D054-B910-D277-0DD62D889150}"/>
                  </a:ext>
                </a:extLst>
              </p:cNvPr>
              <p:cNvSpPr/>
              <p:nvPr/>
            </p:nvSpPr>
            <p:spPr>
              <a:xfrm>
                <a:off x="4671013" y="491010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8" name="pg3188">
                <a:extLst>
                  <a:ext uri="{FF2B5EF4-FFF2-40B4-BE49-F238E27FC236}">
                    <a16:creationId xmlns:a16="http://schemas.microsoft.com/office/drawing/2014/main" id="{CB1DBF44-21C4-5104-DFBB-99BB1B914140}"/>
                  </a:ext>
                </a:extLst>
              </p:cNvPr>
              <p:cNvSpPr/>
              <p:nvPr/>
            </p:nvSpPr>
            <p:spPr>
              <a:xfrm>
                <a:off x="293705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89" name="pg3189">
                <a:extLst>
                  <a:ext uri="{FF2B5EF4-FFF2-40B4-BE49-F238E27FC236}">
                    <a16:creationId xmlns:a16="http://schemas.microsoft.com/office/drawing/2014/main" id="{5AB37DF1-FB4B-3F97-9E8F-C5EEF5DF0EB6}"/>
                  </a:ext>
                </a:extLst>
              </p:cNvPr>
              <p:cNvSpPr/>
              <p:nvPr/>
            </p:nvSpPr>
            <p:spPr>
              <a:xfrm>
                <a:off x="294868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0" name="pg3190">
                <a:extLst>
                  <a:ext uri="{FF2B5EF4-FFF2-40B4-BE49-F238E27FC236}">
                    <a16:creationId xmlns:a16="http://schemas.microsoft.com/office/drawing/2014/main" id="{05590A3D-DA55-97D2-F703-AF580DDFDBB5}"/>
                  </a:ext>
                </a:extLst>
              </p:cNvPr>
              <p:cNvSpPr/>
              <p:nvPr/>
            </p:nvSpPr>
            <p:spPr>
              <a:xfrm>
                <a:off x="2960326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1" name="pg3191">
                <a:extLst>
                  <a:ext uri="{FF2B5EF4-FFF2-40B4-BE49-F238E27FC236}">
                    <a16:creationId xmlns:a16="http://schemas.microsoft.com/office/drawing/2014/main" id="{406C391C-03F6-79C4-952A-3653B9877F83}"/>
                  </a:ext>
                </a:extLst>
              </p:cNvPr>
              <p:cNvSpPr/>
              <p:nvPr/>
            </p:nvSpPr>
            <p:spPr>
              <a:xfrm>
                <a:off x="297196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2" name="pg3192">
                <a:extLst>
                  <a:ext uri="{FF2B5EF4-FFF2-40B4-BE49-F238E27FC236}">
                    <a16:creationId xmlns:a16="http://schemas.microsoft.com/office/drawing/2014/main" id="{93DE96D2-5DF6-2D6D-7377-2DED81919FD8}"/>
                  </a:ext>
                </a:extLst>
              </p:cNvPr>
              <p:cNvSpPr/>
              <p:nvPr/>
            </p:nvSpPr>
            <p:spPr>
              <a:xfrm>
                <a:off x="298360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3" name="pg3193">
                <a:extLst>
                  <a:ext uri="{FF2B5EF4-FFF2-40B4-BE49-F238E27FC236}">
                    <a16:creationId xmlns:a16="http://schemas.microsoft.com/office/drawing/2014/main" id="{3359E282-39B5-002B-E14D-A7DF57A078AF}"/>
                  </a:ext>
                </a:extLst>
              </p:cNvPr>
              <p:cNvSpPr/>
              <p:nvPr/>
            </p:nvSpPr>
            <p:spPr>
              <a:xfrm>
                <a:off x="2995238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4" name="pg3194">
                <a:extLst>
                  <a:ext uri="{FF2B5EF4-FFF2-40B4-BE49-F238E27FC236}">
                    <a16:creationId xmlns:a16="http://schemas.microsoft.com/office/drawing/2014/main" id="{93142576-4B12-AAE3-E4C0-B869BE097BBD}"/>
                  </a:ext>
                </a:extLst>
              </p:cNvPr>
              <p:cNvSpPr/>
              <p:nvPr/>
            </p:nvSpPr>
            <p:spPr>
              <a:xfrm>
                <a:off x="3006875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5" name="pg3195">
                <a:extLst>
                  <a:ext uri="{FF2B5EF4-FFF2-40B4-BE49-F238E27FC236}">
                    <a16:creationId xmlns:a16="http://schemas.microsoft.com/office/drawing/2014/main" id="{3C52130D-E85F-3E92-B1B7-4AD2BD6ED94D}"/>
                  </a:ext>
                </a:extLst>
              </p:cNvPr>
              <p:cNvSpPr/>
              <p:nvPr/>
            </p:nvSpPr>
            <p:spPr>
              <a:xfrm>
                <a:off x="301851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6" name="pg3196">
                <a:extLst>
                  <a:ext uri="{FF2B5EF4-FFF2-40B4-BE49-F238E27FC236}">
                    <a16:creationId xmlns:a16="http://schemas.microsoft.com/office/drawing/2014/main" id="{FA84873A-9F79-FD60-1364-59A20E859898}"/>
                  </a:ext>
                </a:extLst>
              </p:cNvPr>
              <p:cNvSpPr/>
              <p:nvPr/>
            </p:nvSpPr>
            <p:spPr>
              <a:xfrm>
                <a:off x="3030150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7" name="pg3197">
                <a:extLst>
                  <a:ext uri="{FF2B5EF4-FFF2-40B4-BE49-F238E27FC236}">
                    <a16:creationId xmlns:a16="http://schemas.microsoft.com/office/drawing/2014/main" id="{6553EA38-D348-D5F8-1BA8-9AD9B20098C9}"/>
                  </a:ext>
                </a:extLst>
              </p:cNvPr>
              <p:cNvSpPr/>
              <p:nvPr/>
            </p:nvSpPr>
            <p:spPr>
              <a:xfrm>
                <a:off x="304178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8" name="pg3198">
                <a:extLst>
                  <a:ext uri="{FF2B5EF4-FFF2-40B4-BE49-F238E27FC236}">
                    <a16:creationId xmlns:a16="http://schemas.microsoft.com/office/drawing/2014/main" id="{F9DF285C-92A4-76EE-49C9-39DC3C0C8910}"/>
                  </a:ext>
                </a:extLst>
              </p:cNvPr>
              <p:cNvSpPr/>
              <p:nvPr/>
            </p:nvSpPr>
            <p:spPr>
              <a:xfrm>
                <a:off x="3053425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199" name="pg3199">
                <a:extLst>
                  <a:ext uri="{FF2B5EF4-FFF2-40B4-BE49-F238E27FC236}">
                    <a16:creationId xmlns:a16="http://schemas.microsoft.com/office/drawing/2014/main" id="{02F78879-CA21-1676-6DD9-86EFCB1C3010}"/>
                  </a:ext>
                </a:extLst>
              </p:cNvPr>
              <p:cNvSpPr/>
              <p:nvPr/>
            </p:nvSpPr>
            <p:spPr>
              <a:xfrm>
                <a:off x="306506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0" name="pg3200">
                <a:extLst>
                  <a:ext uri="{FF2B5EF4-FFF2-40B4-BE49-F238E27FC236}">
                    <a16:creationId xmlns:a16="http://schemas.microsoft.com/office/drawing/2014/main" id="{E99B34E4-66E3-94F6-67DA-5D12A8D15319}"/>
                  </a:ext>
                </a:extLst>
              </p:cNvPr>
              <p:cNvSpPr/>
              <p:nvPr/>
            </p:nvSpPr>
            <p:spPr>
              <a:xfrm>
                <a:off x="307669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1" name="pg3201">
                <a:extLst>
                  <a:ext uri="{FF2B5EF4-FFF2-40B4-BE49-F238E27FC236}">
                    <a16:creationId xmlns:a16="http://schemas.microsoft.com/office/drawing/2014/main" id="{BD71CD6C-C955-A238-8D4A-4514D2DFCC1A}"/>
                  </a:ext>
                </a:extLst>
              </p:cNvPr>
              <p:cNvSpPr/>
              <p:nvPr/>
            </p:nvSpPr>
            <p:spPr>
              <a:xfrm>
                <a:off x="308833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2" name="pg3202">
                <a:extLst>
                  <a:ext uri="{FF2B5EF4-FFF2-40B4-BE49-F238E27FC236}">
                    <a16:creationId xmlns:a16="http://schemas.microsoft.com/office/drawing/2014/main" id="{080572FA-7459-63C1-E48B-0EA7FC385A95}"/>
                  </a:ext>
                </a:extLst>
              </p:cNvPr>
              <p:cNvSpPr/>
              <p:nvPr/>
            </p:nvSpPr>
            <p:spPr>
              <a:xfrm>
                <a:off x="309997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6">
                  <a:alpha val="100000"/>
                </a:srgbClr>
              </a:solidFill>
              <a:ln w="5420" cap="flat">
                <a:solidFill>
                  <a:srgbClr val="3C43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3" name="pg3203">
                <a:extLst>
                  <a:ext uri="{FF2B5EF4-FFF2-40B4-BE49-F238E27FC236}">
                    <a16:creationId xmlns:a16="http://schemas.microsoft.com/office/drawing/2014/main" id="{9EA7CFF3-CFDB-C6B9-2756-B5FB0FEEB78F}"/>
                  </a:ext>
                </a:extLst>
              </p:cNvPr>
              <p:cNvSpPr/>
              <p:nvPr/>
            </p:nvSpPr>
            <p:spPr>
              <a:xfrm>
                <a:off x="441499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4" name="pg3204">
                <a:extLst>
                  <a:ext uri="{FF2B5EF4-FFF2-40B4-BE49-F238E27FC236}">
                    <a16:creationId xmlns:a16="http://schemas.microsoft.com/office/drawing/2014/main" id="{6F587DD3-58C6-165A-898E-9DA709732B6C}"/>
                  </a:ext>
                </a:extLst>
              </p:cNvPr>
              <p:cNvSpPr/>
              <p:nvPr/>
            </p:nvSpPr>
            <p:spPr>
              <a:xfrm>
                <a:off x="4426630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5" name="pg3205">
                <a:extLst>
                  <a:ext uri="{FF2B5EF4-FFF2-40B4-BE49-F238E27FC236}">
                    <a16:creationId xmlns:a16="http://schemas.microsoft.com/office/drawing/2014/main" id="{F09A0F38-8F57-2F8A-8E14-E25ECCE07E09}"/>
                  </a:ext>
                </a:extLst>
              </p:cNvPr>
              <p:cNvSpPr/>
              <p:nvPr/>
            </p:nvSpPr>
            <p:spPr>
              <a:xfrm>
                <a:off x="443826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6" name="pg3206">
                <a:extLst>
                  <a:ext uri="{FF2B5EF4-FFF2-40B4-BE49-F238E27FC236}">
                    <a16:creationId xmlns:a16="http://schemas.microsoft.com/office/drawing/2014/main" id="{CC29DE13-A957-C8C2-EAE7-B375BD141FA2}"/>
                  </a:ext>
                </a:extLst>
              </p:cNvPr>
              <p:cNvSpPr/>
              <p:nvPr/>
            </p:nvSpPr>
            <p:spPr>
              <a:xfrm>
                <a:off x="444990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7" name="pg3207">
                <a:extLst>
                  <a:ext uri="{FF2B5EF4-FFF2-40B4-BE49-F238E27FC236}">
                    <a16:creationId xmlns:a16="http://schemas.microsoft.com/office/drawing/2014/main" id="{E2254864-F736-1C1F-B1C1-F178F70307F2}"/>
                  </a:ext>
                </a:extLst>
              </p:cNvPr>
              <p:cNvSpPr/>
              <p:nvPr/>
            </p:nvSpPr>
            <p:spPr>
              <a:xfrm>
                <a:off x="4461542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8" name="pg3208">
                <a:extLst>
                  <a:ext uri="{FF2B5EF4-FFF2-40B4-BE49-F238E27FC236}">
                    <a16:creationId xmlns:a16="http://schemas.microsoft.com/office/drawing/2014/main" id="{46F652D6-B96A-8DB9-ECB2-E7BABE167B28}"/>
                  </a:ext>
                </a:extLst>
              </p:cNvPr>
              <p:cNvSpPr/>
              <p:nvPr/>
            </p:nvSpPr>
            <p:spPr>
              <a:xfrm>
                <a:off x="4612827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09" name="pg3209">
                <a:extLst>
                  <a:ext uri="{FF2B5EF4-FFF2-40B4-BE49-F238E27FC236}">
                    <a16:creationId xmlns:a16="http://schemas.microsoft.com/office/drawing/2014/main" id="{916ABCB0-0DB7-60B9-9925-99EBCCBC87A6}"/>
                  </a:ext>
                </a:extLst>
              </p:cNvPr>
              <p:cNvSpPr/>
              <p:nvPr/>
            </p:nvSpPr>
            <p:spPr>
              <a:xfrm>
                <a:off x="4624464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0" name="pg3210">
                <a:extLst>
                  <a:ext uri="{FF2B5EF4-FFF2-40B4-BE49-F238E27FC236}">
                    <a16:creationId xmlns:a16="http://schemas.microsoft.com/office/drawing/2014/main" id="{8F8A011C-977A-41CA-227F-1C760C09245D}"/>
                  </a:ext>
                </a:extLst>
              </p:cNvPr>
              <p:cNvSpPr/>
              <p:nvPr/>
            </p:nvSpPr>
            <p:spPr>
              <a:xfrm>
                <a:off x="463610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1" name="pg3211">
                <a:extLst>
                  <a:ext uri="{FF2B5EF4-FFF2-40B4-BE49-F238E27FC236}">
                    <a16:creationId xmlns:a16="http://schemas.microsoft.com/office/drawing/2014/main" id="{50895AC0-33BC-F395-47F8-7B1DCFDDB868}"/>
                  </a:ext>
                </a:extLst>
              </p:cNvPr>
              <p:cNvSpPr/>
              <p:nvPr/>
            </p:nvSpPr>
            <p:spPr>
              <a:xfrm>
                <a:off x="4647739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2" name="pg3212">
                <a:extLst>
                  <a:ext uri="{FF2B5EF4-FFF2-40B4-BE49-F238E27FC236}">
                    <a16:creationId xmlns:a16="http://schemas.microsoft.com/office/drawing/2014/main" id="{A7959817-13C3-8C8D-6F61-998544C36DB7}"/>
                  </a:ext>
                </a:extLst>
              </p:cNvPr>
              <p:cNvSpPr/>
              <p:nvPr/>
            </p:nvSpPr>
            <p:spPr>
              <a:xfrm>
                <a:off x="4659376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3" name="pg3213">
                <a:extLst>
                  <a:ext uri="{FF2B5EF4-FFF2-40B4-BE49-F238E27FC236}">
                    <a16:creationId xmlns:a16="http://schemas.microsoft.com/office/drawing/2014/main" id="{5C3D1858-A2A0-EAB9-D7C1-534C9580DFA9}"/>
                  </a:ext>
                </a:extLst>
              </p:cNvPr>
              <p:cNvSpPr/>
              <p:nvPr/>
            </p:nvSpPr>
            <p:spPr>
              <a:xfrm>
                <a:off x="4671013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4" name="pg3214">
                <a:extLst>
                  <a:ext uri="{FF2B5EF4-FFF2-40B4-BE49-F238E27FC236}">
                    <a16:creationId xmlns:a16="http://schemas.microsoft.com/office/drawing/2014/main" id="{14C4E587-1F84-5277-AFCF-A11C94A14E0B}"/>
                  </a:ext>
                </a:extLst>
              </p:cNvPr>
              <p:cNvSpPr/>
              <p:nvPr/>
            </p:nvSpPr>
            <p:spPr>
              <a:xfrm>
                <a:off x="4682651" y="492440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5" name="pg3215">
                <a:extLst>
                  <a:ext uri="{FF2B5EF4-FFF2-40B4-BE49-F238E27FC236}">
                    <a16:creationId xmlns:a16="http://schemas.microsoft.com/office/drawing/2014/main" id="{AB3AD16E-5E12-FF5D-0DBC-FCC01B0184AF}"/>
                  </a:ext>
                </a:extLst>
              </p:cNvPr>
              <p:cNvSpPr/>
              <p:nvPr/>
            </p:nvSpPr>
            <p:spPr>
              <a:xfrm>
                <a:off x="292541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6" name="pg3216">
                <a:extLst>
                  <a:ext uri="{FF2B5EF4-FFF2-40B4-BE49-F238E27FC236}">
                    <a16:creationId xmlns:a16="http://schemas.microsoft.com/office/drawing/2014/main" id="{F243E9B1-AB8A-7985-D4EB-6E35AD80B6F8}"/>
                  </a:ext>
                </a:extLst>
              </p:cNvPr>
              <p:cNvSpPr/>
              <p:nvPr/>
            </p:nvSpPr>
            <p:spPr>
              <a:xfrm>
                <a:off x="293705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7" name="pg3217">
                <a:extLst>
                  <a:ext uri="{FF2B5EF4-FFF2-40B4-BE49-F238E27FC236}">
                    <a16:creationId xmlns:a16="http://schemas.microsoft.com/office/drawing/2014/main" id="{23E3793B-3A25-34B6-29D7-822929543025}"/>
                  </a:ext>
                </a:extLst>
              </p:cNvPr>
              <p:cNvSpPr/>
              <p:nvPr/>
            </p:nvSpPr>
            <p:spPr>
              <a:xfrm>
                <a:off x="294868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8" name="pg3218">
                <a:extLst>
                  <a:ext uri="{FF2B5EF4-FFF2-40B4-BE49-F238E27FC236}">
                    <a16:creationId xmlns:a16="http://schemas.microsoft.com/office/drawing/2014/main" id="{9C1E7FCF-7596-BF3D-22A6-EDD294EAFDEB}"/>
                  </a:ext>
                </a:extLst>
              </p:cNvPr>
              <p:cNvSpPr/>
              <p:nvPr/>
            </p:nvSpPr>
            <p:spPr>
              <a:xfrm>
                <a:off x="2960326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19" name="pg3219">
                <a:extLst>
                  <a:ext uri="{FF2B5EF4-FFF2-40B4-BE49-F238E27FC236}">
                    <a16:creationId xmlns:a16="http://schemas.microsoft.com/office/drawing/2014/main" id="{BCEAA1EE-8A90-3E2F-249D-CE219740DB32}"/>
                  </a:ext>
                </a:extLst>
              </p:cNvPr>
              <p:cNvSpPr/>
              <p:nvPr/>
            </p:nvSpPr>
            <p:spPr>
              <a:xfrm>
                <a:off x="297196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0" name="pg3220">
                <a:extLst>
                  <a:ext uri="{FF2B5EF4-FFF2-40B4-BE49-F238E27FC236}">
                    <a16:creationId xmlns:a16="http://schemas.microsoft.com/office/drawing/2014/main" id="{73E07341-4D7F-01A5-AFF3-68F0B64CCC9E}"/>
                  </a:ext>
                </a:extLst>
              </p:cNvPr>
              <p:cNvSpPr/>
              <p:nvPr/>
            </p:nvSpPr>
            <p:spPr>
              <a:xfrm>
                <a:off x="298360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5">
                  <a:alpha val="100000"/>
                </a:srgbClr>
              </a:solidFill>
              <a:ln w="5420" cap="flat">
                <a:solidFill>
                  <a:srgbClr val="3B37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1" name="pg3221">
                <a:extLst>
                  <a:ext uri="{FF2B5EF4-FFF2-40B4-BE49-F238E27FC236}">
                    <a16:creationId xmlns:a16="http://schemas.microsoft.com/office/drawing/2014/main" id="{B946521E-33EA-CDD8-1F6E-86C333A9C9F5}"/>
                  </a:ext>
                </a:extLst>
              </p:cNvPr>
              <p:cNvSpPr/>
              <p:nvPr/>
            </p:nvSpPr>
            <p:spPr>
              <a:xfrm>
                <a:off x="2995238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2" name="pg3222">
                <a:extLst>
                  <a:ext uri="{FF2B5EF4-FFF2-40B4-BE49-F238E27FC236}">
                    <a16:creationId xmlns:a16="http://schemas.microsoft.com/office/drawing/2014/main" id="{32F826C1-BBBA-75FE-2FB8-8C6DDBFE8FD6}"/>
                  </a:ext>
                </a:extLst>
              </p:cNvPr>
              <p:cNvSpPr/>
              <p:nvPr/>
            </p:nvSpPr>
            <p:spPr>
              <a:xfrm>
                <a:off x="3006875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3" name="pg3223">
                <a:extLst>
                  <a:ext uri="{FF2B5EF4-FFF2-40B4-BE49-F238E27FC236}">
                    <a16:creationId xmlns:a16="http://schemas.microsoft.com/office/drawing/2014/main" id="{1FC04248-439C-C715-AABF-E08F4E21EB85}"/>
                  </a:ext>
                </a:extLst>
              </p:cNvPr>
              <p:cNvSpPr/>
              <p:nvPr/>
            </p:nvSpPr>
            <p:spPr>
              <a:xfrm>
                <a:off x="301851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4" name="pg3224">
                <a:extLst>
                  <a:ext uri="{FF2B5EF4-FFF2-40B4-BE49-F238E27FC236}">
                    <a16:creationId xmlns:a16="http://schemas.microsoft.com/office/drawing/2014/main" id="{9CDADE26-EF05-4E6D-2967-1EE1F40EB48C}"/>
                  </a:ext>
                </a:extLst>
              </p:cNvPr>
              <p:cNvSpPr/>
              <p:nvPr/>
            </p:nvSpPr>
            <p:spPr>
              <a:xfrm>
                <a:off x="3030150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5" name="pg3225">
                <a:extLst>
                  <a:ext uri="{FF2B5EF4-FFF2-40B4-BE49-F238E27FC236}">
                    <a16:creationId xmlns:a16="http://schemas.microsoft.com/office/drawing/2014/main" id="{A64CFEE5-71D7-46CC-0252-BC9697030A34}"/>
                  </a:ext>
                </a:extLst>
              </p:cNvPr>
              <p:cNvSpPr/>
              <p:nvPr/>
            </p:nvSpPr>
            <p:spPr>
              <a:xfrm>
                <a:off x="304178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6" name="pg3226">
                <a:extLst>
                  <a:ext uri="{FF2B5EF4-FFF2-40B4-BE49-F238E27FC236}">
                    <a16:creationId xmlns:a16="http://schemas.microsoft.com/office/drawing/2014/main" id="{462D9A39-3C29-610C-5C2D-C6B73684661E}"/>
                  </a:ext>
                </a:extLst>
              </p:cNvPr>
              <p:cNvSpPr/>
              <p:nvPr/>
            </p:nvSpPr>
            <p:spPr>
              <a:xfrm>
                <a:off x="3053425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7" name="pg3227">
                <a:extLst>
                  <a:ext uri="{FF2B5EF4-FFF2-40B4-BE49-F238E27FC236}">
                    <a16:creationId xmlns:a16="http://schemas.microsoft.com/office/drawing/2014/main" id="{D4FE0518-94D3-1B25-D510-C90DB5C7D4D1}"/>
                  </a:ext>
                </a:extLst>
              </p:cNvPr>
              <p:cNvSpPr/>
              <p:nvPr/>
            </p:nvSpPr>
            <p:spPr>
              <a:xfrm>
                <a:off x="306506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8" name="pg3228">
                <a:extLst>
                  <a:ext uri="{FF2B5EF4-FFF2-40B4-BE49-F238E27FC236}">
                    <a16:creationId xmlns:a16="http://schemas.microsoft.com/office/drawing/2014/main" id="{642C08D1-5B12-6855-84B1-94BD7E0F5F44}"/>
                  </a:ext>
                </a:extLst>
              </p:cNvPr>
              <p:cNvSpPr/>
              <p:nvPr/>
            </p:nvSpPr>
            <p:spPr>
              <a:xfrm>
                <a:off x="307669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29" name="pg3229">
                <a:extLst>
                  <a:ext uri="{FF2B5EF4-FFF2-40B4-BE49-F238E27FC236}">
                    <a16:creationId xmlns:a16="http://schemas.microsoft.com/office/drawing/2014/main" id="{74E554A8-5978-F3B4-F9EB-5BBF118F5A67}"/>
                  </a:ext>
                </a:extLst>
              </p:cNvPr>
              <p:cNvSpPr/>
              <p:nvPr/>
            </p:nvSpPr>
            <p:spPr>
              <a:xfrm>
                <a:off x="441499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0" name="pg3230">
                <a:extLst>
                  <a:ext uri="{FF2B5EF4-FFF2-40B4-BE49-F238E27FC236}">
                    <a16:creationId xmlns:a16="http://schemas.microsoft.com/office/drawing/2014/main" id="{3C588623-83E1-7654-C457-03D3ACBEC1C8}"/>
                  </a:ext>
                </a:extLst>
              </p:cNvPr>
              <p:cNvSpPr/>
              <p:nvPr/>
            </p:nvSpPr>
            <p:spPr>
              <a:xfrm>
                <a:off x="4426630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1" name="pg3231">
                <a:extLst>
                  <a:ext uri="{FF2B5EF4-FFF2-40B4-BE49-F238E27FC236}">
                    <a16:creationId xmlns:a16="http://schemas.microsoft.com/office/drawing/2014/main" id="{12B263CC-F374-9390-9E67-2EA18B6A48A0}"/>
                  </a:ext>
                </a:extLst>
              </p:cNvPr>
              <p:cNvSpPr/>
              <p:nvPr/>
            </p:nvSpPr>
            <p:spPr>
              <a:xfrm>
                <a:off x="443826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2" name="pg3232">
                <a:extLst>
                  <a:ext uri="{FF2B5EF4-FFF2-40B4-BE49-F238E27FC236}">
                    <a16:creationId xmlns:a16="http://schemas.microsoft.com/office/drawing/2014/main" id="{BF77CE87-58D8-45F3-6D96-53DFB9543017}"/>
                  </a:ext>
                </a:extLst>
              </p:cNvPr>
              <p:cNvSpPr/>
              <p:nvPr/>
            </p:nvSpPr>
            <p:spPr>
              <a:xfrm>
                <a:off x="444990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3" name="pg3233">
                <a:extLst>
                  <a:ext uri="{FF2B5EF4-FFF2-40B4-BE49-F238E27FC236}">
                    <a16:creationId xmlns:a16="http://schemas.microsoft.com/office/drawing/2014/main" id="{FCBBF9F1-8FD1-D21D-BEEB-12CA3930F224}"/>
                  </a:ext>
                </a:extLst>
              </p:cNvPr>
              <p:cNvSpPr/>
              <p:nvPr/>
            </p:nvSpPr>
            <p:spPr>
              <a:xfrm>
                <a:off x="4461542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4" name="pg3234">
                <a:extLst>
                  <a:ext uri="{FF2B5EF4-FFF2-40B4-BE49-F238E27FC236}">
                    <a16:creationId xmlns:a16="http://schemas.microsoft.com/office/drawing/2014/main" id="{E9432FCF-5747-30DA-9D1D-BCA068A498F1}"/>
                  </a:ext>
                </a:extLst>
              </p:cNvPr>
              <p:cNvSpPr/>
              <p:nvPr/>
            </p:nvSpPr>
            <p:spPr>
              <a:xfrm>
                <a:off x="4612827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5" name="pg3235">
                <a:extLst>
                  <a:ext uri="{FF2B5EF4-FFF2-40B4-BE49-F238E27FC236}">
                    <a16:creationId xmlns:a16="http://schemas.microsoft.com/office/drawing/2014/main" id="{9734CCD2-63B6-840D-2A95-969DD3168D7E}"/>
                  </a:ext>
                </a:extLst>
              </p:cNvPr>
              <p:cNvSpPr/>
              <p:nvPr/>
            </p:nvSpPr>
            <p:spPr>
              <a:xfrm>
                <a:off x="4624464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6" name="pg3236">
                <a:extLst>
                  <a:ext uri="{FF2B5EF4-FFF2-40B4-BE49-F238E27FC236}">
                    <a16:creationId xmlns:a16="http://schemas.microsoft.com/office/drawing/2014/main" id="{6C7FAF75-A895-EB91-7266-86C3CEB26F39}"/>
                  </a:ext>
                </a:extLst>
              </p:cNvPr>
              <p:cNvSpPr/>
              <p:nvPr/>
            </p:nvSpPr>
            <p:spPr>
              <a:xfrm>
                <a:off x="463610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7" name="pg3237">
                <a:extLst>
                  <a:ext uri="{FF2B5EF4-FFF2-40B4-BE49-F238E27FC236}">
                    <a16:creationId xmlns:a16="http://schemas.microsoft.com/office/drawing/2014/main" id="{5FBD7A6C-102A-D7C6-17BD-297FA64F818E}"/>
                  </a:ext>
                </a:extLst>
              </p:cNvPr>
              <p:cNvSpPr/>
              <p:nvPr/>
            </p:nvSpPr>
            <p:spPr>
              <a:xfrm>
                <a:off x="4647739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8" name="pg3238">
                <a:extLst>
                  <a:ext uri="{FF2B5EF4-FFF2-40B4-BE49-F238E27FC236}">
                    <a16:creationId xmlns:a16="http://schemas.microsoft.com/office/drawing/2014/main" id="{D2950FEC-0809-DCF5-6DC1-DFB88EA576A2}"/>
                  </a:ext>
                </a:extLst>
              </p:cNvPr>
              <p:cNvSpPr/>
              <p:nvPr/>
            </p:nvSpPr>
            <p:spPr>
              <a:xfrm>
                <a:off x="4659376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39" name="pg3239">
                <a:extLst>
                  <a:ext uri="{FF2B5EF4-FFF2-40B4-BE49-F238E27FC236}">
                    <a16:creationId xmlns:a16="http://schemas.microsoft.com/office/drawing/2014/main" id="{8EF3B2AE-904B-0C66-23F3-2B3450121370}"/>
                  </a:ext>
                </a:extLst>
              </p:cNvPr>
              <p:cNvSpPr/>
              <p:nvPr/>
            </p:nvSpPr>
            <p:spPr>
              <a:xfrm>
                <a:off x="4671013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0" name="pg3240">
                <a:extLst>
                  <a:ext uri="{FF2B5EF4-FFF2-40B4-BE49-F238E27FC236}">
                    <a16:creationId xmlns:a16="http://schemas.microsoft.com/office/drawing/2014/main" id="{564C2B75-840D-DC9F-772B-24CAAA740421}"/>
                  </a:ext>
                </a:extLst>
              </p:cNvPr>
              <p:cNvSpPr/>
              <p:nvPr/>
            </p:nvSpPr>
            <p:spPr>
              <a:xfrm>
                <a:off x="4682651" y="49387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70A0">
                  <a:alpha val="100000"/>
                </a:srgbClr>
              </a:solidFill>
              <a:ln w="5420" cap="flat">
                <a:solidFill>
                  <a:srgbClr val="3B70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1" name="pg3241">
                <a:extLst>
                  <a:ext uri="{FF2B5EF4-FFF2-40B4-BE49-F238E27FC236}">
                    <a16:creationId xmlns:a16="http://schemas.microsoft.com/office/drawing/2014/main" id="{06D94984-0449-8AC7-2952-97D456352A04}"/>
                  </a:ext>
                </a:extLst>
              </p:cNvPr>
              <p:cNvSpPr/>
              <p:nvPr/>
            </p:nvSpPr>
            <p:spPr>
              <a:xfrm>
                <a:off x="292541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2" name="pg3242">
                <a:extLst>
                  <a:ext uri="{FF2B5EF4-FFF2-40B4-BE49-F238E27FC236}">
                    <a16:creationId xmlns:a16="http://schemas.microsoft.com/office/drawing/2014/main" id="{2BD4C854-6030-EB1A-423E-2F55D6FC2BEA}"/>
                  </a:ext>
                </a:extLst>
              </p:cNvPr>
              <p:cNvSpPr/>
              <p:nvPr/>
            </p:nvSpPr>
            <p:spPr>
              <a:xfrm>
                <a:off x="293705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3" name="pg3243">
                <a:extLst>
                  <a:ext uri="{FF2B5EF4-FFF2-40B4-BE49-F238E27FC236}">
                    <a16:creationId xmlns:a16="http://schemas.microsoft.com/office/drawing/2014/main" id="{B0CDD556-2BD5-ABAB-8741-199B38F6E87C}"/>
                  </a:ext>
                </a:extLst>
              </p:cNvPr>
              <p:cNvSpPr/>
              <p:nvPr/>
            </p:nvSpPr>
            <p:spPr>
              <a:xfrm>
                <a:off x="2948689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4" name="pg3244">
                <a:extLst>
                  <a:ext uri="{FF2B5EF4-FFF2-40B4-BE49-F238E27FC236}">
                    <a16:creationId xmlns:a16="http://schemas.microsoft.com/office/drawing/2014/main" id="{A756AFAD-0906-7141-76FE-31880B04A6F4}"/>
                  </a:ext>
                </a:extLst>
              </p:cNvPr>
              <p:cNvSpPr/>
              <p:nvPr/>
            </p:nvSpPr>
            <p:spPr>
              <a:xfrm>
                <a:off x="2960326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5" name="pg3245">
                <a:extLst>
                  <a:ext uri="{FF2B5EF4-FFF2-40B4-BE49-F238E27FC236}">
                    <a16:creationId xmlns:a16="http://schemas.microsoft.com/office/drawing/2014/main" id="{E00B3D9E-EC40-E801-B1CB-C899F93B3008}"/>
                  </a:ext>
                </a:extLst>
              </p:cNvPr>
              <p:cNvSpPr/>
              <p:nvPr/>
            </p:nvSpPr>
            <p:spPr>
              <a:xfrm>
                <a:off x="297196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6" name="pg3246">
                <a:extLst>
                  <a:ext uri="{FF2B5EF4-FFF2-40B4-BE49-F238E27FC236}">
                    <a16:creationId xmlns:a16="http://schemas.microsoft.com/office/drawing/2014/main" id="{8E251E06-50F2-0F4E-8D0B-DCA403F94767}"/>
                  </a:ext>
                </a:extLst>
              </p:cNvPr>
              <p:cNvSpPr/>
              <p:nvPr/>
            </p:nvSpPr>
            <p:spPr>
              <a:xfrm>
                <a:off x="298360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7" name="pg3247">
                <a:extLst>
                  <a:ext uri="{FF2B5EF4-FFF2-40B4-BE49-F238E27FC236}">
                    <a16:creationId xmlns:a16="http://schemas.microsoft.com/office/drawing/2014/main" id="{29690C56-97F6-91DF-F6DB-87367128BE55}"/>
                  </a:ext>
                </a:extLst>
              </p:cNvPr>
              <p:cNvSpPr/>
              <p:nvPr/>
            </p:nvSpPr>
            <p:spPr>
              <a:xfrm>
                <a:off x="2995238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8" name="pg3248">
                <a:extLst>
                  <a:ext uri="{FF2B5EF4-FFF2-40B4-BE49-F238E27FC236}">
                    <a16:creationId xmlns:a16="http://schemas.microsoft.com/office/drawing/2014/main" id="{1B3E0F80-4934-C031-B5B6-EB56BCCC6B9D}"/>
                  </a:ext>
                </a:extLst>
              </p:cNvPr>
              <p:cNvSpPr/>
              <p:nvPr/>
            </p:nvSpPr>
            <p:spPr>
              <a:xfrm>
                <a:off x="3006875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49" name="pg3249">
                <a:extLst>
                  <a:ext uri="{FF2B5EF4-FFF2-40B4-BE49-F238E27FC236}">
                    <a16:creationId xmlns:a16="http://schemas.microsoft.com/office/drawing/2014/main" id="{75810FCF-9CD9-C44F-538D-6106BE4F2BCB}"/>
                  </a:ext>
                </a:extLst>
              </p:cNvPr>
              <p:cNvSpPr/>
              <p:nvPr/>
            </p:nvSpPr>
            <p:spPr>
              <a:xfrm>
                <a:off x="301851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0" name="pg3250">
                <a:extLst>
                  <a:ext uri="{FF2B5EF4-FFF2-40B4-BE49-F238E27FC236}">
                    <a16:creationId xmlns:a16="http://schemas.microsoft.com/office/drawing/2014/main" id="{2C0AFD33-5DAC-2D80-C5DA-67231B727374}"/>
                  </a:ext>
                </a:extLst>
              </p:cNvPr>
              <p:cNvSpPr/>
              <p:nvPr/>
            </p:nvSpPr>
            <p:spPr>
              <a:xfrm>
                <a:off x="3030150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1" name="pg3251">
                <a:extLst>
                  <a:ext uri="{FF2B5EF4-FFF2-40B4-BE49-F238E27FC236}">
                    <a16:creationId xmlns:a16="http://schemas.microsoft.com/office/drawing/2014/main" id="{12092651-1774-9BE9-74A0-EBE1E2E78936}"/>
                  </a:ext>
                </a:extLst>
              </p:cNvPr>
              <p:cNvSpPr/>
              <p:nvPr/>
            </p:nvSpPr>
            <p:spPr>
              <a:xfrm>
                <a:off x="3041787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2" name="pg3252">
                <a:extLst>
                  <a:ext uri="{FF2B5EF4-FFF2-40B4-BE49-F238E27FC236}">
                    <a16:creationId xmlns:a16="http://schemas.microsoft.com/office/drawing/2014/main" id="{405F20CA-C8B7-D39B-9B82-99600F5F2D9C}"/>
                  </a:ext>
                </a:extLst>
              </p:cNvPr>
              <p:cNvSpPr/>
              <p:nvPr/>
            </p:nvSpPr>
            <p:spPr>
              <a:xfrm>
                <a:off x="3053425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3" name="pg3253">
                <a:extLst>
                  <a:ext uri="{FF2B5EF4-FFF2-40B4-BE49-F238E27FC236}">
                    <a16:creationId xmlns:a16="http://schemas.microsoft.com/office/drawing/2014/main" id="{6557F6B9-B720-92E7-7B41-4E650A0D5114}"/>
                  </a:ext>
                </a:extLst>
              </p:cNvPr>
              <p:cNvSpPr/>
              <p:nvPr/>
            </p:nvSpPr>
            <p:spPr>
              <a:xfrm>
                <a:off x="4414992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4" name="pg3254">
                <a:extLst>
                  <a:ext uri="{FF2B5EF4-FFF2-40B4-BE49-F238E27FC236}">
                    <a16:creationId xmlns:a16="http://schemas.microsoft.com/office/drawing/2014/main" id="{7644E8DB-D82D-0B8D-396A-53893D28C42F}"/>
                  </a:ext>
                </a:extLst>
              </p:cNvPr>
              <p:cNvSpPr/>
              <p:nvPr/>
            </p:nvSpPr>
            <p:spPr>
              <a:xfrm>
                <a:off x="4426630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5" name="pg3255">
                <a:extLst>
                  <a:ext uri="{FF2B5EF4-FFF2-40B4-BE49-F238E27FC236}">
                    <a16:creationId xmlns:a16="http://schemas.microsoft.com/office/drawing/2014/main" id="{006B0D70-2422-CDE0-A3A2-3469A077AE16}"/>
                  </a:ext>
                </a:extLst>
              </p:cNvPr>
              <p:cNvSpPr/>
              <p:nvPr/>
            </p:nvSpPr>
            <p:spPr>
              <a:xfrm>
                <a:off x="4438267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6" name="pg3256">
                <a:extLst>
                  <a:ext uri="{FF2B5EF4-FFF2-40B4-BE49-F238E27FC236}">
                    <a16:creationId xmlns:a16="http://schemas.microsoft.com/office/drawing/2014/main" id="{6ECF3C6B-D959-F5A6-DDA9-1453DB2B8DA1}"/>
                  </a:ext>
                </a:extLst>
              </p:cNvPr>
              <p:cNvSpPr/>
              <p:nvPr/>
            </p:nvSpPr>
            <p:spPr>
              <a:xfrm>
                <a:off x="444990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7" name="pg3257">
                <a:extLst>
                  <a:ext uri="{FF2B5EF4-FFF2-40B4-BE49-F238E27FC236}">
                    <a16:creationId xmlns:a16="http://schemas.microsoft.com/office/drawing/2014/main" id="{ECCBE8B5-D958-22CF-F04F-FC8649EBC8FE}"/>
                  </a:ext>
                </a:extLst>
              </p:cNvPr>
              <p:cNvSpPr/>
              <p:nvPr/>
            </p:nvSpPr>
            <p:spPr>
              <a:xfrm>
                <a:off x="4461542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8" name="pg3258">
                <a:extLst>
                  <a:ext uri="{FF2B5EF4-FFF2-40B4-BE49-F238E27FC236}">
                    <a16:creationId xmlns:a16="http://schemas.microsoft.com/office/drawing/2014/main" id="{0C6480E9-AB15-AB92-02DF-06AA3E23A92A}"/>
                  </a:ext>
                </a:extLst>
              </p:cNvPr>
              <p:cNvSpPr/>
              <p:nvPr/>
            </p:nvSpPr>
            <p:spPr>
              <a:xfrm>
                <a:off x="4624464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59" name="pg3259">
                <a:extLst>
                  <a:ext uri="{FF2B5EF4-FFF2-40B4-BE49-F238E27FC236}">
                    <a16:creationId xmlns:a16="http://schemas.microsoft.com/office/drawing/2014/main" id="{6EAF9A31-F2FE-9793-F593-40A608ACBA71}"/>
                  </a:ext>
                </a:extLst>
              </p:cNvPr>
              <p:cNvSpPr/>
              <p:nvPr/>
            </p:nvSpPr>
            <p:spPr>
              <a:xfrm>
                <a:off x="463610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0" name="pg3260">
                <a:extLst>
                  <a:ext uri="{FF2B5EF4-FFF2-40B4-BE49-F238E27FC236}">
                    <a16:creationId xmlns:a16="http://schemas.microsoft.com/office/drawing/2014/main" id="{E1244021-558D-5B4F-6597-7528F991E245}"/>
                  </a:ext>
                </a:extLst>
              </p:cNvPr>
              <p:cNvSpPr/>
              <p:nvPr/>
            </p:nvSpPr>
            <p:spPr>
              <a:xfrm>
                <a:off x="4647739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1" name="pg3261">
                <a:extLst>
                  <a:ext uri="{FF2B5EF4-FFF2-40B4-BE49-F238E27FC236}">
                    <a16:creationId xmlns:a16="http://schemas.microsoft.com/office/drawing/2014/main" id="{A88DBE96-6BC2-58A6-AA91-A2F8E5B29C96}"/>
                  </a:ext>
                </a:extLst>
              </p:cNvPr>
              <p:cNvSpPr/>
              <p:nvPr/>
            </p:nvSpPr>
            <p:spPr>
              <a:xfrm>
                <a:off x="4659376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2" name="pg3262">
                <a:extLst>
                  <a:ext uri="{FF2B5EF4-FFF2-40B4-BE49-F238E27FC236}">
                    <a16:creationId xmlns:a16="http://schemas.microsoft.com/office/drawing/2014/main" id="{B55AAE42-E683-B13C-561F-52C80D1F7C16}"/>
                  </a:ext>
                </a:extLst>
              </p:cNvPr>
              <p:cNvSpPr/>
              <p:nvPr/>
            </p:nvSpPr>
            <p:spPr>
              <a:xfrm>
                <a:off x="4671013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3" name="pg3263">
                <a:extLst>
                  <a:ext uri="{FF2B5EF4-FFF2-40B4-BE49-F238E27FC236}">
                    <a16:creationId xmlns:a16="http://schemas.microsoft.com/office/drawing/2014/main" id="{8A2FBC55-4724-10EA-7D13-2630E0213AA3}"/>
                  </a:ext>
                </a:extLst>
              </p:cNvPr>
              <p:cNvSpPr/>
              <p:nvPr/>
            </p:nvSpPr>
            <p:spPr>
              <a:xfrm>
                <a:off x="4682651" y="495300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4" name="pg3264">
                <a:extLst>
                  <a:ext uri="{FF2B5EF4-FFF2-40B4-BE49-F238E27FC236}">
                    <a16:creationId xmlns:a16="http://schemas.microsoft.com/office/drawing/2014/main" id="{C8FBEF95-637B-0CA5-8325-A0D7B3A540A0}"/>
                  </a:ext>
                </a:extLst>
              </p:cNvPr>
              <p:cNvSpPr/>
              <p:nvPr/>
            </p:nvSpPr>
            <p:spPr>
              <a:xfrm>
                <a:off x="289050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5" name="pg3265">
                <a:extLst>
                  <a:ext uri="{FF2B5EF4-FFF2-40B4-BE49-F238E27FC236}">
                    <a16:creationId xmlns:a16="http://schemas.microsoft.com/office/drawing/2014/main" id="{BA0B76E5-37A9-7569-E59C-40ADA1511EE4}"/>
                  </a:ext>
                </a:extLst>
              </p:cNvPr>
              <p:cNvSpPr/>
              <p:nvPr/>
            </p:nvSpPr>
            <p:spPr>
              <a:xfrm>
                <a:off x="290213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6" name="pg3266">
                <a:extLst>
                  <a:ext uri="{FF2B5EF4-FFF2-40B4-BE49-F238E27FC236}">
                    <a16:creationId xmlns:a16="http://schemas.microsoft.com/office/drawing/2014/main" id="{C2A71F7C-5BAD-88B0-41B8-F1B35BA8573C}"/>
                  </a:ext>
                </a:extLst>
              </p:cNvPr>
              <p:cNvSpPr/>
              <p:nvPr/>
            </p:nvSpPr>
            <p:spPr>
              <a:xfrm>
                <a:off x="2913777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7" name="pg3267">
                <a:extLst>
                  <a:ext uri="{FF2B5EF4-FFF2-40B4-BE49-F238E27FC236}">
                    <a16:creationId xmlns:a16="http://schemas.microsoft.com/office/drawing/2014/main" id="{B14048A2-3346-D215-2869-6C104C256948}"/>
                  </a:ext>
                </a:extLst>
              </p:cNvPr>
              <p:cNvSpPr/>
              <p:nvPr/>
            </p:nvSpPr>
            <p:spPr>
              <a:xfrm>
                <a:off x="292541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5">
                  <a:alpha val="100000"/>
                </a:srgbClr>
              </a:solidFill>
              <a:ln w="5420" cap="flat">
                <a:solidFill>
                  <a:srgbClr val="3B37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8" name="pg3268">
                <a:extLst>
                  <a:ext uri="{FF2B5EF4-FFF2-40B4-BE49-F238E27FC236}">
                    <a16:creationId xmlns:a16="http://schemas.microsoft.com/office/drawing/2014/main" id="{E0E595CF-81DA-16CA-905A-9ECCB5D8F9D8}"/>
                  </a:ext>
                </a:extLst>
              </p:cNvPr>
              <p:cNvSpPr/>
              <p:nvPr/>
            </p:nvSpPr>
            <p:spPr>
              <a:xfrm>
                <a:off x="293705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69" name="pg3269">
                <a:extLst>
                  <a:ext uri="{FF2B5EF4-FFF2-40B4-BE49-F238E27FC236}">
                    <a16:creationId xmlns:a16="http://schemas.microsoft.com/office/drawing/2014/main" id="{E052EF63-B49B-AC56-E0CF-2A87E75B840E}"/>
                  </a:ext>
                </a:extLst>
              </p:cNvPr>
              <p:cNvSpPr/>
              <p:nvPr/>
            </p:nvSpPr>
            <p:spPr>
              <a:xfrm>
                <a:off x="294868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0" name="pg3270">
                <a:extLst>
                  <a:ext uri="{FF2B5EF4-FFF2-40B4-BE49-F238E27FC236}">
                    <a16:creationId xmlns:a16="http://schemas.microsoft.com/office/drawing/2014/main" id="{40E11603-2DAE-1C28-0092-32FBD3726A6D}"/>
                  </a:ext>
                </a:extLst>
              </p:cNvPr>
              <p:cNvSpPr/>
              <p:nvPr/>
            </p:nvSpPr>
            <p:spPr>
              <a:xfrm>
                <a:off x="2960326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1" name="pg3271">
                <a:extLst>
                  <a:ext uri="{FF2B5EF4-FFF2-40B4-BE49-F238E27FC236}">
                    <a16:creationId xmlns:a16="http://schemas.microsoft.com/office/drawing/2014/main" id="{2CD66AC3-F8FA-7B4C-39B0-8223CCA541CE}"/>
                  </a:ext>
                </a:extLst>
              </p:cNvPr>
              <p:cNvSpPr/>
              <p:nvPr/>
            </p:nvSpPr>
            <p:spPr>
              <a:xfrm>
                <a:off x="297196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2" name="pg3272">
                <a:extLst>
                  <a:ext uri="{FF2B5EF4-FFF2-40B4-BE49-F238E27FC236}">
                    <a16:creationId xmlns:a16="http://schemas.microsoft.com/office/drawing/2014/main" id="{F6A478CC-DD4F-BF3A-567D-2D0A3E90CE5C}"/>
                  </a:ext>
                </a:extLst>
              </p:cNvPr>
              <p:cNvSpPr/>
              <p:nvPr/>
            </p:nvSpPr>
            <p:spPr>
              <a:xfrm>
                <a:off x="298360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3" name="pg3273">
                <a:extLst>
                  <a:ext uri="{FF2B5EF4-FFF2-40B4-BE49-F238E27FC236}">
                    <a16:creationId xmlns:a16="http://schemas.microsoft.com/office/drawing/2014/main" id="{EE801A05-BB46-FF1C-1A26-33D2618C4839}"/>
                  </a:ext>
                </a:extLst>
              </p:cNvPr>
              <p:cNvSpPr/>
              <p:nvPr/>
            </p:nvSpPr>
            <p:spPr>
              <a:xfrm>
                <a:off x="2995238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4" name="pg3274">
                <a:extLst>
                  <a:ext uri="{FF2B5EF4-FFF2-40B4-BE49-F238E27FC236}">
                    <a16:creationId xmlns:a16="http://schemas.microsoft.com/office/drawing/2014/main" id="{E053598B-A1C7-56DB-CA29-3DAC579AFF8A}"/>
                  </a:ext>
                </a:extLst>
              </p:cNvPr>
              <p:cNvSpPr/>
              <p:nvPr/>
            </p:nvSpPr>
            <p:spPr>
              <a:xfrm>
                <a:off x="3006875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5" name="pg3275">
                <a:extLst>
                  <a:ext uri="{FF2B5EF4-FFF2-40B4-BE49-F238E27FC236}">
                    <a16:creationId xmlns:a16="http://schemas.microsoft.com/office/drawing/2014/main" id="{8088C9CA-1C09-5496-883F-B36188547881}"/>
                  </a:ext>
                </a:extLst>
              </p:cNvPr>
              <p:cNvSpPr/>
              <p:nvPr/>
            </p:nvSpPr>
            <p:spPr>
              <a:xfrm>
                <a:off x="301851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6" name="pg3276">
                <a:extLst>
                  <a:ext uri="{FF2B5EF4-FFF2-40B4-BE49-F238E27FC236}">
                    <a16:creationId xmlns:a16="http://schemas.microsoft.com/office/drawing/2014/main" id="{F30EA689-77B9-B230-F25F-FE24D630355F}"/>
                  </a:ext>
                </a:extLst>
              </p:cNvPr>
              <p:cNvSpPr/>
              <p:nvPr/>
            </p:nvSpPr>
            <p:spPr>
              <a:xfrm>
                <a:off x="3030150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7" name="pg3277">
                <a:extLst>
                  <a:ext uri="{FF2B5EF4-FFF2-40B4-BE49-F238E27FC236}">
                    <a16:creationId xmlns:a16="http://schemas.microsoft.com/office/drawing/2014/main" id="{A0BBF3A8-92C0-8F8A-6933-7EBDA84A1D4C}"/>
                  </a:ext>
                </a:extLst>
              </p:cNvPr>
              <p:cNvSpPr/>
              <p:nvPr/>
            </p:nvSpPr>
            <p:spPr>
              <a:xfrm>
                <a:off x="441499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8" name="pg3278">
                <a:extLst>
                  <a:ext uri="{FF2B5EF4-FFF2-40B4-BE49-F238E27FC236}">
                    <a16:creationId xmlns:a16="http://schemas.microsoft.com/office/drawing/2014/main" id="{1557326B-911E-2F79-D9EA-839B451EA683}"/>
                  </a:ext>
                </a:extLst>
              </p:cNvPr>
              <p:cNvSpPr/>
              <p:nvPr/>
            </p:nvSpPr>
            <p:spPr>
              <a:xfrm>
                <a:off x="4426630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79" name="pg3279">
                <a:extLst>
                  <a:ext uri="{FF2B5EF4-FFF2-40B4-BE49-F238E27FC236}">
                    <a16:creationId xmlns:a16="http://schemas.microsoft.com/office/drawing/2014/main" id="{C77370A6-69EA-139C-25CD-9E5072DDC6A4}"/>
                  </a:ext>
                </a:extLst>
              </p:cNvPr>
              <p:cNvSpPr/>
              <p:nvPr/>
            </p:nvSpPr>
            <p:spPr>
              <a:xfrm>
                <a:off x="4438267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0" name="pg3280">
                <a:extLst>
                  <a:ext uri="{FF2B5EF4-FFF2-40B4-BE49-F238E27FC236}">
                    <a16:creationId xmlns:a16="http://schemas.microsoft.com/office/drawing/2014/main" id="{8643DA5E-E81C-BC91-0527-A84F10C409A7}"/>
                  </a:ext>
                </a:extLst>
              </p:cNvPr>
              <p:cNvSpPr/>
              <p:nvPr/>
            </p:nvSpPr>
            <p:spPr>
              <a:xfrm>
                <a:off x="444990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1" name="pg3281">
                <a:extLst>
                  <a:ext uri="{FF2B5EF4-FFF2-40B4-BE49-F238E27FC236}">
                    <a16:creationId xmlns:a16="http://schemas.microsoft.com/office/drawing/2014/main" id="{3B8EEC79-9A10-C726-577D-B09E175B4FB9}"/>
                  </a:ext>
                </a:extLst>
              </p:cNvPr>
              <p:cNvSpPr/>
              <p:nvPr/>
            </p:nvSpPr>
            <p:spPr>
              <a:xfrm>
                <a:off x="4461542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2" name="pg3282">
                <a:extLst>
                  <a:ext uri="{FF2B5EF4-FFF2-40B4-BE49-F238E27FC236}">
                    <a16:creationId xmlns:a16="http://schemas.microsoft.com/office/drawing/2014/main" id="{C7280D14-D226-838A-2742-9B6BD50A3BF9}"/>
                  </a:ext>
                </a:extLst>
              </p:cNvPr>
              <p:cNvSpPr/>
              <p:nvPr/>
            </p:nvSpPr>
            <p:spPr>
              <a:xfrm>
                <a:off x="4624464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3" name="pg3283">
                <a:extLst>
                  <a:ext uri="{FF2B5EF4-FFF2-40B4-BE49-F238E27FC236}">
                    <a16:creationId xmlns:a16="http://schemas.microsoft.com/office/drawing/2014/main" id="{7B4E14B0-D791-444B-0B95-B9514FEB03F9}"/>
                  </a:ext>
                </a:extLst>
              </p:cNvPr>
              <p:cNvSpPr/>
              <p:nvPr/>
            </p:nvSpPr>
            <p:spPr>
              <a:xfrm>
                <a:off x="463610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4" name="pg3284">
                <a:extLst>
                  <a:ext uri="{FF2B5EF4-FFF2-40B4-BE49-F238E27FC236}">
                    <a16:creationId xmlns:a16="http://schemas.microsoft.com/office/drawing/2014/main" id="{7B8CC0AF-DC87-0A51-0094-5D936204D141}"/>
                  </a:ext>
                </a:extLst>
              </p:cNvPr>
              <p:cNvSpPr/>
              <p:nvPr/>
            </p:nvSpPr>
            <p:spPr>
              <a:xfrm>
                <a:off x="4647739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5" name="pg3285">
                <a:extLst>
                  <a:ext uri="{FF2B5EF4-FFF2-40B4-BE49-F238E27FC236}">
                    <a16:creationId xmlns:a16="http://schemas.microsoft.com/office/drawing/2014/main" id="{991B7009-9E5E-0D95-C380-D15983FB61E9}"/>
                  </a:ext>
                </a:extLst>
              </p:cNvPr>
              <p:cNvSpPr/>
              <p:nvPr/>
            </p:nvSpPr>
            <p:spPr>
              <a:xfrm>
                <a:off x="4659376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6" name="pg3286">
                <a:extLst>
                  <a:ext uri="{FF2B5EF4-FFF2-40B4-BE49-F238E27FC236}">
                    <a16:creationId xmlns:a16="http://schemas.microsoft.com/office/drawing/2014/main" id="{A468DAE9-BE72-A1DD-7DA0-3C4C1D9136C5}"/>
                  </a:ext>
                </a:extLst>
              </p:cNvPr>
              <p:cNvSpPr/>
              <p:nvPr/>
            </p:nvSpPr>
            <p:spPr>
              <a:xfrm>
                <a:off x="4671013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7" name="pg3287">
                <a:extLst>
                  <a:ext uri="{FF2B5EF4-FFF2-40B4-BE49-F238E27FC236}">
                    <a16:creationId xmlns:a16="http://schemas.microsoft.com/office/drawing/2014/main" id="{68D7554A-E0A4-A377-AA9E-7210DEE8FC8B}"/>
                  </a:ext>
                </a:extLst>
              </p:cNvPr>
              <p:cNvSpPr/>
              <p:nvPr/>
            </p:nvSpPr>
            <p:spPr>
              <a:xfrm>
                <a:off x="4682651" y="49673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FA0">
                  <a:alpha val="100000"/>
                </a:srgbClr>
              </a:solidFill>
              <a:ln w="5420" cap="flat">
                <a:solidFill>
                  <a:srgbClr val="3A6F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8" name="pg3288">
                <a:extLst>
                  <a:ext uri="{FF2B5EF4-FFF2-40B4-BE49-F238E27FC236}">
                    <a16:creationId xmlns:a16="http://schemas.microsoft.com/office/drawing/2014/main" id="{D342A418-F60C-70B7-D788-BBF9291B4845}"/>
                  </a:ext>
                </a:extLst>
              </p:cNvPr>
              <p:cNvSpPr/>
              <p:nvPr/>
            </p:nvSpPr>
            <p:spPr>
              <a:xfrm>
                <a:off x="2890502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89" name="pg3289">
                <a:extLst>
                  <a:ext uri="{FF2B5EF4-FFF2-40B4-BE49-F238E27FC236}">
                    <a16:creationId xmlns:a16="http://schemas.microsoft.com/office/drawing/2014/main" id="{984D3848-A76B-1B19-F317-E8AEE9E00C50}"/>
                  </a:ext>
                </a:extLst>
              </p:cNvPr>
              <p:cNvSpPr/>
              <p:nvPr/>
            </p:nvSpPr>
            <p:spPr>
              <a:xfrm>
                <a:off x="290213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0" name="pg3290">
                <a:extLst>
                  <a:ext uri="{FF2B5EF4-FFF2-40B4-BE49-F238E27FC236}">
                    <a16:creationId xmlns:a16="http://schemas.microsoft.com/office/drawing/2014/main" id="{61E90FC6-FEBA-E20E-DDCD-48FC81D70AB2}"/>
                  </a:ext>
                </a:extLst>
              </p:cNvPr>
              <p:cNvSpPr/>
              <p:nvPr/>
            </p:nvSpPr>
            <p:spPr>
              <a:xfrm>
                <a:off x="2913777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1" name="pg3291">
                <a:extLst>
                  <a:ext uri="{FF2B5EF4-FFF2-40B4-BE49-F238E27FC236}">
                    <a16:creationId xmlns:a16="http://schemas.microsoft.com/office/drawing/2014/main" id="{F828A9E5-3F29-059E-9934-0E1C9E9DB21D}"/>
                  </a:ext>
                </a:extLst>
              </p:cNvPr>
              <p:cNvSpPr/>
              <p:nvPr/>
            </p:nvSpPr>
            <p:spPr>
              <a:xfrm>
                <a:off x="292541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2" name="pg3292">
                <a:extLst>
                  <a:ext uri="{FF2B5EF4-FFF2-40B4-BE49-F238E27FC236}">
                    <a16:creationId xmlns:a16="http://schemas.microsoft.com/office/drawing/2014/main" id="{4AF02C0C-B76F-0278-6EBC-F3EEF245BE2A}"/>
                  </a:ext>
                </a:extLst>
              </p:cNvPr>
              <p:cNvSpPr/>
              <p:nvPr/>
            </p:nvSpPr>
            <p:spPr>
              <a:xfrm>
                <a:off x="293705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3" name="pg3293">
                <a:extLst>
                  <a:ext uri="{FF2B5EF4-FFF2-40B4-BE49-F238E27FC236}">
                    <a16:creationId xmlns:a16="http://schemas.microsoft.com/office/drawing/2014/main" id="{0F48CEC0-F509-9049-2DF1-FAADEF583D67}"/>
                  </a:ext>
                </a:extLst>
              </p:cNvPr>
              <p:cNvSpPr/>
              <p:nvPr/>
            </p:nvSpPr>
            <p:spPr>
              <a:xfrm>
                <a:off x="294868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4" name="pg3294">
                <a:extLst>
                  <a:ext uri="{FF2B5EF4-FFF2-40B4-BE49-F238E27FC236}">
                    <a16:creationId xmlns:a16="http://schemas.microsoft.com/office/drawing/2014/main" id="{745006F8-B662-8013-4F77-C461AD67093F}"/>
                  </a:ext>
                </a:extLst>
              </p:cNvPr>
              <p:cNvSpPr/>
              <p:nvPr/>
            </p:nvSpPr>
            <p:spPr>
              <a:xfrm>
                <a:off x="2960326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5" name="pg3295">
                <a:extLst>
                  <a:ext uri="{FF2B5EF4-FFF2-40B4-BE49-F238E27FC236}">
                    <a16:creationId xmlns:a16="http://schemas.microsoft.com/office/drawing/2014/main" id="{9B0FEAFA-BB81-32BC-014B-9D96A552B6AF}"/>
                  </a:ext>
                </a:extLst>
              </p:cNvPr>
              <p:cNvSpPr/>
              <p:nvPr/>
            </p:nvSpPr>
            <p:spPr>
              <a:xfrm>
                <a:off x="2971963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6" name="pg3296">
                <a:extLst>
                  <a:ext uri="{FF2B5EF4-FFF2-40B4-BE49-F238E27FC236}">
                    <a16:creationId xmlns:a16="http://schemas.microsoft.com/office/drawing/2014/main" id="{4782B92F-4D71-ACF1-C19C-FD46A4C1A517}"/>
                  </a:ext>
                </a:extLst>
              </p:cNvPr>
              <p:cNvSpPr/>
              <p:nvPr/>
            </p:nvSpPr>
            <p:spPr>
              <a:xfrm>
                <a:off x="298360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7" name="pg3297">
                <a:extLst>
                  <a:ext uri="{FF2B5EF4-FFF2-40B4-BE49-F238E27FC236}">
                    <a16:creationId xmlns:a16="http://schemas.microsoft.com/office/drawing/2014/main" id="{7D9AC6C0-8885-E94E-9BA4-36CD660E656D}"/>
                  </a:ext>
                </a:extLst>
              </p:cNvPr>
              <p:cNvSpPr/>
              <p:nvPr/>
            </p:nvSpPr>
            <p:spPr>
              <a:xfrm>
                <a:off x="4403355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8" name="pg3298">
                <a:extLst>
                  <a:ext uri="{FF2B5EF4-FFF2-40B4-BE49-F238E27FC236}">
                    <a16:creationId xmlns:a16="http://schemas.microsoft.com/office/drawing/2014/main" id="{D0AB9FF4-B5F3-A978-3F7F-D9B8C2F913A6}"/>
                  </a:ext>
                </a:extLst>
              </p:cNvPr>
              <p:cNvSpPr/>
              <p:nvPr/>
            </p:nvSpPr>
            <p:spPr>
              <a:xfrm>
                <a:off x="4414992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299" name="pg3299">
                <a:extLst>
                  <a:ext uri="{FF2B5EF4-FFF2-40B4-BE49-F238E27FC236}">
                    <a16:creationId xmlns:a16="http://schemas.microsoft.com/office/drawing/2014/main" id="{3AA93A42-8981-54DF-0959-773F105C074F}"/>
                  </a:ext>
                </a:extLst>
              </p:cNvPr>
              <p:cNvSpPr/>
              <p:nvPr/>
            </p:nvSpPr>
            <p:spPr>
              <a:xfrm>
                <a:off x="4426630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0" name="pg3300">
                <a:extLst>
                  <a:ext uri="{FF2B5EF4-FFF2-40B4-BE49-F238E27FC236}">
                    <a16:creationId xmlns:a16="http://schemas.microsoft.com/office/drawing/2014/main" id="{319E9156-765B-1B94-7B34-C7297CADFC42}"/>
                  </a:ext>
                </a:extLst>
              </p:cNvPr>
              <p:cNvSpPr/>
              <p:nvPr/>
            </p:nvSpPr>
            <p:spPr>
              <a:xfrm>
                <a:off x="4438267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1" name="pg3301">
                <a:extLst>
                  <a:ext uri="{FF2B5EF4-FFF2-40B4-BE49-F238E27FC236}">
                    <a16:creationId xmlns:a16="http://schemas.microsoft.com/office/drawing/2014/main" id="{972E7881-6618-0F3F-905C-4770166835F9}"/>
                  </a:ext>
                </a:extLst>
              </p:cNvPr>
              <p:cNvSpPr/>
              <p:nvPr/>
            </p:nvSpPr>
            <p:spPr>
              <a:xfrm>
                <a:off x="444990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2" name="pg3302">
                <a:extLst>
                  <a:ext uri="{FF2B5EF4-FFF2-40B4-BE49-F238E27FC236}">
                    <a16:creationId xmlns:a16="http://schemas.microsoft.com/office/drawing/2014/main" id="{77AFCBE5-FFED-D293-04F1-E7CE33745428}"/>
                  </a:ext>
                </a:extLst>
              </p:cNvPr>
              <p:cNvSpPr/>
              <p:nvPr/>
            </p:nvSpPr>
            <p:spPr>
              <a:xfrm>
                <a:off x="4624464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3" name="pg3303">
                <a:extLst>
                  <a:ext uri="{FF2B5EF4-FFF2-40B4-BE49-F238E27FC236}">
                    <a16:creationId xmlns:a16="http://schemas.microsoft.com/office/drawing/2014/main" id="{C6FCEB6B-990B-49F9-383D-8F9B0F544414}"/>
                  </a:ext>
                </a:extLst>
              </p:cNvPr>
              <p:cNvSpPr/>
              <p:nvPr/>
            </p:nvSpPr>
            <p:spPr>
              <a:xfrm>
                <a:off x="463610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4" name="pg3304">
                <a:extLst>
                  <a:ext uri="{FF2B5EF4-FFF2-40B4-BE49-F238E27FC236}">
                    <a16:creationId xmlns:a16="http://schemas.microsoft.com/office/drawing/2014/main" id="{1661ACC5-940B-1DD3-4A94-D59FB256838B}"/>
                  </a:ext>
                </a:extLst>
              </p:cNvPr>
              <p:cNvSpPr/>
              <p:nvPr/>
            </p:nvSpPr>
            <p:spPr>
              <a:xfrm>
                <a:off x="4647739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5" name="pg3305">
                <a:extLst>
                  <a:ext uri="{FF2B5EF4-FFF2-40B4-BE49-F238E27FC236}">
                    <a16:creationId xmlns:a16="http://schemas.microsoft.com/office/drawing/2014/main" id="{9FDD8EEB-706D-715F-C4DD-8DE2F2846290}"/>
                  </a:ext>
                </a:extLst>
              </p:cNvPr>
              <p:cNvSpPr/>
              <p:nvPr/>
            </p:nvSpPr>
            <p:spPr>
              <a:xfrm>
                <a:off x="4659376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6" name="pg3306">
                <a:extLst>
                  <a:ext uri="{FF2B5EF4-FFF2-40B4-BE49-F238E27FC236}">
                    <a16:creationId xmlns:a16="http://schemas.microsoft.com/office/drawing/2014/main" id="{0DA305D1-3FFE-62BD-5476-A42DF25C54AF}"/>
                  </a:ext>
                </a:extLst>
              </p:cNvPr>
              <p:cNvSpPr/>
              <p:nvPr/>
            </p:nvSpPr>
            <p:spPr>
              <a:xfrm>
                <a:off x="4671013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7" name="pg3307">
                <a:extLst>
                  <a:ext uri="{FF2B5EF4-FFF2-40B4-BE49-F238E27FC236}">
                    <a16:creationId xmlns:a16="http://schemas.microsoft.com/office/drawing/2014/main" id="{6DBCC48B-6D0C-8BD7-EFF9-D2F6348B7B9E}"/>
                  </a:ext>
                </a:extLst>
              </p:cNvPr>
              <p:cNvSpPr/>
              <p:nvPr/>
            </p:nvSpPr>
            <p:spPr>
              <a:xfrm>
                <a:off x="4682651" y="498160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8" name="pg3308">
                <a:extLst>
                  <a:ext uri="{FF2B5EF4-FFF2-40B4-BE49-F238E27FC236}">
                    <a16:creationId xmlns:a16="http://schemas.microsoft.com/office/drawing/2014/main" id="{21FF1869-6B93-A953-E686-54700650651A}"/>
                  </a:ext>
                </a:extLst>
              </p:cNvPr>
              <p:cNvSpPr/>
              <p:nvPr/>
            </p:nvSpPr>
            <p:spPr>
              <a:xfrm>
                <a:off x="2878865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09" name="pg3309">
                <a:extLst>
                  <a:ext uri="{FF2B5EF4-FFF2-40B4-BE49-F238E27FC236}">
                    <a16:creationId xmlns:a16="http://schemas.microsoft.com/office/drawing/2014/main" id="{F576E94F-E6F3-EB15-3D61-17735BB49F21}"/>
                  </a:ext>
                </a:extLst>
              </p:cNvPr>
              <p:cNvSpPr/>
              <p:nvPr/>
            </p:nvSpPr>
            <p:spPr>
              <a:xfrm>
                <a:off x="289050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0" name="pg3310">
                <a:extLst>
                  <a:ext uri="{FF2B5EF4-FFF2-40B4-BE49-F238E27FC236}">
                    <a16:creationId xmlns:a16="http://schemas.microsoft.com/office/drawing/2014/main" id="{CC6863BB-95AE-DC32-2D46-857DCD960C34}"/>
                  </a:ext>
                </a:extLst>
              </p:cNvPr>
              <p:cNvSpPr/>
              <p:nvPr/>
            </p:nvSpPr>
            <p:spPr>
              <a:xfrm>
                <a:off x="290213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1" name="pg3311">
                <a:extLst>
                  <a:ext uri="{FF2B5EF4-FFF2-40B4-BE49-F238E27FC236}">
                    <a16:creationId xmlns:a16="http://schemas.microsoft.com/office/drawing/2014/main" id="{97BE197E-182F-1131-6537-365704F3168C}"/>
                  </a:ext>
                </a:extLst>
              </p:cNvPr>
              <p:cNvSpPr/>
              <p:nvPr/>
            </p:nvSpPr>
            <p:spPr>
              <a:xfrm>
                <a:off x="2913777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2" name="pg3312">
                <a:extLst>
                  <a:ext uri="{FF2B5EF4-FFF2-40B4-BE49-F238E27FC236}">
                    <a16:creationId xmlns:a16="http://schemas.microsoft.com/office/drawing/2014/main" id="{9821F5DE-4969-CB40-1401-888F667F0C63}"/>
                  </a:ext>
                </a:extLst>
              </p:cNvPr>
              <p:cNvSpPr/>
              <p:nvPr/>
            </p:nvSpPr>
            <p:spPr>
              <a:xfrm>
                <a:off x="2925414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3" name="pg3313">
                <a:extLst>
                  <a:ext uri="{FF2B5EF4-FFF2-40B4-BE49-F238E27FC236}">
                    <a16:creationId xmlns:a16="http://schemas.microsoft.com/office/drawing/2014/main" id="{3E248BA7-3F96-E420-49B5-79C298F3DD31}"/>
                  </a:ext>
                </a:extLst>
              </p:cNvPr>
              <p:cNvSpPr/>
              <p:nvPr/>
            </p:nvSpPr>
            <p:spPr>
              <a:xfrm>
                <a:off x="293705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5">
                  <a:alpha val="100000"/>
                </a:srgbClr>
              </a:solidFill>
              <a:ln w="5420" cap="flat">
                <a:solidFill>
                  <a:srgbClr val="3B37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4" name="pg3314">
                <a:extLst>
                  <a:ext uri="{FF2B5EF4-FFF2-40B4-BE49-F238E27FC236}">
                    <a16:creationId xmlns:a16="http://schemas.microsoft.com/office/drawing/2014/main" id="{88834A2A-5B27-9104-6CBF-1CA1E416E358}"/>
                  </a:ext>
                </a:extLst>
              </p:cNvPr>
              <p:cNvSpPr/>
              <p:nvPr/>
            </p:nvSpPr>
            <p:spPr>
              <a:xfrm>
                <a:off x="294868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5" name="pg3315">
                <a:extLst>
                  <a:ext uri="{FF2B5EF4-FFF2-40B4-BE49-F238E27FC236}">
                    <a16:creationId xmlns:a16="http://schemas.microsoft.com/office/drawing/2014/main" id="{74FCFCF8-3111-7FD5-CE4D-7B72C580A8E8}"/>
                  </a:ext>
                </a:extLst>
              </p:cNvPr>
              <p:cNvSpPr/>
              <p:nvPr/>
            </p:nvSpPr>
            <p:spPr>
              <a:xfrm>
                <a:off x="2960326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6" name="pg3316">
                <a:extLst>
                  <a:ext uri="{FF2B5EF4-FFF2-40B4-BE49-F238E27FC236}">
                    <a16:creationId xmlns:a16="http://schemas.microsoft.com/office/drawing/2014/main" id="{2D0A82C0-55C4-1EEF-65E4-D921525DD810}"/>
                  </a:ext>
                </a:extLst>
              </p:cNvPr>
              <p:cNvSpPr/>
              <p:nvPr/>
            </p:nvSpPr>
            <p:spPr>
              <a:xfrm>
                <a:off x="4403355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7" name="pg3317">
                <a:extLst>
                  <a:ext uri="{FF2B5EF4-FFF2-40B4-BE49-F238E27FC236}">
                    <a16:creationId xmlns:a16="http://schemas.microsoft.com/office/drawing/2014/main" id="{FD362480-CDC1-1005-4DA6-B9B322B70C44}"/>
                  </a:ext>
                </a:extLst>
              </p:cNvPr>
              <p:cNvSpPr/>
              <p:nvPr/>
            </p:nvSpPr>
            <p:spPr>
              <a:xfrm>
                <a:off x="441499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8" name="pg3318">
                <a:extLst>
                  <a:ext uri="{FF2B5EF4-FFF2-40B4-BE49-F238E27FC236}">
                    <a16:creationId xmlns:a16="http://schemas.microsoft.com/office/drawing/2014/main" id="{5FA7C200-6208-9C7C-0C93-0F8EECE14E2E}"/>
                  </a:ext>
                </a:extLst>
              </p:cNvPr>
              <p:cNvSpPr/>
              <p:nvPr/>
            </p:nvSpPr>
            <p:spPr>
              <a:xfrm>
                <a:off x="4426630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19" name="pg3319">
                <a:extLst>
                  <a:ext uri="{FF2B5EF4-FFF2-40B4-BE49-F238E27FC236}">
                    <a16:creationId xmlns:a16="http://schemas.microsoft.com/office/drawing/2014/main" id="{4428CA18-51B0-ADC1-4A70-B27BB4D0B251}"/>
                  </a:ext>
                </a:extLst>
              </p:cNvPr>
              <p:cNvSpPr/>
              <p:nvPr/>
            </p:nvSpPr>
            <p:spPr>
              <a:xfrm>
                <a:off x="4438267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0" name="pg3320">
                <a:extLst>
                  <a:ext uri="{FF2B5EF4-FFF2-40B4-BE49-F238E27FC236}">
                    <a16:creationId xmlns:a16="http://schemas.microsoft.com/office/drawing/2014/main" id="{741D8503-4B11-36C6-982A-44AC34C69E70}"/>
                  </a:ext>
                </a:extLst>
              </p:cNvPr>
              <p:cNvSpPr/>
              <p:nvPr/>
            </p:nvSpPr>
            <p:spPr>
              <a:xfrm>
                <a:off x="4449904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1" name="pg3321">
                <a:extLst>
                  <a:ext uri="{FF2B5EF4-FFF2-40B4-BE49-F238E27FC236}">
                    <a16:creationId xmlns:a16="http://schemas.microsoft.com/office/drawing/2014/main" id="{C15015A6-692E-75EC-0AA9-2974EDCBC1DF}"/>
                  </a:ext>
                </a:extLst>
              </p:cNvPr>
              <p:cNvSpPr/>
              <p:nvPr/>
            </p:nvSpPr>
            <p:spPr>
              <a:xfrm>
                <a:off x="4461542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2" name="pg3322">
                <a:extLst>
                  <a:ext uri="{FF2B5EF4-FFF2-40B4-BE49-F238E27FC236}">
                    <a16:creationId xmlns:a16="http://schemas.microsoft.com/office/drawing/2014/main" id="{138187B5-1F58-6722-33F3-054A81F9D253}"/>
                  </a:ext>
                </a:extLst>
              </p:cNvPr>
              <p:cNvSpPr/>
              <p:nvPr/>
            </p:nvSpPr>
            <p:spPr>
              <a:xfrm>
                <a:off x="447317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3" name="pg3323">
                <a:extLst>
                  <a:ext uri="{FF2B5EF4-FFF2-40B4-BE49-F238E27FC236}">
                    <a16:creationId xmlns:a16="http://schemas.microsoft.com/office/drawing/2014/main" id="{84F1353A-2FC9-8CF0-970C-E8DB4FDEA0C1}"/>
                  </a:ext>
                </a:extLst>
              </p:cNvPr>
              <p:cNvSpPr/>
              <p:nvPr/>
            </p:nvSpPr>
            <p:spPr>
              <a:xfrm>
                <a:off x="463610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4" name="pg3324">
                <a:extLst>
                  <a:ext uri="{FF2B5EF4-FFF2-40B4-BE49-F238E27FC236}">
                    <a16:creationId xmlns:a16="http://schemas.microsoft.com/office/drawing/2014/main" id="{A965BE05-4588-C865-8295-AC925FEA6DAA}"/>
                  </a:ext>
                </a:extLst>
              </p:cNvPr>
              <p:cNvSpPr/>
              <p:nvPr/>
            </p:nvSpPr>
            <p:spPr>
              <a:xfrm>
                <a:off x="4647739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5" name="pg3325">
                <a:extLst>
                  <a:ext uri="{FF2B5EF4-FFF2-40B4-BE49-F238E27FC236}">
                    <a16:creationId xmlns:a16="http://schemas.microsoft.com/office/drawing/2014/main" id="{46767A4D-0395-742C-A296-7212877AD648}"/>
                  </a:ext>
                </a:extLst>
              </p:cNvPr>
              <p:cNvSpPr/>
              <p:nvPr/>
            </p:nvSpPr>
            <p:spPr>
              <a:xfrm>
                <a:off x="4659376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6" name="pg3326">
                <a:extLst>
                  <a:ext uri="{FF2B5EF4-FFF2-40B4-BE49-F238E27FC236}">
                    <a16:creationId xmlns:a16="http://schemas.microsoft.com/office/drawing/2014/main" id="{D0D97344-4E50-A32A-E26E-A5DD2086E976}"/>
                  </a:ext>
                </a:extLst>
              </p:cNvPr>
              <p:cNvSpPr/>
              <p:nvPr/>
            </p:nvSpPr>
            <p:spPr>
              <a:xfrm>
                <a:off x="4671013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7" name="pg3327">
                <a:extLst>
                  <a:ext uri="{FF2B5EF4-FFF2-40B4-BE49-F238E27FC236}">
                    <a16:creationId xmlns:a16="http://schemas.microsoft.com/office/drawing/2014/main" id="{1AF34EF1-F56E-B45F-6305-AF38003D3DE7}"/>
                  </a:ext>
                </a:extLst>
              </p:cNvPr>
              <p:cNvSpPr/>
              <p:nvPr/>
            </p:nvSpPr>
            <p:spPr>
              <a:xfrm>
                <a:off x="4682651" y="499590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8" name="pg3328">
                <a:extLst>
                  <a:ext uri="{FF2B5EF4-FFF2-40B4-BE49-F238E27FC236}">
                    <a16:creationId xmlns:a16="http://schemas.microsoft.com/office/drawing/2014/main" id="{7982083C-4FA6-497C-6295-B1D285B0BB19}"/>
                  </a:ext>
                </a:extLst>
              </p:cNvPr>
              <p:cNvSpPr/>
              <p:nvPr/>
            </p:nvSpPr>
            <p:spPr>
              <a:xfrm>
                <a:off x="286722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29" name="pg3329">
                <a:extLst>
                  <a:ext uri="{FF2B5EF4-FFF2-40B4-BE49-F238E27FC236}">
                    <a16:creationId xmlns:a16="http://schemas.microsoft.com/office/drawing/2014/main" id="{687D361F-0ADC-D8BB-5EF2-B51E23383F53}"/>
                  </a:ext>
                </a:extLst>
              </p:cNvPr>
              <p:cNvSpPr/>
              <p:nvPr/>
            </p:nvSpPr>
            <p:spPr>
              <a:xfrm>
                <a:off x="2878865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0" name="pg3330">
                <a:extLst>
                  <a:ext uri="{FF2B5EF4-FFF2-40B4-BE49-F238E27FC236}">
                    <a16:creationId xmlns:a16="http://schemas.microsoft.com/office/drawing/2014/main" id="{5CEBC68C-F687-4A3C-A061-24C3626160D7}"/>
                  </a:ext>
                </a:extLst>
              </p:cNvPr>
              <p:cNvSpPr/>
              <p:nvPr/>
            </p:nvSpPr>
            <p:spPr>
              <a:xfrm>
                <a:off x="289050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1" name="pg3331">
                <a:extLst>
                  <a:ext uri="{FF2B5EF4-FFF2-40B4-BE49-F238E27FC236}">
                    <a16:creationId xmlns:a16="http://schemas.microsoft.com/office/drawing/2014/main" id="{7D89C2B5-D211-86E1-4C3A-DE8D61040A71}"/>
                  </a:ext>
                </a:extLst>
              </p:cNvPr>
              <p:cNvSpPr/>
              <p:nvPr/>
            </p:nvSpPr>
            <p:spPr>
              <a:xfrm>
                <a:off x="290213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4">
                  <a:alpha val="100000"/>
                </a:srgbClr>
              </a:solidFill>
              <a:ln w="5420" cap="flat">
                <a:solidFill>
                  <a:srgbClr val="3A366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2" name="pg3332">
                <a:extLst>
                  <a:ext uri="{FF2B5EF4-FFF2-40B4-BE49-F238E27FC236}">
                    <a16:creationId xmlns:a16="http://schemas.microsoft.com/office/drawing/2014/main" id="{F9EF37B8-2F82-DCCD-B5BA-53AD24C5A162}"/>
                  </a:ext>
                </a:extLst>
              </p:cNvPr>
              <p:cNvSpPr/>
              <p:nvPr/>
            </p:nvSpPr>
            <p:spPr>
              <a:xfrm>
                <a:off x="291377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3" name="pg3333">
                <a:extLst>
                  <a:ext uri="{FF2B5EF4-FFF2-40B4-BE49-F238E27FC236}">
                    <a16:creationId xmlns:a16="http://schemas.microsoft.com/office/drawing/2014/main" id="{C8C1CAF9-CFFF-4A3C-DEE8-8015789377B7}"/>
                  </a:ext>
                </a:extLst>
              </p:cNvPr>
              <p:cNvSpPr/>
              <p:nvPr/>
            </p:nvSpPr>
            <p:spPr>
              <a:xfrm>
                <a:off x="2925414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4" name="pg3334">
                <a:extLst>
                  <a:ext uri="{FF2B5EF4-FFF2-40B4-BE49-F238E27FC236}">
                    <a16:creationId xmlns:a16="http://schemas.microsoft.com/office/drawing/2014/main" id="{D9F47945-9A3E-38F8-EBF0-090550BDB1A6}"/>
                  </a:ext>
                </a:extLst>
              </p:cNvPr>
              <p:cNvSpPr/>
              <p:nvPr/>
            </p:nvSpPr>
            <p:spPr>
              <a:xfrm>
                <a:off x="293705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5" name="pg3335">
                <a:extLst>
                  <a:ext uri="{FF2B5EF4-FFF2-40B4-BE49-F238E27FC236}">
                    <a16:creationId xmlns:a16="http://schemas.microsoft.com/office/drawing/2014/main" id="{9BC6D766-C733-A76A-8057-A4CD992EEF79}"/>
                  </a:ext>
                </a:extLst>
              </p:cNvPr>
              <p:cNvSpPr/>
              <p:nvPr/>
            </p:nvSpPr>
            <p:spPr>
              <a:xfrm>
                <a:off x="294868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6" name="pg3336">
                <a:extLst>
                  <a:ext uri="{FF2B5EF4-FFF2-40B4-BE49-F238E27FC236}">
                    <a16:creationId xmlns:a16="http://schemas.microsoft.com/office/drawing/2014/main" id="{12C9C891-FF69-5429-6312-8B865A7FA748}"/>
                  </a:ext>
                </a:extLst>
              </p:cNvPr>
              <p:cNvSpPr/>
              <p:nvPr/>
            </p:nvSpPr>
            <p:spPr>
              <a:xfrm>
                <a:off x="4403355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7" name="pg3337">
                <a:extLst>
                  <a:ext uri="{FF2B5EF4-FFF2-40B4-BE49-F238E27FC236}">
                    <a16:creationId xmlns:a16="http://schemas.microsoft.com/office/drawing/2014/main" id="{53FBB07C-91DC-039B-3E7D-BDECF398F9AE}"/>
                  </a:ext>
                </a:extLst>
              </p:cNvPr>
              <p:cNvSpPr/>
              <p:nvPr/>
            </p:nvSpPr>
            <p:spPr>
              <a:xfrm>
                <a:off x="441499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8" name="pg3338">
                <a:extLst>
                  <a:ext uri="{FF2B5EF4-FFF2-40B4-BE49-F238E27FC236}">
                    <a16:creationId xmlns:a16="http://schemas.microsoft.com/office/drawing/2014/main" id="{9B66901D-8BC4-FD21-7881-81A5978B5A14}"/>
                  </a:ext>
                </a:extLst>
              </p:cNvPr>
              <p:cNvSpPr/>
              <p:nvPr/>
            </p:nvSpPr>
            <p:spPr>
              <a:xfrm>
                <a:off x="4426630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39" name="pg3339">
                <a:extLst>
                  <a:ext uri="{FF2B5EF4-FFF2-40B4-BE49-F238E27FC236}">
                    <a16:creationId xmlns:a16="http://schemas.microsoft.com/office/drawing/2014/main" id="{A66C4074-F8CD-32E8-BB92-C25D4F141D4D}"/>
                  </a:ext>
                </a:extLst>
              </p:cNvPr>
              <p:cNvSpPr/>
              <p:nvPr/>
            </p:nvSpPr>
            <p:spPr>
              <a:xfrm>
                <a:off x="4438267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0" name="pg3340">
                <a:extLst>
                  <a:ext uri="{FF2B5EF4-FFF2-40B4-BE49-F238E27FC236}">
                    <a16:creationId xmlns:a16="http://schemas.microsoft.com/office/drawing/2014/main" id="{0C0E4C22-D944-A045-1033-45401946E695}"/>
                  </a:ext>
                </a:extLst>
              </p:cNvPr>
              <p:cNvSpPr/>
              <p:nvPr/>
            </p:nvSpPr>
            <p:spPr>
              <a:xfrm>
                <a:off x="4449904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1" name="pg3341">
                <a:extLst>
                  <a:ext uri="{FF2B5EF4-FFF2-40B4-BE49-F238E27FC236}">
                    <a16:creationId xmlns:a16="http://schemas.microsoft.com/office/drawing/2014/main" id="{64583BDA-0CBE-FD71-9E6F-5A49FB59B09E}"/>
                  </a:ext>
                </a:extLst>
              </p:cNvPr>
              <p:cNvSpPr/>
              <p:nvPr/>
            </p:nvSpPr>
            <p:spPr>
              <a:xfrm>
                <a:off x="4461542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2" name="pg3342">
                <a:extLst>
                  <a:ext uri="{FF2B5EF4-FFF2-40B4-BE49-F238E27FC236}">
                    <a16:creationId xmlns:a16="http://schemas.microsoft.com/office/drawing/2014/main" id="{35B851FC-8092-DBAB-E0BB-526154182D08}"/>
                  </a:ext>
                </a:extLst>
              </p:cNvPr>
              <p:cNvSpPr/>
              <p:nvPr/>
            </p:nvSpPr>
            <p:spPr>
              <a:xfrm>
                <a:off x="447317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3" name="pg3343">
                <a:extLst>
                  <a:ext uri="{FF2B5EF4-FFF2-40B4-BE49-F238E27FC236}">
                    <a16:creationId xmlns:a16="http://schemas.microsoft.com/office/drawing/2014/main" id="{489D0AA1-6BB1-7238-00C0-B3D4FE9CE4E0}"/>
                  </a:ext>
                </a:extLst>
              </p:cNvPr>
              <p:cNvSpPr/>
              <p:nvPr/>
            </p:nvSpPr>
            <p:spPr>
              <a:xfrm>
                <a:off x="4484816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4" name="pg3344">
                <a:extLst>
                  <a:ext uri="{FF2B5EF4-FFF2-40B4-BE49-F238E27FC236}">
                    <a16:creationId xmlns:a16="http://schemas.microsoft.com/office/drawing/2014/main" id="{D8256970-ED24-EB0D-90D8-F668008BDD97}"/>
                  </a:ext>
                </a:extLst>
              </p:cNvPr>
              <p:cNvSpPr/>
              <p:nvPr/>
            </p:nvSpPr>
            <p:spPr>
              <a:xfrm>
                <a:off x="463610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5" name="pg3345">
                <a:extLst>
                  <a:ext uri="{FF2B5EF4-FFF2-40B4-BE49-F238E27FC236}">
                    <a16:creationId xmlns:a16="http://schemas.microsoft.com/office/drawing/2014/main" id="{F0F68860-F779-BA14-3C0C-A8FFA5889FE4}"/>
                  </a:ext>
                </a:extLst>
              </p:cNvPr>
              <p:cNvSpPr/>
              <p:nvPr/>
            </p:nvSpPr>
            <p:spPr>
              <a:xfrm>
                <a:off x="4647739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6" name="pg3346">
                <a:extLst>
                  <a:ext uri="{FF2B5EF4-FFF2-40B4-BE49-F238E27FC236}">
                    <a16:creationId xmlns:a16="http://schemas.microsoft.com/office/drawing/2014/main" id="{5CE6E26B-F191-D88E-D0FA-C31B643E6A92}"/>
                  </a:ext>
                </a:extLst>
              </p:cNvPr>
              <p:cNvSpPr/>
              <p:nvPr/>
            </p:nvSpPr>
            <p:spPr>
              <a:xfrm>
                <a:off x="4659376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7" name="pg3347">
                <a:extLst>
                  <a:ext uri="{FF2B5EF4-FFF2-40B4-BE49-F238E27FC236}">
                    <a16:creationId xmlns:a16="http://schemas.microsoft.com/office/drawing/2014/main" id="{7AAEDBAA-A9AF-F88F-4347-2B47770DB6BE}"/>
                  </a:ext>
                </a:extLst>
              </p:cNvPr>
              <p:cNvSpPr/>
              <p:nvPr/>
            </p:nvSpPr>
            <p:spPr>
              <a:xfrm>
                <a:off x="4671013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8" name="pg3348">
                <a:extLst>
                  <a:ext uri="{FF2B5EF4-FFF2-40B4-BE49-F238E27FC236}">
                    <a16:creationId xmlns:a16="http://schemas.microsoft.com/office/drawing/2014/main" id="{9A870A47-6CF8-A8B1-48EF-0787985E8A76}"/>
                  </a:ext>
                </a:extLst>
              </p:cNvPr>
              <p:cNvSpPr/>
              <p:nvPr/>
            </p:nvSpPr>
            <p:spPr>
              <a:xfrm>
                <a:off x="4682651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49" name="pg3349">
                <a:extLst>
                  <a:ext uri="{FF2B5EF4-FFF2-40B4-BE49-F238E27FC236}">
                    <a16:creationId xmlns:a16="http://schemas.microsoft.com/office/drawing/2014/main" id="{7FD5D8CA-CCB9-A608-11CD-99EB27FEC62D}"/>
                  </a:ext>
                </a:extLst>
              </p:cNvPr>
              <p:cNvSpPr/>
              <p:nvPr/>
            </p:nvSpPr>
            <p:spPr>
              <a:xfrm>
                <a:off x="4694288" y="50102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0" name="pg3350">
                <a:extLst>
                  <a:ext uri="{FF2B5EF4-FFF2-40B4-BE49-F238E27FC236}">
                    <a16:creationId xmlns:a16="http://schemas.microsoft.com/office/drawing/2014/main" id="{E6300C4B-BC42-6DED-42FA-6F0E7306FB11}"/>
                  </a:ext>
                </a:extLst>
              </p:cNvPr>
              <p:cNvSpPr/>
              <p:nvPr/>
            </p:nvSpPr>
            <p:spPr>
              <a:xfrm>
                <a:off x="2855590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1" name="pg3351">
                <a:extLst>
                  <a:ext uri="{FF2B5EF4-FFF2-40B4-BE49-F238E27FC236}">
                    <a16:creationId xmlns:a16="http://schemas.microsoft.com/office/drawing/2014/main" id="{81BD01F2-7DC5-9836-A084-EE010028E30F}"/>
                  </a:ext>
                </a:extLst>
              </p:cNvPr>
              <p:cNvSpPr/>
              <p:nvPr/>
            </p:nvSpPr>
            <p:spPr>
              <a:xfrm>
                <a:off x="286722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2" name="pg3352">
                <a:extLst>
                  <a:ext uri="{FF2B5EF4-FFF2-40B4-BE49-F238E27FC236}">
                    <a16:creationId xmlns:a16="http://schemas.microsoft.com/office/drawing/2014/main" id="{1F8765AB-BD25-480E-9C5A-5F5946E38E92}"/>
                  </a:ext>
                </a:extLst>
              </p:cNvPr>
              <p:cNvSpPr/>
              <p:nvPr/>
            </p:nvSpPr>
            <p:spPr>
              <a:xfrm>
                <a:off x="2878865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3" name="pg3353">
                <a:extLst>
                  <a:ext uri="{FF2B5EF4-FFF2-40B4-BE49-F238E27FC236}">
                    <a16:creationId xmlns:a16="http://schemas.microsoft.com/office/drawing/2014/main" id="{41E04F7C-4FAF-65EC-3FBE-9103B0FA9469}"/>
                  </a:ext>
                </a:extLst>
              </p:cNvPr>
              <p:cNvSpPr/>
              <p:nvPr/>
            </p:nvSpPr>
            <p:spPr>
              <a:xfrm>
                <a:off x="289050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4" name="pg3354">
                <a:extLst>
                  <a:ext uri="{FF2B5EF4-FFF2-40B4-BE49-F238E27FC236}">
                    <a16:creationId xmlns:a16="http://schemas.microsoft.com/office/drawing/2014/main" id="{F453E738-747E-A278-C12E-30A552F7B32B}"/>
                  </a:ext>
                </a:extLst>
              </p:cNvPr>
              <p:cNvSpPr/>
              <p:nvPr/>
            </p:nvSpPr>
            <p:spPr>
              <a:xfrm>
                <a:off x="290213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5" name="pg3355">
                <a:extLst>
                  <a:ext uri="{FF2B5EF4-FFF2-40B4-BE49-F238E27FC236}">
                    <a16:creationId xmlns:a16="http://schemas.microsoft.com/office/drawing/2014/main" id="{3528FCD4-C90B-E4DD-68A4-1005A08F79AC}"/>
                  </a:ext>
                </a:extLst>
              </p:cNvPr>
              <p:cNvSpPr/>
              <p:nvPr/>
            </p:nvSpPr>
            <p:spPr>
              <a:xfrm>
                <a:off x="291377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3665">
                  <a:alpha val="100000"/>
                </a:srgbClr>
              </a:solidFill>
              <a:ln w="5420" cap="flat">
                <a:solidFill>
                  <a:srgbClr val="3A36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6" name="pg3356">
                <a:extLst>
                  <a:ext uri="{FF2B5EF4-FFF2-40B4-BE49-F238E27FC236}">
                    <a16:creationId xmlns:a16="http://schemas.microsoft.com/office/drawing/2014/main" id="{EF8D9B54-F3C9-4457-421C-E3D94EAF8087}"/>
                  </a:ext>
                </a:extLst>
              </p:cNvPr>
              <p:cNvSpPr/>
              <p:nvPr/>
            </p:nvSpPr>
            <p:spPr>
              <a:xfrm>
                <a:off x="2925414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5">
                  <a:alpha val="100000"/>
                </a:srgbClr>
              </a:solidFill>
              <a:ln w="5420" cap="flat">
                <a:solidFill>
                  <a:srgbClr val="3B37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7" name="pg3357">
                <a:extLst>
                  <a:ext uri="{FF2B5EF4-FFF2-40B4-BE49-F238E27FC236}">
                    <a16:creationId xmlns:a16="http://schemas.microsoft.com/office/drawing/2014/main" id="{CAB2F84D-5C3D-DAE9-751A-DCB65D87C365}"/>
                  </a:ext>
                </a:extLst>
              </p:cNvPr>
              <p:cNvSpPr/>
              <p:nvPr/>
            </p:nvSpPr>
            <p:spPr>
              <a:xfrm>
                <a:off x="2937051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8" name="pg3358">
                <a:extLst>
                  <a:ext uri="{FF2B5EF4-FFF2-40B4-BE49-F238E27FC236}">
                    <a16:creationId xmlns:a16="http://schemas.microsoft.com/office/drawing/2014/main" id="{678C4DC5-DF67-4473-737B-ABA164322B98}"/>
                  </a:ext>
                </a:extLst>
              </p:cNvPr>
              <p:cNvSpPr/>
              <p:nvPr/>
            </p:nvSpPr>
            <p:spPr>
              <a:xfrm>
                <a:off x="4403355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59" name="pg3359">
                <a:extLst>
                  <a:ext uri="{FF2B5EF4-FFF2-40B4-BE49-F238E27FC236}">
                    <a16:creationId xmlns:a16="http://schemas.microsoft.com/office/drawing/2014/main" id="{050A265F-2453-6D28-56D1-22607D9543FC}"/>
                  </a:ext>
                </a:extLst>
              </p:cNvPr>
              <p:cNvSpPr/>
              <p:nvPr/>
            </p:nvSpPr>
            <p:spPr>
              <a:xfrm>
                <a:off x="441499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0" name="pg3360">
                <a:extLst>
                  <a:ext uri="{FF2B5EF4-FFF2-40B4-BE49-F238E27FC236}">
                    <a16:creationId xmlns:a16="http://schemas.microsoft.com/office/drawing/2014/main" id="{1379C993-A1B7-0271-C97F-88DE0FBEDF5F}"/>
                  </a:ext>
                </a:extLst>
              </p:cNvPr>
              <p:cNvSpPr/>
              <p:nvPr/>
            </p:nvSpPr>
            <p:spPr>
              <a:xfrm>
                <a:off x="4426630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1" name="pg3361">
                <a:extLst>
                  <a:ext uri="{FF2B5EF4-FFF2-40B4-BE49-F238E27FC236}">
                    <a16:creationId xmlns:a16="http://schemas.microsoft.com/office/drawing/2014/main" id="{F883EBEC-B5D5-F8DC-06C3-9A0624B20D3F}"/>
                  </a:ext>
                </a:extLst>
              </p:cNvPr>
              <p:cNvSpPr/>
              <p:nvPr/>
            </p:nvSpPr>
            <p:spPr>
              <a:xfrm>
                <a:off x="4438267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2" name="pg3362">
                <a:extLst>
                  <a:ext uri="{FF2B5EF4-FFF2-40B4-BE49-F238E27FC236}">
                    <a16:creationId xmlns:a16="http://schemas.microsoft.com/office/drawing/2014/main" id="{9C52DEF2-774A-EA1C-DCBA-DA4C1E0E809A}"/>
                  </a:ext>
                </a:extLst>
              </p:cNvPr>
              <p:cNvSpPr/>
              <p:nvPr/>
            </p:nvSpPr>
            <p:spPr>
              <a:xfrm>
                <a:off x="4449904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3" name="pg3363">
                <a:extLst>
                  <a:ext uri="{FF2B5EF4-FFF2-40B4-BE49-F238E27FC236}">
                    <a16:creationId xmlns:a16="http://schemas.microsoft.com/office/drawing/2014/main" id="{A96566B1-3F5F-5F07-2A0B-2FD7FC458EDF}"/>
                  </a:ext>
                </a:extLst>
              </p:cNvPr>
              <p:cNvSpPr/>
              <p:nvPr/>
            </p:nvSpPr>
            <p:spPr>
              <a:xfrm>
                <a:off x="4461542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4" name="pg3364">
                <a:extLst>
                  <a:ext uri="{FF2B5EF4-FFF2-40B4-BE49-F238E27FC236}">
                    <a16:creationId xmlns:a16="http://schemas.microsoft.com/office/drawing/2014/main" id="{1C89A30C-BDCC-E5DA-2269-0ED20BE64559}"/>
                  </a:ext>
                </a:extLst>
              </p:cNvPr>
              <p:cNvSpPr/>
              <p:nvPr/>
            </p:nvSpPr>
            <p:spPr>
              <a:xfrm>
                <a:off x="447317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5" name="pg3365">
                <a:extLst>
                  <a:ext uri="{FF2B5EF4-FFF2-40B4-BE49-F238E27FC236}">
                    <a16:creationId xmlns:a16="http://schemas.microsoft.com/office/drawing/2014/main" id="{027C6F85-15E6-883E-BE39-154BB40055D9}"/>
                  </a:ext>
                </a:extLst>
              </p:cNvPr>
              <p:cNvSpPr/>
              <p:nvPr/>
            </p:nvSpPr>
            <p:spPr>
              <a:xfrm>
                <a:off x="4484816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6" name="pg3366">
                <a:extLst>
                  <a:ext uri="{FF2B5EF4-FFF2-40B4-BE49-F238E27FC236}">
                    <a16:creationId xmlns:a16="http://schemas.microsoft.com/office/drawing/2014/main" id="{0467F401-F7EC-1315-10EF-A066E51FBD90}"/>
                  </a:ext>
                </a:extLst>
              </p:cNvPr>
              <p:cNvSpPr/>
              <p:nvPr/>
            </p:nvSpPr>
            <p:spPr>
              <a:xfrm>
                <a:off x="4647739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7" name="pg3367">
                <a:extLst>
                  <a:ext uri="{FF2B5EF4-FFF2-40B4-BE49-F238E27FC236}">
                    <a16:creationId xmlns:a16="http://schemas.microsoft.com/office/drawing/2014/main" id="{627FE1CC-CE59-3FC1-30D9-9AD29E8A9818}"/>
                  </a:ext>
                </a:extLst>
              </p:cNvPr>
              <p:cNvSpPr/>
              <p:nvPr/>
            </p:nvSpPr>
            <p:spPr>
              <a:xfrm>
                <a:off x="4659376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8" name="pg3368">
                <a:extLst>
                  <a:ext uri="{FF2B5EF4-FFF2-40B4-BE49-F238E27FC236}">
                    <a16:creationId xmlns:a16="http://schemas.microsoft.com/office/drawing/2014/main" id="{865BE84A-8B06-3063-CD22-3E47E0FB8078}"/>
                  </a:ext>
                </a:extLst>
              </p:cNvPr>
              <p:cNvSpPr/>
              <p:nvPr/>
            </p:nvSpPr>
            <p:spPr>
              <a:xfrm>
                <a:off x="4671013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69" name="pg3369">
                <a:extLst>
                  <a:ext uri="{FF2B5EF4-FFF2-40B4-BE49-F238E27FC236}">
                    <a16:creationId xmlns:a16="http://schemas.microsoft.com/office/drawing/2014/main" id="{BBF12978-EE15-546D-5372-0923212F0D8B}"/>
                  </a:ext>
                </a:extLst>
              </p:cNvPr>
              <p:cNvSpPr/>
              <p:nvPr/>
            </p:nvSpPr>
            <p:spPr>
              <a:xfrm>
                <a:off x="4682651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0" name="pg3370">
                <a:extLst>
                  <a:ext uri="{FF2B5EF4-FFF2-40B4-BE49-F238E27FC236}">
                    <a16:creationId xmlns:a16="http://schemas.microsoft.com/office/drawing/2014/main" id="{9CEE5A05-B714-46EE-665C-2187780C725A}"/>
                  </a:ext>
                </a:extLst>
              </p:cNvPr>
              <p:cNvSpPr/>
              <p:nvPr/>
            </p:nvSpPr>
            <p:spPr>
              <a:xfrm>
                <a:off x="4694288" y="502450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1" name="pg3371">
                <a:extLst>
                  <a:ext uri="{FF2B5EF4-FFF2-40B4-BE49-F238E27FC236}">
                    <a16:creationId xmlns:a16="http://schemas.microsoft.com/office/drawing/2014/main" id="{16E33302-401E-CAF2-2310-9C884DFF4BB6}"/>
                  </a:ext>
                </a:extLst>
              </p:cNvPr>
              <p:cNvSpPr/>
              <p:nvPr/>
            </p:nvSpPr>
            <p:spPr>
              <a:xfrm>
                <a:off x="2855590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2" name="pg3372">
                <a:extLst>
                  <a:ext uri="{FF2B5EF4-FFF2-40B4-BE49-F238E27FC236}">
                    <a16:creationId xmlns:a16="http://schemas.microsoft.com/office/drawing/2014/main" id="{08B71EB5-2A90-65CE-D217-4637C3412247}"/>
                  </a:ext>
                </a:extLst>
              </p:cNvPr>
              <p:cNvSpPr/>
              <p:nvPr/>
            </p:nvSpPr>
            <p:spPr>
              <a:xfrm>
                <a:off x="286722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3" name="pg3373">
                <a:extLst>
                  <a:ext uri="{FF2B5EF4-FFF2-40B4-BE49-F238E27FC236}">
                    <a16:creationId xmlns:a16="http://schemas.microsoft.com/office/drawing/2014/main" id="{EEFF581F-9AB6-DA10-9735-08052F951BDA}"/>
                  </a:ext>
                </a:extLst>
              </p:cNvPr>
              <p:cNvSpPr/>
              <p:nvPr/>
            </p:nvSpPr>
            <p:spPr>
              <a:xfrm>
                <a:off x="2878865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4" name="pg3374">
                <a:extLst>
                  <a:ext uri="{FF2B5EF4-FFF2-40B4-BE49-F238E27FC236}">
                    <a16:creationId xmlns:a16="http://schemas.microsoft.com/office/drawing/2014/main" id="{14348DD4-F435-C8BB-EBDB-498BF269D9FC}"/>
                  </a:ext>
                </a:extLst>
              </p:cNvPr>
              <p:cNvSpPr/>
              <p:nvPr/>
            </p:nvSpPr>
            <p:spPr>
              <a:xfrm>
                <a:off x="289050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5" name="pg3375">
                <a:extLst>
                  <a:ext uri="{FF2B5EF4-FFF2-40B4-BE49-F238E27FC236}">
                    <a16:creationId xmlns:a16="http://schemas.microsoft.com/office/drawing/2014/main" id="{6C846621-B154-B845-69D8-BA664CEA16FE}"/>
                  </a:ext>
                </a:extLst>
              </p:cNvPr>
              <p:cNvSpPr/>
              <p:nvPr/>
            </p:nvSpPr>
            <p:spPr>
              <a:xfrm>
                <a:off x="290213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5">
                  <a:alpha val="100000"/>
                </a:srgbClr>
              </a:solidFill>
              <a:ln w="5420" cap="flat">
                <a:solidFill>
                  <a:srgbClr val="3B376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6" name="pg3376">
                <a:extLst>
                  <a:ext uri="{FF2B5EF4-FFF2-40B4-BE49-F238E27FC236}">
                    <a16:creationId xmlns:a16="http://schemas.microsoft.com/office/drawing/2014/main" id="{90941E9C-6483-5ABD-3EB4-20B697E713DF}"/>
                  </a:ext>
                </a:extLst>
              </p:cNvPr>
              <p:cNvSpPr/>
              <p:nvPr/>
            </p:nvSpPr>
            <p:spPr>
              <a:xfrm>
                <a:off x="291377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7" name="pg3377">
                <a:extLst>
                  <a:ext uri="{FF2B5EF4-FFF2-40B4-BE49-F238E27FC236}">
                    <a16:creationId xmlns:a16="http://schemas.microsoft.com/office/drawing/2014/main" id="{1386DFC1-5658-78F6-3CF1-FFB373FF9717}"/>
                  </a:ext>
                </a:extLst>
              </p:cNvPr>
              <p:cNvSpPr/>
              <p:nvPr/>
            </p:nvSpPr>
            <p:spPr>
              <a:xfrm>
                <a:off x="2925414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8" name="pg3378">
                <a:extLst>
                  <a:ext uri="{FF2B5EF4-FFF2-40B4-BE49-F238E27FC236}">
                    <a16:creationId xmlns:a16="http://schemas.microsoft.com/office/drawing/2014/main" id="{467F10B6-5684-34E5-E78B-CADE4411A027}"/>
                  </a:ext>
                </a:extLst>
              </p:cNvPr>
              <p:cNvSpPr/>
              <p:nvPr/>
            </p:nvSpPr>
            <p:spPr>
              <a:xfrm>
                <a:off x="4403355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79" name="pg3379">
                <a:extLst>
                  <a:ext uri="{FF2B5EF4-FFF2-40B4-BE49-F238E27FC236}">
                    <a16:creationId xmlns:a16="http://schemas.microsoft.com/office/drawing/2014/main" id="{CC7C3B45-1504-7B14-E0E0-703D61E8CFB1}"/>
                  </a:ext>
                </a:extLst>
              </p:cNvPr>
              <p:cNvSpPr/>
              <p:nvPr/>
            </p:nvSpPr>
            <p:spPr>
              <a:xfrm>
                <a:off x="441499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0" name="pg3380">
                <a:extLst>
                  <a:ext uri="{FF2B5EF4-FFF2-40B4-BE49-F238E27FC236}">
                    <a16:creationId xmlns:a16="http://schemas.microsoft.com/office/drawing/2014/main" id="{72104261-2706-3221-58CB-669C199C150F}"/>
                  </a:ext>
                </a:extLst>
              </p:cNvPr>
              <p:cNvSpPr/>
              <p:nvPr/>
            </p:nvSpPr>
            <p:spPr>
              <a:xfrm>
                <a:off x="4426630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1" name="pg3381">
                <a:extLst>
                  <a:ext uri="{FF2B5EF4-FFF2-40B4-BE49-F238E27FC236}">
                    <a16:creationId xmlns:a16="http://schemas.microsoft.com/office/drawing/2014/main" id="{2B1FCC16-5822-5500-7B3C-9877AE9DE75E}"/>
                  </a:ext>
                </a:extLst>
              </p:cNvPr>
              <p:cNvSpPr/>
              <p:nvPr/>
            </p:nvSpPr>
            <p:spPr>
              <a:xfrm>
                <a:off x="4438267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2" name="pg3382">
                <a:extLst>
                  <a:ext uri="{FF2B5EF4-FFF2-40B4-BE49-F238E27FC236}">
                    <a16:creationId xmlns:a16="http://schemas.microsoft.com/office/drawing/2014/main" id="{FB4F3359-375E-07C1-5FD2-A32222D4C709}"/>
                  </a:ext>
                </a:extLst>
              </p:cNvPr>
              <p:cNvSpPr/>
              <p:nvPr/>
            </p:nvSpPr>
            <p:spPr>
              <a:xfrm>
                <a:off x="4449904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3" name="pg3383">
                <a:extLst>
                  <a:ext uri="{FF2B5EF4-FFF2-40B4-BE49-F238E27FC236}">
                    <a16:creationId xmlns:a16="http://schemas.microsoft.com/office/drawing/2014/main" id="{30E4F31E-73B1-4FBF-418E-5C6B512B7766}"/>
                  </a:ext>
                </a:extLst>
              </p:cNvPr>
              <p:cNvSpPr/>
              <p:nvPr/>
            </p:nvSpPr>
            <p:spPr>
              <a:xfrm>
                <a:off x="4461542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4" name="pg3384">
                <a:extLst>
                  <a:ext uri="{FF2B5EF4-FFF2-40B4-BE49-F238E27FC236}">
                    <a16:creationId xmlns:a16="http://schemas.microsoft.com/office/drawing/2014/main" id="{8879DC55-BA81-17CB-AFC2-F8F8F1F3C07E}"/>
                  </a:ext>
                </a:extLst>
              </p:cNvPr>
              <p:cNvSpPr/>
              <p:nvPr/>
            </p:nvSpPr>
            <p:spPr>
              <a:xfrm>
                <a:off x="447317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5" name="pg3385">
                <a:extLst>
                  <a:ext uri="{FF2B5EF4-FFF2-40B4-BE49-F238E27FC236}">
                    <a16:creationId xmlns:a16="http://schemas.microsoft.com/office/drawing/2014/main" id="{D1CA859A-7331-740F-8989-DC6659561261}"/>
                  </a:ext>
                </a:extLst>
              </p:cNvPr>
              <p:cNvSpPr/>
              <p:nvPr/>
            </p:nvSpPr>
            <p:spPr>
              <a:xfrm>
                <a:off x="4484816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6" name="pg3386">
                <a:extLst>
                  <a:ext uri="{FF2B5EF4-FFF2-40B4-BE49-F238E27FC236}">
                    <a16:creationId xmlns:a16="http://schemas.microsoft.com/office/drawing/2014/main" id="{7E358DFA-4303-B45B-9D7B-E158034ADE4E}"/>
                  </a:ext>
                </a:extLst>
              </p:cNvPr>
              <p:cNvSpPr/>
              <p:nvPr/>
            </p:nvSpPr>
            <p:spPr>
              <a:xfrm>
                <a:off x="4647739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7" name="pg3387">
                <a:extLst>
                  <a:ext uri="{FF2B5EF4-FFF2-40B4-BE49-F238E27FC236}">
                    <a16:creationId xmlns:a16="http://schemas.microsoft.com/office/drawing/2014/main" id="{743533C5-9BD4-7604-3878-CF1CE84CE866}"/>
                  </a:ext>
                </a:extLst>
              </p:cNvPr>
              <p:cNvSpPr/>
              <p:nvPr/>
            </p:nvSpPr>
            <p:spPr>
              <a:xfrm>
                <a:off x="4659376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8" name="pg3388">
                <a:extLst>
                  <a:ext uri="{FF2B5EF4-FFF2-40B4-BE49-F238E27FC236}">
                    <a16:creationId xmlns:a16="http://schemas.microsoft.com/office/drawing/2014/main" id="{D26617CC-E4B3-5694-4076-9E60534F338E}"/>
                  </a:ext>
                </a:extLst>
              </p:cNvPr>
              <p:cNvSpPr/>
              <p:nvPr/>
            </p:nvSpPr>
            <p:spPr>
              <a:xfrm>
                <a:off x="4671013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89" name="pg3389">
                <a:extLst>
                  <a:ext uri="{FF2B5EF4-FFF2-40B4-BE49-F238E27FC236}">
                    <a16:creationId xmlns:a16="http://schemas.microsoft.com/office/drawing/2014/main" id="{BB54A4C7-10DD-8331-78C8-833F2E50843B}"/>
                  </a:ext>
                </a:extLst>
              </p:cNvPr>
              <p:cNvSpPr/>
              <p:nvPr/>
            </p:nvSpPr>
            <p:spPr>
              <a:xfrm>
                <a:off x="4682651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0" name="pg3390">
                <a:extLst>
                  <a:ext uri="{FF2B5EF4-FFF2-40B4-BE49-F238E27FC236}">
                    <a16:creationId xmlns:a16="http://schemas.microsoft.com/office/drawing/2014/main" id="{F9F53219-68F3-A8C7-923C-2F758FFF5596}"/>
                  </a:ext>
                </a:extLst>
              </p:cNvPr>
              <p:cNvSpPr/>
              <p:nvPr/>
            </p:nvSpPr>
            <p:spPr>
              <a:xfrm>
                <a:off x="4694288" y="50388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1" name="pg3391">
                <a:extLst>
                  <a:ext uri="{FF2B5EF4-FFF2-40B4-BE49-F238E27FC236}">
                    <a16:creationId xmlns:a16="http://schemas.microsoft.com/office/drawing/2014/main" id="{C411F4E4-8372-C368-F188-24BA7E2452A7}"/>
                  </a:ext>
                </a:extLst>
              </p:cNvPr>
              <p:cNvSpPr/>
              <p:nvPr/>
            </p:nvSpPr>
            <p:spPr>
              <a:xfrm>
                <a:off x="283231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2" name="pg3392">
                <a:extLst>
                  <a:ext uri="{FF2B5EF4-FFF2-40B4-BE49-F238E27FC236}">
                    <a16:creationId xmlns:a16="http://schemas.microsoft.com/office/drawing/2014/main" id="{77EAB84E-AFF6-E737-4509-250E0A1CC190}"/>
                  </a:ext>
                </a:extLst>
              </p:cNvPr>
              <p:cNvSpPr/>
              <p:nvPr/>
            </p:nvSpPr>
            <p:spPr>
              <a:xfrm>
                <a:off x="2843953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3" name="pg3393">
                <a:extLst>
                  <a:ext uri="{FF2B5EF4-FFF2-40B4-BE49-F238E27FC236}">
                    <a16:creationId xmlns:a16="http://schemas.microsoft.com/office/drawing/2014/main" id="{C471156F-6544-ABF4-1EF4-CAC3BF9F5CD6}"/>
                  </a:ext>
                </a:extLst>
              </p:cNvPr>
              <p:cNvSpPr/>
              <p:nvPr/>
            </p:nvSpPr>
            <p:spPr>
              <a:xfrm>
                <a:off x="286722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4" name="pg3394">
                <a:extLst>
                  <a:ext uri="{FF2B5EF4-FFF2-40B4-BE49-F238E27FC236}">
                    <a16:creationId xmlns:a16="http://schemas.microsoft.com/office/drawing/2014/main" id="{3D4E72E9-1B07-8CB0-9426-B352C45C4DED}"/>
                  </a:ext>
                </a:extLst>
              </p:cNvPr>
              <p:cNvSpPr/>
              <p:nvPr/>
            </p:nvSpPr>
            <p:spPr>
              <a:xfrm>
                <a:off x="287886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7">
                  <a:alpha val="100000"/>
                </a:srgbClr>
              </a:solidFill>
              <a:ln w="5420" cap="flat">
                <a:solidFill>
                  <a:srgbClr val="3B37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5" name="pg3395">
                <a:extLst>
                  <a:ext uri="{FF2B5EF4-FFF2-40B4-BE49-F238E27FC236}">
                    <a16:creationId xmlns:a16="http://schemas.microsoft.com/office/drawing/2014/main" id="{DD76D9DE-5D0B-67FA-33F0-37176DDEFE72}"/>
                  </a:ext>
                </a:extLst>
              </p:cNvPr>
              <p:cNvSpPr/>
              <p:nvPr/>
            </p:nvSpPr>
            <p:spPr>
              <a:xfrm>
                <a:off x="289050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6" name="pg3396">
                <a:extLst>
                  <a:ext uri="{FF2B5EF4-FFF2-40B4-BE49-F238E27FC236}">
                    <a16:creationId xmlns:a16="http://schemas.microsoft.com/office/drawing/2014/main" id="{F39EF2EB-1193-AF4D-6FCE-C5A6942B4FEA}"/>
                  </a:ext>
                </a:extLst>
              </p:cNvPr>
              <p:cNvSpPr/>
              <p:nvPr/>
            </p:nvSpPr>
            <p:spPr>
              <a:xfrm>
                <a:off x="290213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7" name="pg3397">
                <a:extLst>
                  <a:ext uri="{FF2B5EF4-FFF2-40B4-BE49-F238E27FC236}">
                    <a16:creationId xmlns:a16="http://schemas.microsoft.com/office/drawing/2014/main" id="{1F4C8C90-A697-3EF9-E2F2-4D005551F7F0}"/>
                  </a:ext>
                </a:extLst>
              </p:cNvPr>
              <p:cNvSpPr/>
              <p:nvPr/>
            </p:nvSpPr>
            <p:spPr>
              <a:xfrm>
                <a:off x="291377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766">
                  <a:alpha val="100000"/>
                </a:srgbClr>
              </a:solidFill>
              <a:ln w="5420" cap="flat">
                <a:solidFill>
                  <a:srgbClr val="3B376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8" name="pg3398">
                <a:extLst>
                  <a:ext uri="{FF2B5EF4-FFF2-40B4-BE49-F238E27FC236}">
                    <a16:creationId xmlns:a16="http://schemas.microsoft.com/office/drawing/2014/main" id="{0AD7D33D-5B4E-50A7-D2D0-6A6241305A8F}"/>
                  </a:ext>
                </a:extLst>
              </p:cNvPr>
              <p:cNvSpPr/>
              <p:nvPr/>
            </p:nvSpPr>
            <p:spPr>
              <a:xfrm>
                <a:off x="4403355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E9C">
                  <a:alpha val="100000"/>
                </a:srgbClr>
              </a:solidFill>
              <a:ln w="5420" cap="flat">
                <a:solidFill>
                  <a:srgbClr val="395E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399" name="pg3399">
                <a:extLst>
                  <a:ext uri="{FF2B5EF4-FFF2-40B4-BE49-F238E27FC236}">
                    <a16:creationId xmlns:a16="http://schemas.microsoft.com/office/drawing/2014/main" id="{BFD820E2-E753-A67B-8A14-56C97EC632A4}"/>
                  </a:ext>
                </a:extLst>
              </p:cNvPr>
              <p:cNvSpPr/>
              <p:nvPr/>
            </p:nvSpPr>
            <p:spPr>
              <a:xfrm>
                <a:off x="441499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0" name="pg3400">
                <a:extLst>
                  <a:ext uri="{FF2B5EF4-FFF2-40B4-BE49-F238E27FC236}">
                    <a16:creationId xmlns:a16="http://schemas.microsoft.com/office/drawing/2014/main" id="{21966053-6D0D-86C1-64CA-73978777AB37}"/>
                  </a:ext>
                </a:extLst>
              </p:cNvPr>
              <p:cNvSpPr/>
              <p:nvPr/>
            </p:nvSpPr>
            <p:spPr>
              <a:xfrm>
                <a:off x="4426630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1" name="pg3401">
                <a:extLst>
                  <a:ext uri="{FF2B5EF4-FFF2-40B4-BE49-F238E27FC236}">
                    <a16:creationId xmlns:a16="http://schemas.microsoft.com/office/drawing/2014/main" id="{EDB936A4-F668-EEBE-47CD-8F1D67088280}"/>
                  </a:ext>
                </a:extLst>
              </p:cNvPr>
              <p:cNvSpPr/>
              <p:nvPr/>
            </p:nvSpPr>
            <p:spPr>
              <a:xfrm>
                <a:off x="4438267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2" name="pg3402">
                <a:extLst>
                  <a:ext uri="{FF2B5EF4-FFF2-40B4-BE49-F238E27FC236}">
                    <a16:creationId xmlns:a16="http://schemas.microsoft.com/office/drawing/2014/main" id="{2F7E3019-0E6C-1EEF-8DE7-AD6856340DAF}"/>
                  </a:ext>
                </a:extLst>
              </p:cNvPr>
              <p:cNvSpPr/>
              <p:nvPr/>
            </p:nvSpPr>
            <p:spPr>
              <a:xfrm>
                <a:off x="4449904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3" name="pg3403">
                <a:extLst>
                  <a:ext uri="{FF2B5EF4-FFF2-40B4-BE49-F238E27FC236}">
                    <a16:creationId xmlns:a16="http://schemas.microsoft.com/office/drawing/2014/main" id="{A3C8E788-F116-1CC8-00C5-3389FFC659D6}"/>
                  </a:ext>
                </a:extLst>
              </p:cNvPr>
              <p:cNvSpPr/>
              <p:nvPr/>
            </p:nvSpPr>
            <p:spPr>
              <a:xfrm>
                <a:off x="4461542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4" name="pg3404">
                <a:extLst>
                  <a:ext uri="{FF2B5EF4-FFF2-40B4-BE49-F238E27FC236}">
                    <a16:creationId xmlns:a16="http://schemas.microsoft.com/office/drawing/2014/main" id="{F8DE5DCD-5574-74FD-E91B-221A03611A71}"/>
                  </a:ext>
                </a:extLst>
              </p:cNvPr>
              <p:cNvSpPr/>
              <p:nvPr/>
            </p:nvSpPr>
            <p:spPr>
              <a:xfrm>
                <a:off x="447317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5" name="pg3405">
                <a:extLst>
                  <a:ext uri="{FF2B5EF4-FFF2-40B4-BE49-F238E27FC236}">
                    <a16:creationId xmlns:a16="http://schemas.microsoft.com/office/drawing/2014/main" id="{0D9D8144-4CE8-4601-5A7F-AB59C92697C3}"/>
                  </a:ext>
                </a:extLst>
              </p:cNvPr>
              <p:cNvSpPr/>
              <p:nvPr/>
            </p:nvSpPr>
            <p:spPr>
              <a:xfrm>
                <a:off x="4484816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6" name="pg3406">
                <a:extLst>
                  <a:ext uri="{FF2B5EF4-FFF2-40B4-BE49-F238E27FC236}">
                    <a16:creationId xmlns:a16="http://schemas.microsoft.com/office/drawing/2014/main" id="{97A70523-F213-6FD0-89FA-7C6A22C3CBE9}"/>
                  </a:ext>
                </a:extLst>
              </p:cNvPr>
              <p:cNvSpPr/>
              <p:nvPr/>
            </p:nvSpPr>
            <p:spPr>
              <a:xfrm>
                <a:off x="4647739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7" name="pg3407">
                <a:extLst>
                  <a:ext uri="{FF2B5EF4-FFF2-40B4-BE49-F238E27FC236}">
                    <a16:creationId xmlns:a16="http://schemas.microsoft.com/office/drawing/2014/main" id="{5CA84E0E-F7C0-5F17-1308-A0DC5304741E}"/>
                  </a:ext>
                </a:extLst>
              </p:cNvPr>
              <p:cNvSpPr/>
              <p:nvPr/>
            </p:nvSpPr>
            <p:spPr>
              <a:xfrm>
                <a:off x="4659376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8" name="pg3408">
                <a:extLst>
                  <a:ext uri="{FF2B5EF4-FFF2-40B4-BE49-F238E27FC236}">
                    <a16:creationId xmlns:a16="http://schemas.microsoft.com/office/drawing/2014/main" id="{6BCE9BD8-AE0C-5493-560E-F1255A3CDC9C}"/>
                  </a:ext>
                </a:extLst>
              </p:cNvPr>
              <p:cNvSpPr/>
              <p:nvPr/>
            </p:nvSpPr>
            <p:spPr>
              <a:xfrm>
                <a:off x="4671013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09" name="pg3409">
                <a:extLst>
                  <a:ext uri="{FF2B5EF4-FFF2-40B4-BE49-F238E27FC236}">
                    <a16:creationId xmlns:a16="http://schemas.microsoft.com/office/drawing/2014/main" id="{F39769D6-F64B-F87A-CEB2-BEE21B293D08}"/>
                  </a:ext>
                </a:extLst>
              </p:cNvPr>
              <p:cNvSpPr/>
              <p:nvPr/>
            </p:nvSpPr>
            <p:spPr>
              <a:xfrm>
                <a:off x="4682651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0" name="pg3410">
                <a:extLst>
                  <a:ext uri="{FF2B5EF4-FFF2-40B4-BE49-F238E27FC236}">
                    <a16:creationId xmlns:a16="http://schemas.microsoft.com/office/drawing/2014/main" id="{6AF11E3F-124E-4C3B-B93A-EF3164D2A882}"/>
                  </a:ext>
                </a:extLst>
              </p:cNvPr>
              <p:cNvSpPr/>
              <p:nvPr/>
            </p:nvSpPr>
            <p:spPr>
              <a:xfrm>
                <a:off x="4694288" y="505310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1" name="pg3411">
                <a:extLst>
                  <a:ext uri="{FF2B5EF4-FFF2-40B4-BE49-F238E27FC236}">
                    <a16:creationId xmlns:a16="http://schemas.microsoft.com/office/drawing/2014/main" id="{E5D30973-373C-C942-E815-A50D788045FD}"/>
                  </a:ext>
                </a:extLst>
              </p:cNvPr>
              <p:cNvSpPr/>
              <p:nvPr/>
            </p:nvSpPr>
            <p:spPr>
              <a:xfrm>
                <a:off x="2820678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2" name="pg3412">
                <a:extLst>
                  <a:ext uri="{FF2B5EF4-FFF2-40B4-BE49-F238E27FC236}">
                    <a16:creationId xmlns:a16="http://schemas.microsoft.com/office/drawing/2014/main" id="{C5FDEBBD-F5FA-CC32-3A68-B32146DD971F}"/>
                  </a:ext>
                </a:extLst>
              </p:cNvPr>
              <p:cNvSpPr/>
              <p:nvPr/>
            </p:nvSpPr>
            <p:spPr>
              <a:xfrm>
                <a:off x="283231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3" name="pg3413">
                <a:extLst>
                  <a:ext uri="{FF2B5EF4-FFF2-40B4-BE49-F238E27FC236}">
                    <a16:creationId xmlns:a16="http://schemas.microsoft.com/office/drawing/2014/main" id="{53719F6C-5A5B-EA20-A90B-A87F8FD30E29}"/>
                  </a:ext>
                </a:extLst>
              </p:cNvPr>
              <p:cNvSpPr/>
              <p:nvPr/>
            </p:nvSpPr>
            <p:spPr>
              <a:xfrm>
                <a:off x="2843953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4" name="pg3414">
                <a:extLst>
                  <a:ext uri="{FF2B5EF4-FFF2-40B4-BE49-F238E27FC236}">
                    <a16:creationId xmlns:a16="http://schemas.microsoft.com/office/drawing/2014/main" id="{E9B1901A-CE7D-C278-3920-F5801ACC0A66}"/>
                  </a:ext>
                </a:extLst>
              </p:cNvPr>
              <p:cNvSpPr/>
              <p:nvPr/>
            </p:nvSpPr>
            <p:spPr>
              <a:xfrm>
                <a:off x="2855590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5" name="pg3415">
                <a:extLst>
                  <a:ext uri="{FF2B5EF4-FFF2-40B4-BE49-F238E27FC236}">
                    <a16:creationId xmlns:a16="http://schemas.microsoft.com/office/drawing/2014/main" id="{A320C28B-AE85-BF55-8505-DEF6F8A8CEFC}"/>
                  </a:ext>
                </a:extLst>
              </p:cNvPr>
              <p:cNvSpPr/>
              <p:nvPr/>
            </p:nvSpPr>
            <p:spPr>
              <a:xfrm>
                <a:off x="286722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8">
                  <a:alpha val="100000"/>
                </a:srgbClr>
              </a:solidFill>
              <a:ln w="5420" cap="flat">
                <a:solidFill>
                  <a:srgbClr val="3B38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6" name="pg3416">
                <a:extLst>
                  <a:ext uri="{FF2B5EF4-FFF2-40B4-BE49-F238E27FC236}">
                    <a16:creationId xmlns:a16="http://schemas.microsoft.com/office/drawing/2014/main" id="{57A713BD-8653-A749-D020-993132828F94}"/>
                  </a:ext>
                </a:extLst>
              </p:cNvPr>
              <p:cNvSpPr/>
              <p:nvPr/>
            </p:nvSpPr>
            <p:spPr>
              <a:xfrm>
                <a:off x="287886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7" name="pg3417">
                <a:extLst>
                  <a:ext uri="{FF2B5EF4-FFF2-40B4-BE49-F238E27FC236}">
                    <a16:creationId xmlns:a16="http://schemas.microsoft.com/office/drawing/2014/main" id="{BEED00C2-5EB7-5E2B-AAA2-C4D7A300FD30}"/>
                  </a:ext>
                </a:extLst>
              </p:cNvPr>
              <p:cNvSpPr/>
              <p:nvPr/>
            </p:nvSpPr>
            <p:spPr>
              <a:xfrm>
                <a:off x="289050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8" name="pg3418">
                <a:extLst>
                  <a:ext uri="{FF2B5EF4-FFF2-40B4-BE49-F238E27FC236}">
                    <a16:creationId xmlns:a16="http://schemas.microsoft.com/office/drawing/2014/main" id="{7DE7C2F1-E980-087F-ADF8-1FEA0C42A552}"/>
                  </a:ext>
                </a:extLst>
              </p:cNvPr>
              <p:cNvSpPr/>
              <p:nvPr/>
            </p:nvSpPr>
            <p:spPr>
              <a:xfrm>
                <a:off x="2902139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19" name="pg3419">
                <a:extLst>
                  <a:ext uri="{FF2B5EF4-FFF2-40B4-BE49-F238E27FC236}">
                    <a16:creationId xmlns:a16="http://schemas.microsoft.com/office/drawing/2014/main" id="{4A316786-C7EC-AAFC-B88A-C89FBF0DB398}"/>
                  </a:ext>
                </a:extLst>
              </p:cNvPr>
              <p:cNvSpPr/>
              <p:nvPr/>
            </p:nvSpPr>
            <p:spPr>
              <a:xfrm>
                <a:off x="291377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867">
                  <a:alpha val="100000"/>
                </a:srgbClr>
              </a:solidFill>
              <a:ln w="5420" cap="flat">
                <a:solidFill>
                  <a:srgbClr val="3B386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0" name="pg3420">
                <a:extLst>
                  <a:ext uri="{FF2B5EF4-FFF2-40B4-BE49-F238E27FC236}">
                    <a16:creationId xmlns:a16="http://schemas.microsoft.com/office/drawing/2014/main" id="{5C8FD591-832F-CA5B-4407-50DA348083F1}"/>
                  </a:ext>
                </a:extLst>
              </p:cNvPr>
              <p:cNvSpPr/>
              <p:nvPr/>
            </p:nvSpPr>
            <p:spPr>
              <a:xfrm>
                <a:off x="441499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1" name="pg3421">
                <a:extLst>
                  <a:ext uri="{FF2B5EF4-FFF2-40B4-BE49-F238E27FC236}">
                    <a16:creationId xmlns:a16="http://schemas.microsoft.com/office/drawing/2014/main" id="{B87FD4A7-7931-45DE-3061-7EDF18E57FAA}"/>
                  </a:ext>
                </a:extLst>
              </p:cNvPr>
              <p:cNvSpPr/>
              <p:nvPr/>
            </p:nvSpPr>
            <p:spPr>
              <a:xfrm>
                <a:off x="4426630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2" name="pg3422">
                <a:extLst>
                  <a:ext uri="{FF2B5EF4-FFF2-40B4-BE49-F238E27FC236}">
                    <a16:creationId xmlns:a16="http://schemas.microsoft.com/office/drawing/2014/main" id="{AC439C99-515E-7885-FA81-CA8C5CA8EB82}"/>
                  </a:ext>
                </a:extLst>
              </p:cNvPr>
              <p:cNvSpPr/>
              <p:nvPr/>
            </p:nvSpPr>
            <p:spPr>
              <a:xfrm>
                <a:off x="4438267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3" name="pg3423">
                <a:extLst>
                  <a:ext uri="{FF2B5EF4-FFF2-40B4-BE49-F238E27FC236}">
                    <a16:creationId xmlns:a16="http://schemas.microsoft.com/office/drawing/2014/main" id="{0C46C4A2-BF86-2B6C-EFC1-35219CD3F42C}"/>
                  </a:ext>
                </a:extLst>
              </p:cNvPr>
              <p:cNvSpPr/>
              <p:nvPr/>
            </p:nvSpPr>
            <p:spPr>
              <a:xfrm>
                <a:off x="4449904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4" name="pg3424">
                <a:extLst>
                  <a:ext uri="{FF2B5EF4-FFF2-40B4-BE49-F238E27FC236}">
                    <a16:creationId xmlns:a16="http://schemas.microsoft.com/office/drawing/2014/main" id="{E4846166-B51F-C212-61C5-DC00CF1D4805}"/>
                  </a:ext>
                </a:extLst>
              </p:cNvPr>
              <p:cNvSpPr/>
              <p:nvPr/>
            </p:nvSpPr>
            <p:spPr>
              <a:xfrm>
                <a:off x="4461542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5" name="pg3425">
                <a:extLst>
                  <a:ext uri="{FF2B5EF4-FFF2-40B4-BE49-F238E27FC236}">
                    <a16:creationId xmlns:a16="http://schemas.microsoft.com/office/drawing/2014/main" id="{2342C92F-914F-3CB9-9B1D-7FF227A9A69F}"/>
                  </a:ext>
                </a:extLst>
              </p:cNvPr>
              <p:cNvSpPr/>
              <p:nvPr/>
            </p:nvSpPr>
            <p:spPr>
              <a:xfrm>
                <a:off x="4473179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6" name="pg3426">
                <a:extLst>
                  <a:ext uri="{FF2B5EF4-FFF2-40B4-BE49-F238E27FC236}">
                    <a16:creationId xmlns:a16="http://schemas.microsoft.com/office/drawing/2014/main" id="{6365AFF5-4993-9C15-ED9C-B1B6CF3D9486}"/>
                  </a:ext>
                </a:extLst>
              </p:cNvPr>
              <p:cNvSpPr/>
              <p:nvPr/>
            </p:nvSpPr>
            <p:spPr>
              <a:xfrm>
                <a:off x="4659376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7" name="pg3427">
                <a:extLst>
                  <a:ext uri="{FF2B5EF4-FFF2-40B4-BE49-F238E27FC236}">
                    <a16:creationId xmlns:a16="http://schemas.microsoft.com/office/drawing/2014/main" id="{18AA485D-9D05-3FF2-4EFD-D138FD338C86}"/>
                  </a:ext>
                </a:extLst>
              </p:cNvPr>
              <p:cNvSpPr/>
              <p:nvPr/>
            </p:nvSpPr>
            <p:spPr>
              <a:xfrm>
                <a:off x="4671013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8" name="pg3428">
                <a:extLst>
                  <a:ext uri="{FF2B5EF4-FFF2-40B4-BE49-F238E27FC236}">
                    <a16:creationId xmlns:a16="http://schemas.microsoft.com/office/drawing/2014/main" id="{FD33FBF1-2E3B-45F8-986A-DA244EC2CAE6}"/>
                  </a:ext>
                </a:extLst>
              </p:cNvPr>
              <p:cNvSpPr/>
              <p:nvPr/>
            </p:nvSpPr>
            <p:spPr>
              <a:xfrm>
                <a:off x="4682651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29" name="pg3429">
                <a:extLst>
                  <a:ext uri="{FF2B5EF4-FFF2-40B4-BE49-F238E27FC236}">
                    <a16:creationId xmlns:a16="http://schemas.microsoft.com/office/drawing/2014/main" id="{E8E18BF0-2C19-2C20-B959-EF668AC16568}"/>
                  </a:ext>
                </a:extLst>
              </p:cNvPr>
              <p:cNvSpPr/>
              <p:nvPr/>
            </p:nvSpPr>
            <p:spPr>
              <a:xfrm>
                <a:off x="4694288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0" name="pg3430">
                <a:extLst>
                  <a:ext uri="{FF2B5EF4-FFF2-40B4-BE49-F238E27FC236}">
                    <a16:creationId xmlns:a16="http://schemas.microsoft.com/office/drawing/2014/main" id="{50792A6D-40F4-965F-964D-1121ED295BFF}"/>
                  </a:ext>
                </a:extLst>
              </p:cNvPr>
              <p:cNvSpPr/>
              <p:nvPr/>
            </p:nvSpPr>
            <p:spPr>
              <a:xfrm>
                <a:off x="4705925" y="506741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1" name="pg3431">
                <a:extLst>
                  <a:ext uri="{FF2B5EF4-FFF2-40B4-BE49-F238E27FC236}">
                    <a16:creationId xmlns:a16="http://schemas.microsoft.com/office/drawing/2014/main" id="{45DC951E-8B79-A1A2-D590-175631250E5D}"/>
                  </a:ext>
                </a:extLst>
              </p:cNvPr>
              <p:cNvSpPr/>
              <p:nvPr/>
            </p:nvSpPr>
            <p:spPr>
              <a:xfrm>
                <a:off x="2820678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2" name="pg3432">
                <a:extLst>
                  <a:ext uri="{FF2B5EF4-FFF2-40B4-BE49-F238E27FC236}">
                    <a16:creationId xmlns:a16="http://schemas.microsoft.com/office/drawing/2014/main" id="{02D96064-7D75-23E2-E974-F2284825702A}"/>
                  </a:ext>
                </a:extLst>
              </p:cNvPr>
              <p:cNvSpPr/>
              <p:nvPr/>
            </p:nvSpPr>
            <p:spPr>
              <a:xfrm>
                <a:off x="283231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3" name="pg3433">
                <a:extLst>
                  <a:ext uri="{FF2B5EF4-FFF2-40B4-BE49-F238E27FC236}">
                    <a16:creationId xmlns:a16="http://schemas.microsoft.com/office/drawing/2014/main" id="{948F0080-943B-36B7-7979-AAE36C5815B1}"/>
                  </a:ext>
                </a:extLst>
              </p:cNvPr>
              <p:cNvSpPr/>
              <p:nvPr/>
            </p:nvSpPr>
            <p:spPr>
              <a:xfrm>
                <a:off x="2843953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4" name="pg3434">
                <a:extLst>
                  <a:ext uri="{FF2B5EF4-FFF2-40B4-BE49-F238E27FC236}">
                    <a16:creationId xmlns:a16="http://schemas.microsoft.com/office/drawing/2014/main" id="{3974DAFB-0297-5CDF-9795-2FC259749372}"/>
                  </a:ext>
                </a:extLst>
              </p:cNvPr>
              <p:cNvSpPr/>
              <p:nvPr/>
            </p:nvSpPr>
            <p:spPr>
              <a:xfrm>
                <a:off x="2855590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5" name="pg3435">
                <a:extLst>
                  <a:ext uri="{FF2B5EF4-FFF2-40B4-BE49-F238E27FC236}">
                    <a16:creationId xmlns:a16="http://schemas.microsoft.com/office/drawing/2014/main" id="{A7AD66AB-B915-D025-166E-BC773FBEB72D}"/>
                  </a:ext>
                </a:extLst>
              </p:cNvPr>
              <p:cNvSpPr/>
              <p:nvPr/>
            </p:nvSpPr>
            <p:spPr>
              <a:xfrm>
                <a:off x="2867227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9">
                  <a:alpha val="100000"/>
                </a:srgbClr>
              </a:solidFill>
              <a:ln w="5420" cap="flat">
                <a:solidFill>
                  <a:srgbClr val="3B396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6" name="pg3436">
                <a:extLst>
                  <a:ext uri="{FF2B5EF4-FFF2-40B4-BE49-F238E27FC236}">
                    <a16:creationId xmlns:a16="http://schemas.microsoft.com/office/drawing/2014/main" id="{B0175D10-8168-374F-AF0D-E8CDEA771C51}"/>
                  </a:ext>
                </a:extLst>
              </p:cNvPr>
              <p:cNvSpPr/>
              <p:nvPr/>
            </p:nvSpPr>
            <p:spPr>
              <a:xfrm>
                <a:off x="287886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7" name="pg3437">
                <a:extLst>
                  <a:ext uri="{FF2B5EF4-FFF2-40B4-BE49-F238E27FC236}">
                    <a16:creationId xmlns:a16="http://schemas.microsoft.com/office/drawing/2014/main" id="{6E969F0E-D790-730A-5E01-C7E86A64E436}"/>
                  </a:ext>
                </a:extLst>
              </p:cNvPr>
              <p:cNvSpPr/>
              <p:nvPr/>
            </p:nvSpPr>
            <p:spPr>
              <a:xfrm>
                <a:off x="289050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8" name="pg3438">
                <a:extLst>
                  <a:ext uri="{FF2B5EF4-FFF2-40B4-BE49-F238E27FC236}">
                    <a16:creationId xmlns:a16="http://schemas.microsoft.com/office/drawing/2014/main" id="{BE184094-F61C-7128-E769-ED1D33BEF803}"/>
                  </a:ext>
                </a:extLst>
              </p:cNvPr>
              <p:cNvSpPr/>
              <p:nvPr/>
            </p:nvSpPr>
            <p:spPr>
              <a:xfrm>
                <a:off x="2902139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968">
                  <a:alpha val="100000"/>
                </a:srgbClr>
              </a:solidFill>
              <a:ln w="5420" cap="flat">
                <a:solidFill>
                  <a:srgbClr val="3B396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39" name="pg3439">
                <a:extLst>
                  <a:ext uri="{FF2B5EF4-FFF2-40B4-BE49-F238E27FC236}">
                    <a16:creationId xmlns:a16="http://schemas.microsoft.com/office/drawing/2014/main" id="{FA54CEF1-D933-77EF-DB06-4669237E05A2}"/>
                  </a:ext>
                </a:extLst>
              </p:cNvPr>
              <p:cNvSpPr/>
              <p:nvPr/>
            </p:nvSpPr>
            <p:spPr>
              <a:xfrm>
                <a:off x="441499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C">
                  <a:alpha val="100000"/>
                </a:srgbClr>
              </a:solidFill>
              <a:ln w="5420" cap="flat">
                <a:solidFill>
                  <a:srgbClr val="395F9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0" name="pg3440">
                <a:extLst>
                  <a:ext uri="{FF2B5EF4-FFF2-40B4-BE49-F238E27FC236}">
                    <a16:creationId xmlns:a16="http://schemas.microsoft.com/office/drawing/2014/main" id="{98FB95B7-D2E4-FD0B-FC7A-E588F1A968B4}"/>
                  </a:ext>
                </a:extLst>
              </p:cNvPr>
              <p:cNvSpPr/>
              <p:nvPr/>
            </p:nvSpPr>
            <p:spPr>
              <a:xfrm>
                <a:off x="4426630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1" name="pg3441">
                <a:extLst>
                  <a:ext uri="{FF2B5EF4-FFF2-40B4-BE49-F238E27FC236}">
                    <a16:creationId xmlns:a16="http://schemas.microsoft.com/office/drawing/2014/main" id="{BB1451C1-D6BD-94EB-D0AF-6A66AC2709CF}"/>
                  </a:ext>
                </a:extLst>
              </p:cNvPr>
              <p:cNvSpPr/>
              <p:nvPr/>
            </p:nvSpPr>
            <p:spPr>
              <a:xfrm>
                <a:off x="4438267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2" name="pg3442">
                <a:extLst>
                  <a:ext uri="{FF2B5EF4-FFF2-40B4-BE49-F238E27FC236}">
                    <a16:creationId xmlns:a16="http://schemas.microsoft.com/office/drawing/2014/main" id="{E8765E9C-F1C7-2A10-CB59-E5D55027A9EF}"/>
                  </a:ext>
                </a:extLst>
              </p:cNvPr>
              <p:cNvSpPr/>
              <p:nvPr/>
            </p:nvSpPr>
            <p:spPr>
              <a:xfrm>
                <a:off x="4449904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3" name="pg3443">
                <a:extLst>
                  <a:ext uri="{FF2B5EF4-FFF2-40B4-BE49-F238E27FC236}">
                    <a16:creationId xmlns:a16="http://schemas.microsoft.com/office/drawing/2014/main" id="{D624A1A4-01FF-A23E-9351-67B3F64114A4}"/>
                  </a:ext>
                </a:extLst>
              </p:cNvPr>
              <p:cNvSpPr/>
              <p:nvPr/>
            </p:nvSpPr>
            <p:spPr>
              <a:xfrm>
                <a:off x="4461542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4" name="pg3444">
                <a:extLst>
                  <a:ext uri="{FF2B5EF4-FFF2-40B4-BE49-F238E27FC236}">
                    <a16:creationId xmlns:a16="http://schemas.microsoft.com/office/drawing/2014/main" id="{2A1A0989-EE29-AF63-DAFA-085F60FA1670}"/>
                  </a:ext>
                </a:extLst>
              </p:cNvPr>
              <p:cNvSpPr/>
              <p:nvPr/>
            </p:nvSpPr>
            <p:spPr>
              <a:xfrm>
                <a:off x="4659376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5" name="pg3445">
                <a:extLst>
                  <a:ext uri="{FF2B5EF4-FFF2-40B4-BE49-F238E27FC236}">
                    <a16:creationId xmlns:a16="http://schemas.microsoft.com/office/drawing/2014/main" id="{F416CEFC-9449-DBEF-1D16-2D6EE26937A4}"/>
                  </a:ext>
                </a:extLst>
              </p:cNvPr>
              <p:cNvSpPr/>
              <p:nvPr/>
            </p:nvSpPr>
            <p:spPr>
              <a:xfrm>
                <a:off x="4671013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6" name="pg3446">
                <a:extLst>
                  <a:ext uri="{FF2B5EF4-FFF2-40B4-BE49-F238E27FC236}">
                    <a16:creationId xmlns:a16="http://schemas.microsoft.com/office/drawing/2014/main" id="{90930E22-774B-8174-D977-9563947647FE}"/>
                  </a:ext>
                </a:extLst>
              </p:cNvPr>
              <p:cNvSpPr/>
              <p:nvPr/>
            </p:nvSpPr>
            <p:spPr>
              <a:xfrm>
                <a:off x="4682651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7" name="pg3447">
                <a:extLst>
                  <a:ext uri="{FF2B5EF4-FFF2-40B4-BE49-F238E27FC236}">
                    <a16:creationId xmlns:a16="http://schemas.microsoft.com/office/drawing/2014/main" id="{82069FC5-866B-C72B-F249-40E0D3F45B97}"/>
                  </a:ext>
                </a:extLst>
              </p:cNvPr>
              <p:cNvSpPr/>
              <p:nvPr/>
            </p:nvSpPr>
            <p:spPr>
              <a:xfrm>
                <a:off x="4694288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8" name="pg3448">
                <a:extLst>
                  <a:ext uri="{FF2B5EF4-FFF2-40B4-BE49-F238E27FC236}">
                    <a16:creationId xmlns:a16="http://schemas.microsoft.com/office/drawing/2014/main" id="{5C772F89-6DD3-4B07-A583-A1EF6F8400BD}"/>
                  </a:ext>
                </a:extLst>
              </p:cNvPr>
              <p:cNvSpPr/>
              <p:nvPr/>
            </p:nvSpPr>
            <p:spPr>
              <a:xfrm>
                <a:off x="4705925" y="50817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49" name="pg3449">
                <a:extLst>
                  <a:ext uri="{FF2B5EF4-FFF2-40B4-BE49-F238E27FC236}">
                    <a16:creationId xmlns:a16="http://schemas.microsoft.com/office/drawing/2014/main" id="{83060750-003A-2094-B630-5263695CEE57}"/>
                  </a:ext>
                </a:extLst>
              </p:cNvPr>
              <p:cNvSpPr/>
              <p:nvPr/>
            </p:nvSpPr>
            <p:spPr>
              <a:xfrm>
                <a:off x="2820678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0" name="pg3450">
                <a:extLst>
                  <a:ext uri="{FF2B5EF4-FFF2-40B4-BE49-F238E27FC236}">
                    <a16:creationId xmlns:a16="http://schemas.microsoft.com/office/drawing/2014/main" id="{648F39F4-2D1B-1C99-0302-FD96D873FCCB}"/>
                  </a:ext>
                </a:extLst>
              </p:cNvPr>
              <p:cNvSpPr/>
              <p:nvPr/>
            </p:nvSpPr>
            <p:spPr>
              <a:xfrm>
                <a:off x="283231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1" name="pg3451">
                <a:extLst>
                  <a:ext uri="{FF2B5EF4-FFF2-40B4-BE49-F238E27FC236}">
                    <a16:creationId xmlns:a16="http://schemas.microsoft.com/office/drawing/2014/main" id="{11DF7B06-B720-5C14-972C-69626DE3BFEB}"/>
                  </a:ext>
                </a:extLst>
              </p:cNvPr>
              <p:cNvSpPr/>
              <p:nvPr/>
            </p:nvSpPr>
            <p:spPr>
              <a:xfrm>
                <a:off x="284395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2" name="pg3452">
                <a:extLst>
                  <a:ext uri="{FF2B5EF4-FFF2-40B4-BE49-F238E27FC236}">
                    <a16:creationId xmlns:a16="http://schemas.microsoft.com/office/drawing/2014/main" id="{4C23FFC1-F89B-A856-F4BB-76820C69204C}"/>
                  </a:ext>
                </a:extLst>
              </p:cNvPr>
              <p:cNvSpPr/>
              <p:nvPr/>
            </p:nvSpPr>
            <p:spPr>
              <a:xfrm>
                <a:off x="2855590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3" name="pg3453">
                <a:extLst>
                  <a:ext uri="{FF2B5EF4-FFF2-40B4-BE49-F238E27FC236}">
                    <a16:creationId xmlns:a16="http://schemas.microsoft.com/office/drawing/2014/main" id="{E7D38D84-3561-4F5F-09BC-21836A246838}"/>
                  </a:ext>
                </a:extLst>
              </p:cNvPr>
              <p:cNvSpPr/>
              <p:nvPr/>
            </p:nvSpPr>
            <p:spPr>
              <a:xfrm>
                <a:off x="2867227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B">
                  <a:alpha val="100000"/>
                </a:srgbClr>
              </a:solidFill>
              <a:ln w="5420" cap="flat">
                <a:solidFill>
                  <a:srgbClr val="3B3A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4" name="pg3454">
                <a:extLst>
                  <a:ext uri="{FF2B5EF4-FFF2-40B4-BE49-F238E27FC236}">
                    <a16:creationId xmlns:a16="http://schemas.microsoft.com/office/drawing/2014/main" id="{34E531C1-95C2-B155-9249-DD9D1B769222}"/>
                  </a:ext>
                </a:extLst>
              </p:cNvPr>
              <p:cNvSpPr/>
              <p:nvPr/>
            </p:nvSpPr>
            <p:spPr>
              <a:xfrm>
                <a:off x="287886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5" name="pg3455">
                <a:extLst>
                  <a:ext uri="{FF2B5EF4-FFF2-40B4-BE49-F238E27FC236}">
                    <a16:creationId xmlns:a16="http://schemas.microsoft.com/office/drawing/2014/main" id="{2A121205-F3BD-323D-4B03-EA1259CEE71C}"/>
                  </a:ext>
                </a:extLst>
              </p:cNvPr>
              <p:cNvSpPr/>
              <p:nvPr/>
            </p:nvSpPr>
            <p:spPr>
              <a:xfrm>
                <a:off x="289050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6" name="pg3456">
                <a:extLst>
                  <a:ext uri="{FF2B5EF4-FFF2-40B4-BE49-F238E27FC236}">
                    <a16:creationId xmlns:a16="http://schemas.microsoft.com/office/drawing/2014/main" id="{4EAE2248-1707-FC37-1EAB-2D32A996EC48}"/>
                  </a:ext>
                </a:extLst>
              </p:cNvPr>
              <p:cNvSpPr/>
              <p:nvPr/>
            </p:nvSpPr>
            <p:spPr>
              <a:xfrm>
                <a:off x="2902139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A6A">
                  <a:alpha val="100000"/>
                </a:srgbClr>
              </a:solidFill>
              <a:ln w="5420" cap="flat">
                <a:solidFill>
                  <a:srgbClr val="3B3A6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7" name="pg3457">
                <a:extLst>
                  <a:ext uri="{FF2B5EF4-FFF2-40B4-BE49-F238E27FC236}">
                    <a16:creationId xmlns:a16="http://schemas.microsoft.com/office/drawing/2014/main" id="{F3ADBF63-58C3-F2FB-D0BA-B6B97E9B968D}"/>
                  </a:ext>
                </a:extLst>
              </p:cNvPr>
              <p:cNvSpPr/>
              <p:nvPr/>
            </p:nvSpPr>
            <p:spPr>
              <a:xfrm>
                <a:off x="441499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5F9D">
                  <a:alpha val="100000"/>
                </a:srgbClr>
              </a:solidFill>
              <a:ln w="5420" cap="flat">
                <a:solidFill>
                  <a:srgbClr val="395F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8" name="pg3458">
                <a:extLst>
                  <a:ext uri="{FF2B5EF4-FFF2-40B4-BE49-F238E27FC236}">
                    <a16:creationId xmlns:a16="http://schemas.microsoft.com/office/drawing/2014/main" id="{877F68FA-99E8-69B1-5F4B-A0CC7395BF4D}"/>
                  </a:ext>
                </a:extLst>
              </p:cNvPr>
              <p:cNvSpPr/>
              <p:nvPr/>
            </p:nvSpPr>
            <p:spPr>
              <a:xfrm>
                <a:off x="4426630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59" name="pg3459">
                <a:extLst>
                  <a:ext uri="{FF2B5EF4-FFF2-40B4-BE49-F238E27FC236}">
                    <a16:creationId xmlns:a16="http://schemas.microsoft.com/office/drawing/2014/main" id="{B2F707C1-58DD-9154-CD63-8D47CDDF2A06}"/>
                  </a:ext>
                </a:extLst>
              </p:cNvPr>
              <p:cNvSpPr/>
              <p:nvPr/>
            </p:nvSpPr>
            <p:spPr>
              <a:xfrm>
                <a:off x="4438267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0" name="pg3460">
                <a:extLst>
                  <a:ext uri="{FF2B5EF4-FFF2-40B4-BE49-F238E27FC236}">
                    <a16:creationId xmlns:a16="http://schemas.microsoft.com/office/drawing/2014/main" id="{706575BF-5BEA-7026-E4A9-202913E6B882}"/>
                  </a:ext>
                </a:extLst>
              </p:cNvPr>
              <p:cNvSpPr/>
              <p:nvPr/>
            </p:nvSpPr>
            <p:spPr>
              <a:xfrm>
                <a:off x="4449904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1" name="pg3461">
                <a:extLst>
                  <a:ext uri="{FF2B5EF4-FFF2-40B4-BE49-F238E27FC236}">
                    <a16:creationId xmlns:a16="http://schemas.microsoft.com/office/drawing/2014/main" id="{BDA526A0-BCD8-9483-AA60-FC1C4B9A43F4}"/>
                  </a:ext>
                </a:extLst>
              </p:cNvPr>
              <p:cNvSpPr/>
              <p:nvPr/>
            </p:nvSpPr>
            <p:spPr>
              <a:xfrm>
                <a:off x="4461542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2" name="pg3462">
                <a:extLst>
                  <a:ext uri="{FF2B5EF4-FFF2-40B4-BE49-F238E27FC236}">
                    <a16:creationId xmlns:a16="http://schemas.microsoft.com/office/drawing/2014/main" id="{1630F168-6D6D-15F6-255F-F327677C4DC9}"/>
                  </a:ext>
                </a:extLst>
              </p:cNvPr>
              <p:cNvSpPr/>
              <p:nvPr/>
            </p:nvSpPr>
            <p:spPr>
              <a:xfrm>
                <a:off x="4473179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3" name="pg3463">
                <a:extLst>
                  <a:ext uri="{FF2B5EF4-FFF2-40B4-BE49-F238E27FC236}">
                    <a16:creationId xmlns:a16="http://schemas.microsoft.com/office/drawing/2014/main" id="{1ABF08CC-12FA-600F-D7B3-33498F82E711}"/>
                  </a:ext>
                </a:extLst>
              </p:cNvPr>
              <p:cNvSpPr/>
              <p:nvPr/>
            </p:nvSpPr>
            <p:spPr>
              <a:xfrm>
                <a:off x="467101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4" name="pg3464">
                <a:extLst>
                  <a:ext uri="{FF2B5EF4-FFF2-40B4-BE49-F238E27FC236}">
                    <a16:creationId xmlns:a16="http://schemas.microsoft.com/office/drawing/2014/main" id="{E6ABC994-7849-DA67-9ED3-5B43D4B53577}"/>
                  </a:ext>
                </a:extLst>
              </p:cNvPr>
              <p:cNvSpPr/>
              <p:nvPr/>
            </p:nvSpPr>
            <p:spPr>
              <a:xfrm>
                <a:off x="4682651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5" name="pg3465">
                <a:extLst>
                  <a:ext uri="{FF2B5EF4-FFF2-40B4-BE49-F238E27FC236}">
                    <a16:creationId xmlns:a16="http://schemas.microsoft.com/office/drawing/2014/main" id="{182D36C1-8DC4-DD4E-C76A-C87309E10666}"/>
                  </a:ext>
                </a:extLst>
              </p:cNvPr>
              <p:cNvSpPr/>
              <p:nvPr/>
            </p:nvSpPr>
            <p:spPr>
              <a:xfrm>
                <a:off x="4694288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6" name="pg3466">
                <a:extLst>
                  <a:ext uri="{FF2B5EF4-FFF2-40B4-BE49-F238E27FC236}">
                    <a16:creationId xmlns:a16="http://schemas.microsoft.com/office/drawing/2014/main" id="{D71675CF-7442-1C7F-4E72-2D5EB1554040}"/>
                  </a:ext>
                </a:extLst>
              </p:cNvPr>
              <p:cNvSpPr/>
              <p:nvPr/>
            </p:nvSpPr>
            <p:spPr>
              <a:xfrm>
                <a:off x="4705925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7" name="pg3467">
                <a:extLst>
                  <a:ext uri="{FF2B5EF4-FFF2-40B4-BE49-F238E27FC236}">
                    <a16:creationId xmlns:a16="http://schemas.microsoft.com/office/drawing/2014/main" id="{F04D58F4-CF02-F704-79FF-48A1CADC1719}"/>
                  </a:ext>
                </a:extLst>
              </p:cNvPr>
              <p:cNvSpPr/>
              <p:nvPr/>
            </p:nvSpPr>
            <p:spPr>
              <a:xfrm>
                <a:off x="4717563" y="509601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8" name="pg3468">
                <a:extLst>
                  <a:ext uri="{FF2B5EF4-FFF2-40B4-BE49-F238E27FC236}">
                    <a16:creationId xmlns:a16="http://schemas.microsoft.com/office/drawing/2014/main" id="{09B4850E-3CF0-1D79-AB36-E4BA71C04F96}"/>
                  </a:ext>
                </a:extLst>
              </p:cNvPr>
              <p:cNvSpPr/>
              <p:nvPr/>
            </p:nvSpPr>
            <p:spPr>
              <a:xfrm>
                <a:off x="283231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C">
                  <a:alpha val="100000"/>
                </a:srgbClr>
              </a:solidFill>
              <a:ln w="5420" cap="flat">
                <a:solidFill>
                  <a:srgbClr val="3B3C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69" name="pg3469">
                <a:extLst>
                  <a:ext uri="{FF2B5EF4-FFF2-40B4-BE49-F238E27FC236}">
                    <a16:creationId xmlns:a16="http://schemas.microsoft.com/office/drawing/2014/main" id="{D9D59C72-FF0F-85AC-F115-EBCD0C6E6BF3}"/>
                  </a:ext>
                </a:extLst>
              </p:cNvPr>
              <p:cNvSpPr/>
              <p:nvPr/>
            </p:nvSpPr>
            <p:spPr>
              <a:xfrm>
                <a:off x="284395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0" name="pg3470">
                <a:extLst>
                  <a:ext uri="{FF2B5EF4-FFF2-40B4-BE49-F238E27FC236}">
                    <a16:creationId xmlns:a16="http://schemas.microsoft.com/office/drawing/2014/main" id="{525E4B94-F49F-0C26-EB9B-FC5D21D194DD}"/>
                  </a:ext>
                </a:extLst>
              </p:cNvPr>
              <p:cNvSpPr/>
              <p:nvPr/>
            </p:nvSpPr>
            <p:spPr>
              <a:xfrm>
                <a:off x="285559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1" name="pg3471">
                <a:extLst>
                  <a:ext uri="{FF2B5EF4-FFF2-40B4-BE49-F238E27FC236}">
                    <a16:creationId xmlns:a16="http://schemas.microsoft.com/office/drawing/2014/main" id="{3EBA8035-467A-4F32-BC55-3211EEACB994}"/>
                  </a:ext>
                </a:extLst>
              </p:cNvPr>
              <p:cNvSpPr/>
              <p:nvPr/>
            </p:nvSpPr>
            <p:spPr>
              <a:xfrm>
                <a:off x="2867227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2" name="pg3472">
                <a:extLst>
                  <a:ext uri="{FF2B5EF4-FFF2-40B4-BE49-F238E27FC236}">
                    <a16:creationId xmlns:a16="http://schemas.microsoft.com/office/drawing/2014/main" id="{8B6A7012-B4F9-56AC-6164-34E7B46957A5}"/>
                  </a:ext>
                </a:extLst>
              </p:cNvPr>
              <p:cNvSpPr/>
              <p:nvPr/>
            </p:nvSpPr>
            <p:spPr>
              <a:xfrm>
                <a:off x="287886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3" name="pg3473">
                <a:extLst>
                  <a:ext uri="{FF2B5EF4-FFF2-40B4-BE49-F238E27FC236}">
                    <a16:creationId xmlns:a16="http://schemas.microsoft.com/office/drawing/2014/main" id="{64AC86C5-05C2-BE5E-5D35-15098E1DE5DC}"/>
                  </a:ext>
                </a:extLst>
              </p:cNvPr>
              <p:cNvSpPr/>
              <p:nvPr/>
            </p:nvSpPr>
            <p:spPr>
              <a:xfrm>
                <a:off x="2890502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B">
                  <a:alpha val="100000"/>
                </a:srgbClr>
              </a:solidFill>
              <a:ln w="5420" cap="flat">
                <a:solidFill>
                  <a:srgbClr val="3B3B6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4" name="pg3474">
                <a:extLst>
                  <a:ext uri="{FF2B5EF4-FFF2-40B4-BE49-F238E27FC236}">
                    <a16:creationId xmlns:a16="http://schemas.microsoft.com/office/drawing/2014/main" id="{2202D027-0869-CCB8-2B9E-2B27B9B2867D}"/>
                  </a:ext>
                </a:extLst>
              </p:cNvPr>
              <p:cNvSpPr/>
              <p:nvPr/>
            </p:nvSpPr>
            <p:spPr>
              <a:xfrm>
                <a:off x="442663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5" name="pg3475">
                <a:extLst>
                  <a:ext uri="{FF2B5EF4-FFF2-40B4-BE49-F238E27FC236}">
                    <a16:creationId xmlns:a16="http://schemas.microsoft.com/office/drawing/2014/main" id="{717F5778-EA40-4B81-7391-658F19CD08EB}"/>
                  </a:ext>
                </a:extLst>
              </p:cNvPr>
              <p:cNvSpPr/>
              <p:nvPr/>
            </p:nvSpPr>
            <p:spPr>
              <a:xfrm>
                <a:off x="4438267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6" name="pg3476">
                <a:extLst>
                  <a:ext uri="{FF2B5EF4-FFF2-40B4-BE49-F238E27FC236}">
                    <a16:creationId xmlns:a16="http://schemas.microsoft.com/office/drawing/2014/main" id="{46F3E4E5-6073-639D-5A55-46CE77297330}"/>
                  </a:ext>
                </a:extLst>
              </p:cNvPr>
              <p:cNvSpPr/>
              <p:nvPr/>
            </p:nvSpPr>
            <p:spPr>
              <a:xfrm>
                <a:off x="4449904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7" name="pg3477">
                <a:extLst>
                  <a:ext uri="{FF2B5EF4-FFF2-40B4-BE49-F238E27FC236}">
                    <a16:creationId xmlns:a16="http://schemas.microsoft.com/office/drawing/2014/main" id="{21FB2F64-6CF0-7108-DA00-3BC191DDA11F}"/>
                  </a:ext>
                </a:extLst>
              </p:cNvPr>
              <p:cNvSpPr/>
              <p:nvPr/>
            </p:nvSpPr>
            <p:spPr>
              <a:xfrm>
                <a:off x="4461542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8" name="pg3478">
                <a:extLst>
                  <a:ext uri="{FF2B5EF4-FFF2-40B4-BE49-F238E27FC236}">
                    <a16:creationId xmlns:a16="http://schemas.microsoft.com/office/drawing/2014/main" id="{C92185CC-DFE0-3CCF-6CBD-CDE1D84A85F6}"/>
                  </a:ext>
                </a:extLst>
              </p:cNvPr>
              <p:cNvSpPr/>
              <p:nvPr/>
            </p:nvSpPr>
            <p:spPr>
              <a:xfrm>
                <a:off x="4473179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79" name="pg3479">
                <a:extLst>
                  <a:ext uri="{FF2B5EF4-FFF2-40B4-BE49-F238E27FC236}">
                    <a16:creationId xmlns:a16="http://schemas.microsoft.com/office/drawing/2014/main" id="{3E96649D-80EE-3A15-4067-6E71A21A69ED}"/>
                  </a:ext>
                </a:extLst>
              </p:cNvPr>
              <p:cNvSpPr/>
              <p:nvPr/>
            </p:nvSpPr>
            <p:spPr>
              <a:xfrm>
                <a:off x="467101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0" name="pg3480">
                <a:extLst>
                  <a:ext uri="{FF2B5EF4-FFF2-40B4-BE49-F238E27FC236}">
                    <a16:creationId xmlns:a16="http://schemas.microsoft.com/office/drawing/2014/main" id="{AC5A6430-D36C-46A4-A9A0-911AB465CFC1}"/>
                  </a:ext>
                </a:extLst>
              </p:cNvPr>
              <p:cNvSpPr/>
              <p:nvPr/>
            </p:nvSpPr>
            <p:spPr>
              <a:xfrm>
                <a:off x="4682651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1" name="pg3481">
                <a:extLst>
                  <a:ext uri="{FF2B5EF4-FFF2-40B4-BE49-F238E27FC236}">
                    <a16:creationId xmlns:a16="http://schemas.microsoft.com/office/drawing/2014/main" id="{DECAF6EB-DA87-04B9-C621-D59FE61C6A50}"/>
                  </a:ext>
                </a:extLst>
              </p:cNvPr>
              <p:cNvSpPr/>
              <p:nvPr/>
            </p:nvSpPr>
            <p:spPr>
              <a:xfrm>
                <a:off x="4694288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2" name="pg3482">
                <a:extLst>
                  <a:ext uri="{FF2B5EF4-FFF2-40B4-BE49-F238E27FC236}">
                    <a16:creationId xmlns:a16="http://schemas.microsoft.com/office/drawing/2014/main" id="{DA4E7B94-369D-3BEA-C17E-3266B7674B2D}"/>
                  </a:ext>
                </a:extLst>
              </p:cNvPr>
              <p:cNvSpPr/>
              <p:nvPr/>
            </p:nvSpPr>
            <p:spPr>
              <a:xfrm>
                <a:off x="4705925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3" name="pg3483">
                <a:extLst>
                  <a:ext uri="{FF2B5EF4-FFF2-40B4-BE49-F238E27FC236}">
                    <a16:creationId xmlns:a16="http://schemas.microsoft.com/office/drawing/2014/main" id="{1412E784-B0BD-FCD0-F5C0-8FF9C11F4FB7}"/>
                  </a:ext>
                </a:extLst>
              </p:cNvPr>
              <p:cNvSpPr/>
              <p:nvPr/>
            </p:nvSpPr>
            <p:spPr>
              <a:xfrm>
                <a:off x="4717563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4" name="pg3484">
                <a:extLst>
                  <a:ext uri="{FF2B5EF4-FFF2-40B4-BE49-F238E27FC236}">
                    <a16:creationId xmlns:a16="http://schemas.microsoft.com/office/drawing/2014/main" id="{A4EB90D1-E7E2-88AA-BCA6-518237CEB867}"/>
                  </a:ext>
                </a:extLst>
              </p:cNvPr>
              <p:cNvSpPr/>
              <p:nvPr/>
            </p:nvSpPr>
            <p:spPr>
              <a:xfrm>
                <a:off x="4729200" y="511031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EA0">
                  <a:alpha val="100000"/>
                </a:srgbClr>
              </a:solidFill>
              <a:ln w="5420" cap="flat">
                <a:solidFill>
                  <a:srgbClr val="3A6E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5" name="pg3485">
                <a:extLst>
                  <a:ext uri="{FF2B5EF4-FFF2-40B4-BE49-F238E27FC236}">
                    <a16:creationId xmlns:a16="http://schemas.microsoft.com/office/drawing/2014/main" id="{D864C27C-04D6-76E0-DA68-33F46798B9DC}"/>
                  </a:ext>
                </a:extLst>
              </p:cNvPr>
              <p:cNvSpPr/>
              <p:nvPr/>
            </p:nvSpPr>
            <p:spPr>
              <a:xfrm>
                <a:off x="283231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6" name="pg3486">
                <a:extLst>
                  <a:ext uri="{FF2B5EF4-FFF2-40B4-BE49-F238E27FC236}">
                    <a16:creationId xmlns:a16="http://schemas.microsoft.com/office/drawing/2014/main" id="{6C91CA4F-A682-8066-4C3C-6B19BD66EF46}"/>
                  </a:ext>
                </a:extLst>
              </p:cNvPr>
              <p:cNvSpPr/>
              <p:nvPr/>
            </p:nvSpPr>
            <p:spPr>
              <a:xfrm>
                <a:off x="2843953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7" name="pg3487">
                <a:extLst>
                  <a:ext uri="{FF2B5EF4-FFF2-40B4-BE49-F238E27FC236}">
                    <a16:creationId xmlns:a16="http://schemas.microsoft.com/office/drawing/2014/main" id="{FBAF1FB5-7047-34AD-2249-CC69FB20C3E4}"/>
                  </a:ext>
                </a:extLst>
              </p:cNvPr>
              <p:cNvSpPr/>
              <p:nvPr/>
            </p:nvSpPr>
            <p:spPr>
              <a:xfrm>
                <a:off x="2855590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8" name="pg3488">
                <a:extLst>
                  <a:ext uri="{FF2B5EF4-FFF2-40B4-BE49-F238E27FC236}">
                    <a16:creationId xmlns:a16="http://schemas.microsoft.com/office/drawing/2014/main" id="{114F1B69-59A4-CC0C-0398-124DA8F86A87}"/>
                  </a:ext>
                </a:extLst>
              </p:cNvPr>
              <p:cNvSpPr/>
              <p:nvPr/>
            </p:nvSpPr>
            <p:spPr>
              <a:xfrm>
                <a:off x="2867227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89" name="pg3489">
                <a:extLst>
                  <a:ext uri="{FF2B5EF4-FFF2-40B4-BE49-F238E27FC236}">
                    <a16:creationId xmlns:a16="http://schemas.microsoft.com/office/drawing/2014/main" id="{C47CBBDD-188A-76C3-4E03-315AB13F0D7F}"/>
                  </a:ext>
                </a:extLst>
              </p:cNvPr>
              <p:cNvSpPr/>
              <p:nvPr/>
            </p:nvSpPr>
            <p:spPr>
              <a:xfrm>
                <a:off x="287886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0" name="pg3490">
                <a:extLst>
                  <a:ext uri="{FF2B5EF4-FFF2-40B4-BE49-F238E27FC236}">
                    <a16:creationId xmlns:a16="http://schemas.microsoft.com/office/drawing/2014/main" id="{4A49DB75-7756-99FA-7955-22D014911F25}"/>
                  </a:ext>
                </a:extLst>
              </p:cNvPr>
              <p:cNvSpPr/>
              <p:nvPr/>
            </p:nvSpPr>
            <p:spPr>
              <a:xfrm>
                <a:off x="2890502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B6C">
                  <a:alpha val="100000"/>
                </a:srgbClr>
              </a:solidFill>
              <a:ln w="5420" cap="flat">
                <a:solidFill>
                  <a:srgbClr val="3B3B6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1" name="pg3491">
                <a:extLst>
                  <a:ext uri="{FF2B5EF4-FFF2-40B4-BE49-F238E27FC236}">
                    <a16:creationId xmlns:a16="http://schemas.microsoft.com/office/drawing/2014/main" id="{38AF344B-DD50-5FE3-1244-0856F45D39A1}"/>
                  </a:ext>
                </a:extLst>
              </p:cNvPr>
              <p:cNvSpPr/>
              <p:nvPr/>
            </p:nvSpPr>
            <p:spPr>
              <a:xfrm>
                <a:off x="4438267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09D">
                  <a:alpha val="100000"/>
                </a:srgbClr>
              </a:solidFill>
              <a:ln w="5420" cap="flat">
                <a:solidFill>
                  <a:srgbClr val="3960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2" name="pg3492">
                <a:extLst>
                  <a:ext uri="{FF2B5EF4-FFF2-40B4-BE49-F238E27FC236}">
                    <a16:creationId xmlns:a16="http://schemas.microsoft.com/office/drawing/2014/main" id="{CE0AD75F-BD8E-8184-0EF0-C5C56F41EDCF}"/>
                  </a:ext>
                </a:extLst>
              </p:cNvPr>
              <p:cNvSpPr/>
              <p:nvPr/>
            </p:nvSpPr>
            <p:spPr>
              <a:xfrm>
                <a:off x="4449904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3" name="pg3493">
                <a:extLst>
                  <a:ext uri="{FF2B5EF4-FFF2-40B4-BE49-F238E27FC236}">
                    <a16:creationId xmlns:a16="http://schemas.microsoft.com/office/drawing/2014/main" id="{197E9610-9F2E-79E6-34DE-2844DB92CB82}"/>
                  </a:ext>
                </a:extLst>
              </p:cNvPr>
              <p:cNvSpPr/>
              <p:nvPr/>
            </p:nvSpPr>
            <p:spPr>
              <a:xfrm>
                <a:off x="4461542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4" name="pg3494">
                <a:extLst>
                  <a:ext uri="{FF2B5EF4-FFF2-40B4-BE49-F238E27FC236}">
                    <a16:creationId xmlns:a16="http://schemas.microsoft.com/office/drawing/2014/main" id="{28F087DF-2C50-AD96-0462-BF708A1CA436}"/>
                  </a:ext>
                </a:extLst>
              </p:cNvPr>
              <p:cNvSpPr/>
              <p:nvPr/>
            </p:nvSpPr>
            <p:spPr>
              <a:xfrm>
                <a:off x="4473179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5" name="pg3495">
                <a:extLst>
                  <a:ext uri="{FF2B5EF4-FFF2-40B4-BE49-F238E27FC236}">
                    <a16:creationId xmlns:a16="http://schemas.microsoft.com/office/drawing/2014/main" id="{ED64C462-55B9-F5D0-CC4B-A83E68850639}"/>
                  </a:ext>
                </a:extLst>
              </p:cNvPr>
              <p:cNvSpPr/>
              <p:nvPr/>
            </p:nvSpPr>
            <p:spPr>
              <a:xfrm>
                <a:off x="4484816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6" name="pg3496">
                <a:extLst>
                  <a:ext uri="{FF2B5EF4-FFF2-40B4-BE49-F238E27FC236}">
                    <a16:creationId xmlns:a16="http://schemas.microsoft.com/office/drawing/2014/main" id="{575A7166-5BF9-5F75-EAF3-69E517FC1D42}"/>
                  </a:ext>
                </a:extLst>
              </p:cNvPr>
              <p:cNvSpPr/>
              <p:nvPr/>
            </p:nvSpPr>
            <p:spPr>
              <a:xfrm>
                <a:off x="4496454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7" name="pg3497">
                <a:extLst>
                  <a:ext uri="{FF2B5EF4-FFF2-40B4-BE49-F238E27FC236}">
                    <a16:creationId xmlns:a16="http://schemas.microsoft.com/office/drawing/2014/main" id="{9902045C-1BBF-A65D-2345-C1A496934375}"/>
                  </a:ext>
                </a:extLst>
              </p:cNvPr>
              <p:cNvSpPr/>
              <p:nvPr/>
            </p:nvSpPr>
            <p:spPr>
              <a:xfrm>
                <a:off x="4508091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8" name="pg3498">
                <a:extLst>
                  <a:ext uri="{FF2B5EF4-FFF2-40B4-BE49-F238E27FC236}">
                    <a16:creationId xmlns:a16="http://schemas.microsoft.com/office/drawing/2014/main" id="{A91396BB-CCCD-4775-6FDB-D2F27C89C09F}"/>
                  </a:ext>
                </a:extLst>
              </p:cNvPr>
              <p:cNvSpPr/>
              <p:nvPr/>
            </p:nvSpPr>
            <p:spPr>
              <a:xfrm>
                <a:off x="4519728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499" name="pg3499">
                <a:extLst>
                  <a:ext uri="{FF2B5EF4-FFF2-40B4-BE49-F238E27FC236}">
                    <a16:creationId xmlns:a16="http://schemas.microsoft.com/office/drawing/2014/main" id="{5A2CB633-B7AA-6FB3-704B-8B4BAB4D7714}"/>
                  </a:ext>
                </a:extLst>
              </p:cNvPr>
              <p:cNvSpPr/>
              <p:nvPr/>
            </p:nvSpPr>
            <p:spPr>
              <a:xfrm>
                <a:off x="4682651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0" name="pg3500">
                <a:extLst>
                  <a:ext uri="{FF2B5EF4-FFF2-40B4-BE49-F238E27FC236}">
                    <a16:creationId xmlns:a16="http://schemas.microsoft.com/office/drawing/2014/main" id="{0223B565-E3AE-3764-9530-F1B0D402C6DF}"/>
                  </a:ext>
                </a:extLst>
              </p:cNvPr>
              <p:cNvSpPr/>
              <p:nvPr/>
            </p:nvSpPr>
            <p:spPr>
              <a:xfrm>
                <a:off x="4694288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1" name="pg3501">
                <a:extLst>
                  <a:ext uri="{FF2B5EF4-FFF2-40B4-BE49-F238E27FC236}">
                    <a16:creationId xmlns:a16="http://schemas.microsoft.com/office/drawing/2014/main" id="{97543A19-8FEE-3303-DD9C-D239430B2E82}"/>
                  </a:ext>
                </a:extLst>
              </p:cNvPr>
              <p:cNvSpPr/>
              <p:nvPr/>
            </p:nvSpPr>
            <p:spPr>
              <a:xfrm>
                <a:off x="4705925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2" name="pg3502">
                <a:extLst>
                  <a:ext uri="{FF2B5EF4-FFF2-40B4-BE49-F238E27FC236}">
                    <a16:creationId xmlns:a16="http://schemas.microsoft.com/office/drawing/2014/main" id="{6B6385F0-3AAE-8557-2E46-BA0363C27164}"/>
                  </a:ext>
                </a:extLst>
              </p:cNvPr>
              <p:cNvSpPr/>
              <p:nvPr/>
            </p:nvSpPr>
            <p:spPr>
              <a:xfrm>
                <a:off x="4717563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3" name="pg3503">
                <a:extLst>
                  <a:ext uri="{FF2B5EF4-FFF2-40B4-BE49-F238E27FC236}">
                    <a16:creationId xmlns:a16="http://schemas.microsoft.com/office/drawing/2014/main" id="{49D25314-32EC-76B7-CDAB-56186F9AC912}"/>
                  </a:ext>
                </a:extLst>
              </p:cNvPr>
              <p:cNvSpPr/>
              <p:nvPr/>
            </p:nvSpPr>
            <p:spPr>
              <a:xfrm>
                <a:off x="4729200" y="51246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4" name="pg3504">
                <a:extLst>
                  <a:ext uri="{FF2B5EF4-FFF2-40B4-BE49-F238E27FC236}">
                    <a16:creationId xmlns:a16="http://schemas.microsoft.com/office/drawing/2014/main" id="{322667F6-EF1F-7E37-EF45-8949DCC24274}"/>
                  </a:ext>
                </a:extLst>
              </p:cNvPr>
              <p:cNvSpPr/>
              <p:nvPr/>
            </p:nvSpPr>
            <p:spPr>
              <a:xfrm>
                <a:off x="2843953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5" name="pg3505">
                <a:extLst>
                  <a:ext uri="{FF2B5EF4-FFF2-40B4-BE49-F238E27FC236}">
                    <a16:creationId xmlns:a16="http://schemas.microsoft.com/office/drawing/2014/main" id="{C14EBAEB-9B04-B870-5854-E6FCD4409A75}"/>
                  </a:ext>
                </a:extLst>
              </p:cNvPr>
              <p:cNvSpPr/>
              <p:nvPr/>
            </p:nvSpPr>
            <p:spPr>
              <a:xfrm>
                <a:off x="2855590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6" name="pg3506">
                <a:extLst>
                  <a:ext uri="{FF2B5EF4-FFF2-40B4-BE49-F238E27FC236}">
                    <a16:creationId xmlns:a16="http://schemas.microsoft.com/office/drawing/2014/main" id="{73E85D20-8946-9EE2-848F-73FA874D438F}"/>
                  </a:ext>
                </a:extLst>
              </p:cNvPr>
              <p:cNvSpPr/>
              <p:nvPr/>
            </p:nvSpPr>
            <p:spPr>
              <a:xfrm>
                <a:off x="2867227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7" name="pg3507">
                <a:extLst>
                  <a:ext uri="{FF2B5EF4-FFF2-40B4-BE49-F238E27FC236}">
                    <a16:creationId xmlns:a16="http://schemas.microsoft.com/office/drawing/2014/main" id="{485B217E-2F12-9D1E-387F-77DFD5D307CF}"/>
                  </a:ext>
                </a:extLst>
              </p:cNvPr>
              <p:cNvSpPr/>
              <p:nvPr/>
            </p:nvSpPr>
            <p:spPr>
              <a:xfrm>
                <a:off x="2878865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8" name="pg3508">
                <a:extLst>
                  <a:ext uri="{FF2B5EF4-FFF2-40B4-BE49-F238E27FC236}">
                    <a16:creationId xmlns:a16="http://schemas.microsoft.com/office/drawing/2014/main" id="{57F60762-F17B-A208-5176-C78949F2490C}"/>
                  </a:ext>
                </a:extLst>
              </p:cNvPr>
              <p:cNvSpPr/>
              <p:nvPr/>
            </p:nvSpPr>
            <p:spPr>
              <a:xfrm>
                <a:off x="2890502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D">
                  <a:alpha val="100000"/>
                </a:srgbClr>
              </a:solidFill>
              <a:ln w="5420" cap="flat">
                <a:solidFill>
                  <a:srgbClr val="3B3C6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09" name="pg3509">
                <a:extLst>
                  <a:ext uri="{FF2B5EF4-FFF2-40B4-BE49-F238E27FC236}">
                    <a16:creationId xmlns:a16="http://schemas.microsoft.com/office/drawing/2014/main" id="{7F97F336-1A81-878A-E802-ED1398676E90}"/>
                  </a:ext>
                </a:extLst>
              </p:cNvPr>
              <p:cNvSpPr/>
              <p:nvPr/>
            </p:nvSpPr>
            <p:spPr>
              <a:xfrm>
                <a:off x="4438267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9619D">
                  <a:alpha val="100000"/>
                </a:srgbClr>
              </a:solidFill>
              <a:ln w="5420" cap="flat">
                <a:solidFill>
                  <a:srgbClr val="39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0" name="pg3510">
                <a:extLst>
                  <a:ext uri="{FF2B5EF4-FFF2-40B4-BE49-F238E27FC236}">
                    <a16:creationId xmlns:a16="http://schemas.microsoft.com/office/drawing/2014/main" id="{BBF5CD74-F8AD-4BD7-4820-4BC188A1CDAE}"/>
                  </a:ext>
                </a:extLst>
              </p:cNvPr>
              <p:cNvSpPr/>
              <p:nvPr/>
            </p:nvSpPr>
            <p:spPr>
              <a:xfrm>
                <a:off x="4449904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1" name="pg3511">
                <a:extLst>
                  <a:ext uri="{FF2B5EF4-FFF2-40B4-BE49-F238E27FC236}">
                    <a16:creationId xmlns:a16="http://schemas.microsoft.com/office/drawing/2014/main" id="{D172B015-3C08-E95A-3B37-DD36104CC6F2}"/>
                  </a:ext>
                </a:extLst>
              </p:cNvPr>
              <p:cNvSpPr/>
              <p:nvPr/>
            </p:nvSpPr>
            <p:spPr>
              <a:xfrm>
                <a:off x="4461542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2" name="pg3512">
                <a:extLst>
                  <a:ext uri="{FF2B5EF4-FFF2-40B4-BE49-F238E27FC236}">
                    <a16:creationId xmlns:a16="http://schemas.microsoft.com/office/drawing/2014/main" id="{42CEDCA6-E2E0-F571-8ED4-0EC0C56AE88D}"/>
                  </a:ext>
                </a:extLst>
              </p:cNvPr>
              <p:cNvSpPr/>
              <p:nvPr/>
            </p:nvSpPr>
            <p:spPr>
              <a:xfrm>
                <a:off x="4473179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3" name="pg3513">
                <a:extLst>
                  <a:ext uri="{FF2B5EF4-FFF2-40B4-BE49-F238E27FC236}">
                    <a16:creationId xmlns:a16="http://schemas.microsoft.com/office/drawing/2014/main" id="{47E3B054-6709-D672-81DC-6FFA1C2740D9}"/>
                  </a:ext>
                </a:extLst>
              </p:cNvPr>
              <p:cNvSpPr/>
              <p:nvPr/>
            </p:nvSpPr>
            <p:spPr>
              <a:xfrm>
                <a:off x="4484816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4" name="pg3514">
                <a:extLst>
                  <a:ext uri="{FF2B5EF4-FFF2-40B4-BE49-F238E27FC236}">
                    <a16:creationId xmlns:a16="http://schemas.microsoft.com/office/drawing/2014/main" id="{5568217F-A30B-1AC5-FFBF-3FCA1FEA1D9B}"/>
                  </a:ext>
                </a:extLst>
              </p:cNvPr>
              <p:cNvSpPr/>
              <p:nvPr/>
            </p:nvSpPr>
            <p:spPr>
              <a:xfrm>
                <a:off x="4496454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5" name="pg3515">
                <a:extLst>
                  <a:ext uri="{FF2B5EF4-FFF2-40B4-BE49-F238E27FC236}">
                    <a16:creationId xmlns:a16="http://schemas.microsoft.com/office/drawing/2014/main" id="{F5685783-4D5D-6661-7069-5C56C6A68F31}"/>
                  </a:ext>
                </a:extLst>
              </p:cNvPr>
              <p:cNvSpPr/>
              <p:nvPr/>
            </p:nvSpPr>
            <p:spPr>
              <a:xfrm>
                <a:off x="4508091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6" name="pg3516">
                <a:extLst>
                  <a:ext uri="{FF2B5EF4-FFF2-40B4-BE49-F238E27FC236}">
                    <a16:creationId xmlns:a16="http://schemas.microsoft.com/office/drawing/2014/main" id="{8A75C465-E024-9123-E570-071BDD0958C0}"/>
                  </a:ext>
                </a:extLst>
              </p:cNvPr>
              <p:cNvSpPr/>
              <p:nvPr/>
            </p:nvSpPr>
            <p:spPr>
              <a:xfrm>
                <a:off x="4519728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7" name="pg3517">
                <a:extLst>
                  <a:ext uri="{FF2B5EF4-FFF2-40B4-BE49-F238E27FC236}">
                    <a16:creationId xmlns:a16="http://schemas.microsoft.com/office/drawing/2014/main" id="{4AC0852F-BC2D-DB1E-997E-4E7DABBF9B89}"/>
                  </a:ext>
                </a:extLst>
              </p:cNvPr>
              <p:cNvSpPr/>
              <p:nvPr/>
            </p:nvSpPr>
            <p:spPr>
              <a:xfrm>
                <a:off x="4531366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8" name="pg3518">
                <a:extLst>
                  <a:ext uri="{FF2B5EF4-FFF2-40B4-BE49-F238E27FC236}">
                    <a16:creationId xmlns:a16="http://schemas.microsoft.com/office/drawing/2014/main" id="{DFF08A1E-DA24-B123-DC1C-87B099A0B639}"/>
                  </a:ext>
                </a:extLst>
              </p:cNvPr>
              <p:cNvSpPr/>
              <p:nvPr/>
            </p:nvSpPr>
            <p:spPr>
              <a:xfrm>
                <a:off x="4682651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19" name="pg3519">
                <a:extLst>
                  <a:ext uri="{FF2B5EF4-FFF2-40B4-BE49-F238E27FC236}">
                    <a16:creationId xmlns:a16="http://schemas.microsoft.com/office/drawing/2014/main" id="{226BABCF-4A6B-C109-1FF4-8E6D3F006CB9}"/>
                  </a:ext>
                </a:extLst>
              </p:cNvPr>
              <p:cNvSpPr/>
              <p:nvPr/>
            </p:nvSpPr>
            <p:spPr>
              <a:xfrm>
                <a:off x="4694288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0" name="pg3520">
                <a:extLst>
                  <a:ext uri="{FF2B5EF4-FFF2-40B4-BE49-F238E27FC236}">
                    <a16:creationId xmlns:a16="http://schemas.microsoft.com/office/drawing/2014/main" id="{BDD8B3FA-5C29-BF18-CB2E-2BFA11EEE79E}"/>
                  </a:ext>
                </a:extLst>
              </p:cNvPr>
              <p:cNvSpPr/>
              <p:nvPr/>
            </p:nvSpPr>
            <p:spPr>
              <a:xfrm>
                <a:off x="4705925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1" name="pg3521">
                <a:extLst>
                  <a:ext uri="{FF2B5EF4-FFF2-40B4-BE49-F238E27FC236}">
                    <a16:creationId xmlns:a16="http://schemas.microsoft.com/office/drawing/2014/main" id="{D189CE51-A7EE-E4E8-E5D6-918C1694315F}"/>
                  </a:ext>
                </a:extLst>
              </p:cNvPr>
              <p:cNvSpPr/>
              <p:nvPr/>
            </p:nvSpPr>
            <p:spPr>
              <a:xfrm>
                <a:off x="4717563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2" name="pg3522">
                <a:extLst>
                  <a:ext uri="{FF2B5EF4-FFF2-40B4-BE49-F238E27FC236}">
                    <a16:creationId xmlns:a16="http://schemas.microsoft.com/office/drawing/2014/main" id="{EFF6CBF3-788F-0650-A65A-56BD95862C93}"/>
                  </a:ext>
                </a:extLst>
              </p:cNvPr>
              <p:cNvSpPr/>
              <p:nvPr/>
            </p:nvSpPr>
            <p:spPr>
              <a:xfrm>
                <a:off x="4729200" y="513891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3" name="pg3523">
                <a:extLst>
                  <a:ext uri="{FF2B5EF4-FFF2-40B4-BE49-F238E27FC236}">
                    <a16:creationId xmlns:a16="http://schemas.microsoft.com/office/drawing/2014/main" id="{65555E56-19C6-BEE7-71DC-6C11D932812F}"/>
                  </a:ext>
                </a:extLst>
              </p:cNvPr>
              <p:cNvSpPr/>
              <p:nvPr/>
            </p:nvSpPr>
            <p:spPr>
              <a:xfrm>
                <a:off x="2843953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4" name="pg3524">
                <a:extLst>
                  <a:ext uri="{FF2B5EF4-FFF2-40B4-BE49-F238E27FC236}">
                    <a16:creationId xmlns:a16="http://schemas.microsoft.com/office/drawing/2014/main" id="{E6629F12-03CC-3A4E-A715-6D2241F68569}"/>
                  </a:ext>
                </a:extLst>
              </p:cNvPr>
              <p:cNvSpPr/>
              <p:nvPr/>
            </p:nvSpPr>
            <p:spPr>
              <a:xfrm>
                <a:off x="2855590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5" name="pg3525">
                <a:extLst>
                  <a:ext uri="{FF2B5EF4-FFF2-40B4-BE49-F238E27FC236}">
                    <a16:creationId xmlns:a16="http://schemas.microsoft.com/office/drawing/2014/main" id="{2C27A904-89AB-98A8-49D5-19EA82AEF5BF}"/>
                  </a:ext>
                </a:extLst>
              </p:cNvPr>
              <p:cNvSpPr/>
              <p:nvPr/>
            </p:nvSpPr>
            <p:spPr>
              <a:xfrm>
                <a:off x="2867227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6" name="pg3526">
                <a:extLst>
                  <a:ext uri="{FF2B5EF4-FFF2-40B4-BE49-F238E27FC236}">
                    <a16:creationId xmlns:a16="http://schemas.microsoft.com/office/drawing/2014/main" id="{4A3620C2-0A8D-BA0E-C62A-6C07D9243E72}"/>
                  </a:ext>
                </a:extLst>
              </p:cNvPr>
              <p:cNvSpPr/>
              <p:nvPr/>
            </p:nvSpPr>
            <p:spPr>
              <a:xfrm>
                <a:off x="2878865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E">
                  <a:alpha val="100000"/>
                </a:srgbClr>
              </a:solidFill>
              <a:ln w="5420" cap="flat">
                <a:solidFill>
                  <a:srgbClr val="3B3D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7" name="pg3527">
                <a:extLst>
                  <a:ext uri="{FF2B5EF4-FFF2-40B4-BE49-F238E27FC236}">
                    <a16:creationId xmlns:a16="http://schemas.microsoft.com/office/drawing/2014/main" id="{ED78E177-E767-AF18-4B43-6555AA3AA373}"/>
                  </a:ext>
                </a:extLst>
              </p:cNvPr>
              <p:cNvSpPr/>
              <p:nvPr/>
            </p:nvSpPr>
            <p:spPr>
              <a:xfrm>
                <a:off x="2890502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C6E">
                  <a:alpha val="100000"/>
                </a:srgbClr>
              </a:solidFill>
              <a:ln w="5420" cap="flat">
                <a:solidFill>
                  <a:srgbClr val="3B3C6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8" name="pg3528">
                <a:extLst>
                  <a:ext uri="{FF2B5EF4-FFF2-40B4-BE49-F238E27FC236}">
                    <a16:creationId xmlns:a16="http://schemas.microsoft.com/office/drawing/2014/main" id="{8149E6EE-8D23-B3DD-A95E-AA5B2402A875}"/>
                  </a:ext>
                </a:extLst>
              </p:cNvPr>
              <p:cNvSpPr/>
              <p:nvPr/>
            </p:nvSpPr>
            <p:spPr>
              <a:xfrm>
                <a:off x="4449904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19D">
                  <a:alpha val="100000"/>
                </a:srgbClr>
              </a:solidFill>
              <a:ln w="5420" cap="flat">
                <a:solidFill>
                  <a:srgbClr val="3A61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29" name="pg3529">
                <a:extLst>
                  <a:ext uri="{FF2B5EF4-FFF2-40B4-BE49-F238E27FC236}">
                    <a16:creationId xmlns:a16="http://schemas.microsoft.com/office/drawing/2014/main" id="{E4B98B37-3D31-17CE-E7F7-BCD066CB0F19}"/>
                  </a:ext>
                </a:extLst>
              </p:cNvPr>
              <p:cNvSpPr/>
              <p:nvPr/>
            </p:nvSpPr>
            <p:spPr>
              <a:xfrm>
                <a:off x="4461542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0" name="pg3530">
                <a:extLst>
                  <a:ext uri="{FF2B5EF4-FFF2-40B4-BE49-F238E27FC236}">
                    <a16:creationId xmlns:a16="http://schemas.microsoft.com/office/drawing/2014/main" id="{59C14B65-E5C0-F4AF-41ED-F21A30C6CA10}"/>
                  </a:ext>
                </a:extLst>
              </p:cNvPr>
              <p:cNvSpPr/>
              <p:nvPr/>
            </p:nvSpPr>
            <p:spPr>
              <a:xfrm>
                <a:off x="4473179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1" name="pg3531">
                <a:extLst>
                  <a:ext uri="{FF2B5EF4-FFF2-40B4-BE49-F238E27FC236}">
                    <a16:creationId xmlns:a16="http://schemas.microsoft.com/office/drawing/2014/main" id="{0471BE36-AFE4-6B28-B191-9E70AD3303E0}"/>
                  </a:ext>
                </a:extLst>
              </p:cNvPr>
              <p:cNvSpPr/>
              <p:nvPr/>
            </p:nvSpPr>
            <p:spPr>
              <a:xfrm>
                <a:off x="4484816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2" name="pg3532">
                <a:extLst>
                  <a:ext uri="{FF2B5EF4-FFF2-40B4-BE49-F238E27FC236}">
                    <a16:creationId xmlns:a16="http://schemas.microsoft.com/office/drawing/2014/main" id="{C7DD8DA1-88DF-813F-5435-759C1EC13BEF}"/>
                  </a:ext>
                </a:extLst>
              </p:cNvPr>
              <p:cNvSpPr/>
              <p:nvPr/>
            </p:nvSpPr>
            <p:spPr>
              <a:xfrm>
                <a:off x="4496454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E">
                  <a:alpha val="100000"/>
                </a:srgbClr>
              </a:solidFill>
              <a:ln w="5420" cap="flat">
                <a:solidFill>
                  <a:srgbClr val="3A63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3" name="pg3533">
                <a:extLst>
                  <a:ext uri="{FF2B5EF4-FFF2-40B4-BE49-F238E27FC236}">
                    <a16:creationId xmlns:a16="http://schemas.microsoft.com/office/drawing/2014/main" id="{BADDFF6D-2DE6-7205-2BC3-AA5572A16A9A}"/>
                  </a:ext>
                </a:extLst>
              </p:cNvPr>
              <p:cNvSpPr/>
              <p:nvPr/>
            </p:nvSpPr>
            <p:spPr>
              <a:xfrm>
                <a:off x="4508091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4" name="pg3534">
                <a:extLst>
                  <a:ext uri="{FF2B5EF4-FFF2-40B4-BE49-F238E27FC236}">
                    <a16:creationId xmlns:a16="http://schemas.microsoft.com/office/drawing/2014/main" id="{17AA075A-E0C9-13C8-F734-587089DBBE9C}"/>
                  </a:ext>
                </a:extLst>
              </p:cNvPr>
              <p:cNvSpPr/>
              <p:nvPr/>
            </p:nvSpPr>
            <p:spPr>
              <a:xfrm>
                <a:off x="4519728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5" name="pg3535">
                <a:extLst>
                  <a:ext uri="{FF2B5EF4-FFF2-40B4-BE49-F238E27FC236}">
                    <a16:creationId xmlns:a16="http://schemas.microsoft.com/office/drawing/2014/main" id="{8D520445-EE06-2B0E-FAB0-3AD9C4A639AE}"/>
                  </a:ext>
                </a:extLst>
              </p:cNvPr>
              <p:cNvSpPr/>
              <p:nvPr/>
            </p:nvSpPr>
            <p:spPr>
              <a:xfrm>
                <a:off x="4531366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6" name="pg3536">
                <a:extLst>
                  <a:ext uri="{FF2B5EF4-FFF2-40B4-BE49-F238E27FC236}">
                    <a16:creationId xmlns:a16="http://schemas.microsoft.com/office/drawing/2014/main" id="{3040182F-2B03-D8B7-0A37-65034F3CC2B4}"/>
                  </a:ext>
                </a:extLst>
              </p:cNvPr>
              <p:cNvSpPr/>
              <p:nvPr/>
            </p:nvSpPr>
            <p:spPr>
              <a:xfrm>
                <a:off x="4694288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7" name="pg3537">
                <a:extLst>
                  <a:ext uri="{FF2B5EF4-FFF2-40B4-BE49-F238E27FC236}">
                    <a16:creationId xmlns:a16="http://schemas.microsoft.com/office/drawing/2014/main" id="{994D0F72-910F-88CC-FB88-283D93881B93}"/>
                  </a:ext>
                </a:extLst>
              </p:cNvPr>
              <p:cNvSpPr/>
              <p:nvPr/>
            </p:nvSpPr>
            <p:spPr>
              <a:xfrm>
                <a:off x="4705925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8" name="pg3538">
                <a:extLst>
                  <a:ext uri="{FF2B5EF4-FFF2-40B4-BE49-F238E27FC236}">
                    <a16:creationId xmlns:a16="http://schemas.microsoft.com/office/drawing/2014/main" id="{1CC3EC20-DE18-53DF-1886-BFD74B4F4F09}"/>
                  </a:ext>
                </a:extLst>
              </p:cNvPr>
              <p:cNvSpPr/>
              <p:nvPr/>
            </p:nvSpPr>
            <p:spPr>
              <a:xfrm>
                <a:off x="4717563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39" name="pg3539">
                <a:extLst>
                  <a:ext uri="{FF2B5EF4-FFF2-40B4-BE49-F238E27FC236}">
                    <a16:creationId xmlns:a16="http://schemas.microsoft.com/office/drawing/2014/main" id="{85DE70D2-E6F2-87C0-8081-7280A41EE250}"/>
                  </a:ext>
                </a:extLst>
              </p:cNvPr>
              <p:cNvSpPr/>
              <p:nvPr/>
            </p:nvSpPr>
            <p:spPr>
              <a:xfrm>
                <a:off x="4729200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0" name="pg3540">
                <a:extLst>
                  <a:ext uri="{FF2B5EF4-FFF2-40B4-BE49-F238E27FC236}">
                    <a16:creationId xmlns:a16="http://schemas.microsoft.com/office/drawing/2014/main" id="{EC1477C0-7D44-9F33-1437-CAD590CA6801}"/>
                  </a:ext>
                </a:extLst>
              </p:cNvPr>
              <p:cNvSpPr/>
              <p:nvPr/>
            </p:nvSpPr>
            <p:spPr>
              <a:xfrm>
                <a:off x="4740837" y="51532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1" name="pg3541">
                <a:extLst>
                  <a:ext uri="{FF2B5EF4-FFF2-40B4-BE49-F238E27FC236}">
                    <a16:creationId xmlns:a16="http://schemas.microsoft.com/office/drawing/2014/main" id="{34B3B631-9206-A986-D168-1B3DEB755DDE}"/>
                  </a:ext>
                </a:extLst>
              </p:cNvPr>
              <p:cNvSpPr/>
              <p:nvPr/>
            </p:nvSpPr>
            <p:spPr>
              <a:xfrm>
                <a:off x="284395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2" name="pg3542">
                <a:extLst>
                  <a:ext uri="{FF2B5EF4-FFF2-40B4-BE49-F238E27FC236}">
                    <a16:creationId xmlns:a16="http://schemas.microsoft.com/office/drawing/2014/main" id="{E76278A6-76DB-B81F-D70D-C5821B184B10}"/>
                  </a:ext>
                </a:extLst>
              </p:cNvPr>
              <p:cNvSpPr/>
              <p:nvPr/>
            </p:nvSpPr>
            <p:spPr>
              <a:xfrm>
                <a:off x="2855590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3" name="pg3543">
                <a:extLst>
                  <a:ext uri="{FF2B5EF4-FFF2-40B4-BE49-F238E27FC236}">
                    <a16:creationId xmlns:a16="http://schemas.microsoft.com/office/drawing/2014/main" id="{34AB7890-1A31-E166-8672-0098A377C82B}"/>
                  </a:ext>
                </a:extLst>
              </p:cNvPr>
              <p:cNvSpPr/>
              <p:nvPr/>
            </p:nvSpPr>
            <p:spPr>
              <a:xfrm>
                <a:off x="2867227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4" name="pg3544">
                <a:extLst>
                  <a:ext uri="{FF2B5EF4-FFF2-40B4-BE49-F238E27FC236}">
                    <a16:creationId xmlns:a16="http://schemas.microsoft.com/office/drawing/2014/main" id="{0D9F10C7-5363-A53D-047E-687FF3182C7A}"/>
                  </a:ext>
                </a:extLst>
              </p:cNvPr>
              <p:cNvSpPr/>
              <p:nvPr/>
            </p:nvSpPr>
            <p:spPr>
              <a:xfrm>
                <a:off x="2878865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5" name="pg3545">
                <a:extLst>
                  <a:ext uri="{FF2B5EF4-FFF2-40B4-BE49-F238E27FC236}">
                    <a16:creationId xmlns:a16="http://schemas.microsoft.com/office/drawing/2014/main" id="{6220C85B-2486-4105-6862-B5EA0873DD4B}"/>
                  </a:ext>
                </a:extLst>
              </p:cNvPr>
              <p:cNvSpPr/>
              <p:nvPr/>
            </p:nvSpPr>
            <p:spPr>
              <a:xfrm>
                <a:off x="2890502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D6F">
                  <a:alpha val="100000"/>
                </a:srgbClr>
              </a:solidFill>
              <a:ln w="5420" cap="flat">
                <a:solidFill>
                  <a:srgbClr val="3B3D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6" name="pg3546">
                <a:extLst>
                  <a:ext uri="{FF2B5EF4-FFF2-40B4-BE49-F238E27FC236}">
                    <a16:creationId xmlns:a16="http://schemas.microsoft.com/office/drawing/2014/main" id="{3A5AAB5A-6EE6-4399-CAD0-0ECB14387C39}"/>
                  </a:ext>
                </a:extLst>
              </p:cNvPr>
              <p:cNvSpPr/>
              <p:nvPr/>
            </p:nvSpPr>
            <p:spPr>
              <a:xfrm>
                <a:off x="4461542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7" name="pg3547">
                <a:extLst>
                  <a:ext uri="{FF2B5EF4-FFF2-40B4-BE49-F238E27FC236}">
                    <a16:creationId xmlns:a16="http://schemas.microsoft.com/office/drawing/2014/main" id="{02624231-1133-40AC-5015-5D5B82F33B0C}"/>
                  </a:ext>
                </a:extLst>
              </p:cNvPr>
              <p:cNvSpPr/>
              <p:nvPr/>
            </p:nvSpPr>
            <p:spPr>
              <a:xfrm>
                <a:off x="4473179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8" name="pg3548">
                <a:extLst>
                  <a:ext uri="{FF2B5EF4-FFF2-40B4-BE49-F238E27FC236}">
                    <a16:creationId xmlns:a16="http://schemas.microsoft.com/office/drawing/2014/main" id="{04083C3B-E341-637C-D5CE-2F4BC6DE350A}"/>
                  </a:ext>
                </a:extLst>
              </p:cNvPr>
              <p:cNvSpPr/>
              <p:nvPr/>
            </p:nvSpPr>
            <p:spPr>
              <a:xfrm>
                <a:off x="4484816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49" name="pg3549">
                <a:extLst>
                  <a:ext uri="{FF2B5EF4-FFF2-40B4-BE49-F238E27FC236}">
                    <a16:creationId xmlns:a16="http://schemas.microsoft.com/office/drawing/2014/main" id="{51D8454A-0F83-D833-8B11-83043BBA6E47}"/>
                  </a:ext>
                </a:extLst>
              </p:cNvPr>
              <p:cNvSpPr/>
              <p:nvPr/>
            </p:nvSpPr>
            <p:spPr>
              <a:xfrm>
                <a:off x="4496454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0" name="pg3550">
                <a:extLst>
                  <a:ext uri="{FF2B5EF4-FFF2-40B4-BE49-F238E27FC236}">
                    <a16:creationId xmlns:a16="http://schemas.microsoft.com/office/drawing/2014/main" id="{E08219D8-38BD-C4D7-6861-4EE11142A5EE}"/>
                  </a:ext>
                </a:extLst>
              </p:cNvPr>
              <p:cNvSpPr/>
              <p:nvPr/>
            </p:nvSpPr>
            <p:spPr>
              <a:xfrm>
                <a:off x="4508091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1" name="pg3551">
                <a:extLst>
                  <a:ext uri="{FF2B5EF4-FFF2-40B4-BE49-F238E27FC236}">
                    <a16:creationId xmlns:a16="http://schemas.microsoft.com/office/drawing/2014/main" id="{DF9DEF8E-DA69-FA84-7C65-4E797E012E2D}"/>
                  </a:ext>
                </a:extLst>
              </p:cNvPr>
              <p:cNvSpPr/>
              <p:nvPr/>
            </p:nvSpPr>
            <p:spPr>
              <a:xfrm>
                <a:off x="4519728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2" name="pg3552">
                <a:extLst>
                  <a:ext uri="{FF2B5EF4-FFF2-40B4-BE49-F238E27FC236}">
                    <a16:creationId xmlns:a16="http://schemas.microsoft.com/office/drawing/2014/main" id="{6A89C16D-AE7A-CC4C-E78A-288849962455}"/>
                  </a:ext>
                </a:extLst>
              </p:cNvPr>
              <p:cNvSpPr/>
              <p:nvPr/>
            </p:nvSpPr>
            <p:spPr>
              <a:xfrm>
                <a:off x="4531366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3" name="pg3553">
                <a:extLst>
                  <a:ext uri="{FF2B5EF4-FFF2-40B4-BE49-F238E27FC236}">
                    <a16:creationId xmlns:a16="http://schemas.microsoft.com/office/drawing/2014/main" id="{02527343-C835-8661-6996-A7425982CE9E}"/>
                  </a:ext>
                </a:extLst>
              </p:cNvPr>
              <p:cNvSpPr/>
              <p:nvPr/>
            </p:nvSpPr>
            <p:spPr>
              <a:xfrm>
                <a:off x="454300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4" name="pg3554">
                <a:extLst>
                  <a:ext uri="{FF2B5EF4-FFF2-40B4-BE49-F238E27FC236}">
                    <a16:creationId xmlns:a16="http://schemas.microsoft.com/office/drawing/2014/main" id="{83689152-38D7-C7A9-C563-E8FE458497F3}"/>
                  </a:ext>
                </a:extLst>
              </p:cNvPr>
              <p:cNvSpPr/>
              <p:nvPr/>
            </p:nvSpPr>
            <p:spPr>
              <a:xfrm>
                <a:off x="4694288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5" name="pg3555">
                <a:extLst>
                  <a:ext uri="{FF2B5EF4-FFF2-40B4-BE49-F238E27FC236}">
                    <a16:creationId xmlns:a16="http://schemas.microsoft.com/office/drawing/2014/main" id="{B36D0979-C32F-A8DC-8C30-F06CA6BFE9AC}"/>
                  </a:ext>
                </a:extLst>
              </p:cNvPr>
              <p:cNvSpPr/>
              <p:nvPr/>
            </p:nvSpPr>
            <p:spPr>
              <a:xfrm>
                <a:off x="4705925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6" name="pg3556">
                <a:extLst>
                  <a:ext uri="{FF2B5EF4-FFF2-40B4-BE49-F238E27FC236}">
                    <a16:creationId xmlns:a16="http://schemas.microsoft.com/office/drawing/2014/main" id="{BD03ADBB-1D79-1290-6D6E-47617D9A7AA3}"/>
                  </a:ext>
                </a:extLst>
              </p:cNvPr>
              <p:cNvSpPr/>
              <p:nvPr/>
            </p:nvSpPr>
            <p:spPr>
              <a:xfrm>
                <a:off x="4717563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7" name="pg3557">
                <a:extLst>
                  <a:ext uri="{FF2B5EF4-FFF2-40B4-BE49-F238E27FC236}">
                    <a16:creationId xmlns:a16="http://schemas.microsoft.com/office/drawing/2014/main" id="{337E3EED-5257-6D94-CF39-621A597A1B06}"/>
                  </a:ext>
                </a:extLst>
              </p:cNvPr>
              <p:cNvSpPr/>
              <p:nvPr/>
            </p:nvSpPr>
            <p:spPr>
              <a:xfrm>
                <a:off x="4729200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8" name="pg3558">
                <a:extLst>
                  <a:ext uri="{FF2B5EF4-FFF2-40B4-BE49-F238E27FC236}">
                    <a16:creationId xmlns:a16="http://schemas.microsoft.com/office/drawing/2014/main" id="{D3793BDE-2BAD-E23E-5635-B0596D9BB9A2}"/>
                  </a:ext>
                </a:extLst>
              </p:cNvPr>
              <p:cNvSpPr/>
              <p:nvPr/>
            </p:nvSpPr>
            <p:spPr>
              <a:xfrm>
                <a:off x="4740837" y="516751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59" name="pg3559">
                <a:extLst>
                  <a:ext uri="{FF2B5EF4-FFF2-40B4-BE49-F238E27FC236}">
                    <a16:creationId xmlns:a16="http://schemas.microsoft.com/office/drawing/2014/main" id="{C0D29168-AF99-84EE-C5C5-C0CE85AB2EF0}"/>
                  </a:ext>
                </a:extLst>
              </p:cNvPr>
              <p:cNvSpPr/>
              <p:nvPr/>
            </p:nvSpPr>
            <p:spPr>
              <a:xfrm>
                <a:off x="285559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0" name="pg3560">
                <a:extLst>
                  <a:ext uri="{FF2B5EF4-FFF2-40B4-BE49-F238E27FC236}">
                    <a16:creationId xmlns:a16="http://schemas.microsoft.com/office/drawing/2014/main" id="{A8346FF5-AE1A-EB11-23B2-1298E4F58FFD}"/>
                  </a:ext>
                </a:extLst>
              </p:cNvPr>
              <p:cNvSpPr/>
              <p:nvPr/>
            </p:nvSpPr>
            <p:spPr>
              <a:xfrm>
                <a:off x="2867227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1" name="pg3561">
                <a:extLst>
                  <a:ext uri="{FF2B5EF4-FFF2-40B4-BE49-F238E27FC236}">
                    <a16:creationId xmlns:a16="http://schemas.microsoft.com/office/drawing/2014/main" id="{7A3021A8-2127-BBBE-C4D9-1CE27CAB3235}"/>
                  </a:ext>
                </a:extLst>
              </p:cNvPr>
              <p:cNvSpPr/>
              <p:nvPr/>
            </p:nvSpPr>
            <p:spPr>
              <a:xfrm>
                <a:off x="2878865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2" name="pg3562">
                <a:extLst>
                  <a:ext uri="{FF2B5EF4-FFF2-40B4-BE49-F238E27FC236}">
                    <a16:creationId xmlns:a16="http://schemas.microsoft.com/office/drawing/2014/main" id="{6B44271B-042F-DF17-CEA2-39778705940A}"/>
                  </a:ext>
                </a:extLst>
              </p:cNvPr>
              <p:cNvSpPr/>
              <p:nvPr/>
            </p:nvSpPr>
            <p:spPr>
              <a:xfrm>
                <a:off x="2890502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6F">
                  <a:alpha val="100000"/>
                </a:srgbClr>
              </a:solidFill>
              <a:ln w="5420" cap="flat">
                <a:solidFill>
                  <a:srgbClr val="3B3E6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3" name="pg3563">
                <a:extLst>
                  <a:ext uri="{FF2B5EF4-FFF2-40B4-BE49-F238E27FC236}">
                    <a16:creationId xmlns:a16="http://schemas.microsoft.com/office/drawing/2014/main" id="{7F394459-1B2C-370B-646A-5F81048369F0}"/>
                  </a:ext>
                </a:extLst>
              </p:cNvPr>
              <p:cNvSpPr/>
              <p:nvPr/>
            </p:nvSpPr>
            <p:spPr>
              <a:xfrm>
                <a:off x="4473179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29D">
                  <a:alpha val="100000"/>
                </a:srgbClr>
              </a:solidFill>
              <a:ln w="5420" cap="flat">
                <a:solidFill>
                  <a:srgbClr val="3A62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4" name="pg3564">
                <a:extLst>
                  <a:ext uri="{FF2B5EF4-FFF2-40B4-BE49-F238E27FC236}">
                    <a16:creationId xmlns:a16="http://schemas.microsoft.com/office/drawing/2014/main" id="{915DDC15-0F60-A3A8-A140-52C6122B676E}"/>
                  </a:ext>
                </a:extLst>
              </p:cNvPr>
              <p:cNvSpPr/>
              <p:nvPr/>
            </p:nvSpPr>
            <p:spPr>
              <a:xfrm>
                <a:off x="4484816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5" name="pg3565">
                <a:extLst>
                  <a:ext uri="{FF2B5EF4-FFF2-40B4-BE49-F238E27FC236}">
                    <a16:creationId xmlns:a16="http://schemas.microsoft.com/office/drawing/2014/main" id="{140CA228-0EA1-A4F9-9ACC-1C87ED26EF6C}"/>
                  </a:ext>
                </a:extLst>
              </p:cNvPr>
              <p:cNvSpPr/>
              <p:nvPr/>
            </p:nvSpPr>
            <p:spPr>
              <a:xfrm>
                <a:off x="4496454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6" name="pg3566">
                <a:extLst>
                  <a:ext uri="{FF2B5EF4-FFF2-40B4-BE49-F238E27FC236}">
                    <a16:creationId xmlns:a16="http://schemas.microsoft.com/office/drawing/2014/main" id="{246F5C90-0994-53B7-BA46-472371555929}"/>
                  </a:ext>
                </a:extLst>
              </p:cNvPr>
              <p:cNvSpPr/>
              <p:nvPr/>
            </p:nvSpPr>
            <p:spPr>
              <a:xfrm>
                <a:off x="4508091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7" name="pg3567">
                <a:extLst>
                  <a:ext uri="{FF2B5EF4-FFF2-40B4-BE49-F238E27FC236}">
                    <a16:creationId xmlns:a16="http://schemas.microsoft.com/office/drawing/2014/main" id="{61CB9038-E23F-3C27-6B8F-6C57475CA6C2}"/>
                  </a:ext>
                </a:extLst>
              </p:cNvPr>
              <p:cNvSpPr/>
              <p:nvPr/>
            </p:nvSpPr>
            <p:spPr>
              <a:xfrm>
                <a:off x="4519728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8" name="pg3568">
                <a:extLst>
                  <a:ext uri="{FF2B5EF4-FFF2-40B4-BE49-F238E27FC236}">
                    <a16:creationId xmlns:a16="http://schemas.microsoft.com/office/drawing/2014/main" id="{D8341026-A9BF-40E0-5B8D-64AB8A4DDF58}"/>
                  </a:ext>
                </a:extLst>
              </p:cNvPr>
              <p:cNvSpPr/>
              <p:nvPr/>
            </p:nvSpPr>
            <p:spPr>
              <a:xfrm>
                <a:off x="4531366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69" name="pg3569">
                <a:extLst>
                  <a:ext uri="{FF2B5EF4-FFF2-40B4-BE49-F238E27FC236}">
                    <a16:creationId xmlns:a16="http://schemas.microsoft.com/office/drawing/2014/main" id="{D06B7C26-661F-0B78-3E30-26117B20D96D}"/>
                  </a:ext>
                </a:extLst>
              </p:cNvPr>
              <p:cNvSpPr/>
              <p:nvPr/>
            </p:nvSpPr>
            <p:spPr>
              <a:xfrm>
                <a:off x="4543003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0" name="pg3570">
                <a:extLst>
                  <a:ext uri="{FF2B5EF4-FFF2-40B4-BE49-F238E27FC236}">
                    <a16:creationId xmlns:a16="http://schemas.microsoft.com/office/drawing/2014/main" id="{8129CE4A-CC24-43B9-DE42-88616558DFD2}"/>
                  </a:ext>
                </a:extLst>
              </p:cNvPr>
              <p:cNvSpPr/>
              <p:nvPr/>
            </p:nvSpPr>
            <p:spPr>
              <a:xfrm>
                <a:off x="455464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1" name="pg3571">
                <a:extLst>
                  <a:ext uri="{FF2B5EF4-FFF2-40B4-BE49-F238E27FC236}">
                    <a16:creationId xmlns:a16="http://schemas.microsoft.com/office/drawing/2014/main" id="{7569DA5B-0396-E5E5-2472-9E1CCA754B05}"/>
                  </a:ext>
                </a:extLst>
              </p:cNvPr>
              <p:cNvSpPr/>
              <p:nvPr/>
            </p:nvSpPr>
            <p:spPr>
              <a:xfrm>
                <a:off x="4694288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2" name="pg3572">
                <a:extLst>
                  <a:ext uri="{FF2B5EF4-FFF2-40B4-BE49-F238E27FC236}">
                    <a16:creationId xmlns:a16="http://schemas.microsoft.com/office/drawing/2014/main" id="{B7346FC6-5F79-5543-6976-9D3280D698D3}"/>
                  </a:ext>
                </a:extLst>
              </p:cNvPr>
              <p:cNvSpPr/>
              <p:nvPr/>
            </p:nvSpPr>
            <p:spPr>
              <a:xfrm>
                <a:off x="4705925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3" name="pg3573">
                <a:extLst>
                  <a:ext uri="{FF2B5EF4-FFF2-40B4-BE49-F238E27FC236}">
                    <a16:creationId xmlns:a16="http://schemas.microsoft.com/office/drawing/2014/main" id="{4E10ABE1-5BEF-75C8-26F1-4CE9930AC54C}"/>
                  </a:ext>
                </a:extLst>
              </p:cNvPr>
              <p:cNvSpPr/>
              <p:nvPr/>
            </p:nvSpPr>
            <p:spPr>
              <a:xfrm>
                <a:off x="4717563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4" name="pg3574">
                <a:extLst>
                  <a:ext uri="{FF2B5EF4-FFF2-40B4-BE49-F238E27FC236}">
                    <a16:creationId xmlns:a16="http://schemas.microsoft.com/office/drawing/2014/main" id="{2C3F73EE-BD76-8A4E-8E0F-078F6B6A1DB4}"/>
                  </a:ext>
                </a:extLst>
              </p:cNvPr>
              <p:cNvSpPr/>
              <p:nvPr/>
            </p:nvSpPr>
            <p:spPr>
              <a:xfrm>
                <a:off x="4729200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5" name="pg3575">
                <a:extLst>
                  <a:ext uri="{FF2B5EF4-FFF2-40B4-BE49-F238E27FC236}">
                    <a16:creationId xmlns:a16="http://schemas.microsoft.com/office/drawing/2014/main" id="{EBCDEECA-F743-F0D4-00E3-F52262D87680}"/>
                  </a:ext>
                </a:extLst>
              </p:cNvPr>
              <p:cNvSpPr/>
              <p:nvPr/>
            </p:nvSpPr>
            <p:spPr>
              <a:xfrm>
                <a:off x="4740837" y="518181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6" name="pg3576">
                <a:extLst>
                  <a:ext uri="{FF2B5EF4-FFF2-40B4-BE49-F238E27FC236}">
                    <a16:creationId xmlns:a16="http://schemas.microsoft.com/office/drawing/2014/main" id="{A4243CC8-69D6-F403-07B8-0D8D1A1DAE59}"/>
                  </a:ext>
                </a:extLst>
              </p:cNvPr>
              <p:cNvSpPr/>
              <p:nvPr/>
            </p:nvSpPr>
            <p:spPr>
              <a:xfrm>
                <a:off x="2855590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7" name="pg3577">
                <a:extLst>
                  <a:ext uri="{FF2B5EF4-FFF2-40B4-BE49-F238E27FC236}">
                    <a16:creationId xmlns:a16="http://schemas.microsoft.com/office/drawing/2014/main" id="{FACC2BBF-213E-38D4-E089-8B086C73ECEB}"/>
                  </a:ext>
                </a:extLst>
              </p:cNvPr>
              <p:cNvSpPr/>
              <p:nvPr/>
            </p:nvSpPr>
            <p:spPr>
              <a:xfrm>
                <a:off x="2867227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8" name="pg3578">
                <a:extLst>
                  <a:ext uri="{FF2B5EF4-FFF2-40B4-BE49-F238E27FC236}">
                    <a16:creationId xmlns:a16="http://schemas.microsoft.com/office/drawing/2014/main" id="{0DEDFF10-970F-9C82-506D-1FA85B5C95C3}"/>
                  </a:ext>
                </a:extLst>
              </p:cNvPr>
              <p:cNvSpPr/>
              <p:nvPr/>
            </p:nvSpPr>
            <p:spPr>
              <a:xfrm>
                <a:off x="2878865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79" name="pg3579">
                <a:extLst>
                  <a:ext uri="{FF2B5EF4-FFF2-40B4-BE49-F238E27FC236}">
                    <a16:creationId xmlns:a16="http://schemas.microsoft.com/office/drawing/2014/main" id="{AD1B56D3-6081-3EC8-289F-F2D33CB1AEB0}"/>
                  </a:ext>
                </a:extLst>
              </p:cNvPr>
              <p:cNvSpPr/>
              <p:nvPr/>
            </p:nvSpPr>
            <p:spPr>
              <a:xfrm>
                <a:off x="2890502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E70">
                  <a:alpha val="100000"/>
                </a:srgbClr>
              </a:solidFill>
              <a:ln w="5420" cap="flat">
                <a:solidFill>
                  <a:srgbClr val="3B3E7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0" name="pg3580">
                <a:extLst>
                  <a:ext uri="{FF2B5EF4-FFF2-40B4-BE49-F238E27FC236}">
                    <a16:creationId xmlns:a16="http://schemas.microsoft.com/office/drawing/2014/main" id="{F4C5F163-8A73-E974-198B-2B0E54CC0444}"/>
                  </a:ext>
                </a:extLst>
              </p:cNvPr>
              <p:cNvSpPr/>
              <p:nvPr/>
            </p:nvSpPr>
            <p:spPr>
              <a:xfrm>
                <a:off x="4484816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1" name="pg3581">
                <a:extLst>
                  <a:ext uri="{FF2B5EF4-FFF2-40B4-BE49-F238E27FC236}">
                    <a16:creationId xmlns:a16="http://schemas.microsoft.com/office/drawing/2014/main" id="{7129A9CA-713B-B456-FD37-917F89889087}"/>
                  </a:ext>
                </a:extLst>
              </p:cNvPr>
              <p:cNvSpPr/>
              <p:nvPr/>
            </p:nvSpPr>
            <p:spPr>
              <a:xfrm>
                <a:off x="4496454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2" name="pg3582">
                <a:extLst>
                  <a:ext uri="{FF2B5EF4-FFF2-40B4-BE49-F238E27FC236}">
                    <a16:creationId xmlns:a16="http://schemas.microsoft.com/office/drawing/2014/main" id="{2751014B-6B9E-6098-62F6-A461B1F8AA6F}"/>
                  </a:ext>
                </a:extLst>
              </p:cNvPr>
              <p:cNvSpPr/>
              <p:nvPr/>
            </p:nvSpPr>
            <p:spPr>
              <a:xfrm>
                <a:off x="4508091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3" name="pg3583">
                <a:extLst>
                  <a:ext uri="{FF2B5EF4-FFF2-40B4-BE49-F238E27FC236}">
                    <a16:creationId xmlns:a16="http://schemas.microsoft.com/office/drawing/2014/main" id="{FB920856-3258-F514-546A-D8DFAAE6CCB4}"/>
                  </a:ext>
                </a:extLst>
              </p:cNvPr>
              <p:cNvSpPr/>
              <p:nvPr/>
            </p:nvSpPr>
            <p:spPr>
              <a:xfrm>
                <a:off x="4519728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4" name="pg3584">
                <a:extLst>
                  <a:ext uri="{FF2B5EF4-FFF2-40B4-BE49-F238E27FC236}">
                    <a16:creationId xmlns:a16="http://schemas.microsoft.com/office/drawing/2014/main" id="{D9E94AF7-80FD-82CA-67C7-278944EF22E0}"/>
                  </a:ext>
                </a:extLst>
              </p:cNvPr>
              <p:cNvSpPr/>
              <p:nvPr/>
            </p:nvSpPr>
            <p:spPr>
              <a:xfrm>
                <a:off x="4531366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5" name="pg3585">
                <a:extLst>
                  <a:ext uri="{FF2B5EF4-FFF2-40B4-BE49-F238E27FC236}">
                    <a16:creationId xmlns:a16="http://schemas.microsoft.com/office/drawing/2014/main" id="{48034667-AF93-F76F-524A-536CC3625ED0}"/>
                  </a:ext>
                </a:extLst>
              </p:cNvPr>
              <p:cNvSpPr/>
              <p:nvPr/>
            </p:nvSpPr>
            <p:spPr>
              <a:xfrm>
                <a:off x="4543003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6" name="pg3586">
                <a:extLst>
                  <a:ext uri="{FF2B5EF4-FFF2-40B4-BE49-F238E27FC236}">
                    <a16:creationId xmlns:a16="http://schemas.microsoft.com/office/drawing/2014/main" id="{3CCC5D91-D57C-E557-050F-537EBAB9CE03}"/>
                  </a:ext>
                </a:extLst>
              </p:cNvPr>
              <p:cNvSpPr/>
              <p:nvPr/>
            </p:nvSpPr>
            <p:spPr>
              <a:xfrm>
                <a:off x="4694288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7" name="pg3587">
                <a:extLst>
                  <a:ext uri="{FF2B5EF4-FFF2-40B4-BE49-F238E27FC236}">
                    <a16:creationId xmlns:a16="http://schemas.microsoft.com/office/drawing/2014/main" id="{A9E3CF88-E5A9-F67D-3DF4-CB6D4AB39417}"/>
                  </a:ext>
                </a:extLst>
              </p:cNvPr>
              <p:cNvSpPr/>
              <p:nvPr/>
            </p:nvSpPr>
            <p:spPr>
              <a:xfrm>
                <a:off x="4705925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8" name="pg3588">
                <a:extLst>
                  <a:ext uri="{FF2B5EF4-FFF2-40B4-BE49-F238E27FC236}">
                    <a16:creationId xmlns:a16="http://schemas.microsoft.com/office/drawing/2014/main" id="{71C3D2CE-5274-DDCA-87ED-42C517BA3E4B}"/>
                  </a:ext>
                </a:extLst>
              </p:cNvPr>
              <p:cNvSpPr/>
              <p:nvPr/>
            </p:nvSpPr>
            <p:spPr>
              <a:xfrm>
                <a:off x="4717563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89" name="pg3589">
                <a:extLst>
                  <a:ext uri="{FF2B5EF4-FFF2-40B4-BE49-F238E27FC236}">
                    <a16:creationId xmlns:a16="http://schemas.microsoft.com/office/drawing/2014/main" id="{39C48833-6F63-FF03-F3FB-D24E9252D1D6}"/>
                  </a:ext>
                </a:extLst>
              </p:cNvPr>
              <p:cNvSpPr/>
              <p:nvPr/>
            </p:nvSpPr>
            <p:spPr>
              <a:xfrm>
                <a:off x="4729200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0" name="pg3590">
                <a:extLst>
                  <a:ext uri="{FF2B5EF4-FFF2-40B4-BE49-F238E27FC236}">
                    <a16:creationId xmlns:a16="http://schemas.microsoft.com/office/drawing/2014/main" id="{09D3BDCD-7507-D00C-E19C-24D0353F13F1}"/>
                  </a:ext>
                </a:extLst>
              </p:cNvPr>
              <p:cNvSpPr/>
              <p:nvPr/>
            </p:nvSpPr>
            <p:spPr>
              <a:xfrm>
                <a:off x="4740837" y="51961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1" name="pg3591">
                <a:extLst>
                  <a:ext uri="{FF2B5EF4-FFF2-40B4-BE49-F238E27FC236}">
                    <a16:creationId xmlns:a16="http://schemas.microsoft.com/office/drawing/2014/main" id="{3FCA1B3D-CFD0-4800-6ADD-EF500E6C6E99}"/>
                  </a:ext>
                </a:extLst>
              </p:cNvPr>
              <p:cNvSpPr/>
              <p:nvPr/>
            </p:nvSpPr>
            <p:spPr>
              <a:xfrm>
                <a:off x="2855590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2" name="pg3592">
                <a:extLst>
                  <a:ext uri="{FF2B5EF4-FFF2-40B4-BE49-F238E27FC236}">
                    <a16:creationId xmlns:a16="http://schemas.microsoft.com/office/drawing/2014/main" id="{61398405-9E36-5966-29D9-236C16A389DE}"/>
                  </a:ext>
                </a:extLst>
              </p:cNvPr>
              <p:cNvSpPr/>
              <p:nvPr/>
            </p:nvSpPr>
            <p:spPr>
              <a:xfrm>
                <a:off x="2867227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3" name="pg3593">
                <a:extLst>
                  <a:ext uri="{FF2B5EF4-FFF2-40B4-BE49-F238E27FC236}">
                    <a16:creationId xmlns:a16="http://schemas.microsoft.com/office/drawing/2014/main" id="{4E8F6FE8-6EFF-5500-3D06-174DAF8FF3E7}"/>
                  </a:ext>
                </a:extLst>
              </p:cNvPr>
              <p:cNvSpPr/>
              <p:nvPr/>
            </p:nvSpPr>
            <p:spPr>
              <a:xfrm>
                <a:off x="2878865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4" name="pg3594">
                <a:extLst>
                  <a:ext uri="{FF2B5EF4-FFF2-40B4-BE49-F238E27FC236}">
                    <a16:creationId xmlns:a16="http://schemas.microsoft.com/office/drawing/2014/main" id="{FCB17ABF-B6B9-426E-512A-69F202E63ED8}"/>
                  </a:ext>
                </a:extLst>
              </p:cNvPr>
              <p:cNvSpPr/>
              <p:nvPr/>
            </p:nvSpPr>
            <p:spPr>
              <a:xfrm>
                <a:off x="2890502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5" name="pg3595">
                <a:extLst>
                  <a:ext uri="{FF2B5EF4-FFF2-40B4-BE49-F238E27FC236}">
                    <a16:creationId xmlns:a16="http://schemas.microsoft.com/office/drawing/2014/main" id="{6FC86FD5-E233-9843-A096-9D68B7305F82}"/>
                  </a:ext>
                </a:extLst>
              </p:cNvPr>
              <p:cNvSpPr/>
              <p:nvPr/>
            </p:nvSpPr>
            <p:spPr>
              <a:xfrm>
                <a:off x="2902139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1">
                  <a:alpha val="100000"/>
                </a:srgbClr>
              </a:solidFill>
              <a:ln w="5420" cap="flat">
                <a:solidFill>
                  <a:srgbClr val="3B3F71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6" name="pg3596">
                <a:extLst>
                  <a:ext uri="{FF2B5EF4-FFF2-40B4-BE49-F238E27FC236}">
                    <a16:creationId xmlns:a16="http://schemas.microsoft.com/office/drawing/2014/main" id="{1DE14076-85EC-C20B-A1F8-8C199D290D13}"/>
                  </a:ext>
                </a:extLst>
              </p:cNvPr>
              <p:cNvSpPr/>
              <p:nvPr/>
            </p:nvSpPr>
            <p:spPr>
              <a:xfrm>
                <a:off x="4484816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7" name="pg3597">
                <a:extLst>
                  <a:ext uri="{FF2B5EF4-FFF2-40B4-BE49-F238E27FC236}">
                    <a16:creationId xmlns:a16="http://schemas.microsoft.com/office/drawing/2014/main" id="{EC2A8EEA-5227-A7E7-F8F1-CB150151A777}"/>
                  </a:ext>
                </a:extLst>
              </p:cNvPr>
              <p:cNvSpPr/>
              <p:nvPr/>
            </p:nvSpPr>
            <p:spPr>
              <a:xfrm>
                <a:off x="4496454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8" name="pg3598">
                <a:extLst>
                  <a:ext uri="{FF2B5EF4-FFF2-40B4-BE49-F238E27FC236}">
                    <a16:creationId xmlns:a16="http://schemas.microsoft.com/office/drawing/2014/main" id="{B5A36494-962E-9E3F-81B1-FBF765D62EBB}"/>
                  </a:ext>
                </a:extLst>
              </p:cNvPr>
              <p:cNvSpPr/>
              <p:nvPr/>
            </p:nvSpPr>
            <p:spPr>
              <a:xfrm>
                <a:off x="4508091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599" name="pg3599">
                <a:extLst>
                  <a:ext uri="{FF2B5EF4-FFF2-40B4-BE49-F238E27FC236}">
                    <a16:creationId xmlns:a16="http://schemas.microsoft.com/office/drawing/2014/main" id="{E5C51AFD-44AE-EF95-720C-FA415564C014}"/>
                  </a:ext>
                </a:extLst>
              </p:cNvPr>
              <p:cNvSpPr/>
              <p:nvPr/>
            </p:nvSpPr>
            <p:spPr>
              <a:xfrm>
                <a:off x="4519728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0" name="pg3600">
                <a:extLst>
                  <a:ext uri="{FF2B5EF4-FFF2-40B4-BE49-F238E27FC236}">
                    <a16:creationId xmlns:a16="http://schemas.microsoft.com/office/drawing/2014/main" id="{7C8E7A1A-B361-28A3-5793-A147FA6BB791}"/>
                  </a:ext>
                </a:extLst>
              </p:cNvPr>
              <p:cNvSpPr/>
              <p:nvPr/>
            </p:nvSpPr>
            <p:spPr>
              <a:xfrm>
                <a:off x="4531366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1" name="pg3601">
                <a:extLst>
                  <a:ext uri="{FF2B5EF4-FFF2-40B4-BE49-F238E27FC236}">
                    <a16:creationId xmlns:a16="http://schemas.microsoft.com/office/drawing/2014/main" id="{C7B2D09B-0576-EF37-9FE3-172D5E2D4822}"/>
                  </a:ext>
                </a:extLst>
              </p:cNvPr>
              <p:cNvSpPr/>
              <p:nvPr/>
            </p:nvSpPr>
            <p:spPr>
              <a:xfrm>
                <a:off x="4543003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2" name="pg3602">
                <a:extLst>
                  <a:ext uri="{FF2B5EF4-FFF2-40B4-BE49-F238E27FC236}">
                    <a16:creationId xmlns:a16="http://schemas.microsoft.com/office/drawing/2014/main" id="{B8941F4B-0702-74DB-BC75-7DD7458F7D21}"/>
                  </a:ext>
                </a:extLst>
              </p:cNvPr>
              <p:cNvSpPr/>
              <p:nvPr/>
            </p:nvSpPr>
            <p:spPr>
              <a:xfrm>
                <a:off x="4694288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3" name="pg3603">
                <a:extLst>
                  <a:ext uri="{FF2B5EF4-FFF2-40B4-BE49-F238E27FC236}">
                    <a16:creationId xmlns:a16="http://schemas.microsoft.com/office/drawing/2014/main" id="{3CFD2981-735C-C178-9726-3EAF234F3E5E}"/>
                  </a:ext>
                </a:extLst>
              </p:cNvPr>
              <p:cNvSpPr/>
              <p:nvPr/>
            </p:nvSpPr>
            <p:spPr>
              <a:xfrm>
                <a:off x="4705925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4" name="pg3604">
                <a:extLst>
                  <a:ext uri="{FF2B5EF4-FFF2-40B4-BE49-F238E27FC236}">
                    <a16:creationId xmlns:a16="http://schemas.microsoft.com/office/drawing/2014/main" id="{A69CFF97-2D84-011D-90AB-8CC63353970B}"/>
                  </a:ext>
                </a:extLst>
              </p:cNvPr>
              <p:cNvSpPr/>
              <p:nvPr/>
            </p:nvSpPr>
            <p:spPr>
              <a:xfrm>
                <a:off x="4717563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5" name="pg3605">
                <a:extLst>
                  <a:ext uri="{FF2B5EF4-FFF2-40B4-BE49-F238E27FC236}">
                    <a16:creationId xmlns:a16="http://schemas.microsoft.com/office/drawing/2014/main" id="{956F56AD-304F-B1C7-3610-B2D12E1809F3}"/>
                  </a:ext>
                </a:extLst>
              </p:cNvPr>
              <p:cNvSpPr/>
              <p:nvPr/>
            </p:nvSpPr>
            <p:spPr>
              <a:xfrm>
                <a:off x="4729200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6" name="pg3606">
                <a:extLst>
                  <a:ext uri="{FF2B5EF4-FFF2-40B4-BE49-F238E27FC236}">
                    <a16:creationId xmlns:a16="http://schemas.microsoft.com/office/drawing/2014/main" id="{85E10517-224B-5039-3608-235A7C45F7FF}"/>
                  </a:ext>
                </a:extLst>
              </p:cNvPr>
              <p:cNvSpPr/>
              <p:nvPr/>
            </p:nvSpPr>
            <p:spPr>
              <a:xfrm>
                <a:off x="4740837" y="521041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DA0">
                  <a:alpha val="100000"/>
                </a:srgbClr>
              </a:solidFill>
              <a:ln w="5420" cap="flat">
                <a:solidFill>
                  <a:srgbClr val="3A6D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7" name="pg3607">
                <a:extLst>
                  <a:ext uri="{FF2B5EF4-FFF2-40B4-BE49-F238E27FC236}">
                    <a16:creationId xmlns:a16="http://schemas.microsoft.com/office/drawing/2014/main" id="{02297B11-1853-F45D-7D9F-4B79C336BD92}"/>
                  </a:ext>
                </a:extLst>
              </p:cNvPr>
              <p:cNvSpPr/>
              <p:nvPr/>
            </p:nvSpPr>
            <p:spPr>
              <a:xfrm>
                <a:off x="2855590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8" name="pg3608">
                <a:extLst>
                  <a:ext uri="{FF2B5EF4-FFF2-40B4-BE49-F238E27FC236}">
                    <a16:creationId xmlns:a16="http://schemas.microsoft.com/office/drawing/2014/main" id="{59291D84-E152-C8AE-7DD1-5084CDF94ECE}"/>
                  </a:ext>
                </a:extLst>
              </p:cNvPr>
              <p:cNvSpPr/>
              <p:nvPr/>
            </p:nvSpPr>
            <p:spPr>
              <a:xfrm>
                <a:off x="2867227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09" name="pg3609">
                <a:extLst>
                  <a:ext uri="{FF2B5EF4-FFF2-40B4-BE49-F238E27FC236}">
                    <a16:creationId xmlns:a16="http://schemas.microsoft.com/office/drawing/2014/main" id="{997CA194-100E-FFD2-9FBB-EA56FC90FE81}"/>
                  </a:ext>
                </a:extLst>
              </p:cNvPr>
              <p:cNvSpPr/>
              <p:nvPr/>
            </p:nvSpPr>
            <p:spPr>
              <a:xfrm>
                <a:off x="2878865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0" name="pg3610">
                <a:extLst>
                  <a:ext uri="{FF2B5EF4-FFF2-40B4-BE49-F238E27FC236}">
                    <a16:creationId xmlns:a16="http://schemas.microsoft.com/office/drawing/2014/main" id="{14CA7ECA-299F-AA4A-75BA-2FBD01A75859}"/>
                  </a:ext>
                </a:extLst>
              </p:cNvPr>
              <p:cNvSpPr/>
              <p:nvPr/>
            </p:nvSpPr>
            <p:spPr>
              <a:xfrm>
                <a:off x="2890502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1" name="pg3611">
                <a:extLst>
                  <a:ext uri="{FF2B5EF4-FFF2-40B4-BE49-F238E27FC236}">
                    <a16:creationId xmlns:a16="http://schemas.microsoft.com/office/drawing/2014/main" id="{8FC21F2A-C6AE-F2F1-C60E-47345684C598}"/>
                  </a:ext>
                </a:extLst>
              </p:cNvPr>
              <p:cNvSpPr/>
              <p:nvPr/>
            </p:nvSpPr>
            <p:spPr>
              <a:xfrm>
                <a:off x="2902139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B3F72">
                  <a:alpha val="100000"/>
                </a:srgbClr>
              </a:solidFill>
              <a:ln w="5420" cap="flat">
                <a:solidFill>
                  <a:srgbClr val="3B3F7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2" name="pg3612">
                <a:extLst>
                  <a:ext uri="{FF2B5EF4-FFF2-40B4-BE49-F238E27FC236}">
                    <a16:creationId xmlns:a16="http://schemas.microsoft.com/office/drawing/2014/main" id="{48095B11-8374-0FDE-6B3D-A42DEDF57D86}"/>
                  </a:ext>
                </a:extLst>
              </p:cNvPr>
              <p:cNvSpPr/>
              <p:nvPr/>
            </p:nvSpPr>
            <p:spPr>
              <a:xfrm>
                <a:off x="4496454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39D">
                  <a:alpha val="100000"/>
                </a:srgbClr>
              </a:solidFill>
              <a:ln w="5420" cap="flat">
                <a:solidFill>
                  <a:srgbClr val="3A639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3" name="pg3613">
                <a:extLst>
                  <a:ext uri="{FF2B5EF4-FFF2-40B4-BE49-F238E27FC236}">
                    <a16:creationId xmlns:a16="http://schemas.microsoft.com/office/drawing/2014/main" id="{0751A541-3C73-E59C-8B4C-19229D0EC62C}"/>
                  </a:ext>
                </a:extLst>
              </p:cNvPr>
              <p:cNvSpPr/>
              <p:nvPr/>
            </p:nvSpPr>
            <p:spPr>
              <a:xfrm>
                <a:off x="4508091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4" name="pg3614">
                <a:extLst>
                  <a:ext uri="{FF2B5EF4-FFF2-40B4-BE49-F238E27FC236}">
                    <a16:creationId xmlns:a16="http://schemas.microsoft.com/office/drawing/2014/main" id="{DDB8A152-BDC3-8143-D890-5AE87B100672}"/>
                  </a:ext>
                </a:extLst>
              </p:cNvPr>
              <p:cNvSpPr/>
              <p:nvPr/>
            </p:nvSpPr>
            <p:spPr>
              <a:xfrm>
                <a:off x="4519728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5" name="pg3615">
                <a:extLst>
                  <a:ext uri="{FF2B5EF4-FFF2-40B4-BE49-F238E27FC236}">
                    <a16:creationId xmlns:a16="http://schemas.microsoft.com/office/drawing/2014/main" id="{5C0B21A5-22E1-12E2-39A5-ABC81DCA7944}"/>
                  </a:ext>
                </a:extLst>
              </p:cNvPr>
              <p:cNvSpPr/>
              <p:nvPr/>
            </p:nvSpPr>
            <p:spPr>
              <a:xfrm>
                <a:off x="4531366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6" name="pg3616">
                <a:extLst>
                  <a:ext uri="{FF2B5EF4-FFF2-40B4-BE49-F238E27FC236}">
                    <a16:creationId xmlns:a16="http://schemas.microsoft.com/office/drawing/2014/main" id="{C6C0FE8F-3013-70C9-BD0E-112D26B3F6C9}"/>
                  </a:ext>
                </a:extLst>
              </p:cNvPr>
              <p:cNvSpPr/>
              <p:nvPr/>
            </p:nvSpPr>
            <p:spPr>
              <a:xfrm>
                <a:off x="4543003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7" name="pg3617">
                <a:extLst>
                  <a:ext uri="{FF2B5EF4-FFF2-40B4-BE49-F238E27FC236}">
                    <a16:creationId xmlns:a16="http://schemas.microsoft.com/office/drawing/2014/main" id="{AEE771F8-5D25-4228-6E17-AE4901644FBC}"/>
                  </a:ext>
                </a:extLst>
              </p:cNvPr>
              <p:cNvSpPr/>
              <p:nvPr/>
            </p:nvSpPr>
            <p:spPr>
              <a:xfrm>
                <a:off x="4694288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8" name="pg3618">
                <a:extLst>
                  <a:ext uri="{FF2B5EF4-FFF2-40B4-BE49-F238E27FC236}">
                    <a16:creationId xmlns:a16="http://schemas.microsoft.com/office/drawing/2014/main" id="{0E65C497-CB5B-3687-1A22-C00A4B1D0907}"/>
                  </a:ext>
                </a:extLst>
              </p:cNvPr>
              <p:cNvSpPr/>
              <p:nvPr/>
            </p:nvSpPr>
            <p:spPr>
              <a:xfrm>
                <a:off x="4705925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19" name="pg3619">
                <a:extLst>
                  <a:ext uri="{FF2B5EF4-FFF2-40B4-BE49-F238E27FC236}">
                    <a16:creationId xmlns:a16="http://schemas.microsoft.com/office/drawing/2014/main" id="{C8E84BA4-42ED-8109-8B54-B66318BB6A98}"/>
                  </a:ext>
                </a:extLst>
              </p:cNvPr>
              <p:cNvSpPr/>
              <p:nvPr/>
            </p:nvSpPr>
            <p:spPr>
              <a:xfrm>
                <a:off x="4717563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0" name="pg3620">
                <a:extLst>
                  <a:ext uri="{FF2B5EF4-FFF2-40B4-BE49-F238E27FC236}">
                    <a16:creationId xmlns:a16="http://schemas.microsoft.com/office/drawing/2014/main" id="{9D5ADF7C-C389-8838-612B-B1BB6B1FA21B}"/>
                  </a:ext>
                </a:extLst>
              </p:cNvPr>
              <p:cNvSpPr/>
              <p:nvPr/>
            </p:nvSpPr>
            <p:spPr>
              <a:xfrm>
                <a:off x="4729200" y="52247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1" name="pg3621">
                <a:extLst>
                  <a:ext uri="{FF2B5EF4-FFF2-40B4-BE49-F238E27FC236}">
                    <a16:creationId xmlns:a16="http://schemas.microsoft.com/office/drawing/2014/main" id="{FC049E63-0AC8-E833-7E69-FABCBD0FB4A6}"/>
                  </a:ext>
                </a:extLst>
              </p:cNvPr>
              <p:cNvSpPr/>
              <p:nvPr/>
            </p:nvSpPr>
            <p:spPr>
              <a:xfrm>
                <a:off x="2867227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2" name="pg3622">
                <a:extLst>
                  <a:ext uri="{FF2B5EF4-FFF2-40B4-BE49-F238E27FC236}">
                    <a16:creationId xmlns:a16="http://schemas.microsoft.com/office/drawing/2014/main" id="{3A6300B8-48D1-601B-BEB7-5A13931888BF}"/>
                  </a:ext>
                </a:extLst>
              </p:cNvPr>
              <p:cNvSpPr/>
              <p:nvPr/>
            </p:nvSpPr>
            <p:spPr>
              <a:xfrm>
                <a:off x="2878865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3" name="pg3623">
                <a:extLst>
                  <a:ext uri="{FF2B5EF4-FFF2-40B4-BE49-F238E27FC236}">
                    <a16:creationId xmlns:a16="http://schemas.microsoft.com/office/drawing/2014/main" id="{376817B5-A933-BDB5-7D23-A1379647011C}"/>
                  </a:ext>
                </a:extLst>
              </p:cNvPr>
              <p:cNvSpPr/>
              <p:nvPr/>
            </p:nvSpPr>
            <p:spPr>
              <a:xfrm>
                <a:off x="2890502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4" name="pg3624">
                <a:extLst>
                  <a:ext uri="{FF2B5EF4-FFF2-40B4-BE49-F238E27FC236}">
                    <a16:creationId xmlns:a16="http://schemas.microsoft.com/office/drawing/2014/main" id="{C82C5A39-5837-5CCF-92B7-8165E0F67B2D}"/>
                  </a:ext>
                </a:extLst>
              </p:cNvPr>
              <p:cNvSpPr/>
              <p:nvPr/>
            </p:nvSpPr>
            <p:spPr>
              <a:xfrm>
                <a:off x="2902139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5" name="pg3625">
                <a:extLst>
                  <a:ext uri="{FF2B5EF4-FFF2-40B4-BE49-F238E27FC236}">
                    <a16:creationId xmlns:a16="http://schemas.microsoft.com/office/drawing/2014/main" id="{AC17F46D-9933-6AC3-DA21-20834B50ED89}"/>
                  </a:ext>
                </a:extLst>
              </p:cNvPr>
              <p:cNvSpPr/>
              <p:nvPr/>
            </p:nvSpPr>
            <p:spPr>
              <a:xfrm>
                <a:off x="2913777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073">
                  <a:alpha val="100000"/>
                </a:srgbClr>
              </a:solidFill>
              <a:ln w="5420" cap="flat">
                <a:solidFill>
                  <a:srgbClr val="3C40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6" name="pg3626">
                <a:extLst>
                  <a:ext uri="{FF2B5EF4-FFF2-40B4-BE49-F238E27FC236}">
                    <a16:creationId xmlns:a16="http://schemas.microsoft.com/office/drawing/2014/main" id="{7C1FC775-4110-9996-1095-434C832B994A}"/>
                  </a:ext>
                </a:extLst>
              </p:cNvPr>
              <p:cNvSpPr/>
              <p:nvPr/>
            </p:nvSpPr>
            <p:spPr>
              <a:xfrm>
                <a:off x="4508091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7" name="pg3627">
                <a:extLst>
                  <a:ext uri="{FF2B5EF4-FFF2-40B4-BE49-F238E27FC236}">
                    <a16:creationId xmlns:a16="http://schemas.microsoft.com/office/drawing/2014/main" id="{028E893E-12ED-9713-790B-C2ACDFEFEA19}"/>
                  </a:ext>
                </a:extLst>
              </p:cNvPr>
              <p:cNvSpPr/>
              <p:nvPr/>
            </p:nvSpPr>
            <p:spPr>
              <a:xfrm>
                <a:off x="4519728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8" name="pg3628">
                <a:extLst>
                  <a:ext uri="{FF2B5EF4-FFF2-40B4-BE49-F238E27FC236}">
                    <a16:creationId xmlns:a16="http://schemas.microsoft.com/office/drawing/2014/main" id="{60489583-825C-3BDF-AF0C-0949B92F93B4}"/>
                  </a:ext>
                </a:extLst>
              </p:cNvPr>
              <p:cNvSpPr/>
              <p:nvPr/>
            </p:nvSpPr>
            <p:spPr>
              <a:xfrm>
                <a:off x="4531366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29" name="pg3629">
                <a:extLst>
                  <a:ext uri="{FF2B5EF4-FFF2-40B4-BE49-F238E27FC236}">
                    <a16:creationId xmlns:a16="http://schemas.microsoft.com/office/drawing/2014/main" id="{B7ADF175-C0E0-B744-389C-DCFDF91D63C7}"/>
                  </a:ext>
                </a:extLst>
              </p:cNvPr>
              <p:cNvSpPr/>
              <p:nvPr/>
            </p:nvSpPr>
            <p:spPr>
              <a:xfrm>
                <a:off x="4543003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0" name="pg3630">
                <a:extLst>
                  <a:ext uri="{FF2B5EF4-FFF2-40B4-BE49-F238E27FC236}">
                    <a16:creationId xmlns:a16="http://schemas.microsoft.com/office/drawing/2014/main" id="{E6B57276-8257-D29A-E54D-3A965A8899A0}"/>
                  </a:ext>
                </a:extLst>
              </p:cNvPr>
              <p:cNvSpPr/>
              <p:nvPr/>
            </p:nvSpPr>
            <p:spPr>
              <a:xfrm>
                <a:off x="4554640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1" name="pg3631">
                <a:extLst>
                  <a:ext uri="{FF2B5EF4-FFF2-40B4-BE49-F238E27FC236}">
                    <a16:creationId xmlns:a16="http://schemas.microsoft.com/office/drawing/2014/main" id="{F6D86E74-0260-42B7-7ED4-D7759E6B7FDC}"/>
                  </a:ext>
                </a:extLst>
              </p:cNvPr>
              <p:cNvSpPr/>
              <p:nvPr/>
            </p:nvSpPr>
            <p:spPr>
              <a:xfrm>
                <a:off x="4694288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2" name="pg3632">
                <a:extLst>
                  <a:ext uri="{FF2B5EF4-FFF2-40B4-BE49-F238E27FC236}">
                    <a16:creationId xmlns:a16="http://schemas.microsoft.com/office/drawing/2014/main" id="{D09A5A4E-9043-D0BA-1062-D0BB39720EA8}"/>
                  </a:ext>
                </a:extLst>
              </p:cNvPr>
              <p:cNvSpPr/>
              <p:nvPr/>
            </p:nvSpPr>
            <p:spPr>
              <a:xfrm>
                <a:off x="4705925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3" name="pg3633">
                <a:extLst>
                  <a:ext uri="{FF2B5EF4-FFF2-40B4-BE49-F238E27FC236}">
                    <a16:creationId xmlns:a16="http://schemas.microsoft.com/office/drawing/2014/main" id="{CEE9F5BC-802B-EB18-7266-1A43497C8063}"/>
                  </a:ext>
                </a:extLst>
              </p:cNvPr>
              <p:cNvSpPr/>
              <p:nvPr/>
            </p:nvSpPr>
            <p:spPr>
              <a:xfrm>
                <a:off x="4717563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4" name="pg3634">
                <a:extLst>
                  <a:ext uri="{FF2B5EF4-FFF2-40B4-BE49-F238E27FC236}">
                    <a16:creationId xmlns:a16="http://schemas.microsoft.com/office/drawing/2014/main" id="{171C88E2-051E-6C9D-48E3-E8BE6215D3FA}"/>
                  </a:ext>
                </a:extLst>
              </p:cNvPr>
              <p:cNvSpPr/>
              <p:nvPr/>
            </p:nvSpPr>
            <p:spPr>
              <a:xfrm>
                <a:off x="4729200" y="523901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A0">
                  <a:alpha val="100000"/>
                </a:srgbClr>
              </a:solidFill>
              <a:ln w="5420" cap="flat">
                <a:solidFill>
                  <a:srgbClr val="3A6CA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5" name="pg3635">
                <a:extLst>
                  <a:ext uri="{FF2B5EF4-FFF2-40B4-BE49-F238E27FC236}">
                    <a16:creationId xmlns:a16="http://schemas.microsoft.com/office/drawing/2014/main" id="{BFBDECEA-D4ED-568F-50B3-60DD2ED133A7}"/>
                  </a:ext>
                </a:extLst>
              </p:cNvPr>
              <p:cNvSpPr/>
              <p:nvPr/>
            </p:nvSpPr>
            <p:spPr>
              <a:xfrm>
                <a:off x="2867227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3">
                  <a:alpha val="100000"/>
                </a:srgbClr>
              </a:solidFill>
              <a:ln w="5420" cap="flat">
                <a:solidFill>
                  <a:srgbClr val="3C417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6" name="pg3636">
                <a:extLst>
                  <a:ext uri="{FF2B5EF4-FFF2-40B4-BE49-F238E27FC236}">
                    <a16:creationId xmlns:a16="http://schemas.microsoft.com/office/drawing/2014/main" id="{88EE8756-158A-3FA9-F8C2-8BF8B5753793}"/>
                  </a:ext>
                </a:extLst>
              </p:cNvPr>
              <p:cNvSpPr/>
              <p:nvPr/>
            </p:nvSpPr>
            <p:spPr>
              <a:xfrm>
                <a:off x="2878865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7" name="pg3637">
                <a:extLst>
                  <a:ext uri="{FF2B5EF4-FFF2-40B4-BE49-F238E27FC236}">
                    <a16:creationId xmlns:a16="http://schemas.microsoft.com/office/drawing/2014/main" id="{6D33CBCD-7434-5734-47FD-941410F8D50E}"/>
                  </a:ext>
                </a:extLst>
              </p:cNvPr>
              <p:cNvSpPr/>
              <p:nvPr/>
            </p:nvSpPr>
            <p:spPr>
              <a:xfrm>
                <a:off x="2890502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8" name="pg3638">
                <a:extLst>
                  <a:ext uri="{FF2B5EF4-FFF2-40B4-BE49-F238E27FC236}">
                    <a16:creationId xmlns:a16="http://schemas.microsoft.com/office/drawing/2014/main" id="{659BF5EF-3026-939D-7D8A-5BBCF1272807}"/>
                  </a:ext>
                </a:extLst>
              </p:cNvPr>
              <p:cNvSpPr/>
              <p:nvPr/>
            </p:nvSpPr>
            <p:spPr>
              <a:xfrm>
                <a:off x="2902139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39" name="pg3639">
                <a:extLst>
                  <a:ext uri="{FF2B5EF4-FFF2-40B4-BE49-F238E27FC236}">
                    <a16:creationId xmlns:a16="http://schemas.microsoft.com/office/drawing/2014/main" id="{8A7B4296-B02E-7BB6-93A5-E0F51087161B}"/>
                  </a:ext>
                </a:extLst>
              </p:cNvPr>
              <p:cNvSpPr/>
              <p:nvPr/>
            </p:nvSpPr>
            <p:spPr>
              <a:xfrm>
                <a:off x="2913777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0" name="pg3640">
                <a:extLst>
                  <a:ext uri="{FF2B5EF4-FFF2-40B4-BE49-F238E27FC236}">
                    <a16:creationId xmlns:a16="http://schemas.microsoft.com/office/drawing/2014/main" id="{B35809E9-217F-ECC6-3CDD-931BEB65D31F}"/>
                  </a:ext>
                </a:extLst>
              </p:cNvPr>
              <p:cNvSpPr/>
              <p:nvPr/>
            </p:nvSpPr>
            <p:spPr>
              <a:xfrm>
                <a:off x="2925414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1" name="pg3641">
                <a:extLst>
                  <a:ext uri="{FF2B5EF4-FFF2-40B4-BE49-F238E27FC236}">
                    <a16:creationId xmlns:a16="http://schemas.microsoft.com/office/drawing/2014/main" id="{E1EAF2DF-5393-AC4A-1D59-28AA0A39788E}"/>
                  </a:ext>
                </a:extLst>
              </p:cNvPr>
              <p:cNvSpPr/>
              <p:nvPr/>
            </p:nvSpPr>
            <p:spPr>
              <a:xfrm>
                <a:off x="4508091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2" name="pg3642">
                <a:extLst>
                  <a:ext uri="{FF2B5EF4-FFF2-40B4-BE49-F238E27FC236}">
                    <a16:creationId xmlns:a16="http://schemas.microsoft.com/office/drawing/2014/main" id="{81FCD0C2-7B02-B4FF-0327-1B33E888780D}"/>
                  </a:ext>
                </a:extLst>
              </p:cNvPr>
              <p:cNvSpPr/>
              <p:nvPr/>
            </p:nvSpPr>
            <p:spPr>
              <a:xfrm>
                <a:off x="4519728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3" name="pg3643">
                <a:extLst>
                  <a:ext uri="{FF2B5EF4-FFF2-40B4-BE49-F238E27FC236}">
                    <a16:creationId xmlns:a16="http://schemas.microsoft.com/office/drawing/2014/main" id="{F3869B60-0848-D81F-7006-BD4388E2E785}"/>
                  </a:ext>
                </a:extLst>
              </p:cNvPr>
              <p:cNvSpPr/>
              <p:nvPr/>
            </p:nvSpPr>
            <p:spPr>
              <a:xfrm>
                <a:off x="4531366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4" name="pg3644">
                <a:extLst>
                  <a:ext uri="{FF2B5EF4-FFF2-40B4-BE49-F238E27FC236}">
                    <a16:creationId xmlns:a16="http://schemas.microsoft.com/office/drawing/2014/main" id="{4C051A34-FB51-2CF2-7D6A-64077340556D}"/>
                  </a:ext>
                </a:extLst>
              </p:cNvPr>
              <p:cNvSpPr/>
              <p:nvPr/>
            </p:nvSpPr>
            <p:spPr>
              <a:xfrm>
                <a:off x="4543003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5" name="pg3645">
                <a:extLst>
                  <a:ext uri="{FF2B5EF4-FFF2-40B4-BE49-F238E27FC236}">
                    <a16:creationId xmlns:a16="http://schemas.microsoft.com/office/drawing/2014/main" id="{FCF9EBEC-4283-42F5-8BDF-40A00F24BF6E}"/>
                  </a:ext>
                </a:extLst>
              </p:cNvPr>
              <p:cNvSpPr/>
              <p:nvPr/>
            </p:nvSpPr>
            <p:spPr>
              <a:xfrm>
                <a:off x="4554640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6" name="pg3646">
                <a:extLst>
                  <a:ext uri="{FF2B5EF4-FFF2-40B4-BE49-F238E27FC236}">
                    <a16:creationId xmlns:a16="http://schemas.microsoft.com/office/drawing/2014/main" id="{6234B726-BE03-4994-7CFE-1415570591FC}"/>
                  </a:ext>
                </a:extLst>
              </p:cNvPr>
              <p:cNvSpPr/>
              <p:nvPr/>
            </p:nvSpPr>
            <p:spPr>
              <a:xfrm>
                <a:off x="4694288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7" name="pg3647">
                <a:extLst>
                  <a:ext uri="{FF2B5EF4-FFF2-40B4-BE49-F238E27FC236}">
                    <a16:creationId xmlns:a16="http://schemas.microsoft.com/office/drawing/2014/main" id="{9832CA8F-AFF2-CA01-0C9E-C990B5962C42}"/>
                  </a:ext>
                </a:extLst>
              </p:cNvPr>
              <p:cNvSpPr/>
              <p:nvPr/>
            </p:nvSpPr>
            <p:spPr>
              <a:xfrm>
                <a:off x="4705925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8" name="pg3648">
                <a:extLst>
                  <a:ext uri="{FF2B5EF4-FFF2-40B4-BE49-F238E27FC236}">
                    <a16:creationId xmlns:a16="http://schemas.microsoft.com/office/drawing/2014/main" id="{C1BD9D29-3DF2-32EB-8B3B-FB92FAD5B9E2}"/>
                  </a:ext>
                </a:extLst>
              </p:cNvPr>
              <p:cNvSpPr/>
              <p:nvPr/>
            </p:nvSpPr>
            <p:spPr>
              <a:xfrm>
                <a:off x="4717563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49" name="pg3649">
                <a:extLst>
                  <a:ext uri="{FF2B5EF4-FFF2-40B4-BE49-F238E27FC236}">
                    <a16:creationId xmlns:a16="http://schemas.microsoft.com/office/drawing/2014/main" id="{D548D3DC-17A6-41A7-79C4-22B8A0F83625}"/>
                  </a:ext>
                </a:extLst>
              </p:cNvPr>
              <p:cNvSpPr/>
              <p:nvPr/>
            </p:nvSpPr>
            <p:spPr>
              <a:xfrm>
                <a:off x="4729200" y="525331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C9F">
                  <a:alpha val="100000"/>
                </a:srgbClr>
              </a:solidFill>
              <a:ln w="5420" cap="flat">
                <a:solidFill>
                  <a:srgbClr val="3A6C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0" name="pg3650">
                <a:extLst>
                  <a:ext uri="{FF2B5EF4-FFF2-40B4-BE49-F238E27FC236}">
                    <a16:creationId xmlns:a16="http://schemas.microsoft.com/office/drawing/2014/main" id="{08CC9F73-2036-903A-DB92-019649DF5D7C}"/>
                  </a:ext>
                </a:extLst>
              </p:cNvPr>
              <p:cNvSpPr/>
              <p:nvPr/>
            </p:nvSpPr>
            <p:spPr>
              <a:xfrm>
                <a:off x="287886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1" name="pg3651">
                <a:extLst>
                  <a:ext uri="{FF2B5EF4-FFF2-40B4-BE49-F238E27FC236}">
                    <a16:creationId xmlns:a16="http://schemas.microsoft.com/office/drawing/2014/main" id="{9FC6EF28-03FC-76A2-60B5-A402949EE365}"/>
                  </a:ext>
                </a:extLst>
              </p:cNvPr>
              <p:cNvSpPr/>
              <p:nvPr/>
            </p:nvSpPr>
            <p:spPr>
              <a:xfrm>
                <a:off x="2890502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2" name="pg3652">
                <a:extLst>
                  <a:ext uri="{FF2B5EF4-FFF2-40B4-BE49-F238E27FC236}">
                    <a16:creationId xmlns:a16="http://schemas.microsoft.com/office/drawing/2014/main" id="{E398C9C0-3A4B-B57E-7096-0290149E81B1}"/>
                  </a:ext>
                </a:extLst>
              </p:cNvPr>
              <p:cNvSpPr/>
              <p:nvPr/>
            </p:nvSpPr>
            <p:spPr>
              <a:xfrm>
                <a:off x="2902139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3" name="pg3653">
                <a:extLst>
                  <a:ext uri="{FF2B5EF4-FFF2-40B4-BE49-F238E27FC236}">
                    <a16:creationId xmlns:a16="http://schemas.microsoft.com/office/drawing/2014/main" id="{35FEFB8E-A8BD-DEEF-1003-5D0CA8402CC1}"/>
                  </a:ext>
                </a:extLst>
              </p:cNvPr>
              <p:cNvSpPr/>
              <p:nvPr/>
            </p:nvSpPr>
            <p:spPr>
              <a:xfrm>
                <a:off x="2913777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4" name="pg3654">
                <a:extLst>
                  <a:ext uri="{FF2B5EF4-FFF2-40B4-BE49-F238E27FC236}">
                    <a16:creationId xmlns:a16="http://schemas.microsoft.com/office/drawing/2014/main" id="{0F91E352-0788-5EC6-EA3A-7540452B634C}"/>
                  </a:ext>
                </a:extLst>
              </p:cNvPr>
              <p:cNvSpPr/>
              <p:nvPr/>
            </p:nvSpPr>
            <p:spPr>
              <a:xfrm>
                <a:off x="2925414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174">
                  <a:alpha val="100000"/>
                </a:srgbClr>
              </a:solidFill>
              <a:ln w="5420" cap="flat">
                <a:solidFill>
                  <a:srgbClr val="3C417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5" name="pg3655">
                <a:extLst>
                  <a:ext uri="{FF2B5EF4-FFF2-40B4-BE49-F238E27FC236}">
                    <a16:creationId xmlns:a16="http://schemas.microsoft.com/office/drawing/2014/main" id="{0572B132-A2A2-C0C7-C370-C29C3AAECFB2}"/>
                  </a:ext>
                </a:extLst>
              </p:cNvPr>
              <p:cNvSpPr/>
              <p:nvPr/>
            </p:nvSpPr>
            <p:spPr>
              <a:xfrm>
                <a:off x="4508091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6" name="pg3656">
                <a:extLst>
                  <a:ext uri="{FF2B5EF4-FFF2-40B4-BE49-F238E27FC236}">
                    <a16:creationId xmlns:a16="http://schemas.microsoft.com/office/drawing/2014/main" id="{0A7959C7-03FF-6F30-D135-DC5AE50BD940}"/>
                  </a:ext>
                </a:extLst>
              </p:cNvPr>
              <p:cNvSpPr/>
              <p:nvPr/>
            </p:nvSpPr>
            <p:spPr>
              <a:xfrm>
                <a:off x="451972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7" name="pg3657">
                <a:extLst>
                  <a:ext uri="{FF2B5EF4-FFF2-40B4-BE49-F238E27FC236}">
                    <a16:creationId xmlns:a16="http://schemas.microsoft.com/office/drawing/2014/main" id="{C5453E28-4E7D-0193-77C4-07596B48B01F}"/>
                  </a:ext>
                </a:extLst>
              </p:cNvPr>
              <p:cNvSpPr/>
              <p:nvPr/>
            </p:nvSpPr>
            <p:spPr>
              <a:xfrm>
                <a:off x="4531366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8" name="pg3658">
                <a:extLst>
                  <a:ext uri="{FF2B5EF4-FFF2-40B4-BE49-F238E27FC236}">
                    <a16:creationId xmlns:a16="http://schemas.microsoft.com/office/drawing/2014/main" id="{7EB4DBA2-3200-C44E-CF95-CEE601D37A18}"/>
                  </a:ext>
                </a:extLst>
              </p:cNvPr>
              <p:cNvSpPr/>
              <p:nvPr/>
            </p:nvSpPr>
            <p:spPr>
              <a:xfrm>
                <a:off x="4543003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59" name="pg3659">
                <a:extLst>
                  <a:ext uri="{FF2B5EF4-FFF2-40B4-BE49-F238E27FC236}">
                    <a16:creationId xmlns:a16="http://schemas.microsoft.com/office/drawing/2014/main" id="{3B90D61D-B97C-D451-69D1-B1D7F6FB7DD5}"/>
                  </a:ext>
                </a:extLst>
              </p:cNvPr>
              <p:cNvSpPr/>
              <p:nvPr/>
            </p:nvSpPr>
            <p:spPr>
              <a:xfrm>
                <a:off x="4554640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0" name="pg3660">
                <a:extLst>
                  <a:ext uri="{FF2B5EF4-FFF2-40B4-BE49-F238E27FC236}">
                    <a16:creationId xmlns:a16="http://schemas.microsoft.com/office/drawing/2014/main" id="{24CB5549-8710-7369-332F-28C3646E590C}"/>
                  </a:ext>
                </a:extLst>
              </p:cNvPr>
              <p:cNvSpPr/>
              <p:nvPr/>
            </p:nvSpPr>
            <p:spPr>
              <a:xfrm>
                <a:off x="456627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1" name="pg3661">
                <a:extLst>
                  <a:ext uri="{FF2B5EF4-FFF2-40B4-BE49-F238E27FC236}">
                    <a16:creationId xmlns:a16="http://schemas.microsoft.com/office/drawing/2014/main" id="{97A1D2A8-351D-4FFF-A1DD-7EA8B386BC09}"/>
                  </a:ext>
                </a:extLst>
              </p:cNvPr>
              <p:cNvSpPr/>
              <p:nvPr/>
            </p:nvSpPr>
            <p:spPr>
              <a:xfrm>
                <a:off x="457791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2" name="pg3662">
                <a:extLst>
                  <a:ext uri="{FF2B5EF4-FFF2-40B4-BE49-F238E27FC236}">
                    <a16:creationId xmlns:a16="http://schemas.microsoft.com/office/drawing/2014/main" id="{11C02DB8-4844-AA44-B68F-32EAA7C337E6}"/>
                  </a:ext>
                </a:extLst>
              </p:cNvPr>
              <p:cNvSpPr/>
              <p:nvPr/>
            </p:nvSpPr>
            <p:spPr>
              <a:xfrm>
                <a:off x="4589552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3" name="pg3663">
                <a:extLst>
                  <a:ext uri="{FF2B5EF4-FFF2-40B4-BE49-F238E27FC236}">
                    <a16:creationId xmlns:a16="http://schemas.microsoft.com/office/drawing/2014/main" id="{8AA52685-625A-070E-EC1C-A4AFE2F68500}"/>
                  </a:ext>
                </a:extLst>
              </p:cNvPr>
              <p:cNvSpPr/>
              <p:nvPr/>
            </p:nvSpPr>
            <p:spPr>
              <a:xfrm>
                <a:off x="4694288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4" name="pg3664">
                <a:extLst>
                  <a:ext uri="{FF2B5EF4-FFF2-40B4-BE49-F238E27FC236}">
                    <a16:creationId xmlns:a16="http://schemas.microsoft.com/office/drawing/2014/main" id="{AD4346EC-9165-5FD4-0783-A32FE697E872}"/>
                  </a:ext>
                </a:extLst>
              </p:cNvPr>
              <p:cNvSpPr/>
              <p:nvPr/>
            </p:nvSpPr>
            <p:spPr>
              <a:xfrm>
                <a:off x="4705925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5" name="pg3665">
                <a:extLst>
                  <a:ext uri="{FF2B5EF4-FFF2-40B4-BE49-F238E27FC236}">
                    <a16:creationId xmlns:a16="http://schemas.microsoft.com/office/drawing/2014/main" id="{C8F618BC-490A-7353-55A4-25A209BBBC03}"/>
                  </a:ext>
                </a:extLst>
              </p:cNvPr>
              <p:cNvSpPr/>
              <p:nvPr/>
            </p:nvSpPr>
            <p:spPr>
              <a:xfrm>
                <a:off x="4717563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6" name="pg3666">
                <a:extLst>
                  <a:ext uri="{FF2B5EF4-FFF2-40B4-BE49-F238E27FC236}">
                    <a16:creationId xmlns:a16="http://schemas.microsoft.com/office/drawing/2014/main" id="{BAF4DBFE-B074-4202-E096-78D30CDAEFF1}"/>
                  </a:ext>
                </a:extLst>
              </p:cNvPr>
              <p:cNvSpPr/>
              <p:nvPr/>
            </p:nvSpPr>
            <p:spPr>
              <a:xfrm>
                <a:off x="4729200" y="52676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7" name="pg3667">
                <a:extLst>
                  <a:ext uri="{FF2B5EF4-FFF2-40B4-BE49-F238E27FC236}">
                    <a16:creationId xmlns:a16="http://schemas.microsoft.com/office/drawing/2014/main" id="{38E9C628-6AB6-3DE8-07A9-F70053351501}"/>
                  </a:ext>
                </a:extLst>
              </p:cNvPr>
              <p:cNvSpPr/>
              <p:nvPr/>
            </p:nvSpPr>
            <p:spPr>
              <a:xfrm>
                <a:off x="2890502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8" name="pg3668">
                <a:extLst>
                  <a:ext uri="{FF2B5EF4-FFF2-40B4-BE49-F238E27FC236}">
                    <a16:creationId xmlns:a16="http://schemas.microsoft.com/office/drawing/2014/main" id="{FE7E3A3B-E629-E8D6-FE0E-36D18CD4B889}"/>
                  </a:ext>
                </a:extLst>
              </p:cNvPr>
              <p:cNvSpPr/>
              <p:nvPr/>
            </p:nvSpPr>
            <p:spPr>
              <a:xfrm>
                <a:off x="2902139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69" name="pg3669">
                <a:extLst>
                  <a:ext uri="{FF2B5EF4-FFF2-40B4-BE49-F238E27FC236}">
                    <a16:creationId xmlns:a16="http://schemas.microsoft.com/office/drawing/2014/main" id="{654805D2-50AC-5D26-83DD-2B955DB99C37}"/>
                  </a:ext>
                </a:extLst>
              </p:cNvPr>
              <p:cNvSpPr/>
              <p:nvPr/>
            </p:nvSpPr>
            <p:spPr>
              <a:xfrm>
                <a:off x="2913777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0" name="pg3670">
                <a:extLst>
                  <a:ext uri="{FF2B5EF4-FFF2-40B4-BE49-F238E27FC236}">
                    <a16:creationId xmlns:a16="http://schemas.microsoft.com/office/drawing/2014/main" id="{E05F3E63-448B-FA78-D1CE-DE04C1063AD6}"/>
                  </a:ext>
                </a:extLst>
              </p:cNvPr>
              <p:cNvSpPr/>
              <p:nvPr/>
            </p:nvSpPr>
            <p:spPr>
              <a:xfrm>
                <a:off x="2925414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1" name="pg3671">
                <a:extLst>
                  <a:ext uri="{FF2B5EF4-FFF2-40B4-BE49-F238E27FC236}">
                    <a16:creationId xmlns:a16="http://schemas.microsoft.com/office/drawing/2014/main" id="{61280340-C97B-7989-C768-021D4B9DF4DC}"/>
                  </a:ext>
                </a:extLst>
              </p:cNvPr>
              <p:cNvSpPr/>
              <p:nvPr/>
            </p:nvSpPr>
            <p:spPr>
              <a:xfrm>
                <a:off x="451972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49E">
                  <a:alpha val="100000"/>
                </a:srgbClr>
              </a:solidFill>
              <a:ln w="5420" cap="flat">
                <a:solidFill>
                  <a:srgbClr val="3A64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2" name="pg3672">
                <a:extLst>
                  <a:ext uri="{FF2B5EF4-FFF2-40B4-BE49-F238E27FC236}">
                    <a16:creationId xmlns:a16="http://schemas.microsoft.com/office/drawing/2014/main" id="{F5EA88CA-92FA-0588-7A62-8C454D1A3A49}"/>
                  </a:ext>
                </a:extLst>
              </p:cNvPr>
              <p:cNvSpPr/>
              <p:nvPr/>
            </p:nvSpPr>
            <p:spPr>
              <a:xfrm>
                <a:off x="4531366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3" name="pg3673">
                <a:extLst>
                  <a:ext uri="{FF2B5EF4-FFF2-40B4-BE49-F238E27FC236}">
                    <a16:creationId xmlns:a16="http://schemas.microsoft.com/office/drawing/2014/main" id="{2AA28FC0-8B1C-D465-53E1-2AD47281593C}"/>
                  </a:ext>
                </a:extLst>
              </p:cNvPr>
              <p:cNvSpPr/>
              <p:nvPr/>
            </p:nvSpPr>
            <p:spPr>
              <a:xfrm>
                <a:off x="4543003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4" name="pg3674">
                <a:extLst>
                  <a:ext uri="{FF2B5EF4-FFF2-40B4-BE49-F238E27FC236}">
                    <a16:creationId xmlns:a16="http://schemas.microsoft.com/office/drawing/2014/main" id="{E7676979-3961-2D45-EFBA-DE315F2B1985}"/>
                  </a:ext>
                </a:extLst>
              </p:cNvPr>
              <p:cNvSpPr/>
              <p:nvPr/>
            </p:nvSpPr>
            <p:spPr>
              <a:xfrm>
                <a:off x="455464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5" name="pg3675">
                <a:extLst>
                  <a:ext uri="{FF2B5EF4-FFF2-40B4-BE49-F238E27FC236}">
                    <a16:creationId xmlns:a16="http://schemas.microsoft.com/office/drawing/2014/main" id="{F9976AE0-C500-FA1A-96BC-30714579B9A5}"/>
                  </a:ext>
                </a:extLst>
              </p:cNvPr>
              <p:cNvSpPr/>
              <p:nvPr/>
            </p:nvSpPr>
            <p:spPr>
              <a:xfrm>
                <a:off x="456627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6" name="pg3676">
                <a:extLst>
                  <a:ext uri="{FF2B5EF4-FFF2-40B4-BE49-F238E27FC236}">
                    <a16:creationId xmlns:a16="http://schemas.microsoft.com/office/drawing/2014/main" id="{7EDA28E4-3138-D707-8686-187783DA8029}"/>
                  </a:ext>
                </a:extLst>
              </p:cNvPr>
              <p:cNvSpPr/>
              <p:nvPr/>
            </p:nvSpPr>
            <p:spPr>
              <a:xfrm>
                <a:off x="4577915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7" name="pg3677">
                <a:extLst>
                  <a:ext uri="{FF2B5EF4-FFF2-40B4-BE49-F238E27FC236}">
                    <a16:creationId xmlns:a16="http://schemas.microsoft.com/office/drawing/2014/main" id="{96B58354-E5BC-B83B-5AE9-CDE9D96FE52A}"/>
                  </a:ext>
                </a:extLst>
              </p:cNvPr>
              <p:cNvSpPr/>
              <p:nvPr/>
            </p:nvSpPr>
            <p:spPr>
              <a:xfrm>
                <a:off x="4589552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8" name="pg3678">
                <a:extLst>
                  <a:ext uri="{FF2B5EF4-FFF2-40B4-BE49-F238E27FC236}">
                    <a16:creationId xmlns:a16="http://schemas.microsoft.com/office/drawing/2014/main" id="{4D1EE44F-D8E7-96BA-BC81-5D556AD2ECB2}"/>
                  </a:ext>
                </a:extLst>
              </p:cNvPr>
              <p:cNvSpPr/>
              <p:nvPr/>
            </p:nvSpPr>
            <p:spPr>
              <a:xfrm>
                <a:off x="460119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79" name="pg3679">
                <a:extLst>
                  <a:ext uri="{FF2B5EF4-FFF2-40B4-BE49-F238E27FC236}">
                    <a16:creationId xmlns:a16="http://schemas.microsoft.com/office/drawing/2014/main" id="{80958F09-4E17-900B-98E3-030FBD9EE797}"/>
                  </a:ext>
                </a:extLst>
              </p:cNvPr>
              <p:cNvSpPr/>
              <p:nvPr/>
            </p:nvSpPr>
            <p:spPr>
              <a:xfrm>
                <a:off x="4682651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0" name="pg3680">
                <a:extLst>
                  <a:ext uri="{FF2B5EF4-FFF2-40B4-BE49-F238E27FC236}">
                    <a16:creationId xmlns:a16="http://schemas.microsoft.com/office/drawing/2014/main" id="{4EBC48DB-CBEC-B768-F2AC-DED13279F382}"/>
                  </a:ext>
                </a:extLst>
              </p:cNvPr>
              <p:cNvSpPr/>
              <p:nvPr/>
            </p:nvSpPr>
            <p:spPr>
              <a:xfrm>
                <a:off x="4694288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1" name="pg3681">
                <a:extLst>
                  <a:ext uri="{FF2B5EF4-FFF2-40B4-BE49-F238E27FC236}">
                    <a16:creationId xmlns:a16="http://schemas.microsoft.com/office/drawing/2014/main" id="{BF8143FF-2CD3-BF7B-AD93-18E5C13AC739}"/>
                  </a:ext>
                </a:extLst>
              </p:cNvPr>
              <p:cNvSpPr/>
              <p:nvPr/>
            </p:nvSpPr>
            <p:spPr>
              <a:xfrm>
                <a:off x="4705925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2" name="pg3682">
                <a:extLst>
                  <a:ext uri="{FF2B5EF4-FFF2-40B4-BE49-F238E27FC236}">
                    <a16:creationId xmlns:a16="http://schemas.microsoft.com/office/drawing/2014/main" id="{41E7643A-BEFD-7763-AF59-F437F099D0EE}"/>
                  </a:ext>
                </a:extLst>
              </p:cNvPr>
              <p:cNvSpPr/>
              <p:nvPr/>
            </p:nvSpPr>
            <p:spPr>
              <a:xfrm>
                <a:off x="4717563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3" name="pg3683">
                <a:extLst>
                  <a:ext uri="{FF2B5EF4-FFF2-40B4-BE49-F238E27FC236}">
                    <a16:creationId xmlns:a16="http://schemas.microsoft.com/office/drawing/2014/main" id="{DAAE27AE-BBE1-A3C9-F121-5D064A4AC415}"/>
                  </a:ext>
                </a:extLst>
              </p:cNvPr>
              <p:cNvSpPr/>
              <p:nvPr/>
            </p:nvSpPr>
            <p:spPr>
              <a:xfrm>
                <a:off x="4729200" y="528191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4" name="pg3684">
                <a:extLst>
                  <a:ext uri="{FF2B5EF4-FFF2-40B4-BE49-F238E27FC236}">
                    <a16:creationId xmlns:a16="http://schemas.microsoft.com/office/drawing/2014/main" id="{6B034E96-9078-A916-1525-BAB6EF27D07C}"/>
                  </a:ext>
                </a:extLst>
              </p:cNvPr>
              <p:cNvSpPr/>
              <p:nvPr/>
            </p:nvSpPr>
            <p:spPr>
              <a:xfrm>
                <a:off x="2890502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5" name="pg3685">
                <a:extLst>
                  <a:ext uri="{FF2B5EF4-FFF2-40B4-BE49-F238E27FC236}">
                    <a16:creationId xmlns:a16="http://schemas.microsoft.com/office/drawing/2014/main" id="{0989F181-4B30-11D7-18F7-72A868BC670D}"/>
                  </a:ext>
                </a:extLst>
              </p:cNvPr>
              <p:cNvSpPr/>
              <p:nvPr/>
            </p:nvSpPr>
            <p:spPr>
              <a:xfrm>
                <a:off x="2902139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6" name="pg3686">
                <a:extLst>
                  <a:ext uri="{FF2B5EF4-FFF2-40B4-BE49-F238E27FC236}">
                    <a16:creationId xmlns:a16="http://schemas.microsoft.com/office/drawing/2014/main" id="{E882B0D9-8EBD-CDDD-6564-121DD800DF91}"/>
                  </a:ext>
                </a:extLst>
              </p:cNvPr>
              <p:cNvSpPr/>
              <p:nvPr/>
            </p:nvSpPr>
            <p:spPr>
              <a:xfrm>
                <a:off x="2913777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7" name="pg3687">
                <a:extLst>
                  <a:ext uri="{FF2B5EF4-FFF2-40B4-BE49-F238E27FC236}">
                    <a16:creationId xmlns:a16="http://schemas.microsoft.com/office/drawing/2014/main" id="{BA7757E1-C442-3DCD-4774-53E17CB67114}"/>
                  </a:ext>
                </a:extLst>
              </p:cNvPr>
              <p:cNvSpPr/>
              <p:nvPr/>
            </p:nvSpPr>
            <p:spPr>
              <a:xfrm>
                <a:off x="2925414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5">
                  <a:alpha val="100000"/>
                </a:srgbClr>
              </a:solidFill>
              <a:ln w="5420" cap="flat">
                <a:solidFill>
                  <a:srgbClr val="3C427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8" name="pg3688">
                <a:extLst>
                  <a:ext uri="{FF2B5EF4-FFF2-40B4-BE49-F238E27FC236}">
                    <a16:creationId xmlns:a16="http://schemas.microsoft.com/office/drawing/2014/main" id="{B2749737-3E5D-0802-E072-81B60D437906}"/>
                  </a:ext>
                </a:extLst>
              </p:cNvPr>
              <p:cNvSpPr/>
              <p:nvPr/>
            </p:nvSpPr>
            <p:spPr>
              <a:xfrm>
                <a:off x="4531366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89" name="pg3689">
                <a:extLst>
                  <a:ext uri="{FF2B5EF4-FFF2-40B4-BE49-F238E27FC236}">
                    <a16:creationId xmlns:a16="http://schemas.microsoft.com/office/drawing/2014/main" id="{32D959AD-EC3F-F4A6-3E2B-44E33B8546AB}"/>
                  </a:ext>
                </a:extLst>
              </p:cNvPr>
              <p:cNvSpPr/>
              <p:nvPr/>
            </p:nvSpPr>
            <p:spPr>
              <a:xfrm>
                <a:off x="4543003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0" name="pg3690">
                <a:extLst>
                  <a:ext uri="{FF2B5EF4-FFF2-40B4-BE49-F238E27FC236}">
                    <a16:creationId xmlns:a16="http://schemas.microsoft.com/office/drawing/2014/main" id="{1345F138-A371-98F7-A0FA-D88DB76368F5}"/>
                  </a:ext>
                </a:extLst>
              </p:cNvPr>
              <p:cNvSpPr/>
              <p:nvPr/>
            </p:nvSpPr>
            <p:spPr>
              <a:xfrm>
                <a:off x="455464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1" name="pg3691">
                <a:extLst>
                  <a:ext uri="{FF2B5EF4-FFF2-40B4-BE49-F238E27FC236}">
                    <a16:creationId xmlns:a16="http://schemas.microsoft.com/office/drawing/2014/main" id="{014F277B-D327-EDBC-D787-1AB6903E3F7A}"/>
                  </a:ext>
                </a:extLst>
              </p:cNvPr>
              <p:cNvSpPr/>
              <p:nvPr/>
            </p:nvSpPr>
            <p:spPr>
              <a:xfrm>
                <a:off x="4566278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2" name="pg3692">
                <a:extLst>
                  <a:ext uri="{FF2B5EF4-FFF2-40B4-BE49-F238E27FC236}">
                    <a16:creationId xmlns:a16="http://schemas.microsoft.com/office/drawing/2014/main" id="{844174EB-DBC8-1D9E-CC76-3F2AC6DEA8E4}"/>
                  </a:ext>
                </a:extLst>
              </p:cNvPr>
              <p:cNvSpPr/>
              <p:nvPr/>
            </p:nvSpPr>
            <p:spPr>
              <a:xfrm>
                <a:off x="4577915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3" name="pg3693">
                <a:extLst>
                  <a:ext uri="{FF2B5EF4-FFF2-40B4-BE49-F238E27FC236}">
                    <a16:creationId xmlns:a16="http://schemas.microsoft.com/office/drawing/2014/main" id="{2680E4A0-C10C-2445-7650-BC4AEFA0C4CD}"/>
                  </a:ext>
                </a:extLst>
              </p:cNvPr>
              <p:cNvSpPr/>
              <p:nvPr/>
            </p:nvSpPr>
            <p:spPr>
              <a:xfrm>
                <a:off x="4589552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4" name="pg3694">
                <a:extLst>
                  <a:ext uri="{FF2B5EF4-FFF2-40B4-BE49-F238E27FC236}">
                    <a16:creationId xmlns:a16="http://schemas.microsoft.com/office/drawing/2014/main" id="{E02B780C-F215-CA03-A77E-0A26F7AA2A6A}"/>
                  </a:ext>
                </a:extLst>
              </p:cNvPr>
              <p:cNvSpPr/>
              <p:nvPr/>
            </p:nvSpPr>
            <p:spPr>
              <a:xfrm>
                <a:off x="460119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5" name="pg3695">
                <a:extLst>
                  <a:ext uri="{FF2B5EF4-FFF2-40B4-BE49-F238E27FC236}">
                    <a16:creationId xmlns:a16="http://schemas.microsoft.com/office/drawing/2014/main" id="{EF918370-4A7E-D7D0-AECF-ACE8CE7F208A}"/>
                  </a:ext>
                </a:extLst>
              </p:cNvPr>
              <p:cNvSpPr/>
              <p:nvPr/>
            </p:nvSpPr>
            <p:spPr>
              <a:xfrm>
                <a:off x="4682651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6" name="pg3696">
                <a:extLst>
                  <a:ext uri="{FF2B5EF4-FFF2-40B4-BE49-F238E27FC236}">
                    <a16:creationId xmlns:a16="http://schemas.microsoft.com/office/drawing/2014/main" id="{82EBF549-734D-3B7B-B4A1-1A1C0A361FF5}"/>
                  </a:ext>
                </a:extLst>
              </p:cNvPr>
              <p:cNvSpPr/>
              <p:nvPr/>
            </p:nvSpPr>
            <p:spPr>
              <a:xfrm>
                <a:off x="4694288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7" name="pg3697">
                <a:extLst>
                  <a:ext uri="{FF2B5EF4-FFF2-40B4-BE49-F238E27FC236}">
                    <a16:creationId xmlns:a16="http://schemas.microsoft.com/office/drawing/2014/main" id="{EB86E5E1-DEA5-251F-DD99-88A74BB11BEE}"/>
                  </a:ext>
                </a:extLst>
              </p:cNvPr>
              <p:cNvSpPr/>
              <p:nvPr/>
            </p:nvSpPr>
            <p:spPr>
              <a:xfrm>
                <a:off x="4705925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8" name="pg3698">
                <a:extLst>
                  <a:ext uri="{FF2B5EF4-FFF2-40B4-BE49-F238E27FC236}">
                    <a16:creationId xmlns:a16="http://schemas.microsoft.com/office/drawing/2014/main" id="{6980F198-9379-F664-0828-8D49212200E1}"/>
                  </a:ext>
                </a:extLst>
              </p:cNvPr>
              <p:cNvSpPr/>
              <p:nvPr/>
            </p:nvSpPr>
            <p:spPr>
              <a:xfrm>
                <a:off x="4717563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699" name="pg3699">
                <a:extLst>
                  <a:ext uri="{FF2B5EF4-FFF2-40B4-BE49-F238E27FC236}">
                    <a16:creationId xmlns:a16="http://schemas.microsoft.com/office/drawing/2014/main" id="{EB1669DC-414E-19BA-FC67-6478BF022AF9}"/>
                  </a:ext>
                </a:extLst>
              </p:cNvPr>
              <p:cNvSpPr/>
              <p:nvPr/>
            </p:nvSpPr>
            <p:spPr>
              <a:xfrm>
                <a:off x="4729200" y="52962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0" name="pg3700">
                <a:extLst>
                  <a:ext uri="{FF2B5EF4-FFF2-40B4-BE49-F238E27FC236}">
                    <a16:creationId xmlns:a16="http://schemas.microsoft.com/office/drawing/2014/main" id="{ABEAA2DC-C22C-2AE4-C8E9-B587F25B36B8}"/>
                  </a:ext>
                </a:extLst>
              </p:cNvPr>
              <p:cNvSpPr/>
              <p:nvPr/>
            </p:nvSpPr>
            <p:spPr>
              <a:xfrm>
                <a:off x="287886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1" name="pg3701">
                <a:extLst>
                  <a:ext uri="{FF2B5EF4-FFF2-40B4-BE49-F238E27FC236}">
                    <a16:creationId xmlns:a16="http://schemas.microsoft.com/office/drawing/2014/main" id="{501F8651-C830-F5CD-1354-2650F6DC4276}"/>
                  </a:ext>
                </a:extLst>
              </p:cNvPr>
              <p:cNvSpPr/>
              <p:nvPr/>
            </p:nvSpPr>
            <p:spPr>
              <a:xfrm>
                <a:off x="2890502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2" name="pg3702">
                <a:extLst>
                  <a:ext uri="{FF2B5EF4-FFF2-40B4-BE49-F238E27FC236}">
                    <a16:creationId xmlns:a16="http://schemas.microsoft.com/office/drawing/2014/main" id="{8BE9EC59-E0E8-ED2E-73C2-FFC5F302FCF8}"/>
                  </a:ext>
                </a:extLst>
              </p:cNvPr>
              <p:cNvSpPr/>
              <p:nvPr/>
            </p:nvSpPr>
            <p:spPr>
              <a:xfrm>
                <a:off x="2902139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3" name="pg3703">
                <a:extLst>
                  <a:ext uri="{FF2B5EF4-FFF2-40B4-BE49-F238E27FC236}">
                    <a16:creationId xmlns:a16="http://schemas.microsoft.com/office/drawing/2014/main" id="{84C92CB2-C501-ACF0-1E78-226958ADDE8B}"/>
                  </a:ext>
                </a:extLst>
              </p:cNvPr>
              <p:cNvSpPr/>
              <p:nvPr/>
            </p:nvSpPr>
            <p:spPr>
              <a:xfrm>
                <a:off x="2913777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4" name="pg3704">
                <a:extLst>
                  <a:ext uri="{FF2B5EF4-FFF2-40B4-BE49-F238E27FC236}">
                    <a16:creationId xmlns:a16="http://schemas.microsoft.com/office/drawing/2014/main" id="{DEB2B1DA-5BC1-1EE3-8264-A7BE5F3D0CC6}"/>
                  </a:ext>
                </a:extLst>
              </p:cNvPr>
              <p:cNvSpPr/>
              <p:nvPr/>
            </p:nvSpPr>
            <p:spPr>
              <a:xfrm>
                <a:off x="2925414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276">
                  <a:alpha val="100000"/>
                </a:srgbClr>
              </a:solidFill>
              <a:ln w="5420" cap="flat">
                <a:solidFill>
                  <a:srgbClr val="3C4276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5" name="pg3705">
                <a:extLst>
                  <a:ext uri="{FF2B5EF4-FFF2-40B4-BE49-F238E27FC236}">
                    <a16:creationId xmlns:a16="http://schemas.microsoft.com/office/drawing/2014/main" id="{992E57D5-4F76-2943-19C8-1AD9D63707CB}"/>
                  </a:ext>
                </a:extLst>
              </p:cNvPr>
              <p:cNvSpPr/>
              <p:nvPr/>
            </p:nvSpPr>
            <p:spPr>
              <a:xfrm>
                <a:off x="454300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6" name="pg3706">
                <a:extLst>
                  <a:ext uri="{FF2B5EF4-FFF2-40B4-BE49-F238E27FC236}">
                    <a16:creationId xmlns:a16="http://schemas.microsoft.com/office/drawing/2014/main" id="{4435CB18-1F88-AAFA-892E-DDB18A764F28}"/>
                  </a:ext>
                </a:extLst>
              </p:cNvPr>
              <p:cNvSpPr/>
              <p:nvPr/>
            </p:nvSpPr>
            <p:spPr>
              <a:xfrm>
                <a:off x="455464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59E">
                  <a:alpha val="100000"/>
                </a:srgbClr>
              </a:solidFill>
              <a:ln w="5420" cap="flat">
                <a:solidFill>
                  <a:srgbClr val="3A65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7" name="pg3707">
                <a:extLst>
                  <a:ext uri="{FF2B5EF4-FFF2-40B4-BE49-F238E27FC236}">
                    <a16:creationId xmlns:a16="http://schemas.microsoft.com/office/drawing/2014/main" id="{24C70C3B-2079-27B5-9296-B4D2AD80A9D4}"/>
                  </a:ext>
                </a:extLst>
              </p:cNvPr>
              <p:cNvSpPr/>
              <p:nvPr/>
            </p:nvSpPr>
            <p:spPr>
              <a:xfrm>
                <a:off x="4566278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8" name="pg3708">
                <a:extLst>
                  <a:ext uri="{FF2B5EF4-FFF2-40B4-BE49-F238E27FC236}">
                    <a16:creationId xmlns:a16="http://schemas.microsoft.com/office/drawing/2014/main" id="{34380707-4EE6-9F73-519D-3C4C2D2BA670}"/>
                  </a:ext>
                </a:extLst>
              </p:cNvPr>
              <p:cNvSpPr/>
              <p:nvPr/>
            </p:nvSpPr>
            <p:spPr>
              <a:xfrm>
                <a:off x="457791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09" name="pg3709">
                <a:extLst>
                  <a:ext uri="{FF2B5EF4-FFF2-40B4-BE49-F238E27FC236}">
                    <a16:creationId xmlns:a16="http://schemas.microsoft.com/office/drawing/2014/main" id="{366EE4DC-4AD0-3B70-57AF-0674B0CDC407}"/>
                  </a:ext>
                </a:extLst>
              </p:cNvPr>
              <p:cNvSpPr/>
              <p:nvPr/>
            </p:nvSpPr>
            <p:spPr>
              <a:xfrm>
                <a:off x="4589552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0" name="pg3710">
                <a:extLst>
                  <a:ext uri="{FF2B5EF4-FFF2-40B4-BE49-F238E27FC236}">
                    <a16:creationId xmlns:a16="http://schemas.microsoft.com/office/drawing/2014/main" id="{0C2D2973-467B-CF2C-5334-727441AACEA4}"/>
                  </a:ext>
                </a:extLst>
              </p:cNvPr>
              <p:cNvSpPr/>
              <p:nvPr/>
            </p:nvSpPr>
            <p:spPr>
              <a:xfrm>
                <a:off x="460119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1" name="pg3711">
                <a:extLst>
                  <a:ext uri="{FF2B5EF4-FFF2-40B4-BE49-F238E27FC236}">
                    <a16:creationId xmlns:a16="http://schemas.microsoft.com/office/drawing/2014/main" id="{628E2FA1-A8D6-35A4-B0D1-B293D20068F6}"/>
                  </a:ext>
                </a:extLst>
              </p:cNvPr>
              <p:cNvSpPr/>
              <p:nvPr/>
            </p:nvSpPr>
            <p:spPr>
              <a:xfrm>
                <a:off x="4612827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2" name="pg3712">
                <a:extLst>
                  <a:ext uri="{FF2B5EF4-FFF2-40B4-BE49-F238E27FC236}">
                    <a16:creationId xmlns:a16="http://schemas.microsoft.com/office/drawing/2014/main" id="{7EC3BC02-FEC7-B6A2-F91C-DA44C3D014C6}"/>
                  </a:ext>
                </a:extLst>
              </p:cNvPr>
              <p:cNvSpPr/>
              <p:nvPr/>
            </p:nvSpPr>
            <p:spPr>
              <a:xfrm>
                <a:off x="467101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3" name="pg3713">
                <a:extLst>
                  <a:ext uri="{FF2B5EF4-FFF2-40B4-BE49-F238E27FC236}">
                    <a16:creationId xmlns:a16="http://schemas.microsoft.com/office/drawing/2014/main" id="{CDC4EA4E-36BE-5FEA-B918-EDF654D0E603}"/>
                  </a:ext>
                </a:extLst>
              </p:cNvPr>
              <p:cNvSpPr/>
              <p:nvPr/>
            </p:nvSpPr>
            <p:spPr>
              <a:xfrm>
                <a:off x="4682651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4" name="pg3714">
                <a:extLst>
                  <a:ext uri="{FF2B5EF4-FFF2-40B4-BE49-F238E27FC236}">
                    <a16:creationId xmlns:a16="http://schemas.microsoft.com/office/drawing/2014/main" id="{593C3357-7EA9-DBD9-6DBD-D7B9CC8BBB63}"/>
                  </a:ext>
                </a:extLst>
              </p:cNvPr>
              <p:cNvSpPr/>
              <p:nvPr/>
            </p:nvSpPr>
            <p:spPr>
              <a:xfrm>
                <a:off x="4694288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5" name="pg3715">
                <a:extLst>
                  <a:ext uri="{FF2B5EF4-FFF2-40B4-BE49-F238E27FC236}">
                    <a16:creationId xmlns:a16="http://schemas.microsoft.com/office/drawing/2014/main" id="{49AA103C-3BCD-5A73-9AEE-962ED2A3103F}"/>
                  </a:ext>
                </a:extLst>
              </p:cNvPr>
              <p:cNvSpPr/>
              <p:nvPr/>
            </p:nvSpPr>
            <p:spPr>
              <a:xfrm>
                <a:off x="4705925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6" name="pg3716">
                <a:extLst>
                  <a:ext uri="{FF2B5EF4-FFF2-40B4-BE49-F238E27FC236}">
                    <a16:creationId xmlns:a16="http://schemas.microsoft.com/office/drawing/2014/main" id="{E2A71AB3-E07F-D2C6-8492-8F8D14C4CFB3}"/>
                  </a:ext>
                </a:extLst>
              </p:cNvPr>
              <p:cNvSpPr/>
              <p:nvPr/>
            </p:nvSpPr>
            <p:spPr>
              <a:xfrm>
                <a:off x="4717563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7" name="pg3717">
                <a:extLst>
                  <a:ext uri="{FF2B5EF4-FFF2-40B4-BE49-F238E27FC236}">
                    <a16:creationId xmlns:a16="http://schemas.microsoft.com/office/drawing/2014/main" id="{63320F0B-153D-5BF5-D014-69F78797D67F}"/>
                  </a:ext>
                </a:extLst>
              </p:cNvPr>
              <p:cNvSpPr/>
              <p:nvPr/>
            </p:nvSpPr>
            <p:spPr>
              <a:xfrm>
                <a:off x="4729200" y="531052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8" name="pg3718">
                <a:extLst>
                  <a:ext uri="{FF2B5EF4-FFF2-40B4-BE49-F238E27FC236}">
                    <a16:creationId xmlns:a16="http://schemas.microsoft.com/office/drawing/2014/main" id="{04BA45FD-4622-AEBE-3C87-20206B9748AB}"/>
                  </a:ext>
                </a:extLst>
              </p:cNvPr>
              <p:cNvSpPr/>
              <p:nvPr/>
            </p:nvSpPr>
            <p:spPr>
              <a:xfrm>
                <a:off x="287886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19" name="pg3719">
                <a:extLst>
                  <a:ext uri="{FF2B5EF4-FFF2-40B4-BE49-F238E27FC236}">
                    <a16:creationId xmlns:a16="http://schemas.microsoft.com/office/drawing/2014/main" id="{23C205EC-84A2-0A67-1A3F-9C746D32CBCD}"/>
                  </a:ext>
                </a:extLst>
              </p:cNvPr>
              <p:cNvSpPr/>
              <p:nvPr/>
            </p:nvSpPr>
            <p:spPr>
              <a:xfrm>
                <a:off x="2890502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0" name="pg3720">
                <a:extLst>
                  <a:ext uri="{FF2B5EF4-FFF2-40B4-BE49-F238E27FC236}">
                    <a16:creationId xmlns:a16="http://schemas.microsoft.com/office/drawing/2014/main" id="{AD2DD821-C347-B87D-D6EE-ACEABD98058F}"/>
                  </a:ext>
                </a:extLst>
              </p:cNvPr>
              <p:cNvSpPr/>
              <p:nvPr/>
            </p:nvSpPr>
            <p:spPr>
              <a:xfrm>
                <a:off x="2902139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1" name="pg3721">
                <a:extLst>
                  <a:ext uri="{FF2B5EF4-FFF2-40B4-BE49-F238E27FC236}">
                    <a16:creationId xmlns:a16="http://schemas.microsoft.com/office/drawing/2014/main" id="{7C486C94-55EF-4EB5-389D-A68E368102A2}"/>
                  </a:ext>
                </a:extLst>
              </p:cNvPr>
              <p:cNvSpPr/>
              <p:nvPr/>
            </p:nvSpPr>
            <p:spPr>
              <a:xfrm>
                <a:off x="2913777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2" name="pg3722">
                <a:extLst>
                  <a:ext uri="{FF2B5EF4-FFF2-40B4-BE49-F238E27FC236}">
                    <a16:creationId xmlns:a16="http://schemas.microsoft.com/office/drawing/2014/main" id="{7FCEA017-EFE1-4F3E-394F-3ACF743E52E2}"/>
                  </a:ext>
                </a:extLst>
              </p:cNvPr>
              <p:cNvSpPr/>
              <p:nvPr/>
            </p:nvSpPr>
            <p:spPr>
              <a:xfrm>
                <a:off x="2925414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3" name="pg3723">
                <a:extLst>
                  <a:ext uri="{FF2B5EF4-FFF2-40B4-BE49-F238E27FC236}">
                    <a16:creationId xmlns:a16="http://schemas.microsoft.com/office/drawing/2014/main" id="{F1BD13AB-2536-A330-DAF4-CB993ED593A4}"/>
                  </a:ext>
                </a:extLst>
              </p:cNvPr>
              <p:cNvSpPr/>
              <p:nvPr/>
            </p:nvSpPr>
            <p:spPr>
              <a:xfrm>
                <a:off x="4566278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4" name="pg3724">
                <a:extLst>
                  <a:ext uri="{FF2B5EF4-FFF2-40B4-BE49-F238E27FC236}">
                    <a16:creationId xmlns:a16="http://schemas.microsoft.com/office/drawing/2014/main" id="{4612BF1E-BB08-4715-43F4-90B4C05801F5}"/>
                  </a:ext>
                </a:extLst>
              </p:cNvPr>
              <p:cNvSpPr/>
              <p:nvPr/>
            </p:nvSpPr>
            <p:spPr>
              <a:xfrm>
                <a:off x="457791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5" name="pg3725">
                <a:extLst>
                  <a:ext uri="{FF2B5EF4-FFF2-40B4-BE49-F238E27FC236}">
                    <a16:creationId xmlns:a16="http://schemas.microsoft.com/office/drawing/2014/main" id="{2EFB0639-3C0A-647B-B9F4-A01F54C78F55}"/>
                  </a:ext>
                </a:extLst>
              </p:cNvPr>
              <p:cNvSpPr/>
              <p:nvPr/>
            </p:nvSpPr>
            <p:spPr>
              <a:xfrm>
                <a:off x="4589552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6" name="pg3726">
                <a:extLst>
                  <a:ext uri="{FF2B5EF4-FFF2-40B4-BE49-F238E27FC236}">
                    <a16:creationId xmlns:a16="http://schemas.microsoft.com/office/drawing/2014/main" id="{803D0FCF-11DF-5D0F-8745-79424860663B}"/>
                  </a:ext>
                </a:extLst>
              </p:cNvPr>
              <p:cNvSpPr/>
              <p:nvPr/>
            </p:nvSpPr>
            <p:spPr>
              <a:xfrm>
                <a:off x="4601190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7" name="pg3727">
                <a:extLst>
                  <a:ext uri="{FF2B5EF4-FFF2-40B4-BE49-F238E27FC236}">
                    <a16:creationId xmlns:a16="http://schemas.microsoft.com/office/drawing/2014/main" id="{95CDAE28-BB88-7909-FAD4-7BFF694C3861}"/>
                  </a:ext>
                </a:extLst>
              </p:cNvPr>
              <p:cNvSpPr/>
              <p:nvPr/>
            </p:nvSpPr>
            <p:spPr>
              <a:xfrm>
                <a:off x="4612827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8" name="pg3728">
                <a:extLst>
                  <a:ext uri="{FF2B5EF4-FFF2-40B4-BE49-F238E27FC236}">
                    <a16:creationId xmlns:a16="http://schemas.microsoft.com/office/drawing/2014/main" id="{C1DD9C8E-8979-70FA-4A18-CDEB28649A71}"/>
                  </a:ext>
                </a:extLst>
              </p:cNvPr>
              <p:cNvSpPr/>
              <p:nvPr/>
            </p:nvSpPr>
            <p:spPr>
              <a:xfrm>
                <a:off x="4671013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29" name="pg3729">
                <a:extLst>
                  <a:ext uri="{FF2B5EF4-FFF2-40B4-BE49-F238E27FC236}">
                    <a16:creationId xmlns:a16="http://schemas.microsoft.com/office/drawing/2014/main" id="{1DE64116-6DCA-0C7B-A645-B9E4C4539935}"/>
                  </a:ext>
                </a:extLst>
              </p:cNvPr>
              <p:cNvSpPr/>
              <p:nvPr/>
            </p:nvSpPr>
            <p:spPr>
              <a:xfrm>
                <a:off x="4682651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0" name="pg3730">
                <a:extLst>
                  <a:ext uri="{FF2B5EF4-FFF2-40B4-BE49-F238E27FC236}">
                    <a16:creationId xmlns:a16="http://schemas.microsoft.com/office/drawing/2014/main" id="{F7D914EB-01C6-891F-A269-2F0ACEEA4059}"/>
                  </a:ext>
                </a:extLst>
              </p:cNvPr>
              <p:cNvSpPr/>
              <p:nvPr/>
            </p:nvSpPr>
            <p:spPr>
              <a:xfrm>
                <a:off x="4694288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1" name="pg3731">
                <a:extLst>
                  <a:ext uri="{FF2B5EF4-FFF2-40B4-BE49-F238E27FC236}">
                    <a16:creationId xmlns:a16="http://schemas.microsoft.com/office/drawing/2014/main" id="{D47C789E-B400-D222-C8E9-E4AB0484BD92}"/>
                  </a:ext>
                </a:extLst>
              </p:cNvPr>
              <p:cNvSpPr/>
              <p:nvPr/>
            </p:nvSpPr>
            <p:spPr>
              <a:xfrm>
                <a:off x="4705925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2" name="pg3732">
                <a:extLst>
                  <a:ext uri="{FF2B5EF4-FFF2-40B4-BE49-F238E27FC236}">
                    <a16:creationId xmlns:a16="http://schemas.microsoft.com/office/drawing/2014/main" id="{C8DF881A-A449-8D28-523C-1113F221DD0C}"/>
                  </a:ext>
                </a:extLst>
              </p:cNvPr>
              <p:cNvSpPr/>
              <p:nvPr/>
            </p:nvSpPr>
            <p:spPr>
              <a:xfrm>
                <a:off x="4717563" y="532482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B9F">
                  <a:alpha val="100000"/>
                </a:srgbClr>
              </a:solidFill>
              <a:ln w="5420" cap="flat">
                <a:solidFill>
                  <a:srgbClr val="3A6B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3" name="pg3733">
                <a:extLst>
                  <a:ext uri="{FF2B5EF4-FFF2-40B4-BE49-F238E27FC236}">
                    <a16:creationId xmlns:a16="http://schemas.microsoft.com/office/drawing/2014/main" id="{AF817CC9-83D9-1F1C-4BBE-79A3637909D0}"/>
                  </a:ext>
                </a:extLst>
              </p:cNvPr>
              <p:cNvSpPr/>
              <p:nvPr/>
            </p:nvSpPr>
            <p:spPr>
              <a:xfrm>
                <a:off x="286722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4" name="pg3734">
                <a:extLst>
                  <a:ext uri="{FF2B5EF4-FFF2-40B4-BE49-F238E27FC236}">
                    <a16:creationId xmlns:a16="http://schemas.microsoft.com/office/drawing/2014/main" id="{095E4438-2D0B-B2A5-DA88-3D2F4A252212}"/>
                  </a:ext>
                </a:extLst>
              </p:cNvPr>
              <p:cNvSpPr/>
              <p:nvPr/>
            </p:nvSpPr>
            <p:spPr>
              <a:xfrm>
                <a:off x="287886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5" name="pg3735">
                <a:extLst>
                  <a:ext uri="{FF2B5EF4-FFF2-40B4-BE49-F238E27FC236}">
                    <a16:creationId xmlns:a16="http://schemas.microsoft.com/office/drawing/2014/main" id="{347189A6-8DFB-C1E1-7F39-8E854F5AC886}"/>
                  </a:ext>
                </a:extLst>
              </p:cNvPr>
              <p:cNvSpPr/>
              <p:nvPr/>
            </p:nvSpPr>
            <p:spPr>
              <a:xfrm>
                <a:off x="2890502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6" name="pg3736">
                <a:extLst>
                  <a:ext uri="{FF2B5EF4-FFF2-40B4-BE49-F238E27FC236}">
                    <a16:creationId xmlns:a16="http://schemas.microsoft.com/office/drawing/2014/main" id="{8258CD9D-DA19-01F6-0C8C-E43FAE236AE4}"/>
                  </a:ext>
                </a:extLst>
              </p:cNvPr>
              <p:cNvSpPr/>
              <p:nvPr/>
            </p:nvSpPr>
            <p:spPr>
              <a:xfrm>
                <a:off x="2902139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7" name="pg3737">
                <a:extLst>
                  <a:ext uri="{FF2B5EF4-FFF2-40B4-BE49-F238E27FC236}">
                    <a16:creationId xmlns:a16="http://schemas.microsoft.com/office/drawing/2014/main" id="{6AE38F35-2D2E-3193-C0BD-9561CC1B7ADB}"/>
                  </a:ext>
                </a:extLst>
              </p:cNvPr>
              <p:cNvSpPr/>
              <p:nvPr/>
            </p:nvSpPr>
            <p:spPr>
              <a:xfrm>
                <a:off x="291377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7">
                  <a:alpha val="100000"/>
                </a:srgbClr>
              </a:solidFill>
              <a:ln w="5420" cap="flat">
                <a:solidFill>
                  <a:srgbClr val="3C437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8" name="pg3738">
                <a:extLst>
                  <a:ext uri="{FF2B5EF4-FFF2-40B4-BE49-F238E27FC236}">
                    <a16:creationId xmlns:a16="http://schemas.microsoft.com/office/drawing/2014/main" id="{4B60E3F2-F2F0-01C1-62E2-26A8DC388E97}"/>
                  </a:ext>
                </a:extLst>
              </p:cNvPr>
              <p:cNvSpPr/>
              <p:nvPr/>
            </p:nvSpPr>
            <p:spPr>
              <a:xfrm>
                <a:off x="457791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39" name="pg3739">
                <a:extLst>
                  <a:ext uri="{FF2B5EF4-FFF2-40B4-BE49-F238E27FC236}">
                    <a16:creationId xmlns:a16="http://schemas.microsoft.com/office/drawing/2014/main" id="{EB5989A1-F37F-664A-6AD2-570DAA691150}"/>
                  </a:ext>
                </a:extLst>
              </p:cNvPr>
              <p:cNvSpPr/>
              <p:nvPr/>
            </p:nvSpPr>
            <p:spPr>
              <a:xfrm>
                <a:off x="4589552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0" name="pg3740">
                <a:extLst>
                  <a:ext uri="{FF2B5EF4-FFF2-40B4-BE49-F238E27FC236}">
                    <a16:creationId xmlns:a16="http://schemas.microsoft.com/office/drawing/2014/main" id="{B3D8B45F-0EBE-C0D1-322F-073544F81CB4}"/>
                  </a:ext>
                </a:extLst>
              </p:cNvPr>
              <p:cNvSpPr/>
              <p:nvPr/>
            </p:nvSpPr>
            <p:spPr>
              <a:xfrm>
                <a:off x="4601190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1" name="pg3741">
                <a:extLst>
                  <a:ext uri="{FF2B5EF4-FFF2-40B4-BE49-F238E27FC236}">
                    <a16:creationId xmlns:a16="http://schemas.microsoft.com/office/drawing/2014/main" id="{1A5E716D-FF23-6E5A-8CA6-43AEEFD0143C}"/>
                  </a:ext>
                </a:extLst>
              </p:cNvPr>
              <p:cNvSpPr/>
              <p:nvPr/>
            </p:nvSpPr>
            <p:spPr>
              <a:xfrm>
                <a:off x="4612827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2" name="pg3742">
                <a:extLst>
                  <a:ext uri="{FF2B5EF4-FFF2-40B4-BE49-F238E27FC236}">
                    <a16:creationId xmlns:a16="http://schemas.microsoft.com/office/drawing/2014/main" id="{F59DC92B-347A-63EB-C06C-4EDCEF22CCDC}"/>
                  </a:ext>
                </a:extLst>
              </p:cNvPr>
              <p:cNvSpPr/>
              <p:nvPr/>
            </p:nvSpPr>
            <p:spPr>
              <a:xfrm>
                <a:off x="4624464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3" name="pg3743">
                <a:extLst>
                  <a:ext uri="{FF2B5EF4-FFF2-40B4-BE49-F238E27FC236}">
                    <a16:creationId xmlns:a16="http://schemas.microsoft.com/office/drawing/2014/main" id="{26F43EAD-8A63-B2E9-A731-722A8802AD79}"/>
                  </a:ext>
                </a:extLst>
              </p:cNvPr>
              <p:cNvSpPr/>
              <p:nvPr/>
            </p:nvSpPr>
            <p:spPr>
              <a:xfrm>
                <a:off x="4636101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4" name="pg3744">
                <a:extLst>
                  <a:ext uri="{FF2B5EF4-FFF2-40B4-BE49-F238E27FC236}">
                    <a16:creationId xmlns:a16="http://schemas.microsoft.com/office/drawing/2014/main" id="{37CF2AD4-7589-6614-F1C7-74F6241FAE3A}"/>
                  </a:ext>
                </a:extLst>
              </p:cNvPr>
              <p:cNvSpPr/>
              <p:nvPr/>
            </p:nvSpPr>
            <p:spPr>
              <a:xfrm>
                <a:off x="4659376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5" name="pg3745">
                <a:extLst>
                  <a:ext uri="{FF2B5EF4-FFF2-40B4-BE49-F238E27FC236}">
                    <a16:creationId xmlns:a16="http://schemas.microsoft.com/office/drawing/2014/main" id="{F69EF12A-16B0-3A78-CCB3-CA316B9B56B7}"/>
                  </a:ext>
                </a:extLst>
              </p:cNvPr>
              <p:cNvSpPr/>
              <p:nvPr/>
            </p:nvSpPr>
            <p:spPr>
              <a:xfrm>
                <a:off x="4671013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6" name="pg3746">
                <a:extLst>
                  <a:ext uri="{FF2B5EF4-FFF2-40B4-BE49-F238E27FC236}">
                    <a16:creationId xmlns:a16="http://schemas.microsoft.com/office/drawing/2014/main" id="{7EEDFBDD-0AF4-6924-C426-36D05729F76F}"/>
                  </a:ext>
                </a:extLst>
              </p:cNvPr>
              <p:cNvSpPr/>
              <p:nvPr/>
            </p:nvSpPr>
            <p:spPr>
              <a:xfrm>
                <a:off x="4682651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7" name="pg3747">
                <a:extLst>
                  <a:ext uri="{FF2B5EF4-FFF2-40B4-BE49-F238E27FC236}">
                    <a16:creationId xmlns:a16="http://schemas.microsoft.com/office/drawing/2014/main" id="{4E09EA7C-5E72-6B4E-8B47-FC49984073D2}"/>
                  </a:ext>
                </a:extLst>
              </p:cNvPr>
              <p:cNvSpPr/>
              <p:nvPr/>
            </p:nvSpPr>
            <p:spPr>
              <a:xfrm>
                <a:off x="4694288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8" name="pg3748">
                <a:extLst>
                  <a:ext uri="{FF2B5EF4-FFF2-40B4-BE49-F238E27FC236}">
                    <a16:creationId xmlns:a16="http://schemas.microsoft.com/office/drawing/2014/main" id="{07138181-AF2B-FEF0-0341-86A677BE4183}"/>
                  </a:ext>
                </a:extLst>
              </p:cNvPr>
              <p:cNvSpPr/>
              <p:nvPr/>
            </p:nvSpPr>
            <p:spPr>
              <a:xfrm>
                <a:off x="4705925" y="53391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49" name="pg3749">
                <a:extLst>
                  <a:ext uri="{FF2B5EF4-FFF2-40B4-BE49-F238E27FC236}">
                    <a16:creationId xmlns:a16="http://schemas.microsoft.com/office/drawing/2014/main" id="{EF2DC96D-38B2-5FD7-E120-D006B743ECAB}"/>
                  </a:ext>
                </a:extLst>
              </p:cNvPr>
              <p:cNvSpPr/>
              <p:nvPr/>
            </p:nvSpPr>
            <p:spPr>
              <a:xfrm>
                <a:off x="2855590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0" name="pg3750">
                <a:extLst>
                  <a:ext uri="{FF2B5EF4-FFF2-40B4-BE49-F238E27FC236}">
                    <a16:creationId xmlns:a16="http://schemas.microsoft.com/office/drawing/2014/main" id="{26321C46-DB7D-E452-34EC-55D898A10DEE}"/>
                  </a:ext>
                </a:extLst>
              </p:cNvPr>
              <p:cNvSpPr/>
              <p:nvPr/>
            </p:nvSpPr>
            <p:spPr>
              <a:xfrm>
                <a:off x="286722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1" name="pg3751">
                <a:extLst>
                  <a:ext uri="{FF2B5EF4-FFF2-40B4-BE49-F238E27FC236}">
                    <a16:creationId xmlns:a16="http://schemas.microsoft.com/office/drawing/2014/main" id="{18FCB9EF-403B-3B6F-9BAA-79EB1FE4CC63}"/>
                  </a:ext>
                </a:extLst>
              </p:cNvPr>
              <p:cNvSpPr/>
              <p:nvPr/>
            </p:nvSpPr>
            <p:spPr>
              <a:xfrm>
                <a:off x="287886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8">
                  <a:alpha val="100000"/>
                </a:srgbClr>
              </a:solidFill>
              <a:ln w="5420" cap="flat">
                <a:solidFill>
                  <a:srgbClr val="3C4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2" name="pg3752">
                <a:extLst>
                  <a:ext uri="{FF2B5EF4-FFF2-40B4-BE49-F238E27FC236}">
                    <a16:creationId xmlns:a16="http://schemas.microsoft.com/office/drawing/2014/main" id="{980E90C4-B920-EDE0-4ACC-0E3DCDFF12B9}"/>
                  </a:ext>
                </a:extLst>
              </p:cNvPr>
              <p:cNvSpPr/>
              <p:nvPr/>
            </p:nvSpPr>
            <p:spPr>
              <a:xfrm>
                <a:off x="2890502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8">
                  <a:alpha val="100000"/>
                </a:srgbClr>
              </a:solidFill>
              <a:ln w="5420" cap="flat">
                <a:solidFill>
                  <a:srgbClr val="3C4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3" name="pg3753">
                <a:extLst>
                  <a:ext uri="{FF2B5EF4-FFF2-40B4-BE49-F238E27FC236}">
                    <a16:creationId xmlns:a16="http://schemas.microsoft.com/office/drawing/2014/main" id="{C7C8962F-C052-ACCA-E105-EF2CF0DB5DB5}"/>
                  </a:ext>
                </a:extLst>
              </p:cNvPr>
              <p:cNvSpPr/>
              <p:nvPr/>
            </p:nvSpPr>
            <p:spPr>
              <a:xfrm>
                <a:off x="2902139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8">
                  <a:alpha val="100000"/>
                </a:srgbClr>
              </a:solidFill>
              <a:ln w="5420" cap="flat">
                <a:solidFill>
                  <a:srgbClr val="3C4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4" name="pg3754">
                <a:extLst>
                  <a:ext uri="{FF2B5EF4-FFF2-40B4-BE49-F238E27FC236}">
                    <a16:creationId xmlns:a16="http://schemas.microsoft.com/office/drawing/2014/main" id="{BFB556B3-80CD-D232-794B-34A4878E80D0}"/>
                  </a:ext>
                </a:extLst>
              </p:cNvPr>
              <p:cNvSpPr/>
              <p:nvPr/>
            </p:nvSpPr>
            <p:spPr>
              <a:xfrm>
                <a:off x="291377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378">
                  <a:alpha val="100000"/>
                </a:srgbClr>
              </a:solidFill>
              <a:ln w="5420" cap="flat">
                <a:solidFill>
                  <a:srgbClr val="3C43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5" name="pg3755">
                <a:extLst>
                  <a:ext uri="{FF2B5EF4-FFF2-40B4-BE49-F238E27FC236}">
                    <a16:creationId xmlns:a16="http://schemas.microsoft.com/office/drawing/2014/main" id="{6AE0F190-8815-581F-A74A-E1DA005520CE}"/>
                  </a:ext>
                </a:extLst>
              </p:cNvPr>
              <p:cNvSpPr/>
              <p:nvPr/>
            </p:nvSpPr>
            <p:spPr>
              <a:xfrm>
                <a:off x="457791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6" name="pg3756">
                <a:extLst>
                  <a:ext uri="{FF2B5EF4-FFF2-40B4-BE49-F238E27FC236}">
                    <a16:creationId xmlns:a16="http://schemas.microsoft.com/office/drawing/2014/main" id="{BBFC1C62-E3F0-B4D4-F565-F1CA9D830B5A}"/>
                  </a:ext>
                </a:extLst>
              </p:cNvPr>
              <p:cNvSpPr/>
              <p:nvPr/>
            </p:nvSpPr>
            <p:spPr>
              <a:xfrm>
                <a:off x="4589552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7" name="pg3757">
                <a:extLst>
                  <a:ext uri="{FF2B5EF4-FFF2-40B4-BE49-F238E27FC236}">
                    <a16:creationId xmlns:a16="http://schemas.microsoft.com/office/drawing/2014/main" id="{4DFCDCFA-B456-82AA-53D4-7D26B6BBACDC}"/>
                  </a:ext>
                </a:extLst>
              </p:cNvPr>
              <p:cNvSpPr/>
              <p:nvPr/>
            </p:nvSpPr>
            <p:spPr>
              <a:xfrm>
                <a:off x="4601190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8" name="pg3758">
                <a:extLst>
                  <a:ext uri="{FF2B5EF4-FFF2-40B4-BE49-F238E27FC236}">
                    <a16:creationId xmlns:a16="http://schemas.microsoft.com/office/drawing/2014/main" id="{7D655402-C799-BF1D-F76C-176662B84C0C}"/>
                  </a:ext>
                </a:extLst>
              </p:cNvPr>
              <p:cNvSpPr/>
              <p:nvPr/>
            </p:nvSpPr>
            <p:spPr>
              <a:xfrm>
                <a:off x="4612827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59" name="pg3759">
                <a:extLst>
                  <a:ext uri="{FF2B5EF4-FFF2-40B4-BE49-F238E27FC236}">
                    <a16:creationId xmlns:a16="http://schemas.microsoft.com/office/drawing/2014/main" id="{55DF2A0B-577E-9AAE-9A70-16AAF247098B}"/>
                  </a:ext>
                </a:extLst>
              </p:cNvPr>
              <p:cNvSpPr/>
              <p:nvPr/>
            </p:nvSpPr>
            <p:spPr>
              <a:xfrm>
                <a:off x="4624464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0" name="pg3760">
                <a:extLst>
                  <a:ext uri="{FF2B5EF4-FFF2-40B4-BE49-F238E27FC236}">
                    <a16:creationId xmlns:a16="http://schemas.microsoft.com/office/drawing/2014/main" id="{8F4A363A-8458-E7E6-4CC9-49DBA50176D9}"/>
                  </a:ext>
                </a:extLst>
              </p:cNvPr>
              <p:cNvSpPr/>
              <p:nvPr/>
            </p:nvSpPr>
            <p:spPr>
              <a:xfrm>
                <a:off x="4636101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1" name="pg3761">
                <a:extLst>
                  <a:ext uri="{FF2B5EF4-FFF2-40B4-BE49-F238E27FC236}">
                    <a16:creationId xmlns:a16="http://schemas.microsoft.com/office/drawing/2014/main" id="{D21AC330-0BE0-D22A-7AA0-EE2652F0D758}"/>
                  </a:ext>
                </a:extLst>
              </p:cNvPr>
              <p:cNvSpPr/>
              <p:nvPr/>
            </p:nvSpPr>
            <p:spPr>
              <a:xfrm>
                <a:off x="4647739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2" name="pg3762">
                <a:extLst>
                  <a:ext uri="{FF2B5EF4-FFF2-40B4-BE49-F238E27FC236}">
                    <a16:creationId xmlns:a16="http://schemas.microsoft.com/office/drawing/2014/main" id="{A1757E39-EB37-C364-3BCA-BD90DFC632C5}"/>
                  </a:ext>
                </a:extLst>
              </p:cNvPr>
              <p:cNvSpPr/>
              <p:nvPr/>
            </p:nvSpPr>
            <p:spPr>
              <a:xfrm>
                <a:off x="4659376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3" name="pg3763">
                <a:extLst>
                  <a:ext uri="{FF2B5EF4-FFF2-40B4-BE49-F238E27FC236}">
                    <a16:creationId xmlns:a16="http://schemas.microsoft.com/office/drawing/2014/main" id="{AE3E9126-DBE5-D5CD-6709-62CC2EA6B1FF}"/>
                  </a:ext>
                </a:extLst>
              </p:cNvPr>
              <p:cNvSpPr/>
              <p:nvPr/>
            </p:nvSpPr>
            <p:spPr>
              <a:xfrm>
                <a:off x="4671013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4" name="pg3764">
                <a:extLst>
                  <a:ext uri="{FF2B5EF4-FFF2-40B4-BE49-F238E27FC236}">
                    <a16:creationId xmlns:a16="http://schemas.microsoft.com/office/drawing/2014/main" id="{986120D5-9D6E-10D8-1BF9-5EFDB58E46C5}"/>
                  </a:ext>
                </a:extLst>
              </p:cNvPr>
              <p:cNvSpPr/>
              <p:nvPr/>
            </p:nvSpPr>
            <p:spPr>
              <a:xfrm>
                <a:off x="4682651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5" name="pg3765">
                <a:extLst>
                  <a:ext uri="{FF2B5EF4-FFF2-40B4-BE49-F238E27FC236}">
                    <a16:creationId xmlns:a16="http://schemas.microsoft.com/office/drawing/2014/main" id="{CAFBEC76-70C3-3B35-07B7-37BC456F95DA}"/>
                  </a:ext>
                </a:extLst>
              </p:cNvPr>
              <p:cNvSpPr/>
              <p:nvPr/>
            </p:nvSpPr>
            <p:spPr>
              <a:xfrm>
                <a:off x="4694288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6" name="pg3766">
                <a:extLst>
                  <a:ext uri="{FF2B5EF4-FFF2-40B4-BE49-F238E27FC236}">
                    <a16:creationId xmlns:a16="http://schemas.microsoft.com/office/drawing/2014/main" id="{745F1DE7-365A-B4F5-4489-760BB0A625B3}"/>
                  </a:ext>
                </a:extLst>
              </p:cNvPr>
              <p:cNvSpPr/>
              <p:nvPr/>
            </p:nvSpPr>
            <p:spPr>
              <a:xfrm>
                <a:off x="4705925" y="5353422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7" name="pg3767">
                <a:extLst>
                  <a:ext uri="{FF2B5EF4-FFF2-40B4-BE49-F238E27FC236}">
                    <a16:creationId xmlns:a16="http://schemas.microsoft.com/office/drawing/2014/main" id="{E8900FE9-867F-1C4E-CFDD-25F52EBB1A22}"/>
                  </a:ext>
                </a:extLst>
              </p:cNvPr>
              <p:cNvSpPr/>
              <p:nvPr/>
            </p:nvSpPr>
            <p:spPr>
              <a:xfrm>
                <a:off x="2855590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8" name="pg3768">
                <a:extLst>
                  <a:ext uri="{FF2B5EF4-FFF2-40B4-BE49-F238E27FC236}">
                    <a16:creationId xmlns:a16="http://schemas.microsoft.com/office/drawing/2014/main" id="{C1F153B4-5934-F095-8761-CF801A29C68C}"/>
                  </a:ext>
                </a:extLst>
              </p:cNvPr>
              <p:cNvSpPr/>
              <p:nvPr/>
            </p:nvSpPr>
            <p:spPr>
              <a:xfrm>
                <a:off x="2867227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69" name="pg3769">
                <a:extLst>
                  <a:ext uri="{FF2B5EF4-FFF2-40B4-BE49-F238E27FC236}">
                    <a16:creationId xmlns:a16="http://schemas.microsoft.com/office/drawing/2014/main" id="{445E260D-F68C-870F-8575-0A734CC7EDD1}"/>
                  </a:ext>
                </a:extLst>
              </p:cNvPr>
              <p:cNvSpPr/>
              <p:nvPr/>
            </p:nvSpPr>
            <p:spPr>
              <a:xfrm>
                <a:off x="287886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0" name="pg3770">
                <a:extLst>
                  <a:ext uri="{FF2B5EF4-FFF2-40B4-BE49-F238E27FC236}">
                    <a16:creationId xmlns:a16="http://schemas.microsoft.com/office/drawing/2014/main" id="{40D558AD-0C21-2A08-7832-33AD69C659B5}"/>
                  </a:ext>
                </a:extLst>
              </p:cNvPr>
              <p:cNvSpPr/>
              <p:nvPr/>
            </p:nvSpPr>
            <p:spPr>
              <a:xfrm>
                <a:off x="2890502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1" name="pg3771">
                <a:extLst>
                  <a:ext uri="{FF2B5EF4-FFF2-40B4-BE49-F238E27FC236}">
                    <a16:creationId xmlns:a16="http://schemas.microsoft.com/office/drawing/2014/main" id="{9D7E77F0-6F0D-AE6F-B160-6750AE34D908}"/>
                  </a:ext>
                </a:extLst>
              </p:cNvPr>
              <p:cNvSpPr/>
              <p:nvPr/>
            </p:nvSpPr>
            <p:spPr>
              <a:xfrm>
                <a:off x="2902139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8">
                  <a:alpha val="100000"/>
                </a:srgbClr>
              </a:solidFill>
              <a:ln w="5420" cap="flat">
                <a:solidFill>
                  <a:srgbClr val="3C447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2" name="pg3772">
                <a:extLst>
                  <a:ext uri="{FF2B5EF4-FFF2-40B4-BE49-F238E27FC236}">
                    <a16:creationId xmlns:a16="http://schemas.microsoft.com/office/drawing/2014/main" id="{4B32D3F0-0B45-7055-8ACD-99AD168A51FC}"/>
                  </a:ext>
                </a:extLst>
              </p:cNvPr>
              <p:cNvSpPr/>
              <p:nvPr/>
            </p:nvSpPr>
            <p:spPr>
              <a:xfrm>
                <a:off x="457791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3" name="pg3773">
                <a:extLst>
                  <a:ext uri="{FF2B5EF4-FFF2-40B4-BE49-F238E27FC236}">
                    <a16:creationId xmlns:a16="http://schemas.microsoft.com/office/drawing/2014/main" id="{2B6AB9E7-6A12-DE19-F63D-65553F82D58C}"/>
                  </a:ext>
                </a:extLst>
              </p:cNvPr>
              <p:cNvSpPr/>
              <p:nvPr/>
            </p:nvSpPr>
            <p:spPr>
              <a:xfrm>
                <a:off x="4589552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4" name="pg3774">
                <a:extLst>
                  <a:ext uri="{FF2B5EF4-FFF2-40B4-BE49-F238E27FC236}">
                    <a16:creationId xmlns:a16="http://schemas.microsoft.com/office/drawing/2014/main" id="{0E2C42AE-3989-1AAD-AFB1-341D818A1DBB}"/>
                  </a:ext>
                </a:extLst>
              </p:cNvPr>
              <p:cNvSpPr/>
              <p:nvPr/>
            </p:nvSpPr>
            <p:spPr>
              <a:xfrm>
                <a:off x="4601190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5" name="pg3775">
                <a:extLst>
                  <a:ext uri="{FF2B5EF4-FFF2-40B4-BE49-F238E27FC236}">
                    <a16:creationId xmlns:a16="http://schemas.microsoft.com/office/drawing/2014/main" id="{55AA6D5F-C197-6FB9-9111-D59C598EE60F}"/>
                  </a:ext>
                </a:extLst>
              </p:cNvPr>
              <p:cNvSpPr/>
              <p:nvPr/>
            </p:nvSpPr>
            <p:spPr>
              <a:xfrm>
                <a:off x="4612827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6" name="pg3776">
                <a:extLst>
                  <a:ext uri="{FF2B5EF4-FFF2-40B4-BE49-F238E27FC236}">
                    <a16:creationId xmlns:a16="http://schemas.microsoft.com/office/drawing/2014/main" id="{945428ED-F3F9-71EA-9726-E349E0D4731D}"/>
                  </a:ext>
                </a:extLst>
              </p:cNvPr>
              <p:cNvSpPr/>
              <p:nvPr/>
            </p:nvSpPr>
            <p:spPr>
              <a:xfrm>
                <a:off x="4624464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7" name="pg3777">
                <a:extLst>
                  <a:ext uri="{FF2B5EF4-FFF2-40B4-BE49-F238E27FC236}">
                    <a16:creationId xmlns:a16="http://schemas.microsoft.com/office/drawing/2014/main" id="{EDFADC34-0D51-C4E2-414C-6718E99D2FE7}"/>
                  </a:ext>
                </a:extLst>
              </p:cNvPr>
              <p:cNvSpPr/>
              <p:nvPr/>
            </p:nvSpPr>
            <p:spPr>
              <a:xfrm>
                <a:off x="4636101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8" name="pg3778">
                <a:extLst>
                  <a:ext uri="{FF2B5EF4-FFF2-40B4-BE49-F238E27FC236}">
                    <a16:creationId xmlns:a16="http://schemas.microsoft.com/office/drawing/2014/main" id="{875202E0-67C5-D500-4DF5-804ADAC470EB}"/>
                  </a:ext>
                </a:extLst>
              </p:cNvPr>
              <p:cNvSpPr/>
              <p:nvPr/>
            </p:nvSpPr>
            <p:spPr>
              <a:xfrm>
                <a:off x="4647739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79" name="pg3779">
                <a:extLst>
                  <a:ext uri="{FF2B5EF4-FFF2-40B4-BE49-F238E27FC236}">
                    <a16:creationId xmlns:a16="http://schemas.microsoft.com/office/drawing/2014/main" id="{E37768E6-7B45-989F-5C8E-AFCF0D9E9806}"/>
                  </a:ext>
                </a:extLst>
              </p:cNvPr>
              <p:cNvSpPr/>
              <p:nvPr/>
            </p:nvSpPr>
            <p:spPr>
              <a:xfrm>
                <a:off x="4659376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0" name="pg3780">
                <a:extLst>
                  <a:ext uri="{FF2B5EF4-FFF2-40B4-BE49-F238E27FC236}">
                    <a16:creationId xmlns:a16="http://schemas.microsoft.com/office/drawing/2014/main" id="{16103C4E-7186-8D5F-9586-1DDD75A3A374}"/>
                  </a:ext>
                </a:extLst>
              </p:cNvPr>
              <p:cNvSpPr/>
              <p:nvPr/>
            </p:nvSpPr>
            <p:spPr>
              <a:xfrm>
                <a:off x="4671013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1" name="pg3781">
                <a:extLst>
                  <a:ext uri="{FF2B5EF4-FFF2-40B4-BE49-F238E27FC236}">
                    <a16:creationId xmlns:a16="http://schemas.microsoft.com/office/drawing/2014/main" id="{41CA9F82-57F6-91A8-1CAA-CF0202C4D78B}"/>
                  </a:ext>
                </a:extLst>
              </p:cNvPr>
              <p:cNvSpPr/>
              <p:nvPr/>
            </p:nvSpPr>
            <p:spPr>
              <a:xfrm>
                <a:off x="4682651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2" name="pg3782">
                <a:extLst>
                  <a:ext uri="{FF2B5EF4-FFF2-40B4-BE49-F238E27FC236}">
                    <a16:creationId xmlns:a16="http://schemas.microsoft.com/office/drawing/2014/main" id="{47F4D83F-EC52-DC44-AFFF-713A2B736C2C}"/>
                  </a:ext>
                </a:extLst>
              </p:cNvPr>
              <p:cNvSpPr/>
              <p:nvPr/>
            </p:nvSpPr>
            <p:spPr>
              <a:xfrm>
                <a:off x="4694288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3" name="pg3783">
                <a:extLst>
                  <a:ext uri="{FF2B5EF4-FFF2-40B4-BE49-F238E27FC236}">
                    <a16:creationId xmlns:a16="http://schemas.microsoft.com/office/drawing/2014/main" id="{CD545160-CAEF-F28B-201B-C6EFADA4833E}"/>
                  </a:ext>
                </a:extLst>
              </p:cNvPr>
              <p:cNvSpPr/>
              <p:nvPr/>
            </p:nvSpPr>
            <p:spPr>
              <a:xfrm>
                <a:off x="4705925" y="53677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A9F">
                  <a:alpha val="100000"/>
                </a:srgbClr>
              </a:solidFill>
              <a:ln w="5420" cap="flat">
                <a:solidFill>
                  <a:srgbClr val="3A6A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4" name="pg3784">
                <a:extLst>
                  <a:ext uri="{FF2B5EF4-FFF2-40B4-BE49-F238E27FC236}">
                    <a16:creationId xmlns:a16="http://schemas.microsoft.com/office/drawing/2014/main" id="{BB01A4DB-914F-DCC7-49B0-7F1B0F9AB17A}"/>
                  </a:ext>
                </a:extLst>
              </p:cNvPr>
              <p:cNvSpPr/>
              <p:nvPr/>
            </p:nvSpPr>
            <p:spPr>
              <a:xfrm>
                <a:off x="2855590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5" name="pg3785">
                <a:extLst>
                  <a:ext uri="{FF2B5EF4-FFF2-40B4-BE49-F238E27FC236}">
                    <a16:creationId xmlns:a16="http://schemas.microsoft.com/office/drawing/2014/main" id="{74E08A6E-1F0F-80A3-BCFD-3FF5B47DC6A9}"/>
                  </a:ext>
                </a:extLst>
              </p:cNvPr>
              <p:cNvSpPr/>
              <p:nvPr/>
            </p:nvSpPr>
            <p:spPr>
              <a:xfrm>
                <a:off x="2867227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6" name="pg3786">
                <a:extLst>
                  <a:ext uri="{FF2B5EF4-FFF2-40B4-BE49-F238E27FC236}">
                    <a16:creationId xmlns:a16="http://schemas.microsoft.com/office/drawing/2014/main" id="{6C381780-3C9C-A984-5501-891EBF61FD67}"/>
                  </a:ext>
                </a:extLst>
              </p:cNvPr>
              <p:cNvSpPr/>
              <p:nvPr/>
            </p:nvSpPr>
            <p:spPr>
              <a:xfrm>
                <a:off x="2878865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7" name="pg3787">
                <a:extLst>
                  <a:ext uri="{FF2B5EF4-FFF2-40B4-BE49-F238E27FC236}">
                    <a16:creationId xmlns:a16="http://schemas.microsoft.com/office/drawing/2014/main" id="{E4419C82-B1E1-9A9C-58D6-5EFD2398E264}"/>
                  </a:ext>
                </a:extLst>
              </p:cNvPr>
              <p:cNvSpPr/>
              <p:nvPr/>
            </p:nvSpPr>
            <p:spPr>
              <a:xfrm>
                <a:off x="2890502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9">
                  <a:alpha val="100000"/>
                </a:srgbClr>
              </a:solidFill>
              <a:ln w="5420" cap="flat">
                <a:solidFill>
                  <a:srgbClr val="3C45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8" name="pg3788">
                <a:extLst>
                  <a:ext uri="{FF2B5EF4-FFF2-40B4-BE49-F238E27FC236}">
                    <a16:creationId xmlns:a16="http://schemas.microsoft.com/office/drawing/2014/main" id="{38B74FBC-9BC2-5DB9-495E-560C8A4E9395}"/>
                  </a:ext>
                </a:extLst>
              </p:cNvPr>
              <p:cNvSpPr/>
              <p:nvPr/>
            </p:nvSpPr>
            <p:spPr>
              <a:xfrm>
                <a:off x="2902139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479">
                  <a:alpha val="100000"/>
                </a:srgbClr>
              </a:solidFill>
              <a:ln w="5420" cap="flat">
                <a:solidFill>
                  <a:srgbClr val="3C447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89" name="pg3789">
                <a:extLst>
                  <a:ext uri="{FF2B5EF4-FFF2-40B4-BE49-F238E27FC236}">
                    <a16:creationId xmlns:a16="http://schemas.microsoft.com/office/drawing/2014/main" id="{F45EE054-AB70-0B63-317E-6BC2A5E773DF}"/>
                  </a:ext>
                </a:extLst>
              </p:cNvPr>
              <p:cNvSpPr/>
              <p:nvPr/>
            </p:nvSpPr>
            <p:spPr>
              <a:xfrm>
                <a:off x="4577915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0" name="pg3790">
                <a:extLst>
                  <a:ext uri="{FF2B5EF4-FFF2-40B4-BE49-F238E27FC236}">
                    <a16:creationId xmlns:a16="http://schemas.microsoft.com/office/drawing/2014/main" id="{4220BAAD-ABE7-5488-35D4-B3EDB34AC69B}"/>
                  </a:ext>
                </a:extLst>
              </p:cNvPr>
              <p:cNvSpPr/>
              <p:nvPr/>
            </p:nvSpPr>
            <p:spPr>
              <a:xfrm>
                <a:off x="4589552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1" name="pg3791">
                <a:extLst>
                  <a:ext uri="{FF2B5EF4-FFF2-40B4-BE49-F238E27FC236}">
                    <a16:creationId xmlns:a16="http://schemas.microsoft.com/office/drawing/2014/main" id="{25D6CF90-C983-A2B2-9A35-AEBAC971D7F3}"/>
                  </a:ext>
                </a:extLst>
              </p:cNvPr>
              <p:cNvSpPr/>
              <p:nvPr/>
            </p:nvSpPr>
            <p:spPr>
              <a:xfrm>
                <a:off x="4601190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2" name="pg3792">
                <a:extLst>
                  <a:ext uri="{FF2B5EF4-FFF2-40B4-BE49-F238E27FC236}">
                    <a16:creationId xmlns:a16="http://schemas.microsoft.com/office/drawing/2014/main" id="{86AD9FCE-82C6-0A74-5AC1-2FECCC9F2180}"/>
                  </a:ext>
                </a:extLst>
              </p:cNvPr>
              <p:cNvSpPr/>
              <p:nvPr/>
            </p:nvSpPr>
            <p:spPr>
              <a:xfrm>
                <a:off x="4612827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3" name="pg3793">
                <a:extLst>
                  <a:ext uri="{FF2B5EF4-FFF2-40B4-BE49-F238E27FC236}">
                    <a16:creationId xmlns:a16="http://schemas.microsoft.com/office/drawing/2014/main" id="{2E45BCAB-04A7-8E73-A81F-90314B0835DF}"/>
                  </a:ext>
                </a:extLst>
              </p:cNvPr>
              <p:cNvSpPr/>
              <p:nvPr/>
            </p:nvSpPr>
            <p:spPr>
              <a:xfrm>
                <a:off x="4624464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4" name="pg3794">
                <a:extLst>
                  <a:ext uri="{FF2B5EF4-FFF2-40B4-BE49-F238E27FC236}">
                    <a16:creationId xmlns:a16="http://schemas.microsoft.com/office/drawing/2014/main" id="{F65C503F-67E4-DA30-97FA-D5A99DF8462B}"/>
                  </a:ext>
                </a:extLst>
              </p:cNvPr>
              <p:cNvSpPr/>
              <p:nvPr/>
            </p:nvSpPr>
            <p:spPr>
              <a:xfrm>
                <a:off x="4636101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5" name="pg3795">
                <a:extLst>
                  <a:ext uri="{FF2B5EF4-FFF2-40B4-BE49-F238E27FC236}">
                    <a16:creationId xmlns:a16="http://schemas.microsoft.com/office/drawing/2014/main" id="{C94D0F06-261E-3B90-D528-4C1335FA546D}"/>
                  </a:ext>
                </a:extLst>
              </p:cNvPr>
              <p:cNvSpPr/>
              <p:nvPr/>
            </p:nvSpPr>
            <p:spPr>
              <a:xfrm>
                <a:off x="4647739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6" name="pg3796">
                <a:extLst>
                  <a:ext uri="{FF2B5EF4-FFF2-40B4-BE49-F238E27FC236}">
                    <a16:creationId xmlns:a16="http://schemas.microsoft.com/office/drawing/2014/main" id="{1C33D10D-4997-57A5-FB72-B39206D29DA8}"/>
                  </a:ext>
                </a:extLst>
              </p:cNvPr>
              <p:cNvSpPr/>
              <p:nvPr/>
            </p:nvSpPr>
            <p:spPr>
              <a:xfrm>
                <a:off x="4659376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7" name="pg3797">
                <a:extLst>
                  <a:ext uri="{FF2B5EF4-FFF2-40B4-BE49-F238E27FC236}">
                    <a16:creationId xmlns:a16="http://schemas.microsoft.com/office/drawing/2014/main" id="{23D005FC-D3F3-62A2-B943-37FE0E17B830}"/>
                  </a:ext>
                </a:extLst>
              </p:cNvPr>
              <p:cNvSpPr/>
              <p:nvPr/>
            </p:nvSpPr>
            <p:spPr>
              <a:xfrm>
                <a:off x="4671013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8" name="pg3798">
                <a:extLst>
                  <a:ext uri="{FF2B5EF4-FFF2-40B4-BE49-F238E27FC236}">
                    <a16:creationId xmlns:a16="http://schemas.microsoft.com/office/drawing/2014/main" id="{98A519E3-7A33-FC92-243C-60F77721CC63}"/>
                  </a:ext>
                </a:extLst>
              </p:cNvPr>
              <p:cNvSpPr/>
              <p:nvPr/>
            </p:nvSpPr>
            <p:spPr>
              <a:xfrm>
                <a:off x="4682651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799" name="pg3799">
                <a:extLst>
                  <a:ext uri="{FF2B5EF4-FFF2-40B4-BE49-F238E27FC236}">
                    <a16:creationId xmlns:a16="http://schemas.microsoft.com/office/drawing/2014/main" id="{D5A58A16-3F49-0599-79E8-810AD2D57FE9}"/>
                  </a:ext>
                </a:extLst>
              </p:cNvPr>
              <p:cNvSpPr/>
              <p:nvPr/>
            </p:nvSpPr>
            <p:spPr>
              <a:xfrm>
                <a:off x="4694288" y="5382023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0" name="pg3800">
                <a:extLst>
                  <a:ext uri="{FF2B5EF4-FFF2-40B4-BE49-F238E27FC236}">
                    <a16:creationId xmlns:a16="http://schemas.microsoft.com/office/drawing/2014/main" id="{A8A5E390-9E74-CCD8-7A40-FF6C2A102D09}"/>
                  </a:ext>
                </a:extLst>
              </p:cNvPr>
              <p:cNvSpPr/>
              <p:nvPr/>
            </p:nvSpPr>
            <p:spPr>
              <a:xfrm>
                <a:off x="2843953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1" name="pg3801">
                <a:extLst>
                  <a:ext uri="{FF2B5EF4-FFF2-40B4-BE49-F238E27FC236}">
                    <a16:creationId xmlns:a16="http://schemas.microsoft.com/office/drawing/2014/main" id="{6A178D08-183C-20B3-1BB0-00C272820BE7}"/>
                  </a:ext>
                </a:extLst>
              </p:cNvPr>
              <p:cNvSpPr/>
              <p:nvPr/>
            </p:nvSpPr>
            <p:spPr>
              <a:xfrm>
                <a:off x="2855590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2" name="pg3802">
                <a:extLst>
                  <a:ext uri="{FF2B5EF4-FFF2-40B4-BE49-F238E27FC236}">
                    <a16:creationId xmlns:a16="http://schemas.microsoft.com/office/drawing/2014/main" id="{00948EED-EB32-C198-31A1-CA04F32BB31B}"/>
                  </a:ext>
                </a:extLst>
              </p:cNvPr>
              <p:cNvSpPr/>
              <p:nvPr/>
            </p:nvSpPr>
            <p:spPr>
              <a:xfrm>
                <a:off x="2867227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3" name="pg3803">
                <a:extLst>
                  <a:ext uri="{FF2B5EF4-FFF2-40B4-BE49-F238E27FC236}">
                    <a16:creationId xmlns:a16="http://schemas.microsoft.com/office/drawing/2014/main" id="{97117797-9858-AA0D-DAAC-C6D7B1099B39}"/>
                  </a:ext>
                </a:extLst>
              </p:cNvPr>
              <p:cNvSpPr/>
              <p:nvPr/>
            </p:nvSpPr>
            <p:spPr>
              <a:xfrm>
                <a:off x="2878865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4" name="pg3804">
                <a:extLst>
                  <a:ext uri="{FF2B5EF4-FFF2-40B4-BE49-F238E27FC236}">
                    <a16:creationId xmlns:a16="http://schemas.microsoft.com/office/drawing/2014/main" id="{EFDB7442-33BC-FFB5-F472-4A283ED5E486}"/>
                  </a:ext>
                </a:extLst>
              </p:cNvPr>
              <p:cNvSpPr/>
              <p:nvPr/>
            </p:nvSpPr>
            <p:spPr>
              <a:xfrm>
                <a:off x="2890502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5" name="pg3805">
                <a:extLst>
                  <a:ext uri="{FF2B5EF4-FFF2-40B4-BE49-F238E27FC236}">
                    <a16:creationId xmlns:a16="http://schemas.microsoft.com/office/drawing/2014/main" id="{B96D4D55-7446-128A-EB53-D0DAA0F84E2D}"/>
                  </a:ext>
                </a:extLst>
              </p:cNvPr>
              <p:cNvSpPr/>
              <p:nvPr/>
            </p:nvSpPr>
            <p:spPr>
              <a:xfrm>
                <a:off x="4589552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6" name="pg3806">
                <a:extLst>
                  <a:ext uri="{FF2B5EF4-FFF2-40B4-BE49-F238E27FC236}">
                    <a16:creationId xmlns:a16="http://schemas.microsoft.com/office/drawing/2014/main" id="{45DA0335-AF78-F099-06BB-06CDC08E2B8E}"/>
                  </a:ext>
                </a:extLst>
              </p:cNvPr>
              <p:cNvSpPr/>
              <p:nvPr/>
            </p:nvSpPr>
            <p:spPr>
              <a:xfrm>
                <a:off x="4601190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7" name="pg3807">
                <a:extLst>
                  <a:ext uri="{FF2B5EF4-FFF2-40B4-BE49-F238E27FC236}">
                    <a16:creationId xmlns:a16="http://schemas.microsoft.com/office/drawing/2014/main" id="{DEFA3574-6D55-4ADB-A3CE-836F431841A8}"/>
                  </a:ext>
                </a:extLst>
              </p:cNvPr>
              <p:cNvSpPr/>
              <p:nvPr/>
            </p:nvSpPr>
            <p:spPr>
              <a:xfrm>
                <a:off x="4612827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8" name="pg3808">
                <a:extLst>
                  <a:ext uri="{FF2B5EF4-FFF2-40B4-BE49-F238E27FC236}">
                    <a16:creationId xmlns:a16="http://schemas.microsoft.com/office/drawing/2014/main" id="{08700877-AA97-741B-054B-D4951BBD4FAC}"/>
                  </a:ext>
                </a:extLst>
              </p:cNvPr>
              <p:cNvSpPr/>
              <p:nvPr/>
            </p:nvSpPr>
            <p:spPr>
              <a:xfrm>
                <a:off x="4624464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09" name="pg3809">
                <a:extLst>
                  <a:ext uri="{FF2B5EF4-FFF2-40B4-BE49-F238E27FC236}">
                    <a16:creationId xmlns:a16="http://schemas.microsoft.com/office/drawing/2014/main" id="{4455D196-0AEF-C052-350C-CFBD138719D5}"/>
                  </a:ext>
                </a:extLst>
              </p:cNvPr>
              <p:cNvSpPr/>
              <p:nvPr/>
            </p:nvSpPr>
            <p:spPr>
              <a:xfrm>
                <a:off x="4636101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0" name="pg3810">
                <a:extLst>
                  <a:ext uri="{FF2B5EF4-FFF2-40B4-BE49-F238E27FC236}">
                    <a16:creationId xmlns:a16="http://schemas.microsoft.com/office/drawing/2014/main" id="{8EFCAF46-8AE7-229C-0418-4FE26C162C60}"/>
                  </a:ext>
                </a:extLst>
              </p:cNvPr>
              <p:cNvSpPr/>
              <p:nvPr/>
            </p:nvSpPr>
            <p:spPr>
              <a:xfrm>
                <a:off x="4647739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1" name="pg3811">
                <a:extLst>
                  <a:ext uri="{FF2B5EF4-FFF2-40B4-BE49-F238E27FC236}">
                    <a16:creationId xmlns:a16="http://schemas.microsoft.com/office/drawing/2014/main" id="{5703B9E7-43CB-A79F-A3C7-231C862DA9F7}"/>
                  </a:ext>
                </a:extLst>
              </p:cNvPr>
              <p:cNvSpPr/>
              <p:nvPr/>
            </p:nvSpPr>
            <p:spPr>
              <a:xfrm>
                <a:off x="4659376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2" name="pg3812">
                <a:extLst>
                  <a:ext uri="{FF2B5EF4-FFF2-40B4-BE49-F238E27FC236}">
                    <a16:creationId xmlns:a16="http://schemas.microsoft.com/office/drawing/2014/main" id="{BDC2021A-304A-0C96-46C9-A1646CF6A448}"/>
                  </a:ext>
                </a:extLst>
              </p:cNvPr>
              <p:cNvSpPr/>
              <p:nvPr/>
            </p:nvSpPr>
            <p:spPr>
              <a:xfrm>
                <a:off x="4671013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3" name="pg3813">
                <a:extLst>
                  <a:ext uri="{FF2B5EF4-FFF2-40B4-BE49-F238E27FC236}">
                    <a16:creationId xmlns:a16="http://schemas.microsoft.com/office/drawing/2014/main" id="{56D40055-A573-23FE-C6C2-11EE3854C789}"/>
                  </a:ext>
                </a:extLst>
              </p:cNvPr>
              <p:cNvSpPr/>
              <p:nvPr/>
            </p:nvSpPr>
            <p:spPr>
              <a:xfrm>
                <a:off x="4682651" y="5396324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99F">
                  <a:alpha val="100000"/>
                </a:srgbClr>
              </a:solidFill>
              <a:ln w="5420" cap="flat">
                <a:solidFill>
                  <a:srgbClr val="3A69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4" name="pg3814">
                <a:extLst>
                  <a:ext uri="{FF2B5EF4-FFF2-40B4-BE49-F238E27FC236}">
                    <a16:creationId xmlns:a16="http://schemas.microsoft.com/office/drawing/2014/main" id="{C4834761-1C66-F862-85FD-279528B4FEE4}"/>
                  </a:ext>
                </a:extLst>
              </p:cNvPr>
              <p:cNvSpPr/>
              <p:nvPr/>
            </p:nvSpPr>
            <p:spPr>
              <a:xfrm>
                <a:off x="2843953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5" name="pg3815">
                <a:extLst>
                  <a:ext uri="{FF2B5EF4-FFF2-40B4-BE49-F238E27FC236}">
                    <a16:creationId xmlns:a16="http://schemas.microsoft.com/office/drawing/2014/main" id="{C27D2F02-B2D1-96A0-C498-FE30FEAB57A1}"/>
                  </a:ext>
                </a:extLst>
              </p:cNvPr>
              <p:cNvSpPr/>
              <p:nvPr/>
            </p:nvSpPr>
            <p:spPr>
              <a:xfrm>
                <a:off x="2855590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6" name="pg3816">
                <a:extLst>
                  <a:ext uri="{FF2B5EF4-FFF2-40B4-BE49-F238E27FC236}">
                    <a16:creationId xmlns:a16="http://schemas.microsoft.com/office/drawing/2014/main" id="{C39EB50E-1186-4D76-7935-FCDF8728836F}"/>
                  </a:ext>
                </a:extLst>
              </p:cNvPr>
              <p:cNvSpPr/>
              <p:nvPr/>
            </p:nvSpPr>
            <p:spPr>
              <a:xfrm>
                <a:off x="2867227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7" name="pg3817">
                <a:extLst>
                  <a:ext uri="{FF2B5EF4-FFF2-40B4-BE49-F238E27FC236}">
                    <a16:creationId xmlns:a16="http://schemas.microsoft.com/office/drawing/2014/main" id="{2129C1EA-E3B4-5673-C7A2-A0A3458F6D46}"/>
                  </a:ext>
                </a:extLst>
              </p:cNvPr>
              <p:cNvSpPr/>
              <p:nvPr/>
            </p:nvSpPr>
            <p:spPr>
              <a:xfrm>
                <a:off x="2878865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8" name="pg3818">
                <a:extLst>
                  <a:ext uri="{FF2B5EF4-FFF2-40B4-BE49-F238E27FC236}">
                    <a16:creationId xmlns:a16="http://schemas.microsoft.com/office/drawing/2014/main" id="{324FA91B-0279-2AAE-ECA6-48943A2171D8}"/>
                  </a:ext>
                </a:extLst>
              </p:cNvPr>
              <p:cNvSpPr/>
              <p:nvPr/>
            </p:nvSpPr>
            <p:spPr>
              <a:xfrm>
                <a:off x="2890502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19" name="pg3819">
                <a:extLst>
                  <a:ext uri="{FF2B5EF4-FFF2-40B4-BE49-F238E27FC236}">
                    <a16:creationId xmlns:a16="http://schemas.microsoft.com/office/drawing/2014/main" id="{540CFFF4-91D0-306D-3B25-B22029453F85}"/>
                  </a:ext>
                </a:extLst>
              </p:cNvPr>
              <p:cNvSpPr/>
              <p:nvPr/>
            </p:nvSpPr>
            <p:spPr>
              <a:xfrm>
                <a:off x="4601190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69E">
                  <a:alpha val="100000"/>
                </a:srgbClr>
              </a:solidFill>
              <a:ln w="5420" cap="flat">
                <a:solidFill>
                  <a:srgbClr val="3A66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0" name="pg3820">
                <a:extLst>
                  <a:ext uri="{FF2B5EF4-FFF2-40B4-BE49-F238E27FC236}">
                    <a16:creationId xmlns:a16="http://schemas.microsoft.com/office/drawing/2014/main" id="{BD9CCBB9-23C4-81B6-F484-6FADCDE77D02}"/>
                  </a:ext>
                </a:extLst>
              </p:cNvPr>
              <p:cNvSpPr/>
              <p:nvPr/>
            </p:nvSpPr>
            <p:spPr>
              <a:xfrm>
                <a:off x="4612827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1" name="pg3821">
                <a:extLst>
                  <a:ext uri="{FF2B5EF4-FFF2-40B4-BE49-F238E27FC236}">
                    <a16:creationId xmlns:a16="http://schemas.microsoft.com/office/drawing/2014/main" id="{50D75799-407F-E3F8-C447-9F3632016D25}"/>
                  </a:ext>
                </a:extLst>
              </p:cNvPr>
              <p:cNvSpPr/>
              <p:nvPr/>
            </p:nvSpPr>
            <p:spPr>
              <a:xfrm>
                <a:off x="4624464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79E">
                  <a:alpha val="100000"/>
                </a:srgbClr>
              </a:solidFill>
              <a:ln w="5420" cap="flat">
                <a:solidFill>
                  <a:srgbClr val="3A679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2" name="pg3822">
                <a:extLst>
                  <a:ext uri="{FF2B5EF4-FFF2-40B4-BE49-F238E27FC236}">
                    <a16:creationId xmlns:a16="http://schemas.microsoft.com/office/drawing/2014/main" id="{9D9B1E81-CCE2-D8BD-3AF4-32387965742E}"/>
                  </a:ext>
                </a:extLst>
              </p:cNvPr>
              <p:cNvSpPr/>
              <p:nvPr/>
            </p:nvSpPr>
            <p:spPr>
              <a:xfrm>
                <a:off x="4636101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3" name="pg3823">
                <a:extLst>
                  <a:ext uri="{FF2B5EF4-FFF2-40B4-BE49-F238E27FC236}">
                    <a16:creationId xmlns:a16="http://schemas.microsoft.com/office/drawing/2014/main" id="{902D0B1B-7FA3-B891-0480-7C39C4F88944}"/>
                  </a:ext>
                </a:extLst>
              </p:cNvPr>
              <p:cNvSpPr/>
              <p:nvPr/>
            </p:nvSpPr>
            <p:spPr>
              <a:xfrm>
                <a:off x="4647739" y="54106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A689F">
                  <a:alpha val="100000"/>
                </a:srgbClr>
              </a:solidFill>
              <a:ln w="5420" cap="flat">
                <a:solidFill>
                  <a:srgbClr val="3A689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4" name="pg3824">
                <a:extLst>
                  <a:ext uri="{FF2B5EF4-FFF2-40B4-BE49-F238E27FC236}">
                    <a16:creationId xmlns:a16="http://schemas.microsoft.com/office/drawing/2014/main" id="{8F4F78F1-8EA0-F120-86A9-9864D60EA83F}"/>
                  </a:ext>
                </a:extLst>
              </p:cNvPr>
              <p:cNvSpPr/>
              <p:nvPr/>
            </p:nvSpPr>
            <p:spPr>
              <a:xfrm>
                <a:off x="2843953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5" name="pg3825">
                <a:extLst>
                  <a:ext uri="{FF2B5EF4-FFF2-40B4-BE49-F238E27FC236}">
                    <a16:creationId xmlns:a16="http://schemas.microsoft.com/office/drawing/2014/main" id="{AFDD795D-E13C-6730-161B-176941238D4F}"/>
                  </a:ext>
                </a:extLst>
              </p:cNvPr>
              <p:cNvSpPr/>
              <p:nvPr/>
            </p:nvSpPr>
            <p:spPr>
              <a:xfrm>
                <a:off x="2855590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6" name="pg3826">
                <a:extLst>
                  <a:ext uri="{FF2B5EF4-FFF2-40B4-BE49-F238E27FC236}">
                    <a16:creationId xmlns:a16="http://schemas.microsoft.com/office/drawing/2014/main" id="{5A9340CB-7FF0-EF53-D148-186BDEAD5883}"/>
                  </a:ext>
                </a:extLst>
              </p:cNvPr>
              <p:cNvSpPr/>
              <p:nvPr/>
            </p:nvSpPr>
            <p:spPr>
              <a:xfrm>
                <a:off x="2867227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7" name="pg3827">
                <a:extLst>
                  <a:ext uri="{FF2B5EF4-FFF2-40B4-BE49-F238E27FC236}">
                    <a16:creationId xmlns:a16="http://schemas.microsoft.com/office/drawing/2014/main" id="{3147493F-FE38-CB33-20B3-B54D355C0779}"/>
                  </a:ext>
                </a:extLst>
              </p:cNvPr>
              <p:cNvSpPr/>
              <p:nvPr/>
            </p:nvSpPr>
            <p:spPr>
              <a:xfrm>
                <a:off x="2878865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A">
                  <a:alpha val="100000"/>
                </a:srgbClr>
              </a:solidFill>
              <a:ln w="5420" cap="flat">
                <a:solidFill>
                  <a:srgbClr val="3C46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8" name="pg3828">
                <a:extLst>
                  <a:ext uri="{FF2B5EF4-FFF2-40B4-BE49-F238E27FC236}">
                    <a16:creationId xmlns:a16="http://schemas.microsoft.com/office/drawing/2014/main" id="{A1CEF714-DB84-78A1-875C-0641DA0210B4}"/>
                  </a:ext>
                </a:extLst>
              </p:cNvPr>
              <p:cNvSpPr/>
              <p:nvPr/>
            </p:nvSpPr>
            <p:spPr>
              <a:xfrm>
                <a:off x="2890502" y="5424925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57A">
                  <a:alpha val="100000"/>
                </a:srgbClr>
              </a:solidFill>
              <a:ln w="5420" cap="flat">
                <a:solidFill>
                  <a:srgbClr val="3C457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29" name="pg3829">
                <a:extLst>
                  <a:ext uri="{FF2B5EF4-FFF2-40B4-BE49-F238E27FC236}">
                    <a16:creationId xmlns:a16="http://schemas.microsoft.com/office/drawing/2014/main" id="{DCE199FA-6B7F-EC56-1794-A0B7C47192E4}"/>
                  </a:ext>
                </a:extLst>
              </p:cNvPr>
              <p:cNvSpPr/>
              <p:nvPr/>
            </p:nvSpPr>
            <p:spPr>
              <a:xfrm>
                <a:off x="2843953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0" name="pg3830">
                <a:extLst>
                  <a:ext uri="{FF2B5EF4-FFF2-40B4-BE49-F238E27FC236}">
                    <a16:creationId xmlns:a16="http://schemas.microsoft.com/office/drawing/2014/main" id="{2434A207-EE82-14E6-2A9B-26EFD667F7E1}"/>
                  </a:ext>
                </a:extLst>
              </p:cNvPr>
              <p:cNvSpPr/>
              <p:nvPr/>
            </p:nvSpPr>
            <p:spPr>
              <a:xfrm>
                <a:off x="2855590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1" name="pg3831">
                <a:extLst>
                  <a:ext uri="{FF2B5EF4-FFF2-40B4-BE49-F238E27FC236}">
                    <a16:creationId xmlns:a16="http://schemas.microsoft.com/office/drawing/2014/main" id="{3C306F85-3662-9185-129A-8C02D61EEE0B}"/>
                  </a:ext>
                </a:extLst>
              </p:cNvPr>
              <p:cNvSpPr/>
              <p:nvPr/>
            </p:nvSpPr>
            <p:spPr>
              <a:xfrm>
                <a:off x="2867227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2" name="pg3832">
                <a:extLst>
                  <a:ext uri="{FF2B5EF4-FFF2-40B4-BE49-F238E27FC236}">
                    <a16:creationId xmlns:a16="http://schemas.microsoft.com/office/drawing/2014/main" id="{78E035FA-B7B3-2008-68BE-61D7493B5D2C}"/>
                  </a:ext>
                </a:extLst>
              </p:cNvPr>
              <p:cNvSpPr/>
              <p:nvPr/>
            </p:nvSpPr>
            <p:spPr>
              <a:xfrm>
                <a:off x="2878865" y="54392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3" name="pg3833">
                <a:extLst>
                  <a:ext uri="{FF2B5EF4-FFF2-40B4-BE49-F238E27FC236}">
                    <a16:creationId xmlns:a16="http://schemas.microsoft.com/office/drawing/2014/main" id="{37337E23-81D5-E800-AA44-1BCAC33F1954}"/>
                  </a:ext>
                </a:extLst>
              </p:cNvPr>
              <p:cNvSpPr/>
              <p:nvPr/>
            </p:nvSpPr>
            <p:spPr>
              <a:xfrm>
                <a:off x="2832315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4" name="pg3834">
                <a:extLst>
                  <a:ext uri="{FF2B5EF4-FFF2-40B4-BE49-F238E27FC236}">
                    <a16:creationId xmlns:a16="http://schemas.microsoft.com/office/drawing/2014/main" id="{70075714-5D57-22F2-92B0-4A5ECA6609F4}"/>
                  </a:ext>
                </a:extLst>
              </p:cNvPr>
              <p:cNvSpPr/>
              <p:nvPr/>
            </p:nvSpPr>
            <p:spPr>
              <a:xfrm>
                <a:off x="2843953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5" name="pg3835">
                <a:extLst>
                  <a:ext uri="{FF2B5EF4-FFF2-40B4-BE49-F238E27FC236}">
                    <a16:creationId xmlns:a16="http://schemas.microsoft.com/office/drawing/2014/main" id="{2AFDD46B-6C34-E7EB-B606-B0B90A5679A1}"/>
                  </a:ext>
                </a:extLst>
              </p:cNvPr>
              <p:cNvSpPr/>
              <p:nvPr/>
            </p:nvSpPr>
            <p:spPr>
              <a:xfrm>
                <a:off x="2855590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6" name="pg3836">
                <a:extLst>
                  <a:ext uri="{FF2B5EF4-FFF2-40B4-BE49-F238E27FC236}">
                    <a16:creationId xmlns:a16="http://schemas.microsoft.com/office/drawing/2014/main" id="{1ABED407-A4BE-39B1-8518-052CA37FF376}"/>
                  </a:ext>
                </a:extLst>
              </p:cNvPr>
              <p:cNvSpPr/>
              <p:nvPr/>
            </p:nvSpPr>
            <p:spPr>
              <a:xfrm>
                <a:off x="2867227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7" name="pg3837">
                <a:extLst>
                  <a:ext uri="{FF2B5EF4-FFF2-40B4-BE49-F238E27FC236}">
                    <a16:creationId xmlns:a16="http://schemas.microsoft.com/office/drawing/2014/main" id="{7922B2DD-D501-3FFE-B835-6E8344E3C3FD}"/>
                  </a:ext>
                </a:extLst>
              </p:cNvPr>
              <p:cNvSpPr/>
              <p:nvPr/>
            </p:nvSpPr>
            <p:spPr>
              <a:xfrm>
                <a:off x="2878865" y="5453526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B">
                  <a:alpha val="100000"/>
                </a:srgbClr>
              </a:solidFill>
              <a:ln w="5420" cap="flat">
                <a:solidFill>
                  <a:srgbClr val="3C467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8" name="pg3838">
                <a:extLst>
                  <a:ext uri="{FF2B5EF4-FFF2-40B4-BE49-F238E27FC236}">
                    <a16:creationId xmlns:a16="http://schemas.microsoft.com/office/drawing/2014/main" id="{3E5F325B-6074-D486-9920-C923B0F6CB58}"/>
                  </a:ext>
                </a:extLst>
              </p:cNvPr>
              <p:cNvSpPr/>
              <p:nvPr/>
            </p:nvSpPr>
            <p:spPr>
              <a:xfrm>
                <a:off x="2832315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39" name="pg3839">
                <a:extLst>
                  <a:ext uri="{FF2B5EF4-FFF2-40B4-BE49-F238E27FC236}">
                    <a16:creationId xmlns:a16="http://schemas.microsoft.com/office/drawing/2014/main" id="{2311FED1-B7DD-9612-5DE0-416C80842864}"/>
                  </a:ext>
                </a:extLst>
              </p:cNvPr>
              <p:cNvSpPr/>
              <p:nvPr/>
            </p:nvSpPr>
            <p:spPr>
              <a:xfrm>
                <a:off x="2843953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0" name="pg3840">
                <a:extLst>
                  <a:ext uri="{FF2B5EF4-FFF2-40B4-BE49-F238E27FC236}">
                    <a16:creationId xmlns:a16="http://schemas.microsoft.com/office/drawing/2014/main" id="{901D3D5A-20B3-A440-AB53-9FA4D20489CE}"/>
                  </a:ext>
                </a:extLst>
              </p:cNvPr>
              <p:cNvSpPr/>
              <p:nvPr/>
            </p:nvSpPr>
            <p:spPr>
              <a:xfrm>
                <a:off x="2855590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1" name="pg3841">
                <a:extLst>
                  <a:ext uri="{FF2B5EF4-FFF2-40B4-BE49-F238E27FC236}">
                    <a16:creationId xmlns:a16="http://schemas.microsoft.com/office/drawing/2014/main" id="{4D24C9D1-51EC-71F0-FD38-FCDB20BCB021}"/>
                  </a:ext>
                </a:extLst>
              </p:cNvPr>
              <p:cNvSpPr/>
              <p:nvPr/>
            </p:nvSpPr>
            <p:spPr>
              <a:xfrm>
                <a:off x="2867227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2" name="pg3842">
                <a:extLst>
                  <a:ext uri="{FF2B5EF4-FFF2-40B4-BE49-F238E27FC236}">
                    <a16:creationId xmlns:a16="http://schemas.microsoft.com/office/drawing/2014/main" id="{8399B915-72AF-988B-1BA2-ABB7AF074509}"/>
                  </a:ext>
                </a:extLst>
              </p:cNvPr>
              <p:cNvSpPr/>
              <p:nvPr/>
            </p:nvSpPr>
            <p:spPr>
              <a:xfrm>
                <a:off x="2878865" y="5467827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67C">
                  <a:alpha val="100000"/>
                </a:srgbClr>
              </a:solidFill>
              <a:ln w="5420" cap="flat">
                <a:solidFill>
                  <a:srgbClr val="3C46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3" name="pg3843">
                <a:extLst>
                  <a:ext uri="{FF2B5EF4-FFF2-40B4-BE49-F238E27FC236}">
                    <a16:creationId xmlns:a16="http://schemas.microsoft.com/office/drawing/2014/main" id="{5C267EAE-9FF3-338D-5C69-CA22CBAC3821}"/>
                  </a:ext>
                </a:extLst>
              </p:cNvPr>
              <p:cNvSpPr/>
              <p:nvPr/>
            </p:nvSpPr>
            <p:spPr>
              <a:xfrm>
                <a:off x="2832315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4" name="pg3844">
                <a:extLst>
                  <a:ext uri="{FF2B5EF4-FFF2-40B4-BE49-F238E27FC236}">
                    <a16:creationId xmlns:a16="http://schemas.microsoft.com/office/drawing/2014/main" id="{AD6E873C-5E3A-AB4F-46CE-0D717DE60FA0}"/>
                  </a:ext>
                </a:extLst>
              </p:cNvPr>
              <p:cNvSpPr/>
              <p:nvPr/>
            </p:nvSpPr>
            <p:spPr>
              <a:xfrm>
                <a:off x="2843953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5" name="pg3845">
                <a:extLst>
                  <a:ext uri="{FF2B5EF4-FFF2-40B4-BE49-F238E27FC236}">
                    <a16:creationId xmlns:a16="http://schemas.microsoft.com/office/drawing/2014/main" id="{4EE35101-D45A-E061-3994-7E9A8CBC2A7C}"/>
                  </a:ext>
                </a:extLst>
              </p:cNvPr>
              <p:cNvSpPr/>
              <p:nvPr/>
            </p:nvSpPr>
            <p:spPr>
              <a:xfrm>
                <a:off x="2855590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6" name="pg3846">
                <a:extLst>
                  <a:ext uri="{FF2B5EF4-FFF2-40B4-BE49-F238E27FC236}">
                    <a16:creationId xmlns:a16="http://schemas.microsoft.com/office/drawing/2014/main" id="{38D21BA9-7DC0-61E2-528F-C61A5F42DB1A}"/>
                  </a:ext>
                </a:extLst>
              </p:cNvPr>
              <p:cNvSpPr/>
              <p:nvPr/>
            </p:nvSpPr>
            <p:spPr>
              <a:xfrm>
                <a:off x="2867227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7" name="pg3847">
                <a:extLst>
                  <a:ext uri="{FF2B5EF4-FFF2-40B4-BE49-F238E27FC236}">
                    <a16:creationId xmlns:a16="http://schemas.microsoft.com/office/drawing/2014/main" id="{37AA1D4F-A445-0CF2-7A26-61FABB3B9557}"/>
                  </a:ext>
                </a:extLst>
              </p:cNvPr>
              <p:cNvSpPr/>
              <p:nvPr/>
            </p:nvSpPr>
            <p:spPr>
              <a:xfrm>
                <a:off x="2878865" y="54821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C">
                  <a:alpha val="100000"/>
                </a:srgbClr>
              </a:solidFill>
              <a:ln w="5420" cap="flat">
                <a:solidFill>
                  <a:srgbClr val="3C477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8" name="pg3848">
                <a:extLst>
                  <a:ext uri="{FF2B5EF4-FFF2-40B4-BE49-F238E27FC236}">
                    <a16:creationId xmlns:a16="http://schemas.microsoft.com/office/drawing/2014/main" id="{2DC096ED-DF45-FC8E-6883-D2A997BF7E30}"/>
                  </a:ext>
                </a:extLst>
              </p:cNvPr>
              <p:cNvSpPr/>
              <p:nvPr/>
            </p:nvSpPr>
            <p:spPr>
              <a:xfrm>
                <a:off x="2832315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49" name="pg3849">
                <a:extLst>
                  <a:ext uri="{FF2B5EF4-FFF2-40B4-BE49-F238E27FC236}">
                    <a16:creationId xmlns:a16="http://schemas.microsoft.com/office/drawing/2014/main" id="{03029C18-3F40-D90E-996B-D7781C04AEE8}"/>
                  </a:ext>
                </a:extLst>
              </p:cNvPr>
              <p:cNvSpPr/>
              <p:nvPr/>
            </p:nvSpPr>
            <p:spPr>
              <a:xfrm>
                <a:off x="2843953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0" name="pg3850">
                <a:extLst>
                  <a:ext uri="{FF2B5EF4-FFF2-40B4-BE49-F238E27FC236}">
                    <a16:creationId xmlns:a16="http://schemas.microsoft.com/office/drawing/2014/main" id="{91C47ABA-CC54-6195-ED88-DA00FFF9DD58}"/>
                  </a:ext>
                </a:extLst>
              </p:cNvPr>
              <p:cNvSpPr/>
              <p:nvPr/>
            </p:nvSpPr>
            <p:spPr>
              <a:xfrm>
                <a:off x="2855590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1" name="pg3851">
                <a:extLst>
                  <a:ext uri="{FF2B5EF4-FFF2-40B4-BE49-F238E27FC236}">
                    <a16:creationId xmlns:a16="http://schemas.microsoft.com/office/drawing/2014/main" id="{994674E8-F941-C75A-4E48-DC09A7F98A25}"/>
                  </a:ext>
                </a:extLst>
              </p:cNvPr>
              <p:cNvSpPr/>
              <p:nvPr/>
            </p:nvSpPr>
            <p:spPr>
              <a:xfrm>
                <a:off x="2867227" y="5496428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2" name="pg3852">
                <a:extLst>
                  <a:ext uri="{FF2B5EF4-FFF2-40B4-BE49-F238E27FC236}">
                    <a16:creationId xmlns:a16="http://schemas.microsoft.com/office/drawing/2014/main" id="{7EDF118A-D32B-1FB1-1931-5B279134F152}"/>
                  </a:ext>
                </a:extLst>
              </p:cNvPr>
              <p:cNvSpPr/>
              <p:nvPr/>
            </p:nvSpPr>
            <p:spPr>
              <a:xfrm>
                <a:off x="2832315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3" name="pg3853">
                <a:extLst>
                  <a:ext uri="{FF2B5EF4-FFF2-40B4-BE49-F238E27FC236}">
                    <a16:creationId xmlns:a16="http://schemas.microsoft.com/office/drawing/2014/main" id="{CF0625A1-840B-DE82-295D-F581E3CC2927}"/>
                  </a:ext>
                </a:extLst>
              </p:cNvPr>
              <p:cNvSpPr/>
              <p:nvPr/>
            </p:nvSpPr>
            <p:spPr>
              <a:xfrm>
                <a:off x="2843953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4" name="pg3854">
                <a:extLst>
                  <a:ext uri="{FF2B5EF4-FFF2-40B4-BE49-F238E27FC236}">
                    <a16:creationId xmlns:a16="http://schemas.microsoft.com/office/drawing/2014/main" id="{9A69BC0F-F24A-4A7C-0FAA-FA3F0EBD4AFF}"/>
                  </a:ext>
                </a:extLst>
              </p:cNvPr>
              <p:cNvSpPr/>
              <p:nvPr/>
            </p:nvSpPr>
            <p:spPr>
              <a:xfrm>
                <a:off x="2855590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5" name="pg3855">
                <a:extLst>
                  <a:ext uri="{FF2B5EF4-FFF2-40B4-BE49-F238E27FC236}">
                    <a16:creationId xmlns:a16="http://schemas.microsoft.com/office/drawing/2014/main" id="{C5279492-11CB-D055-7E14-7061BAC0A549}"/>
                  </a:ext>
                </a:extLst>
              </p:cNvPr>
              <p:cNvSpPr/>
              <p:nvPr/>
            </p:nvSpPr>
            <p:spPr>
              <a:xfrm>
                <a:off x="2867227" y="55107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77D">
                  <a:alpha val="100000"/>
                </a:srgbClr>
              </a:solidFill>
              <a:ln w="5420" cap="flat">
                <a:solidFill>
                  <a:srgbClr val="3C477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6" name="pg3856">
                <a:extLst>
                  <a:ext uri="{FF2B5EF4-FFF2-40B4-BE49-F238E27FC236}">
                    <a16:creationId xmlns:a16="http://schemas.microsoft.com/office/drawing/2014/main" id="{4D9265E6-C97B-A48D-0A19-9F4C60DB2B2B}"/>
                  </a:ext>
                </a:extLst>
              </p:cNvPr>
              <p:cNvSpPr/>
              <p:nvPr/>
            </p:nvSpPr>
            <p:spPr>
              <a:xfrm>
                <a:off x="2832315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7" name="pg3857">
                <a:extLst>
                  <a:ext uri="{FF2B5EF4-FFF2-40B4-BE49-F238E27FC236}">
                    <a16:creationId xmlns:a16="http://schemas.microsoft.com/office/drawing/2014/main" id="{B68C1644-9DE1-79E8-826E-8DDCD9245F64}"/>
                  </a:ext>
                </a:extLst>
              </p:cNvPr>
              <p:cNvSpPr/>
              <p:nvPr/>
            </p:nvSpPr>
            <p:spPr>
              <a:xfrm>
                <a:off x="2843953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8" name="pg3858">
                <a:extLst>
                  <a:ext uri="{FF2B5EF4-FFF2-40B4-BE49-F238E27FC236}">
                    <a16:creationId xmlns:a16="http://schemas.microsoft.com/office/drawing/2014/main" id="{E3B66955-B0EE-4129-487E-BBB2CE01AECD}"/>
                  </a:ext>
                </a:extLst>
              </p:cNvPr>
              <p:cNvSpPr/>
              <p:nvPr/>
            </p:nvSpPr>
            <p:spPr>
              <a:xfrm>
                <a:off x="2855590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59" name="pg3859">
                <a:extLst>
                  <a:ext uri="{FF2B5EF4-FFF2-40B4-BE49-F238E27FC236}">
                    <a16:creationId xmlns:a16="http://schemas.microsoft.com/office/drawing/2014/main" id="{F3DF989B-7927-7839-748C-76C5B2A55C32}"/>
                  </a:ext>
                </a:extLst>
              </p:cNvPr>
              <p:cNvSpPr/>
              <p:nvPr/>
            </p:nvSpPr>
            <p:spPr>
              <a:xfrm>
                <a:off x="2867227" y="5525029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0" name="pg3860">
                <a:extLst>
                  <a:ext uri="{FF2B5EF4-FFF2-40B4-BE49-F238E27FC236}">
                    <a16:creationId xmlns:a16="http://schemas.microsoft.com/office/drawing/2014/main" id="{0BCD5435-6D60-CC89-38C8-CC8B67701C55}"/>
                  </a:ext>
                </a:extLst>
              </p:cNvPr>
              <p:cNvSpPr/>
              <p:nvPr/>
            </p:nvSpPr>
            <p:spPr>
              <a:xfrm>
                <a:off x="2832315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1" name="pg3861">
                <a:extLst>
                  <a:ext uri="{FF2B5EF4-FFF2-40B4-BE49-F238E27FC236}">
                    <a16:creationId xmlns:a16="http://schemas.microsoft.com/office/drawing/2014/main" id="{3DF0EDD3-5CD5-BBD8-1B58-11CA8FA51CFA}"/>
                  </a:ext>
                </a:extLst>
              </p:cNvPr>
              <p:cNvSpPr/>
              <p:nvPr/>
            </p:nvSpPr>
            <p:spPr>
              <a:xfrm>
                <a:off x="2843953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2" name="pg3862">
                <a:extLst>
                  <a:ext uri="{FF2B5EF4-FFF2-40B4-BE49-F238E27FC236}">
                    <a16:creationId xmlns:a16="http://schemas.microsoft.com/office/drawing/2014/main" id="{4C01A2BD-71D5-A68D-3D8C-CD7F8DBE383C}"/>
                  </a:ext>
                </a:extLst>
              </p:cNvPr>
              <p:cNvSpPr/>
              <p:nvPr/>
            </p:nvSpPr>
            <p:spPr>
              <a:xfrm>
                <a:off x="2855590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3" name="pg3863">
                <a:extLst>
                  <a:ext uri="{FF2B5EF4-FFF2-40B4-BE49-F238E27FC236}">
                    <a16:creationId xmlns:a16="http://schemas.microsoft.com/office/drawing/2014/main" id="{A6B4A562-EFC5-78A7-DD5F-8558554E7C49}"/>
                  </a:ext>
                </a:extLst>
              </p:cNvPr>
              <p:cNvSpPr/>
              <p:nvPr/>
            </p:nvSpPr>
            <p:spPr>
              <a:xfrm>
                <a:off x="2867227" y="5539330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E">
                  <a:alpha val="100000"/>
                </a:srgbClr>
              </a:solidFill>
              <a:ln w="5420" cap="flat">
                <a:solidFill>
                  <a:srgbClr val="3C487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4" name="pg3864">
                <a:extLst>
                  <a:ext uri="{FF2B5EF4-FFF2-40B4-BE49-F238E27FC236}">
                    <a16:creationId xmlns:a16="http://schemas.microsoft.com/office/drawing/2014/main" id="{477A295C-6ED4-DF7C-F8C6-AAC074FD5813}"/>
                  </a:ext>
                </a:extLst>
              </p:cNvPr>
              <p:cNvSpPr/>
              <p:nvPr/>
            </p:nvSpPr>
            <p:spPr>
              <a:xfrm>
                <a:off x="2832315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F">
                  <a:alpha val="100000"/>
                </a:srgbClr>
              </a:solidFill>
              <a:ln w="5420" cap="flat">
                <a:solidFill>
                  <a:srgbClr val="3C48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5" name="pg3865">
                <a:extLst>
                  <a:ext uri="{FF2B5EF4-FFF2-40B4-BE49-F238E27FC236}">
                    <a16:creationId xmlns:a16="http://schemas.microsoft.com/office/drawing/2014/main" id="{59DF8CFE-0EB8-8A5D-EADE-B19A15A7CCAF}"/>
                  </a:ext>
                </a:extLst>
              </p:cNvPr>
              <p:cNvSpPr/>
              <p:nvPr/>
            </p:nvSpPr>
            <p:spPr>
              <a:xfrm>
                <a:off x="2843953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F">
                  <a:alpha val="100000"/>
                </a:srgbClr>
              </a:solidFill>
              <a:ln w="5420" cap="flat">
                <a:solidFill>
                  <a:srgbClr val="3C48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6" name="pg3866">
                <a:extLst>
                  <a:ext uri="{FF2B5EF4-FFF2-40B4-BE49-F238E27FC236}">
                    <a16:creationId xmlns:a16="http://schemas.microsoft.com/office/drawing/2014/main" id="{EA6BA425-C38B-72C8-F1E3-154D7B6F2F82}"/>
                  </a:ext>
                </a:extLst>
              </p:cNvPr>
              <p:cNvSpPr/>
              <p:nvPr/>
            </p:nvSpPr>
            <p:spPr>
              <a:xfrm>
                <a:off x="2855590" y="5553631"/>
                <a:ext cx="11637" cy="14300"/>
              </a:xfrm>
              <a:custGeom>
                <a:avLst/>
                <a:gdLst/>
                <a:ahLst/>
                <a:cxnLst/>
                <a:rect l="0" t="0" r="0" b="0"/>
                <a:pathLst>
                  <a:path w="11637" h="14300">
                    <a:moveTo>
                      <a:pt x="0" y="0"/>
                    </a:moveTo>
                    <a:lnTo>
                      <a:pt x="11637" y="0"/>
                    </a:lnTo>
                    <a:lnTo>
                      <a:pt x="11637" y="1430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3C487F">
                  <a:alpha val="100000"/>
                </a:srgbClr>
              </a:solidFill>
              <a:ln w="5420" cap="flat">
                <a:solidFill>
                  <a:srgbClr val="3C487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7" name="pg3867">
                <a:extLst>
                  <a:ext uri="{FF2B5EF4-FFF2-40B4-BE49-F238E27FC236}">
                    <a16:creationId xmlns:a16="http://schemas.microsoft.com/office/drawing/2014/main" id="{873F2960-433D-6A74-E14D-EFD824610679}"/>
                  </a:ext>
                </a:extLst>
              </p:cNvPr>
              <p:cNvSpPr/>
              <p:nvPr/>
            </p:nvSpPr>
            <p:spPr>
              <a:xfrm>
                <a:off x="2399291" y="2540116"/>
                <a:ext cx="3705599" cy="2850404"/>
              </a:xfrm>
              <a:custGeom>
                <a:avLst/>
                <a:gdLst/>
                <a:ahLst/>
                <a:cxnLst/>
                <a:rect l="0" t="0" r="0" b="0"/>
                <a:pathLst>
                  <a:path w="3705599" h="2850404">
                    <a:moveTo>
                      <a:pt x="2893187" y="266106"/>
                    </a:moveTo>
                    <a:lnTo>
                      <a:pt x="2917831" y="266068"/>
                    </a:lnTo>
                    <a:lnTo>
                      <a:pt x="2961871" y="266005"/>
                    </a:lnTo>
                    <a:lnTo>
                      <a:pt x="3005910" y="265941"/>
                    </a:lnTo>
                    <a:lnTo>
                      <a:pt x="3049950" y="265884"/>
                    </a:lnTo>
                    <a:lnTo>
                      <a:pt x="3093989" y="265820"/>
                    </a:lnTo>
                    <a:lnTo>
                      <a:pt x="3138033" y="265757"/>
                    </a:lnTo>
                    <a:lnTo>
                      <a:pt x="3182073" y="265693"/>
                    </a:lnTo>
                    <a:lnTo>
                      <a:pt x="3226112" y="265630"/>
                    </a:lnTo>
                    <a:lnTo>
                      <a:pt x="3236535" y="240559"/>
                    </a:lnTo>
                    <a:lnTo>
                      <a:pt x="3246246" y="228887"/>
                    </a:lnTo>
                    <a:lnTo>
                      <a:pt x="3259547" y="232754"/>
                    </a:lnTo>
                    <a:lnTo>
                      <a:pt x="3266632" y="232430"/>
                    </a:lnTo>
                    <a:lnTo>
                      <a:pt x="3274508" y="226410"/>
                    </a:lnTo>
                    <a:lnTo>
                      <a:pt x="3280895" y="222752"/>
                    </a:lnTo>
                    <a:lnTo>
                      <a:pt x="3285102" y="223292"/>
                    </a:lnTo>
                    <a:lnTo>
                      <a:pt x="3288693" y="228804"/>
                    </a:lnTo>
                    <a:lnTo>
                      <a:pt x="3291680" y="232481"/>
                    </a:lnTo>
                    <a:lnTo>
                      <a:pt x="3295168" y="231408"/>
                    </a:lnTo>
                    <a:lnTo>
                      <a:pt x="3298155" y="226207"/>
                    </a:lnTo>
                    <a:lnTo>
                      <a:pt x="3298052" y="218993"/>
                    </a:lnTo>
                    <a:lnTo>
                      <a:pt x="3302140" y="213970"/>
                    </a:lnTo>
                    <a:lnTo>
                      <a:pt x="3306992" y="213201"/>
                    </a:lnTo>
                    <a:lnTo>
                      <a:pt x="3311478" y="213360"/>
                    </a:lnTo>
                    <a:lnTo>
                      <a:pt x="3313715" y="210909"/>
                    </a:lnTo>
                    <a:lnTo>
                      <a:pt x="3313467" y="207391"/>
                    </a:lnTo>
                    <a:lnTo>
                      <a:pt x="3311850" y="201726"/>
                    </a:lnTo>
                    <a:lnTo>
                      <a:pt x="3312398" y="194906"/>
                    </a:lnTo>
                    <a:lnTo>
                      <a:pt x="3323601" y="182859"/>
                    </a:lnTo>
                    <a:lnTo>
                      <a:pt x="3337337" y="174686"/>
                    </a:lnTo>
                    <a:lnTo>
                      <a:pt x="3342153" y="170603"/>
                    </a:lnTo>
                    <a:lnTo>
                      <a:pt x="3343554" y="162322"/>
                    </a:lnTo>
                    <a:lnTo>
                      <a:pt x="3351429" y="153717"/>
                    </a:lnTo>
                    <a:lnTo>
                      <a:pt x="3355367" y="148770"/>
                    </a:lnTo>
                    <a:lnTo>
                      <a:pt x="3356328" y="144471"/>
                    </a:lnTo>
                    <a:lnTo>
                      <a:pt x="3354287" y="139181"/>
                    </a:lnTo>
                    <a:lnTo>
                      <a:pt x="3354494" y="129097"/>
                    </a:lnTo>
                    <a:lnTo>
                      <a:pt x="3357202" y="117050"/>
                    </a:lnTo>
                    <a:lnTo>
                      <a:pt x="3360442" y="103930"/>
                    </a:lnTo>
                    <a:lnTo>
                      <a:pt x="3367703" y="92099"/>
                    </a:lnTo>
                    <a:lnTo>
                      <a:pt x="3379609" y="79195"/>
                    </a:lnTo>
                    <a:lnTo>
                      <a:pt x="3382673" y="62240"/>
                    </a:lnTo>
                    <a:lnTo>
                      <a:pt x="3385903" y="44357"/>
                    </a:lnTo>
                    <a:lnTo>
                      <a:pt x="3400295" y="26932"/>
                    </a:lnTo>
                    <a:lnTo>
                      <a:pt x="3416615" y="7169"/>
                    </a:lnTo>
                    <a:lnTo>
                      <a:pt x="3422535" y="0"/>
                    </a:lnTo>
                    <a:lnTo>
                      <a:pt x="3618932" y="0"/>
                    </a:lnTo>
                    <a:lnTo>
                      <a:pt x="3619257" y="14859"/>
                    </a:lnTo>
                    <a:lnTo>
                      <a:pt x="3619521" y="35130"/>
                    </a:lnTo>
                    <a:lnTo>
                      <a:pt x="3619800" y="56493"/>
                    </a:lnTo>
                    <a:lnTo>
                      <a:pt x="3620001" y="71740"/>
                    </a:lnTo>
                    <a:lnTo>
                      <a:pt x="3620347" y="92677"/>
                    </a:lnTo>
                    <a:lnTo>
                      <a:pt x="3620621" y="109334"/>
                    </a:lnTo>
                    <a:lnTo>
                      <a:pt x="3620988" y="131078"/>
                    </a:lnTo>
                    <a:lnTo>
                      <a:pt x="3621179" y="142699"/>
                    </a:lnTo>
                    <a:lnTo>
                      <a:pt x="3623045" y="146052"/>
                    </a:lnTo>
                    <a:lnTo>
                      <a:pt x="3621924" y="150631"/>
                    </a:lnTo>
                    <a:lnTo>
                      <a:pt x="3621433" y="152923"/>
                    </a:lnTo>
                    <a:lnTo>
                      <a:pt x="3621552" y="154746"/>
                    </a:lnTo>
                    <a:lnTo>
                      <a:pt x="3622296" y="157038"/>
                    </a:lnTo>
                    <a:lnTo>
                      <a:pt x="3622172" y="160245"/>
                    </a:lnTo>
                    <a:lnTo>
                      <a:pt x="3620435" y="163147"/>
                    </a:lnTo>
                    <a:lnTo>
                      <a:pt x="3619567" y="166500"/>
                    </a:lnTo>
                    <a:lnTo>
                      <a:pt x="3619319" y="171993"/>
                    </a:lnTo>
                    <a:lnTo>
                      <a:pt x="3621179" y="175353"/>
                    </a:lnTo>
                    <a:lnTo>
                      <a:pt x="3624285" y="177334"/>
                    </a:lnTo>
                    <a:lnTo>
                      <a:pt x="3626895" y="177334"/>
                    </a:lnTo>
                    <a:lnTo>
                      <a:pt x="3630249" y="179322"/>
                    </a:lnTo>
                    <a:lnTo>
                      <a:pt x="3634595" y="182834"/>
                    </a:lnTo>
                    <a:lnTo>
                      <a:pt x="3641173" y="185882"/>
                    </a:lnTo>
                    <a:lnTo>
                      <a:pt x="3648005" y="186949"/>
                    </a:lnTo>
                    <a:lnTo>
                      <a:pt x="3652723" y="186187"/>
                    </a:lnTo>
                    <a:lnTo>
                      <a:pt x="3658434" y="188174"/>
                    </a:lnTo>
                    <a:lnTo>
                      <a:pt x="3660423" y="193058"/>
                    </a:lnTo>
                    <a:lnTo>
                      <a:pt x="3659307" y="197630"/>
                    </a:lnTo>
                    <a:lnTo>
                      <a:pt x="3656077" y="199770"/>
                    </a:lnTo>
                    <a:lnTo>
                      <a:pt x="3652599" y="201453"/>
                    </a:lnTo>
                    <a:lnTo>
                      <a:pt x="3651979" y="204958"/>
                    </a:lnTo>
                    <a:lnTo>
                      <a:pt x="3653715" y="208623"/>
                    </a:lnTo>
                    <a:lnTo>
                      <a:pt x="3656201" y="211829"/>
                    </a:lnTo>
                    <a:lnTo>
                      <a:pt x="3658935" y="217462"/>
                    </a:lnTo>
                    <a:lnTo>
                      <a:pt x="3657813" y="222346"/>
                    </a:lnTo>
                    <a:lnTo>
                      <a:pt x="3655333" y="226467"/>
                    </a:lnTo>
                    <a:lnTo>
                      <a:pt x="3654212" y="230735"/>
                    </a:lnTo>
                    <a:lnTo>
                      <a:pt x="3656325" y="234405"/>
                    </a:lnTo>
                    <a:lnTo>
                      <a:pt x="3661912" y="239282"/>
                    </a:lnTo>
                    <a:lnTo>
                      <a:pt x="3665389" y="244013"/>
                    </a:lnTo>
                    <a:lnTo>
                      <a:pt x="3670857" y="246611"/>
                    </a:lnTo>
                    <a:lnTo>
                      <a:pt x="3673461" y="244775"/>
                    </a:lnTo>
                    <a:lnTo>
                      <a:pt x="3675575" y="242330"/>
                    </a:lnTo>
                    <a:lnTo>
                      <a:pt x="3677807" y="240501"/>
                    </a:lnTo>
                    <a:lnTo>
                      <a:pt x="3681657" y="241575"/>
                    </a:lnTo>
                    <a:lnTo>
                      <a:pt x="3686127" y="242946"/>
                    </a:lnTo>
                    <a:lnTo>
                      <a:pt x="3691011" y="244578"/>
                    </a:lnTo>
                    <a:lnTo>
                      <a:pt x="3690427" y="248535"/>
                    </a:lnTo>
                    <a:lnTo>
                      <a:pt x="3693404" y="255203"/>
                    </a:lnTo>
                    <a:lnTo>
                      <a:pt x="3695708" y="268024"/>
                    </a:lnTo>
                    <a:lnTo>
                      <a:pt x="3692169" y="273847"/>
                    </a:lnTo>
                    <a:lnTo>
                      <a:pt x="3692928" y="281563"/>
                    </a:lnTo>
                    <a:lnTo>
                      <a:pt x="3702742" y="283811"/>
                    </a:lnTo>
                    <a:lnTo>
                      <a:pt x="3705129" y="286173"/>
                    </a:lnTo>
                    <a:lnTo>
                      <a:pt x="3705599" y="289025"/>
                    </a:lnTo>
                    <a:lnTo>
                      <a:pt x="3683983" y="308806"/>
                    </a:lnTo>
                    <a:lnTo>
                      <a:pt x="3665694" y="306037"/>
                    </a:lnTo>
                    <a:lnTo>
                      <a:pt x="3655772" y="311283"/>
                    </a:lnTo>
                    <a:lnTo>
                      <a:pt x="3645380" y="312813"/>
                    </a:lnTo>
                    <a:lnTo>
                      <a:pt x="3640822" y="321653"/>
                    </a:lnTo>
                    <a:lnTo>
                      <a:pt x="3635117" y="323526"/>
                    </a:lnTo>
                    <a:lnTo>
                      <a:pt x="3627303" y="322993"/>
                    </a:lnTo>
                    <a:lnTo>
                      <a:pt x="3620565" y="320497"/>
                    </a:lnTo>
                    <a:lnTo>
                      <a:pt x="3615423" y="321723"/>
                    </a:lnTo>
                    <a:lnTo>
                      <a:pt x="3608229" y="337675"/>
                    </a:lnTo>
                    <a:lnTo>
                      <a:pt x="3602338" y="336284"/>
                    </a:lnTo>
                    <a:lnTo>
                      <a:pt x="3599992" y="342025"/>
                    </a:lnTo>
                    <a:lnTo>
                      <a:pt x="3596912" y="344534"/>
                    </a:lnTo>
                    <a:lnTo>
                      <a:pt x="3592395" y="346686"/>
                    </a:lnTo>
                    <a:lnTo>
                      <a:pt x="3588473" y="339599"/>
                    </a:lnTo>
                    <a:lnTo>
                      <a:pt x="3585977" y="332862"/>
                    </a:lnTo>
                    <a:lnTo>
                      <a:pt x="3582298" y="331382"/>
                    </a:lnTo>
                    <a:lnTo>
                      <a:pt x="3577409" y="329661"/>
                    </a:lnTo>
                    <a:lnTo>
                      <a:pt x="3572381" y="329718"/>
                    </a:lnTo>
                    <a:lnTo>
                      <a:pt x="3569027" y="330683"/>
                    </a:lnTo>
                    <a:lnTo>
                      <a:pt x="3564867" y="335040"/>
                    </a:lnTo>
                    <a:lnTo>
                      <a:pt x="3558836" y="338780"/>
                    </a:lnTo>
                    <a:lnTo>
                      <a:pt x="3554273" y="335662"/>
                    </a:lnTo>
                    <a:lnTo>
                      <a:pt x="3550702" y="330652"/>
                    </a:lnTo>
                    <a:lnTo>
                      <a:pt x="3547648" y="338710"/>
                    </a:lnTo>
                    <a:lnTo>
                      <a:pt x="3543204" y="347220"/>
                    </a:lnTo>
                    <a:lnTo>
                      <a:pt x="3543943" y="357145"/>
                    </a:lnTo>
                    <a:lnTo>
                      <a:pt x="3542031" y="363032"/>
                    </a:lnTo>
                    <a:lnTo>
                      <a:pt x="3537814" y="361445"/>
                    </a:lnTo>
                    <a:lnTo>
                      <a:pt x="3533618" y="356282"/>
                    </a:lnTo>
                    <a:lnTo>
                      <a:pt x="3521840" y="352154"/>
                    </a:lnTo>
                    <a:lnTo>
                      <a:pt x="3512461" y="352535"/>
                    </a:lnTo>
                    <a:lnTo>
                      <a:pt x="3514368" y="347023"/>
                    </a:lnTo>
                    <a:lnTo>
                      <a:pt x="3523236" y="339110"/>
                    </a:lnTo>
                    <a:lnTo>
                      <a:pt x="3520507" y="337561"/>
                    </a:lnTo>
                    <a:lnTo>
                      <a:pt x="3516156" y="338659"/>
                    </a:lnTo>
                    <a:lnTo>
                      <a:pt x="3514259" y="337561"/>
                    </a:lnTo>
                    <a:lnTo>
                      <a:pt x="3517370" y="330372"/>
                    </a:lnTo>
                    <a:lnTo>
                      <a:pt x="3517670" y="322441"/>
                    </a:lnTo>
                    <a:lnTo>
                      <a:pt x="3513701" y="325216"/>
                    </a:lnTo>
                    <a:lnTo>
                      <a:pt x="3508709" y="333585"/>
                    </a:lnTo>
                    <a:lnTo>
                      <a:pt x="3496632" y="340247"/>
                    </a:lnTo>
                    <a:lnTo>
                      <a:pt x="3497195" y="351398"/>
                    </a:lnTo>
                    <a:lnTo>
                      <a:pt x="3485826" y="374253"/>
                    </a:lnTo>
                    <a:lnTo>
                      <a:pt x="3485320" y="383982"/>
                    </a:lnTo>
                    <a:lnTo>
                      <a:pt x="3478028" y="391749"/>
                    </a:lnTo>
                    <a:lnTo>
                      <a:pt x="3468628" y="398429"/>
                    </a:lnTo>
                    <a:lnTo>
                      <a:pt x="3456091" y="396550"/>
                    </a:lnTo>
                    <a:lnTo>
                      <a:pt x="3446521" y="402354"/>
                    </a:lnTo>
                    <a:lnTo>
                      <a:pt x="3441663" y="409015"/>
                    </a:lnTo>
                    <a:lnTo>
                      <a:pt x="3437441" y="410019"/>
                    </a:lnTo>
                    <a:lnTo>
                      <a:pt x="3435240" y="401535"/>
                    </a:lnTo>
                    <a:lnTo>
                      <a:pt x="3433638" y="398912"/>
                    </a:lnTo>
                    <a:lnTo>
                      <a:pt x="3430113" y="411422"/>
                    </a:lnTo>
                    <a:lnTo>
                      <a:pt x="3426522" y="412197"/>
                    </a:lnTo>
                    <a:lnTo>
                      <a:pt x="3425163" y="403325"/>
                    </a:lnTo>
                    <a:lnTo>
                      <a:pt x="3423457" y="397464"/>
                    </a:lnTo>
                    <a:lnTo>
                      <a:pt x="3418563" y="402519"/>
                    </a:lnTo>
                    <a:lnTo>
                      <a:pt x="3415313" y="415918"/>
                    </a:lnTo>
                    <a:lnTo>
                      <a:pt x="3411907" y="414788"/>
                    </a:lnTo>
                    <a:lnTo>
                      <a:pt x="3410822" y="409803"/>
                    </a:lnTo>
                    <a:lnTo>
                      <a:pt x="3408383" y="408291"/>
                    </a:lnTo>
                    <a:lnTo>
                      <a:pt x="3407546" y="413988"/>
                    </a:lnTo>
                    <a:lnTo>
                      <a:pt x="3408776" y="422002"/>
                    </a:lnTo>
                    <a:lnTo>
                      <a:pt x="3407003" y="426282"/>
                    </a:lnTo>
                    <a:lnTo>
                      <a:pt x="3403618" y="423996"/>
                    </a:lnTo>
                    <a:lnTo>
                      <a:pt x="3400213" y="420141"/>
                    </a:lnTo>
                    <a:lnTo>
                      <a:pt x="3394595" y="423069"/>
                    </a:lnTo>
                    <a:lnTo>
                      <a:pt x="3389438" y="424256"/>
                    </a:lnTo>
                    <a:lnTo>
                      <a:pt x="3389417" y="420332"/>
                    </a:lnTo>
                    <a:lnTo>
                      <a:pt x="3390399" y="415518"/>
                    </a:lnTo>
                    <a:lnTo>
                      <a:pt x="3380121" y="418179"/>
                    </a:lnTo>
                    <a:lnTo>
                      <a:pt x="3367796" y="427057"/>
                    </a:lnTo>
                    <a:lnTo>
                      <a:pt x="3358225" y="439339"/>
                    </a:lnTo>
                    <a:lnTo>
                      <a:pt x="3361543" y="441383"/>
                    </a:lnTo>
                    <a:lnTo>
                      <a:pt x="3365279" y="445295"/>
                    </a:lnTo>
                    <a:lnTo>
                      <a:pt x="3348654" y="464270"/>
                    </a:lnTo>
                    <a:lnTo>
                      <a:pt x="3331611" y="481359"/>
                    </a:lnTo>
                    <a:lnTo>
                      <a:pt x="3318738" y="509244"/>
                    </a:lnTo>
                    <a:lnTo>
                      <a:pt x="3313571" y="512508"/>
                    </a:lnTo>
                    <a:lnTo>
                      <a:pt x="3309132" y="517620"/>
                    </a:lnTo>
                    <a:lnTo>
                      <a:pt x="3304419" y="534455"/>
                    </a:lnTo>
                    <a:lnTo>
                      <a:pt x="3298977" y="549442"/>
                    </a:lnTo>
                    <a:lnTo>
                      <a:pt x="3302021" y="556116"/>
                    </a:lnTo>
                    <a:lnTo>
                      <a:pt x="3304026" y="562981"/>
                    </a:lnTo>
                    <a:lnTo>
                      <a:pt x="3308858" y="569737"/>
                    </a:lnTo>
                    <a:lnTo>
                      <a:pt x="3312966" y="570347"/>
                    </a:lnTo>
                    <a:lnTo>
                      <a:pt x="3317415" y="569128"/>
                    </a:lnTo>
                    <a:lnTo>
                      <a:pt x="3320681" y="569414"/>
                    </a:lnTo>
                    <a:lnTo>
                      <a:pt x="3322780" y="572284"/>
                    </a:lnTo>
                    <a:lnTo>
                      <a:pt x="3321849" y="575726"/>
                    </a:lnTo>
                    <a:lnTo>
                      <a:pt x="3316718" y="576583"/>
                    </a:lnTo>
                    <a:lnTo>
                      <a:pt x="3307147" y="582603"/>
                    </a:lnTo>
                    <a:lnTo>
                      <a:pt x="3298755" y="584915"/>
                    </a:lnTo>
                    <a:lnTo>
                      <a:pt x="3294548" y="592192"/>
                    </a:lnTo>
                    <a:lnTo>
                      <a:pt x="3288244" y="600600"/>
                    </a:lnTo>
                    <a:lnTo>
                      <a:pt x="3275996" y="613720"/>
                    </a:lnTo>
                    <a:lnTo>
                      <a:pt x="3281231" y="617765"/>
                    </a:lnTo>
                    <a:lnTo>
                      <a:pt x="3300150" y="622325"/>
                    </a:lnTo>
                    <a:lnTo>
                      <a:pt x="3308584" y="627018"/>
                    </a:lnTo>
                    <a:lnTo>
                      <a:pt x="3321348" y="651524"/>
                    </a:lnTo>
                    <a:lnTo>
                      <a:pt x="3318433" y="653975"/>
                    </a:lnTo>
                    <a:lnTo>
                      <a:pt x="3317276" y="658465"/>
                    </a:lnTo>
                    <a:lnTo>
                      <a:pt x="3328624" y="664765"/>
                    </a:lnTo>
                    <a:lnTo>
                      <a:pt x="3332247" y="682362"/>
                    </a:lnTo>
                    <a:lnTo>
                      <a:pt x="3341564" y="688350"/>
                    </a:lnTo>
                    <a:lnTo>
                      <a:pt x="3355450" y="692033"/>
                    </a:lnTo>
                    <a:lnTo>
                      <a:pt x="3372431" y="686712"/>
                    </a:lnTo>
                    <a:lnTo>
                      <a:pt x="3386570" y="679390"/>
                    </a:lnTo>
                    <a:lnTo>
                      <a:pt x="3386074" y="673388"/>
                    </a:lnTo>
                    <a:lnTo>
                      <a:pt x="3377191" y="659424"/>
                    </a:lnTo>
                    <a:lnTo>
                      <a:pt x="3375051" y="652864"/>
                    </a:lnTo>
                    <a:lnTo>
                      <a:pt x="3368457" y="648616"/>
                    </a:lnTo>
                    <a:lnTo>
                      <a:pt x="3365951" y="652216"/>
                    </a:lnTo>
                    <a:lnTo>
                      <a:pt x="3361687" y="647542"/>
                    </a:lnTo>
                    <a:lnTo>
                      <a:pt x="3361207" y="644920"/>
                    </a:lnTo>
                    <a:lnTo>
                      <a:pt x="3365181" y="643643"/>
                    </a:lnTo>
                    <a:lnTo>
                      <a:pt x="3369801" y="644151"/>
                    </a:lnTo>
                    <a:lnTo>
                      <a:pt x="3375191" y="646596"/>
                    </a:lnTo>
                    <a:lnTo>
                      <a:pt x="3389061" y="661818"/>
                    </a:lnTo>
                    <a:lnTo>
                      <a:pt x="3392900" y="681771"/>
                    </a:lnTo>
                    <a:lnTo>
                      <a:pt x="3393722" y="694440"/>
                    </a:lnTo>
                    <a:lnTo>
                      <a:pt x="3392156" y="698771"/>
                    </a:lnTo>
                    <a:lnTo>
                      <a:pt x="3388120" y="697882"/>
                    </a:lnTo>
                    <a:lnTo>
                      <a:pt x="3380420" y="698746"/>
                    </a:lnTo>
                    <a:lnTo>
                      <a:pt x="3343890" y="705306"/>
                    </a:lnTo>
                    <a:lnTo>
                      <a:pt x="3335776" y="711084"/>
                    </a:lnTo>
                    <a:lnTo>
                      <a:pt x="3317173" y="717359"/>
                    </a:lnTo>
                    <a:lnTo>
                      <a:pt x="3316015" y="714228"/>
                    </a:lnTo>
                    <a:lnTo>
                      <a:pt x="3317359" y="707750"/>
                    </a:lnTo>
                    <a:lnTo>
                      <a:pt x="3316186" y="694484"/>
                    </a:lnTo>
                    <a:lnTo>
                      <a:pt x="3312516" y="693868"/>
                    </a:lnTo>
                    <a:lnTo>
                      <a:pt x="3283613" y="715498"/>
                    </a:lnTo>
                    <a:lnTo>
                      <a:pt x="3272441" y="716857"/>
                    </a:lnTo>
                    <a:lnTo>
                      <a:pt x="3263046" y="723188"/>
                    </a:lnTo>
                    <a:lnTo>
                      <a:pt x="3260943" y="719676"/>
                    </a:lnTo>
                    <a:lnTo>
                      <a:pt x="3259263" y="703458"/>
                    </a:lnTo>
                    <a:lnTo>
                      <a:pt x="3265144" y="689855"/>
                    </a:lnTo>
                    <a:lnTo>
                      <a:pt x="3262012" y="690071"/>
                    </a:lnTo>
                    <a:lnTo>
                      <a:pt x="3252194" y="698238"/>
                    </a:lnTo>
                    <a:lnTo>
                      <a:pt x="3247997" y="693214"/>
                    </a:lnTo>
                    <a:lnTo>
                      <a:pt x="3245894" y="687702"/>
                    </a:lnTo>
                    <a:lnTo>
                      <a:pt x="3242871" y="684584"/>
                    </a:lnTo>
                    <a:lnTo>
                      <a:pt x="3239595" y="683403"/>
                    </a:lnTo>
                    <a:lnTo>
                      <a:pt x="3242396" y="695443"/>
                    </a:lnTo>
                    <a:lnTo>
                      <a:pt x="3235740" y="704474"/>
                    </a:lnTo>
                    <a:lnTo>
                      <a:pt x="3233915" y="727830"/>
                    </a:lnTo>
                    <a:lnTo>
                      <a:pt x="3225549" y="737553"/>
                    </a:lnTo>
                    <a:lnTo>
                      <a:pt x="3199467" y="743802"/>
                    </a:lnTo>
                    <a:lnTo>
                      <a:pt x="3182465" y="742481"/>
                    </a:lnTo>
                    <a:lnTo>
                      <a:pt x="3167231" y="744424"/>
                    </a:lnTo>
                    <a:lnTo>
                      <a:pt x="3146974" y="748907"/>
                    </a:lnTo>
                    <a:lnTo>
                      <a:pt x="3135780" y="746240"/>
                    </a:lnTo>
                    <a:lnTo>
                      <a:pt x="3124313" y="750971"/>
                    </a:lnTo>
                    <a:lnTo>
                      <a:pt x="3085390" y="752260"/>
                    </a:lnTo>
                    <a:lnTo>
                      <a:pt x="3077183" y="749752"/>
                    </a:lnTo>
                    <a:lnTo>
                      <a:pt x="3066703" y="758687"/>
                    </a:lnTo>
                    <a:lnTo>
                      <a:pt x="3049924" y="763970"/>
                    </a:lnTo>
                    <a:lnTo>
                      <a:pt x="3007512" y="783993"/>
                    </a:lnTo>
                    <a:lnTo>
                      <a:pt x="2998159" y="791277"/>
                    </a:lnTo>
                    <a:lnTo>
                      <a:pt x="2986769" y="802651"/>
                    </a:lnTo>
                    <a:lnTo>
                      <a:pt x="2979121" y="808766"/>
                    </a:lnTo>
                    <a:lnTo>
                      <a:pt x="2972832" y="810754"/>
                    </a:lnTo>
                    <a:lnTo>
                      <a:pt x="2968966" y="815847"/>
                    </a:lnTo>
                    <a:lnTo>
                      <a:pt x="2964744" y="819174"/>
                    </a:lnTo>
                    <a:lnTo>
                      <a:pt x="2968821" y="807807"/>
                    </a:lnTo>
                    <a:lnTo>
                      <a:pt x="2973250" y="798224"/>
                    </a:lnTo>
                    <a:lnTo>
                      <a:pt x="2976930" y="779662"/>
                    </a:lnTo>
                    <a:lnTo>
                      <a:pt x="2975844" y="764650"/>
                    </a:lnTo>
                    <a:lnTo>
                      <a:pt x="2971281" y="758477"/>
                    </a:lnTo>
                    <a:lnTo>
                      <a:pt x="2966563" y="754362"/>
                    </a:lnTo>
                    <a:lnTo>
                      <a:pt x="2972093" y="769178"/>
                    </a:lnTo>
                    <a:lnTo>
                      <a:pt x="2972987" y="787346"/>
                    </a:lnTo>
                    <a:lnTo>
                      <a:pt x="2971085" y="797989"/>
                    </a:lnTo>
                    <a:lnTo>
                      <a:pt x="2960682" y="818520"/>
                    </a:lnTo>
                    <a:lnTo>
                      <a:pt x="2956253" y="823302"/>
                    </a:lnTo>
                    <a:lnTo>
                      <a:pt x="2951075" y="827506"/>
                    </a:lnTo>
                    <a:lnTo>
                      <a:pt x="2947174" y="829335"/>
                    </a:lnTo>
                    <a:lnTo>
                      <a:pt x="2943572" y="832618"/>
                    </a:lnTo>
                    <a:lnTo>
                      <a:pt x="2939386" y="837819"/>
                    </a:lnTo>
                    <a:lnTo>
                      <a:pt x="2935417" y="848145"/>
                    </a:lnTo>
                    <a:lnTo>
                      <a:pt x="2937820" y="857556"/>
                    </a:lnTo>
                    <a:lnTo>
                      <a:pt x="2958104" y="860992"/>
                    </a:lnTo>
                    <a:lnTo>
                      <a:pt x="2963545" y="858090"/>
                    </a:lnTo>
                    <a:lnTo>
                      <a:pt x="2966315" y="864827"/>
                    </a:lnTo>
                    <a:lnTo>
                      <a:pt x="2967865" y="874188"/>
                    </a:lnTo>
                    <a:lnTo>
                      <a:pt x="2966346" y="884310"/>
                    </a:lnTo>
                    <a:lnTo>
                      <a:pt x="2962956" y="894611"/>
                    </a:lnTo>
                    <a:lnTo>
                      <a:pt x="2960382" y="907400"/>
                    </a:lnTo>
                    <a:lnTo>
                      <a:pt x="2958202" y="926902"/>
                    </a:lnTo>
                    <a:lnTo>
                      <a:pt x="2954920" y="944449"/>
                    </a:lnTo>
                    <a:lnTo>
                      <a:pt x="2954491" y="939121"/>
                    </a:lnTo>
                    <a:lnTo>
                      <a:pt x="2956543" y="917790"/>
                    </a:lnTo>
                    <a:lnTo>
                      <a:pt x="2953220" y="920019"/>
                    </a:lnTo>
                    <a:lnTo>
                      <a:pt x="2950931" y="924940"/>
                    </a:lnTo>
                    <a:lnTo>
                      <a:pt x="2944740" y="952450"/>
                    </a:lnTo>
                    <a:lnTo>
                      <a:pt x="2936229" y="967113"/>
                    </a:lnTo>
                    <a:lnTo>
                      <a:pt x="2928389" y="977255"/>
                    </a:lnTo>
                    <a:lnTo>
                      <a:pt x="2920302" y="975578"/>
                    </a:lnTo>
                    <a:lnTo>
                      <a:pt x="2922121" y="983637"/>
                    </a:lnTo>
                    <a:lnTo>
                      <a:pt x="2919899" y="987834"/>
                    </a:lnTo>
                    <a:lnTo>
                      <a:pt x="2917997" y="996592"/>
                    </a:lnTo>
                    <a:lnTo>
                      <a:pt x="2913175" y="1002396"/>
                    </a:lnTo>
                    <a:lnTo>
                      <a:pt x="2908643" y="1001837"/>
                    </a:lnTo>
                    <a:lnTo>
                      <a:pt x="2902132" y="1005838"/>
                    </a:lnTo>
                    <a:lnTo>
                      <a:pt x="2899564" y="1008899"/>
                    </a:lnTo>
                    <a:lnTo>
                      <a:pt x="2899372" y="1014760"/>
                    </a:lnTo>
                    <a:lnTo>
                      <a:pt x="2895016" y="1019917"/>
                    </a:lnTo>
                    <a:lnTo>
                      <a:pt x="2879296" y="1046703"/>
                    </a:lnTo>
                    <a:lnTo>
                      <a:pt x="2865648" y="1054609"/>
                    </a:lnTo>
                    <a:lnTo>
                      <a:pt x="2862382" y="1053459"/>
                    </a:lnTo>
                    <a:lnTo>
                      <a:pt x="2865978" y="1040816"/>
                    </a:lnTo>
                    <a:lnTo>
                      <a:pt x="2868443" y="1028032"/>
                    </a:lnTo>
                    <a:lnTo>
                      <a:pt x="2860160" y="1022469"/>
                    </a:lnTo>
                    <a:lnTo>
                      <a:pt x="2852232" y="1019529"/>
                    </a:lnTo>
                    <a:lnTo>
                      <a:pt x="2843137" y="1019917"/>
                    </a:lnTo>
                    <a:lnTo>
                      <a:pt x="2833091" y="1009978"/>
                    </a:lnTo>
                    <a:lnTo>
                      <a:pt x="2820141" y="1002751"/>
                    </a:lnTo>
                    <a:lnTo>
                      <a:pt x="2802064" y="983199"/>
                    </a:lnTo>
                    <a:lnTo>
                      <a:pt x="2802591" y="977775"/>
                    </a:lnTo>
                    <a:lnTo>
                      <a:pt x="2802136" y="968675"/>
                    </a:lnTo>
                    <a:lnTo>
                      <a:pt x="2807630" y="954298"/>
                    </a:lnTo>
                    <a:lnTo>
                      <a:pt x="2812896" y="944245"/>
                    </a:lnTo>
                    <a:lnTo>
                      <a:pt x="2820167" y="939038"/>
                    </a:lnTo>
                    <a:lnTo>
                      <a:pt x="2841266" y="933735"/>
                    </a:lnTo>
                    <a:lnTo>
                      <a:pt x="2846558" y="925759"/>
                    </a:lnTo>
                    <a:lnTo>
                      <a:pt x="2849695" y="919041"/>
                    </a:lnTo>
                    <a:lnTo>
                      <a:pt x="2839241" y="930579"/>
                    </a:lnTo>
                    <a:lnTo>
                      <a:pt x="2823582" y="934491"/>
                    </a:lnTo>
                    <a:lnTo>
                      <a:pt x="2815144" y="938797"/>
                    </a:lnTo>
                    <a:lnTo>
                      <a:pt x="2808395" y="945382"/>
                    </a:lnTo>
                    <a:lnTo>
                      <a:pt x="2804400" y="953650"/>
                    </a:lnTo>
                    <a:lnTo>
                      <a:pt x="2795356" y="963614"/>
                    </a:lnTo>
                    <a:lnTo>
                      <a:pt x="2795992" y="970288"/>
                    </a:lnTo>
                    <a:lnTo>
                      <a:pt x="2797506" y="975032"/>
                    </a:lnTo>
                    <a:lnTo>
                      <a:pt x="2796808" y="984920"/>
                    </a:lnTo>
                    <a:lnTo>
                      <a:pt x="2802529" y="994559"/>
                    </a:lnTo>
                    <a:lnTo>
                      <a:pt x="2813872" y="1010353"/>
                    </a:lnTo>
                    <a:lnTo>
                      <a:pt x="2816038" y="1034884"/>
                    </a:lnTo>
                    <a:lnTo>
                      <a:pt x="2824694" y="1051300"/>
                    </a:lnTo>
                    <a:lnTo>
                      <a:pt x="2837959" y="1070440"/>
                    </a:lnTo>
                    <a:lnTo>
                      <a:pt x="2848160" y="1075883"/>
                    </a:lnTo>
                    <a:lnTo>
                      <a:pt x="2848656" y="1083001"/>
                    </a:lnTo>
                    <a:lnTo>
                      <a:pt x="2843948" y="1094756"/>
                    </a:lnTo>
                    <a:lnTo>
                      <a:pt x="2837742" y="1100128"/>
                    </a:lnTo>
                    <a:lnTo>
                      <a:pt x="2845814" y="1099055"/>
                    </a:lnTo>
                    <a:lnTo>
                      <a:pt x="2849835" y="1101741"/>
                    </a:lnTo>
                    <a:lnTo>
                      <a:pt x="2853746" y="1111546"/>
                    </a:lnTo>
                    <a:lnTo>
                      <a:pt x="2853442" y="1121555"/>
                    </a:lnTo>
                    <a:lnTo>
                      <a:pt x="2852119" y="1127194"/>
                    </a:lnTo>
                    <a:lnTo>
                      <a:pt x="2849674" y="1129442"/>
                    </a:lnTo>
                    <a:lnTo>
                      <a:pt x="2849778" y="1123682"/>
                    </a:lnTo>
                    <a:lnTo>
                      <a:pt x="2848046" y="1121682"/>
                    </a:lnTo>
                    <a:lnTo>
                      <a:pt x="2845189" y="1124177"/>
                    </a:lnTo>
                    <a:lnTo>
                      <a:pt x="2843339" y="1127022"/>
                    </a:lnTo>
                    <a:lnTo>
                      <a:pt x="2842569" y="1138231"/>
                    </a:lnTo>
                    <a:lnTo>
                      <a:pt x="2840610" y="1143832"/>
                    </a:lnTo>
                    <a:lnTo>
                      <a:pt x="2833685" y="1145496"/>
                    </a:lnTo>
                    <a:lnTo>
                      <a:pt x="2826662" y="1160203"/>
                    </a:lnTo>
                    <a:lnTo>
                      <a:pt x="2820130" y="1168547"/>
                    </a:lnTo>
                    <a:lnTo>
                      <a:pt x="2794426" y="1224971"/>
                    </a:lnTo>
                    <a:lnTo>
                      <a:pt x="2795408" y="1234401"/>
                    </a:lnTo>
                    <a:lnTo>
                      <a:pt x="2790705" y="1237436"/>
                    </a:lnTo>
                    <a:lnTo>
                      <a:pt x="2783584" y="1239907"/>
                    </a:lnTo>
                    <a:lnTo>
                      <a:pt x="2776380" y="1245546"/>
                    </a:lnTo>
                    <a:lnTo>
                      <a:pt x="2771600" y="1251763"/>
                    </a:lnTo>
                    <a:lnTo>
                      <a:pt x="2767161" y="1268484"/>
                    </a:lnTo>
                    <a:lnTo>
                      <a:pt x="2758655" y="1287306"/>
                    </a:lnTo>
                    <a:lnTo>
                      <a:pt x="2753348" y="1279463"/>
                    </a:lnTo>
                    <a:lnTo>
                      <a:pt x="2751989" y="1272751"/>
                    </a:lnTo>
                    <a:lnTo>
                      <a:pt x="2754350" y="1255243"/>
                    </a:lnTo>
                    <a:lnTo>
                      <a:pt x="2763549" y="1226539"/>
                    </a:lnTo>
                    <a:lnTo>
                      <a:pt x="2773683" y="1208695"/>
                    </a:lnTo>
                    <a:lnTo>
                      <a:pt x="2781414" y="1200236"/>
                    </a:lnTo>
                    <a:lnTo>
                      <a:pt x="2787770" y="1182995"/>
                    </a:lnTo>
                    <a:lnTo>
                      <a:pt x="2779739" y="1180423"/>
                    </a:lnTo>
                    <a:lnTo>
                      <a:pt x="2767497" y="1180702"/>
                    </a:lnTo>
                    <a:lnTo>
                      <a:pt x="2769802" y="1172745"/>
                    </a:lnTo>
                    <a:lnTo>
                      <a:pt x="2773373" y="1165734"/>
                    </a:lnTo>
                    <a:lnTo>
                      <a:pt x="2766991" y="1158749"/>
                    </a:lnTo>
                    <a:lnTo>
                      <a:pt x="2763213" y="1157860"/>
                    </a:lnTo>
                    <a:lnTo>
                      <a:pt x="2759322" y="1154996"/>
                    </a:lnTo>
                    <a:lnTo>
                      <a:pt x="2763885" y="1149179"/>
                    </a:lnTo>
                    <a:lnTo>
                      <a:pt x="2766112" y="1143032"/>
                    </a:lnTo>
                    <a:lnTo>
                      <a:pt x="2764753" y="1135551"/>
                    </a:lnTo>
                    <a:lnTo>
                      <a:pt x="2766665" y="1129918"/>
                    </a:lnTo>
                    <a:lnTo>
                      <a:pt x="2763477" y="1130769"/>
                    </a:lnTo>
                    <a:lnTo>
                      <a:pt x="2758350" y="1136732"/>
                    </a:lnTo>
                    <a:lnTo>
                      <a:pt x="2755162" y="1139113"/>
                    </a:lnTo>
                    <a:lnTo>
                      <a:pt x="2753219" y="1133836"/>
                    </a:lnTo>
                    <a:lnTo>
                      <a:pt x="2751002" y="1135030"/>
                    </a:lnTo>
                    <a:lnTo>
                      <a:pt x="2749560" y="1138656"/>
                    </a:lnTo>
                    <a:lnTo>
                      <a:pt x="2746289" y="1140650"/>
                    </a:lnTo>
                    <a:lnTo>
                      <a:pt x="2739380" y="1135691"/>
                    </a:lnTo>
                    <a:lnTo>
                      <a:pt x="2729308" y="1130013"/>
                    </a:lnTo>
                    <a:lnTo>
                      <a:pt x="2723701" y="1120246"/>
                    </a:lnTo>
                    <a:lnTo>
                      <a:pt x="2720502" y="1112677"/>
                    </a:lnTo>
                    <a:lnTo>
                      <a:pt x="2723752" y="1098979"/>
                    </a:lnTo>
                    <a:lnTo>
                      <a:pt x="2730713" y="1096547"/>
                    </a:lnTo>
                    <a:lnTo>
                      <a:pt x="2739757" y="1098769"/>
                    </a:lnTo>
                    <a:lnTo>
                      <a:pt x="2751612" y="1098750"/>
                    </a:lnTo>
                    <a:lnTo>
                      <a:pt x="2749917" y="1095708"/>
                    </a:lnTo>
                    <a:lnTo>
                      <a:pt x="2745684" y="1096210"/>
                    </a:lnTo>
                    <a:lnTo>
                      <a:pt x="2733189" y="1085097"/>
                    </a:lnTo>
                    <a:lnTo>
                      <a:pt x="2729168" y="1078385"/>
                    </a:lnTo>
                    <a:lnTo>
                      <a:pt x="2722254" y="1076543"/>
                    </a:lnTo>
                    <a:lnTo>
                      <a:pt x="2719101" y="1082995"/>
                    </a:lnTo>
                    <a:lnTo>
                      <a:pt x="2715603" y="1084710"/>
                    </a:lnTo>
                    <a:lnTo>
                      <a:pt x="2719923" y="1070593"/>
                    </a:lnTo>
                    <a:lnTo>
                      <a:pt x="2725571" y="1070015"/>
                    </a:lnTo>
                    <a:lnTo>
                      <a:pt x="2733912" y="1066103"/>
                    </a:lnTo>
                    <a:lnTo>
                      <a:pt x="2731488" y="1057930"/>
                    </a:lnTo>
                    <a:lnTo>
                      <a:pt x="2726223" y="1054355"/>
                    </a:lnTo>
                    <a:lnTo>
                      <a:pt x="2716714" y="1058838"/>
                    </a:lnTo>
                    <a:lnTo>
                      <a:pt x="2716828" y="1053091"/>
                    </a:lnTo>
                    <a:lnTo>
                      <a:pt x="2718610" y="1045731"/>
                    </a:lnTo>
                    <a:lnTo>
                      <a:pt x="2725778" y="1045756"/>
                    </a:lnTo>
                    <a:lnTo>
                      <a:pt x="2732057" y="1048157"/>
                    </a:lnTo>
                    <a:lnTo>
                      <a:pt x="2737400" y="1036269"/>
                    </a:lnTo>
                    <a:lnTo>
                      <a:pt x="2737638" y="1030960"/>
                    </a:lnTo>
                    <a:lnTo>
                      <a:pt x="2728760" y="1038676"/>
                    </a:lnTo>
                    <a:lnTo>
                      <a:pt x="2726765" y="1022031"/>
                    </a:lnTo>
                    <a:lnTo>
                      <a:pt x="2735504" y="1005977"/>
                    </a:lnTo>
                    <a:lnTo>
                      <a:pt x="2743839" y="998979"/>
                    </a:lnTo>
                    <a:lnTo>
                      <a:pt x="2754252" y="999183"/>
                    </a:lnTo>
                    <a:lnTo>
                      <a:pt x="2764836" y="998052"/>
                    </a:lnTo>
                    <a:lnTo>
                      <a:pt x="2758195" y="995112"/>
                    </a:lnTo>
                    <a:lnTo>
                      <a:pt x="2751379" y="993518"/>
                    </a:lnTo>
                    <a:lnTo>
                      <a:pt x="2756500" y="987174"/>
                    </a:lnTo>
                    <a:lnTo>
                      <a:pt x="2760867" y="986037"/>
                    </a:lnTo>
                    <a:lnTo>
                      <a:pt x="2765156" y="980506"/>
                    </a:lnTo>
                    <a:lnTo>
                      <a:pt x="2754841" y="981325"/>
                    </a:lnTo>
                    <a:lnTo>
                      <a:pt x="2756056" y="970860"/>
                    </a:lnTo>
                    <a:lnTo>
                      <a:pt x="2751043" y="972987"/>
                    </a:lnTo>
                    <a:lnTo>
                      <a:pt x="2745043" y="973971"/>
                    </a:lnTo>
                    <a:lnTo>
                      <a:pt x="2742708" y="978410"/>
                    </a:lnTo>
                    <a:lnTo>
                      <a:pt x="2743168" y="985783"/>
                    </a:lnTo>
                    <a:lnTo>
                      <a:pt x="2741416" y="990622"/>
                    </a:lnTo>
                    <a:lnTo>
                      <a:pt x="2736749" y="994509"/>
                    </a:lnTo>
                    <a:lnTo>
                      <a:pt x="2728868" y="997538"/>
                    </a:lnTo>
                    <a:lnTo>
                      <a:pt x="2728104" y="992286"/>
                    </a:lnTo>
                    <a:lnTo>
                      <a:pt x="2725499" y="989905"/>
                    </a:lnTo>
                    <a:lnTo>
                      <a:pt x="2724528" y="1001151"/>
                    </a:lnTo>
                    <a:lnTo>
                      <a:pt x="2722460" y="1004974"/>
                    </a:lnTo>
                    <a:lnTo>
                      <a:pt x="2716698" y="994420"/>
                    </a:lnTo>
                    <a:lnTo>
                      <a:pt x="2714967" y="996547"/>
                    </a:lnTo>
                    <a:lnTo>
                      <a:pt x="2715189" y="999545"/>
                    </a:lnTo>
                    <a:lnTo>
                      <a:pt x="2713717" y="1004726"/>
                    </a:lnTo>
                    <a:lnTo>
                      <a:pt x="2708776" y="1007425"/>
                    </a:lnTo>
                    <a:lnTo>
                      <a:pt x="2709081" y="1014068"/>
                    </a:lnTo>
                    <a:lnTo>
                      <a:pt x="2707164" y="1017688"/>
                    </a:lnTo>
                    <a:lnTo>
                      <a:pt x="2691340" y="1011921"/>
                    </a:lnTo>
                    <a:lnTo>
                      <a:pt x="2690968" y="1013877"/>
                    </a:lnTo>
                    <a:lnTo>
                      <a:pt x="2699919" y="1026311"/>
                    </a:lnTo>
                    <a:lnTo>
                      <a:pt x="2706456" y="1030560"/>
                    </a:lnTo>
                    <a:lnTo>
                      <a:pt x="2707252" y="1037342"/>
                    </a:lnTo>
                    <a:lnTo>
                      <a:pt x="2701640" y="1042968"/>
                    </a:lnTo>
                    <a:lnTo>
                      <a:pt x="2693898" y="1038110"/>
                    </a:lnTo>
                    <a:lnTo>
                      <a:pt x="2692596" y="1038466"/>
                    </a:lnTo>
                    <a:lnTo>
                      <a:pt x="2696803" y="1046798"/>
                    </a:lnTo>
                    <a:lnTo>
                      <a:pt x="2699454" y="1054075"/>
                    </a:lnTo>
                    <a:lnTo>
                      <a:pt x="2696725" y="1060172"/>
                    </a:lnTo>
                    <a:lnTo>
                      <a:pt x="2697149" y="1067678"/>
                    </a:lnTo>
                    <a:lnTo>
                      <a:pt x="2696560" y="1074485"/>
                    </a:lnTo>
                    <a:lnTo>
                      <a:pt x="2694891" y="1080423"/>
                    </a:lnTo>
                    <a:lnTo>
                      <a:pt x="2698653" y="1107793"/>
                    </a:lnTo>
                    <a:lnTo>
                      <a:pt x="2703185" y="1115236"/>
                    </a:lnTo>
                    <a:lnTo>
                      <a:pt x="2707639" y="1122355"/>
                    </a:lnTo>
                    <a:lnTo>
                      <a:pt x="2710001" y="1129016"/>
                    </a:lnTo>
                    <a:lnTo>
                      <a:pt x="2705273" y="1129988"/>
                    </a:lnTo>
                    <a:lnTo>
                      <a:pt x="2697743" y="1124507"/>
                    </a:lnTo>
                    <a:lnTo>
                      <a:pt x="2691129" y="1120329"/>
                    </a:lnTo>
                    <a:lnTo>
                      <a:pt x="2683248" y="1106968"/>
                    </a:lnTo>
                    <a:lnTo>
                      <a:pt x="2681945" y="1101633"/>
                    </a:lnTo>
                    <a:lnTo>
                      <a:pt x="2680023" y="1097417"/>
                    </a:lnTo>
                    <a:lnTo>
                      <a:pt x="2680953" y="1107101"/>
                    </a:lnTo>
                    <a:lnTo>
                      <a:pt x="2683765" y="1117916"/>
                    </a:lnTo>
                    <a:lnTo>
                      <a:pt x="2708446" y="1142117"/>
                    </a:lnTo>
                    <a:lnTo>
                      <a:pt x="2713003" y="1151401"/>
                    </a:lnTo>
                    <a:lnTo>
                      <a:pt x="2716476" y="1158698"/>
                    </a:lnTo>
                    <a:lnTo>
                      <a:pt x="2715603" y="1165690"/>
                    </a:lnTo>
                    <a:lnTo>
                      <a:pt x="2709169" y="1160743"/>
                    </a:lnTo>
                    <a:lnTo>
                      <a:pt x="2703619" y="1154437"/>
                    </a:lnTo>
                    <a:lnTo>
                      <a:pt x="2688886" y="1147312"/>
                    </a:lnTo>
                    <a:lnTo>
                      <a:pt x="2670308" y="1142809"/>
                    </a:lnTo>
                    <a:lnTo>
                      <a:pt x="2659833" y="1126247"/>
                    </a:lnTo>
                    <a:lnTo>
                      <a:pt x="2659869" y="1133157"/>
                    </a:lnTo>
                    <a:lnTo>
                      <a:pt x="2657543" y="1139018"/>
                    </a:lnTo>
                    <a:lnTo>
                      <a:pt x="2651141" y="1131874"/>
                    </a:lnTo>
                    <a:lnTo>
                      <a:pt x="2647105" y="1125778"/>
                    </a:lnTo>
                    <a:lnTo>
                      <a:pt x="2645751" y="1119097"/>
                    </a:lnTo>
                    <a:lnTo>
                      <a:pt x="2637756" y="1119554"/>
                    </a:lnTo>
                    <a:lnTo>
                      <a:pt x="2629374" y="1125358"/>
                    </a:lnTo>
                    <a:lnTo>
                      <a:pt x="2621266" y="1123980"/>
                    </a:lnTo>
                    <a:lnTo>
                      <a:pt x="2620305" y="1112651"/>
                    </a:lnTo>
                    <a:lnTo>
                      <a:pt x="2622496" y="1106650"/>
                    </a:lnTo>
                    <a:lnTo>
                      <a:pt x="2631596" y="1092457"/>
                    </a:lnTo>
                    <a:lnTo>
                      <a:pt x="2640170" y="1085211"/>
                    </a:lnTo>
                    <a:lnTo>
                      <a:pt x="2643952" y="1075857"/>
                    </a:lnTo>
                    <a:lnTo>
                      <a:pt x="2642660" y="1061353"/>
                    </a:lnTo>
                    <a:lnTo>
                      <a:pt x="2641048" y="1076111"/>
                    </a:lnTo>
                    <a:lnTo>
                      <a:pt x="2636149" y="1083427"/>
                    </a:lnTo>
                    <a:lnTo>
                      <a:pt x="2628449" y="1089015"/>
                    </a:lnTo>
                    <a:lnTo>
                      <a:pt x="2618315" y="1098973"/>
                    </a:lnTo>
                    <a:lnTo>
                      <a:pt x="2615840" y="1108181"/>
                    </a:lnTo>
                    <a:lnTo>
                      <a:pt x="2612677" y="1125422"/>
                    </a:lnTo>
                    <a:lnTo>
                      <a:pt x="2616956" y="1131258"/>
                    </a:lnTo>
                    <a:lnTo>
                      <a:pt x="2621328" y="1132782"/>
                    </a:lnTo>
                    <a:lnTo>
                      <a:pt x="2634242" y="1128870"/>
                    </a:lnTo>
                    <a:lnTo>
                      <a:pt x="2640924" y="1130617"/>
                    </a:lnTo>
                    <a:lnTo>
                      <a:pt x="2655786" y="1151376"/>
                    </a:lnTo>
                    <a:lnTo>
                      <a:pt x="2683460" y="1159587"/>
                    </a:lnTo>
                    <a:lnTo>
                      <a:pt x="2693552" y="1164718"/>
                    </a:lnTo>
                    <a:lnTo>
                      <a:pt x="2701779" y="1175552"/>
                    </a:lnTo>
                    <a:lnTo>
                      <a:pt x="2714146" y="1181788"/>
                    </a:lnTo>
                    <a:lnTo>
                      <a:pt x="2723742" y="1190850"/>
                    </a:lnTo>
                    <a:lnTo>
                      <a:pt x="2724000" y="1196762"/>
                    </a:lnTo>
                    <a:lnTo>
                      <a:pt x="2720678" y="1203754"/>
                    </a:lnTo>
                    <a:lnTo>
                      <a:pt x="2719365" y="1213216"/>
                    </a:lnTo>
                    <a:lnTo>
                      <a:pt x="2715288" y="1219185"/>
                    </a:lnTo>
                    <a:lnTo>
                      <a:pt x="2705500" y="1219871"/>
                    </a:lnTo>
                    <a:lnTo>
                      <a:pt x="2699588" y="1218334"/>
                    </a:lnTo>
                    <a:lnTo>
                      <a:pt x="2667807" y="1185071"/>
                    </a:lnTo>
                    <a:lnTo>
                      <a:pt x="2664013" y="1182010"/>
                    </a:lnTo>
                    <a:lnTo>
                      <a:pt x="2652226" y="1164591"/>
                    </a:lnTo>
                    <a:lnTo>
                      <a:pt x="2638397" y="1155262"/>
                    </a:lnTo>
                    <a:lnTo>
                      <a:pt x="2634118" y="1155459"/>
                    </a:lnTo>
                    <a:lnTo>
                      <a:pt x="2653802" y="1172713"/>
                    </a:lnTo>
                    <a:lnTo>
                      <a:pt x="2661838" y="1184779"/>
                    </a:lnTo>
                    <a:lnTo>
                      <a:pt x="2675992" y="1201696"/>
                    </a:lnTo>
                    <a:lnTo>
                      <a:pt x="2686111" y="1208860"/>
                    </a:lnTo>
                    <a:lnTo>
                      <a:pt x="2693557" y="1220036"/>
                    </a:lnTo>
                    <a:lnTo>
                      <a:pt x="2700477" y="1225275"/>
                    </a:lnTo>
                    <a:lnTo>
                      <a:pt x="2719370" y="1232737"/>
                    </a:lnTo>
                    <a:lnTo>
                      <a:pt x="2712802" y="1238097"/>
                    </a:lnTo>
                    <a:lnTo>
                      <a:pt x="2723287" y="1242663"/>
                    </a:lnTo>
                    <a:lnTo>
                      <a:pt x="2724786" y="1251058"/>
                    </a:lnTo>
                    <a:lnTo>
                      <a:pt x="2723825" y="1260628"/>
                    </a:lnTo>
                    <a:lnTo>
                      <a:pt x="2709272" y="1256843"/>
                    </a:lnTo>
                    <a:lnTo>
                      <a:pt x="2708797" y="1263892"/>
                    </a:lnTo>
                    <a:lnTo>
                      <a:pt x="2710099" y="1268052"/>
                    </a:lnTo>
                    <a:lnTo>
                      <a:pt x="2703671" y="1271487"/>
                    </a:lnTo>
                    <a:lnTo>
                      <a:pt x="2694730" y="1266826"/>
                    </a:lnTo>
                    <a:lnTo>
                      <a:pt x="2671517" y="1241329"/>
                    </a:lnTo>
                    <a:lnTo>
                      <a:pt x="2671713" y="1244739"/>
                    </a:lnTo>
                    <a:lnTo>
                      <a:pt x="2673594" y="1248696"/>
                    </a:lnTo>
                    <a:lnTo>
                      <a:pt x="2687056" y="1265111"/>
                    </a:lnTo>
                    <a:lnTo>
                      <a:pt x="2699071" y="1274955"/>
                    </a:lnTo>
                    <a:lnTo>
                      <a:pt x="2709257" y="1279400"/>
                    </a:lnTo>
                    <a:lnTo>
                      <a:pt x="2717107" y="1287649"/>
                    </a:lnTo>
                    <a:lnTo>
                      <a:pt x="2719877" y="1292640"/>
                    </a:lnTo>
                    <a:lnTo>
                      <a:pt x="2721727" y="1300210"/>
                    </a:lnTo>
                    <a:lnTo>
                      <a:pt x="2715908" y="1305354"/>
                    </a:lnTo>
                    <a:lnTo>
                      <a:pt x="2709283" y="1308193"/>
                    </a:lnTo>
                    <a:lnTo>
                      <a:pt x="2702813" y="1303061"/>
                    </a:lnTo>
                    <a:lnTo>
                      <a:pt x="2698069" y="1297657"/>
                    </a:lnTo>
                    <a:lnTo>
                      <a:pt x="2687966" y="1288481"/>
                    </a:lnTo>
                    <a:lnTo>
                      <a:pt x="2684938" y="1278225"/>
                    </a:lnTo>
                    <a:lnTo>
                      <a:pt x="2677253" y="1278752"/>
                    </a:lnTo>
                    <a:lnTo>
                      <a:pt x="2645136" y="1265747"/>
                    </a:lnTo>
                    <a:lnTo>
                      <a:pt x="2619323" y="1264248"/>
                    </a:lnTo>
                    <a:lnTo>
                      <a:pt x="2621845" y="1266864"/>
                    </a:lnTo>
                    <a:lnTo>
                      <a:pt x="2625111" y="1268604"/>
                    </a:lnTo>
                    <a:lnTo>
                      <a:pt x="2645668" y="1271811"/>
                    </a:lnTo>
                    <a:lnTo>
                      <a:pt x="2653792" y="1277800"/>
                    </a:lnTo>
                    <a:lnTo>
                      <a:pt x="2670700" y="1283115"/>
                    </a:lnTo>
                    <a:lnTo>
                      <a:pt x="2680602" y="1284569"/>
                    </a:lnTo>
                    <a:lnTo>
                      <a:pt x="2684617" y="1300896"/>
                    </a:lnTo>
                    <a:lnTo>
                      <a:pt x="2698301" y="1312130"/>
                    </a:lnTo>
                    <a:lnTo>
                      <a:pt x="2700079" y="1320455"/>
                    </a:lnTo>
                    <a:lnTo>
                      <a:pt x="2709422" y="1321389"/>
                    </a:lnTo>
                    <a:lnTo>
                      <a:pt x="2725861" y="1313222"/>
                    </a:lnTo>
                    <a:lnTo>
                      <a:pt x="2736470" y="1316086"/>
                    </a:lnTo>
                    <a:lnTo>
                      <a:pt x="2751772" y="1318423"/>
                    </a:lnTo>
                    <a:lnTo>
                      <a:pt x="2755270" y="1325015"/>
                    </a:lnTo>
                    <a:lnTo>
                      <a:pt x="2757896" y="1337557"/>
                    </a:lnTo>
                    <a:lnTo>
                      <a:pt x="2763306" y="1351667"/>
                    </a:lnTo>
                    <a:lnTo>
                      <a:pt x="2777337" y="1407303"/>
                    </a:lnTo>
                    <a:lnTo>
                      <a:pt x="2798416" y="1452810"/>
                    </a:lnTo>
                    <a:lnTo>
                      <a:pt x="2801010" y="1460646"/>
                    </a:lnTo>
                    <a:lnTo>
                      <a:pt x="2796111" y="1453769"/>
                    </a:lnTo>
                    <a:lnTo>
                      <a:pt x="2780473" y="1423630"/>
                    </a:lnTo>
                    <a:lnTo>
                      <a:pt x="2771843" y="1401867"/>
                    </a:lnTo>
                    <a:lnTo>
                      <a:pt x="2762975" y="1363441"/>
                    </a:lnTo>
                    <a:lnTo>
                      <a:pt x="2760402" y="1354836"/>
                    </a:lnTo>
                    <a:lnTo>
                      <a:pt x="2757374" y="1351401"/>
                    </a:lnTo>
                    <a:lnTo>
                      <a:pt x="2755379" y="1354195"/>
                    </a:lnTo>
                    <a:lnTo>
                      <a:pt x="2754521" y="1359091"/>
                    </a:lnTo>
                    <a:lnTo>
                      <a:pt x="2755968" y="1362850"/>
                    </a:lnTo>
                    <a:lnTo>
                      <a:pt x="2752475" y="1375500"/>
                    </a:lnTo>
                    <a:lnTo>
                      <a:pt x="2753989" y="1381305"/>
                    </a:lnTo>
                    <a:lnTo>
                      <a:pt x="2759663" y="1387306"/>
                    </a:lnTo>
                    <a:lnTo>
                      <a:pt x="2765828" y="1402280"/>
                    </a:lnTo>
                    <a:lnTo>
                      <a:pt x="2770753" y="1422442"/>
                    </a:lnTo>
                    <a:lnTo>
                      <a:pt x="2764092" y="1414269"/>
                    </a:lnTo>
                    <a:lnTo>
                      <a:pt x="2756981" y="1409938"/>
                    </a:lnTo>
                    <a:lnTo>
                      <a:pt x="2745917" y="1406617"/>
                    </a:lnTo>
                    <a:lnTo>
                      <a:pt x="2736062" y="1400794"/>
                    </a:lnTo>
                    <a:lnTo>
                      <a:pt x="2736780" y="1409145"/>
                    </a:lnTo>
                    <a:lnTo>
                      <a:pt x="2735835" y="1418162"/>
                    </a:lnTo>
                    <a:lnTo>
                      <a:pt x="2728238" y="1415412"/>
                    </a:lnTo>
                    <a:lnTo>
                      <a:pt x="2723070" y="1412421"/>
                    </a:lnTo>
                    <a:lnTo>
                      <a:pt x="2727644" y="1422030"/>
                    </a:lnTo>
                    <a:lnTo>
                      <a:pt x="2717716" y="1419147"/>
                    </a:lnTo>
                    <a:lnTo>
                      <a:pt x="2711102" y="1419750"/>
                    </a:lnTo>
                    <a:lnTo>
                      <a:pt x="2706802" y="1428278"/>
                    </a:lnTo>
                    <a:lnTo>
                      <a:pt x="2701035" y="1433454"/>
                    </a:lnTo>
                    <a:lnTo>
                      <a:pt x="2692508" y="1435124"/>
                    </a:lnTo>
                    <a:lnTo>
                      <a:pt x="2679858" y="1427326"/>
                    </a:lnTo>
                    <a:lnTo>
                      <a:pt x="2675760" y="1417857"/>
                    </a:lnTo>
                    <a:lnTo>
                      <a:pt x="2674065" y="1407316"/>
                    </a:lnTo>
                    <a:lnTo>
                      <a:pt x="2673388" y="1419782"/>
                    </a:lnTo>
                    <a:lnTo>
                      <a:pt x="2675641" y="1432762"/>
                    </a:lnTo>
                    <a:lnTo>
                      <a:pt x="2674850" y="1442630"/>
                    </a:lnTo>
                    <a:lnTo>
                      <a:pt x="2687031" y="1444446"/>
                    </a:lnTo>
                    <a:lnTo>
                      <a:pt x="2698420" y="1442833"/>
                    </a:lnTo>
                    <a:lnTo>
                      <a:pt x="2713789" y="1443246"/>
                    </a:lnTo>
                    <a:lnTo>
                      <a:pt x="2723814" y="1441398"/>
                    </a:lnTo>
                    <a:lnTo>
                      <a:pt x="2729850" y="1438261"/>
                    </a:lnTo>
                    <a:lnTo>
                      <a:pt x="2744325" y="1440979"/>
                    </a:lnTo>
                    <a:lnTo>
                      <a:pt x="2745353" y="1452899"/>
                    </a:lnTo>
                    <a:lnTo>
                      <a:pt x="2743700" y="1464749"/>
                    </a:lnTo>
                    <a:lnTo>
                      <a:pt x="2742863" y="1477367"/>
                    </a:lnTo>
                    <a:lnTo>
                      <a:pt x="2746873" y="1477284"/>
                    </a:lnTo>
                    <a:lnTo>
                      <a:pt x="2751586" y="1473252"/>
                    </a:lnTo>
                    <a:lnTo>
                      <a:pt x="2753942" y="1450651"/>
                    </a:lnTo>
                    <a:lnTo>
                      <a:pt x="2767172" y="1442300"/>
                    </a:lnTo>
                    <a:lnTo>
                      <a:pt x="2771605" y="1442872"/>
                    </a:lnTo>
                    <a:lnTo>
                      <a:pt x="2775817" y="1450136"/>
                    </a:lnTo>
                    <a:lnTo>
                      <a:pt x="2777233" y="1457503"/>
                    </a:lnTo>
                    <a:lnTo>
                      <a:pt x="2778727" y="1467619"/>
                    </a:lnTo>
                    <a:lnTo>
                      <a:pt x="2775636" y="1483031"/>
                    </a:lnTo>
                    <a:lnTo>
                      <a:pt x="2755312" y="1501054"/>
                    </a:lnTo>
                    <a:lnTo>
                      <a:pt x="2740754" y="1517717"/>
                    </a:lnTo>
                    <a:lnTo>
                      <a:pt x="2733313" y="1521115"/>
                    </a:lnTo>
                    <a:lnTo>
                      <a:pt x="2722579" y="1519178"/>
                    </a:lnTo>
                    <a:lnTo>
                      <a:pt x="2710409" y="1514987"/>
                    </a:lnTo>
                    <a:lnTo>
                      <a:pt x="2704441" y="1514142"/>
                    </a:lnTo>
                    <a:lnTo>
                      <a:pt x="2699903" y="1515539"/>
                    </a:lnTo>
                    <a:lnTo>
                      <a:pt x="2697139" y="1510408"/>
                    </a:lnTo>
                    <a:lnTo>
                      <a:pt x="2695356" y="1501047"/>
                    </a:lnTo>
                    <a:lnTo>
                      <a:pt x="2690622" y="1497942"/>
                    </a:lnTo>
                    <a:lnTo>
                      <a:pt x="2687041" y="1498285"/>
                    </a:lnTo>
                    <a:lnTo>
                      <a:pt x="2684597" y="1508230"/>
                    </a:lnTo>
                    <a:lnTo>
                      <a:pt x="2673243" y="1511056"/>
                    </a:lnTo>
                    <a:lnTo>
                      <a:pt x="2657807" y="1506947"/>
                    </a:lnTo>
                    <a:lnTo>
                      <a:pt x="2641642" y="1498584"/>
                    </a:lnTo>
                    <a:lnTo>
                      <a:pt x="2648577" y="1507557"/>
                    </a:lnTo>
                    <a:lnTo>
                      <a:pt x="2688689" y="1524296"/>
                    </a:lnTo>
                    <a:lnTo>
                      <a:pt x="2693206" y="1527427"/>
                    </a:lnTo>
                    <a:lnTo>
                      <a:pt x="2697423" y="1532006"/>
                    </a:lnTo>
                    <a:lnTo>
                      <a:pt x="2691811" y="1539188"/>
                    </a:lnTo>
                    <a:lnTo>
                      <a:pt x="2687413" y="1547278"/>
                    </a:lnTo>
                    <a:lnTo>
                      <a:pt x="2686793" y="1553629"/>
                    </a:lnTo>
                    <a:lnTo>
                      <a:pt x="2685242" y="1557636"/>
                    </a:lnTo>
                    <a:lnTo>
                      <a:pt x="2669248" y="1568431"/>
                    </a:lnTo>
                    <a:lnTo>
                      <a:pt x="2660582" y="1566526"/>
                    </a:lnTo>
                    <a:lnTo>
                      <a:pt x="2638438" y="1547062"/>
                    </a:lnTo>
                    <a:lnTo>
                      <a:pt x="2648526" y="1563897"/>
                    </a:lnTo>
                    <a:lnTo>
                      <a:pt x="2656603" y="1571041"/>
                    </a:lnTo>
                    <a:lnTo>
                      <a:pt x="2672866" y="1574852"/>
                    </a:lnTo>
                    <a:lnTo>
                      <a:pt x="2703371" y="1568558"/>
                    </a:lnTo>
                    <a:lnTo>
                      <a:pt x="2713376" y="1575430"/>
                    </a:lnTo>
                    <a:lnTo>
                      <a:pt x="2705164" y="1587603"/>
                    </a:lnTo>
                    <a:lnTo>
                      <a:pt x="2697004" y="1596145"/>
                    </a:lnTo>
                    <a:lnTo>
                      <a:pt x="2686302" y="1597097"/>
                    </a:lnTo>
                    <a:lnTo>
                      <a:pt x="2676876" y="1599409"/>
                    </a:lnTo>
                    <a:lnTo>
                      <a:pt x="2674111" y="1605283"/>
                    </a:lnTo>
                    <a:lnTo>
                      <a:pt x="2667393" y="1605651"/>
                    </a:lnTo>
                    <a:lnTo>
                      <a:pt x="2656892" y="1606000"/>
                    </a:lnTo>
                    <a:lnTo>
                      <a:pt x="2640635" y="1606534"/>
                    </a:lnTo>
                    <a:lnTo>
                      <a:pt x="2631705" y="1605162"/>
                    </a:lnTo>
                    <a:lnTo>
                      <a:pt x="2619230" y="1617164"/>
                    </a:lnTo>
                    <a:lnTo>
                      <a:pt x="2614522" y="1618815"/>
                    </a:lnTo>
                    <a:lnTo>
                      <a:pt x="2607944" y="1616561"/>
                    </a:lnTo>
                    <a:lnTo>
                      <a:pt x="2605184" y="1606921"/>
                    </a:lnTo>
                    <a:lnTo>
                      <a:pt x="2602244" y="1602184"/>
                    </a:lnTo>
                    <a:lnTo>
                      <a:pt x="2602171" y="1620219"/>
                    </a:lnTo>
                    <a:lnTo>
                      <a:pt x="2603324" y="1625077"/>
                    </a:lnTo>
                    <a:lnTo>
                      <a:pt x="2605680" y="1628741"/>
                    </a:lnTo>
                    <a:lnTo>
                      <a:pt x="2591087" y="1638527"/>
                    </a:lnTo>
                    <a:lnTo>
                      <a:pt x="2577118" y="1650733"/>
                    </a:lnTo>
                    <a:lnTo>
                      <a:pt x="2572111" y="1654054"/>
                    </a:lnTo>
                    <a:lnTo>
                      <a:pt x="2566421" y="1660169"/>
                    </a:lnTo>
                    <a:lnTo>
                      <a:pt x="2554768" y="1677830"/>
                    </a:lnTo>
                    <a:lnTo>
                      <a:pt x="2551889" y="1690708"/>
                    </a:lnTo>
                    <a:lnTo>
                      <a:pt x="2547678" y="1705066"/>
                    </a:lnTo>
                    <a:lnTo>
                      <a:pt x="2547145" y="1698602"/>
                    </a:lnTo>
                    <a:lnTo>
                      <a:pt x="2547869" y="1687717"/>
                    </a:lnTo>
                    <a:lnTo>
                      <a:pt x="2544985" y="1675251"/>
                    </a:lnTo>
                    <a:lnTo>
                      <a:pt x="2543156" y="1698087"/>
                    </a:lnTo>
                    <a:lnTo>
                      <a:pt x="2538629" y="1708699"/>
                    </a:lnTo>
                    <a:lnTo>
                      <a:pt x="2497086" y="1707950"/>
                    </a:lnTo>
                    <a:lnTo>
                      <a:pt x="2478900" y="1713716"/>
                    </a:lnTo>
                    <a:lnTo>
                      <a:pt x="2450984" y="1733116"/>
                    </a:lnTo>
                    <a:lnTo>
                      <a:pt x="2442638" y="1741619"/>
                    </a:lnTo>
                    <a:lnTo>
                      <a:pt x="2419580" y="1774495"/>
                    </a:lnTo>
                    <a:lnTo>
                      <a:pt x="2413694" y="1795534"/>
                    </a:lnTo>
                    <a:lnTo>
                      <a:pt x="2408976" y="1786688"/>
                    </a:lnTo>
                    <a:lnTo>
                      <a:pt x="2410144" y="1780052"/>
                    </a:lnTo>
                    <a:lnTo>
                      <a:pt x="2410237" y="1774629"/>
                    </a:lnTo>
                    <a:lnTo>
                      <a:pt x="2404428" y="1786263"/>
                    </a:lnTo>
                    <a:lnTo>
                      <a:pt x="2409942" y="1803205"/>
                    </a:lnTo>
                    <a:lnTo>
                      <a:pt x="2404992" y="1809676"/>
                    </a:lnTo>
                    <a:lnTo>
                      <a:pt x="2389762" y="1821755"/>
                    </a:lnTo>
                    <a:lnTo>
                      <a:pt x="2381427" y="1823736"/>
                    </a:lnTo>
                    <a:lnTo>
                      <a:pt x="2372068" y="1827172"/>
                    </a:lnTo>
                    <a:lnTo>
                      <a:pt x="2369122" y="1839085"/>
                    </a:lnTo>
                    <a:lnTo>
                      <a:pt x="2356415" y="1850071"/>
                    </a:lnTo>
                    <a:lnTo>
                      <a:pt x="2349010" y="1854936"/>
                    </a:lnTo>
                    <a:lnTo>
                      <a:pt x="2335449" y="1851989"/>
                    </a:lnTo>
                    <a:lnTo>
                      <a:pt x="2339625" y="1862569"/>
                    </a:lnTo>
                    <a:lnTo>
                      <a:pt x="2334643" y="1870577"/>
                    </a:lnTo>
                    <a:lnTo>
                      <a:pt x="2326065" y="1876718"/>
                    </a:lnTo>
                    <a:lnTo>
                      <a:pt x="2315399" y="1880725"/>
                    </a:lnTo>
                    <a:lnTo>
                      <a:pt x="2309285" y="1880236"/>
                    </a:lnTo>
                    <a:lnTo>
                      <a:pt x="2304061" y="1882363"/>
                    </a:lnTo>
                    <a:lnTo>
                      <a:pt x="2299968" y="1887456"/>
                    </a:lnTo>
                    <a:lnTo>
                      <a:pt x="2289968" y="1892219"/>
                    </a:lnTo>
                    <a:lnTo>
                      <a:pt x="2279581" y="1889539"/>
                    </a:lnTo>
                    <a:lnTo>
                      <a:pt x="2267809" y="1887932"/>
                    </a:lnTo>
                    <a:lnTo>
                      <a:pt x="2261251" y="1890790"/>
                    </a:lnTo>
                    <a:lnTo>
                      <a:pt x="2272274" y="1895515"/>
                    </a:lnTo>
                    <a:lnTo>
                      <a:pt x="2278176" y="1902360"/>
                    </a:lnTo>
                    <a:lnTo>
                      <a:pt x="2276961" y="1911588"/>
                    </a:lnTo>
                    <a:lnTo>
                      <a:pt x="2274010" y="1915150"/>
                    </a:lnTo>
                    <a:lnTo>
                      <a:pt x="2267055" y="1919976"/>
                    </a:lnTo>
                    <a:lnTo>
                      <a:pt x="2264001" y="1919259"/>
                    </a:lnTo>
                    <a:lnTo>
                      <a:pt x="2262135" y="1914909"/>
                    </a:lnTo>
                    <a:lnTo>
                      <a:pt x="2259872" y="1905847"/>
                    </a:lnTo>
                    <a:lnTo>
                      <a:pt x="2256637" y="1907777"/>
                    </a:lnTo>
                    <a:lnTo>
                      <a:pt x="2256078" y="1912000"/>
                    </a:lnTo>
                    <a:lnTo>
                      <a:pt x="2253298" y="1913505"/>
                    </a:lnTo>
                    <a:lnTo>
                      <a:pt x="2243433" y="1899071"/>
                    </a:lnTo>
                    <a:lnTo>
                      <a:pt x="2243924" y="1910082"/>
                    </a:lnTo>
                    <a:lnTo>
                      <a:pt x="2247371" y="1918541"/>
                    </a:lnTo>
                    <a:lnTo>
                      <a:pt x="2250704" y="1922834"/>
                    </a:lnTo>
                    <a:lnTo>
                      <a:pt x="2254068" y="1925361"/>
                    </a:lnTo>
                    <a:lnTo>
                      <a:pt x="2254895" y="1929286"/>
                    </a:lnTo>
                    <a:lnTo>
                      <a:pt x="2248146" y="1938850"/>
                    </a:lnTo>
                    <a:lnTo>
                      <a:pt x="2244673" y="1940977"/>
                    </a:lnTo>
                    <a:lnTo>
                      <a:pt x="2238493" y="1942527"/>
                    </a:lnTo>
                    <a:lnTo>
                      <a:pt x="2235015" y="1948420"/>
                    </a:lnTo>
                    <a:lnTo>
                      <a:pt x="2236043" y="1953494"/>
                    </a:lnTo>
                    <a:lnTo>
                      <a:pt x="2230638" y="1964505"/>
                    </a:lnTo>
                    <a:lnTo>
                      <a:pt x="2217713" y="1971383"/>
                    </a:lnTo>
                    <a:lnTo>
                      <a:pt x="2213765" y="1971116"/>
                    </a:lnTo>
                    <a:lnTo>
                      <a:pt x="2210546" y="1973129"/>
                    </a:lnTo>
                    <a:lnTo>
                      <a:pt x="2212427" y="1978032"/>
                    </a:lnTo>
                    <a:lnTo>
                      <a:pt x="2215651" y="1981601"/>
                    </a:lnTo>
                    <a:lnTo>
                      <a:pt x="2215538" y="1984915"/>
                    </a:lnTo>
                    <a:lnTo>
                      <a:pt x="2212122" y="1989418"/>
                    </a:lnTo>
                    <a:lnTo>
                      <a:pt x="2205378" y="1990675"/>
                    </a:lnTo>
                    <a:lnTo>
                      <a:pt x="2201590" y="1995813"/>
                    </a:lnTo>
                    <a:lnTo>
                      <a:pt x="2202789" y="2000658"/>
                    </a:lnTo>
                    <a:lnTo>
                      <a:pt x="2205016" y="2003363"/>
                    </a:lnTo>
                    <a:lnTo>
                      <a:pt x="2204551" y="2008025"/>
                    </a:lnTo>
                    <a:lnTo>
                      <a:pt x="2196882" y="2012705"/>
                    </a:lnTo>
                    <a:lnTo>
                      <a:pt x="2195084" y="2017309"/>
                    </a:lnTo>
                    <a:lnTo>
                      <a:pt x="2198892" y="2018668"/>
                    </a:lnTo>
                    <a:lnTo>
                      <a:pt x="2201822" y="2017309"/>
                    </a:lnTo>
                    <a:lnTo>
                      <a:pt x="2203967" y="2018299"/>
                    </a:lnTo>
                    <a:lnTo>
                      <a:pt x="2199368" y="2025996"/>
                    </a:lnTo>
                    <a:lnTo>
                      <a:pt x="2195239" y="2030689"/>
                    </a:lnTo>
                    <a:lnTo>
                      <a:pt x="2191316" y="2039122"/>
                    </a:lnTo>
                    <a:lnTo>
                      <a:pt x="2182216" y="2041453"/>
                    </a:lnTo>
                    <a:lnTo>
                      <a:pt x="2182557" y="2044177"/>
                    </a:lnTo>
                    <a:lnTo>
                      <a:pt x="2187699" y="2046590"/>
                    </a:lnTo>
                    <a:lnTo>
                      <a:pt x="2192004" y="2053074"/>
                    </a:lnTo>
                    <a:lnTo>
                      <a:pt x="2183916" y="2065045"/>
                    </a:lnTo>
                    <a:lnTo>
                      <a:pt x="2178867" y="2064060"/>
                    </a:lnTo>
                    <a:lnTo>
                      <a:pt x="2175782" y="2061425"/>
                    </a:lnTo>
                    <a:lnTo>
                      <a:pt x="2173813" y="2070874"/>
                    </a:lnTo>
                    <a:lnTo>
                      <a:pt x="2174568" y="2075917"/>
                    </a:lnTo>
                    <a:lnTo>
                      <a:pt x="2172645" y="2086223"/>
                    </a:lnTo>
                    <a:lnTo>
                      <a:pt x="2169555" y="2098613"/>
                    </a:lnTo>
                    <a:lnTo>
                      <a:pt x="2167457" y="2103699"/>
                    </a:lnTo>
                    <a:lnTo>
                      <a:pt x="2167902" y="2113174"/>
                    </a:lnTo>
                    <a:lnTo>
                      <a:pt x="2169199" y="2122325"/>
                    </a:lnTo>
                    <a:lnTo>
                      <a:pt x="2174149" y="2134118"/>
                    </a:lnTo>
                    <a:lnTo>
                      <a:pt x="2181710" y="2182343"/>
                    </a:lnTo>
                    <a:lnTo>
                      <a:pt x="2186857" y="2199089"/>
                    </a:lnTo>
                    <a:lnTo>
                      <a:pt x="2196128" y="2244272"/>
                    </a:lnTo>
                    <a:lnTo>
                      <a:pt x="2211471" y="2288077"/>
                    </a:lnTo>
                    <a:lnTo>
                      <a:pt x="2233118" y="2341026"/>
                    </a:lnTo>
                    <a:lnTo>
                      <a:pt x="2268646" y="2405203"/>
                    </a:lnTo>
                    <a:lnTo>
                      <a:pt x="2272899" y="2414348"/>
                    </a:lnTo>
                    <a:lnTo>
                      <a:pt x="2268274" y="2422102"/>
                    </a:lnTo>
                    <a:lnTo>
                      <a:pt x="2266863" y="2430135"/>
                    </a:lnTo>
                    <a:lnTo>
                      <a:pt x="2266460" y="2442245"/>
                    </a:lnTo>
                    <a:lnTo>
                      <a:pt x="2267742" y="2454044"/>
                    </a:lnTo>
                    <a:lnTo>
                      <a:pt x="2271943" y="2468453"/>
                    </a:lnTo>
                    <a:lnTo>
                      <a:pt x="2280015" y="2490483"/>
                    </a:lnTo>
                    <a:lnTo>
                      <a:pt x="2275499" y="2486088"/>
                    </a:lnTo>
                    <a:lnTo>
                      <a:pt x="2263809" y="2454470"/>
                    </a:lnTo>
                    <a:lnTo>
                      <a:pt x="2262450" y="2435901"/>
                    </a:lnTo>
                    <a:lnTo>
                      <a:pt x="2264135" y="2409560"/>
                    </a:lnTo>
                    <a:lnTo>
                      <a:pt x="2261391" y="2410195"/>
                    </a:lnTo>
                    <a:lnTo>
                      <a:pt x="2259164" y="2418755"/>
                    </a:lnTo>
                    <a:lnTo>
                      <a:pt x="2257939" y="2428808"/>
                    </a:lnTo>
                    <a:lnTo>
                      <a:pt x="2254973" y="2432700"/>
                    </a:lnTo>
                    <a:lnTo>
                      <a:pt x="2250926" y="2417364"/>
                    </a:lnTo>
                    <a:lnTo>
                      <a:pt x="2251210" y="2410430"/>
                    </a:lnTo>
                    <a:lnTo>
                      <a:pt x="2255505" y="2402327"/>
                    </a:lnTo>
                    <a:lnTo>
                      <a:pt x="2254259" y="2399412"/>
                    </a:lnTo>
                    <a:lnTo>
                      <a:pt x="2247309" y="2395265"/>
                    </a:lnTo>
                    <a:lnTo>
                      <a:pt x="2245831" y="2388743"/>
                    </a:lnTo>
                    <a:lnTo>
                      <a:pt x="2246771" y="2382304"/>
                    </a:lnTo>
                    <a:lnTo>
                      <a:pt x="2242782" y="2378862"/>
                    </a:lnTo>
                    <a:lnTo>
                      <a:pt x="2239661" y="2379027"/>
                    </a:lnTo>
                    <a:lnTo>
                      <a:pt x="2241753" y="2394903"/>
                    </a:lnTo>
                    <a:lnTo>
                      <a:pt x="2245056" y="2404651"/>
                    </a:lnTo>
                    <a:lnTo>
                      <a:pt x="2249138" y="2428014"/>
                    </a:lnTo>
                    <a:lnTo>
                      <a:pt x="2255727" y="2442169"/>
                    </a:lnTo>
                    <a:lnTo>
                      <a:pt x="2259567" y="2454038"/>
                    </a:lnTo>
                    <a:lnTo>
                      <a:pt x="2304438" y="2580696"/>
                    </a:lnTo>
                    <a:lnTo>
                      <a:pt x="2315058" y="2596826"/>
                    </a:lnTo>
                    <a:lnTo>
                      <a:pt x="2318985" y="2608409"/>
                    </a:lnTo>
                    <a:lnTo>
                      <a:pt x="2323073" y="2632630"/>
                    </a:lnTo>
                    <a:lnTo>
                      <a:pt x="2323998" y="2663728"/>
                    </a:lnTo>
                    <a:lnTo>
                      <a:pt x="2316665" y="2720564"/>
                    </a:lnTo>
                    <a:lnTo>
                      <a:pt x="2314996" y="2759333"/>
                    </a:lnTo>
                    <a:lnTo>
                      <a:pt x="2313947" y="2758145"/>
                    </a:lnTo>
                    <a:lnTo>
                      <a:pt x="2313244" y="2754062"/>
                    </a:lnTo>
                    <a:lnTo>
                      <a:pt x="2311549" y="2753503"/>
                    </a:lnTo>
                    <a:lnTo>
                      <a:pt x="2305182" y="2771265"/>
                    </a:lnTo>
                    <a:lnTo>
                      <a:pt x="2296531" y="2787287"/>
                    </a:lnTo>
                    <a:lnTo>
                      <a:pt x="2293684" y="2812187"/>
                    </a:lnTo>
                    <a:lnTo>
                      <a:pt x="2289534" y="2824653"/>
                    </a:lnTo>
                    <a:lnTo>
                      <a:pt x="2277075" y="2837843"/>
                    </a:lnTo>
                    <a:lnTo>
                      <a:pt x="2269354" y="2837506"/>
                    </a:lnTo>
                    <a:lnTo>
                      <a:pt x="2250420" y="2847400"/>
                    </a:lnTo>
                    <a:lnTo>
                      <a:pt x="2237118" y="2844822"/>
                    </a:lnTo>
                    <a:lnTo>
                      <a:pt x="2221269" y="2850404"/>
                    </a:lnTo>
                    <a:lnTo>
                      <a:pt x="2210840" y="2849781"/>
                    </a:lnTo>
                    <a:lnTo>
                      <a:pt x="2204820" y="2838014"/>
                    </a:lnTo>
                    <a:lnTo>
                      <a:pt x="2205740" y="2832750"/>
                    </a:lnTo>
                    <a:lnTo>
                      <a:pt x="2208137" y="2827460"/>
                    </a:lnTo>
                    <a:lnTo>
                      <a:pt x="2212199" y="2826228"/>
                    </a:lnTo>
                    <a:lnTo>
                      <a:pt x="2226199" y="2838560"/>
                    </a:lnTo>
                    <a:lnTo>
                      <a:pt x="2228839" y="2833372"/>
                    </a:lnTo>
                    <a:lnTo>
                      <a:pt x="2224612" y="2827199"/>
                    </a:lnTo>
                    <a:lnTo>
                      <a:pt x="2216519" y="2823757"/>
                    </a:lnTo>
                    <a:lnTo>
                      <a:pt x="2210540" y="2819973"/>
                    </a:lnTo>
                    <a:lnTo>
                      <a:pt x="2198494" y="2791859"/>
                    </a:lnTo>
                    <a:lnTo>
                      <a:pt x="2186014" y="2772554"/>
                    </a:lnTo>
                    <a:lnTo>
                      <a:pt x="2183911" y="2759650"/>
                    </a:lnTo>
                    <a:lnTo>
                      <a:pt x="2162393" y="2751782"/>
                    </a:lnTo>
                    <a:lnTo>
                      <a:pt x="2146812" y="2739869"/>
                    </a:lnTo>
                    <a:lnTo>
                      <a:pt x="2136652" y="2718678"/>
                    </a:lnTo>
                    <a:lnTo>
                      <a:pt x="2130823" y="2681102"/>
                    </a:lnTo>
                    <a:lnTo>
                      <a:pt x="2123950" y="2676879"/>
                    </a:lnTo>
                    <a:lnTo>
                      <a:pt x="2121046" y="2673958"/>
                    </a:lnTo>
                    <a:lnTo>
                      <a:pt x="2127759" y="2660013"/>
                    </a:lnTo>
                    <a:lnTo>
                      <a:pt x="2134833" y="2648322"/>
                    </a:lnTo>
                    <a:lnTo>
                      <a:pt x="2129237" y="2651230"/>
                    </a:lnTo>
                    <a:lnTo>
                      <a:pt x="2125108" y="2655555"/>
                    </a:lnTo>
                    <a:lnTo>
                      <a:pt x="2119857" y="2665880"/>
                    </a:lnTo>
                    <a:lnTo>
                      <a:pt x="2116023" y="2667468"/>
                    </a:lnTo>
                    <a:lnTo>
                      <a:pt x="2112509" y="2665880"/>
                    </a:lnTo>
                    <a:lnTo>
                      <a:pt x="2108457" y="2646074"/>
                    </a:lnTo>
                    <a:lnTo>
                      <a:pt x="2109615" y="2621726"/>
                    </a:lnTo>
                    <a:lnTo>
                      <a:pt x="2115294" y="2612620"/>
                    </a:lnTo>
                    <a:lnTo>
                      <a:pt x="2106571" y="2612378"/>
                    </a:lnTo>
                    <a:lnTo>
                      <a:pt x="2097533" y="2615846"/>
                    </a:lnTo>
                    <a:lnTo>
                      <a:pt x="2098856" y="2623962"/>
                    </a:lnTo>
                    <a:lnTo>
                      <a:pt x="2097579" y="2628420"/>
                    </a:lnTo>
                    <a:lnTo>
                      <a:pt x="2090995" y="2627276"/>
                    </a:lnTo>
                    <a:lnTo>
                      <a:pt x="2086003" y="2624425"/>
                    </a:lnTo>
                    <a:lnTo>
                      <a:pt x="2079229" y="2615979"/>
                    </a:lnTo>
                    <a:lnTo>
                      <a:pt x="2069989" y="2599862"/>
                    </a:lnTo>
                    <a:lnTo>
                      <a:pt x="2051033" y="2555460"/>
                    </a:lnTo>
                    <a:lnTo>
                      <a:pt x="2047338" y="2549198"/>
                    </a:lnTo>
                    <a:lnTo>
                      <a:pt x="2041070" y="2542645"/>
                    </a:lnTo>
                    <a:lnTo>
                      <a:pt x="2044021" y="2540606"/>
                    </a:lnTo>
                    <a:lnTo>
                      <a:pt x="2049406" y="2539400"/>
                    </a:lnTo>
                    <a:lnTo>
                      <a:pt x="2061576" y="2519409"/>
                    </a:lnTo>
                    <a:lnTo>
                      <a:pt x="2071136" y="2507330"/>
                    </a:lnTo>
                    <a:lnTo>
                      <a:pt x="2074309" y="2498973"/>
                    </a:lnTo>
                    <a:lnTo>
                      <a:pt x="2073756" y="2495398"/>
                    </a:lnTo>
                    <a:lnTo>
                      <a:pt x="2069529" y="2490203"/>
                    </a:lnTo>
                    <a:lnTo>
                      <a:pt x="2063979" y="2494744"/>
                    </a:lnTo>
                    <a:lnTo>
                      <a:pt x="2061601" y="2493448"/>
                    </a:lnTo>
                    <a:lnTo>
                      <a:pt x="2055359" y="2482970"/>
                    </a:lnTo>
                    <a:lnTo>
                      <a:pt x="2049395" y="2480011"/>
                    </a:lnTo>
                    <a:lnTo>
                      <a:pt x="2045240" y="2482278"/>
                    </a:lnTo>
                    <a:lnTo>
                      <a:pt x="2049623" y="2490864"/>
                    </a:lnTo>
                    <a:lnTo>
                      <a:pt x="2053560" y="2494052"/>
                    </a:lnTo>
                    <a:lnTo>
                      <a:pt x="2052036" y="2506536"/>
                    </a:lnTo>
                    <a:lnTo>
                      <a:pt x="2050444" y="2510601"/>
                    </a:lnTo>
                    <a:lnTo>
                      <a:pt x="2046755" y="2514189"/>
                    </a:lnTo>
                    <a:lnTo>
                      <a:pt x="2040993" y="2512277"/>
                    </a:lnTo>
                    <a:lnTo>
                      <a:pt x="2038078" y="2515364"/>
                    </a:lnTo>
                    <a:lnTo>
                      <a:pt x="2034647" y="2512112"/>
                    </a:lnTo>
                    <a:lnTo>
                      <a:pt x="2031231" y="2506625"/>
                    </a:lnTo>
                    <a:lnTo>
                      <a:pt x="2027427" y="2497595"/>
                    </a:lnTo>
                    <a:lnTo>
                      <a:pt x="2037478" y="2446767"/>
                    </a:lnTo>
                    <a:lnTo>
                      <a:pt x="2046780" y="2414380"/>
                    </a:lnTo>
                    <a:lnTo>
                      <a:pt x="2047845" y="2377433"/>
                    </a:lnTo>
                    <a:lnTo>
                      <a:pt x="2048537" y="2371959"/>
                    </a:lnTo>
                    <a:lnTo>
                      <a:pt x="2047752" y="2362141"/>
                    </a:lnTo>
                    <a:lnTo>
                      <a:pt x="2035277" y="2340804"/>
                    </a:lnTo>
                    <a:lnTo>
                      <a:pt x="1980122" y="2288737"/>
                    </a:lnTo>
                    <a:lnTo>
                      <a:pt x="1937374" y="2227081"/>
                    </a:lnTo>
                    <a:lnTo>
                      <a:pt x="1900348" y="2203953"/>
                    </a:lnTo>
                    <a:lnTo>
                      <a:pt x="1872256" y="2209033"/>
                    </a:lnTo>
                    <a:lnTo>
                      <a:pt x="1867393" y="2213682"/>
                    </a:lnTo>
                    <a:lnTo>
                      <a:pt x="1865305" y="2219759"/>
                    </a:lnTo>
                    <a:lnTo>
                      <a:pt x="1867068" y="2226637"/>
                    </a:lnTo>
                    <a:lnTo>
                      <a:pt x="1864515" y="2229501"/>
                    </a:lnTo>
                    <a:lnTo>
                      <a:pt x="1856975" y="2229139"/>
                    </a:lnTo>
                    <a:lnTo>
                      <a:pt x="1846820" y="2230739"/>
                    </a:lnTo>
                    <a:lnTo>
                      <a:pt x="1820305" y="2246971"/>
                    </a:lnTo>
                    <a:lnTo>
                      <a:pt x="1810951" y="2246374"/>
                    </a:lnTo>
                    <a:lnTo>
                      <a:pt x="1802455" y="2250578"/>
                    </a:lnTo>
                    <a:lnTo>
                      <a:pt x="1796094" y="2253727"/>
                    </a:lnTo>
                    <a:lnTo>
                      <a:pt x="1779506" y="2255442"/>
                    </a:lnTo>
                    <a:lnTo>
                      <a:pt x="1765439" y="2259043"/>
                    </a:lnTo>
                    <a:lnTo>
                      <a:pt x="1759362" y="2257093"/>
                    </a:lnTo>
                    <a:lnTo>
                      <a:pt x="1755398" y="2247682"/>
                    </a:lnTo>
                    <a:lnTo>
                      <a:pt x="1755398" y="2237940"/>
                    </a:lnTo>
                    <a:lnTo>
                      <a:pt x="1758613" y="2245408"/>
                    </a:lnTo>
                    <a:lnTo>
                      <a:pt x="1763589" y="2251251"/>
                    </a:lnTo>
                    <a:lnTo>
                      <a:pt x="1765868" y="2248914"/>
                    </a:lnTo>
                    <a:lnTo>
                      <a:pt x="1766721" y="2243745"/>
                    </a:lnTo>
                    <a:lnTo>
                      <a:pt x="1761770" y="2233616"/>
                    </a:lnTo>
                    <a:lnTo>
                      <a:pt x="1745822" y="2220604"/>
                    </a:lnTo>
                    <a:lnTo>
                      <a:pt x="1727673" y="2201597"/>
                    </a:lnTo>
                    <a:lnTo>
                      <a:pt x="1733208" y="2202226"/>
                    </a:lnTo>
                    <a:lnTo>
                      <a:pt x="1734608" y="2198155"/>
                    </a:lnTo>
                    <a:lnTo>
                      <a:pt x="1728981" y="2192815"/>
                    </a:lnTo>
                    <a:lnTo>
                      <a:pt x="1731358" y="2186642"/>
                    </a:lnTo>
                    <a:lnTo>
                      <a:pt x="1735322" y="2180158"/>
                    </a:lnTo>
                    <a:lnTo>
                      <a:pt x="1727663" y="2181130"/>
                    </a:lnTo>
                    <a:lnTo>
                      <a:pt x="1720790" y="2185670"/>
                    </a:lnTo>
                    <a:lnTo>
                      <a:pt x="1720563" y="2191278"/>
                    </a:lnTo>
                    <a:lnTo>
                      <a:pt x="1719203" y="2195736"/>
                    </a:lnTo>
                    <a:lnTo>
                      <a:pt x="1715503" y="2195088"/>
                    </a:lnTo>
                    <a:lnTo>
                      <a:pt x="1708635" y="2189569"/>
                    </a:lnTo>
                    <a:lnTo>
                      <a:pt x="1674823" y="2174208"/>
                    </a:lnTo>
                    <a:lnTo>
                      <a:pt x="1645264" y="2165546"/>
                    </a:lnTo>
                    <a:lnTo>
                      <a:pt x="1667950" y="2161647"/>
                    </a:lnTo>
                    <a:lnTo>
                      <a:pt x="1680254" y="2164676"/>
                    </a:lnTo>
                    <a:lnTo>
                      <a:pt x="1678787" y="2160027"/>
                    </a:lnTo>
                    <a:lnTo>
                      <a:pt x="1675826" y="2157075"/>
                    </a:lnTo>
                    <a:lnTo>
                      <a:pt x="1666121" y="2153334"/>
                    </a:lnTo>
                    <a:lnTo>
                      <a:pt x="1653759" y="2154757"/>
                    </a:lnTo>
                    <a:lnTo>
                      <a:pt x="1645951" y="2152998"/>
                    </a:lnTo>
                    <a:lnTo>
                      <a:pt x="1637967" y="2156706"/>
                    </a:lnTo>
                    <a:lnTo>
                      <a:pt x="1629218" y="2162218"/>
                    </a:lnTo>
                    <a:lnTo>
                      <a:pt x="1621430" y="2165057"/>
                    </a:lnTo>
                    <a:lnTo>
                      <a:pt x="1590951" y="2169026"/>
                    </a:lnTo>
                    <a:lnTo>
                      <a:pt x="1566234" y="2173332"/>
                    </a:lnTo>
                    <a:lnTo>
                      <a:pt x="1570197" y="2168785"/>
                    </a:lnTo>
                    <a:lnTo>
                      <a:pt x="1574424" y="2165863"/>
                    </a:lnTo>
                    <a:lnTo>
                      <a:pt x="1589028" y="2161418"/>
                    </a:lnTo>
                    <a:lnTo>
                      <a:pt x="1591214" y="2152178"/>
                    </a:lnTo>
                    <a:lnTo>
                      <a:pt x="1587783" y="2143281"/>
                    </a:lnTo>
                    <a:lnTo>
                      <a:pt x="1583938" y="2145415"/>
                    </a:lnTo>
                    <a:lnTo>
                      <a:pt x="1579902" y="2152369"/>
                    </a:lnTo>
                    <a:lnTo>
                      <a:pt x="1574952" y="2147358"/>
                    </a:lnTo>
                    <a:lnTo>
                      <a:pt x="1569469" y="2147384"/>
                    </a:lnTo>
                    <a:lnTo>
                      <a:pt x="1567980" y="2158446"/>
                    </a:lnTo>
                    <a:lnTo>
                      <a:pt x="1560952" y="2165863"/>
                    </a:lnTo>
                    <a:lnTo>
                      <a:pt x="1557779" y="2173332"/>
                    </a:lnTo>
                    <a:lnTo>
                      <a:pt x="1537170" y="2179180"/>
                    </a:lnTo>
                    <a:lnTo>
                      <a:pt x="1534530" y="2177231"/>
                    </a:lnTo>
                    <a:lnTo>
                      <a:pt x="1540560" y="2170137"/>
                    </a:lnTo>
                    <a:lnTo>
                      <a:pt x="1540080" y="2166194"/>
                    </a:lnTo>
                    <a:lnTo>
                      <a:pt x="1533202" y="2169578"/>
                    </a:lnTo>
                    <a:lnTo>
                      <a:pt x="1521667" y="2183022"/>
                    </a:lnTo>
                    <a:lnTo>
                      <a:pt x="1481059" y="2187423"/>
                    </a:lnTo>
                    <a:lnTo>
                      <a:pt x="1483276" y="2184368"/>
                    </a:lnTo>
                    <a:lnTo>
                      <a:pt x="1491849" y="2183759"/>
                    </a:lnTo>
                    <a:lnTo>
                      <a:pt x="1503885" y="2179504"/>
                    </a:lnTo>
                    <a:lnTo>
                      <a:pt x="1501451" y="2172341"/>
                    </a:lnTo>
                    <a:lnTo>
                      <a:pt x="1496810" y="2164466"/>
                    </a:lnTo>
                    <a:lnTo>
                      <a:pt x="1492526" y="2163590"/>
                    </a:lnTo>
                    <a:lnTo>
                      <a:pt x="1489700" y="2158973"/>
                    </a:lnTo>
                    <a:lnTo>
                      <a:pt x="1489839" y="2144425"/>
                    </a:lnTo>
                    <a:lnTo>
                      <a:pt x="1487100" y="2135921"/>
                    </a:lnTo>
                    <a:lnTo>
                      <a:pt x="1480491" y="2127171"/>
                    </a:lnTo>
                    <a:lnTo>
                      <a:pt x="1478258" y="2128853"/>
                    </a:lnTo>
                    <a:lnTo>
                      <a:pt x="1473395" y="2143815"/>
                    </a:lnTo>
                    <a:lnTo>
                      <a:pt x="1469354" y="2163438"/>
                    </a:lnTo>
                    <a:lnTo>
                      <a:pt x="1467354" y="2169775"/>
                    </a:lnTo>
                    <a:lnTo>
                      <a:pt x="1455314" y="2170220"/>
                    </a:lnTo>
                    <a:lnTo>
                      <a:pt x="1444658" y="2168880"/>
                    </a:lnTo>
                    <a:lnTo>
                      <a:pt x="1408442" y="2171236"/>
                    </a:lnTo>
                    <a:lnTo>
                      <a:pt x="1394913" y="2164587"/>
                    </a:lnTo>
                    <a:lnTo>
                      <a:pt x="1389301" y="2163311"/>
                    </a:lnTo>
                    <a:lnTo>
                      <a:pt x="1385885" y="2163463"/>
                    </a:lnTo>
                    <a:lnTo>
                      <a:pt x="1370134" y="2169559"/>
                    </a:lnTo>
                    <a:lnTo>
                      <a:pt x="1352186" y="2174227"/>
                    </a:lnTo>
                    <a:lnTo>
                      <a:pt x="1347959" y="2172760"/>
                    </a:lnTo>
                    <a:lnTo>
                      <a:pt x="1341929" y="2172544"/>
                    </a:lnTo>
                    <a:lnTo>
                      <a:pt x="1328916" y="2188433"/>
                    </a:lnTo>
                    <a:lnTo>
                      <a:pt x="1313573" y="2195869"/>
                    </a:lnTo>
                    <a:lnTo>
                      <a:pt x="1274862" y="2182501"/>
                    </a:lnTo>
                    <a:lnTo>
                      <a:pt x="1265234" y="2171750"/>
                    </a:lnTo>
                    <a:lnTo>
                      <a:pt x="1256687" y="2169451"/>
                    </a:lnTo>
                    <a:lnTo>
                      <a:pt x="1246176" y="2168124"/>
                    </a:lnTo>
                    <a:lnTo>
                      <a:pt x="1234884" y="2181352"/>
                    </a:lnTo>
                    <a:lnTo>
                      <a:pt x="1226306" y="2199203"/>
                    </a:lnTo>
                    <a:lnTo>
                      <a:pt x="1239861" y="2208989"/>
                    </a:lnTo>
                    <a:lnTo>
                      <a:pt x="1251462" y="2213669"/>
                    </a:lnTo>
                    <a:lnTo>
                      <a:pt x="1270635" y="2209745"/>
                    </a:lnTo>
                    <a:lnTo>
                      <a:pt x="1281234" y="2201083"/>
                    </a:lnTo>
                    <a:lnTo>
                      <a:pt x="1289890" y="2201368"/>
                    </a:lnTo>
                    <a:lnTo>
                      <a:pt x="1294029" y="2199609"/>
                    </a:lnTo>
                    <a:lnTo>
                      <a:pt x="1297806" y="2195088"/>
                    </a:lnTo>
                    <a:lnTo>
                      <a:pt x="1305207" y="2198657"/>
                    </a:lnTo>
                    <a:lnTo>
                      <a:pt x="1305470" y="2202232"/>
                    </a:lnTo>
                    <a:lnTo>
                      <a:pt x="1300215" y="2207268"/>
                    </a:lnTo>
                    <a:lnTo>
                      <a:pt x="1293595" y="2211510"/>
                    </a:lnTo>
                    <a:lnTo>
                      <a:pt x="1289579" y="2216508"/>
                    </a:lnTo>
                    <a:lnTo>
                      <a:pt x="1297135" y="2226580"/>
                    </a:lnTo>
                    <a:lnTo>
                      <a:pt x="1309000" y="2229964"/>
                    </a:lnTo>
                    <a:lnTo>
                      <a:pt x="1313465" y="2228504"/>
                    </a:lnTo>
                    <a:lnTo>
                      <a:pt x="1316229" y="2217181"/>
                    </a:lnTo>
                    <a:lnTo>
                      <a:pt x="1323526" y="2209891"/>
                    </a:lnTo>
                    <a:lnTo>
                      <a:pt x="1333443" y="2211466"/>
                    </a:lnTo>
                    <a:lnTo>
                      <a:pt x="1332032" y="2216038"/>
                    </a:lnTo>
                    <a:lnTo>
                      <a:pt x="1333422" y="2220356"/>
                    </a:lnTo>
                    <a:lnTo>
                      <a:pt x="1337980" y="2227729"/>
                    </a:lnTo>
                    <a:lnTo>
                      <a:pt x="1337458" y="2238290"/>
                    </a:lnTo>
                    <a:lnTo>
                      <a:pt x="1338342" y="2240836"/>
                    </a:lnTo>
                    <a:lnTo>
                      <a:pt x="1327655" y="2245497"/>
                    </a:lnTo>
                    <a:lnTo>
                      <a:pt x="1319692" y="2247079"/>
                    </a:lnTo>
                    <a:lnTo>
                      <a:pt x="1313320" y="2253181"/>
                    </a:lnTo>
                    <a:lnTo>
                      <a:pt x="1316658" y="2256725"/>
                    </a:lnTo>
                    <a:lnTo>
                      <a:pt x="1310168" y="2259837"/>
                    </a:lnTo>
                    <a:lnTo>
                      <a:pt x="1305780" y="2258592"/>
                    </a:lnTo>
                    <a:lnTo>
                      <a:pt x="1303574" y="2259741"/>
                    </a:lnTo>
                    <a:lnTo>
                      <a:pt x="1302912" y="2263488"/>
                    </a:lnTo>
                    <a:lnTo>
                      <a:pt x="1299558" y="2266968"/>
                    </a:lnTo>
                    <a:lnTo>
                      <a:pt x="1304437" y="2277453"/>
                    </a:lnTo>
                    <a:lnTo>
                      <a:pt x="1314436" y="2284298"/>
                    </a:lnTo>
                    <a:lnTo>
                      <a:pt x="1321490" y="2292878"/>
                    </a:lnTo>
                    <a:lnTo>
                      <a:pt x="1349851" y="2304175"/>
                    </a:lnTo>
                    <a:lnTo>
                      <a:pt x="1356724" y="2303851"/>
                    </a:lnTo>
                    <a:lnTo>
                      <a:pt x="1363488" y="2315225"/>
                    </a:lnTo>
                    <a:lnTo>
                      <a:pt x="1368940" y="2319136"/>
                    </a:lnTo>
                    <a:lnTo>
                      <a:pt x="1374191" y="2321124"/>
                    </a:lnTo>
                    <a:lnTo>
                      <a:pt x="1373591" y="2328948"/>
                    </a:lnTo>
                    <a:lnTo>
                      <a:pt x="1364263" y="2334676"/>
                    </a:lnTo>
                    <a:lnTo>
                      <a:pt x="1361742" y="2341509"/>
                    </a:lnTo>
                    <a:lnTo>
                      <a:pt x="1359395" y="2345351"/>
                    </a:lnTo>
                    <a:lnTo>
                      <a:pt x="1355189" y="2340486"/>
                    </a:lnTo>
                    <a:lnTo>
                      <a:pt x="1350869" y="2336962"/>
                    </a:lnTo>
                    <a:lnTo>
                      <a:pt x="1340869" y="2347681"/>
                    </a:lnTo>
                    <a:lnTo>
                      <a:pt x="1336048" y="2349936"/>
                    </a:lnTo>
                    <a:lnTo>
                      <a:pt x="1338440" y="2338378"/>
                    </a:lnTo>
                    <a:lnTo>
                      <a:pt x="1334663" y="2333850"/>
                    </a:lnTo>
                    <a:lnTo>
                      <a:pt x="1328952" y="2322261"/>
                    </a:lnTo>
                    <a:lnTo>
                      <a:pt x="1320632" y="2315091"/>
                    </a:lnTo>
                    <a:lnTo>
                      <a:pt x="1314772" y="2312716"/>
                    </a:lnTo>
                    <a:lnTo>
                      <a:pt x="1310209" y="2308182"/>
                    </a:lnTo>
                    <a:lnTo>
                      <a:pt x="1304685" y="2306347"/>
                    </a:lnTo>
                    <a:lnTo>
                      <a:pt x="1299972" y="2306817"/>
                    </a:lnTo>
                    <a:lnTo>
                      <a:pt x="1291993" y="2304175"/>
                    </a:lnTo>
                    <a:lnTo>
                      <a:pt x="1291466" y="2298009"/>
                    </a:lnTo>
                    <a:lnTo>
                      <a:pt x="1289254" y="2293392"/>
                    </a:lnTo>
                    <a:lnTo>
                      <a:pt x="1283011" y="2287943"/>
                    </a:lnTo>
                    <a:lnTo>
                      <a:pt x="1253183" y="2277649"/>
                    </a:lnTo>
                    <a:lnTo>
                      <a:pt x="1253002" y="2281910"/>
                    </a:lnTo>
                    <a:lnTo>
                      <a:pt x="1255069" y="2285117"/>
                    </a:lnTo>
                    <a:lnTo>
                      <a:pt x="1259353" y="2287251"/>
                    </a:lnTo>
                    <a:lnTo>
                      <a:pt x="1264480" y="2291404"/>
                    </a:lnTo>
                    <a:lnTo>
                      <a:pt x="1264433" y="2303705"/>
                    </a:lnTo>
                    <a:lnTo>
                      <a:pt x="1262216" y="2308912"/>
                    </a:lnTo>
                    <a:lnTo>
                      <a:pt x="1261265" y="2316330"/>
                    </a:lnTo>
                    <a:lnTo>
                      <a:pt x="1259291" y="2323868"/>
                    </a:lnTo>
                    <a:lnTo>
                      <a:pt x="1255643" y="2329811"/>
                    </a:lnTo>
                    <a:lnTo>
                      <a:pt x="1247499" y="2333863"/>
                    </a:lnTo>
                    <a:lnTo>
                      <a:pt x="1243907" y="2330472"/>
                    </a:lnTo>
                    <a:lnTo>
                      <a:pt x="1238099" y="2314240"/>
                    </a:lnTo>
                    <a:lnTo>
                      <a:pt x="1229887" y="2309128"/>
                    </a:lnTo>
                    <a:lnTo>
                      <a:pt x="1216839" y="2308525"/>
                    </a:lnTo>
                    <a:lnTo>
                      <a:pt x="1207976" y="2312195"/>
                    </a:lnTo>
                    <a:lnTo>
                      <a:pt x="1198317" y="2327919"/>
                    </a:lnTo>
                    <a:lnTo>
                      <a:pt x="1190535" y="2330491"/>
                    </a:lnTo>
                    <a:lnTo>
                      <a:pt x="1163895" y="2322343"/>
                    </a:lnTo>
                    <a:lnTo>
                      <a:pt x="1133478" y="2309928"/>
                    </a:lnTo>
                    <a:lnTo>
                      <a:pt x="1134263" y="2305794"/>
                    </a:lnTo>
                    <a:lnTo>
                      <a:pt x="1139049" y="2304467"/>
                    </a:lnTo>
                    <a:lnTo>
                      <a:pt x="1148227" y="2306163"/>
                    </a:lnTo>
                    <a:lnTo>
                      <a:pt x="1147741" y="2301902"/>
                    </a:lnTo>
                    <a:lnTo>
                      <a:pt x="1138361" y="2288032"/>
                    </a:lnTo>
                    <a:lnTo>
                      <a:pt x="1136641" y="2281771"/>
                    </a:lnTo>
                    <a:lnTo>
                      <a:pt x="1137850" y="2274131"/>
                    </a:lnTo>
                    <a:lnTo>
                      <a:pt x="1134791" y="2274303"/>
                    </a:lnTo>
                    <a:lnTo>
                      <a:pt x="1129158" y="2280717"/>
                    </a:lnTo>
                    <a:lnTo>
                      <a:pt x="1109763" y="2275281"/>
                    </a:lnTo>
                    <a:lnTo>
                      <a:pt x="1104410" y="2268784"/>
                    </a:lnTo>
                    <a:lnTo>
                      <a:pt x="1093015" y="2250476"/>
                    </a:lnTo>
                    <a:lnTo>
                      <a:pt x="1076933" y="2249879"/>
                    </a:lnTo>
                    <a:lnTo>
                      <a:pt x="1069657" y="2238779"/>
                    </a:lnTo>
                    <a:lnTo>
                      <a:pt x="1056515" y="2243427"/>
                    </a:lnTo>
                    <a:lnTo>
                      <a:pt x="1049859" y="2248571"/>
                    </a:lnTo>
                    <a:lnTo>
                      <a:pt x="1044009" y="2256541"/>
                    </a:lnTo>
                    <a:lnTo>
                      <a:pt x="1046288" y="2260675"/>
                    </a:lnTo>
                    <a:lnTo>
                      <a:pt x="1052117" y="2267241"/>
                    </a:lnTo>
                    <a:lnTo>
                      <a:pt x="1049456" y="2270410"/>
                    </a:lnTo>
                    <a:lnTo>
                      <a:pt x="1030744" y="2275090"/>
                    </a:lnTo>
                    <a:lnTo>
                      <a:pt x="987304" y="2269857"/>
                    </a:lnTo>
                    <a:lnTo>
                      <a:pt x="974601" y="2264968"/>
                    </a:lnTo>
                    <a:lnTo>
                      <a:pt x="957553" y="2254629"/>
                    </a:lnTo>
                    <a:lnTo>
                      <a:pt x="933921" y="2246202"/>
                    </a:lnTo>
                    <a:lnTo>
                      <a:pt x="922542" y="2244843"/>
                    </a:lnTo>
                    <a:lnTo>
                      <a:pt x="911400" y="2246513"/>
                    </a:lnTo>
                    <a:lnTo>
                      <a:pt x="878978" y="2247377"/>
                    </a:lnTo>
                    <a:lnTo>
                      <a:pt x="871454" y="2249619"/>
                    </a:lnTo>
                    <a:lnTo>
                      <a:pt x="865046" y="2253200"/>
                    </a:lnTo>
                    <a:lnTo>
                      <a:pt x="860891" y="2249238"/>
                    </a:lnTo>
                    <a:lnTo>
                      <a:pt x="858968" y="2242163"/>
                    </a:lnTo>
                    <a:lnTo>
                      <a:pt x="862731" y="2241014"/>
                    </a:lnTo>
                    <a:lnTo>
                      <a:pt x="866916" y="2236854"/>
                    </a:lnTo>
                    <a:lnTo>
                      <a:pt x="870694" y="2228631"/>
                    </a:lnTo>
                    <a:lnTo>
                      <a:pt x="871123" y="2223658"/>
                    </a:lnTo>
                    <a:lnTo>
                      <a:pt x="868482" y="2220413"/>
                    </a:lnTo>
                    <a:lnTo>
                      <a:pt x="863459" y="2220089"/>
                    </a:lnTo>
                    <a:lnTo>
                      <a:pt x="852364" y="2241516"/>
                    </a:lnTo>
                    <a:lnTo>
                      <a:pt x="858705" y="2253524"/>
                    </a:lnTo>
                    <a:lnTo>
                      <a:pt x="858271" y="2257855"/>
                    </a:lnTo>
                    <a:lnTo>
                      <a:pt x="836132" y="2260319"/>
                    </a:lnTo>
                    <a:lnTo>
                      <a:pt x="785881" y="2284495"/>
                    </a:lnTo>
                    <a:lnTo>
                      <a:pt x="766285" y="2297532"/>
                    </a:lnTo>
                    <a:lnTo>
                      <a:pt x="767288" y="2293144"/>
                    </a:lnTo>
                    <a:lnTo>
                      <a:pt x="790982" y="2276246"/>
                    </a:lnTo>
                    <a:lnTo>
                      <a:pt x="782615" y="2273661"/>
                    </a:lnTo>
                    <a:lnTo>
                      <a:pt x="769143" y="2277884"/>
                    </a:lnTo>
                    <a:lnTo>
                      <a:pt x="764311" y="2276259"/>
                    </a:lnTo>
                    <a:lnTo>
                      <a:pt x="770016" y="2262288"/>
                    </a:lnTo>
                    <a:lnTo>
                      <a:pt x="768156" y="2249968"/>
                    </a:lnTo>
                    <a:lnTo>
                      <a:pt x="758591" y="2249631"/>
                    </a:lnTo>
                    <a:lnTo>
                      <a:pt x="752498" y="2259468"/>
                    </a:lnTo>
                    <a:lnTo>
                      <a:pt x="748265" y="2259049"/>
                    </a:lnTo>
                    <a:lnTo>
                      <a:pt x="742720" y="2254832"/>
                    </a:lnTo>
                    <a:lnTo>
                      <a:pt x="738426" y="2256166"/>
                    </a:lnTo>
                    <a:lnTo>
                      <a:pt x="741604" y="2278456"/>
                    </a:lnTo>
                    <a:lnTo>
                      <a:pt x="747630" y="2287626"/>
                    </a:lnTo>
                    <a:lnTo>
                      <a:pt x="752668" y="2299317"/>
                    </a:lnTo>
                    <a:lnTo>
                      <a:pt x="738907" y="2313764"/>
                    </a:lnTo>
                    <a:lnTo>
                      <a:pt x="726127" y="2325684"/>
                    </a:lnTo>
                    <a:lnTo>
                      <a:pt x="724742" y="2337203"/>
                    </a:lnTo>
                    <a:lnTo>
                      <a:pt x="711900" y="2352209"/>
                    </a:lnTo>
                    <a:lnTo>
                      <a:pt x="699818" y="2360719"/>
                    </a:lnTo>
                    <a:lnTo>
                      <a:pt x="671432" y="2380723"/>
                    </a:lnTo>
                    <a:lnTo>
                      <a:pt x="663334" y="2385003"/>
                    </a:lnTo>
                    <a:lnTo>
                      <a:pt x="650523" y="2394287"/>
                    </a:lnTo>
                    <a:lnTo>
                      <a:pt x="632849" y="2401247"/>
                    </a:lnTo>
                    <a:lnTo>
                      <a:pt x="615904" y="2412297"/>
                    </a:lnTo>
                    <a:lnTo>
                      <a:pt x="610189" y="2413973"/>
                    </a:lnTo>
                    <a:lnTo>
                      <a:pt x="621010" y="2404619"/>
                    </a:lnTo>
                    <a:lnTo>
                      <a:pt x="633842" y="2395379"/>
                    </a:lnTo>
                    <a:lnTo>
                      <a:pt x="622834" y="2396643"/>
                    </a:lnTo>
                    <a:lnTo>
                      <a:pt x="605869" y="2392363"/>
                    </a:lnTo>
                    <a:lnTo>
                      <a:pt x="595487" y="2392115"/>
                    </a:lnTo>
                    <a:lnTo>
                      <a:pt x="595414" y="2395487"/>
                    </a:lnTo>
                    <a:lnTo>
                      <a:pt x="587518" y="2400250"/>
                    </a:lnTo>
                    <a:lnTo>
                      <a:pt x="579338" y="2393252"/>
                    </a:lnTo>
                    <a:lnTo>
                      <a:pt x="575772" y="2388546"/>
                    </a:lnTo>
                    <a:lnTo>
                      <a:pt x="574082" y="2384482"/>
                    </a:lnTo>
                    <a:lnTo>
                      <a:pt x="570609" y="2383498"/>
                    </a:lnTo>
                    <a:lnTo>
                      <a:pt x="567271" y="2385384"/>
                    </a:lnTo>
                    <a:lnTo>
                      <a:pt x="579482" y="2414005"/>
                    </a:lnTo>
                    <a:lnTo>
                      <a:pt x="584686" y="2415243"/>
                    </a:lnTo>
                    <a:lnTo>
                      <a:pt x="590443" y="2418088"/>
                    </a:lnTo>
                    <a:lnTo>
                      <a:pt x="583275" y="2424756"/>
                    </a:lnTo>
                    <a:lnTo>
                      <a:pt x="575560" y="2429817"/>
                    </a:lnTo>
                    <a:lnTo>
                      <a:pt x="563426" y="2433177"/>
                    </a:lnTo>
                    <a:lnTo>
                      <a:pt x="553142" y="2422730"/>
                    </a:lnTo>
                    <a:lnTo>
                      <a:pt x="550915" y="2435838"/>
                    </a:lnTo>
                    <a:lnTo>
                      <a:pt x="549613" y="2448926"/>
                    </a:lnTo>
                    <a:lnTo>
                      <a:pt x="546161" y="2452285"/>
                    </a:lnTo>
                    <a:lnTo>
                      <a:pt x="540647" y="2457073"/>
                    </a:lnTo>
                    <a:lnTo>
                      <a:pt x="537655" y="2453460"/>
                    </a:lnTo>
                    <a:lnTo>
                      <a:pt x="536234" y="2448399"/>
                    </a:lnTo>
                    <a:lnTo>
                      <a:pt x="532704" y="2452914"/>
                    </a:lnTo>
                    <a:lnTo>
                      <a:pt x="527536" y="2456305"/>
                    </a:lnTo>
                    <a:lnTo>
                      <a:pt x="519010" y="2456984"/>
                    </a:lnTo>
                    <a:lnTo>
                      <a:pt x="512612" y="2458794"/>
                    </a:lnTo>
                    <a:lnTo>
                      <a:pt x="512762" y="2464217"/>
                    </a:lnTo>
                    <a:lnTo>
                      <a:pt x="514224" y="2469666"/>
                    </a:lnTo>
                    <a:lnTo>
                      <a:pt x="525542" y="2465361"/>
                    </a:lnTo>
                    <a:lnTo>
                      <a:pt x="521438" y="2479376"/>
                    </a:lnTo>
                    <a:lnTo>
                      <a:pt x="511031" y="2493226"/>
                    </a:lnTo>
                    <a:lnTo>
                      <a:pt x="502550" y="2496497"/>
                    </a:lnTo>
                    <a:lnTo>
                      <a:pt x="489579" y="2494471"/>
                    </a:lnTo>
                    <a:lnTo>
                      <a:pt x="486375" y="2495861"/>
                    </a:lnTo>
                    <a:lnTo>
                      <a:pt x="483507" y="2498738"/>
                    </a:lnTo>
                    <a:lnTo>
                      <a:pt x="498618" y="2520406"/>
                    </a:lnTo>
                    <a:lnTo>
                      <a:pt x="488908" y="2553085"/>
                    </a:lnTo>
                    <a:lnTo>
                      <a:pt x="482701" y="2564928"/>
                    </a:lnTo>
                    <a:lnTo>
                      <a:pt x="478396" y="2566446"/>
                    </a:lnTo>
                    <a:lnTo>
                      <a:pt x="473730" y="2566789"/>
                    </a:lnTo>
                    <a:lnTo>
                      <a:pt x="456981" y="2556260"/>
                    </a:lnTo>
                    <a:lnTo>
                      <a:pt x="447845" y="2548119"/>
                    </a:lnTo>
                    <a:lnTo>
                      <a:pt x="455896" y="2570275"/>
                    </a:lnTo>
                    <a:lnTo>
                      <a:pt x="477833" y="2576746"/>
                    </a:lnTo>
                    <a:lnTo>
                      <a:pt x="478955" y="2585129"/>
                    </a:lnTo>
                    <a:lnTo>
                      <a:pt x="478831" y="2592292"/>
                    </a:lnTo>
                    <a:lnTo>
                      <a:pt x="474510" y="2600700"/>
                    </a:lnTo>
                    <a:lnTo>
                      <a:pt x="470469" y="2611870"/>
                    </a:lnTo>
                    <a:lnTo>
                      <a:pt x="473451" y="2619650"/>
                    </a:lnTo>
                    <a:lnTo>
                      <a:pt x="476913" y="2638885"/>
                    </a:lnTo>
                    <a:lnTo>
                      <a:pt x="479874" y="2647712"/>
                    </a:lnTo>
                    <a:lnTo>
                      <a:pt x="483130" y="2674492"/>
                    </a:lnTo>
                    <a:lnTo>
                      <a:pt x="486592" y="2686106"/>
                    </a:lnTo>
                    <a:lnTo>
                      <a:pt x="506535" y="2728851"/>
                    </a:lnTo>
                    <a:lnTo>
                      <a:pt x="513258" y="2729181"/>
                    </a:lnTo>
                    <a:lnTo>
                      <a:pt x="514338" y="2733811"/>
                    </a:lnTo>
                    <a:lnTo>
                      <a:pt x="513697" y="2742688"/>
                    </a:lnTo>
                    <a:lnTo>
                      <a:pt x="499352" y="2745273"/>
                    </a:lnTo>
                    <a:lnTo>
                      <a:pt x="493331" y="2749229"/>
                    </a:lnTo>
                    <a:lnTo>
                      <a:pt x="492158" y="2752665"/>
                    </a:lnTo>
                    <a:lnTo>
                      <a:pt x="491269" y="2754519"/>
                    </a:lnTo>
                    <a:lnTo>
                      <a:pt x="489419" y="2754348"/>
                    </a:lnTo>
                    <a:lnTo>
                      <a:pt x="482577" y="2751877"/>
                    </a:lnTo>
                    <a:lnTo>
                      <a:pt x="467022" y="2739735"/>
                    </a:lnTo>
                    <a:lnTo>
                      <a:pt x="444357" y="2732210"/>
                    </a:lnTo>
                    <a:lnTo>
                      <a:pt x="414575" y="2729295"/>
                    </a:lnTo>
                    <a:lnTo>
                      <a:pt x="394230" y="2723218"/>
                    </a:lnTo>
                    <a:lnTo>
                      <a:pt x="383321" y="2713959"/>
                    </a:lnTo>
                    <a:lnTo>
                      <a:pt x="371916" y="2708473"/>
                    </a:lnTo>
                    <a:lnTo>
                      <a:pt x="360019" y="2706745"/>
                    </a:lnTo>
                    <a:lnTo>
                      <a:pt x="350165" y="2701722"/>
                    </a:lnTo>
                    <a:lnTo>
                      <a:pt x="342351" y="2693403"/>
                    </a:lnTo>
                    <a:lnTo>
                      <a:pt x="330925" y="2688094"/>
                    </a:lnTo>
                    <a:lnTo>
                      <a:pt x="315887" y="2685789"/>
                    </a:lnTo>
                    <a:lnTo>
                      <a:pt x="306099" y="2679553"/>
                    </a:lnTo>
                    <a:lnTo>
                      <a:pt x="299293" y="2664306"/>
                    </a:lnTo>
                    <a:lnTo>
                      <a:pt x="299262" y="2664077"/>
                    </a:lnTo>
                    <a:lnTo>
                      <a:pt x="293170" y="2638586"/>
                    </a:lnTo>
                    <a:lnTo>
                      <a:pt x="285496" y="2622615"/>
                    </a:lnTo>
                    <a:lnTo>
                      <a:pt x="270561" y="2602853"/>
                    </a:lnTo>
                    <a:lnTo>
                      <a:pt x="269186" y="2600249"/>
                    </a:lnTo>
                    <a:lnTo>
                      <a:pt x="269062" y="2596998"/>
                    </a:lnTo>
                    <a:lnTo>
                      <a:pt x="270912" y="2585497"/>
                    </a:lnTo>
                    <a:lnTo>
                      <a:pt x="269336" y="2577229"/>
                    </a:lnTo>
                    <a:lnTo>
                      <a:pt x="264608" y="2570491"/>
                    </a:lnTo>
                    <a:lnTo>
                      <a:pt x="263522" y="2563360"/>
                    </a:lnTo>
                    <a:lnTo>
                      <a:pt x="266086" y="2555854"/>
                    </a:lnTo>
                    <a:lnTo>
                      <a:pt x="266251" y="2546836"/>
                    </a:lnTo>
                    <a:lnTo>
                      <a:pt x="264024" y="2536307"/>
                    </a:lnTo>
                    <a:lnTo>
                      <a:pt x="254500" y="2524921"/>
                    </a:lnTo>
                    <a:lnTo>
                      <a:pt x="237679" y="2512690"/>
                    </a:lnTo>
                    <a:lnTo>
                      <a:pt x="223349" y="2494826"/>
                    </a:lnTo>
                    <a:lnTo>
                      <a:pt x="211520" y="2471343"/>
                    </a:lnTo>
                    <a:lnTo>
                      <a:pt x="199820" y="2455073"/>
                    </a:lnTo>
                    <a:lnTo>
                      <a:pt x="188249" y="2446011"/>
                    </a:lnTo>
                    <a:lnTo>
                      <a:pt x="180338" y="2434949"/>
                    </a:lnTo>
                    <a:lnTo>
                      <a:pt x="176079" y="2421886"/>
                    </a:lnTo>
                    <a:lnTo>
                      <a:pt x="174824" y="2414303"/>
                    </a:lnTo>
                    <a:lnTo>
                      <a:pt x="176560" y="2412208"/>
                    </a:lnTo>
                    <a:lnTo>
                      <a:pt x="169449" y="2397684"/>
                    </a:lnTo>
                    <a:lnTo>
                      <a:pt x="153491" y="2370746"/>
                    </a:lnTo>
                    <a:lnTo>
                      <a:pt x="144324" y="2351047"/>
                    </a:lnTo>
                    <a:lnTo>
                      <a:pt x="141962" y="2338594"/>
                    </a:lnTo>
                    <a:lnTo>
                      <a:pt x="131807" y="2323772"/>
                    </a:lnTo>
                    <a:lnTo>
                      <a:pt x="113865" y="2306582"/>
                    </a:lnTo>
                    <a:lnTo>
                      <a:pt x="104108" y="2295399"/>
                    </a:lnTo>
                    <a:lnTo>
                      <a:pt x="101711" y="2287632"/>
                    </a:lnTo>
                    <a:lnTo>
                      <a:pt x="73712" y="2265044"/>
                    </a:lnTo>
                    <a:lnTo>
                      <a:pt x="65578" y="2250933"/>
                    </a:lnTo>
                    <a:lnTo>
                      <a:pt x="59227" y="2246475"/>
                    </a:lnTo>
                    <a:lnTo>
                      <a:pt x="51935" y="2246958"/>
                    </a:lnTo>
                    <a:lnTo>
                      <a:pt x="48194" y="2245605"/>
                    </a:lnTo>
                    <a:lnTo>
                      <a:pt x="48008" y="2242417"/>
                    </a:lnTo>
                    <a:lnTo>
                      <a:pt x="45646" y="2242265"/>
                    </a:lnTo>
                    <a:lnTo>
                      <a:pt x="41104" y="2245161"/>
                    </a:lnTo>
                    <a:lnTo>
                      <a:pt x="26210" y="2245745"/>
                    </a:lnTo>
                    <a:lnTo>
                      <a:pt x="961" y="2244024"/>
                    </a:lnTo>
                    <a:lnTo>
                      <a:pt x="0" y="2243821"/>
                    </a:lnTo>
                    <a:lnTo>
                      <a:pt x="0" y="0"/>
                    </a:lnTo>
                    <a:lnTo>
                      <a:pt x="1773799" y="0"/>
                    </a:lnTo>
                    <a:lnTo>
                      <a:pt x="1791779" y="9112"/>
                    </a:lnTo>
                    <a:lnTo>
                      <a:pt x="1812321" y="19521"/>
                    </a:lnTo>
                    <a:lnTo>
                      <a:pt x="1817499" y="36825"/>
                    </a:lnTo>
                    <a:lnTo>
                      <a:pt x="1822542" y="53673"/>
                    </a:lnTo>
                    <a:lnTo>
                      <a:pt x="1834568" y="65904"/>
                    </a:lnTo>
                    <a:lnTo>
                      <a:pt x="1845575" y="77074"/>
                    </a:lnTo>
                    <a:lnTo>
                      <a:pt x="1851947" y="76490"/>
                    </a:lnTo>
                    <a:lnTo>
                      <a:pt x="1858412" y="71772"/>
                    </a:lnTo>
                    <a:lnTo>
                      <a:pt x="1862515" y="69498"/>
                    </a:lnTo>
                    <a:lnTo>
                      <a:pt x="1869393" y="69123"/>
                    </a:lnTo>
                    <a:lnTo>
                      <a:pt x="1884690" y="65085"/>
                    </a:lnTo>
                    <a:lnTo>
                      <a:pt x="1889211" y="65967"/>
                    </a:lnTo>
                    <a:lnTo>
                      <a:pt x="1891780" y="67987"/>
                    </a:lnTo>
                    <a:lnTo>
                      <a:pt x="1891992" y="71149"/>
                    </a:lnTo>
                    <a:lnTo>
                      <a:pt x="1891470" y="73664"/>
                    </a:lnTo>
                    <a:lnTo>
                      <a:pt x="1889103" y="78713"/>
                    </a:lnTo>
                    <a:lnTo>
                      <a:pt x="1892839" y="88333"/>
                    </a:lnTo>
                    <a:lnTo>
                      <a:pt x="1893625" y="99021"/>
                    </a:lnTo>
                    <a:lnTo>
                      <a:pt x="1895676" y="107099"/>
                    </a:lnTo>
                    <a:lnTo>
                      <a:pt x="1901939" y="117437"/>
                    </a:lnTo>
                    <a:lnTo>
                      <a:pt x="1907381" y="125515"/>
                    </a:lnTo>
                    <a:lnTo>
                      <a:pt x="1914233" y="127077"/>
                    </a:lnTo>
                    <a:lnTo>
                      <a:pt x="1930093" y="122372"/>
                    </a:lnTo>
                    <a:lnTo>
                      <a:pt x="1940031" y="120593"/>
                    </a:lnTo>
                    <a:lnTo>
                      <a:pt x="1945674" y="121362"/>
                    </a:lnTo>
                    <a:lnTo>
                      <a:pt x="1955327" y="128925"/>
                    </a:lnTo>
                    <a:lnTo>
                      <a:pt x="1960050" y="133472"/>
                    </a:lnTo>
                    <a:lnTo>
                      <a:pt x="1961177" y="137250"/>
                    </a:lnTo>
                    <a:lnTo>
                      <a:pt x="1948139" y="160340"/>
                    </a:lnTo>
                    <a:lnTo>
                      <a:pt x="1968815" y="171797"/>
                    </a:lnTo>
                    <a:lnTo>
                      <a:pt x="1991889" y="184320"/>
                    </a:lnTo>
                    <a:lnTo>
                      <a:pt x="2019402" y="199249"/>
                    </a:lnTo>
                    <a:lnTo>
                      <a:pt x="2036223" y="208388"/>
                    </a:lnTo>
                    <a:lnTo>
                      <a:pt x="2058377" y="221438"/>
                    </a:lnTo>
                    <a:lnTo>
                      <a:pt x="2062170" y="240032"/>
                    </a:lnTo>
                    <a:lnTo>
                      <a:pt x="2065364" y="255723"/>
                    </a:lnTo>
                    <a:lnTo>
                      <a:pt x="2069436" y="277600"/>
                    </a:lnTo>
                    <a:lnTo>
                      <a:pt x="2073585" y="299916"/>
                    </a:lnTo>
                    <a:lnTo>
                      <a:pt x="2077725" y="322148"/>
                    </a:lnTo>
                    <a:lnTo>
                      <a:pt x="2082112" y="345746"/>
                    </a:lnTo>
                    <a:lnTo>
                      <a:pt x="2086934" y="371669"/>
                    </a:lnTo>
                    <a:lnTo>
                      <a:pt x="2091218" y="394676"/>
                    </a:lnTo>
                    <a:lnTo>
                      <a:pt x="2095894" y="419792"/>
                    </a:lnTo>
                    <a:lnTo>
                      <a:pt x="2102111" y="452477"/>
                    </a:lnTo>
                    <a:lnTo>
                      <a:pt x="2096551" y="465070"/>
                    </a:lnTo>
                    <a:lnTo>
                      <a:pt x="2084443" y="492491"/>
                    </a:lnTo>
                    <a:lnTo>
                      <a:pt x="2073498" y="517277"/>
                    </a:lnTo>
                    <a:lnTo>
                      <a:pt x="2072541" y="524465"/>
                    </a:lnTo>
                    <a:lnTo>
                      <a:pt x="2065017" y="560606"/>
                    </a:lnTo>
                    <a:lnTo>
                      <a:pt x="2058987" y="575535"/>
                    </a:lnTo>
                    <a:lnTo>
                      <a:pt x="2048424" y="584204"/>
                    </a:lnTo>
                    <a:lnTo>
                      <a:pt x="2037938" y="592605"/>
                    </a:lnTo>
                    <a:lnTo>
                      <a:pt x="2024859" y="606684"/>
                    </a:lnTo>
                    <a:lnTo>
                      <a:pt x="2010472" y="613638"/>
                    </a:lnTo>
                    <a:lnTo>
                      <a:pt x="2003123" y="617727"/>
                    </a:lnTo>
                    <a:lnTo>
                      <a:pt x="1999273" y="624179"/>
                    </a:lnTo>
                    <a:lnTo>
                      <a:pt x="1995026" y="638322"/>
                    </a:lnTo>
                    <a:lnTo>
                      <a:pt x="1995842" y="659919"/>
                    </a:lnTo>
                    <a:lnTo>
                      <a:pt x="2007692" y="678507"/>
                    </a:lnTo>
                    <a:lnTo>
                      <a:pt x="2025024" y="688902"/>
                    </a:lnTo>
                    <a:lnTo>
                      <a:pt x="2043669" y="699025"/>
                    </a:lnTo>
                    <a:lnTo>
                      <a:pt x="2070232" y="699069"/>
                    </a:lnTo>
                    <a:lnTo>
                      <a:pt x="2094122" y="685562"/>
                    </a:lnTo>
                    <a:lnTo>
                      <a:pt x="2119433" y="671255"/>
                    </a:lnTo>
                    <a:lnTo>
                      <a:pt x="2142001" y="658497"/>
                    </a:lnTo>
                    <a:lnTo>
                      <a:pt x="2168842" y="643326"/>
                    </a:lnTo>
                    <a:lnTo>
                      <a:pt x="2193151" y="629577"/>
                    </a:lnTo>
                    <a:lnTo>
                      <a:pt x="2219548" y="624637"/>
                    </a:lnTo>
                    <a:lnTo>
                      <a:pt x="2256125" y="617797"/>
                    </a:lnTo>
                    <a:lnTo>
                      <a:pt x="2302169" y="609180"/>
                    </a:lnTo>
                    <a:lnTo>
                      <a:pt x="2324587" y="599368"/>
                    </a:lnTo>
                    <a:lnTo>
                      <a:pt x="2353557" y="586687"/>
                    </a:lnTo>
                    <a:lnTo>
                      <a:pt x="2386977" y="572055"/>
                    </a:lnTo>
                    <a:lnTo>
                      <a:pt x="2415818" y="559431"/>
                    </a:lnTo>
                    <a:lnTo>
                      <a:pt x="2430319" y="552433"/>
                    </a:lnTo>
                    <a:lnTo>
                      <a:pt x="2440633" y="544450"/>
                    </a:lnTo>
                    <a:lnTo>
                      <a:pt x="2443191" y="538544"/>
                    </a:lnTo>
                    <a:lnTo>
                      <a:pt x="2442582" y="535153"/>
                    </a:lnTo>
                    <a:lnTo>
                      <a:pt x="2439920" y="531756"/>
                    </a:lnTo>
                    <a:lnTo>
                      <a:pt x="2436241" y="529247"/>
                    </a:lnTo>
                    <a:lnTo>
                      <a:pt x="2432970" y="527114"/>
                    </a:lnTo>
                    <a:lnTo>
                      <a:pt x="2431435" y="524472"/>
                    </a:lnTo>
                    <a:lnTo>
                      <a:pt x="2431130" y="518693"/>
                    </a:lnTo>
                    <a:lnTo>
                      <a:pt x="2429125" y="515372"/>
                    </a:lnTo>
                    <a:lnTo>
                      <a:pt x="2427213" y="512927"/>
                    </a:lnTo>
                    <a:lnTo>
                      <a:pt x="2427936" y="490561"/>
                    </a:lnTo>
                    <a:lnTo>
                      <a:pt x="2425414" y="483626"/>
                    </a:lnTo>
                    <a:lnTo>
                      <a:pt x="2416014" y="466048"/>
                    </a:lnTo>
                    <a:lnTo>
                      <a:pt x="2433941" y="458167"/>
                    </a:lnTo>
                    <a:lnTo>
                      <a:pt x="2450550" y="450858"/>
                    </a:lnTo>
                    <a:lnTo>
                      <a:pt x="2463795" y="445448"/>
                    </a:lnTo>
                    <a:lnTo>
                      <a:pt x="2491541" y="444597"/>
                    </a:lnTo>
                    <a:lnTo>
                      <a:pt x="2517307" y="444705"/>
                    </a:lnTo>
                    <a:lnTo>
                      <a:pt x="2552820" y="444851"/>
                    </a:lnTo>
                    <a:lnTo>
                      <a:pt x="2582741" y="444971"/>
                    </a:lnTo>
                    <a:lnTo>
                      <a:pt x="2617649" y="445117"/>
                    </a:lnTo>
                    <a:lnTo>
                      <a:pt x="2638113" y="445200"/>
                    </a:lnTo>
                    <a:lnTo>
                      <a:pt x="2664928" y="444946"/>
                    </a:lnTo>
                    <a:lnTo>
                      <a:pt x="2677997" y="424656"/>
                    </a:lnTo>
                    <a:lnTo>
                      <a:pt x="2689676" y="406513"/>
                    </a:lnTo>
                    <a:lnTo>
                      <a:pt x="2702539" y="389177"/>
                    </a:lnTo>
                    <a:lnTo>
                      <a:pt x="2725406" y="368824"/>
                    </a:lnTo>
                    <a:lnTo>
                      <a:pt x="2732047" y="365166"/>
                    </a:lnTo>
                    <a:lnTo>
                      <a:pt x="2735710" y="357139"/>
                    </a:lnTo>
                    <a:lnTo>
                      <a:pt x="2749570" y="349512"/>
                    </a:lnTo>
                    <a:lnTo>
                      <a:pt x="2764841" y="342438"/>
                    </a:lnTo>
                    <a:lnTo>
                      <a:pt x="2770830" y="335802"/>
                    </a:lnTo>
                    <a:lnTo>
                      <a:pt x="2773729" y="332023"/>
                    </a:lnTo>
                    <a:lnTo>
                      <a:pt x="2815076" y="296232"/>
                    </a:lnTo>
                    <a:lnTo>
                      <a:pt x="2838559" y="279702"/>
                    </a:lnTo>
                    <a:lnTo>
                      <a:pt x="2857953" y="270501"/>
                    </a:lnTo>
                    <a:lnTo>
                      <a:pt x="2872717" y="266106"/>
                    </a:lnTo>
                    <a:lnTo>
                      <a:pt x="2882686" y="266735"/>
                    </a:lnTo>
                    <a:lnTo>
                      <a:pt x="2888355" y="26611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8" name="pg3868">
                <a:extLst>
                  <a:ext uri="{FF2B5EF4-FFF2-40B4-BE49-F238E27FC236}">
                    <a16:creationId xmlns:a16="http://schemas.microsoft.com/office/drawing/2014/main" id="{95B6F3C0-2BDC-5D59-A836-BD8F710DC410}"/>
                  </a:ext>
                </a:extLst>
              </p:cNvPr>
              <p:cNvSpPr/>
              <p:nvPr/>
            </p:nvSpPr>
            <p:spPr>
              <a:xfrm>
                <a:off x="5359282" y="3307053"/>
                <a:ext cx="225302" cy="75760"/>
              </a:xfrm>
              <a:custGeom>
                <a:avLst/>
                <a:gdLst/>
                <a:ahLst/>
                <a:cxnLst/>
                <a:rect l="0" t="0" r="0" b="0"/>
                <a:pathLst>
                  <a:path w="225302" h="75760">
                    <a:moveTo>
                      <a:pt x="153584" y="30132"/>
                    </a:moveTo>
                    <a:lnTo>
                      <a:pt x="160385" y="30983"/>
                    </a:lnTo>
                    <a:lnTo>
                      <a:pt x="166235" y="28513"/>
                    </a:lnTo>
                    <a:lnTo>
                      <a:pt x="171775" y="23521"/>
                    </a:lnTo>
                    <a:lnTo>
                      <a:pt x="184637" y="16771"/>
                    </a:lnTo>
                    <a:lnTo>
                      <a:pt x="195598" y="13818"/>
                    </a:lnTo>
                    <a:lnTo>
                      <a:pt x="199050" y="13208"/>
                    </a:lnTo>
                    <a:lnTo>
                      <a:pt x="204275" y="17946"/>
                    </a:lnTo>
                    <a:lnTo>
                      <a:pt x="214641" y="14142"/>
                    </a:lnTo>
                    <a:lnTo>
                      <a:pt x="225302" y="12008"/>
                    </a:lnTo>
                    <a:lnTo>
                      <a:pt x="179185" y="33669"/>
                    </a:lnTo>
                    <a:lnTo>
                      <a:pt x="169754" y="36108"/>
                    </a:lnTo>
                    <a:lnTo>
                      <a:pt x="156261" y="42560"/>
                    </a:lnTo>
                    <a:lnTo>
                      <a:pt x="143507" y="47132"/>
                    </a:lnTo>
                    <a:lnTo>
                      <a:pt x="134324" y="48796"/>
                    </a:lnTo>
                    <a:lnTo>
                      <a:pt x="88662" y="64875"/>
                    </a:lnTo>
                    <a:lnTo>
                      <a:pt x="85040" y="65224"/>
                    </a:lnTo>
                    <a:lnTo>
                      <a:pt x="81122" y="63656"/>
                    </a:lnTo>
                    <a:lnTo>
                      <a:pt x="43512" y="71937"/>
                    </a:lnTo>
                    <a:lnTo>
                      <a:pt x="28076" y="72870"/>
                    </a:lnTo>
                    <a:lnTo>
                      <a:pt x="14020" y="75760"/>
                    </a:lnTo>
                    <a:lnTo>
                      <a:pt x="24417" y="69092"/>
                    </a:lnTo>
                    <a:lnTo>
                      <a:pt x="24644" y="66596"/>
                    </a:lnTo>
                    <a:lnTo>
                      <a:pt x="22159" y="64646"/>
                    </a:lnTo>
                    <a:lnTo>
                      <a:pt x="16598" y="65212"/>
                    </a:lnTo>
                    <a:lnTo>
                      <a:pt x="10903" y="72076"/>
                    </a:lnTo>
                    <a:lnTo>
                      <a:pt x="1813" y="74369"/>
                    </a:lnTo>
                    <a:lnTo>
                      <a:pt x="0" y="66895"/>
                    </a:lnTo>
                    <a:lnTo>
                      <a:pt x="3033" y="61109"/>
                    </a:lnTo>
                    <a:lnTo>
                      <a:pt x="7141" y="55623"/>
                    </a:lnTo>
                    <a:lnTo>
                      <a:pt x="16169" y="46999"/>
                    </a:lnTo>
                    <a:lnTo>
                      <a:pt x="29083" y="41531"/>
                    </a:lnTo>
                    <a:lnTo>
                      <a:pt x="35646" y="36806"/>
                    </a:lnTo>
                    <a:lnTo>
                      <a:pt x="40194" y="40966"/>
                    </a:lnTo>
                    <a:lnTo>
                      <a:pt x="41191" y="35346"/>
                    </a:lnTo>
                    <a:lnTo>
                      <a:pt x="44690" y="32101"/>
                    </a:lnTo>
                    <a:lnTo>
                      <a:pt x="48493" y="30354"/>
                    </a:lnTo>
                    <a:lnTo>
                      <a:pt x="57640" y="30310"/>
                    </a:lnTo>
                    <a:lnTo>
                      <a:pt x="62565" y="29427"/>
                    </a:lnTo>
                    <a:lnTo>
                      <a:pt x="66126" y="27560"/>
                    </a:lnTo>
                    <a:lnTo>
                      <a:pt x="69779" y="27211"/>
                    </a:lnTo>
                    <a:lnTo>
                      <a:pt x="79784" y="29757"/>
                    </a:lnTo>
                    <a:lnTo>
                      <a:pt x="89556" y="29027"/>
                    </a:lnTo>
                    <a:lnTo>
                      <a:pt x="97447" y="25509"/>
                    </a:lnTo>
                    <a:lnTo>
                      <a:pt x="105648" y="24328"/>
                    </a:lnTo>
                    <a:lnTo>
                      <a:pt x="127343" y="23534"/>
                    </a:lnTo>
                    <a:lnTo>
                      <a:pt x="148902" y="20962"/>
                    </a:lnTo>
                    <a:lnTo>
                      <a:pt x="157522" y="16390"/>
                    </a:lnTo>
                    <a:lnTo>
                      <a:pt x="175630" y="3575"/>
                    </a:lnTo>
                    <a:lnTo>
                      <a:pt x="186048" y="0"/>
                    </a:lnTo>
                    <a:lnTo>
                      <a:pt x="169826" y="14891"/>
                    </a:lnTo>
                    <a:lnTo>
                      <a:pt x="161108" y="2171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69" name="pg3869">
                <a:extLst>
                  <a:ext uri="{FF2B5EF4-FFF2-40B4-BE49-F238E27FC236}">
                    <a16:creationId xmlns:a16="http://schemas.microsoft.com/office/drawing/2014/main" id="{5957434A-28E7-4416-E565-7313F6C7EB35}"/>
                  </a:ext>
                </a:extLst>
              </p:cNvPr>
              <p:cNvSpPr/>
              <p:nvPr/>
            </p:nvSpPr>
            <p:spPr>
              <a:xfrm>
                <a:off x="5954108" y="2877417"/>
                <a:ext cx="23756" cy="26893"/>
              </a:xfrm>
              <a:custGeom>
                <a:avLst/>
                <a:gdLst/>
                <a:ahLst/>
                <a:cxnLst/>
                <a:rect l="0" t="0" r="0" b="0"/>
                <a:pathLst>
                  <a:path w="23756" h="26893">
                    <a:moveTo>
                      <a:pt x="17596" y="18663"/>
                    </a:moveTo>
                    <a:lnTo>
                      <a:pt x="10841" y="17558"/>
                    </a:lnTo>
                    <a:lnTo>
                      <a:pt x="10981" y="24423"/>
                    </a:lnTo>
                    <a:lnTo>
                      <a:pt x="10226" y="26893"/>
                    </a:lnTo>
                    <a:lnTo>
                      <a:pt x="2744" y="23363"/>
                    </a:lnTo>
                    <a:lnTo>
                      <a:pt x="0" y="21089"/>
                    </a:lnTo>
                    <a:lnTo>
                      <a:pt x="237" y="11995"/>
                    </a:lnTo>
                    <a:lnTo>
                      <a:pt x="6847" y="3397"/>
                    </a:lnTo>
                    <a:lnTo>
                      <a:pt x="11885" y="0"/>
                    </a:lnTo>
                    <a:lnTo>
                      <a:pt x="18381" y="2355"/>
                    </a:lnTo>
                    <a:lnTo>
                      <a:pt x="23368" y="11983"/>
                    </a:lnTo>
                    <a:lnTo>
                      <a:pt x="23756" y="1612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0" name="pg3870">
                <a:extLst>
                  <a:ext uri="{FF2B5EF4-FFF2-40B4-BE49-F238E27FC236}">
                    <a16:creationId xmlns:a16="http://schemas.microsoft.com/office/drawing/2014/main" id="{98552D0C-5C25-BBCA-233F-AA4AD10F8315}"/>
                  </a:ext>
                </a:extLst>
              </p:cNvPr>
              <p:cNvSpPr/>
              <p:nvPr/>
            </p:nvSpPr>
            <p:spPr>
              <a:xfrm>
                <a:off x="5337706" y="3371376"/>
                <a:ext cx="17833" cy="18174"/>
              </a:xfrm>
              <a:custGeom>
                <a:avLst/>
                <a:gdLst/>
                <a:ahLst/>
                <a:cxnLst/>
                <a:rect l="0" t="0" r="0" b="0"/>
                <a:pathLst>
                  <a:path w="17833" h="18174">
                    <a:moveTo>
                      <a:pt x="0" y="18174"/>
                    </a:moveTo>
                    <a:lnTo>
                      <a:pt x="5048" y="5702"/>
                    </a:lnTo>
                    <a:lnTo>
                      <a:pt x="14330" y="0"/>
                    </a:lnTo>
                    <a:lnTo>
                      <a:pt x="17689" y="1187"/>
                    </a:lnTo>
                    <a:lnTo>
                      <a:pt x="17833" y="5594"/>
                    </a:lnTo>
                    <a:lnTo>
                      <a:pt x="16531" y="9360"/>
                    </a:lnTo>
                    <a:lnTo>
                      <a:pt x="10304" y="15164"/>
                    </a:lnTo>
                    <a:lnTo>
                      <a:pt x="5054" y="1763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1" name="pg3871">
                <a:extLst>
                  <a:ext uri="{FF2B5EF4-FFF2-40B4-BE49-F238E27FC236}">
                    <a16:creationId xmlns:a16="http://schemas.microsoft.com/office/drawing/2014/main" id="{573A7A59-E145-1FCA-901D-64CBC78396D1}"/>
                  </a:ext>
                </a:extLst>
              </p:cNvPr>
              <p:cNvSpPr/>
              <p:nvPr/>
            </p:nvSpPr>
            <p:spPr>
              <a:xfrm>
                <a:off x="5698253" y="3267490"/>
                <a:ext cx="33791" cy="16879"/>
              </a:xfrm>
              <a:custGeom>
                <a:avLst/>
                <a:gdLst/>
                <a:ahLst/>
                <a:cxnLst/>
                <a:rect l="0" t="0" r="0" b="0"/>
                <a:pathLst>
                  <a:path w="33791" h="16879">
                    <a:moveTo>
                      <a:pt x="4645" y="16879"/>
                    </a:moveTo>
                    <a:lnTo>
                      <a:pt x="0" y="12776"/>
                    </a:lnTo>
                    <a:lnTo>
                      <a:pt x="7270" y="10878"/>
                    </a:lnTo>
                    <a:lnTo>
                      <a:pt x="16454" y="1130"/>
                    </a:lnTo>
                    <a:lnTo>
                      <a:pt x="22562" y="0"/>
                    </a:lnTo>
                    <a:lnTo>
                      <a:pt x="32158" y="5518"/>
                    </a:lnTo>
                    <a:lnTo>
                      <a:pt x="33791" y="1052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2" name="pg3872">
                <a:extLst>
                  <a:ext uri="{FF2B5EF4-FFF2-40B4-BE49-F238E27FC236}">
                    <a16:creationId xmlns:a16="http://schemas.microsoft.com/office/drawing/2014/main" id="{9CF261A4-7E96-F9E7-A6CE-ACE68210306F}"/>
                  </a:ext>
                </a:extLst>
              </p:cNvPr>
              <p:cNvSpPr/>
              <p:nvPr/>
            </p:nvSpPr>
            <p:spPr>
              <a:xfrm>
                <a:off x="5643532" y="3241859"/>
                <a:ext cx="12087" cy="24671"/>
              </a:xfrm>
              <a:custGeom>
                <a:avLst/>
                <a:gdLst/>
                <a:ahLst/>
                <a:cxnLst/>
                <a:rect l="0" t="0" r="0" b="0"/>
                <a:pathLst>
                  <a:path w="12087" h="24671">
                    <a:moveTo>
                      <a:pt x="5855" y="24671"/>
                    </a:moveTo>
                    <a:lnTo>
                      <a:pt x="0" y="24048"/>
                    </a:lnTo>
                    <a:lnTo>
                      <a:pt x="2971" y="19248"/>
                    </a:lnTo>
                    <a:lnTo>
                      <a:pt x="4103" y="12199"/>
                    </a:lnTo>
                    <a:lnTo>
                      <a:pt x="6991" y="4457"/>
                    </a:lnTo>
                    <a:lnTo>
                      <a:pt x="8655" y="2089"/>
                    </a:lnTo>
                    <a:lnTo>
                      <a:pt x="12087" y="0"/>
                    </a:lnTo>
                    <a:lnTo>
                      <a:pt x="11095" y="2111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3" name="pg3873">
                <a:extLst>
                  <a:ext uri="{FF2B5EF4-FFF2-40B4-BE49-F238E27FC236}">
                    <a16:creationId xmlns:a16="http://schemas.microsoft.com/office/drawing/2014/main" id="{D0651F67-8C4A-677D-6581-B3EEB528DBE7}"/>
                  </a:ext>
                </a:extLst>
              </p:cNvPr>
              <p:cNvSpPr/>
              <p:nvPr/>
            </p:nvSpPr>
            <p:spPr>
              <a:xfrm>
                <a:off x="5761346" y="3275262"/>
                <a:ext cx="27001" cy="19248"/>
              </a:xfrm>
              <a:custGeom>
                <a:avLst/>
                <a:gdLst/>
                <a:ahLst/>
                <a:cxnLst/>
                <a:rect l="0" t="0" r="0" b="0"/>
                <a:pathLst>
                  <a:path w="27001" h="19248">
                    <a:moveTo>
                      <a:pt x="18836" y="19248"/>
                    </a:moveTo>
                    <a:lnTo>
                      <a:pt x="0" y="14453"/>
                    </a:lnTo>
                    <a:lnTo>
                      <a:pt x="15498" y="10389"/>
                    </a:lnTo>
                    <a:lnTo>
                      <a:pt x="18030" y="8973"/>
                    </a:lnTo>
                    <a:lnTo>
                      <a:pt x="20050" y="2997"/>
                    </a:lnTo>
                    <a:lnTo>
                      <a:pt x="20303" y="0"/>
                    </a:lnTo>
                    <a:lnTo>
                      <a:pt x="26190" y="12853"/>
                    </a:lnTo>
                    <a:lnTo>
                      <a:pt x="27001" y="1715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4" name="pg3874">
                <a:extLst>
                  <a:ext uri="{FF2B5EF4-FFF2-40B4-BE49-F238E27FC236}">
                    <a16:creationId xmlns:a16="http://schemas.microsoft.com/office/drawing/2014/main" id="{D6669BA5-AE68-2893-AC18-3D67B3A169D4}"/>
                  </a:ext>
                </a:extLst>
              </p:cNvPr>
              <p:cNvSpPr/>
              <p:nvPr/>
            </p:nvSpPr>
            <p:spPr>
              <a:xfrm>
                <a:off x="5180933" y="3984239"/>
                <a:ext cx="8624" cy="14377"/>
              </a:xfrm>
              <a:custGeom>
                <a:avLst/>
                <a:gdLst/>
                <a:ahLst/>
                <a:cxnLst/>
                <a:rect l="0" t="0" r="0" b="0"/>
                <a:pathLst>
                  <a:path w="8624" h="14377">
                    <a:moveTo>
                      <a:pt x="7028" y="14377"/>
                    </a:moveTo>
                    <a:lnTo>
                      <a:pt x="0" y="0"/>
                    </a:lnTo>
                    <a:lnTo>
                      <a:pt x="7229" y="4648"/>
                    </a:lnTo>
                    <a:lnTo>
                      <a:pt x="8521" y="8515"/>
                    </a:lnTo>
                    <a:lnTo>
                      <a:pt x="8624" y="1173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5" name="pg3875">
                <a:extLst>
                  <a:ext uri="{FF2B5EF4-FFF2-40B4-BE49-F238E27FC236}">
                    <a16:creationId xmlns:a16="http://schemas.microsoft.com/office/drawing/2014/main" id="{B156DECB-C207-1D7E-C157-9E56A6DCFB20}"/>
                  </a:ext>
                </a:extLst>
              </p:cNvPr>
              <p:cNvSpPr/>
              <p:nvPr/>
            </p:nvSpPr>
            <p:spPr>
              <a:xfrm>
                <a:off x="5183801" y="4007259"/>
                <a:ext cx="24727" cy="72349"/>
              </a:xfrm>
              <a:custGeom>
                <a:avLst/>
                <a:gdLst/>
                <a:ahLst/>
                <a:cxnLst/>
                <a:rect l="0" t="0" r="0" b="0"/>
                <a:pathLst>
                  <a:path w="24727" h="72349">
                    <a:moveTo>
                      <a:pt x="1250" y="72349"/>
                    </a:moveTo>
                    <a:lnTo>
                      <a:pt x="0" y="71213"/>
                    </a:lnTo>
                    <a:lnTo>
                      <a:pt x="16267" y="63796"/>
                    </a:lnTo>
                    <a:lnTo>
                      <a:pt x="21399" y="37670"/>
                    </a:lnTo>
                    <a:lnTo>
                      <a:pt x="22102" y="25623"/>
                    </a:lnTo>
                    <a:lnTo>
                      <a:pt x="19663" y="4388"/>
                    </a:lnTo>
                    <a:lnTo>
                      <a:pt x="19745" y="0"/>
                    </a:lnTo>
                    <a:lnTo>
                      <a:pt x="22391" y="6845"/>
                    </a:lnTo>
                    <a:lnTo>
                      <a:pt x="24727" y="26658"/>
                    </a:lnTo>
                    <a:lnTo>
                      <a:pt x="23849" y="41683"/>
                    </a:lnTo>
                    <a:lnTo>
                      <a:pt x="19130" y="63573"/>
                    </a:lnTo>
                    <a:lnTo>
                      <a:pt x="15446" y="6880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6" name="pg3876">
                <a:extLst>
                  <a:ext uri="{FF2B5EF4-FFF2-40B4-BE49-F238E27FC236}">
                    <a16:creationId xmlns:a16="http://schemas.microsoft.com/office/drawing/2014/main" id="{22789E31-D0C8-45F4-3013-22B2529A083C}"/>
                  </a:ext>
                </a:extLst>
              </p:cNvPr>
              <p:cNvSpPr/>
              <p:nvPr/>
            </p:nvSpPr>
            <p:spPr>
              <a:xfrm>
                <a:off x="5152676" y="4082556"/>
                <a:ext cx="21404" cy="9277"/>
              </a:xfrm>
              <a:custGeom>
                <a:avLst/>
                <a:gdLst/>
                <a:ahLst/>
                <a:cxnLst/>
                <a:rect l="0" t="0" r="0" b="0"/>
                <a:pathLst>
                  <a:path w="21404" h="9277">
                    <a:moveTo>
                      <a:pt x="2170" y="9277"/>
                    </a:moveTo>
                    <a:lnTo>
                      <a:pt x="0" y="8725"/>
                    </a:lnTo>
                    <a:lnTo>
                      <a:pt x="12619" y="2089"/>
                    </a:lnTo>
                    <a:lnTo>
                      <a:pt x="21404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7" name="pg3877">
                <a:extLst>
                  <a:ext uri="{FF2B5EF4-FFF2-40B4-BE49-F238E27FC236}">
                    <a16:creationId xmlns:a16="http://schemas.microsoft.com/office/drawing/2014/main" id="{67069D4F-0FAE-49C9-402F-29EBB9C40B1A}"/>
                  </a:ext>
                </a:extLst>
              </p:cNvPr>
              <p:cNvSpPr/>
              <p:nvPr/>
            </p:nvSpPr>
            <p:spPr>
              <a:xfrm>
                <a:off x="5095061" y="4115235"/>
                <a:ext cx="33993" cy="39982"/>
              </a:xfrm>
              <a:custGeom>
                <a:avLst/>
                <a:gdLst/>
                <a:ahLst/>
                <a:cxnLst/>
                <a:rect l="0" t="0" r="0" b="0"/>
                <a:pathLst>
                  <a:path w="33993" h="39982">
                    <a:moveTo>
                      <a:pt x="0" y="39982"/>
                    </a:moveTo>
                    <a:lnTo>
                      <a:pt x="9689" y="23744"/>
                    </a:lnTo>
                    <a:lnTo>
                      <a:pt x="28825" y="3149"/>
                    </a:lnTo>
                    <a:lnTo>
                      <a:pt x="33993" y="0"/>
                    </a:lnTo>
                    <a:lnTo>
                      <a:pt x="18081" y="17590"/>
                    </a:lnTo>
                    <a:lnTo>
                      <a:pt x="2635" y="3848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8" name="pg3878">
                <a:extLst>
                  <a:ext uri="{FF2B5EF4-FFF2-40B4-BE49-F238E27FC236}">
                    <a16:creationId xmlns:a16="http://schemas.microsoft.com/office/drawing/2014/main" id="{8887D1FA-88EC-5930-8CFB-93C5E8F92421}"/>
                  </a:ext>
                </a:extLst>
              </p:cNvPr>
              <p:cNvSpPr/>
              <p:nvPr/>
            </p:nvSpPr>
            <p:spPr>
              <a:xfrm>
                <a:off x="4494680" y="5206518"/>
                <a:ext cx="17373" cy="15672"/>
              </a:xfrm>
              <a:custGeom>
                <a:avLst/>
                <a:gdLst/>
                <a:ahLst/>
                <a:cxnLst/>
                <a:rect l="0" t="0" r="0" b="0"/>
                <a:pathLst>
                  <a:path w="17373" h="15672">
                    <a:moveTo>
                      <a:pt x="13601" y="15672"/>
                    </a:moveTo>
                    <a:lnTo>
                      <a:pt x="5968" y="13183"/>
                    </a:lnTo>
                    <a:lnTo>
                      <a:pt x="1798" y="8725"/>
                    </a:lnTo>
                    <a:lnTo>
                      <a:pt x="0" y="0"/>
                    </a:lnTo>
                    <a:lnTo>
                      <a:pt x="6645" y="9239"/>
                    </a:lnTo>
                    <a:lnTo>
                      <a:pt x="9028" y="11329"/>
                    </a:lnTo>
                    <a:lnTo>
                      <a:pt x="17373" y="122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79" name="pg3879">
                <a:extLst>
                  <a:ext uri="{FF2B5EF4-FFF2-40B4-BE49-F238E27FC236}">
                    <a16:creationId xmlns:a16="http://schemas.microsoft.com/office/drawing/2014/main" id="{C842F6F0-720B-23CE-28D1-D2B8DDE4A83F}"/>
                  </a:ext>
                </a:extLst>
              </p:cNvPr>
              <p:cNvSpPr/>
              <p:nvPr/>
            </p:nvSpPr>
            <p:spPr>
              <a:xfrm>
                <a:off x="4498091" y="5186660"/>
                <a:ext cx="9033" cy="26938"/>
              </a:xfrm>
              <a:custGeom>
                <a:avLst/>
                <a:gdLst/>
                <a:ahLst/>
                <a:cxnLst/>
                <a:rect l="0" t="0" r="0" b="0"/>
                <a:pathLst>
                  <a:path w="9033" h="26938">
                    <a:moveTo>
                      <a:pt x="8883" y="26938"/>
                    </a:moveTo>
                    <a:lnTo>
                      <a:pt x="3550" y="14142"/>
                    </a:lnTo>
                    <a:lnTo>
                      <a:pt x="0" y="0"/>
                    </a:lnTo>
                    <a:lnTo>
                      <a:pt x="5079" y="4578"/>
                    </a:lnTo>
                    <a:lnTo>
                      <a:pt x="9033" y="192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0" name="pg3880">
                <a:extLst>
                  <a:ext uri="{FF2B5EF4-FFF2-40B4-BE49-F238E27FC236}">
                    <a16:creationId xmlns:a16="http://schemas.microsoft.com/office/drawing/2014/main" id="{6ACBC445-A12F-6D67-90DC-15C842EAC276}"/>
                  </a:ext>
                </a:extLst>
              </p:cNvPr>
              <p:cNvSpPr/>
              <p:nvPr/>
            </p:nvSpPr>
            <p:spPr>
              <a:xfrm>
                <a:off x="4666217" y="5362642"/>
                <a:ext cx="34236" cy="51158"/>
              </a:xfrm>
              <a:custGeom>
                <a:avLst/>
                <a:gdLst/>
                <a:ahLst/>
                <a:cxnLst/>
                <a:rect l="0" t="0" r="0" b="0"/>
                <a:pathLst>
                  <a:path w="34236" h="51158">
                    <a:moveTo>
                      <a:pt x="0" y="51158"/>
                    </a:moveTo>
                    <a:lnTo>
                      <a:pt x="2330" y="45036"/>
                    </a:lnTo>
                    <a:lnTo>
                      <a:pt x="10531" y="31948"/>
                    </a:lnTo>
                    <a:lnTo>
                      <a:pt x="13182" y="25788"/>
                    </a:lnTo>
                    <a:lnTo>
                      <a:pt x="18722" y="21883"/>
                    </a:lnTo>
                    <a:lnTo>
                      <a:pt x="23880" y="14821"/>
                    </a:lnTo>
                    <a:lnTo>
                      <a:pt x="24267" y="6585"/>
                    </a:lnTo>
                    <a:lnTo>
                      <a:pt x="31760" y="825"/>
                    </a:lnTo>
                    <a:lnTo>
                      <a:pt x="34236" y="0"/>
                    </a:lnTo>
                    <a:lnTo>
                      <a:pt x="21032" y="2670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1" name="pg3881">
                <a:extLst>
                  <a:ext uri="{FF2B5EF4-FFF2-40B4-BE49-F238E27FC236}">
                    <a16:creationId xmlns:a16="http://schemas.microsoft.com/office/drawing/2014/main" id="{800A59E2-4B4C-D45D-CD4E-B4B5A088DCA8}"/>
                  </a:ext>
                </a:extLst>
              </p:cNvPr>
              <p:cNvSpPr/>
              <p:nvPr/>
            </p:nvSpPr>
            <p:spPr>
              <a:xfrm>
                <a:off x="3456939" y="4803878"/>
                <a:ext cx="26706" cy="20480"/>
              </a:xfrm>
              <a:custGeom>
                <a:avLst/>
                <a:gdLst/>
                <a:ahLst/>
                <a:cxnLst/>
                <a:rect l="0" t="0" r="0" b="0"/>
                <a:pathLst>
                  <a:path w="26706" h="20480">
                    <a:moveTo>
                      <a:pt x="18603" y="20480"/>
                    </a:moveTo>
                    <a:lnTo>
                      <a:pt x="1100" y="9214"/>
                    </a:lnTo>
                    <a:lnTo>
                      <a:pt x="0" y="4375"/>
                    </a:lnTo>
                    <a:lnTo>
                      <a:pt x="8635" y="0"/>
                    </a:lnTo>
                    <a:lnTo>
                      <a:pt x="13906" y="387"/>
                    </a:lnTo>
                    <a:lnTo>
                      <a:pt x="22241" y="6109"/>
                    </a:lnTo>
                    <a:lnTo>
                      <a:pt x="25290" y="7703"/>
                    </a:lnTo>
                    <a:lnTo>
                      <a:pt x="26706" y="10020"/>
                    </a:lnTo>
                    <a:lnTo>
                      <a:pt x="25900" y="13646"/>
                    </a:lnTo>
                    <a:lnTo>
                      <a:pt x="22536" y="1862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2" name="pg3882">
                <a:extLst>
                  <a:ext uri="{FF2B5EF4-FFF2-40B4-BE49-F238E27FC236}">
                    <a16:creationId xmlns:a16="http://schemas.microsoft.com/office/drawing/2014/main" id="{B8C7B2B4-BCCA-21B7-04AE-7AE90731E8A1}"/>
                  </a:ext>
                </a:extLst>
              </p:cNvPr>
              <p:cNvSpPr/>
              <p:nvPr/>
            </p:nvSpPr>
            <p:spPr>
              <a:xfrm>
                <a:off x="2924653" y="5000397"/>
                <a:ext cx="20774" cy="30399"/>
              </a:xfrm>
              <a:custGeom>
                <a:avLst/>
                <a:gdLst/>
                <a:ahLst/>
                <a:cxnLst/>
                <a:rect l="0" t="0" r="0" b="0"/>
                <a:pathLst>
                  <a:path w="20774" h="30399">
                    <a:moveTo>
                      <a:pt x="0" y="30399"/>
                    </a:moveTo>
                    <a:lnTo>
                      <a:pt x="5121" y="19749"/>
                    </a:lnTo>
                    <a:lnTo>
                      <a:pt x="6072" y="15482"/>
                    </a:lnTo>
                    <a:lnTo>
                      <a:pt x="14469" y="2006"/>
                    </a:lnTo>
                    <a:lnTo>
                      <a:pt x="18903" y="0"/>
                    </a:lnTo>
                    <a:lnTo>
                      <a:pt x="20774" y="5734"/>
                    </a:lnTo>
                    <a:lnTo>
                      <a:pt x="12138" y="15202"/>
                    </a:lnTo>
                    <a:lnTo>
                      <a:pt x="2294" y="300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3" name="pg3883">
                <a:extLst>
                  <a:ext uri="{FF2B5EF4-FFF2-40B4-BE49-F238E27FC236}">
                    <a16:creationId xmlns:a16="http://schemas.microsoft.com/office/drawing/2014/main" id="{71572A13-5911-760F-AFBE-601C33733B56}"/>
                  </a:ext>
                </a:extLst>
              </p:cNvPr>
              <p:cNvSpPr/>
              <p:nvPr/>
            </p:nvSpPr>
            <p:spPr>
              <a:xfrm>
                <a:off x="2949515" y="4968054"/>
                <a:ext cx="42075" cy="30323"/>
              </a:xfrm>
              <a:custGeom>
                <a:avLst/>
                <a:gdLst/>
                <a:ahLst/>
                <a:cxnLst/>
                <a:rect l="0" t="0" r="0" b="0"/>
                <a:pathLst>
                  <a:path w="42075" h="30323">
                    <a:moveTo>
                      <a:pt x="0" y="30323"/>
                    </a:moveTo>
                    <a:lnTo>
                      <a:pt x="4816" y="23299"/>
                    </a:lnTo>
                    <a:lnTo>
                      <a:pt x="12645" y="19756"/>
                    </a:lnTo>
                    <a:lnTo>
                      <a:pt x="29822" y="6261"/>
                    </a:lnTo>
                    <a:lnTo>
                      <a:pt x="36830" y="5334"/>
                    </a:lnTo>
                    <a:lnTo>
                      <a:pt x="40478" y="685"/>
                    </a:lnTo>
                    <a:lnTo>
                      <a:pt x="42075" y="0"/>
                    </a:lnTo>
                    <a:lnTo>
                      <a:pt x="41042" y="5696"/>
                    </a:lnTo>
                    <a:lnTo>
                      <a:pt x="27223" y="13786"/>
                    </a:lnTo>
                    <a:lnTo>
                      <a:pt x="3886" y="2978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4" name="pg3884">
                <a:extLst>
                  <a:ext uri="{FF2B5EF4-FFF2-40B4-BE49-F238E27FC236}">
                    <a16:creationId xmlns:a16="http://schemas.microsoft.com/office/drawing/2014/main" id="{7D89E249-958C-4EFD-8526-A2BBEEFCEE4B}"/>
                  </a:ext>
                </a:extLst>
              </p:cNvPr>
              <p:cNvSpPr/>
              <p:nvPr/>
            </p:nvSpPr>
            <p:spPr>
              <a:xfrm>
                <a:off x="2887740" y="5040830"/>
                <a:ext cx="34318" cy="75366"/>
              </a:xfrm>
              <a:custGeom>
                <a:avLst/>
                <a:gdLst/>
                <a:ahLst/>
                <a:cxnLst/>
                <a:rect l="0" t="0" r="0" b="0"/>
                <a:pathLst>
                  <a:path w="34318" h="75366">
                    <a:moveTo>
                      <a:pt x="0" y="75366"/>
                    </a:moveTo>
                    <a:lnTo>
                      <a:pt x="909" y="64215"/>
                    </a:lnTo>
                    <a:lnTo>
                      <a:pt x="9503" y="38877"/>
                    </a:lnTo>
                    <a:lnTo>
                      <a:pt x="26965" y="5575"/>
                    </a:lnTo>
                    <a:lnTo>
                      <a:pt x="34318" y="0"/>
                    </a:lnTo>
                    <a:lnTo>
                      <a:pt x="14175" y="36521"/>
                    </a:lnTo>
                    <a:lnTo>
                      <a:pt x="3302" y="6788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5" name="pg3885">
                <a:extLst>
                  <a:ext uri="{FF2B5EF4-FFF2-40B4-BE49-F238E27FC236}">
                    <a16:creationId xmlns:a16="http://schemas.microsoft.com/office/drawing/2014/main" id="{82D4A904-55C1-7E14-6ED2-45C4D17208F5}"/>
                  </a:ext>
                </a:extLst>
              </p:cNvPr>
              <p:cNvSpPr/>
              <p:nvPr/>
            </p:nvSpPr>
            <p:spPr>
              <a:xfrm>
                <a:off x="3130649" y="4843237"/>
                <a:ext cx="34081" cy="26658"/>
              </a:xfrm>
              <a:custGeom>
                <a:avLst/>
                <a:gdLst/>
                <a:ahLst/>
                <a:cxnLst/>
                <a:rect l="0" t="0" r="0" b="0"/>
                <a:pathLst>
                  <a:path w="34081" h="26658">
                    <a:moveTo>
                      <a:pt x="0" y="26658"/>
                    </a:moveTo>
                    <a:lnTo>
                      <a:pt x="23068" y="6655"/>
                    </a:lnTo>
                    <a:lnTo>
                      <a:pt x="27905" y="0"/>
                    </a:lnTo>
                    <a:lnTo>
                      <a:pt x="34081" y="292"/>
                    </a:lnTo>
                    <a:lnTo>
                      <a:pt x="23781" y="11500"/>
                    </a:lnTo>
                    <a:lnTo>
                      <a:pt x="5286" y="2541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6" name="pg3886">
                <a:extLst>
                  <a:ext uri="{FF2B5EF4-FFF2-40B4-BE49-F238E27FC236}">
                    <a16:creationId xmlns:a16="http://schemas.microsoft.com/office/drawing/2014/main" id="{E41842A0-812F-6CAD-976A-2FD0D7A5C81B}"/>
                  </a:ext>
                </a:extLst>
              </p:cNvPr>
              <p:cNvSpPr/>
              <p:nvPr/>
            </p:nvSpPr>
            <p:spPr>
              <a:xfrm>
                <a:off x="2885373" y="5122184"/>
                <a:ext cx="25027" cy="140921"/>
              </a:xfrm>
              <a:custGeom>
                <a:avLst/>
                <a:gdLst/>
                <a:ahLst/>
                <a:cxnLst/>
                <a:rect l="0" t="0" r="0" b="0"/>
                <a:pathLst>
                  <a:path w="25027" h="140921">
                    <a:moveTo>
                      <a:pt x="23564" y="140921"/>
                    </a:moveTo>
                    <a:lnTo>
                      <a:pt x="14800" y="112719"/>
                    </a:lnTo>
                    <a:lnTo>
                      <a:pt x="537" y="48898"/>
                    </a:lnTo>
                    <a:lnTo>
                      <a:pt x="0" y="12522"/>
                    </a:lnTo>
                    <a:lnTo>
                      <a:pt x="2242" y="0"/>
                    </a:lnTo>
                    <a:lnTo>
                      <a:pt x="5922" y="51374"/>
                    </a:lnTo>
                    <a:lnTo>
                      <a:pt x="21688" y="116618"/>
                    </a:lnTo>
                    <a:lnTo>
                      <a:pt x="25027" y="13488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7" name="pg3887">
                <a:extLst>
                  <a:ext uri="{FF2B5EF4-FFF2-40B4-BE49-F238E27FC236}">
                    <a16:creationId xmlns:a16="http://schemas.microsoft.com/office/drawing/2014/main" id="{4C32087F-F041-0B2C-73C8-D8BA771B2EAE}"/>
                  </a:ext>
                </a:extLst>
              </p:cNvPr>
              <p:cNvSpPr/>
              <p:nvPr/>
            </p:nvSpPr>
            <p:spPr>
              <a:xfrm>
                <a:off x="5637481" y="3252585"/>
                <a:ext cx="5178" cy="13666"/>
              </a:xfrm>
              <a:custGeom>
                <a:avLst/>
                <a:gdLst/>
                <a:ahLst/>
                <a:cxnLst/>
                <a:rect l="0" t="0" r="0" b="0"/>
                <a:pathLst>
                  <a:path w="5178" h="13666">
                    <a:moveTo>
                      <a:pt x="1095" y="13666"/>
                    </a:moveTo>
                    <a:lnTo>
                      <a:pt x="0" y="7385"/>
                    </a:lnTo>
                    <a:lnTo>
                      <a:pt x="2056" y="165"/>
                    </a:lnTo>
                    <a:lnTo>
                      <a:pt x="4139" y="0"/>
                    </a:lnTo>
                    <a:lnTo>
                      <a:pt x="5178" y="3841"/>
                    </a:lnTo>
                    <a:lnTo>
                      <a:pt x="4030" y="11259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8" name="pg3888">
                <a:extLst>
                  <a:ext uri="{FF2B5EF4-FFF2-40B4-BE49-F238E27FC236}">
                    <a16:creationId xmlns:a16="http://schemas.microsoft.com/office/drawing/2014/main" id="{5E46F4CE-1D16-6C0B-BF54-431000A694C4}"/>
                  </a:ext>
                </a:extLst>
              </p:cNvPr>
              <p:cNvSpPr/>
              <p:nvPr/>
            </p:nvSpPr>
            <p:spPr>
              <a:xfrm>
                <a:off x="5335877" y="3489988"/>
                <a:ext cx="15498" cy="28227"/>
              </a:xfrm>
              <a:custGeom>
                <a:avLst/>
                <a:gdLst/>
                <a:ahLst/>
                <a:cxnLst/>
                <a:rect l="0" t="0" r="0" b="0"/>
                <a:pathLst>
                  <a:path w="15498" h="28227">
                    <a:moveTo>
                      <a:pt x="284" y="28227"/>
                    </a:moveTo>
                    <a:lnTo>
                      <a:pt x="0" y="24442"/>
                    </a:lnTo>
                    <a:lnTo>
                      <a:pt x="15498" y="0"/>
                    </a:lnTo>
                    <a:lnTo>
                      <a:pt x="12697" y="854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89" name="pg3889">
                <a:extLst>
                  <a:ext uri="{FF2B5EF4-FFF2-40B4-BE49-F238E27FC236}">
                    <a16:creationId xmlns:a16="http://schemas.microsoft.com/office/drawing/2014/main" id="{09AF8C69-7425-D456-ABE4-EFD50CC0FB52}"/>
                  </a:ext>
                </a:extLst>
              </p:cNvPr>
              <p:cNvSpPr/>
              <p:nvPr/>
            </p:nvSpPr>
            <p:spPr>
              <a:xfrm>
                <a:off x="5216776" y="3678353"/>
                <a:ext cx="29698" cy="55407"/>
              </a:xfrm>
              <a:custGeom>
                <a:avLst/>
                <a:gdLst/>
                <a:ahLst/>
                <a:cxnLst/>
                <a:rect l="0" t="0" r="0" b="0"/>
                <a:pathLst>
                  <a:path w="29698" h="55407">
                    <a:moveTo>
                      <a:pt x="0" y="55407"/>
                    </a:moveTo>
                    <a:lnTo>
                      <a:pt x="16143" y="29364"/>
                    </a:lnTo>
                    <a:lnTo>
                      <a:pt x="25518" y="7544"/>
                    </a:lnTo>
                    <a:lnTo>
                      <a:pt x="29698" y="0"/>
                    </a:lnTo>
                    <a:lnTo>
                      <a:pt x="25642" y="15291"/>
                    </a:lnTo>
                    <a:lnTo>
                      <a:pt x="18552" y="29351"/>
                    </a:lnTo>
                    <a:lnTo>
                      <a:pt x="4811" y="532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0" name="pg3890">
                <a:extLst>
                  <a:ext uri="{FF2B5EF4-FFF2-40B4-BE49-F238E27FC236}">
                    <a16:creationId xmlns:a16="http://schemas.microsoft.com/office/drawing/2014/main" id="{BD19F22B-F68E-6306-32C6-DC25947FF2FC}"/>
                  </a:ext>
                </a:extLst>
              </p:cNvPr>
              <p:cNvSpPr/>
              <p:nvPr/>
            </p:nvSpPr>
            <p:spPr>
              <a:xfrm>
                <a:off x="5079677" y="4146288"/>
                <a:ext cx="13513" cy="6191"/>
              </a:xfrm>
              <a:custGeom>
                <a:avLst/>
                <a:gdLst/>
                <a:ahLst/>
                <a:cxnLst/>
                <a:rect l="0" t="0" r="0" b="0"/>
                <a:pathLst>
                  <a:path w="13513" h="6191">
                    <a:moveTo>
                      <a:pt x="11157" y="6191"/>
                    </a:moveTo>
                    <a:lnTo>
                      <a:pt x="6997" y="4756"/>
                    </a:lnTo>
                    <a:lnTo>
                      <a:pt x="1266" y="2013"/>
                    </a:lnTo>
                    <a:lnTo>
                      <a:pt x="0" y="0"/>
                    </a:lnTo>
                    <a:lnTo>
                      <a:pt x="5467" y="730"/>
                    </a:lnTo>
                    <a:lnTo>
                      <a:pt x="13513" y="58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1" name="pg3891">
                <a:extLst>
                  <a:ext uri="{FF2B5EF4-FFF2-40B4-BE49-F238E27FC236}">
                    <a16:creationId xmlns:a16="http://schemas.microsoft.com/office/drawing/2014/main" id="{C3C58829-B8AF-6289-D33E-8A5EC1FD1EAD}"/>
                  </a:ext>
                </a:extLst>
              </p:cNvPr>
              <p:cNvSpPr/>
              <p:nvPr/>
            </p:nvSpPr>
            <p:spPr>
              <a:xfrm>
                <a:off x="4577198" y="5440364"/>
                <a:ext cx="10779" cy="15615"/>
              </a:xfrm>
              <a:custGeom>
                <a:avLst/>
                <a:gdLst/>
                <a:ahLst/>
                <a:cxnLst/>
                <a:rect l="0" t="0" r="0" b="0"/>
                <a:pathLst>
                  <a:path w="10779" h="15615">
                    <a:moveTo>
                      <a:pt x="6020" y="15615"/>
                    </a:moveTo>
                    <a:lnTo>
                      <a:pt x="4511" y="14790"/>
                    </a:lnTo>
                    <a:lnTo>
                      <a:pt x="4511" y="10890"/>
                    </a:lnTo>
                    <a:lnTo>
                      <a:pt x="0" y="2260"/>
                    </a:lnTo>
                    <a:lnTo>
                      <a:pt x="170" y="0"/>
                    </a:lnTo>
                    <a:lnTo>
                      <a:pt x="10516" y="8446"/>
                    </a:lnTo>
                    <a:lnTo>
                      <a:pt x="10779" y="10713"/>
                    </a:lnTo>
                    <a:lnTo>
                      <a:pt x="9193" y="1294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2" name="pg3892">
                <a:extLst>
                  <a:ext uri="{FF2B5EF4-FFF2-40B4-BE49-F238E27FC236}">
                    <a16:creationId xmlns:a16="http://schemas.microsoft.com/office/drawing/2014/main" id="{ACAE468C-20FB-1F5E-C2EB-63E8F0D964DB}"/>
                  </a:ext>
                </a:extLst>
              </p:cNvPr>
              <p:cNvSpPr/>
              <p:nvPr/>
            </p:nvSpPr>
            <p:spPr>
              <a:xfrm>
                <a:off x="4637878" y="5427841"/>
                <a:ext cx="6681" cy="5543"/>
              </a:xfrm>
              <a:custGeom>
                <a:avLst/>
                <a:gdLst/>
                <a:ahLst/>
                <a:cxnLst/>
                <a:rect l="0" t="0" r="0" b="0"/>
                <a:pathLst>
                  <a:path w="6681" h="5543">
                    <a:moveTo>
                      <a:pt x="0" y="5543"/>
                    </a:moveTo>
                    <a:lnTo>
                      <a:pt x="1002" y="3695"/>
                    </a:lnTo>
                    <a:lnTo>
                      <a:pt x="5178" y="0"/>
                    </a:lnTo>
                    <a:lnTo>
                      <a:pt x="6681" y="1435"/>
                    </a:lnTo>
                    <a:lnTo>
                      <a:pt x="6516" y="3283"/>
                    </a:lnTo>
                    <a:lnTo>
                      <a:pt x="2005" y="554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3" name="pg3893">
                <a:extLst>
                  <a:ext uri="{FF2B5EF4-FFF2-40B4-BE49-F238E27FC236}">
                    <a16:creationId xmlns:a16="http://schemas.microsoft.com/office/drawing/2014/main" id="{9994845F-9198-CFA3-322B-91F754672D2A}"/>
                  </a:ext>
                </a:extLst>
              </p:cNvPr>
              <p:cNvSpPr/>
              <p:nvPr/>
            </p:nvSpPr>
            <p:spPr>
              <a:xfrm>
                <a:off x="4657267" y="5415509"/>
                <a:ext cx="5348" cy="5550"/>
              </a:xfrm>
              <a:custGeom>
                <a:avLst/>
                <a:gdLst/>
                <a:ahLst/>
                <a:cxnLst/>
                <a:rect l="0" t="0" r="0" b="0"/>
                <a:pathLst>
                  <a:path w="5348" h="5550">
                    <a:moveTo>
                      <a:pt x="0" y="5550"/>
                    </a:moveTo>
                    <a:lnTo>
                      <a:pt x="4175" y="0"/>
                    </a:lnTo>
                    <a:lnTo>
                      <a:pt x="5348" y="412"/>
                    </a:lnTo>
                    <a:lnTo>
                      <a:pt x="2842" y="493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4" name="pg3894">
                <a:extLst>
                  <a:ext uri="{FF2B5EF4-FFF2-40B4-BE49-F238E27FC236}">
                    <a16:creationId xmlns:a16="http://schemas.microsoft.com/office/drawing/2014/main" id="{98F1CA7E-1FF8-AA7D-E5E3-5AAFC3D8F85C}"/>
                  </a:ext>
                </a:extLst>
              </p:cNvPr>
              <p:cNvSpPr/>
              <p:nvPr/>
            </p:nvSpPr>
            <p:spPr>
              <a:xfrm>
                <a:off x="4607290" y="5439132"/>
                <a:ext cx="21895" cy="8630"/>
              </a:xfrm>
              <a:custGeom>
                <a:avLst/>
                <a:gdLst/>
                <a:ahLst/>
                <a:cxnLst/>
                <a:rect l="0" t="0" r="0" b="0"/>
                <a:pathLst>
                  <a:path w="21895" h="8630">
                    <a:moveTo>
                      <a:pt x="5012" y="8630"/>
                    </a:moveTo>
                    <a:lnTo>
                      <a:pt x="0" y="6369"/>
                    </a:lnTo>
                    <a:lnTo>
                      <a:pt x="5513" y="3289"/>
                    </a:lnTo>
                    <a:lnTo>
                      <a:pt x="21895" y="0"/>
                    </a:lnTo>
                    <a:lnTo>
                      <a:pt x="15709" y="4108"/>
                    </a:lnTo>
                    <a:lnTo>
                      <a:pt x="9860" y="555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5" name="pg3895">
                <a:extLst>
                  <a:ext uri="{FF2B5EF4-FFF2-40B4-BE49-F238E27FC236}">
                    <a16:creationId xmlns:a16="http://schemas.microsoft.com/office/drawing/2014/main" id="{515BA77C-134B-B8C5-B7AC-C3E72A6C1A99}"/>
                  </a:ext>
                </a:extLst>
              </p:cNvPr>
              <p:cNvSpPr/>
              <p:nvPr/>
            </p:nvSpPr>
            <p:spPr>
              <a:xfrm>
                <a:off x="4570537" y="4631229"/>
                <a:ext cx="6945" cy="31688"/>
              </a:xfrm>
              <a:custGeom>
                <a:avLst/>
                <a:gdLst/>
                <a:ahLst/>
                <a:cxnLst/>
                <a:rect l="0" t="0" r="0" b="0"/>
                <a:pathLst>
                  <a:path w="6945" h="31688">
                    <a:moveTo>
                      <a:pt x="2237" y="31688"/>
                    </a:moveTo>
                    <a:lnTo>
                      <a:pt x="201" y="20467"/>
                    </a:lnTo>
                    <a:lnTo>
                      <a:pt x="0" y="9570"/>
                    </a:lnTo>
                    <a:lnTo>
                      <a:pt x="3565" y="3124"/>
                    </a:lnTo>
                    <a:lnTo>
                      <a:pt x="6945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6" name="pg3896">
                <a:extLst>
                  <a:ext uri="{FF2B5EF4-FFF2-40B4-BE49-F238E27FC236}">
                    <a16:creationId xmlns:a16="http://schemas.microsoft.com/office/drawing/2014/main" id="{F4D6D4CC-1289-E9D4-5F30-8C00D45E0116}"/>
                  </a:ext>
                </a:extLst>
              </p:cNvPr>
              <p:cNvSpPr/>
              <p:nvPr/>
            </p:nvSpPr>
            <p:spPr>
              <a:xfrm>
                <a:off x="4554992" y="5448277"/>
                <a:ext cx="10567" cy="12891"/>
              </a:xfrm>
              <a:custGeom>
                <a:avLst/>
                <a:gdLst/>
                <a:ahLst/>
                <a:cxnLst/>
                <a:rect l="0" t="0" r="0" b="0"/>
                <a:pathLst>
                  <a:path w="10567" h="12891">
                    <a:moveTo>
                      <a:pt x="0" y="12891"/>
                    </a:moveTo>
                    <a:lnTo>
                      <a:pt x="5529" y="7772"/>
                    </a:lnTo>
                    <a:lnTo>
                      <a:pt x="7322" y="0"/>
                    </a:lnTo>
                    <a:lnTo>
                      <a:pt x="10567" y="6070"/>
                    </a:lnTo>
                    <a:lnTo>
                      <a:pt x="10505" y="9754"/>
                    </a:lnTo>
                    <a:lnTo>
                      <a:pt x="6857" y="1160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7" name="pg3897">
                <a:extLst>
                  <a:ext uri="{FF2B5EF4-FFF2-40B4-BE49-F238E27FC236}">
                    <a16:creationId xmlns:a16="http://schemas.microsoft.com/office/drawing/2014/main" id="{F341C2E0-EB71-C601-5460-81DB7842625E}"/>
                  </a:ext>
                </a:extLst>
              </p:cNvPr>
              <p:cNvSpPr/>
              <p:nvPr/>
            </p:nvSpPr>
            <p:spPr>
              <a:xfrm>
                <a:off x="4681421" y="5037121"/>
                <a:ext cx="28195" cy="83983"/>
              </a:xfrm>
              <a:custGeom>
                <a:avLst/>
                <a:gdLst/>
                <a:ahLst/>
                <a:cxnLst/>
                <a:rect l="0" t="0" r="0" b="0"/>
                <a:pathLst>
                  <a:path w="28195" h="83983">
                    <a:moveTo>
                      <a:pt x="28195" y="83983"/>
                    </a:moveTo>
                    <a:lnTo>
                      <a:pt x="18464" y="61770"/>
                    </a:lnTo>
                    <a:lnTo>
                      <a:pt x="6438" y="26938"/>
                    </a:lnTo>
                    <a:lnTo>
                      <a:pt x="0" y="0"/>
                    </a:lnTo>
                    <a:lnTo>
                      <a:pt x="4356" y="7283"/>
                    </a:lnTo>
                    <a:lnTo>
                      <a:pt x="8614" y="22359"/>
                    </a:lnTo>
                    <a:lnTo>
                      <a:pt x="26474" y="7440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8" name="pg3898">
                <a:extLst>
                  <a:ext uri="{FF2B5EF4-FFF2-40B4-BE49-F238E27FC236}">
                    <a16:creationId xmlns:a16="http://schemas.microsoft.com/office/drawing/2014/main" id="{F480F9C2-B271-C668-E463-3E6935516C08}"/>
                  </a:ext>
                </a:extLst>
              </p:cNvPr>
              <p:cNvSpPr/>
              <p:nvPr/>
            </p:nvSpPr>
            <p:spPr>
              <a:xfrm>
                <a:off x="4535949" y="5462902"/>
                <a:ext cx="7699" cy="4470"/>
              </a:xfrm>
              <a:custGeom>
                <a:avLst/>
                <a:gdLst/>
                <a:ahLst/>
                <a:cxnLst/>
                <a:rect l="0" t="0" r="0" b="0"/>
                <a:pathLst>
                  <a:path w="7699" h="4470">
                    <a:moveTo>
                      <a:pt x="232" y="4470"/>
                    </a:moveTo>
                    <a:lnTo>
                      <a:pt x="0" y="2457"/>
                    </a:lnTo>
                    <a:lnTo>
                      <a:pt x="4630" y="0"/>
                    </a:lnTo>
                    <a:lnTo>
                      <a:pt x="7699" y="165"/>
                    </a:lnTo>
                    <a:lnTo>
                      <a:pt x="7586" y="2889"/>
                    </a:lnTo>
                    <a:lnTo>
                      <a:pt x="2919" y="41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899" name="pg3899">
                <a:extLst>
                  <a:ext uri="{FF2B5EF4-FFF2-40B4-BE49-F238E27FC236}">
                    <a16:creationId xmlns:a16="http://schemas.microsoft.com/office/drawing/2014/main" id="{2BBCD9E6-2396-F424-C427-1FE91815A97C}"/>
                  </a:ext>
                </a:extLst>
              </p:cNvPr>
              <p:cNvSpPr/>
              <p:nvPr/>
            </p:nvSpPr>
            <p:spPr>
              <a:xfrm>
                <a:off x="3781115" y="4789697"/>
                <a:ext cx="7508" cy="12059"/>
              </a:xfrm>
              <a:custGeom>
                <a:avLst/>
                <a:gdLst/>
                <a:ahLst/>
                <a:cxnLst/>
                <a:rect l="0" t="0" r="0" b="0"/>
                <a:pathLst>
                  <a:path w="7508" h="12059">
                    <a:moveTo>
                      <a:pt x="0" y="12059"/>
                    </a:moveTo>
                    <a:lnTo>
                      <a:pt x="263" y="9462"/>
                    </a:lnTo>
                    <a:lnTo>
                      <a:pt x="4490" y="2648"/>
                    </a:lnTo>
                    <a:lnTo>
                      <a:pt x="7508" y="0"/>
                    </a:lnTo>
                    <a:lnTo>
                      <a:pt x="5746" y="525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0" name="pg3900">
                <a:extLst>
                  <a:ext uri="{FF2B5EF4-FFF2-40B4-BE49-F238E27FC236}">
                    <a16:creationId xmlns:a16="http://schemas.microsoft.com/office/drawing/2014/main" id="{0EEBB2CC-689B-39AF-E96F-54A2C9DB1E2F}"/>
                  </a:ext>
                </a:extLst>
              </p:cNvPr>
              <p:cNvSpPr/>
              <p:nvPr/>
            </p:nvSpPr>
            <p:spPr>
              <a:xfrm>
                <a:off x="3804479" y="4723202"/>
                <a:ext cx="17435" cy="7734"/>
              </a:xfrm>
              <a:custGeom>
                <a:avLst/>
                <a:gdLst/>
                <a:ahLst/>
                <a:cxnLst/>
                <a:rect l="0" t="0" r="0" b="0"/>
                <a:pathLst>
                  <a:path w="17435" h="7734">
                    <a:moveTo>
                      <a:pt x="16107" y="7734"/>
                    </a:moveTo>
                    <a:lnTo>
                      <a:pt x="6733" y="5029"/>
                    </a:lnTo>
                    <a:lnTo>
                      <a:pt x="1033" y="2514"/>
                    </a:lnTo>
                    <a:lnTo>
                      <a:pt x="0" y="0"/>
                    </a:lnTo>
                    <a:lnTo>
                      <a:pt x="15756" y="4565"/>
                    </a:lnTo>
                    <a:lnTo>
                      <a:pt x="17435" y="62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1" name="pg3901">
                <a:extLst>
                  <a:ext uri="{FF2B5EF4-FFF2-40B4-BE49-F238E27FC236}">
                    <a16:creationId xmlns:a16="http://schemas.microsoft.com/office/drawing/2014/main" id="{66CDB0A2-2E1F-63AE-156A-B86A464C70DB}"/>
                  </a:ext>
                </a:extLst>
              </p:cNvPr>
              <p:cNvSpPr/>
              <p:nvPr/>
            </p:nvSpPr>
            <p:spPr>
              <a:xfrm>
                <a:off x="3847510" y="4721970"/>
                <a:ext cx="25921" cy="5569"/>
              </a:xfrm>
              <a:custGeom>
                <a:avLst/>
                <a:gdLst/>
                <a:ahLst/>
                <a:cxnLst/>
                <a:rect l="0" t="0" r="0" b="0"/>
                <a:pathLst>
                  <a:path w="25921" h="5569">
                    <a:moveTo>
                      <a:pt x="16609" y="5569"/>
                    </a:moveTo>
                    <a:lnTo>
                      <a:pt x="2806" y="5308"/>
                    </a:lnTo>
                    <a:lnTo>
                      <a:pt x="0" y="4330"/>
                    </a:lnTo>
                    <a:lnTo>
                      <a:pt x="5539" y="2470"/>
                    </a:lnTo>
                    <a:lnTo>
                      <a:pt x="21895" y="0"/>
                    </a:lnTo>
                    <a:lnTo>
                      <a:pt x="25921" y="2781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2" name="pg3902">
                <a:extLst>
                  <a:ext uri="{FF2B5EF4-FFF2-40B4-BE49-F238E27FC236}">
                    <a16:creationId xmlns:a16="http://schemas.microsoft.com/office/drawing/2014/main" id="{DA6CBB32-3BDF-1A19-A0AD-15DBA3A5B92D}"/>
                  </a:ext>
                </a:extLst>
              </p:cNvPr>
              <p:cNvSpPr/>
              <p:nvPr/>
            </p:nvSpPr>
            <p:spPr>
              <a:xfrm>
                <a:off x="3738952" y="4735636"/>
                <a:ext cx="16650" cy="17044"/>
              </a:xfrm>
              <a:custGeom>
                <a:avLst/>
                <a:gdLst/>
                <a:ahLst/>
                <a:cxnLst/>
                <a:rect l="0" t="0" r="0" b="0"/>
                <a:pathLst>
                  <a:path w="16650" h="17044">
                    <a:moveTo>
                      <a:pt x="12862" y="17044"/>
                    </a:moveTo>
                    <a:lnTo>
                      <a:pt x="7679" y="14034"/>
                    </a:lnTo>
                    <a:lnTo>
                      <a:pt x="0" y="13761"/>
                    </a:lnTo>
                    <a:lnTo>
                      <a:pt x="3379" y="11697"/>
                    </a:lnTo>
                    <a:lnTo>
                      <a:pt x="5751" y="9684"/>
                    </a:lnTo>
                    <a:lnTo>
                      <a:pt x="6935" y="7518"/>
                    </a:lnTo>
                    <a:lnTo>
                      <a:pt x="16650" y="0"/>
                    </a:lnTo>
                    <a:lnTo>
                      <a:pt x="13896" y="5518"/>
                    </a:lnTo>
                    <a:lnTo>
                      <a:pt x="12490" y="1099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3" name="pg3903">
                <a:extLst>
                  <a:ext uri="{FF2B5EF4-FFF2-40B4-BE49-F238E27FC236}">
                    <a16:creationId xmlns:a16="http://schemas.microsoft.com/office/drawing/2014/main" id="{8864BB25-B89C-DC04-4BC9-244337192592}"/>
                  </a:ext>
                </a:extLst>
              </p:cNvPr>
              <p:cNvSpPr/>
              <p:nvPr/>
            </p:nvSpPr>
            <p:spPr>
              <a:xfrm>
                <a:off x="3789234" y="4750191"/>
                <a:ext cx="5746" cy="36527"/>
              </a:xfrm>
              <a:custGeom>
                <a:avLst/>
                <a:gdLst/>
                <a:ahLst/>
                <a:cxnLst/>
                <a:rect l="0" t="0" r="0" b="0"/>
                <a:pathLst>
                  <a:path w="5746" h="36527">
                    <a:moveTo>
                      <a:pt x="1188" y="36527"/>
                    </a:moveTo>
                    <a:lnTo>
                      <a:pt x="4118" y="16695"/>
                    </a:lnTo>
                    <a:lnTo>
                      <a:pt x="0" y="0"/>
                    </a:lnTo>
                    <a:lnTo>
                      <a:pt x="4340" y="7328"/>
                    </a:lnTo>
                    <a:lnTo>
                      <a:pt x="5746" y="16047"/>
                    </a:lnTo>
                    <a:lnTo>
                      <a:pt x="4175" y="3238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4" name="pg3904">
                <a:extLst>
                  <a:ext uri="{FF2B5EF4-FFF2-40B4-BE49-F238E27FC236}">
                    <a16:creationId xmlns:a16="http://schemas.microsoft.com/office/drawing/2014/main" id="{E0A16808-6456-F8C3-A37D-ED0BDEB97BAB}"/>
                  </a:ext>
                </a:extLst>
              </p:cNvPr>
              <p:cNvSpPr/>
              <p:nvPr/>
            </p:nvSpPr>
            <p:spPr>
              <a:xfrm>
                <a:off x="4186131" y="4792371"/>
                <a:ext cx="40173" cy="16358"/>
              </a:xfrm>
              <a:custGeom>
                <a:avLst/>
                <a:gdLst/>
                <a:ahLst/>
                <a:cxnLst/>
                <a:rect l="0" t="0" r="0" b="0"/>
                <a:pathLst>
                  <a:path w="40173" h="16358">
                    <a:moveTo>
                      <a:pt x="11482" y="16358"/>
                    </a:moveTo>
                    <a:lnTo>
                      <a:pt x="0" y="12954"/>
                    </a:lnTo>
                    <a:lnTo>
                      <a:pt x="7136" y="12307"/>
                    </a:lnTo>
                    <a:lnTo>
                      <a:pt x="12299" y="13685"/>
                    </a:lnTo>
                    <a:lnTo>
                      <a:pt x="25373" y="6991"/>
                    </a:lnTo>
                    <a:lnTo>
                      <a:pt x="32231" y="1924"/>
                    </a:lnTo>
                    <a:lnTo>
                      <a:pt x="40173" y="0"/>
                    </a:lnTo>
                    <a:lnTo>
                      <a:pt x="22102" y="116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5" name="pg3905">
                <a:extLst>
                  <a:ext uri="{FF2B5EF4-FFF2-40B4-BE49-F238E27FC236}">
                    <a16:creationId xmlns:a16="http://schemas.microsoft.com/office/drawing/2014/main" id="{80782820-33B5-CAB0-FD67-3FDEE1A4BAE0}"/>
                  </a:ext>
                </a:extLst>
              </p:cNvPr>
              <p:cNvSpPr/>
              <p:nvPr/>
            </p:nvSpPr>
            <p:spPr>
              <a:xfrm>
                <a:off x="5923277" y="2903466"/>
                <a:ext cx="8449" cy="10395"/>
              </a:xfrm>
              <a:custGeom>
                <a:avLst/>
                <a:gdLst/>
                <a:ahLst/>
                <a:cxnLst/>
                <a:rect l="0" t="0" r="0" b="0"/>
                <a:pathLst>
                  <a:path w="8449" h="10395">
                    <a:moveTo>
                      <a:pt x="4428" y="10395"/>
                    </a:moveTo>
                    <a:lnTo>
                      <a:pt x="139" y="9563"/>
                    </a:lnTo>
                    <a:lnTo>
                      <a:pt x="0" y="3149"/>
                    </a:lnTo>
                    <a:lnTo>
                      <a:pt x="1297" y="971"/>
                    </a:lnTo>
                    <a:lnTo>
                      <a:pt x="2780" y="0"/>
                    </a:lnTo>
                    <a:lnTo>
                      <a:pt x="4981" y="1803"/>
                    </a:lnTo>
                    <a:lnTo>
                      <a:pt x="8449" y="782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6" name="pg3906">
                <a:extLst>
                  <a:ext uri="{FF2B5EF4-FFF2-40B4-BE49-F238E27FC236}">
                    <a16:creationId xmlns:a16="http://schemas.microsoft.com/office/drawing/2014/main" id="{95F5BD9F-0FF5-FB92-4E42-1E69FD31E6BD}"/>
                  </a:ext>
                </a:extLst>
              </p:cNvPr>
              <p:cNvSpPr/>
              <p:nvPr/>
            </p:nvSpPr>
            <p:spPr>
              <a:xfrm>
                <a:off x="2399291" y="4782381"/>
                <a:ext cx="513697" cy="755524"/>
              </a:xfrm>
              <a:custGeom>
                <a:avLst/>
                <a:gdLst/>
                <a:ahLst/>
                <a:cxnLst/>
                <a:rect l="0" t="0" r="0" b="0"/>
                <a:pathLst>
                  <a:path w="513697" h="755524">
                    <a:moveTo>
                      <a:pt x="961" y="1759"/>
                    </a:moveTo>
                    <a:lnTo>
                      <a:pt x="26210" y="3480"/>
                    </a:lnTo>
                    <a:lnTo>
                      <a:pt x="41104" y="2895"/>
                    </a:lnTo>
                    <a:lnTo>
                      <a:pt x="45646" y="0"/>
                    </a:lnTo>
                    <a:lnTo>
                      <a:pt x="48008" y="152"/>
                    </a:lnTo>
                    <a:lnTo>
                      <a:pt x="48194" y="3340"/>
                    </a:lnTo>
                    <a:lnTo>
                      <a:pt x="51935" y="4692"/>
                    </a:lnTo>
                    <a:lnTo>
                      <a:pt x="59227" y="4210"/>
                    </a:lnTo>
                    <a:lnTo>
                      <a:pt x="65578" y="8668"/>
                    </a:lnTo>
                    <a:lnTo>
                      <a:pt x="73712" y="22778"/>
                    </a:lnTo>
                    <a:lnTo>
                      <a:pt x="101747" y="45379"/>
                    </a:lnTo>
                    <a:lnTo>
                      <a:pt x="104108" y="53133"/>
                    </a:lnTo>
                    <a:lnTo>
                      <a:pt x="113865" y="64316"/>
                    </a:lnTo>
                    <a:lnTo>
                      <a:pt x="131807" y="81507"/>
                    </a:lnTo>
                    <a:lnTo>
                      <a:pt x="141962" y="96329"/>
                    </a:lnTo>
                    <a:lnTo>
                      <a:pt x="144324" y="108782"/>
                    </a:lnTo>
                    <a:lnTo>
                      <a:pt x="153491" y="128481"/>
                    </a:lnTo>
                    <a:lnTo>
                      <a:pt x="169449" y="155419"/>
                    </a:lnTo>
                    <a:lnTo>
                      <a:pt x="176560" y="169942"/>
                    </a:lnTo>
                    <a:lnTo>
                      <a:pt x="174824" y="172038"/>
                    </a:lnTo>
                    <a:lnTo>
                      <a:pt x="176079" y="179620"/>
                    </a:lnTo>
                    <a:lnTo>
                      <a:pt x="180338" y="192683"/>
                    </a:lnTo>
                    <a:lnTo>
                      <a:pt x="188249" y="203745"/>
                    </a:lnTo>
                    <a:lnTo>
                      <a:pt x="199820" y="212807"/>
                    </a:lnTo>
                    <a:lnTo>
                      <a:pt x="211520" y="229077"/>
                    </a:lnTo>
                    <a:lnTo>
                      <a:pt x="223349" y="252561"/>
                    </a:lnTo>
                    <a:lnTo>
                      <a:pt x="237679" y="270425"/>
                    </a:lnTo>
                    <a:lnTo>
                      <a:pt x="254500" y="282655"/>
                    </a:lnTo>
                    <a:lnTo>
                      <a:pt x="264024" y="294042"/>
                    </a:lnTo>
                    <a:lnTo>
                      <a:pt x="266251" y="304571"/>
                    </a:lnTo>
                    <a:lnTo>
                      <a:pt x="266086" y="313588"/>
                    </a:lnTo>
                    <a:lnTo>
                      <a:pt x="263522" y="321094"/>
                    </a:lnTo>
                    <a:lnTo>
                      <a:pt x="264608" y="328226"/>
                    </a:lnTo>
                    <a:lnTo>
                      <a:pt x="269336" y="334964"/>
                    </a:lnTo>
                    <a:lnTo>
                      <a:pt x="270912" y="343232"/>
                    </a:lnTo>
                    <a:lnTo>
                      <a:pt x="269062" y="354732"/>
                    </a:lnTo>
                    <a:lnTo>
                      <a:pt x="269191" y="357990"/>
                    </a:lnTo>
                    <a:lnTo>
                      <a:pt x="270561" y="360587"/>
                    </a:lnTo>
                    <a:lnTo>
                      <a:pt x="285496" y="380350"/>
                    </a:lnTo>
                    <a:lnTo>
                      <a:pt x="293170" y="396321"/>
                    </a:lnTo>
                    <a:lnTo>
                      <a:pt x="299262" y="421811"/>
                    </a:lnTo>
                    <a:lnTo>
                      <a:pt x="299293" y="422040"/>
                    </a:lnTo>
                    <a:lnTo>
                      <a:pt x="306099" y="437287"/>
                    </a:lnTo>
                    <a:lnTo>
                      <a:pt x="315887" y="443523"/>
                    </a:lnTo>
                    <a:lnTo>
                      <a:pt x="330925" y="445829"/>
                    </a:lnTo>
                    <a:lnTo>
                      <a:pt x="342351" y="451138"/>
                    </a:lnTo>
                    <a:lnTo>
                      <a:pt x="350165" y="459457"/>
                    </a:lnTo>
                    <a:lnTo>
                      <a:pt x="360019" y="464480"/>
                    </a:lnTo>
                    <a:lnTo>
                      <a:pt x="371916" y="466207"/>
                    </a:lnTo>
                    <a:lnTo>
                      <a:pt x="383321" y="471694"/>
                    </a:lnTo>
                    <a:lnTo>
                      <a:pt x="394230" y="480953"/>
                    </a:lnTo>
                    <a:lnTo>
                      <a:pt x="414575" y="487030"/>
                    </a:lnTo>
                    <a:lnTo>
                      <a:pt x="444357" y="489945"/>
                    </a:lnTo>
                    <a:lnTo>
                      <a:pt x="467022" y="497470"/>
                    </a:lnTo>
                    <a:lnTo>
                      <a:pt x="482577" y="509612"/>
                    </a:lnTo>
                    <a:lnTo>
                      <a:pt x="489419" y="512082"/>
                    </a:lnTo>
                    <a:lnTo>
                      <a:pt x="491269" y="512254"/>
                    </a:lnTo>
                    <a:lnTo>
                      <a:pt x="492158" y="510399"/>
                    </a:lnTo>
                    <a:lnTo>
                      <a:pt x="493331" y="506964"/>
                    </a:lnTo>
                    <a:lnTo>
                      <a:pt x="499352" y="503008"/>
                    </a:lnTo>
                    <a:lnTo>
                      <a:pt x="513697" y="500423"/>
                    </a:lnTo>
                    <a:lnTo>
                      <a:pt x="511770" y="527285"/>
                    </a:lnTo>
                    <a:lnTo>
                      <a:pt x="505372" y="549327"/>
                    </a:lnTo>
                    <a:lnTo>
                      <a:pt x="484293" y="595152"/>
                    </a:lnTo>
                    <a:lnTo>
                      <a:pt x="475508" y="623576"/>
                    </a:lnTo>
                    <a:lnTo>
                      <a:pt x="458511" y="704804"/>
                    </a:lnTo>
                    <a:lnTo>
                      <a:pt x="453534" y="755524"/>
                    </a:lnTo>
                    <a:lnTo>
                      <a:pt x="0" y="755524"/>
                    </a:lnTo>
                    <a:lnTo>
                      <a:pt x="0" y="155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7" name="pg3907">
                <a:extLst>
                  <a:ext uri="{FF2B5EF4-FFF2-40B4-BE49-F238E27FC236}">
                    <a16:creationId xmlns:a16="http://schemas.microsoft.com/office/drawing/2014/main" id="{427BDA2D-452C-E92F-46AF-F349482BE51D}"/>
                  </a:ext>
                </a:extLst>
              </p:cNvPr>
              <p:cNvSpPr/>
              <p:nvPr/>
            </p:nvSpPr>
            <p:spPr>
              <a:xfrm>
                <a:off x="4173090" y="2540116"/>
                <a:ext cx="1519164" cy="699069"/>
              </a:xfrm>
              <a:custGeom>
                <a:avLst/>
                <a:gdLst/>
                <a:ahLst/>
                <a:cxnLst/>
                <a:rect l="0" t="0" r="0" b="0"/>
                <a:pathLst>
                  <a:path w="1519164" h="699069">
                    <a:moveTo>
                      <a:pt x="1509975" y="5632"/>
                    </a:moveTo>
                    <a:lnTo>
                      <a:pt x="1494849" y="16263"/>
                    </a:lnTo>
                    <a:lnTo>
                      <a:pt x="1478746" y="33041"/>
                    </a:lnTo>
                    <a:lnTo>
                      <a:pt x="1440965" y="45729"/>
                    </a:lnTo>
                    <a:lnTo>
                      <a:pt x="1426940" y="48955"/>
                    </a:lnTo>
                    <a:lnTo>
                      <a:pt x="1413994" y="47234"/>
                    </a:lnTo>
                    <a:lnTo>
                      <a:pt x="1398238" y="57559"/>
                    </a:lnTo>
                    <a:lnTo>
                      <a:pt x="1379593" y="63872"/>
                    </a:lnTo>
                    <a:lnTo>
                      <a:pt x="1374089" y="73474"/>
                    </a:lnTo>
                    <a:lnTo>
                      <a:pt x="1329270" y="99193"/>
                    </a:lnTo>
                    <a:lnTo>
                      <a:pt x="1312066" y="102431"/>
                    </a:lnTo>
                    <a:lnTo>
                      <a:pt x="1297426" y="109283"/>
                    </a:lnTo>
                    <a:lnTo>
                      <a:pt x="1293095" y="120917"/>
                    </a:lnTo>
                    <a:lnTo>
                      <a:pt x="1280026" y="127934"/>
                    </a:lnTo>
                    <a:lnTo>
                      <a:pt x="1276399" y="133307"/>
                    </a:lnTo>
                    <a:lnTo>
                      <a:pt x="1265407" y="149583"/>
                    </a:lnTo>
                    <a:lnTo>
                      <a:pt x="1244974" y="170603"/>
                    </a:lnTo>
                    <a:lnTo>
                      <a:pt x="1220075" y="174121"/>
                    </a:lnTo>
                    <a:lnTo>
                      <a:pt x="1210975" y="181436"/>
                    </a:lnTo>
                    <a:lnTo>
                      <a:pt x="1200438" y="193242"/>
                    </a:lnTo>
                    <a:lnTo>
                      <a:pt x="1185576" y="201345"/>
                    </a:lnTo>
                    <a:lnTo>
                      <a:pt x="1156233" y="197547"/>
                    </a:lnTo>
                    <a:lnTo>
                      <a:pt x="1163370" y="202513"/>
                    </a:lnTo>
                    <a:lnTo>
                      <a:pt x="1189622" y="210255"/>
                    </a:lnTo>
                    <a:lnTo>
                      <a:pt x="1192351" y="221730"/>
                    </a:lnTo>
                    <a:lnTo>
                      <a:pt x="1179199" y="224473"/>
                    </a:lnTo>
                    <a:lnTo>
                      <a:pt x="1151660" y="239771"/>
                    </a:lnTo>
                    <a:lnTo>
                      <a:pt x="1114556" y="266113"/>
                    </a:lnTo>
                    <a:lnTo>
                      <a:pt x="1108887" y="266735"/>
                    </a:lnTo>
                    <a:lnTo>
                      <a:pt x="1098918" y="266106"/>
                    </a:lnTo>
                    <a:lnTo>
                      <a:pt x="1084154" y="270501"/>
                    </a:lnTo>
                    <a:lnTo>
                      <a:pt x="1064759" y="279702"/>
                    </a:lnTo>
                    <a:lnTo>
                      <a:pt x="1041277" y="296232"/>
                    </a:lnTo>
                    <a:lnTo>
                      <a:pt x="999930" y="332023"/>
                    </a:lnTo>
                    <a:lnTo>
                      <a:pt x="997031" y="335802"/>
                    </a:lnTo>
                    <a:lnTo>
                      <a:pt x="991042" y="342438"/>
                    </a:lnTo>
                    <a:lnTo>
                      <a:pt x="975771" y="349512"/>
                    </a:lnTo>
                    <a:lnTo>
                      <a:pt x="961911" y="357139"/>
                    </a:lnTo>
                    <a:lnTo>
                      <a:pt x="958248" y="365166"/>
                    </a:lnTo>
                    <a:lnTo>
                      <a:pt x="951607" y="368824"/>
                    </a:lnTo>
                    <a:lnTo>
                      <a:pt x="928740" y="389177"/>
                    </a:lnTo>
                    <a:lnTo>
                      <a:pt x="915877" y="406513"/>
                    </a:lnTo>
                    <a:lnTo>
                      <a:pt x="904198" y="424656"/>
                    </a:lnTo>
                    <a:lnTo>
                      <a:pt x="891129" y="444946"/>
                    </a:lnTo>
                    <a:lnTo>
                      <a:pt x="864314" y="445200"/>
                    </a:lnTo>
                    <a:lnTo>
                      <a:pt x="843850" y="445117"/>
                    </a:lnTo>
                    <a:lnTo>
                      <a:pt x="808942" y="444971"/>
                    </a:lnTo>
                    <a:lnTo>
                      <a:pt x="779020" y="444851"/>
                    </a:lnTo>
                    <a:lnTo>
                      <a:pt x="743508" y="444705"/>
                    </a:lnTo>
                    <a:lnTo>
                      <a:pt x="717742" y="444597"/>
                    </a:lnTo>
                    <a:lnTo>
                      <a:pt x="689996" y="445448"/>
                    </a:lnTo>
                    <a:lnTo>
                      <a:pt x="676751" y="450858"/>
                    </a:lnTo>
                    <a:lnTo>
                      <a:pt x="660142" y="458167"/>
                    </a:lnTo>
                    <a:lnTo>
                      <a:pt x="642215" y="466048"/>
                    </a:lnTo>
                    <a:lnTo>
                      <a:pt x="651615" y="483626"/>
                    </a:lnTo>
                    <a:lnTo>
                      <a:pt x="654137" y="490561"/>
                    </a:lnTo>
                    <a:lnTo>
                      <a:pt x="653414" y="512927"/>
                    </a:lnTo>
                    <a:lnTo>
                      <a:pt x="655326" y="515372"/>
                    </a:lnTo>
                    <a:lnTo>
                      <a:pt x="657331" y="518693"/>
                    </a:lnTo>
                    <a:lnTo>
                      <a:pt x="657636" y="524472"/>
                    </a:lnTo>
                    <a:lnTo>
                      <a:pt x="659171" y="527114"/>
                    </a:lnTo>
                    <a:lnTo>
                      <a:pt x="662442" y="529247"/>
                    </a:lnTo>
                    <a:lnTo>
                      <a:pt x="666121" y="531756"/>
                    </a:lnTo>
                    <a:lnTo>
                      <a:pt x="668783" y="535153"/>
                    </a:lnTo>
                    <a:lnTo>
                      <a:pt x="669392" y="538544"/>
                    </a:lnTo>
                    <a:lnTo>
                      <a:pt x="666834" y="544450"/>
                    </a:lnTo>
                    <a:lnTo>
                      <a:pt x="656520" y="552433"/>
                    </a:lnTo>
                    <a:lnTo>
                      <a:pt x="642019" y="559431"/>
                    </a:lnTo>
                    <a:lnTo>
                      <a:pt x="613178" y="572055"/>
                    </a:lnTo>
                    <a:lnTo>
                      <a:pt x="579758" y="586687"/>
                    </a:lnTo>
                    <a:lnTo>
                      <a:pt x="550788" y="599368"/>
                    </a:lnTo>
                    <a:lnTo>
                      <a:pt x="528370" y="609180"/>
                    </a:lnTo>
                    <a:lnTo>
                      <a:pt x="482326" y="617797"/>
                    </a:lnTo>
                    <a:lnTo>
                      <a:pt x="445749" y="624637"/>
                    </a:lnTo>
                    <a:lnTo>
                      <a:pt x="419352" y="629577"/>
                    </a:lnTo>
                    <a:lnTo>
                      <a:pt x="395043" y="643326"/>
                    </a:lnTo>
                    <a:lnTo>
                      <a:pt x="368202" y="658497"/>
                    </a:lnTo>
                    <a:lnTo>
                      <a:pt x="345634" y="671255"/>
                    </a:lnTo>
                    <a:lnTo>
                      <a:pt x="320323" y="685562"/>
                    </a:lnTo>
                    <a:lnTo>
                      <a:pt x="296432" y="699069"/>
                    </a:lnTo>
                    <a:lnTo>
                      <a:pt x="269870" y="699025"/>
                    </a:lnTo>
                    <a:lnTo>
                      <a:pt x="251225" y="688902"/>
                    </a:lnTo>
                    <a:lnTo>
                      <a:pt x="233893" y="678507"/>
                    </a:lnTo>
                    <a:lnTo>
                      <a:pt x="222043" y="659919"/>
                    </a:lnTo>
                    <a:lnTo>
                      <a:pt x="221227" y="638322"/>
                    </a:lnTo>
                    <a:lnTo>
                      <a:pt x="225474" y="624179"/>
                    </a:lnTo>
                    <a:lnTo>
                      <a:pt x="229324" y="617727"/>
                    </a:lnTo>
                    <a:lnTo>
                      <a:pt x="236673" y="613638"/>
                    </a:lnTo>
                    <a:lnTo>
                      <a:pt x="251060" y="606684"/>
                    </a:lnTo>
                    <a:lnTo>
                      <a:pt x="264139" y="592605"/>
                    </a:lnTo>
                    <a:lnTo>
                      <a:pt x="274625" y="584204"/>
                    </a:lnTo>
                    <a:lnTo>
                      <a:pt x="285187" y="575535"/>
                    </a:lnTo>
                    <a:lnTo>
                      <a:pt x="291218" y="560606"/>
                    </a:lnTo>
                    <a:lnTo>
                      <a:pt x="298742" y="524465"/>
                    </a:lnTo>
                    <a:lnTo>
                      <a:pt x="299698" y="517277"/>
                    </a:lnTo>
                    <a:lnTo>
                      <a:pt x="310644" y="492491"/>
                    </a:lnTo>
                    <a:lnTo>
                      <a:pt x="322752" y="465070"/>
                    </a:lnTo>
                    <a:lnTo>
                      <a:pt x="328312" y="452477"/>
                    </a:lnTo>
                    <a:lnTo>
                      <a:pt x="322095" y="419792"/>
                    </a:lnTo>
                    <a:lnTo>
                      <a:pt x="317419" y="394676"/>
                    </a:lnTo>
                    <a:lnTo>
                      <a:pt x="313135" y="371669"/>
                    </a:lnTo>
                    <a:lnTo>
                      <a:pt x="308313" y="345746"/>
                    </a:lnTo>
                    <a:lnTo>
                      <a:pt x="303926" y="322148"/>
                    </a:lnTo>
                    <a:lnTo>
                      <a:pt x="299786" y="299916"/>
                    </a:lnTo>
                    <a:lnTo>
                      <a:pt x="295637" y="277600"/>
                    </a:lnTo>
                    <a:lnTo>
                      <a:pt x="291564" y="255723"/>
                    </a:lnTo>
                    <a:lnTo>
                      <a:pt x="288371" y="240032"/>
                    </a:lnTo>
                    <a:lnTo>
                      <a:pt x="284578" y="221438"/>
                    </a:lnTo>
                    <a:lnTo>
                      <a:pt x="262424" y="208388"/>
                    </a:lnTo>
                    <a:lnTo>
                      <a:pt x="245603" y="199249"/>
                    </a:lnTo>
                    <a:lnTo>
                      <a:pt x="218090" y="184320"/>
                    </a:lnTo>
                    <a:lnTo>
                      <a:pt x="195016" y="171797"/>
                    </a:lnTo>
                    <a:lnTo>
                      <a:pt x="174340" y="160340"/>
                    </a:lnTo>
                    <a:lnTo>
                      <a:pt x="187378" y="137250"/>
                    </a:lnTo>
                    <a:lnTo>
                      <a:pt x="186251" y="133472"/>
                    </a:lnTo>
                    <a:lnTo>
                      <a:pt x="181528" y="128925"/>
                    </a:lnTo>
                    <a:lnTo>
                      <a:pt x="171875" y="121362"/>
                    </a:lnTo>
                    <a:lnTo>
                      <a:pt x="166232" y="120593"/>
                    </a:lnTo>
                    <a:lnTo>
                      <a:pt x="156294" y="122372"/>
                    </a:lnTo>
                    <a:lnTo>
                      <a:pt x="140434" y="127077"/>
                    </a:lnTo>
                    <a:lnTo>
                      <a:pt x="133582" y="125515"/>
                    </a:lnTo>
                    <a:lnTo>
                      <a:pt x="128140" y="117437"/>
                    </a:lnTo>
                    <a:lnTo>
                      <a:pt x="121877" y="107099"/>
                    </a:lnTo>
                    <a:lnTo>
                      <a:pt x="119825" y="99021"/>
                    </a:lnTo>
                    <a:lnTo>
                      <a:pt x="119040" y="88333"/>
                    </a:lnTo>
                    <a:lnTo>
                      <a:pt x="115304" y="78713"/>
                    </a:lnTo>
                    <a:lnTo>
                      <a:pt x="117671" y="73664"/>
                    </a:lnTo>
                    <a:lnTo>
                      <a:pt x="118192" y="71149"/>
                    </a:lnTo>
                    <a:lnTo>
                      <a:pt x="117981" y="67987"/>
                    </a:lnTo>
                    <a:lnTo>
                      <a:pt x="115412" y="65967"/>
                    </a:lnTo>
                    <a:lnTo>
                      <a:pt x="110890" y="65085"/>
                    </a:lnTo>
                    <a:lnTo>
                      <a:pt x="95594" y="69123"/>
                    </a:lnTo>
                    <a:lnTo>
                      <a:pt x="88716" y="69498"/>
                    </a:lnTo>
                    <a:lnTo>
                      <a:pt x="84613" y="71772"/>
                    </a:lnTo>
                    <a:lnTo>
                      <a:pt x="78148" y="76490"/>
                    </a:lnTo>
                    <a:lnTo>
                      <a:pt x="71776" y="77074"/>
                    </a:lnTo>
                    <a:lnTo>
                      <a:pt x="60769" y="65904"/>
                    </a:lnTo>
                    <a:lnTo>
                      <a:pt x="48743" y="53673"/>
                    </a:lnTo>
                    <a:lnTo>
                      <a:pt x="43700" y="36825"/>
                    </a:lnTo>
                    <a:lnTo>
                      <a:pt x="38522" y="19521"/>
                    </a:lnTo>
                    <a:lnTo>
                      <a:pt x="17980" y="9112"/>
                    </a:lnTo>
                    <a:lnTo>
                      <a:pt x="0" y="0"/>
                    </a:lnTo>
                    <a:lnTo>
                      <a:pt x="1519164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8" name="pg3908">
                <a:extLst>
                  <a:ext uri="{FF2B5EF4-FFF2-40B4-BE49-F238E27FC236}">
                    <a16:creationId xmlns:a16="http://schemas.microsoft.com/office/drawing/2014/main" id="{EBCECDCE-86A7-82EB-7C11-DC6694AB63F0}"/>
                  </a:ext>
                </a:extLst>
              </p:cNvPr>
              <p:cNvSpPr/>
              <p:nvPr/>
            </p:nvSpPr>
            <p:spPr>
              <a:xfrm>
                <a:off x="6018224" y="2540116"/>
                <a:ext cx="296962" cy="257863"/>
              </a:xfrm>
              <a:custGeom>
                <a:avLst/>
                <a:gdLst/>
                <a:ahLst/>
                <a:cxnLst/>
                <a:rect l="0" t="0" r="0" b="0"/>
                <a:pathLst>
                  <a:path w="296962" h="257863">
                    <a:moveTo>
                      <a:pt x="67195" y="242946"/>
                    </a:moveTo>
                    <a:lnTo>
                      <a:pt x="62725" y="241575"/>
                    </a:lnTo>
                    <a:lnTo>
                      <a:pt x="58875" y="240501"/>
                    </a:lnTo>
                    <a:lnTo>
                      <a:pt x="56643" y="242330"/>
                    </a:lnTo>
                    <a:lnTo>
                      <a:pt x="54529" y="244775"/>
                    </a:lnTo>
                    <a:lnTo>
                      <a:pt x="51924" y="246611"/>
                    </a:lnTo>
                    <a:lnTo>
                      <a:pt x="46457" y="244013"/>
                    </a:lnTo>
                    <a:lnTo>
                      <a:pt x="42979" y="239282"/>
                    </a:lnTo>
                    <a:lnTo>
                      <a:pt x="37393" y="234405"/>
                    </a:lnTo>
                    <a:lnTo>
                      <a:pt x="35279" y="230735"/>
                    </a:lnTo>
                    <a:lnTo>
                      <a:pt x="36401" y="226467"/>
                    </a:lnTo>
                    <a:lnTo>
                      <a:pt x="38881" y="222346"/>
                    </a:lnTo>
                    <a:lnTo>
                      <a:pt x="40002" y="217462"/>
                    </a:lnTo>
                    <a:lnTo>
                      <a:pt x="37269" y="211829"/>
                    </a:lnTo>
                    <a:lnTo>
                      <a:pt x="34783" y="208623"/>
                    </a:lnTo>
                    <a:lnTo>
                      <a:pt x="33047" y="204958"/>
                    </a:lnTo>
                    <a:lnTo>
                      <a:pt x="33667" y="201453"/>
                    </a:lnTo>
                    <a:lnTo>
                      <a:pt x="37145" y="199770"/>
                    </a:lnTo>
                    <a:lnTo>
                      <a:pt x="40375" y="197630"/>
                    </a:lnTo>
                    <a:lnTo>
                      <a:pt x="41491" y="193058"/>
                    </a:lnTo>
                    <a:lnTo>
                      <a:pt x="39501" y="188174"/>
                    </a:lnTo>
                    <a:lnTo>
                      <a:pt x="33791" y="186187"/>
                    </a:lnTo>
                    <a:lnTo>
                      <a:pt x="29073" y="186949"/>
                    </a:lnTo>
                    <a:lnTo>
                      <a:pt x="22241" y="185882"/>
                    </a:lnTo>
                    <a:lnTo>
                      <a:pt x="15663" y="182834"/>
                    </a:lnTo>
                    <a:lnTo>
                      <a:pt x="11316" y="179322"/>
                    </a:lnTo>
                    <a:lnTo>
                      <a:pt x="7963" y="177334"/>
                    </a:lnTo>
                    <a:lnTo>
                      <a:pt x="5353" y="177334"/>
                    </a:lnTo>
                    <a:lnTo>
                      <a:pt x="2247" y="175353"/>
                    </a:lnTo>
                    <a:lnTo>
                      <a:pt x="387" y="171993"/>
                    </a:lnTo>
                    <a:lnTo>
                      <a:pt x="635" y="166500"/>
                    </a:lnTo>
                    <a:lnTo>
                      <a:pt x="1503" y="163147"/>
                    </a:lnTo>
                    <a:lnTo>
                      <a:pt x="3239" y="160245"/>
                    </a:lnTo>
                    <a:lnTo>
                      <a:pt x="3363" y="157038"/>
                    </a:lnTo>
                    <a:lnTo>
                      <a:pt x="2619" y="154746"/>
                    </a:lnTo>
                    <a:lnTo>
                      <a:pt x="2500" y="152923"/>
                    </a:lnTo>
                    <a:lnTo>
                      <a:pt x="2991" y="150631"/>
                    </a:lnTo>
                    <a:lnTo>
                      <a:pt x="4113" y="146052"/>
                    </a:lnTo>
                    <a:lnTo>
                      <a:pt x="2247" y="142699"/>
                    </a:lnTo>
                    <a:lnTo>
                      <a:pt x="2056" y="131078"/>
                    </a:lnTo>
                    <a:lnTo>
                      <a:pt x="1689" y="109334"/>
                    </a:lnTo>
                    <a:lnTo>
                      <a:pt x="1415" y="92677"/>
                    </a:lnTo>
                    <a:lnTo>
                      <a:pt x="1069" y="71740"/>
                    </a:lnTo>
                    <a:lnTo>
                      <a:pt x="867" y="56493"/>
                    </a:lnTo>
                    <a:lnTo>
                      <a:pt x="588" y="35130"/>
                    </a:lnTo>
                    <a:lnTo>
                      <a:pt x="325" y="14859"/>
                    </a:lnTo>
                    <a:lnTo>
                      <a:pt x="0" y="0"/>
                    </a:lnTo>
                    <a:lnTo>
                      <a:pt x="276472" y="0"/>
                    </a:lnTo>
                    <a:lnTo>
                      <a:pt x="276633" y="57"/>
                    </a:lnTo>
                    <a:lnTo>
                      <a:pt x="276810" y="0"/>
                    </a:lnTo>
                    <a:lnTo>
                      <a:pt x="296962" y="0"/>
                    </a:lnTo>
                    <a:lnTo>
                      <a:pt x="296962" y="192012"/>
                    </a:lnTo>
                    <a:lnTo>
                      <a:pt x="290901" y="195833"/>
                    </a:lnTo>
                    <a:lnTo>
                      <a:pt x="267083" y="205085"/>
                    </a:lnTo>
                    <a:lnTo>
                      <a:pt x="239280" y="222746"/>
                    </a:lnTo>
                    <a:lnTo>
                      <a:pt x="203354" y="237625"/>
                    </a:lnTo>
                    <a:lnTo>
                      <a:pt x="195825" y="237682"/>
                    </a:lnTo>
                    <a:lnTo>
                      <a:pt x="179510" y="225438"/>
                    </a:lnTo>
                    <a:lnTo>
                      <a:pt x="184073" y="219863"/>
                    </a:lnTo>
                    <a:lnTo>
                      <a:pt x="188316" y="212306"/>
                    </a:lnTo>
                    <a:lnTo>
                      <a:pt x="184260" y="214484"/>
                    </a:lnTo>
                    <a:lnTo>
                      <a:pt x="181629" y="217761"/>
                    </a:lnTo>
                    <a:lnTo>
                      <a:pt x="171790" y="223019"/>
                    </a:lnTo>
                    <a:lnTo>
                      <a:pt x="179769" y="233199"/>
                    </a:lnTo>
                    <a:lnTo>
                      <a:pt x="175914" y="237015"/>
                    </a:lnTo>
                    <a:lnTo>
                      <a:pt x="164503" y="242032"/>
                    </a:lnTo>
                    <a:lnTo>
                      <a:pt x="153878" y="249290"/>
                    </a:lnTo>
                    <a:lnTo>
                      <a:pt x="144577" y="254142"/>
                    </a:lnTo>
                    <a:lnTo>
                      <a:pt x="137052" y="247970"/>
                    </a:lnTo>
                    <a:lnTo>
                      <a:pt x="116283" y="255768"/>
                    </a:lnTo>
                    <a:lnTo>
                      <a:pt x="98791" y="257863"/>
                    </a:lnTo>
                    <a:lnTo>
                      <a:pt x="95008" y="253913"/>
                    </a:lnTo>
                    <a:lnTo>
                      <a:pt x="93897" y="247677"/>
                    </a:lnTo>
                    <a:lnTo>
                      <a:pt x="87773" y="246172"/>
                    </a:lnTo>
                    <a:lnTo>
                      <a:pt x="76394" y="247893"/>
                    </a:lnTo>
                    <a:lnTo>
                      <a:pt x="72079" y="2445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09" name="pg3909">
                <a:extLst>
                  <a:ext uri="{FF2B5EF4-FFF2-40B4-BE49-F238E27FC236}">
                    <a16:creationId xmlns:a16="http://schemas.microsoft.com/office/drawing/2014/main" id="{4F093E5F-B40D-F36F-54A1-68863E5B3320}"/>
                  </a:ext>
                </a:extLst>
              </p:cNvPr>
              <p:cNvSpPr/>
              <p:nvPr/>
            </p:nvSpPr>
            <p:spPr>
              <a:xfrm>
                <a:off x="5287647" y="2540116"/>
                <a:ext cx="534180" cy="266113"/>
              </a:xfrm>
              <a:custGeom>
                <a:avLst/>
                <a:gdLst/>
                <a:ahLst/>
                <a:cxnLst/>
                <a:rect l="0" t="0" r="0" b="0"/>
                <a:pathLst>
                  <a:path w="534180" h="266113">
                    <a:moveTo>
                      <a:pt x="528260" y="7169"/>
                    </a:moveTo>
                    <a:lnTo>
                      <a:pt x="511940" y="26932"/>
                    </a:lnTo>
                    <a:lnTo>
                      <a:pt x="497548" y="44357"/>
                    </a:lnTo>
                    <a:lnTo>
                      <a:pt x="494318" y="62240"/>
                    </a:lnTo>
                    <a:lnTo>
                      <a:pt x="491254" y="79195"/>
                    </a:lnTo>
                    <a:lnTo>
                      <a:pt x="479347" y="92099"/>
                    </a:lnTo>
                    <a:lnTo>
                      <a:pt x="472087" y="103930"/>
                    </a:lnTo>
                    <a:lnTo>
                      <a:pt x="468847" y="117050"/>
                    </a:lnTo>
                    <a:lnTo>
                      <a:pt x="466139" y="129097"/>
                    </a:lnTo>
                    <a:lnTo>
                      <a:pt x="465932" y="139181"/>
                    </a:lnTo>
                    <a:lnTo>
                      <a:pt x="467973" y="144471"/>
                    </a:lnTo>
                    <a:lnTo>
                      <a:pt x="467012" y="148770"/>
                    </a:lnTo>
                    <a:lnTo>
                      <a:pt x="463074" y="153717"/>
                    </a:lnTo>
                    <a:lnTo>
                      <a:pt x="455199" y="162322"/>
                    </a:lnTo>
                    <a:lnTo>
                      <a:pt x="453798" y="170603"/>
                    </a:lnTo>
                    <a:lnTo>
                      <a:pt x="448982" y="174686"/>
                    </a:lnTo>
                    <a:lnTo>
                      <a:pt x="435246" y="182859"/>
                    </a:lnTo>
                    <a:lnTo>
                      <a:pt x="424042" y="194906"/>
                    </a:lnTo>
                    <a:lnTo>
                      <a:pt x="423495" y="201726"/>
                    </a:lnTo>
                    <a:lnTo>
                      <a:pt x="425112" y="207391"/>
                    </a:lnTo>
                    <a:lnTo>
                      <a:pt x="425360" y="210909"/>
                    </a:lnTo>
                    <a:lnTo>
                      <a:pt x="423122" y="213360"/>
                    </a:lnTo>
                    <a:lnTo>
                      <a:pt x="418637" y="213201"/>
                    </a:lnTo>
                    <a:lnTo>
                      <a:pt x="413784" y="213970"/>
                    </a:lnTo>
                    <a:lnTo>
                      <a:pt x="409697" y="218993"/>
                    </a:lnTo>
                    <a:lnTo>
                      <a:pt x="409800" y="226207"/>
                    </a:lnTo>
                    <a:lnTo>
                      <a:pt x="406813" y="231408"/>
                    </a:lnTo>
                    <a:lnTo>
                      <a:pt x="403325" y="232481"/>
                    </a:lnTo>
                    <a:lnTo>
                      <a:pt x="400338" y="228804"/>
                    </a:lnTo>
                    <a:lnTo>
                      <a:pt x="396746" y="223292"/>
                    </a:lnTo>
                    <a:lnTo>
                      <a:pt x="392540" y="222752"/>
                    </a:lnTo>
                    <a:lnTo>
                      <a:pt x="386153" y="226410"/>
                    </a:lnTo>
                    <a:lnTo>
                      <a:pt x="378277" y="232430"/>
                    </a:lnTo>
                    <a:lnTo>
                      <a:pt x="371192" y="232754"/>
                    </a:lnTo>
                    <a:lnTo>
                      <a:pt x="357890" y="228887"/>
                    </a:lnTo>
                    <a:lnTo>
                      <a:pt x="348180" y="240559"/>
                    </a:lnTo>
                    <a:lnTo>
                      <a:pt x="337757" y="265630"/>
                    </a:lnTo>
                    <a:lnTo>
                      <a:pt x="293717" y="265693"/>
                    </a:lnTo>
                    <a:lnTo>
                      <a:pt x="249678" y="265757"/>
                    </a:lnTo>
                    <a:lnTo>
                      <a:pt x="205634" y="265820"/>
                    </a:lnTo>
                    <a:lnTo>
                      <a:pt x="161594" y="265884"/>
                    </a:lnTo>
                    <a:lnTo>
                      <a:pt x="117555" y="265941"/>
                    </a:lnTo>
                    <a:lnTo>
                      <a:pt x="73516" y="266005"/>
                    </a:lnTo>
                    <a:lnTo>
                      <a:pt x="29476" y="266068"/>
                    </a:lnTo>
                    <a:lnTo>
                      <a:pt x="4831" y="266106"/>
                    </a:lnTo>
                    <a:lnTo>
                      <a:pt x="0" y="266113"/>
                    </a:lnTo>
                    <a:lnTo>
                      <a:pt x="15089" y="261204"/>
                    </a:lnTo>
                    <a:lnTo>
                      <a:pt x="46550" y="242127"/>
                    </a:lnTo>
                    <a:lnTo>
                      <a:pt x="69753" y="235218"/>
                    </a:lnTo>
                    <a:lnTo>
                      <a:pt x="99933" y="215182"/>
                    </a:lnTo>
                    <a:lnTo>
                      <a:pt x="121792" y="211328"/>
                    </a:lnTo>
                    <a:lnTo>
                      <a:pt x="125952" y="206921"/>
                    </a:lnTo>
                    <a:lnTo>
                      <a:pt x="129616" y="190302"/>
                    </a:lnTo>
                    <a:lnTo>
                      <a:pt x="131616" y="184377"/>
                    </a:lnTo>
                    <a:lnTo>
                      <a:pt x="141823" y="168056"/>
                    </a:lnTo>
                    <a:lnTo>
                      <a:pt x="154080" y="154289"/>
                    </a:lnTo>
                    <a:lnTo>
                      <a:pt x="163971" y="135250"/>
                    </a:lnTo>
                    <a:lnTo>
                      <a:pt x="181924" y="123083"/>
                    </a:lnTo>
                    <a:lnTo>
                      <a:pt x="209070" y="112909"/>
                    </a:lnTo>
                    <a:lnTo>
                      <a:pt x="234180" y="90689"/>
                    </a:lnTo>
                    <a:lnTo>
                      <a:pt x="247942" y="83914"/>
                    </a:lnTo>
                    <a:lnTo>
                      <a:pt x="261280" y="79062"/>
                    </a:lnTo>
                    <a:lnTo>
                      <a:pt x="266881" y="70032"/>
                    </a:lnTo>
                    <a:lnTo>
                      <a:pt x="275129" y="64869"/>
                    </a:lnTo>
                    <a:lnTo>
                      <a:pt x="297180" y="54372"/>
                    </a:lnTo>
                    <a:lnTo>
                      <a:pt x="321484" y="51533"/>
                    </a:lnTo>
                    <a:lnTo>
                      <a:pt x="346046" y="42820"/>
                    </a:lnTo>
                    <a:lnTo>
                      <a:pt x="364887" y="38203"/>
                    </a:lnTo>
                    <a:lnTo>
                      <a:pt x="376442" y="30030"/>
                    </a:lnTo>
                    <a:lnTo>
                      <a:pt x="393243" y="25725"/>
                    </a:lnTo>
                    <a:lnTo>
                      <a:pt x="443385" y="2273"/>
                    </a:lnTo>
                    <a:lnTo>
                      <a:pt x="446265" y="0"/>
                    </a:lnTo>
                    <a:lnTo>
                      <a:pt x="534180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0" name="pg3910">
                <a:extLst>
                  <a:ext uri="{FF2B5EF4-FFF2-40B4-BE49-F238E27FC236}">
                    <a16:creationId xmlns:a16="http://schemas.microsoft.com/office/drawing/2014/main" id="{11E3F305-C019-DECA-D96B-731746E4157F}"/>
                  </a:ext>
                </a:extLst>
              </p:cNvPr>
              <p:cNvSpPr/>
              <p:nvPr/>
            </p:nvSpPr>
            <p:spPr>
              <a:xfrm>
                <a:off x="6188919" y="2797057"/>
                <a:ext cx="126268" cy="202407"/>
              </a:xfrm>
              <a:custGeom>
                <a:avLst/>
                <a:gdLst/>
                <a:ahLst/>
                <a:cxnLst/>
                <a:rect l="0" t="0" r="0" b="0"/>
                <a:pathLst>
                  <a:path w="126268" h="202407">
                    <a:moveTo>
                      <a:pt x="117079" y="175208"/>
                    </a:moveTo>
                    <a:lnTo>
                      <a:pt x="108057" y="174662"/>
                    </a:lnTo>
                    <a:lnTo>
                      <a:pt x="101406" y="175266"/>
                    </a:lnTo>
                    <a:lnTo>
                      <a:pt x="91386" y="182892"/>
                    </a:lnTo>
                    <a:lnTo>
                      <a:pt x="89830" y="198305"/>
                    </a:lnTo>
                    <a:lnTo>
                      <a:pt x="85406" y="196266"/>
                    </a:lnTo>
                    <a:lnTo>
                      <a:pt x="80916" y="196768"/>
                    </a:lnTo>
                    <a:lnTo>
                      <a:pt x="78595" y="201607"/>
                    </a:lnTo>
                    <a:lnTo>
                      <a:pt x="75288" y="202407"/>
                    </a:lnTo>
                    <a:lnTo>
                      <a:pt x="66529" y="197829"/>
                    </a:lnTo>
                    <a:lnTo>
                      <a:pt x="56214" y="200331"/>
                    </a:lnTo>
                    <a:lnTo>
                      <a:pt x="48147" y="196857"/>
                    </a:lnTo>
                    <a:lnTo>
                      <a:pt x="37863" y="174275"/>
                    </a:lnTo>
                    <a:lnTo>
                      <a:pt x="32401" y="166362"/>
                    </a:lnTo>
                    <a:lnTo>
                      <a:pt x="22717" y="163810"/>
                    </a:lnTo>
                    <a:lnTo>
                      <a:pt x="20205" y="168585"/>
                    </a:lnTo>
                    <a:lnTo>
                      <a:pt x="16448" y="173259"/>
                    </a:lnTo>
                    <a:lnTo>
                      <a:pt x="7126" y="163943"/>
                    </a:lnTo>
                    <a:lnTo>
                      <a:pt x="56" y="129365"/>
                    </a:lnTo>
                    <a:lnTo>
                      <a:pt x="0" y="121021"/>
                    </a:lnTo>
                    <a:lnTo>
                      <a:pt x="9896" y="91936"/>
                    </a:lnTo>
                    <a:lnTo>
                      <a:pt x="34401" y="65753"/>
                    </a:lnTo>
                    <a:lnTo>
                      <a:pt x="26577" y="64877"/>
                    </a:lnTo>
                    <a:lnTo>
                      <a:pt x="4940" y="83033"/>
                    </a:lnTo>
                    <a:lnTo>
                      <a:pt x="7172" y="78638"/>
                    </a:lnTo>
                    <a:lnTo>
                      <a:pt x="10841" y="74059"/>
                    </a:lnTo>
                    <a:lnTo>
                      <a:pt x="18138" y="66674"/>
                    </a:lnTo>
                    <a:lnTo>
                      <a:pt x="29213" y="59733"/>
                    </a:lnTo>
                    <a:lnTo>
                      <a:pt x="43961" y="55688"/>
                    </a:lnTo>
                    <a:lnTo>
                      <a:pt x="54106" y="55072"/>
                    </a:lnTo>
                    <a:lnTo>
                      <a:pt x="61098" y="51236"/>
                    </a:lnTo>
                    <a:lnTo>
                      <a:pt x="71231" y="44441"/>
                    </a:lnTo>
                    <a:lnTo>
                      <a:pt x="73112" y="40834"/>
                    </a:lnTo>
                    <a:lnTo>
                      <a:pt x="64126" y="44981"/>
                    </a:lnTo>
                    <a:lnTo>
                      <a:pt x="49196" y="49064"/>
                    </a:lnTo>
                    <a:lnTo>
                      <a:pt x="53026" y="43711"/>
                    </a:lnTo>
                    <a:lnTo>
                      <a:pt x="56762" y="40847"/>
                    </a:lnTo>
                    <a:lnTo>
                      <a:pt x="126268" y="0"/>
                    </a:lnTo>
                    <a:lnTo>
                      <a:pt x="126268" y="16813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1" name="pg3911">
                <a:extLst>
                  <a:ext uri="{FF2B5EF4-FFF2-40B4-BE49-F238E27FC236}">
                    <a16:creationId xmlns:a16="http://schemas.microsoft.com/office/drawing/2014/main" id="{BB3C92B4-C0A2-05EE-D471-5D1122F9C1E8}"/>
                  </a:ext>
                </a:extLst>
              </p:cNvPr>
              <p:cNvSpPr/>
              <p:nvPr/>
            </p:nvSpPr>
            <p:spPr>
              <a:xfrm>
                <a:off x="6175048" y="2885799"/>
                <a:ext cx="12040" cy="17520"/>
              </a:xfrm>
              <a:custGeom>
                <a:avLst/>
                <a:gdLst/>
                <a:ahLst/>
                <a:cxnLst/>
                <a:rect l="0" t="0" r="0" b="0"/>
                <a:pathLst>
                  <a:path w="12040" h="17520">
                    <a:moveTo>
                      <a:pt x="0" y="17520"/>
                    </a:moveTo>
                    <a:lnTo>
                      <a:pt x="1291" y="13062"/>
                    </a:lnTo>
                    <a:lnTo>
                      <a:pt x="7792" y="1695"/>
                    </a:lnTo>
                    <a:lnTo>
                      <a:pt x="12040" y="0"/>
                    </a:lnTo>
                    <a:lnTo>
                      <a:pt x="5327" y="1297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2" name="pg3912">
                <a:extLst>
                  <a:ext uri="{FF2B5EF4-FFF2-40B4-BE49-F238E27FC236}">
                    <a16:creationId xmlns:a16="http://schemas.microsoft.com/office/drawing/2014/main" id="{6B694BE3-6741-CEDD-E360-47638BA819D3}"/>
                  </a:ext>
                </a:extLst>
              </p:cNvPr>
              <p:cNvSpPr/>
              <p:nvPr/>
            </p:nvSpPr>
            <p:spPr>
              <a:xfrm>
                <a:off x="6114410" y="2832043"/>
                <a:ext cx="16050" cy="22950"/>
              </a:xfrm>
              <a:custGeom>
                <a:avLst/>
                <a:gdLst/>
                <a:ahLst/>
                <a:cxnLst/>
                <a:rect l="0" t="0" r="0" b="0"/>
                <a:pathLst>
                  <a:path w="16050" h="22950">
                    <a:moveTo>
                      <a:pt x="0" y="22950"/>
                    </a:moveTo>
                    <a:lnTo>
                      <a:pt x="5539" y="5391"/>
                    </a:lnTo>
                    <a:lnTo>
                      <a:pt x="10046" y="0"/>
                    </a:lnTo>
                    <a:lnTo>
                      <a:pt x="16050" y="1816"/>
                    </a:lnTo>
                    <a:lnTo>
                      <a:pt x="15208" y="12427"/>
                    </a:lnTo>
                    <a:lnTo>
                      <a:pt x="14242" y="1607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3" name="pg3913">
                <a:extLst>
                  <a:ext uri="{FF2B5EF4-FFF2-40B4-BE49-F238E27FC236}">
                    <a16:creationId xmlns:a16="http://schemas.microsoft.com/office/drawing/2014/main" id="{678AF865-C78E-CD47-6EE5-3F1A377D39F1}"/>
                  </a:ext>
                </a:extLst>
              </p:cNvPr>
              <p:cNvSpPr/>
              <p:nvPr/>
            </p:nvSpPr>
            <p:spPr>
              <a:xfrm>
                <a:off x="5366847" y="2715076"/>
                <a:ext cx="51274" cy="34247"/>
              </a:xfrm>
              <a:custGeom>
                <a:avLst/>
                <a:gdLst/>
                <a:ahLst/>
                <a:cxnLst/>
                <a:rect l="0" t="0" r="0" b="0"/>
                <a:pathLst>
                  <a:path w="51274" h="34247">
                    <a:moveTo>
                      <a:pt x="33548" y="33244"/>
                    </a:moveTo>
                    <a:lnTo>
                      <a:pt x="19601" y="30837"/>
                    </a:lnTo>
                    <a:lnTo>
                      <a:pt x="4268" y="34177"/>
                    </a:lnTo>
                    <a:lnTo>
                      <a:pt x="0" y="34247"/>
                    </a:lnTo>
                    <a:lnTo>
                      <a:pt x="11389" y="24582"/>
                    </a:lnTo>
                    <a:lnTo>
                      <a:pt x="28903" y="18638"/>
                    </a:lnTo>
                    <a:lnTo>
                      <a:pt x="46364" y="463"/>
                    </a:lnTo>
                    <a:lnTo>
                      <a:pt x="51274" y="0"/>
                    </a:lnTo>
                    <a:lnTo>
                      <a:pt x="44628" y="20587"/>
                    </a:lnTo>
                    <a:lnTo>
                      <a:pt x="43274" y="27948"/>
                    </a:lnTo>
                    <a:lnTo>
                      <a:pt x="41703" y="30646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4" name="pg3914">
                <a:extLst>
                  <a:ext uri="{FF2B5EF4-FFF2-40B4-BE49-F238E27FC236}">
                    <a16:creationId xmlns:a16="http://schemas.microsoft.com/office/drawing/2014/main" id="{18B35BB2-04DC-2613-5BF2-F5F55D94B653}"/>
                  </a:ext>
                </a:extLst>
              </p:cNvPr>
              <p:cNvSpPr/>
              <p:nvPr/>
            </p:nvSpPr>
            <p:spPr>
              <a:xfrm>
                <a:off x="5377730" y="2716409"/>
                <a:ext cx="30200" cy="16853"/>
              </a:xfrm>
              <a:custGeom>
                <a:avLst/>
                <a:gdLst/>
                <a:ahLst/>
                <a:cxnLst/>
                <a:rect l="0" t="0" r="0" b="0"/>
                <a:pathLst>
                  <a:path w="30200" h="16853">
                    <a:moveTo>
                      <a:pt x="4423" y="16853"/>
                    </a:moveTo>
                    <a:lnTo>
                      <a:pt x="0" y="15723"/>
                    </a:lnTo>
                    <a:lnTo>
                      <a:pt x="14082" y="2946"/>
                    </a:lnTo>
                    <a:lnTo>
                      <a:pt x="30200" y="0"/>
                    </a:lnTo>
                    <a:lnTo>
                      <a:pt x="17187" y="1417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5" name="pg3915">
                <a:extLst>
                  <a:ext uri="{FF2B5EF4-FFF2-40B4-BE49-F238E27FC236}">
                    <a16:creationId xmlns:a16="http://schemas.microsoft.com/office/drawing/2014/main" id="{AF5D23DD-2099-9936-3035-0C109D241613}"/>
                  </a:ext>
                </a:extLst>
              </p:cNvPr>
              <p:cNvSpPr/>
              <p:nvPr/>
            </p:nvSpPr>
            <p:spPr>
              <a:xfrm>
                <a:off x="5667831" y="2547127"/>
                <a:ext cx="30784" cy="17069"/>
              </a:xfrm>
              <a:custGeom>
                <a:avLst/>
                <a:gdLst/>
                <a:ahLst/>
                <a:cxnLst/>
                <a:rect l="0" t="0" r="0" b="0"/>
                <a:pathLst>
                  <a:path w="30784" h="17069">
                    <a:moveTo>
                      <a:pt x="0" y="17069"/>
                    </a:moveTo>
                    <a:lnTo>
                      <a:pt x="2294" y="12554"/>
                    </a:lnTo>
                    <a:lnTo>
                      <a:pt x="15430" y="4508"/>
                    </a:lnTo>
                    <a:lnTo>
                      <a:pt x="25084" y="0"/>
                    </a:lnTo>
                    <a:lnTo>
                      <a:pt x="30784" y="95"/>
                    </a:lnTo>
                    <a:lnTo>
                      <a:pt x="21502" y="9957"/>
                    </a:lnTo>
                    <a:lnTo>
                      <a:pt x="9622" y="16015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6" name="pg3916">
                <a:extLst>
                  <a:ext uri="{FF2B5EF4-FFF2-40B4-BE49-F238E27FC236}">
                    <a16:creationId xmlns:a16="http://schemas.microsoft.com/office/drawing/2014/main" id="{9F8892E6-B509-A026-6956-4A41CB624733}"/>
                  </a:ext>
                </a:extLst>
              </p:cNvPr>
              <p:cNvSpPr/>
              <p:nvPr/>
            </p:nvSpPr>
            <p:spPr>
              <a:xfrm>
                <a:off x="4939342" y="5500509"/>
                <a:ext cx="49258" cy="37397"/>
              </a:xfrm>
              <a:custGeom>
                <a:avLst/>
                <a:gdLst/>
                <a:ahLst/>
                <a:cxnLst/>
                <a:rect l="0" t="0" r="0" b="0"/>
                <a:pathLst>
                  <a:path w="49258" h="37397">
                    <a:moveTo>
                      <a:pt x="36380" y="7931"/>
                    </a:moveTo>
                    <a:lnTo>
                      <a:pt x="25890" y="16136"/>
                    </a:lnTo>
                    <a:lnTo>
                      <a:pt x="33512" y="21991"/>
                    </a:lnTo>
                    <a:lnTo>
                      <a:pt x="40695" y="9258"/>
                    </a:lnTo>
                    <a:lnTo>
                      <a:pt x="46395" y="19603"/>
                    </a:lnTo>
                    <a:lnTo>
                      <a:pt x="49258" y="37397"/>
                    </a:lnTo>
                    <a:lnTo>
                      <a:pt x="16879" y="37397"/>
                    </a:lnTo>
                    <a:lnTo>
                      <a:pt x="15627" y="32145"/>
                    </a:lnTo>
                    <a:lnTo>
                      <a:pt x="9084" y="25573"/>
                    </a:lnTo>
                    <a:lnTo>
                      <a:pt x="0" y="8807"/>
                    </a:lnTo>
                    <a:lnTo>
                      <a:pt x="5276" y="4483"/>
                    </a:lnTo>
                    <a:lnTo>
                      <a:pt x="12309" y="5924"/>
                    </a:lnTo>
                    <a:lnTo>
                      <a:pt x="15911" y="3905"/>
                    </a:lnTo>
                    <a:lnTo>
                      <a:pt x="25662" y="2292"/>
                    </a:lnTo>
                    <a:lnTo>
                      <a:pt x="31585" y="0"/>
                    </a:lnTo>
                    <a:lnTo>
                      <a:pt x="36215" y="495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7" name="pg3917">
                <a:extLst>
                  <a:ext uri="{FF2B5EF4-FFF2-40B4-BE49-F238E27FC236}">
                    <a16:creationId xmlns:a16="http://schemas.microsoft.com/office/drawing/2014/main" id="{5A3E3072-8284-6AC0-4247-351C1CAF1009}"/>
                  </a:ext>
                </a:extLst>
              </p:cNvPr>
              <p:cNvSpPr/>
              <p:nvPr/>
            </p:nvSpPr>
            <p:spPr>
              <a:xfrm>
                <a:off x="4945285" y="5155530"/>
                <a:ext cx="95830" cy="135860"/>
              </a:xfrm>
              <a:custGeom>
                <a:avLst/>
                <a:gdLst/>
                <a:ahLst/>
                <a:cxnLst/>
                <a:rect l="0" t="0" r="0" b="0"/>
                <a:pathLst>
                  <a:path w="95830" h="135860">
                    <a:moveTo>
                      <a:pt x="73800" y="135860"/>
                    </a:moveTo>
                    <a:lnTo>
                      <a:pt x="64612" y="122835"/>
                    </a:lnTo>
                    <a:lnTo>
                      <a:pt x="57211" y="119050"/>
                    </a:lnTo>
                    <a:lnTo>
                      <a:pt x="68772" y="109842"/>
                    </a:lnTo>
                    <a:lnTo>
                      <a:pt x="73764" y="101930"/>
                    </a:lnTo>
                    <a:lnTo>
                      <a:pt x="73660" y="84669"/>
                    </a:lnTo>
                    <a:lnTo>
                      <a:pt x="76482" y="75214"/>
                    </a:lnTo>
                    <a:lnTo>
                      <a:pt x="75526" y="67028"/>
                    </a:lnTo>
                    <a:lnTo>
                      <a:pt x="78073" y="58671"/>
                    </a:lnTo>
                    <a:lnTo>
                      <a:pt x="74627" y="49285"/>
                    </a:lnTo>
                    <a:lnTo>
                      <a:pt x="64963" y="41842"/>
                    </a:lnTo>
                    <a:lnTo>
                      <a:pt x="45842" y="12237"/>
                    </a:lnTo>
                    <a:lnTo>
                      <a:pt x="15637" y="5048"/>
                    </a:lnTo>
                    <a:lnTo>
                      <a:pt x="0" y="4750"/>
                    </a:lnTo>
                    <a:lnTo>
                      <a:pt x="8593" y="0"/>
                    </a:lnTo>
                    <a:lnTo>
                      <a:pt x="16531" y="577"/>
                    </a:lnTo>
                    <a:lnTo>
                      <a:pt x="28748" y="3403"/>
                    </a:lnTo>
                    <a:lnTo>
                      <a:pt x="43377" y="4769"/>
                    </a:lnTo>
                    <a:lnTo>
                      <a:pt x="52318" y="13481"/>
                    </a:lnTo>
                    <a:lnTo>
                      <a:pt x="60855" y="25033"/>
                    </a:lnTo>
                    <a:lnTo>
                      <a:pt x="68565" y="29707"/>
                    </a:lnTo>
                    <a:lnTo>
                      <a:pt x="71738" y="32679"/>
                    </a:lnTo>
                    <a:lnTo>
                      <a:pt x="71381" y="36032"/>
                    </a:lnTo>
                    <a:lnTo>
                      <a:pt x="72663" y="39181"/>
                    </a:lnTo>
                    <a:lnTo>
                      <a:pt x="82724" y="44586"/>
                    </a:lnTo>
                    <a:lnTo>
                      <a:pt x="92858" y="53311"/>
                    </a:lnTo>
                    <a:lnTo>
                      <a:pt x="95830" y="78897"/>
                    </a:lnTo>
                    <a:lnTo>
                      <a:pt x="82177" y="91007"/>
                    </a:lnTo>
                    <a:lnTo>
                      <a:pt x="79665" y="128055"/>
                    </a:lnTo>
                    <a:lnTo>
                      <a:pt x="76001" y="134723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8" name="pg3918">
                <a:extLst>
                  <a:ext uri="{FF2B5EF4-FFF2-40B4-BE49-F238E27FC236}">
                    <a16:creationId xmlns:a16="http://schemas.microsoft.com/office/drawing/2014/main" id="{A2DE5A05-BD1D-15FE-0103-B057B550B372}"/>
                  </a:ext>
                </a:extLst>
              </p:cNvPr>
              <p:cNvSpPr/>
              <p:nvPr/>
            </p:nvSpPr>
            <p:spPr>
              <a:xfrm>
                <a:off x="4893261" y="5381534"/>
                <a:ext cx="74105" cy="118987"/>
              </a:xfrm>
              <a:custGeom>
                <a:avLst/>
                <a:gdLst/>
                <a:ahLst/>
                <a:cxnLst/>
                <a:rect l="0" t="0" r="0" b="0"/>
                <a:pathLst>
                  <a:path w="74105" h="118987">
                    <a:moveTo>
                      <a:pt x="72947" y="80116"/>
                    </a:moveTo>
                    <a:lnTo>
                      <a:pt x="74105" y="91896"/>
                    </a:lnTo>
                    <a:lnTo>
                      <a:pt x="73035" y="96094"/>
                    </a:lnTo>
                    <a:lnTo>
                      <a:pt x="61583" y="103968"/>
                    </a:lnTo>
                    <a:lnTo>
                      <a:pt x="58643" y="108369"/>
                    </a:lnTo>
                    <a:lnTo>
                      <a:pt x="47847" y="112808"/>
                    </a:lnTo>
                    <a:lnTo>
                      <a:pt x="41315" y="118987"/>
                    </a:lnTo>
                    <a:lnTo>
                      <a:pt x="38044" y="108947"/>
                    </a:lnTo>
                    <a:lnTo>
                      <a:pt x="31703" y="102742"/>
                    </a:lnTo>
                    <a:lnTo>
                      <a:pt x="30639" y="92194"/>
                    </a:lnTo>
                    <a:lnTo>
                      <a:pt x="25792" y="95757"/>
                    </a:lnTo>
                    <a:lnTo>
                      <a:pt x="18805" y="93585"/>
                    </a:lnTo>
                    <a:lnTo>
                      <a:pt x="7281" y="85596"/>
                    </a:lnTo>
                    <a:lnTo>
                      <a:pt x="0" y="74750"/>
                    </a:lnTo>
                    <a:lnTo>
                      <a:pt x="10201" y="72870"/>
                    </a:lnTo>
                    <a:lnTo>
                      <a:pt x="12309" y="79608"/>
                    </a:lnTo>
                    <a:lnTo>
                      <a:pt x="20381" y="71340"/>
                    </a:lnTo>
                    <a:lnTo>
                      <a:pt x="18546" y="66983"/>
                    </a:lnTo>
                    <a:lnTo>
                      <a:pt x="17089" y="66425"/>
                    </a:lnTo>
                    <a:lnTo>
                      <a:pt x="14443" y="58321"/>
                    </a:lnTo>
                    <a:lnTo>
                      <a:pt x="26587" y="37098"/>
                    </a:lnTo>
                    <a:lnTo>
                      <a:pt x="29207" y="23407"/>
                    </a:lnTo>
                    <a:lnTo>
                      <a:pt x="23699" y="1441"/>
                    </a:lnTo>
                    <a:lnTo>
                      <a:pt x="28841" y="0"/>
                    </a:lnTo>
                    <a:lnTo>
                      <a:pt x="42545" y="7703"/>
                    </a:lnTo>
                    <a:lnTo>
                      <a:pt x="48685" y="15285"/>
                    </a:lnTo>
                    <a:lnTo>
                      <a:pt x="48886" y="25693"/>
                    </a:lnTo>
                    <a:lnTo>
                      <a:pt x="54648" y="33752"/>
                    </a:lnTo>
                    <a:lnTo>
                      <a:pt x="62989" y="53057"/>
                    </a:lnTo>
                    <a:lnTo>
                      <a:pt x="73180" y="6436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19" name="pg3919">
                <a:extLst>
                  <a:ext uri="{FF2B5EF4-FFF2-40B4-BE49-F238E27FC236}">
                    <a16:creationId xmlns:a16="http://schemas.microsoft.com/office/drawing/2014/main" id="{64B695F1-8B5A-B26D-900C-A477D6CD4184}"/>
                  </a:ext>
                </a:extLst>
              </p:cNvPr>
              <p:cNvSpPr/>
              <p:nvPr/>
            </p:nvSpPr>
            <p:spPr>
              <a:xfrm>
                <a:off x="4835016" y="5174016"/>
                <a:ext cx="112522" cy="38661"/>
              </a:xfrm>
              <a:custGeom>
                <a:avLst/>
                <a:gdLst/>
                <a:ahLst/>
                <a:cxnLst/>
                <a:rect l="0" t="0" r="0" b="0"/>
                <a:pathLst>
                  <a:path w="112522" h="38661">
                    <a:moveTo>
                      <a:pt x="64973" y="13005"/>
                    </a:moveTo>
                    <a:lnTo>
                      <a:pt x="71841" y="12453"/>
                    </a:lnTo>
                    <a:lnTo>
                      <a:pt x="75960" y="9792"/>
                    </a:lnTo>
                    <a:lnTo>
                      <a:pt x="94931" y="10878"/>
                    </a:lnTo>
                    <a:lnTo>
                      <a:pt x="110248" y="6985"/>
                    </a:lnTo>
                    <a:lnTo>
                      <a:pt x="112522" y="13894"/>
                    </a:lnTo>
                    <a:lnTo>
                      <a:pt x="112134" y="17501"/>
                    </a:lnTo>
                    <a:lnTo>
                      <a:pt x="79562" y="20886"/>
                    </a:lnTo>
                    <a:lnTo>
                      <a:pt x="49682" y="31028"/>
                    </a:lnTo>
                    <a:lnTo>
                      <a:pt x="33305" y="37899"/>
                    </a:lnTo>
                    <a:lnTo>
                      <a:pt x="25611" y="38661"/>
                    </a:lnTo>
                    <a:lnTo>
                      <a:pt x="19730" y="35047"/>
                    </a:lnTo>
                    <a:lnTo>
                      <a:pt x="0" y="14104"/>
                    </a:lnTo>
                    <a:lnTo>
                      <a:pt x="5276" y="16193"/>
                    </a:lnTo>
                    <a:lnTo>
                      <a:pt x="19854" y="28030"/>
                    </a:lnTo>
                    <a:lnTo>
                      <a:pt x="28908" y="25871"/>
                    </a:lnTo>
                    <a:lnTo>
                      <a:pt x="37295" y="18047"/>
                    </a:lnTo>
                    <a:lnTo>
                      <a:pt x="38577" y="12135"/>
                    </a:lnTo>
                    <a:lnTo>
                      <a:pt x="37326" y="9335"/>
                    </a:lnTo>
                    <a:lnTo>
                      <a:pt x="41119" y="0"/>
                    </a:lnTo>
                    <a:lnTo>
                      <a:pt x="52152" y="896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0" name="pg3920">
                <a:extLst>
                  <a:ext uri="{FF2B5EF4-FFF2-40B4-BE49-F238E27FC236}">
                    <a16:creationId xmlns:a16="http://schemas.microsoft.com/office/drawing/2014/main" id="{5700BE51-97F1-B97E-1021-737C4BE8BE82}"/>
                  </a:ext>
                </a:extLst>
              </p:cNvPr>
              <p:cNvSpPr/>
              <p:nvPr/>
            </p:nvSpPr>
            <p:spPr>
              <a:xfrm>
                <a:off x="4985696" y="5397055"/>
                <a:ext cx="30985" cy="11691"/>
              </a:xfrm>
              <a:custGeom>
                <a:avLst/>
                <a:gdLst/>
                <a:ahLst/>
                <a:cxnLst/>
                <a:rect l="0" t="0" r="0" b="0"/>
                <a:pathLst>
                  <a:path w="30985" h="11691">
                    <a:moveTo>
                      <a:pt x="10733" y="11691"/>
                    </a:moveTo>
                    <a:lnTo>
                      <a:pt x="2191" y="9030"/>
                    </a:lnTo>
                    <a:lnTo>
                      <a:pt x="0" y="6890"/>
                    </a:lnTo>
                    <a:lnTo>
                      <a:pt x="3658" y="3295"/>
                    </a:lnTo>
                    <a:lnTo>
                      <a:pt x="11710" y="298"/>
                    </a:lnTo>
                    <a:lnTo>
                      <a:pt x="24639" y="0"/>
                    </a:lnTo>
                    <a:lnTo>
                      <a:pt x="30303" y="3543"/>
                    </a:lnTo>
                    <a:lnTo>
                      <a:pt x="30985" y="5093"/>
                    </a:lnTo>
                    <a:lnTo>
                      <a:pt x="22686" y="899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1" name="pg3921">
                <a:extLst>
                  <a:ext uri="{FF2B5EF4-FFF2-40B4-BE49-F238E27FC236}">
                    <a16:creationId xmlns:a16="http://schemas.microsoft.com/office/drawing/2014/main" id="{C4705679-BFD0-C5BC-5ADE-63837875632B}"/>
                  </a:ext>
                </a:extLst>
              </p:cNvPr>
              <p:cNvSpPr/>
              <p:nvPr/>
            </p:nvSpPr>
            <p:spPr>
              <a:xfrm>
                <a:off x="5304944" y="5521433"/>
                <a:ext cx="12277" cy="16472"/>
              </a:xfrm>
              <a:custGeom>
                <a:avLst/>
                <a:gdLst/>
                <a:ahLst/>
                <a:cxnLst/>
                <a:rect l="0" t="0" r="0" b="0"/>
                <a:pathLst>
                  <a:path w="12277" h="16472">
                    <a:moveTo>
                      <a:pt x="7008" y="16472"/>
                    </a:moveTo>
                    <a:lnTo>
                      <a:pt x="0" y="16472"/>
                    </a:lnTo>
                    <a:lnTo>
                      <a:pt x="1962" y="2806"/>
                    </a:lnTo>
                    <a:lnTo>
                      <a:pt x="7771" y="0"/>
                    </a:lnTo>
                    <a:lnTo>
                      <a:pt x="10050" y="152"/>
                    </a:lnTo>
                    <a:lnTo>
                      <a:pt x="12277" y="762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2" name="pg3922">
                <a:extLst>
                  <a:ext uri="{FF2B5EF4-FFF2-40B4-BE49-F238E27FC236}">
                    <a16:creationId xmlns:a16="http://schemas.microsoft.com/office/drawing/2014/main" id="{F0E200BA-5362-C879-190F-34E10AC51336}"/>
                  </a:ext>
                </a:extLst>
              </p:cNvPr>
              <p:cNvSpPr/>
              <p:nvPr/>
            </p:nvSpPr>
            <p:spPr>
              <a:xfrm>
                <a:off x="5068380" y="5334383"/>
                <a:ext cx="70456" cy="119063"/>
              </a:xfrm>
              <a:custGeom>
                <a:avLst/>
                <a:gdLst/>
                <a:ahLst/>
                <a:cxnLst/>
                <a:rect l="0" t="0" r="0" b="0"/>
                <a:pathLst>
                  <a:path w="70456" h="119063">
                    <a:moveTo>
                      <a:pt x="31373" y="24747"/>
                    </a:moveTo>
                    <a:lnTo>
                      <a:pt x="46235" y="30285"/>
                    </a:lnTo>
                    <a:lnTo>
                      <a:pt x="62302" y="48650"/>
                    </a:lnTo>
                    <a:lnTo>
                      <a:pt x="69221" y="55191"/>
                    </a:lnTo>
                    <a:lnTo>
                      <a:pt x="70456" y="61147"/>
                    </a:lnTo>
                    <a:lnTo>
                      <a:pt x="67748" y="88340"/>
                    </a:lnTo>
                    <a:lnTo>
                      <a:pt x="64136" y="104711"/>
                    </a:lnTo>
                    <a:lnTo>
                      <a:pt x="64679" y="119063"/>
                    </a:lnTo>
                    <a:lnTo>
                      <a:pt x="60906" y="114815"/>
                    </a:lnTo>
                    <a:lnTo>
                      <a:pt x="57093" y="105416"/>
                    </a:lnTo>
                    <a:lnTo>
                      <a:pt x="50840" y="100012"/>
                    </a:lnTo>
                    <a:lnTo>
                      <a:pt x="48757" y="97180"/>
                    </a:lnTo>
                    <a:lnTo>
                      <a:pt x="59997" y="96557"/>
                    </a:lnTo>
                    <a:lnTo>
                      <a:pt x="60994" y="81761"/>
                    </a:lnTo>
                    <a:lnTo>
                      <a:pt x="66477" y="70089"/>
                    </a:lnTo>
                    <a:lnTo>
                      <a:pt x="65645" y="57947"/>
                    </a:lnTo>
                    <a:lnTo>
                      <a:pt x="52529" y="44579"/>
                    </a:lnTo>
                    <a:lnTo>
                      <a:pt x="43538" y="32812"/>
                    </a:lnTo>
                    <a:lnTo>
                      <a:pt x="29714" y="29046"/>
                    </a:lnTo>
                    <a:lnTo>
                      <a:pt x="16929" y="17330"/>
                    </a:lnTo>
                    <a:lnTo>
                      <a:pt x="9301" y="15888"/>
                    </a:lnTo>
                    <a:lnTo>
                      <a:pt x="0" y="17952"/>
                    </a:lnTo>
                    <a:lnTo>
                      <a:pt x="3359" y="10967"/>
                    </a:lnTo>
                    <a:lnTo>
                      <a:pt x="5684" y="1727"/>
                    </a:lnTo>
                    <a:lnTo>
                      <a:pt x="7389" y="0"/>
                    </a:lnTo>
                    <a:lnTo>
                      <a:pt x="13952" y="10078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3" name="pg3923">
                <a:extLst>
                  <a:ext uri="{FF2B5EF4-FFF2-40B4-BE49-F238E27FC236}">
                    <a16:creationId xmlns:a16="http://schemas.microsoft.com/office/drawing/2014/main" id="{31A80319-6639-8BAD-2A3E-CF62CF6984FA}"/>
                  </a:ext>
                </a:extLst>
              </p:cNvPr>
              <p:cNvSpPr/>
              <p:nvPr/>
            </p:nvSpPr>
            <p:spPr>
              <a:xfrm>
                <a:off x="5178096" y="5447191"/>
                <a:ext cx="46804" cy="72629"/>
              </a:xfrm>
              <a:custGeom>
                <a:avLst/>
                <a:gdLst/>
                <a:ahLst/>
                <a:cxnLst/>
                <a:rect l="0" t="0" r="0" b="0"/>
                <a:pathLst>
                  <a:path w="46804" h="72629">
                    <a:moveTo>
                      <a:pt x="46804" y="71314"/>
                    </a:moveTo>
                    <a:lnTo>
                      <a:pt x="39713" y="69974"/>
                    </a:lnTo>
                    <a:lnTo>
                      <a:pt x="29249" y="72559"/>
                    </a:lnTo>
                    <a:lnTo>
                      <a:pt x="25482" y="72629"/>
                    </a:lnTo>
                    <a:lnTo>
                      <a:pt x="27828" y="68101"/>
                    </a:lnTo>
                    <a:lnTo>
                      <a:pt x="35094" y="61979"/>
                    </a:lnTo>
                    <a:lnTo>
                      <a:pt x="35460" y="56150"/>
                    </a:lnTo>
                    <a:lnTo>
                      <a:pt x="26469" y="47742"/>
                    </a:lnTo>
                    <a:lnTo>
                      <a:pt x="16004" y="26824"/>
                    </a:lnTo>
                    <a:lnTo>
                      <a:pt x="11105" y="21864"/>
                    </a:lnTo>
                    <a:lnTo>
                      <a:pt x="8779" y="14002"/>
                    </a:lnTo>
                    <a:lnTo>
                      <a:pt x="0" y="5569"/>
                    </a:lnTo>
                    <a:lnTo>
                      <a:pt x="1834" y="1060"/>
                    </a:lnTo>
                    <a:lnTo>
                      <a:pt x="3638" y="0"/>
                    </a:lnTo>
                    <a:lnTo>
                      <a:pt x="9575" y="2165"/>
                    </a:lnTo>
                    <a:lnTo>
                      <a:pt x="23022" y="32253"/>
                    </a:lnTo>
                    <a:lnTo>
                      <a:pt x="23900" y="35136"/>
                    </a:lnTo>
                    <a:lnTo>
                      <a:pt x="46101" y="64704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4" name="pt3924">
                <a:extLst>
                  <a:ext uri="{FF2B5EF4-FFF2-40B4-BE49-F238E27FC236}">
                    <a16:creationId xmlns:a16="http://schemas.microsoft.com/office/drawing/2014/main" id="{B0A58E99-B794-BDFA-BBB6-17B60E8B1970}"/>
                  </a:ext>
                </a:extLst>
              </p:cNvPr>
              <p:cNvSpPr/>
              <p:nvPr/>
            </p:nvSpPr>
            <p:spPr>
              <a:xfrm>
                <a:off x="5411954" y="3276309"/>
                <a:ext cx="63202" cy="63202"/>
              </a:xfrm>
              <a:prstGeom prst="ellipse">
                <a:avLst/>
              </a:prstGeom>
              <a:solidFill>
                <a:srgbClr val="3A669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5" name="pt3925">
                <a:extLst>
                  <a:ext uri="{FF2B5EF4-FFF2-40B4-BE49-F238E27FC236}">
                    <a16:creationId xmlns:a16="http://schemas.microsoft.com/office/drawing/2014/main" id="{DA51CA18-E695-7C81-E6FE-61A39AA9E134}"/>
                  </a:ext>
                </a:extLst>
              </p:cNvPr>
              <p:cNvSpPr/>
              <p:nvPr/>
            </p:nvSpPr>
            <p:spPr>
              <a:xfrm>
                <a:off x="3286560" y="4746129"/>
                <a:ext cx="63202" cy="63202"/>
              </a:xfrm>
              <a:prstGeom prst="ellipse">
                <a:avLst/>
              </a:prstGeom>
              <a:solidFill>
                <a:srgbClr val="291E3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6" name="pt3926">
                <a:extLst>
                  <a:ext uri="{FF2B5EF4-FFF2-40B4-BE49-F238E27FC236}">
                    <a16:creationId xmlns:a16="http://schemas.microsoft.com/office/drawing/2014/main" id="{37DB652B-BF89-A5A4-B562-3514EB1B1C7C}"/>
                  </a:ext>
                </a:extLst>
              </p:cNvPr>
              <p:cNvSpPr/>
              <p:nvPr/>
            </p:nvSpPr>
            <p:spPr>
              <a:xfrm>
                <a:off x="2878450" y="4973596"/>
                <a:ext cx="63202" cy="63202"/>
              </a:xfrm>
              <a:prstGeom prst="ellipse">
                <a:avLst/>
              </a:prstGeom>
              <a:solidFill>
                <a:srgbClr val="261C3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7" name="pt3927">
                <a:extLst>
                  <a:ext uri="{FF2B5EF4-FFF2-40B4-BE49-F238E27FC236}">
                    <a16:creationId xmlns:a16="http://schemas.microsoft.com/office/drawing/2014/main" id="{30B15A7D-4946-3F5A-44D6-68C90058873C}"/>
                  </a:ext>
                </a:extLst>
              </p:cNvPr>
              <p:cNvSpPr/>
              <p:nvPr/>
            </p:nvSpPr>
            <p:spPr>
              <a:xfrm>
                <a:off x="5154968" y="3735383"/>
                <a:ext cx="63202" cy="63202"/>
              </a:xfrm>
              <a:prstGeom prst="ellipse">
                <a:avLst/>
              </a:prstGeom>
              <a:solidFill>
                <a:srgbClr val="56BFA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8" name="pt3928">
                <a:extLst>
                  <a:ext uri="{FF2B5EF4-FFF2-40B4-BE49-F238E27FC236}">
                    <a16:creationId xmlns:a16="http://schemas.microsoft.com/office/drawing/2014/main" id="{1711C79E-5DBE-1403-7079-C7D357D72C55}"/>
                  </a:ext>
                </a:extLst>
              </p:cNvPr>
              <p:cNvSpPr/>
              <p:nvPr/>
            </p:nvSpPr>
            <p:spPr>
              <a:xfrm>
                <a:off x="3815690" y="4677487"/>
                <a:ext cx="63202" cy="63202"/>
              </a:xfrm>
              <a:prstGeom prst="ellipse">
                <a:avLst/>
              </a:prstGeom>
              <a:solidFill>
                <a:srgbClr val="3A356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29" name="pt3929">
                <a:extLst>
                  <a:ext uri="{FF2B5EF4-FFF2-40B4-BE49-F238E27FC236}">
                    <a16:creationId xmlns:a16="http://schemas.microsoft.com/office/drawing/2014/main" id="{1EF0EF76-43AC-09A7-B447-B9340436C2DD}"/>
                  </a:ext>
                </a:extLst>
              </p:cNvPr>
              <p:cNvSpPr/>
              <p:nvPr/>
            </p:nvSpPr>
            <p:spPr>
              <a:xfrm>
                <a:off x="5234441" y="3545894"/>
                <a:ext cx="63202" cy="63202"/>
              </a:xfrm>
              <a:prstGeom prst="ellipse">
                <a:avLst/>
              </a:prstGeom>
              <a:solidFill>
                <a:srgbClr val="6AD1B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0" name="pt3930">
                <a:extLst>
                  <a:ext uri="{FF2B5EF4-FFF2-40B4-BE49-F238E27FC236}">
                    <a16:creationId xmlns:a16="http://schemas.microsoft.com/office/drawing/2014/main" id="{66270448-BDF5-3B41-3DF5-D2DDBD6EF9AE}"/>
                  </a:ext>
                </a:extLst>
              </p:cNvPr>
              <p:cNvSpPr/>
              <p:nvPr/>
            </p:nvSpPr>
            <p:spPr>
              <a:xfrm>
                <a:off x="3635685" y="4800931"/>
                <a:ext cx="63202" cy="63202"/>
              </a:xfrm>
              <a:prstGeom prst="ellipse">
                <a:avLst/>
              </a:prstGeom>
              <a:solidFill>
                <a:srgbClr val="251C3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1" name="pt3931">
                <a:extLst>
                  <a:ext uri="{FF2B5EF4-FFF2-40B4-BE49-F238E27FC236}">
                    <a16:creationId xmlns:a16="http://schemas.microsoft.com/office/drawing/2014/main" id="{339139F1-E821-9136-7442-B0C89280CA2D}"/>
                  </a:ext>
                </a:extLst>
              </p:cNvPr>
              <p:cNvSpPr/>
              <p:nvPr/>
            </p:nvSpPr>
            <p:spPr>
              <a:xfrm>
                <a:off x="5803938" y="2901996"/>
                <a:ext cx="63202" cy="63202"/>
              </a:xfrm>
              <a:prstGeom prst="ellipse">
                <a:avLst/>
              </a:prstGeom>
              <a:solidFill>
                <a:srgbClr val="3B6FA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2" name="pt3932">
                <a:extLst>
                  <a:ext uri="{FF2B5EF4-FFF2-40B4-BE49-F238E27FC236}">
                    <a16:creationId xmlns:a16="http://schemas.microsoft.com/office/drawing/2014/main" id="{086DE5BC-7FE3-2DFE-D74A-ACFA79E8A57E}"/>
                  </a:ext>
                </a:extLst>
              </p:cNvPr>
              <p:cNvSpPr/>
              <p:nvPr/>
            </p:nvSpPr>
            <p:spPr>
              <a:xfrm>
                <a:off x="5602232" y="3222656"/>
                <a:ext cx="63202" cy="63202"/>
              </a:xfrm>
              <a:prstGeom prst="ellipse">
                <a:avLst/>
              </a:prstGeom>
              <a:solidFill>
                <a:srgbClr val="3888A6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3" name="pt3933">
                <a:extLst>
                  <a:ext uri="{FF2B5EF4-FFF2-40B4-BE49-F238E27FC236}">
                    <a16:creationId xmlns:a16="http://schemas.microsoft.com/office/drawing/2014/main" id="{19F43462-6276-5988-C53B-F4519E97DDEB}"/>
                  </a:ext>
                </a:extLst>
              </p:cNvPr>
              <p:cNvSpPr/>
              <p:nvPr/>
            </p:nvSpPr>
            <p:spPr>
              <a:xfrm>
                <a:off x="4189184" y="4765547"/>
                <a:ext cx="63202" cy="63202"/>
              </a:xfrm>
              <a:prstGeom prst="ellipse">
                <a:avLst/>
              </a:prstGeom>
              <a:solidFill>
                <a:srgbClr val="2F234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4" name="pt3934">
                <a:extLst>
                  <a:ext uri="{FF2B5EF4-FFF2-40B4-BE49-F238E27FC236}">
                    <a16:creationId xmlns:a16="http://schemas.microsoft.com/office/drawing/2014/main" id="{2EE5BAE4-E03C-E8AA-1564-27B814F5E1FF}"/>
                  </a:ext>
                </a:extLst>
              </p:cNvPr>
              <p:cNvSpPr/>
              <p:nvPr/>
            </p:nvSpPr>
            <p:spPr>
              <a:xfrm>
                <a:off x="4913887" y="4211118"/>
                <a:ext cx="63202" cy="63202"/>
              </a:xfrm>
              <a:prstGeom prst="ellipse">
                <a:avLst/>
              </a:prstGeom>
              <a:solidFill>
                <a:srgbClr val="3A9D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5" name="pt3935">
                <a:extLst>
                  <a:ext uri="{FF2B5EF4-FFF2-40B4-BE49-F238E27FC236}">
                    <a16:creationId xmlns:a16="http://schemas.microsoft.com/office/drawing/2014/main" id="{84031891-30A8-EBF0-D8E9-1C2F802C73CE}"/>
                  </a:ext>
                </a:extLst>
              </p:cNvPr>
              <p:cNvSpPr/>
              <p:nvPr/>
            </p:nvSpPr>
            <p:spPr>
              <a:xfrm>
                <a:off x="4598477" y="4463619"/>
                <a:ext cx="63202" cy="63202"/>
              </a:xfrm>
              <a:prstGeom prst="ellipse">
                <a:avLst/>
              </a:prstGeom>
              <a:solidFill>
                <a:srgbClr val="3A9C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6" name="pt3936">
                <a:extLst>
                  <a:ext uri="{FF2B5EF4-FFF2-40B4-BE49-F238E27FC236}">
                    <a16:creationId xmlns:a16="http://schemas.microsoft.com/office/drawing/2014/main" id="{1901C934-A77C-9EBD-6ED7-7179BE1C92E5}"/>
                  </a:ext>
                </a:extLst>
              </p:cNvPr>
              <p:cNvSpPr/>
              <p:nvPr/>
            </p:nvSpPr>
            <p:spPr>
              <a:xfrm>
                <a:off x="3118737" y="4784820"/>
                <a:ext cx="63202" cy="63202"/>
              </a:xfrm>
              <a:prstGeom prst="ellipse">
                <a:avLst/>
              </a:prstGeom>
              <a:solidFill>
                <a:srgbClr val="3C497F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7" name="pt3937">
                <a:extLst>
                  <a:ext uri="{FF2B5EF4-FFF2-40B4-BE49-F238E27FC236}">
                    <a16:creationId xmlns:a16="http://schemas.microsoft.com/office/drawing/2014/main" id="{6DAAE866-C033-0A80-DAF0-63F02B100C03}"/>
                  </a:ext>
                </a:extLst>
              </p:cNvPr>
              <p:cNvSpPr/>
              <p:nvPr/>
            </p:nvSpPr>
            <p:spPr>
              <a:xfrm>
                <a:off x="4706891" y="4368015"/>
                <a:ext cx="63202" cy="63202"/>
              </a:xfrm>
              <a:prstGeom prst="ellipse">
                <a:avLst/>
              </a:prstGeom>
              <a:solidFill>
                <a:srgbClr val="3692A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8" name="pt3938">
                <a:extLst>
                  <a:ext uri="{FF2B5EF4-FFF2-40B4-BE49-F238E27FC236}">
                    <a16:creationId xmlns:a16="http://schemas.microsoft.com/office/drawing/2014/main" id="{BADE69DF-C4CE-286D-F4B2-59600D0C2167}"/>
                  </a:ext>
                </a:extLst>
              </p:cNvPr>
              <p:cNvSpPr/>
              <p:nvPr/>
            </p:nvSpPr>
            <p:spPr>
              <a:xfrm>
                <a:off x="5170525" y="3498927"/>
                <a:ext cx="63202" cy="63202"/>
              </a:xfrm>
              <a:prstGeom prst="ellipse">
                <a:avLst/>
              </a:prstGeom>
              <a:solidFill>
                <a:srgbClr val="3A75A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39" name="pt3939">
                <a:extLst>
                  <a:ext uri="{FF2B5EF4-FFF2-40B4-BE49-F238E27FC236}">
                    <a16:creationId xmlns:a16="http://schemas.microsoft.com/office/drawing/2014/main" id="{7535F268-6B99-6426-33A4-1D8A27A7499E}"/>
                  </a:ext>
                </a:extLst>
              </p:cNvPr>
              <p:cNvSpPr/>
              <p:nvPr/>
            </p:nvSpPr>
            <p:spPr>
              <a:xfrm>
                <a:off x="4143523" y="4766403"/>
                <a:ext cx="63202" cy="63202"/>
              </a:xfrm>
              <a:prstGeom prst="ellipse">
                <a:avLst/>
              </a:prstGeom>
              <a:solidFill>
                <a:srgbClr val="30234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0" name="pt3940">
                <a:extLst>
                  <a:ext uri="{FF2B5EF4-FFF2-40B4-BE49-F238E27FC236}">
                    <a16:creationId xmlns:a16="http://schemas.microsoft.com/office/drawing/2014/main" id="{42E49B02-301C-536F-6D76-BCC5D497A54D}"/>
                  </a:ext>
                </a:extLst>
              </p:cNvPr>
              <p:cNvSpPr/>
              <p:nvPr/>
            </p:nvSpPr>
            <p:spPr>
              <a:xfrm>
                <a:off x="4544041" y="4668741"/>
                <a:ext cx="63202" cy="63202"/>
              </a:xfrm>
              <a:prstGeom prst="ellipse">
                <a:avLst/>
              </a:prstGeom>
              <a:solidFill>
                <a:srgbClr val="3A75A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1" name="pt3941">
                <a:extLst>
                  <a:ext uri="{FF2B5EF4-FFF2-40B4-BE49-F238E27FC236}">
                    <a16:creationId xmlns:a16="http://schemas.microsoft.com/office/drawing/2014/main" id="{2E896C2B-B2EB-D8A7-9762-A87ACE2FBB4E}"/>
                  </a:ext>
                </a:extLst>
              </p:cNvPr>
              <p:cNvSpPr/>
              <p:nvPr/>
            </p:nvSpPr>
            <p:spPr>
              <a:xfrm>
                <a:off x="3690881" y="4772296"/>
                <a:ext cx="63202" cy="63202"/>
              </a:xfrm>
              <a:prstGeom prst="ellipse">
                <a:avLst/>
              </a:prstGeom>
              <a:solidFill>
                <a:srgbClr val="2A1F3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2" name="pt3942">
                <a:extLst>
                  <a:ext uri="{FF2B5EF4-FFF2-40B4-BE49-F238E27FC236}">
                    <a16:creationId xmlns:a16="http://schemas.microsoft.com/office/drawing/2014/main" id="{B1447A24-9AB8-2EFB-5776-999AA877DB23}"/>
                  </a:ext>
                </a:extLst>
              </p:cNvPr>
              <p:cNvSpPr/>
              <p:nvPr/>
            </p:nvSpPr>
            <p:spPr>
              <a:xfrm>
                <a:off x="5016032" y="3641698"/>
                <a:ext cx="63202" cy="63202"/>
              </a:xfrm>
              <a:prstGeom prst="ellipse">
                <a:avLst/>
              </a:prstGeom>
              <a:solidFill>
                <a:srgbClr val="3A7EA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3" name="pt3943">
                <a:extLst>
                  <a:ext uri="{FF2B5EF4-FFF2-40B4-BE49-F238E27FC236}">
                    <a16:creationId xmlns:a16="http://schemas.microsoft.com/office/drawing/2014/main" id="{783A81FD-DBE0-0EBE-23BE-56E24F7D892A}"/>
                  </a:ext>
                </a:extLst>
              </p:cNvPr>
              <p:cNvSpPr/>
              <p:nvPr/>
            </p:nvSpPr>
            <p:spPr>
              <a:xfrm>
                <a:off x="4551789" y="4536931"/>
                <a:ext cx="63202" cy="63202"/>
              </a:xfrm>
              <a:prstGeom prst="ellipse">
                <a:avLst/>
              </a:prstGeom>
              <a:solidFill>
                <a:srgbClr val="3A75A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4" name="pt3944">
                <a:extLst>
                  <a:ext uri="{FF2B5EF4-FFF2-40B4-BE49-F238E27FC236}">
                    <a16:creationId xmlns:a16="http://schemas.microsoft.com/office/drawing/2014/main" id="{BE640331-E090-C87C-BB6A-8C8B25559F7E}"/>
                  </a:ext>
                </a:extLst>
              </p:cNvPr>
              <p:cNvSpPr/>
              <p:nvPr/>
            </p:nvSpPr>
            <p:spPr>
              <a:xfrm>
                <a:off x="3457033" y="4801454"/>
                <a:ext cx="63202" cy="63202"/>
              </a:xfrm>
              <a:prstGeom prst="ellipse">
                <a:avLst/>
              </a:prstGeom>
              <a:solidFill>
                <a:srgbClr val="2C213E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5" name="pt3945">
                <a:extLst>
                  <a:ext uri="{FF2B5EF4-FFF2-40B4-BE49-F238E27FC236}">
                    <a16:creationId xmlns:a16="http://schemas.microsoft.com/office/drawing/2014/main" id="{F2D28774-BBB5-F8DE-CDC2-E18DF7AE456B}"/>
                  </a:ext>
                </a:extLst>
              </p:cNvPr>
              <p:cNvSpPr/>
              <p:nvPr/>
            </p:nvSpPr>
            <p:spPr>
              <a:xfrm>
                <a:off x="4795350" y="4267713"/>
                <a:ext cx="63202" cy="63202"/>
              </a:xfrm>
              <a:prstGeom prst="ellipse">
                <a:avLst/>
              </a:prstGeom>
              <a:solidFill>
                <a:srgbClr val="46A9AA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6" name="pt3946">
                <a:extLst>
                  <a:ext uri="{FF2B5EF4-FFF2-40B4-BE49-F238E27FC236}">
                    <a16:creationId xmlns:a16="http://schemas.microsoft.com/office/drawing/2014/main" id="{E45E61E6-E25D-0289-1B48-9CBE127AE8F2}"/>
                  </a:ext>
                </a:extLst>
              </p:cNvPr>
              <p:cNvSpPr/>
              <p:nvPr/>
            </p:nvSpPr>
            <p:spPr>
              <a:xfrm>
                <a:off x="5763373" y="2927118"/>
                <a:ext cx="63202" cy="63202"/>
              </a:xfrm>
              <a:prstGeom prst="ellipse">
                <a:avLst/>
              </a:prstGeom>
              <a:solidFill>
                <a:srgbClr val="3593A8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7" name="pt3947">
                <a:extLst>
                  <a:ext uri="{FF2B5EF4-FFF2-40B4-BE49-F238E27FC236}">
                    <a16:creationId xmlns:a16="http://schemas.microsoft.com/office/drawing/2014/main" id="{F4E26123-8977-122E-F4D5-508544BBC88A}"/>
                  </a:ext>
                </a:extLst>
              </p:cNvPr>
              <p:cNvSpPr/>
              <p:nvPr/>
            </p:nvSpPr>
            <p:spPr>
              <a:xfrm>
                <a:off x="3223042" y="4753931"/>
                <a:ext cx="63202" cy="63202"/>
              </a:xfrm>
              <a:prstGeom prst="ellipse">
                <a:avLst/>
              </a:prstGeom>
              <a:solidFill>
                <a:srgbClr val="241B3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8" name="pt3948">
                <a:extLst>
                  <a:ext uri="{FF2B5EF4-FFF2-40B4-BE49-F238E27FC236}">
                    <a16:creationId xmlns:a16="http://schemas.microsoft.com/office/drawing/2014/main" id="{74BF1536-AFBD-9A99-7F23-0F739A406044}"/>
                  </a:ext>
                </a:extLst>
              </p:cNvPr>
              <p:cNvSpPr/>
              <p:nvPr/>
            </p:nvSpPr>
            <p:spPr>
              <a:xfrm>
                <a:off x="6187218" y="2929573"/>
                <a:ext cx="63202" cy="63202"/>
              </a:xfrm>
              <a:prstGeom prst="ellipse">
                <a:avLst/>
              </a:prstGeom>
              <a:solidFill>
                <a:srgbClr val="3889A6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49" name="pt3949">
                <a:extLst>
                  <a:ext uri="{FF2B5EF4-FFF2-40B4-BE49-F238E27FC236}">
                    <a16:creationId xmlns:a16="http://schemas.microsoft.com/office/drawing/2014/main" id="{E4592905-610B-E3BD-E840-197F7F4862B8}"/>
                  </a:ext>
                </a:extLst>
              </p:cNvPr>
              <p:cNvSpPr/>
              <p:nvPr/>
            </p:nvSpPr>
            <p:spPr>
              <a:xfrm>
                <a:off x="4558922" y="4541579"/>
                <a:ext cx="63202" cy="63202"/>
              </a:xfrm>
              <a:prstGeom prst="ellipse">
                <a:avLst/>
              </a:prstGeom>
              <a:solidFill>
                <a:srgbClr val="3985A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0" name="pt3950">
                <a:extLst>
                  <a:ext uri="{FF2B5EF4-FFF2-40B4-BE49-F238E27FC236}">
                    <a16:creationId xmlns:a16="http://schemas.microsoft.com/office/drawing/2014/main" id="{8FE3FE5F-7596-28FD-C569-4889C903B757}"/>
                  </a:ext>
                </a:extLst>
              </p:cNvPr>
              <p:cNvSpPr/>
              <p:nvPr/>
            </p:nvSpPr>
            <p:spPr>
              <a:xfrm>
                <a:off x="5665872" y="3067530"/>
                <a:ext cx="63202" cy="63202"/>
              </a:xfrm>
              <a:prstGeom prst="ellipse">
                <a:avLst/>
              </a:prstGeom>
              <a:solidFill>
                <a:srgbClr val="3598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1" name="pt3951">
                <a:extLst>
                  <a:ext uri="{FF2B5EF4-FFF2-40B4-BE49-F238E27FC236}">
                    <a16:creationId xmlns:a16="http://schemas.microsoft.com/office/drawing/2014/main" id="{D5B1538E-AEDC-50E1-D172-04BA52FC170E}"/>
                  </a:ext>
                </a:extLst>
              </p:cNvPr>
              <p:cNvSpPr/>
              <p:nvPr/>
            </p:nvSpPr>
            <p:spPr>
              <a:xfrm>
                <a:off x="3541256" y="4824822"/>
                <a:ext cx="63202" cy="63202"/>
              </a:xfrm>
              <a:prstGeom prst="ellipse">
                <a:avLst/>
              </a:prstGeom>
              <a:solidFill>
                <a:srgbClr val="251C3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2" name="pt3952">
                <a:extLst>
                  <a:ext uri="{FF2B5EF4-FFF2-40B4-BE49-F238E27FC236}">
                    <a16:creationId xmlns:a16="http://schemas.microsoft.com/office/drawing/2014/main" id="{CFF9E495-67E1-83DE-0318-FF42407B3BBB}"/>
                  </a:ext>
                </a:extLst>
              </p:cNvPr>
              <p:cNvSpPr/>
              <p:nvPr/>
            </p:nvSpPr>
            <p:spPr>
              <a:xfrm>
                <a:off x="4587926" y="4467164"/>
                <a:ext cx="63202" cy="63202"/>
              </a:xfrm>
              <a:prstGeom prst="ellipse">
                <a:avLst/>
              </a:prstGeom>
              <a:solidFill>
                <a:srgbClr val="3986A5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3" name="pt3953">
                <a:extLst>
                  <a:ext uri="{FF2B5EF4-FFF2-40B4-BE49-F238E27FC236}">
                    <a16:creationId xmlns:a16="http://schemas.microsoft.com/office/drawing/2014/main" id="{1619C4E4-1C32-6DB1-FD5B-A492F6C16DD1}"/>
                  </a:ext>
                </a:extLst>
              </p:cNvPr>
              <p:cNvSpPr/>
              <p:nvPr/>
            </p:nvSpPr>
            <p:spPr>
              <a:xfrm>
                <a:off x="5657937" y="3028251"/>
                <a:ext cx="63202" cy="63202"/>
              </a:xfrm>
              <a:prstGeom prst="ellipse">
                <a:avLst/>
              </a:prstGeom>
              <a:solidFill>
                <a:srgbClr val="3B70A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4" name="pt3954">
                <a:extLst>
                  <a:ext uri="{FF2B5EF4-FFF2-40B4-BE49-F238E27FC236}">
                    <a16:creationId xmlns:a16="http://schemas.microsoft.com/office/drawing/2014/main" id="{DABE7E03-D4BE-90E2-804B-1D227D196835}"/>
                  </a:ext>
                </a:extLst>
              </p:cNvPr>
              <p:cNvSpPr/>
              <p:nvPr/>
            </p:nvSpPr>
            <p:spPr>
              <a:xfrm>
                <a:off x="2979067" y="4895874"/>
                <a:ext cx="63202" cy="63202"/>
              </a:xfrm>
              <a:prstGeom prst="ellipse">
                <a:avLst/>
              </a:prstGeom>
              <a:solidFill>
                <a:srgbClr val="251B31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5" name="pt3955">
                <a:extLst>
                  <a:ext uri="{FF2B5EF4-FFF2-40B4-BE49-F238E27FC236}">
                    <a16:creationId xmlns:a16="http://schemas.microsoft.com/office/drawing/2014/main" id="{1DFE5F9F-1FEC-0591-2F8A-34A4F985B09D}"/>
                  </a:ext>
                </a:extLst>
              </p:cNvPr>
              <p:cNvSpPr/>
              <p:nvPr/>
            </p:nvSpPr>
            <p:spPr>
              <a:xfrm>
                <a:off x="4922163" y="4187507"/>
                <a:ext cx="63202" cy="63202"/>
              </a:xfrm>
              <a:prstGeom prst="ellipse">
                <a:avLst/>
              </a:prstGeom>
              <a:solidFill>
                <a:srgbClr val="3EA0AA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6" name="pt3956">
                <a:extLst>
                  <a:ext uri="{FF2B5EF4-FFF2-40B4-BE49-F238E27FC236}">
                    <a16:creationId xmlns:a16="http://schemas.microsoft.com/office/drawing/2014/main" id="{C850F05E-56C9-9579-A390-A665233F59B2}"/>
                  </a:ext>
                </a:extLst>
              </p:cNvPr>
              <p:cNvSpPr/>
              <p:nvPr/>
            </p:nvSpPr>
            <p:spPr>
              <a:xfrm>
                <a:off x="5059838" y="3807278"/>
                <a:ext cx="63202" cy="63202"/>
              </a:xfrm>
              <a:prstGeom prst="ellipse">
                <a:avLst/>
              </a:prstGeom>
              <a:solidFill>
                <a:srgbClr val="57C0A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7" name="pt3957">
                <a:extLst>
                  <a:ext uri="{FF2B5EF4-FFF2-40B4-BE49-F238E27FC236}">
                    <a16:creationId xmlns:a16="http://schemas.microsoft.com/office/drawing/2014/main" id="{AE303C1D-6D17-B633-7E6F-AEF910ADF463}"/>
                  </a:ext>
                </a:extLst>
              </p:cNvPr>
              <p:cNvSpPr/>
              <p:nvPr/>
            </p:nvSpPr>
            <p:spPr>
              <a:xfrm>
                <a:off x="2851349" y="4946495"/>
                <a:ext cx="117405" cy="117405"/>
              </a:xfrm>
              <a:prstGeom prst="ellipse">
                <a:avLst/>
              </a:prstGeom>
              <a:solidFill>
                <a:srgbClr val="3A366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8" name="pt3958">
                <a:extLst>
                  <a:ext uri="{FF2B5EF4-FFF2-40B4-BE49-F238E27FC236}">
                    <a16:creationId xmlns:a16="http://schemas.microsoft.com/office/drawing/2014/main" id="{7E421ABD-9870-0580-AF1B-805371BA8E1D}"/>
                  </a:ext>
                </a:extLst>
              </p:cNvPr>
              <p:cNvSpPr/>
              <p:nvPr/>
            </p:nvSpPr>
            <p:spPr>
              <a:xfrm>
                <a:off x="3514155" y="4797720"/>
                <a:ext cx="117405" cy="117405"/>
              </a:xfrm>
              <a:prstGeom prst="ellipse">
                <a:avLst/>
              </a:prstGeom>
              <a:solidFill>
                <a:srgbClr val="3A366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59" name="pt3959">
                <a:extLst>
                  <a:ext uri="{FF2B5EF4-FFF2-40B4-BE49-F238E27FC236}">
                    <a16:creationId xmlns:a16="http://schemas.microsoft.com/office/drawing/2014/main" id="{694E1709-8CD5-FEAA-B1BF-A0B55A2F91D5}"/>
                  </a:ext>
                </a:extLst>
              </p:cNvPr>
              <p:cNvSpPr/>
              <p:nvPr/>
            </p:nvSpPr>
            <p:spPr>
              <a:xfrm>
                <a:off x="4516940" y="4641639"/>
                <a:ext cx="117405" cy="117405"/>
              </a:xfrm>
              <a:prstGeom prst="ellipse">
                <a:avLst/>
              </a:prstGeom>
              <a:solidFill>
                <a:srgbClr val="3A76A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0" name="pt3960">
                <a:extLst>
                  <a:ext uri="{FF2B5EF4-FFF2-40B4-BE49-F238E27FC236}">
                    <a16:creationId xmlns:a16="http://schemas.microsoft.com/office/drawing/2014/main" id="{F097328F-E8A2-D4F0-5543-E5812C76CC9C}"/>
                  </a:ext>
                </a:extLst>
              </p:cNvPr>
              <p:cNvSpPr/>
              <p:nvPr/>
            </p:nvSpPr>
            <p:spPr>
              <a:xfrm>
                <a:off x="5630836" y="3001150"/>
                <a:ext cx="117405" cy="117405"/>
              </a:xfrm>
              <a:prstGeom prst="ellipse">
                <a:avLst/>
              </a:prstGeom>
              <a:solidFill>
                <a:srgbClr val="3B70A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1" name="pt3961">
                <a:extLst>
                  <a:ext uri="{FF2B5EF4-FFF2-40B4-BE49-F238E27FC236}">
                    <a16:creationId xmlns:a16="http://schemas.microsoft.com/office/drawing/2014/main" id="{0007363D-20F4-9311-5572-5AAC569A1D9A}"/>
                  </a:ext>
                </a:extLst>
              </p:cNvPr>
              <p:cNvSpPr/>
              <p:nvPr/>
            </p:nvSpPr>
            <p:spPr>
              <a:xfrm>
                <a:off x="5776837" y="2874895"/>
                <a:ext cx="117405" cy="117405"/>
              </a:xfrm>
              <a:prstGeom prst="ellipse">
                <a:avLst/>
              </a:prstGeom>
              <a:solidFill>
                <a:srgbClr val="3A76A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2" name="pl3962">
                <a:extLst>
                  <a:ext uri="{FF2B5EF4-FFF2-40B4-BE49-F238E27FC236}">
                    <a16:creationId xmlns:a16="http://schemas.microsoft.com/office/drawing/2014/main" id="{95E1333C-BA4B-7E11-D318-AEB741FAEA63}"/>
                  </a:ext>
                </a:extLst>
              </p:cNvPr>
              <p:cNvSpPr/>
              <p:nvPr/>
            </p:nvSpPr>
            <p:spPr>
              <a:xfrm>
                <a:off x="2850454" y="4909125"/>
                <a:ext cx="52358" cy="84403"/>
              </a:xfrm>
              <a:custGeom>
                <a:avLst/>
                <a:gdLst/>
                <a:ahLst/>
                <a:cxnLst/>
                <a:rect l="0" t="0" r="0" b="0"/>
                <a:pathLst>
                  <a:path w="52358" h="84403">
                    <a:moveTo>
                      <a:pt x="0" y="0"/>
                    </a:moveTo>
                    <a:lnTo>
                      <a:pt x="52358" y="84403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3" name="pl3963">
                <a:extLst>
                  <a:ext uri="{FF2B5EF4-FFF2-40B4-BE49-F238E27FC236}">
                    <a16:creationId xmlns:a16="http://schemas.microsoft.com/office/drawing/2014/main" id="{26B02FEB-6F05-191E-2BF9-E29EE004CF6D}"/>
                  </a:ext>
                </a:extLst>
              </p:cNvPr>
              <p:cNvSpPr/>
              <p:nvPr/>
            </p:nvSpPr>
            <p:spPr>
              <a:xfrm>
                <a:off x="3511627" y="4762415"/>
                <a:ext cx="53702" cy="82450"/>
              </a:xfrm>
              <a:custGeom>
                <a:avLst/>
                <a:gdLst/>
                <a:ahLst/>
                <a:cxnLst/>
                <a:rect l="0" t="0" r="0" b="0"/>
                <a:pathLst>
                  <a:path w="53702" h="82450">
                    <a:moveTo>
                      <a:pt x="0" y="0"/>
                    </a:moveTo>
                    <a:lnTo>
                      <a:pt x="53702" y="82450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4" name="pl3964">
                <a:extLst>
                  <a:ext uri="{FF2B5EF4-FFF2-40B4-BE49-F238E27FC236}">
                    <a16:creationId xmlns:a16="http://schemas.microsoft.com/office/drawing/2014/main" id="{B2E6E23E-4F15-CDE4-C699-643E047966D0}"/>
                  </a:ext>
                </a:extLst>
              </p:cNvPr>
              <p:cNvSpPr/>
              <p:nvPr/>
            </p:nvSpPr>
            <p:spPr>
              <a:xfrm>
                <a:off x="4513436" y="4609280"/>
                <a:ext cx="54389" cy="79619"/>
              </a:xfrm>
              <a:custGeom>
                <a:avLst/>
                <a:gdLst/>
                <a:ahLst/>
                <a:cxnLst/>
                <a:rect l="0" t="0" r="0" b="0"/>
                <a:pathLst>
                  <a:path w="54389" h="79619">
                    <a:moveTo>
                      <a:pt x="0" y="0"/>
                    </a:moveTo>
                    <a:lnTo>
                      <a:pt x="54389" y="79619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5" name="pl3965">
                <a:extLst>
                  <a:ext uri="{FF2B5EF4-FFF2-40B4-BE49-F238E27FC236}">
                    <a16:creationId xmlns:a16="http://schemas.microsoft.com/office/drawing/2014/main" id="{4AE5EABB-7086-30ED-4E94-3E2AB12371C1}"/>
                  </a:ext>
                </a:extLst>
              </p:cNvPr>
              <p:cNvSpPr/>
              <p:nvPr/>
            </p:nvSpPr>
            <p:spPr>
              <a:xfrm>
                <a:off x="5506138" y="3050179"/>
                <a:ext cx="166737" cy="8794"/>
              </a:xfrm>
              <a:custGeom>
                <a:avLst/>
                <a:gdLst/>
                <a:ahLst/>
                <a:cxnLst/>
                <a:rect l="0" t="0" r="0" b="0"/>
                <a:pathLst>
                  <a:path w="166737" h="8794">
                    <a:moveTo>
                      <a:pt x="0" y="0"/>
                    </a:moveTo>
                    <a:lnTo>
                      <a:pt x="166737" y="8794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6" name="pl3966">
                <a:extLst>
                  <a:ext uri="{FF2B5EF4-FFF2-40B4-BE49-F238E27FC236}">
                    <a16:creationId xmlns:a16="http://schemas.microsoft.com/office/drawing/2014/main" id="{3804C944-E8B7-9EA9-DD62-F42FEE47F13C}"/>
                  </a:ext>
                </a:extLst>
              </p:cNvPr>
              <p:cNvSpPr/>
              <p:nvPr/>
            </p:nvSpPr>
            <p:spPr>
              <a:xfrm>
                <a:off x="5749493" y="2862731"/>
                <a:ext cx="74598" cy="61438"/>
              </a:xfrm>
              <a:custGeom>
                <a:avLst/>
                <a:gdLst/>
                <a:ahLst/>
                <a:cxnLst/>
                <a:rect l="0" t="0" r="0" b="0"/>
                <a:pathLst>
                  <a:path w="74598" h="61438">
                    <a:moveTo>
                      <a:pt x="0" y="0"/>
                    </a:moveTo>
                    <a:lnTo>
                      <a:pt x="74598" y="61438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7" name="pg3967">
                <a:extLst>
                  <a:ext uri="{FF2B5EF4-FFF2-40B4-BE49-F238E27FC236}">
                    <a16:creationId xmlns:a16="http://schemas.microsoft.com/office/drawing/2014/main" id="{7C4B50E6-5311-B363-FD7A-BCA08B4091C2}"/>
                  </a:ext>
                </a:extLst>
              </p:cNvPr>
              <p:cNvSpPr/>
              <p:nvPr/>
            </p:nvSpPr>
            <p:spPr>
              <a:xfrm>
                <a:off x="2291939" y="4760424"/>
                <a:ext cx="558515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58515" h="191932">
                    <a:moveTo>
                      <a:pt x="27431" y="191932"/>
                    </a:moveTo>
                    <a:lnTo>
                      <a:pt x="531083" y="191932"/>
                    </a:lnTo>
                    <a:lnTo>
                      <a:pt x="529978" y="191910"/>
                    </a:lnTo>
                    <a:lnTo>
                      <a:pt x="534390" y="191732"/>
                    </a:lnTo>
                    <a:lnTo>
                      <a:pt x="538715" y="190849"/>
                    </a:lnTo>
                    <a:lnTo>
                      <a:pt x="542843" y="189284"/>
                    </a:lnTo>
                    <a:lnTo>
                      <a:pt x="546666" y="187076"/>
                    </a:lnTo>
                    <a:lnTo>
                      <a:pt x="550086" y="184284"/>
                    </a:lnTo>
                    <a:lnTo>
                      <a:pt x="553013" y="180980"/>
                    </a:lnTo>
                    <a:lnTo>
                      <a:pt x="555373" y="177248"/>
                    </a:lnTo>
                    <a:lnTo>
                      <a:pt x="557103" y="173187"/>
                    </a:lnTo>
                    <a:lnTo>
                      <a:pt x="558160" y="168900"/>
                    </a:lnTo>
                    <a:lnTo>
                      <a:pt x="558515" y="164500"/>
                    </a:lnTo>
                    <a:lnTo>
                      <a:pt x="558515" y="27431"/>
                    </a:lnTo>
                    <a:lnTo>
                      <a:pt x="558160" y="23031"/>
                    </a:lnTo>
                    <a:lnTo>
                      <a:pt x="557103" y="18745"/>
                    </a:lnTo>
                    <a:lnTo>
                      <a:pt x="555373" y="14683"/>
                    </a:lnTo>
                    <a:lnTo>
                      <a:pt x="553013" y="10952"/>
                    </a:lnTo>
                    <a:lnTo>
                      <a:pt x="550086" y="7647"/>
                    </a:lnTo>
                    <a:lnTo>
                      <a:pt x="546666" y="4855"/>
                    </a:lnTo>
                    <a:lnTo>
                      <a:pt x="542843" y="2648"/>
                    </a:lnTo>
                    <a:lnTo>
                      <a:pt x="538715" y="1083"/>
                    </a:lnTo>
                    <a:lnTo>
                      <a:pt x="534390" y="200"/>
                    </a:lnTo>
                    <a:lnTo>
                      <a:pt x="531083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68" name="tx3968">
                <a:extLst>
                  <a:ext uri="{FF2B5EF4-FFF2-40B4-BE49-F238E27FC236}">
                    <a16:creationId xmlns:a16="http://schemas.microsoft.com/office/drawing/2014/main" id="{600F2F0D-2126-82FB-A224-73EDCD5B1AE9}"/>
                  </a:ext>
                </a:extLst>
              </p:cNvPr>
              <p:cNvSpPr/>
              <p:nvPr/>
            </p:nvSpPr>
            <p:spPr>
              <a:xfrm>
                <a:off x="2337659" y="4806144"/>
                <a:ext cx="467075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W1_TX</a:t>
                </a:r>
              </a:p>
            </p:txBody>
          </p:sp>
          <p:sp>
            <p:nvSpPr>
              <p:cNvPr id="3969" name="pg3969">
                <a:extLst>
                  <a:ext uri="{FF2B5EF4-FFF2-40B4-BE49-F238E27FC236}">
                    <a16:creationId xmlns:a16="http://schemas.microsoft.com/office/drawing/2014/main" id="{E4697E7B-E032-4DEC-BC8C-F3A7F5FE5AE0}"/>
                  </a:ext>
                </a:extLst>
              </p:cNvPr>
              <p:cNvSpPr/>
              <p:nvPr/>
            </p:nvSpPr>
            <p:spPr>
              <a:xfrm>
                <a:off x="2960792" y="4613730"/>
                <a:ext cx="550834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50834" h="191932">
                    <a:moveTo>
                      <a:pt x="27431" y="191932"/>
                    </a:moveTo>
                    <a:lnTo>
                      <a:pt x="523402" y="191932"/>
                    </a:lnTo>
                    <a:lnTo>
                      <a:pt x="522297" y="191910"/>
                    </a:lnTo>
                    <a:lnTo>
                      <a:pt x="526709" y="191732"/>
                    </a:lnTo>
                    <a:lnTo>
                      <a:pt x="531034" y="190849"/>
                    </a:lnTo>
                    <a:lnTo>
                      <a:pt x="535162" y="189284"/>
                    </a:lnTo>
                    <a:lnTo>
                      <a:pt x="538985" y="187076"/>
                    </a:lnTo>
                    <a:lnTo>
                      <a:pt x="542405" y="184284"/>
                    </a:lnTo>
                    <a:lnTo>
                      <a:pt x="545332" y="180980"/>
                    </a:lnTo>
                    <a:lnTo>
                      <a:pt x="547692" y="177248"/>
                    </a:lnTo>
                    <a:lnTo>
                      <a:pt x="549422" y="173187"/>
                    </a:lnTo>
                    <a:lnTo>
                      <a:pt x="550479" y="168900"/>
                    </a:lnTo>
                    <a:lnTo>
                      <a:pt x="550834" y="164500"/>
                    </a:lnTo>
                    <a:lnTo>
                      <a:pt x="550834" y="27432"/>
                    </a:lnTo>
                    <a:lnTo>
                      <a:pt x="550479" y="23031"/>
                    </a:lnTo>
                    <a:lnTo>
                      <a:pt x="549422" y="18745"/>
                    </a:lnTo>
                    <a:lnTo>
                      <a:pt x="547692" y="14683"/>
                    </a:lnTo>
                    <a:lnTo>
                      <a:pt x="545332" y="10952"/>
                    </a:lnTo>
                    <a:lnTo>
                      <a:pt x="542405" y="7647"/>
                    </a:lnTo>
                    <a:lnTo>
                      <a:pt x="538985" y="4855"/>
                    </a:lnTo>
                    <a:lnTo>
                      <a:pt x="535162" y="2648"/>
                    </a:lnTo>
                    <a:lnTo>
                      <a:pt x="531034" y="1083"/>
                    </a:lnTo>
                    <a:lnTo>
                      <a:pt x="526709" y="200"/>
                    </a:lnTo>
                    <a:lnTo>
                      <a:pt x="523402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0" name="tx3970">
                <a:extLst>
                  <a:ext uri="{FF2B5EF4-FFF2-40B4-BE49-F238E27FC236}">
                    <a16:creationId xmlns:a16="http://schemas.microsoft.com/office/drawing/2014/main" id="{070E9F59-8FEB-0845-9228-E6CB190EA2AA}"/>
                  </a:ext>
                </a:extLst>
              </p:cNvPr>
              <p:cNvSpPr/>
              <p:nvPr/>
            </p:nvSpPr>
            <p:spPr>
              <a:xfrm>
                <a:off x="3006512" y="4659450"/>
                <a:ext cx="459394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W2_LA</a:t>
                </a:r>
              </a:p>
            </p:txBody>
          </p:sp>
          <p:sp>
            <p:nvSpPr>
              <p:cNvPr id="3971" name="pg3971">
                <a:extLst>
                  <a:ext uri="{FF2B5EF4-FFF2-40B4-BE49-F238E27FC236}">
                    <a16:creationId xmlns:a16="http://schemas.microsoft.com/office/drawing/2014/main" id="{2C5B9719-124E-3AD4-284C-4CA1DB0F25FB}"/>
                  </a:ext>
                </a:extLst>
              </p:cNvPr>
              <p:cNvSpPr/>
              <p:nvPr/>
            </p:nvSpPr>
            <p:spPr>
              <a:xfrm>
                <a:off x="3970465" y="4460363"/>
                <a:ext cx="542970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42970" h="191932">
                    <a:moveTo>
                      <a:pt x="27431" y="191932"/>
                    </a:moveTo>
                    <a:lnTo>
                      <a:pt x="515538" y="191932"/>
                    </a:lnTo>
                    <a:lnTo>
                      <a:pt x="514434" y="191910"/>
                    </a:lnTo>
                    <a:lnTo>
                      <a:pt x="518845" y="191732"/>
                    </a:lnTo>
                    <a:lnTo>
                      <a:pt x="523170" y="190849"/>
                    </a:lnTo>
                    <a:lnTo>
                      <a:pt x="527298" y="189284"/>
                    </a:lnTo>
                    <a:lnTo>
                      <a:pt x="531121" y="187076"/>
                    </a:lnTo>
                    <a:lnTo>
                      <a:pt x="534541" y="184284"/>
                    </a:lnTo>
                    <a:lnTo>
                      <a:pt x="537469" y="180980"/>
                    </a:lnTo>
                    <a:lnTo>
                      <a:pt x="539828" y="177248"/>
                    </a:lnTo>
                    <a:lnTo>
                      <a:pt x="541558" y="173187"/>
                    </a:lnTo>
                    <a:lnTo>
                      <a:pt x="542615" y="168900"/>
                    </a:lnTo>
                    <a:lnTo>
                      <a:pt x="542970" y="164500"/>
                    </a:lnTo>
                    <a:lnTo>
                      <a:pt x="542970" y="27432"/>
                    </a:lnTo>
                    <a:lnTo>
                      <a:pt x="542615" y="23031"/>
                    </a:lnTo>
                    <a:lnTo>
                      <a:pt x="541558" y="18745"/>
                    </a:lnTo>
                    <a:lnTo>
                      <a:pt x="539828" y="14683"/>
                    </a:lnTo>
                    <a:lnTo>
                      <a:pt x="537469" y="10952"/>
                    </a:lnTo>
                    <a:lnTo>
                      <a:pt x="534541" y="7647"/>
                    </a:lnTo>
                    <a:lnTo>
                      <a:pt x="531121" y="4855"/>
                    </a:lnTo>
                    <a:lnTo>
                      <a:pt x="527298" y="2648"/>
                    </a:lnTo>
                    <a:lnTo>
                      <a:pt x="523170" y="1083"/>
                    </a:lnTo>
                    <a:lnTo>
                      <a:pt x="518845" y="200"/>
                    </a:lnTo>
                    <a:lnTo>
                      <a:pt x="515538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2" name="tx3972">
                <a:extLst>
                  <a:ext uri="{FF2B5EF4-FFF2-40B4-BE49-F238E27FC236}">
                    <a16:creationId xmlns:a16="http://schemas.microsoft.com/office/drawing/2014/main" id="{A2811A77-5366-0838-472B-C0AFF3AA61E9}"/>
                  </a:ext>
                </a:extLst>
              </p:cNvPr>
              <p:cNvSpPr/>
              <p:nvPr/>
            </p:nvSpPr>
            <p:spPr>
              <a:xfrm>
                <a:off x="4016185" y="4506083"/>
                <a:ext cx="451530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W3_FL</a:t>
                </a:r>
              </a:p>
            </p:txBody>
          </p:sp>
          <p:sp>
            <p:nvSpPr>
              <p:cNvPr id="3973" name="pg3973">
                <a:extLst>
                  <a:ext uri="{FF2B5EF4-FFF2-40B4-BE49-F238E27FC236}">
                    <a16:creationId xmlns:a16="http://schemas.microsoft.com/office/drawing/2014/main" id="{A972B5BC-AADE-819C-BC12-4A711C42A222}"/>
                  </a:ext>
                </a:extLst>
              </p:cNvPr>
              <p:cNvSpPr/>
              <p:nvPr/>
            </p:nvSpPr>
            <p:spPr>
              <a:xfrm>
                <a:off x="4924396" y="2954190"/>
                <a:ext cx="581741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81741" h="191932">
                    <a:moveTo>
                      <a:pt x="27432" y="191932"/>
                    </a:moveTo>
                    <a:lnTo>
                      <a:pt x="554309" y="191932"/>
                    </a:lnTo>
                    <a:lnTo>
                      <a:pt x="553204" y="191910"/>
                    </a:lnTo>
                    <a:lnTo>
                      <a:pt x="557615" y="191732"/>
                    </a:lnTo>
                    <a:lnTo>
                      <a:pt x="561941" y="190849"/>
                    </a:lnTo>
                    <a:lnTo>
                      <a:pt x="566069" y="189284"/>
                    </a:lnTo>
                    <a:lnTo>
                      <a:pt x="569892" y="187076"/>
                    </a:lnTo>
                    <a:lnTo>
                      <a:pt x="573312" y="184284"/>
                    </a:lnTo>
                    <a:lnTo>
                      <a:pt x="576239" y="180980"/>
                    </a:lnTo>
                    <a:lnTo>
                      <a:pt x="578599" y="177248"/>
                    </a:lnTo>
                    <a:lnTo>
                      <a:pt x="580329" y="173187"/>
                    </a:lnTo>
                    <a:lnTo>
                      <a:pt x="581386" y="168900"/>
                    </a:lnTo>
                    <a:lnTo>
                      <a:pt x="581741" y="164500"/>
                    </a:lnTo>
                    <a:lnTo>
                      <a:pt x="581741" y="27432"/>
                    </a:lnTo>
                    <a:lnTo>
                      <a:pt x="581386" y="23031"/>
                    </a:lnTo>
                    <a:lnTo>
                      <a:pt x="580329" y="18745"/>
                    </a:lnTo>
                    <a:lnTo>
                      <a:pt x="578599" y="14683"/>
                    </a:lnTo>
                    <a:lnTo>
                      <a:pt x="576239" y="10952"/>
                    </a:lnTo>
                    <a:lnTo>
                      <a:pt x="573312" y="7647"/>
                    </a:lnTo>
                    <a:lnTo>
                      <a:pt x="569892" y="4855"/>
                    </a:lnTo>
                    <a:lnTo>
                      <a:pt x="566069" y="2648"/>
                    </a:lnTo>
                    <a:lnTo>
                      <a:pt x="561941" y="1083"/>
                    </a:lnTo>
                    <a:lnTo>
                      <a:pt x="557615" y="200"/>
                    </a:lnTo>
                    <a:lnTo>
                      <a:pt x="554309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6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6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4" name="tx3974">
                <a:extLst>
                  <a:ext uri="{FF2B5EF4-FFF2-40B4-BE49-F238E27FC236}">
                    <a16:creationId xmlns:a16="http://schemas.microsoft.com/office/drawing/2014/main" id="{39D34A3E-2D91-C96A-8396-727DFD217AB8}"/>
                  </a:ext>
                </a:extLst>
              </p:cNvPr>
              <p:cNvSpPr/>
              <p:nvPr/>
            </p:nvSpPr>
            <p:spPr>
              <a:xfrm>
                <a:off x="4970116" y="2999910"/>
                <a:ext cx="490301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W5_NH</a:t>
                </a:r>
              </a:p>
            </p:txBody>
          </p:sp>
          <p:sp>
            <p:nvSpPr>
              <p:cNvPr id="3975" name="pg3975">
                <a:extLst>
                  <a:ext uri="{FF2B5EF4-FFF2-40B4-BE49-F238E27FC236}">
                    <a16:creationId xmlns:a16="http://schemas.microsoft.com/office/drawing/2014/main" id="{D01B6F23-1B46-2513-F7CE-6C4945850BA0}"/>
                  </a:ext>
                </a:extLst>
              </p:cNvPr>
              <p:cNvSpPr/>
              <p:nvPr/>
            </p:nvSpPr>
            <p:spPr>
              <a:xfrm>
                <a:off x="5285812" y="2670798"/>
                <a:ext cx="589605" cy="191932"/>
              </a:xfrm>
              <a:custGeom>
                <a:avLst/>
                <a:gdLst/>
                <a:ahLst/>
                <a:cxnLst/>
                <a:rect l="0" t="0" r="0" b="0"/>
                <a:pathLst>
                  <a:path w="589605" h="191932">
                    <a:moveTo>
                      <a:pt x="27432" y="191932"/>
                    </a:moveTo>
                    <a:lnTo>
                      <a:pt x="562173" y="191932"/>
                    </a:lnTo>
                    <a:lnTo>
                      <a:pt x="561068" y="191910"/>
                    </a:lnTo>
                    <a:lnTo>
                      <a:pt x="565479" y="191732"/>
                    </a:lnTo>
                    <a:lnTo>
                      <a:pt x="569805" y="190849"/>
                    </a:lnTo>
                    <a:lnTo>
                      <a:pt x="573933" y="189284"/>
                    </a:lnTo>
                    <a:lnTo>
                      <a:pt x="577756" y="187076"/>
                    </a:lnTo>
                    <a:lnTo>
                      <a:pt x="581175" y="184284"/>
                    </a:lnTo>
                    <a:lnTo>
                      <a:pt x="584103" y="180980"/>
                    </a:lnTo>
                    <a:lnTo>
                      <a:pt x="586462" y="177248"/>
                    </a:lnTo>
                    <a:lnTo>
                      <a:pt x="588193" y="173187"/>
                    </a:lnTo>
                    <a:lnTo>
                      <a:pt x="589249" y="168900"/>
                    </a:lnTo>
                    <a:lnTo>
                      <a:pt x="589605" y="164500"/>
                    </a:lnTo>
                    <a:lnTo>
                      <a:pt x="589605" y="27432"/>
                    </a:lnTo>
                    <a:lnTo>
                      <a:pt x="589249" y="23031"/>
                    </a:lnTo>
                    <a:lnTo>
                      <a:pt x="588193" y="18745"/>
                    </a:lnTo>
                    <a:lnTo>
                      <a:pt x="586462" y="14683"/>
                    </a:lnTo>
                    <a:lnTo>
                      <a:pt x="584103" y="10952"/>
                    </a:lnTo>
                    <a:lnTo>
                      <a:pt x="581175" y="7647"/>
                    </a:lnTo>
                    <a:lnTo>
                      <a:pt x="577756" y="4855"/>
                    </a:lnTo>
                    <a:lnTo>
                      <a:pt x="573933" y="2648"/>
                    </a:lnTo>
                    <a:lnTo>
                      <a:pt x="569805" y="1083"/>
                    </a:lnTo>
                    <a:lnTo>
                      <a:pt x="565479" y="200"/>
                    </a:lnTo>
                    <a:lnTo>
                      <a:pt x="562173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164500"/>
                    </a:lnTo>
                    <a:lnTo>
                      <a:pt x="88" y="162293"/>
                    </a:lnTo>
                    <a:lnTo>
                      <a:pt x="88" y="166707"/>
                    </a:lnTo>
                    <a:lnTo>
                      <a:pt x="797" y="171065"/>
                    </a:lnTo>
                    <a:lnTo>
                      <a:pt x="2195" y="175252"/>
                    </a:lnTo>
                    <a:lnTo>
                      <a:pt x="4246" y="179162"/>
                    </a:lnTo>
                    <a:lnTo>
                      <a:pt x="6898" y="182691"/>
                    </a:lnTo>
                    <a:lnTo>
                      <a:pt x="10082" y="185749"/>
                    </a:lnTo>
                    <a:lnTo>
                      <a:pt x="13715" y="188257"/>
                    </a:lnTo>
                    <a:lnTo>
                      <a:pt x="17704" y="190149"/>
                    </a:lnTo>
                    <a:lnTo>
                      <a:pt x="21944" y="191378"/>
                    </a:lnTo>
                    <a:lnTo>
                      <a:pt x="26327" y="191910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6" name="tx3976">
                <a:extLst>
                  <a:ext uri="{FF2B5EF4-FFF2-40B4-BE49-F238E27FC236}">
                    <a16:creationId xmlns:a16="http://schemas.microsoft.com/office/drawing/2014/main" id="{1ECBBF47-95FC-3446-D453-F7FC6F667614}"/>
                  </a:ext>
                </a:extLst>
              </p:cNvPr>
              <p:cNvSpPr/>
              <p:nvPr/>
            </p:nvSpPr>
            <p:spPr>
              <a:xfrm>
                <a:off x="5331532" y="2716518"/>
                <a:ext cx="498165" cy="100492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3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3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W6_ME</a:t>
                </a:r>
              </a:p>
            </p:txBody>
          </p:sp>
          <p:sp>
            <p:nvSpPr>
              <p:cNvPr id="3977" name="rc3977">
                <a:extLst>
                  <a:ext uri="{FF2B5EF4-FFF2-40B4-BE49-F238E27FC236}">
                    <a16:creationId xmlns:a16="http://schemas.microsoft.com/office/drawing/2014/main" id="{9970AAB4-57CA-810E-C79E-209DEB5B8B6F}"/>
                  </a:ext>
                </a:extLst>
              </p:cNvPr>
              <p:cNvSpPr/>
              <p:nvPr/>
            </p:nvSpPr>
            <p:spPr>
              <a:xfrm>
                <a:off x="2201917" y="2354586"/>
                <a:ext cx="4342247" cy="3366361"/>
              </a:xfrm>
              <a:prstGeom prst="rect">
                <a:avLst/>
              </a:prstGeom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78" name="tx3978">
                <a:extLst>
                  <a:ext uri="{FF2B5EF4-FFF2-40B4-BE49-F238E27FC236}">
                    <a16:creationId xmlns:a16="http://schemas.microsoft.com/office/drawing/2014/main" id="{4528F0EE-C35F-00AF-BD4F-B55FB8BB40CF}"/>
                  </a:ext>
                </a:extLst>
              </p:cNvPr>
              <p:cNvSpPr/>
              <p:nvPr/>
            </p:nvSpPr>
            <p:spPr>
              <a:xfrm>
                <a:off x="1889564" y="5366840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25</a:t>
                </a:r>
              </a:p>
            </p:txBody>
          </p:sp>
          <p:sp>
            <p:nvSpPr>
              <p:cNvPr id="3979" name="tx3979">
                <a:extLst>
                  <a:ext uri="{FF2B5EF4-FFF2-40B4-BE49-F238E27FC236}">
                    <a16:creationId xmlns:a16="http://schemas.microsoft.com/office/drawing/2014/main" id="{5F18B0D6-C689-33E0-BB79-DA3A2673ED35}"/>
                  </a:ext>
                </a:extLst>
              </p:cNvPr>
              <p:cNvSpPr/>
              <p:nvPr/>
            </p:nvSpPr>
            <p:spPr>
              <a:xfrm>
                <a:off x="2013922" y="534846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0" name="tx3980">
                <a:extLst>
                  <a:ext uri="{FF2B5EF4-FFF2-40B4-BE49-F238E27FC236}">
                    <a16:creationId xmlns:a16="http://schemas.microsoft.com/office/drawing/2014/main" id="{68D13074-353B-B66F-669B-D0C5A69E817B}"/>
                  </a:ext>
                </a:extLst>
              </p:cNvPr>
              <p:cNvSpPr/>
              <p:nvPr/>
            </p:nvSpPr>
            <p:spPr>
              <a:xfrm>
                <a:off x="2058636" y="5366840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1" name="tx3981">
                <a:extLst>
                  <a:ext uri="{FF2B5EF4-FFF2-40B4-BE49-F238E27FC236}">
                    <a16:creationId xmlns:a16="http://schemas.microsoft.com/office/drawing/2014/main" id="{15612B5A-5CCD-BCB8-1374-16B18E3D23A0}"/>
                  </a:ext>
                </a:extLst>
              </p:cNvPr>
              <p:cNvSpPr/>
              <p:nvPr/>
            </p:nvSpPr>
            <p:spPr>
              <a:xfrm>
                <a:off x="1889564" y="471646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30</a:t>
                </a:r>
              </a:p>
            </p:txBody>
          </p:sp>
          <p:sp>
            <p:nvSpPr>
              <p:cNvPr id="3982" name="tx3982">
                <a:extLst>
                  <a:ext uri="{FF2B5EF4-FFF2-40B4-BE49-F238E27FC236}">
                    <a16:creationId xmlns:a16="http://schemas.microsoft.com/office/drawing/2014/main" id="{974A7567-CEE2-50EA-1376-A5E4AF5AE9F9}"/>
                  </a:ext>
                </a:extLst>
              </p:cNvPr>
              <p:cNvSpPr/>
              <p:nvPr/>
            </p:nvSpPr>
            <p:spPr>
              <a:xfrm>
                <a:off x="2013922" y="469808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3" name="tx3983">
                <a:extLst>
                  <a:ext uri="{FF2B5EF4-FFF2-40B4-BE49-F238E27FC236}">
                    <a16:creationId xmlns:a16="http://schemas.microsoft.com/office/drawing/2014/main" id="{0B22C742-0F6A-8B72-91A1-23FCF49C7BEA}"/>
                  </a:ext>
                </a:extLst>
              </p:cNvPr>
              <p:cNvSpPr/>
              <p:nvPr/>
            </p:nvSpPr>
            <p:spPr>
              <a:xfrm>
                <a:off x="2058636" y="471646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4" name="tx3984">
                <a:extLst>
                  <a:ext uri="{FF2B5EF4-FFF2-40B4-BE49-F238E27FC236}">
                    <a16:creationId xmlns:a16="http://schemas.microsoft.com/office/drawing/2014/main" id="{1A25BDF1-A287-5563-6690-2B99418D799F}"/>
                  </a:ext>
                </a:extLst>
              </p:cNvPr>
              <p:cNvSpPr/>
              <p:nvPr/>
            </p:nvSpPr>
            <p:spPr>
              <a:xfrm>
                <a:off x="1889564" y="406618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35</a:t>
                </a:r>
              </a:p>
            </p:txBody>
          </p:sp>
          <p:sp>
            <p:nvSpPr>
              <p:cNvPr id="3985" name="tx3985">
                <a:extLst>
                  <a:ext uri="{FF2B5EF4-FFF2-40B4-BE49-F238E27FC236}">
                    <a16:creationId xmlns:a16="http://schemas.microsoft.com/office/drawing/2014/main" id="{272D16E0-B3C4-B66B-581E-55CB2A79698B}"/>
                  </a:ext>
                </a:extLst>
              </p:cNvPr>
              <p:cNvSpPr/>
              <p:nvPr/>
            </p:nvSpPr>
            <p:spPr>
              <a:xfrm>
                <a:off x="2013922" y="404780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6" name="tx3986">
                <a:extLst>
                  <a:ext uri="{FF2B5EF4-FFF2-40B4-BE49-F238E27FC236}">
                    <a16:creationId xmlns:a16="http://schemas.microsoft.com/office/drawing/2014/main" id="{1910EFFB-F11F-CE85-28D4-BBAB5E446FC7}"/>
                  </a:ext>
                </a:extLst>
              </p:cNvPr>
              <p:cNvSpPr/>
              <p:nvPr/>
            </p:nvSpPr>
            <p:spPr>
              <a:xfrm>
                <a:off x="2058636" y="406618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87" name="tx3987">
                <a:extLst>
                  <a:ext uri="{FF2B5EF4-FFF2-40B4-BE49-F238E27FC236}">
                    <a16:creationId xmlns:a16="http://schemas.microsoft.com/office/drawing/2014/main" id="{7DC03D8D-65AE-4AC9-892A-8E9DB3FDB60B}"/>
                  </a:ext>
                </a:extLst>
              </p:cNvPr>
              <p:cNvSpPr/>
              <p:nvPr/>
            </p:nvSpPr>
            <p:spPr>
              <a:xfrm>
                <a:off x="1889564" y="3415908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40</a:t>
                </a:r>
              </a:p>
            </p:txBody>
          </p:sp>
          <p:sp>
            <p:nvSpPr>
              <p:cNvPr id="3988" name="tx3988">
                <a:extLst>
                  <a:ext uri="{FF2B5EF4-FFF2-40B4-BE49-F238E27FC236}">
                    <a16:creationId xmlns:a16="http://schemas.microsoft.com/office/drawing/2014/main" id="{61749415-3D51-789E-38B2-32437AC475C3}"/>
                  </a:ext>
                </a:extLst>
              </p:cNvPr>
              <p:cNvSpPr/>
              <p:nvPr/>
            </p:nvSpPr>
            <p:spPr>
              <a:xfrm>
                <a:off x="2013922" y="3397529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89" name="tx3989">
                <a:extLst>
                  <a:ext uri="{FF2B5EF4-FFF2-40B4-BE49-F238E27FC236}">
                    <a16:creationId xmlns:a16="http://schemas.microsoft.com/office/drawing/2014/main" id="{20C624F9-0754-58E7-D8EA-0DF3AA5EC8F9}"/>
                  </a:ext>
                </a:extLst>
              </p:cNvPr>
              <p:cNvSpPr/>
              <p:nvPr/>
            </p:nvSpPr>
            <p:spPr>
              <a:xfrm>
                <a:off x="2058636" y="3415908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90" name="tx3990">
                <a:extLst>
                  <a:ext uri="{FF2B5EF4-FFF2-40B4-BE49-F238E27FC236}">
                    <a16:creationId xmlns:a16="http://schemas.microsoft.com/office/drawing/2014/main" id="{091DB5EA-2B6E-7A2C-BCF5-6FC104E95060}"/>
                  </a:ext>
                </a:extLst>
              </p:cNvPr>
              <p:cNvSpPr/>
              <p:nvPr/>
            </p:nvSpPr>
            <p:spPr>
              <a:xfrm>
                <a:off x="1889564" y="2765720"/>
                <a:ext cx="124358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45</a:t>
                </a:r>
              </a:p>
            </p:txBody>
          </p:sp>
          <p:sp>
            <p:nvSpPr>
              <p:cNvPr id="3991" name="tx3991">
                <a:extLst>
                  <a:ext uri="{FF2B5EF4-FFF2-40B4-BE49-F238E27FC236}">
                    <a16:creationId xmlns:a16="http://schemas.microsoft.com/office/drawing/2014/main" id="{C1565BBE-18F8-81A7-83B0-E9A07D32C32E}"/>
                  </a:ext>
                </a:extLst>
              </p:cNvPr>
              <p:cNvSpPr/>
              <p:nvPr/>
            </p:nvSpPr>
            <p:spPr>
              <a:xfrm>
                <a:off x="2013922" y="2747340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3992" name="tx3992">
                <a:extLst>
                  <a:ext uri="{FF2B5EF4-FFF2-40B4-BE49-F238E27FC236}">
                    <a16:creationId xmlns:a16="http://schemas.microsoft.com/office/drawing/2014/main" id="{177B8CA1-683E-C56E-4C46-C9DBFAE37787}"/>
                  </a:ext>
                </a:extLst>
              </p:cNvPr>
              <p:cNvSpPr/>
              <p:nvPr/>
            </p:nvSpPr>
            <p:spPr>
              <a:xfrm>
                <a:off x="2058636" y="2765720"/>
                <a:ext cx="8065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N</a:t>
                </a:r>
              </a:p>
            </p:txBody>
          </p:sp>
          <p:sp>
            <p:nvSpPr>
              <p:cNvPr id="3993" name="pl3993">
                <a:extLst>
                  <a:ext uri="{FF2B5EF4-FFF2-40B4-BE49-F238E27FC236}">
                    <a16:creationId xmlns:a16="http://schemas.microsoft.com/office/drawing/2014/main" id="{14C46FE6-671C-E097-E534-2C304FDD808B}"/>
                  </a:ext>
                </a:extLst>
              </p:cNvPr>
              <p:cNvSpPr/>
              <p:nvPr/>
            </p:nvSpPr>
            <p:spPr>
              <a:xfrm>
                <a:off x="2167122" y="540785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4" name="pl3994">
                <a:extLst>
                  <a:ext uri="{FF2B5EF4-FFF2-40B4-BE49-F238E27FC236}">
                    <a16:creationId xmlns:a16="http://schemas.microsoft.com/office/drawing/2014/main" id="{6EE85A19-DA25-7AA0-DA00-7253F20F6BBA}"/>
                  </a:ext>
                </a:extLst>
              </p:cNvPr>
              <p:cNvSpPr/>
              <p:nvPr/>
            </p:nvSpPr>
            <p:spPr>
              <a:xfrm>
                <a:off x="2167122" y="4757570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5" name="pl3995">
                <a:extLst>
                  <a:ext uri="{FF2B5EF4-FFF2-40B4-BE49-F238E27FC236}">
                    <a16:creationId xmlns:a16="http://schemas.microsoft.com/office/drawing/2014/main" id="{28623678-D08A-4A39-57B7-10A448C7EA45}"/>
                  </a:ext>
                </a:extLst>
              </p:cNvPr>
              <p:cNvSpPr/>
              <p:nvPr/>
            </p:nvSpPr>
            <p:spPr>
              <a:xfrm>
                <a:off x="2167122" y="410729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6" name="pl3996">
                <a:extLst>
                  <a:ext uri="{FF2B5EF4-FFF2-40B4-BE49-F238E27FC236}">
                    <a16:creationId xmlns:a16="http://schemas.microsoft.com/office/drawing/2014/main" id="{EF192AC8-9474-7573-8136-28448A7A3AD3}"/>
                  </a:ext>
                </a:extLst>
              </p:cNvPr>
              <p:cNvSpPr/>
              <p:nvPr/>
            </p:nvSpPr>
            <p:spPr>
              <a:xfrm>
                <a:off x="2167122" y="345701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7" name="pl3997">
                <a:extLst>
                  <a:ext uri="{FF2B5EF4-FFF2-40B4-BE49-F238E27FC236}">
                    <a16:creationId xmlns:a16="http://schemas.microsoft.com/office/drawing/2014/main" id="{E1B0319E-0C1F-9BE0-BF26-8BB3A4A84D58}"/>
                  </a:ext>
                </a:extLst>
              </p:cNvPr>
              <p:cNvSpPr/>
              <p:nvPr/>
            </p:nvSpPr>
            <p:spPr>
              <a:xfrm>
                <a:off x="2167122" y="2806731"/>
                <a:ext cx="34794" cy="0"/>
              </a:xfrm>
              <a:custGeom>
                <a:avLst/>
                <a:gdLst/>
                <a:ahLst/>
                <a:cxnLst/>
                <a:rect l="0" t="0" r="0" b="0"/>
                <a:pathLst>
                  <a:path w="34794">
                    <a:moveTo>
                      <a:pt x="0" y="0"/>
                    </a:moveTo>
                    <a:lnTo>
                      <a:pt x="34794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8" name="pl3998">
                <a:extLst>
                  <a:ext uri="{FF2B5EF4-FFF2-40B4-BE49-F238E27FC236}">
                    <a16:creationId xmlns:a16="http://schemas.microsoft.com/office/drawing/2014/main" id="{3A42094E-2A3F-4458-03D7-D4B7811F1D6D}"/>
                  </a:ext>
                </a:extLst>
              </p:cNvPr>
              <p:cNvSpPr/>
              <p:nvPr/>
            </p:nvSpPr>
            <p:spPr>
              <a:xfrm>
                <a:off x="2610961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3999" name="pl3999">
                <a:extLst>
                  <a:ext uri="{FF2B5EF4-FFF2-40B4-BE49-F238E27FC236}">
                    <a16:creationId xmlns:a16="http://schemas.microsoft.com/office/drawing/2014/main" id="{0063046B-D1BA-5F0D-7788-A9B56AF3ABC4}"/>
                  </a:ext>
                </a:extLst>
              </p:cNvPr>
              <p:cNvSpPr/>
              <p:nvPr/>
            </p:nvSpPr>
            <p:spPr>
              <a:xfrm>
                <a:off x="314013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0" name="pl4000">
                <a:extLst>
                  <a:ext uri="{FF2B5EF4-FFF2-40B4-BE49-F238E27FC236}">
                    <a16:creationId xmlns:a16="http://schemas.microsoft.com/office/drawing/2014/main" id="{D1D5939A-FC55-EF74-A90E-8F9220370804}"/>
                  </a:ext>
                </a:extLst>
              </p:cNvPr>
              <p:cNvSpPr/>
              <p:nvPr/>
            </p:nvSpPr>
            <p:spPr>
              <a:xfrm>
                <a:off x="366931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1" name="pl4001">
                <a:extLst>
                  <a:ext uri="{FF2B5EF4-FFF2-40B4-BE49-F238E27FC236}">
                    <a16:creationId xmlns:a16="http://schemas.microsoft.com/office/drawing/2014/main" id="{C6C9018F-DBBA-7C7F-DF89-280F4DF16E87}"/>
                  </a:ext>
                </a:extLst>
              </p:cNvPr>
              <p:cNvSpPr/>
              <p:nvPr/>
            </p:nvSpPr>
            <p:spPr>
              <a:xfrm>
                <a:off x="419848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2" name="pl4002">
                <a:extLst>
                  <a:ext uri="{FF2B5EF4-FFF2-40B4-BE49-F238E27FC236}">
                    <a16:creationId xmlns:a16="http://schemas.microsoft.com/office/drawing/2014/main" id="{E9BE3A0A-A4A4-1036-9868-F92294347FEE}"/>
                  </a:ext>
                </a:extLst>
              </p:cNvPr>
              <p:cNvSpPr/>
              <p:nvPr/>
            </p:nvSpPr>
            <p:spPr>
              <a:xfrm>
                <a:off x="472766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3" name="pl4003">
                <a:extLst>
                  <a:ext uri="{FF2B5EF4-FFF2-40B4-BE49-F238E27FC236}">
                    <a16:creationId xmlns:a16="http://schemas.microsoft.com/office/drawing/2014/main" id="{6F41092C-7AA9-8CC4-DF1C-7639C5509D1C}"/>
                  </a:ext>
                </a:extLst>
              </p:cNvPr>
              <p:cNvSpPr/>
              <p:nvPr/>
            </p:nvSpPr>
            <p:spPr>
              <a:xfrm>
                <a:off x="525683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4" name="pl4004">
                <a:extLst>
                  <a:ext uri="{FF2B5EF4-FFF2-40B4-BE49-F238E27FC236}">
                    <a16:creationId xmlns:a16="http://schemas.microsoft.com/office/drawing/2014/main" id="{2F485CF7-E2C6-2CE5-D861-3A2DDE3A89DD}"/>
                  </a:ext>
                </a:extLst>
              </p:cNvPr>
              <p:cNvSpPr/>
              <p:nvPr/>
            </p:nvSpPr>
            <p:spPr>
              <a:xfrm>
                <a:off x="5786012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5" name="pl4005">
                <a:extLst>
                  <a:ext uri="{FF2B5EF4-FFF2-40B4-BE49-F238E27FC236}">
                    <a16:creationId xmlns:a16="http://schemas.microsoft.com/office/drawing/2014/main" id="{98763C14-E465-60C7-81B3-EE1403C12247}"/>
                  </a:ext>
                </a:extLst>
              </p:cNvPr>
              <p:cNvSpPr/>
              <p:nvPr/>
            </p:nvSpPr>
            <p:spPr>
              <a:xfrm>
                <a:off x="6315187" y="5720948"/>
                <a:ext cx="0" cy="34794"/>
              </a:xfrm>
              <a:custGeom>
                <a:avLst/>
                <a:gdLst/>
                <a:ahLst/>
                <a:cxnLst/>
                <a:rect l="0" t="0" r="0" b="0"/>
                <a:pathLst>
                  <a:path h="34794">
                    <a:moveTo>
                      <a:pt x="0" y="34794"/>
                    </a:moveTo>
                    <a:lnTo>
                      <a:pt x="0" y="0"/>
                    </a:lnTo>
                  </a:path>
                </a:pathLst>
              </a:custGeom>
              <a:ln w="13550" cap="flat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06" name="tx4006">
                <a:extLst>
                  <a:ext uri="{FF2B5EF4-FFF2-40B4-BE49-F238E27FC236}">
                    <a16:creationId xmlns:a16="http://schemas.microsoft.com/office/drawing/2014/main" id="{A9B1D924-E524-F36A-75CB-91B20D2465C3}"/>
                  </a:ext>
                </a:extLst>
              </p:cNvPr>
              <p:cNvSpPr/>
              <p:nvPr/>
            </p:nvSpPr>
            <p:spPr>
              <a:xfrm>
                <a:off x="2442620" y="5783578"/>
                <a:ext cx="186537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100</a:t>
                </a:r>
              </a:p>
            </p:txBody>
          </p:sp>
          <p:sp>
            <p:nvSpPr>
              <p:cNvPr id="4007" name="tx4007">
                <a:extLst>
                  <a:ext uri="{FF2B5EF4-FFF2-40B4-BE49-F238E27FC236}">
                    <a16:creationId xmlns:a16="http://schemas.microsoft.com/office/drawing/2014/main" id="{8081FEDD-0608-8D6C-41D0-628B190DA371}"/>
                  </a:ext>
                </a:extLst>
              </p:cNvPr>
              <p:cNvSpPr/>
              <p:nvPr/>
            </p:nvSpPr>
            <p:spPr>
              <a:xfrm>
                <a:off x="262915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08" name="tx4008">
                <a:extLst>
                  <a:ext uri="{FF2B5EF4-FFF2-40B4-BE49-F238E27FC236}">
                    <a16:creationId xmlns:a16="http://schemas.microsoft.com/office/drawing/2014/main" id="{E2860665-4EAE-5C74-AB22-40EFEA1B1FEA}"/>
                  </a:ext>
                </a:extLst>
              </p:cNvPr>
              <p:cNvSpPr/>
              <p:nvPr/>
            </p:nvSpPr>
            <p:spPr>
              <a:xfrm>
                <a:off x="267387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09" name="tx4009">
                <a:extLst>
                  <a:ext uri="{FF2B5EF4-FFF2-40B4-BE49-F238E27FC236}">
                    <a16:creationId xmlns:a16="http://schemas.microsoft.com/office/drawing/2014/main" id="{667B99D8-290F-F495-C38B-F1DF350CC048}"/>
                  </a:ext>
                </a:extLst>
              </p:cNvPr>
              <p:cNvSpPr/>
              <p:nvPr/>
            </p:nvSpPr>
            <p:spPr>
              <a:xfrm>
                <a:off x="298738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95</a:t>
                </a:r>
              </a:p>
            </p:txBody>
          </p:sp>
          <p:sp>
            <p:nvSpPr>
              <p:cNvPr id="4010" name="tx4010">
                <a:extLst>
                  <a:ext uri="{FF2B5EF4-FFF2-40B4-BE49-F238E27FC236}">
                    <a16:creationId xmlns:a16="http://schemas.microsoft.com/office/drawing/2014/main" id="{69C50F21-AAA4-FCED-D391-267DFB70033F}"/>
                  </a:ext>
                </a:extLst>
              </p:cNvPr>
              <p:cNvSpPr/>
              <p:nvPr/>
            </p:nvSpPr>
            <p:spPr>
              <a:xfrm>
                <a:off x="314274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1" name="tx4011">
                <a:extLst>
                  <a:ext uri="{FF2B5EF4-FFF2-40B4-BE49-F238E27FC236}">
                    <a16:creationId xmlns:a16="http://schemas.microsoft.com/office/drawing/2014/main" id="{BF4A5232-5B9E-7266-C71B-E8DEBBAC0862}"/>
                  </a:ext>
                </a:extLst>
              </p:cNvPr>
              <p:cNvSpPr/>
              <p:nvPr/>
            </p:nvSpPr>
            <p:spPr>
              <a:xfrm>
                <a:off x="318745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2" name="tx4012">
                <a:extLst>
                  <a:ext uri="{FF2B5EF4-FFF2-40B4-BE49-F238E27FC236}">
                    <a16:creationId xmlns:a16="http://schemas.microsoft.com/office/drawing/2014/main" id="{0F262B05-02A3-FB31-6875-568C1A38A1D4}"/>
                  </a:ext>
                </a:extLst>
              </p:cNvPr>
              <p:cNvSpPr/>
              <p:nvPr/>
            </p:nvSpPr>
            <p:spPr>
              <a:xfrm>
                <a:off x="351656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90</a:t>
                </a:r>
              </a:p>
            </p:txBody>
          </p:sp>
          <p:sp>
            <p:nvSpPr>
              <p:cNvPr id="4013" name="tx4013">
                <a:extLst>
                  <a:ext uri="{FF2B5EF4-FFF2-40B4-BE49-F238E27FC236}">
                    <a16:creationId xmlns:a16="http://schemas.microsoft.com/office/drawing/2014/main" id="{83E2E9F0-C303-AF79-D45D-511AB9EB4EC9}"/>
                  </a:ext>
                </a:extLst>
              </p:cNvPr>
              <p:cNvSpPr/>
              <p:nvPr/>
            </p:nvSpPr>
            <p:spPr>
              <a:xfrm>
                <a:off x="367191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4" name="tx4014">
                <a:extLst>
                  <a:ext uri="{FF2B5EF4-FFF2-40B4-BE49-F238E27FC236}">
                    <a16:creationId xmlns:a16="http://schemas.microsoft.com/office/drawing/2014/main" id="{CCD0E6D8-C25B-E274-E557-11AC3F841797}"/>
                  </a:ext>
                </a:extLst>
              </p:cNvPr>
              <p:cNvSpPr/>
              <p:nvPr/>
            </p:nvSpPr>
            <p:spPr>
              <a:xfrm>
                <a:off x="371663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5" name="tx4015">
                <a:extLst>
                  <a:ext uri="{FF2B5EF4-FFF2-40B4-BE49-F238E27FC236}">
                    <a16:creationId xmlns:a16="http://schemas.microsoft.com/office/drawing/2014/main" id="{B6DD0FDA-0EF7-AA36-B785-FC5A2D3C1238}"/>
                  </a:ext>
                </a:extLst>
              </p:cNvPr>
              <p:cNvSpPr/>
              <p:nvPr/>
            </p:nvSpPr>
            <p:spPr>
              <a:xfrm>
                <a:off x="404573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85</a:t>
                </a:r>
              </a:p>
            </p:txBody>
          </p:sp>
          <p:sp>
            <p:nvSpPr>
              <p:cNvPr id="4016" name="tx4016">
                <a:extLst>
                  <a:ext uri="{FF2B5EF4-FFF2-40B4-BE49-F238E27FC236}">
                    <a16:creationId xmlns:a16="http://schemas.microsoft.com/office/drawing/2014/main" id="{427C3030-041F-9719-F84A-1E4874296E52}"/>
                  </a:ext>
                </a:extLst>
              </p:cNvPr>
              <p:cNvSpPr/>
              <p:nvPr/>
            </p:nvSpPr>
            <p:spPr>
              <a:xfrm>
                <a:off x="420109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17" name="tx4017">
                <a:extLst>
                  <a:ext uri="{FF2B5EF4-FFF2-40B4-BE49-F238E27FC236}">
                    <a16:creationId xmlns:a16="http://schemas.microsoft.com/office/drawing/2014/main" id="{F5842203-DB4B-B3CD-E028-9D3F475B9881}"/>
                  </a:ext>
                </a:extLst>
              </p:cNvPr>
              <p:cNvSpPr/>
              <p:nvPr/>
            </p:nvSpPr>
            <p:spPr>
              <a:xfrm>
                <a:off x="424580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18" name="tx4018">
                <a:extLst>
                  <a:ext uri="{FF2B5EF4-FFF2-40B4-BE49-F238E27FC236}">
                    <a16:creationId xmlns:a16="http://schemas.microsoft.com/office/drawing/2014/main" id="{64B60473-ABBA-7245-BD1C-BEC025130F7C}"/>
                  </a:ext>
                </a:extLst>
              </p:cNvPr>
              <p:cNvSpPr/>
              <p:nvPr/>
            </p:nvSpPr>
            <p:spPr>
              <a:xfrm>
                <a:off x="457491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80</a:t>
                </a:r>
              </a:p>
            </p:txBody>
          </p:sp>
          <p:sp>
            <p:nvSpPr>
              <p:cNvPr id="4019" name="tx4019">
                <a:extLst>
                  <a:ext uri="{FF2B5EF4-FFF2-40B4-BE49-F238E27FC236}">
                    <a16:creationId xmlns:a16="http://schemas.microsoft.com/office/drawing/2014/main" id="{F3F5AC17-9A5C-703C-082E-32A755DBC319}"/>
                  </a:ext>
                </a:extLst>
              </p:cNvPr>
              <p:cNvSpPr/>
              <p:nvPr/>
            </p:nvSpPr>
            <p:spPr>
              <a:xfrm>
                <a:off x="473026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0" name="tx4020">
                <a:extLst>
                  <a:ext uri="{FF2B5EF4-FFF2-40B4-BE49-F238E27FC236}">
                    <a16:creationId xmlns:a16="http://schemas.microsoft.com/office/drawing/2014/main" id="{F0131E31-9CD2-3E84-FA52-B15EB038D745}"/>
                  </a:ext>
                </a:extLst>
              </p:cNvPr>
              <p:cNvSpPr/>
              <p:nvPr/>
            </p:nvSpPr>
            <p:spPr>
              <a:xfrm>
                <a:off x="477498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1" name="tx4021">
                <a:extLst>
                  <a:ext uri="{FF2B5EF4-FFF2-40B4-BE49-F238E27FC236}">
                    <a16:creationId xmlns:a16="http://schemas.microsoft.com/office/drawing/2014/main" id="{07D2170E-E008-B39F-6461-80297F16BE06}"/>
                  </a:ext>
                </a:extLst>
              </p:cNvPr>
              <p:cNvSpPr/>
              <p:nvPr/>
            </p:nvSpPr>
            <p:spPr>
              <a:xfrm>
                <a:off x="510408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75</a:t>
                </a:r>
              </a:p>
            </p:txBody>
          </p:sp>
          <p:sp>
            <p:nvSpPr>
              <p:cNvPr id="4022" name="tx4022">
                <a:extLst>
                  <a:ext uri="{FF2B5EF4-FFF2-40B4-BE49-F238E27FC236}">
                    <a16:creationId xmlns:a16="http://schemas.microsoft.com/office/drawing/2014/main" id="{90ECF188-B9F8-AFBF-5A4E-6FECFF020C19}"/>
                  </a:ext>
                </a:extLst>
              </p:cNvPr>
              <p:cNvSpPr/>
              <p:nvPr/>
            </p:nvSpPr>
            <p:spPr>
              <a:xfrm>
                <a:off x="525944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3" name="tx4023">
                <a:extLst>
                  <a:ext uri="{FF2B5EF4-FFF2-40B4-BE49-F238E27FC236}">
                    <a16:creationId xmlns:a16="http://schemas.microsoft.com/office/drawing/2014/main" id="{056CC627-3AE8-DB7A-0CE1-E3F9179A1068}"/>
                  </a:ext>
                </a:extLst>
              </p:cNvPr>
              <p:cNvSpPr/>
              <p:nvPr/>
            </p:nvSpPr>
            <p:spPr>
              <a:xfrm>
                <a:off x="530415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4" name="tx4024">
                <a:extLst>
                  <a:ext uri="{FF2B5EF4-FFF2-40B4-BE49-F238E27FC236}">
                    <a16:creationId xmlns:a16="http://schemas.microsoft.com/office/drawing/2014/main" id="{EE27D4D4-B08E-76DA-27A6-3DA225DD3F4D}"/>
                  </a:ext>
                </a:extLst>
              </p:cNvPr>
              <p:cNvSpPr/>
              <p:nvPr/>
            </p:nvSpPr>
            <p:spPr>
              <a:xfrm>
                <a:off x="5633261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70</a:t>
                </a:r>
              </a:p>
            </p:txBody>
          </p:sp>
          <p:sp>
            <p:nvSpPr>
              <p:cNvPr id="4025" name="tx4025">
                <a:extLst>
                  <a:ext uri="{FF2B5EF4-FFF2-40B4-BE49-F238E27FC236}">
                    <a16:creationId xmlns:a16="http://schemas.microsoft.com/office/drawing/2014/main" id="{DCD4F5A7-9B3B-F761-5363-5A6453C6DC4A}"/>
                  </a:ext>
                </a:extLst>
              </p:cNvPr>
              <p:cNvSpPr/>
              <p:nvPr/>
            </p:nvSpPr>
            <p:spPr>
              <a:xfrm>
                <a:off x="5788618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6" name="tx4026">
                <a:extLst>
                  <a:ext uri="{FF2B5EF4-FFF2-40B4-BE49-F238E27FC236}">
                    <a16:creationId xmlns:a16="http://schemas.microsoft.com/office/drawing/2014/main" id="{EB32DDDD-826E-131A-62EB-9ACA38C23CC9}"/>
                  </a:ext>
                </a:extLst>
              </p:cNvPr>
              <p:cNvSpPr/>
              <p:nvPr/>
            </p:nvSpPr>
            <p:spPr>
              <a:xfrm>
                <a:off x="5833332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27" name="tx4027">
                <a:extLst>
                  <a:ext uri="{FF2B5EF4-FFF2-40B4-BE49-F238E27FC236}">
                    <a16:creationId xmlns:a16="http://schemas.microsoft.com/office/drawing/2014/main" id="{2937F8B2-C7E9-C620-6BD8-122C29BB78A7}"/>
                  </a:ext>
                </a:extLst>
              </p:cNvPr>
              <p:cNvSpPr/>
              <p:nvPr/>
            </p:nvSpPr>
            <p:spPr>
              <a:xfrm>
                <a:off x="6162436" y="5783578"/>
                <a:ext cx="155356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 65</a:t>
                </a:r>
              </a:p>
            </p:txBody>
          </p:sp>
          <p:sp>
            <p:nvSpPr>
              <p:cNvPr id="4028" name="tx4028">
                <a:extLst>
                  <a:ext uri="{FF2B5EF4-FFF2-40B4-BE49-F238E27FC236}">
                    <a16:creationId xmlns:a16="http://schemas.microsoft.com/office/drawing/2014/main" id="{16CD0668-0354-A543-0DFF-29AB387FEB9A}"/>
                  </a:ext>
                </a:extLst>
              </p:cNvPr>
              <p:cNvSpPr/>
              <p:nvPr/>
            </p:nvSpPr>
            <p:spPr>
              <a:xfrm>
                <a:off x="6317793" y="5765198"/>
                <a:ext cx="44714" cy="98480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Symbol"/>
                    <a:cs typeface="Symbol"/>
                  </a:rPr>
                  <a:t>°</a:t>
                </a:r>
              </a:p>
            </p:txBody>
          </p:sp>
          <p:sp>
            <p:nvSpPr>
              <p:cNvPr id="4029" name="tx4029">
                <a:extLst>
                  <a:ext uri="{FF2B5EF4-FFF2-40B4-BE49-F238E27FC236}">
                    <a16:creationId xmlns:a16="http://schemas.microsoft.com/office/drawing/2014/main" id="{1F7764A8-B802-795F-9F1B-CC284C6A586B}"/>
                  </a:ext>
                </a:extLst>
              </p:cNvPr>
              <p:cNvSpPr/>
              <p:nvPr/>
            </p:nvSpPr>
            <p:spPr>
              <a:xfrm>
                <a:off x="6362507" y="5783578"/>
                <a:ext cx="105430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4D4D4D">
                        <a:alpha val="100000"/>
                      </a:srgbClr>
                    </a:solidFill>
                    <a:latin typeface="Helvetica"/>
                    <a:cs typeface="Helvetica"/>
                  </a:rPr>
                  <a:t>W</a:t>
                </a:r>
              </a:p>
            </p:txBody>
          </p:sp>
          <p:sp>
            <p:nvSpPr>
              <p:cNvPr id="4030" name="tx4030">
                <a:extLst>
                  <a:ext uri="{FF2B5EF4-FFF2-40B4-BE49-F238E27FC236}">
                    <a16:creationId xmlns:a16="http://schemas.microsoft.com/office/drawing/2014/main" id="{29576492-5C3E-1A11-3288-98446D5A20BD}"/>
                  </a:ext>
                </a:extLst>
              </p:cNvPr>
              <p:cNvSpPr/>
              <p:nvPr/>
            </p:nvSpPr>
            <p:spPr>
              <a:xfrm>
                <a:off x="4066122" y="5925448"/>
                <a:ext cx="613836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Longitude</a:t>
                </a:r>
              </a:p>
            </p:txBody>
          </p:sp>
          <p:sp>
            <p:nvSpPr>
              <p:cNvPr id="4031" name="tx4031">
                <a:extLst>
                  <a:ext uri="{FF2B5EF4-FFF2-40B4-BE49-F238E27FC236}">
                    <a16:creationId xmlns:a16="http://schemas.microsoft.com/office/drawing/2014/main" id="{E4C1A356-BE7E-51BE-C25A-482CA506E550}"/>
                  </a:ext>
                </a:extLst>
              </p:cNvPr>
              <p:cNvSpPr/>
              <p:nvPr/>
            </p:nvSpPr>
            <p:spPr>
              <a:xfrm rot="-5400000">
                <a:off x="1525174" y="3987658"/>
                <a:ext cx="497159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Latitude</a:t>
                </a:r>
              </a:p>
            </p:txBody>
          </p:sp>
          <p:sp>
            <p:nvSpPr>
              <p:cNvPr id="4032" name="rc4032">
                <a:extLst>
                  <a:ext uri="{FF2B5EF4-FFF2-40B4-BE49-F238E27FC236}">
                    <a16:creationId xmlns:a16="http://schemas.microsoft.com/office/drawing/2014/main" id="{73B2B580-3E55-20F8-1216-92F744BF6652}"/>
                  </a:ext>
                </a:extLst>
              </p:cNvPr>
              <p:cNvSpPr/>
              <p:nvPr/>
            </p:nvSpPr>
            <p:spPr>
              <a:xfrm>
                <a:off x="6683342" y="3243743"/>
                <a:ext cx="737012" cy="1588048"/>
              </a:xfrm>
              <a:prstGeom prst="rect">
                <a:avLst/>
              </a:prstGeom>
              <a:solidFill>
                <a:srgbClr val="FFFF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3" name="tx4033">
                <a:extLst>
                  <a:ext uri="{FF2B5EF4-FFF2-40B4-BE49-F238E27FC236}">
                    <a16:creationId xmlns:a16="http://schemas.microsoft.com/office/drawing/2014/main" id="{EDA16EDA-54A0-C306-A92E-1EF223AC0B9A}"/>
                  </a:ext>
                </a:extLst>
              </p:cNvPr>
              <p:cNvSpPr/>
              <p:nvPr/>
            </p:nvSpPr>
            <p:spPr>
              <a:xfrm>
                <a:off x="6752931" y="3328785"/>
                <a:ext cx="597834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Genomic </a:t>
                </a:r>
              </a:p>
            </p:txBody>
          </p:sp>
          <p:sp>
            <p:nvSpPr>
              <p:cNvPr id="4034" name="tx4034">
                <a:extLst>
                  <a:ext uri="{FF2B5EF4-FFF2-40B4-BE49-F238E27FC236}">
                    <a16:creationId xmlns:a16="http://schemas.microsoft.com/office/drawing/2014/main" id="{D63762DD-8E94-B103-0AC5-DDF828A40CC7}"/>
                  </a:ext>
                </a:extLst>
              </p:cNvPr>
              <p:cNvSpPr/>
              <p:nvPr/>
            </p:nvSpPr>
            <p:spPr>
              <a:xfrm>
                <a:off x="6752931" y="3479661"/>
                <a:ext cx="372526" cy="100218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11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Offset</a:t>
                </a:r>
              </a:p>
            </p:txBody>
          </p:sp>
          <p:pic>
            <p:nvPicPr>
              <p:cNvPr id="4035" name="pic4035">
                <a:extLst>
                  <a:ext uri="{FF2B5EF4-FFF2-40B4-BE49-F238E27FC236}">
                    <a16:creationId xmlns:a16="http://schemas.microsoft.com/office/drawing/2014/main" id="{C9A341C4-9FF3-2E64-5BB1-FAB57B07B985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6752931" y="3664922"/>
                <a:ext cx="219455" cy="1097280"/>
              </a:xfrm>
              <a:prstGeom prst="rect">
                <a:avLst/>
              </a:prstGeom>
            </p:spPr>
          </p:pic>
          <p:sp>
            <p:nvSpPr>
              <p:cNvPr id="4036" name="pl4036">
                <a:extLst>
                  <a:ext uri="{FF2B5EF4-FFF2-40B4-BE49-F238E27FC236}">
                    <a16:creationId xmlns:a16="http://schemas.microsoft.com/office/drawing/2014/main" id="{2C5669D5-F44B-C79B-45CB-AC55161903BF}"/>
                  </a:ext>
                </a:extLst>
              </p:cNvPr>
              <p:cNvSpPr/>
              <p:nvPr/>
            </p:nvSpPr>
            <p:spPr>
              <a:xfrm>
                <a:off x="6928496" y="476037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7" name="pl4037">
                <a:extLst>
                  <a:ext uri="{FF2B5EF4-FFF2-40B4-BE49-F238E27FC236}">
                    <a16:creationId xmlns:a16="http://schemas.microsoft.com/office/drawing/2014/main" id="{C7810B2D-5DE1-FA5F-C19C-86D65BA95575}"/>
                  </a:ext>
                </a:extLst>
              </p:cNvPr>
              <p:cNvSpPr/>
              <p:nvPr/>
            </p:nvSpPr>
            <p:spPr>
              <a:xfrm>
                <a:off x="6928496" y="448696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8" name="pl4038">
                <a:extLst>
                  <a:ext uri="{FF2B5EF4-FFF2-40B4-BE49-F238E27FC236}">
                    <a16:creationId xmlns:a16="http://schemas.microsoft.com/office/drawing/2014/main" id="{DCAA3B69-A5C8-ED1C-AE0B-35F2897CC377}"/>
                  </a:ext>
                </a:extLst>
              </p:cNvPr>
              <p:cNvSpPr/>
              <p:nvPr/>
            </p:nvSpPr>
            <p:spPr>
              <a:xfrm>
                <a:off x="6928496" y="421356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39" name="pl4039">
                <a:extLst>
                  <a:ext uri="{FF2B5EF4-FFF2-40B4-BE49-F238E27FC236}">
                    <a16:creationId xmlns:a16="http://schemas.microsoft.com/office/drawing/2014/main" id="{450E78F7-6038-EC8F-10DC-8997F5D3ACF1}"/>
                  </a:ext>
                </a:extLst>
              </p:cNvPr>
              <p:cNvSpPr/>
              <p:nvPr/>
            </p:nvSpPr>
            <p:spPr>
              <a:xfrm>
                <a:off x="6928496" y="394015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0" name="pl4040">
                <a:extLst>
                  <a:ext uri="{FF2B5EF4-FFF2-40B4-BE49-F238E27FC236}">
                    <a16:creationId xmlns:a16="http://schemas.microsoft.com/office/drawing/2014/main" id="{23E650D9-FEF2-8A98-C1C7-D71E9F5E123B}"/>
                  </a:ext>
                </a:extLst>
              </p:cNvPr>
              <p:cNvSpPr/>
              <p:nvPr/>
            </p:nvSpPr>
            <p:spPr>
              <a:xfrm>
                <a:off x="6928496" y="366675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1" name="pl4041">
                <a:extLst>
                  <a:ext uri="{FF2B5EF4-FFF2-40B4-BE49-F238E27FC236}">
                    <a16:creationId xmlns:a16="http://schemas.microsoft.com/office/drawing/2014/main" id="{482D7C60-803A-FAA4-D01B-4806CD022D4B}"/>
                  </a:ext>
                </a:extLst>
              </p:cNvPr>
              <p:cNvSpPr/>
              <p:nvPr/>
            </p:nvSpPr>
            <p:spPr>
              <a:xfrm>
                <a:off x="6752931" y="4760373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2" name="pl4042">
                <a:extLst>
                  <a:ext uri="{FF2B5EF4-FFF2-40B4-BE49-F238E27FC236}">
                    <a16:creationId xmlns:a16="http://schemas.microsoft.com/office/drawing/2014/main" id="{EBDBDB1E-29B5-7B57-A6CE-1277F25DC733}"/>
                  </a:ext>
                </a:extLst>
              </p:cNvPr>
              <p:cNvSpPr/>
              <p:nvPr/>
            </p:nvSpPr>
            <p:spPr>
              <a:xfrm>
                <a:off x="6752931" y="4486967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3" name="pl4043">
                <a:extLst>
                  <a:ext uri="{FF2B5EF4-FFF2-40B4-BE49-F238E27FC236}">
                    <a16:creationId xmlns:a16="http://schemas.microsoft.com/office/drawing/2014/main" id="{EE7778F0-C49A-B2F2-A1AE-D4C78A4EC78C}"/>
                  </a:ext>
                </a:extLst>
              </p:cNvPr>
              <p:cNvSpPr/>
              <p:nvPr/>
            </p:nvSpPr>
            <p:spPr>
              <a:xfrm>
                <a:off x="6752931" y="4213562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4" name="pl4044">
                <a:extLst>
                  <a:ext uri="{FF2B5EF4-FFF2-40B4-BE49-F238E27FC236}">
                    <a16:creationId xmlns:a16="http://schemas.microsoft.com/office/drawing/2014/main" id="{A737DB72-E107-7D4F-9496-6CD9430E70B0}"/>
                  </a:ext>
                </a:extLst>
              </p:cNvPr>
              <p:cNvSpPr/>
              <p:nvPr/>
            </p:nvSpPr>
            <p:spPr>
              <a:xfrm>
                <a:off x="6752931" y="394015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5" name="pl4045">
                <a:extLst>
                  <a:ext uri="{FF2B5EF4-FFF2-40B4-BE49-F238E27FC236}">
                    <a16:creationId xmlns:a16="http://schemas.microsoft.com/office/drawing/2014/main" id="{3FE5ADB4-D4D6-C8DD-AF64-A347EEDE4F73}"/>
                  </a:ext>
                </a:extLst>
              </p:cNvPr>
              <p:cNvSpPr/>
              <p:nvPr/>
            </p:nvSpPr>
            <p:spPr>
              <a:xfrm>
                <a:off x="6752931" y="366675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46" name="tx4046">
                <a:extLst>
                  <a:ext uri="{FF2B5EF4-FFF2-40B4-BE49-F238E27FC236}">
                    <a16:creationId xmlns:a16="http://schemas.microsoft.com/office/drawing/2014/main" id="{DA6B08FE-5C9A-ED58-17FB-977496CB5735}"/>
                  </a:ext>
                </a:extLst>
              </p:cNvPr>
              <p:cNvSpPr/>
              <p:nvPr/>
            </p:nvSpPr>
            <p:spPr>
              <a:xfrm>
                <a:off x="7041976" y="4720322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0.00</a:t>
                </a:r>
              </a:p>
            </p:txBody>
          </p:sp>
          <p:sp>
            <p:nvSpPr>
              <p:cNvPr id="4047" name="tx4047">
                <a:extLst>
                  <a:ext uri="{FF2B5EF4-FFF2-40B4-BE49-F238E27FC236}">
                    <a16:creationId xmlns:a16="http://schemas.microsoft.com/office/drawing/2014/main" id="{848A7F39-78EF-95C4-4C6B-B7C72AE85C44}"/>
                  </a:ext>
                </a:extLst>
              </p:cNvPr>
              <p:cNvSpPr/>
              <p:nvPr/>
            </p:nvSpPr>
            <p:spPr>
              <a:xfrm>
                <a:off x="7041976" y="4446917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0.01</a:t>
                </a:r>
              </a:p>
            </p:txBody>
          </p:sp>
          <p:sp>
            <p:nvSpPr>
              <p:cNvPr id="4048" name="tx4048">
                <a:extLst>
                  <a:ext uri="{FF2B5EF4-FFF2-40B4-BE49-F238E27FC236}">
                    <a16:creationId xmlns:a16="http://schemas.microsoft.com/office/drawing/2014/main" id="{595CCD41-B14D-8B1B-0BFD-B6AF6C60596D}"/>
                  </a:ext>
                </a:extLst>
              </p:cNvPr>
              <p:cNvSpPr/>
              <p:nvPr/>
            </p:nvSpPr>
            <p:spPr>
              <a:xfrm>
                <a:off x="7041976" y="4173511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0.02</a:t>
                </a:r>
              </a:p>
            </p:txBody>
          </p:sp>
          <p:sp>
            <p:nvSpPr>
              <p:cNvPr id="4049" name="tx4049">
                <a:extLst>
                  <a:ext uri="{FF2B5EF4-FFF2-40B4-BE49-F238E27FC236}">
                    <a16:creationId xmlns:a16="http://schemas.microsoft.com/office/drawing/2014/main" id="{7D9C6D4D-387F-519C-7EAC-CA87A710F9F2}"/>
                  </a:ext>
                </a:extLst>
              </p:cNvPr>
              <p:cNvSpPr/>
              <p:nvPr/>
            </p:nvSpPr>
            <p:spPr>
              <a:xfrm>
                <a:off x="7041976" y="3900105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0.03</a:t>
                </a:r>
              </a:p>
            </p:txBody>
          </p:sp>
          <p:sp>
            <p:nvSpPr>
              <p:cNvPr id="4050" name="tx4050">
                <a:extLst>
                  <a:ext uri="{FF2B5EF4-FFF2-40B4-BE49-F238E27FC236}">
                    <a16:creationId xmlns:a16="http://schemas.microsoft.com/office/drawing/2014/main" id="{2FEEC8F2-B5C4-3F2F-2237-0E81CD75A056}"/>
                  </a:ext>
                </a:extLst>
              </p:cNvPr>
              <p:cNvSpPr/>
              <p:nvPr/>
            </p:nvSpPr>
            <p:spPr>
              <a:xfrm>
                <a:off x="7041976" y="3626700"/>
                <a:ext cx="217535" cy="8010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88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88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0.04</a:t>
                </a:r>
              </a:p>
            </p:txBody>
          </p:sp>
          <p:sp>
            <p:nvSpPr>
              <p:cNvPr id="4051" name="tx4051">
                <a:extLst>
                  <a:ext uri="{FF2B5EF4-FFF2-40B4-BE49-F238E27FC236}">
                    <a16:creationId xmlns:a16="http://schemas.microsoft.com/office/drawing/2014/main" id="{FECE7924-FDF5-9431-B5E0-A6E197FDA4EB}"/>
                  </a:ext>
                </a:extLst>
              </p:cNvPr>
              <p:cNvSpPr/>
              <p:nvPr/>
            </p:nvSpPr>
            <p:spPr>
              <a:xfrm>
                <a:off x="2201917" y="1669789"/>
                <a:ext cx="2541117" cy="218633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4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24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Genomic Offset to </a:t>
                </a:r>
              </a:p>
            </p:txBody>
          </p:sp>
          <p:sp>
            <p:nvSpPr>
              <p:cNvPr id="4052" name="tx4052">
                <a:extLst>
                  <a:ext uri="{FF2B5EF4-FFF2-40B4-BE49-F238E27FC236}">
                    <a16:creationId xmlns:a16="http://schemas.microsoft.com/office/drawing/2014/main" id="{38B857D6-AC5D-7A5B-B7BA-4CAD4E0977FE}"/>
                  </a:ext>
                </a:extLst>
              </p:cNvPr>
              <p:cNvSpPr/>
              <p:nvPr/>
            </p:nvSpPr>
            <p:spPr>
              <a:xfrm>
                <a:off x="2201917" y="1998973"/>
                <a:ext cx="2133660" cy="218633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4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240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York River (GF)</a:t>
                </a:r>
              </a:p>
            </p:txBody>
          </p:sp>
        </p:grpSp>
        <p:sp>
          <p:nvSpPr>
            <p:cNvPr id="4053" name="Rectangle 4052">
              <a:extLst>
                <a:ext uri="{FF2B5EF4-FFF2-40B4-BE49-F238E27FC236}">
                  <a16:creationId xmlns:a16="http://schemas.microsoft.com/office/drawing/2014/main" id="{76C84310-CE0F-D90A-5321-39B3AB053F51}"/>
                </a:ext>
              </a:extLst>
            </p:cNvPr>
            <p:cNvSpPr/>
            <p:nvPr/>
          </p:nvSpPr>
          <p:spPr>
            <a:xfrm>
              <a:off x="4474840" y="1872208"/>
              <a:ext cx="504056" cy="504056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54" name="Straight Connector 4053">
              <a:extLst>
                <a:ext uri="{FF2B5EF4-FFF2-40B4-BE49-F238E27FC236}">
                  <a16:creationId xmlns:a16="http://schemas.microsoft.com/office/drawing/2014/main" id="{8FD56C47-98A0-2EAC-02E2-0004878813A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96281" y="2376264"/>
              <a:ext cx="678559" cy="288032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055" name="Straight Connector 4054">
              <a:extLst>
                <a:ext uri="{FF2B5EF4-FFF2-40B4-BE49-F238E27FC236}">
                  <a16:creationId xmlns:a16="http://schemas.microsoft.com/office/drawing/2014/main" id="{91199C1A-8562-D752-5F96-608348E201F4}"/>
                </a:ext>
              </a:extLst>
            </p:cNvPr>
            <p:cNvCxnSpPr>
              <a:cxnSpLocks/>
            </p:cNvCxnSpPr>
            <p:nvPr/>
          </p:nvCxnSpPr>
          <p:spPr>
            <a:xfrm>
              <a:off x="3796281" y="936104"/>
              <a:ext cx="678559" cy="93610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grpSp>
          <p:nvGrpSpPr>
            <p:cNvPr id="4059" name="Content Placeholder 2">
              <a:extLst>
                <a:ext uri="{FF2B5EF4-FFF2-40B4-BE49-F238E27FC236}">
                  <a16:creationId xmlns:a16="http://schemas.microsoft.com/office/drawing/2014/main" id="{3FDDD721-591A-D344-AEC8-AACBB2FA0E4E}"/>
                </a:ext>
              </a:extLst>
            </p:cNvPr>
            <p:cNvGrpSpPr/>
            <p:nvPr/>
          </p:nvGrpSpPr>
          <p:grpSpPr>
            <a:xfrm>
              <a:off x="1947672" y="936104"/>
              <a:ext cx="2048256" cy="1726836"/>
              <a:chOff x="2483768" y="1844824"/>
              <a:chExt cx="4396127" cy="3744416"/>
            </a:xfrm>
          </p:grpSpPr>
          <p:sp>
            <p:nvSpPr>
              <p:cNvPr id="4060" name="rc5">
                <a:extLst>
                  <a:ext uri="{FF2B5EF4-FFF2-40B4-BE49-F238E27FC236}">
                    <a16:creationId xmlns:a16="http://schemas.microsoft.com/office/drawing/2014/main" id="{C8544C7F-06D0-AD27-D4E2-CBDBD2F0EC58}"/>
                  </a:ext>
                </a:extLst>
              </p:cNvPr>
              <p:cNvSpPr/>
              <p:nvPr/>
            </p:nvSpPr>
            <p:spPr>
              <a:xfrm>
                <a:off x="2483768" y="1844824"/>
                <a:ext cx="3967904" cy="3744416"/>
              </a:xfrm>
              <a:prstGeom prst="rect">
                <a:avLst/>
              </a:prstGeom>
              <a:solidFill>
                <a:srgbClr val="F0F8FF">
                  <a:alpha val="100000"/>
                </a:srgbClr>
              </a:solidFill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2" name="pg29">
                <a:extLst>
                  <a:ext uri="{FF2B5EF4-FFF2-40B4-BE49-F238E27FC236}">
                    <a16:creationId xmlns:a16="http://schemas.microsoft.com/office/drawing/2014/main" id="{217A41D0-AA48-7AAB-2080-F3483AEDABCE}"/>
                  </a:ext>
                </a:extLst>
              </p:cNvPr>
              <p:cNvSpPr/>
              <p:nvPr/>
            </p:nvSpPr>
            <p:spPr>
              <a:xfrm>
                <a:off x="4089798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3" name="pg30">
                <a:extLst>
                  <a:ext uri="{FF2B5EF4-FFF2-40B4-BE49-F238E27FC236}">
                    <a16:creationId xmlns:a16="http://schemas.microsoft.com/office/drawing/2014/main" id="{20E5BDDF-22D3-A4E0-7F7B-C1ABF1730B8F}"/>
                  </a:ext>
                </a:extLst>
              </p:cNvPr>
              <p:cNvSpPr/>
              <p:nvPr/>
            </p:nvSpPr>
            <p:spPr>
              <a:xfrm>
                <a:off x="4171236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4" name="pg31">
                <a:extLst>
                  <a:ext uri="{FF2B5EF4-FFF2-40B4-BE49-F238E27FC236}">
                    <a16:creationId xmlns:a16="http://schemas.microsoft.com/office/drawing/2014/main" id="{40991769-9A18-27D6-48B2-921116E676C0}"/>
                  </a:ext>
                </a:extLst>
              </p:cNvPr>
              <p:cNvSpPr/>
              <p:nvPr/>
            </p:nvSpPr>
            <p:spPr>
              <a:xfrm>
                <a:off x="4252673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5" name="pg32">
                <a:extLst>
                  <a:ext uri="{FF2B5EF4-FFF2-40B4-BE49-F238E27FC236}">
                    <a16:creationId xmlns:a16="http://schemas.microsoft.com/office/drawing/2014/main" id="{CB7BC168-FB53-3342-7108-4B6F3BBC738D}"/>
                  </a:ext>
                </a:extLst>
              </p:cNvPr>
              <p:cNvSpPr/>
              <p:nvPr/>
            </p:nvSpPr>
            <p:spPr>
              <a:xfrm>
                <a:off x="4334110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6" name="pg33">
                <a:extLst>
                  <a:ext uri="{FF2B5EF4-FFF2-40B4-BE49-F238E27FC236}">
                    <a16:creationId xmlns:a16="http://schemas.microsoft.com/office/drawing/2014/main" id="{B560A05D-2F12-9D44-7794-F77CBD22D993}"/>
                  </a:ext>
                </a:extLst>
              </p:cNvPr>
              <p:cNvSpPr/>
              <p:nvPr/>
            </p:nvSpPr>
            <p:spPr>
              <a:xfrm>
                <a:off x="4415547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7" name="pg34">
                <a:extLst>
                  <a:ext uri="{FF2B5EF4-FFF2-40B4-BE49-F238E27FC236}">
                    <a16:creationId xmlns:a16="http://schemas.microsoft.com/office/drawing/2014/main" id="{00D10C22-3685-60F0-3316-E6D63E40B1D0}"/>
                  </a:ext>
                </a:extLst>
              </p:cNvPr>
              <p:cNvSpPr/>
              <p:nvPr/>
            </p:nvSpPr>
            <p:spPr>
              <a:xfrm>
                <a:off x="4496984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8" name="pg35">
                <a:extLst>
                  <a:ext uri="{FF2B5EF4-FFF2-40B4-BE49-F238E27FC236}">
                    <a16:creationId xmlns:a16="http://schemas.microsoft.com/office/drawing/2014/main" id="{7079E8BE-B200-F882-DF65-768847B0926D}"/>
                  </a:ext>
                </a:extLst>
              </p:cNvPr>
              <p:cNvSpPr/>
              <p:nvPr/>
            </p:nvSpPr>
            <p:spPr>
              <a:xfrm>
                <a:off x="4578421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69" name="pg36">
                <a:extLst>
                  <a:ext uri="{FF2B5EF4-FFF2-40B4-BE49-F238E27FC236}">
                    <a16:creationId xmlns:a16="http://schemas.microsoft.com/office/drawing/2014/main" id="{5BFEE011-0F46-F8E3-2E2A-BC70686A2EAC}"/>
                  </a:ext>
                </a:extLst>
              </p:cNvPr>
              <p:cNvSpPr/>
              <p:nvPr/>
            </p:nvSpPr>
            <p:spPr>
              <a:xfrm>
                <a:off x="4659858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0" name="pg37">
                <a:extLst>
                  <a:ext uri="{FF2B5EF4-FFF2-40B4-BE49-F238E27FC236}">
                    <a16:creationId xmlns:a16="http://schemas.microsoft.com/office/drawing/2014/main" id="{961C0A04-EC8B-242D-81D0-451DEBABD9C7}"/>
                  </a:ext>
                </a:extLst>
              </p:cNvPr>
              <p:cNvSpPr/>
              <p:nvPr/>
            </p:nvSpPr>
            <p:spPr>
              <a:xfrm>
                <a:off x="5067044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1" name="pg38">
                <a:extLst>
                  <a:ext uri="{FF2B5EF4-FFF2-40B4-BE49-F238E27FC236}">
                    <a16:creationId xmlns:a16="http://schemas.microsoft.com/office/drawing/2014/main" id="{9CC41D8C-F04A-6C59-EC74-399F89BD5831}"/>
                  </a:ext>
                </a:extLst>
              </p:cNvPr>
              <p:cNvSpPr/>
              <p:nvPr/>
            </p:nvSpPr>
            <p:spPr>
              <a:xfrm>
                <a:off x="5148481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7AA">
                  <a:alpha val="100000"/>
                </a:srgbClr>
              </a:solidFill>
              <a:ln w="5420" cap="flat">
                <a:solidFill>
                  <a:srgbClr val="43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2" name="pg39">
                <a:extLst>
                  <a:ext uri="{FF2B5EF4-FFF2-40B4-BE49-F238E27FC236}">
                    <a16:creationId xmlns:a16="http://schemas.microsoft.com/office/drawing/2014/main" id="{454DF8DB-A321-C58B-9F52-8B371E73658A}"/>
                  </a:ext>
                </a:extLst>
              </p:cNvPr>
              <p:cNvSpPr/>
              <p:nvPr/>
            </p:nvSpPr>
            <p:spPr>
              <a:xfrm>
                <a:off x="5229918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3" name="pg40">
                <a:extLst>
                  <a:ext uri="{FF2B5EF4-FFF2-40B4-BE49-F238E27FC236}">
                    <a16:creationId xmlns:a16="http://schemas.microsoft.com/office/drawing/2014/main" id="{BF1442BE-6F40-0FC8-BD07-F4F6484862A0}"/>
                  </a:ext>
                </a:extLst>
              </p:cNvPr>
              <p:cNvSpPr/>
              <p:nvPr/>
            </p:nvSpPr>
            <p:spPr>
              <a:xfrm>
                <a:off x="5311355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4" name="pg41">
                <a:extLst>
                  <a:ext uri="{FF2B5EF4-FFF2-40B4-BE49-F238E27FC236}">
                    <a16:creationId xmlns:a16="http://schemas.microsoft.com/office/drawing/2014/main" id="{D96D7804-2944-E96E-DD10-AB243C5BEB2F}"/>
                  </a:ext>
                </a:extLst>
              </p:cNvPr>
              <p:cNvSpPr/>
              <p:nvPr/>
            </p:nvSpPr>
            <p:spPr>
              <a:xfrm>
                <a:off x="5392793" y="18598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5" name="pg42">
                <a:extLst>
                  <a:ext uri="{FF2B5EF4-FFF2-40B4-BE49-F238E27FC236}">
                    <a16:creationId xmlns:a16="http://schemas.microsoft.com/office/drawing/2014/main" id="{130F1CAB-DAAF-6A17-3C48-2B56CBDD08C6}"/>
                  </a:ext>
                </a:extLst>
              </p:cNvPr>
              <p:cNvSpPr/>
              <p:nvPr/>
            </p:nvSpPr>
            <p:spPr>
              <a:xfrm>
                <a:off x="3682613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6" name="pg43">
                <a:extLst>
                  <a:ext uri="{FF2B5EF4-FFF2-40B4-BE49-F238E27FC236}">
                    <a16:creationId xmlns:a16="http://schemas.microsoft.com/office/drawing/2014/main" id="{68D50CE9-B5F0-B8C8-A923-13FA8A809461}"/>
                  </a:ext>
                </a:extLst>
              </p:cNvPr>
              <p:cNvSpPr/>
              <p:nvPr/>
            </p:nvSpPr>
            <p:spPr>
              <a:xfrm>
                <a:off x="3764050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7" name="pg44">
                <a:extLst>
                  <a:ext uri="{FF2B5EF4-FFF2-40B4-BE49-F238E27FC236}">
                    <a16:creationId xmlns:a16="http://schemas.microsoft.com/office/drawing/2014/main" id="{494C2DF4-E39A-DA2E-143F-DA25C0D8C12B}"/>
                  </a:ext>
                </a:extLst>
              </p:cNvPr>
              <p:cNvSpPr/>
              <p:nvPr/>
            </p:nvSpPr>
            <p:spPr>
              <a:xfrm>
                <a:off x="3845487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8" name="pg45">
                <a:extLst>
                  <a:ext uri="{FF2B5EF4-FFF2-40B4-BE49-F238E27FC236}">
                    <a16:creationId xmlns:a16="http://schemas.microsoft.com/office/drawing/2014/main" id="{978BF152-537A-CE69-7E9B-96CD72C45B1A}"/>
                  </a:ext>
                </a:extLst>
              </p:cNvPr>
              <p:cNvSpPr/>
              <p:nvPr/>
            </p:nvSpPr>
            <p:spPr>
              <a:xfrm>
                <a:off x="3926924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79" name="pg46">
                <a:extLst>
                  <a:ext uri="{FF2B5EF4-FFF2-40B4-BE49-F238E27FC236}">
                    <a16:creationId xmlns:a16="http://schemas.microsoft.com/office/drawing/2014/main" id="{78835D0E-34B3-499A-77F1-F2397126B156}"/>
                  </a:ext>
                </a:extLst>
              </p:cNvPr>
              <p:cNvSpPr/>
              <p:nvPr/>
            </p:nvSpPr>
            <p:spPr>
              <a:xfrm>
                <a:off x="4008361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0" name="pg47">
                <a:extLst>
                  <a:ext uri="{FF2B5EF4-FFF2-40B4-BE49-F238E27FC236}">
                    <a16:creationId xmlns:a16="http://schemas.microsoft.com/office/drawing/2014/main" id="{2BD5FE2E-D10B-2C6B-734A-DB2CDBA5ED0E}"/>
                  </a:ext>
                </a:extLst>
              </p:cNvPr>
              <p:cNvSpPr/>
              <p:nvPr/>
            </p:nvSpPr>
            <p:spPr>
              <a:xfrm>
                <a:off x="4089798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1" name="pg48">
                <a:extLst>
                  <a:ext uri="{FF2B5EF4-FFF2-40B4-BE49-F238E27FC236}">
                    <a16:creationId xmlns:a16="http://schemas.microsoft.com/office/drawing/2014/main" id="{0AAD6D8C-0D56-E60B-944A-C0AC35649685}"/>
                  </a:ext>
                </a:extLst>
              </p:cNvPr>
              <p:cNvSpPr/>
              <p:nvPr/>
            </p:nvSpPr>
            <p:spPr>
              <a:xfrm>
                <a:off x="4171236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2" name="pg49">
                <a:extLst>
                  <a:ext uri="{FF2B5EF4-FFF2-40B4-BE49-F238E27FC236}">
                    <a16:creationId xmlns:a16="http://schemas.microsoft.com/office/drawing/2014/main" id="{B74ED5B1-4CC0-409B-F978-9AC5F9828EF7}"/>
                  </a:ext>
                </a:extLst>
              </p:cNvPr>
              <p:cNvSpPr/>
              <p:nvPr/>
            </p:nvSpPr>
            <p:spPr>
              <a:xfrm>
                <a:off x="4252673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3" name="pg50">
                <a:extLst>
                  <a:ext uri="{FF2B5EF4-FFF2-40B4-BE49-F238E27FC236}">
                    <a16:creationId xmlns:a16="http://schemas.microsoft.com/office/drawing/2014/main" id="{3E383B37-A5E7-65E1-54FF-040A97A4A4BA}"/>
                  </a:ext>
                </a:extLst>
              </p:cNvPr>
              <p:cNvSpPr/>
              <p:nvPr/>
            </p:nvSpPr>
            <p:spPr>
              <a:xfrm>
                <a:off x="4334110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4" name="pg51">
                <a:extLst>
                  <a:ext uri="{FF2B5EF4-FFF2-40B4-BE49-F238E27FC236}">
                    <a16:creationId xmlns:a16="http://schemas.microsoft.com/office/drawing/2014/main" id="{E98ACEC3-1F35-EF01-8697-33642EB50594}"/>
                  </a:ext>
                </a:extLst>
              </p:cNvPr>
              <p:cNvSpPr/>
              <p:nvPr/>
            </p:nvSpPr>
            <p:spPr>
              <a:xfrm>
                <a:off x="4415547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5" name="pg52">
                <a:extLst>
                  <a:ext uri="{FF2B5EF4-FFF2-40B4-BE49-F238E27FC236}">
                    <a16:creationId xmlns:a16="http://schemas.microsoft.com/office/drawing/2014/main" id="{10E95E74-7909-713B-19B6-185830E6EE1C}"/>
                  </a:ext>
                </a:extLst>
              </p:cNvPr>
              <p:cNvSpPr/>
              <p:nvPr/>
            </p:nvSpPr>
            <p:spPr>
              <a:xfrm>
                <a:off x="4496984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6" name="pg53">
                <a:extLst>
                  <a:ext uri="{FF2B5EF4-FFF2-40B4-BE49-F238E27FC236}">
                    <a16:creationId xmlns:a16="http://schemas.microsoft.com/office/drawing/2014/main" id="{E41C296F-8CC5-1A5E-E756-035E6BB530B0}"/>
                  </a:ext>
                </a:extLst>
              </p:cNvPr>
              <p:cNvSpPr/>
              <p:nvPr/>
            </p:nvSpPr>
            <p:spPr>
              <a:xfrm>
                <a:off x="4578421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7" name="pg54">
                <a:extLst>
                  <a:ext uri="{FF2B5EF4-FFF2-40B4-BE49-F238E27FC236}">
                    <a16:creationId xmlns:a16="http://schemas.microsoft.com/office/drawing/2014/main" id="{E4428A35-AB9C-94B9-4E52-A9CDE5CD5979}"/>
                  </a:ext>
                </a:extLst>
              </p:cNvPr>
              <p:cNvSpPr/>
              <p:nvPr/>
            </p:nvSpPr>
            <p:spPr>
              <a:xfrm>
                <a:off x="4985607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8" name="pg55">
                <a:extLst>
                  <a:ext uri="{FF2B5EF4-FFF2-40B4-BE49-F238E27FC236}">
                    <a16:creationId xmlns:a16="http://schemas.microsoft.com/office/drawing/2014/main" id="{79ABF545-8B62-DABF-2AB3-E487BC080608}"/>
                  </a:ext>
                </a:extLst>
              </p:cNvPr>
              <p:cNvSpPr/>
              <p:nvPr/>
            </p:nvSpPr>
            <p:spPr>
              <a:xfrm>
                <a:off x="5067044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89" name="pg56">
                <a:extLst>
                  <a:ext uri="{FF2B5EF4-FFF2-40B4-BE49-F238E27FC236}">
                    <a16:creationId xmlns:a16="http://schemas.microsoft.com/office/drawing/2014/main" id="{2EFFB5C9-5FFC-18E2-D475-925F147888D0}"/>
                  </a:ext>
                </a:extLst>
              </p:cNvPr>
              <p:cNvSpPr/>
              <p:nvPr/>
            </p:nvSpPr>
            <p:spPr>
              <a:xfrm>
                <a:off x="5148481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0" name="pg57">
                <a:extLst>
                  <a:ext uri="{FF2B5EF4-FFF2-40B4-BE49-F238E27FC236}">
                    <a16:creationId xmlns:a16="http://schemas.microsoft.com/office/drawing/2014/main" id="{424BF0F4-35B8-2554-6C9E-0D6AEA62BB8C}"/>
                  </a:ext>
                </a:extLst>
              </p:cNvPr>
              <p:cNvSpPr/>
              <p:nvPr/>
            </p:nvSpPr>
            <p:spPr>
              <a:xfrm>
                <a:off x="5229918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1" name="pg58">
                <a:extLst>
                  <a:ext uri="{FF2B5EF4-FFF2-40B4-BE49-F238E27FC236}">
                    <a16:creationId xmlns:a16="http://schemas.microsoft.com/office/drawing/2014/main" id="{EA06DBF9-E19F-7845-8E87-6FC735965553}"/>
                  </a:ext>
                </a:extLst>
              </p:cNvPr>
              <p:cNvSpPr/>
              <p:nvPr/>
            </p:nvSpPr>
            <p:spPr>
              <a:xfrm>
                <a:off x="5311355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2" name="pg59">
                <a:extLst>
                  <a:ext uri="{FF2B5EF4-FFF2-40B4-BE49-F238E27FC236}">
                    <a16:creationId xmlns:a16="http://schemas.microsoft.com/office/drawing/2014/main" id="{9D9F5036-9590-2841-F9FE-97AC8FB22BCA}"/>
                  </a:ext>
                </a:extLst>
              </p:cNvPr>
              <p:cNvSpPr/>
              <p:nvPr/>
            </p:nvSpPr>
            <p:spPr>
              <a:xfrm>
                <a:off x="5392793" y="19631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3" name="pg60">
                <a:extLst>
                  <a:ext uri="{FF2B5EF4-FFF2-40B4-BE49-F238E27FC236}">
                    <a16:creationId xmlns:a16="http://schemas.microsoft.com/office/drawing/2014/main" id="{D070B903-38CD-05D5-705C-C6B7E3CFD8E9}"/>
                  </a:ext>
                </a:extLst>
              </p:cNvPr>
              <p:cNvSpPr/>
              <p:nvPr/>
            </p:nvSpPr>
            <p:spPr>
              <a:xfrm>
                <a:off x="3601176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4" name="pg61">
                <a:extLst>
                  <a:ext uri="{FF2B5EF4-FFF2-40B4-BE49-F238E27FC236}">
                    <a16:creationId xmlns:a16="http://schemas.microsoft.com/office/drawing/2014/main" id="{756C4BB5-3D58-A287-B318-381C72BF35B4}"/>
                  </a:ext>
                </a:extLst>
              </p:cNvPr>
              <p:cNvSpPr/>
              <p:nvPr/>
            </p:nvSpPr>
            <p:spPr>
              <a:xfrm>
                <a:off x="3682613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5" name="pg62">
                <a:extLst>
                  <a:ext uri="{FF2B5EF4-FFF2-40B4-BE49-F238E27FC236}">
                    <a16:creationId xmlns:a16="http://schemas.microsoft.com/office/drawing/2014/main" id="{2B72BA43-B9BB-5C32-1406-5AE19C494E66}"/>
                  </a:ext>
                </a:extLst>
              </p:cNvPr>
              <p:cNvSpPr/>
              <p:nvPr/>
            </p:nvSpPr>
            <p:spPr>
              <a:xfrm>
                <a:off x="3764050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6" name="pg63">
                <a:extLst>
                  <a:ext uri="{FF2B5EF4-FFF2-40B4-BE49-F238E27FC236}">
                    <a16:creationId xmlns:a16="http://schemas.microsoft.com/office/drawing/2014/main" id="{4B1CAEC1-5C82-899B-0B0D-4FAB3EAE8CCF}"/>
                  </a:ext>
                </a:extLst>
              </p:cNvPr>
              <p:cNvSpPr/>
              <p:nvPr/>
            </p:nvSpPr>
            <p:spPr>
              <a:xfrm>
                <a:off x="3845487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7" name="pg64">
                <a:extLst>
                  <a:ext uri="{FF2B5EF4-FFF2-40B4-BE49-F238E27FC236}">
                    <a16:creationId xmlns:a16="http://schemas.microsoft.com/office/drawing/2014/main" id="{B55B7854-8427-DBEB-C7FB-5B418115FD1B}"/>
                  </a:ext>
                </a:extLst>
              </p:cNvPr>
              <p:cNvSpPr/>
              <p:nvPr/>
            </p:nvSpPr>
            <p:spPr>
              <a:xfrm>
                <a:off x="3926924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8" name="pg65">
                <a:extLst>
                  <a:ext uri="{FF2B5EF4-FFF2-40B4-BE49-F238E27FC236}">
                    <a16:creationId xmlns:a16="http://schemas.microsoft.com/office/drawing/2014/main" id="{71F21965-F376-AD7C-F87D-4EEE60C33060}"/>
                  </a:ext>
                </a:extLst>
              </p:cNvPr>
              <p:cNvSpPr/>
              <p:nvPr/>
            </p:nvSpPr>
            <p:spPr>
              <a:xfrm>
                <a:off x="4008361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099" name="pg66">
                <a:extLst>
                  <a:ext uri="{FF2B5EF4-FFF2-40B4-BE49-F238E27FC236}">
                    <a16:creationId xmlns:a16="http://schemas.microsoft.com/office/drawing/2014/main" id="{FB6B86E5-9A74-BF2F-1893-7E62D162229A}"/>
                  </a:ext>
                </a:extLst>
              </p:cNvPr>
              <p:cNvSpPr/>
              <p:nvPr/>
            </p:nvSpPr>
            <p:spPr>
              <a:xfrm>
                <a:off x="4089798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0" name="pg67">
                <a:extLst>
                  <a:ext uri="{FF2B5EF4-FFF2-40B4-BE49-F238E27FC236}">
                    <a16:creationId xmlns:a16="http://schemas.microsoft.com/office/drawing/2014/main" id="{21A4A4F6-250A-4F0C-8C34-E997FF7E5703}"/>
                  </a:ext>
                </a:extLst>
              </p:cNvPr>
              <p:cNvSpPr/>
              <p:nvPr/>
            </p:nvSpPr>
            <p:spPr>
              <a:xfrm>
                <a:off x="4171236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1" name="pg68">
                <a:extLst>
                  <a:ext uri="{FF2B5EF4-FFF2-40B4-BE49-F238E27FC236}">
                    <a16:creationId xmlns:a16="http://schemas.microsoft.com/office/drawing/2014/main" id="{00BB48AD-6383-7FE0-10DE-805EF94D5FEE}"/>
                  </a:ext>
                </a:extLst>
              </p:cNvPr>
              <p:cNvSpPr/>
              <p:nvPr/>
            </p:nvSpPr>
            <p:spPr>
              <a:xfrm>
                <a:off x="4252673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2" name="pg69">
                <a:extLst>
                  <a:ext uri="{FF2B5EF4-FFF2-40B4-BE49-F238E27FC236}">
                    <a16:creationId xmlns:a16="http://schemas.microsoft.com/office/drawing/2014/main" id="{66576EEF-F94E-891E-692F-DDD66AB21814}"/>
                  </a:ext>
                </a:extLst>
              </p:cNvPr>
              <p:cNvSpPr/>
              <p:nvPr/>
            </p:nvSpPr>
            <p:spPr>
              <a:xfrm>
                <a:off x="4334110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3" name="pg70">
                <a:extLst>
                  <a:ext uri="{FF2B5EF4-FFF2-40B4-BE49-F238E27FC236}">
                    <a16:creationId xmlns:a16="http://schemas.microsoft.com/office/drawing/2014/main" id="{FECBB807-45CE-15CA-A42B-44E3B18C9747}"/>
                  </a:ext>
                </a:extLst>
              </p:cNvPr>
              <p:cNvSpPr/>
              <p:nvPr/>
            </p:nvSpPr>
            <p:spPr>
              <a:xfrm>
                <a:off x="4415547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4" name="pg71">
                <a:extLst>
                  <a:ext uri="{FF2B5EF4-FFF2-40B4-BE49-F238E27FC236}">
                    <a16:creationId xmlns:a16="http://schemas.microsoft.com/office/drawing/2014/main" id="{44620907-0332-2584-C746-18C78A213DE3}"/>
                  </a:ext>
                </a:extLst>
              </p:cNvPr>
              <p:cNvSpPr/>
              <p:nvPr/>
            </p:nvSpPr>
            <p:spPr>
              <a:xfrm>
                <a:off x="4496984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5" name="pg72">
                <a:extLst>
                  <a:ext uri="{FF2B5EF4-FFF2-40B4-BE49-F238E27FC236}">
                    <a16:creationId xmlns:a16="http://schemas.microsoft.com/office/drawing/2014/main" id="{BB50FB6F-9AF2-6783-7966-E8649FAAED62}"/>
                  </a:ext>
                </a:extLst>
              </p:cNvPr>
              <p:cNvSpPr/>
              <p:nvPr/>
            </p:nvSpPr>
            <p:spPr>
              <a:xfrm>
                <a:off x="4904170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6" name="pg73">
                <a:extLst>
                  <a:ext uri="{FF2B5EF4-FFF2-40B4-BE49-F238E27FC236}">
                    <a16:creationId xmlns:a16="http://schemas.microsoft.com/office/drawing/2014/main" id="{EE4B3437-D1AD-2FA7-7505-5FE910AE243A}"/>
                  </a:ext>
                </a:extLst>
              </p:cNvPr>
              <p:cNvSpPr/>
              <p:nvPr/>
            </p:nvSpPr>
            <p:spPr>
              <a:xfrm>
                <a:off x="4985607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7" name="pg74">
                <a:extLst>
                  <a:ext uri="{FF2B5EF4-FFF2-40B4-BE49-F238E27FC236}">
                    <a16:creationId xmlns:a16="http://schemas.microsoft.com/office/drawing/2014/main" id="{E5C6F9B4-4D97-65DC-36EA-5349A7FCEE47}"/>
                  </a:ext>
                </a:extLst>
              </p:cNvPr>
              <p:cNvSpPr/>
              <p:nvPr/>
            </p:nvSpPr>
            <p:spPr>
              <a:xfrm>
                <a:off x="5067044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8" name="pg75">
                <a:extLst>
                  <a:ext uri="{FF2B5EF4-FFF2-40B4-BE49-F238E27FC236}">
                    <a16:creationId xmlns:a16="http://schemas.microsoft.com/office/drawing/2014/main" id="{A04D00AD-5517-F068-0996-E397B74B1E4A}"/>
                  </a:ext>
                </a:extLst>
              </p:cNvPr>
              <p:cNvSpPr/>
              <p:nvPr/>
            </p:nvSpPr>
            <p:spPr>
              <a:xfrm>
                <a:off x="5148481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09" name="pg76">
                <a:extLst>
                  <a:ext uri="{FF2B5EF4-FFF2-40B4-BE49-F238E27FC236}">
                    <a16:creationId xmlns:a16="http://schemas.microsoft.com/office/drawing/2014/main" id="{B297F995-8AD3-E84F-BA6E-C1E538FC7EA8}"/>
                  </a:ext>
                </a:extLst>
              </p:cNvPr>
              <p:cNvSpPr/>
              <p:nvPr/>
            </p:nvSpPr>
            <p:spPr>
              <a:xfrm>
                <a:off x="5229918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0" name="pg77">
                <a:extLst>
                  <a:ext uri="{FF2B5EF4-FFF2-40B4-BE49-F238E27FC236}">
                    <a16:creationId xmlns:a16="http://schemas.microsoft.com/office/drawing/2014/main" id="{D0308628-E693-1D0E-3541-108D10EF6205}"/>
                  </a:ext>
                </a:extLst>
              </p:cNvPr>
              <p:cNvSpPr/>
              <p:nvPr/>
            </p:nvSpPr>
            <p:spPr>
              <a:xfrm>
                <a:off x="5311355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AAA">
                  <a:alpha val="100000"/>
                </a:srgbClr>
              </a:solidFill>
              <a:ln w="5420" cap="flat">
                <a:solidFill>
                  <a:srgbClr val="47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1" name="pg78">
                <a:extLst>
                  <a:ext uri="{FF2B5EF4-FFF2-40B4-BE49-F238E27FC236}">
                    <a16:creationId xmlns:a16="http://schemas.microsoft.com/office/drawing/2014/main" id="{3F5181EE-D0A8-8799-65AC-465ACBB99DF7}"/>
                  </a:ext>
                </a:extLst>
              </p:cNvPr>
              <p:cNvSpPr/>
              <p:nvPr/>
            </p:nvSpPr>
            <p:spPr>
              <a:xfrm>
                <a:off x="5392793" y="206648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2" name="pg79">
                <a:extLst>
                  <a:ext uri="{FF2B5EF4-FFF2-40B4-BE49-F238E27FC236}">
                    <a16:creationId xmlns:a16="http://schemas.microsoft.com/office/drawing/2014/main" id="{C44E7D91-72FB-4029-938C-8327A5D0CFAA}"/>
                  </a:ext>
                </a:extLst>
              </p:cNvPr>
              <p:cNvSpPr/>
              <p:nvPr/>
            </p:nvSpPr>
            <p:spPr>
              <a:xfrm>
                <a:off x="3438301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3" name="pg80">
                <a:extLst>
                  <a:ext uri="{FF2B5EF4-FFF2-40B4-BE49-F238E27FC236}">
                    <a16:creationId xmlns:a16="http://schemas.microsoft.com/office/drawing/2014/main" id="{1F222BC9-218F-52A5-C9DC-F9A93FF98B84}"/>
                  </a:ext>
                </a:extLst>
              </p:cNvPr>
              <p:cNvSpPr/>
              <p:nvPr/>
            </p:nvSpPr>
            <p:spPr>
              <a:xfrm>
                <a:off x="3519738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4" name="pg81">
                <a:extLst>
                  <a:ext uri="{FF2B5EF4-FFF2-40B4-BE49-F238E27FC236}">
                    <a16:creationId xmlns:a16="http://schemas.microsoft.com/office/drawing/2014/main" id="{932E59BA-EF9B-7C37-9447-E1471C7F7CB7}"/>
                  </a:ext>
                </a:extLst>
              </p:cNvPr>
              <p:cNvSpPr/>
              <p:nvPr/>
            </p:nvSpPr>
            <p:spPr>
              <a:xfrm>
                <a:off x="3601176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5" name="pg82">
                <a:extLst>
                  <a:ext uri="{FF2B5EF4-FFF2-40B4-BE49-F238E27FC236}">
                    <a16:creationId xmlns:a16="http://schemas.microsoft.com/office/drawing/2014/main" id="{325D51AB-470B-FD9D-13D6-B1B657F9EA79}"/>
                  </a:ext>
                </a:extLst>
              </p:cNvPr>
              <p:cNvSpPr/>
              <p:nvPr/>
            </p:nvSpPr>
            <p:spPr>
              <a:xfrm>
                <a:off x="3682613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6" name="pg83">
                <a:extLst>
                  <a:ext uri="{FF2B5EF4-FFF2-40B4-BE49-F238E27FC236}">
                    <a16:creationId xmlns:a16="http://schemas.microsoft.com/office/drawing/2014/main" id="{F8B2A7B3-6C5B-237C-3384-455818F9B0A8}"/>
                  </a:ext>
                </a:extLst>
              </p:cNvPr>
              <p:cNvSpPr/>
              <p:nvPr/>
            </p:nvSpPr>
            <p:spPr>
              <a:xfrm>
                <a:off x="3764050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7" name="pg84">
                <a:extLst>
                  <a:ext uri="{FF2B5EF4-FFF2-40B4-BE49-F238E27FC236}">
                    <a16:creationId xmlns:a16="http://schemas.microsoft.com/office/drawing/2014/main" id="{D87CB183-EF80-C66C-275D-CB2319A167E5}"/>
                  </a:ext>
                </a:extLst>
              </p:cNvPr>
              <p:cNvSpPr/>
              <p:nvPr/>
            </p:nvSpPr>
            <p:spPr>
              <a:xfrm>
                <a:off x="3845487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8" name="pg85">
                <a:extLst>
                  <a:ext uri="{FF2B5EF4-FFF2-40B4-BE49-F238E27FC236}">
                    <a16:creationId xmlns:a16="http://schemas.microsoft.com/office/drawing/2014/main" id="{E047246E-7351-2DE8-1365-A98B6D55818C}"/>
                  </a:ext>
                </a:extLst>
              </p:cNvPr>
              <p:cNvSpPr/>
              <p:nvPr/>
            </p:nvSpPr>
            <p:spPr>
              <a:xfrm>
                <a:off x="3926924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6A9">
                  <a:alpha val="100000"/>
                </a:srgbClr>
              </a:solidFill>
              <a:ln w="5420" cap="flat">
                <a:solidFill>
                  <a:srgbClr val="35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19" name="pg86">
                <a:extLst>
                  <a:ext uri="{FF2B5EF4-FFF2-40B4-BE49-F238E27FC236}">
                    <a16:creationId xmlns:a16="http://schemas.microsoft.com/office/drawing/2014/main" id="{6E104E20-77BE-F191-9094-0B3243A3832A}"/>
                  </a:ext>
                </a:extLst>
              </p:cNvPr>
              <p:cNvSpPr/>
              <p:nvPr/>
            </p:nvSpPr>
            <p:spPr>
              <a:xfrm>
                <a:off x="4008361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3A8">
                  <a:alpha val="100000"/>
                </a:srgbClr>
              </a:solidFill>
              <a:ln w="5420" cap="flat">
                <a:solidFill>
                  <a:srgbClr val="36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0" name="pg87">
                <a:extLst>
                  <a:ext uri="{FF2B5EF4-FFF2-40B4-BE49-F238E27FC236}">
                    <a16:creationId xmlns:a16="http://schemas.microsoft.com/office/drawing/2014/main" id="{937A7635-9D1C-3027-B8C3-C594DCFFAA11}"/>
                  </a:ext>
                </a:extLst>
              </p:cNvPr>
              <p:cNvSpPr/>
              <p:nvPr/>
            </p:nvSpPr>
            <p:spPr>
              <a:xfrm>
                <a:off x="4089798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1" name="pg88">
                <a:extLst>
                  <a:ext uri="{FF2B5EF4-FFF2-40B4-BE49-F238E27FC236}">
                    <a16:creationId xmlns:a16="http://schemas.microsoft.com/office/drawing/2014/main" id="{FF6EB699-23D2-2C81-FC50-4F4D40295237}"/>
                  </a:ext>
                </a:extLst>
              </p:cNvPr>
              <p:cNvSpPr/>
              <p:nvPr/>
            </p:nvSpPr>
            <p:spPr>
              <a:xfrm>
                <a:off x="4171236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2" name="pg89">
                <a:extLst>
                  <a:ext uri="{FF2B5EF4-FFF2-40B4-BE49-F238E27FC236}">
                    <a16:creationId xmlns:a16="http://schemas.microsoft.com/office/drawing/2014/main" id="{8FFFECE1-B0AB-8E47-72ED-D52C16965682}"/>
                  </a:ext>
                </a:extLst>
              </p:cNvPr>
              <p:cNvSpPr/>
              <p:nvPr/>
            </p:nvSpPr>
            <p:spPr>
              <a:xfrm>
                <a:off x="4252673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3" name="pg90">
                <a:extLst>
                  <a:ext uri="{FF2B5EF4-FFF2-40B4-BE49-F238E27FC236}">
                    <a16:creationId xmlns:a16="http://schemas.microsoft.com/office/drawing/2014/main" id="{050E0B16-FBCB-61AE-1889-53EDBEEA4C06}"/>
                  </a:ext>
                </a:extLst>
              </p:cNvPr>
              <p:cNvSpPr/>
              <p:nvPr/>
            </p:nvSpPr>
            <p:spPr>
              <a:xfrm>
                <a:off x="4334110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8A9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4" name="pg91">
                <a:extLst>
                  <a:ext uri="{FF2B5EF4-FFF2-40B4-BE49-F238E27FC236}">
                    <a16:creationId xmlns:a16="http://schemas.microsoft.com/office/drawing/2014/main" id="{F2668ABB-912D-0FF0-419B-7907A404CE7F}"/>
                  </a:ext>
                </a:extLst>
              </p:cNvPr>
              <p:cNvSpPr/>
              <p:nvPr/>
            </p:nvSpPr>
            <p:spPr>
              <a:xfrm>
                <a:off x="4822733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5" name="pg92">
                <a:extLst>
                  <a:ext uri="{FF2B5EF4-FFF2-40B4-BE49-F238E27FC236}">
                    <a16:creationId xmlns:a16="http://schemas.microsoft.com/office/drawing/2014/main" id="{5ED49529-CE96-1B33-3D21-61253933D90F}"/>
                  </a:ext>
                </a:extLst>
              </p:cNvPr>
              <p:cNvSpPr/>
              <p:nvPr/>
            </p:nvSpPr>
            <p:spPr>
              <a:xfrm>
                <a:off x="4904170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6" name="pg93">
                <a:extLst>
                  <a:ext uri="{FF2B5EF4-FFF2-40B4-BE49-F238E27FC236}">
                    <a16:creationId xmlns:a16="http://schemas.microsoft.com/office/drawing/2014/main" id="{AD0C0D85-1F1A-02AD-AEFC-5A84FD965F0B}"/>
                  </a:ext>
                </a:extLst>
              </p:cNvPr>
              <p:cNvSpPr/>
              <p:nvPr/>
            </p:nvSpPr>
            <p:spPr>
              <a:xfrm>
                <a:off x="4985607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7" name="pg94">
                <a:extLst>
                  <a:ext uri="{FF2B5EF4-FFF2-40B4-BE49-F238E27FC236}">
                    <a16:creationId xmlns:a16="http://schemas.microsoft.com/office/drawing/2014/main" id="{599DA8E4-E87B-EC02-D185-E399A71B0D3B}"/>
                  </a:ext>
                </a:extLst>
              </p:cNvPr>
              <p:cNvSpPr/>
              <p:nvPr/>
            </p:nvSpPr>
            <p:spPr>
              <a:xfrm>
                <a:off x="5067044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8" name="pg95">
                <a:extLst>
                  <a:ext uri="{FF2B5EF4-FFF2-40B4-BE49-F238E27FC236}">
                    <a16:creationId xmlns:a16="http://schemas.microsoft.com/office/drawing/2014/main" id="{758C461D-2885-C01B-5DD7-A623CC287778}"/>
                  </a:ext>
                </a:extLst>
              </p:cNvPr>
              <p:cNvSpPr/>
              <p:nvPr/>
            </p:nvSpPr>
            <p:spPr>
              <a:xfrm>
                <a:off x="5148481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29" name="pg96">
                <a:extLst>
                  <a:ext uri="{FF2B5EF4-FFF2-40B4-BE49-F238E27FC236}">
                    <a16:creationId xmlns:a16="http://schemas.microsoft.com/office/drawing/2014/main" id="{1AF1C34F-A9E5-B42F-2849-3B1D6BCADBA3}"/>
                  </a:ext>
                </a:extLst>
              </p:cNvPr>
              <p:cNvSpPr/>
              <p:nvPr/>
            </p:nvSpPr>
            <p:spPr>
              <a:xfrm>
                <a:off x="5229918" y="216980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0" name="pg97">
                <a:extLst>
                  <a:ext uri="{FF2B5EF4-FFF2-40B4-BE49-F238E27FC236}">
                    <a16:creationId xmlns:a16="http://schemas.microsoft.com/office/drawing/2014/main" id="{3D635CF9-C03C-6DF8-8E43-A5B919D2F4B2}"/>
                  </a:ext>
                </a:extLst>
              </p:cNvPr>
              <p:cNvSpPr/>
              <p:nvPr/>
            </p:nvSpPr>
            <p:spPr>
              <a:xfrm>
                <a:off x="327542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1" name="pg98">
                <a:extLst>
                  <a:ext uri="{FF2B5EF4-FFF2-40B4-BE49-F238E27FC236}">
                    <a16:creationId xmlns:a16="http://schemas.microsoft.com/office/drawing/2014/main" id="{9F8F13B9-33E0-FCA3-71B6-B7E822F6E1C0}"/>
                  </a:ext>
                </a:extLst>
              </p:cNvPr>
              <p:cNvSpPr/>
              <p:nvPr/>
            </p:nvSpPr>
            <p:spPr>
              <a:xfrm>
                <a:off x="335686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2" name="pg99">
                <a:extLst>
                  <a:ext uri="{FF2B5EF4-FFF2-40B4-BE49-F238E27FC236}">
                    <a16:creationId xmlns:a16="http://schemas.microsoft.com/office/drawing/2014/main" id="{D045A6C1-1248-6F08-78C4-6A7C79DBD3F0}"/>
                  </a:ext>
                </a:extLst>
              </p:cNvPr>
              <p:cNvSpPr/>
              <p:nvPr/>
            </p:nvSpPr>
            <p:spPr>
              <a:xfrm>
                <a:off x="343830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3" name="pg100">
                <a:extLst>
                  <a:ext uri="{FF2B5EF4-FFF2-40B4-BE49-F238E27FC236}">
                    <a16:creationId xmlns:a16="http://schemas.microsoft.com/office/drawing/2014/main" id="{CF5734C1-2686-8184-C786-80E33ED240DA}"/>
                  </a:ext>
                </a:extLst>
              </p:cNvPr>
              <p:cNvSpPr/>
              <p:nvPr/>
            </p:nvSpPr>
            <p:spPr>
              <a:xfrm>
                <a:off x="3519738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4" name="pg101">
                <a:extLst>
                  <a:ext uri="{FF2B5EF4-FFF2-40B4-BE49-F238E27FC236}">
                    <a16:creationId xmlns:a16="http://schemas.microsoft.com/office/drawing/2014/main" id="{382B721F-40F4-ACDF-E622-142CE1A6A4B0}"/>
                  </a:ext>
                </a:extLst>
              </p:cNvPr>
              <p:cNvSpPr/>
              <p:nvPr/>
            </p:nvSpPr>
            <p:spPr>
              <a:xfrm>
                <a:off x="3601176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5" name="pg102">
                <a:extLst>
                  <a:ext uri="{FF2B5EF4-FFF2-40B4-BE49-F238E27FC236}">
                    <a16:creationId xmlns:a16="http://schemas.microsoft.com/office/drawing/2014/main" id="{60326E31-A6C5-6F0C-67D4-7BF5B1033379}"/>
                  </a:ext>
                </a:extLst>
              </p:cNvPr>
              <p:cNvSpPr/>
              <p:nvPr/>
            </p:nvSpPr>
            <p:spPr>
              <a:xfrm>
                <a:off x="3682613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6" name="pg103">
                <a:extLst>
                  <a:ext uri="{FF2B5EF4-FFF2-40B4-BE49-F238E27FC236}">
                    <a16:creationId xmlns:a16="http://schemas.microsoft.com/office/drawing/2014/main" id="{D804CF44-CE45-A86B-1F8E-A2418FE5E1D0}"/>
                  </a:ext>
                </a:extLst>
              </p:cNvPr>
              <p:cNvSpPr/>
              <p:nvPr/>
            </p:nvSpPr>
            <p:spPr>
              <a:xfrm>
                <a:off x="3764050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7" name="pg104">
                <a:extLst>
                  <a:ext uri="{FF2B5EF4-FFF2-40B4-BE49-F238E27FC236}">
                    <a16:creationId xmlns:a16="http://schemas.microsoft.com/office/drawing/2014/main" id="{8400CE00-798B-239C-4491-E76E7E584FA1}"/>
                  </a:ext>
                </a:extLst>
              </p:cNvPr>
              <p:cNvSpPr/>
              <p:nvPr/>
            </p:nvSpPr>
            <p:spPr>
              <a:xfrm>
                <a:off x="384548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8" name="pg105">
                <a:extLst>
                  <a:ext uri="{FF2B5EF4-FFF2-40B4-BE49-F238E27FC236}">
                    <a16:creationId xmlns:a16="http://schemas.microsoft.com/office/drawing/2014/main" id="{0916A926-8E29-CE03-EF88-CBC1ADA2A1D9}"/>
                  </a:ext>
                </a:extLst>
              </p:cNvPr>
              <p:cNvSpPr/>
              <p:nvPr/>
            </p:nvSpPr>
            <p:spPr>
              <a:xfrm>
                <a:off x="392692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39" name="pg106">
                <a:extLst>
                  <a:ext uri="{FF2B5EF4-FFF2-40B4-BE49-F238E27FC236}">
                    <a16:creationId xmlns:a16="http://schemas.microsoft.com/office/drawing/2014/main" id="{8F4D6CED-D615-17CF-66BC-2A9CF80AC72D}"/>
                  </a:ext>
                </a:extLst>
              </p:cNvPr>
              <p:cNvSpPr/>
              <p:nvPr/>
            </p:nvSpPr>
            <p:spPr>
              <a:xfrm>
                <a:off x="400836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3A8">
                  <a:alpha val="100000"/>
                </a:srgbClr>
              </a:solidFill>
              <a:ln w="5420" cap="flat">
                <a:solidFill>
                  <a:srgbClr val="3593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0" name="pg107">
                <a:extLst>
                  <a:ext uri="{FF2B5EF4-FFF2-40B4-BE49-F238E27FC236}">
                    <a16:creationId xmlns:a16="http://schemas.microsoft.com/office/drawing/2014/main" id="{67252700-1DEF-FA02-F486-4AA02AF27C75}"/>
                  </a:ext>
                </a:extLst>
              </p:cNvPr>
              <p:cNvSpPr/>
              <p:nvPr/>
            </p:nvSpPr>
            <p:spPr>
              <a:xfrm>
                <a:off x="4089798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0A7">
                  <a:alpha val="100000"/>
                </a:srgbClr>
              </a:solidFill>
              <a:ln w="5420" cap="flat">
                <a:solidFill>
                  <a:srgbClr val="3690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1" name="pg108">
                <a:extLst>
                  <a:ext uri="{FF2B5EF4-FFF2-40B4-BE49-F238E27FC236}">
                    <a16:creationId xmlns:a16="http://schemas.microsoft.com/office/drawing/2014/main" id="{5D3ECDF9-C0E1-5990-21FA-4B4B5DF3B527}"/>
                  </a:ext>
                </a:extLst>
              </p:cNvPr>
              <p:cNvSpPr/>
              <p:nvPr/>
            </p:nvSpPr>
            <p:spPr>
              <a:xfrm>
                <a:off x="4171236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2" name="pg109">
                <a:extLst>
                  <a:ext uri="{FF2B5EF4-FFF2-40B4-BE49-F238E27FC236}">
                    <a16:creationId xmlns:a16="http://schemas.microsoft.com/office/drawing/2014/main" id="{3EA3BED9-6F47-8BCE-CB59-E77217F24AD7}"/>
                  </a:ext>
                </a:extLst>
              </p:cNvPr>
              <p:cNvSpPr/>
              <p:nvPr/>
            </p:nvSpPr>
            <p:spPr>
              <a:xfrm>
                <a:off x="4252673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8EA7">
                  <a:alpha val="100000"/>
                </a:srgbClr>
              </a:solidFill>
              <a:ln w="5420" cap="flat">
                <a:solidFill>
                  <a:srgbClr val="378EA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3" name="pg110">
                <a:extLst>
                  <a:ext uri="{FF2B5EF4-FFF2-40B4-BE49-F238E27FC236}">
                    <a16:creationId xmlns:a16="http://schemas.microsoft.com/office/drawing/2014/main" id="{E5E8B02F-53D8-F65E-749A-4BD6C725BC13}"/>
                  </a:ext>
                </a:extLst>
              </p:cNvPr>
              <p:cNvSpPr/>
              <p:nvPr/>
            </p:nvSpPr>
            <p:spPr>
              <a:xfrm>
                <a:off x="4334110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4" name="pg111">
                <a:extLst>
                  <a:ext uri="{FF2B5EF4-FFF2-40B4-BE49-F238E27FC236}">
                    <a16:creationId xmlns:a16="http://schemas.microsoft.com/office/drawing/2014/main" id="{3F9A284F-2C7D-A7D6-0C40-60E48CD9B8AC}"/>
                  </a:ext>
                </a:extLst>
              </p:cNvPr>
              <p:cNvSpPr/>
              <p:nvPr/>
            </p:nvSpPr>
            <p:spPr>
              <a:xfrm>
                <a:off x="441554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5" name="pg112">
                <a:extLst>
                  <a:ext uri="{FF2B5EF4-FFF2-40B4-BE49-F238E27FC236}">
                    <a16:creationId xmlns:a16="http://schemas.microsoft.com/office/drawing/2014/main" id="{C5DC105A-1B77-B781-E6FF-6ACBC840210E}"/>
                  </a:ext>
                </a:extLst>
              </p:cNvPr>
              <p:cNvSpPr/>
              <p:nvPr/>
            </p:nvSpPr>
            <p:spPr>
              <a:xfrm>
                <a:off x="449698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6" name="pg113">
                <a:extLst>
                  <a:ext uri="{FF2B5EF4-FFF2-40B4-BE49-F238E27FC236}">
                    <a16:creationId xmlns:a16="http://schemas.microsoft.com/office/drawing/2014/main" id="{24FD6119-A527-75C3-B5E6-DE0811E5E145}"/>
                  </a:ext>
                </a:extLst>
              </p:cNvPr>
              <p:cNvSpPr/>
              <p:nvPr/>
            </p:nvSpPr>
            <p:spPr>
              <a:xfrm>
                <a:off x="457842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7" name="pg114">
                <a:extLst>
                  <a:ext uri="{FF2B5EF4-FFF2-40B4-BE49-F238E27FC236}">
                    <a16:creationId xmlns:a16="http://schemas.microsoft.com/office/drawing/2014/main" id="{806A31FE-3C4E-01C6-9CDF-9FCA75908C5A}"/>
                  </a:ext>
                </a:extLst>
              </p:cNvPr>
              <p:cNvSpPr/>
              <p:nvPr/>
            </p:nvSpPr>
            <p:spPr>
              <a:xfrm>
                <a:off x="4741296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8" name="pg115">
                <a:extLst>
                  <a:ext uri="{FF2B5EF4-FFF2-40B4-BE49-F238E27FC236}">
                    <a16:creationId xmlns:a16="http://schemas.microsoft.com/office/drawing/2014/main" id="{27ED6715-746D-83FE-0947-BBFA442F747D}"/>
                  </a:ext>
                </a:extLst>
              </p:cNvPr>
              <p:cNvSpPr/>
              <p:nvPr/>
            </p:nvSpPr>
            <p:spPr>
              <a:xfrm>
                <a:off x="4822733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49" name="pg116">
                <a:extLst>
                  <a:ext uri="{FF2B5EF4-FFF2-40B4-BE49-F238E27FC236}">
                    <a16:creationId xmlns:a16="http://schemas.microsoft.com/office/drawing/2014/main" id="{93A2603E-D422-5F08-EAD6-E6195FD9F405}"/>
                  </a:ext>
                </a:extLst>
              </p:cNvPr>
              <p:cNvSpPr/>
              <p:nvPr/>
            </p:nvSpPr>
            <p:spPr>
              <a:xfrm>
                <a:off x="4904170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0" name="pg117">
                <a:extLst>
                  <a:ext uri="{FF2B5EF4-FFF2-40B4-BE49-F238E27FC236}">
                    <a16:creationId xmlns:a16="http://schemas.microsoft.com/office/drawing/2014/main" id="{1BB004BD-2574-791F-9387-DB93251BD802}"/>
                  </a:ext>
                </a:extLst>
              </p:cNvPr>
              <p:cNvSpPr/>
              <p:nvPr/>
            </p:nvSpPr>
            <p:spPr>
              <a:xfrm>
                <a:off x="4985607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1" name="pg118">
                <a:extLst>
                  <a:ext uri="{FF2B5EF4-FFF2-40B4-BE49-F238E27FC236}">
                    <a16:creationId xmlns:a16="http://schemas.microsoft.com/office/drawing/2014/main" id="{15B43428-9F3E-4BC4-DB9A-AC1EC4B11B0C}"/>
                  </a:ext>
                </a:extLst>
              </p:cNvPr>
              <p:cNvSpPr/>
              <p:nvPr/>
            </p:nvSpPr>
            <p:spPr>
              <a:xfrm>
                <a:off x="5067044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2" name="pg119">
                <a:extLst>
                  <a:ext uri="{FF2B5EF4-FFF2-40B4-BE49-F238E27FC236}">
                    <a16:creationId xmlns:a16="http://schemas.microsoft.com/office/drawing/2014/main" id="{D25F9B1D-5F92-5EEC-C309-F947CBEA4791}"/>
                  </a:ext>
                </a:extLst>
              </p:cNvPr>
              <p:cNvSpPr/>
              <p:nvPr/>
            </p:nvSpPr>
            <p:spPr>
              <a:xfrm>
                <a:off x="5148481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3" name="pg120">
                <a:extLst>
                  <a:ext uri="{FF2B5EF4-FFF2-40B4-BE49-F238E27FC236}">
                    <a16:creationId xmlns:a16="http://schemas.microsoft.com/office/drawing/2014/main" id="{BEFEE153-1CA6-3BEB-AAF7-0F6806E89531}"/>
                  </a:ext>
                </a:extLst>
              </p:cNvPr>
              <p:cNvSpPr/>
              <p:nvPr/>
            </p:nvSpPr>
            <p:spPr>
              <a:xfrm>
                <a:off x="5229918" y="22731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6AB">
                  <a:alpha val="100000"/>
                </a:srgbClr>
              </a:solidFill>
              <a:ln w="5420" cap="flat">
                <a:solidFill>
                  <a:srgbClr val="4F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4" name="pg121">
                <a:extLst>
                  <a:ext uri="{FF2B5EF4-FFF2-40B4-BE49-F238E27FC236}">
                    <a16:creationId xmlns:a16="http://schemas.microsoft.com/office/drawing/2014/main" id="{F74A5CE0-E0C1-BBFC-9509-F986C1BD14CA}"/>
                  </a:ext>
                </a:extLst>
              </p:cNvPr>
              <p:cNvSpPr/>
              <p:nvPr/>
            </p:nvSpPr>
            <p:spPr>
              <a:xfrm>
                <a:off x="327542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5" name="pg122">
                <a:extLst>
                  <a:ext uri="{FF2B5EF4-FFF2-40B4-BE49-F238E27FC236}">
                    <a16:creationId xmlns:a16="http://schemas.microsoft.com/office/drawing/2014/main" id="{E783580C-774E-8A26-E3EE-724AF24F91D8}"/>
                  </a:ext>
                </a:extLst>
              </p:cNvPr>
              <p:cNvSpPr/>
              <p:nvPr/>
            </p:nvSpPr>
            <p:spPr>
              <a:xfrm>
                <a:off x="335686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6" name="pg123">
                <a:extLst>
                  <a:ext uri="{FF2B5EF4-FFF2-40B4-BE49-F238E27FC236}">
                    <a16:creationId xmlns:a16="http://schemas.microsoft.com/office/drawing/2014/main" id="{C3E537A4-ACB4-4C40-811D-5DF2B5C842B8}"/>
                  </a:ext>
                </a:extLst>
              </p:cNvPr>
              <p:cNvSpPr/>
              <p:nvPr/>
            </p:nvSpPr>
            <p:spPr>
              <a:xfrm>
                <a:off x="343830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7" name="pg124">
                <a:extLst>
                  <a:ext uri="{FF2B5EF4-FFF2-40B4-BE49-F238E27FC236}">
                    <a16:creationId xmlns:a16="http://schemas.microsoft.com/office/drawing/2014/main" id="{EE905F84-A386-5AB1-A1E9-F5CD525BC4A0}"/>
                  </a:ext>
                </a:extLst>
              </p:cNvPr>
              <p:cNvSpPr/>
              <p:nvPr/>
            </p:nvSpPr>
            <p:spPr>
              <a:xfrm>
                <a:off x="3519738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8" name="pg125">
                <a:extLst>
                  <a:ext uri="{FF2B5EF4-FFF2-40B4-BE49-F238E27FC236}">
                    <a16:creationId xmlns:a16="http://schemas.microsoft.com/office/drawing/2014/main" id="{1F9DAE1E-996C-F236-F5DB-212E9570A5BE}"/>
                  </a:ext>
                </a:extLst>
              </p:cNvPr>
              <p:cNvSpPr/>
              <p:nvPr/>
            </p:nvSpPr>
            <p:spPr>
              <a:xfrm>
                <a:off x="3601176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59" name="pg126">
                <a:extLst>
                  <a:ext uri="{FF2B5EF4-FFF2-40B4-BE49-F238E27FC236}">
                    <a16:creationId xmlns:a16="http://schemas.microsoft.com/office/drawing/2014/main" id="{A5B1601A-3DEA-E899-9765-70A26AF496D0}"/>
                  </a:ext>
                </a:extLst>
              </p:cNvPr>
              <p:cNvSpPr/>
              <p:nvPr/>
            </p:nvSpPr>
            <p:spPr>
              <a:xfrm>
                <a:off x="3682613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0" name="pg127">
                <a:extLst>
                  <a:ext uri="{FF2B5EF4-FFF2-40B4-BE49-F238E27FC236}">
                    <a16:creationId xmlns:a16="http://schemas.microsoft.com/office/drawing/2014/main" id="{DDD8062F-D91E-18D1-18F7-822994E9A3E6}"/>
                  </a:ext>
                </a:extLst>
              </p:cNvPr>
              <p:cNvSpPr/>
              <p:nvPr/>
            </p:nvSpPr>
            <p:spPr>
              <a:xfrm>
                <a:off x="3764050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1" name="pg128">
                <a:extLst>
                  <a:ext uri="{FF2B5EF4-FFF2-40B4-BE49-F238E27FC236}">
                    <a16:creationId xmlns:a16="http://schemas.microsoft.com/office/drawing/2014/main" id="{65F9E6D1-D2C0-1947-9EFA-FE7A00326B7D}"/>
                  </a:ext>
                </a:extLst>
              </p:cNvPr>
              <p:cNvSpPr/>
              <p:nvPr/>
            </p:nvSpPr>
            <p:spPr>
              <a:xfrm>
                <a:off x="384548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2" name="pg129">
                <a:extLst>
                  <a:ext uri="{FF2B5EF4-FFF2-40B4-BE49-F238E27FC236}">
                    <a16:creationId xmlns:a16="http://schemas.microsoft.com/office/drawing/2014/main" id="{38FC215D-DF64-366B-2DF6-8BB8DEC4E471}"/>
                  </a:ext>
                </a:extLst>
              </p:cNvPr>
              <p:cNvSpPr/>
              <p:nvPr/>
            </p:nvSpPr>
            <p:spPr>
              <a:xfrm>
                <a:off x="392692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3" name="pg130">
                <a:extLst>
                  <a:ext uri="{FF2B5EF4-FFF2-40B4-BE49-F238E27FC236}">
                    <a16:creationId xmlns:a16="http://schemas.microsoft.com/office/drawing/2014/main" id="{6FC7D1F4-D731-AAE6-7B40-AB783A64B1EB}"/>
                  </a:ext>
                </a:extLst>
              </p:cNvPr>
              <p:cNvSpPr/>
              <p:nvPr/>
            </p:nvSpPr>
            <p:spPr>
              <a:xfrm>
                <a:off x="400836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4" name="pg131">
                <a:extLst>
                  <a:ext uri="{FF2B5EF4-FFF2-40B4-BE49-F238E27FC236}">
                    <a16:creationId xmlns:a16="http://schemas.microsoft.com/office/drawing/2014/main" id="{88EB0AB4-CB3A-6C4C-7AD7-3C5F077CB893}"/>
                  </a:ext>
                </a:extLst>
              </p:cNvPr>
              <p:cNvSpPr/>
              <p:nvPr/>
            </p:nvSpPr>
            <p:spPr>
              <a:xfrm>
                <a:off x="4089798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5" name="pg132">
                <a:extLst>
                  <a:ext uri="{FF2B5EF4-FFF2-40B4-BE49-F238E27FC236}">
                    <a16:creationId xmlns:a16="http://schemas.microsoft.com/office/drawing/2014/main" id="{4D7D1162-D996-6802-D85F-C75C053C8640}"/>
                  </a:ext>
                </a:extLst>
              </p:cNvPr>
              <p:cNvSpPr/>
              <p:nvPr/>
            </p:nvSpPr>
            <p:spPr>
              <a:xfrm>
                <a:off x="4171236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2A8">
                  <a:alpha val="100000"/>
                </a:srgbClr>
              </a:solidFill>
              <a:ln w="5420" cap="flat">
                <a:solidFill>
                  <a:srgbClr val="3692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6" name="pg133">
                <a:extLst>
                  <a:ext uri="{FF2B5EF4-FFF2-40B4-BE49-F238E27FC236}">
                    <a16:creationId xmlns:a16="http://schemas.microsoft.com/office/drawing/2014/main" id="{BD44C593-EA70-90F7-4C53-38BAF9C76AC9}"/>
                  </a:ext>
                </a:extLst>
              </p:cNvPr>
              <p:cNvSpPr/>
              <p:nvPr/>
            </p:nvSpPr>
            <p:spPr>
              <a:xfrm>
                <a:off x="4252673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7" name="pg134">
                <a:extLst>
                  <a:ext uri="{FF2B5EF4-FFF2-40B4-BE49-F238E27FC236}">
                    <a16:creationId xmlns:a16="http://schemas.microsoft.com/office/drawing/2014/main" id="{3F30186C-207C-BD2E-CDD7-C078D405FF10}"/>
                  </a:ext>
                </a:extLst>
              </p:cNvPr>
              <p:cNvSpPr/>
              <p:nvPr/>
            </p:nvSpPr>
            <p:spPr>
              <a:xfrm>
                <a:off x="4334110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8" name="pg135">
                <a:extLst>
                  <a:ext uri="{FF2B5EF4-FFF2-40B4-BE49-F238E27FC236}">
                    <a16:creationId xmlns:a16="http://schemas.microsoft.com/office/drawing/2014/main" id="{D56AB516-25A4-392C-4FF7-3B4E27C4A0D3}"/>
                  </a:ext>
                </a:extLst>
              </p:cNvPr>
              <p:cNvSpPr/>
              <p:nvPr/>
            </p:nvSpPr>
            <p:spPr>
              <a:xfrm>
                <a:off x="441554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69" name="pg136">
                <a:extLst>
                  <a:ext uri="{FF2B5EF4-FFF2-40B4-BE49-F238E27FC236}">
                    <a16:creationId xmlns:a16="http://schemas.microsoft.com/office/drawing/2014/main" id="{63B88ED6-04CF-8DDF-AD4B-7BE03118A021}"/>
                  </a:ext>
                </a:extLst>
              </p:cNvPr>
              <p:cNvSpPr/>
              <p:nvPr/>
            </p:nvSpPr>
            <p:spPr>
              <a:xfrm>
                <a:off x="449698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0" name="pg137">
                <a:extLst>
                  <a:ext uri="{FF2B5EF4-FFF2-40B4-BE49-F238E27FC236}">
                    <a16:creationId xmlns:a16="http://schemas.microsoft.com/office/drawing/2014/main" id="{26EDE372-B024-4C54-DED4-2E913BBEF79F}"/>
                  </a:ext>
                </a:extLst>
              </p:cNvPr>
              <p:cNvSpPr/>
              <p:nvPr/>
            </p:nvSpPr>
            <p:spPr>
              <a:xfrm>
                <a:off x="457842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1" name="pg138">
                <a:extLst>
                  <a:ext uri="{FF2B5EF4-FFF2-40B4-BE49-F238E27FC236}">
                    <a16:creationId xmlns:a16="http://schemas.microsoft.com/office/drawing/2014/main" id="{72A80949-BAC1-4755-3198-0DA72DBBCE2A}"/>
                  </a:ext>
                </a:extLst>
              </p:cNvPr>
              <p:cNvSpPr/>
              <p:nvPr/>
            </p:nvSpPr>
            <p:spPr>
              <a:xfrm>
                <a:off x="4659858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2" name="pg139">
                <a:extLst>
                  <a:ext uri="{FF2B5EF4-FFF2-40B4-BE49-F238E27FC236}">
                    <a16:creationId xmlns:a16="http://schemas.microsoft.com/office/drawing/2014/main" id="{5D225F3C-9824-A13C-7061-C4196CE61615}"/>
                  </a:ext>
                </a:extLst>
              </p:cNvPr>
              <p:cNvSpPr/>
              <p:nvPr/>
            </p:nvSpPr>
            <p:spPr>
              <a:xfrm>
                <a:off x="4741296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3" name="pg140">
                <a:extLst>
                  <a:ext uri="{FF2B5EF4-FFF2-40B4-BE49-F238E27FC236}">
                    <a16:creationId xmlns:a16="http://schemas.microsoft.com/office/drawing/2014/main" id="{12D071D2-DA1B-A14D-3143-9C4672C1DD39}"/>
                  </a:ext>
                </a:extLst>
              </p:cNvPr>
              <p:cNvSpPr/>
              <p:nvPr/>
            </p:nvSpPr>
            <p:spPr>
              <a:xfrm>
                <a:off x="4822733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4" name="pg141">
                <a:extLst>
                  <a:ext uri="{FF2B5EF4-FFF2-40B4-BE49-F238E27FC236}">
                    <a16:creationId xmlns:a16="http://schemas.microsoft.com/office/drawing/2014/main" id="{2F6F753C-37B8-4DAF-FCE3-FE1583F560C7}"/>
                  </a:ext>
                </a:extLst>
              </p:cNvPr>
              <p:cNvSpPr/>
              <p:nvPr/>
            </p:nvSpPr>
            <p:spPr>
              <a:xfrm>
                <a:off x="4904170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5" name="pg142">
                <a:extLst>
                  <a:ext uri="{FF2B5EF4-FFF2-40B4-BE49-F238E27FC236}">
                    <a16:creationId xmlns:a16="http://schemas.microsoft.com/office/drawing/2014/main" id="{40292A5B-5778-B3DD-DE74-27B449D87F62}"/>
                  </a:ext>
                </a:extLst>
              </p:cNvPr>
              <p:cNvSpPr/>
              <p:nvPr/>
            </p:nvSpPr>
            <p:spPr>
              <a:xfrm>
                <a:off x="4985607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6" name="pg143">
                <a:extLst>
                  <a:ext uri="{FF2B5EF4-FFF2-40B4-BE49-F238E27FC236}">
                    <a16:creationId xmlns:a16="http://schemas.microsoft.com/office/drawing/2014/main" id="{24ED0CEA-B890-5BBD-6A64-BF68573B1AEC}"/>
                  </a:ext>
                </a:extLst>
              </p:cNvPr>
              <p:cNvSpPr/>
              <p:nvPr/>
            </p:nvSpPr>
            <p:spPr>
              <a:xfrm>
                <a:off x="5067044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7" name="pg144">
                <a:extLst>
                  <a:ext uri="{FF2B5EF4-FFF2-40B4-BE49-F238E27FC236}">
                    <a16:creationId xmlns:a16="http://schemas.microsoft.com/office/drawing/2014/main" id="{30328C2F-4279-01FA-FE2E-38BFE9578ECB}"/>
                  </a:ext>
                </a:extLst>
              </p:cNvPr>
              <p:cNvSpPr/>
              <p:nvPr/>
            </p:nvSpPr>
            <p:spPr>
              <a:xfrm>
                <a:off x="5148481" y="237643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8" name="pg145">
                <a:extLst>
                  <a:ext uri="{FF2B5EF4-FFF2-40B4-BE49-F238E27FC236}">
                    <a16:creationId xmlns:a16="http://schemas.microsoft.com/office/drawing/2014/main" id="{53383A2C-00B2-8703-1F20-6902B5936577}"/>
                  </a:ext>
                </a:extLst>
              </p:cNvPr>
              <p:cNvSpPr/>
              <p:nvPr/>
            </p:nvSpPr>
            <p:spPr>
              <a:xfrm>
                <a:off x="327542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79" name="pg146">
                <a:extLst>
                  <a:ext uri="{FF2B5EF4-FFF2-40B4-BE49-F238E27FC236}">
                    <a16:creationId xmlns:a16="http://schemas.microsoft.com/office/drawing/2014/main" id="{6CA32352-A9D5-5408-0AF2-4D9E7EDC8C60}"/>
                  </a:ext>
                </a:extLst>
              </p:cNvPr>
              <p:cNvSpPr/>
              <p:nvPr/>
            </p:nvSpPr>
            <p:spPr>
              <a:xfrm>
                <a:off x="335686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0" name="pg147">
                <a:extLst>
                  <a:ext uri="{FF2B5EF4-FFF2-40B4-BE49-F238E27FC236}">
                    <a16:creationId xmlns:a16="http://schemas.microsoft.com/office/drawing/2014/main" id="{225427E0-29FB-EA8D-593E-0B80D9D68266}"/>
                  </a:ext>
                </a:extLst>
              </p:cNvPr>
              <p:cNvSpPr/>
              <p:nvPr/>
            </p:nvSpPr>
            <p:spPr>
              <a:xfrm>
                <a:off x="3438301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1" name="pg148">
                <a:extLst>
                  <a:ext uri="{FF2B5EF4-FFF2-40B4-BE49-F238E27FC236}">
                    <a16:creationId xmlns:a16="http://schemas.microsoft.com/office/drawing/2014/main" id="{83856C92-87C0-6E99-9CFD-AE3727D98B2E}"/>
                  </a:ext>
                </a:extLst>
              </p:cNvPr>
              <p:cNvSpPr/>
              <p:nvPr/>
            </p:nvSpPr>
            <p:spPr>
              <a:xfrm>
                <a:off x="3519738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2" name="pg149">
                <a:extLst>
                  <a:ext uri="{FF2B5EF4-FFF2-40B4-BE49-F238E27FC236}">
                    <a16:creationId xmlns:a16="http://schemas.microsoft.com/office/drawing/2014/main" id="{19717908-15FE-CD0C-5B96-531B897874DA}"/>
                  </a:ext>
                </a:extLst>
              </p:cNvPr>
              <p:cNvSpPr/>
              <p:nvPr/>
            </p:nvSpPr>
            <p:spPr>
              <a:xfrm>
                <a:off x="3601176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3" name="pg150">
                <a:extLst>
                  <a:ext uri="{FF2B5EF4-FFF2-40B4-BE49-F238E27FC236}">
                    <a16:creationId xmlns:a16="http://schemas.microsoft.com/office/drawing/2014/main" id="{84442F3F-F012-D277-2A65-79A71AD57381}"/>
                  </a:ext>
                </a:extLst>
              </p:cNvPr>
              <p:cNvSpPr/>
              <p:nvPr/>
            </p:nvSpPr>
            <p:spPr>
              <a:xfrm>
                <a:off x="3682613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4" name="pg151">
                <a:extLst>
                  <a:ext uri="{FF2B5EF4-FFF2-40B4-BE49-F238E27FC236}">
                    <a16:creationId xmlns:a16="http://schemas.microsoft.com/office/drawing/2014/main" id="{AB9AE4E5-8F04-72C4-1B21-CFA00503BAD1}"/>
                  </a:ext>
                </a:extLst>
              </p:cNvPr>
              <p:cNvSpPr/>
              <p:nvPr/>
            </p:nvSpPr>
            <p:spPr>
              <a:xfrm>
                <a:off x="3764050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5" name="pg152">
                <a:extLst>
                  <a:ext uri="{FF2B5EF4-FFF2-40B4-BE49-F238E27FC236}">
                    <a16:creationId xmlns:a16="http://schemas.microsoft.com/office/drawing/2014/main" id="{AE35B70F-672D-D2EF-A187-C1ECE4DCFF67}"/>
                  </a:ext>
                </a:extLst>
              </p:cNvPr>
              <p:cNvSpPr/>
              <p:nvPr/>
            </p:nvSpPr>
            <p:spPr>
              <a:xfrm>
                <a:off x="384548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6" name="pg153">
                <a:extLst>
                  <a:ext uri="{FF2B5EF4-FFF2-40B4-BE49-F238E27FC236}">
                    <a16:creationId xmlns:a16="http://schemas.microsoft.com/office/drawing/2014/main" id="{7988A83E-BD09-062E-70F9-873C0ECD3D14}"/>
                  </a:ext>
                </a:extLst>
              </p:cNvPr>
              <p:cNvSpPr/>
              <p:nvPr/>
            </p:nvSpPr>
            <p:spPr>
              <a:xfrm>
                <a:off x="392692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7" name="pg154">
                <a:extLst>
                  <a:ext uri="{FF2B5EF4-FFF2-40B4-BE49-F238E27FC236}">
                    <a16:creationId xmlns:a16="http://schemas.microsoft.com/office/drawing/2014/main" id="{BC875DE8-B481-7A44-C281-C97DA369466C}"/>
                  </a:ext>
                </a:extLst>
              </p:cNvPr>
              <p:cNvSpPr/>
              <p:nvPr/>
            </p:nvSpPr>
            <p:spPr>
              <a:xfrm>
                <a:off x="4008361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8" name="pg155">
                <a:extLst>
                  <a:ext uri="{FF2B5EF4-FFF2-40B4-BE49-F238E27FC236}">
                    <a16:creationId xmlns:a16="http://schemas.microsoft.com/office/drawing/2014/main" id="{A3DE8B1E-F7E2-1C70-2EA4-787050F50FFC}"/>
                  </a:ext>
                </a:extLst>
              </p:cNvPr>
              <p:cNvSpPr/>
              <p:nvPr/>
            </p:nvSpPr>
            <p:spPr>
              <a:xfrm>
                <a:off x="4089798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89" name="pg156">
                <a:extLst>
                  <a:ext uri="{FF2B5EF4-FFF2-40B4-BE49-F238E27FC236}">
                    <a16:creationId xmlns:a16="http://schemas.microsoft.com/office/drawing/2014/main" id="{593B8F7E-BD5F-19AD-3961-98EB44F28BF8}"/>
                  </a:ext>
                </a:extLst>
              </p:cNvPr>
              <p:cNvSpPr/>
              <p:nvPr/>
            </p:nvSpPr>
            <p:spPr>
              <a:xfrm>
                <a:off x="4171236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0" name="pg157">
                <a:extLst>
                  <a:ext uri="{FF2B5EF4-FFF2-40B4-BE49-F238E27FC236}">
                    <a16:creationId xmlns:a16="http://schemas.microsoft.com/office/drawing/2014/main" id="{75BB3B68-9EC8-A3E5-B18B-01966D8628A6}"/>
                  </a:ext>
                </a:extLst>
              </p:cNvPr>
              <p:cNvSpPr/>
              <p:nvPr/>
            </p:nvSpPr>
            <p:spPr>
              <a:xfrm>
                <a:off x="4252673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1" name="pg158">
                <a:extLst>
                  <a:ext uri="{FF2B5EF4-FFF2-40B4-BE49-F238E27FC236}">
                    <a16:creationId xmlns:a16="http://schemas.microsoft.com/office/drawing/2014/main" id="{BA6FBE72-03B2-6A8A-BDD1-A391C0AACF97}"/>
                  </a:ext>
                </a:extLst>
              </p:cNvPr>
              <p:cNvSpPr/>
              <p:nvPr/>
            </p:nvSpPr>
            <p:spPr>
              <a:xfrm>
                <a:off x="4334110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2" name="pg159">
                <a:extLst>
                  <a:ext uri="{FF2B5EF4-FFF2-40B4-BE49-F238E27FC236}">
                    <a16:creationId xmlns:a16="http://schemas.microsoft.com/office/drawing/2014/main" id="{E5528EB0-4649-2694-9F6F-C309E7FB21C6}"/>
                  </a:ext>
                </a:extLst>
              </p:cNvPr>
              <p:cNvSpPr/>
              <p:nvPr/>
            </p:nvSpPr>
            <p:spPr>
              <a:xfrm>
                <a:off x="441554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3" name="pg160">
                <a:extLst>
                  <a:ext uri="{FF2B5EF4-FFF2-40B4-BE49-F238E27FC236}">
                    <a16:creationId xmlns:a16="http://schemas.microsoft.com/office/drawing/2014/main" id="{F8F0E9FE-76F7-CE10-0887-7C46FED6B4B7}"/>
                  </a:ext>
                </a:extLst>
              </p:cNvPr>
              <p:cNvSpPr/>
              <p:nvPr/>
            </p:nvSpPr>
            <p:spPr>
              <a:xfrm>
                <a:off x="449698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2CEAD">
                  <a:alpha val="100000"/>
                </a:srgbClr>
              </a:solidFill>
              <a:ln w="5420" cap="flat">
                <a:solidFill>
                  <a:srgbClr val="62CE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4" name="pg161">
                <a:extLst>
                  <a:ext uri="{FF2B5EF4-FFF2-40B4-BE49-F238E27FC236}">
                    <a16:creationId xmlns:a16="http://schemas.microsoft.com/office/drawing/2014/main" id="{B418057E-B044-63A0-6BFC-C9A2CD912D48}"/>
                  </a:ext>
                </a:extLst>
              </p:cNvPr>
              <p:cNvSpPr/>
              <p:nvPr/>
            </p:nvSpPr>
            <p:spPr>
              <a:xfrm>
                <a:off x="4578421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4D3B3">
                  <a:alpha val="100000"/>
                </a:srgbClr>
              </a:solidFill>
              <a:ln w="5420" cap="flat">
                <a:solidFill>
                  <a:srgbClr val="74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5" name="pg162">
                <a:extLst>
                  <a:ext uri="{FF2B5EF4-FFF2-40B4-BE49-F238E27FC236}">
                    <a16:creationId xmlns:a16="http://schemas.microsoft.com/office/drawing/2014/main" id="{51618A09-E97F-B0D1-9D45-BA0DF548DEED}"/>
                  </a:ext>
                </a:extLst>
              </p:cNvPr>
              <p:cNvSpPr/>
              <p:nvPr/>
            </p:nvSpPr>
            <p:spPr>
              <a:xfrm>
                <a:off x="4659858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8D4B5">
                  <a:alpha val="100000"/>
                </a:srgbClr>
              </a:solidFill>
              <a:ln w="5420" cap="flat">
                <a:solidFill>
                  <a:srgbClr val="78D4B5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6" name="pg163">
                <a:extLst>
                  <a:ext uri="{FF2B5EF4-FFF2-40B4-BE49-F238E27FC236}">
                    <a16:creationId xmlns:a16="http://schemas.microsoft.com/office/drawing/2014/main" id="{174EE68F-CFF6-1B06-7ACF-D8017399843C}"/>
                  </a:ext>
                </a:extLst>
              </p:cNvPr>
              <p:cNvSpPr/>
              <p:nvPr/>
            </p:nvSpPr>
            <p:spPr>
              <a:xfrm>
                <a:off x="4741296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7" name="pg164">
                <a:extLst>
                  <a:ext uri="{FF2B5EF4-FFF2-40B4-BE49-F238E27FC236}">
                    <a16:creationId xmlns:a16="http://schemas.microsoft.com/office/drawing/2014/main" id="{71F733B7-D2CC-48AF-5036-2997BB2E7932}"/>
                  </a:ext>
                </a:extLst>
              </p:cNvPr>
              <p:cNvSpPr/>
              <p:nvPr/>
            </p:nvSpPr>
            <p:spPr>
              <a:xfrm>
                <a:off x="4822733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8" name="pg165">
                <a:extLst>
                  <a:ext uri="{FF2B5EF4-FFF2-40B4-BE49-F238E27FC236}">
                    <a16:creationId xmlns:a16="http://schemas.microsoft.com/office/drawing/2014/main" id="{3E184D57-A23B-5C06-EE33-6A289B8214C1}"/>
                  </a:ext>
                </a:extLst>
              </p:cNvPr>
              <p:cNvSpPr/>
              <p:nvPr/>
            </p:nvSpPr>
            <p:spPr>
              <a:xfrm>
                <a:off x="4904170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199" name="pg166">
                <a:extLst>
                  <a:ext uri="{FF2B5EF4-FFF2-40B4-BE49-F238E27FC236}">
                    <a16:creationId xmlns:a16="http://schemas.microsoft.com/office/drawing/2014/main" id="{4BF476DE-19A5-D213-7CA1-10A77644F6EE}"/>
                  </a:ext>
                </a:extLst>
              </p:cNvPr>
              <p:cNvSpPr/>
              <p:nvPr/>
            </p:nvSpPr>
            <p:spPr>
              <a:xfrm>
                <a:off x="4985607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0" name="pg167">
                <a:extLst>
                  <a:ext uri="{FF2B5EF4-FFF2-40B4-BE49-F238E27FC236}">
                    <a16:creationId xmlns:a16="http://schemas.microsoft.com/office/drawing/2014/main" id="{F9191AC4-A4EB-8C41-846E-678CF9F238F7}"/>
                  </a:ext>
                </a:extLst>
              </p:cNvPr>
              <p:cNvSpPr/>
              <p:nvPr/>
            </p:nvSpPr>
            <p:spPr>
              <a:xfrm>
                <a:off x="5067044" y="247975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1" name="pg168">
                <a:extLst>
                  <a:ext uri="{FF2B5EF4-FFF2-40B4-BE49-F238E27FC236}">
                    <a16:creationId xmlns:a16="http://schemas.microsoft.com/office/drawing/2014/main" id="{B779129C-D885-71F4-8F14-69C50081FCCA}"/>
                  </a:ext>
                </a:extLst>
              </p:cNvPr>
              <p:cNvSpPr/>
              <p:nvPr/>
            </p:nvSpPr>
            <p:spPr>
              <a:xfrm>
                <a:off x="303111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2" name="pg169">
                <a:extLst>
                  <a:ext uri="{FF2B5EF4-FFF2-40B4-BE49-F238E27FC236}">
                    <a16:creationId xmlns:a16="http://schemas.microsoft.com/office/drawing/2014/main" id="{70F639D1-A3A1-521C-D6CE-4CB0E1AD7961}"/>
                  </a:ext>
                </a:extLst>
              </p:cNvPr>
              <p:cNvSpPr/>
              <p:nvPr/>
            </p:nvSpPr>
            <p:spPr>
              <a:xfrm>
                <a:off x="311255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9FAA">
                  <a:alpha val="100000"/>
                </a:srgbClr>
              </a:solidFill>
              <a:ln w="5420" cap="flat">
                <a:solidFill>
                  <a:srgbClr val="3D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3" name="pg170">
                <a:extLst>
                  <a:ext uri="{FF2B5EF4-FFF2-40B4-BE49-F238E27FC236}">
                    <a16:creationId xmlns:a16="http://schemas.microsoft.com/office/drawing/2014/main" id="{D60A1309-1A0C-8E6A-1052-6F35CF0BE8E3}"/>
                  </a:ext>
                </a:extLst>
              </p:cNvPr>
              <p:cNvSpPr/>
              <p:nvPr/>
            </p:nvSpPr>
            <p:spPr>
              <a:xfrm>
                <a:off x="327542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4" name="pg171">
                <a:extLst>
                  <a:ext uri="{FF2B5EF4-FFF2-40B4-BE49-F238E27FC236}">
                    <a16:creationId xmlns:a16="http://schemas.microsoft.com/office/drawing/2014/main" id="{26CF28FD-2F01-61EB-0A2D-15588DE21443}"/>
                  </a:ext>
                </a:extLst>
              </p:cNvPr>
              <p:cNvSpPr/>
              <p:nvPr/>
            </p:nvSpPr>
            <p:spPr>
              <a:xfrm>
                <a:off x="3356864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5" name="pg172">
                <a:extLst>
                  <a:ext uri="{FF2B5EF4-FFF2-40B4-BE49-F238E27FC236}">
                    <a16:creationId xmlns:a16="http://schemas.microsoft.com/office/drawing/2014/main" id="{5FCA947A-4A0F-BC2A-26BE-0FC8B9AF9DD7}"/>
                  </a:ext>
                </a:extLst>
              </p:cNvPr>
              <p:cNvSpPr/>
              <p:nvPr/>
            </p:nvSpPr>
            <p:spPr>
              <a:xfrm>
                <a:off x="3438301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6" name="pg173">
                <a:extLst>
                  <a:ext uri="{FF2B5EF4-FFF2-40B4-BE49-F238E27FC236}">
                    <a16:creationId xmlns:a16="http://schemas.microsoft.com/office/drawing/2014/main" id="{0AB760EA-812B-67FC-D313-6B9A3177AF1F}"/>
                  </a:ext>
                </a:extLst>
              </p:cNvPr>
              <p:cNvSpPr/>
              <p:nvPr/>
            </p:nvSpPr>
            <p:spPr>
              <a:xfrm>
                <a:off x="3519738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7" name="pg174">
                <a:extLst>
                  <a:ext uri="{FF2B5EF4-FFF2-40B4-BE49-F238E27FC236}">
                    <a16:creationId xmlns:a16="http://schemas.microsoft.com/office/drawing/2014/main" id="{D6B70E5A-F8F4-A53D-9F56-21C2C148A70B}"/>
                  </a:ext>
                </a:extLst>
              </p:cNvPr>
              <p:cNvSpPr/>
              <p:nvPr/>
            </p:nvSpPr>
            <p:spPr>
              <a:xfrm>
                <a:off x="360117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8" name="pg175">
                <a:extLst>
                  <a:ext uri="{FF2B5EF4-FFF2-40B4-BE49-F238E27FC236}">
                    <a16:creationId xmlns:a16="http://schemas.microsoft.com/office/drawing/2014/main" id="{8627ECD7-E414-D4A2-2031-42B665265319}"/>
                  </a:ext>
                </a:extLst>
              </p:cNvPr>
              <p:cNvSpPr/>
              <p:nvPr/>
            </p:nvSpPr>
            <p:spPr>
              <a:xfrm>
                <a:off x="368261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09" name="pg176">
                <a:extLst>
                  <a:ext uri="{FF2B5EF4-FFF2-40B4-BE49-F238E27FC236}">
                    <a16:creationId xmlns:a16="http://schemas.microsoft.com/office/drawing/2014/main" id="{2A61C41D-335F-B580-0E77-B3E613029AA8}"/>
                  </a:ext>
                </a:extLst>
              </p:cNvPr>
              <p:cNvSpPr/>
              <p:nvPr/>
            </p:nvSpPr>
            <p:spPr>
              <a:xfrm>
                <a:off x="3764050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0" name="pg177">
                <a:extLst>
                  <a:ext uri="{FF2B5EF4-FFF2-40B4-BE49-F238E27FC236}">
                    <a16:creationId xmlns:a16="http://schemas.microsoft.com/office/drawing/2014/main" id="{CAFF3214-1E36-C2DB-E0FC-DC511BEA2981}"/>
                  </a:ext>
                </a:extLst>
              </p:cNvPr>
              <p:cNvSpPr/>
              <p:nvPr/>
            </p:nvSpPr>
            <p:spPr>
              <a:xfrm>
                <a:off x="384548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1AA">
                  <a:alpha val="100000"/>
                </a:srgbClr>
              </a:solidFill>
              <a:ln w="5420" cap="flat">
                <a:solidFill>
                  <a:srgbClr val="3F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1" name="pg178">
                <a:extLst>
                  <a:ext uri="{FF2B5EF4-FFF2-40B4-BE49-F238E27FC236}">
                    <a16:creationId xmlns:a16="http://schemas.microsoft.com/office/drawing/2014/main" id="{6688CCCF-F2C7-9042-5797-690E27AA984C}"/>
                  </a:ext>
                </a:extLst>
              </p:cNvPr>
              <p:cNvSpPr/>
              <p:nvPr/>
            </p:nvSpPr>
            <p:spPr>
              <a:xfrm>
                <a:off x="4089798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2" name="pg179">
                <a:extLst>
                  <a:ext uri="{FF2B5EF4-FFF2-40B4-BE49-F238E27FC236}">
                    <a16:creationId xmlns:a16="http://schemas.microsoft.com/office/drawing/2014/main" id="{BEC63D69-F7EE-5506-FF9F-0C179E6EAB84}"/>
                  </a:ext>
                </a:extLst>
              </p:cNvPr>
              <p:cNvSpPr/>
              <p:nvPr/>
            </p:nvSpPr>
            <p:spPr>
              <a:xfrm>
                <a:off x="417123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3" name="pg180">
                <a:extLst>
                  <a:ext uri="{FF2B5EF4-FFF2-40B4-BE49-F238E27FC236}">
                    <a16:creationId xmlns:a16="http://schemas.microsoft.com/office/drawing/2014/main" id="{8471DF8D-A218-6073-0F9C-1133624AC646}"/>
                  </a:ext>
                </a:extLst>
              </p:cNvPr>
              <p:cNvSpPr/>
              <p:nvPr/>
            </p:nvSpPr>
            <p:spPr>
              <a:xfrm>
                <a:off x="425267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4" name="pg181">
                <a:extLst>
                  <a:ext uri="{FF2B5EF4-FFF2-40B4-BE49-F238E27FC236}">
                    <a16:creationId xmlns:a16="http://schemas.microsoft.com/office/drawing/2014/main" id="{CD870D0A-611A-11CD-36DF-AE847EF26487}"/>
                  </a:ext>
                </a:extLst>
              </p:cNvPr>
              <p:cNvSpPr/>
              <p:nvPr/>
            </p:nvSpPr>
            <p:spPr>
              <a:xfrm>
                <a:off x="4334110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5" name="pg182">
                <a:extLst>
                  <a:ext uri="{FF2B5EF4-FFF2-40B4-BE49-F238E27FC236}">
                    <a16:creationId xmlns:a16="http://schemas.microsoft.com/office/drawing/2014/main" id="{D5E094EB-98DD-6E9A-9B63-0796B825ED0B}"/>
                  </a:ext>
                </a:extLst>
              </p:cNvPr>
              <p:cNvSpPr/>
              <p:nvPr/>
            </p:nvSpPr>
            <p:spPr>
              <a:xfrm>
                <a:off x="441554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6" name="pg183">
                <a:extLst>
                  <a:ext uri="{FF2B5EF4-FFF2-40B4-BE49-F238E27FC236}">
                    <a16:creationId xmlns:a16="http://schemas.microsoft.com/office/drawing/2014/main" id="{427DA3B4-AAD7-73B3-E499-7053BA3B9797}"/>
                  </a:ext>
                </a:extLst>
              </p:cNvPr>
              <p:cNvSpPr/>
              <p:nvPr/>
            </p:nvSpPr>
            <p:spPr>
              <a:xfrm>
                <a:off x="4496984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7" name="pg184">
                <a:extLst>
                  <a:ext uri="{FF2B5EF4-FFF2-40B4-BE49-F238E27FC236}">
                    <a16:creationId xmlns:a16="http://schemas.microsoft.com/office/drawing/2014/main" id="{84E7BF27-F7F7-68D6-78D6-2EE44A4B5526}"/>
                  </a:ext>
                </a:extLst>
              </p:cNvPr>
              <p:cNvSpPr/>
              <p:nvPr/>
            </p:nvSpPr>
            <p:spPr>
              <a:xfrm>
                <a:off x="4578421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2D8B9">
                  <a:alpha val="100000"/>
                </a:srgbClr>
              </a:solidFill>
              <a:ln w="5420" cap="flat">
                <a:solidFill>
                  <a:srgbClr val="82D8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8" name="pg185">
                <a:extLst>
                  <a:ext uri="{FF2B5EF4-FFF2-40B4-BE49-F238E27FC236}">
                    <a16:creationId xmlns:a16="http://schemas.microsoft.com/office/drawing/2014/main" id="{051C04EE-D738-10A9-4D5B-EA69E07DF4DD}"/>
                  </a:ext>
                </a:extLst>
              </p:cNvPr>
              <p:cNvSpPr/>
              <p:nvPr/>
            </p:nvSpPr>
            <p:spPr>
              <a:xfrm>
                <a:off x="4659858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4D8BA">
                  <a:alpha val="100000"/>
                </a:srgbClr>
              </a:solidFill>
              <a:ln w="5420" cap="flat">
                <a:solidFill>
                  <a:srgbClr val="84D8B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19" name="pg186">
                <a:extLst>
                  <a:ext uri="{FF2B5EF4-FFF2-40B4-BE49-F238E27FC236}">
                    <a16:creationId xmlns:a16="http://schemas.microsoft.com/office/drawing/2014/main" id="{022CD726-F999-F51D-DA0E-ABCBC589195F}"/>
                  </a:ext>
                </a:extLst>
              </p:cNvPr>
              <p:cNvSpPr/>
              <p:nvPr/>
            </p:nvSpPr>
            <p:spPr>
              <a:xfrm>
                <a:off x="4741296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DD6B7">
                  <a:alpha val="100000"/>
                </a:srgbClr>
              </a:solidFill>
              <a:ln w="5420" cap="flat">
                <a:solidFill>
                  <a:srgbClr val="7D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0" name="pg187">
                <a:extLst>
                  <a:ext uri="{FF2B5EF4-FFF2-40B4-BE49-F238E27FC236}">
                    <a16:creationId xmlns:a16="http://schemas.microsoft.com/office/drawing/2014/main" id="{7F7D33F0-1D50-D0F8-6BA2-737C712098D2}"/>
                  </a:ext>
                </a:extLst>
              </p:cNvPr>
              <p:cNvSpPr/>
              <p:nvPr/>
            </p:nvSpPr>
            <p:spPr>
              <a:xfrm>
                <a:off x="4822733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1" name="pg188">
                <a:extLst>
                  <a:ext uri="{FF2B5EF4-FFF2-40B4-BE49-F238E27FC236}">
                    <a16:creationId xmlns:a16="http://schemas.microsoft.com/office/drawing/2014/main" id="{F0186A68-4A4F-02DF-23C7-01B66029558B}"/>
                  </a:ext>
                </a:extLst>
              </p:cNvPr>
              <p:cNvSpPr/>
              <p:nvPr/>
            </p:nvSpPr>
            <p:spPr>
              <a:xfrm>
                <a:off x="4904170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2" name="pg189">
                <a:extLst>
                  <a:ext uri="{FF2B5EF4-FFF2-40B4-BE49-F238E27FC236}">
                    <a16:creationId xmlns:a16="http://schemas.microsoft.com/office/drawing/2014/main" id="{6A32272D-8E72-AA53-C04E-6C6E0AB84AAA}"/>
                  </a:ext>
                </a:extLst>
              </p:cNvPr>
              <p:cNvSpPr/>
              <p:nvPr/>
            </p:nvSpPr>
            <p:spPr>
              <a:xfrm>
                <a:off x="4985607" y="258306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3" name="pg190">
                <a:extLst>
                  <a:ext uri="{FF2B5EF4-FFF2-40B4-BE49-F238E27FC236}">
                    <a16:creationId xmlns:a16="http://schemas.microsoft.com/office/drawing/2014/main" id="{950E04E1-0292-6F9B-C783-775956F586E7}"/>
                  </a:ext>
                </a:extLst>
              </p:cNvPr>
              <p:cNvSpPr/>
              <p:nvPr/>
            </p:nvSpPr>
            <p:spPr>
              <a:xfrm>
                <a:off x="2949678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4" name="pg191">
                <a:extLst>
                  <a:ext uri="{FF2B5EF4-FFF2-40B4-BE49-F238E27FC236}">
                    <a16:creationId xmlns:a16="http://schemas.microsoft.com/office/drawing/2014/main" id="{B4FC40A8-DC8F-65FA-A618-2AD457077DBE}"/>
                  </a:ext>
                </a:extLst>
              </p:cNvPr>
              <p:cNvSpPr/>
              <p:nvPr/>
            </p:nvSpPr>
            <p:spPr>
              <a:xfrm>
                <a:off x="303111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5" name="pg192">
                <a:extLst>
                  <a:ext uri="{FF2B5EF4-FFF2-40B4-BE49-F238E27FC236}">
                    <a16:creationId xmlns:a16="http://schemas.microsoft.com/office/drawing/2014/main" id="{C546E2E4-9981-4696-F1E9-55D69DC46A5A}"/>
                  </a:ext>
                </a:extLst>
              </p:cNvPr>
              <p:cNvSpPr/>
              <p:nvPr/>
            </p:nvSpPr>
            <p:spPr>
              <a:xfrm>
                <a:off x="311255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EAA">
                  <a:alpha val="100000"/>
                </a:srgbClr>
              </a:solidFill>
              <a:ln w="5420" cap="flat">
                <a:solidFill>
                  <a:srgbClr val="3C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6" name="pg193">
                <a:extLst>
                  <a:ext uri="{FF2B5EF4-FFF2-40B4-BE49-F238E27FC236}">
                    <a16:creationId xmlns:a16="http://schemas.microsoft.com/office/drawing/2014/main" id="{A8F2B707-A7B4-801F-56A6-44A515ED7619}"/>
                  </a:ext>
                </a:extLst>
              </p:cNvPr>
              <p:cNvSpPr/>
              <p:nvPr/>
            </p:nvSpPr>
            <p:spPr>
              <a:xfrm>
                <a:off x="319399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7" name="pg194">
                <a:extLst>
                  <a:ext uri="{FF2B5EF4-FFF2-40B4-BE49-F238E27FC236}">
                    <a16:creationId xmlns:a16="http://schemas.microsoft.com/office/drawing/2014/main" id="{9C120DC2-DD70-B092-61B1-CD533D120DAC}"/>
                  </a:ext>
                </a:extLst>
              </p:cNvPr>
              <p:cNvSpPr/>
              <p:nvPr/>
            </p:nvSpPr>
            <p:spPr>
              <a:xfrm>
                <a:off x="3275427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8" name="pg195">
                <a:extLst>
                  <a:ext uri="{FF2B5EF4-FFF2-40B4-BE49-F238E27FC236}">
                    <a16:creationId xmlns:a16="http://schemas.microsoft.com/office/drawing/2014/main" id="{47837577-816D-030E-12C3-D9AEF4CAA98E}"/>
                  </a:ext>
                </a:extLst>
              </p:cNvPr>
              <p:cNvSpPr/>
              <p:nvPr/>
            </p:nvSpPr>
            <p:spPr>
              <a:xfrm>
                <a:off x="3356864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0AA">
                  <a:alpha val="100000"/>
                </a:srgbClr>
              </a:solidFill>
              <a:ln w="5420" cap="flat">
                <a:solidFill>
                  <a:srgbClr val="3E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29" name="pg196">
                <a:extLst>
                  <a:ext uri="{FF2B5EF4-FFF2-40B4-BE49-F238E27FC236}">
                    <a16:creationId xmlns:a16="http://schemas.microsoft.com/office/drawing/2014/main" id="{CEE9A1CE-4C40-65C9-DAE1-B2BD66E2A890}"/>
                  </a:ext>
                </a:extLst>
              </p:cNvPr>
              <p:cNvSpPr/>
              <p:nvPr/>
            </p:nvSpPr>
            <p:spPr>
              <a:xfrm>
                <a:off x="3438301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0" name="pg197">
                <a:extLst>
                  <a:ext uri="{FF2B5EF4-FFF2-40B4-BE49-F238E27FC236}">
                    <a16:creationId xmlns:a16="http://schemas.microsoft.com/office/drawing/2014/main" id="{5C9B4B56-F3CA-D81A-E645-C5E044869776}"/>
                  </a:ext>
                </a:extLst>
              </p:cNvPr>
              <p:cNvSpPr/>
              <p:nvPr/>
            </p:nvSpPr>
            <p:spPr>
              <a:xfrm>
                <a:off x="3519738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1" name="pg198">
                <a:extLst>
                  <a:ext uri="{FF2B5EF4-FFF2-40B4-BE49-F238E27FC236}">
                    <a16:creationId xmlns:a16="http://schemas.microsoft.com/office/drawing/2014/main" id="{8C8767FC-7A1B-7D27-1FB4-4DD54CFAE45D}"/>
                  </a:ext>
                </a:extLst>
              </p:cNvPr>
              <p:cNvSpPr/>
              <p:nvPr/>
            </p:nvSpPr>
            <p:spPr>
              <a:xfrm>
                <a:off x="360117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2" name="pg199">
                <a:extLst>
                  <a:ext uri="{FF2B5EF4-FFF2-40B4-BE49-F238E27FC236}">
                    <a16:creationId xmlns:a16="http://schemas.microsoft.com/office/drawing/2014/main" id="{7E060D19-1F3A-D295-71A0-E8CD3989028B}"/>
                  </a:ext>
                </a:extLst>
              </p:cNvPr>
              <p:cNvSpPr/>
              <p:nvPr/>
            </p:nvSpPr>
            <p:spPr>
              <a:xfrm>
                <a:off x="368261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3" name="pg200">
                <a:extLst>
                  <a:ext uri="{FF2B5EF4-FFF2-40B4-BE49-F238E27FC236}">
                    <a16:creationId xmlns:a16="http://schemas.microsoft.com/office/drawing/2014/main" id="{15A11FCD-43B3-849A-97DF-2508F82BCBB1}"/>
                  </a:ext>
                </a:extLst>
              </p:cNvPr>
              <p:cNvSpPr/>
              <p:nvPr/>
            </p:nvSpPr>
            <p:spPr>
              <a:xfrm>
                <a:off x="376405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4" name="pg201">
                <a:extLst>
                  <a:ext uri="{FF2B5EF4-FFF2-40B4-BE49-F238E27FC236}">
                    <a16:creationId xmlns:a16="http://schemas.microsoft.com/office/drawing/2014/main" id="{32B2D1F7-0656-094F-9842-411633AB5229}"/>
                  </a:ext>
                </a:extLst>
              </p:cNvPr>
              <p:cNvSpPr/>
              <p:nvPr/>
            </p:nvSpPr>
            <p:spPr>
              <a:xfrm>
                <a:off x="3845487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5" name="pg202">
                <a:extLst>
                  <a:ext uri="{FF2B5EF4-FFF2-40B4-BE49-F238E27FC236}">
                    <a16:creationId xmlns:a16="http://schemas.microsoft.com/office/drawing/2014/main" id="{2CCB8D58-281D-EAAA-D575-021B74049A3E}"/>
                  </a:ext>
                </a:extLst>
              </p:cNvPr>
              <p:cNvSpPr/>
              <p:nvPr/>
            </p:nvSpPr>
            <p:spPr>
              <a:xfrm>
                <a:off x="417123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6" name="pg203">
                <a:extLst>
                  <a:ext uri="{FF2B5EF4-FFF2-40B4-BE49-F238E27FC236}">
                    <a16:creationId xmlns:a16="http://schemas.microsoft.com/office/drawing/2014/main" id="{9FEA32F4-DC61-AB9F-7D4D-BC9A731A29AF}"/>
                  </a:ext>
                </a:extLst>
              </p:cNvPr>
              <p:cNvSpPr/>
              <p:nvPr/>
            </p:nvSpPr>
            <p:spPr>
              <a:xfrm>
                <a:off x="425267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7" name="pg204">
                <a:extLst>
                  <a:ext uri="{FF2B5EF4-FFF2-40B4-BE49-F238E27FC236}">
                    <a16:creationId xmlns:a16="http://schemas.microsoft.com/office/drawing/2014/main" id="{124A2F33-F418-BFB5-246F-79F6193EC6CA}"/>
                  </a:ext>
                </a:extLst>
              </p:cNvPr>
              <p:cNvSpPr/>
              <p:nvPr/>
            </p:nvSpPr>
            <p:spPr>
              <a:xfrm>
                <a:off x="433411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8" name="pg205">
                <a:extLst>
                  <a:ext uri="{FF2B5EF4-FFF2-40B4-BE49-F238E27FC236}">
                    <a16:creationId xmlns:a16="http://schemas.microsoft.com/office/drawing/2014/main" id="{D1DF0225-B2CB-0A56-3A8F-DB0908F7568F}"/>
                  </a:ext>
                </a:extLst>
              </p:cNvPr>
              <p:cNvSpPr/>
              <p:nvPr/>
            </p:nvSpPr>
            <p:spPr>
              <a:xfrm>
                <a:off x="4415547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39" name="pg206">
                <a:extLst>
                  <a:ext uri="{FF2B5EF4-FFF2-40B4-BE49-F238E27FC236}">
                    <a16:creationId xmlns:a16="http://schemas.microsoft.com/office/drawing/2014/main" id="{955B213B-4192-EEC0-4C56-D6662A75A0CB}"/>
                  </a:ext>
                </a:extLst>
              </p:cNvPr>
              <p:cNvSpPr/>
              <p:nvPr/>
            </p:nvSpPr>
            <p:spPr>
              <a:xfrm>
                <a:off x="4496984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0" name="pg207">
                <a:extLst>
                  <a:ext uri="{FF2B5EF4-FFF2-40B4-BE49-F238E27FC236}">
                    <a16:creationId xmlns:a16="http://schemas.microsoft.com/office/drawing/2014/main" id="{9EFD7921-B1FA-9EF6-963A-4C6504CCF66A}"/>
                  </a:ext>
                </a:extLst>
              </p:cNvPr>
              <p:cNvSpPr/>
              <p:nvPr/>
            </p:nvSpPr>
            <p:spPr>
              <a:xfrm>
                <a:off x="4578421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0D7B8">
                  <a:alpha val="100000"/>
                </a:srgbClr>
              </a:solidFill>
              <a:ln w="5420" cap="flat">
                <a:solidFill>
                  <a:srgbClr val="80D7B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1" name="pg208">
                <a:extLst>
                  <a:ext uri="{FF2B5EF4-FFF2-40B4-BE49-F238E27FC236}">
                    <a16:creationId xmlns:a16="http://schemas.microsoft.com/office/drawing/2014/main" id="{C0CBD9A8-3EB5-44E2-5843-D7FA6A21FB57}"/>
                  </a:ext>
                </a:extLst>
              </p:cNvPr>
              <p:cNvSpPr/>
              <p:nvPr/>
            </p:nvSpPr>
            <p:spPr>
              <a:xfrm>
                <a:off x="4659858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81D7B9">
                  <a:alpha val="100000"/>
                </a:srgbClr>
              </a:solidFill>
              <a:ln w="5420" cap="flat">
                <a:solidFill>
                  <a:srgbClr val="81D7B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2" name="pg209">
                <a:extLst>
                  <a:ext uri="{FF2B5EF4-FFF2-40B4-BE49-F238E27FC236}">
                    <a16:creationId xmlns:a16="http://schemas.microsoft.com/office/drawing/2014/main" id="{B8A8915E-EB3C-ACF9-0791-75E113286C11}"/>
                  </a:ext>
                </a:extLst>
              </p:cNvPr>
              <p:cNvSpPr/>
              <p:nvPr/>
            </p:nvSpPr>
            <p:spPr>
              <a:xfrm>
                <a:off x="4741296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CD6B7">
                  <a:alpha val="100000"/>
                </a:srgbClr>
              </a:solidFill>
              <a:ln w="5420" cap="flat">
                <a:solidFill>
                  <a:srgbClr val="7CD6B7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3" name="pg210">
                <a:extLst>
                  <a:ext uri="{FF2B5EF4-FFF2-40B4-BE49-F238E27FC236}">
                    <a16:creationId xmlns:a16="http://schemas.microsoft.com/office/drawing/2014/main" id="{A57F7F66-BCB4-3718-9673-DA168920ECAA}"/>
                  </a:ext>
                </a:extLst>
              </p:cNvPr>
              <p:cNvSpPr/>
              <p:nvPr/>
            </p:nvSpPr>
            <p:spPr>
              <a:xfrm>
                <a:off x="4822733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2D3B3">
                  <a:alpha val="100000"/>
                </a:srgbClr>
              </a:solidFill>
              <a:ln w="5420" cap="flat">
                <a:solidFill>
                  <a:srgbClr val="72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4" name="pg211">
                <a:extLst>
                  <a:ext uri="{FF2B5EF4-FFF2-40B4-BE49-F238E27FC236}">
                    <a16:creationId xmlns:a16="http://schemas.microsoft.com/office/drawing/2014/main" id="{F207B449-34A3-261D-36D7-F3794FD5AF8B}"/>
                  </a:ext>
                </a:extLst>
              </p:cNvPr>
              <p:cNvSpPr/>
              <p:nvPr/>
            </p:nvSpPr>
            <p:spPr>
              <a:xfrm>
                <a:off x="4904170" y="268638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6D0AE">
                  <a:alpha val="100000"/>
                </a:srgbClr>
              </a:solidFill>
              <a:ln w="5420" cap="flat">
                <a:solidFill>
                  <a:srgbClr val="66D0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5" name="pg212">
                <a:extLst>
                  <a:ext uri="{FF2B5EF4-FFF2-40B4-BE49-F238E27FC236}">
                    <a16:creationId xmlns:a16="http://schemas.microsoft.com/office/drawing/2014/main" id="{D53C6DB3-3A30-2173-DE2E-75286BCD8E2C}"/>
                  </a:ext>
                </a:extLst>
              </p:cNvPr>
              <p:cNvSpPr/>
              <p:nvPr/>
            </p:nvSpPr>
            <p:spPr>
              <a:xfrm>
                <a:off x="2868241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6" name="pg213">
                <a:extLst>
                  <a:ext uri="{FF2B5EF4-FFF2-40B4-BE49-F238E27FC236}">
                    <a16:creationId xmlns:a16="http://schemas.microsoft.com/office/drawing/2014/main" id="{5FB27144-8194-6428-F16A-A7C804CF7F5E}"/>
                  </a:ext>
                </a:extLst>
              </p:cNvPr>
              <p:cNvSpPr/>
              <p:nvPr/>
            </p:nvSpPr>
            <p:spPr>
              <a:xfrm>
                <a:off x="2949678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7" name="pg214">
                <a:extLst>
                  <a:ext uri="{FF2B5EF4-FFF2-40B4-BE49-F238E27FC236}">
                    <a16:creationId xmlns:a16="http://schemas.microsoft.com/office/drawing/2014/main" id="{CA321CDB-15C0-5A20-B081-1A162E6E922E}"/>
                  </a:ext>
                </a:extLst>
              </p:cNvPr>
              <p:cNvSpPr/>
              <p:nvPr/>
            </p:nvSpPr>
            <p:spPr>
              <a:xfrm>
                <a:off x="303111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8" name="pg215">
                <a:extLst>
                  <a:ext uri="{FF2B5EF4-FFF2-40B4-BE49-F238E27FC236}">
                    <a16:creationId xmlns:a16="http://schemas.microsoft.com/office/drawing/2014/main" id="{2DD60DF8-DF5E-F0B6-7EE6-77CD50DB546A}"/>
                  </a:ext>
                </a:extLst>
              </p:cNvPr>
              <p:cNvSpPr/>
              <p:nvPr/>
            </p:nvSpPr>
            <p:spPr>
              <a:xfrm>
                <a:off x="311255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49" name="pg216">
                <a:extLst>
                  <a:ext uri="{FF2B5EF4-FFF2-40B4-BE49-F238E27FC236}">
                    <a16:creationId xmlns:a16="http://schemas.microsoft.com/office/drawing/2014/main" id="{17CE9BE8-A4BC-3FB0-60BB-DA6CCDAF6C15}"/>
                  </a:ext>
                </a:extLst>
              </p:cNvPr>
              <p:cNvSpPr/>
              <p:nvPr/>
            </p:nvSpPr>
            <p:spPr>
              <a:xfrm>
                <a:off x="3193990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0" name="pg217">
                <a:extLst>
                  <a:ext uri="{FF2B5EF4-FFF2-40B4-BE49-F238E27FC236}">
                    <a16:creationId xmlns:a16="http://schemas.microsoft.com/office/drawing/2014/main" id="{2BACC2BC-F422-71A1-34CC-B3B37C9EA8F5}"/>
                  </a:ext>
                </a:extLst>
              </p:cNvPr>
              <p:cNvSpPr/>
              <p:nvPr/>
            </p:nvSpPr>
            <p:spPr>
              <a:xfrm>
                <a:off x="3275427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1" name="pg218">
                <a:extLst>
                  <a:ext uri="{FF2B5EF4-FFF2-40B4-BE49-F238E27FC236}">
                    <a16:creationId xmlns:a16="http://schemas.microsoft.com/office/drawing/2014/main" id="{278FD9E9-93CA-136E-AFAB-F4C26859AF6E}"/>
                  </a:ext>
                </a:extLst>
              </p:cNvPr>
              <p:cNvSpPr/>
              <p:nvPr/>
            </p:nvSpPr>
            <p:spPr>
              <a:xfrm>
                <a:off x="3356864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2" name="pg219">
                <a:extLst>
                  <a:ext uri="{FF2B5EF4-FFF2-40B4-BE49-F238E27FC236}">
                    <a16:creationId xmlns:a16="http://schemas.microsoft.com/office/drawing/2014/main" id="{636CE9FD-99B3-72F5-3E22-995B38028D99}"/>
                  </a:ext>
                </a:extLst>
              </p:cNvPr>
              <p:cNvSpPr/>
              <p:nvPr/>
            </p:nvSpPr>
            <p:spPr>
              <a:xfrm>
                <a:off x="3438301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3" name="pg220">
                <a:extLst>
                  <a:ext uri="{FF2B5EF4-FFF2-40B4-BE49-F238E27FC236}">
                    <a16:creationId xmlns:a16="http://schemas.microsoft.com/office/drawing/2014/main" id="{A7088A69-2C59-9A17-CDD6-34C3D7657BA3}"/>
                  </a:ext>
                </a:extLst>
              </p:cNvPr>
              <p:cNvSpPr/>
              <p:nvPr/>
            </p:nvSpPr>
            <p:spPr>
              <a:xfrm>
                <a:off x="3519738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4" name="pg221">
                <a:extLst>
                  <a:ext uri="{FF2B5EF4-FFF2-40B4-BE49-F238E27FC236}">
                    <a16:creationId xmlns:a16="http://schemas.microsoft.com/office/drawing/2014/main" id="{C9B77D57-03FE-49FE-02B1-0D7637C010E7}"/>
                  </a:ext>
                </a:extLst>
              </p:cNvPr>
              <p:cNvSpPr/>
              <p:nvPr/>
            </p:nvSpPr>
            <p:spPr>
              <a:xfrm>
                <a:off x="360117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5" name="pg222">
                <a:extLst>
                  <a:ext uri="{FF2B5EF4-FFF2-40B4-BE49-F238E27FC236}">
                    <a16:creationId xmlns:a16="http://schemas.microsoft.com/office/drawing/2014/main" id="{910B78C7-CB3A-00B2-B856-97AB012FAD9E}"/>
                  </a:ext>
                </a:extLst>
              </p:cNvPr>
              <p:cNvSpPr/>
              <p:nvPr/>
            </p:nvSpPr>
            <p:spPr>
              <a:xfrm>
                <a:off x="368261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6" name="pg223">
                <a:extLst>
                  <a:ext uri="{FF2B5EF4-FFF2-40B4-BE49-F238E27FC236}">
                    <a16:creationId xmlns:a16="http://schemas.microsoft.com/office/drawing/2014/main" id="{471B87D6-D886-A00F-A567-5B43BD6C7688}"/>
                  </a:ext>
                </a:extLst>
              </p:cNvPr>
              <p:cNvSpPr/>
              <p:nvPr/>
            </p:nvSpPr>
            <p:spPr>
              <a:xfrm>
                <a:off x="3764050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7" name="pg224">
                <a:extLst>
                  <a:ext uri="{FF2B5EF4-FFF2-40B4-BE49-F238E27FC236}">
                    <a16:creationId xmlns:a16="http://schemas.microsoft.com/office/drawing/2014/main" id="{8BA5001E-2F7C-6115-B684-4E906F29DC13}"/>
                  </a:ext>
                </a:extLst>
              </p:cNvPr>
              <p:cNvSpPr/>
              <p:nvPr/>
            </p:nvSpPr>
            <p:spPr>
              <a:xfrm>
                <a:off x="3845487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8" name="pg225">
                <a:extLst>
                  <a:ext uri="{FF2B5EF4-FFF2-40B4-BE49-F238E27FC236}">
                    <a16:creationId xmlns:a16="http://schemas.microsoft.com/office/drawing/2014/main" id="{36A5BF62-C1E0-5942-27BD-4E01F4F72AC6}"/>
                  </a:ext>
                </a:extLst>
              </p:cNvPr>
              <p:cNvSpPr/>
              <p:nvPr/>
            </p:nvSpPr>
            <p:spPr>
              <a:xfrm>
                <a:off x="417123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59" name="pg226">
                <a:extLst>
                  <a:ext uri="{FF2B5EF4-FFF2-40B4-BE49-F238E27FC236}">
                    <a16:creationId xmlns:a16="http://schemas.microsoft.com/office/drawing/2014/main" id="{D1F9E4FE-B6D9-014C-9AA8-6115807B4BE4}"/>
                  </a:ext>
                </a:extLst>
              </p:cNvPr>
              <p:cNvSpPr/>
              <p:nvPr/>
            </p:nvSpPr>
            <p:spPr>
              <a:xfrm>
                <a:off x="425267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0" name="pg227">
                <a:extLst>
                  <a:ext uri="{FF2B5EF4-FFF2-40B4-BE49-F238E27FC236}">
                    <a16:creationId xmlns:a16="http://schemas.microsoft.com/office/drawing/2014/main" id="{1F76A386-EB83-825D-5FD0-0B3689F6A946}"/>
                  </a:ext>
                </a:extLst>
              </p:cNvPr>
              <p:cNvSpPr/>
              <p:nvPr/>
            </p:nvSpPr>
            <p:spPr>
              <a:xfrm>
                <a:off x="4334110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1" name="pg228">
                <a:extLst>
                  <a:ext uri="{FF2B5EF4-FFF2-40B4-BE49-F238E27FC236}">
                    <a16:creationId xmlns:a16="http://schemas.microsoft.com/office/drawing/2014/main" id="{15F9CAB4-AC57-3931-01BD-C45EF25FB8BC}"/>
                  </a:ext>
                </a:extLst>
              </p:cNvPr>
              <p:cNvSpPr/>
              <p:nvPr/>
            </p:nvSpPr>
            <p:spPr>
              <a:xfrm>
                <a:off x="4415547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CAC">
                  <a:alpha val="100000"/>
                </a:srgbClr>
              </a:solidFill>
              <a:ln w="5420" cap="flat">
                <a:solidFill>
                  <a:srgbClr val="5E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2" name="pg229">
                <a:extLst>
                  <a:ext uri="{FF2B5EF4-FFF2-40B4-BE49-F238E27FC236}">
                    <a16:creationId xmlns:a16="http://schemas.microsoft.com/office/drawing/2014/main" id="{08BFF1F7-583F-9BA9-5E31-2C2FF20CD2D9}"/>
                  </a:ext>
                </a:extLst>
              </p:cNvPr>
              <p:cNvSpPr/>
              <p:nvPr/>
            </p:nvSpPr>
            <p:spPr>
              <a:xfrm>
                <a:off x="4496984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3" name="pg230">
                <a:extLst>
                  <a:ext uri="{FF2B5EF4-FFF2-40B4-BE49-F238E27FC236}">
                    <a16:creationId xmlns:a16="http://schemas.microsoft.com/office/drawing/2014/main" id="{56C6A552-C085-B7CD-A99F-14B5CE0F748A}"/>
                  </a:ext>
                </a:extLst>
              </p:cNvPr>
              <p:cNvSpPr/>
              <p:nvPr/>
            </p:nvSpPr>
            <p:spPr>
              <a:xfrm>
                <a:off x="4578421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3D3B3">
                  <a:alpha val="100000"/>
                </a:srgbClr>
              </a:solidFill>
              <a:ln w="5420" cap="flat">
                <a:solidFill>
                  <a:srgbClr val="73D3B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4" name="pg231">
                <a:extLst>
                  <a:ext uri="{FF2B5EF4-FFF2-40B4-BE49-F238E27FC236}">
                    <a16:creationId xmlns:a16="http://schemas.microsoft.com/office/drawing/2014/main" id="{F56AA935-E230-5AFF-37BC-AF5608791895}"/>
                  </a:ext>
                </a:extLst>
              </p:cNvPr>
              <p:cNvSpPr/>
              <p:nvPr/>
            </p:nvSpPr>
            <p:spPr>
              <a:xfrm>
                <a:off x="4659858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5D4B4">
                  <a:alpha val="100000"/>
                </a:srgbClr>
              </a:solidFill>
              <a:ln w="5420" cap="flat">
                <a:solidFill>
                  <a:srgbClr val="75D4B4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5" name="pg232">
                <a:extLst>
                  <a:ext uri="{FF2B5EF4-FFF2-40B4-BE49-F238E27FC236}">
                    <a16:creationId xmlns:a16="http://schemas.microsoft.com/office/drawing/2014/main" id="{B13D00E2-0804-8493-7A76-CFE7AE5E44FD}"/>
                  </a:ext>
                </a:extLst>
              </p:cNvPr>
              <p:cNvSpPr/>
              <p:nvPr/>
            </p:nvSpPr>
            <p:spPr>
              <a:xfrm>
                <a:off x="4741296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71D3B2">
                  <a:alpha val="100000"/>
                </a:srgbClr>
              </a:solidFill>
              <a:ln w="5420" cap="flat">
                <a:solidFill>
                  <a:srgbClr val="71D3B2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6" name="pg233">
                <a:extLst>
                  <a:ext uri="{FF2B5EF4-FFF2-40B4-BE49-F238E27FC236}">
                    <a16:creationId xmlns:a16="http://schemas.microsoft.com/office/drawing/2014/main" id="{05F6E8A5-DBE1-E1D8-8A24-BDBF2A5D0D4A}"/>
                  </a:ext>
                </a:extLst>
              </p:cNvPr>
              <p:cNvSpPr/>
              <p:nvPr/>
            </p:nvSpPr>
            <p:spPr>
              <a:xfrm>
                <a:off x="4822733" y="278970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AD1B0">
                  <a:alpha val="100000"/>
                </a:srgbClr>
              </a:solidFill>
              <a:ln w="5420" cap="flat">
                <a:solidFill>
                  <a:srgbClr val="6AD1B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7" name="pg234">
                <a:extLst>
                  <a:ext uri="{FF2B5EF4-FFF2-40B4-BE49-F238E27FC236}">
                    <a16:creationId xmlns:a16="http://schemas.microsoft.com/office/drawing/2014/main" id="{FC59731A-3E46-1404-DD43-FE3473F78505}"/>
                  </a:ext>
                </a:extLst>
              </p:cNvPr>
              <p:cNvSpPr/>
              <p:nvPr/>
            </p:nvSpPr>
            <p:spPr>
              <a:xfrm>
                <a:off x="278680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8" name="pg235">
                <a:extLst>
                  <a:ext uri="{FF2B5EF4-FFF2-40B4-BE49-F238E27FC236}">
                    <a16:creationId xmlns:a16="http://schemas.microsoft.com/office/drawing/2014/main" id="{9271CDD4-D743-32FB-D725-A2332533873F}"/>
                  </a:ext>
                </a:extLst>
              </p:cNvPr>
              <p:cNvSpPr/>
              <p:nvPr/>
            </p:nvSpPr>
            <p:spPr>
              <a:xfrm>
                <a:off x="2868241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69" name="pg236">
                <a:extLst>
                  <a:ext uri="{FF2B5EF4-FFF2-40B4-BE49-F238E27FC236}">
                    <a16:creationId xmlns:a16="http://schemas.microsoft.com/office/drawing/2014/main" id="{76C269CD-80EC-5D6E-C647-625A4F9E13DB}"/>
                  </a:ext>
                </a:extLst>
              </p:cNvPr>
              <p:cNvSpPr/>
              <p:nvPr/>
            </p:nvSpPr>
            <p:spPr>
              <a:xfrm>
                <a:off x="2949678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0" name="pg237">
                <a:extLst>
                  <a:ext uri="{FF2B5EF4-FFF2-40B4-BE49-F238E27FC236}">
                    <a16:creationId xmlns:a16="http://schemas.microsoft.com/office/drawing/2014/main" id="{7B09982E-CDCB-7EF8-DBF4-E14324F9B9E0}"/>
                  </a:ext>
                </a:extLst>
              </p:cNvPr>
              <p:cNvSpPr/>
              <p:nvPr/>
            </p:nvSpPr>
            <p:spPr>
              <a:xfrm>
                <a:off x="3031116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1" name="pg238">
                <a:extLst>
                  <a:ext uri="{FF2B5EF4-FFF2-40B4-BE49-F238E27FC236}">
                    <a16:creationId xmlns:a16="http://schemas.microsoft.com/office/drawing/2014/main" id="{1A43C5D3-24A4-F346-24C8-A92309CD15EA}"/>
                  </a:ext>
                </a:extLst>
              </p:cNvPr>
              <p:cNvSpPr/>
              <p:nvPr/>
            </p:nvSpPr>
            <p:spPr>
              <a:xfrm>
                <a:off x="3112553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2" name="pg239">
                <a:extLst>
                  <a:ext uri="{FF2B5EF4-FFF2-40B4-BE49-F238E27FC236}">
                    <a16:creationId xmlns:a16="http://schemas.microsoft.com/office/drawing/2014/main" id="{161D5747-6171-C4EB-18B0-160446A3CB32}"/>
                  </a:ext>
                </a:extLst>
              </p:cNvPr>
              <p:cNvSpPr/>
              <p:nvPr/>
            </p:nvSpPr>
            <p:spPr>
              <a:xfrm>
                <a:off x="3193990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3" name="pg240">
                <a:extLst>
                  <a:ext uri="{FF2B5EF4-FFF2-40B4-BE49-F238E27FC236}">
                    <a16:creationId xmlns:a16="http://schemas.microsoft.com/office/drawing/2014/main" id="{0DF85EA7-143C-CC6B-641A-47C8210A16BA}"/>
                  </a:ext>
                </a:extLst>
              </p:cNvPr>
              <p:cNvSpPr/>
              <p:nvPr/>
            </p:nvSpPr>
            <p:spPr>
              <a:xfrm>
                <a:off x="3275427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4" name="pg241">
                <a:extLst>
                  <a:ext uri="{FF2B5EF4-FFF2-40B4-BE49-F238E27FC236}">
                    <a16:creationId xmlns:a16="http://schemas.microsoft.com/office/drawing/2014/main" id="{C769CBAE-68DB-07AC-A7D4-44D84DBB8735}"/>
                  </a:ext>
                </a:extLst>
              </p:cNvPr>
              <p:cNvSpPr/>
              <p:nvPr/>
            </p:nvSpPr>
            <p:spPr>
              <a:xfrm>
                <a:off x="335686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5" name="pg242">
                <a:extLst>
                  <a:ext uri="{FF2B5EF4-FFF2-40B4-BE49-F238E27FC236}">
                    <a16:creationId xmlns:a16="http://schemas.microsoft.com/office/drawing/2014/main" id="{9130F43C-494E-E33C-1A89-ACA191395930}"/>
                  </a:ext>
                </a:extLst>
              </p:cNvPr>
              <p:cNvSpPr/>
              <p:nvPr/>
            </p:nvSpPr>
            <p:spPr>
              <a:xfrm>
                <a:off x="3438301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DA0AA">
                  <a:alpha val="100000"/>
                </a:srgbClr>
              </a:solidFill>
              <a:ln w="5420" cap="flat">
                <a:solidFill>
                  <a:srgbClr val="3DA0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6" name="pg243">
                <a:extLst>
                  <a:ext uri="{FF2B5EF4-FFF2-40B4-BE49-F238E27FC236}">
                    <a16:creationId xmlns:a16="http://schemas.microsoft.com/office/drawing/2014/main" id="{6E77AC71-AEB2-EAE1-4F6A-14A00C75F7A3}"/>
                  </a:ext>
                </a:extLst>
              </p:cNvPr>
              <p:cNvSpPr/>
              <p:nvPr/>
            </p:nvSpPr>
            <p:spPr>
              <a:xfrm>
                <a:off x="3519738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7" name="pg244">
                <a:extLst>
                  <a:ext uri="{FF2B5EF4-FFF2-40B4-BE49-F238E27FC236}">
                    <a16:creationId xmlns:a16="http://schemas.microsoft.com/office/drawing/2014/main" id="{754AC2AA-CFD1-9D9C-D393-409E190AD94E}"/>
                  </a:ext>
                </a:extLst>
              </p:cNvPr>
              <p:cNvSpPr/>
              <p:nvPr/>
            </p:nvSpPr>
            <p:spPr>
              <a:xfrm>
                <a:off x="3601176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8" name="pg245">
                <a:extLst>
                  <a:ext uri="{FF2B5EF4-FFF2-40B4-BE49-F238E27FC236}">
                    <a16:creationId xmlns:a16="http://schemas.microsoft.com/office/drawing/2014/main" id="{773FD893-06EF-07FF-B4F5-AF1F7443474F}"/>
                  </a:ext>
                </a:extLst>
              </p:cNvPr>
              <p:cNvSpPr/>
              <p:nvPr/>
            </p:nvSpPr>
            <p:spPr>
              <a:xfrm>
                <a:off x="3682613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79" name="pg246">
                <a:extLst>
                  <a:ext uri="{FF2B5EF4-FFF2-40B4-BE49-F238E27FC236}">
                    <a16:creationId xmlns:a16="http://schemas.microsoft.com/office/drawing/2014/main" id="{9E5E5D8B-036D-6FAB-10D8-A740B5886E6E}"/>
                  </a:ext>
                </a:extLst>
              </p:cNvPr>
              <p:cNvSpPr/>
              <p:nvPr/>
            </p:nvSpPr>
            <p:spPr>
              <a:xfrm>
                <a:off x="3764050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0" name="pg247">
                <a:extLst>
                  <a:ext uri="{FF2B5EF4-FFF2-40B4-BE49-F238E27FC236}">
                    <a16:creationId xmlns:a16="http://schemas.microsoft.com/office/drawing/2014/main" id="{6F28414A-1010-D923-4A3B-DC896B955E90}"/>
                  </a:ext>
                </a:extLst>
              </p:cNvPr>
              <p:cNvSpPr/>
              <p:nvPr/>
            </p:nvSpPr>
            <p:spPr>
              <a:xfrm>
                <a:off x="3845487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1" name="pg248">
                <a:extLst>
                  <a:ext uri="{FF2B5EF4-FFF2-40B4-BE49-F238E27FC236}">
                    <a16:creationId xmlns:a16="http://schemas.microsoft.com/office/drawing/2014/main" id="{C76825B8-EF06-A73B-B7EA-FB9172559CEA}"/>
                  </a:ext>
                </a:extLst>
              </p:cNvPr>
              <p:cNvSpPr/>
              <p:nvPr/>
            </p:nvSpPr>
            <p:spPr>
              <a:xfrm>
                <a:off x="392692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2" name="pg249">
                <a:extLst>
                  <a:ext uri="{FF2B5EF4-FFF2-40B4-BE49-F238E27FC236}">
                    <a16:creationId xmlns:a16="http://schemas.microsoft.com/office/drawing/2014/main" id="{6B59EA93-54E3-1D73-0393-AAB17937EBA1}"/>
                  </a:ext>
                </a:extLst>
              </p:cNvPr>
              <p:cNvSpPr/>
              <p:nvPr/>
            </p:nvSpPr>
            <p:spPr>
              <a:xfrm>
                <a:off x="4252673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3" name="pg250">
                <a:extLst>
                  <a:ext uri="{FF2B5EF4-FFF2-40B4-BE49-F238E27FC236}">
                    <a16:creationId xmlns:a16="http://schemas.microsoft.com/office/drawing/2014/main" id="{2A2E18EA-F66A-7866-1A70-D9B0A7B3A8F3}"/>
                  </a:ext>
                </a:extLst>
              </p:cNvPr>
              <p:cNvSpPr/>
              <p:nvPr/>
            </p:nvSpPr>
            <p:spPr>
              <a:xfrm>
                <a:off x="4334110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4" name="pg251">
                <a:extLst>
                  <a:ext uri="{FF2B5EF4-FFF2-40B4-BE49-F238E27FC236}">
                    <a16:creationId xmlns:a16="http://schemas.microsoft.com/office/drawing/2014/main" id="{B98DA142-E83E-8759-5841-A9CF8E4D6C21}"/>
                  </a:ext>
                </a:extLst>
              </p:cNvPr>
              <p:cNvSpPr/>
              <p:nvPr/>
            </p:nvSpPr>
            <p:spPr>
              <a:xfrm>
                <a:off x="4415547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5" name="pg252">
                <a:extLst>
                  <a:ext uri="{FF2B5EF4-FFF2-40B4-BE49-F238E27FC236}">
                    <a16:creationId xmlns:a16="http://schemas.microsoft.com/office/drawing/2014/main" id="{E9E59F63-5660-199A-F939-DA5AB2A30C46}"/>
                  </a:ext>
                </a:extLst>
              </p:cNvPr>
              <p:cNvSpPr/>
              <p:nvPr/>
            </p:nvSpPr>
            <p:spPr>
              <a:xfrm>
                <a:off x="4496984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6" name="pg253">
                <a:extLst>
                  <a:ext uri="{FF2B5EF4-FFF2-40B4-BE49-F238E27FC236}">
                    <a16:creationId xmlns:a16="http://schemas.microsoft.com/office/drawing/2014/main" id="{A3D4A076-D6C9-4AA8-3B77-239D14FB24BD}"/>
                  </a:ext>
                </a:extLst>
              </p:cNvPr>
              <p:cNvSpPr/>
              <p:nvPr/>
            </p:nvSpPr>
            <p:spPr>
              <a:xfrm>
                <a:off x="4578421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2CFAD">
                  <a:alpha val="100000"/>
                </a:srgbClr>
              </a:solidFill>
              <a:ln w="5420" cap="flat">
                <a:solidFill>
                  <a:srgbClr val="62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7" name="pg254">
                <a:extLst>
                  <a:ext uri="{FF2B5EF4-FFF2-40B4-BE49-F238E27FC236}">
                    <a16:creationId xmlns:a16="http://schemas.microsoft.com/office/drawing/2014/main" id="{B1E8976A-87CC-F411-8783-7DA54F34F593}"/>
                  </a:ext>
                </a:extLst>
              </p:cNvPr>
              <p:cNvSpPr/>
              <p:nvPr/>
            </p:nvSpPr>
            <p:spPr>
              <a:xfrm>
                <a:off x="4659858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5CFAE">
                  <a:alpha val="100000"/>
                </a:srgbClr>
              </a:solidFill>
              <a:ln w="5420" cap="flat">
                <a:solidFill>
                  <a:srgbClr val="65CFAE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8" name="pg255">
                <a:extLst>
                  <a:ext uri="{FF2B5EF4-FFF2-40B4-BE49-F238E27FC236}">
                    <a16:creationId xmlns:a16="http://schemas.microsoft.com/office/drawing/2014/main" id="{3201A305-7849-9285-3FEB-5D1C017C3AA8}"/>
                  </a:ext>
                </a:extLst>
              </p:cNvPr>
              <p:cNvSpPr/>
              <p:nvPr/>
            </p:nvSpPr>
            <p:spPr>
              <a:xfrm>
                <a:off x="4741296" y="289301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3CFAD">
                  <a:alpha val="100000"/>
                </a:srgbClr>
              </a:solidFill>
              <a:ln w="5420" cap="flat">
                <a:solidFill>
                  <a:srgbClr val="63CFAD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89" name="pg256">
                <a:extLst>
                  <a:ext uri="{FF2B5EF4-FFF2-40B4-BE49-F238E27FC236}">
                    <a16:creationId xmlns:a16="http://schemas.microsoft.com/office/drawing/2014/main" id="{8AFEE264-5370-EB74-7795-B2D57F47813E}"/>
                  </a:ext>
                </a:extLst>
              </p:cNvPr>
              <p:cNvSpPr/>
              <p:nvPr/>
            </p:nvSpPr>
            <p:spPr>
              <a:xfrm>
                <a:off x="278680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0" name="pg257">
                <a:extLst>
                  <a:ext uri="{FF2B5EF4-FFF2-40B4-BE49-F238E27FC236}">
                    <a16:creationId xmlns:a16="http://schemas.microsoft.com/office/drawing/2014/main" id="{20214C21-3FEB-06BF-A88C-CF0D99F2CF9C}"/>
                  </a:ext>
                </a:extLst>
              </p:cNvPr>
              <p:cNvSpPr/>
              <p:nvPr/>
            </p:nvSpPr>
            <p:spPr>
              <a:xfrm>
                <a:off x="2868241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1" name="pg258">
                <a:extLst>
                  <a:ext uri="{FF2B5EF4-FFF2-40B4-BE49-F238E27FC236}">
                    <a16:creationId xmlns:a16="http://schemas.microsoft.com/office/drawing/2014/main" id="{C796A92F-571B-BB76-4B0C-B14FF86BE1F6}"/>
                  </a:ext>
                </a:extLst>
              </p:cNvPr>
              <p:cNvSpPr/>
              <p:nvPr/>
            </p:nvSpPr>
            <p:spPr>
              <a:xfrm>
                <a:off x="2949678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2" name="pg259">
                <a:extLst>
                  <a:ext uri="{FF2B5EF4-FFF2-40B4-BE49-F238E27FC236}">
                    <a16:creationId xmlns:a16="http://schemas.microsoft.com/office/drawing/2014/main" id="{977ADE3D-2092-23E7-72F4-62A8BE298419}"/>
                  </a:ext>
                </a:extLst>
              </p:cNvPr>
              <p:cNvSpPr/>
              <p:nvPr/>
            </p:nvSpPr>
            <p:spPr>
              <a:xfrm>
                <a:off x="3031116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3" name="pg260">
                <a:extLst>
                  <a:ext uri="{FF2B5EF4-FFF2-40B4-BE49-F238E27FC236}">
                    <a16:creationId xmlns:a16="http://schemas.microsoft.com/office/drawing/2014/main" id="{63BEC271-D070-FD49-0D34-BEE5B6C82500}"/>
                  </a:ext>
                </a:extLst>
              </p:cNvPr>
              <p:cNvSpPr/>
              <p:nvPr/>
            </p:nvSpPr>
            <p:spPr>
              <a:xfrm>
                <a:off x="3112553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4" name="pg261">
                <a:extLst>
                  <a:ext uri="{FF2B5EF4-FFF2-40B4-BE49-F238E27FC236}">
                    <a16:creationId xmlns:a16="http://schemas.microsoft.com/office/drawing/2014/main" id="{D2D2104A-CF4C-928F-7B5F-E59C895B39A6}"/>
                  </a:ext>
                </a:extLst>
              </p:cNvPr>
              <p:cNvSpPr/>
              <p:nvPr/>
            </p:nvSpPr>
            <p:spPr>
              <a:xfrm>
                <a:off x="3193990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5" name="pg262">
                <a:extLst>
                  <a:ext uri="{FF2B5EF4-FFF2-40B4-BE49-F238E27FC236}">
                    <a16:creationId xmlns:a16="http://schemas.microsoft.com/office/drawing/2014/main" id="{723C13FE-8203-3157-608A-898CE17043F6}"/>
                  </a:ext>
                </a:extLst>
              </p:cNvPr>
              <p:cNvSpPr/>
              <p:nvPr/>
            </p:nvSpPr>
            <p:spPr>
              <a:xfrm>
                <a:off x="3275427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6" name="pg263">
                <a:extLst>
                  <a:ext uri="{FF2B5EF4-FFF2-40B4-BE49-F238E27FC236}">
                    <a16:creationId xmlns:a16="http://schemas.microsoft.com/office/drawing/2014/main" id="{7D60095A-9E67-9E4E-7A0F-55C6E673C507}"/>
                  </a:ext>
                </a:extLst>
              </p:cNvPr>
              <p:cNvSpPr/>
              <p:nvPr/>
            </p:nvSpPr>
            <p:spPr>
              <a:xfrm>
                <a:off x="335686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7" name="pg264">
                <a:extLst>
                  <a:ext uri="{FF2B5EF4-FFF2-40B4-BE49-F238E27FC236}">
                    <a16:creationId xmlns:a16="http://schemas.microsoft.com/office/drawing/2014/main" id="{C496436B-2CB4-BE87-3B6E-A8DCDD2C255D}"/>
                  </a:ext>
                </a:extLst>
              </p:cNvPr>
              <p:cNvSpPr/>
              <p:nvPr/>
            </p:nvSpPr>
            <p:spPr>
              <a:xfrm>
                <a:off x="3438301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8" name="pg265">
                <a:extLst>
                  <a:ext uri="{FF2B5EF4-FFF2-40B4-BE49-F238E27FC236}">
                    <a16:creationId xmlns:a16="http://schemas.microsoft.com/office/drawing/2014/main" id="{22A34E6D-C850-A2B6-31D5-AAA6EE60898E}"/>
                  </a:ext>
                </a:extLst>
              </p:cNvPr>
              <p:cNvSpPr/>
              <p:nvPr/>
            </p:nvSpPr>
            <p:spPr>
              <a:xfrm>
                <a:off x="3519738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299" name="pg266">
                <a:extLst>
                  <a:ext uri="{FF2B5EF4-FFF2-40B4-BE49-F238E27FC236}">
                    <a16:creationId xmlns:a16="http://schemas.microsoft.com/office/drawing/2014/main" id="{5F25DF7F-BB07-C8B5-35DA-4C859DD320FA}"/>
                  </a:ext>
                </a:extLst>
              </p:cNvPr>
              <p:cNvSpPr/>
              <p:nvPr/>
            </p:nvSpPr>
            <p:spPr>
              <a:xfrm>
                <a:off x="3601176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0" name="pg267">
                <a:extLst>
                  <a:ext uri="{FF2B5EF4-FFF2-40B4-BE49-F238E27FC236}">
                    <a16:creationId xmlns:a16="http://schemas.microsoft.com/office/drawing/2014/main" id="{34D44614-E484-C51C-C8A8-61049CF57A26}"/>
                  </a:ext>
                </a:extLst>
              </p:cNvPr>
              <p:cNvSpPr/>
              <p:nvPr/>
            </p:nvSpPr>
            <p:spPr>
              <a:xfrm>
                <a:off x="3682613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1" name="pg268">
                <a:extLst>
                  <a:ext uri="{FF2B5EF4-FFF2-40B4-BE49-F238E27FC236}">
                    <a16:creationId xmlns:a16="http://schemas.microsoft.com/office/drawing/2014/main" id="{7D13445A-0812-96FB-700E-C4C847A94CA6}"/>
                  </a:ext>
                </a:extLst>
              </p:cNvPr>
              <p:cNvSpPr/>
              <p:nvPr/>
            </p:nvSpPr>
            <p:spPr>
              <a:xfrm>
                <a:off x="3764050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2" name="pg269">
                <a:extLst>
                  <a:ext uri="{FF2B5EF4-FFF2-40B4-BE49-F238E27FC236}">
                    <a16:creationId xmlns:a16="http://schemas.microsoft.com/office/drawing/2014/main" id="{FF69AF9F-D7CE-F5A4-EEAA-1015E30B677F}"/>
                  </a:ext>
                </a:extLst>
              </p:cNvPr>
              <p:cNvSpPr/>
              <p:nvPr/>
            </p:nvSpPr>
            <p:spPr>
              <a:xfrm>
                <a:off x="3845487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3" name="pg270">
                <a:extLst>
                  <a:ext uri="{FF2B5EF4-FFF2-40B4-BE49-F238E27FC236}">
                    <a16:creationId xmlns:a16="http://schemas.microsoft.com/office/drawing/2014/main" id="{7AF27504-B8A5-A82A-8232-273F0E540F88}"/>
                  </a:ext>
                </a:extLst>
              </p:cNvPr>
              <p:cNvSpPr/>
              <p:nvPr/>
            </p:nvSpPr>
            <p:spPr>
              <a:xfrm>
                <a:off x="392692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4" name="pg271">
                <a:extLst>
                  <a:ext uri="{FF2B5EF4-FFF2-40B4-BE49-F238E27FC236}">
                    <a16:creationId xmlns:a16="http://schemas.microsoft.com/office/drawing/2014/main" id="{5AB0D8DA-8374-1088-7D30-D1BC2D9C1203}"/>
                  </a:ext>
                </a:extLst>
              </p:cNvPr>
              <p:cNvSpPr/>
              <p:nvPr/>
            </p:nvSpPr>
            <p:spPr>
              <a:xfrm>
                <a:off x="4252673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5" name="pg272">
                <a:extLst>
                  <a:ext uri="{FF2B5EF4-FFF2-40B4-BE49-F238E27FC236}">
                    <a16:creationId xmlns:a16="http://schemas.microsoft.com/office/drawing/2014/main" id="{87C998A2-223C-8869-D9DD-0F89B96C0627}"/>
                  </a:ext>
                </a:extLst>
              </p:cNvPr>
              <p:cNvSpPr/>
              <p:nvPr/>
            </p:nvSpPr>
            <p:spPr>
              <a:xfrm>
                <a:off x="4334110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6" name="pg273">
                <a:extLst>
                  <a:ext uri="{FF2B5EF4-FFF2-40B4-BE49-F238E27FC236}">
                    <a16:creationId xmlns:a16="http://schemas.microsoft.com/office/drawing/2014/main" id="{3DCC8008-BFE1-83A9-A0F4-54387E3FB26A}"/>
                  </a:ext>
                </a:extLst>
              </p:cNvPr>
              <p:cNvSpPr/>
              <p:nvPr/>
            </p:nvSpPr>
            <p:spPr>
              <a:xfrm>
                <a:off x="4415547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7" name="pg274">
                <a:extLst>
                  <a:ext uri="{FF2B5EF4-FFF2-40B4-BE49-F238E27FC236}">
                    <a16:creationId xmlns:a16="http://schemas.microsoft.com/office/drawing/2014/main" id="{E65E449D-EEB2-66C4-D02C-D50F055AD84A}"/>
                  </a:ext>
                </a:extLst>
              </p:cNvPr>
              <p:cNvSpPr/>
              <p:nvPr/>
            </p:nvSpPr>
            <p:spPr>
              <a:xfrm>
                <a:off x="4496984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8" name="pg275">
                <a:extLst>
                  <a:ext uri="{FF2B5EF4-FFF2-40B4-BE49-F238E27FC236}">
                    <a16:creationId xmlns:a16="http://schemas.microsoft.com/office/drawing/2014/main" id="{01A24786-DE8A-F975-DF03-886CC7CC7AA8}"/>
                  </a:ext>
                </a:extLst>
              </p:cNvPr>
              <p:cNvSpPr/>
              <p:nvPr/>
            </p:nvSpPr>
            <p:spPr>
              <a:xfrm>
                <a:off x="4578421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09" name="pg276">
                <a:extLst>
                  <a:ext uri="{FF2B5EF4-FFF2-40B4-BE49-F238E27FC236}">
                    <a16:creationId xmlns:a16="http://schemas.microsoft.com/office/drawing/2014/main" id="{26C900EC-6C0C-BDE9-34CB-9292B96ADB7F}"/>
                  </a:ext>
                </a:extLst>
              </p:cNvPr>
              <p:cNvSpPr/>
              <p:nvPr/>
            </p:nvSpPr>
            <p:spPr>
              <a:xfrm>
                <a:off x="4659858" y="299633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0" name="pg277">
                <a:extLst>
                  <a:ext uri="{FF2B5EF4-FFF2-40B4-BE49-F238E27FC236}">
                    <a16:creationId xmlns:a16="http://schemas.microsoft.com/office/drawing/2014/main" id="{1DED25DC-F962-9CE7-DF24-486877387180}"/>
                  </a:ext>
                </a:extLst>
              </p:cNvPr>
              <p:cNvSpPr/>
              <p:nvPr/>
            </p:nvSpPr>
            <p:spPr>
              <a:xfrm>
                <a:off x="270536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1" name="pg278">
                <a:extLst>
                  <a:ext uri="{FF2B5EF4-FFF2-40B4-BE49-F238E27FC236}">
                    <a16:creationId xmlns:a16="http://schemas.microsoft.com/office/drawing/2014/main" id="{CB4F13D3-A3E3-5A91-B802-66FFD744421A}"/>
                  </a:ext>
                </a:extLst>
              </p:cNvPr>
              <p:cNvSpPr/>
              <p:nvPr/>
            </p:nvSpPr>
            <p:spPr>
              <a:xfrm>
                <a:off x="278680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2" name="pg279">
                <a:extLst>
                  <a:ext uri="{FF2B5EF4-FFF2-40B4-BE49-F238E27FC236}">
                    <a16:creationId xmlns:a16="http://schemas.microsoft.com/office/drawing/2014/main" id="{1F6BE57B-C787-C75B-2F0C-94E6C527E441}"/>
                  </a:ext>
                </a:extLst>
              </p:cNvPr>
              <p:cNvSpPr/>
              <p:nvPr/>
            </p:nvSpPr>
            <p:spPr>
              <a:xfrm>
                <a:off x="286824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3" name="pg280">
                <a:extLst>
                  <a:ext uri="{FF2B5EF4-FFF2-40B4-BE49-F238E27FC236}">
                    <a16:creationId xmlns:a16="http://schemas.microsoft.com/office/drawing/2014/main" id="{132FC692-3A54-5799-BD0B-C0E776C62911}"/>
                  </a:ext>
                </a:extLst>
              </p:cNvPr>
              <p:cNvSpPr/>
              <p:nvPr/>
            </p:nvSpPr>
            <p:spPr>
              <a:xfrm>
                <a:off x="2949678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4" name="pg281">
                <a:extLst>
                  <a:ext uri="{FF2B5EF4-FFF2-40B4-BE49-F238E27FC236}">
                    <a16:creationId xmlns:a16="http://schemas.microsoft.com/office/drawing/2014/main" id="{3C855A0D-4317-237B-9D50-CEAE1935AC55}"/>
                  </a:ext>
                </a:extLst>
              </p:cNvPr>
              <p:cNvSpPr/>
              <p:nvPr/>
            </p:nvSpPr>
            <p:spPr>
              <a:xfrm>
                <a:off x="3031116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5" name="pg282">
                <a:extLst>
                  <a:ext uri="{FF2B5EF4-FFF2-40B4-BE49-F238E27FC236}">
                    <a16:creationId xmlns:a16="http://schemas.microsoft.com/office/drawing/2014/main" id="{CC39072F-B6F0-292C-0F66-EC96314857BF}"/>
                  </a:ext>
                </a:extLst>
              </p:cNvPr>
              <p:cNvSpPr/>
              <p:nvPr/>
            </p:nvSpPr>
            <p:spPr>
              <a:xfrm>
                <a:off x="3112553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8A9">
                  <a:alpha val="100000"/>
                </a:srgbClr>
              </a:solidFill>
              <a:ln w="5420" cap="flat">
                <a:solidFill>
                  <a:srgbClr val="35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6" name="pg283">
                <a:extLst>
                  <a:ext uri="{FF2B5EF4-FFF2-40B4-BE49-F238E27FC236}">
                    <a16:creationId xmlns:a16="http://schemas.microsoft.com/office/drawing/2014/main" id="{B8BF6868-708E-9257-EBFA-C8DE232CCD98}"/>
                  </a:ext>
                </a:extLst>
              </p:cNvPr>
              <p:cNvSpPr/>
              <p:nvPr/>
            </p:nvSpPr>
            <p:spPr>
              <a:xfrm>
                <a:off x="3193990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7" name="pg284">
                <a:extLst>
                  <a:ext uri="{FF2B5EF4-FFF2-40B4-BE49-F238E27FC236}">
                    <a16:creationId xmlns:a16="http://schemas.microsoft.com/office/drawing/2014/main" id="{20078753-F82F-C5A9-480C-BA2B7328F8DE}"/>
                  </a:ext>
                </a:extLst>
              </p:cNvPr>
              <p:cNvSpPr/>
              <p:nvPr/>
            </p:nvSpPr>
            <p:spPr>
              <a:xfrm>
                <a:off x="327542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8" name="pg285">
                <a:extLst>
                  <a:ext uri="{FF2B5EF4-FFF2-40B4-BE49-F238E27FC236}">
                    <a16:creationId xmlns:a16="http://schemas.microsoft.com/office/drawing/2014/main" id="{01836799-ADE6-A543-8A23-296A2920FC1E}"/>
                  </a:ext>
                </a:extLst>
              </p:cNvPr>
              <p:cNvSpPr/>
              <p:nvPr/>
            </p:nvSpPr>
            <p:spPr>
              <a:xfrm>
                <a:off x="335686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19" name="pg286">
                <a:extLst>
                  <a:ext uri="{FF2B5EF4-FFF2-40B4-BE49-F238E27FC236}">
                    <a16:creationId xmlns:a16="http://schemas.microsoft.com/office/drawing/2014/main" id="{387B74D8-CFB9-2B98-8E21-8C6B4A73056E}"/>
                  </a:ext>
                </a:extLst>
              </p:cNvPr>
              <p:cNvSpPr/>
              <p:nvPr/>
            </p:nvSpPr>
            <p:spPr>
              <a:xfrm>
                <a:off x="343830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EAA">
                  <a:alpha val="100000"/>
                </a:srgbClr>
              </a:solidFill>
              <a:ln w="5420" cap="flat">
                <a:solidFill>
                  <a:srgbClr val="3B9E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0" name="pg287">
                <a:extLst>
                  <a:ext uri="{FF2B5EF4-FFF2-40B4-BE49-F238E27FC236}">
                    <a16:creationId xmlns:a16="http://schemas.microsoft.com/office/drawing/2014/main" id="{8089DB26-1591-E05C-F73D-1DE91229FBA7}"/>
                  </a:ext>
                </a:extLst>
              </p:cNvPr>
              <p:cNvSpPr/>
              <p:nvPr/>
            </p:nvSpPr>
            <p:spPr>
              <a:xfrm>
                <a:off x="3519738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1" name="pg288">
                <a:extLst>
                  <a:ext uri="{FF2B5EF4-FFF2-40B4-BE49-F238E27FC236}">
                    <a16:creationId xmlns:a16="http://schemas.microsoft.com/office/drawing/2014/main" id="{917EA235-8BB8-03DF-FECC-33BE2257754A}"/>
                  </a:ext>
                </a:extLst>
              </p:cNvPr>
              <p:cNvSpPr/>
              <p:nvPr/>
            </p:nvSpPr>
            <p:spPr>
              <a:xfrm>
                <a:off x="3601176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2" name="pg289">
                <a:extLst>
                  <a:ext uri="{FF2B5EF4-FFF2-40B4-BE49-F238E27FC236}">
                    <a16:creationId xmlns:a16="http://schemas.microsoft.com/office/drawing/2014/main" id="{A5017001-FE9F-2E7B-1339-054E396ECDF2}"/>
                  </a:ext>
                </a:extLst>
              </p:cNvPr>
              <p:cNvSpPr/>
              <p:nvPr/>
            </p:nvSpPr>
            <p:spPr>
              <a:xfrm>
                <a:off x="3682613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3" name="pg290">
                <a:extLst>
                  <a:ext uri="{FF2B5EF4-FFF2-40B4-BE49-F238E27FC236}">
                    <a16:creationId xmlns:a16="http://schemas.microsoft.com/office/drawing/2014/main" id="{FB3C8491-B7B6-1D6D-211B-2F37523DECA1}"/>
                  </a:ext>
                </a:extLst>
              </p:cNvPr>
              <p:cNvSpPr/>
              <p:nvPr/>
            </p:nvSpPr>
            <p:spPr>
              <a:xfrm>
                <a:off x="3764050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4" name="pg291">
                <a:extLst>
                  <a:ext uri="{FF2B5EF4-FFF2-40B4-BE49-F238E27FC236}">
                    <a16:creationId xmlns:a16="http://schemas.microsoft.com/office/drawing/2014/main" id="{41DC8ABB-6681-8096-6495-07B63C083B45}"/>
                  </a:ext>
                </a:extLst>
              </p:cNvPr>
              <p:cNvSpPr/>
              <p:nvPr/>
            </p:nvSpPr>
            <p:spPr>
              <a:xfrm>
                <a:off x="384548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B">
                  <a:alpha val="100000"/>
                </a:srgbClr>
              </a:solidFill>
              <a:ln w="5420" cap="flat">
                <a:solidFill>
                  <a:srgbClr val="48A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5" name="pg292">
                <a:extLst>
                  <a:ext uri="{FF2B5EF4-FFF2-40B4-BE49-F238E27FC236}">
                    <a16:creationId xmlns:a16="http://schemas.microsoft.com/office/drawing/2014/main" id="{AF40FF42-1E61-2D12-D68B-DCAE7EBE59CC}"/>
                  </a:ext>
                </a:extLst>
              </p:cNvPr>
              <p:cNvSpPr/>
              <p:nvPr/>
            </p:nvSpPr>
            <p:spPr>
              <a:xfrm>
                <a:off x="392692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6" name="pg293">
                <a:extLst>
                  <a:ext uri="{FF2B5EF4-FFF2-40B4-BE49-F238E27FC236}">
                    <a16:creationId xmlns:a16="http://schemas.microsoft.com/office/drawing/2014/main" id="{78A137B6-FF60-FCED-986D-14F4103E2296}"/>
                  </a:ext>
                </a:extLst>
              </p:cNvPr>
              <p:cNvSpPr/>
              <p:nvPr/>
            </p:nvSpPr>
            <p:spPr>
              <a:xfrm>
                <a:off x="400836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0AB">
                  <a:alpha val="100000"/>
                </a:srgbClr>
              </a:solidFill>
              <a:ln w="5420" cap="flat">
                <a:solidFill>
                  <a:srgbClr val="4C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7" name="pg294">
                <a:extLst>
                  <a:ext uri="{FF2B5EF4-FFF2-40B4-BE49-F238E27FC236}">
                    <a16:creationId xmlns:a16="http://schemas.microsoft.com/office/drawing/2014/main" id="{433CA9BD-C075-72CB-274B-44702C9E4C96}"/>
                  </a:ext>
                </a:extLst>
              </p:cNvPr>
              <p:cNvSpPr/>
              <p:nvPr/>
            </p:nvSpPr>
            <p:spPr>
              <a:xfrm>
                <a:off x="4252673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8" name="pg295">
                <a:extLst>
                  <a:ext uri="{FF2B5EF4-FFF2-40B4-BE49-F238E27FC236}">
                    <a16:creationId xmlns:a16="http://schemas.microsoft.com/office/drawing/2014/main" id="{2858DE85-A920-70FC-A13F-A32EC84DFF55}"/>
                  </a:ext>
                </a:extLst>
              </p:cNvPr>
              <p:cNvSpPr/>
              <p:nvPr/>
            </p:nvSpPr>
            <p:spPr>
              <a:xfrm>
                <a:off x="4334110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29" name="pg296">
                <a:extLst>
                  <a:ext uri="{FF2B5EF4-FFF2-40B4-BE49-F238E27FC236}">
                    <a16:creationId xmlns:a16="http://schemas.microsoft.com/office/drawing/2014/main" id="{2EA58244-5A5A-5684-4C68-8DD8A54C9AB4}"/>
                  </a:ext>
                </a:extLst>
              </p:cNvPr>
              <p:cNvSpPr/>
              <p:nvPr/>
            </p:nvSpPr>
            <p:spPr>
              <a:xfrm>
                <a:off x="4415547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0" name="pg297">
                <a:extLst>
                  <a:ext uri="{FF2B5EF4-FFF2-40B4-BE49-F238E27FC236}">
                    <a16:creationId xmlns:a16="http://schemas.microsoft.com/office/drawing/2014/main" id="{0D9AD8FE-6E70-0D8E-CAB6-DAABA346637B}"/>
                  </a:ext>
                </a:extLst>
              </p:cNvPr>
              <p:cNvSpPr/>
              <p:nvPr/>
            </p:nvSpPr>
            <p:spPr>
              <a:xfrm>
                <a:off x="4496984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1" name="pg298">
                <a:extLst>
                  <a:ext uri="{FF2B5EF4-FFF2-40B4-BE49-F238E27FC236}">
                    <a16:creationId xmlns:a16="http://schemas.microsoft.com/office/drawing/2014/main" id="{B892B5B0-BB82-74BB-C246-CD415D0A02D9}"/>
                  </a:ext>
                </a:extLst>
              </p:cNvPr>
              <p:cNvSpPr/>
              <p:nvPr/>
            </p:nvSpPr>
            <p:spPr>
              <a:xfrm>
                <a:off x="4578421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2" name="pg299">
                <a:extLst>
                  <a:ext uri="{FF2B5EF4-FFF2-40B4-BE49-F238E27FC236}">
                    <a16:creationId xmlns:a16="http://schemas.microsoft.com/office/drawing/2014/main" id="{D27CFF47-2C1A-4484-2245-D555DD284B39}"/>
                  </a:ext>
                </a:extLst>
              </p:cNvPr>
              <p:cNvSpPr/>
              <p:nvPr/>
            </p:nvSpPr>
            <p:spPr>
              <a:xfrm>
                <a:off x="4659858" y="309964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3" name="pg300">
                <a:extLst>
                  <a:ext uri="{FF2B5EF4-FFF2-40B4-BE49-F238E27FC236}">
                    <a16:creationId xmlns:a16="http://schemas.microsoft.com/office/drawing/2014/main" id="{BDCAB622-E72F-544E-8A63-A8F315C45392}"/>
                  </a:ext>
                </a:extLst>
              </p:cNvPr>
              <p:cNvSpPr/>
              <p:nvPr/>
            </p:nvSpPr>
            <p:spPr>
              <a:xfrm>
                <a:off x="270536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4" name="pg301">
                <a:extLst>
                  <a:ext uri="{FF2B5EF4-FFF2-40B4-BE49-F238E27FC236}">
                    <a16:creationId xmlns:a16="http://schemas.microsoft.com/office/drawing/2014/main" id="{138DFB20-9D94-DE64-9707-639B0E4F7234}"/>
                  </a:ext>
                </a:extLst>
              </p:cNvPr>
              <p:cNvSpPr/>
              <p:nvPr/>
            </p:nvSpPr>
            <p:spPr>
              <a:xfrm>
                <a:off x="278680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5" name="pg302">
                <a:extLst>
                  <a:ext uri="{FF2B5EF4-FFF2-40B4-BE49-F238E27FC236}">
                    <a16:creationId xmlns:a16="http://schemas.microsoft.com/office/drawing/2014/main" id="{AD9D2EE8-C4D3-1E0B-5501-644225FEFB2D}"/>
                  </a:ext>
                </a:extLst>
              </p:cNvPr>
              <p:cNvSpPr/>
              <p:nvPr/>
            </p:nvSpPr>
            <p:spPr>
              <a:xfrm>
                <a:off x="286824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6" name="pg303">
                <a:extLst>
                  <a:ext uri="{FF2B5EF4-FFF2-40B4-BE49-F238E27FC236}">
                    <a16:creationId xmlns:a16="http://schemas.microsoft.com/office/drawing/2014/main" id="{EC7074AB-DFC9-414B-A645-722D76B6355C}"/>
                  </a:ext>
                </a:extLst>
              </p:cNvPr>
              <p:cNvSpPr/>
              <p:nvPr/>
            </p:nvSpPr>
            <p:spPr>
              <a:xfrm>
                <a:off x="294967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7" name="pg304">
                <a:extLst>
                  <a:ext uri="{FF2B5EF4-FFF2-40B4-BE49-F238E27FC236}">
                    <a16:creationId xmlns:a16="http://schemas.microsoft.com/office/drawing/2014/main" id="{ED457D1D-805C-348E-B75F-EAB08090638B}"/>
                  </a:ext>
                </a:extLst>
              </p:cNvPr>
              <p:cNvSpPr/>
              <p:nvPr/>
            </p:nvSpPr>
            <p:spPr>
              <a:xfrm>
                <a:off x="3031116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8" name="pg305">
                <a:extLst>
                  <a:ext uri="{FF2B5EF4-FFF2-40B4-BE49-F238E27FC236}">
                    <a16:creationId xmlns:a16="http://schemas.microsoft.com/office/drawing/2014/main" id="{3F7CDCF2-0EA9-6E4A-17BF-3C778FD86586}"/>
                  </a:ext>
                </a:extLst>
              </p:cNvPr>
              <p:cNvSpPr/>
              <p:nvPr/>
            </p:nvSpPr>
            <p:spPr>
              <a:xfrm>
                <a:off x="3112553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39" name="pg306">
                <a:extLst>
                  <a:ext uri="{FF2B5EF4-FFF2-40B4-BE49-F238E27FC236}">
                    <a16:creationId xmlns:a16="http://schemas.microsoft.com/office/drawing/2014/main" id="{235AB3F1-4D06-F019-A984-F01C5A1E9F51}"/>
                  </a:ext>
                </a:extLst>
              </p:cNvPr>
              <p:cNvSpPr/>
              <p:nvPr/>
            </p:nvSpPr>
            <p:spPr>
              <a:xfrm>
                <a:off x="3193990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0" name="pg307">
                <a:extLst>
                  <a:ext uri="{FF2B5EF4-FFF2-40B4-BE49-F238E27FC236}">
                    <a16:creationId xmlns:a16="http://schemas.microsoft.com/office/drawing/2014/main" id="{B3F8C1E0-280E-5845-AE5B-152DC10CE634}"/>
                  </a:ext>
                </a:extLst>
              </p:cNvPr>
              <p:cNvSpPr/>
              <p:nvPr/>
            </p:nvSpPr>
            <p:spPr>
              <a:xfrm>
                <a:off x="327542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1" name="pg308">
                <a:extLst>
                  <a:ext uri="{FF2B5EF4-FFF2-40B4-BE49-F238E27FC236}">
                    <a16:creationId xmlns:a16="http://schemas.microsoft.com/office/drawing/2014/main" id="{2EE1401F-8708-40C7-2796-5F0265E3CAC6}"/>
                  </a:ext>
                </a:extLst>
              </p:cNvPr>
              <p:cNvSpPr/>
              <p:nvPr/>
            </p:nvSpPr>
            <p:spPr>
              <a:xfrm>
                <a:off x="335686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2" name="pg309">
                <a:extLst>
                  <a:ext uri="{FF2B5EF4-FFF2-40B4-BE49-F238E27FC236}">
                    <a16:creationId xmlns:a16="http://schemas.microsoft.com/office/drawing/2014/main" id="{73A55728-F5D4-75A2-8D28-9C0A58411CFF}"/>
                  </a:ext>
                </a:extLst>
              </p:cNvPr>
              <p:cNvSpPr/>
              <p:nvPr/>
            </p:nvSpPr>
            <p:spPr>
              <a:xfrm>
                <a:off x="343830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CA9">
                  <a:alpha val="100000"/>
                </a:srgbClr>
              </a:solidFill>
              <a:ln w="5420" cap="flat">
                <a:solidFill>
                  <a:srgbClr val="3A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3" name="pg310">
                <a:extLst>
                  <a:ext uri="{FF2B5EF4-FFF2-40B4-BE49-F238E27FC236}">
                    <a16:creationId xmlns:a16="http://schemas.microsoft.com/office/drawing/2014/main" id="{02C2A78A-695A-9F27-146E-232543191445}"/>
                  </a:ext>
                </a:extLst>
              </p:cNvPr>
              <p:cNvSpPr/>
              <p:nvPr/>
            </p:nvSpPr>
            <p:spPr>
              <a:xfrm>
                <a:off x="351973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3AA">
                  <a:alpha val="100000"/>
                </a:srgbClr>
              </a:solidFill>
              <a:ln w="5420" cap="flat">
                <a:solidFill>
                  <a:srgbClr val="41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4" name="pg311">
                <a:extLst>
                  <a:ext uri="{FF2B5EF4-FFF2-40B4-BE49-F238E27FC236}">
                    <a16:creationId xmlns:a16="http://schemas.microsoft.com/office/drawing/2014/main" id="{F234BAF5-80BC-555A-08A5-D492C779A2D5}"/>
                  </a:ext>
                </a:extLst>
              </p:cNvPr>
              <p:cNvSpPr/>
              <p:nvPr/>
            </p:nvSpPr>
            <p:spPr>
              <a:xfrm>
                <a:off x="3601176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5" name="pg312">
                <a:extLst>
                  <a:ext uri="{FF2B5EF4-FFF2-40B4-BE49-F238E27FC236}">
                    <a16:creationId xmlns:a16="http://schemas.microsoft.com/office/drawing/2014/main" id="{C20FEFEF-28B2-87D4-0B3C-337E206AF766}"/>
                  </a:ext>
                </a:extLst>
              </p:cNvPr>
              <p:cNvSpPr/>
              <p:nvPr/>
            </p:nvSpPr>
            <p:spPr>
              <a:xfrm>
                <a:off x="3682613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6" name="pg313">
                <a:extLst>
                  <a:ext uri="{FF2B5EF4-FFF2-40B4-BE49-F238E27FC236}">
                    <a16:creationId xmlns:a16="http://schemas.microsoft.com/office/drawing/2014/main" id="{D4627EB4-C238-4D8B-7E08-772FEF30BEF2}"/>
                  </a:ext>
                </a:extLst>
              </p:cNvPr>
              <p:cNvSpPr/>
              <p:nvPr/>
            </p:nvSpPr>
            <p:spPr>
              <a:xfrm>
                <a:off x="3764050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7" name="pg314">
                <a:extLst>
                  <a:ext uri="{FF2B5EF4-FFF2-40B4-BE49-F238E27FC236}">
                    <a16:creationId xmlns:a16="http://schemas.microsoft.com/office/drawing/2014/main" id="{2518B0FA-DFB7-DFED-BFE1-CE4149DA9924}"/>
                  </a:ext>
                </a:extLst>
              </p:cNvPr>
              <p:cNvSpPr/>
              <p:nvPr/>
            </p:nvSpPr>
            <p:spPr>
              <a:xfrm>
                <a:off x="384548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8" name="pg315">
                <a:extLst>
                  <a:ext uri="{FF2B5EF4-FFF2-40B4-BE49-F238E27FC236}">
                    <a16:creationId xmlns:a16="http://schemas.microsoft.com/office/drawing/2014/main" id="{62ED91B6-517C-80D7-DF6F-FE372B3EE47E}"/>
                  </a:ext>
                </a:extLst>
              </p:cNvPr>
              <p:cNvSpPr/>
              <p:nvPr/>
            </p:nvSpPr>
            <p:spPr>
              <a:xfrm>
                <a:off x="392692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49" name="pg316">
                <a:extLst>
                  <a:ext uri="{FF2B5EF4-FFF2-40B4-BE49-F238E27FC236}">
                    <a16:creationId xmlns:a16="http://schemas.microsoft.com/office/drawing/2014/main" id="{6188FA36-FF28-B296-88E4-82059B0C19D2}"/>
                  </a:ext>
                </a:extLst>
              </p:cNvPr>
              <p:cNvSpPr/>
              <p:nvPr/>
            </p:nvSpPr>
            <p:spPr>
              <a:xfrm>
                <a:off x="400836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0" name="pg317">
                <a:extLst>
                  <a:ext uri="{FF2B5EF4-FFF2-40B4-BE49-F238E27FC236}">
                    <a16:creationId xmlns:a16="http://schemas.microsoft.com/office/drawing/2014/main" id="{0877F008-0249-B83C-8463-23B651B41F8B}"/>
                  </a:ext>
                </a:extLst>
              </p:cNvPr>
              <p:cNvSpPr/>
              <p:nvPr/>
            </p:nvSpPr>
            <p:spPr>
              <a:xfrm>
                <a:off x="408979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1" name="pg318">
                <a:extLst>
                  <a:ext uri="{FF2B5EF4-FFF2-40B4-BE49-F238E27FC236}">
                    <a16:creationId xmlns:a16="http://schemas.microsoft.com/office/drawing/2014/main" id="{8520F655-F665-06CD-FE54-ADB926CB73E6}"/>
                  </a:ext>
                </a:extLst>
              </p:cNvPr>
              <p:cNvSpPr/>
              <p:nvPr/>
            </p:nvSpPr>
            <p:spPr>
              <a:xfrm>
                <a:off x="4334110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2" name="pg319">
                <a:extLst>
                  <a:ext uri="{FF2B5EF4-FFF2-40B4-BE49-F238E27FC236}">
                    <a16:creationId xmlns:a16="http://schemas.microsoft.com/office/drawing/2014/main" id="{7D56CE4A-1C47-202E-8118-10E5B348041A}"/>
                  </a:ext>
                </a:extLst>
              </p:cNvPr>
              <p:cNvSpPr/>
              <p:nvPr/>
            </p:nvSpPr>
            <p:spPr>
              <a:xfrm>
                <a:off x="4415547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3" name="pg320">
                <a:extLst>
                  <a:ext uri="{FF2B5EF4-FFF2-40B4-BE49-F238E27FC236}">
                    <a16:creationId xmlns:a16="http://schemas.microsoft.com/office/drawing/2014/main" id="{CE11AF2C-0582-0F27-3D47-A9F995AACDE6}"/>
                  </a:ext>
                </a:extLst>
              </p:cNvPr>
              <p:cNvSpPr/>
              <p:nvPr/>
            </p:nvSpPr>
            <p:spPr>
              <a:xfrm>
                <a:off x="4496984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4" name="pg321">
                <a:extLst>
                  <a:ext uri="{FF2B5EF4-FFF2-40B4-BE49-F238E27FC236}">
                    <a16:creationId xmlns:a16="http://schemas.microsoft.com/office/drawing/2014/main" id="{3C828F7B-2455-8380-2244-F39D8AB7F6F0}"/>
                  </a:ext>
                </a:extLst>
              </p:cNvPr>
              <p:cNvSpPr/>
              <p:nvPr/>
            </p:nvSpPr>
            <p:spPr>
              <a:xfrm>
                <a:off x="4578421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5" name="pg322">
                <a:extLst>
                  <a:ext uri="{FF2B5EF4-FFF2-40B4-BE49-F238E27FC236}">
                    <a16:creationId xmlns:a16="http://schemas.microsoft.com/office/drawing/2014/main" id="{462FAAEB-A5E3-1154-0DC6-62CE53668E05}"/>
                  </a:ext>
                </a:extLst>
              </p:cNvPr>
              <p:cNvSpPr/>
              <p:nvPr/>
            </p:nvSpPr>
            <p:spPr>
              <a:xfrm>
                <a:off x="4659858" y="320296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6" name="pg323">
                <a:extLst>
                  <a:ext uri="{FF2B5EF4-FFF2-40B4-BE49-F238E27FC236}">
                    <a16:creationId xmlns:a16="http://schemas.microsoft.com/office/drawing/2014/main" id="{6FEDB408-8970-38D9-1F8E-77DDF9033FB1}"/>
                  </a:ext>
                </a:extLst>
              </p:cNvPr>
              <p:cNvSpPr/>
              <p:nvPr/>
            </p:nvSpPr>
            <p:spPr>
              <a:xfrm>
                <a:off x="270536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AA9">
                  <a:alpha val="100000"/>
                </a:srgbClr>
              </a:solidFill>
              <a:ln w="5420" cap="flat">
                <a:solidFill>
                  <a:srgbClr val="38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7" name="pg324">
                <a:extLst>
                  <a:ext uri="{FF2B5EF4-FFF2-40B4-BE49-F238E27FC236}">
                    <a16:creationId xmlns:a16="http://schemas.microsoft.com/office/drawing/2014/main" id="{EA8AE722-54A3-47CE-CDD4-12C87C1B6A51}"/>
                  </a:ext>
                </a:extLst>
              </p:cNvPr>
              <p:cNvSpPr/>
              <p:nvPr/>
            </p:nvSpPr>
            <p:spPr>
              <a:xfrm>
                <a:off x="278680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8" name="pg325">
                <a:extLst>
                  <a:ext uri="{FF2B5EF4-FFF2-40B4-BE49-F238E27FC236}">
                    <a16:creationId xmlns:a16="http://schemas.microsoft.com/office/drawing/2014/main" id="{5ABC01E8-CFF4-7C85-7112-56A78CDB7FEE}"/>
                  </a:ext>
                </a:extLst>
              </p:cNvPr>
              <p:cNvSpPr/>
              <p:nvPr/>
            </p:nvSpPr>
            <p:spPr>
              <a:xfrm>
                <a:off x="286824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59" name="pg326">
                <a:extLst>
                  <a:ext uri="{FF2B5EF4-FFF2-40B4-BE49-F238E27FC236}">
                    <a16:creationId xmlns:a16="http://schemas.microsoft.com/office/drawing/2014/main" id="{3A504335-0B1D-ED1B-DC07-10DBF9F600A1}"/>
                  </a:ext>
                </a:extLst>
              </p:cNvPr>
              <p:cNvSpPr/>
              <p:nvPr/>
            </p:nvSpPr>
            <p:spPr>
              <a:xfrm>
                <a:off x="294967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0" name="pg327">
                <a:extLst>
                  <a:ext uri="{FF2B5EF4-FFF2-40B4-BE49-F238E27FC236}">
                    <a16:creationId xmlns:a16="http://schemas.microsoft.com/office/drawing/2014/main" id="{484B6E1A-ABC4-E3FC-8058-602D5ABC6CC5}"/>
                  </a:ext>
                </a:extLst>
              </p:cNvPr>
              <p:cNvSpPr/>
              <p:nvPr/>
            </p:nvSpPr>
            <p:spPr>
              <a:xfrm>
                <a:off x="3031116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1" name="pg328">
                <a:extLst>
                  <a:ext uri="{FF2B5EF4-FFF2-40B4-BE49-F238E27FC236}">
                    <a16:creationId xmlns:a16="http://schemas.microsoft.com/office/drawing/2014/main" id="{70C261EA-604F-8CF7-43AF-77E2FE90FC25}"/>
                  </a:ext>
                </a:extLst>
              </p:cNvPr>
              <p:cNvSpPr/>
              <p:nvPr/>
            </p:nvSpPr>
            <p:spPr>
              <a:xfrm>
                <a:off x="3112553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4A8">
                  <a:alpha val="100000"/>
                </a:srgbClr>
              </a:solidFill>
              <a:ln w="5420" cap="flat">
                <a:solidFill>
                  <a:srgbClr val="3594A8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2" name="pg329">
                <a:extLst>
                  <a:ext uri="{FF2B5EF4-FFF2-40B4-BE49-F238E27FC236}">
                    <a16:creationId xmlns:a16="http://schemas.microsoft.com/office/drawing/2014/main" id="{D27F6751-65E5-559C-0F48-663B9C70FCDE}"/>
                  </a:ext>
                </a:extLst>
              </p:cNvPr>
              <p:cNvSpPr/>
              <p:nvPr/>
            </p:nvSpPr>
            <p:spPr>
              <a:xfrm>
                <a:off x="3193990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595A9">
                  <a:alpha val="100000"/>
                </a:srgbClr>
              </a:solidFill>
              <a:ln w="5420" cap="flat">
                <a:solidFill>
                  <a:srgbClr val="3595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3" name="pg330">
                <a:extLst>
                  <a:ext uri="{FF2B5EF4-FFF2-40B4-BE49-F238E27FC236}">
                    <a16:creationId xmlns:a16="http://schemas.microsoft.com/office/drawing/2014/main" id="{BB1AA931-46DD-5EE6-C464-BF81BE763694}"/>
                  </a:ext>
                </a:extLst>
              </p:cNvPr>
              <p:cNvSpPr/>
              <p:nvPr/>
            </p:nvSpPr>
            <p:spPr>
              <a:xfrm>
                <a:off x="327542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4" name="pg331">
                <a:extLst>
                  <a:ext uri="{FF2B5EF4-FFF2-40B4-BE49-F238E27FC236}">
                    <a16:creationId xmlns:a16="http://schemas.microsoft.com/office/drawing/2014/main" id="{687B8659-E476-425D-31B7-A0BFF81A16CB}"/>
                  </a:ext>
                </a:extLst>
              </p:cNvPr>
              <p:cNvSpPr/>
              <p:nvPr/>
            </p:nvSpPr>
            <p:spPr>
              <a:xfrm>
                <a:off x="335686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5" name="pg332">
                <a:extLst>
                  <a:ext uri="{FF2B5EF4-FFF2-40B4-BE49-F238E27FC236}">
                    <a16:creationId xmlns:a16="http://schemas.microsoft.com/office/drawing/2014/main" id="{08312C68-F1E0-9EFD-22AB-015EBDDA1C85}"/>
                  </a:ext>
                </a:extLst>
              </p:cNvPr>
              <p:cNvSpPr/>
              <p:nvPr/>
            </p:nvSpPr>
            <p:spPr>
              <a:xfrm>
                <a:off x="343830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6" name="pg333">
                <a:extLst>
                  <a:ext uri="{FF2B5EF4-FFF2-40B4-BE49-F238E27FC236}">
                    <a16:creationId xmlns:a16="http://schemas.microsoft.com/office/drawing/2014/main" id="{36DBF85A-1ABE-8B62-0A47-EC20BA726E35}"/>
                  </a:ext>
                </a:extLst>
              </p:cNvPr>
              <p:cNvSpPr/>
              <p:nvPr/>
            </p:nvSpPr>
            <p:spPr>
              <a:xfrm>
                <a:off x="351973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2A5AA">
                  <a:alpha val="100000"/>
                </a:srgbClr>
              </a:solidFill>
              <a:ln w="5420" cap="flat">
                <a:solidFill>
                  <a:srgbClr val="42A5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7" name="pg334">
                <a:extLst>
                  <a:ext uri="{FF2B5EF4-FFF2-40B4-BE49-F238E27FC236}">
                    <a16:creationId xmlns:a16="http://schemas.microsoft.com/office/drawing/2014/main" id="{7B91ECA7-5111-7A89-20B0-25892A4B8BE2}"/>
                  </a:ext>
                </a:extLst>
              </p:cNvPr>
              <p:cNvSpPr/>
              <p:nvPr/>
            </p:nvSpPr>
            <p:spPr>
              <a:xfrm>
                <a:off x="3601176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8" name="pg335">
                <a:extLst>
                  <a:ext uri="{FF2B5EF4-FFF2-40B4-BE49-F238E27FC236}">
                    <a16:creationId xmlns:a16="http://schemas.microsoft.com/office/drawing/2014/main" id="{39516A22-46A6-AFC9-137C-4CC02554C017}"/>
                  </a:ext>
                </a:extLst>
              </p:cNvPr>
              <p:cNvSpPr/>
              <p:nvPr/>
            </p:nvSpPr>
            <p:spPr>
              <a:xfrm>
                <a:off x="3682613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69" name="pg336">
                <a:extLst>
                  <a:ext uri="{FF2B5EF4-FFF2-40B4-BE49-F238E27FC236}">
                    <a16:creationId xmlns:a16="http://schemas.microsoft.com/office/drawing/2014/main" id="{F5A71001-21B6-D2C9-9B08-F73BB1AB6DB4}"/>
                  </a:ext>
                </a:extLst>
              </p:cNvPr>
              <p:cNvSpPr/>
              <p:nvPr/>
            </p:nvSpPr>
            <p:spPr>
              <a:xfrm>
                <a:off x="3764050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0" name="pg337">
                <a:extLst>
                  <a:ext uri="{FF2B5EF4-FFF2-40B4-BE49-F238E27FC236}">
                    <a16:creationId xmlns:a16="http://schemas.microsoft.com/office/drawing/2014/main" id="{AE40149F-40F7-2C8B-4B73-A2AF548AB132}"/>
                  </a:ext>
                </a:extLst>
              </p:cNvPr>
              <p:cNvSpPr/>
              <p:nvPr/>
            </p:nvSpPr>
            <p:spPr>
              <a:xfrm>
                <a:off x="384548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1" name="pg338">
                <a:extLst>
                  <a:ext uri="{FF2B5EF4-FFF2-40B4-BE49-F238E27FC236}">
                    <a16:creationId xmlns:a16="http://schemas.microsoft.com/office/drawing/2014/main" id="{CC8F0A7D-A2CF-A652-8E1E-17BA0B9DAD7F}"/>
                  </a:ext>
                </a:extLst>
              </p:cNvPr>
              <p:cNvSpPr/>
              <p:nvPr/>
            </p:nvSpPr>
            <p:spPr>
              <a:xfrm>
                <a:off x="392692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2" name="pg339">
                <a:extLst>
                  <a:ext uri="{FF2B5EF4-FFF2-40B4-BE49-F238E27FC236}">
                    <a16:creationId xmlns:a16="http://schemas.microsoft.com/office/drawing/2014/main" id="{696EE621-2BA4-0374-D0A4-E4656DCAAF39}"/>
                  </a:ext>
                </a:extLst>
              </p:cNvPr>
              <p:cNvSpPr/>
              <p:nvPr/>
            </p:nvSpPr>
            <p:spPr>
              <a:xfrm>
                <a:off x="400836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3" name="pg340">
                <a:extLst>
                  <a:ext uri="{FF2B5EF4-FFF2-40B4-BE49-F238E27FC236}">
                    <a16:creationId xmlns:a16="http://schemas.microsoft.com/office/drawing/2014/main" id="{67514307-F96B-62B5-6519-25BB776F8787}"/>
                  </a:ext>
                </a:extLst>
              </p:cNvPr>
              <p:cNvSpPr/>
              <p:nvPr/>
            </p:nvSpPr>
            <p:spPr>
              <a:xfrm>
                <a:off x="408979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4" name="pg341">
                <a:extLst>
                  <a:ext uri="{FF2B5EF4-FFF2-40B4-BE49-F238E27FC236}">
                    <a16:creationId xmlns:a16="http://schemas.microsoft.com/office/drawing/2014/main" id="{06C35B24-B084-C554-6B56-41F28F649F28}"/>
                  </a:ext>
                </a:extLst>
              </p:cNvPr>
              <p:cNvSpPr/>
              <p:nvPr/>
            </p:nvSpPr>
            <p:spPr>
              <a:xfrm>
                <a:off x="4252673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5" name="pg342">
                <a:extLst>
                  <a:ext uri="{FF2B5EF4-FFF2-40B4-BE49-F238E27FC236}">
                    <a16:creationId xmlns:a16="http://schemas.microsoft.com/office/drawing/2014/main" id="{AE8F0299-8E15-1A50-3AC4-17D75B0AAD43}"/>
                  </a:ext>
                </a:extLst>
              </p:cNvPr>
              <p:cNvSpPr/>
              <p:nvPr/>
            </p:nvSpPr>
            <p:spPr>
              <a:xfrm>
                <a:off x="4334110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6" name="pg343">
                <a:extLst>
                  <a:ext uri="{FF2B5EF4-FFF2-40B4-BE49-F238E27FC236}">
                    <a16:creationId xmlns:a16="http://schemas.microsoft.com/office/drawing/2014/main" id="{4DB0C6E4-64DC-D084-9C44-4D0A8453D6F1}"/>
                  </a:ext>
                </a:extLst>
              </p:cNvPr>
              <p:cNvSpPr/>
              <p:nvPr/>
            </p:nvSpPr>
            <p:spPr>
              <a:xfrm>
                <a:off x="4415547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7" name="pg344">
                <a:extLst>
                  <a:ext uri="{FF2B5EF4-FFF2-40B4-BE49-F238E27FC236}">
                    <a16:creationId xmlns:a16="http://schemas.microsoft.com/office/drawing/2014/main" id="{34981187-0B27-62A0-8D08-F026563D02FF}"/>
                  </a:ext>
                </a:extLst>
              </p:cNvPr>
              <p:cNvSpPr/>
              <p:nvPr/>
            </p:nvSpPr>
            <p:spPr>
              <a:xfrm>
                <a:off x="4496984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8" name="pg345">
                <a:extLst>
                  <a:ext uri="{FF2B5EF4-FFF2-40B4-BE49-F238E27FC236}">
                    <a16:creationId xmlns:a16="http://schemas.microsoft.com/office/drawing/2014/main" id="{9838EF2B-EF7E-9733-4860-FA51046BCC67}"/>
                  </a:ext>
                </a:extLst>
              </p:cNvPr>
              <p:cNvSpPr/>
              <p:nvPr/>
            </p:nvSpPr>
            <p:spPr>
              <a:xfrm>
                <a:off x="4578421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79" name="pg346">
                <a:extLst>
                  <a:ext uri="{FF2B5EF4-FFF2-40B4-BE49-F238E27FC236}">
                    <a16:creationId xmlns:a16="http://schemas.microsoft.com/office/drawing/2014/main" id="{1A3561E2-DCC8-3821-E53F-4B8E0E9E6D48}"/>
                  </a:ext>
                </a:extLst>
              </p:cNvPr>
              <p:cNvSpPr/>
              <p:nvPr/>
            </p:nvSpPr>
            <p:spPr>
              <a:xfrm>
                <a:off x="4659858" y="330628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0" name="pg347">
                <a:extLst>
                  <a:ext uri="{FF2B5EF4-FFF2-40B4-BE49-F238E27FC236}">
                    <a16:creationId xmlns:a16="http://schemas.microsoft.com/office/drawing/2014/main" id="{D7090127-A4B7-FD29-6B87-6C66607B1A26}"/>
                  </a:ext>
                </a:extLst>
              </p:cNvPr>
              <p:cNvSpPr/>
              <p:nvPr/>
            </p:nvSpPr>
            <p:spPr>
              <a:xfrm>
                <a:off x="278680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1" name="pg348">
                <a:extLst>
                  <a:ext uri="{FF2B5EF4-FFF2-40B4-BE49-F238E27FC236}">
                    <a16:creationId xmlns:a16="http://schemas.microsoft.com/office/drawing/2014/main" id="{C55F2830-4F47-6F33-EC4F-08B0DAD6093B}"/>
                  </a:ext>
                </a:extLst>
              </p:cNvPr>
              <p:cNvSpPr/>
              <p:nvPr/>
            </p:nvSpPr>
            <p:spPr>
              <a:xfrm>
                <a:off x="286824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8A9">
                  <a:alpha val="100000"/>
                </a:srgbClr>
              </a:solidFill>
              <a:ln w="5420" cap="flat">
                <a:solidFill>
                  <a:srgbClr val="3698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2" name="pg349">
                <a:extLst>
                  <a:ext uri="{FF2B5EF4-FFF2-40B4-BE49-F238E27FC236}">
                    <a16:creationId xmlns:a16="http://schemas.microsoft.com/office/drawing/2014/main" id="{87AE7084-1B59-58B1-1EB6-8D2FAB8CFCF8}"/>
                  </a:ext>
                </a:extLst>
              </p:cNvPr>
              <p:cNvSpPr/>
              <p:nvPr/>
            </p:nvSpPr>
            <p:spPr>
              <a:xfrm>
                <a:off x="294967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3" name="pg350">
                <a:extLst>
                  <a:ext uri="{FF2B5EF4-FFF2-40B4-BE49-F238E27FC236}">
                    <a16:creationId xmlns:a16="http://schemas.microsoft.com/office/drawing/2014/main" id="{04E7C4C3-4AB6-D976-0151-FA86DDAFC7B8}"/>
                  </a:ext>
                </a:extLst>
              </p:cNvPr>
              <p:cNvSpPr/>
              <p:nvPr/>
            </p:nvSpPr>
            <p:spPr>
              <a:xfrm>
                <a:off x="3031116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4" name="pg351">
                <a:extLst>
                  <a:ext uri="{FF2B5EF4-FFF2-40B4-BE49-F238E27FC236}">
                    <a16:creationId xmlns:a16="http://schemas.microsoft.com/office/drawing/2014/main" id="{1E665C70-0579-EF9B-6A08-A6FDDDB6EF42}"/>
                  </a:ext>
                </a:extLst>
              </p:cNvPr>
              <p:cNvSpPr/>
              <p:nvPr/>
            </p:nvSpPr>
            <p:spPr>
              <a:xfrm>
                <a:off x="3112553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6A9">
                  <a:alpha val="100000"/>
                </a:srgbClr>
              </a:solidFill>
              <a:ln w="5420" cap="flat">
                <a:solidFill>
                  <a:srgbClr val="3496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5" name="pg352">
                <a:extLst>
                  <a:ext uri="{FF2B5EF4-FFF2-40B4-BE49-F238E27FC236}">
                    <a16:creationId xmlns:a16="http://schemas.microsoft.com/office/drawing/2014/main" id="{FAE6F3FE-3D70-FEE5-96BC-54E703558928}"/>
                  </a:ext>
                </a:extLst>
              </p:cNvPr>
              <p:cNvSpPr/>
              <p:nvPr/>
            </p:nvSpPr>
            <p:spPr>
              <a:xfrm>
                <a:off x="3193990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497A9">
                  <a:alpha val="100000"/>
                </a:srgbClr>
              </a:solidFill>
              <a:ln w="5420" cap="flat">
                <a:solidFill>
                  <a:srgbClr val="3497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6" name="pg353">
                <a:extLst>
                  <a:ext uri="{FF2B5EF4-FFF2-40B4-BE49-F238E27FC236}">
                    <a16:creationId xmlns:a16="http://schemas.microsoft.com/office/drawing/2014/main" id="{0BECE931-783F-4F9B-E97A-B1909A294542}"/>
                  </a:ext>
                </a:extLst>
              </p:cNvPr>
              <p:cNvSpPr/>
              <p:nvPr/>
            </p:nvSpPr>
            <p:spPr>
              <a:xfrm>
                <a:off x="3275427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7" name="pg354">
                <a:extLst>
                  <a:ext uri="{FF2B5EF4-FFF2-40B4-BE49-F238E27FC236}">
                    <a16:creationId xmlns:a16="http://schemas.microsoft.com/office/drawing/2014/main" id="{E9DB3C20-A27C-315B-FEE5-A62E19F738F0}"/>
                  </a:ext>
                </a:extLst>
              </p:cNvPr>
              <p:cNvSpPr/>
              <p:nvPr/>
            </p:nvSpPr>
            <p:spPr>
              <a:xfrm>
                <a:off x="335686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BA9">
                  <a:alpha val="100000"/>
                </a:srgbClr>
              </a:solidFill>
              <a:ln w="5420" cap="flat">
                <a:solidFill>
                  <a:srgbClr val="39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8" name="pg355">
                <a:extLst>
                  <a:ext uri="{FF2B5EF4-FFF2-40B4-BE49-F238E27FC236}">
                    <a16:creationId xmlns:a16="http://schemas.microsoft.com/office/drawing/2014/main" id="{F24CB349-8A94-D47E-DAC9-285EE0521FAF}"/>
                  </a:ext>
                </a:extLst>
              </p:cNvPr>
              <p:cNvSpPr/>
              <p:nvPr/>
            </p:nvSpPr>
            <p:spPr>
              <a:xfrm>
                <a:off x="343830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89" name="pg356">
                <a:extLst>
                  <a:ext uri="{FF2B5EF4-FFF2-40B4-BE49-F238E27FC236}">
                    <a16:creationId xmlns:a16="http://schemas.microsoft.com/office/drawing/2014/main" id="{7B5F4C7A-0099-2E87-CB5E-9AEA18EF55B4}"/>
                  </a:ext>
                </a:extLst>
              </p:cNvPr>
              <p:cNvSpPr/>
              <p:nvPr/>
            </p:nvSpPr>
            <p:spPr>
              <a:xfrm>
                <a:off x="351973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0" name="pg357">
                <a:extLst>
                  <a:ext uri="{FF2B5EF4-FFF2-40B4-BE49-F238E27FC236}">
                    <a16:creationId xmlns:a16="http://schemas.microsoft.com/office/drawing/2014/main" id="{7B868440-F036-AF11-D07C-96492F1F0494}"/>
                  </a:ext>
                </a:extLst>
              </p:cNvPr>
              <p:cNvSpPr/>
              <p:nvPr/>
            </p:nvSpPr>
            <p:spPr>
              <a:xfrm>
                <a:off x="3601176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1" name="pg358">
                <a:extLst>
                  <a:ext uri="{FF2B5EF4-FFF2-40B4-BE49-F238E27FC236}">
                    <a16:creationId xmlns:a16="http://schemas.microsoft.com/office/drawing/2014/main" id="{8A71F6B2-FF8D-1FBF-D489-306EC653C612}"/>
                  </a:ext>
                </a:extLst>
              </p:cNvPr>
              <p:cNvSpPr/>
              <p:nvPr/>
            </p:nvSpPr>
            <p:spPr>
              <a:xfrm>
                <a:off x="3682613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2" name="pg359">
                <a:extLst>
                  <a:ext uri="{FF2B5EF4-FFF2-40B4-BE49-F238E27FC236}">
                    <a16:creationId xmlns:a16="http://schemas.microsoft.com/office/drawing/2014/main" id="{E1F9455C-1439-58A5-3E05-4C2AB499F677}"/>
                  </a:ext>
                </a:extLst>
              </p:cNvPr>
              <p:cNvSpPr/>
              <p:nvPr/>
            </p:nvSpPr>
            <p:spPr>
              <a:xfrm>
                <a:off x="3764050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3" name="pg360">
                <a:extLst>
                  <a:ext uri="{FF2B5EF4-FFF2-40B4-BE49-F238E27FC236}">
                    <a16:creationId xmlns:a16="http://schemas.microsoft.com/office/drawing/2014/main" id="{7367E861-198E-9629-27DE-4163F2031B8B}"/>
                  </a:ext>
                </a:extLst>
              </p:cNvPr>
              <p:cNvSpPr/>
              <p:nvPr/>
            </p:nvSpPr>
            <p:spPr>
              <a:xfrm>
                <a:off x="3845487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4" name="pg361">
                <a:extLst>
                  <a:ext uri="{FF2B5EF4-FFF2-40B4-BE49-F238E27FC236}">
                    <a16:creationId xmlns:a16="http://schemas.microsoft.com/office/drawing/2014/main" id="{05D58834-AE9E-C2AB-BE4D-5CCDE4EBB307}"/>
                  </a:ext>
                </a:extLst>
              </p:cNvPr>
              <p:cNvSpPr/>
              <p:nvPr/>
            </p:nvSpPr>
            <p:spPr>
              <a:xfrm>
                <a:off x="392692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5" name="pg362">
                <a:extLst>
                  <a:ext uri="{FF2B5EF4-FFF2-40B4-BE49-F238E27FC236}">
                    <a16:creationId xmlns:a16="http://schemas.microsoft.com/office/drawing/2014/main" id="{F9C5121F-7F2F-B514-B913-2DD0F73E2DE1}"/>
                  </a:ext>
                </a:extLst>
              </p:cNvPr>
              <p:cNvSpPr/>
              <p:nvPr/>
            </p:nvSpPr>
            <p:spPr>
              <a:xfrm>
                <a:off x="400836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6" name="pg363">
                <a:extLst>
                  <a:ext uri="{FF2B5EF4-FFF2-40B4-BE49-F238E27FC236}">
                    <a16:creationId xmlns:a16="http://schemas.microsoft.com/office/drawing/2014/main" id="{F06BC2CC-1BDA-097E-C64E-71750AA98BCE}"/>
                  </a:ext>
                </a:extLst>
              </p:cNvPr>
              <p:cNvSpPr/>
              <p:nvPr/>
            </p:nvSpPr>
            <p:spPr>
              <a:xfrm>
                <a:off x="408979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7" name="pg364">
                <a:extLst>
                  <a:ext uri="{FF2B5EF4-FFF2-40B4-BE49-F238E27FC236}">
                    <a16:creationId xmlns:a16="http://schemas.microsoft.com/office/drawing/2014/main" id="{93852E0D-44D2-E884-C99E-EF9C27053B35}"/>
                  </a:ext>
                </a:extLst>
              </p:cNvPr>
              <p:cNvSpPr/>
              <p:nvPr/>
            </p:nvSpPr>
            <p:spPr>
              <a:xfrm>
                <a:off x="4171236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8" name="pg365">
                <a:extLst>
                  <a:ext uri="{FF2B5EF4-FFF2-40B4-BE49-F238E27FC236}">
                    <a16:creationId xmlns:a16="http://schemas.microsoft.com/office/drawing/2014/main" id="{27140059-B954-7240-4F02-09531315EF13}"/>
                  </a:ext>
                </a:extLst>
              </p:cNvPr>
              <p:cNvSpPr/>
              <p:nvPr/>
            </p:nvSpPr>
            <p:spPr>
              <a:xfrm>
                <a:off x="4252673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399" name="pg366">
                <a:extLst>
                  <a:ext uri="{FF2B5EF4-FFF2-40B4-BE49-F238E27FC236}">
                    <a16:creationId xmlns:a16="http://schemas.microsoft.com/office/drawing/2014/main" id="{0F4894AE-A205-D2AC-F9F5-767DFEB6AA3B}"/>
                  </a:ext>
                </a:extLst>
              </p:cNvPr>
              <p:cNvSpPr/>
              <p:nvPr/>
            </p:nvSpPr>
            <p:spPr>
              <a:xfrm>
                <a:off x="4334110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0" name="pg367">
                <a:extLst>
                  <a:ext uri="{FF2B5EF4-FFF2-40B4-BE49-F238E27FC236}">
                    <a16:creationId xmlns:a16="http://schemas.microsoft.com/office/drawing/2014/main" id="{6CF7CB17-D25F-28B5-5B2F-5D580F508C67}"/>
                  </a:ext>
                </a:extLst>
              </p:cNvPr>
              <p:cNvSpPr/>
              <p:nvPr/>
            </p:nvSpPr>
            <p:spPr>
              <a:xfrm>
                <a:off x="4415547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1" name="pg368">
                <a:extLst>
                  <a:ext uri="{FF2B5EF4-FFF2-40B4-BE49-F238E27FC236}">
                    <a16:creationId xmlns:a16="http://schemas.microsoft.com/office/drawing/2014/main" id="{84C0C236-064F-A87E-DEBA-E3EBA751EA33}"/>
                  </a:ext>
                </a:extLst>
              </p:cNvPr>
              <p:cNvSpPr/>
              <p:nvPr/>
            </p:nvSpPr>
            <p:spPr>
              <a:xfrm>
                <a:off x="4496984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2" name="pg369">
                <a:extLst>
                  <a:ext uri="{FF2B5EF4-FFF2-40B4-BE49-F238E27FC236}">
                    <a16:creationId xmlns:a16="http://schemas.microsoft.com/office/drawing/2014/main" id="{FC415ADF-AEB4-45B2-8D21-03556B79BFBB}"/>
                  </a:ext>
                </a:extLst>
              </p:cNvPr>
              <p:cNvSpPr/>
              <p:nvPr/>
            </p:nvSpPr>
            <p:spPr>
              <a:xfrm>
                <a:off x="4578421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3" name="pg370">
                <a:extLst>
                  <a:ext uri="{FF2B5EF4-FFF2-40B4-BE49-F238E27FC236}">
                    <a16:creationId xmlns:a16="http://schemas.microsoft.com/office/drawing/2014/main" id="{5CC74467-3069-C7D8-DECB-394BB4591429}"/>
                  </a:ext>
                </a:extLst>
              </p:cNvPr>
              <p:cNvSpPr/>
              <p:nvPr/>
            </p:nvSpPr>
            <p:spPr>
              <a:xfrm>
                <a:off x="4659858" y="340959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4" name="pg371">
                <a:extLst>
                  <a:ext uri="{FF2B5EF4-FFF2-40B4-BE49-F238E27FC236}">
                    <a16:creationId xmlns:a16="http://schemas.microsoft.com/office/drawing/2014/main" id="{0F8B5E24-3224-C1C5-2C3D-F544BAA6972E}"/>
                  </a:ext>
                </a:extLst>
              </p:cNvPr>
              <p:cNvSpPr/>
              <p:nvPr/>
            </p:nvSpPr>
            <p:spPr>
              <a:xfrm>
                <a:off x="286824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89BA9">
                  <a:alpha val="100000"/>
                </a:srgbClr>
              </a:solidFill>
              <a:ln w="5420" cap="flat">
                <a:solidFill>
                  <a:srgbClr val="389B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5" name="pg372">
                <a:extLst>
                  <a:ext uri="{FF2B5EF4-FFF2-40B4-BE49-F238E27FC236}">
                    <a16:creationId xmlns:a16="http://schemas.microsoft.com/office/drawing/2014/main" id="{380A4CD7-1596-7402-5955-077BE9BC725D}"/>
                  </a:ext>
                </a:extLst>
              </p:cNvPr>
              <p:cNvSpPr/>
              <p:nvPr/>
            </p:nvSpPr>
            <p:spPr>
              <a:xfrm>
                <a:off x="2949678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6" name="pg373">
                <a:extLst>
                  <a:ext uri="{FF2B5EF4-FFF2-40B4-BE49-F238E27FC236}">
                    <a16:creationId xmlns:a16="http://schemas.microsoft.com/office/drawing/2014/main" id="{ED3AD3D5-1EF3-8BEC-2FC5-778A7A10C85C}"/>
                  </a:ext>
                </a:extLst>
              </p:cNvPr>
              <p:cNvSpPr/>
              <p:nvPr/>
            </p:nvSpPr>
            <p:spPr>
              <a:xfrm>
                <a:off x="3031116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7" name="pg374">
                <a:extLst>
                  <a:ext uri="{FF2B5EF4-FFF2-40B4-BE49-F238E27FC236}">
                    <a16:creationId xmlns:a16="http://schemas.microsoft.com/office/drawing/2014/main" id="{E7E760E6-95D4-3322-955A-51210FA017EF}"/>
                  </a:ext>
                </a:extLst>
              </p:cNvPr>
              <p:cNvSpPr/>
              <p:nvPr/>
            </p:nvSpPr>
            <p:spPr>
              <a:xfrm>
                <a:off x="3112553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699A9">
                  <a:alpha val="100000"/>
                </a:srgbClr>
              </a:solidFill>
              <a:ln w="5420" cap="flat">
                <a:solidFill>
                  <a:srgbClr val="3699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8" name="pg375">
                <a:extLst>
                  <a:ext uri="{FF2B5EF4-FFF2-40B4-BE49-F238E27FC236}">
                    <a16:creationId xmlns:a16="http://schemas.microsoft.com/office/drawing/2014/main" id="{19DFA00F-8164-49E8-4916-7A274419AC29}"/>
                  </a:ext>
                </a:extLst>
              </p:cNvPr>
              <p:cNvSpPr/>
              <p:nvPr/>
            </p:nvSpPr>
            <p:spPr>
              <a:xfrm>
                <a:off x="3193990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79AA9">
                  <a:alpha val="100000"/>
                </a:srgbClr>
              </a:solidFill>
              <a:ln w="5420" cap="flat">
                <a:solidFill>
                  <a:srgbClr val="379A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09" name="pg376">
                <a:extLst>
                  <a:ext uri="{FF2B5EF4-FFF2-40B4-BE49-F238E27FC236}">
                    <a16:creationId xmlns:a16="http://schemas.microsoft.com/office/drawing/2014/main" id="{1BA853BF-85D6-0C56-E60B-16AA4732C0DC}"/>
                  </a:ext>
                </a:extLst>
              </p:cNvPr>
              <p:cNvSpPr/>
              <p:nvPr/>
            </p:nvSpPr>
            <p:spPr>
              <a:xfrm>
                <a:off x="3275427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99CA9">
                  <a:alpha val="100000"/>
                </a:srgbClr>
              </a:solidFill>
              <a:ln w="5420" cap="flat">
                <a:solidFill>
                  <a:srgbClr val="399C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0" name="pg377">
                <a:extLst>
                  <a:ext uri="{FF2B5EF4-FFF2-40B4-BE49-F238E27FC236}">
                    <a16:creationId xmlns:a16="http://schemas.microsoft.com/office/drawing/2014/main" id="{5EAFB15B-90F8-C09A-905B-FD826D30F62A}"/>
                  </a:ext>
                </a:extLst>
              </p:cNvPr>
              <p:cNvSpPr/>
              <p:nvPr/>
            </p:nvSpPr>
            <p:spPr>
              <a:xfrm>
                <a:off x="3356864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1" name="pg378">
                <a:extLst>
                  <a:ext uri="{FF2B5EF4-FFF2-40B4-BE49-F238E27FC236}">
                    <a16:creationId xmlns:a16="http://schemas.microsoft.com/office/drawing/2014/main" id="{753624FC-ECEA-C723-0A8E-50E82C15845B}"/>
                  </a:ext>
                </a:extLst>
              </p:cNvPr>
              <p:cNvSpPr/>
              <p:nvPr/>
            </p:nvSpPr>
            <p:spPr>
              <a:xfrm>
                <a:off x="343830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2AA">
                  <a:alpha val="100000"/>
                </a:srgbClr>
              </a:solidFill>
              <a:ln w="5420" cap="flat">
                <a:solidFill>
                  <a:srgbClr val="40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2" name="pg379">
                <a:extLst>
                  <a:ext uri="{FF2B5EF4-FFF2-40B4-BE49-F238E27FC236}">
                    <a16:creationId xmlns:a16="http://schemas.microsoft.com/office/drawing/2014/main" id="{838470FD-5ED6-E7A6-A409-101A1A03B268}"/>
                  </a:ext>
                </a:extLst>
              </p:cNvPr>
              <p:cNvSpPr/>
              <p:nvPr/>
            </p:nvSpPr>
            <p:spPr>
              <a:xfrm>
                <a:off x="3519738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3" name="pg380">
                <a:extLst>
                  <a:ext uri="{FF2B5EF4-FFF2-40B4-BE49-F238E27FC236}">
                    <a16:creationId xmlns:a16="http://schemas.microsoft.com/office/drawing/2014/main" id="{F2C74571-108F-9443-4EB3-EA7E628A6CD3}"/>
                  </a:ext>
                </a:extLst>
              </p:cNvPr>
              <p:cNvSpPr/>
              <p:nvPr/>
            </p:nvSpPr>
            <p:spPr>
              <a:xfrm>
                <a:off x="3601176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4" name="pg381">
                <a:extLst>
                  <a:ext uri="{FF2B5EF4-FFF2-40B4-BE49-F238E27FC236}">
                    <a16:creationId xmlns:a16="http://schemas.microsoft.com/office/drawing/2014/main" id="{7CF96578-083E-FBF9-E5DB-2C88E9662CDA}"/>
                  </a:ext>
                </a:extLst>
              </p:cNvPr>
              <p:cNvSpPr/>
              <p:nvPr/>
            </p:nvSpPr>
            <p:spPr>
              <a:xfrm>
                <a:off x="3682613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5" name="pg382">
                <a:extLst>
                  <a:ext uri="{FF2B5EF4-FFF2-40B4-BE49-F238E27FC236}">
                    <a16:creationId xmlns:a16="http://schemas.microsoft.com/office/drawing/2014/main" id="{35E469B0-BDEE-763D-2B93-E493E4536EE5}"/>
                  </a:ext>
                </a:extLst>
              </p:cNvPr>
              <p:cNvSpPr/>
              <p:nvPr/>
            </p:nvSpPr>
            <p:spPr>
              <a:xfrm>
                <a:off x="3764050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6" name="pg383">
                <a:extLst>
                  <a:ext uri="{FF2B5EF4-FFF2-40B4-BE49-F238E27FC236}">
                    <a16:creationId xmlns:a16="http://schemas.microsoft.com/office/drawing/2014/main" id="{F41B2253-F751-AB70-C5F8-248560645884}"/>
                  </a:ext>
                </a:extLst>
              </p:cNvPr>
              <p:cNvSpPr/>
              <p:nvPr/>
            </p:nvSpPr>
            <p:spPr>
              <a:xfrm>
                <a:off x="3845487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7" name="pg384">
                <a:extLst>
                  <a:ext uri="{FF2B5EF4-FFF2-40B4-BE49-F238E27FC236}">
                    <a16:creationId xmlns:a16="http://schemas.microsoft.com/office/drawing/2014/main" id="{C2790EC8-733C-3E6F-CC7D-6685296D1715}"/>
                  </a:ext>
                </a:extLst>
              </p:cNvPr>
              <p:cNvSpPr/>
              <p:nvPr/>
            </p:nvSpPr>
            <p:spPr>
              <a:xfrm>
                <a:off x="3926924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8" name="pg385">
                <a:extLst>
                  <a:ext uri="{FF2B5EF4-FFF2-40B4-BE49-F238E27FC236}">
                    <a16:creationId xmlns:a16="http://schemas.microsoft.com/office/drawing/2014/main" id="{51B25505-673D-9C92-B85E-E8F19C8D230D}"/>
                  </a:ext>
                </a:extLst>
              </p:cNvPr>
              <p:cNvSpPr/>
              <p:nvPr/>
            </p:nvSpPr>
            <p:spPr>
              <a:xfrm>
                <a:off x="400836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19" name="pg386">
                <a:extLst>
                  <a:ext uri="{FF2B5EF4-FFF2-40B4-BE49-F238E27FC236}">
                    <a16:creationId xmlns:a16="http://schemas.microsoft.com/office/drawing/2014/main" id="{FCBE7ED0-75AC-C891-19C1-F979DA54D554}"/>
                  </a:ext>
                </a:extLst>
              </p:cNvPr>
              <p:cNvSpPr/>
              <p:nvPr/>
            </p:nvSpPr>
            <p:spPr>
              <a:xfrm>
                <a:off x="4089798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0" name="pg387">
                <a:extLst>
                  <a:ext uri="{FF2B5EF4-FFF2-40B4-BE49-F238E27FC236}">
                    <a16:creationId xmlns:a16="http://schemas.microsoft.com/office/drawing/2014/main" id="{CC6291F8-C584-5E75-1B90-AFEEF7EF5376}"/>
                  </a:ext>
                </a:extLst>
              </p:cNvPr>
              <p:cNvSpPr/>
              <p:nvPr/>
            </p:nvSpPr>
            <p:spPr>
              <a:xfrm>
                <a:off x="4171236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1" name="pg388">
                <a:extLst>
                  <a:ext uri="{FF2B5EF4-FFF2-40B4-BE49-F238E27FC236}">
                    <a16:creationId xmlns:a16="http://schemas.microsoft.com/office/drawing/2014/main" id="{157EFFEE-5EEF-ADB4-8AA3-B2911DF9C5D2}"/>
                  </a:ext>
                </a:extLst>
              </p:cNvPr>
              <p:cNvSpPr/>
              <p:nvPr/>
            </p:nvSpPr>
            <p:spPr>
              <a:xfrm>
                <a:off x="4252673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2" name="pg389">
                <a:extLst>
                  <a:ext uri="{FF2B5EF4-FFF2-40B4-BE49-F238E27FC236}">
                    <a16:creationId xmlns:a16="http://schemas.microsoft.com/office/drawing/2014/main" id="{44426B78-1D99-5F96-7B10-681714CDD52B}"/>
                  </a:ext>
                </a:extLst>
              </p:cNvPr>
              <p:cNvSpPr/>
              <p:nvPr/>
            </p:nvSpPr>
            <p:spPr>
              <a:xfrm>
                <a:off x="4334110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3" name="pg390">
                <a:extLst>
                  <a:ext uri="{FF2B5EF4-FFF2-40B4-BE49-F238E27FC236}">
                    <a16:creationId xmlns:a16="http://schemas.microsoft.com/office/drawing/2014/main" id="{D9DAA82F-40A8-2A76-3E8B-97B101F0B3C7}"/>
                  </a:ext>
                </a:extLst>
              </p:cNvPr>
              <p:cNvSpPr/>
              <p:nvPr/>
            </p:nvSpPr>
            <p:spPr>
              <a:xfrm>
                <a:off x="4415547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4" name="pg391">
                <a:extLst>
                  <a:ext uri="{FF2B5EF4-FFF2-40B4-BE49-F238E27FC236}">
                    <a16:creationId xmlns:a16="http://schemas.microsoft.com/office/drawing/2014/main" id="{34089EDD-A7F2-879A-B115-3C5E8AAEC144}"/>
                  </a:ext>
                </a:extLst>
              </p:cNvPr>
              <p:cNvSpPr/>
              <p:nvPr/>
            </p:nvSpPr>
            <p:spPr>
              <a:xfrm>
                <a:off x="4496984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5" name="pg392">
                <a:extLst>
                  <a:ext uri="{FF2B5EF4-FFF2-40B4-BE49-F238E27FC236}">
                    <a16:creationId xmlns:a16="http://schemas.microsoft.com/office/drawing/2014/main" id="{16101C1D-19C7-7D7A-69CB-774BECD2851A}"/>
                  </a:ext>
                </a:extLst>
              </p:cNvPr>
              <p:cNvSpPr/>
              <p:nvPr/>
            </p:nvSpPr>
            <p:spPr>
              <a:xfrm>
                <a:off x="4578421" y="351291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6" name="pg393">
                <a:extLst>
                  <a:ext uri="{FF2B5EF4-FFF2-40B4-BE49-F238E27FC236}">
                    <a16:creationId xmlns:a16="http://schemas.microsoft.com/office/drawing/2014/main" id="{1AB2C580-8A95-D6C2-1BD2-45F9FE6E612B}"/>
                  </a:ext>
                </a:extLst>
              </p:cNvPr>
              <p:cNvSpPr/>
              <p:nvPr/>
            </p:nvSpPr>
            <p:spPr>
              <a:xfrm>
                <a:off x="2868241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7" name="pg394">
                <a:extLst>
                  <a:ext uri="{FF2B5EF4-FFF2-40B4-BE49-F238E27FC236}">
                    <a16:creationId xmlns:a16="http://schemas.microsoft.com/office/drawing/2014/main" id="{01E61F1A-D1CF-1675-7441-0AD75CFD49E0}"/>
                  </a:ext>
                </a:extLst>
              </p:cNvPr>
              <p:cNvSpPr/>
              <p:nvPr/>
            </p:nvSpPr>
            <p:spPr>
              <a:xfrm>
                <a:off x="2949678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9">
                  <a:alpha val="100000"/>
                </a:srgbClr>
              </a:solidFill>
              <a:ln w="5420" cap="flat">
                <a:solidFill>
                  <a:srgbClr val="3B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8" name="pg395">
                <a:extLst>
                  <a:ext uri="{FF2B5EF4-FFF2-40B4-BE49-F238E27FC236}">
                    <a16:creationId xmlns:a16="http://schemas.microsoft.com/office/drawing/2014/main" id="{EA28839A-17FE-6200-2639-E2F0995674EE}"/>
                  </a:ext>
                </a:extLst>
              </p:cNvPr>
              <p:cNvSpPr/>
              <p:nvPr/>
            </p:nvSpPr>
            <p:spPr>
              <a:xfrm>
                <a:off x="3031116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A9DA9">
                  <a:alpha val="100000"/>
                </a:srgbClr>
              </a:solidFill>
              <a:ln w="5420" cap="flat">
                <a:solidFill>
                  <a:srgbClr val="3A9DA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29" name="pg396">
                <a:extLst>
                  <a:ext uri="{FF2B5EF4-FFF2-40B4-BE49-F238E27FC236}">
                    <a16:creationId xmlns:a16="http://schemas.microsoft.com/office/drawing/2014/main" id="{7AB5198A-691A-28D2-BBAA-9182296D5D4B}"/>
                  </a:ext>
                </a:extLst>
              </p:cNvPr>
              <p:cNvSpPr/>
              <p:nvPr/>
            </p:nvSpPr>
            <p:spPr>
              <a:xfrm>
                <a:off x="3112553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B9DAA">
                  <a:alpha val="100000"/>
                </a:srgbClr>
              </a:solidFill>
              <a:ln w="5420" cap="flat">
                <a:solidFill>
                  <a:srgbClr val="3B9D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0" name="pg397">
                <a:extLst>
                  <a:ext uri="{FF2B5EF4-FFF2-40B4-BE49-F238E27FC236}">
                    <a16:creationId xmlns:a16="http://schemas.microsoft.com/office/drawing/2014/main" id="{65D90663-5B8A-6A87-6615-F9B026A0F06C}"/>
                  </a:ext>
                </a:extLst>
              </p:cNvPr>
              <p:cNvSpPr/>
              <p:nvPr/>
            </p:nvSpPr>
            <p:spPr>
              <a:xfrm>
                <a:off x="3193990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C9FAA">
                  <a:alpha val="100000"/>
                </a:srgbClr>
              </a:solidFill>
              <a:ln w="5420" cap="flat">
                <a:solidFill>
                  <a:srgbClr val="3C9F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1" name="pg398">
                <a:extLst>
                  <a:ext uri="{FF2B5EF4-FFF2-40B4-BE49-F238E27FC236}">
                    <a16:creationId xmlns:a16="http://schemas.microsoft.com/office/drawing/2014/main" id="{96ADCC49-7648-69DA-6FA8-9D4CB08CB44D}"/>
                  </a:ext>
                </a:extLst>
              </p:cNvPr>
              <p:cNvSpPr/>
              <p:nvPr/>
            </p:nvSpPr>
            <p:spPr>
              <a:xfrm>
                <a:off x="3275427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EA1AA">
                  <a:alpha val="100000"/>
                </a:srgbClr>
              </a:solidFill>
              <a:ln w="5420" cap="flat">
                <a:solidFill>
                  <a:srgbClr val="3EA1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2" name="pg399">
                <a:extLst>
                  <a:ext uri="{FF2B5EF4-FFF2-40B4-BE49-F238E27FC236}">
                    <a16:creationId xmlns:a16="http://schemas.microsoft.com/office/drawing/2014/main" id="{29B4204F-3B02-D348-16D8-43F3D2F8482D}"/>
                  </a:ext>
                </a:extLst>
              </p:cNvPr>
              <p:cNvSpPr/>
              <p:nvPr/>
            </p:nvSpPr>
            <p:spPr>
              <a:xfrm>
                <a:off x="3356864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3" name="pg400">
                <a:extLst>
                  <a:ext uri="{FF2B5EF4-FFF2-40B4-BE49-F238E27FC236}">
                    <a16:creationId xmlns:a16="http://schemas.microsoft.com/office/drawing/2014/main" id="{CDA6B3E3-37F5-A971-27F7-AE61C3D2D237}"/>
                  </a:ext>
                </a:extLst>
              </p:cNvPr>
              <p:cNvSpPr/>
              <p:nvPr/>
            </p:nvSpPr>
            <p:spPr>
              <a:xfrm>
                <a:off x="3438301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7AA">
                  <a:alpha val="100000"/>
                </a:srgbClr>
              </a:solidFill>
              <a:ln w="5420" cap="flat">
                <a:solidFill>
                  <a:srgbClr val="44A7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4" name="pg401">
                <a:extLst>
                  <a:ext uri="{FF2B5EF4-FFF2-40B4-BE49-F238E27FC236}">
                    <a16:creationId xmlns:a16="http://schemas.microsoft.com/office/drawing/2014/main" id="{91DC0A3C-B54C-93C4-2C6B-A03BB0AFA9A3}"/>
                  </a:ext>
                </a:extLst>
              </p:cNvPr>
              <p:cNvSpPr/>
              <p:nvPr/>
            </p:nvSpPr>
            <p:spPr>
              <a:xfrm>
                <a:off x="3519738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5" name="pg402">
                <a:extLst>
                  <a:ext uri="{FF2B5EF4-FFF2-40B4-BE49-F238E27FC236}">
                    <a16:creationId xmlns:a16="http://schemas.microsoft.com/office/drawing/2014/main" id="{A0F132B8-3641-A6B3-B600-9AACE81EEB3E}"/>
                  </a:ext>
                </a:extLst>
              </p:cNvPr>
              <p:cNvSpPr/>
              <p:nvPr/>
            </p:nvSpPr>
            <p:spPr>
              <a:xfrm>
                <a:off x="3601176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3AB">
                  <a:alpha val="100000"/>
                </a:srgbClr>
              </a:solidFill>
              <a:ln w="5420" cap="flat">
                <a:solidFill>
                  <a:srgbClr val="4D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6" name="pg403">
                <a:extLst>
                  <a:ext uri="{FF2B5EF4-FFF2-40B4-BE49-F238E27FC236}">
                    <a16:creationId xmlns:a16="http://schemas.microsoft.com/office/drawing/2014/main" id="{7D9C0553-D2CD-20A1-C615-D145C0D6A865}"/>
                  </a:ext>
                </a:extLst>
              </p:cNvPr>
              <p:cNvSpPr/>
              <p:nvPr/>
            </p:nvSpPr>
            <p:spPr>
              <a:xfrm>
                <a:off x="3682613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7" name="pg404">
                <a:extLst>
                  <a:ext uri="{FF2B5EF4-FFF2-40B4-BE49-F238E27FC236}">
                    <a16:creationId xmlns:a16="http://schemas.microsoft.com/office/drawing/2014/main" id="{3DFBCCE6-302B-2065-D071-1998BD5EBC0F}"/>
                  </a:ext>
                </a:extLst>
              </p:cNvPr>
              <p:cNvSpPr/>
              <p:nvPr/>
            </p:nvSpPr>
            <p:spPr>
              <a:xfrm>
                <a:off x="3764050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8" name="pg405">
                <a:extLst>
                  <a:ext uri="{FF2B5EF4-FFF2-40B4-BE49-F238E27FC236}">
                    <a16:creationId xmlns:a16="http://schemas.microsoft.com/office/drawing/2014/main" id="{760E1A82-CFE0-8896-94FC-C5A78B39D767}"/>
                  </a:ext>
                </a:extLst>
              </p:cNvPr>
              <p:cNvSpPr/>
              <p:nvPr/>
            </p:nvSpPr>
            <p:spPr>
              <a:xfrm>
                <a:off x="3845487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39" name="pg406">
                <a:extLst>
                  <a:ext uri="{FF2B5EF4-FFF2-40B4-BE49-F238E27FC236}">
                    <a16:creationId xmlns:a16="http://schemas.microsoft.com/office/drawing/2014/main" id="{9A1E12E8-DE6B-320D-237F-CEAAF5A9F3A5}"/>
                  </a:ext>
                </a:extLst>
              </p:cNvPr>
              <p:cNvSpPr/>
              <p:nvPr/>
            </p:nvSpPr>
            <p:spPr>
              <a:xfrm>
                <a:off x="3926924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0" name="pg407">
                <a:extLst>
                  <a:ext uri="{FF2B5EF4-FFF2-40B4-BE49-F238E27FC236}">
                    <a16:creationId xmlns:a16="http://schemas.microsoft.com/office/drawing/2014/main" id="{2D8C4A3F-DEB3-DAC6-6BF6-B07F108FD97F}"/>
                  </a:ext>
                </a:extLst>
              </p:cNvPr>
              <p:cNvSpPr/>
              <p:nvPr/>
            </p:nvSpPr>
            <p:spPr>
              <a:xfrm>
                <a:off x="4008361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1" name="pg408">
                <a:extLst>
                  <a:ext uri="{FF2B5EF4-FFF2-40B4-BE49-F238E27FC236}">
                    <a16:creationId xmlns:a16="http://schemas.microsoft.com/office/drawing/2014/main" id="{C60BDE04-E6EE-68B7-404D-920658483836}"/>
                  </a:ext>
                </a:extLst>
              </p:cNvPr>
              <p:cNvSpPr/>
              <p:nvPr/>
            </p:nvSpPr>
            <p:spPr>
              <a:xfrm>
                <a:off x="4089798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2AC">
                  <a:alpha val="100000"/>
                </a:srgbClr>
              </a:solidFill>
              <a:ln w="5420" cap="flat">
                <a:solidFill>
                  <a:srgbClr val="59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2" name="pg409">
                <a:extLst>
                  <a:ext uri="{FF2B5EF4-FFF2-40B4-BE49-F238E27FC236}">
                    <a16:creationId xmlns:a16="http://schemas.microsoft.com/office/drawing/2014/main" id="{E60F8AC0-5612-F2C0-86E7-639067B9DBA8}"/>
                  </a:ext>
                </a:extLst>
              </p:cNvPr>
              <p:cNvSpPr/>
              <p:nvPr/>
            </p:nvSpPr>
            <p:spPr>
              <a:xfrm>
                <a:off x="4171236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3" name="pg410">
                <a:extLst>
                  <a:ext uri="{FF2B5EF4-FFF2-40B4-BE49-F238E27FC236}">
                    <a16:creationId xmlns:a16="http://schemas.microsoft.com/office/drawing/2014/main" id="{ED3AA23E-52AC-D75F-4ECB-51924BF2B507}"/>
                  </a:ext>
                </a:extLst>
              </p:cNvPr>
              <p:cNvSpPr/>
              <p:nvPr/>
            </p:nvSpPr>
            <p:spPr>
              <a:xfrm>
                <a:off x="4252673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2AC">
                  <a:alpha val="100000"/>
                </a:srgbClr>
              </a:solidFill>
              <a:ln w="5420" cap="flat">
                <a:solidFill>
                  <a:srgbClr val="59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4" name="pg411">
                <a:extLst>
                  <a:ext uri="{FF2B5EF4-FFF2-40B4-BE49-F238E27FC236}">
                    <a16:creationId xmlns:a16="http://schemas.microsoft.com/office/drawing/2014/main" id="{6E1C6D24-AB50-06F9-ECAB-E646BB0245AD}"/>
                  </a:ext>
                </a:extLst>
              </p:cNvPr>
              <p:cNvSpPr/>
              <p:nvPr/>
            </p:nvSpPr>
            <p:spPr>
              <a:xfrm>
                <a:off x="4334110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5" name="pg412">
                <a:extLst>
                  <a:ext uri="{FF2B5EF4-FFF2-40B4-BE49-F238E27FC236}">
                    <a16:creationId xmlns:a16="http://schemas.microsoft.com/office/drawing/2014/main" id="{CA7C2C82-E86F-0150-D8C2-AD3BF74F3109}"/>
                  </a:ext>
                </a:extLst>
              </p:cNvPr>
              <p:cNvSpPr/>
              <p:nvPr/>
            </p:nvSpPr>
            <p:spPr>
              <a:xfrm>
                <a:off x="4415547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BFAB">
                  <a:alpha val="100000"/>
                </a:srgbClr>
              </a:solidFill>
              <a:ln w="5420" cap="flat">
                <a:solidFill>
                  <a:srgbClr val="57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6" name="pg413">
                <a:extLst>
                  <a:ext uri="{FF2B5EF4-FFF2-40B4-BE49-F238E27FC236}">
                    <a16:creationId xmlns:a16="http://schemas.microsoft.com/office/drawing/2014/main" id="{B15A9772-B0F6-2693-6015-C7C64073E88A}"/>
                  </a:ext>
                </a:extLst>
              </p:cNvPr>
              <p:cNvSpPr/>
              <p:nvPr/>
            </p:nvSpPr>
            <p:spPr>
              <a:xfrm>
                <a:off x="4496984" y="361622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7" name="pg414">
                <a:extLst>
                  <a:ext uri="{FF2B5EF4-FFF2-40B4-BE49-F238E27FC236}">
                    <a16:creationId xmlns:a16="http://schemas.microsoft.com/office/drawing/2014/main" id="{A13CB64A-9256-0820-3B8A-6595554537EA}"/>
                  </a:ext>
                </a:extLst>
              </p:cNvPr>
              <p:cNvSpPr/>
              <p:nvPr/>
            </p:nvSpPr>
            <p:spPr>
              <a:xfrm>
                <a:off x="3031116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3FA2AA">
                  <a:alpha val="100000"/>
                </a:srgbClr>
              </a:solidFill>
              <a:ln w="5420" cap="flat">
                <a:solidFill>
                  <a:srgbClr val="3FA2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8" name="pg415">
                <a:extLst>
                  <a:ext uri="{FF2B5EF4-FFF2-40B4-BE49-F238E27FC236}">
                    <a16:creationId xmlns:a16="http://schemas.microsoft.com/office/drawing/2014/main" id="{15AD96B2-ED15-4084-90A7-A8A14D04D557}"/>
                  </a:ext>
                </a:extLst>
              </p:cNvPr>
              <p:cNvSpPr/>
              <p:nvPr/>
            </p:nvSpPr>
            <p:spPr>
              <a:xfrm>
                <a:off x="3112553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0A3AA">
                  <a:alpha val="100000"/>
                </a:srgbClr>
              </a:solidFill>
              <a:ln w="5420" cap="flat">
                <a:solidFill>
                  <a:srgbClr val="40A3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49" name="pg416">
                <a:extLst>
                  <a:ext uri="{FF2B5EF4-FFF2-40B4-BE49-F238E27FC236}">
                    <a16:creationId xmlns:a16="http://schemas.microsoft.com/office/drawing/2014/main" id="{EA928BE7-B0B4-BFA4-814D-A1968C97B5E3}"/>
                  </a:ext>
                </a:extLst>
              </p:cNvPr>
              <p:cNvSpPr/>
              <p:nvPr/>
            </p:nvSpPr>
            <p:spPr>
              <a:xfrm>
                <a:off x="3193990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1A4AA">
                  <a:alpha val="100000"/>
                </a:srgbClr>
              </a:solidFill>
              <a:ln w="5420" cap="flat">
                <a:solidFill>
                  <a:srgbClr val="41A4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0" name="pg417">
                <a:extLst>
                  <a:ext uri="{FF2B5EF4-FFF2-40B4-BE49-F238E27FC236}">
                    <a16:creationId xmlns:a16="http://schemas.microsoft.com/office/drawing/2014/main" id="{A47D3FD9-D7FA-BD33-6CF6-AB33810028D3}"/>
                  </a:ext>
                </a:extLst>
              </p:cNvPr>
              <p:cNvSpPr/>
              <p:nvPr/>
            </p:nvSpPr>
            <p:spPr>
              <a:xfrm>
                <a:off x="3275427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3A6AA">
                  <a:alpha val="100000"/>
                </a:srgbClr>
              </a:solidFill>
              <a:ln w="5420" cap="flat">
                <a:solidFill>
                  <a:srgbClr val="43A6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1" name="pg418">
                <a:extLst>
                  <a:ext uri="{FF2B5EF4-FFF2-40B4-BE49-F238E27FC236}">
                    <a16:creationId xmlns:a16="http://schemas.microsoft.com/office/drawing/2014/main" id="{7B968E41-A059-516D-75C4-BD3D8DCB8F02}"/>
                  </a:ext>
                </a:extLst>
              </p:cNvPr>
              <p:cNvSpPr/>
              <p:nvPr/>
            </p:nvSpPr>
            <p:spPr>
              <a:xfrm>
                <a:off x="3356864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2" name="pg419">
                <a:extLst>
                  <a:ext uri="{FF2B5EF4-FFF2-40B4-BE49-F238E27FC236}">
                    <a16:creationId xmlns:a16="http://schemas.microsoft.com/office/drawing/2014/main" id="{663690AC-4AA7-54B9-52F7-49EB05EC9D48}"/>
                  </a:ext>
                </a:extLst>
              </p:cNvPr>
              <p:cNvSpPr/>
              <p:nvPr/>
            </p:nvSpPr>
            <p:spPr>
              <a:xfrm>
                <a:off x="3438301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3" name="pg420">
                <a:extLst>
                  <a:ext uri="{FF2B5EF4-FFF2-40B4-BE49-F238E27FC236}">
                    <a16:creationId xmlns:a16="http://schemas.microsoft.com/office/drawing/2014/main" id="{D29762D2-2ED5-1AB8-B7B1-9FFB3CA1E0AA}"/>
                  </a:ext>
                </a:extLst>
              </p:cNvPr>
              <p:cNvSpPr/>
              <p:nvPr/>
            </p:nvSpPr>
            <p:spPr>
              <a:xfrm>
                <a:off x="3519738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4" name="pg421">
                <a:extLst>
                  <a:ext uri="{FF2B5EF4-FFF2-40B4-BE49-F238E27FC236}">
                    <a16:creationId xmlns:a16="http://schemas.microsoft.com/office/drawing/2014/main" id="{1E630089-CCCB-AA62-F27E-E644FE47EDF1}"/>
                  </a:ext>
                </a:extLst>
              </p:cNvPr>
              <p:cNvSpPr/>
              <p:nvPr/>
            </p:nvSpPr>
            <p:spPr>
              <a:xfrm>
                <a:off x="3601176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7AB">
                  <a:alpha val="100000"/>
                </a:srgbClr>
              </a:solidFill>
              <a:ln w="5420" cap="flat">
                <a:solidFill>
                  <a:srgbClr val="50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5" name="pg422">
                <a:extLst>
                  <a:ext uri="{FF2B5EF4-FFF2-40B4-BE49-F238E27FC236}">
                    <a16:creationId xmlns:a16="http://schemas.microsoft.com/office/drawing/2014/main" id="{D468DFE6-4CD5-8D1A-F0A5-4FF3A411B648}"/>
                  </a:ext>
                </a:extLst>
              </p:cNvPr>
              <p:cNvSpPr/>
              <p:nvPr/>
            </p:nvSpPr>
            <p:spPr>
              <a:xfrm>
                <a:off x="3682613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6" name="pg423">
                <a:extLst>
                  <a:ext uri="{FF2B5EF4-FFF2-40B4-BE49-F238E27FC236}">
                    <a16:creationId xmlns:a16="http://schemas.microsoft.com/office/drawing/2014/main" id="{72591E08-BB2D-AD1D-9738-B0B708775E05}"/>
                  </a:ext>
                </a:extLst>
              </p:cNvPr>
              <p:cNvSpPr/>
              <p:nvPr/>
            </p:nvSpPr>
            <p:spPr>
              <a:xfrm>
                <a:off x="3764050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7" name="pg424">
                <a:extLst>
                  <a:ext uri="{FF2B5EF4-FFF2-40B4-BE49-F238E27FC236}">
                    <a16:creationId xmlns:a16="http://schemas.microsoft.com/office/drawing/2014/main" id="{BDE6F2CA-B8DB-E01A-E29F-62447A3391DA}"/>
                  </a:ext>
                </a:extLst>
              </p:cNvPr>
              <p:cNvSpPr/>
              <p:nvPr/>
            </p:nvSpPr>
            <p:spPr>
              <a:xfrm>
                <a:off x="3845487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8" name="pg425">
                <a:extLst>
                  <a:ext uri="{FF2B5EF4-FFF2-40B4-BE49-F238E27FC236}">
                    <a16:creationId xmlns:a16="http://schemas.microsoft.com/office/drawing/2014/main" id="{76D77489-667A-27EC-1698-31BD34DAF13C}"/>
                  </a:ext>
                </a:extLst>
              </p:cNvPr>
              <p:cNvSpPr/>
              <p:nvPr/>
            </p:nvSpPr>
            <p:spPr>
              <a:xfrm>
                <a:off x="3926924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59" name="pg426">
                <a:extLst>
                  <a:ext uri="{FF2B5EF4-FFF2-40B4-BE49-F238E27FC236}">
                    <a16:creationId xmlns:a16="http://schemas.microsoft.com/office/drawing/2014/main" id="{35AA0ED1-7776-9FF1-6F9B-291B95D1C527}"/>
                  </a:ext>
                </a:extLst>
              </p:cNvPr>
              <p:cNvSpPr/>
              <p:nvPr/>
            </p:nvSpPr>
            <p:spPr>
              <a:xfrm>
                <a:off x="4008361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0" name="pg427">
                <a:extLst>
                  <a:ext uri="{FF2B5EF4-FFF2-40B4-BE49-F238E27FC236}">
                    <a16:creationId xmlns:a16="http://schemas.microsoft.com/office/drawing/2014/main" id="{0644965D-7437-1C2B-9424-9F6EF62E43F5}"/>
                  </a:ext>
                </a:extLst>
              </p:cNvPr>
              <p:cNvSpPr/>
              <p:nvPr/>
            </p:nvSpPr>
            <p:spPr>
              <a:xfrm>
                <a:off x="4089798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1" name="pg428">
                <a:extLst>
                  <a:ext uri="{FF2B5EF4-FFF2-40B4-BE49-F238E27FC236}">
                    <a16:creationId xmlns:a16="http://schemas.microsoft.com/office/drawing/2014/main" id="{65F2710C-E597-9815-6180-1B64148BAC3A}"/>
                  </a:ext>
                </a:extLst>
              </p:cNvPr>
              <p:cNvSpPr/>
              <p:nvPr/>
            </p:nvSpPr>
            <p:spPr>
              <a:xfrm>
                <a:off x="4171236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2" name="pg429">
                <a:extLst>
                  <a:ext uri="{FF2B5EF4-FFF2-40B4-BE49-F238E27FC236}">
                    <a16:creationId xmlns:a16="http://schemas.microsoft.com/office/drawing/2014/main" id="{32A58635-CBCD-9437-9E21-DCEFCD37843A}"/>
                  </a:ext>
                </a:extLst>
              </p:cNvPr>
              <p:cNvSpPr/>
              <p:nvPr/>
            </p:nvSpPr>
            <p:spPr>
              <a:xfrm>
                <a:off x="4252673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3" name="pg430">
                <a:extLst>
                  <a:ext uri="{FF2B5EF4-FFF2-40B4-BE49-F238E27FC236}">
                    <a16:creationId xmlns:a16="http://schemas.microsoft.com/office/drawing/2014/main" id="{848D079F-A1C3-9F00-921A-1ED6F99EEF86}"/>
                  </a:ext>
                </a:extLst>
              </p:cNvPr>
              <p:cNvSpPr/>
              <p:nvPr/>
            </p:nvSpPr>
            <p:spPr>
              <a:xfrm>
                <a:off x="4334110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4" name="pg431">
                <a:extLst>
                  <a:ext uri="{FF2B5EF4-FFF2-40B4-BE49-F238E27FC236}">
                    <a16:creationId xmlns:a16="http://schemas.microsoft.com/office/drawing/2014/main" id="{148F560B-89DE-067B-6C42-AE9887DCDC6B}"/>
                  </a:ext>
                </a:extLst>
              </p:cNvPr>
              <p:cNvSpPr/>
              <p:nvPr/>
            </p:nvSpPr>
            <p:spPr>
              <a:xfrm>
                <a:off x="4415547" y="371954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5" name="pg432">
                <a:extLst>
                  <a:ext uri="{FF2B5EF4-FFF2-40B4-BE49-F238E27FC236}">
                    <a16:creationId xmlns:a16="http://schemas.microsoft.com/office/drawing/2014/main" id="{DC63E201-C829-85EE-0785-B103F69016F3}"/>
                  </a:ext>
                </a:extLst>
              </p:cNvPr>
              <p:cNvSpPr/>
              <p:nvPr/>
            </p:nvSpPr>
            <p:spPr>
              <a:xfrm>
                <a:off x="3112553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8AA">
                  <a:alpha val="100000"/>
                </a:srgbClr>
              </a:solidFill>
              <a:ln w="5420" cap="flat">
                <a:solidFill>
                  <a:srgbClr val="45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6" name="pg433">
                <a:extLst>
                  <a:ext uri="{FF2B5EF4-FFF2-40B4-BE49-F238E27FC236}">
                    <a16:creationId xmlns:a16="http://schemas.microsoft.com/office/drawing/2014/main" id="{78DE00E3-0A66-E213-92D1-1E6222A4FE7A}"/>
                  </a:ext>
                </a:extLst>
              </p:cNvPr>
              <p:cNvSpPr/>
              <p:nvPr/>
            </p:nvSpPr>
            <p:spPr>
              <a:xfrm>
                <a:off x="3193990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7" name="pg434">
                <a:extLst>
                  <a:ext uri="{FF2B5EF4-FFF2-40B4-BE49-F238E27FC236}">
                    <a16:creationId xmlns:a16="http://schemas.microsoft.com/office/drawing/2014/main" id="{DAEEF259-239C-FD8A-98FF-BAA1EAC6AF34}"/>
                  </a:ext>
                </a:extLst>
              </p:cNvPr>
              <p:cNvSpPr/>
              <p:nvPr/>
            </p:nvSpPr>
            <p:spPr>
              <a:xfrm>
                <a:off x="3275427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8" name="pg435">
                <a:extLst>
                  <a:ext uri="{FF2B5EF4-FFF2-40B4-BE49-F238E27FC236}">
                    <a16:creationId xmlns:a16="http://schemas.microsoft.com/office/drawing/2014/main" id="{65A54E8E-62C5-C8A1-572B-BF58049FB356}"/>
                  </a:ext>
                </a:extLst>
              </p:cNvPr>
              <p:cNvSpPr/>
              <p:nvPr/>
            </p:nvSpPr>
            <p:spPr>
              <a:xfrm>
                <a:off x="3356864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69" name="pg436">
                <a:extLst>
                  <a:ext uri="{FF2B5EF4-FFF2-40B4-BE49-F238E27FC236}">
                    <a16:creationId xmlns:a16="http://schemas.microsoft.com/office/drawing/2014/main" id="{87DFD9A7-1153-883C-8916-AA6F9121485A}"/>
                  </a:ext>
                </a:extLst>
              </p:cNvPr>
              <p:cNvSpPr/>
              <p:nvPr/>
            </p:nvSpPr>
            <p:spPr>
              <a:xfrm>
                <a:off x="3438301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0" name="pg437">
                <a:extLst>
                  <a:ext uri="{FF2B5EF4-FFF2-40B4-BE49-F238E27FC236}">
                    <a16:creationId xmlns:a16="http://schemas.microsoft.com/office/drawing/2014/main" id="{1EC7715F-72FD-FD85-521A-BDA5EF5EA4C0}"/>
                  </a:ext>
                </a:extLst>
              </p:cNvPr>
              <p:cNvSpPr/>
              <p:nvPr/>
            </p:nvSpPr>
            <p:spPr>
              <a:xfrm>
                <a:off x="3519738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1" name="pg438">
                <a:extLst>
                  <a:ext uri="{FF2B5EF4-FFF2-40B4-BE49-F238E27FC236}">
                    <a16:creationId xmlns:a16="http://schemas.microsoft.com/office/drawing/2014/main" id="{CE15036E-0B0F-059F-6F7F-C310B6CBAA33}"/>
                  </a:ext>
                </a:extLst>
              </p:cNvPr>
              <p:cNvSpPr/>
              <p:nvPr/>
            </p:nvSpPr>
            <p:spPr>
              <a:xfrm>
                <a:off x="3601176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2" name="pg439">
                <a:extLst>
                  <a:ext uri="{FF2B5EF4-FFF2-40B4-BE49-F238E27FC236}">
                    <a16:creationId xmlns:a16="http://schemas.microsoft.com/office/drawing/2014/main" id="{6E335DF2-AF46-487A-4DE9-7D1D190778B4}"/>
                  </a:ext>
                </a:extLst>
              </p:cNvPr>
              <p:cNvSpPr/>
              <p:nvPr/>
            </p:nvSpPr>
            <p:spPr>
              <a:xfrm>
                <a:off x="3682613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3" name="pg440">
                <a:extLst>
                  <a:ext uri="{FF2B5EF4-FFF2-40B4-BE49-F238E27FC236}">
                    <a16:creationId xmlns:a16="http://schemas.microsoft.com/office/drawing/2014/main" id="{52785028-4D40-BCD5-9C90-10FCB329F72C}"/>
                  </a:ext>
                </a:extLst>
              </p:cNvPr>
              <p:cNvSpPr/>
              <p:nvPr/>
            </p:nvSpPr>
            <p:spPr>
              <a:xfrm>
                <a:off x="3764050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4" name="pg441">
                <a:extLst>
                  <a:ext uri="{FF2B5EF4-FFF2-40B4-BE49-F238E27FC236}">
                    <a16:creationId xmlns:a16="http://schemas.microsoft.com/office/drawing/2014/main" id="{CF3A300F-C288-CE59-02C1-F4C1E8FACF3C}"/>
                  </a:ext>
                </a:extLst>
              </p:cNvPr>
              <p:cNvSpPr/>
              <p:nvPr/>
            </p:nvSpPr>
            <p:spPr>
              <a:xfrm>
                <a:off x="3845487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5" name="pg442">
                <a:extLst>
                  <a:ext uri="{FF2B5EF4-FFF2-40B4-BE49-F238E27FC236}">
                    <a16:creationId xmlns:a16="http://schemas.microsoft.com/office/drawing/2014/main" id="{B2608BB9-D0CA-2A70-3402-69D8ABF05231}"/>
                  </a:ext>
                </a:extLst>
              </p:cNvPr>
              <p:cNvSpPr/>
              <p:nvPr/>
            </p:nvSpPr>
            <p:spPr>
              <a:xfrm>
                <a:off x="3926924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6" name="pg443">
                <a:extLst>
                  <a:ext uri="{FF2B5EF4-FFF2-40B4-BE49-F238E27FC236}">
                    <a16:creationId xmlns:a16="http://schemas.microsoft.com/office/drawing/2014/main" id="{B72BAA5E-71F8-62B1-7F60-4B56FBF7F177}"/>
                  </a:ext>
                </a:extLst>
              </p:cNvPr>
              <p:cNvSpPr/>
              <p:nvPr/>
            </p:nvSpPr>
            <p:spPr>
              <a:xfrm>
                <a:off x="4008361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7" name="pg444">
                <a:extLst>
                  <a:ext uri="{FF2B5EF4-FFF2-40B4-BE49-F238E27FC236}">
                    <a16:creationId xmlns:a16="http://schemas.microsoft.com/office/drawing/2014/main" id="{91192BDF-5ABA-230F-9C0E-68264DB4D777}"/>
                  </a:ext>
                </a:extLst>
              </p:cNvPr>
              <p:cNvSpPr/>
              <p:nvPr/>
            </p:nvSpPr>
            <p:spPr>
              <a:xfrm>
                <a:off x="4089798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8" name="pg445">
                <a:extLst>
                  <a:ext uri="{FF2B5EF4-FFF2-40B4-BE49-F238E27FC236}">
                    <a16:creationId xmlns:a16="http://schemas.microsoft.com/office/drawing/2014/main" id="{D93A0F3D-BAC5-D565-39D3-B479F3FAC77B}"/>
                  </a:ext>
                </a:extLst>
              </p:cNvPr>
              <p:cNvSpPr/>
              <p:nvPr/>
            </p:nvSpPr>
            <p:spPr>
              <a:xfrm>
                <a:off x="4171236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79" name="pg446">
                <a:extLst>
                  <a:ext uri="{FF2B5EF4-FFF2-40B4-BE49-F238E27FC236}">
                    <a16:creationId xmlns:a16="http://schemas.microsoft.com/office/drawing/2014/main" id="{D75FB9D6-5586-7AF9-AF03-C1642EB2414D}"/>
                  </a:ext>
                </a:extLst>
              </p:cNvPr>
              <p:cNvSpPr/>
              <p:nvPr/>
            </p:nvSpPr>
            <p:spPr>
              <a:xfrm>
                <a:off x="4252673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0" name="pg447">
                <a:extLst>
                  <a:ext uri="{FF2B5EF4-FFF2-40B4-BE49-F238E27FC236}">
                    <a16:creationId xmlns:a16="http://schemas.microsoft.com/office/drawing/2014/main" id="{2361E06C-3DB6-72E9-C9F2-90ABF411DAFA}"/>
                  </a:ext>
                </a:extLst>
              </p:cNvPr>
              <p:cNvSpPr/>
              <p:nvPr/>
            </p:nvSpPr>
            <p:spPr>
              <a:xfrm>
                <a:off x="4334110" y="382286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5AC">
                  <a:alpha val="100000"/>
                </a:srgbClr>
              </a:solidFill>
              <a:ln w="5420" cap="flat">
                <a:solidFill>
                  <a:srgbClr val="5B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1" name="pg448">
                <a:extLst>
                  <a:ext uri="{FF2B5EF4-FFF2-40B4-BE49-F238E27FC236}">
                    <a16:creationId xmlns:a16="http://schemas.microsoft.com/office/drawing/2014/main" id="{FCC2148A-67FC-B8D4-4E70-572846654328}"/>
                  </a:ext>
                </a:extLst>
              </p:cNvPr>
              <p:cNvSpPr/>
              <p:nvPr/>
            </p:nvSpPr>
            <p:spPr>
              <a:xfrm>
                <a:off x="3193990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2" name="pg449">
                <a:extLst>
                  <a:ext uri="{FF2B5EF4-FFF2-40B4-BE49-F238E27FC236}">
                    <a16:creationId xmlns:a16="http://schemas.microsoft.com/office/drawing/2014/main" id="{CF2E4CD3-FD56-BBB7-6A71-8AB4E5058E4D}"/>
                  </a:ext>
                </a:extLst>
              </p:cNvPr>
              <p:cNvSpPr/>
              <p:nvPr/>
            </p:nvSpPr>
            <p:spPr>
              <a:xfrm>
                <a:off x="3275427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3" name="pg450">
                <a:extLst>
                  <a:ext uri="{FF2B5EF4-FFF2-40B4-BE49-F238E27FC236}">
                    <a16:creationId xmlns:a16="http://schemas.microsoft.com/office/drawing/2014/main" id="{3AA05256-EF60-D06C-6FA1-F011BE98902E}"/>
                  </a:ext>
                </a:extLst>
              </p:cNvPr>
              <p:cNvSpPr/>
              <p:nvPr/>
            </p:nvSpPr>
            <p:spPr>
              <a:xfrm>
                <a:off x="3356864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4" name="pg451">
                <a:extLst>
                  <a:ext uri="{FF2B5EF4-FFF2-40B4-BE49-F238E27FC236}">
                    <a16:creationId xmlns:a16="http://schemas.microsoft.com/office/drawing/2014/main" id="{A97A411C-3E3D-12D7-CE2D-2F72F0A8E2D7}"/>
                  </a:ext>
                </a:extLst>
              </p:cNvPr>
              <p:cNvSpPr/>
              <p:nvPr/>
            </p:nvSpPr>
            <p:spPr>
              <a:xfrm>
                <a:off x="3438301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5" name="pg452">
                <a:extLst>
                  <a:ext uri="{FF2B5EF4-FFF2-40B4-BE49-F238E27FC236}">
                    <a16:creationId xmlns:a16="http://schemas.microsoft.com/office/drawing/2014/main" id="{A224E2F6-7FB9-F503-B83F-5F147C85424C}"/>
                  </a:ext>
                </a:extLst>
              </p:cNvPr>
              <p:cNvSpPr/>
              <p:nvPr/>
            </p:nvSpPr>
            <p:spPr>
              <a:xfrm>
                <a:off x="3519738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6" name="pg453">
                <a:extLst>
                  <a:ext uri="{FF2B5EF4-FFF2-40B4-BE49-F238E27FC236}">
                    <a16:creationId xmlns:a16="http://schemas.microsoft.com/office/drawing/2014/main" id="{7E5D0C73-F9D4-AFB3-93EE-8A8D668AAC48}"/>
                  </a:ext>
                </a:extLst>
              </p:cNvPr>
              <p:cNvSpPr/>
              <p:nvPr/>
            </p:nvSpPr>
            <p:spPr>
              <a:xfrm>
                <a:off x="3601176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7" name="pg454">
                <a:extLst>
                  <a:ext uri="{FF2B5EF4-FFF2-40B4-BE49-F238E27FC236}">
                    <a16:creationId xmlns:a16="http://schemas.microsoft.com/office/drawing/2014/main" id="{B3A62E7B-0FF0-8F92-3CE8-FF7E959DD713}"/>
                  </a:ext>
                </a:extLst>
              </p:cNvPr>
              <p:cNvSpPr/>
              <p:nvPr/>
            </p:nvSpPr>
            <p:spPr>
              <a:xfrm>
                <a:off x="3682613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8" name="pg455">
                <a:extLst>
                  <a:ext uri="{FF2B5EF4-FFF2-40B4-BE49-F238E27FC236}">
                    <a16:creationId xmlns:a16="http://schemas.microsoft.com/office/drawing/2014/main" id="{FE236C29-F88E-803D-F19B-019D575309D1}"/>
                  </a:ext>
                </a:extLst>
              </p:cNvPr>
              <p:cNvSpPr/>
              <p:nvPr/>
            </p:nvSpPr>
            <p:spPr>
              <a:xfrm>
                <a:off x="3764050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89" name="pg456">
                <a:extLst>
                  <a:ext uri="{FF2B5EF4-FFF2-40B4-BE49-F238E27FC236}">
                    <a16:creationId xmlns:a16="http://schemas.microsoft.com/office/drawing/2014/main" id="{3F95BE7F-8B6D-FD74-51C6-F8477F97A3FC}"/>
                  </a:ext>
                </a:extLst>
              </p:cNvPr>
              <p:cNvSpPr/>
              <p:nvPr/>
            </p:nvSpPr>
            <p:spPr>
              <a:xfrm>
                <a:off x="3845487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0" name="pg457">
                <a:extLst>
                  <a:ext uri="{FF2B5EF4-FFF2-40B4-BE49-F238E27FC236}">
                    <a16:creationId xmlns:a16="http://schemas.microsoft.com/office/drawing/2014/main" id="{49768794-496B-9E8B-08CA-310FC50E8D07}"/>
                  </a:ext>
                </a:extLst>
              </p:cNvPr>
              <p:cNvSpPr/>
              <p:nvPr/>
            </p:nvSpPr>
            <p:spPr>
              <a:xfrm>
                <a:off x="3926924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1" name="pg458">
                <a:extLst>
                  <a:ext uri="{FF2B5EF4-FFF2-40B4-BE49-F238E27FC236}">
                    <a16:creationId xmlns:a16="http://schemas.microsoft.com/office/drawing/2014/main" id="{57974FA3-D25C-8988-F925-8A8ED3A46FEA}"/>
                  </a:ext>
                </a:extLst>
              </p:cNvPr>
              <p:cNvSpPr/>
              <p:nvPr/>
            </p:nvSpPr>
            <p:spPr>
              <a:xfrm>
                <a:off x="4008361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2" name="pg459">
                <a:extLst>
                  <a:ext uri="{FF2B5EF4-FFF2-40B4-BE49-F238E27FC236}">
                    <a16:creationId xmlns:a16="http://schemas.microsoft.com/office/drawing/2014/main" id="{7E3086A6-A7B1-DDA2-242C-6675E4263165}"/>
                  </a:ext>
                </a:extLst>
              </p:cNvPr>
              <p:cNvSpPr/>
              <p:nvPr/>
            </p:nvSpPr>
            <p:spPr>
              <a:xfrm>
                <a:off x="4089798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3" name="pg460">
                <a:extLst>
                  <a:ext uri="{FF2B5EF4-FFF2-40B4-BE49-F238E27FC236}">
                    <a16:creationId xmlns:a16="http://schemas.microsoft.com/office/drawing/2014/main" id="{95168D0C-4DB7-4978-9466-9649C243CA70}"/>
                  </a:ext>
                </a:extLst>
              </p:cNvPr>
              <p:cNvSpPr/>
              <p:nvPr/>
            </p:nvSpPr>
            <p:spPr>
              <a:xfrm>
                <a:off x="4171236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4" name="pg461">
                <a:extLst>
                  <a:ext uri="{FF2B5EF4-FFF2-40B4-BE49-F238E27FC236}">
                    <a16:creationId xmlns:a16="http://schemas.microsoft.com/office/drawing/2014/main" id="{D9F1B7D4-F5D6-3C07-3475-786C652B9BE4}"/>
                  </a:ext>
                </a:extLst>
              </p:cNvPr>
              <p:cNvSpPr/>
              <p:nvPr/>
            </p:nvSpPr>
            <p:spPr>
              <a:xfrm>
                <a:off x="4252673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5" name="pg462">
                <a:extLst>
                  <a:ext uri="{FF2B5EF4-FFF2-40B4-BE49-F238E27FC236}">
                    <a16:creationId xmlns:a16="http://schemas.microsoft.com/office/drawing/2014/main" id="{71623D67-B027-6D07-FC1D-8E2DCD2C4AF5}"/>
                  </a:ext>
                </a:extLst>
              </p:cNvPr>
              <p:cNvSpPr/>
              <p:nvPr/>
            </p:nvSpPr>
            <p:spPr>
              <a:xfrm>
                <a:off x="4334110" y="392617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6" name="pg463">
                <a:extLst>
                  <a:ext uri="{FF2B5EF4-FFF2-40B4-BE49-F238E27FC236}">
                    <a16:creationId xmlns:a16="http://schemas.microsoft.com/office/drawing/2014/main" id="{EE67DB41-6F1D-D4AB-3CA0-15A4D5F6DC58}"/>
                  </a:ext>
                </a:extLst>
              </p:cNvPr>
              <p:cNvSpPr/>
              <p:nvPr/>
            </p:nvSpPr>
            <p:spPr>
              <a:xfrm>
                <a:off x="2868241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7" name="pg464">
                <a:extLst>
                  <a:ext uri="{FF2B5EF4-FFF2-40B4-BE49-F238E27FC236}">
                    <a16:creationId xmlns:a16="http://schemas.microsoft.com/office/drawing/2014/main" id="{0DE1A043-3A44-A884-ED5B-67A998BAF24D}"/>
                  </a:ext>
                </a:extLst>
              </p:cNvPr>
              <p:cNvSpPr/>
              <p:nvPr/>
            </p:nvSpPr>
            <p:spPr>
              <a:xfrm>
                <a:off x="2949678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8" name="pg465">
                <a:extLst>
                  <a:ext uri="{FF2B5EF4-FFF2-40B4-BE49-F238E27FC236}">
                    <a16:creationId xmlns:a16="http://schemas.microsoft.com/office/drawing/2014/main" id="{C43EB05E-2F9D-F3B4-18DA-19A8A194601B}"/>
                  </a:ext>
                </a:extLst>
              </p:cNvPr>
              <p:cNvSpPr/>
              <p:nvPr/>
            </p:nvSpPr>
            <p:spPr>
              <a:xfrm>
                <a:off x="3031116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3AB">
                  <a:alpha val="100000"/>
                </a:srgbClr>
              </a:solidFill>
              <a:ln w="5420" cap="flat">
                <a:solidFill>
                  <a:srgbClr val="4EB3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499" name="pg466">
                <a:extLst>
                  <a:ext uri="{FF2B5EF4-FFF2-40B4-BE49-F238E27FC236}">
                    <a16:creationId xmlns:a16="http://schemas.microsoft.com/office/drawing/2014/main" id="{FCDB65BA-C165-E107-F53A-9E4011DA3B7A}"/>
                  </a:ext>
                </a:extLst>
              </p:cNvPr>
              <p:cNvSpPr/>
              <p:nvPr/>
            </p:nvSpPr>
            <p:spPr>
              <a:xfrm>
                <a:off x="3112553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0" name="pg467">
                <a:extLst>
                  <a:ext uri="{FF2B5EF4-FFF2-40B4-BE49-F238E27FC236}">
                    <a16:creationId xmlns:a16="http://schemas.microsoft.com/office/drawing/2014/main" id="{B9A4351A-A2C7-D5A2-8A2C-34DD63789B64}"/>
                  </a:ext>
                </a:extLst>
              </p:cNvPr>
              <p:cNvSpPr/>
              <p:nvPr/>
            </p:nvSpPr>
            <p:spPr>
              <a:xfrm>
                <a:off x="3193990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1" name="pg468">
                <a:extLst>
                  <a:ext uri="{FF2B5EF4-FFF2-40B4-BE49-F238E27FC236}">
                    <a16:creationId xmlns:a16="http://schemas.microsoft.com/office/drawing/2014/main" id="{D9519AA9-1331-7940-99B1-DAAFA22C28B4}"/>
                  </a:ext>
                </a:extLst>
              </p:cNvPr>
              <p:cNvSpPr/>
              <p:nvPr/>
            </p:nvSpPr>
            <p:spPr>
              <a:xfrm>
                <a:off x="3275427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2" name="pg469">
                <a:extLst>
                  <a:ext uri="{FF2B5EF4-FFF2-40B4-BE49-F238E27FC236}">
                    <a16:creationId xmlns:a16="http://schemas.microsoft.com/office/drawing/2014/main" id="{3FD7F856-6D09-DFD8-113E-19A1C5E5676A}"/>
                  </a:ext>
                </a:extLst>
              </p:cNvPr>
              <p:cNvSpPr/>
              <p:nvPr/>
            </p:nvSpPr>
            <p:spPr>
              <a:xfrm>
                <a:off x="3356864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3" name="pg470">
                <a:extLst>
                  <a:ext uri="{FF2B5EF4-FFF2-40B4-BE49-F238E27FC236}">
                    <a16:creationId xmlns:a16="http://schemas.microsoft.com/office/drawing/2014/main" id="{214F46B9-FDAA-C4D0-7E41-61E4D464598E}"/>
                  </a:ext>
                </a:extLst>
              </p:cNvPr>
              <p:cNvSpPr/>
              <p:nvPr/>
            </p:nvSpPr>
            <p:spPr>
              <a:xfrm>
                <a:off x="3438301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4" name="pg471">
                <a:extLst>
                  <a:ext uri="{FF2B5EF4-FFF2-40B4-BE49-F238E27FC236}">
                    <a16:creationId xmlns:a16="http://schemas.microsoft.com/office/drawing/2014/main" id="{04E1602B-B470-08FC-244A-F104C4593453}"/>
                  </a:ext>
                </a:extLst>
              </p:cNvPr>
              <p:cNvSpPr/>
              <p:nvPr/>
            </p:nvSpPr>
            <p:spPr>
              <a:xfrm>
                <a:off x="3519738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5" name="pg472">
                <a:extLst>
                  <a:ext uri="{FF2B5EF4-FFF2-40B4-BE49-F238E27FC236}">
                    <a16:creationId xmlns:a16="http://schemas.microsoft.com/office/drawing/2014/main" id="{134AFF24-777E-8357-DE39-90A1F345C7A4}"/>
                  </a:ext>
                </a:extLst>
              </p:cNvPr>
              <p:cNvSpPr/>
              <p:nvPr/>
            </p:nvSpPr>
            <p:spPr>
              <a:xfrm>
                <a:off x="3601176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6" name="pg473">
                <a:extLst>
                  <a:ext uri="{FF2B5EF4-FFF2-40B4-BE49-F238E27FC236}">
                    <a16:creationId xmlns:a16="http://schemas.microsoft.com/office/drawing/2014/main" id="{C3666EFE-86AB-3B7E-3821-4B9CEAD1C0F8}"/>
                  </a:ext>
                </a:extLst>
              </p:cNvPr>
              <p:cNvSpPr/>
              <p:nvPr/>
            </p:nvSpPr>
            <p:spPr>
              <a:xfrm>
                <a:off x="3682613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7" name="pg474">
                <a:extLst>
                  <a:ext uri="{FF2B5EF4-FFF2-40B4-BE49-F238E27FC236}">
                    <a16:creationId xmlns:a16="http://schemas.microsoft.com/office/drawing/2014/main" id="{E1BD1CDC-7263-6652-4213-033716EA32EC}"/>
                  </a:ext>
                </a:extLst>
              </p:cNvPr>
              <p:cNvSpPr/>
              <p:nvPr/>
            </p:nvSpPr>
            <p:spPr>
              <a:xfrm>
                <a:off x="3764050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8" name="pg475">
                <a:extLst>
                  <a:ext uri="{FF2B5EF4-FFF2-40B4-BE49-F238E27FC236}">
                    <a16:creationId xmlns:a16="http://schemas.microsoft.com/office/drawing/2014/main" id="{DE2EE4A5-ADF0-8680-E993-D241F1487ED1}"/>
                  </a:ext>
                </a:extLst>
              </p:cNvPr>
              <p:cNvSpPr/>
              <p:nvPr/>
            </p:nvSpPr>
            <p:spPr>
              <a:xfrm>
                <a:off x="3845487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09" name="pg476">
                <a:extLst>
                  <a:ext uri="{FF2B5EF4-FFF2-40B4-BE49-F238E27FC236}">
                    <a16:creationId xmlns:a16="http://schemas.microsoft.com/office/drawing/2014/main" id="{FC08FC80-143E-0804-4058-AB29E0BDE29B}"/>
                  </a:ext>
                </a:extLst>
              </p:cNvPr>
              <p:cNvSpPr/>
              <p:nvPr/>
            </p:nvSpPr>
            <p:spPr>
              <a:xfrm>
                <a:off x="3926924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0" name="pg477">
                <a:extLst>
                  <a:ext uri="{FF2B5EF4-FFF2-40B4-BE49-F238E27FC236}">
                    <a16:creationId xmlns:a16="http://schemas.microsoft.com/office/drawing/2014/main" id="{4821FBC6-C9B5-48DE-E353-0A56A116F78A}"/>
                  </a:ext>
                </a:extLst>
              </p:cNvPr>
              <p:cNvSpPr/>
              <p:nvPr/>
            </p:nvSpPr>
            <p:spPr>
              <a:xfrm>
                <a:off x="4008361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1" name="pg478">
                <a:extLst>
                  <a:ext uri="{FF2B5EF4-FFF2-40B4-BE49-F238E27FC236}">
                    <a16:creationId xmlns:a16="http://schemas.microsoft.com/office/drawing/2014/main" id="{EEBC138E-701F-A518-0C95-33D44E8FC611}"/>
                  </a:ext>
                </a:extLst>
              </p:cNvPr>
              <p:cNvSpPr/>
              <p:nvPr/>
            </p:nvSpPr>
            <p:spPr>
              <a:xfrm>
                <a:off x="4089798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EAC">
                  <a:alpha val="100000"/>
                </a:srgbClr>
              </a:solidFill>
              <a:ln w="5420" cap="flat">
                <a:solidFill>
                  <a:srgbClr val="60CE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2" name="pg479">
                <a:extLst>
                  <a:ext uri="{FF2B5EF4-FFF2-40B4-BE49-F238E27FC236}">
                    <a16:creationId xmlns:a16="http://schemas.microsoft.com/office/drawing/2014/main" id="{0E8B9C3D-1184-186C-2067-A409D8CE94AF}"/>
                  </a:ext>
                </a:extLst>
              </p:cNvPr>
              <p:cNvSpPr/>
              <p:nvPr/>
            </p:nvSpPr>
            <p:spPr>
              <a:xfrm>
                <a:off x="4171236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60CDAC">
                  <a:alpha val="100000"/>
                </a:srgbClr>
              </a:solidFill>
              <a:ln w="5420" cap="flat">
                <a:solidFill>
                  <a:srgbClr val="60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3" name="pg480">
                <a:extLst>
                  <a:ext uri="{FF2B5EF4-FFF2-40B4-BE49-F238E27FC236}">
                    <a16:creationId xmlns:a16="http://schemas.microsoft.com/office/drawing/2014/main" id="{5FD3A818-5035-BECC-63EA-3CC84DDFB4B3}"/>
                  </a:ext>
                </a:extLst>
              </p:cNvPr>
              <p:cNvSpPr/>
              <p:nvPr/>
            </p:nvSpPr>
            <p:spPr>
              <a:xfrm>
                <a:off x="4252673" y="402949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4" name="pg481">
                <a:extLst>
                  <a:ext uri="{FF2B5EF4-FFF2-40B4-BE49-F238E27FC236}">
                    <a16:creationId xmlns:a16="http://schemas.microsoft.com/office/drawing/2014/main" id="{A67FB719-0856-75F8-BB3A-B9EFF07B7A7A}"/>
                  </a:ext>
                </a:extLst>
              </p:cNvPr>
              <p:cNvSpPr/>
              <p:nvPr/>
            </p:nvSpPr>
            <p:spPr>
              <a:xfrm>
                <a:off x="2786804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5" name="pg482">
                <a:extLst>
                  <a:ext uri="{FF2B5EF4-FFF2-40B4-BE49-F238E27FC236}">
                    <a16:creationId xmlns:a16="http://schemas.microsoft.com/office/drawing/2014/main" id="{E84803AF-9FE6-C126-B2F5-669DB8288F8F}"/>
                  </a:ext>
                </a:extLst>
              </p:cNvPr>
              <p:cNvSpPr/>
              <p:nvPr/>
            </p:nvSpPr>
            <p:spPr>
              <a:xfrm>
                <a:off x="2868241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6" name="pg483">
                <a:extLst>
                  <a:ext uri="{FF2B5EF4-FFF2-40B4-BE49-F238E27FC236}">
                    <a16:creationId xmlns:a16="http://schemas.microsoft.com/office/drawing/2014/main" id="{55BD6DA5-EA3F-5421-18CC-C159159AE959}"/>
                  </a:ext>
                </a:extLst>
              </p:cNvPr>
              <p:cNvSpPr/>
              <p:nvPr/>
            </p:nvSpPr>
            <p:spPr>
              <a:xfrm>
                <a:off x="2949678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EB4AB">
                  <a:alpha val="100000"/>
                </a:srgbClr>
              </a:solidFill>
              <a:ln w="5420" cap="flat">
                <a:solidFill>
                  <a:srgbClr val="4EB4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7" name="pg484">
                <a:extLst>
                  <a:ext uri="{FF2B5EF4-FFF2-40B4-BE49-F238E27FC236}">
                    <a16:creationId xmlns:a16="http://schemas.microsoft.com/office/drawing/2014/main" id="{33262997-F4EB-A3C1-B355-C2A22A5C0553}"/>
                  </a:ext>
                </a:extLst>
              </p:cNvPr>
              <p:cNvSpPr/>
              <p:nvPr/>
            </p:nvSpPr>
            <p:spPr>
              <a:xfrm>
                <a:off x="3031116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8" name="pg485">
                <a:extLst>
                  <a:ext uri="{FF2B5EF4-FFF2-40B4-BE49-F238E27FC236}">
                    <a16:creationId xmlns:a16="http://schemas.microsoft.com/office/drawing/2014/main" id="{AA52B453-A5F5-30DC-AE3E-EF0424A29E26}"/>
                  </a:ext>
                </a:extLst>
              </p:cNvPr>
              <p:cNvSpPr/>
              <p:nvPr/>
            </p:nvSpPr>
            <p:spPr>
              <a:xfrm>
                <a:off x="3112553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19" name="pg486">
                <a:extLst>
                  <a:ext uri="{FF2B5EF4-FFF2-40B4-BE49-F238E27FC236}">
                    <a16:creationId xmlns:a16="http://schemas.microsoft.com/office/drawing/2014/main" id="{5416F255-7E46-F070-67E9-06E91FACC648}"/>
                  </a:ext>
                </a:extLst>
              </p:cNvPr>
              <p:cNvSpPr/>
              <p:nvPr/>
            </p:nvSpPr>
            <p:spPr>
              <a:xfrm>
                <a:off x="3193990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0" name="pg487">
                <a:extLst>
                  <a:ext uri="{FF2B5EF4-FFF2-40B4-BE49-F238E27FC236}">
                    <a16:creationId xmlns:a16="http://schemas.microsoft.com/office/drawing/2014/main" id="{710201AC-2FFC-7CA6-7CD0-A0B462B2C2A8}"/>
                  </a:ext>
                </a:extLst>
              </p:cNvPr>
              <p:cNvSpPr/>
              <p:nvPr/>
            </p:nvSpPr>
            <p:spPr>
              <a:xfrm>
                <a:off x="3275427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1" name="pg488">
                <a:extLst>
                  <a:ext uri="{FF2B5EF4-FFF2-40B4-BE49-F238E27FC236}">
                    <a16:creationId xmlns:a16="http://schemas.microsoft.com/office/drawing/2014/main" id="{0AC96E8C-C2E1-DAFB-1668-389792FEA182}"/>
                  </a:ext>
                </a:extLst>
              </p:cNvPr>
              <p:cNvSpPr/>
              <p:nvPr/>
            </p:nvSpPr>
            <p:spPr>
              <a:xfrm>
                <a:off x="3356864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2" name="pg489">
                <a:extLst>
                  <a:ext uri="{FF2B5EF4-FFF2-40B4-BE49-F238E27FC236}">
                    <a16:creationId xmlns:a16="http://schemas.microsoft.com/office/drawing/2014/main" id="{3E257105-D39D-A280-4A9B-90EB75966DA4}"/>
                  </a:ext>
                </a:extLst>
              </p:cNvPr>
              <p:cNvSpPr/>
              <p:nvPr/>
            </p:nvSpPr>
            <p:spPr>
              <a:xfrm>
                <a:off x="3438301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3" name="pg490">
                <a:extLst>
                  <a:ext uri="{FF2B5EF4-FFF2-40B4-BE49-F238E27FC236}">
                    <a16:creationId xmlns:a16="http://schemas.microsoft.com/office/drawing/2014/main" id="{21DA459F-A47E-F319-431B-E6AA4E0CFF88}"/>
                  </a:ext>
                </a:extLst>
              </p:cNvPr>
              <p:cNvSpPr/>
              <p:nvPr/>
            </p:nvSpPr>
            <p:spPr>
              <a:xfrm>
                <a:off x="3519738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4" name="pg491">
                <a:extLst>
                  <a:ext uri="{FF2B5EF4-FFF2-40B4-BE49-F238E27FC236}">
                    <a16:creationId xmlns:a16="http://schemas.microsoft.com/office/drawing/2014/main" id="{351D248B-1DAE-8BE6-8766-517B5D09DF96}"/>
                  </a:ext>
                </a:extLst>
              </p:cNvPr>
              <p:cNvSpPr/>
              <p:nvPr/>
            </p:nvSpPr>
            <p:spPr>
              <a:xfrm>
                <a:off x="3601176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5" name="pg492">
                <a:extLst>
                  <a:ext uri="{FF2B5EF4-FFF2-40B4-BE49-F238E27FC236}">
                    <a16:creationId xmlns:a16="http://schemas.microsoft.com/office/drawing/2014/main" id="{ACC54AC6-E02E-09DF-ACD2-17EDA9F7291C}"/>
                  </a:ext>
                </a:extLst>
              </p:cNvPr>
              <p:cNvSpPr/>
              <p:nvPr/>
            </p:nvSpPr>
            <p:spPr>
              <a:xfrm>
                <a:off x="3682613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6" name="pg493">
                <a:extLst>
                  <a:ext uri="{FF2B5EF4-FFF2-40B4-BE49-F238E27FC236}">
                    <a16:creationId xmlns:a16="http://schemas.microsoft.com/office/drawing/2014/main" id="{87D181C3-FC95-6107-9598-3E7F8CE356E6}"/>
                  </a:ext>
                </a:extLst>
              </p:cNvPr>
              <p:cNvSpPr/>
              <p:nvPr/>
            </p:nvSpPr>
            <p:spPr>
              <a:xfrm>
                <a:off x="3764050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7" name="pg494">
                <a:extLst>
                  <a:ext uri="{FF2B5EF4-FFF2-40B4-BE49-F238E27FC236}">
                    <a16:creationId xmlns:a16="http://schemas.microsoft.com/office/drawing/2014/main" id="{C598EF1C-1E6C-D797-4CC6-764710ED3328}"/>
                  </a:ext>
                </a:extLst>
              </p:cNvPr>
              <p:cNvSpPr/>
              <p:nvPr/>
            </p:nvSpPr>
            <p:spPr>
              <a:xfrm>
                <a:off x="3845487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8" name="pg495">
                <a:extLst>
                  <a:ext uri="{FF2B5EF4-FFF2-40B4-BE49-F238E27FC236}">
                    <a16:creationId xmlns:a16="http://schemas.microsoft.com/office/drawing/2014/main" id="{6D6D3CB8-BF8A-28F8-9502-B0DE177160B7}"/>
                  </a:ext>
                </a:extLst>
              </p:cNvPr>
              <p:cNvSpPr/>
              <p:nvPr/>
            </p:nvSpPr>
            <p:spPr>
              <a:xfrm>
                <a:off x="3926924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29" name="pg496">
                <a:extLst>
                  <a:ext uri="{FF2B5EF4-FFF2-40B4-BE49-F238E27FC236}">
                    <a16:creationId xmlns:a16="http://schemas.microsoft.com/office/drawing/2014/main" id="{CC6B224E-CA2C-7E3B-AD13-1095ACCDA365}"/>
                  </a:ext>
                </a:extLst>
              </p:cNvPr>
              <p:cNvSpPr/>
              <p:nvPr/>
            </p:nvSpPr>
            <p:spPr>
              <a:xfrm>
                <a:off x="4008361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0" name="pg497">
                <a:extLst>
                  <a:ext uri="{FF2B5EF4-FFF2-40B4-BE49-F238E27FC236}">
                    <a16:creationId xmlns:a16="http://schemas.microsoft.com/office/drawing/2014/main" id="{974EF9F0-C14E-7784-2F3F-8C2BC5692824}"/>
                  </a:ext>
                </a:extLst>
              </p:cNvPr>
              <p:cNvSpPr/>
              <p:nvPr/>
            </p:nvSpPr>
            <p:spPr>
              <a:xfrm>
                <a:off x="4089798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DAC">
                  <a:alpha val="100000"/>
                </a:srgbClr>
              </a:solidFill>
              <a:ln w="5420" cap="flat">
                <a:solidFill>
                  <a:srgbClr val="5FCD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1" name="pg498">
                <a:extLst>
                  <a:ext uri="{FF2B5EF4-FFF2-40B4-BE49-F238E27FC236}">
                    <a16:creationId xmlns:a16="http://schemas.microsoft.com/office/drawing/2014/main" id="{5E098757-2534-49DC-F969-11103C3AA8F8}"/>
                  </a:ext>
                </a:extLst>
              </p:cNvPr>
              <p:cNvSpPr/>
              <p:nvPr/>
            </p:nvSpPr>
            <p:spPr>
              <a:xfrm>
                <a:off x="4171236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2" name="pg499">
                <a:extLst>
                  <a:ext uri="{FF2B5EF4-FFF2-40B4-BE49-F238E27FC236}">
                    <a16:creationId xmlns:a16="http://schemas.microsoft.com/office/drawing/2014/main" id="{57436ACE-5854-7B4F-2893-E1AFCBC5A999}"/>
                  </a:ext>
                </a:extLst>
              </p:cNvPr>
              <p:cNvSpPr/>
              <p:nvPr/>
            </p:nvSpPr>
            <p:spPr>
              <a:xfrm>
                <a:off x="4252673" y="413281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3" name="pg500">
                <a:extLst>
                  <a:ext uri="{FF2B5EF4-FFF2-40B4-BE49-F238E27FC236}">
                    <a16:creationId xmlns:a16="http://schemas.microsoft.com/office/drawing/2014/main" id="{7FB9A605-A52E-0C4C-7380-08C129EBE569}"/>
                  </a:ext>
                </a:extLst>
              </p:cNvPr>
              <p:cNvSpPr/>
              <p:nvPr/>
            </p:nvSpPr>
            <p:spPr>
              <a:xfrm>
                <a:off x="2786804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4" name="pg501">
                <a:extLst>
                  <a:ext uri="{FF2B5EF4-FFF2-40B4-BE49-F238E27FC236}">
                    <a16:creationId xmlns:a16="http://schemas.microsoft.com/office/drawing/2014/main" id="{6CFBB1F0-5937-FE44-8171-B5AB5E26ECB6}"/>
                  </a:ext>
                </a:extLst>
              </p:cNvPr>
              <p:cNvSpPr/>
              <p:nvPr/>
            </p:nvSpPr>
            <p:spPr>
              <a:xfrm>
                <a:off x="2868241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5" name="pg502">
                <a:extLst>
                  <a:ext uri="{FF2B5EF4-FFF2-40B4-BE49-F238E27FC236}">
                    <a16:creationId xmlns:a16="http://schemas.microsoft.com/office/drawing/2014/main" id="{A75E52DB-1B2B-E689-733B-41EB0AF73442}"/>
                  </a:ext>
                </a:extLst>
              </p:cNvPr>
              <p:cNvSpPr/>
              <p:nvPr/>
            </p:nvSpPr>
            <p:spPr>
              <a:xfrm>
                <a:off x="2949678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6" name="pg503">
                <a:extLst>
                  <a:ext uri="{FF2B5EF4-FFF2-40B4-BE49-F238E27FC236}">
                    <a16:creationId xmlns:a16="http://schemas.microsoft.com/office/drawing/2014/main" id="{700A3186-C486-F6C2-A1CE-68C5731F089C}"/>
                  </a:ext>
                </a:extLst>
              </p:cNvPr>
              <p:cNvSpPr/>
              <p:nvPr/>
            </p:nvSpPr>
            <p:spPr>
              <a:xfrm>
                <a:off x="3031116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7" name="pg504">
                <a:extLst>
                  <a:ext uri="{FF2B5EF4-FFF2-40B4-BE49-F238E27FC236}">
                    <a16:creationId xmlns:a16="http://schemas.microsoft.com/office/drawing/2014/main" id="{BB823764-E657-485F-E5A7-47811FE07205}"/>
                  </a:ext>
                </a:extLst>
              </p:cNvPr>
              <p:cNvSpPr/>
              <p:nvPr/>
            </p:nvSpPr>
            <p:spPr>
              <a:xfrm>
                <a:off x="3112553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8" name="pg505">
                <a:extLst>
                  <a:ext uri="{FF2B5EF4-FFF2-40B4-BE49-F238E27FC236}">
                    <a16:creationId xmlns:a16="http://schemas.microsoft.com/office/drawing/2014/main" id="{A99E58E1-F37C-6119-AFC7-31A3729D3249}"/>
                  </a:ext>
                </a:extLst>
              </p:cNvPr>
              <p:cNvSpPr/>
              <p:nvPr/>
            </p:nvSpPr>
            <p:spPr>
              <a:xfrm>
                <a:off x="3193990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39" name="pg506">
                <a:extLst>
                  <a:ext uri="{FF2B5EF4-FFF2-40B4-BE49-F238E27FC236}">
                    <a16:creationId xmlns:a16="http://schemas.microsoft.com/office/drawing/2014/main" id="{1BEB23B2-29E8-7DBF-E55C-D81C2A17806D}"/>
                  </a:ext>
                </a:extLst>
              </p:cNvPr>
              <p:cNvSpPr/>
              <p:nvPr/>
            </p:nvSpPr>
            <p:spPr>
              <a:xfrm>
                <a:off x="3275427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0" name="pg507">
                <a:extLst>
                  <a:ext uri="{FF2B5EF4-FFF2-40B4-BE49-F238E27FC236}">
                    <a16:creationId xmlns:a16="http://schemas.microsoft.com/office/drawing/2014/main" id="{CBB86CA3-7D74-81AF-BD6E-30DB8B5C8DF4}"/>
                  </a:ext>
                </a:extLst>
              </p:cNvPr>
              <p:cNvSpPr/>
              <p:nvPr/>
            </p:nvSpPr>
            <p:spPr>
              <a:xfrm>
                <a:off x="3356864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1" name="pg508">
                <a:extLst>
                  <a:ext uri="{FF2B5EF4-FFF2-40B4-BE49-F238E27FC236}">
                    <a16:creationId xmlns:a16="http://schemas.microsoft.com/office/drawing/2014/main" id="{52220A75-977A-5999-FD21-B641E8CDD2D5}"/>
                  </a:ext>
                </a:extLst>
              </p:cNvPr>
              <p:cNvSpPr/>
              <p:nvPr/>
            </p:nvSpPr>
            <p:spPr>
              <a:xfrm>
                <a:off x="3438301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2" name="pg509">
                <a:extLst>
                  <a:ext uri="{FF2B5EF4-FFF2-40B4-BE49-F238E27FC236}">
                    <a16:creationId xmlns:a16="http://schemas.microsoft.com/office/drawing/2014/main" id="{C7A299DA-9E29-1052-E752-B67E8BB1088A}"/>
                  </a:ext>
                </a:extLst>
              </p:cNvPr>
              <p:cNvSpPr/>
              <p:nvPr/>
            </p:nvSpPr>
            <p:spPr>
              <a:xfrm>
                <a:off x="3519738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3" name="pg510">
                <a:extLst>
                  <a:ext uri="{FF2B5EF4-FFF2-40B4-BE49-F238E27FC236}">
                    <a16:creationId xmlns:a16="http://schemas.microsoft.com/office/drawing/2014/main" id="{92468301-9F22-4C9B-1787-20DC0A488A1C}"/>
                  </a:ext>
                </a:extLst>
              </p:cNvPr>
              <p:cNvSpPr/>
              <p:nvPr/>
            </p:nvSpPr>
            <p:spPr>
              <a:xfrm>
                <a:off x="3601176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4" name="pg511">
                <a:extLst>
                  <a:ext uri="{FF2B5EF4-FFF2-40B4-BE49-F238E27FC236}">
                    <a16:creationId xmlns:a16="http://schemas.microsoft.com/office/drawing/2014/main" id="{62AA42E8-B03C-F8F5-90E6-16A5558762FA}"/>
                  </a:ext>
                </a:extLst>
              </p:cNvPr>
              <p:cNvSpPr/>
              <p:nvPr/>
            </p:nvSpPr>
            <p:spPr>
              <a:xfrm>
                <a:off x="3682613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5" name="pg512">
                <a:extLst>
                  <a:ext uri="{FF2B5EF4-FFF2-40B4-BE49-F238E27FC236}">
                    <a16:creationId xmlns:a16="http://schemas.microsoft.com/office/drawing/2014/main" id="{B0BD38EC-D666-94A6-6AF1-80E70AA6D0C2}"/>
                  </a:ext>
                </a:extLst>
              </p:cNvPr>
              <p:cNvSpPr/>
              <p:nvPr/>
            </p:nvSpPr>
            <p:spPr>
              <a:xfrm>
                <a:off x="3764050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6" name="pg513">
                <a:extLst>
                  <a:ext uri="{FF2B5EF4-FFF2-40B4-BE49-F238E27FC236}">
                    <a16:creationId xmlns:a16="http://schemas.microsoft.com/office/drawing/2014/main" id="{6437FF61-A18B-C078-544E-7C69D4DF36A7}"/>
                  </a:ext>
                </a:extLst>
              </p:cNvPr>
              <p:cNvSpPr/>
              <p:nvPr/>
            </p:nvSpPr>
            <p:spPr>
              <a:xfrm>
                <a:off x="3845487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7" name="pg514">
                <a:extLst>
                  <a:ext uri="{FF2B5EF4-FFF2-40B4-BE49-F238E27FC236}">
                    <a16:creationId xmlns:a16="http://schemas.microsoft.com/office/drawing/2014/main" id="{91A9E5DC-4BE5-DD04-995D-47A32CEC4920}"/>
                  </a:ext>
                </a:extLst>
              </p:cNvPr>
              <p:cNvSpPr/>
              <p:nvPr/>
            </p:nvSpPr>
            <p:spPr>
              <a:xfrm>
                <a:off x="3926924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8" name="pg515">
                <a:extLst>
                  <a:ext uri="{FF2B5EF4-FFF2-40B4-BE49-F238E27FC236}">
                    <a16:creationId xmlns:a16="http://schemas.microsoft.com/office/drawing/2014/main" id="{9D81D7FC-E603-2A44-13C2-8091049FAD6E}"/>
                  </a:ext>
                </a:extLst>
              </p:cNvPr>
              <p:cNvSpPr/>
              <p:nvPr/>
            </p:nvSpPr>
            <p:spPr>
              <a:xfrm>
                <a:off x="4008361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49" name="pg516">
                <a:extLst>
                  <a:ext uri="{FF2B5EF4-FFF2-40B4-BE49-F238E27FC236}">
                    <a16:creationId xmlns:a16="http://schemas.microsoft.com/office/drawing/2014/main" id="{EEEE1279-28D1-4C12-0DA7-FE8F47DA888D}"/>
                  </a:ext>
                </a:extLst>
              </p:cNvPr>
              <p:cNvSpPr/>
              <p:nvPr/>
            </p:nvSpPr>
            <p:spPr>
              <a:xfrm>
                <a:off x="4089798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0" name="pg517">
                <a:extLst>
                  <a:ext uri="{FF2B5EF4-FFF2-40B4-BE49-F238E27FC236}">
                    <a16:creationId xmlns:a16="http://schemas.microsoft.com/office/drawing/2014/main" id="{D6B1DAE6-CEA5-A715-329A-3BE8A6980B1B}"/>
                  </a:ext>
                </a:extLst>
              </p:cNvPr>
              <p:cNvSpPr/>
              <p:nvPr/>
            </p:nvSpPr>
            <p:spPr>
              <a:xfrm>
                <a:off x="4171236" y="4236126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1" name="pg518">
                <a:extLst>
                  <a:ext uri="{FF2B5EF4-FFF2-40B4-BE49-F238E27FC236}">
                    <a16:creationId xmlns:a16="http://schemas.microsoft.com/office/drawing/2014/main" id="{CB6BFE9D-4FE8-AB01-0EA2-7175CC9D39DB}"/>
                  </a:ext>
                </a:extLst>
              </p:cNvPr>
              <p:cNvSpPr/>
              <p:nvPr/>
            </p:nvSpPr>
            <p:spPr>
              <a:xfrm>
                <a:off x="2786804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2" name="pg519">
                <a:extLst>
                  <a:ext uri="{FF2B5EF4-FFF2-40B4-BE49-F238E27FC236}">
                    <a16:creationId xmlns:a16="http://schemas.microsoft.com/office/drawing/2014/main" id="{626E8580-A754-15FC-7E27-4D2AA7A373C7}"/>
                  </a:ext>
                </a:extLst>
              </p:cNvPr>
              <p:cNvSpPr/>
              <p:nvPr/>
            </p:nvSpPr>
            <p:spPr>
              <a:xfrm>
                <a:off x="2868241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3" name="pg520">
                <a:extLst>
                  <a:ext uri="{FF2B5EF4-FFF2-40B4-BE49-F238E27FC236}">
                    <a16:creationId xmlns:a16="http://schemas.microsoft.com/office/drawing/2014/main" id="{2F820293-B390-CEA3-0B8F-503051C277E5}"/>
                  </a:ext>
                </a:extLst>
              </p:cNvPr>
              <p:cNvSpPr/>
              <p:nvPr/>
            </p:nvSpPr>
            <p:spPr>
              <a:xfrm>
                <a:off x="2949678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4" name="pg521">
                <a:extLst>
                  <a:ext uri="{FF2B5EF4-FFF2-40B4-BE49-F238E27FC236}">
                    <a16:creationId xmlns:a16="http://schemas.microsoft.com/office/drawing/2014/main" id="{4A52A3F4-D559-E673-4355-A4A2215E7E95}"/>
                  </a:ext>
                </a:extLst>
              </p:cNvPr>
              <p:cNvSpPr/>
              <p:nvPr/>
            </p:nvSpPr>
            <p:spPr>
              <a:xfrm>
                <a:off x="3031116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5" name="pg522">
                <a:extLst>
                  <a:ext uri="{FF2B5EF4-FFF2-40B4-BE49-F238E27FC236}">
                    <a16:creationId xmlns:a16="http://schemas.microsoft.com/office/drawing/2014/main" id="{6247E74F-F7B9-0680-991A-13207223B9D2}"/>
                  </a:ext>
                </a:extLst>
              </p:cNvPr>
              <p:cNvSpPr/>
              <p:nvPr/>
            </p:nvSpPr>
            <p:spPr>
              <a:xfrm>
                <a:off x="3112553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6" name="pg523">
                <a:extLst>
                  <a:ext uri="{FF2B5EF4-FFF2-40B4-BE49-F238E27FC236}">
                    <a16:creationId xmlns:a16="http://schemas.microsoft.com/office/drawing/2014/main" id="{53825E0D-E512-14FD-4EE1-DE0490087C48}"/>
                  </a:ext>
                </a:extLst>
              </p:cNvPr>
              <p:cNvSpPr/>
              <p:nvPr/>
            </p:nvSpPr>
            <p:spPr>
              <a:xfrm>
                <a:off x="3193990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7" name="pg524">
                <a:extLst>
                  <a:ext uri="{FF2B5EF4-FFF2-40B4-BE49-F238E27FC236}">
                    <a16:creationId xmlns:a16="http://schemas.microsoft.com/office/drawing/2014/main" id="{EBD51AC2-5037-AA05-9C00-95992CE6DE67}"/>
                  </a:ext>
                </a:extLst>
              </p:cNvPr>
              <p:cNvSpPr/>
              <p:nvPr/>
            </p:nvSpPr>
            <p:spPr>
              <a:xfrm>
                <a:off x="3275427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8" name="pg525">
                <a:extLst>
                  <a:ext uri="{FF2B5EF4-FFF2-40B4-BE49-F238E27FC236}">
                    <a16:creationId xmlns:a16="http://schemas.microsoft.com/office/drawing/2014/main" id="{A1E74F4C-3E46-294C-3CBE-F344D1EB94FF}"/>
                  </a:ext>
                </a:extLst>
              </p:cNvPr>
              <p:cNvSpPr/>
              <p:nvPr/>
            </p:nvSpPr>
            <p:spPr>
              <a:xfrm>
                <a:off x="3356864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59" name="pg526">
                <a:extLst>
                  <a:ext uri="{FF2B5EF4-FFF2-40B4-BE49-F238E27FC236}">
                    <a16:creationId xmlns:a16="http://schemas.microsoft.com/office/drawing/2014/main" id="{41E7951D-9FCA-C866-4B72-47C1B3DCD2C7}"/>
                  </a:ext>
                </a:extLst>
              </p:cNvPr>
              <p:cNvSpPr/>
              <p:nvPr/>
            </p:nvSpPr>
            <p:spPr>
              <a:xfrm>
                <a:off x="3438301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0" name="pg527">
                <a:extLst>
                  <a:ext uri="{FF2B5EF4-FFF2-40B4-BE49-F238E27FC236}">
                    <a16:creationId xmlns:a16="http://schemas.microsoft.com/office/drawing/2014/main" id="{5AD8C93D-F2E4-C632-9762-D8E823614005}"/>
                  </a:ext>
                </a:extLst>
              </p:cNvPr>
              <p:cNvSpPr/>
              <p:nvPr/>
            </p:nvSpPr>
            <p:spPr>
              <a:xfrm>
                <a:off x="3519738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1" name="pg528">
                <a:extLst>
                  <a:ext uri="{FF2B5EF4-FFF2-40B4-BE49-F238E27FC236}">
                    <a16:creationId xmlns:a16="http://schemas.microsoft.com/office/drawing/2014/main" id="{7C72D061-1007-1020-617D-6F2FB274E963}"/>
                  </a:ext>
                </a:extLst>
              </p:cNvPr>
              <p:cNvSpPr/>
              <p:nvPr/>
            </p:nvSpPr>
            <p:spPr>
              <a:xfrm>
                <a:off x="3601176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2" name="pg529">
                <a:extLst>
                  <a:ext uri="{FF2B5EF4-FFF2-40B4-BE49-F238E27FC236}">
                    <a16:creationId xmlns:a16="http://schemas.microsoft.com/office/drawing/2014/main" id="{FBFD3C44-DA56-8189-1FF4-F4622EF3A265}"/>
                  </a:ext>
                </a:extLst>
              </p:cNvPr>
              <p:cNvSpPr/>
              <p:nvPr/>
            </p:nvSpPr>
            <p:spPr>
              <a:xfrm>
                <a:off x="3682613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3" name="pg530">
                <a:extLst>
                  <a:ext uri="{FF2B5EF4-FFF2-40B4-BE49-F238E27FC236}">
                    <a16:creationId xmlns:a16="http://schemas.microsoft.com/office/drawing/2014/main" id="{BAFCAA44-BF80-1F6A-7FB7-4E81817C740B}"/>
                  </a:ext>
                </a:extLst>
              </p:cNvPr>
              <p:cNvSpPr/>
              <p:nvPr/>
            </p:nvSpPr>
            <p:spPr>
              <a:xfrm>
                <a:off x="3764050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4" name="pg531">
                <a:extLst>
                  <a:ext uri="{FF2B5EF4-FFF2-40B4-BE49-F238E27FC236}">
                    <a16:creationId xmlns:a16="http://schemas.microsoft.com/office/drawing/2014/main" id="{9C10F0F0-1FC9-FAC6-8117-3FE23F84ABA8}"/>
                  </a:ext>
                </a:extLst>
              </p:cNvPr>
              <p:cNvSpPr/>
              <p:nvPr/>
            </p:nvSpPr>
            <p:spPr>
              <a:xfrm>
                <a:off x="3845487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5" name="pg532">
                <a:extLst>
                  <a:ext uri="{FF2B5EF4-FFF2-40B4-BE49-F238E27FC236}">
                    <a16:creationId xmlns:a16="http://schemas.microsoft.com/office/drawing/2014/main" id="{700922F0-E8FC-BDFD-59A9-C6CB223711D0}"/>
                  </a:ext>
                </a:extLst>
              </p:cNvPr>
              <p:cNvSpPr/>
              <p:nvPr/>
            </p:nvSpPr>
            <p:spPr>
              <a:xfrm>
                <a:off x="3926924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6" name="pg533">
                <a:extLst>
                  <a:ext uri="{FF2B5EF4-FFF2-40B4-BE49-F238E27FC236}">
                    <a16:creationId xmlns:a16="http://schemas.microsoft.com/office/drawing/2014/main" id="{E51F3E3C-681D-94C4-AEEA-1E3B5F6031EF}"/>
                  </a:ext>
                </a:extLst>
              </p:cNvPr>
              <p:cNvSpPr/>
              <p:nvPr/>
            </p:nvSpPr>
            <p:spPr>
              <a:xfrm>
                <a:off x="4008361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7" name="pg534">
                <a:extLst>
                  <a:ext uri="{FF2B5EF4-FFF2-40B4-BE49-F238E27FC236}">
                    <a16:creationId xmlns:a16="http://schemas.microsoft.com/office/drawing/2014/main" id="{28927C68-75D8-D6BA-31C0-36FF8663AA55}"/>
                  </a:ext>
                </a:extLst>
              </p:cNvPr>
              <p:cNvSpPr/>
              <p:nvPr/>
            </p:nvSpPr>
            <p:spPr>
              <a:xfrm>
                <a:off x="4089798" y="4339442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8" name="pg535">
                <a:extLst>
                  <a:ext uri="{FF2B5EF4-FFF2-40B4-BE49-F238E27FC236}">
                    <a16:creationId xmlns:a16="http://schemas.microsoft.com/office/drawing/2014/main" id="{AC523F3F-89AF-C1C0-FAC8-65CE0D1CE449}"/>
                  </a:ext>
                </a:extLst>
              </p:cNvPr>
              <p:cNvSpPr/>
              <p:nvPr/>
            </p:nvSpPr>
            <p:spPr>
              <a:xfrm>
                <a:off x="2868241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69" name="pg536">
                <a:extLst>
                  <a:ext uri="{FF2B5EF4-FFF2-40B4-BE49-F238E27FC236}">
                    <a16:creationId xmlns:a16="http://schemas.microsoft.com/office/drawing/2014/main" id="{EC2E3002-3101-ECFD-22B5-20383AEBA753}"/>
                  </a:ext>
                </a:extLst>
              </p:cNvPr>
              <p:cNvSpPr/>
              <p:nvPr/>
            </p:nvSpPr>
            <p:spPr>
              <a:xfrm>
                <a:off x="2949678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EAB">
                  <a:alpha val="100000"/>
                </a:srgbClr>
              </a:solidFill>
              <a:ln w="5420" cap="flat">
                <a:solidFill>
                  <a:srgbClr val="55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0" name="pg537">
                <a:extLst>
                  <a:ext uri="{FF2B5EF4-FFF2-40B4-BE49-F238E27FC236}">
                    <a16:creationId xmlns:a16="http://schemas.microsoft.com/office/drawing/2014/main" id="{4E185822-4DB3-63F8-BED7-1B0B73FAD276}"/>
                  </a:ext>
                </a:extLst>
              </p:cNvPr>
              <p:cNvSpPr/>
              <p:nvPr/>
            </p:nvSpPr>
            <p:spPr>
              <a:xfrm>
                <a:off x="3031116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1" name="pg538">
                <a:extLst>
                  <a:ext uri="{FF2B5EF4-FFF2-40B4-BE49-F238E27FC236}">
                    <a16:creationId xmlns:a16="http://schemas.microsoft.com/office/drawing/2014/main" id="{3E868076-3F14-A116-A2CB-B518A61B46EA}"/>
                  </a:ext>
                </a:extLst>
              </p:cNvPr>
              <p:cNvSpPr/>
              <p:nvPr/>
            </p:nvSpPr>
            <p:spPr>
              <a:xfrm>
                <a:off x="3112553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2" name="pg539">
                <a:extLst>
                  <a:ext uri="{FF2B5EF4-FFF2-40B4-BE49-F238E27FC236}">
                    <a16:creationId xmlns:a16="http://schemas.microsoft.com/office/drawing/2014/main" id="{E57B2412-E4C2-D8EA-4136-18993E6B4541}"/>
                  </a:ext>
                </a:extLst>
              </p:cNvPr>
              <p:cNvSpPr/>
              <p:nvPr/>
            </p:nvSpPr>
            <p:spPr>
              <a:xfrm>
                <a:off x="3193990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3" name="pg540">
                <a:extLst>
                  <a:ext uri="{FF2B5EF4-FFF2-40B4-BE49-F238E27FC236}">
                    <a16:creationId xmlns:a16="http://schemas.microsoft.com/office/drawing/2014/main" id="{EE26C166-A986-DC21-F761-05A0378A6829}"/>
                  </a:ext>
                </a:extLst>
              </p:cNvPr>
              <p:cNvSpPr/>
              <p:nvPr/>
            </p:nvSpPr>
            <p:spPr>
              <a:xfrm>
                <a:off x="3275427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4" name="pg541">
                <a:extLst>
                  <a:ext uri="{FF2B5EF4-FFF2-40B4-BE49-F238E27FC236}">
                    <a16:creationId xmlns:a16="http://schemas.microsoft.com/office/drawing/2014/main" id="{0E1B43B4-1476-EB33-14C5-D4E0EC21FD14}"/>
                  </a:ext>
                </a:extLst>
              </p:cNvPr>
              <p:cNvSpPr/>
              <p:nvPr/>
            </p:nvSpPr>
            <p:spPr>
              <a:xfrm>
                <a:off x="3356864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5" name="pg542">
                <a:extLst>
                  <a:ext uri="{FF2B5EF4-FFF2-40B4-BE49-F238E27FC236}">
                    <a16:creationId xmlns:a16="http://schemas.microsoft.com/office/drawing/2014/main" id="{C7056A2C-6D04-5634-0D88-5BE2A6BAC988}"/>
                  </a:ext>
                </a:extLst>
              </p:cNvPr>
              <p:cNvSpPr/>
              <p:nvPr/>
            </p:nvSpPr>
            <p:spPr>
              <a:xfrm>
                <a:off x="3438301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6" name="pg543">
                <a:extLst>
                  <a:ext uri="{FF2B5EF4-FFF2-40B4-BE49-F238E27FC236}">
                    <a16:creationId xmlns:a16="http://schemas.microsoft.com/office/drawing/2014/main" id="{F7BB1F67-091E-9F0F-5742-E324986977D8}"/>
                  </a:ext>
                </a:extLst>
              </p:cNvPr>
              <p:cNvSpPr/>
              <p:nvPr/>
            </p:nvSpPr>
            <p:spPr>
              <a:xfrm>
                <a:off x="3519738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AAC">
                  <a:alpha val="100000"/>
                </a:srgbClr>
              </a:solidFill>
              <a:ln w="5420" cap="flat">
                <a:solidFill>
                  <a:srgbClr val="5E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7" name="pg544">
                <a:extLst>
                  <a:ext uri="{FF2B5EF4-FFF2-40B4-BE49-F238E27FC236}">
                    <a16:creationId xmlns:a16="http://schemas.microsoft.com/office/drawing/2014/main" id="{4FD8AD6F-E219-2FF6-A6CB-A8A5654A984E}"/>
                  </a:ext>
                </a:extLst>
              </p:cNvPr>
              <p:cNvSpPr/>
              <p:nvPr/>
            </p:nvSpPr>
            <p:spPr>
              <a:xfrm>
                <a:off x="3601176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8" name="pg545">
                <a:extLst>
                  <a:ext uri="{FF2B5EF4-FFF2-40B4-BE49-F238E27FC236}">
                    <a16:creationId xmlns:a16="http://schemas.microsoft.com/office/drawing/2014/main" id="{4BBE982E-9C9C-0FD7-23C2-C0FF6EEE5028}"/>
                  </a:ext>
                </a:extLst>
              </p:cNvPr>
              <p:cNvSpPr/>
              <p:nvPr/>
            </p:nvSpPr>
            <p:spPr>
              <a:xfrm>
                <a:off x="3682613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79" name="pg546">
                <a:extLst>
                  <a:ext uri="{FF2B5EF4-FFF2-40B4-BE49-F238E27FC236}">
                    <a16:creationId xmlns:a16="http://schemas.microsoft.com/office/drawing/2014/main" id="{11FE920B-AA42-3A60-DC1D-A17FD835AA5A}"/>
                  </a:ext>
                </a:extLst>
              </p:cNvPr>
              <p:cNvSpPr/>
              <p:nvPr/>
            </p:nvSpPr>
            <p:spPr>
              <a:xfrm>
                <a:off x="3764050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0" name="pg547">
                <a:extLst>
                  <a:ext uri="{FF2B5EF4-FFF2-40B4-BE49-F238E27FC236}">
                    <a16:creationId xmlns:a16="http://schemas.microsoft.com/office/drawing/2014/main" id="{C37ADF60-C359-0705-30C0-993031C49521}"/>
                  </a:ext>
                </a:extLst>
              </p:cNvPr>
              <p:cNvSpPr/>
              <p:nvPr/>
            </p:nvSpPr>
            <p:spPr>
              <a:xfrm>
                <a:off x="3845487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4AC">
                  <a:alpha val="100000"/>
                </a:srgbClr>
              </a:solidFill>
              <a:ln w="5420" cap="flat">
                <a:solidFill>
                  <a:srgbClr val="59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1" name="pg548">
                <a:extLst>
                  <a:ext uri="{FF2B5EF4-FFF2-40B4-BE49-F238E27FC236}">
                    <a16:creationId xmlns:a16="http://schemas.microsoft.com/office/drawing/2014/main" id="{FE2D1D53-9E49-5B93-C219-0034021388E3}"/>
                  </a:ext>
                </a:extLst>
              </p:cNvPr>
              <p:cNvSpPr/>
              <p:nvPr/>
            </p:nvSpPr>
            <p:spPr>
              <a:xfrm>
                <a:off x="3926924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2" name="pg549">
                <a:extLst>
                  <a:ext uri="{FF2B5EF4-FFF2-40B4-BE49-F238E27FC236}">
                    <a16:creationId xmlns:a16="http://schemas.microsoft.com/office/drawing/2014/main" id="{A26958D7-FD3D-9B75-FCB2-468338B291D3}"/>
                  </a:ext>
                </a:extLst>
              </p:cNvPr>
              <p:cNvSpPr/>
              <p:nvPr/>
            </p:nvSpPr>
            <p:spPr>
              <a:xfrm>
                <a:off x="4008361" y="444275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3" name="pg550">
                <a:extLst>
                  <a:ext uri="{FF2B5EF4-FFF2-40B4-BE49-F238E27FC236}">
                    <a16:creationId xmlns:a16="http://schemas.microsoft.com/office/drawing/2014/main" id="{FBEA3D51-A33D-8DBA-6B56-66B3FB14C7E9}"/>
                  </a:ext>
                </a:extLst>
              </p:cNvPr>
              <p:cNvSpPr/>
              <p:nvPr/>
            </p:nvSpPr>
            <p:spPr>
              <a:xfrm>
                <a:off x="3112553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4" name="pg551">
                <a:extLst>
                  <a:ext uri="{FF2B5EF4-FFF2-40B4-BE49-F238E27FC236}">
                    <a16:creationId xmlns:a16="http://schemas.microsoft.com/office/drawing/2014/main" id="{EE318D68-0E47-8C85-71C2-C6C3204B354A}"/>
                  </a:ext>
                </a:extLst>
              </p:cNvPr>
              <p:cNvSpPr/>
              <p:nvPr/>
            </p:nvSpPr>
            <p:spPr>
              <a:xfrm>
                <a:off x="3193990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5" name="pg552">
                <a:extLst>
                  <a:ext uri="{FF2B5EF4-FFF2-40B4-BE49-F238E27FC236}">
                    <a16:creationId xmlns:a16="http://schemas.microsoft.com/office/drawing/2014/main" id="{34E2EF12-DD84-4C8B-DEB1-760E755FFCAE}"/>
                  </a:ext>
                </a:extLst>
              </p:cNvPr>
              <p:cNvSpPr/>
              <p:nvPr/>
            </p:nvSpPr>
            <p:spPr>
              <a:xfrm>
                <a:off x="3275427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6" name="pg553">
                <a:extLst>
                  <a:ext uri="{FF2B5EF4-FFF2-40B4-BE49-F238E27FC236}">
                    <a16:creationId xmlns:a16="http://schemas.microsoft.com/office/drawing/2014/main" id="{CADABCEC-EFC1-E222-7DF6-C2924C74C2CF}"/>
                  </a:ext>
                </a:extLst>
              </p:cNvPr>
              <p:cNvSpPr/>
              <p:nvPr/>
            </p:nvSpPr>
            <p:spPr>
              <a:xfrm>
                <a:off x="3356864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ECBAC">
                  <a:alpha val="100000"/>
                </a:srgbClr>
              </a:solidFill>
              <a:ln w="5420" cap="flat">
                <a:solidFill>
                  <a:srgbClr val="5ECB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7" name="pg554">
                <a:extLst>
                  <a:ext uri="{FF2B5EF4-FFF2-40B4-BE49-F238E27FC236}">
                    <a16:creationId xmlns:a16="http://schemas.microsoft.com/office/drawing/2014/main" id="{888AA695-19A4-D7D3-7A51-4C2BA1E7DD05}"/>
                  </a:ext>
                </a:extLst>
              </p:cNvPr>
              <p:cNvSpPr/>
              <p:nvPr/>
            </p:nvSpPr>
            <p:spPr>
              <a:xfrm>
                <a:off x="3438301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FCCAC">
                  <a:alpha val="100000"/>
                </a:srgbClr>
              </a:solidFill>
              <a:ln w="5420" cap="flat">
                <a:solidFill>
                  <a:srgbClr val="5FCC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8" name="pg555">
                <a:extLst>
                  <a:ext uri="{FF2B5EF4-FFF2-40B4-BE49-F238E27FC236}">
                    <a16:creationId xmlns:a16="http://schemas.microsoft.com/office/drawing/2014/main" id="{D1CB66BD-737A-6315-B94D-1EBE842B42E0}"/>
                  </a:ext>
                </a:extLst>
              </p:cNvPr>
              <p:cNvSpPr/>
              <p:nvPr/>
            </p:nvSpPr>
            <p:spPr>
              <a:xfrm>
                <a:off x="3519738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89" name="pg556">
                <a:extLst>
                  <a:ext uri="{FF2B5EF4-FFF2-40B4-BE49-F238E27FC236}">
                    <a16:creationId xmlns:a16="http://schemas.microsoft.com/office/drawing/2014/main" id="{F3519EEC-CE83-AA94-50E3-6D101F918103}"/>
                  </a:ext>
                </a:extLst>
              </p:cNvPr>
              <p:cNvSpPr/>
              <p:nvPr/>
            </p:nvSpPr>
            <p:spPr>
              <a:xfrm>
                <a:off x="3601176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0" name="pg557">
                <a:extLst>
                  <a:ext uri="{FF2B5EF4-FFF2-40B4-BE49-F238E27FC236}">
                    <a16:creationId xmlns:a16="http://schemas.microsoft.com/office/drawing/2014/main" id="{831A7ED4-D407-5843-BFC5-755F8BC73D9E}"/>
                  </a:ext>
                </a:extLst>
              </p:cNvPr>
              <p:cNvSpPr/>
              <p:nvPr/>
            </p:nvSpPr>
            <p:spPr>
              <a:xfrm>
                <a:off x="3682613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1" name="pg558">
                <a:extLst>
                  <a:ext uri="{FF2B5EF4-FFF2-40B4-BE49-F238E27FC236}">
                    <a16:creationId xmlns:a16="http://schemas.microsoft.com/office/drawing/2014/main" id="{DB95C211-6F09-D559-6AB2-3F523F2043C3}"/>
                  </a:ext>
                </a:extLst>
              </p:cNvPr>
              <p:cNvSpPr/>
              <p:nvPr/>
            </p:nvSpPr>
            <p:spPr>
              <a:xfrm>
                <a:off x="3764050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2" name="pg559">
                <a:extLst>
                  <a:ext uri="{FF2B5EF4-FFF2-40B4-BE49-F238E27FC236}">
                    <a16:creationId xmlns:a16="http://schemas.microsoft.com/office/drawing/2014/main" id="{684C5F8A-377F-781D-BA7C-54353F507C78}"/>
                  </a:ext>
                </a:extLst>
              </p:cNvPr>
              <p:cNvSpPr/>
              <p:nvPr/>
            </p:nvSpPr>
            <p:spPr>
              <a:xfrm>
                <a:off x="3845487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3" name="pg560">
                <a:extLst>
                  <a:ext uri="{FF2B5EF4-FFF2-40B4-BE49-F238E27FC236}">
                    <a16:creationId xmlns:a16="http://schemas.microsoft.com/office/drawing/2014/main" id="{7326DDA6-03DC-1CC3-5DFC-21C7AD055038}"/>
                  </a:ext>
                </a:extLst>
              </p:cNvPr>
              <p:cNvSpPr/>
              <p:nvPr/>
            </p:nvSpPr>
            <p:spPr>
              <a:xfrm>
                <a:off x="3926924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4" name="pg561">
                <a:extLst>
                  <a:ext uri="{FF2B5EF4-FFF2-40B4-BE49-F238E27FC236}">
                    <a16:creationId xmlns:a16="http://schemas.microsoft.com/office/drawing/2014/main" id="{5316557B-B847-3124-EB51-B7899DE80834}"/>
                  </a:ext>
                </a:extLst>
              </p:cNvPr>
              <p:cNvSpPr/>
              <p:nvPr/>
            </p:nvSpPr>
            <p:spPr>
              <a:xfrm>
                <a:off x="4008361" y="454607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5" name="pg562">
                <a:extLst>
                  <a:ext uri="{FF2B5EF4-FFF2-40B4-BE49-F238E27FC236}">
                    <a16:creationId xmlns:a16="http://schemas.microsoft.com/office/drawing/2014/main" id="{5AA51497-7BA9-09B2-F25D-08861F0FB7EB}"/>
                  </a:ext>
                </a:extLst>
              </p:cNvPr>
              <p:cNvSpPr/>
              <p:nvPr/>
            </p:nvSpPr>
            <p:spPr>
              <a:xfrm>
                <a:off x="3275427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8AC">
                  <a:alpha val="100000"/>
                </a:srgbClr>
              </a:solidFill>
              <a:ln w="5420" cap="flat">
                <a:solidFill>
                  <a:srgbClr val="5CC8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6" name="pg563">
                <a:extLst>
                  <a:ext uri="{FF2B5EF4-FFF2-40B4-BE49-F238E27FC236}">
                    <a16:creationId xmlns:a16="http://schemas.microsoft.com/office/drawing/2014/main" id="{7C21CF4A-454E-F21C-803B-24CE13D05FA4}"/>
                  </a:ext>
                </a:extLst>
              </p:cNvPr>
              <p:cNvSpPr/>
              <p:nvPr/>
            </p:nvSpPr>
            <p:spPr>
              <a:xfrm>
                <a:off x="3356864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7" name="pg564">
                <a:extLst>
                  <a:ext uri="{FF2B5EF4-FFF2-40B4-BE49-F238E27FC236}">
                    <a16:creationId xmlns:a16="http://schemas.microsoft.com/office/drawing/2014/main" id="{A93F7647-3AD5-33AA-1DB6-A992F611EB48}"/>
                  </a:ext>
                </a:extLst>
              </p:cNvPr>
              <p:cNvSpPr/>
              <p:nvPr/>
            </p:nvSpPr>
            <p:spPr>
              <a:xfrm>
                <a:off x="3438301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AAC">
                  <a:alpha val="100000"/>
                </a:srgbClr>
              </a:solidFill>
              <a:ln w="5420" cap="flat">
                <a:solidFill>
                  <a:srgbClr val="5DCA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8" name="pg565">
                <a:extLst>
                  <a:ext uri="{FF2B5EF4-FFF2-40B4-BE49-F238E27FC236}">
                    <a16:creationId xmlns:a16="http://schemas.microsoft.com/office/drawing/2014/main" id="{A9EBC0EB-242C-94D0-A506-D5EDAB46E7DF}"/>
                  </a:ext>
                </a:extLst>
              </p:cNvPr>
              <p:cNvSpPr/>
              <p:nvPr/>
            </p:nvSpPr>
            <p:spPr>
              <a:xfrm>
                <a:off x="3519738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DC9AC">
                  <a:alpha val="100000"/>
                </a:srgbClr>
              </a:solidFill>
              <a:ln w="5420" cap="flat">
                <a:solidFill>
                  <a:srgbClr val="5DC9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599" name="pg566">
                <a:extLst>
                  <a:ext uri="{FF2B5EF4-FFF2-40B4-BE49-F238E27FC236}">
                    <a16:creationId xmlns:a16="http://schemas.microsoft.com/office/drawing/2014/main" id="{7DCF8935-5B05-2743-301C-0903B3399F83}"/>
                  </a:ext>
                </a:extLst>
              </p:cNvPr>
              <p:cNvSpPr/>
              <p:nvPr/>
            </p:nvSpPr>
            <p:spPr>
              <a:xfrm>
                <a:off x="3601176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0" name="pg567">
                <a:extLst>
                  <a:ext uri="{FF2B5EF4-FFF2-40B4-BE49-F238E27FC236}">
                    <a16:creationId xmlns:a16="http://schemas.microsoft.com/office/drawing/2014/main" id="{453A77B2-E0B9-7CB1-2DDC-5E66506F7E06}"/>
                  </a:ext>
                </a:extLst>
              </p:cNvPr>
              <p:cNvSpPr/>
              <p:nvPr/>
            </p:nvSpPr>
            <p:spPr>
              <a:xfrm>
                <a:off x="3682613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1" name="pg568">
                <a:extLst>
                  <a:ext uri="{FF2B5EF4-FFF2-40B4-BE49-F238E27FC236}">
                    <a16:creationId xmlns:a16="http://schemas.microsoft.com/office/drawing/2014/main" id="{CFCCC5A4-EACF-5610-8360-C75904D3CF13}"/>
                  </a:ext>
                </a:extLst>
              </p:cNvPr>
              <p:cNvSpPr/>
              <p:nvPr/>
            </p:nvSpPr>
            <p:spPr>
              <a:xfrm>
                <a:off x="3764050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2" name="pg569">
                <a:extLst>
                  <a:ext uri="{FF2B5EF4-FFF2-40B4-BE49-F238E27FC236}">
                    <a16:creationId xmlns:a16="http://schemas.microsoft.com/office/drawing/2014/main" id="{FB77CA2D-EFDF-22A3-6307-1642A8ED1447}"/>
                  </a:ext>
                </a:extLst>
              </p:cNvPr>
              <p:cNvSpPr/>
              <p:nvPr/>
            </p:nvSpPr>
            <p:spPr>
              <a:xfrm>
                <a:off x="3845487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3" name="pg570">
                <a:extLst>
                  <a:ext uri="{FF2B5EF4-FFF2-40B4-BE49-F238E27FC236}">
                    <a16:creationId xmlns:a16="http://schemas.microsoft.com/office/drawing/2014/main" id="{A4E0BA58-A874-994E-357F-7CCA96147BA6}"/>
                  </a:ext>
                </a:extLst>
              </p:cNvPr>
              <p:cNvSpPr/>
              <p:nvPr/>
            </p:nvSpPr>
            <p:spPr>
              <a:xfrm>
                <a:off x="3926924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1AC">
                  <a:alpha val="100000"/>
                </a:srgbClr>
              </a:solidFill>
              <a:ln w="5420" cap="flat">
                <a:solidFill>
                  <a:srgbClr val="57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4" name="pg571">
                <a:extLst>
                  <a:ext uri="{FF2B5EF4-FFF2-40B4-BE49-F238E27FC236}">
                    <a16:creationId xmlns:a16="http://schemas.microsoft.com/office/drawing/2014/main" id="{D9386D43-7671-CE74-364E-DACA66D0DA72}"/>
                  </a:ext>
                </a:extLst>
              </p:cNvPr>
              <p:cNvSpPr/>
              <p:nvPr/>
            </p:nvSpPr>
            <p:spPr>
              <a:xfrm>
                <a:off x="4008361" y="464939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5" name="pg572">
                <a:extLst>
                  <a:ext uri="{FF2B5EF4-FFF2-40B4-BE49-F238E27FC236}">
                    <a16:creationId xmlns:a16="http://schemas.microsoft.com/office/drawing/2014/main" id="{7901B802-E191-ACB9-DFED-7893B15B8806}"/>
                  </a:ext>
                </a:extLst>
              </p:cNvPr>
              <p:cNvSpPr/>
              <p:nvPr/>
            </p:nvSpPr>
            <p:spPr>
              <a:xfrm>
                <a:off x="3356864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7AC">
                  <a:alpha val="100000"/>
                </a:srgbClr>
              </a:solidFill>
              <a:ln w="5420" cap="flat">
                <a:solidFill>
                  <a:srgbClr val="5B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6" name="pg573">
                <a:extLst>
                  <a:ext uri="{FF2B5EF4-FFF2-40B4-BE49-F238E27FC236}">
                    <a16:creationId xmlns:a16="http://schemas.microsoft.com/office/drawing/2014/main" id="{B50D5A14-D84A-263C-AFD1-DE6137195C5A}"/>
                  </a:ext>
                </a:extLst>
              </p:cNvPr>
              <p:cNvSpPr/>
              <p:nvPr/>
            </p:nvSpPr>
            <p:spPr>
              <a:xfrm>
                <a:off x="3438301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CC7AC">
                  <a:alpha val="100000"/>
                </a:srgbClr>
              </a:solidFill>
              <a:ln w="5420" cap="flat">
                <a:solidFill>
                  <a:srgbClr val="5CC7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7" name="pg574">
                <a:extLst>
                  <a:ext uri="{FF2B5EF4-FFF2-40B4-BE49-F238E27FC236}">
                    <a16:creationId xmlns:a16="http://schemas.microsoft.com/office/drawing/2014/main" id="{F4E89C18-0A59-C150-19C0-201CA90BE3B1}"/>
                  </a:ext>
                </a:extLst>
              </p:cNvPr>
              <p:cNvSpPr/>
              <p:nvPr/>
            </p:nvSpPr>
            <p:spPr>
              <a:xfrm>
                <a:off x="3519738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BC6AC">
                  <a:alpha val="100000"/>
                </a:srgbClr>
              </a:solidFill>
              <a:ln w="5420" cap="flat">
                <a:solidFill>
                  <a:srgbClr val="5BC6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8" name="pg575">
                <a:extLst>
                  <a:ext uri="{FF2B5EF4-FFF2-40B4-BE49-F238E27FC236}">
                    <a16:creationId xmlns:a16="http://schemas.microsoft.com/office/drawing/2014/main" id="{7DF0D4C4-37A7-BD60-7C76-8F842BA0A0C3}"/>
                  </a:ext>
                </a:extLst>
              </p:cNvPr>
              <p:cNvSpPr/>
              <p:nvPr/>
            </p:nvSpPr>
            <p:spPr>
              <a:xfrm>
                <a:off x="3601176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5AC">
                  <a:alpha val="100000"/>
                </a:srgbClr>
              </a:solidFill>
              <a:ln w="5420" cap="flat">
                <a:solidFill>
                  <a:srgbClr val="5AC5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09" name="pg576">
                <a:extLst>
                  <a:ext uri="{FF2B5EF4-FFF2-40B4-BE49-F238E27FC236}">
                    <a16:creationId xmlns:a16="http://schemas.microsoft.com/office/drawing/2014/main" id="{E80212A8-B520-EB88-C849-BF1AF2D3B235}"/>
                  </a:ext>
                </a:extLst>
              </p:cNvPr>
              <p:cNvSpPr/>
              <p:nvPr/>
            </p:nvSpPr>
            <p:spPr>
              <a:xfrm>
                <a:off x="3682613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0" name="pg577">
                <a:extLst>
                  <a:ext uri="{FF2B5EF4-FFF2-40B4-BE49-F238E27FC236}">
                    <a16:creationId xmlns:a16="http://schemas.microsoft.com/office/drawing/2014/main" id="{6D1465DE-DF54-7B3C-9AE4-EB4C08E68958}"/>
                  </a:ext>
                </a:extLst>
              </p:cNvPr>
              <p:cNvSpPr/>
              <p:nvPr/>
            </p:nvSpPr>
            <p:spPr>
              <a:xfrm>
                <a:off x="3764050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2AC">
                  <a:alpha val="100000"/>
                </a:srgbClr>
              </a:solidFill>
              <a:ln w="5420" cap="flat">
                <a:solidFill>
                  <a:srgbClr val="58C2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1" name="pg578">
                <a:extLst>
                  <a:ext uri="{FF2B5EF4-FFF2-40B4-BE49-F238E27FC236}">
                    <a16:creationId xmlns:a16="http://schemas.microsoft.com/office/drawing/2014/main" id="{38362DDD-FE78-894C-318A-F69895A4C74B}"/>
                  </a:ext>
                </a:extLst>
              </p:cNvPr>
              <p:cNvSpPr/>
              <p:nvPr/>
            </p:nvSpPr>
            <p:spPr>
              <a:xfrm>
                <a:off x="3845487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C">
                  <a:alpha val="100000"/>
                </a:srgbClr>
              </a:solidFill>
              <a:ln w="5420" cap="flat">
                <a:solidFill>
                  <a:srgbClr val="57C0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2" name="pg579">
                <a:extLst>
                  <a:ext uri="{FF2B5EF4-FFF2-40B4-BE49-F238E27FC236}">
                    <a16:creationId xmlns:a16="http://schemas.microsoft.com/office/drawing/2014/main" id="{8250206D-6CA1-DB6A-0141-4425DF9A7608}"/>
                  </a:ext>
                </a:extLst>
              </p:cNvPr>
              <p:cNvSpPr/>
              <p:nvPr/>
            </p:nvSpPr>
            <p:spPr>
              <a:xfrm>
                <a:off x="3926924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FAB">
                  <a:alpha val="100000"/>
                </a:srgbClr>
              </a:solidFill>
              <a:ln w="5420" cap="flat">
                <a:solidFill>
                  <a:srgbClr val="56B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3" name="pg580">
                <a:extLst>
                  <a:ext uri="{FF2B5EF4-FFF2-40B4-BE49-F238E27FC236}">
                    <a16:creationId xmlns:a16="http://schemas.microsoft.com/office/drawing/2014/main" id="{0864C016-8923-1BB3-4EE4-01944419D3A0}"/>
                  </a:ext>
                </a:extLst>
              </p:cNvPr>
              <p:cNvSpPr/>
              <p:nvPr/>
            </p:nvSpPr>
            <p:spPr>
              <a:xfrm>
                <a:off x="4008361" y="4752707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4" name="pg581">
                <a:extLst>
                  <a:ext uri="{FF2B5EF4-FFF2-40B4-BE49-F238E27FC236}">
                    <a16:creationId xmlns:a16="http://schemas.microsoft.com/office/drawing/2014/main" id="{98F3A0B1-9012-C260-47E8-DA6704E221DD}"/>
                  </a:ext>
                </a:extLst>
              </p:cNvPr>
              <p:cNvSpPr/>
              <p:nvPr/>
            </p:nvSpPr>
            <p:spPr>
              <a:xfrm>
                <a:off x="3438301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AC4AC">
                  <a:alpha val="100000"/>
                </a:srgbClr>
              </a:solidFill>
              <a:ln w="5420" cap="flat">
                <a:solidFill>
                  <a:srgbClr val="5AC4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5" name="pg582">
                <a:extLst>
                  <a:ext uri="{FF2B5EF4-FFF2-40B4-BE49-F238E27FC236}">
                    <a16:creationId xmlns:a16="http://schemas.microsoft.com/office/drawing/2014/main" id="{805DC561-EBDF-B289-F6AC-0CB3F45FDE70}"/>
                  </a:ext>
                </a:extLst>
              </p:cNvPr>
              <p:cNvSpPr/>
              <p:nvPr/>
            </p:nvSpPr>
            <p:spPr>
              <a:xfrm>
                <a:off x="3519738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6" name="pg583">
                <a:extLst>
                  <a:ext uri="{FF2B5EF4-FFF2-40B4-BE49-F238E27FC236}">
                    <a16:creationId xmlns:a16="http://schemas.microsoft.com/office/drawing/2014/main" id="{B143C9FE-078F-693B-1849-2367B7BC9F3F}"/>
                  </a:ext>
                </a:extLst>
              </p:cNvPr>
              <p:cNvSpPr/>
              <p:nvPr/>
            </p:nvSpPr>
            <p:spPr>
              <a:xfrm>
                <a:off x="3601176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9C3AC">
                  <a:alpha val="100000"/>
                </a:srgbClr>
              </a:solidFill>
              <a:ln w="5420" cap="flat">
                <a:solidFill>
                  <a:srgbClr val="59C3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7" name="pg584">
                <a:extLst>
                  <a:ext uri="{FF2B5EF4-FFF2-40B4-BE49-F238E27FC236}">
                    <a16:creationId xmlns:a16="http://schemas.microsoft.com/office/drawing/2014/main" id="{F74ED553-6152-BBF7-00A8-83C340D330FA}"/>
                  </a:ext>
                </a:extLst>
              </p:cNvPr>
              <p:cNvSpPr/>
              <p:nvPr/>
            </p:nvSpPr>
            <p:spPr>
              <a:xfrm>
                <a:off x="3682613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8C1AC">
                  <a:alpha val="100000"/>
                </a:srgbClr>
              </a:solidFill>
              <a:ln w="5420" cap="flat">
                <a:solidFill>
                  <a:srgbClr val="58C1AC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8" name="pg585">
                <a:extLst>
                  <a:ext uri="{FF2B5EF4-FFF2-40B4-BE49-F238E27FC236}">
                    <a16:creationId xmlns:a16="http://schemas.microsoft.com/office/drawing/2014/main" id="{95131C7D-EE27-006A-D4B4-F8188001E0D3}"/>
                  </a:ext>
                </a:extLst>
              </p:cNvPr>
              <p:cNvSpPr/>
              <p:nvPr/>
            </p:nvSpPr>
            <p:spPr>
              <a:xfrm>
                <a:off x="3764050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7C0AB">
                  <a:alpha val="100000"/>
                </a:srgbClr>
              </a:solidFill>
              <a:ln w="5420" cap="flat">
                <a:solidFill>
                  <a:srgbClr val="57C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19" name="pg586">
                <a:extLst>
                  <a:ext uri="{FF2B5EF4-FFF2-40B4-BE49-F238E27FC236}">
                    <a16:creationId xmlns:a16="http://schemas.microsoft.com/office/drawing/2014/main" id="{DE23297E-C9CC-1E49-F14E-0F70C16001C2}"/>
                  </a:ext>
                </a:extLst>
              </p:cNvPr>
              <p:cNvSpPr/>
              <p:nvPr/>
            </p:nvSpPr>
            <p:spPr>
              <a:xfrm>
                <a:off x="3845487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0" name="pg587">
                <a:extLst>
                  <a:ext uri="{FF2B5EF4-FFF2-40B4-BE49-F238E27FC236}">
                    <a16:creationId xmlns:a16="http://schemas.microsoft.com/office/drawing/2014/main" id="{B7F95757-8521-81BA-CAB9-7C78891C4D05}"/>
                  </a:ext>
                </a:extLst>
              </p:cNvPr>
              <p:cNvSpPr/>
              <p:nvPr/>
            </p:nvSpPr>
            <p:spPr>
              <a:xfrm>
                <a:off x="3926924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1" name="pg588">
                <a:extLst>
                  <a:ext uri="{FF2B5EF4-FFF2-40B4-BE49-F238E27FC236}">
                    <a16:creationId xmlns:a16="http://schemas.microsoft.com/office/drawing/2014/main" id="{D89D6EE4-5F2F-DE1B-1F73-EF1E3BCB2171}"/>
                  </a:ext>
                </a:extLst>
              </p:cNvPr>
              <p:cNvSpPr/>
              <p:nvPr/>
            </p:nvSpPr>
            <p:spPr>
              <a:xfrm>
                <a:off x="4008361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2" name="pg589">
                <a:extLst>
                  <a:ext uri="{FF2B5EF4-FFF2-40B4-BE49-F238E27FC236}">
                    <a16:creationId xmlns:a16="http://schemas.microsoft.com/office/drawing/2014/main" id="{44BCEC6D-1067-FFB3-2791-E336039A623A}"/>
                  </a:ext>
                </a:extLst>
              </p:cNvPr>
              <p:cNvSpPr/>
              <p:nvPr/>
            </p:nvSpPr>
            <p:spPr>
              <a:xfrm>
                <a:off x="4089798" y="4856023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3" name="pg590">
                <a:extLst>
                  <a:ext uri="{FF2B5EF4-FFF2-40B4-BE49-F238E27FC236}">
                    <a16:creationId xmlns:a16="http://schemas.microsoft.com/office/drawing/2014/main" id="{5566CAD6-BCB1-BBB6-46D8-CDB2AE2B1CC8}"/>
                  </a:ext>
                </a:extLst>
              </p:cNvPr>
              <p:cNvSpPr/>
              <p:nvPr/>
            </p:nvSpPr>
            <p:spPr>
              <a:xfrm>
                <a:off x="3682613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6BEAB">
                  <a:alpha val="100000"/>
                </a:srgbClr>
              </a:solidFill>
              <a:ln w="5420" cap="flat">
                <a:solidFill>
                  <a:srgbClr val="56B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4" name="pg591">
                <a:extLst>
                  <a:ext uri="{FF2B5EF4-FFF2-40B4-BE49-F238E27FC236}">
                    <a16:creationId xmlns:a16="http://schemas.microsoft.com/office/drawing/2014/main" id="{85C9AA63-AF52-6F0E-2C64-579E9661AF26}"/>
                  </a:ext>
                </a:extLst>
              </p:cNvPr>
              <p:cNvSpPr/>
              <p:nvPr/>
            </p:nvSpPr>
            <p:spPr>
              <a:xfrm>
                <a:off x="3764050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5BDAB">
                  <a:alpha val="100000"/>
                </a:srgbClr>
              </a:solidFill>
              <a:ln w="5420" cap="flat">
                <a:solidFill>
                  <a:srgbClr val="55B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5" name="pg592">
                <a:extLst>
                  <a:ext uri="{FF2B5EF4-FFF2-40B4-BE49-F238E27FC236}">
                    <a16:creationId xmlns:a16="http://schemas.microsoft.com/office/drawing/2014/main" id="{5FC17BC7-59F9-E6C5-D7A2-F67740F06072}"/>
                  </a:ext>
                </a:extLst>
              </p:cNvPr>
              <p:cNvSpPr/>
              <p:nvPr/>
            </p:nvSpPr>
            <p:spPr>
              <a:xfrm>
                <a:off x="3845487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CAB">
                  <a:alpha val="100000"/>
                </a:srgbClr>
              </a:solidFill>
              <a:ln w="5420" cap="flat">
                <a:solidFill>
                  <a:srgbClr val="54BC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6" name="pg593">
                <a:extLst>
                  <a:ext uri="{FF2B5EF4-FFF2-40B4-BE49-F238E27FC236}">
                    <a16:creationId xmlns:a16="http://schemas.microsoft.com/office/drawing/2014/main" id="{198F02E9-2285-4C0E-CE45-19517D0C062F}"/>
                  </a:ext>
                </a:extLst>
              </p:cNvPr>
              <p:cNvSpPr/>
              <p:nvPr/>
            </p:nvSpPr>
            <p:spPr>
              <a:xfrm>
                <a:off x="3926924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7" name="pg594">
                <a:extLst>
                  <a:ext uri="{FF2B5EF4-FFF2-40B4-BE49-F238E27FC236}">
                    <a16:creationId xmlns:a16="http://schemas.microsoft.com/office/drawing/2014/main" id="{8E569A5D-142E-E358-8577-3EA4515BF846}"/>
                  </a:ext>
                </a:extLst>
              </p:cNvPr>
              <p:cNvSpPr/>
              <p:nvPr/>
            </p:nvSpPr>
            <p:spPr>
              <a:xfrm>
                <a:off x="4008361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8" name="pg595">
                <a:extLst>
                  <a:ext uri="{FF2B5EF4-FFF2-40B4-BE49-F238E27FC236}">
                    <a16:creationId xmlns:a16="http://schemas.microsoft.com/office/drawing/2014/main" id="{56EDA050-C534-4CE4-0DEA-AD3E02B835B7}"/>
                  </a:ext>
                </a:extLst>
              </p:cNvPr>
              <p:cNvSpPr/>
              <p:nvPr/>
            </p:nvSpPr>
            <p:spPr>
              <a:xfrm>
                <a:off x="4089798" y="4959339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29" name="pg596">
                <a:extLst>
                  <a:ext uri="{FF2B5EF4-FFF2-40B4-BE49-F238E27FC236}">
                    <a16:creationId xmlns:a16="http://schemas.microsoft.com/office/drawing/2014/main" id="{3E29E435-753F-00C1-E106-4C729C74C134}"/>
                  </a:ext>
                </a:extLst>
              </p:cNvPr>
              <p:cNvSpPr/>
              <p:nvPr/>
            </p:nvSpPr>
            <p:spPr>
              <a:xfrm>
                <a:off x="3275427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AAB">
                  <a:alpha val="100000"/>
                </a:srgbClr>
              </a:solidFill>
              <a:ln w="5420" cap="flat">
                <a:solidFill>
                  <a:srgbClr val="53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0" name="pg597">
                <a:extLst>
                  <a:ext uri="{FF2B5EF4-FFF2-40B4-BE49-F238E27FC236}">
                    <a16:creationId xmlns:a16="http://schemas.microsoft.com/office/drawing/2014/main" id="{A9863D89-3067-9E11-A24C-7E3BD6784C7C}"/>
                  </a:ext>
                </a:extLst>
              </p:cNvPr>
              <p:cNvSpPr/>
              <p:nvPr/>
            </p:nvSpPr>
            <p:spPr>
              <a:xfrm>
                <a:off x="3601176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1" name="pg598">
                <a:extLst>
                  <a:ext uri="{FF2B5EF4-FFF2-40B4-BE49-F238E27FC236}">
                    <a16:creationId xmlns:a16="http://schemas.microsoft.com/office/drawing/2014/main" id="{B4B7C595-2BF6-044D-8161-79BF00EA9A9D}"/>
                  </a:ext>
                </a:extLst>
              </p:cNvPr>
              <p:cNvSpPr/>
              <p:nvPr/>
            </p:nvSpPr>
            <p:spPr>
              <a:xfrm>
                <a:off x="3682613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4BBAB">
                  <a:alpha val="100000"/>
                </a:srgbClr>
              </a:solidFill>
              <a:ln w="5420" cap="flat">
                <a:solidFill>
                  <a:srgbClr val="54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2" name="pg599">
                <a:extLst>
                  <a:ext uri="{FF2B5EF4-FFF2-40B4-BE49-F238E27FC236}">
                    <a16:creationId xmlns:a16="http://schemas.microsoft.com/office/drawing/2014/main" id="{024B4EB0-A5EE-A4B7-EB0C-51B3FE6D16F4}"/>
                  </a:ext>
                </a:extLst>
              </p:cNvPr>
              <p:cNvSpPr/>
              <p:nvPr/>
            </p:nvSpPr>
            <p:spPr>
              <a:xfrm>
                <a:off x="3764050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3BBAB">
                  <a:alpha val="100000"/>
                </a:srgbClr>
              </a:solidFill>
              <a:ln w="5420" cap="flat">
                <a:solidFill>
                  <a:srgbClr val="53BB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3" name="pg600">
                <a:extLst>
                  <a:ext uri="{FF2B5EF4-FFF2-40B4-BE49-F238E27FC236}">
                    <a16:creationId xmlns:a16="http://schemas.microsoft.com/office/drawing/2014/main" id="{F6A99E77-C23F-CEF9-35D6-2898B0961ED3}"/>
                  </a:ext>
                </a:extLst>
              </p:cNvPr>
              <p:cNvSpPr/>
              <p:nvPr/>
            </p:nvSpPr>
            <p:spPr>
              <a:xfrm>
                <a:off x="3845487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AAB">
                  <a:alpha val="100000"/>
                </a:srgbClr>
              </a:solidFill>
              <a:ln w="5420" cap="flat">
                <a:solidFill>
                  <a:srgbClr val="52BA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4" name="pg601">
                <a:extLst>
                  <a:ext uri="{FF2B5EF4-FFF2-40B4-BE49-F238E27FC236}">
                    <a16:creationId xmlns:a16="http://schemas.microsoft.com/office/drawing/2014/main" id="{AA13B283-8BBF-A699-FB55-B1B6A1453286}"/>
                  </a:ext>
                </a:extLst>
              </p:cNvPr>
              <p:cNvSpPr/>
              <p:nvPr/>
            </p:nvSpPr>
            <p:spPr>
              <a:xfrm>
                <a:off x="3926924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5" name="pg602">
                <a:extLst>
                  <a:ext uri="{FF2B5EF4-FFF2-40B4-BE49-F238E27FC236}">
                    <a16:creationId xmlns:a16="http://schemas.microsoft.com/office/drawing/2014/main" id="{98A437A4-8A60-714A-3D1E-B5CB28B8EFAA}"/>
                  </a:ext>
                </a:extLst>
              </p:cNvPr>
              <p:cNvSpPr/>
              <p:nvPr/>
            </p:nvSpPr>
            <p:spPr>
              <a:xfrm>
                <a:off x="4008361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6" name="pg603">
                <a:extLst>
                  <a:ext uri="{FF2B5EF4-FFF2-40B4-BE49-F238E27FC236}">
                    <a16:creationId xmlns:a16="http://schemas.microsoft.com/office/drawing/2014/main" id="{384C0F4C-5CFA-792F-B1FE-8CB090473994}"/>
                  </a:ext>
                </a:extLst>
              </p:cNvPr>
              <p:cNvSpPr/>
              <p:nvPr/>
            </p:nvSpPr>
            <p:spPr>
              <a:xfrm>
                <a:off x="4089798" y="5062655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7" name="pg604">
                <a:extLst>
                  <a:ext uri="{FF2B5EF4-FFF2-40B4-BE49-F238E27FC236}">
                    <a16:creationId xmlns:a16="http://schemas.microsoft.com/office/drawing/2014/main" id="{A4C3B4E7-4080-4C68-0AF1-4A5F84176933}"/>
                  </a:ext>
                </a:extLst>
              </p:cNvPr>
              <p:cNvSpPr/>
              <p:nvPr/>
            </p:nvSpPr>
            <p:spPr>
              <a:xfrm>
                <a:off x="3193990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8" name="pg605">
                <a:extLst>
                  <a:ext uri="{FF2B5EF4-FFF2-40B4-BE49-F238E27FC236}">
                    <a16:creationId xmlns:a16="http://schemas.microsoft.com/office/drawing/2014/main" id="{30400134-C20D-9611-C68D-B75415870C60}"/>
                  </a:ext>
                </a:extLst>
              </p:cNvPr>
              <p:cNvSpPr/>
              <p:nvPr/>
            </p:nvSpPr>
            <p:spPr>
              <a:xfrm>
                <a:off x="3275427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39" name="pg606">
                <a:extLst>
                  <a:ext uri="{FF2B5EF4-FFF2-40B4-BE49-F238E27FC236}">
                    <a16:creationId xmlns:a16="http://schemas.microsoft.com/office/drawing/2014/main" id="{32FEC885-DCBF-99D8-8A6E-6C9BC720A857}"/>
                  </a:ext>
                </a:extLst>
              </p:cNvPr>
              <p:cNvSpPr/>
              <p:nvPr/>
            </p:nvSpPr>
            <p:spPr>
              <a:xfrm>
                <a:off x="3356864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0" name="pg607">
                <a:extLst>
                  <a:ext uri="{FF2B5EF4-FFF2-40B4-BE49-F238E27FC236}">
                    <a16:creationId xmlns:a16="http://schemas.microsoft.com/office/drawing/2014/main" id="{A4ABA795-B2CA-C0A6-A6BD-3862D4627AF8}"/>
                  </a:ext>
                </a:extLst>
              </p:cNvPr>
              <p:cNvSpPr/>
              <p:nvPr/>
            </p:nvSpPr>
            <p:spPr>
              <a:xfrm>
                <a:off x="3438301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1" name="pg608">
                <a:extLst>
                  <a:ext uri="{FF2B5EF4-FFF2-40B4-BE49-F238E27FC236}">
                    <a16:creationId xmlns:a16="http://schemas.microsoft.com/office/drawing/2014/main" id="{322A9A1D-EA1D-18BB-6507-F659DFACD84A}"/>
                  </a:ext>
                </a:extLst>
              </p:cNvPr>
              <p:cNvSpPr/>
              <p:nvPr/>
            </p:nvSpPr>
            <p:spPr>
              <a:xfrm>
                <a:off x="3519738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2" name="pg609">
                <a:extLst>
                  <a:ext uri="{FF2B5EF4-FFF2-40B4-BE49-F238E27FC236}">
                    <a16:creationId xmlns:a16="http://schemas.microsoft.com/office/drawing/2014/main" id="{1A761F5C-10A0-6319-2BC3-278AC2016B63}"/>
                  </a:ext>
                </a:extLst>
              </p:cNvPr>
              <p:cNvSpPr/>
              <p:nvPr/>
            </p:nvSpPr>
            <p:spPr>
              <a:xfrm>
                <a:off x="3601176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2B9AB">
                  <a:alpha val="100000"/>
                </a:srgbClr>
              </a:solidFill>
              <a:ln w="5420" cap="flat">
                <a:solidFill>
                  <a:srgbClr val="52B9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3" name="pg610">
                <a:extLst>
                  <a:ext uri="{FF2B5EF4-FFF2-40B4-BE49-F238E27FC236}">
                    <a16:creationId xmlns:a16="http://schemas.microsoft.com/office/drawing/2014/main" id="{B66A876C-2421-2DC3-D72C-E13CB6008423}"/>
                  </a:ext>
                </a:extLst>
              </p:cNvPr>
              <p:cNvSpPr/>
              <p:nvPr/>
            </p:nvSpPr>
            <p:spPr>
              <a:xfrm>
                <a:off x="3682613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4" name="pg611">
                <a:extLst>
                  <a:ext uri="{FF2B5EF4-FFF2-40B4-BE49-F238E27FC236}">
                    <a16:creationId xmlns:a16="http://schemas.microsoft.com/office/drawing/2014/main" id="{37ADCA01-937B-9E7B-8E2A-567DFFC63715}"/>
                  </a:ext>
                </a:extLst>
              </p:cNvPr>
              <p:cNvSpPr/>
              <p:nvPr/>
            </p:nvSpPr>
            <p:spPr>
              <a:xfrm>
                <a:off x="3764050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8AB">
                  <a:alpha val="100000"/>
                </a:srgbClr>
              </a:solidFill>
              <a:ln w="5420" cap="flat">
                <a:solidFill>
                  <a:srgbClr val="51B8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5" name="pg612">
                <a:extLst>
                  <a:ext uri="{FF2B5EF4-FFF2-40B4-BE49-F238E27FC236}">
                    <a16:creationId xmlns:a16="http://schemas.microsoft.com/office/drawing/2014/main" id="{196B5E39-1831-A0A0-41CD-CF6F00322A48}"/>
                  </a:ext>
                </a:extLst>
              </p:cNvPr>
              <p:cNvSpPr/>
              <p:nvPr/>
            </p:nvSpPr>
            <p:spPr>
              <a:xfrm>
                <a:off x="3845487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1B7AB">
                  <a:alpha val="100000"/>
                </a:srgbClr>
              </a:solidFill>
              <a:ln w="5420" cap="flat">
                <a:solidFill>
                  <a:srgbClr val="51B7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6" name="pg613">
                <a:extLst>
                  <a:ext uri="{FF2B5EF4-FFF2-40B4-BE49-F238E27FC236}">
                    <a16:creationId xmlns:a16="http://schemas.microsoft.com/office/drawing/2014/main" id="{6F35A91A-D409-60E9-73E6-ED9767D33C1F}"/>
                  </a:ext>
                </a:extLst>
              </p:cNvPr>
              <p:cNvSpPr/>
              <p:nvPr/>
            </p:nvSpPr>
            <p:spPr>
              <a:xfrm>
                <a:off x="3926924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7" name="pg614">
                <a:extLst>
                  <a:ext uri="{FF2B5EF4-FFF2-40B4-BE49-F238E27FC236}">
                    <a16:creationId xmlns:a16="http://schemas.microsoft.com/office/drawing/2014/main" id="{71D64296-06CE-8BE5-2318-A313067EA67D}"/>
                  </a:ext>
                </a:extLst>
              </p:cNvPr>
              <p:cNvSpPr/>
              <p:nvPr/>
            </p:nvSpPr>
            <p:spPr>
              <a:xfrm>
                <a:off x="4008361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50B6AB">
                  <a:alpha val="100000"/>
                </a:srgbClr>
              </a:solidFill>
              <a:ln w="5420" cap="flat">
                <a:solidFill>
                  <a:srgbClr val="50B6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8" name="pg615">
                <a:extLst>
                  <a:ext uri="{FF2B5EF4-FFF2-40B4-BE49-F238E27FC236}">
                    <a16:creationId xmlns:a16="http://schemas.microsoft.com/office/drawing/2014/main" id="{0FC665F5-A9EE-DF3E-8BC8-B543E868E397}"/>
                  </a:ext>
                </a:extLst>
              </p:cNvPr>
              <p:cNvSpPr/>
              <p:nvPr/>
            </p:nvSpPr>
            <p:spPr>
              <a:xfrm>
                <a:off x="4089798" y="5165971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FB5AB">
                  <a:alpha val="100000"/>
                </a:srgbClr>
              </a:solidFill>
              <a:ln w="5420" cap="flat">
                <a:solidFill>
                  <a:srgbClr val="4FB5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49" name="pg616">
                <a:extLst>
                  <a:ext uri="{FF2B5EF4-FFF2-40B4-BE49-F238E27FC236}">
                    <a16:creationId xmlns:a16="http://schemas.microsoft.com/office/drawing/2014/main" id="{4BBDA1D3-F610-5007-5C88-B5512DA6DEFE}"/>
                  </a:ext>
                </a:extLst>
              </p:cNvPr>
              <p:cNvSpPr/>
              <p:nvPr/>
            </p:nvSpPr>
            <p:spPr>
              <a:xfrm>
                <a:off x="3112553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0" name="pg617">
                <a:extLst>
                  <a:ext uri="{FF2B5EF4-FFF2-40B4-BE49-F238E27FC236}">
                    <a16:creationId xmlns:a16="http://schemas.microsoft.com/office/drawing/2014/main" id="{F4F4BF5D-6824-4FF8-22D1-CF8CC8420081}"/>
                  </a:ext>
                </a:extLst>
              </p:cNvPr>
              <p:cNvSpPr/>
              <p:nvPr/>
            </p:nvSpPr>
            <p:spPr>
              <a:xfrm>
                <a:off x="3193990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AFAB">
                  <a:alpha val="100000"/>
                </a:srgbClr>
              </a:solidFill>
              <a:ln w="5420" cap="flat">
                <a:solidFill>
                  <a:srgbClr val="4B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1" name="pg618">
                <a:extLst>
                  <a:ext uri="{FF2B5EF4-FFF2-40B4-BE49-F238E27FC236}">
                    <a16:creationId xmlns:a16="http://schemas.microsoft.com/office/drawing/2014/main" id="{0A67B454-8513-DC85-4947-DD03E373D1BB}"/>
                  </a:ext>
                </a:extLst>
              </p:cNvPr>
              <p:cNvSpPr/>
              <p:nvPr/>
            </p:nvSpPr>
            <p:spPr>
              <a:xfrm>
                <a:off x="3275427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2" name="pg619">
                <a:extLst>
                  <a:ext uri="{FF2B5EF4-FFF2-40B4-BE49-F238E27FC236}">
                    <a16:creationId xmlns:a16="http://schemas.microsoft.com/office/drawing/2014/main" id="{86F9BCEA-2B5E-4010-7CCF-8B03D550C969}"/>
                  </a:ext>
                </a:extLst>
              </p:cNvPr>
              <p:cNvSpPr/>
              <p:nvPr/>
            </p:nvSpPr>
            <p:spPr>
              <a:xfrm>
                <a:off x="3356864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3" name="pg620">
                <a:extLst>
                  <a:ext uri="{FF2B5EF4-FFF2-40B4-BE49-F238E27FC236}">
                    <a16:creationId xmlns:a16="http://schemas.microsoft.com/office/drawing/2014/main" id="{9BF0607A-CAAA-7B2F-BF42-65B5213148B0}"/>
                  </a:ext>
                </a:extLst>
              </p:cNvPr>
              <p:cNvSpPr/>
              <p:nvPr/>
            </p:nvSpPr>
            <p:spPr>
              <a:xfrm>
                <a:off x="3438301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4" name="pg621">
                <a:extLst>
                  <a:ext uri="{FF2B5EF4-FFF2-40B4-BE49-F238E27FC236}">
                    <a16:creationId xmlns:a16="http://schemas.microsoft.com/office/drawing/2014/main" id="{79DB4524-2681-EFF7-490A-CB49B236090F}"/>
                  </a:ext>
                </a:extLst>
              </p:cNvPr>
              <p:cNvSpPr/>
              <p:nvPr/>
            </p:nvSpPr>
            <p:spPr>
              <a:xfrm>
                <a:off x="3519738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5" name="pg622">
                <a:extLst>
                  <a:ext uri="{FF2B5EF4-FFF2-40B4-BE49-F238E27FC236}">
                    <a16:creationId xmlns:a16="http://schemas.microsoft.com/office/drawing/2014/main" id="{8C337021-74AF-1C46-8E40-77C9F4AEE9FC}"/>
                  </a:ext>
                </a:extLst>
              </p:cNvPr>
              <p:cNvSpPr/>
              <p:nvPr/>
            </p:nvSpPr>
            <p:spPr>
              <a:xfrm>
                <a:off x="3601176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6" name="pg623">
                <a:extLst>
                  <a:ext uri="{FF2B5EF4-FFF2-40B4-BE49-F238E27FC236}">
                    <a16:creationId xmlns:a16="http://schemas.microsoft.com/office/drawing/2014/main" id="{BB3E1F7D-6E63-EB4B-4CAF-D87DFB65DE29}"/>
                  </a:ext>
                </a:extLst>
              </p:cNvPr>
              <p:cNvSpPr/>
              <p:nvPr/>
            </p:nvSpPr>
            <p:spPr>
              <a:xfrm>
                <a:off x="3682613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7" name="pg624">
                <a:extLst>
                  <a:ext uri="{FF2B5EF4-FFF2-40B4-BE49-F238E27FC236}">
                    <a16:creationId xmlns:a16="http://schemas.microsoft.com/office/drawing/2014/main" id="{ACF7A6FA-F58B-1AC7-7237-25B4AFCA0E4D}"/>
                  </a:ext>
                </a:extLst>
              </p:cNvPr>
              <p:cNvSpPr/>
              <p:nvPr/>
            </p:nvSpPr>
            <p:spPr>
              <a:xfrm>
                <a:off x="3764050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DB2AB">
                  <a:alpha val="100000"/>
                </a:srgbClr>
              </a:solidFill>
              <a:ln w="5420" cap="flat">
                <a:solidFill>
                  <a:srgbClr val="4D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8" name="pg625">
                <a:extLst>
                  <a:ext uri="{FF2B5EF4-FFF2-40B4-BE49-F238E27FC236}">
                    <a16:creationId xmlns:a16="http://schemas.microsoft.com/office/drawing/2014/main" id="{CD1DC4E1-06E7-B7C1-24BD-EFB2724FA92F}"/>
                  </a:ext>
                </a:extLst>
              </p:cNvPr>
              <p:cNvSpPr/>
              <p:nvPr/>
            </p:nvSpPr>
            <p:spPr>
              <a:xfrm>
                <a:off x="3845487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2AB">
                  <a:alpha val="100000"/>
                </a:srgbClr>
              </a:solidFill>
              <a:ln w="5420" cap="flat">
                <a:solidFill>
                  <a:srgbClr val="4CB2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59" name="pg626">
                <a:extLst>
                  <a:ext uri="{FF2B5EF4-FFF2-40B4-BE49-F238E27FC236}">
                    <a16:creationId xmlns:a16="http://schemas.microsoft.com/office/drawing/2014/main" id="{36D1C2EA-17A0-014D-D367-45233D41AEA3}"/>
                  </a:ext>
                </a:extLst>
              </p:cNvPr>
              <p:cNvSpPr/>
              <p:nvPr/>
            </p:nvSpPr>
            <p:spPr>
              <a:xfrm>
                <a:off x="3926924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0" name="pg627">
                <a:extLst>
                  <a:ext uri="{FF2B5EF4-FFF2-40B4-BE49-F238E27FC236}">
                    <a16:creationId xmlns:a16="http://schemas.microsoft.com/office/drawing/2014/main" id="{1453FAC0-B9CE-281A-ADA6-4F9F3B04061F}"/>
                  </a:ext>
                </a:extLst>
              </p:cNvPr>
              <p:cNvSpPr/>
              <p:nvPr/>
            </p:nvSpPr>
            <p:spPr>
              <a:xfrm>
                <a:off x="4008361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CB1AB">
                  <a:alpha val="100000"/>
                </a:srgbClr>
              </a:solidFill>
              <a:ln w="5420" cap="flat">
                <a:solidFill>
                  <a:srgbClr val="4CB1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1" name="pg628">
                <a:extLst>
                  <a:ext uri="{FF2B5EF4-FFF2-40B4-BE49-F238E27FC236}">
                    <a16:creationId xmlns:a16="http://schemas.microsoft.com/office/drawing/2014/main" id="{9F0224D4-5AF3-F9B2-06ED-1A677922D8EB}"/>
                  </a:ext>
                </a:extLst>
              </p:cNvPr>
              <p:cNvSpPr/>
              <p:nvPr/>
            </p:nvSpPr>
            <p:spPr>
              <a:xfrm>
                <a:off x="4089798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2" name="pg629">
                <a:extLst>
                  <a:ext uri="{FF2B5EF4-FFF2-40B4-BE49-F238E27FC236}">
                    <a16:creationId xmlns:a16="http://schemas.microsoft.com/office/drawing/2014/main" id="{E2F9616D-1AC9-9B48-D4BE-46A57296F691}"/>
                  </a:ext>
                </a:extLst>
              </p:cNvPr>
              <p:cNvSpPr/>
              <p:nvPr/>
            </p:nvSpPr>
            <p:spPr>
              <a:xfrm>
                <a:off x="4171236" y="5269288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BB0AB">
                  <a:alpha val="100000"/>
                </a:srgbClr>
              </a:solidFill>
              <a:ln w="5420" cap="flat">
                <a:solidFill>
                  <a:srgbClr val="4BB0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3" name="pg630">
                <a:extLst>
                  <a:ext uri="{FF2B5EF4-FFF2-40B4-BE49-F238E27FC236}">
                    <a16:creationId xmlns:a16="http://schemas.microsoft.com/office/drawing/2014/main" id="{3A3EEC65-85D2-074B-9138-B8C0B925CF51}"/>
                  </a:ext>
                </a:extLst>
              </p:cNvPr>
              <p:cNvSpPr/>
              <p:nvPr/>
            </p:nvSpPr>
            <p:spPr>
              <a:xfrm>
                <a:off x="3112553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4" name="pg631">
                <a:extLst>
                  <a:ext uri="{FF2B5EF4-FFF2-40B4-BE49-F238E27FC236}">
                    <a16:creationId xmlns:a16="http://schemas.microsoft.com/office/drawing/2014/main" id="{62220506-0FF0-BC97-1829-E76D0F28B880}"/>
                  </a:ext>
                </a:extLst>
              </p:cNvPr>
              <p:cNvSpPr/>
              <p:nvPr/>
            </p:nvSpPr>
            <p:spPr>
              <a:xfrm>
                <a:off x="3193990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5" name="pg632">
                <a:extLst>
                  <a:ext uri="{FF2B5EF4-FFF2-40B4-BE49-F238E27FC236}">
                    <a16:creationId xmlns:a16="http://schemas.microsoft.com/office/drawing/2014/main" id="{89D013CF-4C29-16AF-B49B-2B1DBE7839F2}"/>
                  </a:ext>
                </a:extLst>
              </p:cNvPr>
              <p:cNvSpPr/>
              <p:nvPr/>
            </p:nvSpPr>
            <p:spPr>
              <a:xfrm>
                <a:off x="3275427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6" name="pg633">
                <a:extLst>
                  <a:ext uri="{FF2B5EF4-FFF2-40B4-BE49-F238E27FC236}">
                    <a16:creationId xmlns:a16="http://schemas.microsoft.com/office/drawing/2014/main" id="{C5C5626F-608E-88C3-DAA1-AAD9777422B4}"/>
                  </a:ext>
                </a:extLst>
              </p:cNvPr>
              <p:cNvSpPr/>
              <p:nvPr/>
            </p:nvSpPr>
            <p:spPr>
              <a:xfrm>
                <a:off x="3356864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7" name="pg634">
                <a:extLst>
                  <a:ext uri="{FF2B5EF4-FFF2-40B4-BE49-F238E27FC236}">
                    <a16:creationId xmlns:a16="http://schemas.microsoft.com/office/drawing/2014/main" id="{B1FAAD9E-423E-7B49-EF2F-0B765E422229}"/>
                  </a:ext>
                </a:extLst>
              </p:cNvPr>
              <p:cNvSpPr/>
              <p:nvPr/>
            </p:nvSpPr>
            <p:spPr>
              <a:xfrm>
                <a:off x="3438301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8" name="pg635">
                <a:extLst>
                  <a:ext uri="{FF2B5EF4-FFF2-40B4-BE49-F238E27FC236}">
                    <a16:creationId xmlns:a16="http://schemas.microsoft.com/office/drawing/2014/main" id="{03A081BA-F5C3-AC2D-72D6-162524009766}"/>
                  </a:ext>
                </a:extLst>
              </p:cNvPr>
              <p:cNvSpPr/>
              <p:nvPr/>
            </p:nvSpPr>
            <p:spPr>
              <a:xfrm>
                <a:off x="3519738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69" name="pg636">
                <a:extLst>
                  <a:ext uri="{FF2B5EF4-FFF2-40B4-BE49-F238E27FC236}">
                    <a16:creationId xmlns:a16="http://schemas.microsoft.com/office/drawing/2014/main" id="{2582AD1B-99F2-0EDF-37A4-7CCACDE6C2A3}"/>
                  </a:ext>
                </a:extLst>
              </p:cNvPr>
              <p:cNvSpPr/>
              <p:nvPr/>
            </p:nvSpPr>
            <p:spPr>
              <a:xfrm>
                <a:off x="3601176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0" name="pg637">
                <a:extLst>
                  <a:ext uri="{FF2B5EF4-FFF2-40B4-BE49-F238E27FC236}">
                    <a16:creationId xmlns:a16="http://schemas.microsoft.com/office/drawing/2014/main" id="{DC6452D9-9D2E-69A9-590D-1E61419DF711}"/>
                  </a:ext>
                </a:extLst>
              </p:cNvPr>
              <p:cNvSpPr/>
              <p:nvPr/>
            </p:nvSpPr>
            <p:spPr>
              <a:xfrm>
                <a:off x="3682613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1" name="pg638">
                <a:extLst>
                  <a:ext uri="{FF2B5EF4-FFF2-40B4-BE49-F238E27FC236}">
                    <a16:creationId xmlns:a16="http://schemas.microsoft.com/office/drawing/2014/main" id="{912F2447-2CE9-A794-F435-77EA1D83F7D4}"/>
                  </a:ext>
                </a:extLst>
              </p:cNvPr>
              <p:cNvSpPr/>
              <p:nvPr/>
            </p:nvSpPr>
            <p:spPr>
              <a:xfrm>
                <a:off x="3764050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2" name="pg639">
                <a:extLst>
                  <a:ext uri="{FF2B5EF4-FFF2-40B4-BE49-F238E27FC236}">
                    <a16:creationId xmlns:a16="http://schemas.microsoft.com/office/drawing/2014/main" id="{C851FB28-0514-3B64-2C15-56E0BDB52494}"/>
                  </a:ext>
                </a:extLst>
              </p:cNvPr>
              <p:cNvSpPr/>
              <p:nvPr/>
            </p:nvSpPr>
            <p:spPr>
              <a:xfrm>
                <a:off x="3845487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3" name="pg640">
                <a:extLst>
                  <a:ext uri="{FF2B5EF4-FFF2-40B4-BE49-F238E27FC236}">
                    <a16:creationId xmlns:a16="http://schemas.microsoft.com/office/drawing/2014/main" id="{6959378C-86EB-B8A3-1E73-E9AD64CCE477}"/>
                  </a:ext>
                </a:extLst>
              </p:cNvPr>
              <p:cNvSpPr/>
              <p:nvPr/>
            </p:nvSpPr>
            <p:spPr>
              <a:xfrm>
                <a:off x="3926924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FAB">
                  <a:alpha val="100000"/>
                </a:srgbClr>
              </a:solidFill>
              <a:ln w="5420" cap="flat">
                <a:solidFill>
                  <a:srgbClr val="4AAF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4" name="pg641">
                <a:extLst>
                  <a:ext uri="{FF2B5EF4-FFF2-40B4-BE49-F238E27FC236}">
                    <a16:creationId xmlns:a16="http://schemas.microsoft.com/office/drawing/2014/main" id="{21EE25B2-E8BB-7766-D816-90DC90AD749E}"/>
                  </a:ext>
                </a:extLst>
              </p:cNvPr>
              <p:cNvSpPr/>
              <p:nvPr/>
            </p:nvSpPr>
            <p:spPr>
              <a:xfrm>
                <a:off x="4008361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5" name="pg642">
                <a:extLst>
                  <a:ext uri="{FF2B5EF4-FFF2-40B4-BE49-F238E27FC236}">
                    <a16:creationId xmlns:a16="http://schemas.microsoft.com/office/drawing/2014/main" id="{75C85928-1573-D7BF-0840-8093EABD36DB}"/>
                  </a:ext>
                </a:extLst>
              </p:cNvPr>
              <p:cNvSpPr/>
              <p:nvPr/>
            </p:nvSpPr>
            <p:spPr>
              <a:xfrm>
                <a:off x="4089798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AAEAB">
                  <a:alpha val="100000"/>
                </a:srgbClr>
              </a:solidFill>
              <a:ln w="5420" cap="flat">
                <a:solidFill>
                  <a:srgbClr val="4A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6" name="pg643">
                <a:extLst>
                  <a:ext uri="{FF2B5EF4-FFF2-40B4-BE49-F238E27FC236}">
                    <a16:creationId xmlns:a16="http://schemas.microsoft.com/office/drawing/2014/main" id="{74B47528-347B-9A18-CC9D-4F5D96110A78}"/>
                  </a:ext>
                </a:extLst>
              </p:cNvPr>
              <p:cNvSpPr/>
              <p:nvPr/>
            </p:nvSpPr>
            <p:spPr>
              <a:xfrm>
                <a:off x="4171236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EAB">
                  <a:alpha val="100000"/>
                </a:srgbClr>
              </a:solidFill>
              <a:ln w="5420" cap="flat">
                <a:solidFill>
                  <a:srgbClr val="49AE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7" name="pg644">
                <a:extLst>
                  <a:ext uri="{FF2B5EF4-FFF2-40B4-BE49-F238E27FC236}">
                    <a16:creationId xmlns:a16="http://schemas.microsoft.com/office/drawing/2014/main" id="{7029DA21-EB28-AD2E-8023-11FBAD3ABEB5}"/>
                  </a:ext>
                </a:extLst>
              </p:cNvPr>
              <p:cNvSpPr/>
              <p:nvPr/>
            </p:nvSpPr>
            <p:spPr>
              <a:xfrm>
                <a:off x="4252673" y="5372604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9ADAB">
                  <a:alpha val="100000"/>
                </a:srgbClr>
              </a:solidFill>
              <a:ln w="5420" cap="flat">
                <a:solidFill>
                  <a:srgbClr val="49ADAB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8" name="pg645">
                <a:extLst>
                  <a:ext uri="{FF2B5EF4-FFF2-40B4-BE49-F238E27FC236}">
                    <a16:creationId xmlns:a16="http://schemas.microsoft.com/office/drawing/2014/main" id="{CA54E808-F054-8E92-E3FD-95435668270C}"/>
                  </a:ext>
                </a:extLst>
              </p:cNvPr>
              <p:cNvSpPr/>
              <p:nvPr/>
            </p:nvSpPr>
            <p:spPr>
              <a:xfrm>
                <a:off x="3112553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4A8AA">
                  <a:alpha val="100000"/>
                </a:srgbClr>
              </a:solidFill>
              <a:ln w="5420" cap="flat">
                <a:solidFill>
                  <a:srgbClr val="44A8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79" name="pg646">
                <a:extLst>
                  <a:ext uri="{FF2B5EF4-FFF2-40B4-BE49-F238E27FC236}">
                    <a16:creationId xmlns:a16="http://schemas.microsoft.com/office/drawing/2014/main" id="{C2B52F15-FA3F-C0C1-2A46-1C364F71406B}"/>
                  </a:ext>
                </a:extLst>
              </p:cNvPr>
              <p:cNvSpPr/>
              <p:nvPr/>
            </p:nvSpPr>
            <p:spPr>
              <a:xfrm>
                <a:off x="3193990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5A9AA">
                  <a:alpha val="100000"/>
                </a:srgbClr>
              </a:solidFill>
              <a:ln w="5420" cap="flat">
                <a:solidFill>
                  <a:srgbClr val="45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0" name="pg647">
                <a:extLst>
                  <a:ext uri="{FF2B5EF4-FFF2-40B4-BE49-F238E27FC236}">
                    <a16:creationId xmlns:a16="http://schemas.microsoft.com/office/drawing/2014/main" id="{99C786E0-B2E2-988E-BA08-AB2077BE23E1}"/>
                  </a:ext>
                </a:extLst>
              </p:cNvPr>
              <p:cNvSpPr/>
              <p:nvPr/>
            </p:nvSpPr>
            <p:spPr>
              <a:xfrm>
                <a:off x="3275427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9AA">
                  <a:alpha val="100000"/>
                </a:srgbClr>
              </a:solidFill>
              <a:ln w="5420" cap="flat">
                <a:solidFill>
                  <a:srgbClr val="46A9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1" name="pg648">
                <a:extLst>
                  <a:ext uri="{FF2B5EF4-FFF2-40B4-BE49-F238E27FC236}">
                    <a16:creationId xmlns:a16="http://schemas.microsoft.com/office/drawing/2014/main" id="{587A3928-B87A-59BE-EE5E-A5D77172F9E6}"/>
                  </a:ext>
                </a:extLst>
              </p:cNvPr>
              <p:cNvSpPr/>
              <p:nvPr/>
            </p:nvSpPr>
            <p:spPr>
              <a:xfrm>
                <a:off x="3356864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6AAAA">
                  <a:alpha val="100000"/>
                </a:srgbClr>
              </a:solidFill>
              <a:ln w="5420" cap="flat">
                <a:solidFill>
                  <a:srgbClr val="46AA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2" name="pg649">
                <a:extLst>
                  <a:ext uri="{FF2B5EF4-FFF2-40B4-BE49-F238E27FC236}">
                    <a16:creationId xmlns:a16="http://schemas.microsoft.com/office/drawing/2014/main" id="{23BAB5D8-392B-7DB9-34BF-39A971B7C5FC}"/>
                  </a:ext>
                </a:extLst>
              </p:cNvPr>
              <p:cNvSpPr/>
              <p:nvPr/>
            </p:nvSpPr>
            <p:spPr>
              <a:xfrm>
                <a:off x="3438301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3" name="pg650">
                <a:extLst>
                  <a:ext uri="{FF2B5EF4-FFF2-40B4-BE49-F238E27FC236}">
                    <a16:creationId xmlns:a16="http://schemas.microsoft.com/office/drawing/2014/main" id="{2DBDC738-680E-B426-8933-9B1825A4C848}"/>
                  </a:ext>
                </a:extLst>
              </p:cNvPr>
              <p:cNvSpPr/>
              <p:nvPr/>
            </p:nvSpPr>
            <p:spPr>
              <a:xfrm>
                <a:off x="3519738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4" name="pg651">
                <a:extLst>
                  <a:ext uri="{FF2B5EF4-FFF2-40B4-BE49-F238E27FC236}">
                    <a16:creationId xmlns:a16="http://schemas.microsoft.com/office/drawing/2014/main" id="{302AEC84-12CD-7F01-F968-9E7F008CC724}"/>
                  </a:ext>
                </a:extLst>
              </p:cNvPr>
              <p:cNvSpPr/>
              <p:nvPr/>
            </p:nvSpPr>
            <p:spPr>
              <a:xfrm>
                <a:off x="3601176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5" name="pg652">
                <a:extLst>
                  <a:ext uri="{FF2B5EF4-FFF2-40B4-BE49-F238E27FC236}">
                    <a16:creationId xmlns:a16="http://schemas.microsoft.com/office/drawing/2014/main" id="{CE02D1EF-B829-9E4B-84E3-F002D6D2C9C1}"/>
                  </a:ext>
                </a:extLst>
              </p:cNvPr>
              <p:cNvSpPr/>
              <p:nvPr/>
            </p:nvSpPr>
            <p:spPr>
              <a:xfrm>
                <a:off x="3682613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6" name="pg653">
                <a:extLst>
                  <a:ext uri="{FF2B5EF4-FFF2-40B4-BE49-F238E27FC236}">
                    <a16:creationId xmlns:a16="http://schemas.microsoft.com/office/drawing/2014/main" id="{8CA581F0-B95E-5594-06B5-38ACAEC81A0A}"/>
                  </a:ext>
                </a:extLst>
              </p:cNvPr>
              <p:cNvSpPr/>
              <p:nvPr/>
            </p:nvSpPr>
            <p:spPr>
              <a:xfrm>
                <a:off x="3764050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7" name="pg654">
                <a:extLst>
                  <a:ext uri="{FF2B5EF4-FFF2-40B4-BE49-F238E27FC236}">
                    <a16:creationId xmlns:a16="http://schemas.microsoft.com/office/drawing/2014/main" id="{F53C687C-1CD3-EAAB-52BE-A59AEDF3A1E5}"/>
                  </a:ext>
                </a:extLst>
              </p:cNvPr>
              <p:cNvSpPr/>
              <p:nvPr/>
            </p:nvSpPr>
            <p:spPr>
              <a:xfrm>
                <a:off x="3845487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8" name="pg655">
                <a:extLst>
                  <a:ext uri="{FF2B5EF4-FFF2-40B4-BE49-F238E27FC236}">
                    <a16:creationId xmlns:a16="http://schemas.microsoft.com/office/drawing/2014/main" id="{025D586B-62DC-4051-B5E5-7A48C1B03DF0}"/>
                  </a:ext>
                </a:extLst>
              </p:cNvPr>
              <p:cNvSpPr/>
              <p:nvPr/>
            </p:nvSpPr>
            <p:spPr>
              <a:xfrm>
                <a:off x="3926924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89" name="pg656">
                <a:extLst>
                  <a:ext uri="{FF2B5EF4-FFF2-40B4-BE49-F238E27FC236}">
                    <a16:creationId xmlns:a16="http://schemas.microsoft.com/office/drawing/2014/main" id="{FB3B41C8-22C0-424E-A63C-7AB7C31EDA73}"/>
                  </a:ext>
                </a:extLst>
              </p:cNvPr>
              <p:cNvSpPr/>
              <p:nvPr/>
            </p:nvSpPr>
            <p:spPr>
              <a:xfrm>
                <a:off x="4008361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0" name="pg657">
                <a:extLst>
                  <a:ext uri="{FF2B5EF4-FFF2-40B4-BE49-F238E27FC236}">
                    <a16:creationId xmlns:a16="http://schemas.microsoft.com/office/drawing/2014/main" id="{1397F9EF-E5C7-29DC-8347-962FA3A42361}"/>
                  </a:ext>
                </a:extLst>
              </p:cNvPr>
              <p:cNvSpPr/>
              <p:nvPr/>
            </p:nvSpPr>
            <p:spPr>
              <a:xfrm>
                <a:off x="4089798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8ACAA">
                  <a:alpha val="100000"/>
                </a:srgbClr>
              </a:solidFill>
              <a:ln w="5420" cap="flat">
                <a:solidFill>
                  <a:srgbClr val="48AC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1" name="pg658">
                <a:extLst>
                  <a:ext uri="{FF2B5EF4-FFF2-40B4-BE49-F238E27FC236}">
                    <a16:creationId xmlns:a16="http://schemas.microsoft.com/office/drawing/2014/main" id="{C089F20A-D946-B2A7-C200-7CEF0B1328B6}"/>
                  </a:ext>
                </a:extLst>
              </p:cNvPr>
              <p:cNvSpPr/>
              <p:nvPr/>
            </p:nvSpPr>
            <p:spPr>
              <a:xfrm>
                <a:off x="4171236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2" name="pg659">
                <a:extLst>
                  <a:ext uri="{FF2B5EF4-FFF2-40B4-BE49-F238E27FC236}">
                    <a16:creationId xmlns:a16="http://schemas.microsoft.com/office/drawing/2014/main" id="{D88302F6-348E-4A30-9782-FD0CA33A4463}"/>
                  </a:ext>
                </a:extLst>
              </p:cNvPr>
              <p:cNvSpPr/>
              <p:nvPr/>
            </p:nvSpPr>
            <p:spPr>
              <a:xfrm>
                <a:off x="4252673" y="5475920"/>
                <a:ext cx="81437" cy="103316"/>
              </a:xfrm>
              <a:custGeom>
                <a:avLst/>
                <a:gdLst/>
                <a:ahLst/>
                <a:cxnLst/>
                <a:rect l="0" t="0" r="0" b="0"/>
                <a:pathLst>
                  <a:path w="81437" h="103316">
                    <a:moveTo>
                      <a:pt x="0" y="0"/>
                    </a:moveTo>
                    <a:lnTo>
                      <a:pt x="81437" y="0"/>
                    </a:lnTo>
                    <a:lnTo>
                      <a:pt x="81437" y="103316"/>
                    </a:lnTo>
                    <a:lnTo>
                      <a:pt x="0" y="103316"/>
                    </a:lnTo>
                    <a:close/>
                  </a:path>
                </a:pathLst>
              </a:custGeom>
              <a:solidFill>
                <a:srgbClr val="47ABAA">
                  <a:alpha val="100000"/>
                </a:srgbClr>
              </a:solidFill>
              <a:ln w="5420" cap="flat">
                <a:solidFill>
                  <a:srgbClr val="47ABAA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3" name="pg660">
                <a:extLst>
                  <a:ext uri="{FF2B5EF4-FFF2-40B4-BE49-F238E27FC236}">
                    <a16:creationId xmlns:a16="http://schemas.microsoft.com/office/drawing/2014/main" id="{3EA259D0-9D5F-6944-B980-71C0C38C684C}"/>
                  </a:ext>
                </a:extLst>
              </p:cNvPr>
              <p:cNvSpPr/>
              <p:nvPr/>
            </p:nvSpPr>
            <p:spPr>
              <a:xfrm>
                <a:off x="5284534" y="1853932"/>
                <a:ext cx="27605" cy="141906"/>
              </a:xfrm>
              <a:custGeom>
                <a:avLst/>
                <a:gdLst/>
                <a:ahLst/>
                <a:cxnLst/>
                <a:rect l="0" t="0" r="0" b="0"/>
                <a:pathLst>
                  <a:path w="27605" h="141906">
                    <a:moveTo>
                      <a:pt x="25965" y="15142"/>
                    </a:moveTo>
                    <a:lnTo>
                      <a:pt x="3001" y="141906"/>
                    </a:lnTo>
                    <a:lnTo>
                      <a:pt x="0" y="103414"/>
                    </a:lnTo>
                    <a:lnTo>
                      <a:pt x="9634" y="0"/>
                    </a:lnTo>
                    <a:lnTo>
                      <a:pt x="27605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4" name="pg661">
                <a:extLst>
                  <a:ext uri="{FF2B5EF4-FFF2-40B4-BE49-F238E27FC236}">
                    <a16:creationId xmlns:a16="http://schemas.microsoft.com/office/drawing/2014/main" id="{600CEC47-66AA-90ED-B319-7894C5E073CC}"/>
                  </a:ext>
                </a:extLst>
              </p:cNvPr>
              <p:cNvSpPr/>
              <p:nvPr/>
            </p:nvSpPr>
            <p:spPr>
              <a:xfrm>
                <a:off x="4217860" y="1853932"/>
                <a:ext cx="1042192" cy="937770"/>
              </a:xfrm>
              <a:custGeom>
                <a:avLst/>
                <a:gdLst/>
                <a:ahLst/>
                <a:cxnLst/>
                <a:rect l="0" t="0" r="0" b="0"/>
                <a:pathLst>
                  <a:path w="1042192" h="937770">
                    <a:moveTo>
                      <a:pt x="1041757" y="966"/>
                    </a:moveTo>
                    <a:lnTo>
                      <a:pt x="998433" y="199714"/>
                    </a:lnTo>
                    <a:lnTo>
                      <a:pt x="938872" y="305648"/>
                    </a:lnTo>
                    <a:lnTo>
                      <a:pt x="884012" y="378917"/>
                    </a:lnTo>
                    <a:lnTo>
                      <a:pt x="827417" y="366805"/>
                    </a:lnTo>
                    <a:lnTo>
                      <a:pt x="840146" y="425026"/>
                    </a:lnTo>
                    <a:lnTo>
                      <a:pt x="824596" y="455352"/>
                    </a:lnTo>
                    <a:lnTo>
                      <a:pt x="811288" y="518619"/>
                    </a:lnTo>
                    <a:lnTo>
                      <a:pt x="777548" y="560552"/>
                    </a:lnTo>
                    <a:lnTo>
                      <a:pt x="745832" y="556515"/>
                    </a:lnTo>
                    <a:lnTo>
                      <a:pt x="700266" y="585419"/>
                    </a:lnTo>
                    <a:lnTo>
                      <a:pt x="682293" y="607532"/>
                    </a:lnTo>
                    <a:lnTo>
                      <a:pt x="680955" y="649879"/>
                    </a:lnTo>
                    <a:lnTo>
                      <a:pt x="650470" y="687132"/>
                    </a:lnTo>
                    <a:lnTo>
                      <a:pt x="540461" y="880650"/>
                    </a:lnTo>
                    <a:lnTo>
                      <a:pt x="444953" y="937770"/>
                    </a:lnTo>
                    <a:lnTo>
                      <a:pt x="422098" y="929465"/>
                    </a:lnTo>
                    <a:lnTo>
                      <a:pt x="447268" y="838120"/>
                    </a:lnTo>
                    <a:lnTo>
                      <a:pt x="464518" y="745766"/>
                    </a:lnTo>
                    <a:lnTo>
                      <a:pt x="406548" y="705576"/>
                    </a:lnTo>
                    <a:lnTo>
                      <a:pt x="351073" y="684334"/>
                    </a:lnTo>
                    <a:lnTo>
                      <a:pt x="287426" y="687132"/>
                    </a:lnTo>
                    <a:lnTo>
                      <a:pt x="217124" y="615332"/>
                    </a:lnTo>
                    <a:lnTo>
                      <a:pt x="126499" y="563121"/>
                    </a:lnTo>
                    <a:lnTo>
                      <a:pt x="0" y="421860"/>
                    </a:lnTo>
                    <a:lnTo>
                      <a:pt x="3688" y="382679"/>
                    </a:lnTo>
                    <a:lnTo>
                      <a:pt x="506" y="316935"/>
                    </a:lnTo>
                    <a:lnTo>
                      <a:pt x="38947" y="213064"/>
                    </a:lnTo>
                    <a:lnTo>
                      <a:pt x="75798" y="140438"/>
                    </a:lnTo>
                    <a:lnTo>
                      <a:pt x="126680" y="102817"/>
                    </a:lnTo>
                    <a:lnTo>
                      <a:pt x="274335" y="64508"/>
                    </a:lnTo>
                    <a:lnTo>
                      <a:pt x="311366" y="6884"/>
                    </a:lnTo>
                    <a:lnTo>
                      <a:pt x="314479" y="0"/>
                    </a:lnTo>
                    <a:lnTo>
                      <a:pt x="1042192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5" name="pg662">
                <a:extLst>
                  <a:ext uri="{FF2B5EF4-FFF2-40B4-BE49-F238E27FC236}">
                    <a16:creationId xmlns:a16="http://schemas.microsoft.com/office/drawing/2014/main" id="{8CBB5FB3-A4EE-2D74-237F-1284992E9B5D}"/>
                  </a:ext>
                </a:extLst>
              </p:cNvPr>
              <p:cNvSpPr/>
              <p:nvPr/>
            </p:nvSpPr>
            <p:spPr>
              <a:xfrm>
                <a:off x="2490532" y="1853932"/>
                <a:ext cx="2088998" cy="3735308"/>
              </a:xfrm>
              <a:custGeom>
                <a:avLst/>
                <a:gdLst/>
                <a:ahLst/>
                <a:cxnLst/>
                <a:rect l="0" t="0" r="0" b="0"/>
                <a:pathLst>
                  <a:path w="2088998" h="3682871">
                    <a:moveTo>
                      <a:pt x="1987487" y="41706"/>
                    </a:moveTo>
                    <a:lnTo>
                      <a:pt x="1877912" y="69968"/>
                    </a:lnTo>
                    <a:lnTo>
                      <a:pt x="1818858" y="101074"/>
                    </a:lnTo>
                    <a:lnTo>
                      <a:pt x="1771628" y="148650"/>
                    </a:lnTo>
                    <a:lnTo>
                      <a:pt x="1743674" y="208385"/>
                    </a:lnTo>
                    <a:lnTo>
                      <a:pt x="1680388" y="280369"/>
                    </a:lnTo>
                    <a:lnTo>
                      <a:pt x="1684836" y="328588"/>
                    </a:lnTo>
                    <a:lnTo>
                      <a:pt x="1695432" y="362859"/>
                    </a:lnTo>
                    <a:lnTo>
                      <a:pt x="1690550" y="434293"/>
                    </a:lnTo>
                    <a:lnTo>
                      <a:pt x="1730583" y="503937"/>
                    </a:lnTo>
                    <a:lnTo>
                      <a:pt x="1809961" y="618039"/>
                    </a:lnTo>
                    <a:lnTo>
                      <a:pt x="1825114" y="795269"/>
                    </a:lnTo>
                    <a:lnTo>
                      <a:pt x="1885687" y="913867"/>
                    </a:lnTo>
                    <a:lnTo>
                      <a:pt x="1978519" y="1052146"/>
                    </a:lnTo>
                    <a:lnTo>
                      <a:pt x="2049905" y="1091464"/>
                    </a:lnTo>
                    <a:lnTo>
                      <a:pt x="2053377" y="1142895"/>
                    </a:lnTo>
                    <a:lnTo>
                      <a:pt x="2020432" y="1227817"/>
                    </a:lnTo>
                    <a:lnTo>
                      <a:pt x="1977000" y="1266630"/>
                    </a:lnTo>
                    <a:lnTo>
                      <a:pt x="2033487" y="1258877"/>
                    </a:lnTo>
                    <a:lnTo>
                      <a:pt x="2061622" y="1278284"/>
                    </a:lnTo>
                    <a:lnTo>
                      <a:pt x="2088998" y="1349121"/>
                    </a:lnTo>
                    <a:lnTo>
                      <a:pt x="2086864" y="1421426"/>
                    </a:lnTo>
                    <a:lnTo>
                      <a:pt x="2077606" y="1462167"/>
                    </a:lnTo>
                    <a:lnTo>
                      <a:pt x="2060501" y="1478408"/>
                    </a:lnTo>
                    <a:lnTo>
                      <a:pt x="2061224" y="1436796"/>
                    </a:lnTo>
                    <a:lnTo>
                      <a:pt x="2049110" y="1422344"/>
                    </a:lnTo>
                    <a:lnTo>
                      <a:pt x="2029111" y="1440374"/>
                    </a:lnTo>
                    <a:lnTo>
                      <a:pt x="2016165" y="1460928"/>
                    </a:lnTo>
                    <a:lnTo>
                      <a:pt x="2010776" y="1541905"/>
                    </a:lnTo>
                    <a:lnTo>
                      <a:pt x="1997071" y="1582370"/>
                    </a:lnTo>
                    <a:lnTo>
                      <a:pt x="1948612" y="1594390"/>
                    </a:lnTo>
                    <a:lnTo>
                      <a:pt x="1899466" y="1700646"/>
                    </a:lnTo>
                    <a:lnTo>
                      <a:pt x="1853755" y="1760931"/>
                    </a:lnTo>
                    <a:lnTo>
                      <a:pt x="1673879" y="2168566"/>
                    </a:lnTo>
                    <a:lnTo>
                      <a:pt x="1680750" y="2236697"/>
                    </a:lnTo>
                    <a:lnTo>
                      <a:pt x="1647841" y="2258627"/>
                    </a:lnTo>
                    <a:lnTo>
                      <a:pt x="1598008" y="2276474"/>
                    </a:lnTo>
                    <a:lnTo>
                      <a:pt x="1547596" y="2317214"/>
                    </a:lnTo>
                    <a:lnTo>
                      <a:pt x="1514145" y="2362130"/>
                    </a:lnTo>
                    <a:lnTo>
                      <a:pt x="1483081" y="2482929"/>
                    </a:lnTo>
                    <a:lnTo>
                      <a:pt x="1423556" y="2618915"/>
                    </a:lnTo>
                    <a:lnTo>
                      <a:pt x="1386416" y="2562254"/>
                    </a:lnTo>
                    <a:lnTo>
                      <a:pt x="1376905" y="2513760"/>
                    </a:lnTo>
                    <a:lnTo>
                      <a:pt x="1393432" y="2387272"/>
                    </a:lnTo>
                    <a:lnTo>
                      <a:pt x="1457803" y="2179898"/>
                    </a:lnTo>
                    <a:lnTo>
                      <a:pt x="1528719" y="2050978"/>
                    </a:lnTo>
                    <a:lnTo>
                      <a:pt x="1582819" y="1989868"/>
                    </a:lnTo>
                    <a:lnTo>
                      <a:pt x="1627300" y="1865306"/>
                    </a:lnTo>
                    <a:lnTo>
                      <a:pt x="1571103" y="1846725"/>
                    </a:lnTo>
                    <a:lnTo>
                      <a:pt x="1485432" y="1848744"/>
                    </a:lnTo>
                    <a:lnTo>
                      <a:pt x="1501560" y="1791257"/>
                    </a:lnTo>
                    <a:lnTo>
                      <a:pt x="1526549" y="1740607"/>
                    </a:lnTo>
                    <a:lnTo>
                      <a:pt x="1481888" y="1690140"/>
                    </a:lnTo>
                    <a:lnTo>
                      <a:pt x="1455452" y="1683717"/>
                    </a:lnTo>
                    <a:lnTo>
                      <a:pt x="1428221" y="1663025"/>
                    </a:lnTo>
                    <a:lnTo>
                      <a:pt x="1460153" y="1621000"/>
                    </a:lnTo>
                    <a:lnTo>
                      <a:pt x="1475740" y="1576589"/>
                    </a:lnTo>
                    <a:lnTo>
                      <a:pt x="1466229" y="1522544"/>
                    </a:lnTo>
                    <a:lnTo>
                      <a:pt x="1479609" y="1481849"/>
                    </a:lnTo>
                    <a:lnTo>
                      <a:pt x="1457296" y="1487997"/>
                    </a:lnTo>
                    <a:lnTo>
                      <a:pt x="1421422" y="1531077"/>
                    </a:lnTo>
                    <a:lnTo>
                      <a:pt x="1399110" y="1548282"/>
                    </a:lnTo>
                    <a:lnTo>
                      <a:pt x="1385512" y="1510156"/>
                    </a:lnTo>
                    <a:lnTo>
                      <a:pt x="1369998" y="1518782"/>
                    </a:lnTo>
                    <a:lnTo>
                      <a:pt x="1359909" y="1544979"/>
                    </a:lnTo>
                    <a:lnTo>
                      <a:pt x="1337017" y="1559385"/>
                    </a:lnTo>
                    <a:lnTo>
                      <a:pt x="1288667" y="1523553"/>
                    </a:lnTo>
                    <a:lnTo>
                      <a:pt x="1218184" y="1482537"/>
                    </a:lnTo>
                    <a:lnTo>
                      <a:pt x="1178947" y="1411975"/>
                    </a:lnTo>
                    <a:lnTo>
                      <a:pt x="1156562" y="1357287"/>
                    </a:lnTo>
                    <a:lnTo>
                      <a:pt x="1179309" y="1258326"/>
                    </a:lnTo>
                    <a:lnTo>
                      <a:pt x="1228021" y="1240755"/>
                    </a:lnTo>
                    <a:lnTo>
                      <a:pt x="1291307" y="1256812"/>
                    </a:lnTo>
                    <a:lnTo>
                      <a:pt x="1374265" y="1256675"/>
                    </a:lnTo>
                    <a:lnTo>
                      <a:pt x="1362404" y="1234699"/>
                    </a:lnTo>
                    <a:lnTo>
                      <a:pt x="1332786" y="1238323"/>
                    </a:lnTo>
                    <a:lnTo>
                      <a:pt x="1245343" y="1158035"/>
                    </a:lnTo>
                    <a:lnTo>
                      <a:pt x="1217208" y="1109541"/>
                    </a:lnTo>
                    <a:lnTo>
                      <a:pt x="1168821" y="1096236"/>
                    </a:lnTo>
                    <a:lnTo>
                      <a:pt x="1146762" y="1142849"/>
                    </a:lnTo>
                    <a:lnTo>
                      <a:pt x="1122279" y="1155236"/>
                    </a:lnTo>
                    <a:lnTo>
                      <a:pt x="1152512" y="1053247"/>
                    </a:lnTo>
                    <a:lnTo>
                      <a:pt x="1192038" y="1049072"/>
                    </a:lnTo>
                    <a:lnTo>
                      <a:pt x="1250406" y="1020811"/>
                    </a:lnTo>
                    <a:lnTo>
                      <a:pt x="1233445" y="961764"/>
                    </a:lnTo>
                    <a:lnTo>
                      <a:pt x="1196595" y="935934"/>
                    </a:lnTo>
                    <a:lnTo>
                      <a:pt x="1130054" y="968325"/>
                    </a:lnTo>
                    <a:lnTo>
                      <a:pt x="1130850" y="926804"/>
                    </a:lnTo>
                    <a:lnTo>
                      <a:pt x="1143326" y="873631"/>
                    </a:lnTo>
                    <a:lnTo>
                      <a:pt x="1193485" y="873814"/>
                    </a:lnTo>
                    <a:lnTo>
                      <a:pt x="1237423" y="891156"/>
                    </a:lnTo>
                    <a:lnTo>
                      <a:pt x="1274816" y="805271"/>
                    </a:lnTo>
                    <a:lnTo>
                      <a:pt x="1276480" y="766916"/>
                    </a:lnTo>
                    <a:lnTo>
                      <a:pt x="1214351" y="822659"/>
                    </a:lnTo>
                    <a:lnTo>
                      <a:pt x="1200392" y="702410"/>
                    </a:lnTo>
                    <a:lnTo>
                      <a:pt x="1261544" y="586428"/>
                    </a:lnTo>
                    <a:lnTo>
                      <a:pt x="1319876" y="535869"/>
                    </a:lnTo>
                    <a:lnTo>
                      <a:pt x="1392745" y="537337"/>
                    </a:lnTo>
                    <a:lnTo>
                      <a:pt x="1466807" y="529171"/>
                    </a:lnTo>
                    <a:lnTo>
                      <a:pt x="1420338" y="507929"/>
                    </a:lnTo>
                    <a:lnTo>
                      <a:pt x="1372638" y="496413"/>
                    </a:lnTo>
                    <a:lnTo>
                      <a:pt x="1408476" y="450580"/>
                    </a:lnTo>
                    <a:lnTo>
                      <a:pt x="1439034" y="442368"/>
                    </a:lnTo>
                    <a:lnTo>
                      <a:pt x="1469050" y="402407"/>
                    </a:lnTo>
                    <a:lnTo>
                      <a:pt x="1396868" y="408326"/>
                    </a:lnTo>
                    <a:lnTo>
                      <a:pt x="1405366" y="332717"/>
                    </a:lnTo>
                    <a:lnTo>
                      <a:pt x="1370287" y="348086"/>
                    </a:lnTo>
                    <a:lnTo>
                      <a:pt x="1328302" y="355198"/>
                    </a:lnTo>
                    <a:lnTo>
                      <a:pt x="1311956" y="387267"/>
                    </a:lnTo>
                    <a:lnTo>
                      <a:pt x="1315175" y="440533"/>
                    </a:lnTo>
                    <a:lnTo>
                      <a:pt x="1302915" y="475492"/>
                    </a:lnTo>
                    <a:lnTo>
                      <a:pt x="1270260" y="503570"/>
                    </a:lnTo>
                    <a:lnTo>
                      <a:pt x="1215111" y="525455"/>
                    </a:lnTo>
                    <a:lnTo>
                      <a:pt x="1209758" y="487513"/>
                    </a:lnTo>
                    <a:lnTo>
                      <a:pt x="1191532" y="470308"/>
                    </a:lnTo>
                    <a:lnTo>
                      <a:pt x="1184733" y="551560"/>
                    </a:lnTo>
                    <a:lnTo>
                      <a:pt x="1170268" y="579179"/>
                    </a:lnTo>
                    <a:lnTo>
                      <a:pt x="1129946" y="502928"/>
                    </a:lnTo>
                    <a:lnTo>
                      <a:pt x="1117831" y="518298"/>
                    </a:lnTo>
                    <a:lnTo>
                      <a:pt x="1119386" y="539952"/>
                    </a:lnTo>
                    <a:lnTo>
                      <a:pt x="1109080" y="577390"/>
                    </a:lnTo>
                    <a:lnTo>
                      <a:pt x="1074507" y="596888"/>
                    </a:lnTo>
                    <a:lnTo>
                      <a:pt x="1076641" y="644878"/>
                    </a:lnTo>
                    <a:lnTo>
                      <a:pt x="1063225" y="671029"/>
                    </a:lnTo>
                    <a:lnTo>
                      <a:pt x="952492" y="629371"/>
                    </a:lnTo>
                    <a:lnTo>
                      <a:pt x="949889" y="643501"/>
                    </a:lnTo>
                    <a:lnTo>
                      <a:pt x="1012524" y="733333"/>
                    </a:lnTo>
                    <a:lnTo>
                      <a:pt x="1058270" y="764026"/>
                    </a:lnTo>
                    <a:lnTo>
                      <a:pt x="1063839" y="813024"/>
                    </a:lnTo>
                    <a:lnTo>
                      <a:pt x="1024566" y="853673"/>
                    </a:lnTo>
                    <a:lnTo>
                      <a:pt x="970393" y="818576"/>
                    </a:lnTo>
                    <a:lnTo>
                      <a:pt x="961280" y="821145"/>
                    </a:lnTo>
                    <a:lnTo>
                      <a:pt x="990717" y="881338"/>
                    </a:lnTo>
                    <a:lnTo>
                      <a:pt x="1009269" y="933916"/>
                    </a:lnTo>
                    <a:lnTo>
                      <a:pt x="990175" y="977960"/>
                    </a:lnTo>
                    <a:lnTo>
                      <a:pt x="993140" y="1032189"/>
                    </a:lnTo>
                    <a:lnTo>
                      <a:pt x="989017" y="1081371"/>
                    </a:lnTo>
                    <a:lnTo>
                      <a:pt x="977337" y="1124268"/>
                    </a:lnTo>
                    <a:lnTo>
                      <a:pt x="1003663" y="1322006"/>
                    </a:lnTo>
                    <a:lnTo>
                      <a:pt x="1035379" y="1375777"/>
                    </a:lnTo>
                    <a:lnTo>
                      <a:pt x="1066552" y="1427207"/>
                    </a:lnTo>
                    <a:lnTo>
                      <a:pt x="1083078" y="1475334"/>
                    </a:lnTo>
                    <a:lnTo>
                      <a:pt x="1049989" y="1482354"/>
                    </a:lnTo>
                    <a:lnTo>
                      <a:pt x="997299" y="1442760"/>
                    </a:lnTo>
                    <a:lnTo>
                      <a:pt x="951010" y="1412572"/>
                    </a:lnTo>
                    <a:lnTo>
                      <a:pt x="895861" y="1316042"/>
                    </a:lnTo>
                    <a:lnTo>
                      <a:pt x="886747" y="1277504"/>
                    </a:lnTo>
                    <a:lnTo>
                      <a:pt x="873295" y="1247040"/>
                    </a:lnTo>
                    <a:lnTo>
                      <a:pt x="879804" y="1317006"/>
                    </a:lnTo>
                    <a:lnTo>
                      <a:pt x="899477" y="1395138"/>
                    </a:lnTo>
                    <a:lnTo>
                      <a:pt x="1072193" y="1569983"/>
                    </a:lnTo>
                    <a:lnTo>
                      <a:pt x="1104089" y="1637058"/>
                    </a:lnTo>
                    <a:lnTo>
                      <a:pt x="1128391" y="1689773"/>
                    </a:lnTo>
                    <a:lnTo>
                      <a:pt x="1122279" y="1740286"/>
                    </a:lnTo>
                    <a:lnTo>
                      <a:pt x="1077256" y="1704546"/>
                    </a:lnTo>
                    <a:lnTo>
                      <a:pt x="1038416" y="1658988"/>
                    </a:lnTo>
                    <a:lnTo>
                      <a:pt x="935315" y="1607512"/>
                    </a:lnTo>
                    <a:lnTo>
                      <a:pt x="805308" y="1574983"/>
                    </a:lnTo>
                    <a:lnTo>
                      <a:pt x="732004" y="1455331"/>
                    </a:lnTo>
                    <a:lnTo>
                      <a:pt x="732258" y="1505247"/>
                    </a:lnTo>
                    <a:lnTo>
                      <a:pt x="715984" y="1547594"/>
                    </a:lnTo>
                    <a:lnTo>
                      <a:pt x="671178" y="1495980"/>
                    </a:lnTo>
                    <a:lnTo>
                      <a:pt x="642934" y="1451936"/>
                    </a:lnTo>
                    <a:lnTo>
                      <a:pt x="633459" y="1403671"/>
                    </a:lnTo>
                    <a:lnTo>
                      <a:pt x="577515" y="1406974"/>
                    </a:lnTo>
                    <a:lnTo>
                      <a:pt x="518858" y="1448908"/>
                    </a:lnTo>
                    <a:lnTo>
                      <a:pt x="462117" y="1438952"/>
                    </a:lnTo>
                    <a:lnTo>
                      <a:pt x="455391" y="1357104"/>
                    </a:lnTo>
                    <a:lnTo>
                      <a:pt x="470724" y="1313748"/>
                    </a:lnTo>
                    <a:lnTo>
                      <a:pt x="534408" y="1211209"/>
                    </a:lnTo>
                    <a:lnTo>
                      <a:pt x="594403" y="1158861"/>
                    </a:lnTo>
                    <a:lnTo>
                      <a:pt x="620875" y="1091281"/>
                    </a:lnTo>
                    <a:lnTo>
                      <a:pt x="611834" y="986493"/>
                    </a:lnTo>
                    <a:lnTo>
                      <a:pt x="600551" y="1093116"/>
                    </a:lnTo>
                    <a:lnTo>
                      <a:pt x="566268" y="1145969"/>
                    </a:lnTo>
                    <a:lnTo>
                      <a:pt x="512384" y="1186342"/>
                    </a:lnTo>
                    <a:lnTo>
                      <a:pt x="441468" y="1258280"/>
                    </a:lnTo>
                    <a:lnTo>
                      <a:pt x="424146" y="1324805"/>
                    </a:lnTo>
                    <a:lnTo>
                      <a:pt x="402014" y="1449367"/>
                    </a:lnTo>
                    <a:lnTo>
                      <a:pt x="431957" y="1491529"/>
                    </a:lnTo>
                    <a:lnTo>
                      <a:pt x="462551" y="1502540"/>
                    </a:lnTo>
                    <a:lnTo>
                      <a:pt x="552924" y="1474279"/>
                    </a:lnTo>
                    <a:lnTo>
                      <a:pt x="599683" y="1486896"/>
                    </a:lnTo>
                    <a:lnTo>
                      <a:pt x="703689" y="1636874"/>
                    </a:lnTo>
                    <a:lnTo>
                      <a:pt x="897343" y="1696196"/>
                    </a:lnTo>
                    <a:lnTo>
                      <a:pt x="967970" y="1733266"/>
                    </a:lnTo>
                    <a:lnTo>
                      <a:pt x="1025542" y="1811536"/>
                    </a:lnTo>
                    <a:lnTo>
                      <a:pt x="1112081" y="1856589"/>
                    </a:lnTo>
                    <a:lnTo>
                      <a:pt x="1179237" y="1922058"/>
                    </a:lnTo>
                    <a:lnTo>
                      <a:pt x="1181045" y="1964772"/>
                    </a:lnTo>
                    <a:lnTo>
                      <a:pt x="1157792" y="2015285"/>
                    </a:lnTo>
                    <a:lnTo>
                      <a:pt x="1148606" y="2083644"/>
                    </a:lnTo>
                    <a:lnTo>
                      <a:pt x="1120073" y="2126771"/>
                    </a:lnTo>
                    <a:lnTo>
                      <a:pt x="1051580" y="2131726"/>
                    </a:lnTo>
                    <a:lnTo>
                      <a:pt x="1010209" y="2120623"/>
                    </a:lnTo>
                    <a:lnTo>
                      <a:pt x="787804" y="1880308"/>
                    </a:lnTo>
                    <a:lnTo>
                      <a:pt x="761261" y="1858195"/>
                    </a:lnTo>
                    <a:lnTo>
                      <a:pt x="678772" y="1732349"/>
                    </a:lnTo>
                    <a:lnTo>
                      <a:pt x="581999" y="1664952"/>
                    </a:lnTo>
                    <a:lnTo>
                      <a:pt x="552056" y="1666374"/>
                    </a:lnTo>
                    <a:lnTo>
                      <a:pt x="689802" y="1791028"/>
                    </a:lnTo>
                    <a:lnTo>
                      <a:pt x="746036" y="1878198"/>
                    </a:lnTo>
                    <a:lnTo>
                      <a:pt x="845087" y="2000420"/>
                    </a:lnTo>
                    <a:lnTo>
                      <a:pt x="915895" y="2052171"/>
                    </a:lnTo>
                    <a:lnTo>
                      <a:pt x="968006" y="2132918"/>
                    </a:lnTo>
                    <a:lnTo>
                      <a:pt x="1016429" y="2170769"/>
                    </a:lnTo>
                    <a:lnTo>
                      <a:pt x="1148642" y="2224676"/>
                    </a:lnTo>
                    <a:lnTo>
                      <a:pt x="1102679" y="2263398"/>
                    </a:lnTo>
                    <a:lnTo>
                      <a:pt x="1176054" y="2296385"/>
                    </a:lnTo>
                    <a:lnTo>
                      <a:pt x="1186542" y="2357037"/>
                    </a:lnTo>
                    <a:lnTo>
                      <a:pt x="1179815" y="2426177"/>
                    </a:lnTo>
                    <a:lnTo>
                      <a:pt x="1077979" y="2398833"/>
                    </a:lnTo>
                    <a:lnTo>
                      <a:pt x="1074652" y="2449759"/>
                    </a:lnTo>
                    <a:lnTo>
                      <a:pt x="1083765" y="2479810"/>
                    </a:lnTo>
                    <a:lnTo>
                      <a:pt x="1038778" y="2504630"/>
                    </a:lnTo>
                    <a:lnTo>
                      <a:pt x="976216" y="2470955"/>
                    </a:lnTo>
                    <a:lnTo>
                      <a:pt x="813770" y="2286751"/>
                    </a:lnTo>
                    <a:lnTo>
                      <a:pt x="815144" y="2311388"/>
                    </a:lnTo>
                    <a:lnTo>
                      <a:pt x="828307" y="2339970"/>
                    </a:lnTo>
                    <a:lnTo>
                      <a:pt x="922513" y="2458568"/>
                    </a:lnTo>
                    <a:lnTo>
                      <a:pt x="1006593" y="2529680"/>
                    </a:lnTo>
                    <a:lnTo>
                      <a:pt x="1077871" y="2561796"/>
                    </a:lnTo>
                    <a:lnTo>
                      <a:pt x="1132803" y="2621392"/>
                    </a:lnTo>
                    <a:lnTo>
                      <a:pt x="1152186" y="2657453"/>
                    </a:lnTo>
                    <a:lnTo>
                      <a:pt x="1165133" y="2712141"/>
                    </a:lnTo>
                    <a:lnTo>
                      <a:pt x="1124413" y="2749303"/>
                    </a:lnTo>
                    <a:lnTo>
                      <a:pt x="1078051" y="2769811"/>
                    </a:lnTo>
                    <a:lnTo>
                      <a:pt x="1032775" y="2732741"/>
                    </a:lnTo>
                    <a:lnTo>
                      <a:pt x="999577" y="2693698"/>
                    </a:lnTo>
                    <a:lnTo>
                      <a:pt x="928878" y="2627403"/>
                    </a:lnTo>
                    <a:lnTo>
                      <a:pt x="907686" y="2553308"/>
                    </a:lnTo>
                    <a:lnTo>
                      <a:pt x="853911" y="2557116"/>
                    </a:lnTo>
                    <a:lnTo>
                      <a:pt x="629156" y="2463156"/>
                    </a:lnTo>
                    <a:lnTo>
                      <a:pt x="448520" y="2452328"/>
                    </a:lnTo>
                    <a:lnTo>
                      <a:pt x="466168" y="2471230"/>
                    </a:lnTo>
                    <a:lnTo>
                      <a:pt x="489023" y="2483801"/>
                    </a:lnTo>
                    <a:lnTo>
                      <a:pt x="632881" y="2506970"/>
                    </a:lnTo>
                    <a:lnTo>
                      <a:pt x="689730" y="2550234"/>
                    </a:lnTo>
                    <a:lnTo>
                      <a:pt x="808056" y="2588635"/>
                    </a:lnTo>
                    <a:lnTo>
                      <a:pt x="877345" y="2599141"/>
                    </a:lnTo>
                    <a:lnTo>
                      <a:pt x="905444" y="2717096"/>
                    </a:lnTo>
                    <a:lnTo>
                      <a:pt x="1001204" y="2798256"/>
                    </a:lnTo>
                    <a:lnTo>
                      <a:pt x="1013645" y="2858403"/>
                    </a:lnTo>
                    <a:lnTo>
                      <a:pt x="1079028" y="2865148"/>
                    </a:lnTo>
                    <a:lnTo>
                      <a:pt x="1194063" y="2806147"/>
                    </a:lnTo>
                    <a:lnTo>
                      <a:pt x="1268307" y="2826839"/>
                    </a:lnTo>
                    <a:lnTo>
                      <a:pt x="1375386" y="2843722"/>
                    </a:lnTo>
                    <a:lnTo>
                      <a:pt x="1399869" y="2891345"/>
                    </a:lnTo>
                    <a:lnTo>
                      <a:pt x="1418240" y="2981956"/>
                    </a:lnTo>
                    <a:lnTo>
                      <a:pt x="1456103" y="3083899"/>
                    </a:lnTo>
                    <a:lnTo>
                      <a:pt x="1554287" y="3485845"/>
                    </a:lnTo>
                    <a:lnTo>
                      <a:pt x="1642687" y="3682871"/>
                    </a:lnTo>
                    <a:lnTo>
                      <a:pt x="1615976" y="3682871"/>
                    </a:lnTo>
                    <a:lnTo>
                      <a:pt x="1576238" y="3603800"/>
                    </a:lnTo>
                    <a:lnTo>
                      <a:pt x="1515845" y="3446573"/>
                    </a:lnTo>
                    <a:lnTo>
                      <a:pt x="1453789" y="3168959"/>
                    </a:lnTo>
                    <a:lnTo>
                      <a:pt x="1435779" y="3106793"/>
                    </a:lnTo>
                    <a:lnTo>
                      <a:pt x="1414588" y="3081972"/>
                    </a:lnTo>
                    <a:lnTo>
                      <a:pt x="1400629" y="3102159"/>
                    </a:lnTo>
                    <a:lnTo>
                      <a:pt x="1394625" y="3137532"/>
                    </a:lnTo>
                    <a:lnTo>
                      <a:pt x="1404751" y="3164692"/>
                    </a:lnTo>
                    <a:lnTo>
                      <a:pt x="1380305" y="3256083"/>
                    </a:lnTo>
                    <a:lnTo>
                      <a:pt x="1390901" y="3298016"/>
                    </a:lnTo>
                    <a:lnTo>
                      <a:pt x="1430608" y="3341372"/>
                    </a:lnTo>
                    <a:lnTo>
                      <a:pt x="1473751" y="3449555"/>
                    </a:lnTo>
                    <a:lnTo>
                      <a:pt x="1508214" y="3595221"/>
                    </a:lnTo>
                    <a:lnTo>
                      <a:pt x="1461600" y="3536174"/>
                    </a:lnTo>
                    <a:lnTo>
                      <a:pt x="1411839" y="3504885"/>
                    </a:lnTo>
                    <a:lnTo>
                      <a:pt x="1334413" y="3480890"/>
                    </a:lnTo>
                    <a:lnTo>
                      <a:pt x="1265450" y="3438819"/>
                    </a:lnTo>
                    <a:lnTo>
                      <a:pt x="1270477" y="3499150"/>
                    </a:lnTo>
                    <a:lnTo>
                      <a:pt x="1263859" y="3564298"/>
                    </a:lnTo>
                    <a:lnTo>
                      <a:pt x="1210699" y="3544433"/>
                    </a:lnTo>
                    <a:lnTo>
                      <a:pt x="1174535" y="3522824"/>
                    </a:lnTo>
                    <a:lnTo>
                      <a:pt x="1206540" y="3592239"/>
                    </a:lnTo>
                    <a:lnTo>
                      <a:pt x="1137070" y="3571410"/>
                    </a:lnTo>
                    <a:lnTo>
                      <a:pt x="1090781" y="3575768"/>
                    </a:lnTo>
                    <a:lnTo>
                      <a:pt x="1060693" y="3637384"/>
                    </a:lnTo>
                    <a:lnTo>
                      <a:pt x="1020335" y="3674775"/>
                    </a:lnTo>
                    <a:lnTo>
                      <a:pt x="980297" y="3682871"/>
                    </a:lnTo>
                    <a:lnTo>
                      <a:pt x="954427" y="3682871"/>
                    </a:lnTo>
                    <a:lnTo>
                      <a:pt x="872137" y="3630502"/>
                    </a:lnTo>
                    <a:lnTo>
                      <a:pt x="843460" y="3562096"/>
                    </a:lnTo>
                    <a:lnTo>
                      <a:pt x="831598" y="3485937"/>
                    </a:lnTo>
                    <a:lnTo>
                      <a:pt x="826861" y="3575997"/>
                    </a:lnTo>
                    <a:lnTo>
                      <a:pt x="842628" y="3669774"/>
                    </a:lnTo>
                    <a:lnTo>
                      <a:pt x="841612" y="3682871"/>
                    </a:lnTo>
                    <a:lnTo>
                      <a:pt x="0" y="3682871"/>
                    </a:lnTo>
                    <a:lnTo>
                      <a:pt x="0" y="0"/>
                    </a:lnTo>
                    <a:lnTo>
                      <a:pt x="2024089" y="0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6" name="pg663">
                <a:extLst>
                  <a:ext uri="{FF2B5EF4-FFF2-40B4-BE49-F238E27FC236}">
                    <a16:creationId xmlns:a16="http://schemas.microsoft.com/office/drawing/2014/main" id="{114F8EC7-E9C0-7314-22B5-B0CEBDFDD7BF}"/>
                  </a:ext>
                </a:extLst>
              </p:cNvPr>
              <p:cNvSpPr/>
              <p:nvPr/>
            </p:nvSpPr>
            <p:spPr>
              <a:xfrm>
                <a:off x="5159228" y="2035019"/>
                <a:ext cx="108453" cy="203932"/>
              </a:xfrm>
              <a:custGeom>
                <a:avLst/>
                <a:gdLst/>
                <a:ahLst/>
                <a:cxnLst/>
                <a:rect l="0" t="0" r="0" b="0"/>
                <a:pathLst>
                  <a:path w="108453" h="203932">
                    <a:moveTo>
                      <a:pt x="1988" y="203932"/>
                    </a:moveTo>
                    <a:lnTo>
                      <a:pt x="0" y="176588"/>
                    </a:lnTo>
                    <a:lnTo>
                      <a:pt x="108453" y="0"/>
                    </a:lnTo>
                    <a:lnTo>
                      <a:pt x="88853" y="61707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7" name="pg664">
                <a:extLst>
                  <a:ext uri="{FF2B5EF4-FFF2-40B4-BE49-F238E27FC236}">
                    <a16:creationId xmlns:a16="http://schemas.microsoft.com/office/drawing/2014/main" id="{88E89F56-EAA0-EC7A-B1D3-AC346304F874}"/>
                  </a:ext>
                </a:extLst>
              </p:cNvPr>
              <p:cNvSpPr/>
              <p:nvPr/>
            </p:nvSpPr>
            <p:spPr>
              <a:xfrm>
                <a:off x="4325772" y="3395883"/>
                <a:ext cx="207830" cy="400294"/>
              </a:xfrm>
              <a:custGeom>
                <a:avLst/>
                <a:gdLst/>
                <a:ahLst/>
                <a:cxnLst/>
                <a:rect l="0" t="0" r="0" b="0"/>
                <a:pathLst>
                  <a:path w="207830" h="400294">
                    <a:moveTo>
                      <a:pt x="0" y="400294"/>
                    </a:moveTo>
                    <a:lnTo>
                      <a:pt x="112974" y="212144"/>
                    </a:lnTo>
                    <a:lnTo>
                      <a:pt x="178574" y="54504"/>
                    </a:lnTo>
                    <a:lnTo>
                      <a:pt x="207830" y="0"/>
                    </a:lnTo>
                    <a:lnTo>
                      <a:pt x="179442" y="110476"/>
                    </a:lnTo>
                    <a:lnTo>
                      <a:pt x="129826" y="212052"/>
                    </a:lnTo>
                    <a:lnTo>
                      <a:pt x="33668" y="385062"/>
                    </a:lnTo>
                    <a:close/>
                  </a:path>
                </a:pathLst>
              </a:custGeom>
              <a:solidFill>
                <a:srgbClr val="FFEFDB">
                  <a:alpha val="100000"/>
                </a:srgbClr>
              </a:solidFill>
              <a:ln w="5420" cap="flat">
                <a:solidFill>
                  <a:srgbClr val="595959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8" name="pt665">
                <a:extLst>
                  <a:ext uri="{FF2B5EF4-FFF2-40B4-BE49-F238E27FC236}">
                    <a16:creationId xmlns:a16="http://schemas.microsoft.com/office/drawing/2014/main" id="{712BD0FB-38B5-B4E4-E7C7-1B4610D5B3DC}"/>
                  </a:ext>
                </a:extLst>
              </p:cNvPr>
              <p:cNvSpPr/>
              <p:nvPr/>
            </p:nvSpPr>
            <p:spPr>
              <a:xfrm>
                <a:off x="4042131" y="3963949"/>
                <a:ext cx="144506" cy="144506"/>
              </a:xfrm>
              <a:prstGeom prst="ellipse">
                <a:avLst/>
              </a:prstGeom>
              <a:solidFill>
                <a:srgbClr val="56BFA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699" name="pt666">
                <a:extLst>
                  <a:ext uri="{FF2B5EF4-FFF2-40B4-BE49-F238E27FC236}">
                    <a16:creationId xmlns:a16="http://schemas.microsoft.com/office/drawing/2014/main" id="{816D7CB3-9D96-2E45-AC6F-97DD4907C044}"/>
                  </a:ext>
                </a:extLst>
              </p:cNvPr>
              <p:cNvSpPr/>
              <p:nvPr/>
            </p:nvSpPr>
            <p:spPr>
              <a:xfrm>
                <a:off x="4598279" y="2594972"/>
                <a:ext cx="144506" cy="144506"/>
              </a:xfrm>
              <a:prstGeom prst="ellipse">
                <a:avLst/>
              </a:prstGeom>
              <a:solidFill>
                <a:srgbClr val="6AD1B0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0" name="pt667">
                <a:extLst>
                  <a:ext uri="{FF2B5EF4-FFF2-40B4-BE49-F238E27FC236}">
                    <a16:creationId xmlns:a16="http://schemas.microsoft.com/office/drawing/2014/main" id="{34F81262-C717-30FA-95DE-731528D44377}"/>
                  </a:ext>
                </a:extLst>
              </p:cNvPr>
              <p:cNvSpPr/>
              <p:nvPr/>
            </p:nvSpPr>
            <p:spPr>
              <a:xfrm>
                <a:off x="4150995" y="2255653"/>
                <a:ext cx="144506" cy="144506"/>
              </a:xfrm>
              <a:prstGeom prst="ellipse">
                <a:avLst/>
              </a:prstGeom>
              <a:solidFill>
                <a:srgbClr val="3A75A2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1" name="pt668">
                <a:extLst>
                  <a:ext uri="{FF2B5EF4-FFF2-40B4-BE49-F238E27FC236}">
                    <a16:creationId xmlns:a16="http://schemas.microsoft.com/office/drawing/2014/main" id="{5DB76C5E-1F7C-A1E8-7091-9E551533B6E9}"/>
                  </a:ext>
                </a:extLst>
              </p:cNvPr>
              <p:cNvSpPr/>
              <p:nvPr/>
            </p:nvSpPr>
            <p:spPr>
              <a:xfrm>
                <a:off x="3069870" y="3287113"/>
                <a:ext cx="144506" cy="144506"/>
              </a:xfrm>
              <a:prstGeom prst="ellipse">
                <a:avLst/>
              </a:prstGeom>
              <a:solidFill>
                <a:srgbClr val="3A7EA4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2" name="pt669">
                <a:extLst>
                  <a:ext uri="{FF2B5EF4-FFF2-40B4-BE49-F238E27FC236}">
                    <a16:creationId xmlns:a16="http://schemas.microsoft.com/office/drawing/2014/main" id="{6358844C-0D4D-2B6B-1A61-91724014B3E6}"/>
                  </a:ext>
                </a:extLst>
              </p:cNvPr>
              <p:cNvSpPr/>
              <p:nvPr/>
            </p:nvSpPr>
            <p:spPr>
              <a:xfrm>
                <a:off x="3376420" y="4483362"/>
                <a:ext cx="144506" cy="144506"/>
              </a:xfrm>
              <a:prstGeom prst="ellipse">
                <a:avLst/>
              </a:prstGeom>
              <a:solidFill>
                <a:srgbClr val="57C0AB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3" name="pt670">
                <a:extLst>
                  <a:ext uri="{FF2B5EF4-FFF2-40B4-BE49-F238E27FC236}">
                    <a16:creationId xmlns:a16="http://schemas.microsoft.com/office/drawing/2014/main" id="{9B9BC67E-401F-2BA1-5D95-D501D97CE576}"/>
                  </a:ext>
                </a:extLst>
              </p:cNvPr>
              <p:cNvSpPr/>
              <p:nvPr/>
            </p:nvSpPr>
            <p:spPr>
              <a:xfrm>
                <a:off x="3424033" y="3595129"/>
                <a:ext cx="255132" cy="257758"/>
              </a:xfrm>
              <a:prstGeom prst="ellipse">
                <a:avLst/>
              </a:prstGeom>
              <a:solidFill>
                <a:srgbClr val="3699A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4" name="pt671">
                <a:extLst>
                  <a:ext uri="{FF2B5EF4-FFF2-40B4-BE49-F238E27FC236}">
                    <a16:creationId xmlns:a16="http://schemas.microsoft.com/office/drawing/2014/main" id="{89730AF4-F3D7-4E6F-4646-B3CB0BB2135B}"/>
                  </a:ext>
                </a:extLst>
              </p:cNvPr>
              <p:cNvSpPr/>
              <p:nvPr/>
            </p:nvSpPr>
            <p:spPr>
              <a:xfrm>
                <a:off x="3396284" y="4283872"/>
                <a:ext cx="255132" cy="257758"/>
              </a:xfrm>
              <a:prstGeom prst="ellipse">
                <a:avLst/>
              </a:prstGeom>
              <a:solidFill>
                <a:srgbClr val="C5EDD9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5" name="pt672">
                <a:extLst>
                  <a:ext uri="{FF2B5EF4-FFF2-40B4-BE49-F238E27FC236}">
                    <a16:creationId xmlns:a16="http://schemas.microsoft.com/office/drawing/2014/main" id="{15B54A81-4E96-E803-8857-3A30605E547B}"/>
                  </a:ext>
                </a:extLst>
              </p:cNvPr>
              <p:cNvSpPr/>
              <p:nvPr/>
            </p:nvSpPr>
            <p:spPr>
              <a:xfrm>
                <a:off x="3349319" y="4456257"/>
                <a:ext cx="255132" cy="257758"/>
              </a:xfrm>
              <a:prstGeom prst="ellipse">
                <a:avLst/>
              </a:prstGeom>
              <a:solidFill>
                <a:srgbClr val="5FCCAC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6" name="pg673">
                <a:extLst>
                  <a:ext uri="{FF2B5EF4-FFF2-40B4-BE49-F238E27FC236}">
                    <a16:creationId xmlns:a16="http://schemas.microsoft.com/office/drawing/2014/main" id="{2D12F527-C0D6-06F2-CD9C-AA28D94BF71B}"/>
                  </a:ext>
                </a:extLst>
              </p:cNvPr>
              <p:cNvSpPr/>
              <p:nvPr/>
            </p:nvSpPr>
            <p:spPr>
              <a:xfrm>
                <a:off x="3287769" y="4134760"/>
                <a:ext cx="267615" cy="231762"/>
              </a:xfrm>
              <a:custGeom>
                <a:avLst/>
                <a:gdLst/>
                <a:ahLst/>
                <a:cxnLst/>
                <a:rect l="0" t="0" r="0" b="0"/>
                <a:pathLst>
                  <a:path w="267615" h="231762">
                    <a:moveTo>
                      <a:pt x="133807" y="0"/>
                    </a:moveTo>
                    <a:lnTo>
                      <a:pt x="267615" y="231762"/>
                    </a:lnTo>
                    <a:lnTo>
                      <a:pt x="0" y="231762"/>
                    </a:lnTo>
                    <a:close/>
                  </a:path>
                </a:pathLst>
              </a:custGeom>
              <a:solidFill>
                <a:srgbClr val="FF1493">
                  <a:alpha val="100000"/>
                </a:srgbClr>
              </a:solidFill>
              <a:ln w="900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7" name="pl674">
                <a:extLst>
                  <a:ext uri="{FF2B5EF4-FFF2-40B4-BE49-F238E27FC236}">
                    <a16:creationId xmlns:a16="http://schemas.microsoft.com/office/drawing/2014/main" id="{0EEC53D5-1359-D2B7-D7A3-AB40CB15E9D1}"/>
                  </a:ext>
                </a:extLst>
              </p:cNvPr>
              <p:cNvSpPr/>
              <p:nvPr/>
            </p:nvSpPr>
            <p:spPr>
              <a:xfrm>
                <a:off x="3536967" y="3324743"/>
                <a:ext cx="1087494" cy="365182"/>
              </a:xfrm>
              <a:custGeom>
                <a:avLst/>
                <a:gdLst/>
                <a:ahLst/>
                <a:cxnLst/>
                <a:rect l="0" t="0" r="0" b="0"/>
                <a:pathLst>
                  <a:path w="1087494" h="365182">
                    <a:moveTo>
                      <a:pt x="1087494" y="0"/>
                    </a:moveTo>
                    <a:lnTo>
                      <a:pt x="0" y="365182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8" name="pl675">
                <a:extLst>
                  <a:ext uri="{FF2B5EF4-FFF2-40B4-BE49-F238E27FC236}">
                    <a16:creationId xmlns:a16="http://schemas.microsoft.com/office/drawing/2014/main" id="{BEE24957-2269-A494-9D2D-220D7E83DC9A}"/>
                  </a:ext>
                </a:extLst>
              </p:cNvPr>
              <p:cNvSpPr/>
              <p:nvPr/>
            </p:nvSpPr>
            <p:spPr>
              <a:xfrm>
                <a:off x="3508990" y="3882993"/>
                <a:ext cx="1281372" cy="495077"/>
              </a:xfrm>
              <a:custGeom>
                <a:avLst/>
                <a:gdLst/>
                <a:ahLst/>
                <a:cxnLst/>
                <a:rect l="0" t="0" r="0" b="0"/>
                <a:pathLst>
                  <a:path w="1281372" h="495077">
                    <a:moveTo>
                      <a:pt x="1281372" y="0"/>
                    </a:moveTo>
                    <a:lnTo>
                      <a:pt x="0" y="495077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09" name="pl676">
                <a:extLst>
                  <a:ext uri="{FF2B5EF4-FFF2-40B4-BE49-F238E27FC236}">
                    <a16:creationId xmlns:a16="http://schemas.microsoft.com/office/drawing/2014/main" id="{692E594C-7A50-9273-7EC9-4B759DBA68B8}"/>
                  </a:ext>
                </a:extLst>
              </p:cNvPr>
              <p:cNvSpPr/>
              <p:nvPr/>
            </p:nvSpPr>
            <p:spPr>
              <a:xfrm>
                <a:off x="3462629" y="4296858"/>
                <a:ext cx="1082356" cy="255462"/>
              </a:xfrm>
              <a:custGeom>
                <a:avLst/>
                <a:gdLst/>
                <a:ahLst/>
                <a:cxnLst/>
                <a:rect l="0" t="0" r="0" b="0"/>
                <a:pathLst>
                  <a:path w="1082356" h="255462">
                    <a:moveTo>
                      <a:pt x="1082356" y="0"/>
                    </a:moveTo>
                    <a:lnTo>
                      <a:pt x="0" y="255462"/>
                    </a:lnTo>
                  </a:path>
                </a:pathLst>
              </a:custGeom>
              <a:ln w="13550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0" name="pg677">
                <a:extLst>
                  <a:ext uri="{FF2B5EF4-FFF2-40B4-BE49-F238E27FC236}">
                    <a16:creationId xmlns:a16="http://schemas.microsoft.com/office/drawing/2014/main" id="{D899E230-5465-B3F0-891E-BC4FE47C5F7F}"/>
                  </a:ext>
                </a:extLst>
              </p:cNvPr>
              <p:cNvSpPr/>
              <p:nvPr/>
            </p:nvSpPr>
            <p:spPr>
              <a:xfrm>
                <a:off x="4624463" y="3156333"/>
                <a:ext cx="1500988" cy="376724"/>
              </a:xfrm>
              <a:custGeom>
                <a:avLst/>
                <a:gdLst/>
                <a:ahLst/>
                <a:cxnLst/>
                <a:rect l="0" t="0" r="0" b="0"/>
                <a:pathLst>
                  <a:path w="1500987" h="324612">
                    <a:moveTo>
                      <a:pt x="27431" y="324612"/>
                    </a:moveTo>
                    <a:lnTo>
                      <a:pt x="1473555" y="324612"/>
                    </a:lnTo>
                    <a:lnTo>
                      <a:pt x="1472451" y="324589"/>
                    </a:lnTo>
                    <a:lnTo>
                      <a:pt x="1476862" y="324411"/>
                    </a:lnTo>
                    <a:lnTo>
                      <a:pt x="1481187" y="323528"/>
                    </a:lnTo>
                    <a:lnTo>
                      <a:pt x="1485315" y="321963"/>
                    </a:lnTo>
                    <a:lnTo>
                      <a:pt x="1489138" y="319756"/>
                    </a:lnTo>
                    <a:lnTo>
                      <a:pt x="1492558" y="316964"/>
                    </a:lnTo>
                    <a:lnTo>
                      <a:pt x="1495485" y="313659"/>
                    </a:lnTo>
                    <a:lnTo>
                      <a:pt x="1497845" y="309928"/>
                    </a:lnTo>
                    <a:lnTo>
                      <a:pt x="1499575" y="305866"/>
                    </a:lnTo>
                    <a:lnTo>
                      <a:pt x="1500632" y="301580"/>
                    </a:lnTo>
                    <a:lnTo>
                      <a:pt x="1500987" y="297180"/>
                    </a:lnTo>
                    <a:lnTo>
                      <a:pt x="1500987" y="27432"/>
                    </a:lnTo>
                    <a:lnTo>
                      <a:pt x="1500632" y="23031"/>
                    </a:lnTo>
                    <a:lnTo>
                      <a:pt x="1499575" y="18745"/>
                    </a:lnTo>
                    <a:lnTo>
                      <a:pt x="1497845" y="14683"/>
                    </a:lnTo>
                    <a:lnTo>
                      <a:pt x="1495485" y="10952"/>
                    </a:lnTo>
                    <a:lnTo>
                      <a:pt x="1492558" y="7647"/>
                    </a:lnTo>
                    <a:lnTo>
                      <a:pt x="1489138" y="4855"/>
                    </a:lnTo>
                    <a:lnTo>
                      <a:pt x="1485315" y="2648"/>
                    </a:lnTo>
                    <a:lnTo>
                      <a:pt x="1481187" y="1083"/>
                    </a:lnTo>
                    <a:lnTo>
                      <a:pt x="1476862" y="200"/>
                    </a:lnTo>
                    <a:lnTo>
                      <a:pt x="1473555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297180"/>
                    </a:lnTo>
                    <a:lnTo>
                      <a:pt x="88" y="294972"/>
                    </a:lnTo>
                    <a:lnTo>
                      <a:pt x="88" y="299387"/>
                    </a:lnTo>
                    <a:lnTo>
                      <a:pt x="797" y="303744"/>
                    </a:lnTo>
                    <a:lnTo>
                      <a:pt x="2195" y="307932"/>
                    </a:lnTo>
                    <a:lnTo>
                      <a:pt x="4246" y="311841"/>
                    </a:lnTo>
                    <a:lnTo>
                      <a:pt x="6898" y="315370"/>
                    </a:lnTo>
                    <a:lnTo>
                      <a:pt x="10082" y="318428"/>
                    </a:lnTo>
                    <a:lnTo>
                      <a:pt x="13715" y="320936"/>
                    </a:lnTo>
                    <a:lnTo>
                      <a:pt x="17704" y="322829"/>
                    </a:lnTo>
                    <a:lnTo>
                      <a:pt x="21944" y="324057"/>
                    </a:lnTo>
                    <a:lnTo>
                      <a:pt x="26327" y="324589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1" name="tx678">
                <a:extLst>
                  <a:ext uri="{FF2B5EF4-FFF2-40B4-BE49-F238E27FC236}">
                    <a16:creationId xmlns:a16="http://schemas.microsoft.com/office/drawing/2014/main" id="{71AD76F4-29DC-D689-5E49-13E3400938FB}"/>
                  </a:ext>
                </a:extLst>
              </p:cNvPr>
              <p:cNvSpPr/>
              <p:nvPr/>
            </p:nvSpPr>
            <p:spPr>
              <a:xfrm>
                <a:off x="4670183" y="3093938"/>
                <a:ext cx="1409547" cy="23317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56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S1</a:t>
                </a:r>
                <a:r>
                  <a:rPr lang="en-US"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LOLA</a:t>
                </a:r>
              </a:p>
            </p:txBody>
          </p:sp>
          <p:sp>
            <p:nvSpPr>
              <p:cNvPr id="4712" name="pg679">
                <a:extLst>
                  <a:ext uri="{FF2B5EF4-FFF2-40B4-BE49-F238E27FC236}">
                    <a16:creationId xmlns:a16="http://schemas.microsoft.com/office/drawing/2014/main" id="{29136427-20D1-0CA6-BE35-3D2BCCA69814}"/>
                  </a:ext>
                </a:extLst>
              </p:cNvPr>
              <p:cNvSpPr/>
              <p:nvPr/>
            </p:nvSpPr>
            <p:spPr>
              <a:xfrm>
                <a:off x="4790362" y="3714525"/>
                <a:ext cx="1554937" cy="376724"/>
              </a:xfrm>
              <a:custGeom>
                <a:avLst/>
                <a:gdLst/>
                <a:ahLst/>
                <a:cxnLst/>
                <a:rect l="0" t="0" r="0" b="0"/>
                <a:pathLst>
                  <a:path w="1554937" h="324612">
                    <a:moveTo>
                      <a:pt x="27432" y="324612"/>
                    </a:moveTo>
                    <a:lnTo>
                      <a:pt x="1527505" y="324612"/>
                    </a:lnTo>
                    <a:lnTo>
                      <a:pt x="1526400" y="324589"/>
                    </a:lnTo>
                    <a:lnTo>
                      <a:pt x="1530811" y="324411"/>
                    </a:lnTo>
                    <a:lnTo>
                      <a:pt x="1535137" y="323528"/>
                    </a:lnTo>
                    <a:lnTo>
                      <a:pt x="1539265" y="321963"/>
                    </a:lnTo>
                    <a:lnTo>
                      <a:pt x="1543088" y="319756"/>
                    </a:lnTo>
                    <a:lnTo>
                      <a:pt x="1546508" y="316964"/>
                    </a:lnTo>
                    <a:lnTo>
                      <a:pt x="1549435" y="313659"/>
                    </a:lnTo>
                    <a:lnTo>
                      <a:pt x="1551795" y="309928"/>
                    </a:lnTo>
                    <a:lnTo>
                      <a:pt x="1553525" y="305866"/>
                    </a:lnTo>
                    <a:lnTo>
                      <a:pt x="1554581" y="301580"/>
                    </a:lnTo>
                    <a:lnTo>
                      <a:pt x="1554937" y="297180"/>
                    </a:lnTo>
                    <a:lnTo>
                      <a:pt x="1554937" y="27432"/>
                    </a:lnTo>
                    <a:lnTo>
                      <a:pt x="1554581" y="23031"/>
                    </a:lnTo>
                    <a:lnTo>
                      <a:pt x="1553525" y="18745"/>
                    </a:lnTo>
                    <a:lnTo>
                      <a:pt x="1551795" y="14683"/>
                    </a:lnTo>
                    <a:lnTo>
                      <a:pt x="1549435" y="10952"/>
                    </a:lnTo>
                    <a:lnTo>
                      <a:pt x="1546508" y="7647"/>
                    </a:lnTo>
                    <a:lnTo>
                      <a:pt x="1543088" y="4855"/>
                    </a:lnTo>
                    <a:lnTo>
                      <a:pt x="1539265" y="2648"/>
                    </a:lnTo>
                    <a:lnTo>
                      <a:pt x="1535137" y="1083"/>
                    </a:lnTo>
                    <a:lnTo>
                      <a:pt x="1530811" y="200"/>
                    </a:lnTo>
                    <a:lnTo>
                      <a:pt x="1527505" y="0"/>
                    </a:lnTo>
                    <a:lnTo>
                      <a:pt x="27432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2"/>
                    </a:lnTo>
                    <a:lnTo>
                      <a:pt x="0" y="297180"/>
                    </a:lnTo>
                    <a:lnTo>
                      <a:pt x="88" y="294972"/>
                    </a:lnTo>
                    <a:lnTo>
                      <a:pt x="88" y="299387"/>
                    </a:lnTo>
                    <a:lnTo>
                      <a:pt x="797" y="303744"/>
                    </a:lnTo>
                    <a:lnTo>
                      <a:pt x="2195" y="307932"/>
                    </a:lnTo>
                    <a:lnTo>
                      <a:pt x="4246" y="311841"/>
                    </a:lnTo>
                    <a:lnTo>
                      <a:pt x="6898" y="315370"/>
                    </a:lnTo>
                    <a:lnTo>
                      <a:pt x="10082" y="318428"/>
                    </a:lnTo>
                    <a:lnTo>
                      <a:pt x="13715" y="320936"/>
                    </a:lnTo>
                    <a:lnTo>
                      <a:pt x="17704" y="322829"/>
                    </a:lnTo>
                    <a:lnTo>
                      <a:pt x="21944" y="324057"/>
                    </a:lnTo>
                    <a:lnTo>
                      <a:pt x="26327" y="324589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3" name="tx680">
                <a:extLst>
                  <a:ext uri="{FF2B5EF4-FFF2-40B4-BE49-F238E27FC236}">
                    <a16:creationId xmlns:a16="http://schemas.microsoft.com/office/drawing/2014/main" id="{947B14B4-CB1E-F069-8DE8-00E2D0F6B09D}"/>
                  </a:ext>
                </a:extLst>
              </p:cNvPr>
              <p:cNvSpPr/>
              <p:nvPr/>
            </p:nvSpPr>
            <p:spPr>
              <a:xfrm>
                <a:off x="4836082" y="3659124"/>
                <a:ext cx="1463496" cy="23317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56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S2</a:t>
                </a:r>
                <a:r>
                  <a:rPr lang="en-US"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DEBY</a:t>
                </a:r>
              </a:p>
            </p:txBody>
          </p:sp>
          <p:sp>
            <p:nvSpPr>
              <p:cNvPr id="4714" name="pg681">
                <a:extLst>
                  <a:ext uri="{FF2B5EF4-FFF2-40B4-BE49-F238E27FC236}">
                    <a16:creationId xmlns:a16="http://schemas.microsoft.com/office/drawing/2014/main" id="{698E2758-4B4B-E5ED-BD78-DEF64E3DE104}"/>
                  </a:ext>
                </a:extLst>
              </p:cNvPr>
              <p:cNvSpPr/>
              <p:nvPr/>
            </p:nvSpPr>
            <p:spPr>
              <a:xfrm>
                <a:off x="4544986" y="4130561"/>
                <a:ext cx="1193384" cy="376724"/>
              </a:xfrm>
              <a:custGeom>
                <a:avLst/>
                <a:gdLst/>
                <a:ahLst/>
                <a:cxnLst/>
                <a:rect l="0" t="0" r="0" b="0"/>
                <a:pathLst>
                  <a:path w="1193383" h="324611">
                    <a:moveTo>
                      <a:pt x="27431" y="324611"/>
                    </a:moveTo>
                    <a:lnTo>
                      <a:pt x="1165951" y="324611"/>
                    </a:lnTo>
                    <a:lnTo>
                      <a:pt x="1164846" y="324589"/>
                    </a:lnTo>
                    <a:lnTo>
                      <a:pt x="1169258" y="324411"/>
                    </a:lnTo>
                    <a:lnTo>
                      <a:pt x="1173583" y="323528"/>
                    </a:lnTo>
                    <a:lnTo>
                      <a:pt x="1177711" y="321963"/>
                    </a:lnTo>
                    <a:lnTo>
                      <a:pt x="1181534" y="319756"/>
                    </a:lnTo>
                    <a:lnTo>
                      <a:pt x="1184954" y="316964"/>
                    </a:lnTo>
                    <a:lnTo>
                      <a:pt x="1187881" y="313659"/>
                    </a:lnTo>
                    <a:lnTo>
                      <a:pt x="1190241" y="309928"/>
                    </a:lnTo>
                    <a:lnTo>
                      <a:pt x="1191971" y="305866"/>
                    </a:lnTo>
                    <a:lnTo>
                      <a:pt x="1193028" y="301580"/>
                    </a:lnTo>
                    <a:lnTo>
                      <a:pt x="1193383" y="297179"/>
                    </a:lnTo>
                    <a:lnTo>
                      <a:pt x="1193383" y="27431"/>
                    </a:lnTo>
                    <a:lnTo>
                      <a:pt x="1193028" y="23031"/>
                    </a:lnTo>
                    <a:lnTo>
                      <a:pt x="1191971" y="18745"/>
                    </a:lnTo>
                    <a:lnTo>
                      <a:pt x="1190241" y="14683"/>
                    </a:lnTo>
                    <a:lnTo>
                      <a:pt x="1187881" y="10952"/>
                    </a:lnTo>
                    <a:lnTo>
                      <a:pt x="1184954" y="7647"/>
                    </a:lnTo>
                    <a:lnTo>
                      <a:pt x="1181534" y="4855"/>
                    </a:lnTo>
                    <a:lnTo>
                      <a:pt x="1177711" y="2648"/>
                    </a:lnTo>
                    <a:lnTo>
                      <a:pt x="1173583" y="1083"/>
                    </a:lnTo>
                    <a:lnTo>
                      <a:pt x="1169258" y="200"/>
                    </a:lnTo>
                    <a:lnTo>
                      <a:pt x="1165951" y="0"/>
                    </a:lnTo>
                    <a:lnTo>
                      <a:pt x="27431" y="0"/>
                    </a:lnTo>
                    <a:lnTo>
                      <a:pt x="30738" y="200"/>
                    </a:lnTo>
                    <a:lnTo>
                      <a:pt x="26327" y="22"/>
                    </a:lnTo>
                    <a:lnTo>
                      <a:pt x="21944" y="554"/>
                    </a:lnTo>
                    <a:lnTo>
                      <a:pt x="17704" y="1782"/>
                    </a:lnTo>
                    <a:lnTo>
                      <a:pt x="13715" y="3675"/>
                    </a:lnTo>
                    <a:lnTo>
                      <a:pt x="10082" y="6183"/>
                    </a:lnTo>
                    <a:lnTo>
                      <a:pt x="6898" y="9241"/>
                    </a:lnTo>
                    <a:lnTo>
                      <a:pt x="4246" y="12770"/>
                    </a:lnTo>
                    <a:lnTo>
                      <a:pt x="2195" y="16679"/>
                    </a:lnTo>
                    <a:lnTo>
                      <a:pt x="797" y="20867"/>
                    </a:lnTo>
                    <a:lnTo>
                      <a:pt x="88" y="25224"/>
                    </a:lnTo>
                    <a:lnTo>
                      <a:pt x="0" y="27431"/>
                    </a:lnTo>
                    <a:lnTo>
                      <a:pt x="0" y="297179"/>
                    </a:lnTo>
                    <a:lnTo>
                      <a:pt x="88" y="294972"/>
                    </a:lnTo>
                    <a:lnTo>
                      <a:pt x="88" y="299387"/>
                    </a:lnTo>
                    <a:lnTo>
                      <a:pt x="797" y="303744"/>
                    </a:lnTo>
                    <a:lnTo>
                      <a:pt x="2195" y="307932"/>
                    </a:lnTo>
                    <a:lnTo>
                      <a:pt x="4246" y="311841"/>
                    </a:lnTo>
                    <a:lnTo>
                      <a:pt x="6898" y="315370"/>
                    </a:lnTo>
                    <a:lnTo>
                      <a:pt x="10082" y="318428"/>
                    </a:lnTo>
                    <a:lnTo>
                      <a:pt x="13715" y="320936"/>
                    </a:lnTo>
                    <a:lnTo>
                      <a:pt x="17704" y="322829"/>
                    </a:lnTo>
                    <a:lnTo>
                      <a:pt x="21944" y="324057"/>
                    </a:lnTo>
                    <a:lnTo>
                      <a:pt x="26327" y="324589"/>
                    </a:lnTo>
                    <a:close/>
                  </a:path>
                </a:pathLst>
              </a:custGeom>
              <a:solidFill>
                <a:srgbClr val="FFFFFF">
                  <a:alpha val="100000"/>
                </a:srgbClr>
              </a:solidFill>
              <a:ln w="6775" cap="rnd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5" name="tx682">
                <a:extLst>
                  <a:ext uri="{FF2B5EF4-FFF2-40B4-BE49-F238E27FC236}">
                    <a16:creationId xmlns:a16="http://schemas.microsoft.com/office/drawing/2014/main" id="{01E35818-8725-FF88-EB64-EB8EE92A5559}"/>
                  </a:ext>
                </a:extLst>
              </p:cNvPr>
              <p:cNvSpPr/>
              <p:nvPr/>
            </p:nvSpPr>
            <p:spPr>
              <a:xfrm>
                <a:off x="4572956" y="4127543"/>
                <a:ext cx="1101943" cy="233171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1"/>
              <a:lstStyle/>
              <a:p>
                <a:pPr marL="0" marR="0" indent="0" algn="l">
                  <a:lnSpc>
                    <a:spcPts val="256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W4</a:t>
                </a:r>
                <a:r>
                  <a:rPr lang="en-US"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-</a:t>
                </a:r>
                <a:r>
                  <a:rPr sz="1100" dirty="0">
                    <a:solidFill>
                      <a:srgbClr val="000000">
                        <a:alpha val="100000"/>
                      </a:srgbClr>
                    </a:solidFill>
                    <a:latin typeface="Helvetica"/>
                    <a:cs typeface="Helvetica"/>
                  </a:rPr>
                  <a:t>VA</a:t>
                </a:r>
              </a:p>
            </p:txBody>
          </p:sp>
          <p:sp>
            <p:nvSpPr>
              <p:cNvPr id="4716" name="rc683">
                <a:extLst>
                  <a:ext uri="{FF2B5EF4-FFF2-40B4-BE49-F238E27FC236}">
                    <a16:creationId xmlns:a16="http://schemas.microsoft.com/office/drawing/2014/main" id="{16AB36F9-E02D-1737-DDB9-7D05EFB1E408}"/>
                  </a:ext>
                </a:extLst>
              </p:cNvPr>
              <p:cNvSpPr/>
              <p:nvPr/>
            </p:nvSpPr>
            <p:spPr>
              <a:xfrm>
                <a:off x="2483768" y="1844824"/>
                <a:ext cx="3967904" cy="3744416"/>
              </a:xfrm>
              <a:prstGeom prst="rect">
                <a:avLst/>
              </a:prstGeom>
              <a:ln w="13550" cap="rnd">
                <a:solidFill>
                  <a:srgbClr val="333333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8" name="pl733">
                <a:extLst>
                  <a:ext uri="{FF2B5EF4-FFF2-40B4-BE49-F238E27FC236}">
                    <a16:creationId xmlns:a16="http://schemas.microsoft.com/office/drawing/2014/main" id="{6A8AB324-CE3C-48AB-2811-8FAEEF333442}"/>
                  </a:ext>
                </a:extLst>
              </p:cNvPr>
              <p:cNvSpPr/>
              <p:nvPr/>
            </p:nvSpPr>
            <p:spPr>
              <a:xfrm>
                <a:off x="6836004" y="434253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19" name="pl734">
                <a:extLst>
                  <a:ext uri="{FF2B5EF4-FFF2-40B4-BE49-F238E27FC236}">
                    <a16:creationId xmlns:a16="http://schemas.microsoft.com/office/drawing/2014/main" id="{903CC81F-F7FD-24A3-54D7-0F8123452BBF}"/>
                  </a:ext>
                </a:extLst>
              </p:cNvPr>
              <p:cNvSpPr/>
              <p:nvPr/>
            </p:nvSpPr>
            <p:spPr>
              <a:xfrm>
                <a:off x="6836004" y="406913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0" name="pl735">
                <a:extLst>
                  <a:ext uri="{FF2B5EF4-FFF2-40B4-BE49-F238E27FC236}">
                    <a16:creationId xmlns:a16="http://schemas.microsoft.com/office/drawing/2014/main" id="{8CC470E7-A201-2212-2BA3-6E4ADA116D8E}"/>
                  </a:ext>
                </a:extLst>
              </p:cNvPr>
              <p:cNvSpPr/>
              <p:nvPr/>
            </p:nvSpPr>
            <p:spPr>
              <a:xfrm>
                <a:off x="6836004" y="379572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1" name="pl736">
                <a:extLst>
                  <a:ext uri="{FF2B5EF4-FFF2-40B4-BE49-F238E27FC236}">
                    <a16:creationId xmlns:a16="http://schemas.microsoft.com/office/drawing/2014/main" id="{0A42F610-C511-2237-BBE8-DD2D4A13FCA0}"/>
                  </a:ext>
                </a:extLst>
              </p:cNvPr>
              <p:cNvSpPr/>
              <p:nvPr/>
            </p:nvSpPr>
            <p:spPr>
              <a:xfrm>
                <a:off x="6836004" y="352231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2" name="pl737">
                <a:extLst>
                  <a:ext uri="{FF2B5EF4-FFF2-40B4-BE49-F238E27FC236}">
                    <a16:creationId xmlns:a16="http://schemas.microsoft.com/office/drawing/2014/main" id="{B7E5C694-7D2D-F2E9-DB11-C6B192FE5787}"/>
                  </a:ext>
                </a:extLst>
              </p:cNvPr>
              <p:cNvSpPr/>
              <p:nvPr/>
            </p:nvSpPr>
            <p:spPr>
              <a:xfrm>
                <a:off x="6836004" y="324891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0" y="0"/>
                    </a:moveTo>
                    <a:lnTo>
                      <a:pt x="43891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3" name="pl738">
                <a:extLst>
                  <a:ext uri="{FF2B5EF4-FFF2-40B4-BE49-F238E27FC236}">
                    <a16:creationId xmlns:a16="http://schemas.microsoft.com/office/drawing/2014/main" id="{B17A3110-9A11-6CF3-7DDC-02FE191A60D5}"/>
                  </a:ext>
                </a:extLst>
              </p:cNvPr>
              <p:cNvSpPr/>
              <p:nvPr/>
            </p:nvSpPr>
            <p:spPr>
              <a:xfrm>
                <a:off x="6660439" y="4342536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4" name="pl739">
                <a:extLst>
                  <a:ext uri="{FF2B5EF4-FFF2-40B4-BE49-F238E27FC236}">
                    <a16:creationId xmlns:a16="http://schemas.microsoft.com/office/drawing/2014/main" id="{D4836C1B-779F-A8E3-A32F-09386E1538D4}"/>
                  </a:ext>
                </a:extLst>
              </p:cNvPr>
              <p:cNvSpPr/>
              <p:nvPr/>
            </p:nvSpPr>
            <p:spPr>
              <a:xfrm>
                <a:off x="6660439" y="4069131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5" name="pl740">
                <a:extLst>
                  <a:ext uri="{FF2B5EF4-FFF2-40B4-BE49-F238E27FC236}">
                    <a16:creationId xmlns:a16="http://schemas.microsoft.com/office/drawing/2014/main" id="{FF2CAC80-74D6-6EB0-1493-3E64F6F20267}"/>
                  </a:ext>
                </a:extLst>
              </p:cNvPr>
              <p:cNvSpPr/>
              <p:nvPr/>
            </p:nvSpPr>
            <p:spPr>
              <a:xfrm>
                <a:off x="6660439" y="3795725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6" name="pl741">
                <a:extLst>
                  <a:ext uri="{FF2B5EF4-FFF2-40B4-BE49-F238E27FC236}">
                    <a16:creationId xmlns:a16="http://schemas.microsoft.com/office/drawing/2014/main" id="{70AAC122-269D-1EDE-6671-531A4629A8C7}"/>
                  </a:ext>
                </a:extLst>
              </p:cNvPr>
              <p:cNvSpPr/>
              <p:nvPr/>
            </p:nvSpPr>
            <p:spPr>
              <a:xfrm>
                <a:off x="6660439" y="3522319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  <p:sp>
            <p:nvSpPr>
              <p:cNvPr id="4727" name="pl742">
                <a:extLst>
                  <a:ext uri="{FF2B5EF4-FFF2-40B4-BE49-F238E27FC236}">
                    <a16:creationId xmlns:a16="http://schemas.microsoft.com/office/drawing/2014/main" id="{E0E8F40E-B8D1-4BB8-FAB4-D2C6FF0CECB9}"/>
                  </a:ext>
                </a:extLst>
              </p:cNvPr>
              <p:cNvSpPr/>
              <p:nvPr/>
            </p:nvSpPr>
            <p:spPr>
              <a:xfrm>
                <a:off x="6660439" y="3248914"/>
                <a:ext cx="43891" cy="0"/>
              </a:xfrm>
              <a:custGeom>
                <a:avLst/>
                <a:gdLst/>
                <a:ahLst/>
                <a:cxnLst/>
                <a:rect l="0" t="0" r="0" b="0"/>
                <a:pathLst>
                  <a:path w="43891">
                    <a:moveTo>
                      <a:pt x="43891" y="0"/>
                    </a:moveTo>
                    <a:lnTo>
                      <a:pt x="0" y="0"/>
                    </a:lnTo>
                  </a:path>
                </a:pathLst>
              </a:custGeom>
              <a:ln w="4762" cap="flat">
                <a:solidFill>
                  <a:srgbClr val="FFFFFF">
                    <a:alpha val="100000"/>
                  </a:srgbClr>
                </a:solidFill>
                <a:prstDash val="solid"/>
                <a:round/>
              </a:ln>
            </p:spPr>
            <p:txBody>
              <a:bodyPr/>
              <a:lstStyle/>
              <a:p>
                <a:endParaRPr/>
              </a:p>
            </p:txBody>
          </p:sp>
        </p:grpSp>
        <p:sp>
          <p:nvSpPr>
            <p:cNvPr id="4728" name="pl677">
              <a:extLst>
                <a:ext uri="{FF2B5EF4-FFF2-40B4-BE49-F238E27FC236}">
                  <a16:creationId xmlns:a16="http://schemas.microsoft.com/office/drawing/2014/main" id="{04C502F0-F2EB-A988-E200-AC5F46B28859}"/>
                </a:ext>
              </a:extLst>
            </p:cNvPr>
            <p:cNvSpPr/>
            <p:nvPr/>
          </p:nvSpPr>
          <p:spPr>
            <a:xfrm>
              <a:off x="2184698" y="2088232"/>
              <a:ext cx="216024" cy="288032"/>
            </a:xfrm>
            <a:custGeom>
              <a:avLst/>
              <a:gdLst/>
              <a:ahLst/>
              <a:cxnLst/>
              <a:rect l="0" t="0" r="0" b="0"/>
              <a:pathLst>
                <a:path w="1087883" h="456649">
                  <a:moveTo>
                    <a:pt x="1087883" y="0"/>
                  </a:moveTo>
                  <a:lnTo>
                    <a:pt x="0" y="456649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g681">
              <a:extLst>
                <a:ext uri="{FF2B5EF4-FFF2-40B4-BE49-F238E27FC236}">
                  <a16:creationId xmlns:a16="http://schemas.microsoft.com/office/drawing/2014/main" id="{98272FF8-0A8B-5D89-2542-BCF6C5052DA5}"/>
                </a:ext>
              </a:extLst>
            </p:cNvPr>
            <p:cNvSpPr/>
            <p:nvPr/>
          </p:nvSpPr>
          <p:spPr>
            <a:xfrm>
              <a:off x="2054452" y="2376264"/>
              <a:ext cx="717348" cy="173736"/>
            </a:xfrm>
            <a:custGeom>
              <a:avLst/>
              <a:gdLst/>
              <a:ahLst/>
              <a:cxnLst/>
              <a:rect l="0" t="0" r="0" b="0"/>
              <a:pathLst>
                <a:path w="1500987" h="324611">
                  <a:moveTo>
                    <a:pt x="27432" y="324611"/>
                  </a:moveTo>
                  <a:lnTo>
                    <a:pt x="1473555" y="324611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80"/>
                  </a:lnTo>
                  <a:lnTo>
                    <a:pt x="1500987" y="27432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6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r>
                <a:rPr lang="en-US" sz="1100" dirty="0">
                  <a:latin typeface="Helvetica" pitchFamily="2" charset="0"/>
                </a:rPr>
                <a:t> York River</a:t>
              </a:r>
              <a:endParaRPr sz="1100" dirty="0">
                <a:latin typeface="Helvetica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6967822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487040" y="1600200"/>
              <a:ext cx="6169918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34901" y="2354586"/>
              <a:ext cx="4342247" cy="3366361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443946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73121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502296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031471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560646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508982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561899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614817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34901" y="540785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34901" y="475757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34901" y="410729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34901" y="345701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34901" y="280673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5504809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5516446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5528083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555135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5562995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574633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610995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6121587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6133224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481534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5493171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5504809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551644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5528083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5539721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555135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5562995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5574633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6098312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610995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6121587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6133224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6144862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5469897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5481534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5493171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5504809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551644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5528083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5539721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555135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556299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5574633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558627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609831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610995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6121587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6133224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614486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41171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42334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543498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544662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5458259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546989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5481534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5493171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5504809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551644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552808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5539721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555135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556299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557463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610995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612158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6133224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37679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38843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40007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541171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542334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543498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544662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5458259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546989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5481534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549317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5504809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551644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552808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553972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555135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556299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612158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36516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37679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38843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540007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5411710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5423347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543498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5446622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5458259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5469897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5481534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549317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5504809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551644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552808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534188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535352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536516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5376798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538843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540007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5411710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5423347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543498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446622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45825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469897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5481534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549317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5306974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531861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533024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5341886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535352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536516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5376798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538843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540007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5411710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542334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543498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5446622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545825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528369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5295337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5306974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531861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533024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5341886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353523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36516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5376798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538843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5400073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5411710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5272062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528369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529533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5306974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531861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533024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5341886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5353523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536516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5376798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5388435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5260425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5272062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528369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529533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5306974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5318611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533024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341886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5353523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5365161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524878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5260425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5272062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5283699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529533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5306974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5318611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5330249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5341886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521387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5225513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5237150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524878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526042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5272062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5283699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529533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5306974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5318611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5202238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521387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522551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5237150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524878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526042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5272062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5283699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529533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6144862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514405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515568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5167326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517896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519060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5202238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521387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522551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523715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524878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526042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5272062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528369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610995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612158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613322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6144862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615649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513241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514405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515568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516732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517896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519060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520223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521387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522551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523715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524878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526042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527206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601685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602848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604012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605176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608667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609831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610995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612158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613322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614486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615649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616813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513241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514405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515568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516732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517896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519060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520223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521387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522551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523715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524878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526042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600521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601685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602848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604012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605176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606340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607503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608667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6098312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610995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612158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613322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6144862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615649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513241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514405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515568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516732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517896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519060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520223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521387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522551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523715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524878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526042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591211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59237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593539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594702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598193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599357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600521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601685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602848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604012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605176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606340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607503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608667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609831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610995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612158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613322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614486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615649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512077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513241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514405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515568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516732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517896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519060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520223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521387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522551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523715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524878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590047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591211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59237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593539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594702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59586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597030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598193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599357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600521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601685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602848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604012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605176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606340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607503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608667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609831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610995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612158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613322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614486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615649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509750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510913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512077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513241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514405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515568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516732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517896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519060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520223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521387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590047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591211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59237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593539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594702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595866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597030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598193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599357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600521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601685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602848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604012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605176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606340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607503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608667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609831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610995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612158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613322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614486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615649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509750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510913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512077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513241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514405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515568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516732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517896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519060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590047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591211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592375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593539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594702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595866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597030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598193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599357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600521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601685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602848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604012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605176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606340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607503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608667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609831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610995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612158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613322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614486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615649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616813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509750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510913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512077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513241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5144051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515568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5888841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590047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591211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592375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593539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594702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595866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597030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598193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599357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600521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606340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607503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608667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609831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610995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612158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613322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614486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615649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509750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5109139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512077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5132414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584229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5853929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586556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587720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588884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590047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591211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592375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593539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594702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604012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605176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606340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607503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608667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609831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610995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612158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6133224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614486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572591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573755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574919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576083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577246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578410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579574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5807379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581901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583065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584229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5853929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586556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587720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588884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590047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591211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592375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593539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594702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601685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602848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604012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605176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606340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607503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608667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609831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610995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612158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571428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572591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573755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574919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576083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5772467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578410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579574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580737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5819017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583065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584229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585392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586556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587720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588884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590047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591211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592375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593539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600521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601685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602848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604012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605176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606340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607503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608667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609831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610995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570264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571428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572591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573755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574919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576083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5772467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578410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579574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580737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5819017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583065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584229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585392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586556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587720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588884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590047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591211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592375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600521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601685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602848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604012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605176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606340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607503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608667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570264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571428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572591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5737555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574919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576083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5772467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5784105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579574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580737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5819017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583065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584229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585392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586556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587720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600521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601685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602848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604012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605176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606340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569100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570264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571428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572591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5737555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574919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576083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577246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5784105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579574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580737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581901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583065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584229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599357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600521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601685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602848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604012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605176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563281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5644457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565609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566773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567936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569100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5702643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571428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572591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5737555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5749193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576083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5772467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5784105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580737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5819017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583065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5993577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600521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601685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602848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604012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559790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5609545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562118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563281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564445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565609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566773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567936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569100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5702643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571428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5725918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5737555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576083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577246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599357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600521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601685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6028488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604012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558627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559790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560954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562118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563281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564445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565609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566773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567936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569100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5702643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571428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572591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599357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600521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601685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602848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604012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6051763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606340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610995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612158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613322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614486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615649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557463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558627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559790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560954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562118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563281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564445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565609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566773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567936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569100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70264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571428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600521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601685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602848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g665"/>
            <p:cNvSpPr/>
            <p:nvPr/>
          </p:nvSpPr>
          <p:spPr>
            <a:xfrm>
              <a:off x="604012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g666"/>
            <p:cNvSpPr/>
            <p:nvPr/>
          </p:nvSpPr>
          <p:spPr>
            <a:xfrm>
              <a:off x="605176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g667"/>
            <p:cNvSpPr/>
            <p:nvPr/>
          </p:nvSpPr>
          <p:spPr>
            <a:xfrm>
              <a:off x="606340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g668"/>
            <p:cNvSpPr/>
            <p:nvPr/>
          </p:nvSpPr>
          <p:spPr>
            <a:xfrm>
              <a:off x="607503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g669"/>
            <p:cNvSpPr/>
            <p:nvPr/>
          </p:nvSpPr>
          <p:spPr>
            <a:xfrm>
              <a:off x="609831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g670"/>
            <p:cNvSpPr/>
            <p:nvPr/>
          </p:nvSpPr>
          <p:spPr>
            <a:xfrm>
              <a:off x="610995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g671"/>
            <p:cNvSpPr/>
            <p:nvPr/>
          </p:nvSpPr>
          <p:spPr>
            <a:xfrm>
              <a:off x="612158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g672"/>
            <p:cNvSpPr/>
            <p:nvPr/>
          </p:nvSpPr>
          <p:spPr>
            <a:xfrm>
              <a:off x="613322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614486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g674"/>
            <p:cNvSpPr/>
            <p:nvPr/>
          </p:nvSpPr>
          <p:spPr>
            <a:xfrm>
              <a:off x="615649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g675"/>
            <p:cNvSpPr/>
            <p:nvPr/>
          </p:nvSpPr>
          <p:spPr>
            <a:xfrm>
              <a:off x="616813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g676"/>
            <p:cNvSpPr/>
            <p:nvPr/>
          </p:nvSpPr>
          <p:spPr>
            <a:xfrm>
              <a:off x="556299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5574633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g678"/>
            <p:cNvSpPr/>
            <p:nvPr/>
          </p:nvSpPr>
          <p:spPr>
            <a:xfrm>
              <a:off x="558627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g679"/>
            <p:cNvSpPr/>
            <p:nvPr/>
          </p:nvSpPr>
          <p:spPr>
            <a:xfrm>
              <a:off x="559790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g680"/>
            <p:cNvSpPr/>
            <p:nvPr/>
          </p:nvSpPr>
          <p:spPr>
            <a:xfrm>
              <a:off x="560954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g681"/>
            <p:cNvSpPr/>
            <p:nvPr/>
          </p:nvSpPr>
          <p:spPr>
            <a:xfrm>
              <a:off x="562118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g682"/>
            <p:cNvSpPr/>
            <p:nvPr/>
          </p:nvSpPr>
          <p:spPr>
            <a:xfrm>
              <a:off x="563281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g683"/>
            <p:cNvSpPr/>
            <p:nvPr/>
          </p:nvSpPr>
          <p:spPr>
            <a:xfrm>
              <a:off x="564445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g684"/>
            <p:cNvSpPr/>
            <p:nvPr/>
          </p:nvSpPr>
          <p:spPr>
            <a:xfrm>
              <a:off x="565609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g685"/>
            <p:cNvSpPr/>
            <p:nvPr/>
          </p:nvSpPr>
          <p:spPr>
            <a:xfrm>
              <a:off x="5667731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g686"/>
            <p:cNvSpPr/>
            <p:nvPr/>
          </p:nvSpPr>
          <p:spPr>
            <a:xfrm>
              <a:off x="567936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g687"/>
            <p:cNvSpPr/>
            <p:nvPr/>
          </p:nvSpPr>
          <p:spPr>
            <a:xfrm>
              <a:off x="600521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g688"/>
            <p:cNvSpPr/>
            <p:nvPr/>
          </p:nvSpPr>
          <p:spPr>
            <a:xfrm>
              <a:off x="6016851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g689"/>
            <p:cNvSpPr/>
            <p:nvPr/>
          </p:nvSpPr>
          <p:spPr>
            <a:xfrm>
              <a:off x="602848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g690"/>
            <p:cNvSpPr/>
            <p:nvPr/>
          </p:nvSpPr>
          <p:spPr>
            <a:xfrm>
              <a:off x="604012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g691"/>
            <p:cNvSpPr/>
            <p:nvPr/>
          </p:nvSpPr>
          <p:spPr>
            <a:xfrm>
              <a:off x="6051763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g692"/>
            <p:cNvSpPr/>
            <p:nvPr/>
          </p:nvSpPr>
          <p:spPr>
            <a:xfrm>
              <a:off x="606340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g693"/>
            <p:cNvSpPr/>
            <p:nvPr/>
          </p:nvSpPr>
          <p:spPr>
            <a:xfrm>
              <a:off x="607503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g694"/>
            <p:cNvSpPr/>
            <p:nvPr/>
          </p:nvSpPr>
          <p:spPr>
            <a:xfrm>
              <a:off x="608667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g695"/>
            <p:cNvSpPr/>
            <p:nvPr/>
          </p:nvSpPr>
          <p:spPr>
            <a:xfrm>
              <a:off x="609831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g696"/>
            <p:cNvSpPr/>
            <p:nvPr/>
          </p:nvSpPr>
          <p:spPr>
            <a:xfrm>
              <a:off x="610995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g697"/>
            <p:cNvSpPr/>
            <p:nvPr/>
          </p:nvSpPr>
          <p:spPr>
            <a:xfrm>
              <a:off x="612158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g698"/>
            <p:cNvSpPr/>
            <p:nvPr/>
          </p:nvSpPr>
          <p:spPr>
            <a:xfrm>
              <a:off x="613322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g699"/>
            <p:cNvSpPr/>
            <p:nvPr/>
          </p:nvSpPr>
          <p:spPr>
            <a:xfrm>
              <a:off x="614486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g700"/>
            <p:cNvSpPr/>
            <p:nvPr/>
          </p:nvSpPr>
          <p:spPr>
            <a:xfrm>
              <a:off x="615649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g701"/>
            <p:cNvSpPr/>
            <p:nvPr/>
          </p:nvSpPr>
          <p:spPr>
            <a:xfrm>
              <a:off x="616813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g702"/>
            <p:cNvSpPr/>
            <p:nvPr/>
          </p:nvSpPr>
          <p:spPr>
            <a:xfrm>
              <a:off x="555135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g703"/>
            <p:cNvSpPr/>
            <p:nvPr/>
          </p:nvSpPr>
          <p:spPr>
            <a:xfrm>
              <a:off x="556299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g704"/>
            <p:cNvSpPr/>
            <p:nvPr/>
          </p:nvSpPr>
          <p:spPr>
            <a:xfrm>
              <a:off x="557463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g705"/>
            <p:cNvSpPr/>
            <p:nvPr/>
          </p:nvSpPr>
          <p:spPr>
            <a:xfrm>
              <a:off x="558627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g706"/>
            <p:cNvSpPr/>
            <p:nvPr/>
          </p:nvSpPr>
          <p:spPr>
            <a:xfrm>
              <a:off x="559790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g707"/>
            <p:cNvSpPr/>
            <p:nvPr/>
          </p:nvSpPr>
          <p:spPr>
            <a:xfrm>
              <a:off x="560954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g708"/>
            <p:cNvSpPr/>
            <p:nvPr/>
          </p:nvSpPr>
          <p:spPr>
            <a:xfrm>
              <a:off x="562118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g709"/>
            <p:cNvSpPr/>
            <p:nvPr/>
          </p:nvSpPr>
          <p:spPr>
            <a:xfrm>
              <a:off x="5632819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g710"/>
            <p:cNvSpPr/>
            <p:nvPr/>
          </p:nvSpPr>
          <p:spPr>
            <a:xfrm>
              <a:off x="564445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g711"/>
            <p:cNvSpPr/>
            <p:nvPr/>
          </p:nvSpPr>
          <p:spPr>
            <a:xfrm>
              <a:off x="6016851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g712"/>
            <p:cNvSpPr/>
            <p:nvPr/>
          </p:nvSpPr>
          <p:spPr>
            <a:xfrm>
              <a:off x="602848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g713"/>
            <p:cNvSpPr/>
            <p:nvPr/>
          </p:nvSpPr>
          <p:spPr>
            <a:xfrm>
              <a:off x="604012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g714"/>
            <p:cNvSpPr/>
            <p:nvPr/>
          </p:nvSpPr>
          <p:spPr>
            <a:xfrm>
              <a:off x="605176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g715"/>
            <p:cNvSpPr/>
            <p:nvPr/>
          </p:nvSpPr>
          <p:spPr>
            <a:xfrm>
              <a:off x="606340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g716"/>
            <p:cNvSpPr/>
            <p:nvPr/>
          </p:nvSpPr>
          <p:spPr>
            <a:xfrm>
              <a:off x="607503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g717"/>
            <p:cNvSpPr/>
            <p:nvPr/>
          </p:nvSpPr>
          <p:spPr>
            <a:xfrm>
              <a:off x="608667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g718"/>
            <p:cNvSpPr/>
            <p:nvPr/>
          </p:nvSpPr>
          <p:spPr>
            <a:xfrm>
              <a:off x="609831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g719"/>
            <p:cNvSpPr/>
            <p:nvPr/>
          </p:nvSpPr>
          <p:spPr>
            <a:xfrm>
              <a:off x="610995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g720"/>
            <p:cNvSpPr/>
            <p:nvPr/>
          </p:nvSpPr>
          <p:spPr>
            <a:xfrm>
              <a:off x="612158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g721"/>
            <p:cNvSpPr/>
            <p:nvPr/>
          </p:nvSpPr>
          <p:spPr>
            <a:xfrm>
              <a:off x="613322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g722"/>
            <p:cNvSpPr/>
            <p:nvPr/>
          </p:nvSpPr>
          <p:spPr>
            <a:xfrm>
              <a:off x="614486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g723"/>
            <p:cNvSpPr/>
            <p:nvPr/>
          </p:nvSpPr>
          <p:spPr>
            <a:xfrm>
              <a:off x="6156499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g724"/>
            <p:cNvSpPr/>
            <p:nvPr/>
          </p:nvSpPr>
          <p:spPr>
            <a:xfrm>
              <a:off x="5539721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g725"/>
            <p:cNvSpPr/>
            <p:nvPr/>
          </p:nvSpPr>
          <p:spPr>
            <a:xfrm>
              <a:off x="555135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g726"/>
            <p:cNvSpPr/>
            <p:nvPr/>
          </p:nvSpPr>
          <p:spPr>
            <a:xfrm>
              <a:off x="556299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g727"/>
            <p:cNvSpPr/>
            <p:nvPr/>
          </p:nvSpPr>
          <p:spPr>
            <a:xfrm>
              <a:off x="557463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g728"/>
            <p:cNvSpPr/>
            <p:nvPr/>
          </p:nvSpPr>
          <p:spPr>
            <a:xfrm>
              <a:off x="558627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g729"/>
            <p:cNvSpPr/>
            <p:nvPr/>
          </p:nvSpPr>
          <p:spPr>
            <a:xfrm>
              <a:off x="5597907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g730"/>
            <p:cNvSpPr/>
            <p:nvPr/>
          </p:nvSpPr>
          <p:spPr>
            <a:xfrm>
              <a:off x="560954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g731"/>
            <p:cNvSpPr/>
            <p:nvPr/>
          </p:nvSpPr>
          <p:spPr>
            <a:xfrm>
              <a:off x="602848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g732"/>
            <p:cNvSpPr/>
            <p:nvPr/>
          </p:nvSpPr>
          <p:spPr>
            <a:xfrm>
              <a:off x="604012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g733"/>
            <p:cNvSpPr/>
            <p:nvPr/>
          </p:nvSpPr>
          <p:spPr>
            <a:xfrm>
              <a:off x="605176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g734"/>
            <p:cNvSpPr/>
            <p:nvPr/>
          </p:nvSpPr>
          <p:spPr>
            <a:xfrm>
              <a:off x="606340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g735"/>
            <p:cNvSpPr/>
            <p:nvPr/>
          </p:nvSpPr>
          <p:spPr>
            <a:xfrm>
              <a:off x="607503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g736"/>
            <p:cNvSpPr/>
            <p:nvPr/>
          </p:nvSpPr>
          <p:spPr>
            <a:xfrm>
              <a:off x="608667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g737"/>
            <p:cNvSpPr/>
            <p:nvPr/>
          </p:nvSpPr>
          <p:spPr>
            <a:xfrm>
              <a:off x="609831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g738"/>
            <p:cNvSpPr/>
            <p:nvPr/>
          </p:nvSpPr>
          <p:spPr>
            <a:xfrm>
              <a:off x="610995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g739"/>
            <p:cNvSpPr/>
            <p:nvPr/>
          </p:nvSpPr>
          <p:spPr>
            <a:xfrm>
              <a:off x="6121587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g740"/>
            <p:cNvSpPr/>
            <p:nvPr/>
          </p:nvSpPr>
          <p:spPr>
            <a:xfrm>
              <a:off x="6133224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g741"/>
            <p:cNvSpPr/>
            <p:nvPr/>
          </p:nvSpPr>
          <p:spPr>
            <a:xfrm>
              <a:off x="614486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g742"/>
            <p:cNvSpPr/>
            <p:nvPr/>
          </p:nvSpPr>
          <p:spPr>
            <a:xfrm>
              <a:off x="5539721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g743"/>
            <p:cNvSpPr/>
            <p:nvPr/>
          </p:nvSpPr>
          <p:spPr>
            <a:xfrm>
              <a:off x="555135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g744"/>
            <p:cNvSpPr/>
            <p:nvPr/>
          </p:nvSpPr>
          <p:spPr>
            <a:xfrm>
              <a:off x="556299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g745"/>
            <p:cNvSpPr/>
            <p:nvPr/>
          </p:nvSpPr>
          <p:spPr>
            <a:xfrm>
              <a:off x="557463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g746"/>
            <p:cNvSpPr/>
            <p:nvPr/>
          </p:nvSpPr>
          <p:spPr>
            <a:xfrm>
              <a:off x="558627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g747"/>
            <p:cNvSpPr/>
            <p:nvPr/>
          </p:nvSpPr>
          <p:spPr>
            <a:xfrm>
              <a:off x="5597907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g748"/>
            <p:cNvSpPr/>
            <p:nvPr/>
          </p:nvSpPr>
          <p:spPr>
            <a:xfrm>
              <a:off x="605176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g749"/>
            <p:cNvSpPr/>
            <p:nvPr/>
          </p:nvSpPr>
          <p:spPr>
            <a:xfrm>
              <a:off x="606340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g750"/>
            <p:cNvSpPr/>
            <p:nvPr/>
          </p:nvSpPr>
          <p:spPr>
            <a:xfrm>
              <a:off x="607503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g751"/>
            <p:cNvSpPr/>
            <p:nvPr/>
          </p:nvSpPr>
          <p:spPr>
            <a:xfrm>
              <a:off x="608667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g752"/>
            <p:cNvSpPr/>
            <p:nvPr/>
          </p:nvSpPr>
          <p:spPr>
            <a:xfrm>
              <a:off x="609831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g753"/>
            <p:cNvSpPr/>
            <p:nvPr/>
          </p:nvSpPr>
          <p:spPr>
            <a:xfrm>
              <a:off x="610995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g754"/>
            <p:cNvSpPr/>
            <p:nvPr/>
          </p:nvSpPr>
          <p:spPr>
            <a:xfrm>
              <a:off x="6121587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g755"/>
            <p:cNvSpPr/>
            <p:nvPr/>
          </p:nvSpPr>
          <p:spPr>
            <a:xfrm>
              <a:off x="552808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g756"/>
            <p:cNvSpPr/>
            <p:nvPr/>
          </p:nvSpPr>
          <p:spPr>
            <a:xfrm>
              <a:off x="5539721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g757"/>
            <p:cNvSpPr/>
            <p:nvPr/>
          </p:nvSpPr>
          <p:spPr>
            <a:xfrm>
              <a:off x="555135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g758"/>
            <p:cNvSpPr/>
            <p:nvPr/>
          </p:nvSpPr>
          <p:spPr>
            <a:xfrm>
              <a:off x="5562995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g759"/>
            <p:cNvSpPr/>
            <p:nvPr/>
          </p:nvSpPr>
          <p:spPr>
            <a:xfrm>
              <a:off x="557463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g760"/>
            <p:cNvSpPr/>
            <p:nvPr/>
          </p:nvSpPr>
          <p:spPr>
            <a:xfrm>
              <a:off x="558627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g761"/>
            <p:cNvSpPr/>
            <p:nvPr/>
          </p:nvSpPr>
          <p:spPr>
            <a:xfrm>
              <a:off x="607503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g762"/>
            <p:cNvSpPr/>
            <p:nvPr/>
          </p:nvSpPr>
          <p:spPr>
            <a:xfrm>
              <a:off x="6086675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g763"/>
            <p:cNvSpPr/>
            <p:nvPr/>
          </p:nvSpPr>
          <p:spPr>
            <a:xfrm>
              <a:off x="6098312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g764"/>
            <p:cNvSpPr/>
            <p:nvPr/>
          </p:nvSpPr>
          <p:spPr>
            <a:xfrm>
              <a:off x="5516446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g765"/>
            <p:cNvSpPr/>
            <p:nvPr/>
          </p:nvSpPr>
          <p:spPr>
            <a:xfrm>
              <a:off x="5528083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g766"/>
            <p:cNvSpPr/>
            <p:nvPr/>
          </p:nvSpPr>
          <p:spPr>
            <a:xfrm>
              <a:off x="5539721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g767"/>
            <p:cNvSpPr/>
            <p:nvPr/>
          </p:nvSpPr>
          <p:spPr>
            <a:xfrm>
              <a:off x="555135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g768"/>
            <p:cNvSpPr/>
            <p:nvPr/>
          </p:nvSpPr>
          <p:spPr>
            <a:xfrm>
              <a:off x="5562995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g769"/>
            <p:cNvSpPr/>
            <p:nvPr/>
          </p:nvSpPr>
          <p:spPr>
            <a:xfrm>
              <a:off x="5574633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g770"/>
            <p:cNvSpPr/>
            <p:nvPr/>
          </p:nvSpPr>
          <p:spPr>
            <a:xfrm>
              <a:off x="5516446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g771"/>
            <p:cNvSpPr/>
            <p:nvPr/>
          </p:nvSpPr>
          <p:spPr>
            <a:xfrm>
              <a:off x="5528083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g772"/>
            <p:cNvSpPr/>
            <p:nvPr/>
          </p:nvSpPr>
          <p:spPr>
            <a:xfrm>
              <a:off x="5539721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g773"/>
            <p:cNvSpPr/>
            <p:nvPr/>
          </p:nvSpPr>
          <p:spPr>
            <a:xfrm>
              <a:off x="5551358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g774"/>
            <p:cNvSpPr/>
            <p:nvPr/>
          </p:nvSpPr>
          <p:spPr>
            <a:xfrm>
              <a:off x="5562995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g775"/>
            <p:cNvSpPr/>
            <p:nvPr/>
          </p:nvSpPr>
          <p:spPr>
            <a:xfrm>
              <a:off x="5504809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g776"/>
            <p:cNvSpPr/>
            <p:nvPr/>
          </p:nvSpPr>
          <p:spPr>
            <a:xfrm>
              <a:off x="5516446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g777"/>
            <p:cNvSpPr/>
            <p:nvPr/>
          </p:nvSpPr>
          <p:spPr>
            <a:xfrm>
              <a:off x="5528083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g778"/>
            <p:cNvSpPr/>
            <p:nvPr/>
          </p:nvSpPr>
          <p:spPr>
            <a:xfrm>
              <a:off x="5539721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g779"/>
            <p:cNvSpPr/>
            <p:nvPr/>
          </p:nvSpPr>
          <p:spPr>
            <a:xfrm>
              <a:off x="5551358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g780"/>
            <p:cNvSpPr/>
            <p:nvPr/>
          </p:nvSpPr>
          <p:spPr>
            <a:xfrm>
              <a:off x="5562995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g781"/>
            <p:cNvSpPr/>
            <p:nvPr/>
          </p:nvSpPr>
          <p:spPr>
            <a:xfrm>
              <a:off x="5504809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g782"/>
            <p:cNvSpPr/>
            <p:nvPr/>
          </p:nvSpPr>
          <p:spPr>
            <a:xfrm>
              <a:off x="5516446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g783"/>
            <p:cNvSpPr/>
            <p:nvPr/>
          </p:nvSpPr>
          <p:spPr>
            <a:xfrm>
              <a:off x="5528083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g784"/>
            <p:cNvSpPr/>
            <p:nvPr/>
          </p:nvSpPr>
          <p:spPr>
            <a:xfrm>
              <a:off x="5539721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g785"/>
            <p:cNvSpPr/>
            <p:nvPr/>
          </p:nvSpPr>
          <p:spPr>
            <a:xfrm>
              <a:off x="5551358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g786"/>
            <p:cNvSpPr/>
            <p:nvPr/>
          </p:nvSpPr>
          <p:spPr>
            <a:xfrm>
              <a:off x="5562995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g787"/>
            <p:cNvSpPr/>
            <p:nvPr/>
          </p:nvSpPr>
          <p:spPr>
            <a:xfrm>
              <a:off x="5504809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g788"/>
            <p:cNvSpPr/>
            <p:nvPr/>
          </p:nvSpPr>
          <p:spPr>
            <a:xfrm>
              <a:off x="5516446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g789"/>
            <p:cNvSpPr/>
            <p:nvPr/>
          </p:nvSpPr>
          <p:spPr>
            <a:xfrm>
              <a:off x="5528083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g790"/>
            <p:cNvSpPr/>
            <p:nvPr/>
          </p:nvSpPr>
          <p:spPr>
            <a:xfrm>
              <a:off x="5539721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g791"/>
            <p:cNvSpPr/>
            <p:nvPr/>
          </p:nvSpPr>
          <p:spPr>
            <a:xfrm>
              <a:off x="5551358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g792"/>
            <p:cNvSpPr/>
            <p:nvPr/>
          </p:nvSpPr>
          <p:spPr>
            <a:xfrm>
              <a:off x="5562995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g793"/>
            <p:cNvSpPr/>
            <p:nvPr/>
          </p:nvSpPr>
          <p:spPr>
            <a:xfrm>
              <a:off x="5504809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g794"/>
            <p:cNvSpPr/>
            <p:nvPr/>
          </p:nvSpPr>
          <p:spPr>
            <a:xfrm>
              <a:off x="5516446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g795"/>
            <p:cNvSpPr/>
            <p:nvPr/>
          </p:nvSpPr>
          <p:spPr>
            <a:xfrm>
              <a:off x="5528083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g796"/>
            <p:cNvSpPr/>
            <p:nvPr/>
          </p:nvSpPr>
          <p:spPr>
            <a:xfrm>
              <a:off x="5539721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g797"/>
            <p:cNvSpPr/>
            <p:nvPr/>
          </p:nvSpPr>
          <p:spPr>
            <a:xfrm>
              <a:off x="555135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g798"/>
            <p:cNvSpPr/>
            <p:nvPr/>
          </p:nvSpPr>
          <p:spPr>
            <a:xfrm>
              <a:off x="5562995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g799"/>
            <p:cNvSpPr/>
            <p:nvPr/>
          </p:nvSpPr>
          <p:spPr>
            <a:xfrm>
              <a:off x="5574633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g800"/>
            <p:cNvSpPr/>
            <p:nvPr/>
          </p:nvSpPr>
          <p:spPr>
            <a:xfrm>
              <a:off x="5493171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g801"/>
            <p:cNvSpPr/>
            <p:nvPr/>
          </p:nvSpPr>
          <p:spPr>
            <a:xfrm>
              <a:off x="5504809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g802"/>
            <p:cNvSpPr/>
            <p:nvPr/>
          </p:nvSpPr>
          <p:spPr>
            <a:xfrm>
              <a:off x="551644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g803"/>
            <p:cNvSpPr/>
            <p:nvPr/>
          </p:nvSpPr>
          <p:spPr>
            <a:xfrm>
              <a:off x="5528083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g804"/>
            <p:cNvSpPr/>
            <p:nvPr/>
          </p:nvSpPr>
          <p:spPr>
            <a:xfrm>
              <a:off x="5539721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g805"/>
            <p:cNvSpPr/>
            <p:nvPr/>
          </p:nvSpPr>
          <p:spPr>
            <a:xfrm>
              <a:off x="5551358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g806"/>
            <p:cNvSpPr/>
            <p:nvPr/>
          </p:nvSpPr>
          <p:spPr>
            <a:xfrm>
              <a:off x="5562995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g807"/>
            <p:cNvSpPr/>
            <p:nvPr/>
          </p:nvSpPr>
          <p:spPr>
            <a:xfrm>
              <a:off x="5481534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g808"/>
            <p:cNvSpPr/>
            <p:nvPr/>
          </p:nvSpPr>
          <p:spPr>
            <a:xfrm>
              <a:off x="5493171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g809"/>
            <p:cNvSpPr/>
            <p:nvPr/>
          </p:nvSpPr>
          <p:spPr>
            <a:xfrm>
              <a:off x="5504809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g810"/>
            <p:cNvSpPr/>
            <p:nvPr/>
          </p:nvSpPr>
          <p:spPr>
            <a:xfrm>
              <a:off x="551644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g811"/>
            <p:cNvSpPr/>
            <p:nvPr/>
          </p:nvSpPr>
          <p:spPr>
            <a:xfrm>
              <a:off x="5528083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g812"/>
            <p:cNvSpPr/>
            <p:nvPr/>
          </p:nvSpPr>
          <p:spPr>
            <a:xfrm>
              <a:off x="5539721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g813"/>
            <p:cNvSpPr/>
            <p:nvPr/>
          </p:nvSpPr>
          <p:spPr>
            <a:xfrm>
              <a:off x="5551358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g814"/>
            <p:cNvSpPr/>
            <p:nvPr/>
          </p:nvSpPr>
          <p:spPr>
            <a:xfrm>
              <a:off x="5481534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g815"/>
            <p:cNvSpPr/>
            <p:nvPr/>
          </p:nvSpPr>
          <p:spPr>
            <a:xfrm>
              <a:off x="5493171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g816"/>
            <p:cNvSpPr/>
            <p:nvPr/>
          </p:nvSpPr>
          <p:spPr>
            <a:xfrm>
              <a:off x="5504809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g817"/>
            <p:cNvSpPr/>
            <p:nvPr/>
          </p:nvSpPr>
          <p:spPr>
            <a:xfrm>
              <a:off x="551644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g818"/>
            <p:cNvSpPr/>
            <p:nvPr/>
          </p:nvSpPr>
          <p:spPr>
            <a:xfrm>
              <a:off x="5528083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g819"/>
            <p:cNvSpPr/>
            <p:nvPr/>
          </p:nvSpPr>
          <p:spPr>
            <a:xfrm>
              <a:off x="5539721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g820"/>
            <p:cNvSpPr/>
            <p:nvPr/>
          </p:nvSpPr>
          <p:spPr>
            <a:xfrm>
              <a:off x="555135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g821"/>
            <p:cNvSpPr/>
            <p:nvPr/>
          </p:nvSpPr>
          <p:spPr>
            <a:xfrm>
              <a:off x="5574633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g822"/>
            <p:cNvSpPr/>
            <p:nvPr/>
          </p:nvSpPr>
          <p:spPr>
            <a:xfrm>
              <a:off x="5586270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g823"/>
            <p:cNvSpPr/>
            <p:nvPr/>
          </p:nvSpPr>
          <p:spPr>
            <a:xfrm>
              <a:off x="5597907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g824"/>
            <p:cNvSpPr/>
            <p:nvPr/>
          </p:nvSpPr>
          <p:spPr>
            <a:xfrm>
              <a:off x="5609545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g825"/>
            <p:cNvSpPr/>
            <p:nvPr/>
          </p:nvSpPr>
          <p:spPr>
            <a:xfrm>
              <a:off x="5481534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g826"/>
            <p:cNvSpPr/>
            <p:nvPr/>
          </p:nvSpPr>
          <p:spPr>
            <a:xfrm>
              <a:off x="5493171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g827"/>
            <p:cNvSpPr/>
            <p:nvPr/>
          </p:nvSpPr>
          <p:spPr>
            <a:xfrm>
              <a:off x="5504809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g828"/>
            <p:cNvSpPr/>
            <p:nvPr/>
          </p:nvSpPr>
          <p:spPr>
            <a:xfrm>
              <a:off x="551644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g829"/>
            <p:cNvSpPr/>
            <p:nvPr/>
          </p:nvSpPr>
          <p:spPr>
            <a:xfrm>
              <a:off x="5528083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g830"/>
            <p:cNvSpPr/>
            <p:nvPr/>
          </p:nvSpPr>
          <p:spPr>
            <a:xfrm>
              <a:off x="5539721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g831"/>
            <p:cNvSpPr/>
            <p:nvPr/>
          </p:nvSpPr>
          <p:spPr>
            <a:xfrm>
              <a:off x="555135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g832"/>
            <p:cNvSpPr/>
            <p:nvPr/>
          </p:nvSpPr>
          <p:spPr>
            <a:xfrm>
              <a:off x="5562995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g833"/>
            <p:cNvSpPr/>
            <p:nvPr/>
          </p:nvSpPr>
          <p:spPr>
            <a:xfrm>
              <a:off x="5574633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g834"/>
            <p:cNvSpPr/>
            <p:nvPr/>
          </p:nvSpPr>
          <p:spPr>
            <a:xfrm>
              <a:off x="558627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g835"/>
            <p:cNvSpPr/>
            <p:nvPr/>
          </p:nvSpPr>
          <p:spPr>
            <a:xfrm>
              <a:off x="5597907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g836"/>
            <p:cNvSpPr/>
            <p:nvPr/>
          </p:nvSpPr>
          <p:spPr>
            <a:xfrm>
              <a:off x="5609545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g837"/>
            <p:cNvSpPr/>
            <p:nvPr/>
          </p:nvSpPr>
          <p:spPr>
            <a:xfrm>
              <a:off x="5621182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g838"/>
            <p:cNvSpPr/>
            <p:nvPr/>
          </p:nvSpPr>
          <p:spPr>
            <a:xfrm>
              <a:off x="5504809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g839"/>
            <p:cNvSpPr/>
            <p:nvPr/>
          </p:nvSpPr>
          <p:spPr>
            <a:xfrm>
              <a:off x="5516446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g840"/>
            <p:cNvSpPr/>
            <p:nvPr/>
          </p:nvSpPr>
          <p:spPr>
            <a:xfrm>
              <a:off x="5528083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g841"/>
            <p:cNvSpPr/>
            <p:nvPr/>
          </p:nvSpPr>
          <p:spPr>
            <a:xfrm>
              <a:off x="5539721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g842"/>
            <p:cNvSpPr/>
            <p:nvPr/>
          </p:nvSpPr>
          <p:spPr>
            <a:xfrm>
              <a:off x="555135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g843"/>
            <p:cNvSpPr/>
            <p:nvPr/>
          </p:nvSpPr>
          <p:spPr>
            <a:xfrm>
              <a:off x="5562995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g844"/>
            <p:cNvSpPr/>
            <p:nvPr/>
          </p:nvSpPr>
          <p:spPr>
            <a:xfrm>
              <a:off x="5574633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g845"/>
            <p:cNvSpPr/>
            <p:nvPr/>
          </p:nvSpPr>
          <p:spPr>
            <a:xfrm>
              <a:off x="558627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g846"/>
            <p:cNvSpPr/>
            <p:nvPr/>
          </p:nvSpPr>
          <p:spPr>
            <a:xfrm>
              <a:off x="5597907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g847"/>
            <p:cNvSpPr/>
            <p:nvPr/>
          </p:nvSpPr>
          <p:spPr>
            <a:xfrm>
              <a:off x="5609545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g848"/>
            <p:cNvSpPr/>
            <p:nvPr/>
          </p:nvSpPr>
          <p:spPr>
            <a:xfrm>
              <a:off x="5621182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g849"/>
            <p:cNvSpPr/>
            <p:nvPr/>
          </p:nvSpPr>
          <p:spPr>
            <a:xfrm>
              <a:off x="5632819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g850"/>
            <p:cNvSpPr/>
            <p:nvPr/>
          </p:nvSpPr>
          <p:spPr>
            <a:xfrm>
              <a:off x="5458259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g851"/>
            <p:cNvSpPr/>
            <p:nvPr/>
          </p:nvSpPr>
          <p:spPr>
            <a:xfrm>
              <a:off x="5469897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g852"/>
            <p:cNvSpPr/>
            <p:nvPr/>
          </p:nvSpPr>
          <p:spPr>
            <a:xfrm>
              <a:off x="5481534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g853"/>
            <p:cNvSpPr/>
            <p:nvPr/>
          </p:nvSpPr>
          <p:spPr>
            <a:xfrm>
              <a:off x="5493171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g854"/>
            <p:cNvSpPr/>
            <p:nvPr/>
          </p:nvSpPr>
          <p:spPr>
            <a:xfrm>
              <a:off x="5528083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g855"/>
            <p:cNvSpPr/>
            <p:nvPr/>
          </p:nvSpPr>
          <p:spPr>
            <a:xfrm>
              <a:off x="5539721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g856"/>
            <p:cNvSpPr/>
            <p:nvPr/>
          </p:nvSpPr>
          <p:spPr>
            <a:xfrm>
              <a:off x="555135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g857"/>
            <p:cNvSpPr/>
            <p:nvPr/>
          </p:nvSpPr>
          <p:spPr>
            <a:xfrm>
              <a:off x="556299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g858"/>
            <p:cNvSpPr/>
            <p:nvPr/>
          </p:nvSpPr>
          <p:spPr>
            <a:xfrm>
              <a:off x="5574633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g859"/>
            <p:cNvSpPr/>
            <p:nvPr/>
          </p:nvSpPr>
          <p:spPr>
            <a:xfrm>
              <a:off x="558627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g860"/>
            <p:cNvSpPr/>
            <p:nvPr/>
          </p:nvSpPr>
          <p:spPr>
            <a:xfrm>
              <a:off x="5597907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g861"/>
            <p:cNvSpPr/>
            <p:nvPr/>
          </p:nvSpPr>
          <p:spPr>
            <a:xfrm>
              <a:off x="560954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g862"/>
            <p:cNvSpPr/>
            <p:nvPr/>
          </p:nvSpPr>
          <p:spPr>
            <a:xfrm>
              <a:off x="562118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g863"/>
            <p:cNvSpPr/>
            <p:nvPr/>
          </p:nvSpPr>
          <p:spPr>
            <a:xfrm>
              <a:off x="5632819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g864"/>
            <p:cNvSpPr/>
            <p:nvPr/>
          </p:nvSpPr>
          <p:spPr>
            <a:xfrm>
              <a:off x="544662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g865"/>
            <p:cNvSpPr/>
            <p:nvPr/>
          </p:nvSpPr>
          <p:spPr>
            <a:xfrm>
              <a:off x="545825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g866"/>
            <p:cNvSpPr/>
            <p:nvPr/>
          </p:nvSpPr>
          <p:spPr>
            <a:xfrm>
              <a:off x="546989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g867"/>
            <p:cNvSpPr/>
            <p:nvPr/>
          </p:nvSpPr>
          <p:spPr>
            <a:xfrm>
              <a:off x="548153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g868"/>
            <p:cNvSpPr/>
            <p:nvPr/>
          </p:nvSpPr>
          <p:spPr>
            <a:xfrm>
              <a:off x="5493171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g869"/>
            <p:cNvSpPr/>
            <p:nvPr/>
          </p:nvSpPr>
          <p:spPr>
            <a:xfrm>
              <a:off x="550480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g870"/>
            <p:cNvSpPr/>
            <p:nvPr/>
          </p:nvSpPr>
          <p:spPr>
            <a:xfrm>
              <a:off x="551644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g871"/>
            <p:cNvSpPr/>
            <p:nvPr/>
          </p:nvSpPr>
          <p:spPr>
            <a:xfrm>
              <a:off x="5528083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g872"/>
            <p:cNvSpPr/>
            <p:nvPr/>
          </p:nvSpPr>
          <p:spPr>
            <a:xfrm>
              <a:off x="5539721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g873"/>
            <p:cNvSpPr/>
            <p:nvPr/>
          </p:nvSpPr>
          <p:spPr>
            <a:xfrm>
              <a:off x="555135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g874"/>
            <p:cNvSpPr/>
            <p:nvPr/>
          </p:nvSpPr>
          <p:spPr>
            <a:xfrm>
              <a:off x="556299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g875"/>
            <p:cNvSpPr/>
            <p:nvPr/>
          </p:nvSpPr>
          <p:spPr>
            <a:xfrm>
              <a:off x="5574633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g876"/>
            <p:cNvSpPr/>
            <p:nvPr/>
          </p:nvSpPr>
          <p:spPr>
            <a:xfrm>
              <a:off x="558627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g877"/>
            <p:cNvSpPr/>
            <p:nvPr/>
          </p:nvSpPr>
          <p:spPr>
            <a:xfrm>
              <a:off x="559790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g878"/>
            <p:cNvSpPr/>
            <p:nvPr/>
          </p:nvSpPr>
          <p:spPr>
            <a:xfrm>
              <a:off x="560954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g879"/>
            <p:cNvSpPr/>
            <p:nvPr/>
          </p:nvSpPr>
          <p:spPr>
            <a:xfrm>
              <a:off x="562118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g880"/>
            <p:cNvSpPr/>
            <p:nvPr/>
          </p:nvSpPr>
          <p:spPr>
            <a:xfrm>
              <a:off x="563281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g881"/>
            <p:cNvSpPr/>
            <p:nvPr/>
          </p:nvSpPr>
          <p:spPr>
            <a:xfrm>
              <a:off x="564445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g882"/>
            <p:cNvSpPr/>
            <p:nvPr/>
          </p:nvSpPr>
          <p:spPr>
            <a:xfrm>
              <a:off x="544662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g883"/>
            <p:cNvSpPr/>
            <p:nvPr/>
          </p:nvSpPr>
          <p:spPr>
            <a:xfrm>
              <a:off x="545825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g884"/>
            <p:cNvSpPr/>
            <p:nvPr/>
          </p:nvSpPr>
          <p:spPr>
            <a:xfrm>
              <a:off x="546989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g885"/>
            <p:cNvSpPr/>
            <p:nvPr/>
          </p:nvSpPr>
          <p:spPr>
            <a:xfrm>
              <a:off x="548153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g886"/>
            <p:cNvSpPr/>
            <p:nvPr/>
          </p:nvSpPr>
          <p:spPr>
            <a:xfrm>
              <a:off x="5493171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g887"/>
            <p:cNvSpPr/>
            <p:nvPr/>
          </p:nvSpPr>
          <p:spPr>
            <a:xfrm>
              <a:off x="550480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g888"/>
            <p:cNvSpPr/>
            <p:nvPr/>
          </p:nvSpPr>
          <p:spPr>
            <a:xfrm>
              <a:off x="551644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g889"/>
            <p:cNvSpPr/>
            <p:nvPr/>
          </p:nvSpPr>
          <p:spPr>
            <a:xfrm>
              <a:off x="5528083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g890"/>
            <p:cNvSpPr/>
            <p:nvPr/>
          </p:nvSpPr>
          <p:spPr>
            <a:xfrm>
              <a:off x="5539721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g891"/>
            <p:cNvSpPr/>
            <p:nvPr/>
          </p:nvSpPr>
          <p:spPr>
            <a:xfrm>
              <a:off x="555135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g892"/>
            <p:cNvSpPr/>
            <p:nvPr/>
          </p:nvSpPr>
          <p:spPr>
            <a:xfrm>
              <a:off x="556299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g893"/>
            <p:cNvSpPr/>
            <p:nvPr/>
          </p:nvSpPr>
          <p:spPr>
            <a:xfrm>
              <a:off x="5574633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g894"/>
            <p:cNvSpPr/>
            <p:nvPr/>
          </p:nvSpPr>
          <p:spPr>
            <a:xfrm>
              <a:off x="558627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g895"/>
            <p:cNvSpPr/>
            <p:nvPr/>
          </p:nvSpPr>
          <p:spPr>
            <a:xfrm>
              <a:off x="559790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g896"/>
            <p:cNvSpPr/>
            <p:nvPr/>
          </p:nvSpPr>
          <p:spPr>
            <a:xfrm>
              <a:off x="560954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g897"/>
            <p:cNvSpPr/>
            <p:nvPr/>
          </p:nvSpPr>
          <p:spPr>
            <a:xfrm>
              <a:off x="562118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g898"/>
            <p:cNvSpPr/>
            <p:nvPr/>
          </p:nvSpPr>
          <p:spPr>
            <a:xfrm>
              <a:off x="563281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g899"/>
            <p:cNvSpPr/>
            <p:nvPr/>
          </p:nvSpPr>
          <p:spPr>
            <a:xfrm>
              <a:off x="564445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g900"/>
            <p:cNvSpPr/>
            <p:nvPr/>
          </p:nvSpPr>
          <p:spPr>
            <a:xfrm>
              <a:off x="544662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g901"/>
            <p:cNvSpPr/>
            <p:nvPr/>
          </p:nvSpPr>
          <p:spPr>
            <a:xfrm>
              <a:off x="545825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g902"/>
            <p:cNvSpPr/>
            <p:nvPr/>
          </p:nvSpPr>
          <p:spPr>
            <a:xfrm>
              <a:off x="546989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g903"/>
            <p:cNvSpPr/>
            <p:nvPr/>
          </p:nvSpPr>
          <p:spPr>
            <a:xfrm>
              <a:off x="548153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g904"/>
            <p:cNvSpPr/>
            <p:nvPr/>
          </p:nvSpPr>
          <p:spPr>
            <a:xfrm>
              <a:off x="5493171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g905"/>
            <p:cNvSpPr/>
            <p:nvPr/>
          </p:nvSpPr>
          <p:spPr>
            <a:xfrm>
              <a:off x="550480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g906"/>
            <p:cNvSpPr/>
            <p:nvPr/>
          </p:nvSpPr>
          <p:spPr>
            <a:xfrm>
              <a:off x="551644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g907"/>
            <p:cNvSpPr/>
            <p:nvPr/>
          </p:nvSpPr>
          <p:spPr>
            <a:xfrm>
              <a:off x="5528083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g908"/>
            <p:cNvSpPr/>
            <p:nvPr/>
          </p:nvSpPr>
          <p:spPr>
            <a:xfrm>
              <a:off x="5539721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g909"/>
            <p:cNvSpPr/>
            <p:nvPr/>
          </p:nvSpPr>
          <p:spPr>
            <a:xfrm>
              <a:off x="555135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g910"/>
            <p:cNvSpPr/>
            <p:nvPr/>
          </p:nvSpPr>
          <p:spPr>
            <a:xfrm>
              <a:off x="556299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g911"/>
            <p:cNvSpPr/>
            <p:nvPr/>
          </p:nvSpPr>
          <p:spPr>
            <a:xfrm>
              <a:off x="5574633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g912"/>
            <p:cNvSpPr/>
            <p:nvPr/>
          </p:nvSpPr>
          <p:spPr>
            <a:xfrm>
              <a:off x="558627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g913"/>
            <p:cNvSpPr/>
            <p:nvPr/>
          </p:nvSpPr>
          <p:spPr>
            <a:xfrm>
              <a:off x="559790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g914"/>
            <p:cNvSpPr/>
            <p:nvPr/>
          </p:nvSpPr>
          <p:spPr>
            <a:xfrm>
              <a:off x="560954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g915"/>
            <p:cNvSpPr/>
            <p:nvPr/>
          </p:nvSpPr>
          <p:spPr>
            <a:xfrm>
              <a:off x="562118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g916"/>
            <p:cNvSpPr/>
            <p:nvPr/>
          </p:nvSpPr>
          <p:spPr>
            <a:xfrm>
              <a:off x="563281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g917"/>
            <p:cNvSpPr/>
            <p:nvPr/>
          </p:nvSpPr>
          <p:spPr>
            <a:xfrm>
              <a:off x="564445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g918"/>
            <p:cNvSpPr/>
            <p:nvPr/>
          </p:nvSpPr>
          <p:spPr>
            <a:xfrm>
              <a:off x="530697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g919"/>
            <p:cNvSpPr/>
            <p:nvPr/>
          </p:nvSpPr>
          <p:spPr>
            <a:xfrm>
              <a:off x="535352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g920"/>
            <p:cNvSpPr/>
            <p:nvPr/>
          </p:nvSpPr>
          <p:spPr>
            <a:xfrm>
              <a:off x="536516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g921"/>
            <p:cNvSpPr/>
            <p:nvPr/>
          </p:nvSpPr>
          <p:spPr>
            <a:xfrm>
              <a:off x="537679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g922"/>
            <p:cNvSpPr/>
            <p:nvPr/>
          </p:nvSpPr>
          <p:spPr>
            <a:xfrm>
              <a:off x="538843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g923"/>
            <p:cNvSpPr/>
            <p:nvPr/>
          </p:nvSpPr>
          <p:spPr>
            <a:xfrm>
              <a:off x="540007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g924"/>
            <p:cNvSpPr/>
            <p:nvPr/>
          </p:nvSpPr>
          <p:spPr>
            <a:xfrm>
              <a:off x="541171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g925"/>
            <p:cNvSpPr/>
            <p:nvPr/>
          </p:nvSpPr>
          <p:spPr>
            <a:xfrm>
              <a:off x="542334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g926"/>
            <p:cNvSpPr/>
            <p:nvPr/>
          </p:nvSpPr>
          <p:spPr>
            <a:xfrm>
              <a:off x="543498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g927"/>
            <p:cNvSpPr/>
            <p:nvPr/>
          </p:nvSpPr>
          <p:spPr>
            <a:xfrm>
              <a:off x="544662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g928"/>
            <p:cNvSpPr/>
            <p:nvPr/>
          </p:nvSpPr>
          <p:spPr>
            <a:xfrm>
              <a:off x="545825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g929"/>
            <p:cNvSpPr/>
            <p:nvPr/>
          </p:nvSpPr>
          <p:spPr>
            <a:xfrm>
              <a:off x="546989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g930"/>
            <p:cNvSpPr/>
            <p:nvPr/>
          </p:nvSpPr>
          <p:spPr>
            <a:xfrm>
              <a:off x="548153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g931"/>
            <p:cNvSpPr/>
            <p:nvPr/>
          </p:nvSpPr>
          <p:spPr>
            <a:xfrm>
              <a:off x="549317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g932"/>
            <p:cNvSpPr/>
            <p:nvPr/>
          </p:nvSpPr>
          <p:spPr>
            <a:xfrm>
              <a:off x="550480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g933"/>
            <p:cNvSpPr/>
            <p:nvPr/>
          </p:nvSpPr>
          <p:spPr>
            <a:xfrm>
              <a:off x="551644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g934"/>
            <p:cNvSpPr/>
            <p:nvPr/>
          </p:nvSpPr>
          <p:spPr>
            <a:xfrm>
              <a:off x="552808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g935"/>
            <p:cNvSpPr/>
            <p:nvPr/>
          </p:nvSpPr>
          <p:spPr>
            <a:xfrm>
              <a:off x="553972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g936"/>
            <p:cNvSpPr/>
            <p:nvPr/>
          </p:nvSpPr>
          <p:spPr>
            <a:xfrm>
              <a:off x="555135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g937"/>
            <p:cNvSpPr/>
            <p:nvPr/>
          </p:nvSpPr>
          <p:spPr>
            <a:xfrm>
              <a:off x="556299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g938"/>
            <p:cNvSpPr/>
            <p:nvPr/>
          </p:nvSpPr>
          <p:spPr>
            <a:xfrm>
              <a:off x="557463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g939"/>
            <p:cNvSpPr/>
            <p:nvPr/>
          </p:nvSpPr>
          <p:spPr>
            <a:xfrm>
              <a:off x="558627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g940"/>
            <p:cNvSpPr/>
            <p:nvPr/>
          </p:nvSpPr>
          <p:spPr>
            <a:xfrm>
              <a:off x="559790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g941"/>
            <p:cNvSpPr/>
            <p:nvPr/>
          </p:nvSpPr>
          <p:spPr>
            <a:xfrm>
              <a:off x="560954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g942"/>
            <p:cNvSpPr/>
            <p:nvPr/>
          </p:nvSpPr>
          <p:spPr>
            <a:xfrm>
              <a:off x="562118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g943"/>
            <p:cNvSpPr/>
            <p:nvPr/>
          </p:nvSpPr>
          <p:spPr>
            <a:xfrm>
              <a:off x="563281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g944"/>
            <p:cNvSpPr/>
            <p:nvPr/>
          </p:nvSpPr>
          <p:spPr>
            <a:xfrm>
              <a:off x="517896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g945"/>
            <p:cNvSpPr/>
            <p:nvPr/>
          </p:nvSpPr>
          <p:spPr>
            <a:xfrm>
              <a:off x="519060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g946"/>
            <p:cNvSpPr/>
            <p:nvPr/>
          </p:nvSpPr>
          <p:spPr>
            <a:xfrm>
              <a:off x="520223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g947"/>
            <p:cNvSpPr/>
            <p:nvPr/>
          </p:nvSpPr>
          <p:spPr>
            <a:xfrm>
              <a:off x="527206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g948"/>
            <p:cNvSpPr/>
            <p:nvPr/>
          </p:nvSpPr>
          <p:spPr>
            <a:xfrm>
              <a:off x="528369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g949"/>
            <p:cNvSpPr/>
            <p:nvPr/>
          </p:nvSpPr>
          <p:spPr>
            <a:xfrm>
              <a:off x="529533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g950"/>
            <p:cNvSpPr/>
            <p:nvPr/>
          </p:nvSpPr>
          <p:spPr>
            <a:xfrm>
              <a:off x="530697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g951"/>
            <p:cNvSpPr/>
            <p:nvPr/>
          </p:nvSpPr>
          <p:spPr>
            <a:xfrm>
              <a:off x="531861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g952"/>
            <p:cNvSpPr/>
            <p:nvPr/>
          </p:nvSpPr>
          <p:spPr>
            <a:xfrm>
              <a:off x="533024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g953"/>
            <p:cNvSpPr/>
            <p:nvPr/>
          </p:nvSpPr>
          <p:spPr>
            <a:xfrm>
              <a:off x="534188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g954"/>
            <p:cNvSpPr/>
            <p:nvPr/>
          </p:nvSpPr>
          <p:spPr>
            <a:xfrm>
              <a:off x="535352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g955"/>
            <p:cNvSpPr/>
            <p:nvPr/>
          </p:nvSpPr>
          <p:spPr>
            <a:xfrm>
              <a:off x="536516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g956"/>
            <p:cNvSpPr/>
            <p:nvPr/>
          </p:nvSpPr>
          <p:spPr>
            <a:xfrm>
              <a:off x="537679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g957"/>
            <p:cNvSpPr/>
            <p:nvPr/>
          </p:nvSpPr>
          <p:spPr>
            <a:xfrm>
              <a:off x="538843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g958"/>
            <p:cNvSpPr/>
            <p:nvPr/>
          </p:nvSpPr>
          <p:spPr>
            <a:xfrm>
              <a:off x="540007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g959"/>
            <p:cNvSpPr/>
            <p:nvPr/>
          </p:nvSpPr>
          <p:spPr>
            <a:xfrm>
              <a:off x="541171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g960"/>
            <p:cNvSpPr/>
            <p:nvPr/>
          </p:nvSpPr>
          <p:spPr>
            <a:xfrm>
              <a:off x="542334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g961"/>
            <p:cNvSpPr/>
            <p:nvPr/>
          </p:nvSpPr>
          <p:spPr>
            <a:xfrm>
              <a:off x="543498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g962"/>
            <p:cNvSpPr/>
            <p:nvPr/>
          </p:nvSpPr>
          <p:spPr>
            <a:xfrm>
              <a:off x="544662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g963"/>
            <p:cNvSpPr/>
            <p:nvPr/>
          </p:nvSpPr>
          <p:spPr>
            <a:xfrm>
              <a:off x="545825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g964"/>
            <p:cNvSpPr/>
            <p:nvPr/>
          </p:nvSpPr>
          <p:spPr>
            <a:xfrm>
              <a:off x="546989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g965"/>
            <p:cNvSpPr/>
            <p:nvPr/>
          </p:nvSpPr>
          <p:spPr>
            <a:xfrm>
              <a:off x="548153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g966"/>
            <p:cNvSpPr/>
            <p:nvPr/>
          </p:nvSpPr>
          <p:spPr>
            <a:xfrm>
              <a:off x="549317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g967"/>
            <p:cNvSpPr/>
            <p:nvPr/>
          </p:nvSpPr>
          <p:spPr>
            <a:xfrm>
              <a:off x="550480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g968"/>
            <p:cNvSpPr/>
            <p:nvPr/>
          </p:nvSpPr>
          <p:spPr>
            <a:xfrm>
              <a:off x="551644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g969"/>
            <p:cNvSpPr/>
            <p:nvPr/>
          </p:nvSpPr>
          <p:spPr>
            <a:xfrm>
              <a:off x="552808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g970"/>
            <p:cNvSpPr/>
            <p:nvPr/>
          </p:nvSpPr>
          <p:spPr>
            <a:xfrm>
              <a:off x="553972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g971"/>
            <p:cNvSpPr/>
            <p:nvPr/>
          </p:nvSpPr>
          <p:spPr>
            <a:xfrm>
              <a:off x="555135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g972"/>
            <p:cNvSpPr/>
            <p:nvPr/>
          </p:nvSpPr>
          <p:spPr>
            <a:xfrm>
              <a:off x="556299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g973"/>
            <p:cNvSpPr/>
            <p:nvPr/>
          </p:nvSpPr>
          <p:spPr>
            <a:xfrm>
              <a:off x="557463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g974"/>
            <p:cNvSpPr/>
            <p:nvPr/>
          </p:nvSpPr>
          <p:spPr>
            <a:xfrm>
              <a:off x="558627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g975"/>
            <p:cNvSpPr/>
            <p:nvPr/>
          </p:nvSpPr>
          <p:spPr>
            <a:xfrm>
              <a:off x="559790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g976"/>
            <p:cNvSpPr/>
            <p:nvPr/>
          </p:nvSpPr>
          <p:spPr>
            <a:xfrm>
              <a:off x="516732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g977"/>
            <p:cNvSpPr/>
            <p:nvPr/>
          </p:nvSpPr>
          <p:spPr>
            <a:xfrm>
              <a:off x="517896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g978"/>
            <p:cNvSpPr/>
            <p:nvPr/>
          </p:nvSpPr>
          <p:spPr>
            <a:xfrm>
              <a:off x="519060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g979"/>
            <p:cNvSpPr/>
            <p:nvPr/>
          </p:nvSpPr>
          <p:spPr>
            <a:xfrm>
              <a:off x="520223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g980"/>
            <p:cNvSpPr/>
            <p:nvPr/>
          </p:nvSpPr>
          <p:spPr>
            <a:xfrm>
              <a:off x="521387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g981"/>
            <p:cNvSpPr/>
            <p:nvPr/>
          </p:nvSpPr>
          <p:spPr>
            <a:xfrm>
              <a:off x="524878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C">
                <a:alpha val="100000"/>
              </a:srgbClr>
            </a:solidFill>
            <a:ln w="5420" cap="flat">
              <a:solidFill>
                <a:srgbClr val="3B5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g982"/>
            <p:cNvSpPr/>
            <p:nvPr/>
          </p:nvSpPr>
          <p:spPr>
            <a:xfrm>
              <a:off x="526042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g983"/>
            <p:cNvSpPr/>
            <p:nvPr/>
          </p:nvSpPr>
          <p:spPr>
            <a:xfrm>
              <a:off x="527206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g984"/>
            <p:cNvSpPr/>
            <p:nvPr/>
          </p:nvSpPr>
          <p:spPr>
            <a:xfrm>
              <a:off x="528369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g985"/>
            <p:cNvSpPr/>
            <p:nvPr/>
          </p:nvSpPr>
          <p:spPr>
            <a:xfrm>
              <a:off x="529533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g986"/>
            <p:cNvSpPr/>
            <p:nvPr/>
          </p:nvSpPr>
          <p:spPr>
            <a:xfrm>
              <a:off x="530697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g987"/>
            <p:cNvSpPr/>
            <p:nvPr/>
          </p:nvSpPr>
          <p:spPr>
            <a:xfrm>
              <a:off x="531861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g988"/>
            <p:cNvSpPr/>
            <p:nvPr/>
          </p:nvSpPr>
          <p:spPr>
            <a:xfrm>
              <a:off x="533024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g989"/>
            <p:cNvSpPr/>
            <p:nvPr/>
          </p:nvSpPr>
          <p:spPr>
            <a:xfrm>
              <a:off x="534188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g990"/>
            <p:cNvSpPr/>
            <p:nvPr/>
          </p:nvSpPr>
          <p:spPr>
            <a:xfrm>
              <a:off x="535352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g991"/>
            <p:cNvSpPr/>
            <p:nvPr/>
          </p:nvSpPr>
          <p:spPr>
            <a:xfrm>
              <a:off x="536516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g992"/>
            <p:cNvSpPr/>
            <p:nvPr/>
          </p:nvSpPr>
          <p:spPr>
            <a:xfrm>
              <a:off x="537679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g993"/>
            <p:cNvSpPr/>
            <p:nvPr/>
          </p:nvSpPr>
          <p:spPr>
            <a:xfrm>
              <a:off x="538843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g994"/>
            <p:cNvSpPr/>
            <p:nvPr/>
          </p:nvSpPr>
          <p:spPr>
            <a:xfrm>
              <a:off x="540007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g995"/>
            <p:cNvSpPr/>
            <p:nvPr/>
          </p:nvSpPr>
          <p:spPr>
            <a:xfrm>
              <a:off x="541171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g996"/>
            <p:cNvSpPr/>
            <p:nvPr/>
          </p:nvSpPr>
          <p:spPr>
            <a:xfrm>
              <a:off x="542334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g997"/>
            <p:cNvSpPr/>
            <p:nvPr/>
          </p:nvSpPr>
          <p:spPr>
            <a:xfrm>
              <a:off x="543498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g998"/>
            <p:cNvSpPr/>
            <p:nvPr/>
          </p:nvSpPr>
          <p:spPr>
            <a:xfrm>
              <a:off x="544662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g999"/>
            <p:cNvSpPr/>
            <p:nvPr/>
          </p:nvSpPr>
          <p:spPr>
            <a:xfrm>
              <a:off x="545825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g1000"/>
            <p:cNvSpPr/>
            <p:nvPr/>
          </p:nvSpPr>
          <p:spPr>
            <a:xfrm>
              <a:off x="546989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g1001"/>
            <p:cNvSpPr/>
            <p:nvPr/>
          </p:nvSpPr>
          <p:spPr>
            <a:xfrm>
              <a:off x="548153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g1002"/>
            <p:cNvSpPr/>
            <p:nvPr/>
          </p:nvSpPr>
          <p:spPr>
            <a:xfrm>
              <a:off x="549317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g1003"/>
            <p:cNvSpPr/>
            <p:nvPr/>
          </p:nvSpPr>
          <p:spPr>
            <a:xfrm>
              <a:off x="550480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g1004"/>
            <p:cNvSpPr/>
            <p:nvPr/>
          </p:nvSpPr>
          <p:spPr>
            <a:xfrm>
              <a:off x="551644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g1005"/>
            <p:cNvSpPr/>
            <p:nvPr/>
          </p:nvSpPr>
          <p:spPr>
            <a:xfrm>
              <a:off x="553972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g1006"/>
            <p:cNvSpPr/>
            <p:nvPr/>
          </p:nvSpPr>
          <p:spPr>
            <a:xfrm>
              <a:off x="555135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g1007"/>
            <p:cNvSpPr/>
            <p:nvPr/>
          </p:nvSpPr>
          <p:spPr>
            <a:xfrm>
              <a:off x="516732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g1008"/>
            <p:cNvSpPr/>
            <p:nvPr/>
          </p:nvSpPr>
          <p:spPr>
            <a:xfrm>
              <a:off x="517896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g1009"/>
            <p:cNvSpPr/>
            <p:nvPr/>
          </p:nvSpPr>
          <p:spPr>
            <a:xfrm>
              <a:off x="519060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g1010"/>
            <p:cNvSpPr/>
            <p:nvPr/>
          </p:nvSpPr>
          <p:spPr>
            <a:xfrm>
              <a:off x="520223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g1011"/>
            <p:cNvSpPr/>
            <p:nvPr/>
          </p:nvSpPr>
          <p:spPr>
            <a:xfrm>
              <a:off x="521387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g1012"/>
            <p:cNvSpPr/>
            <p:nvPr/>
          </p:nvSpPr>
          <p:spPr>
            <a:xfrm>
              <a:off x="522551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g1013"/>
            <p:cNvSpPr/>
            <p:nvPr/>
          </p:nvSpPr>
          <p:spPr>
            <a:xfrm>
              <a:off x="523715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g1014"/>
            <p:cNvSpPr/>
            <p:nvPr/>
          </p:nvSpPr>
          <p:spPr>
            <a:xfrm>
              <a:off x="524878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g1015"/>
            <p:cNvSpPr/>
            <p:nvPr/>
          </p:nvSpPr>
          <p:spPr>
            <a:xfrm>
              <a:off x="526042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g1016"/>
            <p:cNvSpPr/>
            <p:nvPr/>
          </p:nvSpPr>
          <p:spPr>
            <a:xfrm>
              <a:off x="527206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g1017"/>
            <p:cNvSpPr/>
            <p:nvPr/>
          </p:nvSpPr>
          <p:spPr>
            <a:xfrm>
              <a:off x="528369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g1018"/>
            <p:cNvSpPr/>
            <p:nvPr/>
          </p:nvSpPr>
          <p:spPr>
            <a:xfrm>
              <a:off x="529533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g1019"/>
            <p:cNvSpPr/>
            <p:nvPr/>
          </p:nvSpPr>
          <p:spPr>
            <a:xfrm>
              <a:off x="5306974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g1020"/>
            <p:cNvSpPr/>
            <p:nvPr/>
          </p:nvSpPr>
          <p:spPr>
            <a:xfrm>
              <a:off x="531861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g1021"/>
            <p:cNvSpPr/>
            <p:nvPr/>
          </p:nvSpPr>
          <p:spPr>
            <a:xfrm>
              <a:off x="533024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g1022"/>
            <p:cNvSpPr/>
            <p:nvPr/>
          </p:nvSpPr>
          <p:spPr>
            <a:xfrm>
              <a:off x="534188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g1023"/>
            <p:cNvSpPr/>
            <p:nvPr/>
          </p:nvSpPr>
          <p:spPr>
            <a:xfrm>
              <a:off x="535352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g1024"/>
            <p:cNvSpPr/>
            <p:nvPr/>
          </p:nvSpPr>
          <p:spPr>
            <a:xfrm>
              <a:off x="536516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g1025"/>
            <p:cNvSpPr/>
            <p:nvPr/>
          </p:nvSpPr>
          <p:spPr>
            <a:xfrm>
              <a:off x="537679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g1026"/>
            <p:cNvSpPr/>
            <p:nvPr/>
          </p:nvSpPr>
          <p:spPr>
            <a:xfrm>
              <a:off x="538843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g1027"/>
            <p:cNvSpPr/>
            <p:nvPr/>
          </p:nvSpPr>
          <p:spPr>
            <a:xfrm>
              <a:off x="540007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g1028"/>
            <p:cNvSpPr/>
            <p:nvPr/>
          </p:nvSpPr>
          <p:spPr>
            <a:xfrm>
              <a:off x="541171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g1029"/>
            <p:cNvSpPr/>
            <p:nvPr/>
          </p:nvSpPr>
          <p:spPr>
            <a:xfrm>
              <a:off x="542334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g1030"/>
            <p:cNvSpPr/>
            <p:nvPr/>
          </p:nvSpPr>
          <p:spPr>
            <a:xfrm>
              <a:off x="543498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g1031"/>
            <p:cNvSpPr/>
            <p:nvPr/>
          </p:nvSpPr>
          <p:spPr>
            <a:xfrm>
              <a:off x="544662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g1032"/>
            <p:cNvSpPr/>
            <p:nvPr/>
          </p:nvSpPr>
          <p:spPr>
            <a:xfrm>
              <a:off x="545825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g1033"/>
            <p:cNvSpPr/>
            <p:nvPr/>
          </p:nvSpPr>
          <p:spPr>
            <a:xfrm>
              <a:off x="546989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g1034"/>
            <p:cNvSpPr/>
            <p:nvPr/>
          </p:nvSpPr>
          <p:spPr>
            <a:xfrm>
              <a:off x="517896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g1035"/>
            <p:cNvSpPr/>
            <p:nvPr/>
          </p:nvSpPr>
          <p:spPr>
            <a:xfrm>
              <a:off x="519060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g1036"/>
            <p:cNvSpPr/>
            <p:nvPr/>
          </p:nvSpPr>
          <p:spPr>
            <a:xfrm>
              <a:off x="520223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g1037"/>
            <p:cNvSpPr/>
            <p:nvPr/>
          </p:nvSpPr>
          <p:spPr>
            <a:xfrm>
              <a:off x="521387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g1038"/>
            <p:cNvSpPr/>
            <p:nvPr/>
          </p:nvSpPr>
          <p:spPr>
            <a:xfrm>
              <a:off x="522551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g1039"/>
            <p:cNvSpPr/>
            <p:nvPr/>
          </p:nvSpPr>
          <p:spPr>
            <a:xfrm>
              <a:off x="5237150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g1040"/>
            <p:cNvSpPr/>
            <p:nvPr/>
          </p:nvSpPr>
          <p:spPr>
            <a:xfrm>
              <a:off x="524878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g1041"/>
            <p:cNvSpPr/>
            <p:nvPr/>
          </p:nvSpPr>
          <p:spPr>
            <a:xfrm>
              <a:off x="526042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g1042"/>
            <p:cNvSpPr/>
            <p:nvPr/>
          </p:nvSpPr>
          <p:spPr>
            <a:xfrm>
              <a:off x="5272062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g1043"/>
            <p:cNvSpPr/>
            <p:nvPr/>
          </p:nvSpPr>
          <p:spPr>
            <a:xfrm>
              <a:off x="528369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g1044"/>
            <p:cNvSpPr/>
            <p:nvPr/>
          </p:nvSpPr>
          <p:spPr>
            <a:xfrm>
              <a:off x="529533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g1045"/>
            <p:cNvSpPr/>
            <p:nvPr/>
          </p:nvSpPr>
          <p:spPr>
            <a:xfrm>
              <a:off x="5306974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g1046"/>
            <p:cNvSpPr/>
            <p:nvPr/>
          </p:nvSpPr>
          <p:spPr>
            <a:xfrm>
              <a:off x="531861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g1047"/>
            <p:cNvSpPr/>
            <p:nvPr/>
          </p:nvSpPr>
          <p:spPr>
            <a:xfrm>
              <a:off x="533024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g1048"/>
            <p:cNvSpPr/>
            <p:nvPr/>
          </p:nvSpPr>
          <p:spPr>
            <a:xfrm>
              <a:off x="534188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g1049"/>
            <p:cNvSpPr/>
            <p:nvPr/>
          </p:nvSpPr>
          <p:spPr>
            <a:xfrm>
              <a:off x="535352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g1050"/>
            <p:cNvSpPr/>
            <p:nvPr/>
          </p:nvSpPr>
          <p:spPr>
            <a:xfrm>
              <a:off x="536516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g1051"/>
            <p:cNvSpPr/>
            <p:nvPr/>
          </p:nvSpPr>
          <p:spPr>
            <a:xfrm>
              <a:off x="537679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g1052"/>
            <p:cNvSpPr/>
            <p:nvPr/>
          </p:nvSpPr>
          <p:spPr>
            <a:xfrm>
              <a:off x="538843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g1053"/>
            <p:cNvSpPr/>
            <p:nvPr/>
          </p:nvSpPr>
          <p:spPr>
            <a:xfrm>
              <a:off x="540007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g1054"/>
            <p:cNvSpPr/>
            <p:nvPr/>
          </p:nvSpPr>
          <p:spPr>
            <a:xfrm>
              <a:off x="542334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g1055"/>
            <p:cNvSpPr/>
            <p:nvPr/>
          </p:nvSpPr>
          <p:spPr>
            <a:xfrm>
              <a:off x="517896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g1056"/>
            <p:cNvSpPr/>
            <p:nvPr/>
          </p:nvSpPr>
          <p:spPr>
            <a:xfrm>
              <a:off x="5190601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g1057"/>
            <p:cNvSpPr/>
            <p:nvPr/>
          </p:nvSpPr>
          <p:spPr>
            <a:xfrm>
              <a:off x="5202238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g1058"/>
            <p:cNvSpPr/>
            <p:nvPr/>
          </p:nvSpPr>
          <p:spPr>
            <a:xfrm>
              <a:off x="521387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g1059"/>
            <p:cNvSpPr/>
            <p:nvPr/>
          </p:nvSpPr>
          <p:spPr>
            <a:xfrm>
              <a:off x="522551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g1060"/>
            <p:cNvSpPr/>
            <p:nvPr/>
          </p:nvSpPr>
          <p:spPr>
            <a:xfrm>
              <a:off x="5237150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g1061"/>
            <p:cNvSpPr/>
            <p:nvPr/>
          </p:nvSpPr>
          <p:spPr>
            <a:xfrm>
              <a:off x="5248787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g1062"/>
            <p:cNvSpPr/>
            <p:nvPr/>
          </p:nvSpPr>
          <p:spPr>
            <a:xfrm>
              <a:off x="526042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g1063"/>
            <p:cNvSpPr/>
            <p:nvPr/>
          </p:nvSpPr>
          <p:spPr>
            <a:xfrm>
              <a:off x="5272062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g1064"/>
            <p:cNvSpPr/>
            <p:nvPr/>
          </p:nvSpPr>
          <p:spPr>
            <a:xfrm>
              <a:off x="5283699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g1065"/>
            <p:cNvSpPr/>
            <p:nvPr/>
          </p:nvSpPr>
          <p:spPr>
            <a:xfrm>
              <a:off x="5295337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g1066"/>
            <p:cNvSpPr/>
            <p:nvPr/>
          </p:nvSpPr>
          <p:spPr>
            <a:xfrm>
              <a:off x="5167326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g1067"/>
            <p:cNvSpPr/>
            <p:nvPr/>
          </p:nvSpPr>
          <p:spPr>
            <a:xfrm>
              <a:off x="517896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g1068"/>
            <p:cNvSpPr/>
            <p:nvPr/>
          </p:nvSpPr>
          <p:spPr>
            <a:xfrm>
              <a:off x="519060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g1069"/>
            <p:cNvSpPr/>
            <p:nvPr/>
          </p:nvSpPr>
          <p:spPr>
            <a:xfrm>
              <a:off x="5202238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g1070"/>
            <p:cNvSpPr/>
            <p:nvPr/>
          </p:nvSpPr>
          <p:spPr>
            <a:xfrm>
              <a:off x="5213875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g1071"/>
            <p:cNvSpPr/>
            <p:nvPr/>
          </p:nvSpPr>
          <p:spPr>
            <a:xfrm>
              <a:off x="522551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g1072"/>
            <p:cNvSpPr/>
            <p:nvPr/>
          </p:nvSpPr>
          <p:spPr>
            <a:xfrm>
              <a:off x="5237150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g1073"/>
            <p:cNvSpPr/>
            <p:nvPr/>
          </p:nvSpPr>
          <p:spPr>
            <a:xfrm>
              <a:off x="5248787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g1074"/>
            <p:cNvSpPr/>
            <p:nvPr/>
          </p:nvSpPr>
          <p:spPr>
            <a:xfrm>
              <a:off x="5260425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g1075"/>
            <p:cNvSpPr/>
            <p:nvPr/>
          </p:nvSpPr>
          <p:spPr>
            <a:xfrm>
              <a:off x="5155689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g1076"/>
            <p:cNvSpPr/>
            <p:nvPr/>
          </p:nvSpPr>
          <p:spPr>
            <a:xfrm>
              <a:off x="5167326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g1077"/>
            <p:cNvSpPr/>
            <p:nvPr/>
          </p:nvSpPr>
          <p:spPr>
            <a:xfrm>
              <a:off x="5178963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g1078"/>
            <p:cNvSpPr/>
            <p:nvPr/>
          </p:nvSpPr>
          <p:spPr>
            <a:xfrm>
              <a:off x="519060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g1079"/>
            <p:cNvSpPr/>
            <p:nvPr/>
          </p:nvSpPr>
          <p:spPr>
            <a:xfrm>
              <a:off x="5202238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g1080"/>
            <p:cNvSpPr/>
            <p:nvPr/>
          </p:nvSpPr>
          <p:spPr>
            <a:xfrm>
              <a:off x="5213875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g1081"/>
            <p:cNvSpPr/>
            <p:nvPr/>
          </p:nvSpPr>
          <p:spPr>
            <a:xfrm>
              <a:off x="5225513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g1082"/>
            <p:cNvSpPr/>
            <p:nvPr/>
          </p:nvSpPr>
          <p:spPr>
            <a:xfrm>
              <a:off x="5237150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g1083"/>
            <p:cNvSpPr/>
            <p:nvPr/>
          </p:nvSpPr>
          <p:spPr>
            <a:xfrm>
              <a:off x="514405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g1084"/>
            <p:cNvSpPr/>
            <p:nvPr/>
          </p:nvSpPr>
          <p:spPr>
            <a:xfrm>
              <a:off x="5155689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g1085"/>
            <p:cNvSpPr/>
            <p:nvPr/>
          </p:nvSpPr>
          <p:spPr>
            <a:xfrm>
              <a:off x="5167326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g1086"/>
            <p:cNvSpPr/>
            <p:nvPr/>
          </p:nvSpPr>
          <p:spPr>
            <a:xfrm>
              <a:off x="5178963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g1087"/>
            <p:cNvSpPr/>
            <p:nvPr/>
          </p:nvSpPr>
          <p:spPr>
            <a:xfrm>
              <a:off x="519060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g1088"/>
            <p:cNvSpPr/>
            <p:nvPr/>
          </p:nvSpPr>
          <p:spPr>
            <a:xfrm>
              <a:off x="5202238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g1089"/>
            <p:cNvSpPr/>
            <p:nvPr/>
          </p:nvSpPr>
          <p:spPr>
            <a:xfrm>
              <a:off x="5213875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g1090"/>
            <p:cNvSpPr/>
            <p:nvPr/>
          </p:nvSpPr>
          <p:spPr>
            <a:xfrm>
              <a:off x="514405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g1091"/>
            <p:cNvSpPr/>
            <p:nvPr/>
          </p:nvSpPr>
          <p:spPr>
            <a:xfrm>
              <a:off x="5155689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g1092"/>
            <p:cNvSpPr/>
            <p:nvPr/>
          </p:nvSpPr>
          <p:spPr>
            <a:xfrm>
              <a:off x="5167326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g1093"/>
            <p:cNvSpPr/>
            <p:nvPr/>
          </p:nvSpPr>
          <p:spPr>
            <a:xfrm>
              <a:off x="5178963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g1094"/>
            <p:cNvSpPr/>
            <p:nvPr/>
          </p:nvSpPr>
          <p:spPr>
            <a:xfrm>
              <a:off x="519060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g1095"/>
            <p:cNvSpPr/>
            <p:nvPr/>
          </p:nvSpPr>
          <p:spPr>
            <a:xfrm>
              <a:off x="5202238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g1096"/>
            <p:cNvSpPr/>
            <p:nvPr/>
          </p:nvSpPr>
          <p:spPr>
            <a:xfrm>
              <a:off x="5213875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g1097"/>
            <p:cNvSpPr/>
            <p:nvPr/>
          </p:nvSpPr>
          <p:spPr>
            <a:xfrm>
              <a:off x="514405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g1098"/>
            <p:cNvSpPr/>
            <p:nvPr/>
          </p:nvSpPr>
          <p:spPr>
            <a:xfrm>
              <a:off x="5155689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g1099"/>
            <p:cNvSpPr/>
            <p:nvPr/>
          </p:nvSpPr>
          <p:spPr>
            <a:xfrm>
              <a:off x="5167326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g1100"/>
            <p:cNvSpPr/>
            <p:nvPr/>
          </p:nvSpPr>
          <p:spPr>
            <a:xfrm>
              <a:off x="5178963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g1101"/>
            <p:cNvSpPr/>
            <p:nvPr/>
          </p:nvSpPr>
          <p:spPr>
            <a:xfrm>
              <a:off x="519060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g1102"/>
            <p:cNvSpPr/>
            <p:nvPr/>
          </p:nvSpPr>
          <p:spPr>
            <a:xfrm>
              <a:off x="5202238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g1103"/>
            <p:cNvSpPr/>
            <p:nvPr/>
          </p:nvSpPr>
          <p:spPr>
            <a:xfrm>
              <a:off x="5213875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g1104"/>
            <p:cNvSpPr/>
            <p:nvPr/>
          </p:nvSpPr>
          <p:spPr>
            <a:xfrm>
              <a:off x="514405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g1105"/>
            <p:cNvSpPr/>
            <p:nvPr/>
          </p:nvSpPr>
          <p:spPr>
            <a:xfrm>
              <a:off x="5155689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g1106"/>
            <p:cNvSpPr/>
            <p:nvPr/>
          </p:nvSpPr>
          <p:spPr>
            <a:xfrm>
              <a:off x="5167326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g1107"/>
            <p:cNvSpPr/>
            <p:nvPr/>
          </p:nvSpPr>
          <p:spPr>
            <a:xfrm>
              <a:off x="5178963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g1108"/>
            <p:cNvSpPr/>
            <p:nvPr/>
          </p:nvSpPr>
          <p:spPr>
            <a:xfrm>
              <a:off x="519060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g1109"/>
            <p:cNvSpPr/>
            <p:nvPr/>
          </p:nvSpPr>
          <p:spPr>
            <a:xfrm>
              <a:off x="5202238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g1110"/>
            <p:cNvSpPr/>
            <p:nvPr/>
          </p:nvSpPr>
          <p:spPr>
            <a:xfrm>
              <a:off x="5213875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g1111"/>
            <p:cNvSpPr/>
            <p:nvPr/>
          </p:nvSpPr>
          <p:spPr>
            <a:xfrm>
              <a:off x="5074227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g1112"/>
            <p:cNvSpPr/>
            <p:nvPr/>
          </p:nvSpPr>
          <p:spPr>
            <a:xfrm>
              <a:off x="5085865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g1113"/>
            <p:cNvSpPr/>
            <p:nvPr/>
          </p:nvSpPr>
          <p:spPr>
            <a:xfrm>
              <a:off x="5167326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g1114"/>
            <p:cNvSpPr/>
            <p:nvPr/>
          </p:nvSpPr>
          <p:spPr>
            <a:xfrm>
              <a:off x="517896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g1115"/>
            <p:cNvSpPr/>
            <p:nvPr/>
          </p:nvSpPr>
          <p:spPr>
            <a:xfrm>
              <a:off x="519060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g1116"/>
            <p:cNvSpPr/>
            <p:nvPr/>
          </p:nvSpPr>
          <p:spPr>
            <a:xfrm>
              <a:off x="5202238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g1117"/>
            <p:cNvSpPr/>
            <p:nvPr/>
          </p:nvSpPr>
          <p:spPr>
            <a:xfrm>
              <a:off x="5213875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g1118"/>
            <p:cNvSpPr/>
            <p:nvPr/>
          </p:nvSpPr>
          <p:spPr>
            <a:xfrm>
              <a:off x="505095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g1119"/>
            <p:cNvSpPr/>
            <p:nvPr/>
          </p:nvSpPr>
          <p:spPr>
            <a:xfrm>
              <a:off x="5062590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g1120"/>
            <p:cNvSpPr/>
            <p:nvPr/>
          </p:nvSpPr>
          <p:spPr>
            <a:xfrm>
              <a:off x="5074227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g1121"/>
            <p:cNvSpPr/>
            <p:nvPr/>
          </p:nvSpPr>
          <p:spPr>
            <a:xfrm>
              <a:off x="5085865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g1122"/>
            <p:cNvSpPr/>
            <p:nvPr/>
          </p:nvSpPr>
          <p:spPr>
            <a:xfrm>
              <a:off x="5097502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g1123"/>
            <p:cNvSpPr/>
            <p:nvPr/>
          </p:nvSpPr>
          <p:spPr>
            <a:xfrm>
              <a:off x="5167326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g1124"/>
            <p:cNvSpPr/>
            <p:nvPr/>
          </p:nvSpPr>
          <p:spPr>
            <a:xfrm>
              <a:off x="517896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g1125"/>
            <p:cNvSpPr/>
            <p:nvPr/>
          </p:nvSpPr>
          <p:spPr>
            <a:xfrm>
              <a:off x="519060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g1126"/>
            <p:cNvSpPr/>
            <p:nvPr/>
          </p:nvSpPr>
          <p:spPr>
            <a:xfrm>
              <a:off x="5202238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g1127"/>
            <p:cNvSpPr/>
            <p:nvPr/>
          </p:nvSpPr>
          <p:spPr>
            <a:xfrm>
              <a:off x="5213875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g1128"/>
            <p:cNvSpPr/>
            <p:nvPr/>
          </p:nvSpPr>
          <p:spPr>
            <a:xfrm>
              <a:off x="5027678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g1129"/>
            <p:cNvSpPr/>
            <p:nvPr/>
          </p:nvSpPr>
          <p:spPr>
            <a:xfrm>
              <a:off x="5039315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g1130"/>
            <p:cNvSpPr/>
            <p:nvPr/>
          </p:nvSpPr>
          <p:spPr>
            <a:xfrm>
              <a:off x="505095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g1131"/>
            <p:cNvSpPr/>
            <p:nvPr/>
          </p:nvSpPr>
          <p:spPr>
            <a:xfrm>
              <a:off x="5062590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g1132"/>
            <p:cNvSpPr/>
            <p:nvPr/>
          </p:nvSpPr>
          <p:spPr>
            <a:xfrm>
              <a:off x="5074227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g1133"/>
            <p:cNvSpPr/>
            <p:nvPr/>
          </p:nvSpPr>
          <p:spPr>
            <a:xfrm>
              <a:off x="5085865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g1134"/>
            <p:cNvSpPr/>
            <p:nvPr/>
          </p:nvSpPr>
          <p:spPr>
            <a:xfrm>
              <a:off x="5097502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g1135"/>
            <p:cNvSpPr/>
            <p:nvPr/>
          </p:nvSpPr>
          <p:spPr>
            <a:xfrm>
              <a:off x="5155689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g1136"/>
            <p:cNvSpPr/>
            <p:nvPr/>
          </p:nvSpPr>
          <p:spPr>
            <a:xfrm>
              <a:off x="5167326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g1137"/>
            <p:cNvSpPr/>
            <p:nvPr/>
          </p:nvSpPr>
          <p:spPr>
            <a:xfrm>
              <a:off x="517896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g1138"/>
            <p:cNvSpPr/>
            <p:nvPr/>
          </p:nvSpPr>
          <p:spPr>
            <a:xfrm>
              <a:off x="519060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g1139"/>
            <p:cNvSpPr/>
            <p:nvPr/>
          </p:nvSpPr>
          <p:spPr>
            <a:xfrm>
              <a:off x="5202238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g1140"/>
            <p:cNvSpPr/>
            <p:nvPr/>
          </p:nvSpPr>
          <p:spPr>
            <a:xfrm>
              <a:off x="501604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g1141"/>
            <p:cNvSpPr/>
            <p:nvPr/>
          </p:nvSpPr>
          <p:spPr>
            <a:xfrm>
              <a:off x="5027678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g1142"/>
            <p:cNvSpPr/>
            <p:nvPr/>
          </p:nvSpPr>
          <p:spPr>
            <a:xfrm>
              <a:off x="5039315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g1143"/>
            <p:cNvSpPr/>
            <p:nvPr/>
          </p:nvSpPr>
          <p:spPr>
            <a:xfrm>
              <a:off x="505095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g1144"/>
            <p:cNvSpPr/>
            <p:nvPr/>
          </p:nvSpPr>
          <p:spPr>
            <a:xfrm>
              <a:off x="5062590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g1145"/>
            <p:cNvSpPr/>
            <p:nvPr/>
          </p:nvSpPr>
          <p:spPr>
            <a:xfrm>
              <a:off x="5074227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g1146"/>
            <p:cNvSpPr/>
            <p:nvPr/>
          </p:nvSpPr>
          <p:spPr>
            <a:xfrm>
              <a:off x="5085865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g1147"/>
            <p:cNvSpPr/>
            <p:nvPr/>
          </p:nvSpPr>
          <p:spPr>
            <a:xfrm>
              <a:off x="5097502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g1148"/>
            <p:cNvSpPr/>
            <p:nvPr/>
          </p:nvSpPr>
          <p:spPr>
            <a:xfrm>
              <a:off x="5155689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g1149"/>
            <p:cNvSpPr/>
            <p:nvPr/>
          </p:nvSpPr>
          <p:spPr>
            <a:xfrm>
              <a:off x="516732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g1150"/>
            <p:cNvSpPr/>
            <p:nvPr/>
          </p:nvSpPr>
          <p:spPr>
            <a:xfrm>
              <a:off x="517896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g1151"/>
            <p:cNvSpPr/>
            <p:nvPr/>
          </p:nvSpPr>
          <p:spPr>
            <a:xfrm>
              <a:off x="519060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g1152"/>
            <p:cNvSpPr/>
            <p:nvPr/>
          </p:nvSpPr>
          <p:spPr>
            <a:xfrm>
              <a:off x="5202238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g1153"/>
            <p:cNvSpPr/>
            <p:nvPr/>
          </p:nvSpPr>
          <p:spPr>
            <a:xfrm>
              <a:off x="495785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g1154"/>
            <p:cNvSpPr/>
            <p:nvPr/>
          </p:nvSpPr>
          <p:spPr>
            <a:xfrm>
              <a:off x="4969492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g1155"/>
            <p:cNvSpPr/>
            <p:nvPr/>
          </p:nvSpPr>
          <p:spPr>
            <a:xfrm>
              <a:off x="498112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g1156"/>
            <p:cNvSpPr/>
            <p:nvPr/>
          </p:nvSpPr>
          <p:spPr>
            <a:xfrm>
              <a:off x="499276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g1157"/>
            <p:cNvSpPr/>
            <p:nvPr/>
          </p:nvSpPr>
          <p:spPr>
            <a:xfrm>
              <a:off x="500440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g1158"/>
            <p:cNvSpPr/>
            <p:nvPr/>
          </p:nvSpPr>
          <p:spPr>
            <a:xfrm>
              <a:off x="501604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g1159"/>
            <p:cNvSpPr/>
            <p:nvPr/>
          </p:nvSpPr>
          <p:spPr>
            <a:xfrm>
              <a:off x="5027678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g1160"/>
            <p:cNvSpPr/>
            <p:nvPr/>
          </p:nvSpPr>
          <p:spPr>
            <a:xfrm>
              <a:off x="5039315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g1161"/>
            <p:cNvSpPr/>
            <p:nvPr/>
          </p:nvSpPr>
          <p:spPr>
            <a:xfrm>
              <a:off x="505095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g1162"/>
            <p:cNvSpPr/>
            <p:nvPr/>
          </p:nvSpPr>
          <p:spPr>
            <a:xfrm>
              <a:off x="5062590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g1163"/>
            <p:cNvSpPr/>
            <p:nvPr/>
          </p:nvSpPr>
          <p:spPr>
            <a:xfrm>
              <a:off x="507422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g1164"/>
            <p:cNvSpPr/>
            <p:nvPr/>
          </p:nvSpPr>
          <p:spPr>
            <a:xfrm>
              <a:off x="5085865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g1165"/>
            <p:cNvSpPr/>
            <p:nvPr/>
          </p:nvSpPr>
          <p:spPr>
            <a:xfrm>
              <a:off x="514405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g1166"/>
            <p:cNvSpPr/>
            <p:nvPr/>
          </p:nvSpPr>
          <p:spPr>
            <a:xfrm>
              <a:off x="515568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g1167"/>
            <p:cNvSpPr/>
            <p:nvPr/>
          </p:nvSpPr>
          <p:spPr>
            <a:xfrm>
              <a:off x="516732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g1168"/>
            <p:cNvSpPr/>
            <p:nvPr/>
          </p:nvSpPr>
          <p:spPr>
            <a:xfrm>
              <a:off x="517896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g1169"/>
            <p:cNvSpPr/>
            <p:nvPr/>
          </p:nvSpPr>
          <p:spPr>
            <a:xfrm>
              <a:off x="519060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g1170"/>
            <p:cNvSpPr/>
            <p:nvPr/>
          </p:nvSpPr>
          <p:spPr>
            <a:xfrm>
              <a:off x="5202238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g1171"/>
            <p:cNvSpPr/>
            <p:nvPr/>
          </p:nvSpPr>
          <p:spPr>
            <a:xfrm>
              <a:off x="494621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g1172"/>
            <p:cNvSpPr/>
            <p:nvPr/>
          </p:nvSpPr>
          <p:spPr>
            <a:xfrm>
              <a:off x="495785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g1173"/>
            <p:cNvSpPr/>
            <p:nvPr/>
          </p:nvSpPr>
          <p:spPr>
            <a:xfrm>
              <a:off x="4969492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g1174"/>
            <p:cNvSpPr/>
            <p:nvPr/>
          </p:nvSpPr>
          <p:spPr>
            <a:xfrm>
              <a:off x="498112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g1175"/>
            <p:cNvSpPr/>
            <p:nvPr/>
          </p:nvSpPr>
          <p:spPr>
            <a:xfrm>
              <a:off x="499276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g1176"/>
            <p:cNvSpPr/>
            <p:nvPr/>
          </p:nvSpPr>
          <p:spPr>
            <a:xfrm>
              <a:off x="500440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g1177"/>
            <p:cNvSpPr/>
            <p:nvPr/>
          </p:nvSpPr>
          <p:spPr>
            <a:xfrm>
              <a:off x="501604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g1178"/>
            <p:cNvSpPr/>
            <p:nvPr/>
          </p:nvSpPr>
          <p:spPr>
            <a:xfrm>
              <a:off x="5027678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g1179"/>
            <p:cNvSpPr/>
            <p:nvPr/>
          </p:nvSpPr>
          <p:spPr>
            <a:xfrm>
              <a:off x="5039315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g1180"/>
            <p:cNvSpPr/>
            <p:nvPr/>
          </p:nvSpPr>
          <p:spPr>
            <a:xfrm>
              <a:off x="505095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g1181"/>
            <p:cNvSpPr/>
            <p:nvPr/>
          </p:nvSpPr>
          <p:spPr>
            <a:xfrm>
              <a:off x="5062590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g1182"/>
            <p:cNvSpPr/>
            <p:nvPr/>
          </p:nvSpPr>
          <p:spPr>
            <a:xfrm>
              <a:off x="507422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g1183"/>
            <p:cNvSpPr/>
            <p:nvPr/>
          </p:nvSpPr>
          <p:spPr>
            <a:xfrm>
              <a:off x="513241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g1184"/>
            <p:cNvSpPr/>
            <p:nvPr/>
          </p:nvSpPr>
          <p:spPr>
            <a:xfrm>
              <a:off x="514405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g1185"/>
            <p:cNvSpPr/>
            <p:nvPr/>
          </p:nvSpPr>
          <p:spPr>
            <a:xfrm>
              <a:off x="515568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g1186"/>
            <p:cNvSpPr/>
            <p:nvPr/>
          </p:nvSpPr>
          <p:spPr>
            <a:xfrm>
              <a:off x="516732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g1187"/>
            <p:cNvSpPr/>
            <p:nvPr/>
          </p:nvSpPr>
          <p:spPr>
            <a:xfrm>
              <a:off x="517896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g1188"/>
            <p:cNvSpPr/>
            <p:nvPr/>
          </p:nvSpPr>
          <p:spPr>
            <a:xfrm>
              <a:off x="519060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g1189"/>
            <p:cNvSpPr/>
            <p:nvPr/>
          </p:nvSpPr>
          <p:spPr>
            <a:xfrm>
              <a:off x="5202238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g1190"/>
            <p:cNvSpPr/>
            <p:nvPr/>
          </p:nvSpPr>
          <p:spPr>
            <a:xfrm>
              <a:off x="492294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g1191"/>
            <p:cNvSpPr/>
            <p:nvPr/>
          </p:nvSpPr>
          <p:spPr>
            <a:xfrm>
              <a:off x="4934580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g1192"/>
            <p:cNvSpPr/>
            <p:nvPr/>
          </p:nvSpPr>
          <p:spPr>
            <a:xfrm>
              <a:off x="494621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g1193"/>
            <p:cNvSpPr/>
            <p:nvPr/>
          </p:nvSpPr>
          <p:spPr>
            <a:xfrm>
              <a:off x="495785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g1194"/>
            <p:cNvSpPr/>
            <p:nvPr/>
          </p:nvSpPr>
          <p:spPr>
            <a:xfrm>
              <a:off x="496949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g1195"/>
            <p:cNvSpPr/>
            <p:nvPr/>
          </p:nvSpPr>
          <p:spPr>
            <a:xfrm>
              <a:off x="498112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g1196"/>
            <p:cNvSpPr/>
            <p:nvPr/>
          </p:nvSpPr>
          <p:spPr>
            <a:xfrm>
              <a:off x="4992766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g1197"/>
            <p:cNvSpPr/>
            <p:nvPr/>
          </p:nvSpPr>
          <p:spPr>
            <a:xfrm>
              <a:off x="500440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g1198"/>
            <p:cNvSpPr/>
            <p:nvPr/>
          </p:nvSpPr>
          <p:spPr>
            <a:xfrm>
              <a:off x="501604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g1199"/>
            <p:cNvSpPr/>
            <p:nvPr/>
          </p:nvSpPr>
          <p:spPr>
            <a:xfrm>
              <a:off x="5027678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g1200"/>
            <p:cNvSpPr/>
            <p:nvPr/>
          </p:nvSpPr>
          <p:spPr>
            <a:xfrm>
              <a:off x="5039315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g1201"/>
            <p:cNvSpPr/>
            <p:nvPr/>
          </p:nvSpPr>
          <p:spPr>
            <a:xfrm>
              <a:off x="505095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g1202"/>
            <p:cNvSpPr/>
            <p:nvPr/>
          </p:nvSpPr>
          <p:spPr>
            <a:xfrm>
              <a:off x="512077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g1203"/>
            <p:cNvSpPr/>
            <p:nvPr/>
          </p:nvSpPr>
          <p:spPr>
            <a:xfrm>
              <a:off x="513241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g1204"/>
            <p:cNvSpPr/>
            <p:nvPr/>
          </p:nvSpPr>
          <p:spPr>
            <a:xfrm>
              <a:off x="514405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g1205"/>
            <p:cNvSpPr/>
            <p:nvPr/>
          </p:nvSpPr>
          <p:spPr>
            <a:xfrm>
              <a:off x="515568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g1206"/>
            <p:cNvSpPr/>
            <p:nvPr/>
          </p:nvSpPr>
          <p:spPr>
            <a:xfrm>
              <a:off x="5167326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g1207"/>
            <p:cNvSpPr/>
            <p:nvPr/>
          </p:nvSpPr>
          <p:spPr>
            <a:xfrm>
              <a:off x="517896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g1208"/>
            <p:cNvSpPr/>
            <p:nvPr/>
          </p:nvSpPr>
          <p:spPr>
            <a:xfrm>
              <a:off x="4899668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g1209"/>
            <p:cNvSpPr/>
            <p:nvPr/>
          </p:nvSpPr>
          <p:spPr>
            <a:xfrm>
              <a:off x="491130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g1210"/>
            <p:cNvSpPr/>
            <p:nvPr/>
          </p:nvSpPr>
          <p:spPr>
            <a:xfrm>
              <a:off x="492294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g1211"/>
            <p:cNvSpPr/>
            <p:nvPr/>
          </p:nvSpPr>
          <p:spPr>
            <a:xfrm>
              <a:off x="493458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g1212"/>
            <p:cNvSpPr/>
            <p:nvPr/>
          </p:nvSpPr>
          <p:spPr>
            <a:xfrm>
              <a:off x="494621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g1213"/>
            <p:cNvSpPr/>
            <p:nvPr/>
          </p:nvSpPr>
          <p:spPr>
            <a:xfrm>
              <a:off x="495785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g1214"/>
            <p:cNvSpPr/>
            <p:nvPr/>
          </p:nvSpPr>
          <p:spPr>
            <a:xfrm>
              <a:off x="496949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g1215"/>
            <p:cNvSpPr/>
            <p:nvPr/>
          </p:nvSpPr>
          <p:spPr>
            <a:xfrm>
              <a:off x="498112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g1216"/>
            <p:cNvSpPr/>
            <p:nvPr/>
          </p:nvSpPr>
          <p:spPr>
            <a:xfrm>
              <a:off x="4992766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g1217"/>
            <p:cNvSpPr/>
            <p:nvPr/>
          </p:nvSpPr>
          <p:spPr>
            <a:xfrm>
              <a:off x="500440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g1218"/>
            <p:cNvSpPr/>
            <p:nvPr/>
          </p:nvSpPr>
          <p:spPr>
            <a:xfrm>
              <a:off x="501604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g1219"/>
            <p:cNvSpPr/>
            <p:nvPr/>
          </p:nvSpPr>
          <p:spPr>
            <a:xfrm>
              <a:off x="5027678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g1220"/>
            <p:cNvSpPr/>
            <p:nvPr/>
          </p:nvSpPr>
          <p:spPr>
            <a:xfrm>
              <a:off x="503931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g1221"/>
            <p:cNvSpPr/>
            <p:nvPr/>
          </p:nvSpPr>
          <p:spPr>
            <a:xfrm>
              <a:off x="505095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g1222"/>
            <p:cNvSpPr/>
            <p:nvPr/>
          </p:nvSpPr>
          <p:spPr>
            <a:xfrm>
              <a:off x="506259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g1223"/>
            <p:cNvSpPr/>
            <p:nvPr/>
          </p:nvSpPr>
          <p:spPr>
            <a:xfrm>
              <a:off x="507422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g1224"/>
            <p:cNvSpPr/>
            <p:nvPr/>
          </p:nvSpPr>
          <p:spPr>
            <a:xfrm>
              <a:off x="508586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g1225"/>
            <p:cNvSpPr/>
            <p:nvPr/>
          </p:nvSpPr>
          <p:spPr>
            <a:xfrm>
              <a:off x="510913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g1226"/>
            <p:cNvSpPr/>
            <p:nvPr/>
          </p:nvSpPr>
          <p:spPr>
            <a:xfrm>
              <a:off x="512077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g1227"/>
            <p:cNvSpPr/>
            <p:nvPr/>
          </p:nvSpPr>
          <p:spPr>
            <a:xfrm>
              <a:off x="513241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g1228"/>
            <p:cNvSpPr/>
            <p:nvPr/>
          </p:nvSpPr>
          <p:spPr>
            <a:xfrm>
              <a:off x="514405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g1229"/>
            <p:cNvSpPr/>
            <p:nvPr/>
          </p:nvSpPr>
          <p:spPr>
            <a:xfrm>
              <a:off x="515568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g1230"/>
            <p:cNvSpPr/>
            <p:nvPr/>
          </p:nvSpPr>
          <p:spPr>
            <a:xfrm>
              <a:off x="5167326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g1231"/>
            <p:cNvSpPr/>
            <p:nvPr/>
          </p:nvSpPr>
          <p:spPr>
            <a:xfrm>
              <a:off x="517896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g1232"/>
            <p:cNvSpPr/>
            <p:nvPr/>
          </p:nvSpPr>
          <p:spPr>
            <a:xfrm>
              <a:off x="4899668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g1233"/>
            <p:cNvSpPr/>
            <p:nvPr/>
          </p:nvSpPr>
          <p:spPr>
            <a:xfrm>
              <a:off x="491130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g1234"/>
            <p:cNvSpPr/>
            <p:nvPr/>
          </p:nvSpPr>
          <p:spPr>
            <a:xfrm>
              <a:off x="492294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g1235"/>
            <p:cNvSpPr/>
            <p:nvPr/>
          </p:nvSpPr>
          <p:spPr>
            <a:xfrm>
              <a:off x="493458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g1236"/>
            <p:cNvSpPr/>
            <p:nvPr/>
          </p:nvSpPr>
          <p:spPr>
            <a:xfrm>
              <a:off x="494621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g1237"/>
            <p:cNvSpPr/>
            <p:nvPr/>
          </p:nvSpPr>
          <p:spPr>
            <a:xfrm>
              <a:off x="495785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g1238"/>
            <p:cNvSpPr/>
            <p:nvPr/>
          </p:nvSpPr>
          <p:spPr>
            <a:xfrm>
              <a:off x="496949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g1239"/>
            <p:cNvSpPr/>
            <p:nvPr/>
          </p:nvSpPr>
          <p:spPr>
            <a:xfrm>
              <a:off x="498112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g1240"/>
            <p:cNvSpPr/>
            <p:nvPr/>
          </p:nvSpPr>
          <p:spPr>
            <a:xfrm>
              <a:off x="4992766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g1241"/>
            <p:cNvSpPr/>
            <p:nvPr/>
          </p:nvSpPr>
          <p:spPr>
            <a:xfrm>
              <a:off x="500440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g1242"/>
            <p:cNvSpPr/>
            <p:nvPr/>
          </p:nvSpPr>
          <p:spPr>
            <a:xfrm>
              <a:off x="501604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g1243"/>
            <p:cNvSpPr/>
            <p:nvPr/>
          </p:nvSpPr>
          <p:spPr>
            <a:xfrm>
              <a:off x="5027678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g1244"/>
            <p:cNvSpPr/>
            <p:nvPr/>
          </p:nvSpPr>
          <p:spPr>
            <a:xfrm>
              <a:off x="503931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g1245"/>
            <p:cNvSpPr/>
            <p:nvPr/>
          </p:nvSpPr>
          <p:spPr>
            <a:xfrm>
              <a:off x="505095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g1246"/>
            <p:cNvSpPr/>
            <p:nvPr/>
          </p:nvSpPr>
          <p:spPr>
            <a:xfrm>
              <a:off x="506259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g1247"/>
            <p:cNvSpPr/>
            <p:nvPr/>
          </p:nvSpPr>
          <p:spPr>
            <a:xfrm>
              <a:off x="507422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g1248"/>
            <p:cNvSpPr/>
            <p:nvPr/>
          </p:nvSpPr>
          <p:spPr>
            <a:xfrm>
              <a:off x="508586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g1249"/>
            <p:cNvSpPr/>
            <p:nvPr/>
          </p:nvSpPr>
          <p:spPr>
            <a:xfrm>
              <a:off x="509750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g1250"/>
            <p:cNvSpPr/>
            <p:nvPr/>
          </p:nvSpPr>
          <p:spPr>
            <a:xfrm>
              <a:off x="510913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g1251"/>
            <p:cNvSpPr/>
            <p:nvPr/>
          </p:nvSpPr>
          <p:spPr>
            <a:xfrm>
              <a:off x="512077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g1252"/>
            <p:cNvSpPr/>
            <p:nvPr/>
          </p:nvSpPr>
          <p:spPr>
            <a:xfrm>
              <a:off x="513241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g1253"/>
            <p:cNvSpPr/>
            <p:nvPr/>
          </p:nvSpPr>
          <p:spPr>
            <a:xfrm>
              <a:off x="514405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g1254"/>
            <p:cNvSpPr/>
            <p:nvPr/>
          </p:nvSpPr>
          <p:spPr>
            <a:xfrm>
              <a:off x="515568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g1255"/>
            <p:cNvSpPr/>
            <p:nvPr/>
          </p:nvSpPr>
          <p:spPr>
            <a:xfrm>
              <a:off x="5167326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g1256"/>
            <p:cNvSpPr/>
            <p:nvPr/>
          </p:nvSpPr>
          <p:spPr>
            <a:xfrm>
              <a:off x="4899668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g1257"/>
            <p:cNvSpPr/>
            <p:nvPr/>
          </p:nvSpPr>
          <p:spPr>
            <a:xfrm>
              <a:off x="491130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g1258"/>
            <p:cNvSpPr/>
            <p:nvPr/>
          </p:nvSpPr>
          <p:spPr>
            <a:xfrm>
              <a:off x="492294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g1259"/>
            <p:cNvSpPr/>
            <p:nvPr/>
          </p:nvSpPr>
          <p:spPr>
            <a:xfrm>
              <a:off x="493458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g1260"/>
            <p:cNvSpPr/>
            <p:nvPr/>
          </p:nvSpPr>
          <p:spPr>
            <a:xfrm>
              <a:off x="494621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g1261"/>
            <p:cNvSpPr/>
            <p:nvPr/>
          </p:nvSpPr>
          <p:spPr>
            <a:xfrm>
              <a:off x="495785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g1262"/>
            <p:cNvSpPr/>
            <p:nvPr/>
          </p:nvSpPr>
          <p:spPr>
            <a:xfrm>
              <a:off x="496949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g1263"/>
            <p:cNvSpPr/>
            <p:nvPr/>
          </p:nvSpPr>
          <p:spPr>
            <a:xfrm>
              <a:off x="498112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g1264"/>
            <p:cNvSpPr/>
            <p:nvPr/>
          </p:nvSpPr>
          <p:spPr>
            <a:xfrm>
              <a:off x="4992766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g1265"/>
            <p:cNvSpPr/>
            <p:nvPr/>
          </p:nvSpPr>
          <p:spPr>
            <a:xfrm>
              <a:off x="500440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g1266"/>
            <p:cNvSpPr/>
            <p:nvPr/>
          </p:nvSpPr>
          <p:spPr>
            <a:xfrm>
              <a:off x="501604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g1267"/>
            <p:cNvSpPr/>
            <p:nvPr/>
          </p:nvSpPr>
          <p:spPr>
            <a:xfrm>
              <a:off x="5027678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g1268"/>
            <p:cNvSpPr/>
            <p:nvPr/>
          </p:nvSpPr>
          <p:spPr>
            <a:xfrm>
              <a:off x="503931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g1269"/>
            <p:cNvSpPr/>
            <p:nvPr/>
          </p:nvSpPr>
          <p:spPr>
            <a:xfrm>
              <a:off x="505095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g1270"/>
            <p:cNvSpPr/>
            <p:nvPr/>
          </p:nvSpPr>
          <p:spPr>
            <a:xfrm>
              <a:off x="506259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g1271"/>
            <p:cNvSpPr/>
            <p:nvPr/>
          </p:nvSpPr>
          <p:spPr>
            <a:xfrm>
              <a:off x="507422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g1272"/>
            <p:cNvSpPr/>
            <p:nvPr/>
          </p:nvSpPr>
          <p:spPr>
            <a:xfrm>
              <a:off x="508586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g1273"/>
            <p:cNvSpPr/>
            <p:nvPr/>
          </p:nvSpPr>
          <p:spPr>
            <a:xfrm>
              <a:off x="509750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g1274"/>
            <p:cNvSpPr/>
            <p:nvPr/>
          </p:nvSpPr>
          <p:spPr>
            <a:xfrm>
              <a:off x="510913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g1275"/>
            <p:cNvSpPr/>
            <p:nvPr/>
          </p:nvSpPr>
          <p:spPr>
            <a:xfrm>
              <a:off x="512077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g1276"/>
            <p:cNvSpPr/>
            <p:nvPr/>
          </p:nvSpPr>
          <p:spPr>
            <a:xfrm>
              <a:off x="513241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g1277"/>
            <p:cNvSpPr/>
            <p:nvPr/>
          </p:nvSpPr>
          <p:spPr>
            <a:xfrm>
              <a:off x="514405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g1278"/>
            <p:cNvSpPr/>
            <p:nvPr/>
          </p:nvSpPr>
          <p:spPr>
            <a:xfrm>
              <a:off x="515568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g1279"/>
            <p:cNvSpPr/>
            <p:nvPr/>
          </p:nvSpPr>
          <p:spPr>
            <a:xfrm>
              <a:off x="4864756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g1280"/>
            <p:cNvSpPr/>
            <p:nvPr/>
          </p:nvSpPr>
          <p:spPr>
            <a:xfrm>
              <a:off x="487639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g1281"/>
            <p:cNvSpPr/>
            <p:nvPr/>
          </p:nvSpPr>
          <p:spPr>
            <a:xfrm>
              <a:off x="489966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g1282"/>
            <p:cNvSpPr/>
            <p:nvPr/>
          </p:nvSpPr>
          <p:spPr>
            <a:xfrm>
              <a:off x="491130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g1283"/>
            <p:cNvSpPr/>
            <p:nvPr/>
          </p:nvSpPr>
          <p:spPr>
            <a:xfrm>
              <a:off x="492294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g1284"/>
            <p:cNvSpPr/>
            <p:nvPr/>
          </p:nvSpPr>
          <p:spPr>
            <a:xfrm>
              <a:off x="493458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g1285"/>
            <p:cNvSpPr/>
            <p:nvPr/>
          </p:nvSpPr>
          <p:spPr>
            <a:xfrm>
              <a:off x="494621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g1286"/>
            <p:cNvSpPr/>
            <p:nvPr/>
          </p:nvSpPr>
          <p:spPr>
            <a:xfrm>
              <a:off x="4957854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g1287"/>
            <p:cNvSpPr/>
            <p:nvPr/>
          </p:nvSpPr>
          <p:spPr>
            <a:xfrm>
              <a:off x="496949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g1288"/>
            <p:cNvSpPr/>
            <p:nvPr/>
          </p:nvSpPr>
          <p:spPr>
            <a:xfrm>
              <a:off x="498112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g1289"/>
            <p:cNvSpPr/>
            <p:nvPr/>
          </p:nvSpPr>
          <p:spPr>
            <a:xfrm>
              <a:off x="501604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g1290"/>
            <p:cNvSpPr/>
            <p:nvPr/>
          </p:nvSpPr>
          <p:spPr>
            <a:xfrm>
              <a:off x="502767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g1291"/>
            <p:cNvSpPr/>
            <p:nvPr/>
          </p:nvSpPr>
          <p:spPr>
            <a:xfrm>
              <a:off x="503931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g1292"/>
            <p:cNvSpPr/>
            <p:nvPr/>
          </p:nvSpPr>
          <p:spPr>
            <a:xfrm>
              <a:off x="505095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g1293"/>
            <p:cNvSpPr/>
            <p:nvPr/>
          </p:nvSpPr>
          <p:spPr>
            <a:xfrm>
              <a:off x="506259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g1294"/>
            <p:cNvSpPr/>
            <p:nvPr/>
          </p:nvSpPr>
          <p:spPr>
            <a:xfrm>
              <a:off x="507422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g1295"/>
            <p:cNvSpPr/>
            <p:nvPr/>
          </p:nvSpPr>
          <p:spPr>
            <a:xfrm>
              <a:off x="508586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g1296"/>
            <p:cNvSpPr/>
            <p:nvPr/>
          </p:nvSpPr>
          <p:spPr>
            <a:xfrm>
              <a:off x="509750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g1297"/>
            <p:cNvSpPr/>
            <p:nvPr/>
          </p:nvSpPr>
          <p:spPr>
            <a:xfrm>
              <a:off x="510913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g1298"/>
            <p:cNvSpPr/>
            <p:nvPr/>
          </p:nvSpPr>
          <p:spPr>
            <a:xfrm>
              <a:off x="512077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g1299"/>
            <p:cNvSpPr/>
            <p:nvPr/>
          </p:nvSpPr>
          <p:spPr>
            <a:xfrm>
              <a:off x="5132414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g1300"/>
            <p:cNvSpPr/>
            <p:nvPr/>
          </p:nvSpPr>
          <p:spPr>
            <a:xfrm>
              <a:off x="514405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g1301"/>
            <p:cNvSpPr/>
            <p:nvPr/>
          </p:nvSpPr>
          <p:spPr>
            <a:xfrm>
              <a:off x="485311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g1302"/>
            <p:cNvSpPr/>
            <p:nvPr/>
          </p:nvSpPr>
          <p:spPr>
            <a:xfrm>
              <a:off x="4864756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g1303"/>
            <p:cNvSpPr/>
            <p:nvPr/>
          </p:nvSpPr>
          <p:spPr>
            <a:xfrm>
              <a:off x="487639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g1304"/>
            <p:cNvSpPr/>
            <p:nvPr/>
          </p:nvSpPr>
          <p:spPr>
            <a:xfrm>
              <a:off x="488803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g1305"/>
            <p:cNvSpPr/>
            <p:nvPr/>
          </p:nvSpPr>
          <p:spPr>
            <a:xfrm>
              <a:off x="489966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g1306"/>
            <p:cNvSpPr/>
            <p:nvPr/>
          </p:nvSpPr>
          <p:spPr>
            <a:xfrm>
              <a:off x="491130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g1307"/>
            <p:cNvSpPr/>
            <p:nvPr/>
          </p:nvSpPr>
          <p:spPr>
            <a:xfrm>
              <a:off x="492294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g1308"/>
            <p:cNvSpPr/>
            <p:nvPr/>
          </p:nvSpPr>
          <p:spPr>
            <a:xfrm>
              <a:off x="493458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g1309"/>
            <p:cNvSpPr/>
            <p:nvPr/>
          </p:nvSpPr>
          <p:spPr>
            <a:xfrm>
              <a:off x="494621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g1310"/>
            <p:cNvSpPr/>
            <p:nvPr/>
          </p:nvSpPr>
          <p:spPr>
            <a:xfrm>
              <a:off x="4957854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g1311"/>
            <p:cNvSpPr/>
            <p:nvPr/>
          </p:nvSpPr>
          <p:spPr>
            <a:xfrm>
              <a:off x="496949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g1312"/>
            <p:cNvSpPr/>
            <p:nvPr/>
          </p:nvSpPr>
          <p:spPr>
            <a:xfrm>
              <a:off x="498112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g1313"/>
            <p:cNvSpPr/>
            <p:nvPr/>
          </p:nvSpPr>
          <p:spPr>
            <a:xfrm>
              <a:off x="502767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g1314"/>
            <p:cNvSpPr/>
            <p:nvPr/>
          </p:nvSpPr>
          <p:spPr>
            <a:xfrm>
              <a:off x="503931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g1315"/>
            <p:cNvSpPr/>
            <p:nvPr/>
          </p:nvSpPr>
          <p:spPr>
            <a:xfrm>
              <a:off x="505095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g1316"/>
            <p:cNvSpPr/>
            <p:nvPr/>
          </p:nvSpPr>
          <p:spPr>
            <a:xfrm>
              <a:off x="506259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g1317"/>
            <p:cNvSpPr/>
            <p:nvPr/>
          </p:nvSpPr>
          <p:spPr>
            <a:xfrm>
              <a:off x="507422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g1318"/>
            <p:cNvSpPr/>
            <p:nvPr/>
          </p:nvSpPr>
          <p:spPr>
            <a:xfrm>
              <a:off x="508586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g1319"/>
            <p:cNvSpPr/>
            <p:nvPr/>
          </p:nvSpPr>
          <p:spPr>
            <a:xfrm>
              <a:off x="509750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g1320"/>
            <p:cNvSpPr/>
            <p:nvPr/>
          </p:nvSpPr>
          <p:spPr>
            <a:xfrm>
              <a:off x="510913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g1321"/>
            <p:cNvSpPr/>
            <p:nvPr/>
          </p:nvSpPr>
          <p:spPr>
            <a:xfrm>
              <a:off x="512077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g1322"/>
            <p:cNvSpPr/>
            <p:nvPr/>
          </p:nvSpPr>
          <p:spPr>
            <a:xfrm>
              <a:off x="5132414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g1323"/>
            <p:cNvSpPr/>
            <p:nvPr/>
          </p:nvSpPr>
          <p:spPr>
            <a:xfrm>
              <a:off x="484148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g1324"/>
            <p:cNvSpPr/>
            <p:nvPr/>
          </p:nvSpPr>
          <p:spPr>
            <a:xfrm>
              <a:off x="485311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g1325"/>
            <p:cNvSpPr/>
            <p:nvPr/>
          </p:nvSpPr>
          <p:spPr>
            <a:xfrm>
              <a:off x="4864756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g1326"/>
            <p:cNvSpPr/>
            <p:nvPr/>
          </p:nvSpPr>
          <p:spPr>
            <a:xfrm>
              <a:off x="487639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g1327"/>
            <p:cNvSpPr/>
            <p:nvPr/>
          </p:nvSpPr>
          <p:spPr>
            <a:xfrm>
              <a:off x="488803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g1328"/>
            <p:cNvSpPr/>
            <p:nvPr/>
          </p:nvSpPr>
          <p:spPr>
            <a:xfrm>
              <a:off x="489966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g1329"/>
            <p:cNvSpPr/>
            <p:nvPr/>
          </p:nvSpPr>
          <p:spPr>
            <a:xfrm>
              <a:off x="491130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g1330"/>
            <p:cNvSpPr/>
            <p:nvPr/>
          </p:nvSpPr>
          <p:spPr>
            <a:xfrm>
              <a:off x="492294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g1331"/>
            <p:cNvSpPr/>
            <p:nvPr/>
          </p:nvSpPr>
          <p:spPr>
            <a:xfrm>
              <a:off x="493458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g1332"/>
            <p:cNvSpPr/>
            <p:nvPr/>
          </p:nvSpPr>
          <p:spPr>
            <a:xfrm>
              <a:off x="494621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g1333"/>
            <p:cNvSpPr/>
            <p:nvPr/>
          </p:nvSpPr>
          <p:spPr>
            <a:xfrm>
              <a:off x="4957854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g1334"/>
            <p:cNvSpPr/>
            <p:nvPr/>
          </p:nvSpPr>
          <p:spPr>
            <a:xfrm>
              <a:off x="496949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g1335"/>
            <p:cNvSpPr/>
            <p:nvPr/>
          </p:nvSpPr>
          <p:spPr>
            <a:xfrm>
              <a:off x="4981129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g1336"/>
            <p:cNvSpPr/>
            <p:nvPr/>
          </p:nvSpPr>
          <p:spPr>
            <a:xfrm>
              <a:off x="502767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g1337"/>
            <p:cNvSpPr/>
            <p:nvPr/>
          </p:nvSpPr>
          <p:spPr>
            <a:xfrm>
              <a:off x="503931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g1338"/>
            <p:cNvSpPr/>
            <p:nvPr/>
          </p:nvSpPr>
          <p:spPr>
            <a:xfrm>
              <a:off x="505095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g1339"/>
            <p:cNvSpPr/>
            <p:nvPr/>
          </p:nvSpPr>
          <p:spPr>
            <a:xfrm>
              <a:off x="506259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g1340"/>
            <p:cNvSpPr/>
            <p:nvPr/>
          </p:nvSpPr>
          <p:spPr>
            <a:xfrm>
              <a:off x="507422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g1341"/>
            <p:cNvSpPr/>
            <p:nvPr/>
          </p:nvSpPr>
          <p:spPr>
            <a:xfrm>
              <a:off x="508586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g1342"/>
            <p:cNvSpPr/>
            <p:nvPr/>
          </p:nvSpPr>
          <p:spPr>
            <a:xfrm>
              <a:off x="509750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g1343"/>
            <p:cNvSpPr/>
            <p:nvPr/>
          </p:nvSpPr>
          <p:spPr>
            <a:xfrm>
              <a:off x="5109139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g1344"/>
            <p:cNvSpPr/>
            <p:nvPr/>
          </p:nvSpPr>
          <p:spPr>
            <a:xfrm>
              <a:off x="512077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g1345"/>
            <p:cNvSpPr/>
            <p:nvPr/>
          </p:nvSpPr>
          <p:spPr>
            <a:xfrm>
              <a:off x="4829844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g1346"/>
            <p:cNvSpPr/>
            <p:nvPr/>
          </p:nvSpPr>
          <p:spPr>
            <a:xfrm>
              <a:off x="484148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g1347"/>
            <p:cNvSpPr/>
            <p:nvPr/>
          </p:nvSpPr>
          <p:spPr>
            <a:xfrm>
              <a:off x="485311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g1348"/>
            <p:cNvSpPr/>
            <p:nvPr/>
          </p:nvSpPr>
          <p:spPr>
            <a:xfrm>
              <a:off x="4864756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g1349"/>
            <p:cNvSpPr/>
            <p:nvPr/>
          </p:nvSpPr>
          <p:spPr>
            <a:xfrm>
              <a:off x="487639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g1350"/>
            <p:cNvSpPr/>
            <p:nvPr/>
          </p:nvSpPr>
          <p:spPr>
            <a:xfrm>
              <a:off x="488803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g1351"/>
            <p:cNvSpPr/>
            <p:nvPr/>
          </p:nvSpPr>
          <p:spPr>
            <a:xfrm>
              <a:off x="489966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g1352"/>
            <p:cNvSpPr/>
            <p:nvPr/>
          </p:nvSpPr>
          <p:spPr>
            <a:xfrm>
              <a:off x="491130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g1353"/>
            <p:cNvSpPr/>
            <p:nvPr/>
          </p:nvSpPr>
          <p:spPr>
            <a:xfrm>
              <a:off x="492294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g1354"/>
            <p:cNvSpPr/>
            <p:nvPr/>
          </p:nvSpPr>
          <p:spPr>
            <a:xfrm>
              <a:off x="493458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g1355"/>
            <p:cNvSpPr/>
            <p:nvPr/>
          </p:nvSpPr>
          <p:spPr>
            <a:xfrm>
              <a:off x="494621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g1356"/>
            <p:cNvSpPr/>
            <p:nvPr/>
          </p:nvSpPr>
          <p:spPr>
            <a:xfrm>
              <a:off x="4957854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g1357"/>
            <p:cNvSpPr/>
            <p:nvPr/>
          </p:nvSpPr>
          <p:spPr>
            <a:xfrm>
              <a:off x="496949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g1358"/>
            <p:cNvSpPr/>
            <p:nvPr/>
          </p:nvSpPr>
          <p:spPr>
            <a:xfrm>
              <a:off x="498112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g1359"/>
            <p:cNvSpPr/>
            <p:nvPr/>
          </p:nvSpPr>
          <p:spPr>
            <a:xfrm>
              <a:off x="4992766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g1360"/>
            <p:cNvSpPr/>
            <p:nvPr/>
          </p:nvSpPr>
          <p:spPr>
            <a:xfrm>
              <a:off x="503931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g1361"/>
            <p:cNvSpPr/>
            <p:nvPr/>
          </p:nvSpPr>
          <p:spPr>
            <a:xfrm>
              <a:off x="505095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g1362"/>
            <p:cNvSpPr/>
            <p:nvPr/>
          </p:nvSpPr>
          <p:spPr>
            <a:xfrm>
              <a:off x="506259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g1363"/>
            <p:cNvSpPr/>
            <p:nvPr/>
          </p:nvSpPr>
          <p:spPr>
            <a:xfrm>
              <a:off x="507422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g1364"/>
            <p:cNvSpPr/>
            <p:nvPr/>
          </p:nvSpPr>
          <p:spPr>
            <a:xfrm>
              <a:off x="508586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g1365"/>
            <p:cNvSpPr/>
            <p:nvPr/>
          </p:nvSpPr>
          <p:spPr>
            <a:xfrm>
              <a:off x="509750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g1366"/>
            <p:cNvSpPr/>
            <p:nvPr/>
          </p:nvSpPr>
          <p:spPr>
            <a:xfrm>
              <a:off x="510913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g1367"/>
            <p:cNvSpPr/>
            <p:nvPr/>
          </p:nvSpPr>
          <p:spPr>
            <a:xfrm>
              <a:off x="4829844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g1368"/>
            <p:cNvSpPr/>
            <p:nvPr/>
          </p:nvSpPr>
          <p:spPr>
            <a:xfrm>
              <a:off x="484148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g1369"/>
            <p:cNvSpPr/>
            <p:nvPr/>
          </p:nvSpPr>
          <p:spPr>
            <a:xfrm>
              <a:off x="485311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g1370"/>
            <p:cNvSpPr/>
            <p:nvPr/>
          </p:nvSpPr>
          <p:spPr>
            <a:xfrm>
              <a:off x="4864756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g1371"/>
            <p:cNvSpPr/>
            <p:nvPr/>
          </p:nvSpPr>
          <p:spPr>
            <a:xfrm>
              <a:off x="487639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g1372"/>
            <p:cNvSpPr/>
            <p:nvPr/>
          </p:nvSpPr>
          <p:spPr>
            <a:xfrm>
              <a:off x="488803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g1373"/>
            <p:cNvSpPr/>
            <p:nvPr/>
          </p:nvSpPr>
          <p:spPr>
            <a:xfrm>
              <a:off x="489966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g1374"/>
            <p:cNvSpPr/>
            <p:nvPr/>
          </p:nvSpPr>
          <p:spPr>
            <a:xfrm>
              <a:off x="491130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g1375"/>
            <p:cNvSpPr/>
            <p:nvPr/>
          </p:nvSpPr>
          <p:spPr>
            <a:xfrm>
              <a:off x="492294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g1376"/>
            <p:cNvSpPr/>
            <p:nvPr/>
          </p:nvSpPr>
          <p:spPr>
            <a:xfrm>
              <a:off x="493458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g1377"/>
            <p:cNvSpPr/>
            <p:nvPr/>
          </p:nvSpPr>
          <p:spPr>
            <a:xfrm>
              <a:off x="494621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g1378"/>
            <p:cNvSpPr/>
            <p:nvPr/>
          </p:nvSpPr>
          <p:spPr>
            <a:xfrm>
              <a:off x="4957854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g1379"/>
            <p:cNvSpPr/>
            <p:nvPr/>
          </p:nvSpPr>
          <p:spPr>
            <a:xfrm>
              <a:off x="496949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g1380"/>
            <p:cNvSpPr/>
            <p:nvPr/>
          </p:nvSpPr>
          <p:spPr>
            <a:xfrm>
              <a:off x="498112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g1381"/>
            <p:cNvSpPr/>
            <p:nvPr/>
          </p:nvSpPr>
          <p:spPr>
            <a:xfrm>
              <a:off x="4992766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g1382"/>
            <p:cNvSpPr/>
            <p:nvPr/>
          </p:nvSpPr>
          <p:spPr>
            <a:xfrm>
              <a:off x="503931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g1383"/>
            <p:cNvSpPr/>
            <p:nvPr/>
          </p:nvSpPr>
          <p:spPr>
            <a:xfrm>
              <a:off x="505095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g1384"/>
            <p:cNvSpPr/>
            <p:nvPr/>
          </p:nvSpPr>
          <p:spPr>
            <a:xfrm>
              <a:off x="506259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g1385"/>
            <p:cNvSpPr/>
            <p:nvPr/>
          </p:nvSpPr>
          <p:spPr>
            <a:xfrm>
              <a:off x="507422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g1386"/>
            <p:cNvSpPr/>
            <p:nvPr/>
          </p:nvSpPr>
          <p:spPr>
            <a:xfrm>
              <a:off x="508586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g1387"/>
            <p:cNvSpPr/>
            <p:nvPr/>
          </p:nvSpPr>
          <p:spPr>
            <a:xfrm>
              <a:off x="509750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g1388"/>
            <p:cNvSpPr/>
            <p:nvPr/>
          </p:nvSpPr>
          <p:spPr>
            <a:xfrm>
              <a:off x="481820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g1389"/>
            <p:cNvSpPr/>
            <p:nvPr/>
          </p:nvSpPr>
          <p:spPr>
            <a:xfrm>
              <a:off x="4829844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g1390"/>
            <p:cNvSpPr/>
            <p:nvPr/>
          </p:nvSpPr>
          <p:spPr>
            <a:xfrm>
              <a:off x="484148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g1391"/>
            <p:cNvSpPr/>
            <p:nvPr/>
          </p:nvSpPr>
          <p:spPr>
            <a:xfrm>
              <a:off x="485311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g1392"/>
            <p:cNvSpPr/>
            <p:nvPr/>
          </p:nvSpPr>
          <p:spPr>
            <a:xfrm>
              <a:off x="486475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g1393"/>
            <p:cNvSpPr/>
            <p:nvPr/>
          </p:nvSpPr>
          <p:spPr>
            <a:xfrm>
              <a:off x="487639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g1394"/>
            <p:cNvSpPr/>
            <p:nvPr/>
          </p:nvSpPr>
          <p:spPr>
            <a:xfrm>
              <a:off x="488803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g1395"/>
            <p:cNvSpPr/>
            <p:nvPr/>
          </p:nvSpPr>
          <p:spPr>
            <a:xfrm>
              <a:off x="489966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g1396"/>
            <p:cNvSpPr/>
            <p:nvPr/>
          </p:nvSpPr>
          <p:spPr>
            <a:xfrm>
              <a:off x="491130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g1397"/>
            <p:cNvSpPr/>
            <p:nvPr/>
          </p:nvSpPr>
          <p:spPr>
            <a:xfrm>
              <a:off x="492294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g1398"/>
            <p:cNvSpPr/>
            <p:nvPr/>
          </p:nvSpPr>
          <p:spPr>
            <a:xfrm>
              <a:off x="493458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g1399"/>
            <p:cNvSpPr/>
            <p:nvPr/>
          </p:nvSpPr>
          <p:spPr>
            <a:xfrm>
              <a:off x="494621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g1400"/>
            <p:cNvSpPr/>
            <p:nvPr/>
          </p:nvSpPr>
          <p:spPr>
            <a:xfrm>
              <a:off x="4957854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g1401"/>
            <p:cNvSpPr/>
            <p:nvPr/>
          </p:nvSpPr>
          <p:spPr>
            <a:xfrm>
              <a:off x="496949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g1402"/>
            <p:cNvSpPr/>
            <p:nvPr/>
          </p:nvSpPr>
          <p:spPr>
            <a:xfrm>
              <a:off x="498112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g1403"/>
            <p:cNvSpPr/>
            <p:nvPr/>
          </p:nvSpPr>
          <p:spPr>
            <a:xfrm>
              <a:off x="499276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g1404"/>
            <p:cNvSpPr/>
            <p:nvPr/>
          </p:nvSpPr>
          <p:spPr>
            <a:xfrm>
              <a:off x="500440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g1405"/>
            <p:cNvSpPr/>
            <p:nvPr/>
          </p:nvSpPr>
          <p:spPr>
            <a:xfrm>
              <a:off x="503931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g1406"/>
            <p:cNvSpPr/>
            <p:nvPr/>
          </p:nvSpPr>
          <p:spPr>
            <a:xfrm>
              <a:off x="505095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g1407"/>
            <p:cNvSpPr/>
            <p:nvPr/>
          </p:nvSpPr>
          <p:spPr>
            <a:xfrm>
              <a:off x="506259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g1408"/>
            <p:cNvSpPr/>
            <p:nvPr/>
          </p:nvSpPr>
          <p:spPr>
            <a:xfrm>
              <a:off x="507422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g1409"/>
            <p:cNvSpPr/>
            <p:nvPr/>
          </p:nvSpPr>
          <p:spPr>
            <a:xfrm>
              <a:off x="508586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g1410"/>
            <p:cNvSpPr/>
            <p:nvPr/>
          </p:nvSpPr>
          <p:spPr>
            <a:xfrm>
              <a:off x="509750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g1411"/>
            <p:cNvSpPr/>
            <p:nvPr/>
          </p:nvSpPr>
          <p:spPr>
            <a:xfrm>
              <a:off x="481820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g1412"/>
            <p:cNvSpPr/>
            <p:nvPr/>
          </p:nvSpPr>
          <p:spPr>
            <a:xfrm>
              <a:off x="4829844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g1413"/>
            <p:cNvSpPr/>
            <p:nvPr/>
          </p:nvSpPr>
          <p:spPr>
            <a:xfrm>
              <a:off x="484148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g1414"/>
            <p:cNvSpPr/>
            <p:nvPr/>
          </p:nvSpPr>
          <p:spPr>
            <a:xfrm>
              <a:off x="485311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g1415"/>
            <p:cNvSpPr/>
            <p:nvPr/>
          </p:nvSpPr>
          <p:spPr>
            <a:xfrm>
              <a:off x="486475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g1416"/>
            <p:cNvSpPr/>
            <p:nvPr/>
          </p:nvSpPr>
          <p:spPr>
            <a:xfrm>
              <a:off x="487639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g1417"/>
            <p:cNvSpPr/>
            <p:nvPr/>
          </p:nvSpPr>
          <p:spPr>
            <a:xfrm>
              <a:off x="488803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g1418"/>
            <p:cNvSpPr/>
            <p:nvPr/>
          </p:nvSpPr>
          <p:spPr>
            <a:xfrm>
              <a:off x="489966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g1419"/>
            <p:cNvSpPr/>
            <p:nvPr/>
          </p:nvSpPr>
          <p:spPr>
            <a:xfrm>
              <a:off x="491130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g1420"/>
            <p:cNvSpPr/>
            <p:nvPr/>
          </p:nvSpPr>
          <p:spPr>
            <a:xfrm>
              <a:off x="492294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g1421"/>
            <p:cNvSpPr/>
            <p:nvPr/>
          </p:nvSpPr>
          <p:spPr>
            <a:xfrm>
              <a:off x="493458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g1422"/>
            <p:cNvSpPr/>
            <p:nvPr/>
          </p:nvSpPr>
          <p:spPr>
            <a:xfrm>
              <a:off x="494621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g1423"/>
            <p:cNvSpPr/>
            <p:nvPr/>
          </p:nvSpPr>
          <p:spPr>
            <a:xfrm>
              <a:off x="4957854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g1424"/>
            <p:cNvSpPr/>
            <p:nvPr/>
          </p:nvSpPr>
          <p:spPr>
            <a:xfrm>
              <a:off x="496949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g1425"/>
            <p:cNvSpPr/>
            <p:nvPr/>
          </p:nvSpPr>
          <p:spPr>
            <a:xfrm>
              <a:off x="498112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g1426"/>
            <p:cNvSpPr/>
            <p:nvPr/>
          </p:nvSpPr>
          <p:spPr>
            <a:xfrm>
              <a:off x="499276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g1427"/>
            <p:cNvSpPr/>
            <p:nvPr/>
          </p:nvSpPr>
          <p:spPr>
            <a:xfrm>
              <a:off x="500440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g1428"/>
            <p:cNvSpPr/>
            <p:nvPr/>
          </p:nvSpPr>
          <p:spPr>
            <a:xfrm>
              <a:off x="501604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g1429"/>
            <p:cNvSpPr/>
            <p:nvPr/>
          </p:nvSpPr>
          <p:spPr>
            <a:xfrm>
              <a:off x="505095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g1430"/>
            <p:cNvSpPr/>
            <p:nvPr/>
          </p:nvSpPr>
          <p:spPr>
            <a:xfrm>
              <a:off x="506259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g1431"/>
            <p:cNvSpPr/>
            <p:nvPr/>
          </p:nvSpPr>
          <p:spPr>
            <a:xfrm>
              <a:off x="507422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g1432"/>
            <p:cNvSpPr/>
            <p:nvPr/>
          </p:nvSpPr>
          <p:spPr>
            <a:xfrm>
              <a:off x="508586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g1433"/>
            <p:cNvSpPr/>
            <p:nvPr/>
          </p:nvSpPr>
          <p:spPr>
            <a:xfrm>
              <a:off x="509750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g1434"/>
            <p:cNvSpPr/>
            <p:nvPr/>
          </p:nvSpPr>
          <p:spPr>
            <a:xfrm>
              <a:off x="481820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g1435"/>
            <p:cNvSpPr/>
            <p:nvPr/>
          </p:nvSpPr>
          <p:spPr>
            <a:xfrm>
              <a:off x="4829844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g1436"/>
            <p:cNvSpPr/>
            <p:nvPr/>
          </p:nvSpPr>
          <p:spPr>
            <a:xfrm>
              <a:off x="484148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g1437"/>
            <p:cNvSpPr/>
            <p:nvPr/>
          </p:nvSpPr>
          <p:spPr>
            <a:xfrm>
              <a:off x="485311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g1438"/>
            <p:cNvSpPr/>
            <p:nvPr/>
          </p:nvSpPr>
          <p:spPr>
            <a:xfrm>
              <a:off x="486475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g1439"/>
            <p:cNvSpPr/>
            <p:nvPr/>
          </p:nvSpPr>
          <p:spPr>
            <a:xfrm>
              <a:off x="487639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g1440"/>
            <p:cNvSpPr/>
            <p:nvPr/>
          </p:nvSpPr>
          <p:spPr>
            <a:xfrm>
              <a:off x="488803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g1441"/>
            <p:cNvSpPr/>
            <p:nvPr/>
          </p:nvSpPr>
          <p:spPr>
            <a:xfrm>
              <a:off x="489966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g1442"/>
            <p:cNvSpPr/>
            <p:nvPr/>
          </p:nvSpPr>
          <p:spPr>
            <a:xfrm>
              <a:off x="491130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g1443"/>
            <p:cNvSpPr/>
            <p:nvPr/>
          </p:nvSpPr>
          <p:spPr>
            <a:xfrm>
              <a:off x="492294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g1444"/>
            <p:cNvSpPr/>
            <p:nvPr/>
          </p:nvSpPr>
          <p:spPr>
            <a:xfrm>
              <a:off x="493458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g1445"/>
            <p:cNvSpPr/>
            <p:nvPr/>
          </p:nvSpPr>
          <p:spPr>
            <a:xfrm>
              <a:off x="494621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g1446"/>
            <p:cNvSpPr/>
            <p:nvPr/>
          </p:nvSpPr>
          <p:spPr>
            <a:xfrm>
              <a:off x="4957854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g1447"/>
            <p:cNvSpPr/>
            <p:nvPr/>
          </p:nvSpPr>
          <p:spPr>
            <a:xfrm>
              <a:off x="496949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g1448"/>
            <p:cNvSpPr/>
            <p:nvPr/>
          </p:nvSpPr>
          <p:spPr>
            <a:xfrm>
              <a:off x="498112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g1449"/>
            <p:cNvSpPr/>
            <p:nvPr/>
          </p:nvSpPr>
          <p:spPr>
            <a:xfrm>
              <a:off x="499276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g1450"/>
            <p:cNvSpPr/>
            <p:nvPr/>
          </p:nvSpPr>
          <p:spPr>
            <a:xfrm>
              <a:off x="500440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g1451"/>
            <p:cNvSpPr/>
            <p:nvPr/>
          </p:nvSpPr>
          <p:spPr>
            <a:xfrm>
              <a:off x="501604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g1452"/>
            <p:cNvSpPr/>
            <p:nvPr/>
          </p:nvSpPr>
          <p:spPr>
            <a:xfrm>
              <a:off x="503931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g1453"/>
            <p:cNvSpPr/>
            <p:nvPr/>
          </p:nvSpPr>
          <p:spPr>
            <a:xfrm>
              <a:off x="505095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g1454"/>
            <p:cNvSpPr/>
            <p:nvPr/>
          </p:nvSpPr>
          <p:spPr>
            <a:xfrm>
              <a:off x="506259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g1455"/>
            <p:cNvSpPr/>
            <p:nvPr/>
          </p:nvSpPr>
          <p:spPr>
            <a:xfrm>
              <a:off x="507422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g1456"/>
            <p:cNvSpPr/>
            <p:nvPr/>
          </p:nvSpPr>
          <p:spPr>
            <a:xfrm>
              <a:off x="508586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g1457"/>
            <p:cNvSpPr/>
            <p:nvPr/>
          </p:nvSpPr>
          <p:spPr>
            <a:xfrm>
              <a:off x="509750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g1458"/>
            <p:cNvSpPr/>
            <p:nvPr/>
          </p:nvSpPr>
          <p:spPr>
            <a:xfrm>
              <a:off x="4829844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g1459"/>
            <p:cNvSpPr/>
            <p:nvPr/>
          </p:nvSpPr>
          <p:spPr>
            <a:xfrm>
              <a:off x="484148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g1460"/>
            <p:cNvSpPr/>
            <p:nvPr/>
          </p:nvSpPr>
          <p:spPr>
            <a:xfrm>
              <a:off x="485311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g1461"/>
            <p:cNvSpPr/>
            <p:nvPr/>
          </p:nvSpPr>
          <p:spPr>
            <a:xfrm>
              <a:off x="486475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g1462"/>
            <p:cNvSpPr/>
            <p:nvPr/>
          </p:nvSpPr>
          <p:spPr>
            <a:xfrm>
              <a:off x="487639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g1463"/>
            <p:cNvSpPr/>
            <p:nvPr/>
          </p:nvSpPr>
          <p:spPr>
            <a:xfrm>
              <a:off x="488803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g1464"/>
            <p:cNvSpPr/>
            <p:nvPr/>
          </p:nvSpPr>
          <p:spPr>
            <a:xfrm>
              <a:off x="489966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g1465"/>
            <p:cNvSpPr/>
            <p:nvPr/>
          </p:nvSpPr>
          <p:spPr>
            <a:xfrm>
              <a:off x="491130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g1466"/>
            <p:cNvSpPr/>
            <p:nvPr/>
          </p:nvSpPr>
          <p:spPr>
            <a:xfrm>
              <a:off x="492294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g1467"/>
            <p:cNvSpPr/>
            <p:nvPr/>
          </p:nvSpPr>
          <p:spPr>
            <a:xfrm>
              <a:off x="493458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g1468"/>
            <p:cNvSpPr/>
            <p:nvPr/>
          </p:nvSpPr>
          <p:spPr>
            <a:xfrm>
              <a:off x="494621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g1469"/>
            <p:cNvSpPr/>
            <p:nvPr/>
          </p:nvSpPr>
          <p:spPr>
            <a:xfrm>
              <a:off x="4957854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g1470"/>
            <p:cNvSpPr/>
            <p:nvPr/>
          </p:nvSpPr>
          <p:spPr>
            <a:xfrm>
              <a:off x="496949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g1471"/>
            <p:cNvSpPr/>
            <p:nvPr/>
          </p:nvSpPr>
          <p:spPr>
            <a:xfrm>
              <a:off x="498112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g1472"/>
            <p:cNvSpPr/>
            <p:nvPr/>
          </p:nvSpPr>
          <p:spPr>
            <a:xfrm>
              <a:off x="499276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g1473"/>
            <p:cNvSpPr/>
            <p:nvPr/>
          </p:nvSpPr>
          <p:spPr>
            <a:xfrm>
              <a:off x="500440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g1474"/>
            <p:cNvSpPr/>
            <p:nvPr/>
          </p:nvSpPr>
          <p:spPr>
            <a:xfrm>
              <a:off x="501604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g1475"/>
            <p:cNvSpPr/>
            <p:nvPr/>
          </p:nvSpPr>
          <p:spPr>
            <a:xfrm>
              <a:off x="502767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g1476"/>
            <p:cNvSpPr/>
            <p:nvPr/>
          </p:nvSpPr>
          <p:spPr>
            <a:xfrm>
              <a:off x="503931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g1477"/>
            <p:cNvSpPr/>
            <p:nvPr/>
          </p:nvSpPr>
          <p:spPr>
            <a:xfrm>
              <a:off x="505095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g1478"/>
            <p:cNvSpPr/>
            <p:nvPr/>
          </p:nvSpPr>
          <p:spPr>
            <a:xfrm>
              <a:off x="506259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g1479"/>
            <p:cNvSpPr/>
            <p:nvPr/>
          </p:nvSpPr>
          <p:spPr>
            <a:xfrm>
              <a:off x="507422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g1480"/>
            <p:cNvSpPr/>
            <p:nvPr/>
          </p:nvSpPr>
          <p:spPr>
            <a:xfrm>
              <a:off x="508586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g1481"/>
            <p:cNvSpPr/>
            <p:nvPr/>
          </p:nvSpPr>
          <p:spPr>
            <a:xfrm>
              <a:off x="509750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g1482"/>
            <p:cNvSpPr/>
            <p:nvPr/>
          </p:nvSpPr>
          <p:spPr>
            <a:xfrm>
              <a:off x="484148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g1483"/>
            <p:cNvSpPr/>
            <p:nvPr/>
          </p:nvSpPr>
          <p:spPr>
            <a:xfrm>
              <a:off x="485311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g1484"/>
            <p:cNvSpPr/>
            <p:nvPr/>
          </p:nvSpPr>
          <p:spPr>
            <a:xfrm>
              <a:off x="486475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g1485"/>
            <p:cNvSpPr/>
            <p:nvPr/>
          </p:nvSpPr>
          <p:spPr>
            <a:xfrm>
              <a:off x="487639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g1486"/>
            <p:cNvSpPr/>
            <p:nvPr/>
          </p:nvSpPr>
          <p:spPr>
            <a:xfrm>
              <a:off x="488803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g1487"/>
            <p:cNvSpPr/>
            <p:nvPr/>
          </p:nvSpPr>
          <p:spPr>
            <a:xfrm>
              <a:off x="489966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g1488"/>
            <p:cNvSpPr/>
            <p:nvPr/>
          </p:nvSpPr>
          <p:spPr>
            <a:xfrm>
              <a:off x="491130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g1489"/>
            <p:cNvSpPr/>
            <p:nvPr/>
          </p:nvSpPr>
          <p:spPr>
            <a:xfrm>
              <a:off x="4922942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g1490"/>
            <p:cNvSpPr/>
            <p:nvPr/>
          </p:nvSpPr>
          <p:spPr>
            <a:xfrm>
              <a:off x="493458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g1491"/>
            <p:cNvSpPr/>
            <p:nvPr/>
          </p:nvSpPr>
          <p:spPr>
            <a:xfrm>
              <a:off x="494621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g1492"/>
            <p:cNvSpPr/>
            <p:nvPr/>
          </p:nvSpPr>
          <p:spPr>
            <a:xfrm>
              <a:off x="4957854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g1493"/>
            <p:cNvSpPr/>
            <p:nvPr/>
          </p:nvSpPr>
          <p:spPr>
            <a:xfrm>
              <a:off x="4969492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g1494"/>
            <p:cNvSpPr/>
            <p:nvPr/>
          </p:nvSpPr>
          <p:spPr>
            <a:xfrm>
              <a:off x="498112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g1495"/>
            <p:cNvSpPr/>
            <p:nvPr/>
          </p:nvSpPr>
          <p:spPr>
            <a:xfrm>
              <a:off x="499276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g1496"/>
            <p:cNvSpPr/>
            <p:nvPr/>
          </p:nvSpPr>
          <p:spPr>
            <a:xfrm>
              <a:off x="500440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g1497"/>
            <p:cNvSpPr/>
            <p:nvPr/>
          </p:nvSpPr>
          <p:spPr>
            <a:xfrm>
              <a:off x="501604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g1498"/>
            <p:cNvSpPr/>
            <p:nvPr/>
          </p:nvSpPr>
          <p:spPr>
            <a:xfrm>
              <a:off x="502767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g1499"/>
            <p:cNvSpPr/>
            <p:nvPr/>
          </p:nvSpPr>
          <p:spPr>
            <a:xfrm>
              <a:off x="503931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g1500"/>
            <p:cNvSpPr/>
            <p:nvPr/>
          </p:nvSpPr>
          <p:spPr>
            <a:xfrm>
              <a:off x="505095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g1501"/>
            <p:cNvSpPr/>
            <p:nvPr/>
          </p:nvSpPr>
          <p:spPr>
            <a:xfrm>
              <a:off x="506259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g1502"/>
            <p:cNvSpPr/>
            <p:nvPr/>
          </p:nvSpPr>
          <p:spPr>
            <a:xfrm>
              <a:off x="507422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g1503"/>
            <p:cNvSpPr/>
            <p:nvPr/>
          </p:nvSpPr>
          <p:spPr>
            <a:xfrm>
              <a:off x="508586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g1504"/>
            <p:cNvSpPr/>
            <p:nvPr/>
          </p:nvSpPr>
          <p:spPr>
            <a:xfrm>
              <a:off x="484148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g1505"/>
            <p:cNvSpPr/>
            <p:nvPr/>
          </p:nvSpPr>
          <p:spPr>
            <a:xfrm>
              <a:off x="485311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g1506"/>
            <p:cNvSpPr/>
            <p:nvPr/>
          </p:nvSpPr>
          <p:spPr>
            <a:xfrm>
              <a:off x="486475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g1507"/>
            <p:cNvSpPr/>
            <p:nvPr/>
          </p:nvSpPr>
          <p:spPr>
            <a:xfrm>
              <a:off x="487639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g1508"/>
            <p:cNvSpPr/>
            <p:nvPr/>
          </p:nvSpPr>
          <p:spPr>
            <a:xfrm>
              <a:off x="488803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g1509"/>
            <p:cNvSpPr/>
            <p:nvPr/>
          </p:nvSpPr>
          <p:spPr>
            <a:xfrm>
              <a:off x="489966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g1510"/>
            <p:cNvSpPr/>
            <p:nvPr/>
          </p:nvSpPr>
          <p:spPr>
            <a:xfrm>
              <a:off x="491130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BE4CB">
                <a:alpha val="100000"/>
              </a:srgbClr>
            </a:solidFill>
            <a:ln w="5420" cap="flat">
              <a:solidFill>
                <a:srgbClr val="AB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g1511"/>
            <p:cNvSpPr/>
            <p:nvPr/>
          </p:nvSpPr>
          <p:spPr>
            <a:xfrm>
              <a:off x="4922942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g1512"/>
            <p:cNvSpPr/>
            <p:nvPr/>
          </p:nvSpPr>
          <p:spPr>
            <a:xfrm>
              <a:off x="493458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g1513"/>
            <p:cNvSpPr/>
            <p:nvPr/>
          </p:nvSpPr>
          <p:spPr>
            <a:xfrm>
              <a:off x="494621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g1514"/>
            <p:cNvSpPr/>
            <p:nvPr/>
          </p:nvSpPr>
          <p:spPr>
            <a:xfrm>
              <a:off x="4957854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g1515"/>
            <p:cNvSpPr/>
            <p:nvPr/>
          </p:nvSpPr>
          <p:spPr>
            <a:xfrm>
              <a:off x="4969492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g1516"/>
            <p:cNvSpPr/>
            <p:nvPr/>
          </p:nvSpPr>
          <p:spPr>
            <a:xfrm>
              <a:off x="498112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g1517"/>
            <p:cNvSpPr/>
            <p:nvPr/>
          </p:nvSpPr>
          <p:spPr>
            <a:xfrm>
              <a:off x="499276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g1518"/>
            <p:cNvSpPr/>
            <p:nvPr/>
          </p:nvSpPr>
          <p:spPr>
            <a:xfrm>
              <a:off x="500440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g1519"/>
            <p:cNvSpPr/>
            <p:nvPr/>
          </p:nvSpPr>
          <p:spPr>
            <a:xfrm>
              <a:off x="501604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g1520"/>
            <p:cNvSpPr/>
            <p:nvPr/>
          </p:nvSpPr>
          <p:spPr>
            <a:xfrm>
              <a:off x="502767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g1521"/>
            <p:cNvSpPr/>
            <p:nvPr/>
          </p:nvSpPr>
          <p:spPr>
            <a:xfrm>
              <a:off x="503931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g1522"/>
            <p:cNvSpPr/>
            <p:nvPr/>
          </p:nvSpPr>
          <p:spPr>
            <a:xfrm>
              <a:off x="505095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g1523"/>
            <p:cNvSpPr/>
            <p:nvPr/>
          </p:nvSpPr>
          <p:spPr>
            <a:xfrm>
              <a:off x="506259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g1524"/>
            <p:cNvSpPr/>
            <p:nvPr/>
          </p:nvSpPr>
          <p:spPr>
            <a:xfrm>
              <a:off x="507422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g1525"/>
            <p:cNvSpPr/>
            <p:nvPr/>
          </p:nvSpPr>
          <p:spPr>
            <a:xfrm>
              <a:off x="4864756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g1526"/>
            <p:cNvSpPr/>
            <p:nvPr/>
          </p:nvSpPr>
          <p:spPr>
            <a:xfrm>
              <a:off x="487639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g1527"/>
            <p:cNvSpPr/>
            <p:nvPr/>
          </p:nvSpPr>
          <p:spPr>
            <a:xfrm>
              <a:off x="488803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g1528"/>
            <p:cNvSpPr/>
            <p:nvPr/>
          </p:nvSpPr>
          <p:spPr>
            <a:xfrm>
              <a:off x="489966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g1529"/>
            <p:cNvSpPr/>
            <p:nvPr/>
          </p:nvSpPr>
          <p:spPr>
            <a:xfrm>
              <a:off x="491130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g1530"/>
            <p:cNvSpPr/>
            <p:nvPr/>
          </p:nvSpPr>
          <p:spPr>
            <a:xfrm>
              <a:off x="4922942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g1531"/>
            <p:cNvSpPr/>
            <p:nvPr/>
          </p:nvSpPr>
          <p:spPr>
            <a:xfrm>
              <a:off x="493458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g1532"/>
            <p:cNvSpPr/>
            <p:nvPr/>
          </p:nvSpPr>
          <p:spPr>
            <a:xfrm>
              <a:off x="494621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g1533"/>
            <p:cNvSpPr/>
            <p:nvPr/>
          </p:nvSpPr>
          <p:spPr>
            <a:xfrm>
              <a:off x="4957854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g1534"/>
            <p:cNvSpPr/>
            <p:nvPr/>
          </p:nvSpPr>
          <p:spPr>
            <a:xfrm>
              <a:off x="4969492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g1535"/>
            <p:cNvSpPr/>
            <p:nvPr/>
          </p:nvSpPr>
          <p:spPr>
            <a:xfrm>
              <a:off x="498112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g1536"/>
            <p:cNvSpPr/>
            <p:nvPr/>
          </p:nvSpPr>
          <p:spPr>
            <a:xfrm>
              <a:off x="4992766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g1537"/>
            <p:cNvSpPr/>
            <p:nvPr/>
          </p:nvSpPr>
          <p:spPr>
            <a:xfrm>
              <a:off x="500440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g1538"/>
            <p:cNvSpPr/>
            <p:nvPr/>
          </p:nvSpPr>
          <p:spPr>
            <a:xfrm>
              <a:off x="501604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g1539"/>
            <p:cNvSpPr/>
            <p:nvPr/>
          </p:nvSpPr>
          <p:spPr>
            <a:xfrm>
              <a:off x="502767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g1540"/>
            <p:cNvSpPr/>
            <p:nvPr/>
          </p:nvSpPr>
          <p:spPr>
            <a:xfrm>
              <a:off x="503931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g1541"/>
            <p:cNvSpPr/>
            <p:nvPr/>
          </p:nvSpPr>
          <p:spPr>
            <a:xfrm>
              <a:off x="505095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g1542"/>
            <p:cNvSpPr/>
            <p:nvPr/>
          </p:nvSpPr>
          <p:spPr>
            <a:xfrm>
              <a:off x="506259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g1543"/>
            <p:cNvSpPr/>
            <p:nvPr/>
          </p:nvSpPr>
          <p:spPr>
            <a:xfrm>
              <a:off x="487639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g1544"/>
            <p:cNvSpPr/>
            <p:nvPr/>
          </p:nvSpPr>
          <p:spPr>
            <a:xfrm>
              <a:off x="4888030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g1545"/>
            <p:cNvSpPr/>
            <p:nvPr/>
          </p:nvSpPr>
          <p:spPr>
            <a:xfrm>
              <a:off x="489966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g1546"/>
            <p:cNvSpPr/>
            <p:nvPr/>
          </p:nvSpPr>
          <p:spPr>
            <a:xfrm>
              <a:off x="491130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g1547"/>
            <p:cNvSpPr/>
            <p:nvPr/>
          </p:nvSpPr>
          <p:spPr>
            <a:xfrm>
              <a:off x="4922942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g1548"/>
            <p:cNvSpPr/>
            <p:nvPr/>
          </p:nvSpPr>
          <p:spPr>
            <a:xfrm>
              <a:off x="4934580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g1549"/>
            <p:cNvSpPr/>
            <p:nvPr/>
          </p:nvSpPr>
          <p:spPr>
            <a:xfrm>
              <a:off x="494621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g1550"/>
            <p:cNvSpPr/>
            <p:nvPr/>
          </p:nvSpPr>
          <p:spPr>
            <a:xfrm>
              <a:off x="4957854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g1551"/>
            <p:cNvSpPr/>
            <p:nvPr/>
          </p:nvSpPr>
          <p:spPr>
            <a:xfrm>
              <a:off x="4969492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g1552"/>
            <p:cNvSpPr/>
            <p:nvPr/>
          </p:nvSpPr>
          <p:spPr>
            <a:xfrm>
              <a:off x="498112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g1553"/>
            <p:cNvSpPr/>
            <p:nvPr/>
          </p:nvSpPr>
          <p:spPr>
            <a:xfrm>
              <a:off x="4992766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g1554"/>
            <p:cNvSpPr/>
            <p:nvPr/>
          </p:nvSpPr>
          <p:spPr>
            <a:xfrm>
              <a:off x="500440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g1555"/>
            <p:cNvSpPr/>
            <p:nvPr/>
          </p:nvSpPr>
          <p:spPr>
            <a:xfrm>
              <a:off x="501604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g1556"/>
            <p:cNvSpPr/>
            <p:nvPr/>
          </p:nvSpPr>
          <p:spPr>
            <a:xfrm>
              <a:off x="502767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g1557"/>
            <p:cNvSpPr/>
            <p:nvPr/>
          </p:nvSpPr>
          <p:spPr>
            <a:xfrm>
              <a:off x="503931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g1558"/>
            <p:cNvSpPr/>
            <p:nvPr/>
          </p:nvSpPr>
          <p:spPr>
            <a:xfrm>
              <a:off x="505095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g1559"/>
            <p:cNvSpPr/>
            <p:nvPr/>
          </p:nvSpPr>
          <p:spPr>
            <a:xfrm>
              <a:off x="4888030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g1560"/>
            <p:cNvSpPr/>
            <p:nvPr/>
          </p:nvSpPr>
          <p:spPr>
            <a:xfrm>
              <a:off x="4899668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g1561"/>
            <p:cNvSpPr/>
            <p:nvPr/>
          </p:nvSpPr>
          <p:spPr>
            <a:xfrm>
              <a:off x="491130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g1562"/>
            <p:cNvSpPr/>
            <p:nvPr/>
          </p:nvSpPr>
          <p:spPr>
            <a:xfrm>
              <a:off x="4922942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g1563"/>
            <p:cNvSpPr/>
            <p:nvPr/>
          </p:nvSpPr>
          <p:spPr>
            <a:xfrm>
              <a:off x="4934580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g1564"/>
            <p:cNvSpPr/>
            <p:nvPr/>
          </p:nvSpPr>
          <p:spPr>
            <a:xfrm>
              <a:off x="494621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g1565"/>
            <p:cNvSpPr/>
            <p:nvPr/>
          </p:nvSpPr>
          <p:spPr>
            <a:xfrm>
              <a:off x="4957854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g1566"/>
            <p:cNvSpPr/>
            <p:nvPr/>
          </p:nvSpPr>
          <p:spPr>
            <a:xfrm>
              <a:off x="4969492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g1567"/>
            <p:cNvSpPr/>
            <p:nvPr/>
          </p:nvSpPr>
          <p:spPr>
            <a:xfrm>
              <a:off x="498112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g1568"/>
            <p:cNvSpPr/>
            <p:nvPr/>
          </p:nvSpPr>
          <p:spPr>
            <a:xfrm>
              <a:off x="4992766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g1569"/>
            <p:cNvSpPr/>
            <p:nvPr/>
          </p:nvSpPr>
          <p:spPr>
            <a:xfrm>
              <a:off x="500440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g1570"/>
            <p:cNvSpPr/>
            <p:nvPr/>
          </p:nvSpPr>
          <p:spPr>
            <a:xfrm>
              <a:off x="501604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g1571"/>
            <p:cNvSpPr/>
            <p:nvPr/>
          </p:nvSpPr>
          <p:spPr>
            <a:xfrm>
              <a:off x="5027678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g1572"/>
            <p:cNvSpPr/>
            <p:nvPr/>
          </p:nvSpPr>
          <p:spPr>
            <a:xfrm>
              <a:off x="503931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g1573"/>
            <p:cNvSpPr/>
            <p:nvPr/>
          </p:nvSpPr>
          <p:spPr>
            <a:xfrm>
              <a:off x="505095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g1574"/>
            <p:cNvSpPr/>
            <p:nvPr/>
          </p:nvSpPr>
          <p:spPr>
            <a:xfrm>
              <a:off x="484148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g1575"/>
            <p:cNvSpPr/>
            <p:nvPr/>
          </p:nvSpPr>
          <p:spPr>
            <a:xfrm>
              <a:off x="485311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g1576"/>
            <p:cNvSpPr/>
            <p:nvPr/>
          </p:nvSpPr>
          <p:spPr>
            <a:xfrm>
              <a:off x="486475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g1577"/>
            <p:cNvSpPr/>
            <p:nvPr/>
          </p:nvSpPr>
          <p:spPr>
            <a:xfrm>
              <a:off x="487639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g1578"/>
            <p:cNvSpPr/>
            <p:nvPr/>
          </p:nvSpPr>
          <p:spPr>
            <a:xfrm>
              <a:off x="4888030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g1579"/>
            <p:cNvSpPr/>
            <p:nvPr/>
          </p:nvSpPr>
          <p:spPr>
            <a:xfrm>
              <a:off x="489966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g1580"/>
            <p:cNvSpPr/>
            <p:nvPr/>
          </p:nvSpPr>
          <p:spPr>
            <a:xfrm>
              <a:off x="491130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g1581"/>
            <p:cNvSpPr/>
            <p:nvPr/>
          </p:nvSpPr>
          <p:spPr>
            <a:xfrm>
              <a:off x="4922942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g1582"/>
            <p:cNvSpPr/>
            <p:nvPr/>
          </p:nvSpPr>
          <p:spPr>
            <a:xfrm>
              <a:off x="4934580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g1583"/>
            <p:cNvSpPr/>
            <p:nvPr/>
          </p:nvSpPr>
          <p:spPr>
            <a:xfrm>
              <a:off x="494621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g1584"/>
            <p:cNvSpPr/>
            <p:nvPr/>
          </p:nvSpPr>
          <p:spPr>
            <a:xfrm>
              <a:off x="4957854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g1585"/>
            <p:cNvSpPr/>
            <p:nvPr/>
          </p:nvSpPr>
          <p:spPr>
            <a:xfrm>
              <a:off x="4969492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g1586"/>
            <p:cNvSpPr/>
            <p:nvPr/>
          </p:nvSpPr>
          <p:spPr>
            <a:xfrm>
              <a:off x="498112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g1587"/>
            <p:cNvSpPr/>
            <p:nvPr/>
          </p:nvSpPr>
          <p:spPr>
            <a:xfrm>
              <a:off x="499276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g1588"/>
            <p:cNvSpPr/>
            <p:nvPr/>
          </p:nvSpPr>
          <p:spPr>
            <a:xfrm>
              <a:off x="500440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g1589"/>
            <p:cNvSpPr/>
            <p:nvPr/>
          </p:nvSpPr>
          <p:spPr>
            <a:xfrm>
              <a:off x="501604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g1590"/>
            <p:cNvSpPr/>
            <p:nvPr/>
          </p:nvSpPr>
          <p:spPr>
            <a:xfrm>
              <a:off x="502767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g1591"/>
            <p:cNvSpPr/>
            <p:nvPr/>
          </p:nvSpPr>
          <p:spPr>
            <a:xfrm>
              <a:off x="503931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g1592"/>
            <p:cNvSpPr/>
            <p:nvPr/>
          </p:nvSpPr>
          <p:spPr>
            <a:xfrm>
              <a:off x="4829844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g1593"/>
            <p:cNvSpPr/>
            <p:nvPr/>
          </p:nvSpPr>
          <p:spPr>
            <a:xfrm>
              <a:off x="484148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g1594"/>
            <p:cNvSpPr/>
            <p:nvPr/>
          </p:nvSpPr>
          <p:spPr>
            <a:xfrm>
              <a:off x="485311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g1595"/>
            <p:cNvSpPr/>
            <p:nvPr/>
          </p:nvSpPr>
          <p:spPr>
            <a:xfrm>
              <a:off x="486475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g1596"/>
            <p:cNvSpPr/>
            <p:nvPr/>
          </p:nvSpPr>
          <p:spPr>
            <a:xfrm>
              <a:off x="487639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g1597"/>
            <p:cNvSpPr/>
            <p:nvPr/>
          </p:nvSpPr>
          <p:spPr>
            <a:xfrm>
              <a:off x="4888030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g1598"/>
            <p:cNvSpPr/>
            <p:nvPr/>
          </p:nvSpPr>
          <p:spPr>
            <a:xfrm>
              <a:off x="489966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g1599"/>
            <p:cNvSpPr/>
            <p:nvPr/>
          </p:nvSpPr>
          <p:spPr>
            <a:xfrm>
              <a:off x="491130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g1600"/>
            <p:cNvSpPr/>
            <p:nvPr/>
          </p:nvSpPr>
          <p:spPr>
            <a:xfrm>
              <a:off x="4922942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g1601"/>
            <p:cNvSpPr/>
            <p:nvPr/>
          </p:nvSpPr>
          <p:spPr>
            <a:xfrm>
              <a:off x="4934580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g1602"/>
            <p:cNvSpPr/>
            <p:nvPr/>
          </p:nvSpPr>
          <p:spPr>
            <a:xfrm>
              <a:off x="494621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g1603"/>
            <p:cNvSpPr/>
            <p:nvPr/>
          </p:nvSpPr>
          <p:spPr>
            <a:xfrm>
              <a:off x="4957854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g1604"/>
            <p:cNvSpPr/>
            <p:nvPr/>
          </p:nvSpPr>
          <p:spPr>
            <a:xfrm>
              <a:off x="4969492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g1605"/>
            <p:cNvSpPr/>
            <p:nvPr/>
          </p:nvSpPr>
          <p:spPr>
            <a:xfrm>
              <a:off x="498112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g1606"/>
            <p:cNvSpPr/>
            <p:nvPr/>
          </p:nvSpPr>
          <p:spPr>
            <a:xfrm>
              <a:off x="499276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g1607"/>
            <p:cNvSpPr/>
            <p:nvPr/>
          </p:nvSpPr>
          <p:spPr>
            <a:xfrm>
              <a:off x="500440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g1608"/>
            <p:cNvSpPr/>
            <p:nvPr/>
          </p:nvSpPr>
          <p:spPr>
            <a:xfrm>
              <a:off x="501604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g1609"/>
            <p:cNvSpPr/>
            <p:nvPr/>
          </p:nvSpPr>
          <p:spPr>
            <a:xfrm>
              <a:off x="502767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g1610"/>
            <p:cNvSpPr/>
            <p:nvPr/>
          </p:nvSpPr>
          <p:spPr>
            <a:xfrm>
              <a:off x="503931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g1611"/>
            <p:cNvSpPr/>
            <p:nvPr/>
          </p:nvSpPr>
          <p:spPr>
            <a:xfrm>
              <a:off x="4829844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g1612"/>
            <p:cNvSpPr/>
            <p:nvPr/>
          </p:nvSpPr>
          <p:spPr>
            <a:xfrm>
              <a:off x="484148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g1613"/>
            <p:cNvSpPr/>
            <p:nvPr/>
          </p:nvSpPr>
          <p:spPr>
            <a:xfrm>
              <a:off x="485311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g1614"/>
            <p:cNvSpPr/>
            <p:nvPr/>
          </p:nvSpPr>
          <p:spPr>
            <a:xfrm>
              <a:off x="486475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g1615"/>
            <p:cNvSpPr/>
            <p:nvPr/>
          </p:nvSpPr>
          <p:spPr>
            <a:xfrm>
              <a:off x="487639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g1616"/>
            <p:cNvSpPr/>
            <p:nvPr/>
          </p:nvSpPr>
          <p:spPr>
            <a:xfrm>
              <a:off x="4888030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g1617"/>
            <p:cNvSpPr/>
            <p:nvPr/>
          </p:nvSpPr>
          <p:spPr>
            <a:xfrm>
              <a:off x="489966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g1618"/>
            <p:cNvSpPr/>
            <p:nvPr/>
          </p:nvSpPr>
          <p:spPr>
            <a:xfrm>
              <a:off x="491130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g1619"/>
            <p:cNvSpPr/>
            <p:nvPr/>
          </p:nvSpPr>
          <p:spPr>
            <a:xfrm>
              <a:off x="4922942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g1620"/>
            <p:cNvSpPr/>
            <p:nvPr/>
          </p:nvSpPr>
          <p:spPr>
            <a:xfrm>
              <a:off x="4934580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g1621"/>
            <p:cNvSpPr/>
            <p:nvPr/>
          </p:nvSpPr>
          <p:spPr>
            <a:xfrm>
              <a:off x="494621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g1622"/>
            <p:cNvSpPr/>
            <p:nvPr/>
          </p:nvSpPr>
          <p:spPr>
            <a:xfrm>
              <a:off x="4957854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g1623"/>
            <p:cNvSpPr/>
            <p:nvPr/>
          </p:nvSpPr>
          <p:spPr>
            <a:xfrm>
              <a:off x="4969492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g1624"/>
            <p:cNvSpPr/>
            <p:nvPr/>
          </p:nvSpPr>
          <p:spPr>
            <a:xfrm>
              <a:off x="498112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g1625"/>
            <p:cNvSpPr/>
            <p:nvPr/>
          </p:nvSpPr>
          <p:spPr>
            <a:xfrm>
              <a:off x="499276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g1626"/>
            <p:cNvSpPr/>
            <p:nvPr/>
          </p:nvSpPr>
          <p:spPr>
            <a:xfrm>
              <a:off x="500440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g1627"/>
            <p:cNvSpPr/>
            <p:nvPr/>
          </p:nvSpPr>
          <p:spPr>
            <a:xfrm>
              <a:off x="501604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g1628"/>
            <p:cNvSpPr/>
            <p:nvPr/>
          </p:nvSpPr>
          <p:spPr>
            <a:xfrm>
              <a:off x="502767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g1629"/>
            <p:cNvSpPr/>
            <p:nvPr/>
          </p:nvSpPr>
          <p:spPr>
            <a:xfrm>
              <a:off x="4829844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g1630"/>
            <p:cNvSpPr/>
            <p:nvPr/>
          </p:nvSpPr>
          <p:spPr>
            <a:xfrm>
              <a:off x="484148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g1631"/>
            <p:cNvSpPr/>
            <p:nvPr/>
          </p:nvSpPr>
          <p:spPr>
            <a:xfrm>
              <a:off x="4853118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g1632"/>
            <p:cNvSpPr/>
            <p:nvPr/>
          </p:nvSpPr>
          <p:spPr>
            <a:xfrm>
              <a:off x="486475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g1633"/>
            <p:cNvSpPr/>
            <p:nvPr/>
          </p:nvSpPr>
          <p:spPr>
            <a:xfrm>
              <a:off x="487639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g1634"/>
            <p:cNvSpPr/>
            <p:nvPr/>
          </p:nvSpPr>
          <p:spPr>
            <a:xfrm>
              <a:off x="4888030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g1635"/>
            <p:cNvSpPr/>
            <p:nvPr/>
          </p:nvSpPr>
          <p:spPr>
            <a:xfrm>
              <a:off x="4899668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g1636"/>
            <p:cNvSpPr/>
            <p:nvPr/>
          </p:nvSpPr>
          <p:spPr>
            <a:xfrm>
              <a:off x="491130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g1637"/>
            <p:cNvSpPr/>
            <p:nvPr/>
          </p:nvSpPr>
          <p:spPr>
            <a:xfrm>
              <a:off x="4922942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g1638"/>
            <p:cNvSpPr/>
            <p:nvPr/>
          </p:nvSpPr>
          <p:spPr>
            <a:xfrm>
              <a:off x="4934580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g1639"/>
            <p:cNvSpPr/>
            <p:nvPr/>
          </p:nvSpPr>
          <p:spPr>
            <a:xfrm>
              <a:off x="494621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g1640"/>
            <p:cNvSpPr/>
            <p:nvPr/>
          </p:nvSpPr>
          <p:spPr>
            <a:xfrm>
              <a:off x="4957854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g1641"/>
            <p:cNvSpPr/>
            <p:nvPr/>
          </p:nvSpPr>
          <p:spPr>
            <a:xfrm>
              <a:off x="4969492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g1642"/>
            <p:cNvSpPr/>
            <p:nvPr/>
          </p:nvSpPr>
          <p:spPr>
            <a:xfrm>
              <a:off x="498112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g1643"/>
            <p:cNvSpPr/>
            <p:nvPr/>
          </p:nvSpPr>
          <p:spPr>
            <a:xfrm>
              <a:off x="499276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g1644"/>
            <p:cNvSpPr/>
            <p:nvPr/>
          </p:nvSpPr>
          <p:spPr>
            <a:xfrm>
              <a:off x="500440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g1645"/>
            <p:cNvSpPr/>
            <p:nvPr/>
          </p:nvSpPr>
          <p:spPr>
            <a:xfrm>
              <a:off x="501604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g1646"/>
            <p:cNvSpPr/>
            <p:nvPr/>
          </p:nvSpPr>
          <p:spPr>
            <a:xfrm>
              <a:off x="484148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g1647"/>
            <p:cNvSpPr/>
            <p:nvPr/>
          </p:nvSpPr>
          <p:spPr>
            <a:xfrm>
              <a:off x="4853118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g1648"/>
            <p:cNvSpPr/>
            <p:nvPr/>
          </p:nvSpPr>
          <p:spPr>
            <a:xfrm>
              <a:off x="4864756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g1649"/>
            <p:cNvSpPr/>
            <p:nvPr/>
          </p:nvSpPr>
          <p:spPr>
            <a:xfrm>
              <a:off x="487639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g1650"/>
            <p:cNvSpPr/>
            <p:nvPr/>
          </p:nvSpPr>
          <p:spPr>
            <a:xfrm>
              <a:off x="4888030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g1651"/>
            <p:cNvSpPr/>
            <p:nvPr/>
          </p:nvSpPr>
          <p:spPr>
            <a:xfrm>
              <a:off x="4899668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g1652"/>
            <p:cNvSpPr/>
            <p:nvPr/>
          </p:nvSpPr>
          <p:spPr>
            <a:xfrm>
              <a:off x="491130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g1653"/>
            <p:cNvSpPr/>
            <p:nvPr/>
          </p:nvSpPr>
          <p:spPr>
            <a:xfrm>
              <a:off x="4922942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g1654"/>
            <p:cNvSpPr/>
            <p:nvPr/>
          </p:nvSpPr>
          <p:spPr>
            <a:xfrm>
              <a:off x="4934580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g1655"/>
            <p:cNvSpPr/>
            <p:nvPr/>
          </p:nvSpPr>
          <p:spPr>
            <a:xfrm>
              <a:off x="494621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g1656"/>
            <p:cNvSpPr/>
            <p:nvPr/>
          </p:nvSpPr>
          <p:spPr>
            <a:xfrm>
              <a:off x="4957854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g1657"/>
            <p:cNvSpPr/>
            <p:nvPr/>
          </p:nvSpPr>
          <p:spPr>
            <a:xfrm>
              <a:off x="4969492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g1658"/>
            <p:cNvSpPr/>
            <p:nvPr/>
          </p:nvSpPr>
          <p:spPr>
            <a:xfrm>
              <a:off x="498112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g1659"/>
            <p:cNvSpPr/>
            <p:nvPr/>
          </p:nvSpPr>
          <p:spPr>
            <a:xfrm>
              <a:off x="4992766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g1660"/>
            <p:cNvSpPr/>
            <p:nvPr/>
          </p:nvSpPr>
          <p:spPr>
            <a:xfrm>
              <a:off x="500440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g1661"/>
            <p:cNvSpPr/>
            <p:nvPr/>
          </p:nvSpPr>
          <p:spPr>
            <a:xfrm>
              <a:off x="4876393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g1662"/>
            <p:cNvSpPr/>
            <p:nvPr/>
          </p:nvSpPr>
          <p:spPr>
            <a:xfrm>
              <a:off x="4888030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g1663"/>
            <p:cNvSpPr/>
            <p:nvPr/>
          </p:nvSpPr>
          <p:spPr>
            <a:xfrm>
              <a:off x="4899668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g1664"/>
            <p:cNvSpPr/>
            <p:nvPr/>
          </p:nvSpPr>
          <p:spPr>
            <a:xfrm>
              <a:off x="491130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g1665"/>
            <p:cNvSpPr/>
            <p:nvPr/>
          </p:nvSpPr>
          <p:spPr>
            <a:xfrm>
              <a:off x="4922942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g1666"/>
            <p:cNvSpPr/>
            <p:nvPr/>
          </p:nvSpPr>
          <p:spPr>
            <a:xfrm>
              <a:off x="4934580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g1667"/>
            <p:cNvSpPr/>
            <p:nvPr/>
          </p:nvSpPr>
          <p:spPr>
            <a:xfrm>
              <a:off x="494621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g1668"/>
            <p:cNvSpPr/>
            <p:nvPr/>
          </p:nvSpPr>
          <p:spPr>
            <a:xfrm>
              <a:off x="4957854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g1669"/>
            <p:cNvSpPr/>
            <p:nvPr/>
          </p:nvSpPr>
          <p:spPr>
            <a:xfrm>
              <a:off x="4969492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g1670"/>
            <p:cNvSpPr/>
            <p:nvPr/>
          </p:nvSpPr>
          <p:spPr>
            <a:xfrm>
              <a:off x="498112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g1671"/>
            <p:cNvSpPr/>
            <p:nvPr/>
          </p:nvSpPr>
          <p:spPr>
            <a:xfrm>
              <a:off x="4992766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g1672"/>
            <p:cNvSpPr/>
            <p:nvPr/>
          </p:nvSpPr>
          <p:spPr>
            <a:xfrm>
              <a:off x="5004403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g1673"/>
            <p:cNvSpPr/>
            <p:nvPr/>
          </p:nvSpPr>
          <p:spPr>
            <a:xfrm>
              <a:off x="4899668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g1674"/>
            <p:cNvSpPr/>
            <p:nvPr/>
          </p:nvSpPr>
          <p:spPr>
            <a:xfrm>
              <a:off x="4911305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g1675"/>
            <p:cNvSpPr/>
            <p:nvPr/>
          </p:nvSpPr>
          <p:spPr>
            <a:xfrm>
              <a:off x="4922942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g1676"/>
            <p:cNvSpPr/>
            <p:nvPr/>
          </p:nvSpPr>
          <p:spPr>
            <a:xfrm>
              <a:off x="4934580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g1677"/>
            <p:cNvSpPr/>
            <p:nvPr/>
          </p:nvSpPr>
          <p:spPr>
            <a:xfrm>
              <a:off x="494621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g1678"/>
            <p:cNvSpPr/>
            <p:nvPr/>
          </p:nvSpPr>
          <p:spPr>
            <a:xfrm>
              <a:off x="4957854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g1679"/>
            <p:cNvSpPr/>
            <p:nvPr/>
          </p:nvSpPr>
          <p:spPr>
            <a:xfrm>
              <a:off x="4969492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g1680"/>
            <p:cNvSpPr/>
            <p:nvPr/>
          </p:nvSpPr>
          <p:spPr>
            <a:xfrm>
              <a:off x="498112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g1681"/>
            <p:cNvSpPr/>
            <p:nvPr/>
          </p:nvSpPr>
          <p:spPr>
            <a:xfrm>
              <a:off x="4992766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g1682"/>
            <p:cNvSpPr/>
            <p:nvPr/>
          </p:nvSpPr>
          <p:spPr>
            <a:xfrm>
              <a:off x="5004403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g1683"/>
            <p:cNvSpPr/>
            <p:nvPr/>
          </p:nvSpPr>
          <p:spPr>
            <a:xfrm>
              <a:off x="4911305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g1684"/>
            <p:cNvSpPr/>
            <p:nvPr/>
          </p:nvSpPr>
          <p:spPr>
            <a:xfrm>
              <a:off x="4922942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g1685"/>
            <p:cNvSpPr/>
            <p:nvPr/>
          </p:nvSpPr>
          <p:spPr>
            <a:xfrm>
              <a:off x="4934580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g1686"/>
            <p:cNvSpPr/>
            <p:nvPr/>
          </p:nvSpPr>
          <p:spPr>
            <a:xfrm>
              <a:off x="494621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g1687"/>
            <p:cNvSpPr/>
            <p:nvPr/>
          </p:nvSpPr>
          <p:spPr>
            <a:xfrm>
              <a:off x="4957854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g1688"/>
            <p:cNvSpPr/>
            <p:nvPr/>
          </p:nvSpPr>
          <p:spPr>
            <a:xfrm>
              <a:off x="4969492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g1689"/>
            <p:cNvSpPr/>
            <p:nvPr/>
          </p:nvSpPr>
          <p:spPr>
            <a:xfrm>
              <a:off x="498112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g1690"/>
            <p:cNvSpPr/>
            <p:nvPr/>
          </p:nvSpPr>
          <p:spPr>
            <a:xfrm>
              <a:off x="4992766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g1691"/>
            <p:cNvSpPr/>
            <p:nvPr/>
          </p:nvSpPr>
          <p:spPr>
            <a:xfrm>
              <a:off x="5004403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g1692"/>
            <p:cNvSpPr/>
            <p:nvPr/>
          </p:nvSpPr>
          <p:spPr>
            <a:xfrm>
              <a:off x="4922942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g1693"/>
            <p:cNvSpPr/>
            <p:nvPr/>
          </p:nvSpPr>
          <p:spPr>
            <a:xfrm>
              <a:off x="4934580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g1694"/>
            <p:cNvSpPr/>
            <p:nvPr/>
          </p:nvSpPr>
          <p:spPr>
            <a:xfrm>
              <a:off x="494621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g1695"/>
            <p:cNvSpPr/>
            <p:nvPr/>
          </p:nvSpPr>
          <p:spPr>
            <a:xfrm>
              <a:off x="4957854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g1696"/>
            <p:cNvSpPr/>
            <p:nvPr/>
          </p:nvSpPr>
          <p:spPr>
            <a:xfrm>
              <a:off x="4969492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g1697"/>
            <p:cNvSpPr/>
            <p:nvPr/>
          </p:nvSpPr>
          <p:spPr>
            <a:xfrm>
              <a:off x="498112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g1698"/>
            <p:cNvSpPr/>
            <p:nvPr/>
          </p:nvSpPr>
          <p:spPr>
            <a:xfrm>
              <a:off x="4992766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g1699"/>
            <p:cNvSpPr/>
            <p:nvPr/>
          </p:nvSpPr>
          <p:spPr>
            <a:xfrm>
              <a:off x="5004403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g1700"/>
            <p:cNvSpPr/>
            <p:nvPr/>
          </p:nvSpPr>
          <p:spPr>
            <a:xfrm>
              <a:off x="5016041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g1701"/>
            <p:cNvSpPr/>
            <p:nvPr/>
          </p:nvSpPr>
          <p:spPr>
            <a:xfrm>
              <a:off x="4957854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g1702"/>
            <p:cNvSpPr/>
            <p:nvPr/>
          </p:nvSpPr>
          <p:spPr>
            <a:xfrm>
              <a:off x="4969492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g1703"/>
            <p:cNvSpPr/>
            <p:nvPr/>
          </p:nvSpPr>
          <p:spPr>
            <a:xfrm>
              <a:off x="498112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g1704"/>
            <p:cNvSpPr/>
            <p:nvPr/>
          </p:nvSpPr>
          <p:spPr>
            <a:xfrm>
              <a:off x="4992766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g1705"/>
            <p:cNvSpPr/>
            <p:nvPr/>
          </p:nvSpPr>
          <p:spPr>
            <a:xfrm>
              <a:off x="5004403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g1706"/>
            <p:cNvSpPr/>
            <p:nvPr/>
          </p:nvSpPr>
          <p:spPr>
            <a:xfrm>
              <a:off x="5016041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g1707"/>
            <p:cNvSpPr/>
            <p:nvPr/>
          </p:nvSpPr>
          <p:spPr>
            <a:xfrm>
              <a:off x="4899668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g1708"/>
            <p:cNvSpPr/>
            <p:nvPr/>
          </p:nvSpPr>
          <p:spPr>
            <a:xfrm>
              <a:off x="4946217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g1709"/>
            <p:cNvSpPr/>
            <p:nvPr/>
          </p:nvSpPr>
          <p:spPr>
            <a:xfrm>
              <a:off x="4957854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g1710"/>
            <p:cNvSpPr/>
            <p:nvPr/>
          </p:nvSpPr>
          <p:spPr>
            <a:xfrm>
              <a:off x="4969492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g1711"/>
            <p:cNvSpPr/>
            <p:nvPr/>
          </p:nvSpPr>
          <p:spPr>
            <a:xfrm>
              <a:off x="498112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g1712"/>
            <p:cNvSpPr/>
            <p:nvPr/>
          </p:nvSpPr>
          <p:spPr>
            <a:xfrm>
              <a:off x="4992766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g1713"/>
            <p:cNvSpPr/>
            <p:nvPr/>
          </p:nvSpPr>
          <p:spPr>
            <a:xfrm>
              <a:off x="5004403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g1714"/>
            <p:cNvSpPr/>
            <p:nvPr/>
          </p:nvSpPr>
          <p:spPr>
            <a:xfrm>
              <a:off x="5016041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g1715"/>
            <p:cNvSpPr/>
            <p:nvPr/>
          </p:nvSpPr>
          <p:spPr>
            <a:xfrm>
              <a:off x="4888030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g1716"/>
            <p:cNvSpPr/>
            <p:nvPr/>
          </p:nvSpPr>
          <p:spPr>
            <a:xfrm>
              <a:off x="4899668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g1717"/>
            <p:cNvSpPr/>
            <p:nvPr/>
          </p:nvSpPr>
          <p:spPr>
            <a:xfrm>
              <a:off x="491130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g1718"/>
            <p:cNvSpPr/>
            <p:nvPr/>
          </p:nvSpPr>
          <p:spPr>
            <a:xfrm>
              <a:off x="4922942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g1719"/>
            <p:cNvSpPr/>
            <p:nvPr/>
          </p:nvSpPr>
          <p:spPr>
            <a:xfrm>
              <a:off x="4934580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g1720"/>
            <p:cNvSpPr/>
            <p:nvPr/>
          </p:nvSpPr>
          <p:spPr>
            <a:xfrm>
              <a:off x="494621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g1721"/>
            <p:cNvSpPr/>
            <p:nvPr/>
          </p:nvSpPr>
          <p:spPr>
            <a:xfrm>
              <a:off x="4957854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g1722"/>
            <p:cNvSpPr/>
            <p:nvPr/>
          </p:nvSpPr>
          <p:spPr>
            <a:xfrm>
              <a:off x="4969492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g1723"/>
            <p:cNvSpPr/>
            <p:nvPr/>
          </p:nvSpPr>
          <p:spPr>
            <a:xfrm>
              <a:off x="498112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g1724"/>
            <p:cNvSpPr/>
            <p:nvPr/>
          </p:nvSpPr>
          <p:spPr>
            <a:xfrm>
              <a:off x="4992766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g1725"/>
            <p:cNvSpPr/>
            <p:nvPr/>
          </p:nvSpPr>
          <p:spPr>
            <a:xfrm>
              <a:off x="5004403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g1726"/>
            <p:cNvSpPr/>
            <p:nvPr/>
          </p:nvSpPr>
          <p:spPr>
            <a:xfrm>
              <a:off x="5016041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g1727"/>
            <p:cNvSpPr/>
            <p:nvPr/>
          </p:nvSpPr>
          <p:spPr>
            <a:xfrm>
              <a:off x="487639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g1728"/>
            <p:cNvSpPr/>
            <p:nvPr/>
          </p:nvSpPr>
          <p:spPr>
            <a:xfrm>
              <a:off x="4888030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g1729"/>
            <p:cNvSpPr/>
            <p:nvPr/>
          </p:nvSpPr>
          <p:spPr>
            <a:xfrm>
              <a:off x="4899668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g1730"/>
            <p:cNvSpPr/>
            <p:nvPr/>
          </p:nvSpPr>
          <p:spPr>
            <a:xfrm>
              <a:off x="491130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g1731"/>
            <p:cNvSpPr/>
            <p:nvPr/>
          </p:nvSpPr>
          <p:spPr>
            <a:xfrm>
              <a:off x="4922942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g1732"/>
            <p:cNvSpPr/>
            <p:nvPr/>
          </p:nvSpPr>
          <p:spPr>
            <a:xfrm>
              <a:off x="4934580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g1733"/>
            <p:cNvSpPr/>
            <p:nvPr/>
          </p:nvSpPr>
          <p:spPr>
            <a:xfrm>
              <a:off x="494621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g1734"/>
            <p:cNvSpPr/>
            <p:nvPr/>
          </p:nvSpPr>
          <p:spPr>
            <a:xfrm>
              <a:off x="4957854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g1735"/>
            <p:cNvSpPr/>
            <p:nvPr/>
          </p:nvSpPr>
          <p:spPr>
            <a:xfrm>
              <a:off x="4969492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g1736"/>
            <p:cNvSpPr/>
            <p:nvPr/>
          </p:nvSpPr>
          <p:spPr>
            <a:xfrm>
              <a:off x="498112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g1737"/>
            <p:cNvSpPr/>
            <p:nvPr/>
          </p:nvSpPr>
          <p:spPr>
            <a:xfrm>
              <a:off x="4992766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g1738"/>
            <p:cNvSpPr/>
            <p:nvPr/>
          </p:nvSpPr>
          <p:spPr>
            <a:xfrm>
              <a:off x="500440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g1739"/>
            <p:cNvSpPr/>
            <p:nvPr/>
          </p:nvSpPr>
          <p:spPr>
            <a:xfrm>
              <a:off x="5016041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g1740"/>
            <p:cNvSpPr/>
            <p:nvPr/>
          </p:nvSpPr>
          <p:spPr>
            <a:xfrm>
              <a:off x="5027678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g1741"/>
            <p:cNvSpPr/>
            <p:nvPr/>
          </p:nvSpPr>
          <p:spPr>
            <a:xfrm>
              <a:off x="487639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g1742"/>
            <p:cNvSpPr/>
            <p:nvPr/>
          </p:nvSpPr>
          <p:spPr>
            <a:xfrm>
              <a:off x="4888030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g1743"/>
            <p:cNvSpPr/>
            <p:nvPr/>
          </p:nvSpPr>
          <p:spPr>
            <a:xfrm>
              <a:off x="4899668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g1744"/>
            <p:cNvSpPr/>
            <p:nvPr/>
          </p:nvSpPr>
          <p:spPr>
            <a:xfrm>
              <a:off x="491130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g1745"/>
            <p:cNvSpPr/>
            <p:nvPr/>
          </p:nvSpPr>
          <p:spPr>
            <a:xfrm>
              <a:off x="4922942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g1746"/>
            <p:cNvSpPr/>
            <p:nvPr/>
          </p:nvSpPr>
          <p:spPr>
            <a:xfrm>
              <a:off x="4934580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g1747"/>
            <p:cNvSpPr/>
            <p:nvPr/>
          </p:nvSpPr>
          <p:spPr>
            <a:xfrm>
              <a:off x="494621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g1748"/>
            <p:cNvSpPr/>
            <p:nvPr/>
          </p:nvSpPr>
          <p:spPr>
            <a:xfrm>
              <a:off x="4957854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g1749"/>
            <p:cNvSpPr/>
            <p:nvPr/>
          </p:nvSpPr>
          <p:spPr>
            <a:xfrm>
              <a:off x="4969492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g1750"/>
            <p:cNvSpPr/>
            <p:nvPr/>
          </p:nvSpPr>
          <p:spPr>
            <a:xfrm>
              <a:off x="498112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g1751"/>
            <p:cNvSpPr/>
            <p:nvPr/>
          </p:nvSpPr>
          <p:spPr>
            <a:xfrm>
              <a:off x="4992766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g1752"/>
            <p:cNvSpPr/>
            <p:nvPr/>
          </p:nvSpPr>
          <p:spPr>
            <a:xfrm>
              <a:off x="500440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g1753"/>
            <p:cNvSpPr/>
            <p:nvPr/>
          </p:nvSpPr>
          <p:spPr>
            <a:xfrm>
              <a:off x="501604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g1754"/>
            <p:cNvSpPr/>
            <p:nvPr/>
          </p:nvSpPr>
          <p:spPr>
            <a:xfrm>
              <a:off x="5027678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g1755"/>
            <p:cNvSpPr/>
            <p:nvPr/>
          </p:nvSpPr>
          <p:spPr>
            <a:xfrm>
              <a:off x="503931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g1756"/>
            <p:cNvSpPr/>
            <p:nvPr/>
          </p:nvSpPr>
          <p:spPr>
            <a:xfrm>
              <a:off x="487639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g1757"/>
            <p:cNvSpPr/>
            <p:nvPr/>
          </p:nvSpPr>
          <p:spPr>
            <a:xfrm>
              <a:off x="4888030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g1758"/>
            <p:cNvSpPr/>
            <p:nvPr/>
          </p:nvSpPr>
          <p:spPr>
            <a:xfrm>
              <a:off x="4899668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g1759"/>
            <p:cNvSpPr/>
            <p:nvPr/>
          </p:nvSpPr>
          <p:spPr>
            <a:xfrm>
              <a:off x="491130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g1760"/>
            <p:cNvSpPr/>
            <p:nvPr/>
          </p:nvSpPr>
          <p:spPr>
            <a:xfrm>
              <a:off x="4922942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g1761"/>
            <p:cNvSpPr/>
            <p:nvPr/>
          </p:nvSpPr>
          <p:spPr>
            <a:xfrm>
              <a:off x="4934580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g1762"/>
            <p:cNvSpPr/>
            <p:nvPr/>
          </p:nvSpPr>
          <p:spPr>
            <a:xfrm>
              <a:off x="494621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g1763"/>
            <p:cNvSpPr/>
            <p:nvPr/>
          </p:nvSpPr>
          <p:spPr>
            <a:xfrm>
              <a:off x="4957854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g1764"/>
            <p:cNvSpPr/>
            <p:nvPr/>
          </p:nvSpPr>
          <p:spPr>
            <a:xfrm>
              <a:off x="4969492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g1765"/>
            <p:cNvSpPr/>
            <p:nvPr/>
          </p:nvSpPr>
          <p:spPr>
            <a:xfrm>
              <a:off x="498112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g1766"/>
            <p:cNvSpPr/>
            <p:nvPr/>
          </p:nvSpPr>
          <p:spPr>
            <a:xfrm>
              <a:off x="4992766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g1767"/>
            <p:cNvSpPr/>
            <p:nvPr/>
          </p:nvSpPr>
          <p:spPr>
            <a:xfrm>
              <a:off x="500440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g1768"/>
            <p:cNvSpPr/>
            <p:nvPr/>
          </p:nvSpPr>
          <p:spPr>
            <a:xfrm>
              <a:off x="501604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g1769"/>
            <p:cNvSpPr/>
            <p:nvPr/>
          </p:nvSpPr>
          <p:spPr>
            <a:xfrm>
              <a:off x="5027678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g1770"/>
            <p:cNvSpPr/>
            <p:nvPr/>
          </p:nvSpPr>
          <p:spPr>
            <a:xfrm>
              <a:off x="503931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g1771"/>
            <p:cNvSpPr/>
            <p:nvPr/>
          </p:nvSpPr>
          <p:spPr>
            <a:xfrm>
              <a:off x="487639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g1772"/>
            <p:cNvSpPr/>
            <p:nvPr/>
          </p:nvSpPr>
          <p:spPr>
            <a:xfrm>
              <a:off x="4888030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g1773"/>
            <p:cNvSpPr/>
            <p:nvPr/>
          </p:nvSpPr>
          <p:spPr>
            <a:xfrm>
              <a:off x="489966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g1774"/>
            <p:cNvSpPr/>
            <p:nvPr/>
          </p:nvSpPr>
          <p:spPr>
            <a:xfrm>
              <a:off x="491130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g1775"/>
            <p:cNvSpPr/>
            <p:nvPr/>
          </p:nvSpPr>
          <p:spPr>
            <a:xfrm>
              <a:off x="4922942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g1776"/>
            <p:cNvSpPr/>
            <p:nvPr/>
          </p:nvSpPr>
          <p:spPr>
            <a:xfrm>
              <a:off x="4934580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g1777"/>
            <p:cNvSpPr/>
            <p:nvPr/>
          </p:nvSpPr>
          <p:spPr>
            <a:xfrm>
              <a:off x="494621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g1778"/>
            <p:cNvSpPr/>
            <p:nvPr/>
          </p:nvSpPr>
          <p:spPr>
            <a:xfrm>
              <a:off x="4957854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g1779"/>
            <p:cNvSpPr/>
            <p:nvPr/>
          </p:nvSpPr>
          <p:spPr>
            <a:xfrm>
              <a:off x="4969492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g1780"/>
            <p:cNvSpPr/>
            <p:nvPr/>
          </p:nvSpPr>
          <p:spPr>
            <a:xfrm>
              <a:off x="498112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g1781"/>
            <p:cNvSpPr/>
            <p:nvPr/>
          </p:nvSpPr>
          <p:spPr>
            <a:xfrm>
              <a:off x="4992766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g1782"/>
            <p:cNvSpPr/>
            <p:nvPr/>
          </p:nvSpPr>
          <p:spPr>
            <a:xfrm>
              <a:off x="500440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g1783"/>
            <p:cNvSpPr/>
            <p:nvPr/>
          </p:nvSpPr>
          <p:spPr>
            <a:xfrm>
              <a:off x="501604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g1784"/>
            <p:cNvSpPr/>
            <p:nvPr/>
          </p:nvSpPr>
          <p:spPr>
            <a:xfrm>
              <a:off x="502767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g1785"/>
            <p:cNvSpPr/>
            <p:nvPr/>
          </p:nvSpPr>
          <p:spPr>
            <a:xfrm>
              <a:off x="503931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g1786"/>
            <p:cNvSpPr/>
            <p:nvPr/>
          </p:nvSpPr>
          <p:spPr>
            <a:xfrm>
              <a:off x="505095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g1787"/>
            <p:cNvSpPr/>
            <p:nvPr/>
          </p:nvSpPr>
          <p:spPr>
            <a:xfrm>
              <a:off x="4888030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g1788"/>
            <p:cNvSpPr/>
            <p:nvPr/>
          </p:nvSpPr>
          <p:spPr>
            <a:xfrm>
              <a:off x="4899668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g1789"/>
            <p:cNvSpPr/>
            <p:nvPr/>
          </p:nvSpPr>
          <p:spPr>
            <a:xfrm>
              <a:off x="491130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g1790"/>
            <p:cNvSpPr/>
            <p:nvPr/>
          </p:nvSpPr>
          <p:spPr>
            <a:xfrm>
              <a:off x="4922942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g1791"/>
            <p:cNvSpPr/>
            <p:nvPr/>
          </p:nvSpPr>
          <p:spPr>
            <a:xfrm>
              <a:off x="4934580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g1792"/>
            <p:cNvSpPr/>
            <p:nvPr/>
          </p:nvSpPr>
          <p:spPr>
            <a:xfrm>
              <a:off x="494621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g1793"/>
            <p:cNvSpPr/>
            <p:nvPr/>
          </p:nvSpPr>
          <p:spPr>
            <a:xfrm>
              <a:off x="4957854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g1794"/>
            <p:cNvSpPr/>
            <p:nvPr/>
          </p:nvSpPr>
          <p:spPr>
            <a:xfrm>
              <a:off x="4969492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g1795"/>
            <p:cNvSpPr/>
            <p:nvPr/>
          </p:nvSpPr>
          <p:spPr>
            <a:xfrm>
              <a:off x="498112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g1796"/>
            <p:cNvSpPr/>
            <p:nvPr/>
          </p:nvSpPr>
          <p:spPr>
            <a:xfrm>
              <a:off x="4992766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g1797"/>
            <p:cNvSpPr/>
            <p:nvPr/>
          </p:nvSpPr>
          <p:spPr>
            <a:xfrm>
              <a:off x="500440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g1798"/>
            <p:cNvSpPr/>
            <p:nvPr/>
          </p:nvSpPr>
          <p:spPr>
            <a:xfrm>
              <a:off x="501604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g1799"/>
            <p:cNvSpPr/>
            <p:nvPr/>
          </p:nvSpPr>
          <p:spPr>
            <a:xfrm>
              <a:off x="5027678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g1800"/>
            <p:cNvSpPr/>
            <p:nvPr/>
          </p:nvSpPr>
          <p:spPr>
            <a:xfrm>
              <a:off x="503931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g1801"/>
            <p:cNvSpPr/>
            <p:nvPr/>
          </p:nvSpPr>
          <p:spPr>
            <a:xfrm>
              <a:off x="505095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g1802"/>
            <p:cNvSpPr/>
            <p:nvPr/>
          </p:nvSpPr>
          <p:spPr>
            <a:xfrm>
              <a:off x="485311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g1803"/>
            <p:cNvSpPr/>
            <p:nvPr/>
          </p:nvSpPr>
          <p:spPr>
            <a:xfrm>
              <a:off x="4864756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g1804"/>
            <p:cNvSpPr/>
            <p:nvPr/>
          </p:nvSpPr>
          <p:spPr>
            <a:xfrm>
              <a:off x="487639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g1805"/>
            <p:cNvSpPr/>
            <p:nvPr/>
          </p:nvSpPr>
          <p:spPr>
            <a:xfrm>
              <a:off x="4888030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g1806"/>
            <p:cNvSpPr/>
            <p:nvPr/>
          </p:nvSpPr>
          <p:spPr>
            <a:xfrm>
              <a:off x="489966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g1807"/>
            <p:cNvSpPr/>
            <p:nvPr/>
          </p:nvSpPr>
          <p:spPr>
            <a:xfrm>
              <a:off x="491130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g1808"/>
            <p:cNvSpPr/>
            <p:nvPr/>
          </p:nvSpPr>
          <p:spPr>
            <a:xfrm>
              <a:off x="4922942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g1809"/>
            <p:cNvSpPr/>
            <p:nvPr/>
          </p:nvSpPr>
          <p:spPr>
            <a:xfrm>
              <a:off x="4934580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g1810"/>
            <p:cNvSpPr/>
            <p:nvPr/>
          </p:nvSpPr>
          <p:spPr>
            <a:xfrm>
              <a:off x="494621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g1811"/>
            <p:cNvSpPr/>
            <p:nvPr/>
          </p:nvSpPr>
          <p:spPr>
            <a:xfrm>
              <a:off x="4957854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g1812"/>
            <p:cNvSpPr/>
            <p:nvPr/>
          </p:nvSpPr>
          <p:spPr>
            <a:xfrm>
              <a:off x="4969492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g1813"/>
            <p:cNvSpPr/>
            <p:nvPr/>
          </p:nvSpPr>
          <p:spPr>
            <a:xfrm>
              <a:off x="498112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g1814"/>
            <p:cNvSpPr/>
            <p:nvPr/>
          </p:nvSpPr>
          <p:spPr>
            <a:xfrm>
              <a:off x="4992766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g1815"/>
            <p:cNvSpPr/>
            <p:nvPr/>
          </p:nvSpPr>
          <p:spPr>
            <a:xfrm>
              <a:off x="500440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g1816"/>
            <p:cNvSpPr/>
            <p:nvPr/>
          </p:nvSpPr>
          <p:spPr>
            <a:xfrm>
              <a:off x="501604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E">
                <a:alpha val="100000"/>
              </a:srgbClr>
            </a:solidFill>
            <a:ln w="5420" cap="flat">
              <a:solidFill>
                <a:srgbClr val="3A68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g1817"/>
            <p:cNvSpPr/>
            <p:nvPr/>
          </p:nvSpPr>
          <p:spPr>
            <a:xfrm>
              <a:off x="502767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g1818"/>
            <p:cNvSpPr/>
            <p:nvPr/>
          </p:nvSpPr>
          <p:spPr>
            <a:xfrm>
              <a:off x="503931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g1819"/>
            <p:cNvSpPr/>
            <p:nvPr/>
          </p:nvSpPr>
          <p:spPr>
            <a:xfrm>
              <a:off x="485311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g1820"/>
            <p:cNvSpPr/>
            <p:nvPr/>
          </p:nvSpPr>
          <p:spPr>
            <a:xfrm>
              <a:off x="4864756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g1821"/>
            <p:cNvSpPr/>
            <p:nvPr/>
          </p:nvSpPr>
          <p:spPr>
            <a:xfrm>
              <a:off x="487639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g1822"/>
            <p:cNvSpPr/>
            <p:nvPr/>
          </p:nvSpPr>
          <p:spPr>
            <a:xfrm>
              <a:off x="4888030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g1823"/>
            <p:cNvSpPr/>
            <p:nvPr/>
          </p:nvSpPr>
          <p:spPr>
            <a:xfrm>
              <a:off x="489966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g1824"/>
            <p:cNvSpPr/>
            <p:nvPr/>
          </p:nvSpPr>
          <p:spPr>
            <a:xfrm>
              <a:off x="491130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g1825"/>
            <p:cNvSpPr/>
            <p:nvPr/>
          </p:nvSpPr>
          <p:spPr>
            <a:xfrm>
              <a:off x="4922942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g1826"/>
            <p:cNvSpPr/>
            <p:nvPr/>
          </p:nvSpPr>
          <p:spPr>
            <a:xfrm>
              <a:off x="4934580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g1827"/>
            <p:cNvSpPr/>
            <p:nvPr/>
          </p:nvSpPr>
          <p:spPr>
            <a:xfrm>
              <a:off x="494621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g1828"/>
            <p:cNvSpPr/>
            <p:nvPr/>
          </p:nvSpPr>
          <p:spPr>
            <a:xfrm>
              <a:off x="4957854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g1829"/>
            <p:cNvSpPr/>
            <p:nvPr/>
          </p:nvSpPr>
          <p:spPr>
            <a:xfrm>
              <a:off x="4969492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g1830"/>
            <p:cNvSpPr/>
            <p:nvPr/>
          </p:nvSpPr>
          <p:spPr>
            <a:xfrm>
              <a:off x="498112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g1831"/>
            <p:cNvSpPr/>
            <p:nvPr/>
          </p:nvSpPr>
          <p:spPr>
            <a:xfrm>
              <a:off x="4992766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g1832"/>
            <p:cNvSpPr/>
            <p:nvPr/>
          </p:nvSpPr>
          <p:spPr>
            <a:xfrm>
              <a:off x="500440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g1833"/>
            <p:cNvSpPr/>
            <p:nvPr/>
          </p:nvSpPr>
          <p:spPr>
            <a:xfrm>
              <a:off x="501604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g1834"/>
            <p:cNvSpPr/>
            <p:nvPr/>
          </p:nvSpPr>
          <p:spPr>
            <a:xfrm>
              <a:off x="502767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g1835"/>
            <p:cNvSpPr/>
            <p:nvPr/>
          </p:nvSpPr>
          <p:spPr>
            <a:xfrm>
              <a:off x="4853118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g1836"/>
            <p:cNvSpPr/>
            <p:nvPr/>
          </p:nvSpPr>
          <p:spPr>
            <a:xfrm>
              <a:off x="4864756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g1837"/>
            <p:cNvSpPr/>
            <p:nvPr/>
          </p:nvSpPr>
          <p:spPr>
            <a:xfrm>
              <a:off x="487639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g1838"/>
            <p:cNvSpPr/>
            <p:nvPr/>
          </p:nvSpPr>
          <p:spPr>
            <a:xfrm>
              <a:off x="4888030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g1839"/>
            <p:cNvSpPr/>
            <p:nvPr/>
          </p:nvSpPr>
          <p:spPr>
            <a:xfrm>
              <a:off x="4899668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g1840"/>
            <p:cNvSpPr/>
            <p:nvPr/>
          </p:nvSpPr>
          <p:spPr>
            <a:xfrm>
              <a:off x="491130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g1841"/>
            <p:cNvSpPr/>
            <p:nvPr/>
          </p:nvSpPr>
          <p:spPr>
            <a:xfrm>
              <a:off x="4922942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g1842"/>
            <p:cNvSpPr/>
            <p:nvPr/>
          </p:nvSpPr>
          <p:spPr>
            <a:xfrm>
              <a:off x="4934580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g1843"/>
            <p:cNvSpPr/>
            <p:nvPr/>
          </p:nvSpPr>
          <p:spPr>
            <a:xfrm>
              <a:off x="494621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g1844"/>
            <p:cNvSpPr/>
            <p:nvPr/>
          </p:nvSpPr>
          <p:spPr>
            <a:xfrm>
              <a:off x="4957854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g1845"/>
            <p:cNvSpPr/>
            <p:nvPr/>
          </p:nvSpPr>
          <p:spPr>
            <a:xfrm>
              <a:off x="4969492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g1846"/>
            <p:cNvSpPr/>
            <p:nvPr/>
          </p:nvSpPr>
          <p:spPr>
            <a:xfrm>
              <a:off x="498112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g1847"/>
            <p:cNvSpPr/>
            <p:nvPr/>
          </p:nvSpPr>
          <p:spPr>
            <a:xfrm>
              <a:off x="4992766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g1848"/>
            <p:cNvSpPr/>
            <p:nvPr/>
          </p:nvSpPr>
          <p:spPr>
            <a:xfrm>
              <a:off x="500440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g1849"/>
            <p:cNvSpPr/>
            <p:nvPr/>
          </p:nvSpPr>
          <p:spPr>
            <a:xfrm>
              <a:off x="501604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g1850"/>
            <p:cNvSpPr/>
            <p:nvPr/>
          </p:nvSpPr>
          <p:spPr>
            <a:xfrm>
              <a:off x="4853118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g1851"/>
            <p:cNvSpPr/>
            <p:nvPr/>
          </p:nvSpPr>
          <p:spPr>
            <a:xfrm>
              <a:off x="4864756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g1852"/>
            <p:cNvSpPr/>
            <p:nvPr/>
          </p:nvSpPr>
          <p:spPr>
            <a:xfrm>
              <a:off x="487639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g1853"/>
            <p:cNvSpPr/>
            <p:nvPr/>
          </p:nvSpPr>
          <p:spPr>
            <a:xfrm>
              <a:off x="4888030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g1854"/>
            <p:cNvSpPr/>
            <p:nvPr/>
          </p:nvSpPr>
          <p:spPr>
            <a:xfrm>
              <a:off x="4899668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g1855"/>
            <p:cNvSpPr/>
            <p:nvPr/>
          </p:nvSpPr>
          <p:spPr>
            <a:xfrm>
              <a:off x="491130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g1856"/>
            <p:cNvSpPr/>
            <p:nvPr/>
          </p:nvSpPr>
          <p:spPr>
            <a:xfrm>
              <a:off x="4922942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g1857"/>
            <p:cNvSpPr/>
            <p:nvPr/>
          </p:nvSpPr>
          <p:spPr>
            <a:xfrm>
              <a:off x="4934580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g1858"/>
            <p:cNvSpPr/>
            <p:nvPr/>
          </p:nvSpPr>
          <p:spPr>
            <a:xfrm>
              <a:off x="494621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g1859"/>
            <p:cNvSpPr/>
            <p:nvPr/>
          </p:nvSpPr>
          <p:spPr>
            <a:xfrm>
              <a:off x="4957854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g1860"/>
            <p:cNvSpPr/>
            <p:nvPr/>
          </p:nvSpPr>
          <p:spPr>
            <a:xfrm>
              <a:off x="4969492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g1861"/>
            <p:cNvSpPr/>
            <p:nvPr/>
          </p:nvSpPr>
          <p:spPr>
            <a:xfrm>
              <a:off x="498112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g1862"/>
            <p:cNvSpPr/>
            <p:nvPr/>
          </p:nvSpPr>
          <p:spPr>
            <a:xfrm>
              <a:off x="4992766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g1863"/>
            <p:cNvSpPr/>
            <p:nvPr/>
          </p:nvSpPr>
          <p:spPr>
            <a:xfrm>
              <a:off x="500440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g1864"/>
            <p:cNvSpPr/>
            <p:nvPr/>
          </p:nvSpPr>
          <p:spPr>
            <a:xfrm>
              <a:off x="4841481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g1865"/>
            <p:cNvSpPr/>
            <p:nvPr/>
          </p:nvSpPr>
          <p:spPr>
            <a:xfrm>
              <a:off x="4853118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g1866"/>
            <p:cNvSpPr/>
            <p:nvPr/>
          </p:nvSpPr>
          <p:spPr>
            <a:xfrm>
              <a:off x="4864756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g1867"/>
            <p:cNvSpPr/>
            <p:nvPr/>
          </p:nvSpPr>
          <p:spPr>
            <a:xfrm>
              <a:off x="487639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g1868"/>
            <p:cNvSpPr/>
            <p:nvPr/>
          </p:nvSpPr>
          <p:spPr>
            <a:xfrm>
              <a:off x="4888030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g1869"/>
            <p:cNvSpPr/>
            <p:nvPr/>
          </p:nvSpPr>
          <p:spPr>
            <a:xfrm>
              <a:off x="4899668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g1870"/>
            <p:cNvSpPr/>
            <p:nvPr/>
          </p:nvSpPr>
          <p:spPr>
            <a:xfrm>
              <a:off x="491130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g1871"/>
            <p:cNvSpPr/>
            <p:nvPr/>
          </p:nvSpPr>
          <p:spPr>
            <a:xfrm>
              <a:off x="4922942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g1872"/>
            <p:cNvSpPr/>
            <p:nvPr/>
          </p:nvSpPr>
          <p:spPr>
            <a:xfrm>
              <a:off x="4934580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g1873"/>
            <p:cNvSpPr/>
            <p:nvPr/>
          </p:nvSpPr>
          <p:spPr>
            <a:xfrm>
              <a:off x="494621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g1874"/>
            <p:cNvSpPr/>
            <p:nvPr/>
          </p:nvSpPr>
          <p:spPr>
            <a:xfrm>
              <a:off x="4957854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g1875"/>
            <p:cNvSpPr/>
            <p:nvPr/>
          </p:nvSpPr>
          <p:spPr>
            <a:xfrm>
              <a:off x="4969492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g1876"/>
            <p:cNvSpPr/>
            <p:nvPr/>
          </p:nvSpPr>
          <p:spPr>
            <a:xfrm>
              <a:off x="4981129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g1877"/>
            <p:cNvSpPr/>
            <p:nvPr/>
          </p:nvSpPr>
          <p:spPr>
            <a:xfrm>
              <a:off x="4841481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g1878"/>
            <p:cNvSpPr/>
            <p:nvPr/>
          </p:nvSpPr>
          <p:spPr>
            <a:xfrm>
              <a:off x="4853118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g1879"/>
            <p:cNvSpPr/>
            <p:nvPr/>
          </p:nvSpPr>
          <p:spPr>
            <a:xfrm>
              <a:off x="4864756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g1880"/>
            <p:cNvSpPr/>
            <p:nvPr/>
          </p:nvSpPr>
          <p:spPr>
            <a:xfrm>
              <a:off x="487639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g1881"/>
            <p:cNvSpPr/>
            <p:nvPr/>
          </p:nvSpPr>
          <p:spPr>
            <a:xfrm>
              <a:off x="4888030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g1882"/>
            <p:cNvSpPr/>
            <p:nvPr/>
          </p:nvSpPr>
          <p:spPr>
            <a:xfrm>
              <a:off x="4899668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g1883"/>
            <p:cNvSpPr/>
            <p:nvPr/>
          </p:nvSpPr>
          <p:spPr>
            <a:xfrm>
              <a:off x="491130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g1884"/>
            <p:cNvSpPr/>
            <p:nvPr/>
          </p:nvSpPr>
          <p:spPr>
            <a:xfrm>
              <a:off x="4922942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g1885"/>
            <p:cNvSpPr/>
            <p:nvPr/>
          </p:nvSpPr>
          <p:spPr>
            <a:xfrm>
              <a:off x="4934580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g1886"/>
            <p:cNvSpPr/>
            <p:nvPr/>
          </p:nvSpPr>
          <p:spPr>
            <a:xfrm>
              <a:off x="494621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g1887"/>
            <p:cNvSpPr/>
            <p:nvPr/>
          </p:nvSpPr>
          <p:spPr>
            <a:xfrm>
              <a:off x="4957854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g1888"/>
            <p:cNvSpPr/>
            <p:nvPr/>
          </p:nvSpPr>
          <p:spPr>
            <a:xfrm>
              <a:off x="4969492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g1889"/>
            <p:cNvSpPr/>
            <p:nvPr/>
          </p:nvSpPr>
          <p:spPr>
            <a:xfrm>
              <a:off x="4841481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g1890"/>
            <p:cNvSpPr/>
            <p:nvPr/>
          </p:nvSpPr>
          <p:spPr>
            <a:xfrm>
              <a:off x="4853118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g1891"/>
            <p:cNvSpPr/>
            <p:nvPr/>
          </p:nvSpPr>
          <p:spPr>
            <a:xfrm>
              <a:off x="4864756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g1892"/>
            <p:cNvSpPr/>
            <p:nvPr/>
          </p:nvSpPr>
          <p:spPr>
            <a:xfrm>
              <a:off x="487639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g1893"/>
            <p:cNvSpPr/>
            <p:nvPr/>
          </p:nvSpPr>
          <p:spPr>
            <a:xfrm>
              <a:off x="4888030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g1894"/>
            <p:cNvSpPr/>
            <p:nvPr/>
          </p:nvSpPr>
          <p:spPr>
            <a:xfrm>
              <a:off x="4899668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g1895"/>
            <p:cNvSpPr/>
            <p:nvPr/>
          </p:nvSpPr>
          <p:spPr>
            <a:xfrm>
              <a:off x="491130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g1896"/>
            <p:cNvSpPr/>
            <p:nvPr/>
          </p:nvSpPr>
          <p:spPr>
            <a:xfrm>
              <a:off x="4922942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g1897"/>
            <p:cNvSpPr/>
            <p:nvPr/>
          </p:nvSpPr>
          <p:spPr>
            <a:xfrm>
              <a:off x="4934580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g1898"/>
            <p:cNvSpPr/>
            <p:nvPr/>
          </p:nvSpPr>
          <p:spPr>
            <a:xfrm>
              <a:off x="4946217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g1899"/>
            <p:cNvSpPr/>
            <p:nvPr/>
          </p:nvSpPr>
          <p:spPr>
            <a:xfrm>
              <a:off x="4957854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g1900"/>
            <p:cNvSpPr/>
            <p:nvPr/>
          </p:nvSpPr>
          <p:spPr>
            <a:xfrm>
              <a:off x="4818206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g1901"/>
            <p:cNvSpPr/>
            <p:nvPr/>
          </p:nvSpPr>
          <p:spPr>
            <a:xfrm>
              <a:off x="4829844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g1902"/>
            <p:cNvSpPr/>
            <p:nvPr/>
          </p:nvSpPr>
          <p:spPr>
            <a:xfrm>
              <a:off x="484148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g1903"/>
            <p:cNvSpPr/>
            <p:nvPr/>
          </p:nvSpPr>
          <p:spPr>
            <a:xfrm>
              <a:off x="4853118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g1904"/>
            <p:cNvSpPr/>
            <p:nvPr/>
          </p:nvSpPr>
          <p:spPr>
            <a:xfrm>
              <a:off x="4864756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g1905"/>
            <p:cNvSpPr/>
            <p:nvPr/>
          </p:nvSpPr>
          <p:spPr>
            <a:xfrm>
              <a:off x="487639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g1906"/>
            <p:cNvSpPr/>
            <p:nvPr/>
          </p:nvSpPr>
          <p:spPr>
            <a:xfrm>
              <a:off x="4888030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g1907"/>
            <p:cNvSpPr/>
            <p:nvPr/>
          </p:nvSpPr>
          <p:spPr>
            <a:xfrm>
              <a:off x="4899668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g1908"/>
            <p:cNvSpPr/>
            <p:nvPr/>
          </p:nvSpPr>
          <p:spPr>
            <a:xfrm>
              <a:off x="491130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g1909"/>
            <p:cNvSpPr/>
            <p:nvPr/>
          </p:nvSpPr>
          <p:spPr>
            <a:xfrm>
              <a:off x="4922942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g1910"/>
            <p:cNvSpPr/>
            <p:nvPr/>
          </p:nvSpPr>
          <p:spPr>
            <a:xfrm>
              <a:off x="4934580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g1911"/>
            <p:cNvSpPr/>
            <p:nvPr/>
          </p:nvSpPr>
          <p:spPr>
            <a:xfrm>
              <a:off x="4946217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g1912"/>
            <p:cNvSpPr/>
            <p:nvPr/>
          </p:nvSpPr>
          <p:spPr>
            <a:xfrm>
              <a:off x="4957854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g1913"/>
            <p:cNvSpPr/>
            <p:nvPr/>
          </p:nvSpPr>
          <p:spPr>
            <a:xfrm>
              <a:off x="480656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g1914"/>
            <p:cNvSpPr/>
            <p:nvPr/>
          </p:nvSpPr>
          <p:spPr>
            <a:xfrm>
              <a:off x="4818206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g1915"/>
            <p:cNvSpPr/>
            <p:nvPr/>
          </p:nvSpPr>
          <p:spPr>
            <a:xfrm>
              <a:off x="4829844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g1916"/>
            <p:cNvSpPr/>
            <p:nvPr/>
          </p:nvSpPr>
          <p:spPr>
            <a:xfrm>
              <a:off x="484148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g1917"/>
            <p:cNvSpPr/>
            <p:nvPr/>
          </p:nvSpPr>
          <p:spPr>
            <a:xfrm>
              <a:off x="4853118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g1918"/>
            <p:cNvSpPr/>
            <p:nvPr/>
          </p:nvSpPr>
          <p:spPr>
            <a:xfrm>
              <a:off x="4864756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g1919"/>
            <p:cNvSpPr/>
            <p:nvPr/>
          </p:nvSpPr>
          <p:spPr>
            <a:xfrm>
              <a:off x="487639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g1920"/>
            <p:cNvSpPr/>
            <p:nvPr/>
          </p:nvSpPr>
          <p:spPr>
            <a:xfrm>
              <a:off x="4888030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g1921"/>
            <p:cNvSpPr/>
            <p:nvPr/>
          </p:nvSpPr>
          <p:spPr>
            <a:xfrm>
              <a:off x="4899668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g1922"/>
            <p:cNvSpPr/>
            <p:nvPr/>
          </p:nvSpPr>
          <p:spPr>
            <a:xfrm>
              <a:off x="491130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g1923"/>
            <p:cNvSpPr/>
            <p:nvPr/>
          </p:nvSpPr>
          <p:spPr>
            <a:xfrm>
              <a:off x="4922942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g1924"/>
            <p:cNvSpPr/>
            <p:nvPr/>
          </p:nvSpPr>
          <p:spPr>
            <a:xfrm>
              <a:off x="4934580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g1925"/>
            <p:cNvSpPr/>
            <p:nvPr/>
          </p:nvSpPr>
          <p:spPr>
            <a:xfrm>
              <a:off x="4946217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g1926"/>
            <p:cNvSpPr/>
            <p:nvPr/>
          </p:nvSpPr>
          <p:spPr>
            <a:xfrm>
              <a:off x="4957854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g1927"/>
            <p:cNvSpPr/>
            <p:nvPr/>
          </p:nvSpPr>
          <p:spPr>
            <a:xfrm>
              <a:off x="4806569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g1928"/>
            <p:cNvSpPr/>
            <p:nvPr/>
          </p:nvSpPr>
          <p:spPr>
            <a:xfrm>
              <a:off x="4818206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g1929"/>
            <p:cNvSpPr/>
            <p:nvPr/>
          </p:nvSpPr>
          <p:spPr>
            <a:xfrm>
              <a:off x="4829844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g1930"/>
            <p:cNvSpPr/>
            <p:nvPr/>
          </p:nvSpPr>
          <p:spPr>
            <a:xfrm>
              <a:off x="484148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g1931"/>
            <p:cNvSpPr/>
            <p:nvPr/>
          </p:nvSpPr>
          <p:spPr>
            <a:xfrm>
              <a:off x="4853118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g1932"/>
            <p:cNvSpPr/>
            <p:nvPr/>
          </p:nvSpPr>
          <p:spPr>
            <a:xfrm>
              <a:off x="4864756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g1933"/>
            <p:cNvSpPr/>
            <p:nvPr/>
          </p:nvSpPr>
          <p:spPr>
            <a:xfrm>
              <a:off x="487639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g1934"/>
            <p:cNvSpPr/>
            <p:nvPr/>
          </p:nvSpPr>
          <p:spPr>
            <a:xfrm>
              <a:off x="4888030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g1935"/>
            <p:cNvSpPr/>
            <p:nvPr/>
          </p:nvSpPr>
          <p:spPr>
            <a:xfrm>
              <a:off x="4899668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g1936"/>
            <p:cNvSpPr/>
            <p:nvPr/>
          </p:nvSpPr>
          <p:spPr>
            <a:xfrm>
              <a:off x="491130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g1937"/>
            <p:cNvSpPr/>
            <p:nvPr/>
          </p:nvSpPr>
          <p:spPr>
            <a:xfrm>
              <a:off x="4922942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g1938"/>
            <p:cNvSpPr/>
            <p:nvPr/>
          </p:nvSpPr>
          <p:spPr>
            <a:xfrm>
              <a:off x="4934580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g1939"/>
            <p:cNvSpPr/>
            <p:nvPr/>
          </p:nvSpPr>
          <p:spPr>
            <a:xfrm>
              <a:off x="4946217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g1940"/>
            <p:cNvSpPr/>
            <p:nvPr/>
          </p:nvSpPr>
          <p:spPr>
            <a:xfrm>
              <a:off x="4794932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g1941"/>
            <p:cNvSpPr/>
            <p:nvPr/>
          </p:nvSpPr>
          <p:spPr>
            <a:xfrm>
              <a:off x="4806569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g1942"/>
            <p:cNvSpPr/>
            <p:nvPr/>
          </p:nvSpPr>
          <p:spPr>
            <a:xfrm>
              <a:off x="4818206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g1943"/>
            <p:cNvSpPr/>
            <p:nvPr/>
          </p:nvSpPr>
          <p:spPr>
            <a:xfrm>
              <a:off x="4829844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g1944"/>
            <p:cNvSpPr/>
            <p:nvPr/>
          </p:nvSpPr>
          <p:spPr>
            <a:xfrm>
              <a:off x="484148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g1945"/>
            <p:cNvSpPr/>
            <p:nvPr/>
          </p:nvSpPr>
          <p:spPr>
            <a:xfrm>
              <a:off x="4853118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g1946"/>
            <p:cNvSpPr/>
            <p:nvPr/>
          </p:nvSpPr>
          <p:spPr>
            <a:xfrm>
              <a:off x="4864756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g1947"/>
            <p:cNvSpPr/>
            <p:nvPr/>
          </p:nvSpPr>
          <p:spPr>
            <a:xfrm>
              <a:off x="487639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g1948"/>
            <p:cNvSpPr/>
            <p:nvPr/>
          </p:nvSpPr>
          <p:spPr>
            <a:xfrm>
              <a:off x="4888030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g1949"/>
            <p:cNvSpPr/>
            <p:nvPr/>
          </p:nvSpPr>
          <p:spPr>
            <a:xfrm>
              <a:off x="4899668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g1950"/>
            <p:cNvSpPr/>
            <p:nvPr/>
          </p:nvSpPr>
          <p:spPr>
            <a:xfrm>
              <a:off x="491130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g1951"/>
            <p:cNvSpPr/>
            <p:nvPr/>
          </p:nvSpPr>
          <p:spPr>
            <a:xfrm>
              <a:off x="4922942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g1952"/>
            <p:cNvSpPr/>
            <p:nvPr/>
          </p:nvSpPr>
          <p:spPr>
            <a:xfrm>
              <a:off x="4934580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g1953"/>
            <p:cNvSpPr/>
            <p:nvPr/>
          </p:nvSpPr>
          <p:spPr>
            <a:xfrm>
              <a:off x="4783294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g1954"/>
            <p:cNvSpPr/>
            <p:nvPr/>
          </p:nvSpPr>
          <p:spPr>
            <a:xfrm>
              <a:off x="4794932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g1955"/>
            <p:cNvSpPr/>
            <p:nvPr/>
          </p:nvSpPr>
          <p:spPr>
            <a:xfrm>
              <a:off x="480656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g1956"/>
            <p:cNvSpPr/>
            <p:nvPr/>
          </p:nvSpPr>
          <p:spPr>
            <a:xfrm>
              <a:off x="4818206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g1957"/>
            <p:cNvSpPr/>
            <p:nvPr/>
          </p:nvSpPr>
          <p:spPr>
            <a:xfrm>
              <a:off x="4829844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g1958"/>
            <p:cNvSpPr/>
            <p:nvPr/>
          </p:nvSpPr>
          <p:spPr>
            <a:xfrm>
              <a:off x="484148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g1959"/>
            <p:cNvSpPr/>
            <p:nvPr/>
          </p:nvSpPr>
          <p:spPr>
            <a:xfrm>
              <a:off x="4853118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g1960"/>
            <p:cNvSpPr/>
            <p:nvPr/>
          </p:nvSpPr>
          <p:spPr>
            <a:xfrm>
              <a:off x="4864756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g1961"/>
            <p:cNvSpPr/>
            <p:nvPr/>
          </p:nvSpPr>
          <p:spPr>
            <a:xfrm>
              <a:off x="487639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g1962"/>
            <p:cNvSpPr/>
            <p:nvPr/>
          </p:nvSpPr>
          <p:spPr>
            <a:xfrm>
              <a:off x="4888030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g1963"/>
            <p:cNvSpPr/>
            <p:nvPr/>
          </p:nvSpPr>
          <p:spPr>
            <a:xfrm>
              <a:off x="4899668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g1964"/>
            <p:cNvSpPr/>
            <p:nvPr/>
          </p:nvSpPr>
          <p:spPr>
            <a:xfrm>
              <a:off x="4911305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g1965"/>
            <p:cNvSpPr/>
            <p:nvPr/>
          </p:nvSpPr>
          <p:spPr>
            <a:xfrm>
              <a:off x="4760020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C">
                <a:alpha val="100000"/>
              </a:srgbClr>
            </a:solidFill>
            <a:ln w="5420" cap="flat">
              <a:solidFill>
                <a:srgbClr val="392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g1966"/>
            <p:cNvSpPr/>
            <p:nvPr/>
          </p:nvSpPr>
          <p:spPr>
            <a:xfrm>
              <a:off x="4771657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g1967"/>
            <p:cNvSpPr/>
            <p:nvPr/>
          </p:nvSpPr>
          <p:spPr>
            <a:xfrm>
              <a:off x="4783294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g1968"/>
            <p:cNvSpPr/>
            <p:nvPr/>
          </p:nvSpPr>
          <p:spPr>
            <a:xfrm>
              <a:off x="4794932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g1969"/>
            <p:cNvSpPr/>
            <p:nvPr/>
          </p:nvSpPr>
          <p:spPr>
            <a:xfrm>
              <a:off x="480656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g1970"/>
            <p:cNvSpPr/>
            <p:nvPr/>
          </p:nvSpPr>
          <p:spPr>
            <a:xfrm>
              <a:off x="4818206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g1971"/>
            <p:cNvSpPr/>
            <p:nvPr/>
          </p:nvSpPr>
          <p:spPr>
            <a:xfrm>
              <a:off x="4829844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g1972"/>
            <p:cNvSpPr/>
            <p:nvPr/>
          </p:nvSpPr>
          <p:spPr>
            <a:xfrm>
              <a:off x="4841481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g1973"/>
            <p:cNvSpPr/>
            <p:nvPr/>
          </p:nvSpPr>
          <p:spPr>
            <a:xfrm>
              <a:off x="4853118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g1974"/>
            <p:cNvSpPr/>
            <p:nvPr/>
          </p:nvSpPr>
          <p:spPr>
            <a:xfrm>
              <a:off x="4748382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g1975"/>
            <p:cNvSpPr/>
            <p:nvPr/>
          </p:nvSpPr>
          <p:spPr>
            <a:xfrm>
              <a:off x="4760020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g1976"/>
            <p:cNvSpPr/>
            <p:nvPr/>
          </p:nvSpPr>
          <p:spPr>
            <a:xfrm>
              <a:off x="477165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g1977"/>
            <p:cNvSpPr/>
            <p:nvPr/>
          </p:nvSpPr>
          <p:spPr>
            <a:xfrm>
              <a:off x="4783294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g1978"/>
            <p:cNvSpPr/>
            <p:nvPr/>
          </p:nvSpPr>
          <p:spPr>
            <a:xfrm>
              <a:off x="4794932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g1979"/>
            <p:cNvSpPr/>
            <p:nvPr/>
          </p:nvSpPr>
          <p:spPr>
            <a:xfrm>
              <a:off x="480656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g1980"/>
            <p:cNvSpPr/>
            <p:nvPr/>
          </p:nvSpPr>
          <p:spPr>
            <a:xfrm>
              <a:off x="4818206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g1981"/>
            <p:cNvSpPr/>
            <p:nvPr/>
          </p:nvSpPr>
          <p:spPr>
            <a:xfrm>
              <a:off x="4829844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g1982"/>
            <p:cNvSpPr/>
            <p:nvPr/>
          </p:nvSpPr>
          <p:spPr>
            <a:xfrm>
              <a:off x="4725108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g1983"/>
            <p:cNvSpPr/>
            <p:nvPr/>
          </p:nvSpPr>
          <p:spPr>
            <a:xfrm>
              <a:off x="4736745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g1984"/>
            <p:cNvSpPr/>
            <p:nvPr/>
          </p:nvSpPr>
          <p:spPr>
            <a:xfrm>
              <a:off x="4748382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g1985"/>
            <p:cNvSpPr/>
            <p:nvPr/>
          </p:nvSpPr>
          <p:spPr>
            <a:xfrm>
              <a:off x="4760020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g1986"/>
            <p:cNvSpPr/>
            <p:nvPr/>
          </p:nvSpPr>
          <p:spPr>
            <a:xfrm>
              <a:off x="477165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g1987"/>
            <p:cNvSpPr/>
            <p:nvPr/>
          </p:nvSpPr>
          <p:spPr>
            <a:xfrm>
              <a:off x="4783294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950">
                <a:alpha val="100000"/>
              </a:srgbClr>
            </a:solidFill>
            <a:ln w="5420" cap="flat">
              <a:solidFill>
                <a:srgbClr val="362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g1988"/>
            <p:cNvSpPr/>
            <p:nvPr/>
          </p:nvSpPr>
          <p:spPr>
            <a:xfrm>
              <a:off x="4794932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g1989"/>
            <p:cNvSpPr/>
            <p:nvPr/>
          </p:nvSpPr>
          <p:spPr>
            <a:xfrm>
              <a:off x="4806569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g1990"/>
            <p:cNvSpPr/>
            <p:nvPr/>
          </p:nvSpPr>
          <p:spPr>
            <a:xfrm>
              <a:off x="4818206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g1991"/>
            <p:cNvSpPr/>
            <p:nvPr/>
          </p:nvSpPr>
          <p:spPr>
            <a:xfrm>
              <a:off x="4690196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g1992"/>
            <p:cNvSpPr/>
            <p:nvPr/>
          </p:nvSpPr>
          <p:spPr>
            <a:xfrm>
              <a:off x="4701833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g1993"/>
            <p:cNvSpPr/>
            <p:nvPr/>
          </p:nvSpPr>
          <p:spPr>
            <a:xfrm>
              <a:off x="4713470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g1994"/>
            <p:cNvSpPr/>
            <p:nvPr/>
          </p:nvSpPr>
          <p:spPr>
            <a:xfrm>
              <a:off x="4725108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g1995"/>
            <p:cNvSpPr/>
            <p:nvPr/>
          </p:nvSpPr>
          <p:spPr>
            <a:xfrm>
              <a:off x="473674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g1996"/>
            <p:cNvSpPr/>
            <p:nvPr/>
          </p:nvSpPr>
          <p:spPr>
            <a:xfrm>
              <a:off x="4748382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g1997"/>
            <p:cNvSpPr/>
            <p:nvPr/>
          </p:nvSpPr>
          <p:spPr>
            <a:xfrm>
              <a:off x="4760020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g1998"/>
            <p:cNvSpPr/>
            <p:nvPr/>
          </p:nvSpPr>
          <p:spPr>
            <a:xfrm>
              <a:off x="477165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g1999"/>
            <p:cNvSpPr/>
            <p:nvPr/>
          </p:nvSpPr>
          <p:spPr>
            <a:xfrm>
              <a:off x="4783294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g2000"/>
            <p:cNvSpPr/>
            <p:nvPr/>
          </p:nvSpPr>
          <p:spPr>
            <a:xfrm>
              <a:off x="4794932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g2001"/>
            <p:cNvSpPr/>
            <p:nvPr/>
          </p:nvSpPr>
          <p:spPr>
            <a:xfrm>
              <a:off x="4806569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g2002"/>
            <p:cNvSpPr/>
            <p:nvPr/>
          </p:nvSpPr>
          <p:spPr>
            <a:xfrm>
              <a:off x="4666921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g2003"/>
            <p:cNvSpPr/>
            <p:nvPr/>
          </p:nvSpPr>
          <p:spPr>
            <a:xfrm>
              <a:off x="4678558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g2004"/>
            <p:cNvSpPr/>
            <p:nvPr/>
          </p:nvSpPr>
          <p:spPr>
            <a:xfrm>
              <a:off x="4690196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g2005"/>
            <p:cNvSpPr/>
            <p:nvPr/>
          </p:nvSpPr>
          <p:spPr>
            <a:xfrm>
              <a:off x="470183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g2006"/>
            <p:cNvSpPr/>
            <p:nvPr/>
          </p:nvSpPr>
          <p:spPr>
            <a:xfrm>
              <a:off x="4713470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g2007"/>
            <p:cNvSpPr/>
            <p:nvPr/>
          </p:nvSpPr>
          <p:spPr>
            <a:xfrm>
              <a:off x="4725108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g2008"/>
            <p:cNvSpPr/>
            <p:nvPr/>
          </p:nvSpPr>
          <p:spPr>
            <a:xfrm>
              <a:off x="473674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g2009"/>
            <p:cNvSpPr/>
            <p:nvPr/>
          </p:nvSpPr>
          <p:spPr>
            <a:xfrm>
              <a:off x="4748382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g2010"/>
            <p:cNvSpPr/>
            <p:nvPr/>
          </p:nvSpPr>
          <p:spPr>
            <a:xfrm>
              <a:off x="4760020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g2011"/>
            <p:cNvSpPr/>
            <p:nvPr/>
          </p:nvSpPr>
          <p:spPr>
            <a:xfrm>
              <a:off x="477165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g2012"/>
            <p:cNvSpPr/>
            <p:nvPr/>
          </p:nvSpPr>
          <p:spPr>
            <a:xfrm>
              <a:off x="4783294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g2013"/>
            <p:cNvSpPr/>
            <p:nvPr/>
          </p:nvSpPr>
          <p:spPr>
            <a:xfrm>
              <a:off x="4794932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g2014"/>
            <p:cNvSpPr/>
            <p:nvPr/>
          </p:nvSpPr>
          <p:spPr>
            <a:xfrm>
              <a:off x="4655284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g2015"/>
            <p:cNvSpPr/>
            <p:nvPr/>
          </p:nvSpPr>
          <p:spPr>
            <a:xfrm>
              <a:off x="4666921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g2016"/>
            <p:cNvSpPr/>
            <p:nvPr/>
          </p:nvSpPr>
          <p:spPr>
            <a:xfrm>
              <a:off x="4678558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g2017"/>
            <p:cNvSpPr/>
            <p:nvPr/>
          </p:nvSpPr>
          <p:spPr>
            <a:xfrm>
              <a:off x="4690196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g2018"/>
            <p:cNvSpPr/>
            <p:nvPr/>
          </p:nvSpPr>
          <p:spPr>
            <a:xfrm>
              <a:off x="470183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g2019"/>
            <p:cNvSpPr/>
            <p:nvPr/>
          </p:nvSpPr>
          <p:spPr>
            <a:xfrm>
              <a:off x="4713470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g2020"/>
            <p:cNvSpPr/>
            <p:nvPr/>
          </p:nvSpPr>
          <p:spPr>
            <a:xfrm>
              <a:off x="4725108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g2021"/>
            <p:cNvSpPr/>
            <p:nvPr/>
          </p:nvSpPr>
          <p:spPr>
            <a:xfrm>
              <a:off x="473674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g2022"/>
            <p:cNvSpPr/>
            <p:nvPr/>
          </p:nvSpPr>
          <p:spPr>
            <a:xfrm>
              <a:off x="4748382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g2023"/>
            <p:cNvSpPr/>
            <p:nvPr/>
          </p:nvSpPr>
          <p:spPr>
            <a:xfrm>
              <a:off x="4760020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g2024"/>
            <p:cNvSpPr/>
            <p:nvPr/>
          </p:nvSpPr>
          <p:spPr>
            <a:xfrm>
              <a:off x="477165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3">
                <a:alpha val="100000"/>
              </a:srgbClr>
            </a:solidFill>
            <a:ln w="5420" cap="flat">
              <a:solidFill>
                <a:srgbClr val="3A34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g2025"/>
            <p:cNvSpPr/>
            <p:nvPr/>
          </p:nvSpPr>
          <p:spPr>
            <a:xfrm>
              <a:off x="4783294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g2026"/>
            <p:cNvSpPr/>
            <p:nvPr/>
          </p:nvSpPr>
          <p:spPr>
            <a:xfrm>
              <a:off x="4794932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g2027"/>
            <p:cNvSpPr/>
            <p:nvPr/>
          </p:nvSpPr>
          <p:spPr>
            <a:xfrm>
              <a:off x="4643646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g2028"/>
            <p:cNvSpPr/>
            <p:nvPr/>
          </p:nvSpPr>
          <p:spPr>
            <a:xfrm>
              <a:off x="4655284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g2029"/>
            <p:cNvSpPr/>
            <p:nvPr/>
          </p:nvSpPr>
          <p:spPr>
            <a:xfrm>
              <a:off x="466692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g2030"/>
            <p:cNvSpPr/>
            <p:nvPr/>
          </p:nvSpPr>
          <p:spPr>
            <a:xfrm>
              <a:off x="4678558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g2031"/>
            <p:cNvSpPr/>
            <p:nvPr/>
          </p:nvSpPr>
          <p:spPr>
            <a:xfrm>
              <a:off x="4690196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g2032"/>
            <p:cNvSpPr/>
            <p:nvPr/>
          </p:nvSpPr>
          <p:spPr>
            <a:xfrm>
              <a:off x="470183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g2033"/>
            <p:cNvSpPr/>
            <p:nvPr/>
          </p:nvSpPr>
          <p:spPr>
            <a:xfrm>
              <a:off x="4713470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g2034"/>
            <p:cNvSpPr/>
            <p:nvPr/>
          </p:nvSpPr>
          <p:spPr>
            <a:xfrm>
              <a:off x="4725108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g2035"/>
            <p:cNvSpPr/>
            <p:nvPr/>
          </p:nvSpPr>
          <p:spPr>
            <a:xfrm>
              <a:off x="473674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g2036"/>
            <p:cNvSpPr/>
            <p:nvPr/>
          </p:nvSpPr>
          <p:spPr>
            <a:xfrm>
              <a:off x="4748382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g2037"/>
            <p:cNvSpPr/>
            <p:nvPr/>
          </p:nvSpPr>
          <p:spPr>
            <a:xfrm>
              <a:off x="4760020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g2038"/>
            <p:cNvSpPr/>
            <p:nvPr/>
          </p:nvSpPr>
          <p:spPr>
            <a:xfrm>
              <a:off x="4771657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g2039"/>
            <p:cNvSpPr/>
            <p:nvPr/>
          </p:nvSpPr>
          <p:spPr>
            <a:xfrm>
              <a:off x="4783294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g2040"/>
            <p:cNvSpPr/>
            <p:nvPr/>
          </p:nvSpPr>
          <p:spPr>
            <a:xfrm>
              <a:off x="4632009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g2041"/>
            <p:cNvSpPr/>
            <p:nvPr/>
          </p:nvSpPr>
          <p:spPr>
            <a:xfrm>
              <a:off x="4643646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g2042"/>
            <p:cNvSpPr/>
            <p:nvPr/>
          </p:nvSpPr>
          <p:spPr>
            <a:xfrm>
              <a:off x="4655284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g2043"/>
            <p:cNvSpPr/>
            <p:nvPr/>
          </p:nvSpPr>
          <p:spPr>
            <a:xfrm>
              <a:off x="466692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g2044"/>
            <p:cNvSpPr/>
            <p:nvPr/>
          </p:nvSpPr>
          <p:spPr>
            <a:xfrm>
              <a:off x="4678558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g2045"/>
            <p:cNvSpPr/>
            <p:nvPr/>
          </p:nvSpPr>
          <p:spPr>
            <a:xfrm>
              <a:off x="4690196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g2046"/>
            <p:cNvSpPr/>
            <p:nvPr/>
          </p:nvSpPr>
          <p:spPr>
            <a:xfrm>
              <a:off x="4701833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g2047"/>
            <p:cNvSpPr/>
            <p:nvPr/>
          </p:nvSpPr>
          <p:spPr>
            <a:xfrm>
              <a:off x="4620372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g2048"/>
            <p:cNvSpPr/>
            <p:nvPr/>
          </p:nvSpPr>
          <p:spPr>
            <a:xfrm>
              <a:off x="4632009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g2049"/>
            <p:cNvSpPr/>
            <p:nvPr/>
          </p:nvSpPr>
          <p:spPr>
            <a:xfrm>
              <a:off x="4643646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g2050"/>
            <p:cNvSpPr/>
            <p:nvPr/>
          </p:nvSpPr>
          <p:spPr>
            <a:xfrm>
              <a:off x="4655284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g2051"/>
            <p:cNvSpPr/>
            <p:nvPr/>
          </p:nvSpPr>
          <p:spPr>
            <a:xfrm>
              <a:off x="466692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g2052"/>
            <p:cNvSpPr/>
            <p:nvPr/>
          </p:nvSpPr>
          <p:spPr>
            <a:xfrm>
              <a:off x="4678558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g2053"/>
            <p:cNvSpPr/>
            <p:nvPr/>
          </p:nvSpPr>
          <p:spPr>
            <a:xfrm>
              <a:off x="4690196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g2054"/>
            <p:cNvSpPr/>
            <p:nvPr/>
          </p:nvSpPr>
          <p:spPr>
            <a:xfrm>
              <a:off x="4608734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g2055"/>
            <p:cNvSpPr/>
            <p:nvPr/>
          </p:nvSpPr>
          <p:spPr>
            <a:xfrm>
              <a:off x="4620372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g2056"/>
            <p:cNvSpPr/>
            <p:nvPr/>
          </p:nvSpPr>
          <p:spPr>
            <a:xfrm>
              <a:off x="463200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g2057"/>
            <p:cNvSpPr/>
            <p:nvPr/>
          </p:nvSpPr>
          <p:spPr>
            <a:xfrm>
              <a:off x="4643646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g2058"/>
            <p:cNvSpPr/>
            <p:nvPr/>
          </p:nvSpPr>
          <p:spPr>
            <a:xfrm>
              <a:off x="4655284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g2059"/>
            <p:cNvSpPr/>
            <p:nvPr/>
          </p:nvSpPr>
          <p:spPr>
            <a:xfrm>
              <a:off x="4666921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g2060"/>
            <p:cNvSpPr/>
            <p:nvPr/>
          </p:nvSpPr>
          <p:spPr>
            <a:xfrm>
              <a:off x="4678558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g2061"/>
            <p:cNvSpPr/>
            <p:nvPr/>
          </p:nvSpPr>
          <p:spPr>
            <a:xfrm>
              <a:off x="4608734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g2062"/>
            <p:cNvSpPr/>
            <p:nvPr/>
          </p:nvSpPr>
          <p:spPr>
            <a:xfrm>
              <a:off x="4620372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g2063"/>
            <p:cNvSpPr/>
            <p:nvPr/>
          </p:nvSpPr>
          <p:spPr>
            <a:xfrm>
              <a:off x="463200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g2064"/>
            <p:cNvSpPr/>
            <p:nvPr/>
          </p:nvSpPr>
          <p:spPr>
            <a:xfrm>
              <a:off x="4643646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g2065"/>
            <p:cNvSpPr/>
            <p:nvPr/>
          </p:nvSpPr>
          <p:spPr>
            <a:xfrm>
              <a:off x="4655284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g2066"/>
            <p:cNvSpPr/>
            <p:nvPr/>
          </p:nvSpPr>
          <p:spPr>
            <a:xfrm>
              <a:off x="4666921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g2067"/>
            <p:cNvSpPr/>
            <p:nvPr/>
          </p:nvSpPr>
          <p:spPr>
            <a:xfrm>
              <a:off x="4585460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g2068"/>
            <p:cNvSpPr/>
            <p:nvPr/>
          </p:nvSpPr>
          <p:spPr>
            <a:xfrm>
              <a:off x="4597097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g2069"/>
            <p:cNvSpPr/>
            <p:nvPr/>
          </p:nvSpPr>
          <p:spPr>
            <a:xfrm>
              <a:off x="4608734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g2070"/>
            <p:cNvSpPr/>
            <p:nvPr/>
          </p:nvSpPr>
          <p:spPr>
            <a:xfrm>
              <a:off x="4620372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g2071"/>
            <p:cNvSpPr/>
            <p:nvPr/>
          </p:nvSpPr>
          <p:spPr>
            <a:xfrm>
              <a:off x="463200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g2072"/>
            <p:cNvSpPr/>
            <p:nvPr/>
          </p:nvSpPr>
          <p:spPr>
            <a:xfrm>
              <a:off x="4643646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g2073"/>
            <p:cNvSpPr/>
            <p:nvPr/>
          </p:nvSpPr>
          <p:spPr>
            <a:xfrm>
              <a:off x="4655284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g2074"/>
            <p:cNvSpPr/>
            <p:nvPr/>
          </p:nvSpPr>
          <p:spPr>
            <a:xfrm>
              <a:off x="4573822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g2075"/>
            <p:cNvSpPr/>
            <p:nvPr/>
          </p:nvSpPr>
          <p:spPr>
            <a:xfrm>
              <a:off x="4585460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g2076"/>
            <p:cNvSpPr/>
            <p:nvPr/>
          </p:nvSpPr>
          <p:spPr>
            <a:xfrm>
              <a:off x="459709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g2077"/>
            <p:cNvSpPr/>
            <p:nvPr/>
          </p:nvSpPr>
          <p:spPr>
            <a:xfrm>
              <a:off x="4608734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g2078"/>
            <p:cNvSpPr/>
            <p:nvPr/>
          </p:nvSpPr>
          <p:spPr>
            <a:xfrm>
              <a:off x="4620372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g2079"/>
            <p:cNvSpPr/>
            <p:nvPr/>
          </p:nvSpPr>
          <p:spPr>
            <a:xfrm>
              <a:off x="463200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g2080"/>
            <p:cNvSpPr/>
            <p:nvPr/>
          </p:nvSpPr>
          <p:spPr>
            <a:xfrm>
              <a:off x="4643646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g2081"/>
            <p:cNvSpPr/>
            <p:nvPr/>
          </p:nvSpPr>
          <p:spPr>
            <a:xfrm>
              <a:off x="4655284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g2082"/>
            <p:cNvSpPr/>
            <p:nvPr/>
          </p:nvSpPr>
          <p:spPr>
            <a:xfrm>
              <a:off x="4550548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g2083"/>
            <p:cNvSpPr/>
            <p:nvPr/>
          </p:nvSpPr>
          <p:spPr>
            <a:xfrm>
              <a:off x="4562185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g2084"/>
            <p:cNvSpPr/>
            <p:nvPr/>
          </p:nvSpPr>
          <p:spPr>
            <a:xfrm>
              <a:off x="4573822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g2085"/>
            <p:cNvSpPr/>
            <p:nvPr/>
          </p:nvSpPr>
          <p:spPr>
            <a:xfrm>
              <a:off x="4585460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g2086"/>
            <p:cNvSpPr/>
            <p:nvPr/>
          </p:nvSpPr>
          <p:spPr>
            <a:xfrm>
              <a:off x="459709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g2087"/>
            <p:cNvSpPr/>
            <p:nvPr/>
          </p:nvSpPr>
          <p:spPr>
            <a:xfrm>
              <a:off x="4608734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g2088"/>
            <p:cNvSpPr/>
            <p:nvPr/>
          </p:nvSpPr>
          <p:spPr>
            <a:xfrm>
              <a:off x="4620372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g2089"/>
            <p:cNvSpPr/>
            <p:nvPr/>
          </p:nvSpPr>
          <p:spPr>
            <a:xfrm>
              <a:off x="4632009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g2090"/>
            <p:cNvSpPr/>
            <p:nvPr/>
          </p:nvSpPr>
          <p:spPr>
            <a:xfrm>
              <a:off x="4643646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g2091"/>
            <p:cNvSpPr/>
            <p:nvPr/>
          </p:nvSpPr>
          <p:spPr>
            <a:xfrm>
              <a:off x="4538910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g2092"/>
            <p:cNvSpPr/>
            <p:nvPr/>
          </p:nvSpPr>
          <p:spPr>
            <a:xfrm>
              <a:off x="4550548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g2093"/>
            <p:cNvSpPr/>
            <p:nvPr/>
          </p:nvSpPr>
          <p:spPr>
            <a:xfrm>
              <a:off x="456218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g2094"/>
            <p:cNvSpPr/>
            <p:nvPr/>
          </p:nvSpPr>
          <p:spPr>
            <a:xfrm>
              <a:off x="4573822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g2095"/>
            <p:cNvSpPr/>
            <p:nvPr/>
          </p:nvSpPr>
          <p:spPr>
            <a:xfrm>
              <a:off x="4585460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g2096"/>
            <p:cNvSpPr/>
            <p:nvPr/>
          </p:nvSpPr>
          <p:spPr>
            <a:xfrm>
              <a:off x="459709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g2097"/>
            <p:cNvSpPr/>
            <p:nvPr/>
          </p:nvSpPr>
          <p:spPr>
            <a:xfrm>
              <a:off x="4608734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g2098"/>
            <p:cNvSpPr/>
            <p:nvPr/>
          </p:nvSpPr>
          <p:spPr>
            <a:xfrm>
              <a:off x="4620372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g2099"/>
            <p:cNvSpPr/>
            <p:nvPr/>
          </p:nvSpPr>
          <p:spPr>
            <a:xfrm>
              <a:off x="4480724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g2100"/>
            <p:cNvSpPr/>
            <p:nvPr/>
          </p:nvSpPr>
          <p:spPr>
            <a:xfrm>
              <a:off x="4492361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g2101"/>
            <p:cNvSpPr/>
            <p:nvPr/>
          </p:nvSpPr>
          <p:spPr>
            <a:xfrm>
              <a:off x="4503998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g2102"/>
            <p:cNvSpPr/>
            <p:nvPr/>
          </p:nvSpPr>
          <p:spPr>
            <a:xfrm>
              <a:off x="4515636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g2103"/>
            <p:cNvSpPr/>
            <p:nvPr/>
          </p:nvSpPr>
          <p:spPr>
            <a:xfrm>
              <a:off x="452727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g2104"/>
            <p:cNvSpPr/>
            <p:nvPr/>
          </p:nvSpPr>
          <p:spPr>
            <a:xfrm>
              <a:off x="4538910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g2105"/>
            <p:cNvSpPr/>
            <p:nvPr/>
          </p:nvSpPr>
          <p:spPr>
            <a:xfrm>
              <a:off x="4550548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g2106"/>
            <p:cNvSpPr/>
            <p:nvPr/>
          </p:nvSpPr>
          <p:spPr>
            <a:xfrm>
              <a:off x="456218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g2107"/>
            <p:cNvSpPr/>
            <p:nvPr/>
          </p:nvSpPr>
          <p:spPr>
            <a:xfrm>
              <a:off x="4573822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g2108"/>
            <p:cNvSpPr/>
            <p:nvPr/>
          </p:nvSpPr>
          <p:spPr>
            <a:xfrm>
              <a:off x="4585460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g2109"/>
            <p:cNvSpPr/>
            <p:nvPr/>
          </p:nvSpPr>
          <p:spPr>
            <a:xfrm>
              <a:off x="4597097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g2110"/>
            <p:cNvSpPr/>
            <p:nvPr/>
          </p:nvSpPr>
          <p:spPr>
            <a:xfrm>
              <a:off x="4608734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g2111"/>
            <p:cNvSpPr/>
            <p:nvPr/>
          </p:nvSpPr>
          <p:spPr>
            <a:xfrm>
              <a:off x="4457449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g2112"/>
            <p:cNvSpPr/>
            <p:nvPr/>
          </p:nvSpPr>
          <p:spPr>
            <a:xfrm>
              <a:off x="4469086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g2113"/>
            <p:cNvSpPr/>
            <p:nvPr/>
          </p:nvSpPr>
          <p:spPr>
            <a:xfrm>
              <a:off x="4480724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g2114"/>
            <p:cNvSpPr/>
            <p:nvPr/>
          </p:nvSpPr>
          <p:spPr>
            <a:xfrm>
              <a:off x="449236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g2115"/>
            <p:cNvSpPr/>
            <p:nvPr/>
          </p:nvSpPr>
          <p:spPr>
            <a:xfrm>
              <a:off x="4503998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g2116"/>
            <p:cNvSpPr/>
            <p:nvPr/>
          </p:nvSpPr>
          <p:spPr>
            <a:xfrm>
              <a:off x="4515636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g2117"/>
            <p:cNvSpPr/>
            <p:nvPr/>
          </p:nvSpPr>
          <p:spPr>
            <a:xfrm>
              <a:off x="452727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g2118"/>
            <p:cNvSpPr/>
            <p:nvPr/>
          </p:nvSpPr>
          <p:spPr>
            <a:xfrm>
              <a:off x="4538910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g2119"/>
            <p:cNvSpPr/>
            <p:nvPr/>
          </p:nvSpPr>
          <p:spPr>
            <a:xfrm>
              <a:off x="4550548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g2120"/>
            <p:cNvSpPr/>
            <p:nvPr/>
          </p:nvSpPr>
          <p:spPr>
            <a:xfrm>
              <a:off x="456218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g2121"/>
            <p:cNvSpPr/>
            <p:nvPr/>
          </p:nvSpPr>
          <p:spPr>
            <a:xfrm>
              <a:off x="4573822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g2122"/>
            <p:cNvSpPr/>
            <p:nvPr/>
          </p:nvSpPr>
          <p:spPr>
            <a:xfrm>
              <a:off x="4585460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g2123"/>
            <p:cNvSpPr/>
            <p:nvPr/>
          </p:nvSpPr>
          <p:spPr>
            <a:xfrm>
              <a:off x="4597097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g2124"/>
            <p:cNvSpPr/>
            <p:nvPr/>
          </p:nvSpPr>
          <p:spPr>
            <a:xfrm>
              <a:off x="4445812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g2125"/>
            <p:cNvSpPr/>
            <p:nvPr/>
          </p:nvSpPr>
          <p:spPr>
            <a:xfrm>
              <a:off x="4457449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g2126"/>
            <p:cNvSpPr/>
            <p:nvPr/>
          </p:nvSpPr>
          <p:spPr>
            <a:xfrm>
              <a:off x="4469086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g2127"/>
            <p:cNvSpPr/>
            <p:nvPr/>
          </p:nvSpPr>
          <p:spPr>
            <a:xfrm>
              <a:off x="4480724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g2128"/>
            <p:cNvSpPr/>
            <p:nvPr/>
          </p:nvSpPr>
          <p:spPr>
            <a:xfrm>
              <a:off x="449236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g2129"/>
            <p:cNvSpPr/>
            <p:nvPr/>
          </p:nvSpPr>
          <p:spPr>
            <a:xfrm>
              <a:off x="4503998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g2130"/>
            <p:cNvSpPr/>
            <p:nvPr/>
          </p:nvSpPr>
          <p:spPr>
            <a:xfrm>
              <a:off x="4515636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g2131"/>
            <p:cNvSpPr/>
            <p:nvPr/>
          </p:nvSpPr>
          <p:spPr>
            <a:xfrm>
              <a:off x="452727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g2132"/>
            <p:cNvSpPr/>
            <p:nvPr/>
          </p:nvSpPr>
          <p:spPr>
            <a:xfrm>
              <a:off x="4538910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g2133"/>
            <p:cNvSpPr/>
            <p:nvPr/>
          </p:nvSpPr>
          <p:spPr>
            <a:xfrm>
              <a:off x="4550548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g2134"/>
            <p:cNvSpPr/>
            <p:nvPr/>
          </p:nvSpPr>
          <p:spPr>
            <a:xfrm>
              <a:off x="4562185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g2135"/>
            <p:cNvSpPr/>
            <p:nvPr/>
          </p:nvSpPr>
          <p:spPr>
            <a:xfrm>
              <a:off x="4573822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g2136"/>
            <p:cNvSpPr/>
            <p:nvPr/>
          </p:nvSpPr>
          <p:spPr>
            <a:xfrm>
              <a:off x="4445812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g2137"/>
            <p:cNvSpPr/>
            <p:nvPr/>
          </p:nvSpPr>
          <p:spPr>
            <a:xfrm>
              <a:off x="4457449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g2138"/>
            <p:cNvSpPr/>
            <p:nvPr/>
          </p:nvSpPr>
          <p:spPr>
            <a:xfrm>
              <a:off x="4469086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g2139"/>
            <p:cNvSpPr/>
            <p:nvPr/>
          </p:nvSpPr>
          <p:spPr>
            <a:xfrm>
              <a:off x="4480724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g2140"/>
            <p:cNvSpPr/>
            <p:nvPr/>
          </p:nvSpPr>
          <p:spPr>
            <a:xfrm>
              <a:off x="449236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g2141"/>
            <p:cNvSpPr/>
            <p:nvPr/>
          </p:nvSpPr>
          <p:spPr>
            <a:xfrm>
              <a:off x="4503998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g2142"/>
            <p:cNvSpPr/>
            <p:nvPr/>
          </p:nvSpPr>
          <p:spPr>
            <a:xfrm>
              <a:off x="4515636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g2143"/>
            <p:cNvSpPr/>
            <p:nvPr/>
          </p:nvSpPr>
          <p:spPr>
            <a:xfrm>
              <a:off x="452727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g2144"/>
            <p:cNvSpPr/>
            <p:nvPr/>
          </p:nvSpPr>
          <p:spPr>
            <a:xfrm>
              <a:off x="4538910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g2145"/>
            <p:cNvSpPr/>
            <p:nvPr/>
          </p:nvSpPr>
          <p:spPr>
            <a:xfrm>
              <a:off x="4550548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g2146"/>
            <p:cNvSpPr/>
            <p:nvPr/>
          </p:nvSpPr>
          <p:spPr>
            <a:xfrm>
              <a:off x="4562185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g2147"/>
            <p:cNvSpPr/>
            <p:nvPr/>
          </p:nvSpPr>
          <p:spPr>
            <a:xfrm>
              <a:off x="4445812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g2148"/>
            <p:cNvSpPr/>
            <p:nvPr/>
          </p:nvSpPr>
          <p:spPr>
            <a:xfrm>
              <a:off x="4457449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g2149"/>
            <p:cNvSpPr/>
            <p:nvPr/>
          </p:nvSpPr>
          <p:spPr>
            <a:xfrm>
              <a:off x="4469086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g2150"/>
            <p:cNvSpPr/>
            <p:nvPr/>
          </p:nvSpPr>
          <p:spPr>
            <a:xfrm>
              <a:off x="4480724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g2151"/>
            <p:cNvSpPr/>
            <p:nvPr/>
          </p:nvSpPr>
          <p:spPr>
            <a:xfrm>
              <a:off x="449236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g2152"/>
            <p:cNvSpPr/>
            <p:nvPr/>
          </p:nvSpPr>
          <p:spPr>
            <a:xfrm>
              <a:off x="4503998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g2153"/>
            <p:cNvSpPr/>
            <p:nvPr/>
          </p:nvSpPr>
          <p:spPr>
            <a:xfrm>
              <a:off x="4515636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g2154"/>
            <p:cNvSpPr/>
            <p:nvPr/>
          </p:nvSpPr>
          <p:spPr>
            <a:xfrm>
              <a:off x="4527273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g2155"/>
            <p:cNvSpPr/>
            <p:nvPr/>
          </p:nvSpPr>
          <p:spPr>
            <a:xfrm>
              <a:off x="4445812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g2156"/>
            <p:cNvSpPr/>
            <p:nvPr/>
          </p:nvSpPr>
          <p:spPr>
            <a:xfrm>
              <a:off x="4457449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g2157"/>
            <p:cNvSpPr/>
            <p:nvPr/>
          </p:nvSpPr>
          <p:spPr>
            <a:xfrm>
              <a:off x="4469086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g2158"/>
            <p:cNvSpPr/>
            <p:nvPr/>
          </p:nvSpPr>
          <p:spPr>
            <a:xfrm>
              <a:off x="4480724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g2159"/>
            <p:cNvSpPr/>
            <p:nvPr/>
          </p:nvSpPr>
          <p:spPr>
            <a:xfrm>
              <a:off x="449236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g2160"/>
            <p:cNvSpPr/>
            <p:nvPr/>
          </p:nvSpPr>
          <p:spPr>
            <a:xfrm>
              <a:off x="4503998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g2161"/>
            <p:cNvSpPr/>
            <p:nvPr/>
          </p:nvSpPr>
          <p:spPr>
            <a:xfrm>
              <a:off x="4515636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g2162"/>
            <p:cNvSpPr/>
            <p:nvPr/>
          </p:nvSpPr>
          <p:spPr>
            <a:xfrm>
              <a:off x="4422537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g2163"/>
            <p:cNvSpPr/>
            <p:nvPr/>
          </p:nvSpPr>
          <p:spPr>
            <a:xfrm>
              <a:off x="4434174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g2164"/>
            <p:cNvSpPr/>
            <p:nvPr/>
          </p:nvSpPr>
          <p:spPr>
            <a:xfrm>
              <a:off x="4445812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g2165"/>
            <p:cNvSpPr/>
            <p:nvPr/>
          </p:nvSpPr>
          <p:spPr>
            <a:xfrm>
              <a:off x="4457449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g2166"/>
            <p:cNvSpPr/>
            <p:nvPr/>
          </p:nvSpPr>
          <p:spPr>
            <a:xfrm>
              <a:off x="4469086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g2167"/>
            <p:cNvSpPr/>
            <p:nvPr/>
          </p:nvSpPr>
          <p:spPr>
            <a:xfrm>
              <a:off x="4480724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g2168"/>
            <p:cNvSpPr/>
            <p:nvPr/>
          </p:nvSpPr>
          <p:spPr>
            <a:xfrm>
              <a:off x="4492361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g2169"/>
            <p:cNvSpPr/>
            <p:nvPr/>
          </p:nvSpPr>
          <p:spPr>
            <a:xfrm>
              <a:off x="4503998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g2170"/>
            <p:cNvSpPr/>
            <p:nvPr/>
          </p:nvSpPr>
          <p:spPr>
            <a:xfrm>
              <a:off x="4422537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g2171"/>
            <p:cNvSpPr/>
            <p:nvPr/>
          </p:nvSpPr>
          <p:spPr>
            <a:xfrm>
              <a:off x="4434174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g2172"/>
            <p:cNvSpPr/>
            <p:nvPr/>
          </p:nvSpPr>
          <p:spPr>
            <a:xfrm>
              <a:off x="4445812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3">
                <a:alpha val="100000"/>
              </a:srgbClr>
            </a:solidFill>
            <a:ln w="5420" cap="flat">
              <a:solidFill>
                <a:srgbClr val="3729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g2173"/>
            <p:cNvSpPr/>
            <p:nvPr/>
          </p:nvSpPr>
          <p:spPr>
            <a:xfrm>
              <a:off x="4457449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g2174"/>
            <p:cNvSpPr/>
            <p:nvPr/>
          </p:nvSpPr>
          <p:spPr>
            <a:xfrm>
              <a:off x="4469086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g2175"/>
            <p:cNvSpPr/>
            <p:nvPr/>
          </p:nvSpPr>
          <p:spPr>
            <a:xfrm>
              <a:off x="4480724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g2176"/>
            <p:cNvSpPr/>
            <p:nvPr/>
          </p:nvSpPr>
          <p:spPr>
            <a:xfrm>
              <a:off x="4492361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g2177"/>
            <p:cNvSpPr/>
            <p:nvPr/>
          </p:nvSpPr>
          <p:spPr>
            <a:xfrm>
              <a:off x="4410900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g2178"/>
            <p:cNvSpPr/>
            <p:nvPr/>
          </p:nvSpPr>
          <p:spPr>
            <a:xfrm>
              <a:off x="4422537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g2179"/>
            <p:cNvSpPr/>
            <p:nvPr/>
          </p:nvSpPr>
          <p:spPr>
            <a:xfrm>
              <a:off x="4434174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g2180"/>
            <p:cNvSpPr/>
            <p:nvPr/>
          </p:nvSpPr>
          <p:spPr>
            <a:xfrm>
              <a:off x="4445812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g2181"/>
            <p:cNvSpPr/>
            <p:nvPr/>
          </p:nvSpPr>
          <p:spPr>
            <a:xfrm>
              <a:off x="4457449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g2182"/>
            <p:cNvSpPr/>
            <p:nvPr/>
          </p:nvSpPr>
          <p:spPr>
            <a:xfrm>
              <a:off x="4469086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g2183"/>
            <p:cNvSpPr/>
            <p:nvPr/>
          </p:nvSpPr>
          <p:spPr>
            <a:xfrm>
              <a:off x="4480724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g2184"/>
            <p:cNvSpPr/>
            <p:nvPr/>
          </p:nvSpPr>
          <p:spPr>
            <a:xfrm>
              <a:off x="4410900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C">
                <a:alpha val="100000"/>
              </a:srgbClr>
            </a:solidFill>
            <a:ln w="5420" cap="flat">
              <a:solidFill>
                <a:srgbClr val="392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g2185"/>
            <p:cNvSpPr/>
            <p:nvPr/>
          </p:nvSpPr>
          <p:spPr>
            <a:xfrm>
              <a:off x="4422537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g2186"/>
            <p:cNvSpPr/>
            <p:nvPr/>
          </p:nvSpPr>
          <p:spPr>
            <a:xfrm>
              <a:off x="4434174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g2187"/>
            <p:cNvSpPr/>
            <p:nvPr/>
          </p:nvSpPr>
          <p:spPr>
            <a:xfrm>
              <a:off x="4445812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g2188"/>
            <p:cNvSpPr/>
            <p:nvPr/>
          </p:nvSpPr>
          <p:spPr>
            <a:xfrm>
              <a:off x="4457449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g2189"/>
            <p:cNvSpPr/>
            <p:nvPr/>
          </p:nvSpPr>
          <p:spPr>
            <a:xfrm>
              <a:off x="4469086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g2190"/>
            <p:cNvSpPr/>
            <p:nvPr/>
          </p:nvSpPr>
          <p:spPr>
            <a:xfrm>
              <a:off x="4399262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g2191"/>
            <p:cNvSpPr/>
            <p:nvPr/>
          </p:nvSpPr>
          <p:spPr>
            <a:xfrm>
              <a:off x="4410900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g2192"/>
            <p:cNvSpPr/>
            <p:nvPr/>
          </p:nvSpPr>
          <p:spPr>
            <a:xfrm>
              <a:off x="4422537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g2193"/>
            <p:cNvSpPr/>
            <p:nvPr/>
          </p:nvSpPr>
          <p:spPr>
            <a:xfrm>
              <a:off x="4434174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g2194"/>
            <p:cNvSpPr/>
            <p:nvPr/>
          </p:nvSpPr>
          <p:spPr>
            <a:xfrm>
              <a:off x="4445812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g2195"/>
            <p:cNvSpPr/>
            <p:nvPr/>
          </p:nvSpPr>
          <p:spPr>
            <a:xfrm>
              <a:off x="4457449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g2196"/>
            <p:cNvSpPr/>
            <p:nvPr/>
          </p:nvSpPr>
          <p:spPr>
            <a:xfrm>
              <a:off x="4399262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g2197"/>
            <p:cNvSpPr/>
            <p:nvPr/>
          </p:nvSpPr>
          <p:spPr>
            <a:xfrm>
              <a:off x="4410900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g2198"/>
            <p:cNvSpPr/>
            <p:nvPr/>
          </p:nvSpPr>
          <p:spPr>
            <a:xfrm>
              <a:off x="4422537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g2199"/>
            <p:cNvSpPr/>
            <p:nvPr/>
          </p:nvSpPr>
          <p:spPr>
            <a:xfrm>
              <a:off x="4434174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E">
                <a:alpha val="100000"/>
              </a:srgbClr>
            </a:solidFill>
            <a:ln w="5420" cap="flat">
              <a:solidFill>
                <a:srgbClr val="3A32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g2200"/>
            <p:cNvSpPr/>
            <p:nvPr/>
          </p:nvSpPr>
          <p:spPr>
            <a:xfrm>
              <a:off x="4445812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g2201"/>
            <p:cNvSpPr/>
            <p:nvPr/>
          </p:nvSpPr>
          <p:spPr>
            <a:xfrm>
              <a:off x="4387625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g2202"/>
            <p:cNvSpPr/>
            <p:nvPr/>
          </p:nvSpPr>
          <p:spPr>
            <a:xfrm>
              <a:off x="4399262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g2203"/>
            <p:cNvSpPr/>
            <p:nvPr/>
          </p:nvSpPr>
          <p:spPr>
            <a:xfrm>
              <a:off x="441090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g2204"/>
            <p:cNvSpPr/>
            <p:nvPr/>
          </p:nvSpPr>
          <p:spPr>
            <a:xfrm>
              <a:off x="4422537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g2205"/>
            <p:cNvSpPr/>
            <p:nvPr/>
          </p:nvSpPr>
          <p:spPr>
            <a:xfrm>
              <a:off x="4434174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g2206"/>
            <p:cNvSpPr/>
            <p:nvPr/>
          </p:nvSpPr>
          <p:spPr>
            <a:xfrm>
              <a:off x="4445812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g2207"/>
            <p:cNvSpPr/>
            <p:nvPr/>
          </p:nvSpPr>
          <p:spPr>
            <a:xfrm>
              <a:off x="4387625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g2208"/>
            <p:cNvSpPr/>
            <p:nvPr/>
          </p:nvSpPr>
          <p:spPr>
            <a:xfrm>
              <a:off x="4399262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g2209"/>
            <p:cNvSpPr/>
            <p:nvPr/>
          </p:nvSpPr>
          <p:spPr>
            <a:xfrm>
              <a:off x="441090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g2210"/>
            <p:cNvSpPr/>
            <p:nvPr/>
          </p:nvSpPr>
          <p:spPr>
            <a:xfrm>
              <a:off x="4422537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g2211"/>
            <p:cNvSpPr/>
            <p:nvPr/>
          </p:nvSpPr>
          <p:spPr>
            <a:xfrm>
              <a:off x="4434174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g2212"/>
            <p:cNvSpPr/>
            <p:nvPr/>
          </p:nvSpPr>
          <p:spPr>
            <a:xfrm>
              <a:off x="4375988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g2213"/>
            <p:cNvSpPr/>
            <p:nvPr/>
          </p:nvSpPr>
          <p:spPr>
            <a:xfrm>
              <a:off x="4387625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g2214"/>
            <p:cNvSpPr/>
            <p:nvPr/>
          </p:nvSpPr>
          <p:spPr>
            <a:xfrm>
              <a:off x="4399262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g2215"/>
            <p:cNvSpPr/>
            <p:nvPr/>
          </p:nvSpPr>
          <p:spPr>
            <a:xfrm>
              <a:off x="441090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g2216"/>
            <p:cNvSpPr/>
            <p:nvPr/>
          </p:nvSpPr>
          <p:spPr>
            <a:xfrm>
              <a:off x="4422537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g2217"/>
            <p:cNvSpPr/>
            <p:nvPr/>
          </p:nvSpPr>
          <p:spPr>
            <a:xfrm>
              <a:off x="4434174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g2218"/>
            <p:cNvSpPr/>
            <p:nvPr/>
          </p:nvSpPr>
          <p:spPr>
            <a:xfrm>
              <a:off x="4375988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g2219"/>
            <p:cNvSpPr/>
            <p:nvPr/>
          </p:nvSpPr>
          <p:spPr>
            <a:xfrm>
              <a:off x="4387625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g2220"/>
            <p:cNvSpPr/>
            <p:nvPr/>
          </p:nvSpPr>
          <p:spPr>
            <a:xfrm>
              <a:off x="4399262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g2221"/>
            <p:cNvSpPr/>
            <p:nvPr/>
          </p:nvSpPr>
          <p:spPr>
            <a:xfrm>
              <a:off x="441090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g2222"/>
            <p:cNvSpPr/>
            <p:nvPr/>
          </p:nvSpPr>
          <p:spPr>
            <a:xfrm>
              <a:off x="4422537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g2223"/>
            <p:cNvSpPr/>
            <p:nvPr/>
          </p:nvSpPr>
          <p:spPr>
            <a:xfrm>
              <a:off x="4434174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g2224"/>
            <p:cNvSpPr/>
            <p:nvPr/>
          </p:nvSpPr>
          <p:spPr>
            <a:xfrm>
              <a:off x="4375988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g2225"/>
            <p:cNvSpPr/>
            <p:nvPr/>
          </p:nvSpPr>
          <p:spPr>
            <a:xfrm>
              <a:off x="4387625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g2226"/>
            <p:cNvSpPr/>
            <p:nvPr/>
          </p:nvSpPr>
          <p:spPr>
            <a:xfrm>
              <a:off x="4399262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g2227"/>
            <p:cNvSpPr/>
            <p:nvPr/>
          </p:nvSpPr>
          <p:spPr>
            <a:xfrm>
              <a:off x="4410900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g2228"/>
            <p:cNvSpPr/>
            <p:nvPr/>
          </p:nvSpPr>
          <p:spPr>
            <a:xfrm>
              <a:off x="4422537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g2229"/>
            <p:cNvSpPr/>
            <p:nvPr/>
          </p:nvSpPr>
          <p:spPr>
            <a:xfrm>
              <a:off x="368938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g2230"/>
            <p:cNvSpPr/>
            <p:nvPr/>
          </p:nvSpPr>
          <p:spPr>
            <a:xfrm>
              <a:off x="3701023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g2231"/>
            <p:cNvSpPr/>
            <p:nvPr/>
          </p:nvSpPr>
          <p:spPr>
            <a:xfrm>
              <a:off x="371266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g2232"/>
            <p:cNvSpPr/>
            <p:nvPr/>
          </p:nvSpPr>
          <p:spPr>
            <a:xfrm>
              <a:off x="3724297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g2233"/>
            <p:cNvSpPr/>
            <p:nvPr/>
          </p:nvSpPr>
          <p:spPr>
            <a:xfrm>
              <a:off x="437598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g2234"/>
            <p:cNvSpPr/>
            <p:nvPr/>
          </p:nvSpPr>
          <p:spPr>
            <a:xfrm>
              <a:off x="438762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g2235"/>
            <p:cNvSpPr/>
            <p:nvPr/>
          </p:nvSpPr>
          <p:spPr>
            <a:xfrm>
              <a:off x="4399262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g2236"/>
            <p:cNvSpPr/>
            <p:nvPr/>
          </p:nvSpPr>
          <p:spPr>
            <a:xfrm>
              <a:off x="441090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g2237"/>
            <p:cNvSpPr/>
            <p:nvPr/>
          </p:nvSpPr>
          <p:spPr>
            <a:xfrm>
              <a:off x="368938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g2238"/>
            <p:cNvSpPr/>
            <p:nvPr/>
          </p:nvSpPr>
          <p:spPr>
            <a:xfrm>
              <a:off x="3701023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g2239"/>
            <p:cNvSpPr/>
            <p:nvPr/>
          </p:nvSpPr>
          <p:spPr>
            <a:xfrm>
              <a:off x="371266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g2240"/>
            <p:cNvSpPr/>
            <p:nvPr/>
          </p:nvSpPr>
          <p:spPr>
            <a:xfrm>
              <a:off x="3724297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g2241"/>
            <p:cNvSpPr/>
            <p:nvPr/>
          </p:nvSpPr>
          <p:spPr>
            <a:xfrm>
              <a:off x="373593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g2242"/>
            <p:cNvSpPr/>
            <p:nvPr/>
          </p:nvSpPr>
          <p:spPr>
            <a:xfrm>
              <a:off x="3782484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g2243"/>
            <p:cNvSpPr/>
            <p:nvPr/>
          </p:nvSpPr>
          <p:spPr>
            <a:xfrm>
              <a:off x="3794121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g2244"/>
            <p:cNvSpPr/>
            <p:nvPr/>
          </p:nvSpPr>
          <p:spPr>
            <a:xfrm>
              <a:off x="3805759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g2245"/>
            <p:cNvSpPr/>
            <p:nvPr/>
          </p:nvSpPr>
          <p:spPr>
            <a:xfrm>
              <a:off x="3817396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g2246"/>
            <p:cNvSpPr/>
            <p:nvPr/>
          </p:nvSpPr>
          <p:spPr>
            <a:xfrm>
              <a:off x="3829033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g2247"/>
            <p:cNvSpPr/>
            <p:nvPr/>
          </p:nvSpPr>
          <p:spPr>
            <a:xfrm>
              <a:off x="437598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g2248"/>
            <p:cNvSpPr/>
            <p:nvPr/>
          </p:nvSpPr>
          <p:spPr>
            <a:xfrm>
              <a:off x="438762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g2249"/>
            <p:cNvSpPr/>
            <p:nvPr/>
          </p:nvSpPr>
          <p:spPr>
            <a:xfrm>
              <a:off x="439926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g2250"/>
            <p:cNvSpPr/>
            <p:nvPr/>
          </p:nvSpPr>
          <p:spPr>
            <a:xfrm>
              <a:off x="441090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g2251"/>
            <p:cNvSpPr/>
            <p:nvPr/>
          </p:nvSpPr>
          <p:spPr>
            <a:xfrm>
              <a:off x="4422537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g2252"/>
            <p:cNvSpPr/>
            <p:nvPr/>
          </p:nvSpPr>
          <p:spPr>
            <a:xfrm>
              <a:off x="3607924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g2253"/>
            <p:cNvSpPr/>
            <p:nvPr/>
          </p:nvSpPr>
          <p:spPr>
            <a:xfrm>
              <a:off x="361956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g2254"/>
            <p:cNvSpPr/>
            <p:nvPr/>
          </p:nvSpPr>
          <p:spPr>
            <a:xfrm>
              <a:off x="367774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g2255"/>
            <p:cNvSpPr/>
            <p:nvPr/>
          </p:nvSpPr>
          <p:spPr>
            <a:xfrm>
              <a:off x="368938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g2256"/>
            <p:cNvSpPr/>
            <p:nvPr/>
          </p:nvSpPr>
          <p:spPr>
            <a:xfrm>
              <a:off x="370102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g2257"/>
            <p:cNvSpPr/>
            <p:nvPr/>
          </p:nvSpPr>
          <p:spPr>
            <a:xfrm>
              <a:off x="371266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g2258"/>
            <p:cNvSpPr/>
            <p:nvPr/>
          </p:nvSpPr>
          <p:spPr>
            <a:xfrm>
              <a:off x="3724297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g2259"/>
            <p:cNvSpPr/>
            <p:nvPr/>
          </p:nvSpPr>
          <p:spPr>
            <a:xfrm>
              <a:off x="373593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g2260"/>
            <p:cNvSpPr/>
            <p:nvPr/>
          </p:nvSpPr>
          <p:spPr>
            <a:xfrm>
              <a:off x="3782484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g2261"/>
            <p:cNvSpPr/>
            <p:nvPr/>
          </p:nvSpPr>
          <p:spPr>
            <a:xfrm>
              <a:off x="379412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g2262"/>
            <p:cNvSpPr/>
            <p:nvPr/>
          </p:nvSpPr>
          <p:spPr>
            <a:xfrm>
              <a:off x="380575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g2263"/>
            <p:cNvSpPr/>
            <p:nvPr/>
          </p:nvSpPr>
          <p:spPr>
            <a:xfrm>
              <a:off x="381739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g2264"/>
            <p:cNvSpPr/>
            <p:nvPr/>
          </p:nvSpPr>
          <p:spPr>
            <a:xfrm>
              <a:off x="382903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g2265"/>
            <p:cNvSpPr/>
            <p:nvPr/>
          </p:nvSpPr>
          <p:spPr>
            <a:xfrm>
              <a:off x="384067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g2266"/>
            <p:cNvSpPr/>
            <p:nvPr/>
          </p:nvSpPr>
          <p:spPr>
            <a:xfrm>
              <a:off x="385230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g2267"/>
            <p:cNvSpPr/>
            <p:nvPr/>
          </p:nvSpPr>
          <p:spPr>
            <a:xfrm>
              <a:off x="386394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g2268"/>
            <p:cNvSpPr/>
            <p:nvPr/>
          </p:nvSpPr>
          <p:spPr>
            <a:xfrm>
              <a:off x="387558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g2269"/>
            <p:cNvSpPr/>
            <p:nvPr/>
          </p:nvSpPr>
          <p:spPr>
            <a:xfrm>
              <a:off x="388722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g2270"/>
            <p:cNvSpPr/>
            <p:nvPr/>
          </p:nvSpPr>
          <p:spPr>
            <a:xfrm>
              <a:off x="3898857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g2271"/>
            <p:cNvSpPr/>
            <p:nvPr/>
          </p:nvSpPr>
          <p:spPr>
            <a:xfrm>
              <a:off x="391049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g2272"/>
            <p:cNvSpPr/>
            <p:nvPr/>
          </p:nvSpPr>
          <p:spPr>
            <a:xfrm>
              <a:off x="437598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D">
                <a:alpha val="100000"/>
              </a:srgbClr>
            </a:solidFill>
            <a:ln w="5420" cap="flat">
              <a:solidFill>
                <a:srgbClr val="3427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g2273"/>
            <p:cNvSpPr/>
            <p:nvPr/>
          </p:nvSpPr>
          <p:spPr>
            <a:xfrm>
              <a:off x="438762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3264A">
                <a:alpha val="100000"/>
              </a:srgbClr>
            </a:solidFill>
            <a:ln w="5420" cap="flat">
              <a:solidFill>
                <a:srgbClr val="332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g2274"/>
            <p:cNvSpPr/>
            <p:nvPr/>
          </p:nvSpPr>
          <p:spPr>
            <a:xfrm>
              <a:off x="439926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22549">
                <a:alpha val="100000"/>
              </a:srgbClr>
            </a:solidFill>
            <a:ln w="5420" cap="flat">
              <a:solidFill>
                <a:srgbClr val="322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g2275"/>
            <p:cNvSpPr/>
            <p:nvPr/>
          </p:nvSpPr>
          <p:spPr>
            <a:xfrm>
              <a:off x="441090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22549">
                <a:alpha val="100000"/>
              </a:srgbClr>
            </a:solidFill>
            <a:ln w="5420" cap="flat">
              <a:solidFill>
                <a:srgbClr val="322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g2276"/>
            <p:cNvSpPr/>
            <p:nvPr/>
          </p:nvSpPr>
          <p:spPr>
            <a:xfrm>
              <a:off x="4422537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3264B">
                <a:alpha val="100000"/>
              </a:srgbClr>
            </a:solidFill>
            <a:ln w="5420" cap="flat">
              <a:solidFill>
                <a:srgbClr val="332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g2277"/>
            <p:cNvSpPr/>
            <p:nvPr/>
          </p:nvSpPr>
          <p:spPr>
            <a:xfrm>
              <a:off x="345663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g2278"/>
            <p:cNvSpPr/>
            <p:nvPr/>
          </p:nvSpPr>
          <p:spPr>
            <a:xfrm>
              <a:off x="346827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g2279"/>
            <p:cNvSpPr/>
            <p:nvPr/>
          </p:nvSpPr>
          <p:spPr>
            <a:xfrm>
              <a:off x="347991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g2280"/>
            <p:cNvSpPr/>
            <p:nvPr/>
          </p:nvSpPr>
          <p:spPr>
            <a:xfrm>
              <a:off x="349155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g2281"/>
            <p:cNvSpPr/>
            <p:nvPr/>
          </p:nvSpPr>
          <p:spPr>
            <a:xfrm>
              <a:off x="350318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g2282"/>
            <p:cNvSpPr/>
            <p:nvPr/>
          </p:nvSpPr>
          <p:spPr>
            <a:xfrm>
              <a:off x="356137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g2283"/>
            <p:cNvSpPr/>
            <p:nvPr/>
          </p:nvSpPr>
          <p:spPr>
            <a:xfrm>
              <a:off x="357301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g2284"/>
            <p:cNvSpPr/>
            <p:nvPr/>
          </p:nvSpPr>
          <p:spPr>
            <a:xfrm>
              <a:off x="358464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g2285"/>
            <p:cNvSpPr/>
            <p:nvPr/>
          </p:nvSpPr>
          <p:spPr>
            <a:xfrm>
              <a:off x="359628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g2286"/>
            <p:cNvSpPr/>
            <p:nvPr/>
          </p:nvSpPr>
          <p:spPr>
            <a:xfrm>
              <a:off x="360792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g2287"/>
            <p:cNvSpPr/>
            <p:nvPr/>
          </p:nvSpPr>
          <p:spPr>
            <a:xfrm>
              <a:off x="361956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g2288"/>
            <p:cNvSpPr/>
            <p:nvPr/>
          </p:nvSpPr>
          <p:spPr>
            <a:xfrm>
              <a:off x="363119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g2289"/>
            <p:cNvSpPr/>
            <p:nvPr/>
          </p:nvSpPr>
          <p:spPr>
            <a:xfrm>
              <a:off x="364283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g2290"/>
            <p:cNvSpPr/>
            <p:nvPr/>
          </p:nvSpPr>
          <p:spPr>
            <a:xfrm>
              <a:off x="365447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g2291"/>
            <p:cNvSpPr/>
            <p:nvPr/>
          </p:nvSpPr>
          <p:spPr>
            <a:xfrm>
              <a:off x="366611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g2292"/>
            <p:cNvSpPr/>
            <p:nvPr/>
          </p:nvSpPr>
          <p:spPr>
            <a:xfrm>
              <a:off x="367774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g2293"/>
            <p:cNvSpPr/>
            <p:nvPr/>
          </p:nvSpPr>
          <p:spPr>
            <a:xfrm>
              <a:off x="368938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g2294"/>
            <p:cNvSpPr/>
            <p:nvPr/>
          </p:nvSpPr>
          <p:spPr>
            <a:xfrm>
              <a:off x="370102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g2295"/>
            <p:cNvSpPr/>
            <p:nvPr/>
          </p:nvSpPr>
          <p:spPr>
            <a:xfrm>
              <a:off x="371266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g2296"/>
            <p:cNvSpPr/>
            <p:nvPr/>
          </p:nvSpPr>
          <p:spPr>
            <a:xfrm>
              <a:off x="372429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g2297"/>
            <p:cNvSpPr/>
            <p:nvPr/>
          </p:nvSpPr>
          <p:spPr>
            <a:xfrm>
              <a:off x="373593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g2298"/>
            <p:cNvSpPr/>
            <p:nvPr/>
          </p:nvSpPr>
          <p:spPr>
            <a:xfrm>
              <a:off x="374757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g2299"/>
            <p:cNvSpPr/>
            <p:nvPr/>
          </p:nvSpPr>
          <p:spPr>
            <a:xfrm>
              <a:off x="375920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g2300"/>
            <p:cNvSpPr/>
            <p:nvPr/>
          </p:nvSpPr>
          <p:spPr>
            <a:xfrm>
              <a:off x="377084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g2301"/>
            <p:cNvSpPr/>
            <p:nvPr/>
          </p:nvSpPr>
          <p:spPr>
            <a:xfrm>
              <a:off x="378248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g2302"/>
            <p:cNvSpPr/>
            <p:nvPr/>
          </p:nvSpPr>
          <p:spPr>
            <a:xfrm>
              <a:off x="379412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g2303"/>
            <p:cNvSpPr/>
            <p:nvPr/>
          </p:nvSpPr>
          <p:spPr>
            <a:xfrm>
              <a:off x="380575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g2304"/>
            <p:cNvSpPr/>
            <p:nvPr/>
          </p:nvSpPr>
          <p:spPr>
            <a:xfrm>
              <a:off x="381739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g2305"/>
            <p:cNvSpPr/>
            <p:nvPr/>
          </p:nvSpPr>
          <p:spPr>
            <a:xfrm>
              <a:off x="382903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g2306"/>
            <p:cNvSpPr/>
            <p:nvPr/>
          </p:nvSpPr>
          <p:spPr>
            <a:xfrm>
              <a:off x="384067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g2307"/>
            <p:cNvSpPr/>
            <p:nvPr/>
          </p:nvSpPr>
          <p:spPr>
            <a:xfrm>
              <a:off x="385230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g2308"/>
            <p:cNvSpPr/>
            <p:nvPr/>
          </p:nvSpPr>
          <p:spPr>
            <a:xfrm>
              <a:off x="386394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g2309"/>
            <p:cNvSpPr/>
            <p:nvPr/>
          </p:nvSpPr>
          <p:spPr>
            <a:xfrm>
              <a:off x="387558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g2310"/>
            <p:cNvSpPr/>
            <p:nvPr/>
          </p:nvSpPr>
          <p:spPr>
            <a:xfrm>
              <a:off x="388722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g2311"/>
            <p:cNvSpPr/>
            <p:nvPr/>
          </p:nvSpPr>
          <p:spPr>
            <a:xfrm>
              <a:off x="389885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g2312"/>
            <p:cNvSpPr/>
            <p:nvPr/>
          </p:nvSpPr>
          <p:spPr>
            <a:xfrm>
              <a:off x="391049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g2313"/>
            <p:cNvSpPr/>
            <p:nvPr/>
          </p:nvSpPr>
          <p:spPr>
            <a:xfrm>
              <a:off x="392213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g2314"/>
            <p:cNvSpPr/>
            <p:nvPr/>
          </p:nvSpPr>
          <p:spPr>
            <a:xfrm>
              <a:off x="395704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g2315"/>
            <p:cNvSpPr/>
            <p:nvPr/>
          </p:nvSpPr>
          <p:spPr>
            <a:xfrm>
              <a:off x="437598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2264A">
                <a:alpha val="100000"/>
              </a:srgbClr>
            </a:solidFill>
            <a:ln w="5420" cap="flat">
              <a:solidFill>
                <a:srgbClr val="322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g2316"/>
            <p:cNvSpPr/>
            <p:nvPr/>
          </p:nvSpPr>
          <p:spPr>
            <a:xfrm>
              <a:off x="438762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547">
                <a:alpha val="100000"/>
              </a:srgbClr>
            </a:solidFill>
            <a:ln w="5420" cap="flat">
              <a:solidFill>
                <a:srgbClr val="3125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g2317"/>
            <p:cNvSpPr/>
            <p:nvPr/>
          </p:nvSpPr>
          <p:spPr>
            <a:xfrm>
              <a:off x="439926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02446">
                <a:alpha val="100000"/>
              </a:srgbClr>
            </a:solidFill>
            <a:ln w="5420" cap="flat">
              <a:solidFill>
                <a:srgbClr val="3024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g2318"/>
            <p:cNvSpPr/>
            <p:nvPr/>
          </p:nvSpPr>
          <p:spPr>
            <a:xfrm>
              <a:off x="441090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02446">
                <a:alpha val="100000"/>
              </a:srgbClr>
            </a:solidFill>
            <a:ln w="5420" cap="flat">
              <a:solidFill>
                <a:srgbClr val="3024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g2319"/>
            <p:cNvSpPr/>
            <p:nvPr/>
          </p:nvSpPr>
          <p:spPr>
            <a:xfrm>
              <a:off x="442253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22548">
                <a:alpha val="100000"/>
              </a:srgbClr>
            </a:solidFill>
            <a:ln w="5420" cap="flat">
              <a:solidFill>
                <a:srgbClr val="3225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g2320"/>
            <p:cNvSpPr/>
            <p:nvPr/>
          </p:nvSpPr>
          <p:spPr>
            <a:xfrm>
              <a:off x="344500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g2321"/>
            <p:cNvSpPr/>
            <p:nvPr/>
          </p:nvSpPr>
          <p:spPr>
            <a:xfrm>
              <a:off x="345663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g2322"/>
            <p:cNvSpPr/>
            <p:nvPr/>
          </p:nvSpPr>
          <p:spPr>
            <a:xfrm>
              <a:off x="346827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g2323"/>
            <p:cNvSpPr/>
            <p:nvPr/>
          </p:nvSpPr>
          <p:spPr>
            <a:xfrm>
              <a:off x="347991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g2324"/>
            <p:cNvSpPr/>
            <p:nvPr/>
          </p:nvSpPr>
          <p:spPr>
            <a:xfrm>
              <a:off x="349155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g2325"/>
            <p:cNvSpPr/>
            <p:nvPr/>
          </p:nvSpPr>
          <p:spPr>
            <a:xfrm>
              <a:off x="350318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g2326"/>
            <p:cNvSpPr/>
            <p:nvPr/>
          </p:nvSpPr>
          <p:spPr>
            <a:xfrm>
              <a:off x="351482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g2327"/>
            <p:cNvSpPr/>
            <p:nvPr/>
          </p:nvSpPr>
          <p:spPr>
            <a:xfrm>
              <a:off x="352646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g2328"/>
            <p:cNvSpPr/>
            <p:nvPr/>
          </p:nvSpPr>
          <p:spPr>
            <a:xfrm>
              <a:off x="353810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g2329"/>
            <p:cNvSpPr/>
            <p:nvPr/>
          </p:nvSpPr>
          <p:spPr>
            <a:xfrm>
              <a:off x="354973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g2330"/>
            <p:cNvSpPr/>
            <p:nvPr/>
          </p:nvSpPr>
          <p:spPr>
            <a:xfrm>
              <a:off x="356137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g2331"/>
            <p:cNvSpPr/>
            <p:nvPr/>
          </p:nvSpPr>
          <p:spPr>
            <a:xfrm>
              <a:off x="357301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g2332"/>
            <p:cNvSpPr/>
            <p:nvPr/>
          </p:nvSpPr>
          <p:spPr>
            <a:xfrm>
              <a:off x="358464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g2333"/>
            <p:cNvSpPr/>
            <p:nvPr/>
          </p:nvSpPr>
          <p:spPr>
            <a:xfrm>
              <a:off x="359628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g2334"/>
            <p:cNvSpPr/>
            <p:nvPr/>
          </p:nvSpPr>
          <p:spPr>
            <a:xfrm>
              <a:off x="360792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g2335"/>
            <p:cNvSpPr/>
            <p:nvPr/>
          </p:nvSpPr>
          <p:spPr>
            <a:xfrm>
              <a:off x="361956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g2336"/>
            <p:cNvSpPr/>
            <p:nvPr/>
          </p:nvSpPr>
          <p:spPr>
            <a:xfrm>
              <a:off x="363119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g2337"/>
            <p:cNvSpPr/>
            <p:nvPr/>
          </p:nvSpPr>
          <p:spPr>
            <a:xfrm>
              <a:off x="364283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g2338"/>
            <p:cNvSpPr/>
            <p:nvPr/>
          </p:nvSpPr>
          <p:spPr>
            <a:xfrm>
              <a:off x="365447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g2339"/>
            <p:cNvSpPr/>
            <p:nvPr/>
          </p:nvSpPr>
          <p:spPr>
            <a:xfrm>
              <a:off x="366611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g2340"/>
            <p:cNvSpPr/>
            <p:nvPr/>
          </p:nvSpPr>
          <p:spPr>
            <a:xfrm>
              <a:off x="367774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g2341"/>
            <p:cNvSpPr/>
            <p:nvPr/>
          </p:nvSpPr>
          <p:spPr>
            <a:xfrm>
              <a:off x="368938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g2342"/>
            <p:cNvSpPr/>
            <p:nvPr/>
          </p:nvSpPr>
          <p:spPr>
            <a:xfrm>
              <a:off x="370102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g2343"/>
            <p:cNvSpPr/>
            <p:nvPr/>
          </p:nvSpPr>
          <p:spPr>
            <a:xfrm>
              <a:off x="371266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g2344"/>
            <p:cNvSpPr/>
            <p:nvPr/>
          </p:nvSpPr>
          <p:spPr>
            <a:xfrm>
              <a:off x="372429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g2345"/>
            <p:cNvSpPr/>
            <p:nvPr/>
          </p:nvSpPr>
          <p:spPr>
            <a:xfrm>
              <a:off x="373593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g2346"/>
            <p:cNvSpPr/>
            <p:nvPr/>
          </p:nvSpPr>
          <p:spPr>
            <a:xfrm>
              <a:off x="374757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g2347"/>
            <p:cNvSpPr/>
            <p:nvPr/>
          </p:nvSpPr>
          <p:spPr>
            <a:xfrm>
              <a:off x="375920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g2348"/>
            <p:cNvSpPr/>
            <p:nvPr/>
          </p:nvSpPr>
          <p:spPr>
            <a:xfrm>
              <a:off x="377084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g2349"/>
            <p:cNvSpPr/>
            <p:nvPr/>
          </p:nvSpPr>
          <p:spPr>
            <a:xfrm>
              <a:off x="378248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g2350"/>
            <p:cNvSpPr/>
            <p:nvPr/>
          </p:nvSpPr>
          <p:spPr>
            <a:xfrm>
              <a:off x="379412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g2351"/>
            <p:cNvSpPr/>
            <p:nvPr/>
          </p:nvSpPr>
          <p:spPr>
            <a:xfrm>
              <a:off x="380575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g2352"/>
            <p:cNvSpPr/>
            <p:nvPr/>
          </p:nvSpPr>
          <p:spPr>
            <a:xfrm>
              <a:off x="381739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g2353"/>
            <p:cNvSpPr/>
            <p:nvPr/>
          </p:nvSpPr>
          <p:spPr>
            <a:xfrm>
              <a:off x="382903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g2354"/>
            <p:cNvSpPr/>
            <p:nvPr/>
          </p:nvSpPr>
          <p:spPr>
            <a:xfrm>
              <a:off x="384067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g2355"/>
            <p:cNvSpPr/>
            <p:nvPr/>
          </p:nvSpPr>
          <p:spPr>
            <a:xfrm>
              <a:off x="385230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g2356"/>
            <p:cNvSpPr/>
            <p:nvPr/>
          </p:nvSpPr>
          <p:spPr>
            <a:xfrm>
              <a:off x="386394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g2357"/>
            <p:cNvSpPr/>
            <p:nvPr/>
          </p:nvSpPr>
          <p:spPr>
            <a:xfrm>
              <a:off x="387558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g2358"/>
            <p:cNvSpPr/>
            <p:nvPr/>
          </p:nvSpPr>
          <p:spPr>
            <a:xfrm>
              <a:off x="388722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g2359"/>
            <p:cNvSpPr/>
            <p:nvPr/>
          </p:nvSpPr>
          <p:spPr>
            <a:xfrm>
              <a:off x="389885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g2360"/>
            <p:cNvSpPr/>
            <p:nvPr/>
          </p:nvSpPr>
          <p:spPr>
            <a:xfrm>
              <a:off x="391049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g2361"/>
            <p:cNvSpPr/>
            <p:nvPr/>
          </p:nvSpPr>
          <p:spPr>
            <a:xfrm>
              <a:off x="392213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g2362"/>
            <p:cNvSpPr/>
            <p:nvPr/>
          </p:nvSpPr>
          <p:spPr>
            <a:xfrm>
              <a:off x="393376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g2363"/>
            <p:cNvSpPr/>
            <p:nvPr/>
          </p:nvSpPr>
          <p:spPr>
            <a:xfrm>
              <a:off x="394540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g2364"/>
            <p:cNvSpPr/>
            <p:nvPr/>
          </p:nvSpPr>
          <p:spPr>
            <a:xfrm>
              <a:off x="395704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g2365"/>
            <p:cNvSpPr/>
            <p:nvPr/>
          </p:nvSpPr>
          <p:spPr>
            <a:xfrm>
              <a:off x="396868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g2366"/>
            <p:cNvSpPr/>
            <p:nvPr/>
          </p:nvSpPr>
          <p:spPr>
            <a:xfrm>
              <a:off x="398031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g2367"/>
            <p:cNvSpPr/>
            <p:nvPr/>
          </p:nvSpPr>
          <p:spPr>
            <a:xfrm>
              <a:off x="438762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447">
                <a:alpha val="100000"/>
              </a:srgbClr>
            </a:solidFill>
            <a:ln w="5420" cap="flat">
              <a:solidFill>
                <a:srgbClr val="3124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g2368"/>
            <p:cNvSpPr/>
            <p:nvPr/>
          </p:nvSpPr>
          <p:spPr>
            <a:xfrm>
              <a:off x="439926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g2369"/>
            <p:cNvSpPr/>
            <p:nvPr/>
          </p:nvSpPr>
          <p:spPr>
            <a:xfrm>
              <a:off x="441090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02446">
                <a:alpha val="100000"/>
              </a:srgbClr>
            </a:solidFill>
            <a:ln w="5420" cap="flat">
              <a:solidFill>
                <a:srgbClr val="3024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g2370"/>
            <p:cNvSpPr/>
            <p:nvPr/>
          </p:nvSpPr>
          <p:spPr>
            <a:xfrm>
              <a:off x="442253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548">
                <a:alpha val="100000"/>
              </a:srgbClr>
            </a:solidFill>
            <a:ln w="5420" cap="flat">
              <a:solidFill>
                <a:srgbClr val="3125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g2371"/>
            <p:cNvSpPr/>
            <p:nvPr/>
          </p:nvSpPr>
          <p:spPr>
            <a:xfrm>
              <a:off x="343336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g2372"/>
            <p:cNvSpPr/>
            <p:nvPr/>
          </p:nvSpPr>
          <p:spPr>
            <a:xfrm>
              <a:off x="344500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g2373"/>
            <p:cNvSpPr/>
            <p:nvPr/>
          </p:nvSpPr>
          <p:spPr>
            <a:xfrm>
              <a:off x="345663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g2374"/>
            <p:cNvSpPr/>
            <p:nvPr/>
          </p:nvSpPr>
          <p:spPr>
            <a:xfrm>
              <a:off x="346827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g2375"/>
            <p:cNvSpPr/>
            <p:nvPr/>
          </p:nvSpPr>
          <p:spPr>
            <a:xfrm>
              <a:off x="347991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g2376"/>
            <p:cNvSpPr/>
            <p:nvPr/>
          </p:nvSpPr>
          <p:spPr>
            <a:xfrm>
              <a:off x="349155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g2377"/>
            <p:cNvSpPr/>
            <p:nvPr/>
          </p:nvSpPr>
          <p:spPr>
            <a:xfrm>
              <a:off x="350318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g2378"/>
            <p:cNvSpPr/>
            <p:nvPr/>
          </p:nvSpPr>
          <p:spPr>
            <a:xfrm>
              <a:off x="351482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g2379"/>
            <p:cNvSpPr/>
            <p:nvPr/>
          </p:nvSpPr>
          <p:spPr>
            <a:xfrm>
              <a:off x="352646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g2380"/>
            <p:cNvSpPr/>
            <p:nvPr/>
          </p:nvSpPr>
          <p:spPr>
            <a:xfrm>
              <a:off x="353810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g2381"/>
            <p:cNvSpPr/>
            <p:nvPr/>
          </p:nvSpPr>
          <p:spPr>
            <a:xfrm>
              <a:off x="354973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g2382"/>
            <p:cNvSpPr/>
            <p:nvPr/>
          </p:nvSpPr>
          <p:spPr>
            <a:xfrm>
              <a:off x="356137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g2383"/>
            <p:cNvSpPr/>
            <p:nvPr/>
          </p:nvSpPr>
          <p:spPr>
            <a:xfrm>
              <a:off x="357301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g2384"/>
            <p:cNvSpPr/>
            <p:nvPr/>
          </p:nvSpPr>
          <p:spPr>
            <a:xfrm>
              <a:off x="358464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g2385"/>
            <p:cNvSpPr/>
            <p:nvPr/>
          </p:nvSpPr>
          <p:spPr>
            <a:xfrm>
              <a:off x="359628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g2386"/>
            <p:cNvSpPr/>
            <p:nvPr/>
          </p:nvSpPr>
          <p:spPr>
            <a:xfrm>
              <a:off x="360792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g2387"/>
            <p:cNvSpPr/>
            <p:nvPr/>
          </p:nvSpPr>
          <p:spPr>
            <a:xfrm>
              <a:off x="361956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g2388"/>
            <p:cNvSpPr/>
            <p:nvPr/>
          </p:nvSpPr>
          <p:spPr>
            <a:xfrm>
              <a:off x="363119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g2389"/>
            <p:cNvSpPr/>
            <p:nvPr/>
          </p:nvSpPr>
          <p:spPr>
            <a:xfrm>
              <a:off x="364283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g2390"/>
            <p:cNvSpPr/>
            <p:nvPr/>
          </p:nvSpPr>
          <p:spPr>
            <a:xfrm>
              <a:off x="365447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g2391"/>
            <p:cNvSpPr/>
            <p:nvPr/>
          </p:nvSpPr>
          <p:spPr>
            <a:xfrm>
              <a:off x="366611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g2392"/>
            <p:cNvSpPr/>
            <p:nvPr/>
          </p:nvSpPr>
          <p:spPr>
            <a:xfrm>
              <a:off x="367774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g2393"/>
            <p:cNvSpPr/>
            <p:nvPr/>
          </p:nvSpPr>
          <p:spPr>
            <a:xfrm>
              <a:off x="368938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g2394"/>
            <p:cNvSpPr/>
            <p:nvPr/>
          </p:nvSpPr>
          <p:spPr>
            <a:xfrm>
              <a:off x="370102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g2395"/>
            <p:cNvSpPr/>
            <p:nvPr/>
          </p:nvSpPr>
          <p:spPr>
            <a:xfrm>
              <a:off x="371266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g2396"/>
            <p:cNvSpPr/>
            <p:nvPr/>
          </p:nvSpPr>
          <p:spPr>
            <a:xfrm>
              <a:off x="372429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g2397"/>
            <p:cNvSpPr/>
            <p:nvPr/>
          </p:nvSpPr>
          <p:spPr>
            <a:xfrm>
              <a:off x="373593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g2398"/>
            <p:cNvSpPr/>
            <p:nvPr/>
          </p:nvSpPr>
          <p:spPr>
            <a:xfrm>
              <a:off x="374757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g2399"/>
            <p:cNvSpPr/>
            <p:nvPr/>
          </p:nvSpPr>
          <p:spPr>
            <a:xfrm>
              <a:off x="375920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g2400"/>
            <p:cNvSpPr/>
            <p:nvPr/>
          </p:nvSpPr>
          <p:spPr>
            <a:xfrm>
              <a:off x="377084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g2401"/>
            <p:cNvSpPr/>
            <p:nvPr/>
          </p:nvSpPr>
          <p:spPr>
            <a:xfrm>
              <a:off x="378248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g2402"/>
            <p:cNvSpPr/>
            <p:nvPr/>
          </p:nvSpPr>
          <p:spPr>
            <a:xfrm>
              <a:off x="379412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g2403"/>
            <p:cNvSpPr/>
            <p:nvPr/>
          </p:nvSpPr>
          <p:spPr>
            <a:xfrm>
              <a:off x="380575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g2404"/>
            <p:cNvSpPr/>
            <p:nvPr/>
          </p:nvSpPr>
          <p:spPr>
            <a:xfrm>
              <a:off x="381739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g2405"/>
            <p:cNvSpPr/>
            <p:nvPr/>
          </p:nvSpPr>
          <p:spPr>
            <a:xfrm>
              <a:off x="382903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g2406"/>
            <p:cNvSpPr/>
            <p:nvPr/>
          </p:nvSpPr>
          <p:spPr>
            <a:xfrm>
              <a:off x="384067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g2407"/>
            <p:cNvSpPr/>
            <p:nvPr/>
          </p:nvSpPr>
          <p:spPr>
            <a:xfrm>
              <a:off x="385230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g2408"/>
            <p:cNvSpPr/>
            <p:nvPr/>
          </p:nvSpPr>
          <p:spPr>
            <a:xfrm>
              <a:off x="386394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g2409"/>
            <p:cNvSpPr/>
            <p:nvPr/>
          </p:nvSpPr>
          <p:spPr>
            <a:xfrm>
              <a:off x="387558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g2410"/>
            <p:cNvSpPr/>
            <p:nvPr/>
          </p:nvSpPr>
          <p:spPr>
            <a:xfrm>
              <a:off x="388722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g2411"/>
            <p:cNvSpPr/>
            <p:nvPr/>
          </p:nvSpPr>
          <p:spPr>
            <a:xfrm>
              <a:off x="389885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g2412"/>
            <p:cNvSpPr/>
            <p:nvPr/>
          </p:nvSpPr>
          <p:spPr>
            <a:xfrm>
              <a:off x="391049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g2413"/>
            <p:cNvSpPr/>
            <p:nvPr/>
          </p:nvSpPr>
          <p:spPr>
            <a:xfrm>
              <a:off x="392213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g2414"/>
            <p:cNvSpPr/>
            <p:nvPr/>
          </p:nvSpPr>
          <p:spPr>
            <a:xfrm>
              <a:off x="393376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g2415"/>
            <p:cNvSpPr/>
            <p:nvPr/>
          </p:nvSpPr>
          <p:spPr>
            <a:xfrm>
              <a:off x="394540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g2416"/>
            <p:cNvSpPr/>
            <p:nvPr/>
          </p:nvSpPr>
          <p:spPr>
            <a:xfrm>
              <a:off x="395704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g2417"/>
            <p:cNvSpPr/>
            <p:nvPr/>
          </p:nvSpPr>
          <p:spPr>
            <a:xfrm>
              <a:off x="396868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g2418"/>
            <p:cNvSpPr/>
            <p:nvPr/>
          </p:nvSpPr>
          <p:spPr>
            <a:xfrm>
              <a:off x="398031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g2419"/>
            <p:cNvSpPr/>
            <p:nvPr/>
          </p:nvSpPr>
          <p:spPr>
            <a:xfrm>
              <a:off x="409669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g2420"/>
            <p:cNvSpPr/>
            <p:nvPr/>
          </p:nvSpPr>
          <p:spPr>
            <a:xfrm>
              <a:off x="410832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g2421"/>
            <p:cNvSpPr/>
            <p:nvPr/>
          </p:nvSpPr>
          <p:spPr>
            <a:xfrm>
              <a:off x="411996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g2422"/>
            <p:cNvSpPr/>
            <p:nvPr/>
          </p:nvSpPr>
          <p:spPr>
            <a:xfrm>
              <a:off x="413160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g2423"/>
            <p:cNvSpPr/>
            <p:nvPr/>
          </p:nvSpPr>
          <p:spPr>
            <a:xfrm>
              <a:off x="438762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22549">
                <a:alpha val="100000"/>
              </a:srgbClr>
            </a:solidFill>
            <a:ln w="5420" cap="flat">
              <a:solidFill>
                <a:srgbClr val="322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g2424"/>
            <p:cNvSpPr/>
            <p:nvPr/>
          </p:nvSpPr>
          <p:spPr>
            <a:xfrm>
              <a:off x="439926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547">
                <a:alpha val="100000"/>
              </a:srgbClr>
            </a:solidFill>
            <a:ln w="5420" cap="flat">
              <a:solidFill>
                <a:srgbClr val="3125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g2425"/>
            <p:cNvSpPr/>
            <p:nvPr/>
          </p:nvSpPr>
          <p:spPr>
            <a:xfrm>
              <a:off x="441090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12548">
                <a:alpha val="100000"/>
              </a:srgbClr>
            </a:solidFill>
            <a:ln w="5420" cap="flat">
              <a:solidFill>
                <a:srgbClr val="3125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g2426"/>
            <p:cNvSpPr/>
            <p:nvPr/>
          </p:nvSpPr>
          <p:spPr>
            <a:xfrm>
              <a:off x="442253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22649">
                <a:alpha val="100000"/>
              </a:srgbClr>
            </a:solidFill>
            <a:ln w="5420" cap="flat">
              <a:solidFill>
                <a:srgbClr val="3226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g2427"/>
            <p:cNvSpPr/>
            <p:nvPr/>
          </p:nvSpPr>
          <p:spPr>
            <a:xfrm>
              <a:off x="443417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C">
                <a:alpha val="100000"/>
              </a:srgbClr>
            </a:solidFill>
            <a:ln w="5420" cap="flat">
              <a:solidFill>
                <a:srgbClr val="3427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g2428"/>
            <p:cNvSpPr/>
            <p:nvPr/>
          </p:nvSpPr>
          <p:spPr>
            <a:xfrm>
              <a:off x="308424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g2429"/>
            <p:cNvSpPr/>
            <p:nvPr/>
          </p:nvSpPr>
          <p:spPr>
            <a:xfrm>
              <a:off x="309588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g2430"/>
            <p:cNvSpPr/>
            <p:nvPr/>
          </p:nvSpPr>
          <p:spPr>
            <a:xfrm>
              <a:off x="343336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g2431"/>
            <p:cNvSpPr/>
            <p:nvPr/>
          </p:nvSpPr>
          <p:spPr>
            <a:xfrm>
              <a:off x="344500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g2432"/>
            <p:cNvSpPr/>
            <p:nvPr/>
          </p:nvSpPr>
          <p:spPr>
            <a:xfrm>
              <a:off x="345663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g2433"/>
            <p:cNvSpPr/>
            <p:nvPr/>
          </p:nvSpPr>
          <p:spPr>
            <a:xfrm>
              <a:off x="346827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g2434"/>
            <p:cNvSpPr/>
            <p:nvPr/>
          </p:nvSpPr>
          <p:spPr>
            <a:xfrm>
              <a:off x="347991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g2435"/>
            <p:cNvSpPr/>
            <p:nvPr/>
          </p:nvSpPr>
          <p:spPr>
            <a:xfrm>
              <a:off x="349155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g2436"/>
            <p:cNvSpPr/>
            <p:nvPr/>
          </p:nvSpPr>
          <p:spPr>
            <a:xfrm>
              <a:off x="350318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g2437"/>
            <p:cNvSpPr/>
            <p:nvPr/>
          </p:nvSpPr>
          <p:spPr>
            <a:xfrm>
              <a:off x="351482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g2438"/>
            <p:cNvSpPr/>
            <p:nvPr/>
          </p:nvSpPr>
          <p:spPr>
            <a:xfrm>
              <a:off x="352646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g2439"/>
            <p:cNvSpPr/>
            <p:nvPr/>
          </p:nvSpPr>
          <p:spPr>
            <a:xfrm>
              <a:off x="353810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g2440"/>
            <p:cNvSpPr/>
            <p:nvPr/>
          </p:nvSpPr>
          <p:spPr>
            <a:xfrm>
              <a:off x="354973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g2441"/>
            <p:cNvSpPr/>
            <p:nvPr/>
          </p:nvSpPr>
          <p:spPr>
            <a:xfrm>
              <a:off x="356137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g2442"/>
            <p:cNvSpPr/>
            <p:nvPr/>
          </p:nvSpPr>
          <p:spPr>
            <a:xfrm>
              <a:off x="357301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g2443"/>
            <p:cNvSpPr/>
            <p:nvPr/>
          </p:nvSpPr>
          <p:spPr>
            <a:xfrm>
              <a:off x="358464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g2444"/>
            <p:cNvSpPr/>
            <p:nvPr/>
          </p:nvSpPr>
          <p:spPr>
            <a:xfrm>
              <a:off x="359628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g2445"/>
            <p:cNvSpPr/>
            <p:nvPr/>
          </p:nvSpPr>
          <p:spPr>
            <a:xfrm>
              <a:off x="360792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g2446"/>
            <p:cNvSpPr/>
            <p:nvPr/>
          </p:nvSpPr>
          <p:spPr>
            <a:xfrm>
              <a:off x="361956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g2447"/>
            <p:cNvSpPr/>
            <p:nvPr/>
          </p:nvSpPr>
          <p:spPr>
            <a:xfrm>
              <a:off x="363119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g2448"/>
            <p:cNvSpPr/>
            <p:nvPr/>
          </p:nvSpPr>
          <p:spPr>
            <a:xfrm>
              <a:off x="364283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g2449"/>
            <p:cNvSpPr/>
            <p:nvPr/>
          </p:nvSpPr>
          <p:spPr>
            <a:xfrm>
              <a:off x="365447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g2450"/>
            <p:cNvSpPr/>
            <p:nvPr/>
          </p:nvSpPr>
          <p:spPr>
            <a:xfrm>
              <a:off x="366611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g2451"/>
            <p:cNvSpPr/>
            <p:nvPr/>
          </p:nvSpPr>
          <p:spPr>
            <a:xfrm>
              <a:off x="367774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g2452"/>
            <p:cNvSpPr/>
            <p:nvPr/>
          </p:nvSpPr>
          <p:spPr>
            <a:xfrm>
              <a:off x="368938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g2453"/>
            <p:cNvSpPr/>
            <p:nvPr/>
          </p:nvSpPr>
          <p:spPr>
            <a:xfrm>
              <a:off x="370102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g2454"/>
            <p:cNvSpPr/>
            <p:nvPr/>
          </p:nvSpPr>
          <p:spPr>
            <a:xfrm>
              <a:off x="371266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g2455"/>
            <p:cNvSpPr/>
            <p:nvPr/>
          </p:nvSpPr>
          <p:spPr>
            <a:xfrm>
              <a:off x="372429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g2456"/>
            <p:cNvSpPr/>
            <p:nvPr/>
          </p:nvSpPr>
          <p:spPr>
            <a:xfrm>
              <a:off x="373593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g2457"/>
            <p:cNvSpPr/>
            <p:nvPr/>
          </p:nvSpPr>
          <p:spPr>
            <a:xfrm>
              <a:off x="374757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g2458"/>
            <p:cNvSpPr/>
            <p:nvPr/>
          </p:nvSpPr>
          <p:spPr>
            <a:xfrm>
              <a:off x="375920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g2459"/>
            <p:cNvSpPr/>
            <p:nvPr/>
          </p:nvSpPr>
          <p:spPr>
            <a:xfrm>
              <a:off x="377084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g2460"/>
            <p:cNvSpPr/>
            <p:nvPr/>
          </p:nvSpPr>
          <p:spPr>
            <a:xfrm>
              <a:off x="378248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g2461"/>
            <p:cNvSpPr/>
            <p:nvPr/>
          </p:nvSpPr>
          <p:spPr>
            <a:xfrm>
              <a:off x="379412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g2462"/>
            <p:cNvSpPr/>
            <p:nvPr/>
          </p:nvSpPr>
          <p:spPr>
            <a:xfrm>
              <a:off x="38057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g2463"/>
            <p:cNvSpPr/>
            <p:nvPr/>
          </p:nvSpPr>
          <p:spPr>
            <a:xfrm>
              <a:off x="381739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g2464"/>
            <p:cNvSpPr/>
            <p:nvPr/>
          </p:nvSpPr>
          <p:spPr>
            <a:xfrm>
              <a:off x="382903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g2465"/>
            <p:cNvSpPr/>
            <p:nvPr/>
          </p:nvSpPr>
          <p:spPr>
            <a:xfrm>
              <a:off x="384067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g2466"/>
            <p:cNvSpPr/>
            <p:nvPr/>
          </p:nvSpPr>
          <p:spPr>
            <a:xfrm>
              <a:off x="385230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g2467"/>
            <p:cNvSpPr/>
            <p:nvPr/>
          </p:nvSpPr>
          <p:spPr>
            <a:xfrm>
              <a:off x="386394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g2468"/>
            <p:cNvSpPr/>
            <p:nvPr/>
          </p:nvSpPr>
          <p:spPr>
            <a:xfrm>
              <a:off x="387558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g2469"/>
            <p:cNvSpPr/>
            <p:nvPr/>
          </p:nvSpPr>
          <p:spPr>
            <a:xfrm>
              <a:off x="388722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g2470"/>
            <p:cNvSpPr/>
            <p:nvPr/>
          </p:nvSpPr>
          <p:spPr>
            <a:xfrm>
              <a:off x="389885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g2471"/>
            <p:cNvSpPr/>
            <p:nvPr/>
          </p:nvSpPr>
          <p:spPr>
            <a:xfrm>
              <a:off x="391049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g2472"/>
            <p:cNvSpPr/>
            <p:nvPr/>
          </p:nvSpPr>
          <p:spPr>
            <a:xfrm>
              <a:off x="392213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g2473"/>
            <p:cNvSpPr/>
            <p:nvPr/>
          </p:nvSpPr>
          <p:spPr>
            <a:xfrm>
              <a:off x="393376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g2474"/>
            <p:cNvSpPr/>
            <p:nvPr/>
          </p:nvSpPr>
          <p:spPr>
            <a:xfrm>
              <a:off x="394540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g2475"/>
            <p:cNvSpPr/>
            <p:nvPr/>
          </p:nvSpPr>
          <p:spPr>
            <a:xfrm>
              <a:off x="395704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g2476"/>
            <p:cNvSpPr/>
            <p:nvPr/>
          </p:nvSpPr>
          <p:spPr>
            <a:xfrm>
              <a:off x="396868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g2477"/>
            <p:cNvSpPr/>
            <p:nvPr/>
          </p:nvSpPr>
          <p:spPr>
            <a:xfrm>
              <a:off x="398031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g2478"/>
            <p:cNvSpPr/>
            <p:nvPr/>
          </p:nvSpPr>
          <p:spPr>
            <a:xfrm>
              <a:off x="408505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g2479"/>
            <p:cNvSpPr/>
            <p:nvPr/>
          </p:nvSpPr>
          <p:spPr>
            <a:xfrm>
              <a:off x="409669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g2480"/>
            <p:cNvSpPr/>
            <p:nvPr/>
          </p:nvSpPr>
          <p:spPr>
            <a:xfrm>
              <a:off x="410832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g2481"/>
            <p:cNvSpPr/>
            <p:nvPr/>
          </p:nvSpPr>
          <p:spPr>
            <a:xfrm>
              <a:off x="411996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g2482"/>
            <p:cNvSpPr/>
            <p:nvPr/>
          </p:nvSpPr>
          <p:spPr>
            <a:xfrm>
              <a:off x="413160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g2483"/>
            <p:cNvSpPr/>
            <p:nvPr/>
          </p:nvSpPr>
          <p:spPr>
            <a:xfrm>
              <a:off x="414324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g2484"/>
            <p:cNvSpPr/>
            <p:nvPr/>
          </p:nvSpPr>
          <p:spPr>
            <a:xfrm>
              <a:off x="41548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g2485"/>
            <p:cNvSpPr/>
            <p:nvPr/>
          </p:nvSpPr>
          <p:spPr>
            <a:xfrm>
              <a:off x="438762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3264C">
                <a:alpha val="100000"/>
              </a:srgbClr>
            </a:solidFill>
            <a:ln w="5420" cap="flat">
              <a:solidFill>
                <a:srgbClr val="3326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g2486"/>
            <p:cNvSpPr/>
            <p:nvPr/>
          </p:nvSpPr>
          <p:spPr>
            <a:xfrm>
              <a:off x="439926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3264B">
                <a:alpha val="100000"/>
              </a:srgbClr>
            </a:solidFill>
            <a:ln w="5420" cap="flat">
              <a:solidFill>
                <a:srgbClr val="332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g2487"/>
            <p:cNvSpPr/>
            <p:nvPr/>
          </p:nvSpPr>
          <p:spPr>
            <a:xfrm>
              <a:off x="441090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3264B">
                <a:alpha val="100000"/>
              </a:srgbClr>
            </a:solidFill>
            <a:ln w="5420" cap="flat">
              <a:solidFill>
                <a:srgbClr val="332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g2488"/>
            <p:cNvSpPr/>
            <p:nvPr/>
          </p:nvSpPr>
          <p:spPr>
            <a:xfrm>
              <a:off x="442253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274C">
                <a:alpha val="100000"/>
              </a:srgbClr>
            </a:solidFill>
            <a:ln w="5420" cap="flat">
              <a:solidFill>
                <a:srgbClr val="3427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g2489"/>
            <p:cNvSpPr/>
            <p:nvPr/>
          </p:nvSpPr>
          <p:spPr>
            <a:xfrm>
              <a:off x="443417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g2490"/>
            <p:cNvSpPr/>
            <p:nvPr/>
          </p:nvSpPr>
          <p:spPr>
            <a:xfrm>
              <a:off x="307260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g2491"/>
            <p:cNvSpPr/>
            <p:nvPr/>
          </p:nvSpPr>
          <p:spPr>
            <a:xfrm>
              <a:off x="308424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g2492"/>
            <p:cNvSpPr/>
            <p:nvPr/>
          </p:nvSpPr>
          <p:spPr>
            <a:xfrm>
              <a:off x="309588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g2493"/>
            <p:cNvSpPr/>
            <p:nvPr/>
          </p:nvSpPr>
          <p:spPr>
            <a:xfrm>
              <a:off x="310751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g2494"/>
            <p:cNvSpPr/>
            <p:nvPr/>
          </p:nvSpPr>
          <p:spPr>
            <a:xfrm>
              <a:off x="311915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g2495"/>
            <p:cNvSpPr/>
            <p:nvPr/>
          </p:nvSpPr>
          <p:spPr>
            <a:xfrm>
              <a:off x="343336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g2496"/>
            <p:cNvSpPr/>
            <p:nvPr/>
          </p:nvSpPr>
          <p:spPr>
            <a:xfrm>
              <a:off x="344500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g2497"/>
            <p:cNvSpPr/>
            <p:nvPr/>
          </p:nvSpPr>
          <p:spPr>
            <a:xfrm>
              <a:off x="345663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g2498"/>
            <p:cNvSpPr/>
            <p:nvPr/>
          </p:nvSpPr>
          <p:spPr>
            <a:xfrm>
              <a:off x="346827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g2499"/>
            <p:cNvSpPr/>
            <p:nvPr/>
          </p:nvSpPr>
          <p:spPr>
            <a:xfrm>
              <a:off x="347991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g2500"/>
            <p:cNvSpPr/>
            <p:nvPr/>
          </p:nvSpPr>
          <p:spPr>
            <a:xfrm>
              <a:off x="349155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g2501"/>
            <p:cNvSpPr/>
            <p:nvPr/>
          </p:nvSpPr>
          <p:spPr>
            <a:xfrm>
              <a:off x="350318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g2502"/>
            <p:cNvSpPr/>
            <p:nvPr/>
          </p:nvSpPr>
          <p:spPr>
            <a:xfrm>
              <a:off x="351482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g2503"/>
            <p:cNvSpPr/>
            <p:nvPr/>
          </p:nvSpPr>
          <p:spPr>
            <a:xfrm>
              <a:off x="352646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g2504"/>
            <p:cNvSpPr/>
            <p:nvPr/>
          </p:nvSpPr>
          <p:spPr>
            <a:xfrm>
              <a:off x="353810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g2505"/>
            <p:cNvSpPr/>
            <p:nvPr/>
          </p:nvSpPr>
          <p:spPr>
            <a:xfrm>
              <a:off x="354973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g2506"/>
            <p:cNvSpPr/>
            <p:nvPr/>
          </p:nvSpPr>
          <p:spPr>
            <a:xfrm>
              <a:off x="356137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g2507"/>
            <p:cNvSpPr/>
            <p:nvPr/>
          </p:nvSpPr>
          <p:spPr>
            <a:xfrm>
              <a:off x="357301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g2508"/>
            <p:cNvSpPr/>
            <p:nvPr/>
          </p:nvSpPr>
          <p:spPr>
            <a:xfrm>
              <a:off x="358464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g2509"/>
            <p:cNvSpPr/>
            <p:nvPr/>
          </p:nvSpPr>
          <p:spPr>
            <a:xfrm>
              <a:off x="368938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g2510"/>
            <p:cNvSpPr/>
            <p:nvPr/>
          </p:nvSpPr>
          <p:spPr>
            <a:xfrm>
              <a:off x="370102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g2511"/>
            <p:cNvSpPr/>
            <p:nvPr/>
          </p:nvSpPr>
          <p:spPr>
            <a:xfrm>
              <a:off x="371266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g2512"/>
            <p:cNvSpPr/>
            <p:nvPr/>
          </p:nvSpPr>
          <p:spPr>
            <a:xfrm>
              <a:off x="372429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g2513"/>
            <p:cNvSpPr/>
            <p:nvPr/>
          </p:nvSpPr>
          <p:spPr>
            <a:xfrm>
              <a:off x="373593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g2514"/>
            <p:cNvSpPr/>
            <p:nvPr/>
          </p:nvSpPr>
          <p:spPr>
            <a:xfrm>
              <a:off x="374757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g2515"/>
            <p:cNvSpPr/>
            <p:nvPr/>
          </p:nvSpPr>
          <p:spPr>
            <a:xfrm>
              <a:off x="375920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g2516"/>
            <p:cNvSpPr/>
            <p:nvPr/>
          </p:nvSpPr>
          <p:spPr>
            <a:xfrm>
              <a:off x="377084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g2517"/>
            <p:cNvSpPr/>
            <p:nvPr/>
          </p:nvSpPr>
          <p:spPr>
            <a:xfrm>
              <a:off x="378248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g2518"/>
            <p:cNvSpPr/>
            <p:nvPr/>
          </p:nvSpPr>
          <p:spPr>
            <a:xfrm>
              <a:off x="379412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g2519"/>
            <p:cNvSpPr/>
            <p:nvPr/>
          </p:nvSpPr>
          <p:spPr>
            <a:xfrm>
              <a:off x="389885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g2520"/>
            <p:cNvSpPr/>
            <p:nvPr/>
          </p:nvSpPr>
          <p:spPr>
            <a:xfrm>
              <a:off x="391049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g2521"/>
            <p:cNvSpPr/>
            <p:nvPr/>
          </p:nvSpPr>
          <p:spPr>
            <a:xfrm>
              <a:off x="392213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g2522"/>
            <p:cNvSpPr/>
            <p:nvPr/>
          </p:nvSpPr>
          <p:spPr>
            <a:xfrm>
              <a:off x="393376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g2523"/>
            <p:cNvSpPr/>
            <p:nvPr/>
          </p:nvSpPr>
          <p:spPr>
            <a:xfrm>
              <a:off x="394540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g2524"/>
            <p:cNvSpPr/>
            <p:nvPr/>
          </p:nvSpPr>
          <p:spPr>
            <a:xfrm>
              <a:off x="395704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g2525"/>
            <p:cNvSpPr/>
            <p:nvPr/>
          </p:nvSpPr>
          <p:spPr>
            <a:xfrm>
              <a:off x="396868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g2526"/>
            <p:cNvSpPr/>
            <p:nvPr/>
          </p:nvSpPr>
          <p:spPr>
            <a:xfrm>
              <a:off x="398031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g2527"/>
            <p:cNvSpPr/>
            <p:nvPr/>
          </p:nvSpPr>
          <p:spPr>
            <a:xfrm>
              <a:off x="399195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g2528"/>
            <p:cNvSpPr/>
            <p:nvPr/>
          </p:nvSpPr>
          <p:spPr>
            <a:xfrm>
              <a:off x="406178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g2529"/>
            <p:cNvSpPr/>
            <p:nvPr/>
          </p:nvSpPr>
          <p:spPr>
            <a:xfrm>
              <a:off x="407341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g2530"/>
            <p:cNvSpPr/>
            <p:nvPr/>
          </p:nvSpPr>
          <p:spPr>
            <a:xfrm>
              <a:off x="408505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g2531"/>
            <p:cNvSpPr/>
            <p:nvPr/>
          </p:nvSpPr>
          <p:spPr>
            <a:xfrm>
              <a:off x="409669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g2532"/>
            <p:cNvSpPr/>
            <p:nvPr/>
          </p:nvSpPr>
          <p:spPr>
            <a:xfrm>
              <a:off x="410832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g2533"/>
            <p:cNvSpPr/>
            <p:nvPr/>
          </p:nvSpPr>
          <p:spPr>
            <a:xfrm>
              <a:off x="411996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g2534"/>
            <p:cNvSpPr/>
            <p:nvPr/>
          </p:nvSpPr>
          <p:spPr>
            <a:xfrm>
              <a:off x="413160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g2535"/>
            <p:cNvSpPr/>
            <p:nvPr/>
          </p:nvSpPr>
          <p:spPr>
            <a:xfrm>
              <a:off x="414324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g2536"/>
            <p:cNvSpPr/>
            <p:nvPr/>
          </p:nvSpPr>
          <p:spPr>
            <a:xfrm>
              <a:off x="41548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g2537"/>
            <p:cNvSpPr/>
            <p:nvPr/>
          </p:nvSpPr>
          <p:spPr>
            <a:xfrm>
              <a:off x="416651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g2538"/>
            <p:cNvSpPr/>
            <p:nvPr/>
          </p:nvSpPr>
          <p:spPr>
            <a:xfrm>
              <a:off x="417815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g2539"/>
            <p:cNvSpPr/>
            <p:nvPr/>
          </p:nvSpPr>
          <p:spPr>
            <a:xfrm>
              <a:off x="438762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g2540"/>
            <p:cNvSpPr/>
            <p:nvPr/>
          </p:nvSpPr>
          <p:spPr>
            <a:xfrm>
              <a:off x="439926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g2541"/>
            <p:cNvSpPr/>
            <p:nvPr/>
          </p:nvSpPr>
          <p:spPr>
            <a:xfrm>
              <a:off x="441090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g2542"/>
            <p:cNvSpPr/>
            <p:nvPr/>
          </p:nvSpPr>
          <p:spPr>
            <a:xfrm>
              <a:off x="442253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g2543"/>
            <p:cNvSpPr/>
            <p:nvPr/>
          </p:nvSpPr>
          <p:spPr>
            <a:xfrm>
              <a:off x="443417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g2544"/>
            <p:cNvSpPr/>
            <p:nvPr/>
          </p:nvSpPr>
          <p:spPr>
            <a:xfrm>
              <a:off x="297950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g2545"/>
            <p:cNvSpPr/>
            <p:nvPr/>
          </p:nvSpPr>
          <p:spPr>
            <a:xfrm>
              <a:off x="299114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g2546"/>
            <p:cNvSpPr/>
            <p:nvPr/>
          </p:nvSpPr>
          <p:spPr>
            <a:xfrm>
              <a:off x="30027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g2547"/>
            <p:cNvSpPr/>
            <p:nvPr/>
          </p:nvSpPr>
          <p:spPr>
            <a:xfrm>
              <a:off x="306096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g2548"/>
            <p:cNvSpPr/>
            <p:nvPr/>
          </p:nvSpPr>
          <p:spPr>
            <a:xfrm>
              <a:off x="307260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g2549"/>
            <p:cNvSpPr/>
            <p:nvPr/>
          </p:nvSpPr>
          <p:spPr>
            <a:xfrm>
              <a:off x="308424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g2550"/>
            <p:cNvSpPr/>
            <p:nvPr/>
          </p:nvSpPr>
          <p:spPr>
            <a:xfrm>
              <a:off x="309588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g2551"/>
            <p:cNvSpPr/>
            <p:nvPr/>
          </p:nvSpPr>
          <p:spPr>
            <a:xfrm>
              <a:off x="310751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g2552"/>
            <p:cNvSpPr/>
            <p:nvPr/>
          </p:nvSpPr>
          <p:spPr>
            <a:xfrm>
              <a:off x="311915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g2553"/>
            <p:cNvSpPr/>
            <p:nvPr/>
          </p:nvSpPr>
          <p:spPr>
            <a:xfrm>
              <a:off x="313079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g2554"/>
            <p:cNvSpPr/>
            <p:nvPr/>
          </p:nvSpPr>
          <p:spPr>
            <a:xfrm>
              <a:off x="31424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g2555"/>
            <p:cNvSpPr/>
            <p:nvPr/>
          </p:nvSpPr>
          <p:spPr>
            <a:xfrm>
              <a:off x="315406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g2556"/>
            <p:cNvSpPr/>
            <p:nvPr/>
          </p:nvSpPr>
          <p:spPr>
            <a:xfrm>
              <a:off x="316570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g2557"/>
            <p:cNvSpPr/>
            <p:nvPr/>
          </p:nvSpPr>
          <p:spPr>
            <a:xfrm>
              <a:off x="317734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g2558"/>
            <p:cNvSpPr/>
            <p:nvPr/>
          </p:nvSpPr>
          <p:spPr>
            <a:xfrm>
              <a:off x="327044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g2559"/>
            <p:cNvSpPr/>
            <p:nvPr/>
          </p:nvSpPr>
          <p:spPr>
            <a:xfrm>
              <a:off x="328207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g2560"/>
            <p:cNvSpPr/>
            <p:nvPr/>
          </p:nvSpPr>
          <p:spPr>
            <a:xfrm>
              <a:off x="329371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g2561"/>
            <p:cNvSpPr/>
            <p:nvPr/>
          </p:nvSpPr>
          <p:spPr>
            <a:xfrm>
              <a:off x="330535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g2562"/>
            <p:cNvSpPr/>
            <p:nvPr/>
          </p:nvSpPr>
          <p:spPr>
            <a:xfrm>
              <a:off x="331699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g2563"/>
            <p:cNvSpPr/>
            <p:nvPr/>
          </p:nvSpPr>
          <p:spPr>
            <a:xfrm>
              <a:off x="343336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g2564"/>
            <p:cNvSpPr/>
            <p:nvPr/>
          </p:nvSpPr>
          <p:spPr>
            <a:xfrm>
              <a:off x="344500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g2565"/>
            <p:cNvSpPr/>
            <p:nvPr/>
          </p:nvSpPr>
          <p:spPr>
            <a:xfrm>
              <a:off x="345663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g2566"/>
            <p:cNvSpPr/>
            <p:nvPr/>
          </p:nvSpPr>
          <p:spPr>
            <a:xfrm>
              <a:off x="346827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g2567"/>
            <p:cNvSpPr/>
            <p:nvPr/>
          </p:nvSpPr>
          <p:spPr>
            <a:xfrm>
              <a:off x="347991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g2568"/>
            <p:cNvSpPr/>
            <p:nvPr/>
          </p:nvSpPr>
          <p:spPr>
            <a:xfrm>
              <a:off x="349155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g2569"/>
            <p:cNvSpPr/>
            <p:nvPr/>
          </p:nvSpPr>
          <p:spPr>
            <a:xfrm>
              <a:off x="350318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g2570"/>
            <p:cNvSpPr/>
            <p:nvPr/>
          </p:nvSpPr>
          <p:spPr>
            <a:xfrm>
              <a:off x="351482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g2571"/>
            <p:cNvSpPr/>
            <p:nvPr/>
          </p:nvSpPr>
          <p:spPr>
            <a:xfrm>
              <a:off x="352646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g2572"/>
            <p:cNvSpPr/>
            <p:nvPr/>
          </p:nvSpPr>
          <p:spPr>
            <a:xfrm>
              <a:off x="353810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g2573"/>
            <p:cNvSpPr/>
            <p:nvPr/>
          </p:nvSpPr>
          <p:spPr>
            <a:xfrm>
              <a:off x="354973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g2574"/>
            <p:cNvSpPr/>
            <p:nvPr/>
          </p:nvSpPr>
          <p:spPr>
            <a:xfrm>
              <a:off x="356137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g2575"/>
            <p:cNvSpPr/>
            <p:nvPr/>
          </p:nvSpPr>
          <p:spPr>
            <a:xfrm>
              <a:off x="357301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g2576"/>
            <p:cNvSpPr/>
            <p:nvPr/>
          </p:nvSpPr>
          <p:spPr>
            <a:xfrm>
              <a:off x="358464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g2577"/>
            <p:cNvSpPr/>
            <p:nvPr/>
          </p:nvSpPr>
          <p:spPr>
            <a:xfrm>
              <a:off x="393376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g2578"/>
            <p:cNvSpPr/>
            <p:nvPr/>
          </p:nvSpPr>
          <p:spPr>
            <a:xfrm>
              <a:off x="394540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g2579"/>
            <p:cNvSpPr/>
            <p:nvPr/>
          </p:nvSpPr>
          <p:spPr>
            <a:xfrm>
              <a:off x="395704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g2580"/>
            <p:cNvSpPr/>
            <p:nvPr/>
          </p:nvSpPr>
          <p:spPr>
            <a:xfrm>
              <a:off x="396868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g2581"/>
            <p:cNvSpPr/>
            <p:nvPr/>
          </p:nvSpPr>
          <p:spPr>
            <a:xfrm>
              <a:off x="398031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g2582"/>
            <p:cNvSpPr/>
            <p:nvPr/>
          </p:nvSpPr>
          <p:spPr>
            <a:xfrm>
              <a:off x="399195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g2583"/>
            <p:cNvSpPr/>
            <p:nvPr/>
          </p:nvSpPr>
          <p:spPr>
            <a:xfrm>
              <a:off x="400359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g2584"/>
            <p:cNvSpPr/>
            <p:nvPr/>
          </p:nvSpPr>
          <p:spPr>
            <a:xfrm>
              <a:off x="402686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g2585"/>
            <p:cNvSpPr/>
            <p:nvPr/>
          </p:nvSpPr>
          <p:spPr>
            <a:xfrm>
              <a:off x="403850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g2586"/>
            <p:cNvSpPr/>
            <p:nvPr/>
          </p:nvSpPr>
          <p:spPr>
            <a:xfrm>
              <a:off x="405014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g2587"/>
            <p:cNvSpPr/>
            <p:nvPr/>
          </p:nvSpPr>
          <p:spPr>
            <a:xfrm>
              <a:off x="406178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g2588"/>
            <p:cNvSpPr/>
            <p:nvPr/>
          </p:nvSpPr>
          <p:spPr>
            <a:xfrm>
              <a:off x="407341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g2589"/>
            <p:cNvSpPr/>
            <p:nvPr/>
          </p:nvSpPr>
          <p:spPr>
            <a:xfrm>
              <a:off x="408505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g2590"/>
            <p:cNvSpPr/>
            <p:nvPr/>
          </p:nvSpPr>
          <p:spPr>
            <a:xfrm>
              <a:off x="409669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g2591"/>
            <p:cNvSpPr/>
            <p:nvPr/>
          </p:nvSpPr>
          <p:spPr>
            <a:xfrm>
              <a:off x="410832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g2592"/>
            <p:cNvSpPr/>
            <p:nvPr/>
          </p:nvSpPr>
          <p:spPr>
            <a:xfrm>
              <a:off x="411996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g2593"/>
            <p:cNvSpPr/>
            <p:nvPr/>
          </p:nvSpPr>
          <p:spPr>
            <a:xfrm>
              <a:off x="413160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g2594"/>
            <p:cNvSpPr/>
            <p:nvPr/>
          </p:nvSpPr>
          <p:spPr>
            <a:xfrm>
              <a:off x="414324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g2595"/>
            <p:cNvSpPr/>
            <p:nvPr/>
          </p:nvSpPr>
          <p:spPr>
            <a:xfrm>
              <a:off x="41548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g2596"/>
            <p:cNvSpPr/>
            <p:nvPr/>
          </p:nvSpPr>
          <p:spPr>
            <a:xfrm>
              <a:off x="416651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g2597"/>
            <p:cNvSpPr/>
            <p:nvPr/>
          </p:nvSpPr>
          <p:spPr>
            <a:xfrm>
              <a:off x="417815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g2598"/>
            <p:cNvSpPr/>
            <p:nvPr/>
          </p:nvSpPr>
          <p:spPr>
            <a:xfrm>
              <a:off x="41897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g2599"/>
            <p:cNvSpPr/>
            <p:nvPr/>
          </p:nvSpPr>
          <p:spPr>
            <a:xfrm>
              <a:off x="439926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A53">
                <a:alpha val="100000"/>
              </a:srgbClr>
            </a:solidFill>
            <a:ln w="5420" cap="flat">
              <a:solidFill>
                <a:srgbClr val="37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g2600"/>
            <p:cNvSpPr/>
            <p:nvPr/>
          </p:nvSpPr>
          <p:spPr>
            <a:xfrm>
              <a:off x="441090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A53">
                <a:alpha val="100000"/>
              </a:srgbClr>
            </a:solidFill>
            <a:ln w="5420" cap="flat">
              <a:solidFill>
                <a:srgbClr val="37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g2601"/>
            <p:cNvSpPr/>
            <p:nvPr/>
          </p:nvSpPr>
          <p:spPr>
            <a:xfrm>
              <a:off x="442253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g2602"/>
            <p:cNvSpPr/>
            <p:nvPr/>
          </p:nvSpPr>
          <p:spPr>
            <a:xfrm>
              <a:off x="443417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g2603"/>
            <p:cNvSpPr/>
            <p:nvPr/>
          </p:nvSpPr>
          <p:spPr>
            <a:xfrm>
              <a:off x="295623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g2604"/>
            <p:cNvSpPr/>
            <p:nvPr/>
          </p:nvSpPr>
          <p:spPr>
            <a:xfrm>
              <a:off x="29678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g2605"/>
            <p:cNvSpPr/>
            <p:nvPr/>
          </p:nvSpPr>
          <p:spPr>
            <a:xfrm>
              <a:off x="297950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g2606"/>
            <p:cNvSpPr/>
            <p:nvPr/>
          </p:nvSpPr>
          <p:spPr>
            <a:xfrm>
              <a:off x="299114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g2607"/>
            <p:cNvSpPr/>
            <p:nvPr/>
          </p:nvSpPr>
          <p:spPr>
            <a:xfrm>
              <a:off x="30027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g2608"/>
            <p:cNvSpPr/>
            <p:nvPr/>
          </p:nvSpPr>
          <p:spPr>
            <a:xfrm>
              <a:off x="301442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g2609"/>
            <p:cNvSpPr/>
            <p:nvPr/>
          </p:nvSpPr>
          <p:spPr>
            <a:xfrm>
              <a:off x="304933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g2610"/>
            <p:cNvSpPr/>
            <p:nvPr/>
          </p:nvSpPr>
          <p:spPr>
            <a:xfrm>
              <a:off x="306096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g2611"/>
            <p:cNvSpPr/>
            <p:nvPr/>
          </p:nvSpPr>
          <p:spPr>
            <a:xfrm>
              <a:off x="307260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g2612"/>
            <p:cNvSpPr/>
            <p:nvPr/>
          </p:nvSpPr>
          <p:spPr>
            <a:xfrm>
              <a:off x="308424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g2613"/>
            <p:cNvSpPr/>
            <p:nvPr/>
          </p:nvSpPr>
          <p:spPr>
            <a:xfrm>
              <a:off x="309588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g2614"/>
            <p:cNvSpPr/>
            <p:nvPr/>
          </p:nvSpPr>
          <p:spPr>
            <a:xfrm>
              <a:off x="31075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g2615"/>
            <p:cNvSpPr/>
            <p:nvPr/>
          </p:nvSpPr>
          <p:spPr>
            <a:xfrm>
              <a:off x="311915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g2616"/>
            <p:cNvSpPr/>
            <p:nvPr/>
          </p:nvSpPr>
          <p:spPr>
            <a:xfrm>
              <a:off x="313079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g2617"/>
            <p:cNvSpPr/>
            <p:nvPr/>
          </p:nvSpPr>
          <p:spPr>
            <a:xfrm>
              <a:off x="31424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g2618"/>
            <p:cNvSpPr/>
            <p:nvPr/>
          </p:nvSpPr>
          <p:spPr>
            <a:xfrm>
              <a:off x="315406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g2619"/>
            <p:cNvSpPr/>
            <p:nvPr/>
          </p:nvSpPr>
          <p:spPr>
            <a:xfrm>
              <a:off x="316570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g2620"/>
            <p:cNvSpPr/>
            <p:nvPr/>
          </p:nvSpPr>
          <p:spPr>
            <a:xfrm>
              <a:off x="31773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g2621"/>
            <p:cNvSpPr/>
            <p:nvPr/>
          </p:nvSpPr>
          <p:spPr>
            <a:xfrm>
              <a:off x="318898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g2622"/>
            <p:cNvSpPr/>
            <p:nvPr/>
          </p:nvSpPr>
          <p:spPr>
            <a:xfrm>
              <a:off x="320061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g2623"/>
            <p:cNvSpPr/>
            <p:nvPr/>
          </p:nvSpPr>
          <p:spPr>
            <a:xfrm>
              <a:off x="325880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g2624"/>
            <p:cNvSpPr/>
            <p:nvPr/>
          </p:nvSpPr>
          <p:spPr>
            <a:xfrm>
              <a:off x="327044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g2625"/>
            <p:cNvSpPr/>
            <p:nvPr/>
          </p:nvSpPr>
          <p:spPr>
            <a:xfrm>
              <a:off x="328207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g2626"/>
            <p:cNvSpPr/>
            <p:nvPr/>
          </p:nvSpPr>
          <p:spPr>
            <a:xfrm>
              <a:off x="329371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g2627"/>
            <p:cNvSpPr/>
            <p:nvPr/>
          </p:nvSpPr>
          <p:spPr>
            <a:xfrm>
              <a:off x="330535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g2628"/>
            <p:cNvSpPr/>
            <p:nvPr/>
          </p:nvSpPr>
          <p:spPr>
            <a:xfrm>
              <a:off x="331699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g2629"/>
            <p:cNvSpPr/>
            <p:nvPr/>
          </p:nvSpPr>
          <p:spPr>
            <a:xfrm>
              <a:off x="332862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g2630"/>
            <p:cNvSpPr/>
            <p:nvPr/>
          </p:nvSpPr>
          <p:spPr>
            <a:xfrm>
              <a:off x="334026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g2631"/>
            <p:cNvSpPr/>
            <p:nvPr/>
          </p:nvSpPr>
          <p:spPr>
            <a:xfrm>
              <a:off x="345663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g2632"/>
            <p:cNvSpPr/>
            <p:nvPr/>
          </p:nvSpPr>
          <p:spPr>
            <a:xfrm>
              <a:off x="346827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g2633"/>
            <p:cNvSpPr/>
            <p:nvPr/>
          </p:nvSpPr>
          <p:spPr>
            <a:xfrm>
              <a:off x="347991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g2634"/>
            <p:cNvSpPr/>
            <p:nvPr/>
          </p:nvSpPr>
          <p:spPr>
            <a:xfrm>
              <a:off x="349155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g2635"/>
            <p:cNvSpPr/>
            <p:nvPr/>
          </p:nvSpPr>
          <p:spPr>
            <a:xfrm>
              <a:off x="350318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g2636"/>
            <p:cNvSpPr/>
            <p:nvPr/>
          </p:nvSpPr>
          <p:spPr>
            <a:xfrm>
              <a:off x="351482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g2637"/>
            <p:cNvSpPr/>
            <p:nvPr/>
          </p:nvSpPr>
          <p:spPr>
            <a:xfrm>
              <a:off x="352646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g2638"/>
            <p:cNvSpPr/>
            <p:nvPr/>
          </p:nvSpPr>
          <p:spPr>
            <a:xfrm>
              <a:off x="353810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g2639"/>
            <p:cNvSpPr/>
            <p:nvPr/>
          </p:nvSpPr>
          <p:spPr>
            <a:xfrm>
              <a:off x="354973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g2640"/>
            <p:cNvSpPr/>
            <p:nvPr/>
          </p:nvSpPr>
          <p:spPr>
            <a:xfrm>
              <a:off x="356137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g2641"/>
            <p:cNvSpPr/>
            <p:nvPr/>
          </p:nvSpPr>
          <p:spPr>
            <a:xfrm>
              <a:off x="357301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g2642"/>
            <p:cNvSpPr/>
            <p:nvPr/>
          </p:nvSpPr>
          <p:spPr>
            <a:xfrm>
              <a:off x="358464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g2643"/>
            <p:cNvSpPr/>
            <p:nvPr/>
          </p:nvSpPr>
          <p:spPr>
            <a:xfrm>
              <a:off x="394540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g2644"/>
            <p:cNvSpPr/>
            <p:nvPr/>
          </p:nvSpPr>
          <p:spPr>
            <a:xfrm>
              <a:off x="395704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g2645"/>
            <p:cNvSpPr/>
            <p:nvPr/>
          </p:nvSpPr>
          <p:spPr>
            <a:xfrm>
              <a:off x="396868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g2646"/>
            <p:cNvSpPr/>
            <p:nvPr/>
          </p:nvSpPr>
          <p:spPr>
            <a:xfrm>
              <a:off x="398031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g2647"/>
            <p:cNvSpPr/>
            <p:nvPr/>
          </p:nvSpPr>
          <p:spPr>
            <a:xfrm>
              <a:off x="399195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g2648"/>
            <p:cNvSpPr/>
            <p:nvPr/>
          </p:nvSpPr>
          <p:spPr>
            <a:xfrm>
              <a:off x="400359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g2649"/>
            <p:cNvSpPr/>
            <p:nvPr/>
          </p:nvSpPr>
          <p:spPr>
            <a:xfrm>
              <a:off x="401523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g2650"/>
            <p:cNvSpPr/>
            <p:nvPr/>
          </p:nvSpPr>
          <p:spPr>
            <a:xfrm>
              <a:off x="402686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g2651"/>
            <p:cNvSpPr/>
            <p:nvPr/>
          </p:nvSpPr>
          <p:spPr>
            <a:xfrm>
              <a:off x="403850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g2652"/>
            <p:cNvSpPr/>
            <p:nvPr/>
          </p:nvSpPr>
          <p:spPr>
            <a:xfrm>
              <a:off x="405014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g2653"/>
            <p:cNvSpPr/>
            <p:nvPr/>
          </p:nvSpPr>
          <p:spPr>
            <a:xfrm>
              <a:off x="406178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g2654"/>
            <p:cNvSpPr/>
            <p:nvPr/>
          </p:nvSpPr>
          <p:spPr>
            <a:xfrm>
              <a:off x="407341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g2655"/>
            <p:cNvSpPr/>
            <p:nvPr/>
          </p:nvSpPr>
          <p:spPr>
            <a:xfrm>
              <a:off x="408505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g2656"/>
            <p:cNvSpPr/>
            <p:nvPr/>
          </p:nvSpPr>
          <p:spPr>
            <a:xfrm>
              <a:off x="409669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g2657"/>
            <p:cNvSpPr/>
            <p:nvPr/>
          </p:nvSpPr>
          <p:spPr>
            <a:xfrm>
              <a:off x="410832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g2658"/>
            <p:cNvSpPr/>
            <p:nvPr/>
          </p:nvSpPr>
          <p:spPr>
            <a:xfrm>
              <a:off x="411996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g2659"/>
            <p:cNvSpPr/>
            <p:nvPr/>
          </p:nvSpPr>
          <p:spPr>
            <a:xfrm>
              <a:off x="413160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g2660"/>
            <p:cNvSpPr/>
            <p:nvPr/>
          </p:nvSpPr>
          <p:spPr>
            <a:xfrm>
              <a:off x="414324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g2661"/>
            <p:cNvSpPr/>
            <p:nvPr/>
          </p:nvSpPr>
          <p:spPr>
            <a:xfrm>
              <a:off x="41548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g2662"/>
            <p:cNvSpPr/>
            <p:nvPr/>
          </p:nvSpPr>
          <p:spPr>
            <a:xfrm>
              <a:off x="416651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g2663"/>
            <p:cNvSpPr/>
            <p:nvPr/>
          </p:nvSpPr>
          <p:spPr>
            <a:xfrm>
              <a:off x="417815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g2664"/>
            <p:cNvSpPr/>
            <p:nvPr/>
          </p:nvSpPr>
          <p:spPr>
            <a:xfrm>
              <a:off x="41897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g2665"/>
            <p:cNvSpPr/>
            <p:nvPr/>
          </p:nvSpPr>
          <p:spPr>
            <a:xfrm>
              <a:off x="420142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g2666"/>
            <p:cNvSpPr/>
            <p:nvPr/>
          </p:nvSpPr>
          <p:spPr>
            <a:xfrm>
              <a:off x="439926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g2667"/>
            <p:cNvSpPr/>
            <p:nvPr/>
          </p:nvSpPr>
          <p:spPr>
            <a:xfrm>
              <a:off x="441090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g2668"/>
            <p:cNvSpPr/>
            <p:nvPr/>
          </p:nvSpPr>
          <p:spPr>
            <a:xfrm>
              <a:off x="442253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g2669"/>
            <p:cNvSpPr/>
            <p:nvPr/>
          </p:nvSpPr>
          <p:spPr>
            <a:xfrm>
              <a:off x="443417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g2670"/>
            <p:cNvSpPr/>
            <p:nvPr/>
          </p:nvSpPr>
          <p:spPr>
            <a:xfrm>
              <a:off x="444581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g2671"/>
            <p:cNvSpPr/>
            <p:nvPr/>
          </p:nvSpPr>
          <p:spPr>
            <a:xfrm>
              <a:off x="294459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g2672"/>
            <p:cNvSpPr/>
            <p:nvPr/>
          </p:nvSpPr>
          <p:spPr>
            <a:xfrm>
              <a:off x="295623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g2673"/>
            <p:cNvSpPr/>
            <p:nvPr/>
          </p:nvSpPr>
          <p:spPr>
            <a:xfrm>
              <a:off x="29678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g2674"/>
            <p:cNvSpPr/>
            <p:nvPr/>
          </p:nvSpPr>
          <p:spPr>
            <a:xfrm>
              <a:off x="297950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g2675"/>
            <p:cNvSpPr/>
            <p:nvPr/>
          </p:nvSpPr>
          <p:spPr>
            <a:xfrm>
              <a:off x="299114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g2676"/>
            <p:cNvSpPr/>
            <p:nvPr/>
          </p:nvSpPr>
          <p:spPr>
            <a:xfrm>
              <a:off x="30027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g2677"/>
            <p:cNvSpPr/>
            <p:nvPr/>
          </p:nvSpPr>
          <p:spPr>
            <a:xfrm>
              <a:off x="301442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g2678"/>
            <p:cNvSpPr/>
            <p:nvPr/>
          </p:nvSpPr>
          <p:spPr>
            <a:xfrm>
              <a:off x="302605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g2679"/>
            <p:cNvSpPr/>
            <p:nvPr/>
          </p:nvSpPr>
          <p:spPr>
            <a:xfrm>
              <a:off x="30376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g2680"/>
            <p:cNvSpPr/>
            <p:nvPr/>
          </p:nvSpPr>
          <p:spPr>
            <a:xfrm>
              <a:off x="304933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g2681"/>
            <p:cNvSpPr/>
            <p:nvPr/>
          </p:nvSpPr>
          <p:spPr>
            <a:xfrm>
              <a:off x="306096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g2682"/>
            <p:cNvSpPr/>
            <p:nvPr/>
          </p:nvSpPr>
          <p:spPr>
            <a:xfrm>
              <a:off x="30726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g2683"/>
            <p:cNvSpPr/>
            <p:nvPr/>
          </p:nvSpPr>
          <p:spPr>
            <a:xfrm>
              <a:off x="308424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g2684"/>
            <p:cNvSpPr/>
            <p:nvPr/>
          </p:nvSpPr>
          <p:spPr>
            <a:xfrm>
              <a:off x="309588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g2685"/>
            <p:cNvSpPr/>
            <p:nvPr/>
          </p:nvSpPr>
          <p:spPr>
            <a:xfrm>
              <a:off x="310751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g2686"/>
            <p:cNvSpPr/>
            <p:nvPr/>
          </p:nvSpPr>
          <p:spPr>
            <a:xfrm>
              <a:off x="311915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g2687"/>
            <p:cNvSpPr/>
            <p:nvPr/>
          </p:nvSpPr>
          <p:spPr>
            <a:xfrm>
              <a:off x="313079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g2688"/>
            <p:cNvSpPr/>
            <p:nvPr/>
          </p:nvSpPr>
          <p:spPr>
            <a:xfrm>
              <a:off x="31424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g2689"/>
            <p:cNvSpPr/>
            <p:nvPr/>
          </p:nvSpPr>
          <p:spPr>
            <a:xfrm>
              <a:off x="315406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g2690"/>
            <p:cNvSpPr/>
            <p:nvPr/>
          </p:nvSpPr>
          <p:spPr>
            <a:xfrm>
              <a:off x="316570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g2691"/>
            <p:cNvSpPr/>
            <p:nvPr/>
          </p:nvSpPr>
          <p:spPr>
            <a:xfrm>
              <a:off x="31773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g2692"/>
            <p:cNvSpPr/>
            <p:nvPr/>
          </p:nvSpPr>
          <p:spPr>
            <a:xfrm>
              <a:off x="318898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g2693"/>
            <p:cNvSpPr/>
            <p:nvPr/>
          </p:nvSpPr>
          <p:spPr>
            <a:xfrm>
              <a:off x="320061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g2694"/>
            <p:cNvSpPr/>
            <p:nvPr/>
          </p:nvSpPr>
          <p:spPr>
            <a:xfrm>
              <a:off x="321225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g2695"/>
            <p:cNvSpPr/>
            <p:nvPr/>
          </p:nvSpPr>
          <p:spPr>
            <a:xfrm>
              <a:off x="322389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g2696"/>
            <p:cNvSpPr/>
            <p:nvPr/>
          </p:nvSpPr>
          <p:spPr>
            <a:xfrm>
              <a:off x="323552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g2697"/>
            <p:cNvSpPr/>
            <p:nvPr/>
          </p:nvSpPr>
          <p:spPr>
            <a:xfrm>
              <a:off x="324716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g2698"/>
            <p:cNvSpPr/>
            <p:nvPr/>
          </p:nvSpPr>
          <p:spPr>
            <a:xfrm>
              <a:off x="325880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g2699"/>
            <p:cNvSpPr/>
            <p:nvPr/>
          </p:nvSpPr>
          <p:spPr>
            <a:xfrm>
              <a:off x="327044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g2700"/>
            <p:cNvSpPr/>
            <p:nvPr/>
          </p:nvSpPr>
          <p:spPr>
            <a:xfrm>
              <a:off x="328207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g2701"/>
            <p:cNvSpPr/>
            <p:nvPr/>
          </p:nvSpPr>
          <p:spPr>
            <a:xfrm>
              <a:off x="329371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g2702"/>
            <p:cNvSpPr/>
            <p:nvPr/>
          </p:nvSpPr>
          <p:spPr>
            <a:xfrm>
              <a:off x="330535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g2703"/>
            <p:cNvSpPr/>
            <p:nvPr/>
          </p:nvSpPr>
          <p:spPr>
            <a:xfrm>
              <a:off x="331699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g2704"/>
            <p:cNvSpPr/>
            <p:nvPr/>
          </p:nvSpPr>
          <p:spPr>
            <a:xfrm>
              <a:off x="332862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g2705"/>
            <p:cNvSpPr/>
            <p:nvPr/>
          </p:nvSpPr>
          <p:spPr>
            <a:xfrm>
              <a:off x="334026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g2706"/>
            <p:cNvSpPr/>
            <p:nvPr/>
          </p:nvSpPr>
          <p:spPr>
            <a:xfrm>
              <a:off x="335190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g2707"/>
            <p:cNvSpPr/>
            <p:nvPr/>
          </p:nvSpPr>
          <p:spPr>
            <a:xfrm>
              <a:off x="336354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g2708"/>
            <p:cNvSpPr/>
            <p:nvPr/>
          </p:nvSpPr>
          <p:spPr>
            <a:xfrm>
              <a:off x="337517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g2709"/>
            <p:cNvSpPr/>
            <p:nvPr/>
          </p:nvSpPr>
          <p:spPr>
            <a:xfrm>
              <a:off x="346827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g2710"/>
            <p:cNvSpPr/>
            <p:nvPr/>
          </p:nvSpPr>
          <p:spPr>
            <a:xfrm>
              <a:off x="347991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g2711"/>
            <p:cNvSpPr/>
            <p:nvPr/>
          </p:nvSpPr>
          <p:spPr>
            <a:xfrm>
              <a:off x="349155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g2712"/>
            <p:cNvSpPr/>
            <p:nvPr/>
          </p:nvSpPr>
          <p:spPr>
            <a:xfrm>
              <a:off x="351482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g2713"/>
            <p:cNvSpPr/>
            <p:nvPr/>
          </p:nvSpPr>
          <p:spPr>
            <a:xfrm>
              <a:off x="352646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g2714"/>
            <p:cNvSpPr/>
            <p:nvPr/>
          </p:nvSpPr>
          <p:spPr>
            <a:xfrm>
              <a:off x="353810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g2715"/>
            <p:cNvSpPr/>
            <p:nvPr/>
          </p:nvSpPr>
          <p:spPr>
            <a:xfrm>
              <a:off x="354973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g2716"/>
            <p:cNvSpPr/>
            <p:nvPr/>
          </p:nvSpPr>
          <p:spPr>
            <a:xfrm>
              <a:off x="356137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g2717"/>
            <p:cNvSpPr/>
            <p:nvPr/>
          </p:nvSpPr>
          <p:spPr>
            <a:xfrm>
              <a:off x="357301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g2718"/>
            <p:cNvSpPr/>
            <p:nvPr/>
          </p:nvSpPr>
          <p:spPr>
            <a:xfrm>
              <a:off x="358464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g2719"/>
            <p:cNvSpPr/>
            <p:nvPr/>
          </p:nvSpPr>
          <p:spPr>
            <a:xfrm>
              <a:off x="395704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g2720"/>
            <p:cNvSpPr/>
            <p:nvPr/>
          </p:nvSpPr>
          <p:spPr>
            <a:xfrm>
              <a:off x="396868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g2721"/>
            <p:cNvSpPr/>
            <p:nvPr/>
          </p:nvSpPr>
          <p:spPr>
            <a:xfrm>
              <a:off x="398031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g2722"/>
            <p:cNvSpPr/>
            <p:nvPr/>
          </p:nvSpPr>
          <p:spPr>
            <a:xfrm>
              <a:off x="399195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g2723"/>
            <p:cNvSpPr/>
            <p:nvPr/>
          </p:nvSpPr>
          <p:spPr>
            <a:xfrm>
              <a:off x="400359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g2724"/>
            <p:cNvSpPr/>
            <p:nvPr/>
          </p:nvSpPr>
          <p:spPr>
            <a:xfrm>
              <a:off x="401523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g2725"/>
            <p:cNvSpPr/>
            <p:nvPr/>
          </p:nvSpPr>
          <p:spPr>
            <a:xfrm>
              <a:off x="402686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g2726"/>
            <p:cNvSpPr/>
            <p:nvPr/>
          </p:nvSpPr>
          <p:spPr>
            <a:xfrm>
              <a:off x="403850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g2727"/>
            <p:cNvSpPr/>
            <p:nvPr/>
          </p:nvSpPr>
          <p:spPr>
            <a:xfrm>
              <a:off x="405014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g2728"/>
            <p:cNvSpPr/>
            <p:nvPr/>
          </p:nvSpPr>
          <p:spPr>
            <a:xfrm>
              <a:off x="406178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g2729"/>
            <p:cNvSpPr/>
            <p:nvPr/>
          </p:nvSpPr>
          <p:spPr>
            <a:xfrm>
              <a:off x="407341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g2730"/>
            <p:cNvSpPr/>
            <p:nvPr/>
          </p:nvSpPr>
          <p:spPr>
            <a:xfrm>
              <a:off x="408505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g2731"/>
            <p:cNvSpPr/>
            <p:nvPr/>
          </p:nvSpPr>
          <p:spPr>
            <a:xfrm>
              <a:off x="409669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g2732"/>
            <p:cNvSpPr/>
            <p:nvPr/>
          </p:nvSpPr>
          <p:spPr>
            <a:xfrm>
              <a:off x="410832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g2733"/>
            <p:cNvSpPr/>
            <p:nvPr/>
          </p:nvSpPr>
          <p:spPr>
            <a:xfrm>
              <a:off x="414324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g2734"/>
            <p:cNvSpPr/>
            <p:nvPr/>
          </p:nvSpPr>
          <p:spPr>
            <a:xfrm>
              <a:off x="41548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g2735"/>
            <p:cNvSpPr/>
            <p:nvPr/>
          </p:nvSpPr>
          <p:spPr>
            <a:xfrm>
              <a:off x="416651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g2736"/>
            <p:cNvSpPr/>
            <p:nvPr/>
          </p:nvSpPr>
          <p:spPr>
            <a:xfrm>
              <a:off x="417815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g2737"/>
            <p:cNvSpPr/>
            <p:nvPr/>
          </p:nvSpPr>
          <p:spPr>
            <a:xfrm>
              <a:off x="41897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g2738"/>
            <p:cNvSpPr/>
            <p:nvPr/>
          </p:nvSpPr>
          <p:spPr>
            <a:xfrm>
              <a:off x="420142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g2739"/>
            <p:cNvSpPr/>
            <p:nvPr/>
          </p:nvSpPr>
          <p:spPr>
            <a:xfrm>
              <a:off x="421306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g2740"/>
            <p:cNvSpPr/>
            <p:nvPr/>
          </p:nvSpPr>
          <p:spPr>
            <a:xfrm>
              <a:off x="439926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g2741"/>
            <p:cNvSpPr/>
            <p:nvPr/>
          </p:nvSpPr>
          <p:spPr>
            <a:xfrm>
              <a:off x="441090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g2742"/>
            <p:cNvSpPr/>
            <p:nvPr/>
          </p:nvSpPr>
          <p:spPr>
            <a:xfrm>
              <a:off x="442253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g2743"/>
            <p:cNvSpPr/>
            <p:nvPr/>
          </p:nvSpPr>
          <p:spPr>
            <a:xfrm>
              <a:off x="443417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g2744"/>
            <p:cNvSpPr/>
            <p:nvPr/>
          </p:nvSpPr>
          <p:spPr>
            <a:xfrm>
              <a:off x="444581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g2745"/>
            <p:cNvSpPr/>
            <p:nvPr/>
          </p:nvSpPr>
          <p:spPr>
            <a:xfrm>
              <a:off x="294459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g2746"/>
            <p:cNvSpPr/>
            <p:nvPr/>
          </p:nvSpPr>
          <p:spPr>
            <a:xfrm>
              <a:off x="295623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g2747"/>
            <p:cNvSpPr/>
            <p:nvPr/>
          </p:nvSpPr>
          <p:spPr>
            <a:xfrm>
              <a:off x="29678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g2748"/>
            <p:cNvSpPr/>
            <p:nvPr/>
          </p:nvSpPr>
          <p:spPr>
            <a:xfrm>
              <a:off x="297950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g2749"/>
            <p:cNvSpPr/>
            <p:nvPr/>
          </p:nvSpPr>
          <p:spPr>
            <a:xfrm>
              <a:off x="299114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g2750"/>
            <p:cNvSpPr/>
            <p:nvPr/>
          </p:nvSpPr>
          <p:spPr>
            <a:xfrm>
              <a:off x="30027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g2751"/>
            <p:cNvSpPr/>
            <p:nvPr/>
          </p:nvSpPr>
          <p:spPr>
            <a:xfrm>
              <a:off x="301442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g2752"/>
            <p:cNvSpPr/>
            <p:nvPr/>
          </p:nvSpPr>
          <p:spPr>
            <a:xfrm>
              <a:off x="302605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g2753"/>
            <p:cNvSpPr/>
            <p:nvPr/>
          </p:nvSpPr>
          <p:spPr>
            <a:xfrm>
              <a:off x="30376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g2754"/>
            <p:cNvSpPr/>
            <p:nvPr/>
          </p:nvSpPr>
          <p:spPr>
            <a:xfrm>
              <a:off x="304933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g2755"/>
            <p:cNvSpPr/>
            <p:nvPr/>
          </p:nvSpPr>
          <p:spPr>
            <a:xfrm>
              <a:off x="306096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g2756"/>
            <p:cNvSpPr/>
            <p:nvPr/>
          </p:nvSpPr>
          <p:spPr>
            <a:xfrm>
              <a:off x="307260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g2757"/>
            <p:cNvSpPr/>
            <p:nvPr/>
          </p:nvSpPr>
          <p:spPr>
            <a:xfrm>
              <a:off x="308424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g2758"/>
            <p:cNvSpPr/>
            <p:nvPr/>
          </p:nvSpPr>
          <p:spPr>
            <a:xfrm>
              <a:off x="309588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g2759"/>
            <p:cNvSpPr/>
            <p:nvPr/>
          </p:nvSpPr>
          <p:spPr>
            <a:xfrm>
              <a:off x="310751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g2760"/>
            <p:cNvSpPr/>
            <p:nvPr/>
          </p:nvSpPr>
          <p:spPr>
            <a:xfrm>
              <a:off x="311915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g2761"/>
            <p:cNvSpPr/>
            <p:nvPr/>
          </p:nvSpPr>
          <p:spPr>
            <a:xfrm>
              <a:off x="313079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g2762"/>
            <p:cNvSpPr/>
            <p:nvPr/>
          </p:nvSpPr>
          <p:spPr>
            <a:xfrm>
              <a:off x="31424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g2763"/>
            <p:cNvSpPr/>
            <p:nvPr/>
          </p:nvSpPr>
          <p:spPr>
            <a:xfrm>
              <a:off x="315406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g2764"/>
            <p:cNvSpPr/>
            <p:nvPr/>
          </p:nvSpPr>
          <p:spPr>
            <a:xfrm>
              <a:off x="316570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g2765"/>
            <p:cNvSpPr/>
            <p:nvPr/>
          </p:nvSpPr>
          <p:spPr>
            <a:xfrm>
              <a:off x="31773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g2766"/>
            <p:cNvSpPr/>
            <p:nvPr/>
          </p:nvSpPr>
          <p:spPr>
            <a:xfrm>
              <a:off x="318898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g2767"/>
            <p:cNvSpPr/>
            <p:nvPr/>
          </p:nvSpPr>
          <p:spPr>
            <a:xfrm>
              <a:off x="320061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g2768"/>
            <p:cNvSpPr/>
            <p:nvPr/>
          </p:nvSpPr>
          <p:spPr>
            <a:xfrm>
              <a:off x="321225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g2769"/>
            <p:cNvSpPr/>
            <p:nvPr/>
          </p:nvSpPr>
          <p:spPr>
            <a:xfrm>
              <a:off x="322389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g2770"/>
            <p:cNvSpPr/>
            <p:nvPr/>
          </p:nvSpPr>
          <p:spPr>
            <a:xfrm>
              <a:off x="323552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g2771"/>
            <p:cNvSpPr/>
            <p:nvPr/>
          </p:nvSpPr>
          <p:spPr>
            <a:xfrm>
              <a:off x="324716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g2772"/>
            <p:cNvSpPr/>
            <p:nvPr/>
          </p:nvSpPr>
          <p:spPr>
            <a:xfrm>
              <a:off x="325880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g2773"/>
            <p:cNvSpPr/>
            <p:nvPr/>
          </p:nvSpPr>
          <p:spPr>
            <a:xfrm>
              <a:off x="327044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g2774"/>
            <p:cNvSpPr/>
            <p:nvPr/>
          </p:nvSpPr>
          <p:spPr>
            <a:xfrm>
              <a:off x="328207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g2775"/>
            <p:cNvSpPr/>
            <p:nvPr/>
          </p:nvSpPr>
          <p:spPr>
            <a:xfrm>
              <a:off x="329371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g2776"/>
            <p:cNvSpPr/>
            <p:nvPr/>
          </p:nvSpPr>
          <p:spPr>
            <a:xfrm>
              <a:off x="330535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g2777"/>
            <p:cNvSpPr/>
            <p:nvPr/>
          </p:nvSpPr>
          <p:spPr>
            <a:xfrm>
              <a:off x="331699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g2778"/>
            <p:cNvSpPr/>
            <p:nvPr/>
          </p:nvSpPr>
          <p:spPr>
            <a:xfrm>
              <a:off x="332862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g2779"/>
            <p:cNvSpPr/>
            <p:nvPr/>
          </p:nvSpPr>
          <p:spPr>
            <a:xfrm>
              <a:off x="334026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g2780"/>
            <p:cNvSpPr/>
            <p:nvPr/>
          </p:nvSpPr>
          <p:spPr>
            <a:xfrm>
              <a:off x="335190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g2781"/>
            <p:cNvSpPr/>
            <p:nvPr/>
          </p:nvSpPr>
          <p:spPr>
            <a:xfrm>
              <a:off x="336354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g2782"/>
            <p:cNvSpPr/>
            <p:nvPr/>
          </p:nvSpPr>
          <p:spPr>
            <a:xfrm>
              <a:off x="337517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g2783"/>
            <p:cNvSpPr/>
            <p:nvPr/>
          </p:nvSpPr>
          <p:spPr>
            <a:xfrm>
              <a:off x="33868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8FA7">
                <a:alpha val="100000"/>
              </a:srgbClr>
            </a:solidFill>
            <a:ln w="5420" cap="flat">
              <a:solidFill>
                <a:srgbClr val="36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g2784"/>
            <p:cNvSpPr/>
            <p:nvPr/>
          </p:nvSpPr>
          <p:spPr>
            <a:xfrm>
              <a:off x="345663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g2785"/>
            <p:cNvSpPr/>
            <p:nvPr/>
          </p:nvSpPr>
          <p:spPr>
            <a:xfrm>
              <a:off x="346827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g2786"/>
            <p:cNvSpPr/>
            <p:nvPr/>
          </p:nvSpPr>
          <p:spPr>
            <a:xfrm>
              <a:off x="347991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g2787"/>
            <p:cNvSpPr/>
            <p:nvPr/>
          </p:nvSpPr>
          <p:spPr>
            <a:xfrm>
              <a:off x="349155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g2788"/>
            <p:cNvSpPr/>
            <p:nvPr/>
          </p:nvSpPr>
          <p:spPr>
            <a:xfrm>
              <a:off x="350318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g2789"/>
            <p:cNvSpPr/>
            <p:nvPr/>
          </p:nvSpPr>
          <p:spPr>
            <a:xfrm>
              <a:off x="351482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g2790"/>
            <p:cNvSpPr/>
            <p:nvPr/>
          </p:nvSpPr>
          <p:spPr>
            <a:xfrm>
              <a:off x="352646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g2791"/>
            <p:cNvSpPr/>
            <p:nvPr/>
          </p:nvSpPr>
          <p:spPr>
            <a:xfrm>
              <a:off x="353810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g2792"/>
            <p:cNvSpPr/>
            <p:nvPr/>
          </p:nvSpPr>
          <p:spPr>
            <a:xfrm>
              <a:off x="354973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g2793"/>
            <p:cNvSpPr/>
            <p:nvPr/>
          </p:nvSpPr>
          <p:spPr>
            <a:xfrm>
              <a:off x="356137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g2794"/>
            <p:cNvSpPr/>
            <p:nvPr/>
          </p:nvSpPr>
          <p:spPr>
            <a:xfrm>
              <a:off x="357301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g2795"/>
            <p:cNvSpPr/>
            <p:nvPr/>
          </p:nvSpPr>
          <p:spPr>
            <a:xfrm>
              <a:off x="396868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g2796"/>
            <p:cNvSpPr/>
            <p:nvPr/>
          </p:nvSpPr>
          <p:spPr>
            <a:xfrm>
              <a:off x="398031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g2797"/>
            <p:cNvSpPr/>
            <p:nvPr/>
          </p:nvSpPr>
          <p:spPr>
            <a:xfrm>
              <a:off x="399195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g2798"/>
            <p:cNvSpPr/>
            <p:nvPr/>
          </p:nvSpPr>
          <p:spPr>
            <a:xfrm>
              <a:off x="400359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g2799"/>
            <p:cNvSpPr/>
            <p:nvPr/>
          </p:nvSpPr>
          <p:spPr>
            <a:xfrm>
              <a:off x="401523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g2800"/>
            <p:cNvSpPr/>
            <p:nvPr/>
          </p:nvSpPr>
          <p:spPr>
            <a:xfrm>
              <a:off x="402686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g2801"/>
            <p:cNvSpPr/>
            <p:nvPr/>
          </p:nvSpPr>
          <p:spPr>
            <a:xfrm>
              <a:off x="403850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g2802"/>
            <p:cNvSpPr/>
            <p:nvPr/>
          </p:nvSpPr>
          <p:spPr>
            <a:xfrm>
              <a:off x="405014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g2803"/>
            <p:cNvSpPr/>
            <p:nvPr/>
          </p:nvSpPr>
          <p:spPr>
            <a:xfrm>
              <a:off x="406178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g2804"/>
            <p:cNvSpPr/>
            <p:nvPr/>
          </p:nvSpPr>
          <p:spPr>
            <a:xfrm>
              <a:off x="407341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g2805"/>
            <p:cNvSpPr/>
            <p:nvPr/>
          </p:nvSpPr>
          <p:spPr>
            <a:xfrm>
              <a:off x="415487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g2806"/>
            <p:cNvSpPr/>
            <p:nvPr/>
          </p:nvSpPr>
          <p:spPr>
            <a:xfrm>
              <a:off x="416651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g2807"/>
            <p:cNvSpPr/>
            <p:nvPr/>
          </p:nvSpPr>
          <p:spPr>
            <a:xfrm>
              <a:off x="417815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g2808"/>
            <p:cNvSpPr/>
            <p:nvPr/>
          </p:nvSpPr>
          <p:spPr>
            <a:xfrm>
              <a:off x="41897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g2809"/>
            <p:cNvSpPr/>
            <p:nvPr/>
          </p:nvSpPr>
          <p:spPr>
            <a:xfrm>
              <a:off x="420142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g2810"/>
            <p:cNvSpPr/>
            <p:nvPr/>
          </p:nvSpPr>
          <p:spPr>
            <a:xfrm>
              <a:off x="421306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g2811"/>
            <p:cNvSpPr/>
            <p:nvPr/>
          </p:nvSpPr>
          <p:spPr>
            <a:xfrm>
              <a:off x="441090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g2812"/>
            <p:cNvSpPr/>
            <p:nvPr/>
          </p:nvSpPr>
          <p:spPr>
            <a:xfrm>
              <a:off x="442253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g2813"/>
            <p:cNvSpPr/>
            <p:nvPr/>
          </p:nvSpPr>
          <p:spPr>
            <a:xfrm>
              <a:off x="443417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g2814"/>
            <p:cNvSpPr/>
            <p:nvPr/>
          </p:nvSpPr>
          <p:spPr>
            <a:xfrm>
              <a:off x="444581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g2815"/>
            <p:cNvSpPr/>
            <p:nvPr/>
          </p:nvSpPr>
          <p:spPr>
            <a:xfrm>
              <a:off x="445744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g2816"/>
            <p:cNvSpPr/>
            <p:nvPr/>
          </p:nvSpPr>
          <p:spPr>
            <a:xfrm>
              <a:off x="294459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g2817"/>
            <p:cNvSpPr/>
            <p:nvPr/>
          </p:nvSpPr>
          <p:spPr>
            <a:xfrm>
              <a:off x="295623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g2818"/>
            <p:cNvSpPr/>
            <p:nvPr/>
          </p:nvSpPr>
          <p:spPr>
            <a:xfrm>
              <a:off x="29678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g2819"/>
            <p:cNvSpPr/>
            <p:nvPr/>
          </p:nvSpPr>
          <p:spPr>
            <a:xfrm>
              <a:off x="297950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g2820"/>
            <p:cNvSpPr/>
            <p:nvPr/>
          </p:nvSpPr>
          <p:spPr>
            <a:xfrm>
              <a:off x="299114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g2821"/>
            <p:cNvSpPr/>
            <p:nvPr/>
          </p:nvSpPr>
          <p:spPr>
            <a:xfrm>
              <a:off x="30027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g2822"/>
            <p:cNvSpPr/>
            <p:nvPr/>
          </p:nvSpPr>
          <p:spPr>
            <a:xfrm>
              <a:off x="301442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g2823"/>
            <p:cNvSpPr/>
            <p:nvPr/>
          </p:nvSpPr>
          <p:spPr>
            <a:xfrm>
              <a:off x="302605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g2824"/>
            <p:cNvSpPr/>
            <p:nvPr/>
          </p:nvSpPr>
          <p:spPr>
            <a:xfrm>
              <a:off x="303769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g2825"/>
            <p:cNvSpPr/>
            <p:nvPr/>
          </p:nvSpPr>
          <p:spPr>
            <a:xfrm>
              <a:off x="304933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g2826"/>
            <p:cNvSpPr/>
            <p:nvPr/>
          </p:nvSpPr>
          <p:spPr>
            <a:xfrm>
              <a:off x="306096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g2827"/>
            <p:cNvSpPr/>
            <p:nvPr/>
          </p:nvSpPr>
          <p:spPr>
            <a:xfrm>
              <a:off x="307260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g2828"/>
            <p:cNvSpPr/>
            <p:nvPr/>
          </p:nvSpPr>
          <p:spPr>
            <a:xfrm>
              <a:off x="308424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g2829"/>
            <p:cNvSpPr/>
            <p:nvPr/>
          </p:nvSpPr>
          <p:spPr>
            <a:xfrm>
              <a:off x="309588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g2830"/>
            <p:cNvSpPr/>
            <p:nvPr/>
          </p:nvSpPr>
          <p:spPr>
            <a:xfrm>
              <a:off x="310751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g2831"/>
            <p:cNvSpPr/>
            <p:nvPr/>
          </p:nvSpPr>
          <p:spPr>
            <a:xfrm>
              <a:off x="311915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g2832"/>
            <p:cNvSpPr/>
            <p:nvPr/>
          </p:nvSpPr>
          <p:spPr>
            <a:xfrm>
              <a:off x="313079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g2833"/>
            <p:cNvSpPr/>
            <p:nvPr/>
          </p:nvSpPr>
          <p:spPr>
            <a:xfrm>
              <a:off x="31424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g2834"/>
            <p:cNvSpPr/>
            <p:nvPr/>
          </p:nvSpPr>
          <p:spPr>
            <a:xfrm>
              <a:off x="315406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g2835"/>
            <p:cNvSpPr/>
            <p:nvPr/>
          </p:nvSpPr>
          <p:spPr>
            <a:xfrm>
              <a:off x="316570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g2836"/>
            <p:cNvSpPr/>
            <p:nvPr/>
          </p:nvSpPr>
          <p:spPr>
            <a:xfrm>
              <a:off x="31773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g2837"/>
            <p:cNvSpPr/>
            <p:nvPr/>
          </p:nvSpPr>
          <p:spPr>
            <a:xfrm>
              <a:off x="318898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g2838"/>
            <p:cNvSpPr/>
            <p:nvPr/>
          </p:nvSpPr>
          <p:spPr>
            <a:xfrm>
              <a:off x="320061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g2839"/>
            <p:cNvSpPr/>
            <p:nvPr/>
          </p:nvSpPr>
          <p:spPr>
            <a:xfrm>
              <a:off x="32122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g2840"/>
            <p:cNvSpPr/>
            <p:nvPr/>
          </p:nvSpPr>
          <p:spPr>
            <a:xfrm>
              <a:off x="322389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g2841"/>
            <p:cNvSpPr/>
            <p:nvPr/>
          </p:nvSpPr>
          <p:spPr>
            <a:xfrm>
              <a:off x="323552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g2842"/>
            <p:cNvSpPr/>
            <p:nvPr/>
          </p:nvSpPr>
          <p:spPr>
            <a:xfrm>
              <a:off x="324716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g2843"/>
            <p:cNvSpPr/>
            <p:nvPr/>
          </p:nvSpPr>
          <p:spPr>
            <a:xfrm>
              <a:off x="325880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g2844"/>
            <p:cNvSpPr/>
            <p:nvPr/>
          </p:nvSpPr>
          <p:spPr>
            <a:xfrm>
              <a:off x="327044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g2845"/>
            <p:cNvSpPr/>
            <p:nvPr/>
          </p:nvSpPr>
          <p:spPr>
            <a:xfrm>
              <a:off x="328207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g2846"/>
            <p:cNvSpPr/>
            <p:nvPr/>
          </p:nvSpPr>
          <p:spPr>
            <a:xfrm>
              <a:off x="329371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g2847"/>
            <p:cNvSpPr/>
            <p:nvPr/>
          </p:nvSpPr>
          <p:spPr>
            <a:xfrm>
              <a:off x="330535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g2848"/>
            <p:cNvSpPr/>
            <p:nvPr/>
          </p:nvSpPr>
          <p:spPr>
            <a:xfrm>
              <a:off x="331699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g2849"/>
            <p:cNvSpPr/>
            <p:nvPr/>
          </p:nvSpPr>
          <p:spPr>
            <a:xfrm>
              <a:off x="332862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g2850"/>
            <p:cNvSpPr/>
            <p:nvPr/>
          </p:nvSpPr>
          <p:spPr>
            <a:xfrm>
              <a:off x="334026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g2851"/>
            <p:cNvSpPr/>
            <p:nvPr/>
          </p:nvSpPr>
          <p:spPr>
            <a:xfrm>
              <a:off x="335190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g2852"/>
            <p:cNvSpPr/>
            <p:nvPr/>
          </p:nvSpPr>
          <p:spPr>
            <a:xfrm>
              <a:off x="336354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g2853"/>
            <p:cNvSpPr/>
            <p:nvPr/>
          </p:nvSpPr>
          <p:spPr>
            <a:xfrm>
              <a:off x="337517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g2854"/>
            <p:cNvSpPr/>
            <p:nvPr/>
          </p:nvSpPr>
          <p:spPr>
            <a:xfrm>
              <a:off x="33868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g2855"/>
            <p:cNvSpPr/>
            <p:nvPr/>
          </p:nvSpPr>
          <p:spPr>
            <a:xfrm>
              <a:off x="344500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g2856"/>
            <p:cNvSpPr/>
            <p:nvPr/>
          </p:nvSpPr>
          <p:spPr>
            <a:xfrm>
              <a:off x="345663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g2857"/>
            <p:cNvSpPr/>
            <p:nvPr/>
          </p:nvSpPr>
          <p:spPr>
            <a:xfrm>
              <a:off x="346827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g2858"/>
            <p:cNvSpPr/>
            <p:nvPr/>
          </p:nvSpPr>
          <p:spPr>
            <a:xfrm>
              <a:off x="347991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g2859"/>
            <p:cNvSpPr/>
            <p:nvPr/>
          </p:nvSpPr>
          <p:spPr>
            <a:xfrm>
              <a:off x="349155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g2860"/>
            <p:cNvSpPr/>
            <p:nvPr/>
          </p:nvSpPr>
          <p:spPr>
            <a:xfrm>
              <a:off x="350318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g2861"/>
            <p:cNvSpPr/>
            <p:nvPr/>
          </p:nvSpPr>
          <p:spPr>
            <a:xfrm>
              <a:off x="351482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g2862"/>
            <p:cNvSpPr/>
            <p:nvPr/>
          </p:nvSpPr>
          <p:spPr>
            <a:xfrm>
              <a:off x="352646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g2863"/>
            <p:cNvSpPr/>
            <p:nvPr/>
          </p:nvSpPr>
          <p:spPr>
            <a:xfrm>
              <a:off x="353810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g2864"/>
            <p:cNvSpPr/>
            <p:nvPr/>
          </p:nvSpPr>
          <p:spPr>
            <a:xfrm>
              <a:off x="354973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g2865"/>
            <p:cNvSpPr/>
            <p:nvPr/>
          </p:nvSpPr>
          <p:spPr>
            <a:xfrm>
              <a:off x="356137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g2866"/>
            <p:cNvSpPr/>
            <p:nvPr/>
          </p:nvSpPr>
          <p:spPr>
            <a:xfrm>
              <a:off x="357301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g2867"/>
            <p:cNvSpPr/>
            <p:nvPr/>
          </p:nvSpPr>
          <p:spPr>
            <a:xfrm>
              <a:off x="358464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g2868"/>
            <p:cNvSpPr/>
            <p:nvPr/>
          </p:nvSpPr>
          <p:spPr>
            <a:xfrm>
              <a:off x="359628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g2869"/>
            <p:cNvSpPr/>
            <p:nvPr/>
          </p:nvSpPr>
          <p:spPr>
            <a:xfrm>
              <a:off x="396868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g2870"/>
            <p:cNvSpPr/>
            <p:nvPr/>
          </p:nvSpPr>
          <p:spPr>
            <a:xfrm>
              <a:off x="39803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g2871"/>
            <p:cNvSpPr/>
            <p:nvPr/>
          </p:nvSpPr>
          <p:spPr>
            <a:xfrm>
              <a:off x="399195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g2872"/>
            <p:cNvSpPr/>
            <p:nvPr/>
          </p:nvSpPr>
          <p:spPr>
            <a:xfrm>
              <a:off x="400359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g2873"/>
            <p:cNvSpPr/>
            <p:nvPr/>
          </p:nvSpPr>
          <p:spPr>
            <a:xfrm>
              <a:off x="401523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g2874"/>
            <p:cNvSpPr/>
            <p:nvPr/>
          </p:nvSpPr>
          <p:spPr>
            <a:xfrm>
              <a:off x="402686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g2875"/>
            <p:cNvSpPr/>
            <p:nvPr/>
          </p:nvSpPr>
          <p:spPr>
            <a:xfrm>
              <a:off x="403850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g2876"/>
            <p:cNvSpPr/>
            <p:nvPr/>
          </p:nvSpPr>
          <p:spPr>
            <a:xfrm>
              <a:off x="405014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g2877"/>
            <p:cNvSpPr/>
            <p:nvPr/>
          </p:nvSpPr>
          <p:spPr>
            <a:xfrm>
              <a:off x="416651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g2878"/>
            <p:cNvSpPr/>
            <p:nvPr/>
          </p:nvSpPr>
          <p:spPr>
            <a:xfrm>
              <a:off x="417815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g2879"/>
            <p:cNvSpPr/>
            <p:nvPr/>
          </p:nvSpPr>
          <p:spPr>
            <a:xfrm>
              <a:off x="41897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g2880"/>
            <p:cNvSpPr/>
            <p:nvPr/>
          </p:nvSpPr>
          <p:spPr>
            <a:xfrm>
              <a:off x="420142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g2881"/>
            <p:cNvSpPr/>
            <p:nvPr/>
          </p:nvSpPr>
          <p:spPr>
            <a:xfrm>
              <a:off x="421306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A">
                <a:alpha val="100000"/>
              </a:srgbClr>
            </a:solidFill>
            <a:ln w="5420" cap="flat">
              <a:solidFill>
                <a:srgbClr val="3C4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g2882"/>
            <p:cNvSpPr/>
            <p:nvPr/>
          </p:nvSpPr>
          <p:spPr>
            <a:xfrm>
              <a:off x="422470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g2883"/>
            <p:cNvSpPr/>
            <p:nvPr/>
          </p:nvSpPr>
          <p:spPr>
            <a:xfrm>
              <a:off x="423634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g2884"/>
            <p:cNvSpPr/>
            <p:nvPr/>
          </p:nvSpPr>
          <p:spPr>
            <a:xfrm>
              <a:off x="441090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g2885"/>
            <p:cNvSpPr/>
            <p:nvPr/>
          </p:nvSpPr>
          <p:spPr>
            <a:xfrm>
              <a:off x="442253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g2886"/>
            <p:cNvSpPr/>
            <p:nvPr/>
          </p:nvSpPr>
          <p:spPr>
            <a:xfrm>
              <a:off x="443417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g2887"/>
            <p:cNvSpPr/>
            <p:nvPr/>
          </p:nvSpPr>
          <p:spPr>
            <a:xfrm>
              <a:off x="444581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g2888"/>
            <p:cNvSpPr/>
            <p:nvPr/>
          </p:nvSpPr>
          <p:spPr>
            <a:xfrm>
              <a:off x="445744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g2889"/>
            <p:cNvSpPr/>
            <p:nvPr/>
          </p:nvSpPr>
          <p:spPr>
            <a:xfrm>
              <a:off x="294459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g2890"/>
            <p:cNvSpPr/>
            <p:nvPr/>
          </p:nvSpPr>
          <p:spPr>
            <a:xfrm>
              <a:off x="295623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g2891"/>
            <p:cNvSpPr/>
            <p:nvPr/>
          </p:nvSpPr>
          <p:spPr>
            <a:xfrm>
              <a:off x="296787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g2892"/>
            <p:cNvSpPr/>
            <p:nvPr/>
          </p:nvSpPr>
          <p:spPr>
            <a:xfrm>
              <a:off x="297950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g2893"/>
            <p:cNvSpPr/>
            <p:nvPr/>
          </p:nvSpPr>
          <p:spPr>
            <a:xfrm>
              <a:off x="299114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g2894"/>
            <p:cNvSpPr/>
            <p:nvPr/>
          </p:nvSpPr>
          <p:spPr>
            <a:xfrm>
              <a:off x="300278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g2895"/>
            <p:cNvSpPr/>
            <p:nvPr/>
          </p:nvSpPr>
          <p:spPr>
            <a:xfrm>
              <a:off x="301442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g2896"/>
            <p:cNvSpPr/>
            <p:nvPr/>
          </p:nvSpPr>
          <p:spPr>
            <a:xfrm>
              <a:off x="302605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g2897"/>
            <p:cNvSpPr/>
            <p:nvPr/>
          </p:nvSpPr>
          <p:spPr>
            <a:xfrm>
              <a:off x="303769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g2898"/>
            <p:cNvSpPr/>
            <p:nvPr/>
          </p:nvSpPr>
          <p:spPr>
            <a:xfrm>
              <a:off x="304933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g2899"/>
            <p:cNvSpPr/>
            <p:nvPr/>
          </p:nvSpPr>
          <p:spPr>
            <a:xfrm>
              <a:off x="306096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g2900"/>
            <p:cNvSpPr/>
            <p:nvPr/>
          </p:nvSpPr>
          <p:spPr>
            <a:xfrm>
              <a:off x="307260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g2901"/>
            <p:cNvSpPr/>
            <p:nvPr/>
          </p:nvSpPr>
          <p:spPr>
            <a:xfrm>
              <a:off x="318898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g2902"/>
            <p:cNvSpPr/>
            <p:nvPr/>
          </p:nvSpPr>
          <p:spPr>
            <a:xfrm>
              <a:off x="320061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g2903"/>
            <p:cNvSpPr/>
            <p:nvPr/>
          </p:nvSpPr>
          <p:spPr>
            <a:xfrm>
              <a:off x="32122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g2904"/>
            <p:cNvSpPr/>
            <p:nvPr/>
          </p:nvSpPr>
          <p:spPr>
            <a:xfrm>
              <a:off x="322389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g2905"/>
            <p:cNvSpPr/>
            <p:nvPr/>
          </p:nvSpPr>
          <p:spPr>
            <a:xfrm>
              <a:off x="323552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g2906"/>
            <p:cNvSpPr/>
            <p:nvPr/>
          </p:nvSpPr>
          <p:spPr>
            <a:xfrm>
              <a:off x="324716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g2907"/>
            <p:cNvSpPr/>
            <p:nvPr/>
          </p:nvSpPr>
          <p:spPr>
            <a:xfrm>
              <a:off x="325880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g2908"/>
            <p:cNvSpPr/>
            <p:nvPr/>
          </p:nvSpPr>
          <p:spPr>
            <a:xfrm>
              <a:off x="327044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g2909"/>
            <p:cNvSpPr/>
            <p:nvPr/>
          </p:nvSpPr>
          <p:spPr>
            <a:xfrm>
              <a:off x="328207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g2910"/>
            <p:cNvSpPr/>
            <p:nvPr/>
          </p:nvSpPr>
          <p:spPr>
            <a:xfrm>
              <a:off x="329371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g2911"/>
            <p:cNvSpPr/>
            <p:nvPr/>
          </p:nvSpPr>
          <p:spPr>
            <a:xfrm>
              <a:off x="331699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g2912"/>
            <p:cNvSpPr/>
            <p:nvPr/>
          </p:nvSpPr>
          <p:spPr>
            <a:xfrm>
              <a:off x="332862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g2913"/>
            <p:cNvSpPr/>
            <p:nvPr/>
          </p:nvSpPr>
          <p:spPr>
            <a:xfrm>
              <a:off x="334026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g2914"/>
            <p:cNvSpPr/>
            <p:nvPr/>
          </p:nvSpPr>
          <p:spPr>
            <a:xfrm>
              <a:off x="335190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g2915"/>
            <p:cNvSpPr/>
            <p:nvPr/>
          </p:nvSpPr>
          <p:spPr>
            <a:xfrm>
              <a:off x="336354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g2916"/>
            <p:cNvSpPr/>
            <p:nvPr/>
          </p:nvSpPr>
          <p:spPr>
            <a:xfrm>
              <a:off x="337517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g2917"/>
            <p:cNvSpPr/>
            <p:nvPr/>
          </p:nvSpPr>
          <p:spPr>
            <a:xfrm>
              <a:off x="33868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g2918"/>
            <p:cNvSpPr/>
            <p:nvPr/>
          </p:nvSpPr>
          <p:spPr>
            <a:xfrm>
              <a:off x="33984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g2919"/>
            <p:cNvSpPr/>
            <p:nvPr/>
          </p:nvSpPr>
          <p:spPr>
            <a:xfrm>
              <a:off x="34217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g2920"/>
            <p:cNvSpPr/>
            <p:nvPr/>
          </p:nvSpPr>
          <p:spPr>
            <a:xfrm>
              <a:off x="34333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g2921"/>
            <p:cNvSpPr/>
            <p:nvPr/>
          </p:nvSpPr>
          <p:spPr>
            <a:xfrm>
              <a:off x="344500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g2922"/>
            <p:cNvSpPr/>
            <p:nvPr/>
          </p:nvSpPr>
          <p:spPr>
            <a:xfrm>
              <a:off x="345663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g2923"/>
            <p:cNvSpPr/>
            <p:nvPr/>
          </p:nvSpPr>
          <p:spPr>
            <a:xfrm>
              <a:off x="346827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g2924"/>
            <p:cNvSpPr/>
            <p:nvPr/>
          </p:nvSpPr>
          <p:spPr>
            <a:xfrm>
              <a:off x="347991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g2925"/>
            <p:cNvSpPr/>
            <p:nvPr/>
          </p:nvSpPr>
          <p:spPr>
            <a:xfrm>
              <a:off x="349155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g2926"/>
            <p:cNvSpPr/>
            <p:nvPr/>
          </p:nvSpPr>
          <p:spPr>
            <a:xfrm>
              <a:off x="350318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g2927"/>
            <p:cNvSpPr/>
            <p:nvPr/>
          </p:nvSpPr>
          <p:spPr>
            <a:xfrm>
              <a:off x="351482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g2928"/>
            <p:cNvSpPr/>
            <p:nvPr/>
          </p:nvSpPr>
          <p:spPr>
            <a:xfrm>
              <a:off x="352646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g2929"/>
            <p:cNvSpPr/>
            <p:nvPr/>
          </p:nvSpPr>
          <p:spPr>
            <a:xfrm>
              <a:off x="353810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g2930"/>
            <p:cNvSpPr/>
            <p:nvPr/>
          </p:nvSpPr>
          <p:spPr>
            <a:xfrm>
              <a:off x="354973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g2931"/>
            <p:cNvSpPr/>
            <p:nvPr/>
          </p:nvSpPr>
          <p:spPr>
            <a:xfrm>
              <a:off x="356137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g2932"/>
            <p:cNvSpPr/>
            <p:nvPr/>
          </p:nvSpPr>
          <p:spPr>
            <a:xfrm>
              <a:off x="357301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g2933"/>
            <p:cNvSpPr/>
            <p:nvPr/>
          </p:nvSpPr>
          <p:spPr>
            <a:xfrm>
              <a:off x="358464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g2934"/>
            <p:cNvSpPr/>
            <p:nvPr/>
          </p:nvSpPr>
          <p:spPr>
            <a:xfrm>
              <a:off x="359628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g2935"/>
            <p:cNvSpPr/>
            <p:nvPr/>
          </p:nvSpPr>
          <p:spPr>
            <a:xfrm>
              <a:off x="360792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g2936"/>
            <p:cNvSpPr/>
            <p:nvPr/>
          </p:nvSpPr>
          <p:spPr>
            <a:xfrm>
              <a:off x="399195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g2937"/>
            <p:cNvSpPr/>
            <p:nvPr/>
          </p:nvSpPr>
          <p:spPr>
            <a:xfrm>
              <a:off x="417815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g2938"/>
            <p:cNvSpPr/>
            <p:nvPr/>
          </p:nvSpPr>
          <p:spPr>
            <a:xfrm>
              <a:off x="41897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g2939"/>
            <p:cNvSpPr/>
            <p:nvPr/>
          </p:nvSpPr>
          <p:spPr>
            <a:xfrm>
              <a:off x="420142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g2940"/>
            <p:cNvSpPr/>
            <p:nvPr/>
          </p:nvSpPr>
          <p:spPr>
            <a:xfrm>
              <a:off x="421306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g2941"/>
            <p:cNvSpPr/>
            <p:nvPr/>
          </p:nvSpPr>
          <p:spPr>
            <a:xfrm>
              <a:off x="422470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g2942"/>
            <p:cNvSpPr/>
            <p:nvPr/>
          </p:nvSpPr>
          <p:spPr>
            <a:xfrm>
              <a:off x="423634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g2943"/>
            <p:cNvSpPr/>
            <p:nvPr/>
          </p:nvSpPr>
          <p:spPr>
            <a:xfrm>
              <a:off x="424797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g2944"/>
            <p:cNvSpPr/>
            <p:nvPr/>
          </p:nvSpPr>
          <p:spPr>
            <a:xfrm>
              <a:off x="441090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g2945"/>
            <p:cNvSpPr/>
            <p:nvPr/>
          </p:nvSpPr>
          <p:spPr>
            <a:xfrm>
              <a:off x="442253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g2946"/>
            <p:cNvSpPr/>
            <p:nvPr/>
          </p:nvSpPr>
          <p:spPr>
            <a:xfrm>
              <a:off x="443417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g2947"/>
            <p:cNvSpPr/>
            <p:nvPr/>
          </p:nvSpPr>
          <p:spPr>
            <a:xfrm>
              <a:off x="444581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g2948"/>
            <p:cNvSpPr/>
            <p:nvPr/>
          </p:nvSpPr>
          <p:spPr>
            <a:xfrm>
              <a:off x="445744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g2949"/>
            <p:cNvSpPr/>
            <p:nvPr/>
          </p:nvSpPr>
          <p:spPr>
            <a:xfrm>
              <a:off x="293295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g2950"/>
            <p:cNvSpPr/>
            <p:nvPr/>
          </p:nvSpPr>
          <p:spPr>
            <a:xfrm>
              <a:off x="294459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g2951"/>
            <p:cNvSpPr/>
            <p:nvPr/>
          </p:nvSpPr>
          <p:spPr>
            <a:xfrm>
              <a:off x="295623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g2952"/>
            <p:cNvSpPr/>
            <p:nvPr/>
          </p:nvSpPr>
          <p:spPr>
            <a:xfrm>
              <a:off x="296787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g2953"/>
            <p:cNvSpPr/>
            <p:nvPr/>
          </p:nvSpPr>
          <p:spPr>
            <a:xfrm>
              <a:off x="297950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g2954"/>
            <p:cNvSpPr/>
            <p:nvPr/>
          </p:nvSpPr>
          <p:spPr>
            <a:xfrm>
              <a:off x="299114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g2955"/>
            <p:cNvSpPr/>
            <p:nvPr/>
          </p:nvSpPr>
          <p:spPr>
            <a:xfrm>
              <a:off x="300278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g2956"/>
            <p:cNvSpPr/>
            <p:nvPr/>
          </p:nvSpPr>
          <p:spPr>
            <a:xfrm>
              <a:off x="301442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g2957"/>
            <p:cNvSpPr/>
            <p:nvPr/>
          </p:nvSpPr>
          <p:spPr>
            <a:xfrm>
              <a:off x="302605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g2958"/>
            <p:cNvSpPr/>
            <p:nvPr/>
          </p:nvSpPr>
          <p:spPr>
            <a:xfrm>
              <a:off x="303769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g2959"/>
            <p:cNvSpPr/>
            <p:nvPr/>
          </p:nvSpPr>
          <p:spPr>
            <a:xfrm>
              <a:off x="324716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g2960"/>
            <p:cNvSpPr/>
            <p:nvPr/>
          </p:nvSpPr>
          <p:spPr>
            <a:xfrm>
              <a:off x="325880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g2961"/>
            <p:cNvSpPr/>
            <p:nvPr/>
          </p:nvSpPr>
          <p:spPr>
            <a:xfrm>
              <a:off x="332862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g2962"/>
            <p:cNvSpPr/>
            <p:nvPr/>
          </p:nvSpPr>
          <p:spPr>
            <a:xfrm>
              <a:off x="334026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g2963"/>
            <p:cNvSpPr/>
            <p:nvPr/>
          </p:nvSpPr>
          <p:spPr>
            <a:xfrm>
              <a:off x="335190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g2964"/>
            <p:cNvSpPr/>
            <p:nvPr/>
          </p:nvSpPr>
          <p:spPr>
            <a:xfrm>
              <a:off x="336354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g2965"/>
            <p:cNvSpPr/>
            <p:nvPr/>
          </p:nvSpPr>
          <p:spPr>
            <a:xfrm>
              <a:off x="337517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g2966"/>
            <p:cNvSpPr/>
            <p:nvPr/>
          </p:nvSpPr>
          <p:spPr>
            <a:xfrm>
              <a:off x="338681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g2967"/>
            <p:cNvSpPr/>
            <p:nvPr/>
          </p:nvSpPr>
          <p:spPr>
            <a:xfrm>
              <a:off x="33984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g2968"/>
            <p:cNvSpPr/>
            <p:nvPr/>
          </p:nvSpPr>
          <p:spPr>
            <a:xfrm>
              <a:off x="341008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g2969"/>
            <p:cNvSpPr/>
            <p:nvPr/>
          </p:nvSpPr>
          <p:spPr>
            <a:xfrm>
              <a:off x="34217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g2970"/>
            <p:cNvSpPr/>
            <p:nvPr/>
          </p:nvSpPr>
          <p:spPr>
            <a:xfrm>
              <a:off x="34333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g2971"/>
            <p:cNvSpPr/>
            <p:nvPr/>
          </p:nvSpPr>
          <p:spPr>
            <a:xfrm>
              <a:off x="344500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g2972"/>
            <p:cNvSpPr/>
            <p:nvPr/>
          </p:nvSpPr>
          <p:spPr>
            <a:xfrm>
              <a:off x="345663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g2973"/>
            <p:cNvSpPr/>
            <p:nvPr/>
          </p:nvSpPr>
          <p:spPr>
            <a:xfrm>
              <a:off x="346827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g2974"/>
            <p:cNvSpPr/>
            <p:nvPr/>
          </p:nvSpPr>
          <p:spPr>
            <a:xfrm>
              <a:off x="347991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g2975"/>
            <p:cNvSpPr/>
            <p:nvPr/>
          </p:nvSpPr>
          <p:spPr>
            <a:xfrm>
              <a:off x="349155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g2976"/>
            <p:cNvSpPr/>
            <p:nvPr/>
          </p:nvSpPr>
          <p:spPr>
            <a:xfrm>
              <a:off x="350318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g2977"/>
            <p:cNvSpPr/>
            <p:nvPr/>
          </p:nvSpPr>
          <p:spPr>
            <a:xfrm>
              <a:off x="351482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g2978"/>
            <p:cNvSpPr/>
            <p:nvPr/>
          </p:nvSpPr>
          <p:spPr>
            <a:xfrm>
              <a:off x="352646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g2979"/>
            <p:cNvSpPr/>
            <p:nvPr/>
          </p:nvSpPr>
          <p:spPr>
            <a:xfrm>
              <a:off x="353810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g2980"/>
            <p:cNvSpPr/>
            <p:nvPr/>
          </p:nvSpPr>
          <p:spPr>
            <a:xfrm>
              <a:off x="354973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g2981"/>
            <p:cNvSpPr/>
            <p:nvPr/>
          </p:nvSpPr>
          <p:spPr>
            <a:xfrm>
              <a:off x="356137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g2982"/>
            <p:cNvSpPr/>
            <p:nvPr/>
          </p:nvSpPr>
          <p:spPr>
            <a:xfrm>
              <a:off x="357301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g2983"/>
            <p:cNvSpPr/>
            <p:nvPr/>
          </p:nvSpPr>
          <p:spPr>
            <a:xfrm>
              <a:off x="358464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g2984"/>
            <p:cNvSpPr/>
            <p:nvPr/>
          </p:nvSpPr>
          <p:spPr>
            <a:xfrm>
              <a:off x="359628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g2985"/>
            <p:cNvSpPr/>
            <p:nvPr/>
          </p:nvSpPr>
          <p:spPr>
            <a:xfrm>
              <a:off x="360792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g2986"/>
            <p:cNvSpPr/>
            <p:nvPr/>
          </p:nvSpPr>
          <p:spPr>
            <a:xfrm>
              <a:off x="361956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g2987"/>
            <p:cNvSpPr/>
            <p:nvPr/>
          </p:nvSpPr>
          <p:spPr>
            <a:xfrm>
              <a:off x="41897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g2988"/>
            <p:cNvSpPr/>
            <p:nvPr/>
          </p:nvSpPr>
          <p:spPr>
            <a:xfrm>
              <a:off x="420142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g2989"/>
            <p:cNvSpPr/>
            <p:nvPr/>
          </p:nvSpPr>
          <p:spPr>
            <a:xfrm>
              <a:off x="421306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g2990"/>
            <p:cNvSpPr/>
            <p:nvPr/>
          </p:nvSpPr>
          <p:spPr>
            <a:xfrm>
              <a:off x="422470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g2991"/>
            <p:cNvSpPr/>
            <p:nvPr/>
          </p:nvSpPr>
          <p:spPr>
            <a:xfrm>
              <a:off x="423634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g2992"/>
            <p:cNvSpPr/>
            <p:nvPr/>
          </p:nvSpPr>
          <p:spPr>
            <a:xfrm>
              <a:off x="424797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g2993"/>
            <p:cNvSpPr/>
            <p:nvPr/>
          </p:nvSpPr>
          <p:spPr>
            <a:xfrm>
              <a:off x="425961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g2994"/>
            <p:cNvSpPr/>
            <p:nvPr/>
          </p:nvSpPr>
          <p:spPr>
            <a:xfrm>
              <a:off x="442253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g2995"/>
            <p:cNvSpPr/>
            <p:nvPr/>
          </p:nvSpPr>
          <p:spPr>
            <a:xfrm>
              <a:off x="443417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g2996"/>
            <p:cNvSpPr/>
            <p:nvPr/>
          </p:nvSpPr>
          <p:spPr>
            <a:xfrm>
              <a:off x="444581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g2997"/>
            <p:cNvSpPr/>
            <p:nvPr/>
          </p:nvSpPr>
          <p:spPr>
            <a:xfrm>
              <a:off x="445744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g2998"/>
            <p:cNvSpPr/>
            <p:nvPr/>
          </p:nvSpPr>
          <p:spPr>
            <a:xfrm>
              <a:off x="446908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g2999"/>
            <p:cNvSpPr/>
            <p:nvPr/>
          </p:nvSpPr>
          <p:spPr>
            <a:xfrm>
              <a:off x="293295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g3000"/>
            <p:cNvSpPr/>
            <p:nvPr/>
          </p:nvSpPr>
          <p:spPr>
            <a:xfrm>
              <a:off x="294459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g3001"/>
            <p:cNvSpPr/>
            <p:nvPr/>
          </p:nvSpPr>
          <p:spPr>
            <a:xfrm>
              <a:off x="295623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g3002"/>
            <p:cNvSpPr/>
            <p:nvPr/>
          </p:nvSpPr>
          <p:spPr>
            <a:xfrm>
              <a:off x="296787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g3003"/>
            <p:cNvSpPr/>
            <p:nvPr/>
          </p:nvSpPr>
          <p:spPr>
            <a:xfrm>
              <a:off x="297950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g3004"/>
            <p:cNvSpPr/>
            <p:nvPr/>
          </p:nvSpPr>
          <p:spPr>
            <a:xfrm>
              <a:off x="299114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g3005"/>
            <p:cNvSpPr/>
            <p:nvPr/>
          </p:nvSpPr>
          <p:spPr>
            <a:xfrm>
              <a:off x="300278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g3006"/>
            <p:cNvSpPr/>
            <p:nvPr/>
          </p:nvSpPr>
          <p:spPr>
            <a:xfrm>
              <a:off x="301442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g3007"/>
            <p:cNvSpPr/>
            <p:nvPr/>
          </p:nvSpPr>
          <p:spPr>
            <a:xfrm>
              <a:off x="334026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g3008"/>
            <p:cNvSpPr/>
            <p:nvPr/>
          </p:nvSpPr>
          <p:spPr>
            <a:xfrm>
              <a:off x="335190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g3009"/>
            <p:cNvSpPr/>
            <p:nvPr/>
          </p:nvSpPr>
          <p:spPr>
            <a:xfrm>
              <a:off x="336354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g3010"/>
            <p:cNvSpPr/>
            <p:nvPr/>
          </p:nvSpPr>
          <p:spPr>
            <a:xfrm>
              <a:off x="337517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g3011"/>
            <p:cNvSpPr/>
            <p:nvPr/>
          </p:nvSpPr>
          <p:spPr>
            <a:xfrm>
              <a:off x="338681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g3012"/>
            <p:cNvSpPr/>
            <p:nvPr/>
          </p:nvSpPr>
          <p:spPr>
            <a:xfrm>
              <a:off x="33984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g3013"/>
            <p:cNvSpPr/>
            <p:nvPr/>
          </p:nvSpPr>
          <p:spPr>
            <a:xfrm>
              <a:off x="341008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g3014"/>
            <p:cNvSpPr/>
            <p:nvPr/>
          </p:nvSpPr>
          <p:spPr>
            <a:xfrm>
              <a:off x="34217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g3015"/>
            <p:cNvSpPr/>
            <p:nvPr/>
          </p:nvSpPr>
          <p:spPr>
            <a:xfrm>
              <a:off x="34333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g3016"/>
            <p:cNvSpPr/>
            <p:nvPr/>
          </p:nvSpPr>
          <p:spPr>
            <a:xfrm>
              <a:off x="344500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g3017"/>
            <p:cNvSpPr/>
            <p:nvPr/>
          </p:nvSpPr>
          <p:spPr>
            <a:xfrm>
              <a:off x="345663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g3018"/>
            <p:cNvSpPr/>
            <p:nvPr/>
          </p:nvSpPr>
          <p:spPr>
            <a:xfrm>
              <a:off x="346827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g3019"/>
            <p:cNvSpPr/>
            <p:nvPr/>
          </p:nvSpPr>
          <p:spPr>
            <a:xfrm>
              <a:off x="347991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g3020"/>
            <p:cNvSpPr/>
            <p:nvPr/>
          </p:nvSpPr>
          <p:spPr>
            <a:xfrm>
              <a:off x="349155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g3021"/>
            <p:cNvSpPr/>
            <p:nvPr/>
          </p:nvSpPr>
          <p:spPr>
            <a:xfrm>
              <a:off x="350318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g3022"/>
            <p:cNvSpPr/>
            <p:nvPr/>
          </p:nvSpPr>
          <p:spPr>
            <a:xfrm>
              <a:off x="351482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g3023"/>
            <p:cNvSpPr/>
            <p:nvPr/>
          </p:nvSpPr>
          <p:spPr>
            <a:xfrm>
              <a:off x="352646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g3024"/>
            <p:cNvSpPr/>
            <p:nvPr/>
          </p:nvSpPr>
          <p:spPr>
            <a:xfrm>
              <a:off x="353810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g3025"/>
            <p:cNvSpPr/>
            <p:nvPr/>
          </p:nvSpPr>
          <p:spPr>
            <a:xfrm>
              <a:off x="354973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g3026"/>
            <p:cNvSpPr/>
            <p:nvPr/>
          </p:nvSpPr>
          <p:spPr>
            <a:xfrm>
              <a:off x="356137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g3027"/>
            <p:cNvSpPr/>
            <p:nvPr/>
          </p:nvSpPr>
          <p:spPr>
            <a:xfrm>
              <a:off x="357301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g3028"/>
            <p:cNvSpPr/>
            <p:nvPr/>
          </p:nvSpPr>
          <p:spPr>
            <a:xfrm>
              <a:off x="358464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g3029"/>
            <p:cNvSpPr/>
            <p:nvPr/>
          </p:nvSpPr>
          <p:spPr>
            <a:xfrm>
              <a:off x="359628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g3030"/>
            <p:cNvSpPr/>
            <p:nvPr/>
          </p:nvSpPr>
          <p:spPr>
            <a:xfrm>
              <a:off x="360792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g3031"/>
            <p:cNvSpPr/>
            <p:nvPr/>
          </p:nvSpPr>
          <p:spPr>
            <a:xfrm>
              <a:off x="361956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g3032"/>
            <p:cNvSpPr/>
            <p:nvPr/>
          </p:nvSpPr>
          <p:spPr>
            <a:xfrm>
              <a:off x="420142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g3033"/>
            <p:cNvSpPr/>
            <p:nvPr/>
          </p:nvSpPr>
          <p:spPr>
            <a:xfrm>
              <a:off x="421306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g3034"/>
            <p:cNvSpPr/>
            <p:nvPr/>
          </p:nvSpPr>
          <p:spPr>
            <a:xfrm>
              <a:off x="422470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g3035"/>
            <p:cNvSpPr/>
            <p:nvPr/>
          </p:nvSpPr>
          <p:spPr>
            <a:xfrm>
              <a:off x="423634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g3036"/>
            <p:cNvSpPr/>
            <p:nvPr/>
          </p:nvSpPr>
          <p:spPr>
            <a:xfrm>
              <a:off x="424797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g3037"/>
            <p:cNvSpPr/>
            <p:nvPr/>
          </p:nvSpPr>
          <p:spPr>
            <a:xfrm>
              <a:off x="425961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g3038"/>
            <p:cNvSpPr/>
            <p:nvPr/>
          </p:nvSpPr>
          <p:spPr>
            <a:xfrm>
              <a:off x="42712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g3039"/>
            <p:cNvSpPr/>
            <p:nvPr/>
          </p:nvSpPr>
          <p:spPr>
            <a:xfrm>
              <a:off x="442253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g3040"/>
            <p:cNvSpPr/>
            <p:nvPr/>
          </p:nvSpPr>
          <p:spPr>
            <a:xfrm>
              <a:off x="443417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g3041"/>
            <p:cNvSpPr/>
            <p:nvPr/>
          </p:nvSpPr>
          <p:spPr>
            <a:xfrm>
              <a:off x="444581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g3042"/>
            <p:cNvSpPr/>
            <p:nvPr/>
          </p:nvSpPr>
          <p:spPr>
            <a:xfrm>
              <a:off x="445744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g3043"/>
            <p:cNvSpPr/>
            <p:nvPr/>
          </p:nvSpPr>
          <p:spPr>
            <a:xfrm>
              <a:off x="446908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g3044"/>
            <p:cNvSpPr/>
            <p:nvPr/>
          </p:nvSpPr>
          <p:spPr>
            <a:xfrm>
              <a:off x="292132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g3045"/>
            <p:cNvSpPr/>
            <p:nvPr/>
          </p:nvSpPr>
          <p:spPr>
            <a:xfrm>
              <a:off x="293295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g3046"/>
            <p:cNvSpPr/>
            <p:nvPr/>
          </p:nvSpPr>
          <p:spPr>
            <a:xfrm>
              <a:off x="294459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g3047"/>
            <p:cNvSpPr/>
            <p:nvPr/>
          </p:nvSpPr>
          <p:spPr>
            <a:xfrm>
              <a:off x="295623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g3048"/>
            <p:cNvSpPr/>
            <p:nvPr/>
          </p:nvSpPr>
          <p:spPr>
            <a:xfrm>
              <a:off x="296787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g3049"/>
            <p:cNvSpPr/>
            <p:nvPr/>
          </p:nvSpPr>
          <p:spPr>
            <a:xfrm>
              <a:off x="297950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g3050"/>
            <p:cNvSpPr/>
            <p:nvPr/>
          </p:nvSpPr>
          <p:spPr>
            <a:xfrm>
              <a:off x="335190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g3051"/>
            <p:cNvSpPr/>
            <p:nvPr/>
          </p:nvSpPr>
          <p:spPr>
            <a:xfrm>
              <a:off x="336354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g3052"/>
            <p:cNvSpPr/>
            <p:nvPr/>
          </p:nvSpPr>
          <p:spPr>
            <a:xfrm>
              <a:off x="337517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g3053"/>
            <p:cNvSpPr/>
            <p:nvPr/>
          </p:nvSpPr>
          <p:spPr>
            <a:xfrm>
              <a:off x="338681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g3054"/>
            <p:cNvSpPr/>
            <p:nvPr/>
          </p:nvSpPr>
          <p:spPr>
            <a:xfrm>
              <a:off x="339845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g3055"/>
            <p:cNvSpPr/>
            <p:nvPr/>
          </p:nvSpPr>
          <p:spPr>
            <a:xfrm>
              <a:off x="341008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g3056"/>
            <p:cNvSpPr/>
            <p:nvPr/>
          </p:nvSpPr>
          <p:spPr>
            <a:xfrm>
              <a:off x="34217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g3057"/>
            <p:cNvSpPr/>
            <p:nvPr/>
          </p:nvSpPr>
          <p:spPr>
            <a:xfrm>
              <a:off x="34333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g3058"/>
            <p:cNvSpPr/>
            <p:nvPr/>
          </p:nvSpPr>
          <p:spPr>
            <a:xfrm>
              <a:off x="344500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g3059"/>
            <p:cNvSpPr/>
            <p:nvPr/>
          </p:nvSpPr>
          <p:spPr>
            <a:xfrm>
              <a:off x="34566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g3060"/>
            <p:cNvSpPr/>
            <p:nvPr/>
          </p:nvSpPr>
          <p:spPr>
            <a:xfrm>
              <a:off x="346827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g3061"/>
            <p:cNvSpPr/>
            <p:nvPr/>
          </p:nvSpPr>
          <p:spPr>
            <a:xfrm>
              <a:off x="347991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g3062"/>
            <p:cNvSpPr/>
            <p:nvPr/>
          </p:nvSpPr>
          <p:spPr>
            <a:xfrm>
              <a:off x="349155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g3063"/>
            <p:cNvSpPr/>
            <p:nvPr/>
          </p:nvSpPr>
          <p:spPr>
            <a:xfrm>
              <a:off x="350318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g3064"/>
            <p:cNvSpPr/>
            <p:nvPr/>
          </p:nvSpPr>
          <p:spPr>
            <a:xfrm>
              <a:off x="351482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g3065"/>
            <p:cNvSpPr/>
            <p:nvPr/>
          </p:nvSpPr>
          <p:spPr>
            <a:xfrm>
              <a:off x="352646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g3066"/>
            <p:cNvSpPr/>
            <p:nvPr/>
          </p:nvSpPr>
          <p:spPr>
            <a:xfrm>
              <a:off x="353810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g3067"/>
            <p:cNvSpPr/>
            <p:nvPr/>
          </p:nvSpPr>
          <p:spPr>
            <a:xfrm>
              <a:off x="354973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g3068"/>
            <p:cNvSpPr/>
            <p:nvPr/>
          </p:nvSpPr>
          <p:spPr>
            <a:xfrm>
              <a:off x="356137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g3069"/>
            <p:cNvSpPr/>
            <p:nvPr/>
          </p:nvSpPr>
          <p:spPr>
            <a:xfrm>
              <a:off x="357301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g3070"/>
            <p:cNvSpPr/>
            <p:nvPr/>
          </p:nvSpPr>
          <p:spPr>
            <a:xfrm>
              <a:off x="358464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g3071"/>
            <p:cNvSpPr/>
            <p:nvPr/>
          </p:nvSpPr>
          <p:spPr>
            <a:xfrm>
              <a:off x="359628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g3072"/>
            <p:cNvSpPr/>
            <p:nvPr/>
          </p:nvSpPr>
          <p:spPr>
            <a:xfrm>
              <a:off x="360792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g3073"/>
            <p:cNvSpPr/>
            <p:nvPr/>
          </p:nvSpPr>
          <p:spPr>
            <a:xfrm>
              <a:off x="361956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g3074"/>
            <p:cNvSpPr/>
            <p:nvPr/>
          </p:nvSpPr>
          <p:spPr>
            <a:xfrm>
              <a:off x="421306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g3075"/>
            <p:cNvSpPr/>
            <p:nvPr/>
          </p:nvSpPr>
          <p:spPr>
            <a:xfrm>
              <a:off x="422470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g3076"/>
            <p:cNvSpPr/>
            <p:nvPr/>
          </p:nvSpPr>
          <p:spPr>
            <a:xfrm>
              <a:off x="423634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g3077"/>
            <p:cNvSpPr/>
            <p:nvPr/>
          </p:nvSpPr>
          <p:spPr>
            <a:xfrm>
              <a:off x="424797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g3078"/>
            <p:cNvSpPr/>
            <p:nvPr/>
          </p:nvSpPr>
          <p:spPr>
            <a:xfrm>
              <a:off x="425961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g3079"/>
            <p:cNvSpPr/>
            <p:nvPr/>
          </p:nvSpPr>
          <p:spPr>
            <a:xfrm>
              <a:off x="427125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g3080"/>
            <p:cNvSpPr/>
            <p:nvPr/>
          </p:nvSpPr>
          <p:spPr>
            <a:xfrm>
              <a:off x="428288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g3081"/>
            <p:cNvSpPr/>
            <p:nvPr/>
          </p:nvSpPr>
          <p:spPr>
            <a:xfrm>
              <a:off x="443417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g3082"/>
            <p:cNvSpPr/>
            <p:nvPr/>
          </p:nvSpPr>
          <p:spPr>
            <a:xfrm>
              <a:off x="444581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g3083"/>
            <p:cNvSpPr/>
            <p:nvPr/>
          </p:nvSpPr>
          <p:spPr>
            <a:xfrm>
              <a:off x="445744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g3084"/>
            <p:cNvSpPr/>
            <p:nvPr/>
          </p:nvSpPr>
          <p:spPr>
            <a:xfrm>
              <a:off x="446908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g3085"/>
            <p:cNvSpPr/>
            <p:nvPr/>
          </p:nvSpPr>
          <p:spPr>
            <a:xfrm>
              <a:off x="448072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g3086"/>
            <p:cNvSpPr/>
            <p:nvPr/>
          </p:nvSpPr>
          <p:spPr>
            <a:xfrm>
              <a:off x="289804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g3087"/>
            <p:cNvSpPr/>
            <p:nvPr/>
          </p:nvSpPr>
          <p:spPr>
            <a:xfrm>
              <a:off x="290968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g3088"/>
            <p:cNvSpPr/>
            <p:nvPr/>
          </p:nvSpPr>
          <p:spPr>
            <a:xfrm>
              <a:off x="292132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g3089"/>
            <p:cNvSpPr/>
            <p:nvPr/>
          </p:nvSpPr>
          <p:spPr>
            <a:xfrm>
              <a:off x="293295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g3090"/>
            <p:cNvSpPr/>
            <p:nvPr/>
          </p:nvSpPr>
          <p:spPr>
            <a:xfrm>
              <a:off x="294459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g3091"/>
            <p:cNvSpPr/>
            <p:nvPr/>
          </p:nvSpPr>
          <p:spPr>
            <a:xfrm>
              <a:off x="295623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g3092"/>
            <p:cNvSpPr/>
            <p:nvPr/>
          </p:nvSpPr>
          <p:spPr>
            <a:xfrm>
              <a:off x="296787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g3093"/>
            <p:cNvSpPr/>
            <p:nvPr/>
          </p:nvSpPr>
          <p:spPr>
            <a:xfrm>
              <a:off x="337517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g3094"/>
            <p:cNvSpPr/>
            <p:nvPr/>
          </p:nvSpPr>
          <p:spPr>
            <a:xfrm>
              <a:off x="338681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g3095"/>
            <p:cNvSpPr/>
            <p:nvPr/>
          </p:nvSpPr>
          <p:spPr>
            <a:xfrm>
              <a:off x="339845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g3096"/>
            <p:cNvSpPr/>
            <p:nvPr/>
          </p:nvSpPr>
          <p:spPr>
            <a:xfrm>
              <a:off x="341008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g3097"/>
            <p:cNvSpPr/>
            <p:nvPr/>
          </p:nvSpPr>
          <p:spPr>
            <a:xfrm>
              <a:off x="34217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g3098"/>
            <p:cNvSpPr/>
            <p:nvPr/>
          </p:nvSpPr>
          <p:spPr>
            <a:xfrm>
              <a:off x="34333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g3099"/>
            <p:cNvSpPr/>
            <p:nvPr/>
          </p:nvSpPr>
          <p:spPr>
            <a:xfrm>
              <a:off x="344500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g3100"/>
            <p:cNvSpPr/>
            <p:nvPr/>
          </p:nvSpPr>
          <p:spPr>
            <a:xfrm>
              <a:off x="34566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g3101"/>
            <p:cNvSpPr/>
            <p:nvPr/>
          </p:nvSpPr>
          <p:spPr>
            <a:xfrm>
              <a:off x="34682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g3102"/>
            <p:cNvSpPr/>
            <p:nvPr/>
          </p:nvSpPr>
          <p:spPr>
            <a:xfrm>
              <a:off x="347991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g3103"/>
            <p:cNvSpPr/>
            <p:nvPr/>
          </p:nvSpPr>
          <p:spPr>
            <a:xfrm>
              <a:off x="349155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g3104"/>
            <p:cNvSpPr/>
            <p:nvPr/>
          </p:nvSpPr>
          <p:spPr>
            <a:xfrm>
              <a:off x="3503188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g3105"/>
            <p:cNvSpPr/>
            <p:nvPr/>
          </p:nvSpPr>
          <p:spPr>
            <a:xfrm>
              <a:off x="353810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g3106"/>
            <p:cNvSpPr/>
            <p:nvPr/>
          </p:nvSpPr>
          <p:spPr>
            <a:xfrm>
              <a:off x="354973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g3107"/>
            <p:cNvSpPr/>
            <p:nvPr/>
          </p:nvSpPr>
          <p:spPr>
            <a:xfrm>
              <a:off x="356137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g3108"/>
            <p:cNvSpPr/>
            <p:nvPr/>
          </p:nvSpPr>
          <p:spPr>
            <a:xfrm>
              <a:off x="357301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g3109"/>
            <p:cNvSpPr/>
            <p:nvPr/>
          </p:nvSpPr>
          <p:spPr>
            <a:xfrm>
              <a:off x="358464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g3110"/>
            <p:cNvSpPr/>
            <p:nvPr/>
          </p:nvSpPr>
          <p:spPr>
            <a:xfrm>
              <a:off x="359628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g3111"/>
            <p:cNvSpPr/>
            <p:nvPr/>
          </p:nvSpPr>
          <p:spPr>
            <a:xfrm>
              <a:off x="360792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g3112"/>
            <p:cNvSpPr/>
            <p:nvPr/>
          </p:nvSpPr>
          <p:spPr>
            <a:xfrm>
              <a:off x="361956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g3113"/>
            <p:cNvSpPr/>
            <p:nvPr/>
          </p:nvSpPr>
          <p:spPr>
            <a:xfrm>
              <a:off x="423634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g3114"/>
            <p:cNvSpPr/>
            <p:nvPr/>
          </p:nvSpPr>
          <p:spPr>
            <a:xfrm>
              <a:off x="424797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g3115"/>
            <p:cNvSpPr/>
            <p:nvPr/>
          </p:nvSpPr>
          <p:spPr>
            <a:xfrm>
              <a:off x="425961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g3116"/>
            <p:cNvSpPr/>
            <p:nvPr/>
          </p:nvSpPr>
          <p:spPr>
            <a:xfrm>
              <a:off x="427125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g3117"/>
            <p:cNvSpPr/>
            <p:nvPr/>
          </p:nvSpPr>
          <p:spPr>
            <a:xfrm>
              <a:off x="428288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g3118"/>
            <p:cNvSpPr/>
            <p:nvPr/>
          </p:nvSpPr>
          <p:spPr>
            <a:xfrm>
              <a:off x="429452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g3119"/>
            <p:cNvSpPr/>
            <p:nvPr/>
          </p:nvSpPr>
          <p:spPr>
            <a:xfrm>
              <a:off x="443417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g3120"/>
            <p:cNvSpPr/>
            <p:nvPr/>
          </p:nvSpPr>
          <p:spPr>
            <a:xfrm>
              <a:off x="444581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g3121"/>
            <p:cNvSpPr/>
            <p:nvPr/>
          </p:nvSpPr>
          <p:spPr>
            <a:xfrm>
              <a:off x="445744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g3122"/>
            <p:cNvSpPr/>
            <p:nvPr/>
          </p:nvSpPr>
          <p:spPr>
            <a:xfrm>
              <a:off x="446908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g3123"/>
            <p:cNvSpPr/>
            <p:nvPr/>
          </p:nvSpPr>
          <p:spPr>
            <a:xfrm>
              <a:off x="448072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g3124"/>
            <p:cNvSpPr/>
            <p:nvPr/>
          </p:nvSpPr>
          <p:spPr>
            <a:xfrm>
              <a:off x="449236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g3125"/>
            <p:cNvSpPr/>
            <p:nvPr/>
          </p:nvSpPr>
          <p:spPr>
            <a:xfrm>
              <a:off x="278167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g3126"/>
            <p:cNvSpPr/>
            <p:nvPr/>
          </p:nvSpPr>
          <p:spPr>
            <a:xfrm>
              <a:off x="279331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g3127"/>
            <p:cNvSpPr/>
            <p:nvPr/>
          </p:nvSpPr>
          <p:spPr>
            <a:xfrm>
              <a:off x="280494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g3128"/>
            <p:cNvSpPr/>
            <p:nvPr/>
          </p:nvSpPr>
          <p:spPr>
            <a:xfrm>
              <a:off x="281658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g3129"/>
            <p:cNvSpPr/>
            <p:nvPr/>
          </p:nvSpPr>
          <p:spPr>
            <a:xfrm>
              <a:off x="282822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g3130"/>
            <p:cNvSpPr/>
            <p:nvPr/>
          </p:nvSpPr>
          <p:spPr>
            <a:xfrm>
              <a:off x="283986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g3131"/>
            <p:cNvSpPr/>
            <p:nvPr/>
          </p:nvSpPr>
          <p:spPr>
            <a:xfrm>
              <a:off x="287477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g3132"/>
            <p:cNvSpPr/>
            <p:nvPr/>
          </p:nvSpPr>
          <p:spPr>
            <a:xfrm>
              <a:off x="288641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g3133"/>
            <p:cNvSpPr/>
            <p:nvPr/>
          </p:nvSpPr>
          <p:spPr>
            <a:xfrm>
              <a:off x="289804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g3134"/>
            <p:cNvSpPr/>
            <p:nvPr/>
          </p:nvSpPr>
          <p:spPr>
            <a:xfrm>
              <a:off x="290968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g3135"/>
            <p:cNvSpPr/>
            <p:nvPr/>
          </p:nvSpPr>
          <p:spPr>
            <a:xfrm>
              <a:off x="292132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g3136"/>
            <p:cNvSpPr/>
            <p:nvPr/>
          </p:nvSpPr>
          <p:spPr>
            <a:xfrm>
              <a:off x="293295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g3137"/>
            <p:cNvSpPr/>
            <p:nvPr/>
          </p:nvSpPr>
          <p:spPr>
            <a:xfrm>
              <a:off x="294459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g3138"/>
            <p:cNvSpPr/>
            <p:nvPr/>
          </p:nvSpPr>
          <p:spPr>
            <a:xfrm>
              <a:off x="295623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g3139"/>
            <p:cNvSpPr/>
            <p:nvPr/>
          </p:nvSpPr>
          <p:spPr>
            <a:xfrm>
              <a:off x="346827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g3140"/>
            <p:cNvSpPr/>
            <p:nvPr/>
          </p:nvSpPr>
          <p:spPr>
            <a:xfrm>
              <a:off x="347991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g3141"/>
            <p:cNvSpPr/>
            <p:nvPr/>
          </p:nvSpPr>
          <p:spPr>
            <a:xfrm>
              <a:off x="354973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g3142"/>
            <p:cNvSpPr/>
            <p:nvPr/>
          </p:nvSpPr>
          <p:spPr>
            <a:xfrm>
              <a:off x="356137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g3143"/>
            <p:cNvSpPr/>
            <p:nvPr/>
          </p:nvSpPr>
          <p:spPr>
            <a:xfrm>
              <a:off x="357301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g3144"/>
            <p:cNvSpPr/>
            <p:nvPr/>
          </p:nvSpPr>
          <p:spPr>
            <a:xfrm>
              <a:off x="358464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g3145"/>
            <p:cNvSpPr/>
            <p:nvPr/>
          </p:nvSpPr>
          <p:spPr>
            <a:xfrm>
              <a:off x="359628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g3146"/>
            <p:cNvSpPr/>
            <p:nvPr/>
          </p:nvSpPr>
          <p:spPr>
            <a:xfrm>
              <a:off x="360792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g3147"/>
            <p:cNvSpPr/>
            <p:nvPr/>
          </p:nvSpPr>
          <p:spPr>
            <a:xfrm>
              <a:off x="424797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g3148"/>
            <p:cNvSpPr/>
            <p:nvPr/>
          </p:nvSpPr>
          <p:spPr>
            <a:xfrm>
              <a:off x="425961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g3149"/>
            <p:cNvSpPr/>
            <p:nvPr/>
          </p:nvSpPr>
          <p:spPr>
            <a:xfrm>
              <a:off x="427125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g3150"/>
            <p:cNvSpPr/>
            <p:nvPr/>
          </p:nvSpPr>
          <p:spPr>
            <a:xfrm>
              <a:off x="428288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g3151"/>
            <p:cNvSpPr/>
            <p:nvPr/>
          </p:nvSpPr>
          <p:spPr>
            <a:xfrm>
              <a:off x="429452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g3152"/>
            <p:cNvSpPr/>
            <p:nvPr/>
          </p:nvSpPr>
          <p:spPr>
            <a:xfrm>
              <a:off x="444581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g3153"/>
            <p:cNvSpPr/>
            <p:nvPr/>
          </p:nvSpPr>
          <p:spPr>
            <a:xfrm>
              <a:off x="445744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g3154"/>
            <p:cNvSpPr/>
            <p:nvPr/>
          </p:nvSpPr>
          <p:spPr>
            <a:xfrm>
              <a:off x="446908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g3155"/>
            <p:cNvSpPr/>
            <p:nvPr/>
          </p:nvSpPr>
          <p:spPr>
            <a:xfrm>
              <a:off x="448072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g3156"/>
            <p:cNvSpPr/>
            <p:nvPr/>
          </p:nvSpPr>
          <p:spPr>
            <a:xfrm>
              <a:off x="449236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g3157"/>
            <p:cNvSpPr/>
            <p:nvPr/>
          </p:nvSpPr>
          <p:spPr>
            <a:xfrm>
              <a:off x="277003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g3158"/>
            <p:cNvSpPr/>
            <p:nvPr/>
          </p:nvSpPr>
          <p:spPr>
            <a:xfrm>
              <a:off x="278167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g3159"/>
            <p:cNvSpPr/>
            <p:nvPr/>
          </p:nvSpPr>
          <p:spPr>
            <a:xfrm>
              <a:off x="279331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g3160"/>
            <p:cNvSpPr/>
            <p:nvPr/>
          </p:nvSpPr>
          <p:spPr>
            <a:xfrm>
              <a:off x="280494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g3161"/>
            <p:cNvSpPr/>
            <p:nvPr/>
          </p:nvSpPr>
          <p:spPr>
            <a:xfrm>
              <a:off x="281658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g3162"/>
            <p:cNvSpPr/>
            <p:nvPr/>
          </p:nvSpPr>
          <p:spPr>
            <a:xfrm>
              <a:off x="282822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g3163"/>
            <p:cNvSpPr/>
            <p:nvPr/>
          </p:nvSpPr>
          <p:spPr>
            <a:xfrm>
              <a:off x="283986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g3164"/>
            <p:cNvSpPr/>
            <p:nvPr/>
          </p:nvSpPr>
          <p:spPr>
            <a:xfrm>
              <a:off x="285149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g3165"/>
            <p:cNvSpPr/>
            <p:nvPr/>
          </p:nvSpPr>
          <p:spPr>
            <a:xfrm>
              <a:off x="286313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g3166"/>
            <p:cNvSpPr/>
            <p:nvPr/>
          </p:nvSpPr>
          <p:spPr>
            <a:xfrm>
              <a:off x="287477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g3167"/>
            <p:cNvSpPr/>
            <p:nvPr/>
          </p:nvSpPr>
          <p:spPr>
            <a:xfrm>
              <a:off x="288641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g3168"/>
            <p:cNvSpPr/>
            <p:nvPr/>
          </p:nvSpPr>
          <p:spPr>
            <a:xfrm>
              <a:off x="289804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g3169"/>
            <p:cNvSpPr/>
            <p:nvPr/>
          </p:nvSpPr>
          <p:spPr>
            <a:xfrm>
              <a:off x="290968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g3170"/>
            <p:cNvSpPr/>
            <p:nvPr/>
          </p:nvSpPr>
          <p:spPr>
            <a:xfrm>
              <a:off x="292132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g3171"/>
            <p:cNvSpPr/>
            <p:nvPr/>
          </p:nvSpPr>
          <p:spPr>
            <a:xfrm>
              <a:off x="293295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g3172"/>
            <p:cNvSpPr/>
            <p:nvPr/>
          </p:nvSpPr>
          <p:spPr>
            <a:xfrm>
              <a:off x="294459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g3173"/>
            <p:cNvSpPr/>
            <p:nvPr/>
          </p:nvSpPr>
          <p:spPr>
            <a:xfrm>
              <a:off x="354973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g3174"/>
            <p:cNvSpPr/>
            <p:nvPr/>
          </p:nvSpPr>
          <p:spPr>
            <a:xfrm>
              <a:off x="356137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g3175"/>
            <p:cNvSpPr/>
            <p:nvPr/>
          </p:nvSpPr>
          <p:spPr>
            <a:xfrm>
              <a:off x="357301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g3176"/>
            <p:cNvSpPr/>
            <p:nvPr/>
          </p:nvSpPr>
          <p:spPr>
            <a:xfrm>
              <a:off x="358464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g3177"/>
            <p:cNvSpPr/>
            <p:nvPr/>
          </p:nvSpPr>
          <p:spPr>
            <a:xfrm>
              <a:off x="424797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g3178"/>
            <p:cNvSpPr/>
            <p:nvPr/>
          </p:nvSpPr>
          <p:spPr>
            <a:xfrm>
              <a:off x="425961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g3179"/>
            <p:cNvSpPr/>
            <p:nvPr/>
          </p:nvSpPr>
          <p:spPr>
            <a:xfrm>
              <a:off x="427125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g3180"/>
            <p:cNvSpPr/>
            <p:nvPr/>
          </p:nvSpPr>
          <p:spPr>
            <a:xfrm>
              <a:off x="428288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g3181"/>
            <p:cNvSpPr/>
            <p:nvPr/>
          </p:nvSpPr>
          <p:spPr>
            <a:xfrm>
              <a:off x="429452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g3182"/>
            <p:cNvSpPr/>
            <p:nvPr/>
          </p:nvSpPr>
          <p:spPr>
            <a:xfrm>
              <a:off x="444581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g3183"/>
            <p:cNvSpPr/>
            <p:nvPr/>
          </p:nvSpPr>
          <p:spPr>
            <a:xfrm>
              <a:off x="445744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g3184"/>
            <p:cNvSpPr/>
            <p:nvPr/>
          </p:nvSpPr>
          <p:spPr>
            <a:xfrm>
              <a:off x="446908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g3185"/>
            <p:cNvSpPr/>
            <p:nvPr/>
          </p:nvSpPr>
          <p:spPr>
            <a:xfrm>
              <a:off x="448072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g3186"/>
            <p:cNvSpPr/>
            <p:nvPr/>
          </p:nvSpPr>
          <p:spPr>
            <a:xfrm>
              <a:off x="449236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g3187"/>
            <p:cNvSpPr/>
            <p:nvPr/>
          </p:nvSpPr>
          <p:spPr>
            <a:xfrm>
              <a:off x="450399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g3188"/>
            <p:cNvSpPr/>
            <p:nvPr/>
          </p:nvSpPr>
          <p:spPr>
            <a:xfrm>
              <a:off x="277003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g3189"/>
            <p:cNvSpPr/>
            <p:nvPr/>
          </p:nvSpPr>
          <p:spPr>
            <a:xfrm>
              <a:off x="278167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g3190"/>
            <p:cNvSpPr/>
            <p:nvPr/>
          </p:nvSpPr>
          <p:spPr>
            <a:xfrm>
              <a:off x="279331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g3191"/>
            <p:cNvSpPr/>
            <p:nvPr/>
          </p:nvSpPr>
          <p:spPr>
            <a:xfrm>
              <a:off x="280494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g3192"/>
            <p:cNvSpPr/>
            <p:nvPr/>
          </p:nvSpPr>
          <p:spPr>
            <a:xfrm>
              <a:off x="281658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g3193"/>
            <p:cNvSpPr/>
            <p:nvPr/>
          </p:nvSpPr>
          <p:spPr>
            <a:xfrm>
              <a:off x="282822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g3194"/>
            <p:cNvSpPr/>
            <p:nvPr/>
          </p:nvSpPr>
          <p:spPr>
            <a:xfrm>
              <a:off x="283986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g3195"/>
            <p:cNvSpPr/>
            <p:nvPr/>
          </p:nvSpPr>
          <p:spPr>
            <a:xfrm>
              <a:off x="285149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g3196"/>
            <p:cNvSpPr/>
            <p:nvPr/>
          </p:nvSpPr>
          <p:spPr>
            <a:xfrm>
              <a:off x="286313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g3197"/>
            <p:cNvSpPr/>
            <p:nvPr/>
          </p:nvSpPr>
          <p:spPr>
            <a:xfrm>
              <a:off x="287477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g3198"/>
            <p:cNvSpPr/>
            <p:nvPr/>
          </p:nvSpPr>
          <p:spPr>
            <a:xfrm>
              <a:off x="288641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g3199"/>
            <p:cNvSpPr/>
            <p:nvPr/>
          </p:nvSpPr>
          <p:spPr>
            <a:xfrm>
              <a:off x="289804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g3200"/>
            <p:cNvSpPr/>
            <p:nvPr/>
          </p:nvSpPr>
          <p:spPr>
            <a:xfrm>
              <a:off x="290968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g3201"/>
            <p:cNvSpPr/>
            <p:nvPr/>
          </p:nvSpPr>
          <p:spPr>
            <a:xfrm>
              <a:off x="292132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g3202"/>
            <p:cNvSpPr/>
            <p:nvPr/>
          </p:nvSpPr>
          <p:spPr>
            <a:xfrm>
              <a:off x="293295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g3203"/>
            <p:cNvSpPr/>
            <p:nvPr/>
          </p:nvSpPr>
          <p:spPr>
            <a:xfrm>
              <a:off x="424797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g3204"/>
            <p:cNvSpPr/>
            <p:nvPr/>
          </p:nvSpPr>
          <p:spPr>
            <a:xfrm>
              <a:off x="425961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g3205"/>
            <p:cNvSpPr/>
            <p:nvPr/>
          </p:nvSpPr>
          <p:spPr>
            <a:xfrm>
              <a:off x="427125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g3206"/>
            <p:cNvSpPr/>
            <p:nvPr/>
          </p:nvSpPr>
          <p:spPr>
            <a:xfrm>
              <a:off x="428288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g3207"/>
            <p:cNvSpPr/>
            <p:nvPr/>
          </p:nvSpPr>
          <p:spPr>
            <a:xfrm>
              <a:off x="429452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g3208"/>
            <p:cNvSpPr/>
            <p:nvPr/>
          </p:nvSpPr>
          <p:spPr>
            <a:xfrm>
              <a:off x="444581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g3209"/>
            <p:cNvSpPr/>
            <p:nvPr/>
          </p:nvSpPr>
          <p:spPr>
            <a:xfrm>
              <a:off x="445744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g3210"/>
            <p:cNvSpPr/>
            <p:nvPr/>
          </p:nvSpPr>
          <p:spPr>
            <a:xfrm>
              <a:off x="446908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g3211"/>
            <p:cNvSpPr/>
            <p:nvPr/>
          </p:nvSpPr>
          <p:spPr>
            <a:xfrm>
              <a:off x="448072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g3212"/>
            <p:cNvSpPr/>
            <p:nvPr/>
          </p:nvSpPr>
          <p:spPr>
            <a:xfrm>
              <a:off x="449236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g3213"/>
            <p:cNvSpPr/>
            <p:nvPr/>
          </p:nvSpPr>
          <p:spPr>
            <a:xfrm>
              <a:off x="450399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g3214"/>
            <p:cNvSpPr/>
            <p:nvPr/>
          </p:nvSpPr>
          <p:spPr>
            <a:xfrm>
              <a:off x="451563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g3215"/>
            <p:cNvSpPr/>
            <p:nvPr/>
          </p:nvSpPr>
          <p:spPr>
            <a:xfrm>
              <a:off x="275839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g3216"/>
            <p:cNvSpPr/>
            <p:nvPr/>
          </p:nvSpPr>
          <p:spPr>
            <a:xfrm>
              <a:off x="277003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g3217"/>
            <p:cNvSpPr/>
            <p:nvPr/>
          </p:nvSpPr>
          <p:spPr>
            <a:xfrm>
              <a:off x="278167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g3218"/>
            <p:cNvSpPr/>
            <p:nvPr/>
          </p:nvSpPr>
          <p:spPr>
            <a:xfrm>
              <a:off x="279331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g3219"/>
            <p:cNvSpPr/>
            <p:nvPr/>
          </p:nvSpPr>
          <p:spPr>
            <a:xfrm>
              <a:off x="280494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g3220"/>
            <p:cNvSpPr/>
            <p:nvPr/>
          </p:nvSpPr>
          <p:spPr>
            <a:xfrm>
              <a:off x="281658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g3221"/>
            <p:cNvSpPr/>
            <p:nvPr/>
          </p:nvSpPr>
          <p:spPr>
            <a:xfrm>
              <a:off x="282822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g3222"/>
            <p:cNvSpPr/>
            <p:nvPr/>
          </p:nvSpPr>
          <p:spPr>
            <a:xfrm>
              <a:off x="283986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g3223"/>
            <p:cNvSpPr/>
            <p:nvPr/>
          </p:nvSpPr>
          <p:spPr>
            <a:xfrm>
              <a:off x="285149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g3224"/>
            <p:cNvSpPr/>
            <p:nvPr/>
          </p:nvSpPr>
          <p:spPr>
            <a:xfrm>
              <a:off x="286313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g3225"/>
            <p:cNvSpPr/>
            <p:nvPr/>
          </p:nvSpPr>
          <p:spPr>
            <a:xfrm>
              <a:off x="287477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g3226"/>
            <p:cNvSpPr/>
            <p:nvPr/>
          </p:nvSpPr>
          <p:spPr>
            <a:xfrm>
              <a:off x="288641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g3227"/>
            <p:cNvSpPr/>
            <p:nvPr/>
          </p:nvSpPr>
          <p:spPr>
            <a:xfrm>
              <a:off x="289804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g3228"/>
            <p:cNvSpPr/>
            <p:nvPr/>
          </p:nvSpPr>
          <p:spPr>
            <a:xfrm>
              <a:off x="290968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g3229"/>
            <p:cNvSpPr/>
            <p:nvPr/>
          </p:nvSpPr>
          <p:spPr>
            <a:xfrm>
              <a:off x="424797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g3230"/>
            <p:cNvSpPr/>
            <p:nvPr/>
          </p:nvSpPr>
          <p:spPr>
            <a:xfrm>
              <a:off x="425961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g3231"/>
            <p:cNvSpPr/>
            <p:nvPr/>
          </p:nvSpPr>
          <p:spPr>
            <a:xfrm>
              <a:off x="427125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g3232"/>
            <p:cNvSpPr/>
            <p:nvPr/>
          </p:nvSpPr>
          <p:spPr>
            <a:xfrm>
              <a:off x="428288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g3233"/>
            <p:cNvSpPr/>
            <p:nvPr/>
          </p:nvSpPr>
          <p:spPr>
            <a:xfrm>
              <a:off x="429452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g3234"/>
            <p:cNvSpPr/>
            <p:nvPr/>
          </p:nvSpPr>
          <p:spPr>
            <a:xfrm>
              <a:off x="444581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g3235"/>
            <p:cNvSpPr/>
            <p:nvPr/>
          </p:nvSpPr>
          <p:spPr>
            <a:xfrm>
              <a:off x="445744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g3236"/>
            <p:cNvSpPr/>
            <p:nvPr/>
          </p:nvSpPr>
          <p:spPr>
            <a:xfrm>
              <a:off x="446908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g3237"/>
            <p:cNvSpPr/>
            <p:nvPr/>
          </p:nvSpPr>
          <p:spPr>
            <a:xfrm>
              <a:off x="448072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g3238"/>
            <p:cNvSpPr/>
            <p:nvPr/>
          </p:nvSpPr>
          <p:spPr>
            <a:xfrm>
              <a:off x="449236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g3239"/>
            <p:cNvSpPr/>
            <p:nvPr/>
          </p:nvSpPr>
          <p:spPr>
            <a:xfrm>
              <a:off x="450399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g3240"/>
            <p:cNvSpPr/>
            <p:nvPr/>
          </p:nvSpPr>
          <p:spPr>
            <a:xfrm>
              <a:off x="451563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g3241"/>
            <p:cNvSpPr/>
            <p:nvPr/>
          </p:nvSpPr>
          <p:spPr>
            <a:xfrm>
              <a:off x="275839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g3242"/>
            <p:cNvSpPr/>
            <p:nvPr/>
          </p:nvSpPr>
          <p:spPr>
            <a:xfrm>
              <a:off x="277003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g3243"/>
            <p:cNvSpPr/>
            <p:nvPr/>
          </p:nvSpPr>
          <p:spPr>
            <a:xfrm>
              <a:off x="278167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g3244"/>
            <p:cNvSpPr/>
            <p:nvPr/>
          </p:nvSpPr>
          <p:spPr>
            <a:xfrm>
              <a:off x="279331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g3245"/>
            <p:cNvSpPr/>
            <p:nvPr/>
          </p:nvSpPr>
          <p:spPr>
            <a:xfrm>
              <a:off x="280494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g3246"/>
            <p:cNvSpPr/>
            <p:nvPr/>
          </p:nvSpPr>
          <p:spPr>
            <a:xfrm>
              <a:off x="281658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g3247"/>
            <p:cNvSpPr/>
            <p:nvPr/>
          </p:nvSpPr>
          <p:spPr>
            <a:xfrm>
              <a:off x="282822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g3248"/>
            <p:cNvSpPr/>
            <p:nvPr/>
          </p:nvSpPr>
          <p:spPr>
            <a:xfrm>
              <a:off x="283986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g3249"/>
            <p:cNvSpPr/>
            <p:nvPr/>
          </p:nvSpPr>
          <p:spPr>
            <a:xfrm>
              <a:off x="285149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g3250"/>
            <p:cNvSpPr/>
            <p:nvPr/>
          </p:nvSpPr>
          <p:spPr>
            <a:xfrm>
              <a:off x="286313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g3251"/>
            <p:cNvSpPr/>
            <p:nvPr/>
          </p:nvSpPr>
          <p:spPr>
            <a:xfrm>
              <a:off x="287477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g3252"/>
            <p:cNvSpPr/>
            <p:nvPr/>
          </p:nvSpPr>
          <p:spPr>
            <a:xfrm>
              <a:off x="288641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g3253"/>
            <p:cNvSpPr/>
            <p:nvPr/>
          </p:nvSpPr>
          <p:spPr>
            <a:xfrm>
              <a:off x="424797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g3254"/>
            <p:cNvSpPr/>
            <p:nvPr/>
          </p:nvSpPr>
          <p:spPr>
            <a:xfrm>
              <a:off x="425961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g3255"/>
            <p:cNvSpPr/>
            <p:nvPr/>
          </p:nvSpPr>
          <p:spPr>
            <a:xfrm>
              <a:off x="427125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g3256"/>
            <p:cNvSpPr/>
            <p:nvPr/>
          </p:nvSpPr>
          <p:spPr>
            <a:xfrm>
              <a:off x="428288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g3257"/>
            <p:cNvSpPr/>
            <p:nvPr/>
          </p:nvSpPr>
          <p:spPr>
            <a:xfrm>
              <a:off x="429452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g3258"/>
            <p:cNvSpPr/>
            <p:nvPr/>
          </p:nvSpPr>
          <p:spPr>
            <a:xfrm>
              <a:off x="445744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g3259"/>
            <p:cNvSpPr/>
            <p:nvPr/>
          </p:nvSpPr>
          <p:spPr>
            <a:xfrm>
              <a:off x="446908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g3260"/>
            <p:cNvSpPr/>
            <p:nvPr/>
          </p:nvSpPr>
          <p:spPr>
            <a:xfrm>
              <a:off x="448072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g3261"/>
            <p:cNvSpPr/>
            <p:nvPr/>
          </p:nvSpPr>
          <p:spPr>
            <a:xfrm>
              <a:off x="449236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g3262"/>
            <p:cNvSpPr/>
            <p:nvPr/>
          </p:nvSpPr>
          <p:spPr>
            <a:xfrm>
              <a:off x="450399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g3263"/>
            <p:cNvSpPr/>
            <p:nvPr/>
          </p:nvSpPr>
          <p:spPr>
            <a:xfrm>
              <a:off x="451563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g3264"/>
            <p:cNvSpPr/>
            <p:nvPr/>
          </p:nvSpPr>
          <p:spPr>
            <a:xfrm>
              <a:off x="272348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g3265"/>
            <p:cNvSpPr/>
            <p:nvPr/>
          </p:nvSpPr>
          <p:spPr>
            <a:xfrm>
              <a:off x="273512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g3266"/>
            <p:cNvSpPr/>
            <p:nvPr/>
          </p:nvSpPr>
          <p:spPr>
            <a:xfrm>
              <a:off x="274676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g3267"/>
            <p:cNvSpPr/>
            <p:nvPr/>
          </p:nvSpPr>
          <p:spPr>
            <a:xfrm>
              <a:off x="275839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g3268"/>
            <p:cNvSpPr/>
            <p:nvPr/>
          </p:nvSpPr>
          <p:spPr>
            <a:xfrm>
              <a:off x="277003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g3269"/>
            <p:cNvSpPr/>
            <p:nvPr/>
          </p:nvSpPr>
          <p:spPr>
            <a:xfrm>
              <a:off x="278167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g3270"/>
            <p:cNvSpPr/>
            <p:nvPr/>
          </p:nvSpPr>
          <p:spPr>
            <a:xfrm>
              <a:off x="279331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g3271"/>
            <p:cNvSpPr/>
            <p:nvPr/>
          </p:nvSpPr>
          <p:spPr>
            <a:xfrm>
              <a:off x="280494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g3272"/>
            <p:cNvSpPr/>
            <p:nvPr/>
          </p:nvSpPr>
          <p:spPr>
            <a:xfrm>
              <a:off x="281658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g3273"/>
            <p:cNvSpPr/>
            <p:nvPr/>
          </p:nvSpPr>
          <p:spPr>
            <a:xfrm>
              <a:off x="282822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g3274"/>
            <p:cNvSpPr/>
            <p:nvPr/>
          </p:nvSpPr>
          <p:spPr>
            <a:xfrm>
              <a:off x="283986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g3275"/>
            <p:cNvSpPr/>
            <p:nvPr/>
          </p:nvSpPr>
          <p:spPr>
            <a:xfrm>
              <a:off x="285149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g3276"/>
            <p:cNvSpPr/>
            <p:nvPr/>
          </p:nvSpPr>
          <p:spPr>
            <a:xfrm>
              <a:off x="2863135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g3277"/>
            <p:cNvSpPr/>
            <p:nvPr/>
          </p:nvSpPr>
          <p:spPr>
            <a:xfrm>
              <a:off x="424797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g3278"/>
            <p:cNvSpPr/>
            <p:nvPr/>
          </p:nvSpPr>
          <p:spPr>
            <a:xfrm>
              <a:off x="425961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g3279"/>
            <p:cNvSpPr/>
            <p:nvPr/>
          </p:nvSpPr>
          <p:spPr>
            <a:xfrm>
              <a:off x="427125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g3280"/>
            <p:cNvSpPr/>
            <p:nvPr/>
          </p:nvSpPr>
          <p:spPr>
            <a:xfrm>
              <a:off x="428288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g3281"/>
            <p:cNvSpPr/>
            <p:nvPr/>
          </p:nvSpPr>
          <p:spPr>
            <a:xfrm>
              <a:off x="429452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g3282"/>
            <p:cNvSpPr/>
            <p:nvPr/>
          </p:nvSpPr>
          <p:spPr>
            <a:xfrm>
              <a:off x="445744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g3283"/>
            <p:cNvSpPr/>
            <p:nvPr/>
          </p:nvSpPr>
          <p:spPr>
            <a:xfrm>
              <a:off x="446908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g3284"/>
            <p:cNvSpPr/>
            <p:nvPr/>
          </p:nvSpPr>
          <p:spPr>
            <a:xfrm>
              <a:off x="448072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g3285"/>
            <p:cNvSpPr/>
            <p:nvPr/>
          </p:nvSpPr>
          <p:spPr>
            <a:xfrm>
              <a:off x="449236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g3286"/>
            <p:cNvSpPr/>
            <p:nvPr/>
          </p:nvSpPr>
          <p:spPr>
            <a:xfrm>
              <a:off x="450399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g3287"/>
            <p:cNvSpPr/>
            <p:nvPr/>
          </p:nvSpPr>
          <p:spPr>
            <a:xfrm>
              <a:off x="451563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g3288"/>
            <p:cNvSpPr/>
            <p:nvPr/>
          </p:nvSpPr>
          <p:spPr>
            <a:xfrm>
              <a:off x="272348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g3289"/>
            <p:cNvSpPr/>
            <p:nvPr/>
          </p:nvSpPr>
          <p:spPr>
            <a:xfrm>
              <a:off x="273512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g3290"/>
            <p:cNvSpPr/>
            <p:nvPr/>
          </p:nvSpPr>
          <p:spPr>
            <a:xfrm>
              <a:off x="274676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g3291"/>
            <p:cNvSpPr/>
            <p:nvPr/>
          </p:nvSpPr>
          <p:spPr>
            <a:xfrm>
              <a:off x="275839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g3292"/>
            <p:cNvSpPr/>
            <p:nvPr/>
          </p:nvSpPr>
          <p:spPr>
            <a:xfrm>
              <a:off x="277003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g3293"/>
            <p:cNvSpPr/>
            <p:nvPr/>
          </p:nvSpPr>
          <p:spPr>
            <a:xfrm>
              <a:off x="278167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g3294"/>
            <p:cNvSpPr/>
            <p:nvPr/>
          </p:nvSpPr>
          <p:spPr>
            <a:xfrm>
              <a:off x="279331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g3295"/>
            <p:cNvSpPr/>
            <p:nvPr/>
          </p:nvSpPr>
          <p:spPr>
            <a:xfrm>
              <a:off x="2804948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g3296"/>
            <p:cNvSpPr/>
            <p:nvPr/>
          </p:nvSpPr>
          <p:spPr>
            <a:xfrm>
              <a:off x="281658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g3297"/>
            <p:cNvSpPr/>
            <p:nvPr/>
          </p:nvSpPr>
          <p:spPr>
            <a:xfrm>
              <a:off x="4236340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g3298"/>
            <p:cNvSpPr/>
            <p:nvPr/>
          </p:nvSpPr>
          <p:spPr>
            <a:xfrm>
              <a:off x="424797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g3299"/>
            <p:cNvSpPr/>
            <p:nvPr/>
          </p:nvSpPr>
          <p:spPr>
            <a:xfrm>
              <a:off x="425961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g3300"/>
            <p:cNvSpPr/>
            <p:nvPr/>
          </p:nvSpPr>
          <p:spPr>
            <a:xfrm>
              <a:off x="427125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g3301"/>
            <p:cNvSpPr/>
            <p:nvPr/>
          </p:nvSpPr>
          <p:spPr>
            <a:xfrm>
              <a:off x="428288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g3302"/>
            <p:cNvSpPr/>
            <p:nvPr/>
          </p:nvSpPr>
          <p:spPr>
            <a:xfrm>
              <a:off x="445744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g3303"/>
            <p:cNvSpPr/>
            <p:nvPr/>
          </p:nvSpPr>
          <p:spPr>
            <a:xfrm>
              <a:off x="446908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g3304"/>
            <p:cNvSpPr/>
            <p:nvPr/>
          </p:nvSpPr>
          <p:spPr>
            <a:xfrm>
              <a:off x="448072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g3305"/>
            <p:cNvSpPr/>
            <p:nvPr/>
          </p:nvSpPr>
          <p:spPr>
            <a:xfrm>
              <a:off x="449236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g3306"/>
            <p:cNvSpPr/>
            <p:nvPr/>
          </p:nvSpPr>
          <p:spPr>
            <a:xfrm>
              <a:off x="4503998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g3307"/>
            <p:cNvSpPr/>
            <p:nvPr/>
          </p:nvSpPr>
          <p:spPr>
            <a:xfrm>
              <a:off x="451563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g3308"/>
            <p:cNvSpPr/>
            <p:nvPr/>
          </p:nvSpPr>
          <p:spPr>
            <a:xfrm>
              <a:off x="2711850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g3309"/>
            <p:cNvSpPr/>
            <p:nvPr/>
          </p:nvSpPr>
          <p:spPr>
            <a:xfrm>
              <a:off x="272348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g3310"/>
            <p:cNvSpPr/>
            <p:nvPr/>
          </p:nvSpPr>
          <p:spPr>
            <a:xfrm>
              <a:off x="273512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g3311"/>
            <p:cNvSpPr/>
            <p:nvPr/>
          </p:nvSpPr>
          <p:spPr>
            <a:xfrm>
              <a:off x="274676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g3312"/>
            <p:cNvSpPr/>
            <p:nvPr/>
          </p:nvSpPr>
          <p:spPr>
            <a:xfrm>
              <a:off x="275839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g3313"/>
            <p:cNvSpPr/>
            <p:nvPr/>
          </p:nvSpPr>
          <p:spPr>
            <a:xfrm>
              <a:off x="277003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g3314"/>
            <p:cNvSpPr/>
            <p:nvPr/>
          </p:nvSpPr>
          <p:spPr>
            <a:xfrm>
              <a:off x="278167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g3315"/>
            <p:cNvSpPr/>
            <p:nvPr/>
          </p:nvSpPr>
          <p:spPr>
            <a:xfrm>
              <a:off x="279331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g3316"/>
            <p:cNvSpPr/>
            <p:nvPr/>
          </p:nvSpPr>
          <p:spPr>
            <a:xfrm>
              <a:off x="4236340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g3317"/>
            <p:cNvSpPr/>
            <p:nvPr/>
          </p:nvSpPr>
          <p:spPr>
            <a:xfrm>
              <a:off x="424797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g3318"/>
            <p:cNvSpPr/>
            <p:nvPr/>
          </p:nvSpPr>
          <p:spPr>
            <a:xfrm>
              <a:off x="425961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g3319"/>
            <p:cNvSpPr/>
            <p:nvPr/>
          </p:nvSpPr>
          <p:spPr>
            <a:xfrm>
              <a:off x="427125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g3320"/>
            <p:cNvSpPr/>
            <p:nvPr/>
          </p:nvSpPr>
          <p:spPr>
            <a:xfrm>
              <a:off x="428288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g3321"/>
            <p:cNvSpPr/>
            <p:nvPr/>
          </p:nvSpPr>
          <p:spPr>
            <a:xfrm>
              <a:off x="429452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g3322"/>
            <p:cNvSpPr/>
            <p:nvPr/>
          </p:nvSpPr>
          <p:spPr>
            <a:xfrm>
              <a:off x="430616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g3323"/>
            <p:cNvSpPr/>
            <p:nvPr/>
          </p:nvSpPr>
          <p:spPr>
            <a:xfrm>
              <a:off x="446908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g3324"/>
            <p:cNvSpPr/>
            <p:nvPr/>
          </p:nvSpPr>
          <p:spPr>
            <a:xfrm>
              <a:off x="448072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g3325"/>
            <p:cNvSpPr/>
            <p:nvPr/>
          </p:nvSpPr>
          <p:spPr>
            <a:xfrm>
              <a:off x="449236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g3326"/>
            <p:cNvSpPr/>
            <p:nvPr/>
          </p:nvSpPr>
          <p:spPr>
            <a:xfrm>
              <a:off x="4503998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g3327"/>
            <p:cNvSpPr/>
            <p:nvPr/>
          </p:nvSpPr>
          <p:spPr>
            <a:xfrm>
              <a:off x="451563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g3328"/>
            <p:cNvSpPr/>
            <p:nvPr/>
          </p:nvSpPr>
          <p:spPr>
            <a:xfrm>
              <a:off x="270021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g3329"/>
            <p:cNvSpPr/>
            <p:nvPr/>
          </p:nvSpPr>
          <p:spPr>
            <a:xfrm>
              <a:off x="2711850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g3330"/>
            <p:cNvSpPr/>
            <p:nvPr/>
          </p:nvSpPr>
          <p:spPr>
            <a:xfrm>
              <a:off x="272348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g3331"/>
            <p:cNvSpPr/>
            <p:nvPr/>
          </p:nvSpPr>
          <p:spPr>
            <a:xfrm>
              <a:off x="273512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g3332"/>
            <p:cNvSpPr/>
            <p:nvPr/>
          </p:nvSpPr>
          <p:spPr>
            <a:xfrm>
              <a:off x="274676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g3333"/>
            <p:cNvSpPr/>
            <p:nvPr/>
          </p:nvSpPr>
          <p:spPr>
            <a:xfrm>
              <a:off x="275839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g3334"/>
            <p:cNvSpPr/>
            <p:nvPr/>
          </p:nvSpPr>
          <p:spPr>
            <a:xfrm>
              <a:off x="277003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g3335"/>
            <p:cNvSpPr/>
            <p:nvPr/>
          </p:nvSpPr>
          <p:spPr>
            <a:xfrm>
              <a:off x="278167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g3336"/>
            <p:cNvSpPr/>
            <p:nvPr/>
          </p:nvSpPr>
          <p:spPr>
            <a:xfrm>
              <a:off x="4236340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g3337"/>
            <p:cNvSpPr/>
            <p:nvPr/>
          </p:nvSpPr>
          <p:spPr>
            <a:xfrm>
              <a:off x="424797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g3338"/>
            <p:cNvSpPr/>
            <p:nvPr/>
          </p:nvSpPr>
          <p:spPr>
            <a:xfrm>
              <a:off x="425961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g3339"/>
            <p:cNvSpPr/>
            <p:nvPr/>
          </p:nvSpPr>
          <p:spPr>
            <a:xfrm>
              <a:off x="427125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g3340"/>
            <p:cNvSpPr/>
            <p:nvPr/>
          </p:nvSpPr>
          <p:spPr>
            <a:xfrm>
              <a:off x="428288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g3341"/>
            <p:cNvSpPr/>
            <p:nvPr/>
          </p:nvSpPr>
          <p:spPr>
            <a:xfrm>
              <a:off x="429452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g3342"/>
            <p:cNvSpPr/>
            <p:nvPr/>
          </p:nvSpPr>
          <p:spPr>
            <a:xfrm>
              <a:off x="430616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g3343"/>
            <p:cNvSpPr/>
            <p:nvPr/>
          </p:nvSpPr>
          <p:spPr>
            <a:xfrm>
              <a:off x="431780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g3344"/>
            <p:cNvSpPr/>
            <p:nvPr/>
          </p:nvSpPr>
          <p:spPr>
            <a:xfrm>
              <a:off x="446908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g3345"/>
            <p:cNvSpPr/>
            <p:nvPr/>
          </p:nvSpPr>
          <p:spPr>
            <a:xfrm>
              <a:off x="448072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g3346"/>
            <p:cNvSpPr/>
            <p:nvPr/>
          </p:nvSpPr>
          <p:spPr>
            <a:xfrm>
              <a:off x="449236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g3347"/>
            <p:cNvSpPr/>
            <p:nvPr/>
          </p:nvSpPr>
          <p:spPr>
            <a:xfrm>
              <a:off x="4503998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g3348"/>
            <p:cNvSpPr/>
            <p:nvPr/>
          </p:nvSpPr>
          <p:spPr>
            <a:xfrm>
              <a:off x="451563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g3349"/>
            <p:cNvSpPr/>
            <p:nvPr/>
          </p:nvSpPr>
          <p:spPr>
            <a:xfrm>
              <a:off x="4527273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g3350"/>
            <p:cNvSpPr/>
            <p:nvPr/>
          </p:nvSpPr>
          <p:spPr>
            <a:xfrm>
              <a:off x="268857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g3351"/>
            <p:cNvSpPr/>
            <p:nvPr/>
          </p:nvSpPr>
          <p:spPr>
            <a:xfrm>
              <a:off x="270021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g3352"/>
            <p:cNvSpPr/>
            <p:nvPr/>
          </p:nvSpPr>
          <p:spPr>
            <a:xfrm>
              <a:off x="271185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g3353"/>
            <p:cNvSpPr/>
            <p:nvPr/>
          </p:nvSpPr>
          <p:spPr>
            <a:xfrm>
              <a:off x="272348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g3354"/>
            <p:cNvSpPr/>
            <p:nvPr/>
          </p:nvSpPr>
          <p:spPr>
            <a:xfrm>
              <a:off x="273512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g3355"/>
            <p:cNvSpPr/>
            <p:nvPr/>
          </p:nvSpPr>
          <p:spPr>
            <a:xfrm>
              <a:off x="274676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g3356"/>
            <p:cNvSpPr/>
            <p:nvPr/>
          </p:nvSpPr>
          <p:spPr>
            <a:xfrm>
              <a:off x="275839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g3357"/>
            <p:cNvSpPr/>
            <p:nvPr/>
          </p:nvSpPr>
          <p:spPr>
            <a:xfrm>
              <a:off x="277003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g3358"/>
            <p:cNvSpPr/>
            <p:nvPr/>
          </p:nvSpPr>
          <p:spPr>
            <a:xfrm>
              <a:off x="423634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g3359"/>
            <p:cNvSpPr/>
            <p:nvPr/>
          </p:nvSpPr>
          <p:spPr>
            <a:xfrm>
              <a:off x="424797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g3360"/>
            <p:cNvSpPr/>
            <p:nvPr/>
          </p:nvSpPr>
          <p:spPr>
            <a:xfrm>
              <a:off x="425961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g3361"/>
            <p:cNvSpPr/>
            <p:nvPr/>
          </p:nvSpPr>
          <p:spPr>
            <a:xfrm>
              <a:off x="427125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g3362"/>
            <p:cNvSpPr/>
            <p:nvPr/>
          </p:nvSpPr>
          <p:spPr>
            <a:xfrm>
              <a:off x="428288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g3363"/>
            <p:cNvSpPr/>
            <p:nvPr/>
          </p:nvSpPr>
          <p:spPr>
            <a:xfrm>
              <a:off x="429452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g3364"/>
            <p:cNvSpPr/>
            <p:nvPr/>
          </p:nvSpPr>
          <p:spPr>
            <a:xfrm>
              <a:off x="430616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g3365"/>
            <p:cNvSpPr/>
            <p:nvPr/>
          </p:nvSpPr>
          <p:spPr>
            <a:xfrm>
              <a:off x="431780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g3366"/>
            <p:cNvSpPr/>
            <p:nvPr/>
          </p:nvSpPr>
          <p:spPr>
            <a:xfrm>
              <a:off x="448072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g3367"/>
            <p:cNvSpPr/>
            <p:nvPr/>
          </p:nvSpPr>
          <p:spPr>
            <a:xfrm>
              <a:off x="449236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g3368"/>
            <p:cNvSpPr/>
            <p:nvPr/>
          </p:nvSpPr>
          <p:spPr>
            <a:xfrm>
              <a:off x="4503998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A">
                <a:alpha val="100000"/>
              </a:srgbClr>
            </a:solidFill>
            <a:ln w="5420" cap="flat">
              <a:solidFill>
                <a:srgbClr val="3C4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g3369"/>
            <p:cNvSpPr/>
            <p:nvPr/>
          </p:nvSpPr>
          <p:spPr>
            <a:xfrm>
              <a:off x="451563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g3370"/>
            <p:cNvSpPr/>
            <p:nvPr/>
          </p:nvSpPr>
          <p:spPr>
            <a:xfrm>
              <a:off x="4527273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g3371"/>
            <p:cNvSpPr/>
            <p:nvPr/>
          </p:nvSpPr>
          <p:spPr>
            <a:xfrm>
              <a:off x="268857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g3372"/>
            <p:cNvSpPr/>
            <p:nvPr/>
          </p:nvSpPr>
          <p:spPr>
            <a:xfrm>
              <a:off x="270021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g3373"/>
            <p:cNvSpPr/>
            <p:nvPr/>
          </p:nvSpPr>
          <p:spPr>
            <a:xfrm>
              <a:off x="271185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g3374"/>
            <p:cNvSpPr/>
            <p:nvPr/>
          </p:nvSpPr>
          <p:spPr>
            <a:xfrm>
              <a:off x="272348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g3375"/>
            <p:cNvSpPr/>
            <p:nvPr/>
          </p:nvSpPr>
          <p:spPr>
            <a:xfrm>
              <a:off x="273512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g3376"/>
            <p:cNvSpPr/>
            <p:nvPr/>
          </p:nvSpPr>
          <p:spPr>
            <a:xfrm>
              <a:off x="274676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g3377"/>
            <p:cNvSpPr/>
            <p:nvPr/>
          </p:nvSpPr>
          <p:spPr>
            <a:xfrm>
              <a:off x="275839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g3378"/>
            <p:cNvSpPr/>
            <p:nvPr/>
          </p:nvSpPr>
          <p:spPr>
            <a:xfrm>
              <a:off x="423634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g3379"/>
            <p:cNvSpPr/>
            <p:nvPr/>
          </p:nvSpPr>
          <p:spPr>
            <a:xfrm>
              <a:off x="424797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g3380"/>
            <p:cNvSpPr/>
            <p:nvPr/>
          </p:nvSpPr>
          <p:spPr>
            <a:xfrm>
              <a:off x="425961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g3381"/>
            <p:cNvSpPr/>
            <p:nvPr/>
          </p:nvSpPr>
          <p:spPr>
            <a:xfrm>
              <a:off x="427125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g3382"/>
            <p:cNvSpPr/>
            <p:nvPr/>
          </p:nvSpPr>
          <p:spPr>
            <a:xfrm>
              <a:off x="428288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g3383"/>
            <p:cNvSpPr/>
            <p:nvPr/>
          </p:nvSpPr>
          <p:spPr>
            <a:xfrm>
              <a:off x="429452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g3384"/>
            <p:cNvSpPr/>
            <p:nvPr/>
          </p:nvSpPr>
          <p:spPr>
            <a:xfrm>
              <a:off x="430616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g3385"/>
            <p:cNvSpPr/>
            <p:nvPr/>
          </p:nvSpPr>
          <p:spPr>
            <a:xfrm>
              <a:off x="4317801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g3386"/>
            <p:cNvSpPr/>
            <p:nvPr/>
          </p:nvSpPr>
          <p:spPr>
            <a:xfrm>
              <a:off x="448072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g3387"/>
            <p:cNvSpPr/>
            <p:nvPr/>
          </p:nvSpPr>
          <p:spPr>
            <a:xfrm>
              <a:off x="4492361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g3388"/>
            <p:cNvSpPr/>
            <p:nvPr/>
          </p:nvSpPr>
          <p:spPr>
            <a:xfrm>
              <a:off x="4503998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g3389"/>
            <p:cNvSpPr/>
            <p:nvPr/>
          </p:nvSpPr>
          <p:spPr>
            <a:xfrm>
              <a:off x="451563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g3390"/>
            <p:cNvSpPr/>
            <p:nvPr/>
          </p:nvSpPr>
          <p:spPr>
            <a:xfrm>
              <a:off x="4527273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g3391"/>
            <p:cNvSpPr/>
            <p:nvPr/>
          </p:nvSpPr>
          <p:spPr>
            <a:xfrm>
              <a:off x="266530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g3392"/>
            <p:cNvSpPr/>
            <p:nvPr/>
          </p:nvSpPr>
          <p:spPr>
            <a:xfrm>
              <a:off x="2676938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g3393"/>
            <p:cNvSpPr/>
            <p:nvPr/>
          </p:nvSpPr>
          <p:spPr>
            <a:xfrm>
              <a:off x="270021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g3394"/>
            <p:cNvSpPr/>
            <p:nvPr/>
          </p:nvSpPr>
          <p:spPr>
            <a:xfrm>
              <a:off x="271185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g3395"/>
            <p:cNvSpPr/>
            <p:nvPr/>
          </p:nvSpPr>
          <p:spPr>
            <a:xfrm>
              <a:off x="272348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g3396"/>
            <p:cNvSpPr/>
            <p:nvPr/>
          </p:nvSpPr>
          <p:spPr>
            <a:xfrm>
              <a:off x="273512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g3397"/>
            <p:cNvSpPr/>
            <p:nvPr/>
          </p:nvSpPr>
          <p:spPr>
            <a:xfrm>
              <a:off x="274676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g3398"/>
            <p:cNvSpPr/>
            <p:nvPr/>
          </p:nvSpPr>
          <p:spPr>
            <a:xfrm>
              <a:off x="423634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g3399"/>
            <p:cNvSpPr/>
            <p:nvPr/>
          </p:nvSpPr>
          <p:spPr>
            <a:xfrm>
              <a:off x="424797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g3400"/>
            <p:cNvSpPr/>
            <p:nvPr/>
          </p:nvSpPr>
          <p:spPr>
            <a:xfrm>
              <a:off x="425961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g3401"/>
            <p:cNvSpPr/>
            <p:nvPr/>
          </p:nvSpPr>
          <p:spPr>
            <a:xfrm>
              <a:off x="427125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g3402"/>
            <p:cNvSpPr/>
            <p:nvPr/>
          </p:nvSpPr>
          <p:spPr>
            <a:xfrm>
              <a:off x="428288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g3403"/>
            <p:cNvSpPr/>
            <p:nvPr/>
          </p:nvSpPr>
          <p:spPr>
            <a:xfrm>
              <a:off x="429452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g3404"/>
            <p:cNvSpPr/>
            <p:nvPr/>
          </p:nvSpPr>
          <p:spPr>
            <a:xfrm>
              <a:off x="430616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g3405"/>
            <p:cNvSpPr/>
            <p:nvPr/>
          </p:nvSpPr>
          <p:spPr>
            <a:xfrm>
              <a:off x="4317801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g3406"/>
            <p:cNvSpPr/>
            <p:nvPr/>
          </p:nvSpPr>
          <p:spPr>
            <a:xfrm>
              <a:off x="448072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g3407"/>
            <p:cNvSpPr/>
            <p:nvPr/>
          </p:nvSpPr>
          <p:spPr>
            <a:xfrm>
              <a:off x="4492361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g3408"/>
            <p:cNvSpPr/>
            <p:nvPr/>
          </p:nvSpPr>
          <p:spPr>
            <a:xfrm>
              <a:off x="4503998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g3409"/>
            <p:cNvSpPr/>
            <p:nvPr/>
          </p:nvSpPr>
          <p:spPr>
            <a:xfrm>
              <a:off x="451563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g3410"/>
            <p:cNvSpPr/>
            <p:nvPr/>
          </p:nvSpPr>
          <p:spPr>
            <a:xfrm>
              <a:off x="452727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g3411"/>
            <p:cNvSpPr/>
            <p:nvPr/>
          </p:nvSpPr>
          <p:spPr>
            <a:xfrm>
              <a:off x="265366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g3412"/>
            <p:cNvSpPr/>
            <p:nvPr/>
          </p:nvSpPr>
          <p:spPr>
            <a:xfrm>
              <a:off x="266530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g3413"/>
            <p:cNvSpPr/>
            <p:nvPr/>
          </p:nvSpPr>
          <p:spPr>
            <a:xfrm>
              <a:off x="267693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g3414"/>
            <p:cNvSpPr/>
            <p:nvPr/>
          </p:nvSpPr>
          <p:spPr>
            <a:xfrm>
              <a:off x="268857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g3415"/>
            <p:cNvSpPr/>
            <p:nvPr/>
          </p:nvSpPr>
          <p:spPr>
            <a:xfrm>
              <a:off x="270021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g3416"/>
            <p:cNvSpPr/>
            <p:nvPr/>
          </p:nvSpPr>
          <p:spPr>
            <a:xfrm>
              <a:off x="271185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g3417"/>
            <p:cNvSpPr/>
            <p:nvPr/>
          </p:nvSpPr>
          <p:spPr>
            <a:xfrm>
              <a:off x="272348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g3418"/>
            <p:cNvSpPr/>
            <p:nvPr/>
          </p:nvSpPr>
          <p:spPr>
            <a:xfrm>
              <a:off x="273512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g3419"/>
            <p:cNvSpPr/>
            <p:nvPr/>
          </p:nvSpPr>
          <p:spPr>
            <a:xfrm>
              <a:off x="274676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g3420"/>
            <p:cNvSpPr/>
            <p:nvPr/>
          </p:nvSpPr>
          <p:spPr>
            <a:xfrm>
              <a:off x="424797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g3421"/>
            <p:cNvSpPr/>
            <p:nvPr/>
          </p:nvSpPr>
          <p:spPr>
            <a:xfrm>
              <a:off x="425961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g3422"/>
            <p:cNvSpPr/>
            <p:nvPr/>
          </p:nvSpPr>
          <p:spPr>
            <a:xfrm>
              <a:off x="427125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g3423"/>
            <p:cNvSpPr/>
            <p:nvPr/>
          </p:nvSpPr>
          <p:spPr>
            <a:xfrm>
              <a:off x="428288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g3424"/>
            <p:cNvSpPr/>
            <p:nvPr/>
          </p:nvSpPr>
          <p:spPr>
            <a:xfrm>
              <a:off x="4294526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g3425"/>
            <p:cNvSpPr/>
            <p:nvPr/>
          </p:nvSpPr>
          <p:spPr>
            <a:xfrm>
              <a:off x="430616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g3426"/>
            <p:cNvSpPr/>
            <p:nvPr/>
          </p:nvSpPr>
          <p:spPr>
            <a:xfrm>
              <a:off x="4492361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g3427"/>
            <p:cNvSpPr/>
            <p:nvPr/>
          </p:nvSpPr>
          <p:spPr>
            <a:xfrm>
              <a:off x="450399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g3428"/>
            <p:cNvSpPr/>
            <p:nvPr/>
          </p:nvSpPr>
          <p:spPr>
            <a:xfrm>
              <a:off x="4515636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g3429"/>
            <p:cNvSpPr/>
            <p:nvPr/>
          </p:nvSpPr>
          <p:spPr>
            <a:xfrm>
              <a:off x="452727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g3430"/>
            <p:cNvSpPr/>
            <p:nvPr/>
          </p:nvSpPr>
          <p:spPr>
            <a:xfrm>
              <a:off x="453891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g3431"/>
            <p:cNvSpPr/>
            <p:nvPr/>
          </p:nvSpPr>
          <p:spPr>
            <a:xfrm>
              <a:off x="265366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g3432"/>
            <p:cNvSpPr/>
            <p:nvPr/>
          </p:nvSpPr>
          <p:spPr>
            <a:xfrm>
              <a:off x="266530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g3433"/>
            <p:cNvSpPr/>
            <p:nvPr/>
          </p:nvSpPr>
          <p:spPr>
            <a:xfrm>
              <a:off x="267693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g3434"/>
            <p:cNvSpPr/>
            <p:nvPr/>
          </p:nvSpPr>
          <p:spPr>
            <a:xfrm>
              <a:off x="268857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g3435"/>
            <p:cNvSpPr/>
            <p:nvPr/>
          </p:nvSpPr>
          <p:spPr>
            <a:xfrm>
              <a:off x="270021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g3436"/>
            <p:cNvSpPr/>
            <p:nvPr/>
          </p:nvSpPr>
          <p:spPr>
            <a:xfrm>
              <a:off x="271185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g3437"/>
            <p:cNvSpPr/>
            <p:nvPr/>
          </p:nvSpPr>
          <p:spPr>
            <a:xfrm>
              <a:off x="272348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g3438"/>
            <p:cNvSpPr/>
            <p:nvPr/>
          </p:nvSpPr>
          <p:spPr>
            <a:xfrm>
              <a:off x="2735124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g3439"/>
            <p:cNvSpPr/>
            <p:nvPr/>
          </p:nvSpPr>
          <p:spPr>
            <a:xfrm>
              <a:off x="424797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g3440"/>
            <p:cNvSpPr/>
            <p:nvPr/>
          </p:nvSpPr>
          <p:spPr>
            <a:xfrm>
              <a:off x="4259614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g3441"/>
            <p:cNvSpPr/>
            <p:nvPr/>
          </p:nvSpPr>
          <p:spPr>
            <a:xfrm>
              <a:off x="427125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g3442"/>
            <p:cNvSpPr/>
            <p:nvPr/>
          </p:nvSpPr>
          <p:spPr>
            <a:xfrm>
              <a:off x="4282889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g3443"/>
            <p:cNvSpPr/>
            <p:nvPr/>
          </p:nvSpPr>
          <p:spPr>
            <a:xfrm>
              <a:off x="4294526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g3444"/>
            <p:cNvSpPr/>
            <p:nvPr/>
          </p:nvSpPr>
          <p:spPr>
            <a:xfrm>
              <a:off x="4492361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g3445"/>
            <p:cNvSpPr/>
            <p:nvPr/>
          </p:nvSpPr>
          <p:spPr>
            <a:xfrm>
              <a:off x="450399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g3446"/>
            <p:cNvSpPr/>
            <p:nvPr/>
          </p:nvSpPr>
          <p:spPr>
            <a:xfrm>
              <a:off x="4515636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g3447"/>
            <p:cNvSpPr/>
            <p:nvPr/>
          </p:nvSpPr>
          <p:spPr>
            <a:xfrm>
              <a:off x="452727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g3448"/>
            <p:cNvSpPr/>
            <p:nvPr/>
          </p:nvSpPr>
          <p:spPr>
            <a:xfrm>
              <a:off x="453891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g3449"/>
            <p:cNvSpPr/>
            <p:nvPr/>
          </p:nvSpPr>
          <p:spPr>
            <a:xfrm>
              <a:off x="265366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g3450"/>
            <p:cNvSpPr/>
            <p:nvPr/>
          </p:nvSpPr>
          <p:spPr>
            <a:xfrm>
              <a:off x="266530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g3451"/>
            <p:cNvSpPr/>
            <p:nvPr/>
          </p:nvSpPr>
          <p:spPr>
            <a:xfrm>
              <a:off x="267693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g3452"/>
            <p:cNvSpPr/>
            <p:nvPr/>
          </p:nvSpPr>
          <p:spPr>
            <a:xfrm>
              <a:off x="268857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g3453"/>
            <p:cNvSpPr/>
            <p:nvPr/>
          </p:nvSpPr>
          <p:spPr>
            <a:xfrm>
              <a:off x="270021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g3454"/>
            <p:cNvSpPr/>
            <p:nvPr/>
          </p:nvSpPr>
          <p:spPr>
            <a:xfrm>
              <a:off x="271185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g3455"/>
            <p:cNvSpPr/>
            <p:nvPr/>
          </p:nvSpPr>
          <p:spPr>
            <a:xfrm>
              <a:off x="272348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g3456"/>
            <p:cNvSpPr/>
            <p:nvPr/>
          </p:nvSpPr>
          <p:spPr>
            <a:xfrm>
              <a:off x="273512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g3457"/>
            <p:cNvSpPr/>
            <p:nvPr/>
          </p:nvSpPr>
          <p:spPr>
            <a:xfrm>
              <a:off x="424797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g3458"/>
            <p:cNvSpPr/>
            <p:nvPr/>
          </p:nvSpPr>
          <p:spPr>
            <a:xfrm>
              <a:off x="425961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g3459"/>
            <p:cNvSpPr/>
            <p:nvPr/>
          </p:nvSpPr>
          <p:spPr>
            <a:xfrm>
              <a:off x="427125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g3460"/>
            <p:cNvSpPr/>
            <p:nvPr/>
          </p:nvSpPr>
          <p:spPr>
            <a:xfrm>
              <a:off x="428288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g3461"/>
            <p:cNvSpPr/>
            <p:nvPr/>
          </p:nvSpPr>
          <p:spPr>
            <a:xfrm>
              <a:off x="4294526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g3462"/>
            <p:cNvSpPr/>
            <p:nvPr/>
          </p:nvSpPr>
          <p:spPr>
            <a:xfrm>
              <a:off x="430616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g3463"/>
            <p:cNvSpPr/>
            <p:nvPr/>
          </p:nvSpPr>
          <p:spPr>
            <a:xfrm>
              <a:off x="450399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g3464"/>
            <p:cNvSpPr/>
            <p:nvPr/>
          </p:nvSpPr>
          <p:spPr>
            <a:xfrm>
              <a:off x="4515636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g3465"/>
            <p:cNvSpPr/>
            <p:nvPr/>
          </p:nvSpPr>
          <p:spPr>
            <a:xfrm>
              <a:off x="452727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g3466"/>
            <p:cNvSpPr/>
            <p:nvPr/>
          </p:nvSpPr>
          <p:spPr>
            <a:xfrm>
              <a:off x="453891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g3467"/>
            <p:cNvSpPr/>
            <p:nvPr/>
          </p:nvSpPr>
          <p:spPr>
            <a:xfrm>
              <a:off x="455054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g3468"/>
            <p:cNvSpPr/>
            <p:nvPr/>
          </p:nvSpPr>
          <p:spPr>
            <a:xfrm>
              <a:off x="266530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g3469"/>
            <p:cNvSpPr/>
            <p:nvPr/>
          </p:nvSpPr>
          <p:spPr>
            <a:xfrm>
              <a:off x="267693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g3470"/>
            <p:cNvSpPr/>
            <p:nvPr/>
          </p:nvSpPr>
          <p:spPr>
            <a:xfrm>
              <a:off x="268857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g3471"/>
            <p:cNvSpPr/>
            <p:nvPr/>
          </p:nvSpPr>
          <p:spPr>
            <a:xfrm>
              <a:off x="270021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g3472"/>
            <p:cNvSpPr/>
            <p:nvPr/>
          </p:nvSpPr>
          <p:spPr>
            <a:xfrm>
              <a:off x="271185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g3473"/>
            <p:cNvSpPr/>
            <p:nvPr/>
          </p:nvSpPr>
          <p:spPr>
            <a:xfrm>
              <a:off x="272348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g3474"/>
            <p:cNvSpPr/>
            <p:nvPr/>
          </p:nvSpPr>
          <p:spPr>
            <a:xfrm>
              <a:off x="4259614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g3475"/>
            <p:cNvSpPr/>
            <p:nvPr/>
          </p:nvSpPr>
          <p:spPr>
            <a:xfrm>
              <a:off x="427125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g3476"/>
            <p:cNvSpPr/>
            <p:nvPr/>
          </p:nvSpPr>
          <p:spPr>
            <a:xfrm>
              <a:off x="4282889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g3477"/>
            <p:cNvSpPr/>
            <p:nvPr/>
          </p:nvSpPr>
          <p:spPr>
            <a:xfrm>
              <a:off x="4294526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g3478"/>
            <p:cNvSpPr/>
            <p:nvPr/>
          </p:nvSpPr>
          <p:spPr>
            <a:xfrm>
              <a:off x="4306164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g3479"/>
            <p:cNvSpPr/>
            <p:nvPr/>
          </p:nvSpPr>
          <p:spPr>
            <a:xfrm>
              <a:off x="450399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g3480"/>
            <p:cNvSpPr/>
            <p:nvPr/>
          </p:nvSpPr>
          <p:spPr>
            <a:xfrm>
              <a:off x="4515636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g3481"/>
            <p:cNvSpPr/>
            <p:nvPr/>
          </p:nvSpPr>
          <p:spPr>
            <a:xfrm>
              <a:off x="452727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g3482"/>
            <p:cNvSpPr/>
            <p:nvPr/>
          </p:nvSpPr>
          <p:spPr>
            <a:xfrm>
              <a:off x="453891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g3483"/>
            <p:cNvSpPr/>
            <p:nvPr/>
          </p:nvSpPr>
          <p:spPr>
            <a:xfrm>
              <a:off x="455054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g3484"/>
            <p:cNvSpPr/>
            <p:nvPr/>
          </p:nvSpPr>
          <p:spPr>
            <a:xfrm>
              <a:off x="456218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g3485"/>
            <p:cNvSpPr/>
            <p:nvPr/>
          </p:nvSpPr>
          <p:spPr>
            <a:xfrm>
              <a:off x="266530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g3486"/>
            <p:cNvSpPr/>
            <p:nvPr/>
          </p:nvSpPr>
          <p:spPr>
            <a:xfrm>
              <a:off x="267693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g3487"/>
            <p:cNvSpPr/>
            <p:nvPr/>
          </p:nvSpPr>
          <p:spPr>
            <a:xfrm>
              <a:off x="268857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g3488"/>
            <p:cNvSpPr/>
            <p:nvPr/>
          </p:nvSpPr>
          <p:spPr>
            <a:xfrm>
              <a:off x="270021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g3489"/>
            <p:cNvSpPr/>
            <p:nvPr/>
          </p:nvSpPr>
          <p:spPr>
            <a:xfrm>
              <a:off x="271185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g3490"/>
            <p:cNvSpPr/>
            <p:nvPr/>
          </p:nvSpPr>
          <p:spPr>
            <a:xfrm>
              <a:off x="272348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g3491"/>
            <p:cNvSpPr/>
            <p:nvPr/>
          </p:nvSpPr>
          <p:spPr>
            <a:xfrm>
              <a:off x="427125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g3492"/>
            <p:cNvSpPr/>
            <p:nvPr/>
          </p:nvSpPr>
          <p:spPr>
            <a:xfrm>
              <a:off x="4282889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g3493"/>
            <p:cNvSpPr/>
            <p:nvPr/>
          </p:nvSpPr>
          <p:spPr>
            <a:xfrm>
              <a:off x="429452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g3494"/>
            <p:cNvSpPr/>
            <p:nvPr/>
          </p:nvSpPr>
          <p:spPr>
            <a:xfrm>
              <a:off x="430616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g3495"/>
            <p:cNvSpPr/>
            <p:nvPr/>
          </p:nvSpPr>
          <p:spPr>
            <a:xfrm>
              <a:off x="431780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g3496"/>
            <p:cNvSpPr/>
            <p:nvPr/>
          </p:nvSpPr>
          <p:spPr>
            <a:xfrm>
              <a:off x="432943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g3497"/>
            <p:cNvSpPr/>
            <p:nvPr/>
          </p:nvSpPr>
          <p:spPr>
            <a:xfrm>
              <a:off x="434107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g3498"/>
            <p:cNvSpPr/>
            <p:nvPr/>
          </p:nvSpPr>
          <p:spPr>
            <a:xfrm>
              <a:off x="435271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g3499"/>
            <p:cNvSpPr/>
            <p:nvPr/>
          </p:nvSpPr>
          <p:spPr>
            <a:xfrm>
              <a:off x="451563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g3500"/>
            <p:cNvSpPr/>
            <p:nvPr/>
          </p:nvSpPr>
          <p:spPr>
            <a:xfrm>
              <a:off x="452727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g3501"/>
            <p:cNvSpPr/>
            <p:nvPr/>
          </p:nvSpPr>
          <p:spPr>
            <a:xfrm>
              <a:off x="453891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g3502"/>
            <p:cNvSpPr/>
            <p:nvPr/>
          </p:nvSpPr>
          <p:spPr>
            <a:xfrm>
              <a:off x="455054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g3503"/>
            <p:cNvSpPr/>
            <p:nvPr/>
          </p:nvSpPr>
          <p:spPr>
            <a:xfrm>
              <a:off x="456218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g3504"/>
            <p:cNvSpPr/>
            <p:nvPr/>
          </p:nvSpPr>
          <p:spPr>
            <a:xfrm>
              <a:off x="267693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g3505"/>
            <p:cNvSpPr/>
            <p:nvPr/>
          </p:nvSpPr>
          <p:spPr>
            <a:xfrm>
              <a:off x="268857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g3506"/>
            <p:cNvSpPr/>
            <p:nvPr/>
          </p:nvSpPr>
          <p:spPr>
            <a:xfrm>
              <a:off x="270021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g3507"/>
            <p:cNvSpPr/>
            <p:nvPr/>
          </p:nvSpPr>
          <p:spPr>
            <a:xfrm>
              <a:off x="271185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g3508"/>
            <p:cNvSpPr/>
            <p:nvPr/>
          </p:nvSpPr>
          <p:spPr>
            <a:xfrm>
              <a:off x="272348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g3509"/>
            <p:cNvSpPr/>
            <p:nvPr/>
          </p:nvSpPr>
          <p:spPr>
            <a:xfrm>
              <a:off x="427125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g3510"/>
            <p:cNvSpPr/>
            <p:nvPr/>
          </p:nvSpPr>
          <p:spPr>
            <a:xfrm>
              <a:off x="4282889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g3511"/>
            <p:cNvSpPr/>
            <p:nvPr/>
          </p:nvSpPr>
          <p:spPr>
            <a:xfrm>
              <a:off x="429452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g3512"/>
            <p:cNvSpPr/>
            <p:nvPr/>
          </p:nvSpPr>
          <p:spPr>
            <a:xfrm>
              <a:off x="430616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g3513"/>
            <p:cNvSpPr/>
            <p:nvPr/>
          </p:nvSpPr>
          <p:spPr>
            <a:xfrm>
              <a:off x="431780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g3514"/>
            <p:cNvSpPr/>
            <p:nvPr/>
          </p:nvSpPr>
          <p:spPr>
            <a:xfrm>
              <a:off x="432943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g3515"/>
            <p:cNvSpPr/>
            <p:nvPr/>
          </p:nvSpPr>
          <p:spPr>
            <a:xfrm>
              <a:off x="434107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g3516"/>
            <p:cNvSpPr/>
            <p:nvPr/>
          </p:nvSpPr>
          <p:spPr>
            <a:xfrm>
              <a:off x="435271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g3517"/>
            <p:cNvSpPr/>
            <p:nvPr/>
          </p:nvSpPr>
          <p:spPr>
            <a:xfrm>
              <a:off x="436435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g3518"/>
            <p:cNvSpPr/>
            <p:nvPr/>
          </p:nvSpPr>
          <p:spPr>
            <a:xfrm>
              <a:off x="451563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g3519"/>
            <p:cNvSpPr/>
            <p:nvPr/>
          </p:nvSpPr>
          <p:spPr>
            <a:xfrm>
              <a:off x="452727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g3520"/>
            <p:cNvSpPr/>
            <p:nvPr/>
          </p:nvSpPr>
          <p:spPr>
            <a:xfrm>
              <a:off x="453891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g3521"/>
            <p:cNvSpPr/>
            <p:nvPr/>
          </p:nvSpPr>
          <p:spPr>
            <a:xfrm>
              <a:off x="455054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g3522"/>
            <p:cNvSpPr/>
            <p:nvPr/>
          </p:nvSpPr>
          <p:spPr>
            <a:xfrm>
              <a:off x="456218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g3523"/>
            <p:cNvSpPr/>
            <p:nvPr/>
          </p:nvSpPr>
          <p:spPr>
            <a:xfrm>
              <a:off x="267693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g3524"/>
            <p:cNvSpPr/>
            <p:nvPr/>
          </p:nvSpPr>
          <p:spPr>
            <a:xfrm>
              <a:off x="268857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g3525"/>
            <p:cNvSpPr/>
            <p:nvPr/>
          </p:nvSpPr>
          <p:spPr>
            <a:xfrm>
              <a:off x="270021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g3526"/>
            <p:cNvSpPr/>
            <p:nvPr/>
          </p:nvSpPr>
          <p:spPr>
            <a:xfrm>
              <a:off x="271185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g3527"/>
            <p:cNvSpPr/>
            <p:nvPr/>
          </p:nvSpPr>
          <p:spPr>
            <a:xfrm>
              <a:off x="272348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g3528"/>
            <p:cNvSpPr/>
            <p:nvPr/>
          </p:nvSpPr>
          <p:spPr>
            <a:xfrm>
              <a:off x="4282889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g3529"/>
            <p:cNvSpPr/>
            <p:nvPr/>
          </p:nvSpPr>
          <p:spPr>
            <a:xfrm>
              <a:off x="429452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g3530"/>
            <p:cNvSpPr/>
            <p:nvPr/>
          </p:nvSpPr>
          <p:spPr>
            <a:xfrm>
              <a:off x="430616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g3531"/>
            <p:cNvSpPr/>
            <p:nvPr/>
          </p:nvSpPr>
          <p:spPr>
            <a:xfrm>
              <a:off x="4317801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g3532"/>
            <p:cNvSpPr/>
            <p:nvPr/>
          </p:nvSpPr>
          <p:spPr>
            <a:xfrm>
              <a:off x="432943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g3533"/>
            <p:cNvSpPr/>
            <p:nvPr/>
          </p:nvSpPr>
          <p:spPr>
            <a:xfrm>
              <a:off x="434107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g3534"/>
            <p:cNvSpPr/>
            <p:nvPr/>
          </p:nvSpPr>
          <p:spPr>
            <a:xfrm>
              <a:off x="435271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g3535"/>
            <p:cNvSpPr/>
            <p:nvPr/>
          </p:nvSpPr>
          <p:spPr>
            <a:xfrm>
              <a:off x="436435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g3536"/>
            <p:cNvSpPr/>
            <p:nvPr/>
          </p:nvSpPr>
          <p:spPr>
            <a:xfrm>
              <a:off x="452727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g3537"/>
            <p:cNvSpPr/>
            <p:nvPr/>
          </p:nvSpPr>
          <p:spPr>
            <a:xfrm>
              <a:off x="453891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g3538"/>
            <p:cNvSpPr/>
            <p:nvPr/>
          </p:nvSpPr>
          <p:spPr>
            <a:xfrm>
              <a:off x="455054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g3539"/>
            <p:cNvSpPr/>
            <p:nvPr/>
          </p:nvSpPr>
          <p:spPr>
            <a:xfrm>
              <a:off x="456218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g3540"/>
            <p:cNvSpPr/>
            <p:nvPr/>
          </p:nvSpPr>
          <p:spPr>
            <a:xfrm>
              <a:off x="457382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g3541"/>
            <p:cNvSpPr/>
            <p:nvPr/>
          </p:nvSpPr>
          <p:spPr>
            <a:xfrm>
              <a:off x="267693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g3542"/>
            <p:cNvSpPr/>
            <p:nvPr/>
          </p:nvSpPr>
          <p:spPr>
            <a:xfrm>
              <a:off x="268857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g3543"/>
            <p:cNvSpPr/>
            <p:nvPr/>
          </p:nvSpPr>
          <p:spPr>
            <a:xfrm>
              <a:off x="270021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g3544"/>
            <p:cNvSpPr/>
            <p:nvPr/>
          </p:nvSpPr>
          <p:spPr>
            <a:xfrm>
              <a:off x="271185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g3545"/>
            <p:cNvSpPr/>
            <p:nvPr/>
          </p:nvSpPr>
          <p:spPr>
            <a:xfrm>
              <a:off x="272348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g3546"/>
            <p:cNvSpPr/>
            <p:nvPr/>
          </p:nvSpPr>
          <p:spPr>
            <a:xfrm>
              <a:off x="429452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g3547"/>
            <p:cNvSpPr/>
            <p:nvPr/>
          </p:nvSpPr>
          <p:spPr>
            <a:xfrm>
              <a:off x="4306164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g3548"/>
            <p:cNvSpPr/>
            <p:nvPr/>
          </p:nvSpPr>
          <p:spPr>
            <a:xfrm>
              <a:off x="4317801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g3549"/>
            <p:cNvSpPr/>
            <p:nvPr/>
          </p:nvSpPr>
          <p:spPr>
            <a:xfrm>
              <a:off x="432943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g3550"/>
            <p:cNvSpPr/>
            <p:nvPr/>
          </p:nvSpPr>
          <p:spPr>
            <a:xfrm>
              <a:off x="434107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g3551"/>
            <p:cNvSpPr/>
            <p:nvPr/>
          </p:nvSpPr>
          <p:spPr>
            <a:xfrm>
              <a:off x="435271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g3552"/>
            <p:cNvSpPr/>
            <p:nvPr/>
          </p:nvSpPr>
          <p:spPr>
            <a:xfrm>
              <a:off x="436435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g3553"/>
            <p:cNvSpPr/>
            <p:nvPr/>
          </p:nvSpPr>
          <p:spPr>
            <a:xfrm>
              <a:off x="437598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g3554"/>
            <p:cNvSpPr/>
            <p:nvPr/>
          </p:nvSpPr>
          <p:spPr>
            <a:xfrm>
              <a:off x="452727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g3555"/>
            <p:cNvSpPr/>
            <p:nvPr/>
          </p:nvSpPr>
          <p:spPr>
            <a:xfrm>
              <a:off x="453891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g3556"/>
            <p:cNvSpPr/>
            <p:nvPr/>
          </p:nvSpPr>
          <p:spPr>
            <a:xfrm>
              <a:off x="455054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g3557"/>
            <p:cNvSpPr/>
            <p:nvPr/>
          </p:nvSpPr>
          <p:spPr>
            <a:xfrm>
              <a:off x="456218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g3558"/>
            <p:cNvSpPr/>
            <p:nvPr/>
          </p:nvSpPr>
          <p:spPr>
            <a:xfrm>
              <a:off x="457382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g3559"/>
            <p:cNvSpPr/>
            <p:nvPr/>
          </p:nvSpPr>
          <p:spPr>
            <a:xfrm>
              <a:off x="268857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g3560"/>
            <p:cNvSpPr/>
            <p:nvPr/>
          </p:nvSpPr>
          <p:spPr>
            <a:xfrm>
              <a:off x="2700212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g3561"/>
            <p:cNvSpPr/>
            <p:nvPr/>
          </p:nvSpPr>
          <p:spPr>
            <a:xfrm>
              <a:off x="271185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g3562"/>
            <p:cNvSpPr/>
            <p:nvPr/>
          </p:nvSpPr>
          <p:spPr>
            <a:xfrm>
              <a:off x="272348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g3563"/>
            <p:cNvSpPr/>
            <p:nvPr/>
          </p:nvSpPr>
          <p:spPr>
            <a:xfrm>
              <a:off x="4306164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g3564"/>
            <p:cNvSpPr/>
            <p:nvPr/>
          </p:nvSpPr>
          <p:spPr>
            <a:xfrm>
              <a:off x="4317801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g3565"/>
            <p:cNvSpPr/>
            <p:nvPr/>
          </p:nvSpPr>
          <p:spPr>
            <a:xfrm>
              <a:off x="432943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g3566"/>
            <p:cNvSpPr/>
            <p:nvPr/>
          </p:nvSpPr>
          <p:spPr>
            <a:xfrm>
              <a:off x="434107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g3567"/>
            <p:cNvSpPr/>
            <p:nvPr/>
          </p:nvSpPr>
          <p:spPr>
            <a:xfrm>
              <a:off x="435271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g3568"/>
            <p:cNvSpPr/>
            <p:nvPr/>
          </p:nvSpPr>
          <p:spPr>
            <a:xfrm>
              <a:off x="436435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g3569"/>
            <p:cNvSpPr/>
            <p:nvPr/>
          </p:nvSpPr>
          <p:spPr>
            <a:xfrm>
              <a:off x="437598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g3570"/>
            <p:cNvSpPr/>
            <p:nvPr/>
          </p:nvSpPr>
          <p:spPr>
            <a:xfrm>
              <a:off x="438762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g3571"/>
            <p:cNvSpPr/>
            <p:nvPr/>
          </p:nvSpPr>
          <p:spPr>
            <a:xfrm>
              <a:off x="452727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g3572"/>
            <p:cNvSpPr/>
            <p:nvPr/>
          </p:nvSpPr>
          <p:spPr>
            <a:xfrm>
              <a:off x="453891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g3573"/>
            <p:cNvSpPr/>
            <p:nvPr/>
          </p:nvSpPr>
          <p:spPr>
            <a:xfrm>
              <a:off x="455054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g3574"/>
            <p:cNvSpPr/>
            <p:nvPr/>
          </p:nvSpPr>
          <p:spPr>
            <a:xfrm>
              <a:off x="456218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g3575"/>
            <p:cNvSpPr/>
            <p:nvPr/>
          </p:nvSpPr>
          <p:spPr>
            <a:xfrm>
              <a:off x="4573822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g3576"/>
            <p:cNvSpPr/>
            <p:nvPr/>
          </p:nvSpPr>
          <p:spPr>
            <a:xfrm>
              <a:off x="268857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g3577"/>
            <p:cNvSpPr/>
            <p:nvPr/>
          </p:nvSpPr>
          <p:spPr>
            <a:xfrm>
              <a:off x="2700212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g3578"/>
            <p:cNvSpPr/>
            <p:nvPr/>
          </p:nvSpPr>
          <p:spPr>
            <a:xfrm>
              <a:off x="271185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g3579"/>
            <p:cNvSpPr/>
            <p:nvPr/>
          </p:nvSpPr>
          <p:spPr>
            <a:xfrm>
              <a:off x="272348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g3580"/>
            <p:cNvSpPr/>
            <p:nvPr/>
          </p:nvSpPr>
          <p:spPr>
            <a:xfrm>
              <a:off x="4317801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g3581"/>
            <p:cNvSpPr/>
            <p:nvPr/>
          </p:nvSpPr>
          <p:spPr>
            <a:xfrm>
              <a:off x="432943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g3582"/>
            <p:cNvSpPr/>
            <p:nvPr/>
          </p:nvSpPr>
          <p:spPr>
            <a:xfrm>
              <a:off x="434107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g3583"/>
            <p:cNvSpPr/>
            <p:nvPr/>
          </p:nvSpPr>
          <p:spPr>
            <a:xfrm>
              <a:off x="435271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g3584"/>
            <p:cNvSpPr/>
            <p:nvPr/>
          </p:nvSpPr>
          <p:spPr>
            <a:xfrm>
              <a:off x="436435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g3585"/>
            <p:cNvSpPr/>
            <p:nvPr/>
          </p:nvSpPr>
          <p:spPr>
            <a:xfrm>
              <a:off x="437598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g3586"/>
            <p:cNvSpPr/>
            <p:nvPr/>
          </p:nvSpPr>
          <p:spPr>
            <a:xfrm>
              <a:off x="452727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g3587"/>
            <p:cNvSpPr/>
            <p:nvPr/>
          </p:nvSpPr>
          <p:spPr>
            <a:xfrm>
              <a:off x="453891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g3588"/>
            <p:cNvSpPr/>
            <p:nvPr/>
          </p:nvSpPr>
          <p:spPr>
            <a:xfrm>
              <a:off x="455054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g3589"/>
            <p:cNvSpPr/>
            <p:nvPr/>
          </p:nvSpPr>
          <p:spPr>
            <a:xfrm>
              <a:off x="456218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g3590"/>
            <p:cNvSpPr/>
            <p:nvPr/>
          </p:nvSpPr>
          <p:spPr>
            <a:xfrm>
              <a:off x="4573822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g3591"/>
            <p:cNvSpPr/>
            <p:nvPr/>
          </p:nvSpPr>
          <p:spPr>
            <a:xfrm>
              <a:off x="268857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g3592"/>
            <p:cNvSpPr/>
            <p:nvPr/>
          </p:nvSpPr>
          <p:spPr>
            <a:xfrm>
              <a:off x="2700212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g3593"/>
            <p:cNvSpPr/>
            <p:nvPr/>
          </p:nvSpPr>
          <p:spPr>
            <a:xfrm>
              <a:off x="271185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g3594"/>
            <p:cNvSpPr/>
            <p:nvPr/>
          </p:nvSpPr>
          <p:spPr>
            <a:xfrm>
              <a:off x="272348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g3595"/>
            <p:cNvSpPr/>
            <p:nvPr/>
          </p:nvSpPr>
          <p:spPr>
            <a:xfrm>
              <a:off x="2735124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g3596"/>
            <p:cNvSpPr/>
            <p:nvPr/>
          </p:nvSpPr>
          <p:spPr>
            <a:xfrm>
              <a:off x="4317801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g3597"/>
            <p:cNvSpPr/>
            <p:nvPr/>
          </p:nvSpPr>
          <p:spPr>
            <a:xfrm>
              <a:off x="432943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g3598"/>
            <p:cNvSpPr/>
            <p:nvPr/>
          </p:nvSpPr>
          <p:spPr>
            <a:xfrm>
              <a:off x="434107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g3599"/>
            <p:cNvSpPr/>
            <p:nvPr/>
          </p:nvSpPr>
          <p:spPr>
            <a:xfrm>
              <a:off x="435271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g3600"/>
            <p:cNvSpPr/>
            <p:nvPr/>
          </p:nvSpPr>
          <p:spPr>
            <a:xfrm>
              <a:off x="436435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g3601"/>
            <p:cNvSpPr/>
            <p:nvPr/>
          </p:nvSpPr>
          <p:spPr>
            <a:xfrm>
              <a:off x="437598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g3602"/>
            <p:cNvSpPr/>
            <p:nvPr/>
          </p:nvSpPr>
          <p:spPr>
            <a:xfrm>
              <a:off x="452727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g3603"/>
            <p:cNvSpPr/>
            <p:nvPr/>
          </p:nvSpPr>
          <p:spPr>
            <a:xfrm>
              <a:off x="453891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g3604"/>
            <p:cNvSpPr/>
            <p:nvPr/>
          </p:nvSpPr>
          <p:spPr>
            <a:xfrm>
              <a:off x="455054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g3605"/>
            <p:cNvSpPr/>
            <p:nvPr/>
          </p:nvSpPr>
          <p:spPr>
            <a:xfrm>
              <a:off x="456218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g3606"/>
            <p:cNvSpPr/>
            <p:nvPr/>
          </p:nvSpPr>
          <p:spPr>
            <a:xfrm>
              <a:off x="4573822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g3607"/>
            <p:cNvSpPr/>
            <p:nvPr/>
          </p:nvSpPr>
          <p:spPr>
            <a:xfrm>
              <a:off x="268857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g3608"/>
            <p:cNvSpPr/>
            <p:nvPr/>
          </p:nvSpPr>
          <p:spPr>
            <a:xfrm>
              <a:off x="2700212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g3609"/>
            <p:cNvSpPr/>
            <p:nvPr/>
          </p:nvSpPr>
          <p:spPr>
            <a:xfrm>
              <a:off x="271185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g3610"/>
            <p:cNvSpPr/>
            <p:nvPr/>
          </p:nvSpPr>
          <p:spPr>
            <a:xfrm>
              <a:off x="2723487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g3611"/>
            <p:cNvSpPr/>
            <p:nvPr/>
          </p:nvSpPr>
          <p:spPr>
            <a:xfrm>
              <a:off x="2735124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g3612"/>
            <p:cNvSpPr/>
            <p:nvPr/>
          </p:nvSpPr>
          <p:spPr>
            <a:xfrm>
              <a:off x="432943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g3613"/>
            <p:cNvSpPr/>
            <p:nvPr/>
          </p:nvSpPr>
          <p:spPr>
            <a:xfrm>
              <a:off x="4341076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g3614"/>
            <p:cNvSpPr/>
            <p:nvPr/>
          </p:nvSpPr>
          <p:spPr>
            <a:xfrm>
              <a:off x="435271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g3615"/>
            <p:cNvSpPr/>
            <p:nvPr/>
          </p:nvSpPr>
          <p:spPr>
            <a:xfrm>
              <a:off x="436435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g3616"/>
            <p:cNvSpPr/>
            <p:nvPr/>
          </p:nvSpPr>
          <p:spPr>
            <a:xfrm>
              <a:off x="437598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g3617"/>
            <p:cNvSpPr/>
            <p:nvPr/>
          </p:nvSpPr>
          <p:spPr>
            <a:xfrm>
              <a:off x="452727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g3618"/>
            <p:cNvSpPr/>
            <p:nvPr/>
          </p:nvSpPr>
          <p:spPr>
            <a:xfrm>
              <a:off x="453891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g3619"/>
            <p:cNvSpPr/>
            <p:nvPr/>
          </p:nvSpPr>
          <p:spPr>
            <a:xfrm>
              <a:off x="455054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g3620"/>
            <p:cNvSpPr/>
            <p:nvPr/>
          </p:nvSpPr>
          <p:spPr>
            <a:xfrm>
              <a:off x="456218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g3621"/>
            <p:cNvSpPr/>
            <p:nvPr/>
          </p:nvSpPr>
          <p:spPr>
            <a:xfrm>
              <a:off x="2700212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g3622"/>
            <p:cNvSpPr/>
            <p:nvPr/>
          </p:nvSpPr>
          <p:spPr>
            <a:xfrm>
              <a:off x="271185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g3623"/>
            <p:cNvSpPr/>
            <p:nvPr/>
          </p:nvSpPr>
          <p:spPr>
            <a:xfrm>
              <a:off x="272348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g3624"/>
            <p:cNvSpPr/>
            <p:nvPr/>
          </p:nvSpPr>
          <p:spPr>
            <a:xfrm>
              <a:off x="2735124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g3625"/>
            <p:cNvSpPr/>
            <p:nvPr/>
          </p:nvSpPr>
          <p:spPr>
            <a:xfrm>
              <a:off x="2746762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g3626"/>
            <p:cNvSpPr/>
            <p:nvPr/>
          </p:nvSpPr>
          <p:spPr>
            <a:xfrm>
              <a:off x="4341076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g3627"/>
            <p:cNvSpPr/>
            <p:nvPr/>
          </p:nvSpPr>
          <p:spPr>
            <a:xfrm>
              <a:off x="435271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g3628"/>
            <p:cNvSpPr/>
            <p:nvPr/>
          </p:nvSpPr>
          <p:spPr>
            <a:xfrm>
              <a:off x="436435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g3629"/>
            <p:cNvSpPr/>
            <p:nvPr/>
          </p:nvSpPr>
          <p:spPr>
            <a:xfrm>
              <a:off x="437598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g3630"/>
            <p:cNvSpPr/>
            <p:nvPr/>
          </p:nvSpPr>
          <p:spPr>
            <a:xfrm>
              <a:off x="438762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g3631"/>
            <p:cNvSpPr/>
            <p:nvPr/>
          </p:nvSpPr>
          <p:spPr>
            <a:xfrm>
              <a:off x="452727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g3632"/>
            <p:cNvSpPr/>
            <p:nvPr/>
          </p:nvSpPr>
          <p:spPr>
            <a:xfrm>
              <a:off x="453891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g3633"/>
            <p:cNvSpPr/>
            <p:nvPr/>
          </p:nvSpPr>
          <p:spPr>
            <a:xfrm>
              <a:off x="455054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g3634"/>
            <p:cNvSpPr/>
            <p:nvPr/>
          </p:nvSpPr>
          <p:spPr>
            <a:xfrm>
              <a:off x="456218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g3635"/>
            <p:cNvSpPr/>
            <p:nvPr/>
          </p:nvSpPr>
          <p:spPr>
            <a:xfrm>
              <a:off x="2700212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g3636"/>
            <p:cNvSpPr/>
            <p:nvPr/>
          </p:nvSpPr>
          <p:spPr>
            <a:xfrm>
              <a:off x="271185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g3637"/>
            <p:cNvSpPr/>
            <p:nvPr/>
          </p:nvSpPr>
          <p:spPr>
            <a:xfrm>
              <a:off x="272348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g3638"/>
            <p:cNvSpPr/>
            <p:nvPr/>
          </p:nvSpPr>
          <p:spPr>
            <a:xfrm>
              <a:off x="2735124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g3639"/>
            <p:cNvSpPr/>
            <p:nvPr/>
          </p:nvSpPr>
          <p:spPr>
            <a:xfrm>
              <a:off x="2746762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g3640"/>
            <p:cNvSpPr/>
            <p:nvPr/>
          </p:nvSpPr>
          <p:spPr>
            <a:xfrm>
              <a:off x="2758399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g3641"/>
            <p:cNvSpPr/>
            <p:nvPr/>
          </p:nvSpPr>
          <p:spPr>
            <a:xfrm>
              <a:off x="4341076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g3642"/>
            <p:cNvSpPr/>
            <p:nvPr/>
          </p:nvSpPr>
          <p:spPr>
            <a:xfrm>
              <a:off x="435271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g3643"/>
            <p:cNvSpPr/>
            <p:nvPr/>
          </p:nvSpPr>
          <p:spPr>
            <a:xfrm>
              <a:off x="436435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g3644"/>
            <p:cNvSpPr/>
            <p:nvPr/>
          </p:nvSpPr>
          <p:spPr>
            <a:xfrm>
              <a:off x="437598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g3645"/>
            <p:cNvSpPr/>
            <p:nvPr/>
          </p:nvSpPr>
          <p:spPr>
            <a:xfrm>
              <a:off x="438762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g3646"/>
            <p:cNvSpPr/>
            <p:nvPr/>
          </p:nvSpPr>
          <p:spPr>
            <a:xfrm>
              <a:off x="452727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g3647"/>
            <p:cNvSpPr/>
            <p:nvPr/>
          </p:nvSpPr>
          <p:spPr>
            <a:xfrm>
              <a:off x="453891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g3648"/>
            <p:cNvSpPr/>
            <p:nvPr/>
          </p:nvSpPr>
          <p:spPr>
            <a:xfrm>
              <a:off x="455054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g3649"/>
            <p:cNvSpPr/>
            <p:nvPr/>
          </p:nvSpPr>
          <p:spPr>
            <a:xfrm>
              <a:off x="456218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g3650"/>
            <p:cNvSpPr/>
            <p:nvPr/>
          </p:nvSpPr>
          <p:spPr>
            <a:xfrm>
              <a:off x="271185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g3651"/>
            <p:cNvSpPr/>
            <p:nvPr/>
          </p:nvSpPr>
          <p:spPr>
            <a:xfrm>
              <a:off x="2723487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g3652"/>
            <p:cNvSpPr/>
            <p:nvPr/>
          </p:nvSpPr>
          <p:spPr>
            <a:xfrm>
              <a:off x="2735124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g3653"/>
            <p:cNvSpPr/>
            <p:nvPr/>
          </p:nvSpPr>
          <p:spPr>
            <a:xfrm>
              <a:off x="274676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g3654"/>
            <p:cNvSpPr/>
            <p:nvPr/>
          </p:nvSpPr>
          <p:spPr>
            <a:xfrm>
              <a:off x="2758399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g3655"/>
            <p:cNvSpPr/>
            <p:nvPr/>
          </p:nvSpPr>
          <p:spPr>
            <a:xfrm>
              <a:off x="4341076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g3656"/>
            <p:cNvSpPr/>
            <p:nvPr/>
          </p:nvSpPr>
          <p:spPr>
            <a:xfrm>
              <a:off x="435271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g3657"/>
            <p:cNvSpPr/>
            <p:nvPr/>
          </p:nvSpPr>
          <p:spPr>
            <a:xfrm>
              <a:off x="436435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g3658"/>
            <p:cNvSpPr/>
            <p:nvPr/>
          </p:nvSpPr>
          <p:spPr>
            <a:xfrm>
              <a:off x="437598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g3659"/>
            <p:cNvSpPr/>
            <p:nvPr/>
          </p:nvSpPr>
          <p:spPr>
            <a:xfrm>
              <a:off x="438762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g3660"/>
            <p:cNvSpPr/>
            <p:nvPr/>
          </p:nvSpPr>
          <p:spPr>
            <a:xfrm>
              <a:off x="439926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g3661"/>
            <p:cNvSpPr/>
            <p:nvPr/>
          </p:nvSpPr>
          <p:spPr>
            <a:xfrm>
              <a:off x="441090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g3662"/>
            <p:cNvSpPr/>
            <p:nvPr/>
          </p:nvSpPr>
          <p:spPr>
            <a:xfrm>
              <a:off x="4422537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g3663"/>
            <p:cNvSpPr/>
            <p:nvPr/>
          </p:nvSpPr>
          <p:spPr>
            <a:xfrm>
              <a:off x="452727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g3664"/>
            <p:cNvSpPr/>
            <p:nvPr/>
          </p:nvSpPr>
          <p:spPr>
            <a:xfrm>
              <a:off x="453891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g3665"/>
            <p:cNvSpPr/>
            <p:nvPr/>
          </p:nvSpPr>
          <p:spPr>
            <a:xfrm>
              <a:off x="455054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g3666"/>
            <p:cNvSpPr/>
            <p:nvPr/>
          </p:nvSpPr>
          <p:spPr>
            <a:xfrm>
              <a:off x="456218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g3667"/>
            <p:cNvSpPr/>
            <p:nvPr/>
          </p:nvSpPr>
          <p:spPr>
            <a:xfrm>
              <a:off x="2723487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g3668"/>
            <p:cNvSpPr/>
            <p:nvPr/>
          </p:nvSpPr>
          <p:spPr>
            <a:xfrm>
              <a:off x="2735124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g3669"/>
            <p:cNvSpPr/>
            <p:nvPr/>
          </p:nvSpPr>
          <p:spPr>
            <a:xfrm>
              <a:off x="274676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g3670"/>
            <p:cNvSpPr/>
            <p:nvPr/>
          </p:nvSpPr>
          <p:spPr>
            <a:xfrm>
              <a:off x="2758399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g3671"/>
            <p:cNvSpPr/>
            <p:nvPr/>
          </p:nvSpPr>
          <p:spPr>
            <a:xfrm>
              <a:off x="435271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g3672"/>
            <p:cNvSpPr/>
            <p:nvPr/>
          </p:nvSpPr>
          <p:spPr>
            <a:xfrm>
              <a:off x="436435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g3673"/>
            <p:cNvSpPr/>
            <p:nvPr/>
          </p:nvSpPr>
          <p:spPr>
            <a:xfrm>
              <a:off x="437598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g3674"/>
            <p:cNvSpPr/>
            <p:nvPr/>
          </p:nvSpPr>
          <p:spPr>
            <a:xfrm>
              <a:off x="438762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g3675"/>
            <p:cNvSpPr/>
            <p:nvPr/>
          </p:nvSpPr>
          <p:spPr>
            <a:xfrm>
              <a:off x="439926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g3676"/>
            <p:cNvSpPr/>
            <p:nvPr/>
          </p:nvSpPr>
          <p:spPr>
            <a:xfrm>
              <a:off x="441090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g3677"/>
            <p:cNvSpPr/>
            <p:nvPr/>
          </p:nvSpPr>
          <p:spPr>
            <a:xfrm>
              <a:off x="4422537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g3678"/>
            <p:cNvSpPr/>
            <p:nvPr/>
          </p:nvSpPr>
          <p:spPr>
            <a:xfrm>
              <a:off x="4434174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g3679"/>
            <p:cNvSpPr/>
            <p:nvPr/>
          </p:nvSpPr>
          <p:spPr>
            <a:xfrm>
              <a:off x="4515636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g3680"/>
            <p:cNvSpPr/>
            <p:nvPr/>
          </p:nvSpPr>
          <p:spPr>
            <a:xfrm>
              <a:off x="452727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g3681"/>
            <p:cNvSpPr/>
            <p:nvPr/>
          </p:nvSpPr>
          <p:spPr>
            <a:xfrm>
              <a:off x="453891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g3682"/>
            <p:cNvSpPr/>
            <p:nvPr/>
          </p:nvSpPr>
          <p:spPr>
            <a:xfrm>
              <a:off x="455054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g3683"/>
            <p:cNvSpPr/>
            <p:nvPr/>
          </p:nvSpPr>
          <p:spPr>
            <a:xfrm>
              <a:off x="456218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g3684"/>
            <p:cNvSpPr/>
            <p:nvPr/>
          </p:nvSpPr>
          <p:spPr>
            <a:xfrm>
              <a:off x="2723487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g3685"/>
            <p:cNvSpPr/>
            <p:nvPr/>
          </p:nvSpPr>
          <p:spPr>
            <a:xfrm>
              <a:off x="2735124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g3686"/>
            <p:cNvSpPr/>
            <p:nvPr/>
          </p:nvSpPr>
          <p:spPr>
            <a:xfrm>
              <a:off x="274676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g3687"/>
            <p:cNvSpPr/>
            <p:nvPr/>
          </p:nvSpPr>
          <p:spPr>
            <a:xfrm>
              <a:off x="2758399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g3688"/>
            <p:cNvSpPr/>
            <p:nvPr/>
          </p:nvSpPr>
          <p:spPr>
            <a:xfrm>
              <a:off x="436435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g3689"/>
            <p:cNvSpPr/>
            <p:nvPr/>
          </p:nvSpPr>
          <p:spPr>
            <a:xfrm>
              <a:off x="437598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g3690"/>
            <p:cNvSpPr/>
            <p:nvPr/>
          </p:nvSpPr>
          <p:spPr>
            <a:xfrm>
              <a:off x="438762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g3691"/>
            <p:cNvSpPr/>
            <p:nvPr/>
          </p:nvSpPr>
          <p:spPr>
            <a:xfrm>
              <a:off x="439926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g3692"/>
            <p:cNvSpPr/>
            <p:nvPr/>
          </p:nvSpPr>
          <p:spPr>
            <a:xfrm>
              <a:off x="441090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g3693"/>
            <p:cNvSpPr/>
            <p:nvPr/>
          </p:nvSpPr>
          <p:spPr>
            <a:xfrm>
              <a:off x="4422537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g3694"/>
            <p:cNvSpPr/>
            <p:nvPr/>
          </p:nvSpPr>
          <p:spPr>
            <a:xfrm>
              <a:off x="4434174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g3695"/>
            <p:cNvSpPr/>
            <p:nvPr/>
          </p:nvSpPr>
          <p:spPr>
            <a:xfrm>
              <a:off x="4515636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g3696"/>
            <p:cNvSpPr/>
            <p:nvPr/>
          </p:nvSpPr>
          <p:spPr>
            <a:xfrm>
              <a:off x="452727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g3697"/>
            <p:cNvSpPr/>
            <p:nvPr/>
          </p:nvSpPr>
          <p:spPr>
            <a:xfrm>
              <a:off x="453891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g3698"/>
            <p:cNvSpPr/>
            <p:nvPr/>
          </p:nvSpPr>
          <p:spPr>
            <a:xfrm>
              <a:off x="455054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g3699"/>
            <p:cNvSpPr/>
            <p:nvPr/>
          </p:nvSpPr>
          <p:spPr>
            <a:xfrm>
              <a:off x="456218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g3700"/>
            <p:cNvSpPr/>
            <p:nvPr/>
          </p:nvSpPr>
          <p:spPr>
            <a:xfrm>
              <a:off x="271185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g3701"/>
            <p:cNvSpPr/>
            <p:nvPr/>
          </p:nvSpPr>
          <p:spPr>
            <a:xfrm>
              <a:off x="272348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g3702"/>
            <p:cNvSpPr/>
            <p:nvPr/>
          </p:nvSpPr>
          <p:spPr>
            <a:xfrm>
              <a:off x="2735124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g3703"/>
            <p:cNvSpPr/>
            <p:nvPr/>
          </p:nvSpPr>
          <p:spPr>
            <a:xfrm>
              <a:off x="274676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g3704"/>
            <p:cNvSpPr/>
            <p:nvPr/>
          </p:nvSpPr>
          <p:spPr>
            <a:xfrm>
              <a:off x="2758399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g3705"/>
            <p:cNvSpPr/>
            <p:nvPr/>
          </p:nvSpPr>
          <p:spPr>
            <a:xfrm>
              <a:off x="437598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g3706"/>
            <p:cNvSpPr/>
            <p:nvPr/>
          </p:nvSpPr>
          <p:spPr>
            <a:xfrm>
              <a:off x="438762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g3707"/>
            <p:cNvSpPr/>
            <p:nvPr/>
          </p:nvSpPr>
          <p:spPr>
            <a:xfrm>
              <a:off x="439926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g3708"/>
            <p:cNvSpPr/>
            <p:nvPr/>
          </p:nvSpPr>
          <p:spPr>
            <a:xfrm>
              <a:off x="441090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g3709"/>
            <p:cNvSpPr/>
            <p:nvPr/>
          </p:nvSpPr>
          <p:spPr>
            <a:xfrm>
              <a:off x="442253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g3710"/>
            <p:cNvSpPr/>
            <p:nvPr/>
          </p:nvSpPr>
          <p:spPr>
            <a:xfrm>
              <a:off x="4434174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g3711"/>
            <p:cNvSpPr/>
            <p:nvPr/>
          </p:nvSpPr>
          <p:spPr>
            <a:xfrm>
              <a:off x="444581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g3712"/>
            <p:cNvSpPr/>
            <p:nvPr/>
          </p:nvSpPr>
          <p:spPr>
            <a:xfrm>
              <a:off x="450399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g3713"/>
            <p:cNvSpPr/>
            <p:nvPr/>
          </p:nvSpPr>
          <p:spPr>
            <a:xfrm>
              <a:off x="4515636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g3714"/>
            <p:cNvSpPr/>
            <p:nvPr/>
          </p:nvSpPr>
          <p:spPr>
            <a:xfrm>
              <a:off x="452727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g3715"/>
            <p:cNvSpPr/>
            <p:nvPr/>
          </p:nvSpPr>
          <p:spPr>
            <a:xfrm>
              <a:off x="453891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g3716"/>
            <p:cNvSpPr/>
            <p:nvPr/>
          </p:nvSpPr>
          <p:spPr>
            <a:xfrm>
              <a:off x="455054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g3717"/>
            <p:cNvSpPr/>
            <p:nvPr/>
          </p:nvSpPr>
          <p:spPr>
            <a:xfrm>
              <a:off x="456218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g3718"/>
            <p:cNvSpPr/>
            <p:nvPr/>
          </p:nvSpPr>
          <p:spPr>
            <a:xfrm>
              <a:off x="271185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g3719"/>
            <p:cNvSpPr/>
            <p:nvPr/>
          </p:nvSpPr>
          <p:spPr>
            <a:xfrm>
              <a:off x="272348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g3720"/>
            <p:cNvSpPr/>
            <p:nvPr/>
          </p:nvSpPr>
          <p:spPr>
            <a:xfrm>
              <a:off x="2735124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g3721"/>
            <p:cNvSpPr/>
            <p:nvPr/>
          </p:nvSpPr>
          <p:spPr>
            <a:xfrm>
              <a:off x="274676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g3722"/>
            <p:cNvSpPr/>
            <p:nvPr/>
          </p:nvSpPr>
          <p:spPr>
            <a:xfrm>
              <a:off x="2758399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g3723"/>
            <p:cNvSpPr/>
            <p:nvPr/>
          </p:nvSpPr>
          <p:spPr>
            <a:xfrm>
              <a:off x="439926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C">
                <a:alpha val="100000"/>
              </a:srgbClr>
            </a:solidFill>
            <a:ln w="5420" cap="flat">
              <a:solidFill>
                <a:srgbClr val="3B5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g3724"/>
            <p:cNvSpPr/>
            <p:nvPr/>
          </p:nvSpPr>
          <p:spPr>
            <a:xfrm>
              <a:off x="441090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g3725"/>
            <p:cNvSpPr/>
            <p:nvPr/>
          </p:nvSpPr>
          <p:spPr>
            <a:xfrm>
              <a:off x="442253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g3726"/>
            <p:cNvSpPr/>
            <p:nvPr/>
          </p:nvSpPr>
          <p:spPr>
            <a:xfrm>
              <a:off x="4434174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g3727"/>
            <p:cNvSpPr/>
            <p:nvPr/>
          </p:nvSpPr>
          <p:spPr>
            <a:xfrm>
              <a:off x="444581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g3728"/>
            <p:cNvSpPr/>
            <p:nvPr/>
          </p:nvSpPr>
          <p:spPr>
            <a:xfrm>
              <a:off x="450399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g3729"/>
            <p:cNvSpPr/>
            <p:nvPr/>
          </p:nvSpPr>
          <p:spPr>
            <a:xfrm>
              <a:off x="4515636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g3730"/>
            <p:cNvSpPr/>
            <p:nvPr/>
          </p:nvSpPr>
          <p:spPr>
            <a:xfrm>
              <a:off x="452727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g3731"/>
            <p:cNvSpPr/>
            <p:nvPr/>
          </p:nvSpPr>
          <p:spPr>
            <a:xfrm>
              <a:off x="453891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g3732"/>
            <p:cNvSpPr/>
            <p:nvPr/>
          </p:nvSpPr>
          <p:spPr>
            <a:xfrm>
              <a:off x="455054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g3733"/>
            <p:cNvSpPr/>
            <p:nvPr/>
          </p:nvSpPr>
          <p:spPr>
            <a:xfrm>
              <a:off x="270021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g3734"/>
            <p:cNvSpPr/>
            <p:nvPr/>
          </p:nvSpPr>
          <p:spPr>
            <a:xfrm>
              <a:off x="271185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g3735"/>
            <p:cNvSpPr/>
            <p:nvPr/>
          </p:nvSpPr>
          <p:spPr>
            <a:xfrm>
              <a:off x="272348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g3736"/>
            <p:cNvSpPr/>
            <p:nvPr/>
          </p:nvSpPr>
          <p:spPr>
            <a:xfrm>
              <a:off x="2735124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g3737"/>
            <p:cNvSpPr/>
            <p:nvPr/>
          </p:nvSpPr>
          <p:spPr>
            <a:xfrm>
              <a:off x="274676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g3738"/>
            <p:cNvSpPr/>
            <p:nvPr/>
          </p:nvSpPr>
          <p:spPr>
            <a:xfrm>
              <a:off x="441090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g3739"/>
            <p:cNvSpPr/>
            <p:nvPr/>
          </p:nvSpPr>
          <p:spPr>
            <a:xfrm>
              <a:off x="442253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g3740"/>
            <p:cNvSpPr/>
            <p:nvPr/>
          </p:nvSpPr>
          <p:spPr>
            <a:xfrm>
              <a:off x="4434174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g3741"/>
            <p:cNvSpPr/>
            <p:nvPr/>
          </p:nvSpPr>
          <p:spPr>
            <a:xfrm>
              <a:off x="444581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g3742"/>
            <p:cNvSpPr/>
            <p:nvPr/>
          </p:nvSpPr>
          <p:spPr>
            <a:xfrm>
              <a:off x="4457449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g3743"/>
            <p:cNvSpPr/>
            <p:nvPr/>
          </p:nvSpPr>
          <p:spPr>
            <a:xfrm>
              <a:off x="4469086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g3744"/>
            <p:cNvSpPr/>
            <p:nvPr/>
          </p:nvSpPr>
          <p:spPr>
            <a:xfrm>
              <a:off x="449236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g3745"/>
            <p:cNvSpPr/>
            <p:nvPr/>
          </p:nvSpPr>
          <p:spPr>
            <a:xfrm>
              <a:off x="4503998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g3746"/>
            <p:cNvSpPr/>
            <p:nvPr/>
          </p:nvSpPr>
          <p:spPr>
            <a:xfrm>
              <a:off x="4515636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g3747"/>
            <p:cNvSpPr/>
            <p:nvPr/>
          </p:nvSpPr>
          <p:spPr>
            <a:xfrm>
              <a:off x="4527273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g3748"/>
            <p:cNvSpPr/>
            <p:nvPr/>
          </p:nvSpPr>
          <p:spPr>
            <a:xfrm>
              <a:off x="453891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g3749"/>
            <p:cNvSpPr/>
            <p:nvPr/>
          </p:nvSpPr>
          <p:spPr>
            <a:xfrm>
              <a:off x="268857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g3750"/>
            <p:cNvSpPr/>
            <p:nvPr/>
          </p:nvSpPr>
          <p:spPr>
            <a:xfrm>
              <a:off x="270021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g3751"/>
            <p:cNvSpPr/>
            <p:nvPr/>
          </p:nvSpPr>
          <p:spPr>
            <a:xfrm>
              <a:off x="271185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g3752"/>
            <p:cNvSpPr/>
            <p:nvPr/>
          </p:nvSpPr>
          <p:spPr>
            <a:xfrm>
              <a:off x="272348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g3753"/>
            <p:cNvSpPr/>
            <p:nvPr/>
          </p:nvSpPr>
          <p:spPr>
            <a:xfrm>
              <a:off x="273512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g3754"/>
            <p:cNvSpPr/>
            <p:nvPr/>
          </p:nvSpPr>
          <p:spPr>
            <a:xfrm>
              <a:off x="274676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g3755"/>
            <p:cNvSpPr/>
            <p:nvPr/>
          </p:nvSpPr>
          <p:spPr>
            <a:xfrm>
              <a:off x="441090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g3756"/>
            <p:cNvSpPr/>
            <p:nvPr/>
          </p:nvSpPr>
          <p:spPr>
            <a:xfrm>
              <a:off x="442253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g3757"/>
            <p:cNvSpPr/>
            <p:nvPr/>
          </p:nvSpPr>
          <p:spPr>
            <a:xfrm>
              <a:off x="443417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g3758"/>
            <p:cNvSpPr/>
            <p:nvPr/>
          </p:nvSpPr>
          <p:spPr>
            <a:xfrm>
              <a:off x="444581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g3759"/>
            <p:cNvSpPr/>
            <p:nvPr/>
          </p:nvSpPr>
          <p:spPr>
            <a:xfrm>
              <a:off x="445744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g3760"/>
            <p:cNvSpPr/>
            <p:nvPr/>
          </p:nvSpPr>
          <p:spPr>
            <a:xfrm>
              <a:off x="4469086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g3761"/>
            <p:cNvSpPr/>
            <p:nvPr/>
          </p:nvSpPr>
          <p:spPr>
            <a:xfrm>
              <a:off x="448072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g3762"/>
            <p:cNvSpPr/>
            <p:nvPr/>
          </p:nvSpPr>
          <p:spPr>
            <a:xfrm>
              <a:off x="449236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g3763"/>
            <p:cNvSpPr/>
            <p:nvPr/>
          </p:nvSpPr>
          <p:spPr>
            <a:xfrm>
              <a:off x="4503998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g3764"/>
            <p:cNvSpPr/>
            <p:nvPr/>
          </p:nvSpPr>
          <p:spPr>
            <a:xfrm>
              <a:off x="4515636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g3765"/>
            <p:cNvSpPr/>
            <p:nvPr/>
          </p:nvSpPr>
          <p:spPr>
            <a:xfrm>
              <a:off x="4527273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g3766"/>
            <p:cNvSpPr/>
            <p:nvPr/>
          </p:nvSpPr>
          <p:spPr>
            <a:xfrm>
              <a:off x="453891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g3767"/>
            <p:cNvSpPr/>
            <p:nvPr/>
          </p:nvSpPr>
          <p:spPr>
            <a:xfrm>
              <a:off x="268857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g3768"/>
            <p:cNvSpPr/>
            <p:nvPr/>
          </p:nvSpPr>
          <p:spPr>
            <a:xfrm>
              <a:off x="270021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g3769"/>
            <p:cNvSpPr/>
            <p:nvPr/>
          </p:nvSpPr>
          <p:spPr>
            <a:xfrm>
              <a:off x="271185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g3770"/>
            <p:cNvSpPr/>
            <p:nvPr/>
          </p:nvSpPr>
          <p:spPr>
            <a:xfrm>
              <a:off x="272348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g3771"/>
            <p:cNvSpPr/>
            <p:nvPr/>
          </p:nvSpPr>
          <p:spPr>
            <a:xfrm>
              <a:off x="273512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g3772"/>
            <p:cNvSpPr/>
            <p:nvPr/>
          </p:nvSpPr>
          <p:spPr>
            <a:xfrm>
              <a:off x="441090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g3773"/>
            <p:cNvSpPr/>
            <p:nvPr/>
          </p:nvSpPr>
          <p:spPr>
            <a:xfrm>
              <a:off x="442253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g3774"/>
            <p:cNvSpPr/>
            <p:nvPr/>
          </p:nvSpPr>
          <p:spPr>
            <a:xfrm>
              <a:off x="443417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g3775"/>
            <p:cNvSpPr/>
            <p:nvPr/>
          </p:nvSpPr>
          <p:spPr>
            <a:xfrm>
              <a:off x="444581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g3776"/>
            <p:cNvSpPr/>
            <p:nvPr/>
          </p:nvSpPr>
          <p:spPr>
            <a:xfrm>
              <a:off x="445744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g3777"/>
            <p:cNvSpPr/>
            <p:nvPr/>
          </p:nvSpPr>
          <p:spPr>
            <a:xfrm>
              <a:off x="4469086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g3778"/>
            <p:cNvSpPr/>
            <p:nvPr/>
          </p:nvSpPr>
          <p:spPr>
            <a:xfrm>
              <a:off x="448072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g3779"/>
            <p:cNvSpPr/>
            <p:nvPr/>
          </p:nvSpPr>
          <p:spPr>
            <a:xfrm>
              <a:off x="449236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g3780"/>
            <p:cNvSpPr/>
            <p:nvPr/>
          </p:nvSpPr>
          <p:spPr>
            <a:xfrm>
              <a:off x="4503998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C">
                <a:alpha val="100000"/>
              </a:srgbClr>
            </a:solidFill>
            <a:ln w="5420" cap="flat">
              <a:solidFill>
                <a:srgbClr val="3B5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g3781"/>
            <p:cNvSpPr/>
            <p:nvPr/>
          </p:nvSpPr>
          <p:spPr>
            <a:xfrm>
              <a:off x="4515636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g3782"/>
            <p:cNvSpPr/>
            <p:nvPr/>
          </p:nvSpPr>
          <p:spPr>
            <a:xfrm>
              <a:off x="4527273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g3783"/>
            <p:cNvSpPr/>
            <p:nvPr/>
          </p:nvSpPr>
          <p:spPr>
            <a:xfrm>
              <a:off x="453891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g3784"/>
            <p:cNvSpPr/>
            <p:nvPr/>
          </p:nvSpPr>
          <p:spPr>
            <a:xfrm>
              <a:off x="268857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g3785"/>
            <p:cNvSpPr/>
            <p:nvPr/>
          </p:nvSpPr>
          <p:spPr>
            <a:xfrm>
              <a:off x="270021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g3786"/>
            <p:cNvSpPr/>
            <p:nvPr/>
          </p:nvSpPr>
          <p:spPr>
            <a:xfrm>
              <a:off x="271185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g3787"/>
            <p:cNvSpPr/>
            <p:nvPr/>
          </p:nvSpPr>
          <p:spPr>
            <a:xfrm>
              <a:off x="272348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g3788"/>
            <p:cNvSpPr/>
            <p:nvPr/>
          </p:nvSpPr>
          <p:spPr>
            <a:xfrm>
              <a:off x="273512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g3789"/>
            <p:cNvSpPr/>
            <p:nvPr/>
          </p:nvSpPr>
          <p:spPr>
            <a:xfrm>
              <a:off x="441090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g3790"/>
            <p:cNvSpPr/>
            <p:nvPr/>
          </p:nvSpPr>
          <p:spPr>
            <a:xfrm>
              <a:off x="442253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g3791"/>
            <p:cNvSpPr/>
            <p:nvPr/>
          </p:nvSpPr>
          <p:spPr>
            <a:xfrm>
              <a:off x="443417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g3792"/>
            <p:cNvSpPr/>
            <p:nvPr/>
          </p:nvSpPr>
          <p:spPr>
            <a:xfrm>
              <a:off x="444581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g3793"/>
            <p:cNvSpPr/>
            <p:nvPr/>
          </p:nvSpPr>
          <p:spPr>
            <a:xfrm>
              <a:off x="445744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g3794"/>
            <p:cNvSpPr/>
            <p:nvPr/>
          </p:nvSpPr>
          <p:spPr>
            <a:xfrm>
              <a:off x="4469086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g3795"/>
            <p:cNvSpPr/>
            <p:nvPr/>
          </p:nvSpPr>
          <p:spPr>
            <a:xfrm>
              <a:off x="448072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g3796"/>
            <p:cNvSpPr/>
            <p:nvPr/>
          </p:nvSpPr>
          <p:spPr>
            <a:xfrm>
              <a:off x="449236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g3797"/>
            <p:cNvSpPr/>
            <p:nvPr/>
          </p:nvSpPr>
          <p:spPr>
            <a:xfrm>
              <a:off x="4503998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g3798"/>
            <p:cNvSpPr/>
            <p:nvPr/>
          </p:nvSpPr>
          <p:spPr>
            <a:xfrm>
              <a:off x="4515636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g3799"/>
            <p:cNvSpPr/>
            <p:nvPr/>
          </p:nvSpPr>
          <p:spPr>
            <a:xfrm>
              <a:off x="4527273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g3800"/>
            <p:cNvSpPr/>
            <p:nvPr/>
          </p:nvSpPr>
          <p:spPr>
            <a:xfrm>
              <a:off x="2676938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g3801"/>
            <p:cNvSpPr/>
            <p:nvPr/>
          </p:nvSpPr>
          <p:spPr>
            <a:xfrm>
              <a:off x="2688575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g3802"/>
            <p:cNvSpPr/>
            <p:nvPr/>
          </p:nvSpPr>
          <p:spPr>
            <a:xfrm>
              <a:off x="270021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g3803"/>
            <p:cNvSpPr/>
            <p:nvPr/>
          </p:nvSpPr>
          <p:spPr>
            <a:xfrm>
              <a:off x="271185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g3804"/>
            <p:cNvSpPr/>
            <p:nvPr/>
          </p:nvSpPr>
          <p:spPr>
            <a:xfrm>
              <a:off x="272348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g3805"/>
            <p:cNvSpPr/>
            <p:nvPr/>
          </p:nvSpPr>
          <p:spPr>
            <a:xfrm>
              <a:off x="442253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g3806"/>
            <p:cNvSpPr/>
            <p:nvPr/>
          </p:nvSpPr>
          <p:spPr>
            <a:xfrm>
              <a:off x="4434174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g3807"/>
            <p:cNvSpPr/>
            <p:nvPr/>
          </p:nvSpPr>
          <p:spPr>
            <a:xfrm>
              <a:off x="444581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g3808"/>
            <p:cNvSpPr/>
            <p:nvPr/>
          </p:nvSpPr>
          <p:spPr>
            <a:xfrm>
              <a:off x="4457449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g3809"/>
            <p:cNvSpPr/>
            <p:nvPr/>
          </p:nvSpPr>
          <p:spPr>
            <a:xfrm>
              <a:off x="4469086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g3810"/>
            <p:cNvSpPr/>
            <p:nvPr/>
          </p:nvSpPr>
          <p:spPr>
            <a:xfrm>
              <a:off x="4480724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g3811"/>
            <p:cNvSpPr/>
            <p:nvPr/>
          </p:nvSpPr>
          <p:spPr>
            <a:xfrm>
              <a:off x="449236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g3812"/>
            <p:cNvSpPr/>
            <p:nvPr/>
          </p:nvSpPr>
          <p:spPr>
            <a:xfrm>
              <a:off x="4503998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g3813"/>
            <p:cNvSpPr/>
            <p:nvPr/>
          </p:nvSpPr>
          <p:spPr>
            <a:xfrm>
              <a:off x="4515636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g3814"/>
            <p:cNvSpPr/>
            <p:nvPr/>
          </p:nvSpPr>
          <p:spPr>
            <a:xfrm>
              <a:off x="2676938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g3815"/>
            <p:cNvSpPr/>
            <p:nvPr/>
          </p:nvSpPr>
          <p:spPr>
            <a:xfrm>
              <a:off x="2688575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g3816"/>
            <p:cNvSpPr/>
            <p:nvPr/>
          </p:nvSpPr>
          <p:spPr>
            <a:xfrm>
              <a:off x="2700212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g3817"/>
            <p:cNvSpPr/>
            <p:nvPr/>
          </p:nvSpPr>
          <p:spPr>
            <a:xfrm>
              <a:off x="271185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g3818"/>
            <p:cNvSpPr/>
            <p:nvPr/>
          </p:nvSpPr>
          <p:spPr>
            <a:xfrm>
              <a:off x="272348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g3819"/>
            <p:cNvSpPr/>
            <p:nvPr/>
          </p:nvSpPr>
          <p:spPr>
            <a:xfrm>
              <a:off x="4434174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g3820"/>
            <p:cNvSpPr/>
            <p:nvPr/>
          </p:nvSpPr>
          <p:spPr>
            <a:xfrm>
              <a:off x="4445812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g3821"/>
            <p:cNvSpPr/>
            <p:nvPr/>
          </p:nvSpPr>
          <p:spPr>
            <a:xfrm>
              <a:off x="4457449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g3822"/>
            <p:cNvSpPr/>
            <p:nvPr/>
          </p:nvSpPr>
          <p:spPr>
            <a:xfrm>
              <a:off x="4469086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g3823"/>
            <p:cNvSpPr/>
            <p:nvPr/>
          </p:nvSpPr>
          <p:spPr>
            <a:xfrm>
              <a:off x="4480724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g3824"/>
            <p:cNvSpPr/>
            <p:nvPr/>
          </p:nvSpPr>
          <p:spPr>
            <a:xfrm>
              <a:off x="2676938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g3825"/>
            <p:cNvSpPr/>
            <p:nvPr/>
          </p:nvSpPr>
          <p:spPr>
            <a:xfrm>
              <a:off x="2688575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g3826"/>
            <p:cNvSpPr/>
            <p:nvPr/>
          </p:nvSpPr>
          <p:spPr>
            <a:xfrm>
              <a:off x="2700212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g3827"/>
            <p:cNvSpPr/>
            <p:nvPr/>
          </p:nvSpPr>
          <p:spPr>
            <a:xfrm>
              <a:off x="2711850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g3828"/>
            <p:cNvSpPr/>
            <p:nvPr/>
          </p:nvSpPr>
          <p:spPr>
            <a:xfrm>
              <a:off x="2723487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g3829"/>
            <p:cNvSpPr/>
            <p:nvPr/>
          </p:nvSpPr>
          <p:spPr>
            <a:xfrm>
              <a:off x="2676938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g3830"/>
            <p:cNvSpPr/>
            <p:nvPr/>
          </p:nvSpPr>
          <p:spPr>
            <a:xfrm>
              <a:off x="2688575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g3831"/>
            <p:cNvSpPr/>
            <p:nvPr/>
          </p:nvSpPr>
          <p:spPr>
            <a:xfrm>
              <a:off x="2700212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g3832"/>
            <p:cNvSpPr/>
            <p:nvPr/>
          </p:nvSpPr>
          <p:spPr>
            <a:xfrm>
              <a:off x="2711850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g3833"/>
            <p:cNvSpPr/>
            <p:nvPr/>
          </p:nvSpPr>
          <p:spPr>
            <a:xfrm>
              <a:off x="2665300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g3834"/>
            <p:cNvSpPr/>
            <p:nvPr/>
          </p:nvSpPr>
          <p:spPr>
            <a:xfrm>
              <a:off x="2676938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g3835"/>
            <p:cNvSpPr/>
            <p:nvPr/>
          </p:nvSpPr>
          <p:spPr>
            <a:xfrm>
              <a:off x="268857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g3836"/>
            <p:cNvSpPr/>
            <p:nvPr/>
          </p:nvSpPr>
          <p:spPr>
            <a:xfrm>
              <a:off x="2700212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g3837"/>
            <p:cNvSpPr/>
            <p:nvPr/>
          </p:nvSpPr>
          <p:spPr>
            <a:xfrm>
              <a:off x="2711850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g3838"/>
            <p:cNvSpPr/>
            <p:nvPr/>
          </p:nvSpPr>
          <p:spPr>
            <a:xfrm>
              <a:off x="2665300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g3839"/>
            <p:cNvSpPr/>
            <p:nvPr/>
          </p:nvSpPr>
          <p:spPr>
            <a:xfrm>
              <a:off x="2676938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g3840"/>
            <p:cNvSpPr/>
            <p:nvPr/>
          </p:nvSpPr>
          <p:spPr>
            <a:xfrm>
              <a:off x="268857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g3841"/>
            <p:cNvSpPr/>
            <p:nvPr/>
          </p:nvSpPr>
          <p:spPr>
            <a:xfrm>
              <a:off x="2700212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g3842"/>
            <p:cNvSpPr/>
            <p:nvPr/>
          </p:nvSpPr>
          <p:spPr>
            <a:xfrm>
              <a:off x="2711850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g3843"/>
            <p:cNvSpPr/>
            <p:nvPr/>
          </p:nvSpPr>
          <p:spPr>
            <a:xfrm>
              <a:off x="2665300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g3844"/>
            <p:cNvSpPr/>
            <p:nvPr/>
          </p:nvSpPr>
          <p:spPr>
            <a:xfrm>
              <a:off x="2676938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g3845"/>
            <p:cNvSpPr/>
            <p:nvPr/>
          </p:nvSpPr>
          <p:spPr>
            <a:xfrm>
              <a:off x="268857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g3846"/>
            <p:cNvSpPr/>
            <p:nvPr/>
          </p:nvSpPr>
          <p:spPr>
            <a:xfrm>
              <a:off x="2700212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g3847"/>
            <p:cNvSpPr/>
            <p:nvPr/>
          </p:nvSpPr>
          <p:spPr>
            <a:xfrm>
              <a:off x="2711850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g3848"/>
            <p:cNvSpPr/>
            <p:nvPr/>
          </p:nvSpPr>
          <p:spPr>
            <a:xfrm>
              <a:off x="2665300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g3849"/>
            <p:cNvSpPr/>
            <p:nvPr/>
          </p:nvSpPr>
          <p:spPr>
            <a:xfrm>
              <a:off x="2676938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g3850"/>
            <p:cNvSpPr/>
            <p:nvPr/>
          </p:nvSpPr>
          <p:spPr>
            <a:xfrm>
              <a:off x="2688575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g3851"/>
            <p:cNvSpPr/>
            <p:nvPr/>
          </p:nvSpPr>
          <p:spPr>
            <a:xfrm>
              <a:off x="2700212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g3852"/>
            <p:cNvSpPr/>
            <p:nvPr/>
          </p:nvSpPr>
          <p:spPr>
            <a:xfrm>
              <a:off x="2665300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g3853"/>
            <p:cNvSpPr/>
            <p:nvPr/>
          </p:nvSpPr>
          <p:spPr>
            <a:xfrm>
              <a:off x="2676938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g3854"/>
            <p:cNvSpPr/>
            <p:nvPr/>
          </p:nvSpPr>
          <p:spPr>
            <a:xfrm>
              <a:off x="2688575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g3855"/>
            <p:cNvSpPr/>
            <p:nvPr/>
          </p:nvSpPr>
          <p:spPr>
            <a:xfrm>
              <a:off x="2700212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g3856"/>
            <p:cNvSpPr/>
            <p:nvPr/>
          </p:nvSpPr>
          <p:spPr>
            <a:xfrm>
              <a:off x="2665300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g3857"/>
            <p:cNvSpPr/>
            <p:nvPr/>
          </p:nvSpPr>
          <p:spPr>
            <a:xfrm>
              <a:off x="2676938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g3858"/>
            <p:cNvSpPr/>
            <p:nvPr/>
          </p:nvSpPr>
          <p:spPr>
            <a:xfrm>
              <a:off x="2688575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g3859"/>
            <p:cNvSpPr/>
            <p:nvPr/>
          </p:nvSpPr>
          <p:spPr>
            <a:xfrm>
              <a:off x="2700212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g3860"/>
            <p:cNvSpPr/>
            <p:nvPr/>
          </p:nvSpPr>
          <p:spPr>
            <a:xfrm>
              <a:off x="2665300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g3861"/>
            <p:cNvSpPr/>
            <p:nvPr/>
          </p:nvSpPr>
          <p:spPr>
            <a:xfrm>
              <a:off x="2676938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g3862"/>
            <p:cNvSpPr/>
            <p:nvPr/>
          </p:nvSpPr>
          <p:spPr>
            <a:xfrm>
              <a:off x="2688575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g3863"/>
            <p:cNvSpPr/>
            <p:nvPr/>
          </p:nvSpPr>
          <p:spPr>
            <a:xfrm>
              <a:off x="2700212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g3864"/>
            <p:cNvSpPr/>
            <p:nvPr/>
          </p:nvSpPr>
          <p:spPr>
            <a:xfrm>
              <a:off x="2665300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g3865"/>
            <p:cNvSpPr/>
            <p:nvPr/>
          </p:nvSpPr>
          <p:spPr>
            <a:xfrm>
              <a:off x="2676938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g3866"/>
            <p:cNvSpPr/>
            <p:nvPr/>
          </p:nvSpPr>
          <p:spPr>
            <a:xfrm>
              <a:off x="2688575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g3867"/>
            <p:cNvSpPr/>
            <p:nvPr/>
          </p:nvSpPr>
          <p:spPr>
            <a:xfrm>
              <a:off x="2232276" y="2540116"/>
              <a:ext cx="3705599" cy="2850404"/>
            </a:xfrm>
            <a:custGeom>
              <a:avLst/>
              <a:gdLst/>
              <a:ahLst/>
              <a:cxnLst/>
              <a:rect l="0" t="0" r="0" b="0"/>
              <a:pathLst>
                <a:path w="3705599" h="2850404">
                  <a:moveTo>
                    <a:pt x="2893187" y="266106"/>
                  </a:moveTo>
                  <a:lnTo>
                    <a:pt x="2917831" y="266068"/>
                  </a:lnTo>
                  <a:lnTo>
                    <a:pt x="2961871" y="266005"/>
                  </a:lnTo>
                  <a:lnTo>
                    <a:pt x="3005910" y="265941"/>
                  </a:lnTo>
                  <a:lnTo>
                    <a:pt x="3049950" y="265884"/>
                  </a:lnTo>
                  <a:lnTo>
                    <a:pt x="3093989" y="265820"/>
                  </a:lnTo>
                  <a:lnTo>
                    <a:pt x="3138033" y="265757"/>
                  </a:lnTo>
                  <a:lnTo>
                    <a:pt x="3182073" y="265693"/>
                  </a:lnTo>
                  <a:lnTo>
                    <a:pt x="3226112" y="265630"/>
                  </a:lnTo>
                  <a:lnTo>
                    <a:pt x="3236535" y="240559"/>
                  </a:lnTo>
                  <a:lnTo>
                    <a:pt x="3246246" y="228887"/>
                  </a:lnTo>
                  <a:lnTo>
                    <a:pt x="3259547" y="232754"/>
                  </a:lnTo>
                  <a:lnTo>
                    <a:pt x="3266632" y="232430"/>
                  </a:lnTo>
                  <a:lnTo>
                    <a:pt x="3274508" y="226410"/>
                  </a:lnTo>
                  <a:lnTo>
                    <a:pt x="3280895" y="222752"/>
                  </a:lnTo>
                  <a:lnTo>
                    <a:pt x="3285102" y="223292"/>
                  </a:lnTo>
                  <a:lnTo>
                    <a:pt x="3288693" y="228804"/>
                  </a:lnTo>
                  <a:lnTo>
                    <a:pt x="3291680" y="232481"/>
                  </a:lnTo>
                  <a:lnTo>
                    <a:pt x="3295168" y="231408"/>
                  </a:lnTo>
                  <a:lnTo>
                    <a:pt x="3298155" y="226207"/>
                  </a:lnTo>
                  <a:lnTo>
                    <a:pt x="3298052" y="218993"/>
                  </a:lnTo>
                  <a:lnTo>
                    <a:pt x="3302140" y="213970"/>
                  </a:lnTo>
                  <a:lnTo>
                    <a:pt x="3306992" y="213201"/>
                  </a:lnTo>
                  <a:lnTo>
                    <a:pt x="3311478" y="213360"/>
                  </a:lnTo>
                  <a:lnTo>
                    <a:pt x="3313715" y="210909"/>
                  </a:lnTo>
                  <a:lnTo>
                    <a:pt x="3313467" y="207391"/>
                  </a:lnTo>
                  <a:lnTo>
                    <a:pt x="3311850" y="201726"/>
                  </a:lnTo>
                  <a:lnTo>
                    <a:pt x="3312398" y="194906"/>
                  </a:lnTo>
                  <a:lnTo>
                    <a:pt x="3323601" y="182859"/>
                  </a:lnTo>
                  <a:lnTo>
                    <a:pt x="3337337" y="174686"/>
                  </a:lnTo>
                  <a:lnTo>
                    <a:pt x="3342153" y="170603"/>
                  </a:lnTo>
                  <a:lnTo>
                    <a:pt x="3343554" y="162322"/>
                  </a:lnTo>
                  <a:lnTo>
                    <a:pt x="3351429" y="153717"/>
                  </a:lnTo>
                  <a:lnTo>
                    <a:pt x="3355367" y="148770"/>
                  </a:lnTo>
                  <a:lnTo>
                    <a:pt x="3356328" y="144471"/>
                  </a:lnTo>
                  <a:lnTo>
                    <a:pt x="3354287" y="139181"/>
                  </a:lnTo>
                  <a:lnTo>
                    <a:pt x="3354494" y="129097"/>
                  </a:lnTo>
                  <a:lnTo>
                    <a:pt x="3357202" y="117050"/>
                  </a:lnTo>
                  <a:lnTo>
                    <a:pt x="3360442" y="103930"/>
                  </a:lnTo>
                  <a:lnTo>
                    <a:pt x="3367703" y="92099"/>
                  </a:lnTo>
                  <a:lnTo>
                    <a:pt x="3379609" y="79195"/>
                  </a:lnTo>
                  <a:lnTo>
                    <a:pt x="3382673" y="62240"/>
                  </a:lnTo>
                  <a:lnTo>
                    <a:pt x="3385903" y="44357"/>
                  </a:lnTo>
                  <a:lnTo>
                    <a:pt x="3400295" y="26932"/>
                  </a:lnTo>
                  <a:lnTo>
                    <a:pt x="3416615" y="7169"/>
                  </a:lnTo>
                  <a:lnTo>
                    <a:pt x="3422535" y="0"/>
                  </a:lnTo>
                  <a:lnTo>
                    <a:pt x="3618932" y="0"/>
                  </a:lnTo>
                  <a:lnTo>
                    <a:pt x="3619257" y="14859"/>
                  </a:lnTo>
                  <a:lnTo>
                    <a:pt x="3619521" y="35130"/>
                  </a:lnTo>
                  <a:lnTo>
                    <a:pt x="3619800" y="56493"/>
                  </a:lnTo>
                  <a:lnTo>
                    <a:pt x="3620001" y="71740"/>
                  </a:lnTo>
                  <a:lnTo>
                    <a:pt x="3620347" y="92677"/>
                  </a:lnTo>
                  <a:lnTo>
                    <a:pt x="3620621" y="109334"/>
                  </a:lnTo>
                  <a:lnTo>
                    <a:pt x="3620988" y="131078"/>
                  </a:lnTo>
                  <a:lnTo>
                    <a:pt x="3621179" y="142699"/>
                  </a:lnTo>
                  <a:lnTo>
                    <a:pt x="3623045" y="146052"/>
                  </a:lnTo>
                  <a:lnTo>
                    <a:pt x="3621924" y="150631"/>
                  </a:lnTo>
                  <a:lnTo>
                    <a:pt x="3621433" y="152923"/>
                  </a:lnTo>
                  <a:lnTo>
                    <a:pt x="3621552" y="154746"/>
                  </a:lnTo>
                  <a:lnTo>
                    <a:pt x="3622296" y="157038"/>
                  </a:lnTo>
                  <a:lnTo>
                    <a:pt x="3622172" y="160245"/>
                  </a:lnTo>
                  <a:lnTo>
                    <a:pt x="3620435" y="163147"/>
                  </a:lnTo>
                  <a:lnTo>
                    <a:pt x="3619567" y="166500"/>
                  </a:lnTo>
                  <a:lnTo>
                    <a:pt x="3619319" y="171993"/>
                  </a:lnTo>
                  <a:lnTo>
                    <a:pt x="3621179" y="175353"/>
                  </a:lnTo>
                  <a:lnTo>
                    <a:pt x="3624285" y="177334"/>
                  </a:lnTo>
                  <a:lnTo>
                    <a:pt x="3626895" y="177334"/>
                  </a:lnTo>
                  <a:lnTo>
                    <a:pt x="3630249" y="179322"/>
                  </a:lnTo>
                  <a:lnTo>
                    <a:pt x="3634595" y="182834"/>
                  </a:lnTo>
                  <a:lnTo>
                    <a:pt x="3641173" y="185882"/>
                  </a:lnTo>
                  <a:lnTo>
                    <a:pt x="3648005" y="186949"/>
                  </a:lnTo>
                  <a:lnTo>
                    <a:pt x="3652723" y="186187"/>
                  </a:lnTo>
                  <a:lnTo>
                    <a:pt x="3658434" y="188174"/>
                  </a:lnTo>
                  <a:lnTo>
                    <a:pt x="3660423" y="193058"/>
                  </a:lnTo>
                  <a:lnTo>
                    <a:pt x="3659307" y="197630"/>
                  </a:lnTo>
                  <a:lnTo>
                    <a:pt x="3656077" y="199770"/>
                  </a:lnTo>
                  <a:lnTo>
                    <a:pt x="3652599" y="201453"/>
                  </a:lnTo>
                  <a:lnTo>
                    <a:pt x="3651979" y="204958"/>
                  </a:lnTo>
                  <a:lnTo>
                    <a:pt x="3653715" y="208623"/>
                  </a:lnTo>
                  <a:lnTo>
                    <a:pt x="3656201" y="211829"/>
                  </a:lnTo>
                  <a:lnTo>
                    <a:pt x="3658935" y="217462"/>
                  </a:lnTo>
                  <a:lnTo>
                    <a:pt x="3657813" y="222346"/>
                  </a:lnTo>
                  <a:lnTo>
                    <a:pt x="3655333" y="226467"/>
                  </a:lnTo>
                  <a:lnTo>
                    <a:pt x="3654212" y="230735"/>
                  </a:lnTo>
                  <a:lnTo>
                    <a:pt x="3656325" y="234405"/>
                  </a:lnTo>
                  <a:lnTo>
                    <a:pt x="3661912" y="239282"/>
                  </a:lnTo>
                  <a:lnTo>
                    <a:pt x="3665389" y="244013"/>
                  </a:lnTo>
                  <a:lnTo>
                    <a:pt x="3670857" y="246611"/>
                  </a:lnTo>
                  <a:lnTo>
                    <a:pt x="3673461" y="244775"/>
                  </a:lnTo>
                  <a:lnTo>
                    <a:pt x="3675575" y="242330"/>
                  </a:lnTo>
                  <a:lnTo>
                    <a:pt x="3677807" y="240501"/>
                  </a:lnTo>
                  <a:lnTo>
                    <a:pt x="3681657" y="241575"/>
                  </a:lnTo>
                  <a:lnTo>
                    <a:pt x="3686127" y="242946"/>
                  </a:lnTo>
                  <a:lnTo>
                    <a:pt x="3691011" y="244578"/>
                  </a:lnTo>
                  <a:lnTo>
                    <a:pt x="3690427" y="248535"/>
                  </a:lnTo>
                  <a:lnTo>
                    <a:pt x="3693404" y="255203"/>
                  </a:lnTo>
                  <a:lnTo>
                    <a:pt x="3695708" y="268024"/>
                  </a:lnTo>
                  <a:lnTo>
                    <a:pt x="3692169" y="273847"/>
                  </a:lnTo>
                  <a:lnTo>
                    <a:pt x="3692928" y="281563"/>
                  </a:lnTo>
                  <a:lnTo>
                    <a:pt x="3702742" y="283811"/>
                  </a:lnTo>
                  <a:lnTo>
                    <a:pt x="3705129" y="286173"/>
                  </a:lnTo>
                  <a:lnTo>
                    <a:pt x="3705599" y="289025"/>
                  </a:lnTo>
                  <a:lnTo>
                    <a:pt x="3683983" y="308806"/>
                  </a:lnTo>
                  <a:lnTo>
                    <a:pt x="3665694" y="306037"/>
                  </a:lnTo>
                  <a:lnTo>
                    <a:pt x="3655772" y="311283"/>
                  </a:lnTo>
                  <a:lnTo>
                    <a:pt x="3645380" y="312813"/>
                  </a:lnTo>
                  <a:lnTo>
                    <a:pt x="3640822" y="321653"/>
                  </a:lnTo>
                  <a:lnTo>
                    <a:pt x="3635117" y="323526"/>
                  </a:lnTo>
                  <a:lnTo>
                    <a:pt x="3627303" y="322993"/>
                  </a:lnTo>
                  <a:lnTo>
                    <a:pt x="3620565" y="320497"/>
                  </a:lnTo>
                  <a:lnTo>
                    <a:pt x="3615423" y="321723"/>
                  </a:lnTo>
                  <a:lnTo>
                    <a:pt x="3608229" y="337675"/>
                  </a:lnTo>
                  <a:lnTo>
                    <a:pt x="3602338" y="336284"/>
                  </a:lnTo>
                  <a:lnTo>
                    <a:pt x="3599992" y="342025"/>
                  </a:lnTo>
                  <a:lnTo>
                    <a:pt x="3596912" y="344534"/>
                  </a:lnTo>
                  <a:lnTo>
                    <a:pt x="3592395" y="346686"/>
                  </a:lnTo>
                  <a:lnTo>
                    <a:pt x="3588473" y="339599"/>
                  </a:lnTo>
                  <a:lnTo>
                    <a:pt x="3585977" y="332862"/>
                  </a:lnTo>
                  <a:lnTo>
                    <a:pt x="3582298" y="331382"/>
                  </a:lnTo>
                  <a:lnTo>
                    <a:pt x="3577409" y="329661"/>
                  </a:lnTo>
                  <a:lnTo>
                    <a:pt x="3572381" y="329718"/>
                  </a:lnTo>
                  <a:lnTo>
                    <a:pt x="3569027" y="330683"/>
                  </a:lnTo>
                  <a:lnTo>
                    <a:pt x="3564867" y="335040"/>
                  </a:lnTo>
                  <a:lnTo>
                    <a:pt x="3558836" y="338780"/>
                  </a:lnTo>
                  <a:lnTo>
                    <a:pt x="3554273" y="335662"/>
                  </a:lnTo>
                  <a:lnTo>
                    <a:pt x="3550702" y="330652"/>
                  </a:lnTo>
                  <a:lnTo>
                    <a:pt x="3547648" y="338710"/>
                  </a:lnTo>
                  <a:lnTo>
                    <a:pt x="3543204" y="347220"/>
                  </a:lnTo>
                  <a:lnTo>
                    <a:pt x="3543943" y="357145"/>
                  </a:lnTo>
                  <a:lnTo>
                    <a:pt x="3542031" y="363032"/>
                  </a:lnTo>
                  <a:lnTo>
                    <a:pt x="3537814" y="361445"/>
                  </a:lnTo>
                  <a:lnTo>
                    <a:pt x="3533618" y="356282"/>
                  </a:lnTo>
                  <a:lnTo>
                    <a:pt x="3521840" y="352154"/>
                  </a:lnTo>
                  <a:lnTo>
                    <a:pt x="3512461" y="352535"/>
                  </a:lnTo>
                  <a:lnTo>
                    <a:pt x="3514368" y="347023"/>
                  </a:lnTo>
                  <a:lnTo>
                    <a:pt x="3523236" y="339110"/>
                  </a:lnTo>
                  <a:lnTo>
                    <a:pt x="3520507" y="337561"/>
                  </a:lnTo>
                  <a:lnTo>
                    <a:pt x="3516156" y="338659"/>
                  </a:lnTo>
                  <a:lnTo>
                    <a:pt x="3514259" y="337561"/>
                  </a:lnTo>
                  <a:lnTo>
                    <a:pt x="3517370" y="330372"/>
                  </a:lnTo>
                  <a:lnTo>
                    <a:pt x="3517670" y="322441"/>
                  </a:lnTo>
                  <a:lnTo>
                    <a:pt x="3513701" y="325216"/>
                  </a:lnTo>
                  <a:lnTo>
                    <a:pt x="3508709" y="333585"/>
                  </a:lnTo>
                  <a:lnTo>
                    <a:pt x="3496632" y="340247"/>
                  </a:lnTo>
                  <a:lnTo>
                    <a:pt x="3497195" y="351398"/>
                  </a:lnTo>
                  <a:lnTo>
                    <a:pt x="3485826" y="374253"/>
                  </a:lnTo>
                  <a:lnTo>
                    <a:pt x="3485320" y="383982"/>
                  </a:lnTo>
                  <a:lnTo>
                    <a:pt x="3478028" y="391749"/>
                  </a:lnTo>
                  <a:lnTo>
                    <a:pt x="3468628" y="398429"/>
                  </a:lnTo>
                  <a:lnTo>
                    <a:pt x="3456091" y="396550"/>
                  </a:lnTo>
                  <a:lnTo>
                    <a:pt x="3446521" y="402354"/>
                  </a:lnTo>
                  <a:lnTo>
                    <a:pt x="3441663" y="409015"/>
                  </a:lnTo>
                  <a:lnTo>
                    <a:pt x="3437441" y="410019"/>
                  </a:lnTo>
                  <a:lnTo>
                    <a:pt x="3435240" y="401535"/>
                  </a:lnTo>
                  <a:lnTo>
                    <a:pt x="3433638" y="398912"/>
                  </a:lnTo>
                  <a:lnTo>
                    <a:pt x="3430113" y="411422"/>
                  </a:lnTo>
                  <a:lnTo>
                    <a:pt x="3426522" y="412197"/>
                  </a:lnTo>
                  <a:lnTo>
                    <a:pt x="3425163" y="403325"/>
                  </a:lnTo>
                  <a:lnTo>
                    <a:pt x="3423457" y="397464"/>
                  </a:lnTo>
                  <a:lnTo>
                    <a:pt x="3418563" y="402519"/>
                  </a:lnTo>
                  <a:lnTo>
                    <a:pt x="3415313" y="415918"/>
                  </a:lnTo>
                  <a:lnTo>
                    <a:pt x="3411907" y="414788"/>
                  </a:lnTo>
                  <a:lnTo>
                    <a:pt x="3410822" y="409803"/>
                  </a:lnTo>
                  <a:lnTo>
                    <a:pt x="3408383" y="408291"/>
                  </a:lnTo>
                  <a:lnTo>
                    <a:pt x="3407546" y="413988"/>
                  </a:lnTo>
                  <a:lnTo>
                    <a:pt x="3408776" y="422002"/>
                  </a:lnTo>
                  <a:lnTo>
                    <a:pt x="3407003" y="426282"/>
                  </a:lnTo>
                  <a:lnTo>
                    <a:pt x="3403618" y="423996"/>
                  </a:lnTo>
                  <a:lnTo>
                    <a:pt x="3400213" y="420141"/>
                  </a:lnTo>
                  <a:lnTo>
                    <a:pt x="3394595" y="423069"/>
                  </a:lnTo>
                  <a:lnTo>
                    <a:pt x="3389438" y="424256"/>
                  </a:lnTo>
                  <a:lnTo>
                    <a:pt x="3389417" y="420332"/>
                  </a:lnTo>
                  <a:lnTo>
                    <a:pt x="3390399" y="415518"/>
                  </a:lnTo>
                  <a:lnTo>
                    <a:pt x="3380121" y="418179"/>
                  </a:lnTo>
                  <a:lnTo>
                    <a:pt x="3367796" y="427057"/>
                  </a:lnTo>
                  <a:lnTo>
                    <a:pt x="3358225" y="439339"/>
                  </a:lnTo>
                  <a:lnTo>
                    <a:pt x="3361543" y="441383"/>
                  </a:lnTo>
                  <a:lnTo>
                    <a:pt x="3365279" y="445295"/>
                  </a:lnTo>
                  <a:lnTo>
                    <a:pt x="3348654" y="464270"/>
                  </a:lnTo>
                  <a:lnTo>
                    <a:pt x="3331611" y="481359"/>
                  </a:lnTo>
                  <a:lnTo>
                    <a:pt x="3318738" y="509244"/>
                  </a:lnTo>
                  <a:lnTo>
                    <a:pt x="3313571" y="512508"/>
                  </a:lnTo>
                  <a:lnTo>
                    <a:pt x="3309132" y="517620"/>
                  </a:lnTo>
                  <a:lnTo>
                    <a:pt x="3304419" y="534455"/>
                  </a:lnTo>
                  <a:lnTo>
                    <a:pt x="3298977" y="549442"/>
                  </a:lnTo>
                  <a:lnTo>
                    <a:pt x="3302021" y="556116"/>
                  </a:lnTo>
                  <a:lnTo>
                    <a:pt x="3304026" y="562981"/>
                  </a:lnTo>
                  <a:lnTo>
                    <a:pt x="3308858" y="569737"/>
                  </a:lnTo>
                  <a:lnTo>
                    <a:pt x="3312966" y="570347"/>
                  </a:lnTo>
                  <a:lnTo>
                    <a:pt x="3317415" y="569128"/>
                  </a:lnTo>
                  <a:lnTo>
                    <a:pt x="3320681" y="569414"/>
                  </a:lnTo>
                  <a:lnTo>
                    <a:pt x="3322780" y="572284"/>
                  </a:lnTo>
                  <a:lnTo>
                    <a:pt x="3321849" y="575726"/>
                  </a:lnTo>
                  <a:lnTo>
                    <a:pt x="3316718" y="576583"/>
                  </a:lnTo>
                  <a:lnTo>
                    <a:pt x="3307147" y="582603"/>
                  </a:lnTo>
                  <a:lnTo>
                    <a:pt x="3298755" y="584915"/>
                  </a:lnTo>
                  <a:lnTo>
                    <a:pt x="3294548" y="592192"/>
                  </a:lnTo>
                  <a:lnTo>
                    <a:pt x="3288244" y="600600"/>
                  </a:lnTo>
                  <a:lnTo>
                    <a:pt x="3275996" y="613720"/>
                  </a:lnTo>
                  <a:lnTo>
                    <a:pt x="3281231" y="617765"/>
                  </a:lnTo>
                  <a:lnTo>
                    <a:pt x="3300150" y="622325"/>
                  </a:lnTo>
                  <a:lnTo>
                    <a:pt x="3308584" y="627018"/>
                  </a:lnTo>
                  <a:lnTo>
                    <a:pt x="3321348" y="651524"/>
                  </a:lnTo>
                  <a:lnTo>
                    <a:pt x="3318433" y="653975"/>
                  </a:lnTo>
                  <a:lnTo>
                    <a:pt x="3317276" y="658465"/>
                  </a:lnTo>
                  <a:lnTo>
                    <a:pt x="3328624" y="664765"/>
                  </a:lnTo>
                  <a:lnTo>
                    <a:pt x="3332247" y="682362"/>
                  </a:lnTo>
                  <a:lnTo>
                    <a:pt x="3341564" y="688350"/>
                  </a:lnTo>
                  <a:lnTo>
                    <a:pt x="3355450" y="692033"/>
                  </a:lnTo>
                  <a:lnTo>
                    <a:pt x="3372431" y="686712"/>
                  </a:lnTo>
                  <a:lnTo>
                    <a:pt x="3386570" y="679390"/>
                  </a:lnTo>
                  <a:lnTo>
                    <a:pt x="3386074" y="673388"/>
                  </a:lnTo>
                  <a:lnTo>
                    <a:pt x="3377191" y="659424"/>
                  </a:lnTo>
                  <a:lnTo>
                    <a:pt x="3375051" y="652864"/>
                  </a:lnTo>
                  <a:lnTo>
                    <a:pt x="3368457" y="648616"/>
                  </a:lnTo>
                  <a:lnTo>
                    <a:pt x="3365951" y="652216"/>
                  </a:lnTo>
                  <a:lnTo>
                    <a:pt x="3361687" y="647542"/>
                  </a:lnTo>
                  <a:lnTo>
                    <a:pt x="3361207" y="644920"/>
                  </a:lnTo>
                  <a:lnTo>
                    <a:pt x="3365181" y="643643"/>
                  </a:lnTo>
                  <a:lnTo>
                    <a:pt x="3369801" y="644151"/>
                  </a:lnTo>
                  <a:lnTo>
                    <a:pt x="3375191" y="646596"/>
                  </a:lnTo>
                  <a:lnTo>
                    <a:pt x="3389061" y="661818"/>
                  </a:lnTo>
                  <a:lnTo>
                    <a:pt x="3392900" y="681771"/>
                  </a:lnTo>
                  <a:lnTo>
                    <a:pt x="3393722" y="694440"/>
                  </a:lnTo>
                  <a:lnTo>
                    <a:pt x="3392156" y="698771"/>
                  </a:lnTo>
                  <a:lnTo>
                    <a:pt x="3388120" y="697882"/>
                  </a:lnTo>
                  <a:lnTo>
                    <a:pt x="3380420" y="698746"/>
                  </a:lnTo>
                  <a:lnTo>
                    <a:pt x="3343890" y="705306"/>
                  </a:lnTo>
                  <a:lnTo>
                    <a:pt x="3335776" y="711084"/>
                  </a:lnTo>
                  <a:lnTo>
                    <a:pt x="3317173" y="717359"/>
                  </a:lnTo>
                  <a:lnTo>
                    <a:pt x="3316015" y="714228"/>
                  </a:lnTo>
                  <a:lnTo>
                    <a:pt x="3317359" y="707750"/>
                  </a:lnTo>
                  <a:lnTo>
                    <a:pt x="3316186" y="694484"/>
                  </a:lnTo>
                  <a:lnTo>
                    <a:pt x="3312516" y="693868"/>
                  </a:lnTo>
                  <a:lnTo>
                    <a:pt x="3283613" y="715498"/>
                  </a:lnTo>
                  <a:lnTo>
                    <a:pt x="3272441" y="716857"/>
                  </a:lnTo>
                  <a:lnTo>
                    <a:pt x="3263046" y="723188"/>
                  </a:lnTo>
                  <a:lnTo>
                    <a:pt x="3260943" y="719676"/>
                  </a:lnTo>
                  <a:lnTo>
                    <a:pt x="3259263" y="703458"/>
                  </a:lnTo>
                  <a:lnTo>
                    <a:pt x="3265144" y="689855"/>
                  </a:lnTo>
                  <a:lnTo>
                    <a:pt x="3262012" y="690071"/>
                  </a:lnTo>
                  <a:lnTo>
                    <a:pt x="3252194" y="698238"/>
                  </a:lnTo>
                  <a:lnTo>
                    <a:pt x="3247997" y="693214"/>
                  </a:lnTo>
                  <a:lnTo>
                    <a:pt x="3245894" y="687702"/>
                  </a:lnTo>
                  <a:lnTo>
                    <a:pt x="3242871" y="684584"/>
                  </a:lnTo>
                  <a:lnTo>
                    <a:pt x="3239595" y="683403"/>
                  </a:lnTo>
                  <a:lnTo>
                    <a:pt x="3242396" y="695443"/>
                  </a:lnTo>
                  <a:lnTo>
                    <a:pt x="3235740" y="704474"/>
                  </a:lnTo>
                  <a:lnTo>
                    <a:pt x="3233915" y="727830"/>
                  </a:lnTo>
                  <a:lnTo>
                    <a:pt x="3225549" y="737553"/>
                  </a:lnTo>
                  <a:lnTo>
                    <a:pt x="3199467" y="743802"/>
                  </a:lnTo>
                  <a:lnTo>
                    <a:pt x="3182465" y="742481"/>
                  </a:lnTo>
                  <a:lnTo>
                    <a:pt x="3167231" y="744424"/>
                  </a:lnTo>
                  <a:lnTo>
                    <a:pt x="3146974" y="748907"/>
                  </a:lnTo>
                  <a:lnTo>
                    <a:pt x="3135780" y="746240"/>
                  </a:lnTo>
                  <a:lnTo>
                    <a:pt x="3124313" y="750971"/>
                  </a:lnTo>
                  <a:lnTo>
                    <a:pt x="3085390" y="752260"/>
                  </a:lnTo>
                  <a:lnTo>
                    <a:pt x="3077183" y="749752"/>
                  </a:lnTo>
                  <a:lnTo>
                    <a:pt x="3066703" y="758687"/>
                  </a:lnTo>
                  <a:lnTo>
                    <a:pt x="3049924" y="763970"/>
                  </a:lnTo>
                  <a:lnTo>
                    <a:pt x="3007512" y="783993"/>
                  </a:lnTo>
                  <a:lnTo>
                    <a:pt x="2998159" y="791277"/>
                  </a:lnTo>
                  <a:lnTo>
                    <a:pt x="2986769" y="802651"/>
                  </a:lnTo>
                  <a:lnTo>
                    <a:pt x="2979121" y="808766"/>
                  </a:lnTo>
                  <a:lnTo>
                    <a:pt x="2972832" y="810754"/>
                  </a:lnTo>
                  <a:lnTo>
                    <a:pt x="2968966" y="815847"/>
                  </a:lnTo>
                  <a:lnTo>
                    <a:pt x="2964744" y="819174"/>
                  </a:lnTo>
                  <a:lnTo>
                    <a:pt x="2968821" y="807807"/>
                  </a:lnTo>
                  <a:lnTo>
                    <a:pt x="2973250" y="798224"/>
                  </a:lnTo>
                  <a:lnTo>
                    <a:pt x="2976930" y="779662"/>
                  </a:lnTo>
                  <a:lnTo>
                    <a:pt x="2975844" y="764650"/>
                  </a:lnTo>
                  <a:lnTo>
                    <a:pt x="2971281" y="758477"/>
                  </a:lnTo>
                  <a:lnTo>
                    <a:pt x="2966563" y="754362"/>
                  </a:lnTo>
                  <a:lnTo>
                    <a:pt x="2972093" y="769178"/>
                  </a:lnTo>
                  <a:lnTo>
                    <a:pt x="2972987" y="787346"/>
                  </a:lnTo>
                  <a:lnTo>
                    <a:pt x="2971085" y="797989"/>
                  </a:lnTo>
                  <a:lnTo>
                    <a:pt x="2960682" y="818520"/>
                  </a:lnTo>
                  <a:lnTo>
                    <a:pt x="2956253" y="823302"/>
                  </a:lnTo>
                  <a:lnTo>
                    <a:pt x="2951075" y="827506"/>
                  </a:lnTo>
                  <a:lnTo>
                    <a:pt x="2947174" y="829335"/>
                  </a:lnTo>
                  <a:lnTo>
                    <a:pt x="2943572" y="832618"/>
                  </a:lnTo>
                  <a:lnTo>
                    <a:pt x="2939386" y="837819"/>
                  </a:lnTo>
                  <a:lnTo>
                    <a:pt x="2935417" y="848145"/>
                  </a:lnTo>
                  <a:lnTo>
                    <a:pt x="2937820" y="857556"/>
                  </a:lnTo>
                  <a:lnTo>
                    <a:pt x="2958104" y="860992"/>
                  </a:lnTo>
                  <a:lnTo>
                    <a:pt x="2963545" y="858090"/>
                  </a:lnTo>
                  <a:lnTo>
                    <a:pt x="2966315" y="864827"/>
                  </a:lnTo>
                  <a:lnTo>
                    <a:pt x="2967865" y="874188"/>
                  </a:lnTo>
                  <a:lnTo>
                    <a:pt x="2966346" y="884310"/>
                  </a:lnTo>
                  <a:lnTo>
                    <a:pt x="2962956" y="894611"/>
                  </a:lnTo>
                  <a:lnTo>
                    <a:pt x="2960382" y="907400"/>
                  </a:lnTo>
                  <a:lnTo>
                    <a:pt x="2958202" y="926902"/>
                  </a:lnTo>
                  <a:lnTo>
                    <a:pt x="2954920" y="944449"/>
                  </a:lnTo>
                  <a:lnTo>
                    <a:pt x="2954491" y="939121"/>
                  </a:lnTo>
                  <a:lnTo>
                    <a:pt x="2956543" y="917790"/>
                  </a:lnTo>
                  <a:lnTo>
                    <a:pt x="2953220" y="920019"/>
                  </a:lnTo>
                  <a:lnTo>
                    <a:pt x="2950931" y="924940"/>
                  </a:lnTo>
                  <a:lnTo>
                    <a:pt x="2944740" y="952450"/>
                  </a:lnTo>
                  <a:lnTo>
                    <a:pt x="2936229" y="967113"/>
                  </a:lnTo>
                  <a:lnTo>
                    <a:pt x="2928389" y="977255"/>
                  </a:lnTo>
                  <a:lnTo>
                    <a:pt x="2920302" y="975578"/>
                  </a:lnTo>
                  <a:lnTo>
                    <a:pt x="2922121" y="983637"/>
                  </a:lnTo>
                  <a:lnTo>
                    <a:pt x="2919899" y="987834"/>
                  </a:lnTo>
                  <a:lnTo>
                    <a:pt x="2917997" y="996592"/>
                  </a:lnTo>
                  <a:lnTo>
                    <a:pt x="2913175" y="1002396"/>
                  </a:lnTo>
                  <a:lnTo>
                    <a:pt x="2908643" y="1001837"/>
                  </a:lnTo>
                  <a:lnTo>
                    <a:pt x="2902132" y="1005838"/>
                  </a:lnTo>
                  <a:lnTo>
                    <a:pt x="2899564" y="1008899"/>
                  </a:lnTo>
                  <a:lnTo>
                    <a:pt x="2899372" y="1014760"/>
                  </a:lnTo>
                  <a:lnTo>
                    <a:pt x="2895016" y="1019917"/>
                  </a:lnTo>
                  <a:lnTo>
                    <a:pt x="2879296" y="1046703"/>
                  </a:lnTo>
                  <a:lnTo>
                    <a:pt x="2865648" y="1054609"/>
                  </a:lnTo>
                  <a:lnTo>
                    <a:pt x="2862382" y="1053459"/>
                  </a:lnTo>
                  <a:lnTo>
                    <a:pt x="2865978" y="1040816"/>
                  </a:lnTo>
                  <a:lnTo>
                    <a:pt x="2868443" y="1028032"/>
                  </a:lnTo>
                  <a:lnTo>
                    <a:pt x="2860160" y="1022469"/>
                  </a:lnTo>
                  <a:lnTo>
                    <a:pt x="2852232" y="1019529"/>
                  </a:lnTo>
                  <a:lnTo>
                    <a:pt x="2843137" y="1019917"/>
                  </a:lnTo>
                  <a:lnTo>
                    <a:pt x="2833091" y="1009978"/>
                  </a:lnTo>
                  <a:lnTo>
                    <a:pt x="2820141" y="1002751"/>
                  </a:lnTo>
                  <a:lnTo>
                    <a:pt x="2802064" y="983199"/>
                  </a:lnTo>
                  <a:lnTo>
                    <a:pt x="2802591" y="977775"/>
                  </a:lnTo>
                  <a:lnTo>
                    <a:pt x="2802136" y="968675"/>
                  </a:lnTo>
                  <a:lnTo>
                    <a:pt x="2807630" y="954298"/>
                  </a:lnTo>
                  <a:lnTo>
                    <a:pt x="2812896" y="944245"/>
                  </a:lnTo>
                  <a:lnTo>
                    <a:pt x="2820167" y="939038"/>
                  </a:lnTo>
                  <a:lnTo>
                    <a:pt x="2841266" y="933735"/>
                  </a:lnTo>
                  <a:lnTo>
                    <a:pt x="2846558" y="925759"/>
                  </a:lnTo>
                  <a:lnTo>
                    <a:pt x="2849695" y="919041"/>
                  </a:lnTo>
                  <a:lnTo>
                    <a:pt x="2839241" y="930579"/>
                  </a:lnTo>
                  <a:lnTo>
                    <a:pt x="2823582" y="934491"/>
                  </a:lnTo>
                  <a:lnTo>
                    <a:pt x="2815144" y="938797"/>
                  </a:lnTo>
                  <a:lnTo>
                    <a:pt x="2808395" y="945382"/>
                  </a:lnTo>
                  <a:lnTo>
                    <a:pt x="2804400" y="953650"/>
                  </a:lnTo>
                  <a:lnTo>
                    <a:pt x="2795356" y="963614"/>
                  </a:lnTo>
                  <a:lnTo>
                    <a:pt x="2795992" y="970288"/>
                  </a:lnTo>
                  <a:lnTo>
                    <a:pt x="2797506" y="975032"/>
                  </a:lnTo>
                  <a:lnTo>
                    <a:pt x="2796808" y="984920"/>
                  </a:lnTo>
                  <a:lnTo>
                    <a:pt x="2802529" y="994559"/>
                  </a:lnTo>
                  <a:lnTo>
                    <a:pt x="2813872" y="1010353"/>
                  </a:lnTo>
                  <a:lnTo>
                    <a:pt x="2816038" y="1034884"/>
                  </a:lnTo>
                  <a:lnTo>
                    <a:pt x="2824694" y="1051300"/>
                  </a:lnTo>
                  <a:lnTo>
                    <a:pt x="2837959" y="1070440"/>
                  </a:lnTo>
                  <a:lnTo>
                    <a:pt x="2848160" y="1075883"/>
                  </a:lnTo>
                  <a:lnTo>
                    <a:pt x="2848656" y="1083001"/>
                  </a:lnTo>
                  <a:lnTo>
                    <a:pt x="2843948" y="1094756"/>
                  </a:lnTo>
                  <a:lnTo>
                    <a:pt x="2837742" y="1100128"/>
                  </a:lnTo>
                  <a:lnTo>
                    <a:pt x="2845814" y="1099055"/>
                  </a:lnTo>
                  <a:lnTo>
                    <a:pt x="2849835" y="1101741"/>
                  </a:lnTo>
                  <a:lnTo>
                    <a:pt x="2853746" y="1111546"/>
                  </a:lnTo>
                  <a:lnTo>
                    <a:pt x="2853442" y="1121555"/>
                  </a:lnTo>
                  <a:lnTo>
                    <a:pt x="2852119" y="1127194"/>
                  </a:lnTo>
                  <a:lnTo>
                    <a:pt x="2849674" y="1129442"/>
                  </a:lnTo>
                  <a:lnTo>
                    <a:pt x="2849778" y="1123682"/>
                  </a:lnTo>
                  <a:lnTo>
                    <a:pt x="2848046" y="1121682"/>
                  </a:lnTo>
                  <a:lnTo>
                    <a:pt x="2845189" y="1124177"/>
                  </a:lnTo>
                  <a:lnTo>
                    <a:pt x="2843339" y="1127022"/>
                  </a:lnTo>
                  <a:lnTo>
                    <a:pt x="2842569" y="1138231"/>
                  </a:lnTo>
                  <a:lnTo>
                    <a:pt x="2840610" y="1143832"/>
                  </a:lnTo>
                  <a:lnTo>
                    <a:pt x="2833685" y="1145496"/>
                  </a:lnTo>
                  <a:lnTo>
                    <a:pt x="2826662" y="1160203"/>
                  </a:lnTo>
                  <a:lnTo>
                    <a:pt x="2820130" y="1168547"/>
                  </a:lnTo>
                  <a:lnTo>
                    <a:pt x="2794426" y="1224971"/>
                  </a:lnTo>
                  <a:lnTo>
                    <a:pt x="2795408" y="1234401"/>
                  </a:lnTo>
                  <a:lnTo>
                    <a:pt x="2790705" y="1237436"/>
                  </a:lnTo>
                  <a:lnTo>
                    <a:pt x="2783584" y="1239907"/>
                  </a:lnTo>
                  <a:lnTo>
                    <a:pt x="2776380" y="1245546"/>
                  </a:lnTo>
                  <a:lnTo>
                    <a:pt x="2771600" y="1251763"/>
                  </a:lnTo>
                  <a:lnTo>
                    <a:pt x="2767161" y="1268484"/>
                  </a:lnTo>
                  <a:lnTo>
                    <a:pt x="2758655" y="1287306"/>
                  </a:lnTo>
                  <a:lnTo>
                    <a:pt x="2753348" y="1279463"/>
                  </a:lnTo>
                  <a:lnTo>
                    <a:pt x="2751989" y="1272751"/>
                  </a:lnTo>
                  <a:lnTo>
                    <a:pt x="2754350" y="1255243"/>
                  </a:lnTo>
                  <a:lnTo>
                    <a:pt x="2763549" y="1226539"/>
                  </a:lnTo>
                  <a:lnTo>
                    <a:pt x="2773683" y="1208695"/>
                  </a:lnTo>
                  <a:lnTo>
                    <a:pt x="2781414" y="1200236"/>
                  </a:lnTo>
                  <a:lnTo>
                    <a:pt x="2787770" y="1182995"/>
                  </a:lnTo>
                  <a:lnTo>
                    <a:pt x="2779739" y="1180423"/>
                  </a:lnTo>
                  <a:lnTo>
                    <a:pt x="2767497" y="1180702"/>
                  </a:lnTo>
                  <a:lnTo>
                    <a:pt x="2769802" y="1172745"/>
                  </a:lnTo>
                  <a:lnTo>
                    <a:pt x="2773373" y="1165734"/>
                  </a:lnTo>
                  <a:lnTo>
                    <a:pt x="2766991" y="1158749"/>
                  </a:lnTo>
                  <a:lnTo>
                    <a:pt x="2763213" y="1157860"/>
                  </a:lnTo>
                  <a:lnTo>
                    <a:pt x="2759322" y="1154996"/>
                  </a:lnTo>
                  <a:lnTo>
                    <a:pt x="2763885" y="1149179"/>
                  </a:lnTo>
                  <a:lnTo>
                    <a:pt x="2766112" y="1143032"/>
                  </a:lnTo>
                  <a:lnTo>
                    <a:pt x="2764753" y="1135551"/>
                  </a:lnTo>
                  <a:lnTo>
                    <a:pt x="2766665" y="1129918"/>
                  </a:lnTo>
                  <a:lnTo>
                    <a:pt x="2763477" y="1130769"/>
                  </a:lnTo>
                  <a:lnTo>
                    <a:pt x="2758350" y="1136732"/>
                  </a:lnTo>
                  <a:lnTo>
                    <a:pt x="2755162" y="1139113"/>
                  </a:lnTo>
                  <a:lnTo>
                    <a:pt x="2753219" y="1133836"/>
                  </a:lnTo>
                  <a:lnTo>
                    <a:pt x="2751002" y="1135030"/>
                  </a:lnTo>
                  <a:lnTo>
                    <a:pt x="2749560" y="1138656"/>
                  </a:lnTo>
                  <a:lnTo>
                    <a:pt x="2746289" y="1140650"/>
                  </a:lnTo>
                  <a:lnTo>
                    <a:pt x="2739380" y="1135691"/>
                  </a:lnTo>
                  <a:lnTo>
                    <a:pt x="2729308" y="1130013"/>
                  </a:lnTo>
                  <a:lnTo>
                    <a:pt x="2723701" y="1120246"/>
                  </a:lnTo>
                  <a:lnTo>
                    <a:pt x="2720502" y="1112677"/>
                  </a:lnTo>
                  <a:lnTo>
                    <a:pt x="2723752" y="1098979"/>
                  </a:lnTo>
                  <a:lnTo>
                    <a:pt x="2730713" y="1096547"/>
                  </a:lnTo>
                  <a:lnTo>
                    <a:pt x="2739757" y="1098769"/>
                  </a:lnTo>
                  <a:lnTo>
                    <a:pt x="2751612" y="1098750"/>
                  </a:lnTo>
                  <a:lnTo>
                    <a:pt x="2749917" y="1095708"/>
                  </a:lnTo>
                  <a:lnTo>
                    <a:pt x="2745684" y="1096210"/>
                  </a:lnTo>
                  <a:lnTo>
                    <a:pt x="2733189" y="1085097"/>
                  </a:lnTo>
                  <a:lnTo>
                    <a:pt x="2729168" y="1078385"/>
                  </a:lnTo>
                  <a:lnTo>
                    <a:pt x="2722254" y="1076543"/>
                  </a:lnTo>
                  <a:lnTo>
                    <a:pt x="2719101" y="1082995"/>
                  </a:lnTo>
                  <a:lnTo>
                    <a:pt x="2715603" y="1084710"/>
                  </a:lnTo>
                  <a:lnTo>
                    <a:pt x="2719923" y="1070593"/>
                  </a:lnTo>
                  <a:lnTo>
                    <a:pt x="2725571" y="1070015"/>
                  </a:lnTo>
                  <a:lnTo>
                    <a:pt x="2733912" y="1066103"/>
                  </a:lnTo>
                  <a:lnTo>
                    <a:pt x="2731488" y="1057930"/>
                  </a:lnTo>
                  <a:lnTo>
                    <a:pt x="2726223" y="1054355"/>
                  </a:lnTo>
                  <a:lnTo>
                    <a:pt x="2716714" y="1058838"/>
                  </a:lnTo>
                  <a:lnTo>
                    <a:pt x="2716828" y="1053091"/>
                  </a:lnTo>
                  <a:lnTo>
                    <a:pt x="2718610" y="1045731"/>
                  </a:lnTo>
                  <a:lnTo>
                    <a:pt x="2725778" y="1045756"/>
                  </a:lnTo>
                  <a:lnTo>
                    <a:pt x="2732057" y="1048157"/>
                  </a:lnTo>
                  <a:lnTo>
                    <a:pt x="2737400" y="1036269"/>
                  </a:lnTo>
                  <a:lnTo>
                    <a:pt x="2737638" y="1030960"/>
                  </a:lnTo>
                  <a:lnTo>
                    <a:pt x="2728760" y="1038676"/>
                  </a:lnTo>
                  <a:lnTo>
                    <a:pt x="2726765" y="1022031"/>
                  </a:lnTo>
                  <a:lnTo>
                    <a:pt x="2735504" y="1005977"/>
                  </a:lnTo>
                  <a:lnTo>
                    <a:pt x="2743839" y="998979"/>
                  </a:lnTo>
                  <a:lnTo>
                    <a:pt x="2754252" y="999183"/>
                  </a:lnTo>
                  <a:lnTo>
                    <a:pt x="2764836" y="998052"/>
                  </a:lnTo>
                  <a:lnTo>
                    <a:pt x="2758195" y="995112"/>
                  </a:lnTo>
                  <a:lnTo>
                    <a:pt x="2751379" y="993518"/>
                  </a:lnTo>
                  <a:lnTo>
                    <a:pt x="2756500" y="987174"/>
                  </a:lnTo>
                  <a:lnTo>
                    <a:pt x="2760867" y="986037"/>
                  </a:lnTo>
                  <a:lnTo>
                    <a:pt x="2765156" y="980506"/>
                  </a:lnTo>
                  <a:lnTo>
                    <a:pt x="2754841" y="981325"/>
                  </a:lnTo>
                  <a:lnTo>
                    <a:pt x="2756056" y="970860"/>
                  </a:lnTo>
                  <a:lnTo>
                    <a:pt x="2751043" y="972987"/>
                  </a:lnTo>
                  <a:lnTo>
                    <a:pt x="2745043" y="973971"/>
                  </a:lnTo>
                  <a:lnTo>
                    <a:pt x="2742708" y="978410"/>
                  </a:lnTo>
                  <a:lnTo>
                    <a:pt x="2743168" y="985783"/>
                  </a:lnTo>
                  <a:lnTo>
                    <a:pt x="2741416" y="990622"/>
                  </a:lnTo>
                  <a:lnTo>
                    <a:pt x="2736749" y="994509"/>
                  </a:lnTo>
                  <a:lnTo>
                    <a:pt x="2728868" y="997538"/>
                  </a:lnTo>
                  <a:lnTo>
                    <a:pt x="2728104" y="992286"/>
                  </a:lnTo>
                  <a:lnTo>
                    <a:pt x="2725499" y="989905"/>
                  </a:lnTo>
                  <a:lnTo>
                    <a:pt x="2724528" y="1001151"/>
                  </a:lnTo>
                  <a:lnTo>
                    <a:pt x="2722460" y="1004974"/>
                  </a:lnTo>
                  <a:lnTo>
                    <a:pt x="2716698" y="994420"/>
                  </a:lnTo>
                  <a:lnTo>
                    <a:pt x="2714967" y="996547"/>
                  </a:lnTo>
                  <a:lnTo>
                    <a:pt x="2715189" y="999545"/>
                  </a:lnTo>
                  <a:lnTo>
                    <a:pt x="2713717" y="1004726"/>
                  </a:lnTo>
                  <a:lnTo>
                    <a:pt x="2708776" y="1007425"/>
                  </a:lnTo>
                  <a:lnTo>
                    <a:pt x="2709081" y="1014068"/>
                  </a:lnTo>
                  <a:lnTo>
                    <a:pt x="2707164" y="1017688"/>
                  </a:lnTo>
                  <a:lnTo>
                    <a:pt x="2691340" y="1011921"/>
                  </a:lnTo>
                  <a:lnTo>
                    <a:pt x="2690968" y="1013877"/>
                  </a:lnTo>
                  <a:lnTo>
                    <a:pt x="2699919" y="1026311"/>
                  </a:lnTo>
                  <a:lnTo>
                    <a:pt x="2706456" y="1030560"/>
                  </a:lnTo>
                  <a:lnTo>
                    <a:pt x="2707252" y="1037342"/>
                  </a:lnTo>
                  <a:lnTo>
                    <a:pt x="2701640" y="1042968"/>
                  </a:lnTo>
                  <a:lnTo>
                    <a:pt x="2693898" y="1038110"/>
                  </a:lnTo>
                  <a:lnTo>
                    <a:pt x="2692596" y="1038466"/>
                  </a:lnTo>
                  <a:lnTo>
                    <a:pt x="2696803" y="1046798"/>
                  </a:lnTo>
                  <a:lnTo>
                    <a:pt x="2699454" y="1054075"/>
                  </a:lnTo>
                  <a:lnTo>
                    <a:pt x="2696725" y="1060172"/>
                  </a:lnTo>
                  <a:lnTo>
                    <a:pt x="2697149" y="1067678"/>
                  </a:lnTo>
                  <a:lnTo>
                    <a:pt x="2696560" y="1074485"/>
                  </a:lnTo>
                  <a:lnTo>
                    <a:pt x="2694891" y="1080423"/>
                  </a:lnTo>
                  <a:lnTo>
                    <a:pt x="2698653" y="1107793"/>
                  </a:lnTo>
                  <a:lnTo>
                    <a:pt x="2703185" y="1115236"/>
                  </a:lnTo>
                  <a:lnTo>
                    <a:pt x="2707639" y="1122355"/>
                  </a:lnTo>
                  <a:lnTo>
                    <a:pt x="2710001" y="1129016"/>
                  </a:lnTo>
                  <a:lnTo>
                    <a:pt x="2705273" y="1129988"/>
                  </a:lnTo>
                  <a:lnTo>
                    <a:pt x="2697743" y="1124507"/>
                  </a:lnTo>
                  <a:lnTo>
                    <a:pt x="2691129" y="1120329"/>
                  </a:lnTo>
                  <a:lnTo>
                    <a:pt x="2683248" y="1106968"/>
                  </a:lnTo>
                  <a:lnTo>
                    <a:pt x="2681945" y="1101633"/>
                  </a:lnTo>
                  <a:lnTo>
                    <a:pt x="2680023" y="1097417"/>
                  </a:lnTo>
                  <a:lnTo>
                    <a:pt x="2680953" y="1107101"/>
                  </a:lnTo>
                  <a:lnTo>
                    <a:pt x="2683765" y="1117916"/>
                  </a:lnTo>
                  <a:lnTo>
                    <a:pt x="2708446" y="1142117"/>
                  </a:lnTo>
                  <a:lnTo>
                    <a:pt x="2713003" y="1151401"/>
                  </a:lnTo>
                  <a:lnTo>
                    <a:pt x="2716476" y="1158698"/>
                  </a:lnTo>
                  <a:lnTo>
                    <a:pt x="2715603" y="1165690"/>
                  </a:lnTo>
                  <a:lnTo>
                    <a:pt x="2709169" y="1160743"/>
                  </a:lnTo>
                  <a:lnTo>
                    <a:pt x="2703619" y="1154437"/>
                  </a:lnTo>
                  <a:lnTo>
                    <a:pt x="2688886" y="1147312"/>
                  </a:lnTo>
                  <a:lnTo>
                    <a:pt x="2670308" y="1142809"/>
                  </a:lnTo>
                  <a:lnTo>
                    <a:pt x="2659833" y="1126247"/>
                  </a:lnTo>
                  <a:lnTo>
                    <a:pt x="2659869" y="1133157"/>
                  </a:lnTo>
                  <a:lnTo>
                    <a:pt x="2657543" y="1139018"/>
                  </a:lnTo>
                  <a:lnTo>
                    <a:pt x="2651141" y="1131874"/>
                  </a:lnTo>
                  <a:lnTo>
                    <a:pt x="2647105" y="1125778"/>
                  </a:lnTo>
                  <a:lnTo>
                    <a:pt x="2645751" y="1119097"/>
                  </a:lnTo>
                  <a:lnTo>
                    <a:pt x="2637756" y="1119554"/>
                  </a:lnTo>
                  <a:lnTo>
                    <a:pt x="2629374" y="1125358"/>
                  </a:lnTo>
                  <a:lnTo>
                    <a:pt x="2621266" y="1123980"/>
                  </a:lnTo>
                  <a:lnTo>
                    <a:pt x="2620305" y="1112651"/>
                  </a:lnTo>
                  <a:lnTo>
                    <a:pt x="2622496" y="1106650"/>
                  </a:lnTo>
                  <a:lnTo>
                    <a:pt x="2631596" y="1092457"/>
                  </a:lnTo>
                  <a:lnTo>
                    <a:pt x="2640170" y="1085211"/>
                  </a:lnTo>
                  <a:lnTo>
                    <a:pt x="2643952" y="1075857"/>
                  </a:lnTo>
                  <a:lnTo>
                    <a:pt x="2642660" y="1061353"/>
                  </a:lnTo>
                  <a:lnTo>
                    <a:pt x="2641048" y="1076111"/>
                  </a:lnTo>
                  <a:lnTo>
                    <a:pt x="2636149" y="1083427"/>
                  </a:lnTo>
                  <a:lnTo>
                    <a:pt x="2628449" y="1089015"/>
                  </a:lnTo>
                  <a:lnTo>
                    <a:pt x="2618315" y="1098973"/>
                  </a:lnTo>
                  <a:lnTo>
                    <a:pt x="2615840" y="1108181"/>
                  </a:lnTo>
                  <a:lnTo>
                    <a:pt x="2612677" y="1125422"/>
                  </a:lnTo>
                  <a:lnTo>
                    <a:pt x="2616956" y="1131258"/>
                  </a:lnTo>
                  <a:lnTo>
                    <a:pt x="2621328" y="1132782"/>
                  </a:lnTo>
                  <a:lnTo>
                    <a:pt x="2634242" y="1128870"/>
                  </a:lnTo>
                  <a:lnTo>
                    <a:pt x="2640924" y="1130617"/>
                  </a:lnTo>
                  <a:lnTo>
                    <a:pt x="2655786" y="1151376"/>
                  </a:lnTo>
                  <a:lnTo>
                    <a:pt x="2683460" y="1159587"/>
                  </a:lnTo>
                  <a:lnTo>
                    <a:pt x="2693552" y="1164718"/>
                  </a:lnTo>
                  <a:lnTo>
                    <a:pt x="2701779" y="1175552"/>
                  </a:lnTo>
                  <a:lnTo>
                    <a:pt x="2714146" y="1181788"/>
                  </a:lnTo>
                  <a:lnTo>
                    <a:pt x="2723742" y="1190850"/>
                  </a:lnTo>
                  <a:lnTo>
                    <a:pt x="2724000" y="1196762"/>
                  </a:lnTo>
                  <a:lnTo>
                    <a:pt x="2720678" y="1203754"/>
                  </a:lnTo>
                  <a:lnTo>
                    <a:pt x="2719365" y="1213216"/>
                  </a:lnTo>
                  <a:lnTo>
                    <a:pt x="2715288" y="1219185"/>
                  </a:lnTo>
                  <a:lnTo>
                    <a:pt x="2705500" y="1219871"/>
                  </a:lnTo>
                  <a:lnTo>
                    <a:pt x="2699588" y="1218334"/>
                  </a:lnTo>
                  <a:lnTo>
                    <a:pt x="2667807" y="1185071"/>
                  </a:lnTo>
                  <a:lnTo>
                    <a:pt x="2664013" y="1182010"/>
                  </a:lnTo>
                  <a:lnTo>
                    <a:pt x="2652226" y="1164591"/>
                  </a:lnTo>
                  <a:lnTo>
                    <a:pt x="2638397" y="1155262"/>
                  </a:lnTo>
                  <a:lnTo>
                    <a:pt x="2634118" y="1155459"/>
                  </a:lnTo>
                  <a:lnTo>
                    <a:pt x="2653802" y="1172713"/>
                  </a:lnTo>
                  <a:lnTo>
                    <a:pt x="2661838" y="1184779"/>
                  </a:lnTo>
                  <a:lnTo>
                    <a:pt x="2675992" y="1201696"/>
                  </a:lnTo>
                  <a:lnTo>
                    <a:pt x="2686111" y="1208860"/>
                  </a:lnTo>
                  <a:lnTo>
                    <a:pt x="2693557" y="1220036"/>
                  </a:lnTo>
                  <a:lnTo>
                    <a:pt x="2700477" y="1225275"/>
                  </a:lnTo>
                  <a:lnTo>
                    <a:pt x="2719370" y="1232737"/>
                  </a:lnTo>
                  <a:lnTo>
                    <a:pt x="2712802" y="1238097"/>
                  </a:lnTo>
                  <a:lnTo>
                    <a:pt x="2723287" y="1242663"/>
                  </a:lnTo>
                  <a:lnTo>
                    <a:pt x="2724786" y="1251058"/>
                  </a:lnTo>
                  <a:lnTo>
                    <a:pt x="2723825" y="1260628"/>
                  </a:lnTo>
                  <a:lnTo>
                    <a:pt x="2709272" y="1256843"/>
                  </a:lnTo>
                  <a:lnTo>
                    <a:pt x="2708797" y="1263892"/>
                  </a:lnTo>
                  <a:lnTo>
                    <a:pt x="2710099" y="1268052"/>
                  </a:lnTo>
                  <a:lnTo>
                    <a:pt x="2703671" y="1271487"/>
                  </a:lnTo>
                  <a:lnTo>
                    <a:pt x="2694730" y="1266826"/>
                  </a:lnTo>
                  <a:lnTo>
                    <a:pt x="2671517" y="1241329"/>
                  </a:lnTo>
                  <a:lnTo>
                    <a:pt x="2671713" y="1244739"/>
                  </a:lnTo>
                  <a:lnTo>
                    <a:pt x="2673594" y="1248696"/>
                  </a:lnTo>
                  <a:lnTo>
                    <a:pt x="2687056" y="1265111"/>
                  </a:lnTo>
                  <a:lnTo>
                    <a:pt x="2699071" y="1274955"/>
                  </a:lnTo>
                  <a:lnTo>
                    <a:pt x="2709257" y="1279400"/>
                  </a:lnTo>
                  <a:lnTo>
                    <a:pt x="2717107" y="1287649"/>
                  </a:lnTo>
                  <a:lnTo>
                    <a:pt x="2719877" y="1292640"/>
                  </a:lnTo>
                  <a:lnTo>
                    <a:pt x="2721727" y="1300210"/>
                  </a:lnTo>
                  <a:lnTo>
                    <a:pt x="2715908" y="1305354"/>
                  </a:lnTo>
                  <a:lnTo>
                    <a:pt x="2709283" y="1308193"/>
                  </a:lnTo>
                  <a:lnTo>
                    <a:pt x="2702813" y="1303061"/>
                  </a:lnTo>
                  <a:lnTo>
                    <a:pt x="2698069" y="1297657"/>
                  </a:lnTo>
                  <a:lnTo>
                    <a:pt x="2687966" y="1288481"/>
                  </a:lnTo>
                  <a:lnTo>
                    <a:pt x="2684938" y="1278225"/>
                  </a:lnTo>
                  <a:lnTo>
                    <a:pt x="2677253" y="1278752"/>
                  </a:lnTo>
                  <a:lnTo>
                    <a:pt x="2645136" y="1265747"/>
                  </a:lnTo>
                  <a:lnTo>
                    <a:pt x="2619323" y="1264248"/>
                  </a:lnTo>
                  <a:lnTo>
                    <a:pt x="2621845" y="1266864"/>
                  </a:lnTo>
                  <a:lnTo>
                    <a:pt x="2625111" y="1268604"/>
                  </a:lnTo>
                  <a:lnTo>
                    <a:pt x="2645668" y="1271811"/>
                  </a:lnTo>
                  <a:lnTo>
                    <a:pt x="2653792" y="1277800"/>
                  </a:lnTo>
                  <a:lnTo>
                    <a:pt x="2670700" y="1283115"/>
                  </a:lnTo>
                  <a:lnTo>
                    <a:pt x="2680602" y="1284569"/>
                  </a:lnTo>
                  <a:lnTo>
                    <a:pt x="2684617" y="1300896"/>
                  </a:lnTo>
                  <a:lnTo>
                    <a:pt x="2698301" y="1312130"/>
                  </a:lnTo>
                  <a:lnTo>
                    <a:pt x="2700079" y="1320455"/>
                  </a:lnTo>
                  <a:lnTo>
                    <a:pt x="2709422" y="1321389"/>
                  </a:lnTo>
                  <a:lnTo>
                    <a:pt x="2725861" y="1313222"/>
                  </a:lnTo>
                  <a:lnTo>
                    <a:pt x="2736470" y="1316086"/>
                  </a:lnTo>
                  <a:lnTo>
                    <a:pt x="2751772" y="1318423"/>
                  </a:lnTo>
                  <a:lnTo>
                    <a:pt x="2755270" y="1325015"/>
                  </a:lnTo>
                  <a:lnTo>
                    <a:pt x="2757896" y="1337557"/>
                  </a:lnTo>
                  <a:lnTo>
                    <a:pt x="2763306" y="1351667"/>
                  </a:lnTo>
                  <a:lnTo>
                    <a:pt x="2777337" y="1407303"/>
                  </a:lnTo>
                  <a:lnTo>
                    <a:pt x="2798416" y="1452810"/>
                  </a:lnTo>
                  <a:lnTo>
                    <a:pt x="2801010" y="1460646"/>
                  </a:lnTo>
                  <a:lnTo>
                    <a:pt x="2796111" y="1453769"/>
                  </a:lnTo>
                  <a:lnTo>
                    <a:pt x="2780473" y="1423630"/>
                  </a:lnTo>
                  <a:lnTo>
                    <a:pt x="2771843" y="1401867"/>
                  </a:lnTo>
                  <a:lnTo>
                    <a:pt x="2762975" y="1363441"/>
                  </a:lnTo>
                  <a:lnTo>
                    <a:pt x="2760402" y="1354836"/>
                  </a:lnTo>
                  <a:lnTo>
                    <a:pt x="2757374" y="1351401"/>
                  </a:lnTo>
                  <a:lnTo>
                    <a:pt x="2755379" y="1354195"/>
                  </a:lnTo>
                  <a:lnTo>
                    <a:pt x="2754521" y="1359091"/>
                  </a:lnTo>
                  <a:lnTo>
                    <a:pt x="2755968" y="1362850"/>
                  </a:lnTo>
                  <a:lnTo>
                    <a:pt x="2752475" y="1375500"/>
                  </a:lnTo>
                  <a:lnTo>
                    <a:pt x="2753989" y="1381305"/>
                  </a:lnTo>
                  <a:lnTo>
                    <a:pt x="2759663" y="1387306"/>
                  </a:lnTo>
                  <a:lnTo>
                    <a:pt x="2765828" y="1402280"/>
                  </a:lnTo>
                  <a:lnTo>
                    <a:pt x="2770753" y="1422442"/>
                  </a:lnTo>
                  <a:lnTo>
                    <a:pt x="2764092" y="1414269"/>
                  </a:lnTo>
                  <a:lnTo>
                    <a:pt x="2756981" y="1409938"/>
                  </a:lnTo>
                  <a:lnTo>
                    <a:pt x="2745917" y="1406617"/>
                  </a:lnTo>
                  <a:lnTo>
                    <a:pt x="2736062" y="1400794"/>
                  </a:lnTo>
                  <a:lnTo>
                    <a:pt x="2736780" y="1409145"/>
                  </a:lnTo>
                  <a:lnTo>
                    <a:pt x="2735835" y="1418162"/>
                  </a:lnTo>
                  <a:lnTo>
                    <a:pt x="2728238" y="1415412"/>
                  </a:lnTo>
                  <a:lnTo>
                    <a:pt x="2723070" y="1412421"/>
                  </a:lnTo>
                  <a:lnTo>
                    <a:pt x="2727644" y="1422030"/>
                  </a:lnTo>
                  <a:lnTo>
                    <a:pt x="2717716" y="1419147"/>
                  </a:lnTo>
                  <a:lnTo>
                    <a:pt x="2711102" y="1419750"/>
                  </a:lnTo>
                  <a:lnTo>
                    <a:pt x="2706802" y="1428278"/>
                  </a:lnTo>
                  <a:lnTo>
                    <a:pt x="2701035" y="1433454"/>
                  </a:lnTo>
                  <a:lnTo>
                    <a:pt x="2692508" y="1435124"/>
                  </a:lnTo>
                  <a:lnTo>
                    <a:pt x="2679858" y="1427326"/>
                  </a:lnTo>
                  <a:lnTo>
                    <a:pt x="2675760" y="1417857"/>
                  </a:lnTo>
                  <a:lnTo>
                    <a:pt x="2674065" y="1407316"/>
                  </a:lnTo>
                  <a:lnTo>
                    <a:pt x="2673388" y="1419782"/>
                  </a:lnTo>
                  <a:lnTo>
                    <a:pt x="2675641" y="1432762"/>
                  </a:lnTo>
                  <a:lnTo>
                    <a:pt x="2674850" y="1442630"/>
                  </a:lnTo>
                  <a:lnTo>
                    <a:pt x="2687031" y="1444446"/>
                  </a:lnTo>
                  <a:lnTo>
                    <a:pt x="2698420" y="1442833"/>
                  </a:lnTo>
                  <a:lnTo>
                    <a:pt x="2713789" y="1443246"/>
                  </a:lnTo>
                  <a:lnTo>
                    <a:pt x="2723814" y="1441398"/>
                  </a:lnTo>
                  <a:lnTo>
                    <a:pt x="2729850" y="1438261"/>
                  </a:lnTo>
                  <a:lnTo>
                    <a:pt x="2744325" y="1440979"/>
                  </a:lnTo>
                  <a:lnTo>
                    <a:pt x="2745353" y="1452899"/>
                  </a:lnTo>
                  <a:lnTo>
                    <a:pt x="2743700" y="1464749"/>
                  </a:lnTo>
                  <a:lnTo>
                    <a:pt x="2742863" y="1477367"/>
                  </a:lnTo>
                  <a:lnTo>
                    <a:pt x="2746873" y="1477284"/>
                  </a:lnTo>
                  <a:lnTo>
                    <a:pt x="2751586" y="1473252"/>
                  </a:lnTo>
                  <a:lnTo>
                    <a:pt x="2753942" y="1450651"/>
                  </a:lnTo>
                  <a:lnTo>
                    <a:pt x="2767172" y="1442300"/>
                  </a:lnTo>
                  <a:lnTo>
                    <a:pt x="2771605" y="1442872"/>
                  </a:lnTo>
                  <a:lnTo>
                    <a:pt x="2775817" y="1450136"/>
                  </a:lnTo>
                  <a:lnTo>
                    <a:pt x="2777233" y="1457503"/>
                  </a:lnTo>
                  <a:lnTo>
                    <a:pt x="2778727" y="1467619"/>
                  </a:lnTo>
                  <a:lnTo>
                    <a:pt x="2775636" y="1483031"/>
                  </a:lnTo>
                  <a:lnTo>
                    <a:pt x="2755312" y="1501054"/>
                  </a:lnTo>
                  <a:lnTo>
                    <a:pt x="2740754" y="1517717"/>
                  </a:lnTo>
                  <a:lnTo>
                    <a:pt x="2733313" y="1521115"/>
                  </a:lnTo>
                  <a:lnTo>
                    <a:pt x="2722579" y="1519178"/>
                  </a:lnTo>
                  <a:lnTo>
                    <a:pt x="2710409" y="1514987"/>
                  </a:lnTo>
                  <a:lnTo>
                    <a:pt x="2704441" y="1514142"/>
                  </a:lnTo>
                  <a:lnTo>
                    <a:pt x="2699903" y="1515539"/>
                  </a:lnTo>
                  <a:lnTo>
                    <a:pt x="2697139" y="1510408"/>
                  </a:lnTo>
                  <a:lnTo>
                    <a:pt x="2695356" y="1501047"/>
                  </a:lnTo>
                  <a:lnTo>
                    <a:pt x="2690622" y="1497942"/>
                  </a:lnTo>
                  <a:lnTo>
                    <a:pt x="2687041" y="1498285"/>
                  </a:lnTo>
                  <a:lnTo>
                    <a:pt x="2684597" y="1508230"/>
                  </a:lnTo>
                  <a:lnTo>
                    <a:pt x="2673243" y="1511056"/>
                  </a:lnTo>
                  <a:lnTo>
                    <a:pt x="2657807" y="1506947"/>
                  </a:lnTo>
                  <a:lnTo>
                    <a:pt x="2641642" y="1498584"/>
                  </a:lnTo>
                  <a:lnTo>
                    <a:pt x="2648577" y="1507557"/>
                  </a:lnTo>
                  <a:lnTo>
                    <a:pt x="2688689" y="1524296"/>
                  </a:lnTo>
                  <a:lnTo>
                    <a:pt x="2693206" y="1527427"/>
                  </a:lnTo>
                  <a:lnTo>
                    <a:pt x="2697423" y="1532006"/>
                  </a:lnTo>
                  <a:lnTo>
                    <a:pt x="2691811" y="1539188"/>
                  </a:lnTo>
                  <a:lnTo>
                    <a:pt x="2687413" y="1547278"/>
                  </a:lnTo>
                  <a:lnTo>
                    <a:pt x="2686793" y="1553629"/>
                  </a:lnTo>
                  <a:lnTo>
                    <a:pt x="2685242" y="1557636"/>
                  </a:lnTo>
                  <a:lnTo>
                    <a:pt x="2669248" y="1568431"/>
                  </a:lnTo>
                  <a:lnTo>
                    <a:pt x="2660582" y="1566526"/>
                  </a:lnTo>
                  <a:lnTo>
                    <a:pt x="2638438" y="1547062"/>
                  </a:lnTo>
                  <a:lnTo>
                    <a:pt x="2648526" y="1563897"/>
                  </a:lnTo>
                  <a:lnTo>
                    <a:pt x="2656603" y="1571041"/>
                  </a:lnTo>
                  <a:lnTo>
                    <a:pt x="2672866" y="1574852"/>
                  </a:lnTo>
                  <a:lnTo>
                    <a:pt x="2703371" y="1568558"/>
                  </a:lnTo>
                  <a:lnTo>
                    <a:pt x="2713376" y="1575430"/>
                  </a:lnTo>
                  <a:lnTo>
                    <a:pt x="2705164" y="1587603"/>
                  </a:lnTo>
                  <a:lnTo>
                    <a:pt x="2697004" y="1596145"/>
                  </a:lnTo>
                  <a:lnTo>
                    <a:pt x="2686302" y="1597097"/>
                  </a:lnTo>
                  <a:lnTo>
                    <a:pt x="2676876" y="1599409"/>
                  </a:lnTo>
                  <a:lnTo>
                    <a:pt x="2674111" y="1605283"/>
                  </a:lnTo>
                  <a:lnTo>
                    <a:pt x="2667393" y="1605651"/>
                  </a:lnTo>
                  <a:lnTo>
                    <a:pt x="2656892" y="1606000"/>
                  </a:lnTo>
                  <a:lnTo>
                    <a:pt x="2640635" y="1606534"/>
                  </a:lnTo>
                  <a:lnTo>
                    <a:pt x="2631705" y="1605162"/>
                  </a:lnTo>
                  <a:lnTo>
                    <a:pt x="2619230" y="1617164"/>
                  </a:lnTo>
                  <a:lnTo>
                    <a:pt x="2614522" y="1618815"/>
                  </a:lnTo>
                  <a:lnTo>
                    <a:pt x="2607944" y="1616561"/>
                  </a:lnTo>
                  <a:lnTo>
                    <a:pt x="2605184" y="1606921"/>
                  </a:lnTo>
                  <a:lnTo>
                    <a:pt x="2602244" y="1602184"/>
                  </a:lnTo>
                  <a:lnTo>
                    <a:pt x="2602171" y="1620219"/>
                  </a:lnTo>
                  <a:lnTo>
                    <a:pt x="2603324" y="1625077"/>
                  </a:lnTo>
                  <a:lnTo>
                    <a:pt x="2605680" y="1628741"/>
                  </a:lnTo>
                  <a:lnTo>
                    <a:pt x="2591087" y="1638527"/>
                  </a:lnTo>
                  <a:lnTo>
                    <a:pt x="2577118" y="1650733"/>
                  </a:lnTo>
                  <a:lnTo>
                    <a:pt x="2572111" y="1654054"/>
                  </a:lnTo>
                  <a:lnTo>
                    <a:pt x="2566421" y="1660169"/>
                  </a:lnTo>
                  <a:lnTo>
                    <a:pt x="2554768" y="1677830"/>
                  </a:lnTo>
                  <a:lnTo>
                    <a:pt x="2551889" y="1690708"/>
                  </a:lnTo>
                  <a:lnTo>
                    <a:pt x="2547678" y="1705066"/>
                  </a:lnTo>
                  <a:lnTo>
                    <a:pt x="2547145" y="1698602"/>
                  </a:lnTo>
                  <a:lnTo>
                    <a:pt x="2547869" y="1687717"/>
                  </a:lnTo>
                  <a:lnTo>
                    <a:pt x="2544985" y="1675251"/>
                  </a:lnTo>
                  <a:lnTo>
                    <a:pt x="2543156" y="1698087"/>
                  </a:lnTo>
                  <a:lnTo>
                    <a:pt x="2538629" y="1708699"/>
                  </a:lnTo>
                  <a:lnTo>
                    <a:pt x="2497086" y="1707950"/>
                  </a:lnTo>
                  <a:lnTo>
                    <a:pt x="2478900" y="1713716"/>
                  </a:lnTo>
                  <a:lnTo>
                    <a:pt x="2450984" y="1733116"/>
                  </a:lnTo>
                  <a:lnTo>
                    <a:pt x="2442638" y="1741619"/>
                  </a:lnTo>
                  <a:lnTo>
                    <a:pt x="2419580" y="1774495"/>
                  </a:lnTo>
                  <a:lnTo>
                    <a:pt x="2413694" y="1795534"/>
                  </a:lnTo>
                  <a:lnTo>
                    <a:pt x="2408976" y="1786688"/>
                  </a:lnTo>
                  <a:lnTo>
                    <a:pt x="2410144" y="1780052"/>
                  </a:lnTo>
                  <a:lnTo>
                    <a:pt x="2410237" y="1774629"/>
                  </a:lnTo>
                  <a:lnTo>
                    <a:pt x="2404428" y="1786263"/>
                  </a:lnTo>
                  <a:lnTo>
                    <a:pt x="2409942" y="1803205"/>
                  </a:lnTo>
                  <a:lnTo>
                    <a:pt x="2404992" y="1809676"/>
                  </a:lnTo>
                  <a:lnTo>
                    <a:pt x="2389762" y="1821755"/>
                  </a:lnTo>
                  <a:lnTo>
                    <a:pt x="2381427" y="1823736"/>
                  </a:lnTo>
                  <a:lnTo>
                    <a:pt x="2372068" y="1827172"/>
                  </a:lnTo>
                  <a:lnTo>
                    <a:pt x="2369122" y="1839085"/>
                  </a:lnTo>
                  <a:lnTo>
                    <a:pt x="2356415" y="1850071"/>
                  </a:lnTo>
                  <a:lnTo>
                    <a:pt x="2349010" y="1854936"/>
                  </a:lnTo>
                  <a:lnTo>
                    <a:pt x="2335449" y="1851989"/>
                  </a:lnTo>
                  <a:lnTo>
                    <a:pt x="2339625" y="1862569"/>
                  </a:lnTo>
                  <a:lnTo>
                    <a:pt x="2334643" y="1870577"/>
                  </a:lnTo>
                  <a:lnTo>
                    <a:pt x="2326065" y="1876718"/>
                  </a:lnTo>
                  <a:lnTo>
                    <a:pt x="2315399" y="1880725"/>
                  </a:lnTo>
                  <a:lnTo>
                    <a:pt x="2309285" y="1880236"/>
                  </a:lnTo>
                  <a:lnTo>
                    <a:pt x="2304061" y="1882363"/>
                  </a:lnTo>
                  <a:lnTo>
                    <a:pt x="2299968" y="1887456"/>
                  </a:lnTo>
                  <a:lnTo>
                    <a:pt x="2289968" y="1892219"/>
                  </a:lnTo>
                  <a:lnTo>
                    <a:pt x="2279581" y="1889539"/>
                  </a:lnTo>
                  <a:lnTo>
                    <a:pt x="2267809" y="1887932"/>
                  </a:lnTo>
                  <a:lnTo>
                    <a:pt x="2261251" y="1890790"/>
                  </a:lnTo>
                  <a:lnTo>
                    <a:pt x="2272274" y="1895515"/>
                  </a:lnTo>
                  <a:lnTo>
                    <a:pt x="2278176" y="1902360"/>
                  </a:lnTo>
                  <a:lnTo>
                    <a:pt x="2276961" y="1911588"/>
                  </a:lnTo>
                  <a:lnTo>
                    <a:pt x="2274010" y="1915150"/>
                  </a:lnTo>
                  <a:lnTo>
                    <a:pt x="2267055" y="1919976"/>
                  </a:lnTo>
                  <a:lnTo>
                    <a:pt x="2264001" y="1919259"/>
                  </a:lnTo>
                  <a:lnTo>
                    <a:pt x="2262135" y="1914909"/>
                  </a:lnTo>
                  <a:lnTo>
                    <a:pt x="2259872" y="1905847"/>
                  </a:lnTo>
                  <a:lnTo>
                    <a:pt x="2256637" y="1907777"/>
                  </a:lnTo>
                  <a:lnTo>
                    <a:pt x="2256078" y="1912000"/>
                  </a:lnTo>
                  <a:lnTo>
                    <a:pt x="2253298" y="1913505"/>
                  </a:lnTo>
                  <a:lnTo>
                    <a:pt x="2243433" y="1899071"/>
                  </a:lnTo>
                  <a:lnTo>
                    <a:pt x="2243924" y="1910082"/>
                  </a:lnTo>
                  <a:lnTo>
                    <a:pt x="2247371" y="1918541"/>
                  </a:lnTo>
                  <a:lnTo>
                    <a:pt x="2250704" y="1922834"/>
                  </a:lnTo>
                  <a:lnTo>
                    <a:pt x="2254068" y="1925361"/>
                  </a:lnTo>
                  <a:lnTo>
                    <a:pt x="2254895" y="1929286"/>
                  </a:lnTo>
                  <a:lnTo>
                    <a:pt x="2248146" y="1938850"/>
                  </a:lnTo>
                  <a:lnTo>
                    <a:pt x="2244673" y="1940977"/>
                  </a:lnTo>
                  <a:lnTo>
                    <a:pt x="2238493" y="1942527"/>
                  </a:lnTo>
                  <a:lnTo>
                    <a:pt x="2235015" y="1948420"/>
                  </a:lnTo>
                  <a:lnTo>
                    <a:pt x="2236043" y="1953494"/>
                  </a:lnTo>
                  <a:lnTo>
                    <a:pt x="2230638" y="1964505"/>
                  </a:lnTo>
                  <a:lnTo>
                    <a:pt x="2217713" y="1971383"/>
                  </a:lnTo>
                  <a:lnTo>
                    <a:pt x="2213765" y="1971116"/>
                  </a:lnTo>
                  <a:lnTo>
                    <a:pt x="2210546" y="1973129"/>
                  </a:lnTo>
                  <a:lnTo>
                    <a:pt x="2212427" y="1978032"/>
                  </a:lnTo>
                  <a:lnTo>
                    <a:pt x="2215651" y="1981601"/>
                  </a:lnTo>
                  <a:lnTo>
                    <a:pt x="2215538" y="1984915"/>
                  </a:lnTo>
                  <a:lnTo>
                    <a:pt x="2212122" y="1989418"/>
                  </a:lnTo>
                  <a:lnTo>
                    <a:pt x="2205378" y="1990675"/>
                  </a:lnTo>
                  <a:lnTo>
                    <a:pt x="2201590" y="1995813"/>
                  </a:lnTo>
                  <a:lnTo>
                    <a:pt x="2202789" y="2000658"/>
                  </a:lnTo>
                  <a:lnTo>
                    <a:pt x="2205016" y="2003363"/>
                  </a:lnTo>
                  <a:lnTo>
                    <a:pt x="2204551" y="2008025"/>
                  </a:lnTo>
                  <a:lnTo>
                    <a:pt x="2196882" y="2012705"/>
                  </a:lnTo>
                  <a:lnTo>
                    <a:pt x="2195084" y="2017309"/>
                  </a:lnTo>
                  <a:lnTo>
                    <a:pt x="2198892" y="2018668"/>
                  </a:lnTo>
                  <a:lnTo>
                    <a:pt x="2201822" y="2017309"/>
                  </a:lnTo>
                  <a:lnTo>
                    <a:pt x="2203967" y="2018299"/>
                  </a:lnTo>
                  <a:lnTo>
                    <a:pt x="2199368" y="2025996"/>
                  </a:lnTo>
                  <a:lnTo>
                    <a:pt x="2195239" y="2030689"/>
                  </a:lnTo>
                  <a:lnTo>
                    <a:pt x="2191316" y="2039122"/>
                  </a:lnTo>
                  <a:lnTo>
                    <a:pt x="2182216" y="2041453"/>
                  </a:lnTo>
                  <a:lnTo>
                    <a:pt x="2182557" y="2044177"/>
                  </a:lnTo>
                  <a:lnTo>
                    <a:pt x="2187699" y="2046590"/>
                  </a:lnTo>
                  <a:lnTo>
                    <a:pt x="2192004" y="2053074"/>
                  </a:lnTo>
                  <a:lnTo>
                    <a:pt x="2183916" y="2065045"/>
                  </a:lnTo>
                  <a:lnTo>
                    <a:pt x="2178867" y="2064060"/>
                  </a:lnTo>
                  <a:lnTo>
                    <a:pt x="2175782" y="2061425"/>
                  </a:lnTo>
                  <a:lnTo>
                    <a:pt x="2173813" y="2070874"/>
                  </a:lnTo>
                  <a:lnTo>
                    <a:pt x="2174568" y="2075917"/>
                  </a:lnTo>
                  <a:lnTo>
                    <a:pt x="2172645" y="2086223"/>
                  </a:lnTo>
                  <a:lnTo>
                    <a:pt x="2169555" y="2098613"/>
                  </a:lnTo>
                  <a:lnTo>
                    <a:pt x="2167457" y="2103699"/>
                  </a:lnTo>
                  <a:lnTo>
                    <a:pt x="2167902" y="2113174"/>
                  </a:lnTo>
                  <a:lnTo>
                    <a:pt x="2169199" y="2122325"/>
                  </a:lnTo>
                  <a:lnTo>
                    <a:pt x="2174149" y="2134118"/>
                  </a:lnTo>
                  <a:lnTo>
                    <a:pt x="2181710" y="2182343"/>
                  </a:lnTo>
                  <a:lnTo>
                    <a:pt x="2186857" y="2199089"/>
                  </a:lnTo>
                  <a:lnTo>
                    <a:pt x="2196128" y="2244272"/>
                  </a:lnTo>
                  <a:lnTo>
                    <a:pt x="2211471" y="2288077"/>
                  </a:lnTo>
                  <a:lnTo>
                    <a:pt x="2233118" y="2341026"/>
                  </a:lnTo>
                  <a:lnTo>
                    <a:pt x="2268646" y="2405203"/>
                  </a:lnTo>
                  <a:lnTo>
                    <a:pt x="2272899" y="2414348"/>
                  </a:lnTo>
                  <a:lnTo>
                    <a:pt x="2268274" y="2422102"/>
                  </a:lnTo>
                  <a:lnTo>
                    <a:pt x="2266863" y="2430135"/>
                  </a:lnTo>
                  <a:lnTo>
                    <a:pt x="2266460" y="2442245"/>
                  </a:lnTo>
                  <a:lnTo>
                    <a:pt x="2267742" y="2454044"/>
                  </a:lnTo>
                  <a:lnTo>
                    <a:pt x="2271943" y="2468453"/>
                  </a:lnTo>
                  <a:lnTo>
                    <a:pt x="2280015" y="2490483"/>
                  </a:lnTo>
                  <a:lnTo>
                    <a:pt x="2275499" y="2486088"/>
                  </a:lnTo>
                  <a:lnTo>
                    <a:pt x="2263809" y="2454470"/>
                  </a:lnTo>
                  <a:lnTo>
                    <a:pt x="2262450" y="2435901"/>
                  </a:lnTo>
                  <a:lnTo>
                    <a:pt x="2264135" y="2409560"/>
                  </a:lnTo>
                  <a:lnTo>
                    <a:pt x="2261391" y="2410195"/>
                  </a:lnTo>
                  <a:lnTo>
                    <a:pt x="2259164" y="2418755"/>
                  </a:lnTo>
                  <a:lnTo>
                    <a:pt x="2257939" y="2428808"/>
                  </a:lnTo>
                  <a:lnTo>
                    <a:pt x="2254973" y="2432700"/>
                  </a:lnTo>
                  <a:lnTo>
                    <a:pt x="2250926" y="2417364"/>
                  </a:lnTo>
                  <a:lnTo>
                    <a:pt x="2251210" y="2410430"/>
                  </a:lnTo>
                  <a:lnTo>
                    <a:pt x="2255505" y="2402327"/>
                  </a:lnTo>
                  <a:lnTo>
                    <a:pt x="2254259" y="2399412"/>
                  </a:lnTo>
                  <a:lnTo>
                    <a:pt x="2247309" y="2395265"/>
                  </a:lnTo>
                  <a:lnTo>
                    <a:pt x="2245831" y="2388743"/>
                  </a:lnTo>
                  <a:lnTo>
                    <a:pt x="2246771" y="2382304"/>
                  </a:lnTo>
                  <a:lnTo>
                    <a:pt x="2242782" y="2378862"/>
                  </a:lnTo>
                  <a:lnTo>
                    <a:pt x="2239661" y="2379027"/>
                  </a:lnTo>
                  <a:lnTo>
                    <a:pt x="2241753" y="2394903"/>
                  </a:lnTo>
                  <a:lnTo>
                    <a:pt x="2245056" y="2404651"/>
                  </a:lnTo>
                  <a:lnTo>
                    <a:pt x="2249138" y="2428014"/>
                  </a:lnTo>
                  <a:lnTo>
                    <a:pt x="2255727" y="2442169"/>
                  </a:lnTo>
                  <a:lnTo>
                    <a:pt x="2259567" y="2454038"/>
                  </a:lnTo>
                  <a:lnTo>
                    <a:pt x="2304438" y="2580696"/>
                  </a:lnTo>
                  <a:lnTo>
                    <a:pt x="2315058" y="2596826"/>
                  </a:lnTo>
                  <a:lnTo>
                    <a:pt x="2318985" y="2608409"/>
                  </a:lnTo>
                  <a:lnTo>
                    <a:pt x="2323073" y="2632630"/>
                  </a:lnTo>
                  <a:lnTo>
                    <a:pt x="2323998" y="2663728"/>
                  </a:lnTo>
                  <a:lnTo>
                    <a:pt x="2316665" y="2720564"/>
                  </a:lnTo>
                  <a:lnTo>
                    <a:pt x="2314996" y="2759333"/>
                  </a:lnTo>
                  <a:lnTo>
                    <a:pt x="2313947" y="2758145"/>
                  </a:lnTo>
                  <a:lnTo>
                    <a:pt x="2313244" y="2754062"/>
                  </a:lnTo>
                  <a:lnTo>
                    <a:pt x="2311549" y="2753503"/>
                  </a:lnTo>
                  <a:lnTo>
                    <a:pt x="2305182" y="2771265"/>
                  </a:lnTo>
                  <a:lnTo>
                    <a:pt x="2296531" y="2787287"/>
                  </a:lnTo>
                  <a:lnTo>
                    <a:pt x="2293684" y="2812187"/>
                  </a:lnTo>
                  <a:lnTo>
                    <a:pt x="2289534" y="2824653"/>
                  </a:lnTo>
                  <a:lnTo>
                    <a:pt x="2277075" y="2837843"/>
                  </a:lnTo>
                  <a:lnTo>
                    <a:pt x="2269354" y="2837506"/>
                  </a:lnTo>
                  <a:lnTo>
                    <a:pt x="2250420" y="2847400"/>
                  </a:lnTo>
                  <a:lnTo>
                    <a:pt x="2237118" y="2844822"/>
                  </a:lnTo>
                  <a:lnTo>
                    <a:pt x="2221269" y="2850404"/>
                  </a:lnTo>
                  <a:lnTo>
                    <a:pt x="2210840" y="2849781"/>
                  </a:lnTo>
                  <a:lnTo>
                    <a:pt x="2204820" y="2838014"/>
                  </a:lnTo>
                  <a:lnTo>
                    <a:pt x="2205740" y="2832750"/>
                  </a:lnTo>
                  <a:lnTo>
                    <a:pt x="2208137" y="2827460"/>
                  </a:lnTo>
                  <a:lnTo>
                    <a:pt x="2212199" y="2826228"/>
                  </a:lnTo>
                  <a:lnTo>
                    <a:pt x="2226199" y="2838560"/>
                  </a:lnTo>
                  <a:lnTo>
                    <a:pt x="2228839" y="2833372"/>
                  </a:lnTo>
                  <a:lnTo>
                    <a:pt x="2224612" y="2827199"/>
                  </a:lnTo>
                  <a:lnTo>
                    <a:pt x="2216519" y="2823757"/>
                  </a:lnTo>
                  <a:lnTo>
                    <a:pt x="2210540" y="2819973"/>
                  </a:lnTo>
                  <a:lnTo>
                    <a:pt x="2198494" y="2791859"/>
                  </a:lnTo>
                  <a:lnTo>
                    <a:pt x="2186014" y="2772554"/>
                  </a:lnTo>
                  <a:lnTo>
                    <a:pt x="2183911" y="2759650"/>
                  </a:lnTo>
                  <a:lnTo>
                    <a:pt x="2162393" y="2751782"/>
                  </a:lnTo>
                  <a:lnTo>
                    <a:pt x="2146812" y="2739869"/>
                  </a:lnTo>
                  <a:lnTo>
                    <a:pt x="2136652" y="2718678"/>
                  </a:lnTo>
                  <a:lnTo>
                    <a:pt x="2130823" y="2681102"/>
                  </a:lnTo>
                  <a:lnTo>
                    <a:pt x="2123950" y="2676879"/>
                  </a:lnTo>
                  <a:lnTo>
                    <a:pt x="2121046" y="2673958"/>
                  </a:lnTo>
                  <a:lnTo>
                    <a:pt x="2127759" y="2660013"/>
                  </a:lnTo>
                  <a:lnTo>
                    <a:pt x="2134833" y="2648322"/>
                  </a:lnTo>
                  <a:lnTo>
                    <a:pt x="2129237" y="2651230"/>
                  </a:lnTo>
                  <a:lnTo>
                    <a:pt x="2125108" y="2655555"/>
                  </a:lnTo>
                  <a:lnTo>
                    <a:pt x="2119857" y="2665880"/>
                  </a:lnTo>
                  <a:lnTo>
                    <a:pt x="2116023" y="2667468"/>
                  </a:lnTo>
                  <a:lnTo>
                    <a:pt x="2112509" y="2665880"/>
                  </a:lnTo>
                  <a:lnTo>
                    <a:pt x="2108457" y="2646074"/>
                  </a:lnTo>
                  <a:lnTo>
                    <a:pt x="2109615" y="2621726"/>
                  </a:lnTo>
                  <a:lnTo>
                    <a:pt x="2115294" y="2612620"/>
                  </a:lnTo>
                  <a:lnTo>
                    <a:pt x="2106571" y="2612378"/>
                  </a:lnTo>
                  <a:lnTo>
                    <a:pt x="2097533" y="2615846"/>
                  </a:lnTo>
                  <a:lnTo>
                    <a:pt x="2098856" y="2623962"/>
                  </a:lnTo>
                  <a:lnTo>
                    <a:pt x="2097579" y="2628420"/>
                  </a:lnTo>
                  <a:lnTo>
                    <a:pt x="2090995" y="2627276"/>
                  </a:lnTo>
                  <a:lnTo>
                    <a:pt x="2086003" y="2624425"/>
                  </a:lnTo>
                  <a:lnTo>
                    <a:pt x="2079229" y="2615979"/>
                  </a:lnTo>
                  <a:lnTo>
                    <a:pt x="2069989" y="2599862"/>
                  </a:lnTo>
                  <a:lnTo>
                    <a:pt x="2051033" y="2555460"/>
                  </a:lnTo>
                  <a:lnTo>
                    <a:pt x="2047338" y="2549198"/>
                  </a:lnTo>
                  <a:lnTo>
                    <a:pt x="2041070" y="2542645"/>
                  </a:lnTo>
                  <a:lnTo>
                    <a:pt x="2044021" y="2540606"/>
                  </a:lnTo>
                  <a:lnTo>
                    <a:pt x="2049406" y="2539400"/>
                  </a:lnTo>
                  <a:lnTo>
                    <a:pt x="2061576" y="2519409"/>
                  </a:lnTo>
                  <a:lnTo>
                    <a:pt x="2071136" y="2507330"/>
                  </a:lnTo>
                  <a:lnTo>
                    <a:pt x="2074309" y="2498973"/>
                  </a:lnTo>
                  <a:lnTo>
                    <a:pt x="2073756" y="2495398"/>
                  </a:lnTo>
                  <a:lnTo>
                    <a:pt x="2069529" y="2490203"/>
                  </a:lnTo>
                  <a:lnTo>
                    <a:pt x="2063979" y="2494744"/>
                  </a:lnTo>
                  <a:lnTo>
                    <a:pt x="2061601" y="2493448"/>
                  </a:lnTo>
                  <a:lnTo>
                    <a:pt x="2055359" y="2482970"/>
                  </a:lnTo>
                  <a:lnTo>
                    <a:pt x="2049395" y="2480011"/>
                  </a:lnTo>
                  <a:lnTo>
                    <a:pt x="2045240" y="2482278"/>
                  </a:lnTo>
                  <a:lnTo>
                    <a:pt x="2049623" y="2490864"/>
                  </a:lnTo>
                  <a:lnTo>
                    <a:pt x="2053560" y="2494052"/>
                  </a:lnTo>
                  <a:lnTo>
                    <a:pt x="2052036" y="2506536"/>
                  </a:lnTo>
                  <a:lnTo>
                    <a:pt x="2050444" y="2510601"/>
                  </a:lnTo>
                  <a:lnTo>
                    <a:pt x="2046755" y="2514189"/>
                  </a:lnTo>
                  <a:lnTo>
                    <a:pt x="2040993" y="2512277"/>
                  </a:lnTo>
                  <a:lnTo>
                    <a:pt x="2038078" y="2515364"/>
                  </a:lnTo>
                  <a:lnTo>
                    <a:pt x="2034647" y="2512112"/>
                  </a:lnTo>
                  <a:lnTo>
                    <a:pt x="2031231" y="2506625"/>
                  </a:lnTo>
                  <a:lnTo>
                    <a:pt x="2027427" y="2497595"/>
                  </a:lnTo>
                  <a:lnTo>
                    <a:pt x="2037478" y="2446767"/>
                  </a:lnTo>
                  <a:lnTo>
                    <a:pt x="2046780" y="2414380"/>
                  </a:lnTo>
                  <a:lnTo>
                    <a:pt x="2047845" y="2377433"/>
                  </a:lnTo>
                  <a:lnTo>
                    <a:pt x="2048537" y="2371959"/>
                  </a:lnTo>
                  <a:lnTo>
                    <a:pt x="2047752" y="2362141"/>
                  </a:lnTo>
                  <a:lnTo>
                    <a:pt x="2035277" y="2340804"/>
                  </a:lnTo>
                  <a:lnTo>
                    <a:pt x="1980122" y="2288737"/>
                  </a:lnTo>
                  <a:lnTo>
                    <a:pt x="1937374" y="2227081"/>
                  </a:lnTo>
                  <a:lnTo>
                    <a:pt x="1900348" y="2203953"/>
                  </a:lnTo>
                  <a:lnTo>
                    <a:pt x="1872256" y="2209033"/>
                  </a:lnTo>
                  <a:lnTo>
                    <a:pt x="1867393" y="2213682"/>
                  </a:lnTo>
                  <a:lnTo>
                    <a:pt x="1865305" y="2219759"/>
                  </a:lnTo>
                  <a:lnTo>
                    <a:pt x="1867068" y="2226637"/>
                  </a:lnTo>
                  <a:lnTo>
                    <a:pt x="1864515" y="2229501"/>
                  </a:lnTo>
                  <a:lnTo>
                    <a:pt x="1856975" y="2229139"/>
                  </a:lnTo>
                  <a:lnTo>
                    <a:pt x="1846820" y="2230739"/>
                  </a:lnTo>
                  <a:lnTo>
                    <a:pt x="1820305" y="2246971"/>
                  </a:lnTo>
                  <a:lnTo>
                    <a:pt x="1810951" y="2246374"/>
                  </a:lnTo>
                  <a:lnTo>
                    <a:pt x="1802455" y="2250578"/>
                  </a:lnTo>
                  <a:lnTo>
                    <a:pt x="1796094" y="2253727"/>
                  </a:lnTo>
                  <a:lnTo>
                    <a:pt x="1779506" y="2255442"/>
                  </a:lnTo>
                  <a:lnTo>
                    <a:pt x="1765439" y="2259043"/>
                  </a:lnTo>
                  <a:lnTo>
                    <a:pt x="1759362" y="2257093"/>
                  </a:lnTo>
                  <a:lnTo>
                    <a:pt x="1755398" y="2247682"/>
                  </a:lnTo>
                  <a:lnTo>
                    <a:pt x="1755398" y="2237940"/>
                  </a:lnTo>
                  <a:lnTo>
                    <a:pt x="1758613" y="2245408"/>
                  </a:lnTo>
                  <a:lnTo>
                    <a:pt x="1763589" y="2251251"/>
                  </a:lnTo>
                  <a:lnTo>
                    <a:pt x="1765868" y="2248914"/>
                  </a:lnTo>
                  <a:lnTo>
                    <a:pt x="1766721" y="2243745"/>
                  </a:lnTo>
                  <a:lnTo>
                    <a:pt x="1761770" y="2233616"/>
                  </a:lnTo>
                  <a:lnTo>
                    <a:pt x="1745822" y="2220604"/>
                  </a:lnTo>
                  <a:lnTo>
                    <a:pt x="1727673" y="2201597"/>
                  </a:lnTo>
                  <a:lnTo>
                    <a:pt x="1733208" y="2202226"/>
                  </a:lnTo>
                  <a:lnTo>
                    <a:pt x="1734608" y="2198155"/>
                  </a:lnTo>
                  <a:lnTo>
                    <a:pt x="1728981" y="2192815"/>
                  </a:lnTo>
                  <a:lnTo>
                    <a:pt x="1731358" y="2186642"/>
                  </a:lnTo>
                  <a:lnTo>
                    <a:pt x="1735322" y="2180158"/>
                  </a:lnTo>
                  <a:lnTo>
                    <a:pt x="1727663" y="2181130"/>
                  </a:lnTo>
                  <a:lnTo>
                    <a:pt x="1720790" y="2185670"/>
                  </a:lnTo>
                  <a:lnTo>
                    <a:pt x="1720563" y="2191278"/>
                  </a:lnTo>
                  <a:lnTo>
                    <a:pt x="1719203" y="2195736"/>
                  </a:lnTo>
                  <a:lnTo>
                    <a:pt x="1715503" y="2195088"/>
                  </a:lnTo>
                  <a:lnTo>
                    <a:pt x="1708635" y="2189569"/>
                  </a:lnTo>
                  <a:lnTo>
                    <a:pt x="1674823" y="2174208"/>
                  </a:lnTo>
                  <a:lnTo>
                    <a:pt x="1645264" y="2165546"/>
                  </a:lnTo>
                  <a:lnTo>
                    <a:pt x="1667950" y="2161647"/>
                  </a:lnTo>
                  <a:lnTo>
                    <a:pt x="1680254" y="2164676"/>
                  </a:lnTo>
                  <a:lnTo>
                    <a:pt x="1678787" y="2160027"/>
                  </a:lnTo>
                  <a:lnTo>
                    <a:pt x="1675826" y="2157075"/>
                  </a:lnTo>
                  <a:lnTo>
                    <a:pt x="1666121" y="2153334"/>
                  </a:lnTo>
                  <a:lnTo>
                    <a:pt x="1653759" y="2154757"/>
                  </a:lnTo>
                  <a:lnTo>
                    <a:pt x="1645951" y="2152998"/>
                  </a:lnTo>
                  <a:lnTo>
                    <a:pt x="1637967" y="2156706"/>
                  </a:lnTo>
                  <a:lnTo>
                    <a:pt x="1629218" y="2162218"/>
                  </a:lnTo>
                  <a:lnTo>
                    <a:pt x="1621430" y="2165057"/>
                  </a:lnTo>
                  <a:lnTo>
                    <a:pt x="1590951" y="2169026"/>
                  </a:lnTo>
                  <a:lnTo>
                    <a:pt x="1566234" y="2173332"/>
                  </a:lnTo>
                  <a:lnTo>
                    <a:pt x="1570197" y="2168785"/>
                  </a:lnTo>
                  <a:lnTo>
                    <a:pt x="1574424" y="2165863"/>
                  </a:lnTo>
                  <a:lnTo>
                    <a:pt x="1589028" y="2161418"/>
                  </a:lnTo>
                  <a:lnTo>
                    <a:pt x="1591214" y="2152178"/>
                  </a:lnTo>
                  <a:lnTo>
                    <a:pt x="1587783" y="2143281"/>
                  </a:lnTo>
                  <a:lnTo>
                    <a:pt x="1583938" y="2145415"/>
                  </a:lnTo>
                  <a:lnTo>
                    <a:pt x="1579902" y="2152369"/>
                  </a:lnTo>
                  <a:lnTo>
                    <a:pt x="1574952" y="2147358"/>
                  </a:lnTo>
                  <a:lnTo>
                    <a:pt x="1569469" y="2147384"/>
                  </a:lnTo>
                  <a:lnTo>
                    <a:pt x="1567980" y="2158446"/>
                  </a:lnTo>
                  <a:lnTo>
                    <a:pt x="1560952" y="2165863"/>
                  </a:lnTo>
                  <a:lnTo>
                    <a:pt x="1557779" y="2173332"/>
                  </a:lnTo>
                  <a:lnTo>
                    <a:pt x="1537170" y="2179180"/>
                  </a:lnTo>
                  <a:lnTo>
                    <a:pt x="1534530" y="2177231"/>
                  </a:lnTo>
                  <a:lnTo>
                    <a:pt x="1540560" y="2170137"/>
                  </a:lnTo>
                  <a:lnTo>
                    <a:pt x="1540080" y="2166194"/>
                  </a:lnTo>
                  <a:lnTo>
                    <a:pt x="1533202" y="2169578"/>
                  </a:lnTo>
                  <a:lnTo>
                    <a:pt x="1521667" y="2183022"/>
                  </a:lnTo>
                  <a:lnTo>
                    <a:pt x="1481059" y="2187423"/>
                  </a:lnTo>
                  <a:lnTo>
                    <a:pt x="1483276" y="2184368"/>
                  </a:lnTo>
                  <a:lnTo>
                    <a:pt x="1491849" y="2183759"/>
                  </a:lnTo>
                  <a:lnTo>
                    <a:pt x="1503885" y="2179504"/>
                  </a:lnTo>
                  <a:lnTo>
                    <a:pt x="1501451" y="2172341"/>
                  </a:lnTo>
                  <a:lnTo>
                    <a:pt x="1496810" y="2164466"/>
                  </a:lnTo>
                  <a:lnTo>
                    <a:pt x="1492526" y="2163590"/>
                  </a:lnTo>
                  <a:lnTo>
                    <a:pt x="1489700" y="2158973"/>
                  </a:lnTo>
                  <a:lnTo>
                    <a:pt x="1489839" y="2144425"/>
                  </a:lnTo>
                  <a:lnTo>
                    <a:pt x="1487100" y="2135921"/>
                  </a:lnTo>
                  <a:lnTo>
                    <a:pt x="1480491" y="2127171"/>
                  </a:lnTo>
                  <a:lnTo>
                    <a:pt x="1478258" y="2128853"/>
                  </a:lnTo>
                  <a:lnTo>
                    <a:pt x="1473395" y="2143815"/>
                  </a:lnTo>
                  <a:lnTo>
                    <a:pt x="1469354" y="2163438"/>
                  </a:lnTo>
                  <a:lnTo>
                    <a:pt x="1467354" y="2169775"/>
                  </a:lnTo>
                  <a:lnTo>
                    <a:pt x="1455314" y="2170220"/>
                  </a:lnTo>
                  <a:lnTo>
                    <a:pt x="1444658" y="2168880"/>
                  </a:lnTo>
                  <a:lnTo>
                    <a:pt x="1408442" y="2171236"/>
                  </a:lnTo>
                  <a:lnTo>
                    <a:pt x="1394913" y="2164587"/>
                  </a:lnTo>
                  <a:lnTo>
                    <a:pt x="1389301" y="2163311"/>
                  </a:lnTo>
                  <a:lnTo>
                    <a:pt x="1385885" y="2163463"/>
                  </a:lnTo>
                  <a:lnTo>
                    <a:pt x="1370134" y="2169559"/>
                  </a:lnTo>
                  <a:lnTo>
                    <a:pt x="1352186" y="2174227"/>
                  </a:lnTo>
                  <a:lnTo>
                    <a:pt x="1347959" y="2172760"/>
                  </a:lnTo>
                  <a:lnTo>
                    <a:pt x="1341929" y="2172544"/>
                  </a:lnTo>
                  <a:lnTo>
                    <a:pt x="1328916" y="2188433"/>
                  </a:lnTo>
                  <a:lnTo>
                    <a:pt x="1313573" y="2195869"/>
                  </a:lnTo>
                  <a:lnTo>
                    <a:pt x="1274862" y="2182501"/>
                  </a:lnTo>
                  <a:lnTo>
                    <a:pt x="1265234" y="2171750"/>
                  </a:lnTo>
                  <a:lnTo>
                    <a:pt x="1256687" y="2169451"/>
                  </a:lnTo>
                  <a:lnTo>
                    <a:pt x="1246176" y="2168124"/>
                  </a:lnTo>
                  <a:lnTo>
                    <a:pt x="1234884" y="2181352"/>
                  </a:lnTo>
                  <a:lnTo>
                    <a:pt x="1226306" y="2199203"/>
                  </a:lnTo>
                  <a:lnTo>
                    <a:pt x="1239861" y="2208989"/>
                  </a:lnTo>
                  <a:lnTo>
                    <a:pt x="1251462" y="2213669"/>
                  </a:lnTo>
                  <a:lnTo>
                    <a:pt x="1270635" y="2209745"/>
                  </a:lnTo>
                  <a:lnTo>
                    <a:pt x="1281234" y="2201083"/>
                  </a:lnTo>
                  <a:lnTo>
                    <a:pt x="1289890" y="2201368"/>
                  </a:lnTo>
                  <a:lnTo>
                    <a:pt x="1294029" y="2199609"/>
                  </a:lnTo>
                  <a:lnTo>
                    <a:pt x="1297806" y="2195088"/>
                  </a:lnTo>
                  <a:lnTo>
                    <a:pt x="1305207" y="2198657"/>
                  </a:lnTo>
                  <a:lnTo>
                    <a:pt x="1305470" y="2202232"/>
                  </a:lnTo>
                  <a:lnTo>
                    <a:pt x="1300215" y="2207268"/>
                  </a:lnTo>
                  <a:lnTo>
                    <a:pt x="1293595" y="2211510"/>
                  </a:lnTo>
                  <a:lnTo>
                    <a:pt x="1289579" y="2216508"/>
                  </a:lnTo>
                  <a:lnTo>
                    <a:pt x="1297135" y="2226580"/>
                  </a:lnTo>
                  <a:lnTo>
                    <a:pt x="1309000" y="2229964"/>
                  </a:lnTo>
                  <a:lnTo>
                    <a:pt x="1313465" y="2228504"/>
                  </a:lnTo>
                  <a:lnTo>
                    <a:pt x="1316229" y="2217181"/>
                  </a:lnTo>
                  <a:lnTo>
                    <a:pt x="1323526" y="2209891"/>
                  </a:lnTo>
                  <a:lnTo>
                    <a:pt x="1333443" y="2211466"/>
                  </a:lnTo>
                  <a:lnTo>
                    <a:pt x="1332032" y="2216038"/>
                  </a:lnTo>
                  <a:lnTo>
                    <a:pt x="1333422" y="2220356"/>
                  </a:lnTo>
                  <a:lnTo>
                    <a:pt x="1337980" y="2227729"/>
                  </a:lnTo>
                  <a:lnTo>
                    <a:pt x="1337458" y="2238290"/>
                  </a:lnTo>
                  <a:lnTo>
                    <a:pt x="1338342" y="2240836"/>
                  </a:lnTo>
                  <a:lnTo>
                    <a:pt x="1327655" y="2245497"/>
                  </a:lnTo>
                  <a:lnTo>
                    <a:pt x="1319692" y="2247079"/>
                  </a:lnTo>
                  <a:lnTo>
                    <a:pt x="1313320" y="2253181"/>
                  </a:lnTo>
                  <a:lnTo>
                    <a:pt x="1316658" y="2256725"/>
                  </a:lnTo>
                  <a:lnTo>
                    <a:pt x="1310168" y="2259837"/>
                  </a:lnTo>
                  <a:lnTo>
                    <a:pt x="1305780" y="2258592"/>
                  </a:lnTo>
                  <a:lnTo>
                    <a:pt x="1303574" y="2259741"/>
                  </a:lnTo>
                  <a:lnTo>
                    <a:pt x="1302912" y="2263488"/>
                  </a:lnTo>
                  <a:lnTo>
                    <a:pt x="1299558" y="2266968"/>
                  </a:lnTo>
                  <a:lnTo>
                    <a:pt x="1304437" y="2277453"/>
                  </a:lnTo>
                  <a:lnTo>
                    <a:pt x="1314436" y="2284298"/>
                  </a:lnTo>
                  <a:lnTo>
                    <a:pt x="1321490" y="2292878"/>
                  </a:lnTo>
                  <a:lnTo>
                    <a:pt x="1349851" y="2304175"/>
                  </a:lnTo>
                  <a:lnTo>
                    <a:pt x="1356724" y="2303851"/>
                  </a:lnTo>
                  <a:lnTo>
                    <a:pt x="1363488" y="2315225"/>
                  </a:lnTo>
                  <a:lnTo>
                    <a:pt x="1368940" y="2319136"/>
                  </a:lnTo>
                  <a:lnTo>
                    <a:pt x="1374191" y="2321124"/>
                  </a:lnTo>
                  <a:lnTo>
                    <a:pt x="1373591" y="2328948"/>
                  </a:lnTo>
                  <a:lnTo>
                    <a:pt x="1364263" y="2334676"/>
                  </a:lnTo>
                  <a:lnTo>
                    <a:pt x="1361742" y="2341509"/>
                  </a:lnTo>
                  <a:lnTo>
                    <a:pt x="1359395" y="2345351"/>
                  </a:lnTo>
                  <a:lnTo>
                    <a:pt x="1355189" y="2340486"/>
                  </a:lnTo>
                  <a:lnTo>
                    <a:pt x="1350869" y="2336962"/>
                  </a:lnTo>
                  <a:lnTo>
                    <a:pt x="1340869" y="2347681"/>
                  </a:lnTo>
                  <a:lnTo>
                    <a:pt x="1336048" y="2349936"/>
                  </a:lnTo>
                  <a:lnTo>
                    <a:pt x="1338440" y="2338378"/>
                  </a:lnTo>
                  <a:lnTo>
                    <a:pt x="1334663" y="2333850"/>
                  </a:lnTo>
                  <a:lnTo>
                    <a:pt x="1328952" y="2322261"/>
                  </a:lnTo>
                  <a:lnTo>
                    <a:pt x="1320632" y="2315091"/>
                  </a:lnTo>
                  <a:lnTo>
                    <a:pt x="1314772" y="2312716"/>
                  </a:lnTo>
                  <a:lnTo>
                    <a:pt x="1310209" y="2308182"/>
                  </a:lnTo>
                  <a:lnTo>
                    <a:pt x="1304685" y="2306347"/>
                  </a:lnTo>
                  <a:lnTo>
                    <a:pt x="1299972" y="2306817"/>
                  </a:lnTo>
                  <a:lnTo>
                    <a:pt x="1291993" y="2304175"/>
                  </a:lnTo>
                  <a:lnTo>
                    <a:pt x="1291466" y="2298009"/>
                  </a:lnTo>
                  <a:lnTo>
                    <a:pt x="1289254" y="2293392"/>
                  </a:lnTo>
                  <a:lnTo>
                    <a:pt x="1283011" y="2287943"/>
                  </a:lnTo>
                  <a:lnTo>
                    <a:pt x="1253183" y="2277649"/>
                  </a:lnTo>
                  <a:lnTo>
                    <a:pt x="1253002" y="2281910"/>
                  </a:lnTo>
                  <a:lnTo>
                    <a:pt x="1255069" y="2285117"/>
                  </a:lnTo>
                  <a:lnTo>
                    <a:pt x="1259353" y="2287251"/>
                  </a:lnTo>
                  <a:lnTo>
                    <a:pt x="1264480" y="2291404"/>
                  </a:lnTo>
                  <a:lnTo>
                    <a:pt x="1264433" y="2303705"/>
                  </a:lnTo>
                  <a:lnTo>
                    <a:pt x="1262216" y="2308912"/>
                  </a:lnTo>
                  <a:lnTo>
                    <a:pt x="1261265" y="2316330"/>
                  </a:lnTo>
                  <a:lnTo>
                    <a:pt x="1259291" y="2323868"/>
                  </a:lnTo>
                  <a:lnTo>
                    <a:pt x="1255643" y="2329811"/>
                  </a:lnTo>
                  <a:lnTo>
                    <a:pt x="1247499" y="2333863"/>
                  </a:lnTo>
                  <a:lnTo>
                    <a:pt x="1243907" y="2330472"/>
                  </a:lnTo>
                  <a:lnTo>
                    <a:pt x="1238099" y="2314240"/>
                  </a:lnTo>
                  <a:lnTo>
                    <a:pt x="1229887" y="2309128"/>
                  </a:lnTo>
                  <a:lnTo>
                    <a:pt x="1216839" y="2308525"/>
                  </a:lnTo>
                  <a:lnTo>
                    <a:pt x="1207976" y="2312195"/>
                  </a:lnTo>
                  <a:lnTo>
                    <a:pt x="1198317" y="2327919"/>
                  </a:lnTo>
                  <a:lnTo>
                    <a:pt x="1190535" y="2330491"/>
                  </a:lnTo>
                  <a:lnTo>
                    <a:pt x="1163895" y="2322343"/>
                  </a:lnTo>
                  <a:lnTo>
                    <a:pt x="1133478" y="2309928"/>
                  </a:lnTo>
                  <a:lnTo>
                    <a:pt x="1134263" y="2305794"/>
                  </a:lnTo>
                  <a:lnTo>
                    <a:pt x="1139049" y="2304467"/>
                  </a:lnTo>
                  <a:lnTo>
                    <a:pt x="1148227" y="2306163"/>
                  </a:lnTo>
                  <a:lnTo>
                    <a:pt x="1147741" y="2301902"/>
                  </a:lnTo>
                  <a:lnTo>
                    <a:pt x="1138361" y="2288032"/>
                  </a:lnTo>
                  <a:lnTo>
                    <a:pt x="1136641" y="2281771"/>
                  </a:lnTo>
                  <a:lnTo>
                    <a:pt x="1137850" y="2274131"/>
                  </a:lnTo>
                  <a:lnTo>
                    <a:pt x="1134791" y="2274303"/>
                  </a:lnTo>
                  <a:lnTo>
                    <a:pt x="1129158" y="2280717"/>
                  </a:lnTo>
                  <a:lnTo>
                    <a:pt x="1109763" y="2275281"/>
                  </a:lnTo>
                  <a:lnTo>
                    <a:pt x="1104410" y="2268784"/>
                  </a:lnTo>
                  <a:lnTo>
                    <a:pt x="1093015" y="2250476"/>
                  </a:lnTo>
                  <a:lnTo>
                    <a:pt x="1076933" y="2249879"/>
                  </a:lnTo>
                  <a:lnTo>
                    <a:pt x="1069657" y="2238779"/>
                  </a:lnTo>
                  <a:lnTo>
                    <a:pt x="1056515" y="2243427"/>
                  </a:lnTo>
                  <a:lnTo>
                    <a:pt x="1049859" y="2248571"/>
                  </a:lnTo>
                  <a:lnTo>
                    <a:pt x="1044009" y="2256541"/>
                  </a:lnTo>
                  <a:lnTo>
                    <a:pt x="1046288" y="2260675"/>
                  </a:lnTo>
                  <a:lnTo>
                    <a:pt x="1052117" y="2267241"/>
                  </a:lnTo>
                  <a:lnTo>
                    <a:pt x="1049456" y="2270410"/>
                  </a:lnTo>
                  <a:lnTo>
                    <a:pt x="1030744" y="2275090"/>
                  </a:lnTo>
                  <a:lnTo>
                    <a:pt x="987304" y="2269857"/>
                  </a:lnTo>
                  <a:lnTo>
                    <a:pt x="974601" y="2264968"/>
                  </a:lnTo>
                  <a:lnTo>
                    <a:pt x="957553" y="2254629"/>
                  </a:lnTo>
                  <a:lnTo>
                    <a:pt x="933921" y="2246202"/>
                  </a:lnTo>
                  <a:lnTo>
                    <a:pt x="922542" y="2244843"/>
                  </a:lnTo>
                  <a:lnTo>
                    <a:pt x="911400" y="2246513"/>
                  </a:lnTo>
                  <a:lnTo>
                    <a:pt x="878978" y="2247377"/>
                  </a:lnTo>
                  <a:lnTo>
                    <a:pt x="871454" y="2249619"/>
                  </a:lnTo>
                  <a:lnTo>
                    <a:pt x="865046" y="2253200"/>
                  </a:lnTo>
                  <a:lnTo>
                    <a:pt x="860891" y="2249238"/>
                  </a:lnTo>
                  <a:lnTo>
                    <a:pt x="858968" y="2242163"/>
                  </a:lnTo>
                  <a:lnTo>
                    <a:pt x="862731" y="2241014"/>
                  </a:lnTo>
                  <a:lnTo>
                    <a:pt x="866916" y="2236854"/>
                  </a:lnTo>
                  <a:lnTo>
                    <a:pt x="870694" y="2228631"/>
                  </a:lnTo>
                  <a:lnTo>
                    <a:pt x="871123" y="2223658"/>
                  </a:lnTo>
                  <a:lnTo>
                    <a:pt x="868482" y="2220413"/>
                  </a:lnTo>
                  <a:lnTo>
                    <a:pt x="863459" y="2220089"/>
                  </a:lnTo>
                  <a:lnTo>
                    <a:pt x="852364" y="2241516"/>
                  </a:lnTo>
                  <a:lnTo>
                    <a:pt x="858705" y="2253524"/>
                  </a:lnTo>
                  <a:lnTo>
                    <a:pt x="858271" y="2257855"/>
                  </a:lnTo>
                  <a:lnTo>
                    <a:pt x="836132" y="2260319"/>
                  </a:lnTo>
                  <a:lnTo>
                    <a:pt x="785881" y="2284495"/>
                  </a:lnTo>
                  <a:lnTo>
                    <a:pt x="766285" y="2297532"/>
                  </a:lnTo>
                  <a:lnTo>
                    <a:pt x="767288" y="2293144"/>
                  </a:lnTo>
                  <a:lnTo>
                    <a:pt x="790982" y="2276246"/>
                  </a:lnTo>
                  <a:lnTo>
                    <a:pt x="782615" y="2273661"/>
                  </a:lnTo>
                  <a:lnTo>
                    <a:pt x="769143" y="2277884"/>
                  </a:lnTo>
                  <a:lnTo>
                    <a:pt x="764311" y="2276259"/>
                  </a:lnTo>
                  <a:lnTo>
                    <a:pt x="770016" y="2262288"/>
                  </a:lnTo>
                  <a:lnTo>
                    <a:pt x="768156" y="2249968"/>
                  </a:lnTo>
                  <a:lnTo>
                    <a:pt x="758591" y="2249631"/>
                  </a:lnTo>
                  <a:lnTo>
                    <a:pt x="752498" y="2259468"/>
                  </a:lnTo>
                  <a:lnTo>
                    <a:pt x="748265" y="2259049"/>
                  </a:lnTo>
                  <a:lnTo>
                    <a:pt x="742720" y="2254832"/>
                  </a:lnTo>
                  <a:lnTo>
                    <a:pt x="738426" y="2256166"/>
                  </a:lnTo>
                  <a:lnTo>
                    <a:pt x="741604" y="2278456"/>
                  </a:lnTo>
                  <a:lnTo>
                    <a:pt x="747630" y="2287626"/>
                  </a:lnTo>
                  <a:lnTo>
                    <a:pt x="752668" y="2299317"/>
                  </a:lnTo>
                  <a:lnTo>
                    <a:pt x="738907" y="2313764"/>
                  </a:lnTo>
                  <a:lnTo>
                    <a:pt x="726127" y="2325684"/>
                  </a:lnTo>
                  <a:lnTo>
                    <a:pt x="724742" y="2337203"/>
                  </a:lnTo>
                  <a:lnTo>
                    <a:pt x="711900" y="2352209"/>
                  </a:lnTo>
                  <a:lnTo>
                    <a:pt x="699818" y="2360719"/>
                  </a:lnTo>
                  <a:lnTo>
                    <a:pt x="671432" y="2380723"/>
                  </a:lnTo>
                  <a:lnTo>
                    <a:pt x="663334" y="2385003"/>
                  </a:lnTo>
                  <a:lnTo>
                    <a:pt x="650523" y="2394287"/>
                  </a:lnTo>
                  <a:lnTo>
                    <a:pt x="632849" y="2401247"/>
                  </a:lnTo>
                  <a:lnTo>
                    <a:pt x="615904" y="2412297"/>
                  </a:lnTo>
                  <a:lnTo>
                    <a:pt x="610189" y="2413973"/>
                  </a:lnTo>
                  <a:lnTo>
                    <a:pt x="621010" y="2404619"/>
                  </a:lnTo>
                  <a:lnTo>
                    <a:pt x="633842" y="2395379"/>
                  </a:lnTo>
                  <a:lnTo>
                    <a:pt x="622834" y="2396643"/>
                  </a:lnTo>
                  <a:lnTo>
                    <a:pt x="605869" y="2392363"/>
                  </a:lnTo>
                  <a:lnTo>
                    <a:pt x="595487" y="2392115"/>
                  </a:lnTo>
                  <a:lnTo>
                    <a:pt x="595414" y="2395487"/>
                  </a:lnTo>
                  <a:lnTo>
                    <a:pt x="587518" y="2400250"/>
                  </a:lnTo>
                  <a:lnTo>
                    <a:pt x="579338" y="2393252"/>
                  </a:lnTo>
                  <a:lnTo>
                    <a:pt x="575772" y="2388546"/>
                  </a:lnTo>
                  <a:lnTo>
                    <a:pt x="574082" y="2384482"/>
                  </a:lnTo>
                  <a:lnTo>
                    <a:pt x="570609" y="2383498"/>
                  </a:lnTo>
                  <a:lnTo>
                    <a:pt x="567271" y="2385384"/>
                  </a:lnTo>
                  <a:lnTo>
                    <a:pt x="579482" y="2414005"/>
                  </a:lnTo>
                  <a:lnTo>
                    <a:pt x="584686" y="2415243"/>
                  </a:lnTo>
                  <a:lnTo>
                    <a:pt x="590443" y="2418088"/>
                  </a:lnTo>
                  <a:lnTo>
                    <a:pt x="583275" y="2424756"/>
                  </a:lnTo>
                  <a:lnTo>
                    <a:pt x="575560" y="2429817"/>
                  </a:lnTo>
                  <a:lnTo>
                    <a:pt x="563426" y="2433177"/>
                  </a:lnTo>
                  <a:lnTo>
                    <a:pt x="553142" y="2422730"/>
                  </a:lnTo>
                  <a:lnTo>
                    <a:pt x="550915" y="2435838"/>
                  </a:lnTo>
                  <a:lnTo>
                    <a:pt x="549613" y="2448926"/>
                  </a:lnTo>
                  <a:lnTo>
                    <a:pt x="546161" y="2452285"/>
                  </a:lnTo>
                  <a:lnTo>
                    <a:pt x="540647" y="2457073"/>
                  </a:lnTo>
                  <a:lnTo>
                    <a:pt x="537655" y="2453460"/>
                  </a:lnTo>
                  <a:lnTo>
                    <a:pt x="536234" y="2448399"/>
                  </a:lnTo>
                  <a:lnTo>
                    <a:pt x="532704" y="2452914"/>
                  </a:lnTo>
                  <a:lnTo>
                    <a:pt x="527536" y="2456305"/>
                  </a:lnTo>
                  <a:lnTo>
                    <a:pt x="519010" y="2456984"/>
                  </a:lnTo>
                  <a:lnTo>
                    <a:pt x="512612" y="2458794"/>
                  </a:lnTo>
                  <a:lnTo>
                    <a:pt x="512762" y="2464217"/>
                  </a:lnTo>
                  <a:lnTo>
                    <a:pt x="514224" y="2469666"/>
                  </a:lnTo>
                  <a:lnTo>
                    <a:pt x="525542" y="2465361"/>
                  </a:lnTo>
                  <a:lnTo>
                    <a:pt x="521438" y="2479376"/>
                  </a:lnTo>
                  <a:lnTo>
                    <a:pt x="511031" y="2493226"/>
                  </a:lnTo>
                  <a:lnTo>
                    <a:pt x="502550" y="2496497"/>
                  </a:lnTo>
                  <a:lnTo>
                    <a:pt x="489579" y="2494471"/>
                  </a:lnTo>
                  <a:lnTo>
                    <a:pt x="486375" y="2495861"/>
                  </a:lnTo>
                  <a:lnTo>
                    <a:pt x="483507" y="2498738"/>
                  </a:lnTo>
                  <a:lnTo>
                    <a:pt x="498618" y="2520406"/>
                  </a:lnTo>
                  <a:lnTo>
                    <a:pt x="488908" y="2553085"/>
                  </a:lnTo>
                  <a:lnTo>
                    <a:pt x="482701" y="2564928"/>
                  </a:lnTo>
                  <a:lnTo>
                    <a:pt x="478396" y="2566446"/>
                  </a:lnTo>
                  <a:lnTo>
                    <a:pt x="473730" y="2566789"/>
                  </a:lnTo>
                  <a:lnTo>
                    <a:pt x="456981" y="2556260"/>
                  </a:lnTo>
                  <a:lnTo>
                    <a:pt x="447845" y="2548119"/>
                  </a:lnTo>
                  <a:lnTo>
                    <a:pt x="455896" y="2570275"/>
                  </a:lnTo>
                  <a:lnTo>
                    <a:pt x="477833" y="2576746"/>
                  </a:lnTo>
                  <a:lnTo>
                    <a:pt x="478955" y="2585129"/>
                  </a:lnTo>
                  <a:lnTo>
                    <a:pt x="478831" y="2592292"/>
                  </a:lnTo>
                  <a:lnTo>
                    <a:pt x="474510" y="2600700"/>
                  </a:lnTo>
                  <a:lnTo>
                    <a:pt x="470469" y="2611870"/>
                  </a:lnTo>
                  <a:lnTo>
                    <a:pt x="473451" y="2619650"/>
                  </a:lnTo>
                  <a:lnTo>
                    <a:pt x="476913" y="2638885"/>
                  </a:lnTo>
                  <a:lnTo>
                    <a:pt x="479874" y="2647712"/>
                  </a:lnTo>
                  <a:lnTo>
                    <a:pt x="483130" y="2674492"/>
                  </a:lnTo>
                  <a:lnTo>
                    <a:pt x="486592" y="2686106"/>
                  </a:lnTo>
                  <a:lnTo>
                    <a:pt x="506535" y="2728851"/>
                  </a:lnTo>
                  <a:lnTo>
                    <a:pt x="513258" y="2729181"/>
                  </a:lnTo>
                  <a:lnTo>
                    <a:pt x="514338" y="2733811"/>
                  </a:lnTo>
                  <a:lnTo>
                    <a:pt x="513697" y="2742688"/>
                  </a:lnTo>
                  <a:lnTo>
                    <a:pt x="499352" y="2745273"/>
                  </a:lnTo>
                  <a:lnTo>
                    <a:pt x="493331" y="2749229"/>
                  </a:lnTo>
                  <a:lnTo>
                    <a:pt x="492158" y="2752665"/>
                  </a:lnTo>
                  <a:lnTo>
                    <a:pt x="491269" y="2754519"/>
                  </a:lnTo>
                  <a:lnTo>
                    <a:pt x="489419" y="2754348"/>
                  </a:lnTo>
                  <a:lnTo>
                    <a:pt x="482577" y="2751877"/>
                  </a:lnTo>
                  <a:lnTo>
                    <a:pt x="467022" y="2739735"/>
                  </a:lnTo>
                  <a:lnTo>
                    <a:pt x="444357" y="2732210"/>
                  </a:lnTo>
                  <a:lnTo>
                    <a:pt x="414575" y="2729295"/>
                  </a:lnTo>
                  <a:lnTo>
                    <a:pt x="394230" y="2723218"/>
                  </a:lnTo>
                  <a:lnTo>
                    <a:pt x="383321" y="2713959"/>
                  </a:lnTo>
                  <a:lnTo>
                    <a:pt x="371916" y="2708473"/>
                  </a:lnTo>
                  <a:lnTo>
                    <a:pt x="360019" y="2706745"/>
                  </a:lnTo>
                  <a:lnTo>
                    <a:pt x="350165" y="2701722"/>
                  </a:lnTo>
                  <a:lnTo>
                    <a:pt x="342351" y="2693403"/>
                  </a:lnTo>
                  <a:lnTo>
                    <a:pt x="330925" y="2688094"/>
                  </a:lnTo>
                  <a:lnTo>
                    <a:pt x="315887" y="2685789"/>
                  </a:lnTo>
                  <a:lnTo>
                    <a:pt x="306099" y="2679553"/>
                  </a:lnTo>
                  <a:lnTo>
                    <a:pt x="299293" y="2664306"/>
                  </a:lnTo>
                  <a:lnTo>
                    <a:pt x="299262" y="2664077"/>
                  </a:lnTo>
                  <a:lnTo>
                    <a:pt x="293170" y="2638586"/>
                  </a:lnTo>
                  <a:lnTo>
                    <a:pt x="285496" y="2622615"/>
                  </a:lnTo>
                  <a:lnTo>
                    <a:pt x="270561" y="2602853"/>
                  </a:lnTo>
                  <a:lnTo>
                    <a:pt x="269186" y="2600249"/>
                  </a:lnTo>
                  <a:lnTo>
                    <a:pt x="269062" y="2596998"/>
                  </a:lnTo>
                  <a:lnTo>
                    <a:pt x="270912" y="2585497"/>
                  </a:lnTo>
                  <a:lnTo>
                    <a:pt x="269336" y="2577229"/>
                  </a:lnTo>
                  <a:lnTo>
                    <a:pt x="264608" y="2570491"/>
                  </a:lnTo>
                  <a:lnTo>
                    <a:pt x="263522" y="2563360"/>
                  </a:lnTo>
                  <a:lnTo>
                    <a:pt x="266086" y="2555854"/>
                  </a:lnTo>
                  <a:lnTo>
                    <a:pt x="266251" y="2546836"/>
                  </a:lnTo>
                  <a:lnTo>
                    <a:pt x="264024" y="2536307"/>
                  </a:lnTo>
                  <a:lnTo>
                    <a:pt x="254500" y="2524921"/>
                  </a:lnTo>
                  <a:lnTo>
                    <a:pt x="237679" y="2512690"/>
                  </a:lnTo>
                  <a:lnTo>
                    <a:pt x="223349" y="2494826"/>
                  </a:lnTo>
                  <a:lnTo>
                    <a:pt x="211520" y="2471343"/>
                  </a:lnTo>
                  <a:lnTo>
                    <a:pt x="199820" y="2455073"/>
                  </a:lnTo>
                  <a:lnTo>
                    <a:pt x="188249" y="2446011"/>
                  </a:lnTo>
                  <a:lnTo>
                    <a:pt x="180338" y="2434949"/>
                  </a:lnTo>
                  <a:lnTo>
                    <a:pt x="176079" y="2421886"/>
                  </a:lnTo>
                  <a:lnTo>
                    <a:pt x="174824" y="2414303"/>
                  </a:lnTo>
                  <a:lnTo>
                    <a:pt x="176560" y="2412208"/>
                  </a:lnTo>
                  <a:lnTo>
                    <a:pt x="169449" y="2397684"/>
                  </a:lnTo>
                  <a:lnTo>
                    <a:pt x="153491" y="2370746"/>
                  </a:lnTo>
                  <a:lnTo>
                    <a:pt x="144324" y="2351047"/>
                  </a:lnTo>
                  <a:lnTo>
                    <a:pt x="141962" y="2338594"/>
                  </a:lnTo>
                  <a:lnTo>
                    <a:pt x="131807" y="2323772"/>
                  </a:lnTo>
                  <a:lnTo>
                    <a:pt x="113865" y="2306582"/>
                  </a:lnTo>
                  <a:lnTo>
                    <a:pt x="104108" y="2295399"/>
                  </a:lnTo>
                  <a:lnTo>
                    <a:pt x="101711" y="2287632"/>
                  </a:lnTo>
                  <a:lnTo>
                    <a:pt x="73712" y="2265044"/>
                  </a:lnTo>
                  <a:lnTo>
                    <a:pt x="65578" y="2250933"/>
                  </a:lnTo>
                  <a:lnTo>
                    <a:pt x="59227" y="2246475"/>
                  </a:lnTo>
                  <a:lnTo>
                    <a:pt x="51935" y="2246958"/>
                  </a:lnTo>
                  <a:lnTo>
                    <a:pt x="48194" y="2245605"/>
                  </a:lnTo>
                  <a:lnTo>
                    <a:pt x="48008" y="2242417"/>
                  </a:lnTo>
                  <a:lnTo>
                    <a:pt x="45646" y="2242265"/>
                  </a:lnTo>
                  <a:lnTo>
                    <a:pt x="41104" y="2245161"/>
                  </a:lnTo>
                  <a:lnTo>
                    <a:pt x="26210" y="2245745"/>
                  </a:lnTo>
                  <a:lnTo>
                    <a:pt x="961" y="2244024"/>
                  </a:lnTo>
                  <a:lnTo>
                    <a:pt x="0" y="2243821"/>
                  </a:lnTo>
                  <a:lnTo>
                    <a:pt x="0" y="0"/>
                  </a:lnTo>
                  <a:lnTo>
                    <a:pt x="1773799" y="0"/>
                  </a:lnTo>
                  <a:lnTo>
                    <a:pt x="1791779" y="9112"/>
                  </a:lnTo>
                  <a:lnTo>
                    <a:pt x="1812321" y="19521"/>
                  </a:lnTo>
                  <a:lnTo>
                    <a:pt x="1817499" y="36825"/>
                  </a:lnTo>
                  <a:lnTo>
                    <a:pt x="1822542" y="53673"/>
                  </a:lnTo>
                  <a:lnTo>
                    <a:pt x="1834568" y="65904"/>
                  </a:lnTo>
                  <a:lnTo>
                    <a:pt x="1845575" y="77074"/>
                  </a:lnTo>
                  <a:lnTo>
                    <a:pt x="1851947" y="76490"/>
                  </a:lnTo>
                  <a:lnTo>
                    <a:pt x="1858412" y="71772"/>
                  </a:lnTo>
                  <a:lnTo>
                    <a:pt x="1862515" y="69498"/>
                  </a:lnTo>
                  <a:lnTo>
                    <a:pt x="1869393" y="69123"/>
                  </a:lnTo>
                  <a:lnTo>
                    <a:pt x="1884690" y="65085"/>
                  </a:lnTo>
                  <a:lnTo>
                    <a:pt x="1889211" y="65967"/>
                  </a:lnTo>
                  <a:lnTo>
                    <a:pt x="1891780" y="67987"/>
                  </a:lnTo>
                  <a:lnTo>
                    <a:pt x="1891992" y="71149"/>
                  </a:lnTo>
                  <a:lnTo>
                    <a:pt x="1891470" y="73664"/>
                  </a:lnTo>
                  <a:lnTo>
                    <a:pt x="1889103" y="78713"/>
                  </a:lnTo>
                  <a:lnTo>
                    <a:pt x="1892839" y="88333"/>
                  </a:lnTo>
                  <a:lnTo>
                    <a:pt x="1893625" y="99021"/>
                  </a:lnTo>
                  <a:lnTo>
                    <a:pt x="1895676" y="107099"/>
                  </a:lnTo>
                  <a:lnTo>
                    <a:pt x="1901939" y="117437"/>
                  </a:lnTo>
                  <a:lnTo>
                    <a:pt x="1907381" y="125515"/>
                  </a:lnTo>
                  <a:lnTo>
                    <a:pt x="1914233" y="127077"/>
                  </a:lnTo>
                  <a:lnTo>
                    <a:pt x="1930093" y="122372"/>
                  </a:lnTo>
                  <a:lnTo>
                    <a:pt x="1940031" y="120593"/>
                  </a:lnTo>
                  <a:lnTo>
                    <a:pt x="1945674" y="121362"/>
                  </a:lnTo>
                  <a:lnTo>
                    <a:pt x="1955327" y="128925"/>
                  </a:lnTo>
                  <a:lnTo>
                    <a:pt x="1960050" y="133472"/>
                  </a:lnTo>
                  <a:lnTo>
                    <a:pt x="1961177" y="137250"/>
                  </a:lnTo>
                  <a:lnTo>
                    <a:pt x="1948139" y="160340"/>
                  </a:lnTo>
                  <a:lnTo>
                    <a:pt x="1968815" y="171797"/>
                  </a:lnTo>
                  <a:lnTo>
                    <a:pt x="1991889" y="184320"/>
                  </a:lnTo>
                  <a:lnTo>
                    <a:pt x="2019402" y="199249"/>
                  </a:lnTo>
                  <a:lnTo>
                    <a:pt x="2036223" y="208388"/>
                  </a:lnTo>
                  <a:lnTo>
                    <a:pt x="2058377" y="221438"/>
                  </a:lnTo>
                  <a:lnTo>
                    <a:pt x="2062170" y="240032"/>
                  </a:lnTo>
                  <a:lnTo>
                    <a:pt x="2065364" y="255723"/>
                  </a:lnTo>
                  <a:lnTo>
                    <a:pt x="2069436" y="277600"/>
                  </a:lnTo>
                  <a:lnTo>
                    <a:pt x="2073585" y="299916"/>
                  </a:lnTo>
                  <a:lnTo>
                    <a:pt x="2077725" y="322148"/>
                  </a:lnTo>
                  <a:lnTo>
                    <a:pt x="2082112" y="345746"/>
                  </a:lnTo>
                  <a:lnTo>
                    <a:pt x="2086934" y="371669"/>
                  </a:lnTo>
                  <a:lnTo>
                    <a:pt x="2091218" y="394676"/>
                  </a:lnTo>
                  <a:lnTo>
                    <a:pt x="2095894" y="419792"/>
                  </a:lnTo>
                  <a:lnTo>
                    <a:pt x="2102111" y="452477"/>
                  </a:lnTo>
                  <a:lnTo>
                    <a:pt x="2096551" y="465070"/>
                  </a:lnTo>
                  <a:lnTo>
                    <a:pt x="2084443" y="492491"/>
                  </a:lnTo>
                  <a:lnTo>
                    <a:pt x="2073498" y="517277"/>
                  </a:lnTo>
                  <a:lnTo>
                    <a:pt x="2072541" y="524465"/>
                  </a:lnTo>
                  <a:lnTo>
                    <a:pt x="2065017" y="560606"/>
                  </a:lnTo>
                  <a:lnTo>
                    <a:pt x="2058987" y="575535"/>
                  </a:lnTo>
                  <a:lnTo>
                    <a:pt x="2048424" y="584204"/>
                  </a:lnTo>
                  <a:lnTo>
                    <a:pt x="2037938" y="592605"/>
                  </a:lnTo>
                  <a:lnTo>
                    <a:pt x="2024859" y="606684"/>
                  </a:lnTo>
                  <a:lnTo>
                    <a:pt x="2010472" y="613638"/>
                  </a:lnTo>
                  <a:lnTo>
                    <a:pt x="2003123" y="617727"/>
                  </a:lnTo>
                  <a:lnTo>
                    <a:pt x="1999273" y="624179"/>
                  </a:lnTo>
                  <a:lnTo>
                    <a:pt x="1995026" y="638322"/>
                  </a:lnTo>
                  <a:lnTo>
                    <a:pt x="1995842" y="659919"/>
                  </a:lnTo>
                  <a:lnTo>
                    <a:pt x="2007692" y="678507"/>
                  </a:lnTo>
                  <a:lnTo>
                    <a:pt x="2025024" y="688902"/>
                  </a:lnTo>
                  <a:lnTo>
                    <a:pt x="2043669" y="699025"/>
                  </a:lnTo>
                  <a:lnTo>
                    <a:pt x="2070232" y="699069"/>
                  </a:lnTo>
                  <a:lnTo>
                    <a:pt x="2094122" y="685562"/>
                  </a:lnTo>
                  <a:lnTo>
                    <a:pt x="2119433" y="671255"/>
                  </a:lnTo>
                  <a:lnTo>
                    <a:pt x="2142001" y="658497"/>
                  </a:lnTo>
                  <a:lnTo>
                    <a:pt x="2168842" y="643326"/>
                  </a:lnTo>
                  <a:lnTo>
                    <a:pt x="2193151" y="629577"/>
                  </a:lnTo>
                  <a:lnTo>
                    <a:pt x="2219548" y="624637"/>
                  </a:lnTo>
                  <a:lnTo>
                    <a:pt x="2256125" y="617797"/>
                  </a:lnTo>
                  <a:lnTo>
                    <a:pt x="2302169" y="609180"/>
                  </a:lnTo>
                  <a:lnTo>
                    <a:pt x="2324587" y="599368"/>
                  </a:lnTo>
                  <a:lnTo>
                    <a:pt x="2353557" y="586687"/>
                  </a:lnTo>
                  <a:lnTo>
                    <a:pt x="2386977" y="572055"/>
                  </a:lnTo>
                  <a:lnTo>
                    <a:pt x="2415818" y="559431"/>
                  </a:lnTo>
                  <a:lnTo>
                    <a:pt x="2430319" y="552433"/>
                  </a:lnTo>
                  <a:lnTo>
                    <a:pt x="2440633" y="544450"/>
                  </a:lnTo>
                  <a:lnTo>
                    <a:pt x="2443191" y="538544"/>
                  </a:lnTo>
                  <a:lnTo>
                    <a:pt x="2442582" y="535153"/>
                  </a:lnTo>
                  <a:lnTo>
                    <a:pt x="2439920" y="531756"/>
                  </a:lnTo>
                  <a:lnTo>
                    <a:pt x="2436241" y="529247"/>
                  </a:lnTo>
                  <a:lnTo>
                    <a:pt x="2432970" y="527114"/>
                  </a:lnTo>
                  <a:lnTo>
                    <a:pt x="2431435" y="524472"/>
                  </a:lnTo>
                  <a:lnTo>
                    <a:pt x="2431130" y="518693"/>
                  </a:lnTo>
                  <a:lnTo>
                    <a:pt x="2429125" y="515372"/>
                  </a:lnTo>
                  <a:lnTo>
                    <a:pt x="2427213" y="512927"/>
                  </a:lnTo>
                  <a:lnTo>
                    <a:pt x="2427936" y="490561"/>
                  </a:lnTo>
                  <a:lnTo>
                    <a:pt x="2425414" y="483626"/>
                  </a:lnTo>
                  <a:lnTo>
                    <a:pt x="2416014" y="466048"/>
                  </a:lnTo>
                  <a:lnTo>
                    <a:pt x="2433941" y="458167"/>
                  </a:lnTo>
                  <a:lnTo>
                    <a:pt x="2450550" y="450858"/>
                  </a:lnTo>
                  <a:lnTo>
                    <a:pt x="2463795" y="445448"/>
                  </a:lnTo>
                  <a:lnTo>
                    <a:pt x="2491541" y="444597"/>
                  </a:lnTo>
                  <a:lnTo>
                    <a:pt x="2517307" y="444705"/>
                  </a:lnTo>
                  <a:lnTo>
                    <a:pt x="2552820" y="444851"/>
                  </a:lnTo>
                  <a:lnTo>
                    <a:pt x="2582741" y="444971"/>
                  </a:lnTo>
                  <a:lnTo>
                    <a:pt x="2617649" y="445117"/>
                  </a:lnTo>
                  <a:lnTo>
                    <a:pt x="2638113" y="445200"/>
                  </a:lnTo>
                  <a:lnTo>
                    <a:pt x="2664928" y="444946"/>
                  </a:lnTo>
                  <a:lnTo>
                    <a:pt x="2677997" y="424656"/>
                  </a:lnTo>
                  <a:lnTo>
                    <a:pt x="2689676" y="406513"/>
                  </a:lnTo>
                  <a:lnTo>
                    <a:pt x="2702539" y="389177"/>
                  </a:lnTo>
                  <a:lnTo>
                    <a:pt x="2725406" y="368824"/>
                  </a:lnTo>
                  <a:lnTo>
                    <a:pt x="2732047" y="365166"/>
                  </a:lnTo>
                  <a:lnTo>
                    <a:pt x="2735710" y="357139"/>
                  </a:lnTo>
                  <a:lnTo>
                    <a:pt x="2749570" y="349512"/>
                  </a:lnTo>
                  <a:lnTo>
                    <a:pt x="2764841" y="342438"/>
                  </a:lnTo>
                  <a:lnTo>
                    <a:pt x="2770830" y="335802"/>
                  </a:lnTo>
                  <a:lnTo>
                    <a:pt x="2773729" y="332023"/>
                  </a:lnTo>
                  <a:lnTo>
                    <a:pt x="2815076" y="296232"/>
                  </a:lnTo>
                  <a:lnTo>
                    <a:pt x="2838559" y="279702"/>
                  </a:lnTo>
                  <a:lnTo>
                    <a:pt x="2857953" y="270501"/>
                  </a:lnTo>
                  <a:lnTo>
                    <a:pt x="2872717" y="266106"/>
                  </a:lnTo>
                  <a:lnTo>
                    <a:pt x="2882686" y="266735"/>
                  </a:lnTo>
                  <a:lnTo>
                    <a:pt x="2888355" y="2661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g3868"/>
            <p:cNvSpPr/>
            <p:nvPr/>
          </p:nvSpPr>
          <p:spPr>
            <a:xfrm>
              <a:off x="5192267" y="3307053"/>
              <a:ext cx="225302" cy="75760"/>
            </a:xfrm>
            <a:custGeom>
              <a:avLst/>
              <a:gdLst/>
              <a:ahLst/>
              <a:cxnLst/>
              <a:rect l="0" t="0" r="0" b="0"/>
              <a:pathLst>
                <a:path w="225302" h="75760">
                  <a:moveTo>
                    <a:pt x="153584" y="30132"/>
                  </a:moveTo>
                  <a:lnTo>
                    <a:pt x="160385" y="30983"/>
                  </a:lnTo>
                  <a:lnTo>
                    <a:pt x="166235" y="28513"/>
                  </a:lnTo>
                  <a:lnTo>
                    <a:pt x="171775" y="23521"/>
                  </a:lnTo>
                  <a:lnTo>
                    <a:pt x="184637" y="16771"/>
                  </a:lnTo>
                  <a:lnTo>
                    <a:pt x="195598" y="13818"/>
                  </a:lnTo>
                  <a:lnTo>
                    <a:pt x="199050" y="13208"/>
                  </a:lnTo>
                  <a:lnTo>
                    <a:pt x="204275" y="17946"/>
                  </a:lnTo>
                  <a:lnTo>
                    <a:pt x="214641" y="14142"/>
                  </a:lnTo>
                  <a:lnTo>
                    <a:pt x="225302" y="12008"/>
                  </a:lnTo>
                  <a:lnTo>
                    <a:pt x="179185" y="33669"/>
                  </a:lnTo>
                  <a:lnTo>
                    <a:pt x="169754" y="36108"/>
                  </a:lnTo>
                  <a:lnTo>
                    <a:pt x="156261" y="42560"/>
                  </a:lnTo>
                  <a:lnTo>
                    <a:pt x="143507" y="47132"/>
                  </a:lnTo>
                  <a:lnTo>
                    <a:pt x="134324" y="48796"/>
                  </a:lnTo>
                  <a:lnTo>
                    <a:pt x="88662" y="64875"/>
                  </a:lnTo>
                  <a:lnTo>
                    <a:pt x="85040" y="65224"/>
                  </a:lnTo>
                  <a:lnTo>
                    <a:pt x="81122" y="63656"/>
                  </a:lnTo>
                  <a:lnTo>
                    <a:pt x="43512" y="71937"/>
                  </a:lnTo>
                  <a:lnTo>
                    <a:pt x="28076" y="72870"/>
                  </a:lnTo>
                  <a:lnTo>
                    <a:pt x="14020" y="75760"/>
                  </a:lnTo>
                  <a:lnTo>
                    <a:pt x="24417" y="69092"/>
                  </a:lnTo>
                  <a:lnTo>
                    <a:pt x="24644" y="66596"/>
                  </a:lnTo>
                  <a:lnTo>
                    <a:pt x="22159" y="64646"/>
                  </a:lnTo>
                  <a:lnTo>
                    <a:pt x="16598" y="65212"/>
                  </a:lnTo>
                  <a:lnTo>
                    <a:pt x="10903" y="72076"/>
                  </a:lnTo>
                  <a:lnTo>
                    <a:pt x="1813" y="74369"/>
                  </a:lnTo>
                  <a:lnTo>
                    <a:pt x="0" y="66895"/>
                  </a:lnTo>
                  <a:lnTo>
                    <a:pt x="3033" y="61109"/>
                  </a:lnTo>
                  <a:lnTo>
                    <a:pt x="7141" y="55623"/>
                  </a:lnTo>
                  <a:lnTo>
                    <a:pt x="16169" y="46999"/>
                  </a:lnTo>
                  <a:lnTo>
                    <a:pt x="29083" y="41531"/>
                  </a:lnTo>
                  <a:lnTo>
                    <a:pt x="35646" y="36806"/>
                  </a:lnTo>
                  <a:lnTo>
                    <a:pt x="40194" y="40966"/>
                  </a:lnTo>
                  <a:lnTo>
                    <a:pt x="41191" y="35346"/>
                  </a:lnTo>
                  <a:lnTo>
                    <a:pt x="44690" y="32101"/>
                  </a:lnTo>
                  <a:lnTo>
                    <a:pt x="48493" y="30354"/>
                  </a:lnTo>
                  <a:lnTo>
                    <a:pt x="57640" y="30310"/>
                  </a:lnTo>
                  <a:lnTo>
                    <a:pt x="62565" y="29427"/>
                  </a:lnTo>
                  <a:lnTo>
                    <a:pt x="66126" y="27560"/>
                  </a:lnTo>
                  <a:lnTo>
                    <a:pt x="69779" y="27211"/>
                  </a:lnTo>
                  <a:lnTo>
                    <a:pt x="79784" y="29757"/>
                  </a:lnTo>
                  <a:lnTo>
                    <a:pt x="89556" y="29027"/>
                  </a:lnTo>
                  <a:lnTo>
                    <a:pt x="97447" y="25509"/>
                  </a:lnTo>
                  <a:lnTo>
                    <a:pt x="105648" y="24328"/>
                  </a:lnTo>
                  <a:lnTo>
                    <a:pt x="127343" y="23534"/>
                  </a:lnTo>
                  <a:lnTo>
                    <a:pt x="148902" y="20962"/>
                  </a:lnTo>
                  <a:lnTo>
                    <a:pt x="157522" y="16390"/>
                  </a:lnTo>
                  <a:lnTo>
                    <a:pt x="175630" y="3575"/>
                  </a:lnTo>
                  <a:lnTo>
                    <a:pt x="186048" y="0"/>
                  </a:lnTo>
                  <a:lnTo>
                    <a:pt x="169826" y="14891"/>
                  </a:lnTo>
                  <a:lnTo>
                    <a:pt x="161108" y="217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g3869"/>
            <p:cNvSpPr/>
            <p:nvPr/>
          </p:nvSpPr>
          <p:spPr>
            <a:xfrm>
              <a:off x="5787092" y="2877417"/>
              <a:ext cx="23756" cy="26893"/>
            </a:xfrm>
            <a:custGeom>
              <a:avLst/>
              <a:gdLst/>
              <a:ahLst/>
              <a:cxnLst/>
              <a:rect l="0" t="0" r="0" b="0"/>
              <a:pathLst>
                <a:path w="23756" h="26893">
                  <a:moveTo>
                    <a:pt x="17596" y="18663"/>
                  </a:moveTo>
                  <a:lnTo>
                    <a:pt x="10841" y="17558"/>
                  </a:lnTo>
                  <a:lnTo>
                    <a:pt x="10981" y="24423"/>
                  </a:lnTo>
                  <a:lnTo>
                    <a:pt x="10226" y="26893"/>
                  </a:lnTo>
                  <a:lnTo>
                    <a:pt x="2744" y="23363"/>
                  </a:lnTo>
                  <a:lnTo>
                    <a:pt x="0" y="21089"/>
                  </a:lnTo>
                  <a:lnTo>
                    <a:pt x="237" y="11995"/>
                  </a:lnTo>
                  <a:lnTo>
                    <a:pt x="6847" y="3397"/>
                  </a:lnTo>
                  <a:lnTo>
                    <a:pt x="11885" y="0"/>
                  </a:lnTo>
                  <a:lnTo>
                    <a:pt x="18381" y="2355"/>
                  </a:lnTo>
                  <a:lnTo>
                    <a:pt x="23368" y="11983"/>
                  </a:lnTo>
                  <a:lnTo>
                    <a:pt x="23756" y="1612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g3870"/>
            <p:cNvSpPr/>
            <p:nvPr/>
          </p:nvSpPr>
          <p:spPr>
            <a:xfrm>
              <a:off x="5170691" y="3371376"/>
              <a:ext cx="17833" cy="18174"/>
            </a:xfrm>
            <a:custGeom>
              <a:avLst/>
              <a:gdLst/>
              <a:ahLst/>
              <a:cxnLst/>
              <a:rect l="0" t="0" r="0" b="0"/>
              <a:pathLst>
                <a:path w="17833" h="18174">
                  <a:moveTo>
                    <a:pt x="0" y="18174"/>
                  </a:moveTo>
                  <a:lnTo>
                    <a:pt x="5048" y="5702"/>
                  </a:lnTo>
                  <a:lnTo>
                    <a:pt x="14330" y="0"/>
                  </a:lnTo>
                  <a:lnTo>
                    <a:pt x="17689" y="1187"/>
                  </a:lnTo>
                  <a:lnTo>
                    <a:pt x="17833" y="5594"/>
                  </a:lnTo>
                  <a:lnTo>
                    <a:pt x="16531" y="9360"/>
                  </a:lnTo>
                  <a:lnTo>
                    <a:pt x="10304" y="15164"/>
                  </a:lnTo>
                  <a:lnTo>
                    <a:pt x="5054" y="176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g3871"/>
            <p:cNvSpPr/>
            <p:nvPr/>
          </p:nvSpPr>
          <p:spPr>
            <a:xfrm>
              <a:off x="5531238" y="3267490"/>
              <a:ext cx="33791" cy="16879"/>
            </a:xfrm>
            <a:custGeom>
              <a:avLst/>
              <a:gdLst/>
              <a:ahLst/>
              <a:cxnLst/>
              <a:rect l="0" t="0" r="0" b="0"/>
              <a:pathLst>
                <a:path w="33791" h="16879">
                  <a:moveTo>
                    <a:pt x="4645" y="16879"/>
                  </a:moveTo>
                  <a:lnTo>
                    <a:pt x="0" y="12776"/>
                  </a:lnTo>
                  <a:lnTo>
                    <a:pt x="7270" y="10878"/>
                  </a:lnTo>
                  <a:lnTo>
                    <a:pt x="16454" y="1130"/>
                  </a:lnTo>
                  <a:lnTo>
                    <a:pt x="22562" y="0"/>
                  </a:lnTo>
                  <a:lnTo>
                    <a:pt x="32158" y="5518"/>
                  </a:lnTo>
                  <a:lnTo>
                    <a:pt x="33791" y="1052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g3872"/>
            <p:cNvSpPr/>
            <p:nvPr/>
          </p:nvSpPr>
          <p:spPr>
            <a:xfrm>
              <a:off x="5476517" y="3241859"/>
              <a:ext cx="12087" cy="24671"/>
            </a:xfrm>
            <a:custGeom>
              <a:avLst/>
              <a:gdLst/>
              <a:ahLst/>
              <a:cxnLst/>
              <a:rect l="0" t="0" r="0" b="0"/>
              <a:pathLst>
                <a:path w="12087" h="24671">
                  <a:moveTo>
                    <a:pt x="5855" y="24671"/>
                  </a:moveTo>
                  <a:lnTo>
                    <a:pt x="0" y="24048"/>
                  </a:lnTo>
                  <a:lnTo>
                    <a:pt x="2971" y="19248"/>
                  </a:lnTo>
                  <a:lnTo>
                    <a:pt x="4103" y="12199"/>
                  </a:lnTo>
                  <a:lnTo>
                    <a:pt x="6991" y="4457"/>
                  </a:lnTo>
                  <a:lnTo>
                    <a:pt x="8655" y="2089"/>
                  </a:lnTo>
                  <a:lnTo>
                    <a:pt x="12087" y="0"/>
                  </a:lnTo>
                  <a:lnTo>
                    <a:pt x="11095" y="211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g3873"/>
            <p:cNvSpPr/>
            <p:nvPr/>
          </p:nvSpPr>
          <p:spPr>
            <a:xfrm>
              <a:off x="5594331" y="3275262"/>
              <a:ext cx="27001" cy="19248"/>
            </a:xfrm>
            <a:custGeom>
              <a:avLst/>
              <a:gdLst/>
              <a:ahLst/>
              <a:cxnLst/>
              <a:rect l="0" t="0" r="0" b="0"/>
              <a:pathLst>
                <a:path w="27001" h="19248">
                  <a:moveTo>
                    <a:pt x="18836" y="19248"/>
                  </a:moveTo>
                  <a:lnTo>
                    <a:pt x="0" y="14453"/>
                  </a:lnTo>
                  <a:lnTo>
                    <a:pt x="15498" y="10389"/>
                  </a:lnTo>
                  <a:lnTo>
                    <a:pt x="18030" y="8973"/>
                  </a:lnTo>
                  <a:lnTo>
                    <a:pt x="20050" y="2997"/>
                  </a:lnTo>
                  <a:lnTo>
                    <a:pt x="20303" y="0"/>
                  </a:lnTo>
                  <a:lnTo>
                    <a:pt x="26190" y="12853"/>
                  </a:lnTo>
                  <a:lnTo>
                    <a:pt x="27001" y="1715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g3874"/>
            <p:cNvSpPr/>
            <p:nvPr/>
          </p:nvSpPr>
          <p:spPr>
            <a:xfrm>
              <a:off x="5013918" y="3984239"/>
              <a:ext cx="8624" cy="14377"/>
            </a:xfrm>
            <a:custGeom>
              <a:avLst/>
              <a:gdLst/>
              <a:ahLst/>
              <a:cxnLst/>
              <a:rect l="0" t="0" r="0" b="0"/>
              <a:pathLst>
                <a:path w="8624" h="14377">
                  <a:moveTo>
                    <a:pt x="7028" y="14377"/>
                  </a:moveTo>
                  <a:lnTo>
                    <a:pt x="0" y="0"/>
                  </a:lnTo>
                  <a:lnTo>
                    <a:pt x="7229" y="4648"/>
                  </a:lnTo>
                  <a:lnTo>
                    <a:pt x="8521" y="8515"/>
                  </a:lnTo>
                  <a:lnTo>
                    <a:pt x="8624" y="117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g3875"/>
            <p:cNvSpPr/>
            <p:nvPr/>
          </p:nvSpPr>
          <p:spPr>
            <a:xfrm>
              <a:off x="5016786" y="4007259"/>
              <a:ext cx="24727" cy="72349"/>
            </a:xfrm>
            <a:custGeom>
              <a:avLst/>
              <a:gdLst/>
              <a:ahLst/>
              <a:cxnLst/>
              <a:rect l="0" t="0" r="0" b="0"/>
              <a:pathLst>
                <a:path w="24727" h="72349">
                  <a:moveTo>
                    <a:pt x="1250" y="72349"/>
                  </a:moveTo>
                  <a:lnTo>
                    <a:pt x="0" y="71213"/>
                  </a:lnTo>
                  <a:lnTo>
                    <a:pt x="16267" y="63796"/>
                  </a:lnTo>
                  <a:lnTo>
                    <a:pt x="21399" y="37670"/>
                  </a:lnTo>
                  <a:lnTo>
                    <a:pt x="22102" y="25623"/>
                  </a:lnTo>
                  <a:lnTo>
                    <a:pt x="19663" y="4388"/>
                  </a:lnTo>
                  <a:lnTo>
                    <a:pt x="19745" y="0"/>
                  </a:lnTo>
                  <a:lnTo>
                    <a:pt x="22391" y="6845"/>
                  </a:lnTo>
                  <a:lnTo>
                    <a:pt x="24727" y="26658"/>
                  </a:lnTo>
                  <a:lnTo>
                    <a:pt x="23849" y="41683"/>
                  </a:lnTo>
                  <a:lnTo>
                    <a:pt x="19130" y="63573"/>
                  </a:lnTo>
                  <a:lnTo>
                    <a:pt x="15446" y="6880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g3876"/>
            <p:cNvSpPr/>
            <p:nvPr/>
          </p:nvSpPr>
          <p:spPr>
            <a:xfrm>
              <a:off x="4985661" y="4082556"/>
              <a:ext cx="21404" cy="9277"/>
            </a:xfrm>
            <a:custGeom>
              <a:avLst/>
              <a:gdLst/>
              <a:ahLst/>
              <a:cxnLst/>
              <a:rect l="0" t="0" r="0" b="0"/>
              <a:pathLst>
                <a:path w="21404" h="9277">
                  <a:moveTo>
                    <a:pt x="2170" y="9277"/>
                  </a:moveTo>
                  <a:lnTo>
                    <a:pt x="0" y="8725"/>
                  </a:lnTo>
                  <a:lnTo>
                    <a:pt x="12619" y="2089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g3877"/>
            <p:cNvSpPr/>
            <p:nvPr/>
          </p:nvSpPr>
          <p:spPr>
            <a:xfrm>
              <a:off x="4928046" y="4115235"/>
              <a:ext cx="33993" cy="39982"/>
            </a:xfrm>
            <a:custGeom>
              <a:avLst/>
              <a:gdLst/>
              <a:ahLst/>
              <a:cxnLst/>
              <a:rect l="0" t="0" r="0" b="0"/>
              <a:pathLst>
                <a:path w="33993" h="39982">
                  <a:moveTo>
                    <a:pt x="0" y="39982"/>
                  </a:moveTo>
                  <a:lnTo>
                    <a:pt x="9689" y="23744"/>
                  </a:lnTo>
                  <a:lnTo>
                    <a:pt x="28825" y="3149"/>
                  </a:lnTo>
                  <a:lnTo>
                    <a:pt x="33993" y="0"/>
                  </a:lnTo>
                  <a:lnTo>
                    <a:pt x="18081" y="17590"/>
                  </a:lnTo>
                  <a:lnTo>
                    <a:pt x="2635" y="3848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g3878"/>
            <p:cNvSpPr/>
            <p:nvPr/>
          </p:nvSpPr>
          <p:spPr>
            <a:xfrm>
              <a:off x="4327665" y="5206518"/>
              <a:ext cx="17373" cy="15672"/>
            </a:xfrm>
            <a:custGeom>
              <a:avLst/>
              <a:gdLst/>
              <a:ahLst/>
              <a:cxnLst/>
              <a:rect l="0" t="0" r="0" b="0"/>
              <a:pathLst>
                <a:path w="17373" h="15672">
                  <a:moveTo>
                    <a:pt x="13601" y="15672"/>
                  </a:moveTo>
                  <a:lnTo>
                    <a:pt x="5968" y="13183"/>
                  </a:lnTo>
                  <a:lnTo>
                    <a:pt x="1798" y="8725"/>
                  </a:lnTo>
                  <a:lnTo>
                    <a:pt x="0" y="0"/>
                  </a:lnTo>
                  <a:lnTo>
                    <a:pt x="6645" y="9239"/>
                  </a:lnTo>
                  <a:lnTo>
                    <a:pt x="9028" y="11329"/>
                  </a:lnTo>
                  <a:lnTo>
                    <a:pt x="17373" y="122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g3879"/>
            <p:cNvSpPr/>
            <p:nvPr/>
          </p:nvSpPr>
          <p:spPr>
            <a:xfrm>
              <a:off x="4331075" y="5186660"/>
              <a:ext cx="9033" cy="26938"/>
            </a:xfrm>
            <a:custGeom>
              <a:avLst/>
              <a:gdLst/>
              <a:ahLst/>
              <a:cxnLst/>
              <a:rect l="0" t="0" r="0" b="0"/>
              <a:pathLst>
                <a:path w="9033" h="26938">
                  <a:moveTo>
                    <a:pt x="8883" y="26938"/>
                  </a:moveTo>
                  <a:lnTo>
                    <a:pt x="3550" y="14142"/>
                  </a:lnTo>
                  <a:lnTo>
                    <a:pt x="0" y="0"/>
                  </a:lnTo>
                  <a:lnTo>
                    <a:pt x="5079" y="4578"/>
                  </a:lnTo>
                  <a:lnTo>
                    <a:pt x="9033" y="19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g3880"/>
            <p:cNvSpPr/>
            <p:nvPr/>
          </p:nvSpPr>
          <p:spPr>
            <a:xfrm>
              <a:off x="4499202" y="5362642"/>
              <a:ext cx="34236" cy="51158"/>
            </a:xfrm>
            <a:custGeom>
              <a:avLst/>
              <a:gdLst/>
              <a:ahLst/>
              <a:cxnLst/>
              <a:rect l="0" t="0" r="0" b="0"/>
              <a:pathLst>
                <a:path w="34236" h="51158">
                  <a:moveTo>
                    <a:pt x="0" y="51158"/>
                  </a:moveTo>
                  <a:lnTo>
                    <a:pt x="2330" y="45036"/>
                  </a:lnTo>
                  <a:lnTo>
                    <a:pt x="10531" y="31948"/>
                  </a:lnTo>
                  <a:lnTo>
                    <a:pt x="13182" y="25788"/>
                  </a:lnTo>
                  <a:lnTo>
                    <a:pt x="18722" y="21883"/>
                  </a:lnTo>
                  <a:lnTo>
                    <a:pt x="23880" y="14821"/>
                  </a:lnTo>
                  <a:lnTo>
                    <a:pt x="24267" y="6585"/>
                  </a:lnTo>
                  <a:lnTo>
                    <a:pt x="31760" y="825"/>
                  </a:lnTo>
                  <a:lnTo>
                    <a:pt x="34236" y="0"/>
                  </a:lnTo>
                  <a:lnTo>
                    <a:pt x="21032" y="267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g3881"/>
            <p:cNvSpPr/>
            <p:nvPr/>
          </p:nvSpPr>
          <p:spPr>
            <a:xfrm>
              <a:off x="3289924" y="4803878"/>
              <a:ext cx="26706" cy="20480"/>
            </a:xfrm>
            <a:custGeom>
              <a:avLst/>
              <a:gdLst/>
              <a:ahLst/>
              <a:cxnLst/>
              <a:rect l="0" t="0" r="0" b="0"/>
              <a:pathLst>
                <a:path w="26706" h="20480">
                  <a:moveTo>
                    <a:pt x="18603" y="20480"/>
                  </a:moveTo>
                  <a:lnTo>
                    <a:pt x="1100" y="9214"/>
                  </a:lnTo>
                  <a:lnTo>
                    <a:pt x="0" y="4375"/>
                  </a:lnTo>
                  <a:lnTo>
                    <a:pt x="8635" y="0"/>
                  </a:lnTo>
                  <a:lnTo>
                    <a:pt x="13906" y="387"/>
                  </a:lnTo>
                  <a:lnTo>
                    <a:pt x="22241" y="6109"/>
                  </a:lnTo>
                  <a:lnTo>
                    <a:pt x="25290" y="7703"/>
                  </a:lnTo>
                  <a:lnTo>
                    <a:pt x="26706" y="10020"/>
                  </a:lnTo>
                  <a:lnTo>
                    <a:pt x="25900" y="13646"/>
                  </a:lnTo>
                  <a:lnTo>
                    <a:pt x="22536" y="18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g3882"/>
            <p:cNvSpPr/>
            <p:nvPr/>
          </p:nvSpPr>
          <p:spPr>
            <a:xfrm>
              <a:off x="2757638" y="5000397"/>
              <a:ext cx="20774" cy="30399"/>
            </a:xfrm>
            <a:custGeom>
              <a:avLst/>
              <a:gdLst/>
              <a:ahLst/>
              <a:cxnLst/>
              <a:rect l="0" t="0" r="0" b="0"/>
              <a:pathLst>
                <a:path w="20774" h="30399">
                  <a:moveTo>
                    <a:pt x="0" y="30399"/>
                  </a:moveTo>
                  <a:lnTo>
                    <a:pt x="5121" y="19749"/>
                  </a:lnTo>
                  <a:lnTo>
                    <a:pt x="6072" y="15482"/>
                  </a:lnTo>
                  <a:lnTo>
                    <a:pt x="14469" y="2006"/>
                  </a:lnTo>
                  <a:lnTo>
                    <a:pt x="18903" y="0"/>
                  </a:lnTo>
                  <a:lnTo>
                    <a:pt x="20774" y="5734"/>
                  </a:lnTo>
                  <a:lnTo>
                    <a:pt x="12138" y="15202"/>
                  </a:lnTo>
                  <a:lnTo>
                    <a:pt x="2294" y="300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g3883"/>
            <p:cNvSpPr/>
            <p:nvPr/>
          </p:nvSpPr>
          <p:spPr>
            <a:xfrm>
              <a:off x="2782499" y="4968054"/>
              <a:ext cx="42075" cy="30323"/>
            </a:xfrm>
            <a:custGeom>
              <a:avLst/>
              <a:gdLst/>
              <a:ahLst/>
              <a:cxnLst/>
              <a:rect l="0" t="0" r="0" b="0"/>
              <a:pathLst>
                <a:path w="42075" h="30323">
                  <a:moveTo>
                    <a:pt x="0" y="30323"/>
                  </a:moveTo>
                  <a:lnTo>
                    <a:pt x="4816" y="23299"/>
                  </a:lnTo>
                  <a:lnTo>
                    <a:pt x="12645" y="19756"/>
                  </a:lnTo>
                  <a:lnTo>
                    <a:pt x="29822" y="6261"/>
                  </a:lnTo>
                  <a:lnTo>
                    <a:pt x="36830" y="5334"/>
                  </a:lnTo>
                  <a:lnTo>
                    <a:pt x="40478" y="685"/>
                  </a:lnTo>
                  <a:lnTo>
                    <a:pt x="42075" y="0"/>
                  </a:lnTo>
                  <a:lnTo>
                    <a:pt x="41042" y="5696"/>
                  </a:lnTo>
                  <a:lnTo>
                    <a:pt x="27223" y="13786"/>
                  </a:lnTo>
                  <a:lnTo>
                    <a:pt x="3886" y="297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g3884"/>
            <p:cNvSpPr/>
            <p:nvPr/>
          </p:nvSpPr>
          <p:spPr>
            <a:xfrm>
              <a:off x="2720724" y="5040830"/>
              <a:ext cx="34318" cy="75366"/>
            </a:xfrm>
            <a:custGeom>
              <a:avLst/>
              <a:gdLst/>
              <a:ahLst/>
              <a:cxnLst/>
              <a:rect l="0" t="0" r="0" b="0"/>
              <a:pathLst>
                <a:path w="34318" h="75366">
                  <a:moveTo>
                    <a:pt x="0" y="75366"/>
                  </a:moveTo>
                  <a:lnTo>
                    <a:pt x="909" y="64215"/>
                  </a:lnTo>
                  <a:lnTo>
                    <a:pt x="9503" y="38877"/>
                  </a:lnTo>
                  <a:lnTo>
                    <a:pt x="26965" y="5575"/>
                  </a:lnTo>
                  <a:lnTo>
                    <a:pt x="34318" y="0"/>
                  </a:lnTo>
                  <a:lnTo>
                    <a:pt x="14175" y="36521"/>
                  </a:lnTo>
                  <a:lnTo>
                    <a:pt x="3302" y="6788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g3885"/>
            <p:cNvSpPr/>
            <p:nvPr/>
          </p:nvSpPr>
          <p:spPr>
            <a:xfrm>
              <a:off x="2963633" y="4843237"/>
              <a:ext cx="34081" cy="26658"/>
            </a:xfrm>
            <a:custGeom>
              <a:avLst/>
              <a:gdLst/>
              <a:ahLst/>
              <a:cxnLst/>
              <a:rect l="0" t="0" r="0" b="0"/>
              <a:pathLst>
                <a:path w="34081" h="26658">
                  <a:moveTo>
                    <a:pt x="0" y="26658"/>
                  </a:moveTo>
                  <a:lnTo>
                    <a:pt x="23068" y="6655"/>
                  </a:lnTo>
                  <a:lnTo>
                    <a:pt x="27905" y="0"/>
                  </a:lnTo>
                  <a:lnTo>
                    <a:pt x="34081" y="292"/>
                  </a:lnTo>
                  <a:lnTo>
                    <a:pt x="23781" y="11500"/>
                  </a:lnTo>
                  <a:lnTo>
                    <a:pt x="5286" y="254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g3886"/>
            <p:cNvSpPr/>
            <p:nvPr/>
          </p:nvSpPr>
          <p:spPr>
            <a:xfrm>
              <a:off x="2718358" y="5122184"/>
              <a:ext cx="25027" cy="140921"/>
            </a:xfrm>
            <a:custGeom>
              <a:avLst/>
              <a:gdLst/>
              <a:ahLst/>
              <a:cxnLst/>
              <a:rect l="0" t="0" r="0" b="0"/>
              <a:pathLst>
                <a:path w="25027" h="140921">
                  <a:moveTo>
                    <a:pt x="23564" y="140921"/>
                  </a:moveTo>
                  <a:lnTo>
                    <a:pt x="14800" y="112719"/>
                  </a:lnTo>
                  <a:lnTo>
                    <a:pt x="537" y="48898"/>
                  </a:lnTo>
                  <a:lnTo>
                    <a:pt x="0" y="12522"/>
                  </a:lnTo>
                  <a:lnTo>
                    <a:pt x="2242" y="0"/>
                  </a:lnTo>
                  <a:lnTo>
                    <a:pt x="5922" y="51374"/>
                  </a:lnTo>
                  <a:lnTo>
                    <a:pt x="21688" y="116618"/>
                  </a:lnTo>
                  <a:lnTo>
                    <a:pt x="25027" y="13488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g3887"/>
            <p:cNvSpPr/>
            <p:nvPr/>
          </p:nvSpPr>
          <p:spPr>
            <a:xfrm>
              <a:off x="5470466" y="3252585"/>
              <a:ext cx="5178" cy="13666"/>
            </a:xfrm>
            <a:custGeom>
              <a:avLst/>
              <a:gdLst/>
              <a:ahLst/>
              <a:cxnLst/>
              <a:rect l="0" t="0" r="0" b="0"/>
              <a:pathLst>
                <a:path w="5178" h="13666">
                  <a:moveTo>
                    <a:pt x="1095" y="13666"/>
                  </a:moveTo>
                  <a:lnTo>
                    <a:pt x="0" y="7385"/>
                  </a:lnTo>
                  <a:lnTo>
                    <a:pt x="2056" y="165"/>
                  </a:lnTo>
                  <a:lnTo>
                    <a:pt x="4139" y="0"/>
                  </a:lnTo>
                  <a:lnTo>
                    <a:pt x="5178" y="3841"/>
                  </a:lnTo>
                  <a:lnTo>
                    <a:pt x="4030" y="112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g3888"/>
            <p:cNvSpPr/>
            <p:nvPr/>
          </p:nvSpPr>
          <p:spPr>
            <a:xfrm>
              <a:off x="5168862" y="3489988"/>
              <a:ext cx="15498" cy="28227"/>
            </a:xfrm>
            <a:custGeom>
              <a:avLst/>
              <a:gdLst/>
              <a:ahLst/>
              <a:cxnLst/>
              <a:rect l="0" t="0" r="0" b="0"/>
              <a:pathLst>
                <a:path w="15498" h="28227">
                  <a:moveTo>
                    <a:pt x="284" y="28227"/>
                  </a:moveTo>
                  <a:lnTo>
                    <a:pt x="0" y="24442"/>
                  </a:lnTo>
                  <a:lnTo>
                    <a:pt x="15498" y="0"/>
                  </a:lnTo>
                  <a:lnTo>
                    <a:pt x="12697" y="854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g3889"/>
            <p:cNvSpPr/>
            <p:nvPr/>
          </p:nvSpPr>
          <p:spPr>
            <a:xfrm>
              <a:off x="5049761" y="3678353"/>
              <a:ext cx="29698" cy="55407"/>
            </a:xfrm>
            <a:custGeom>
              <a:avLst/>
              <a:gdLst/>
              <a:ahLst/>
              <a:cxnLst/>
              <a:rect l="0" t="0" r="0" b="0"/>
              <a:pathLst>
                <a:path w="29698" h="55407">
                  <a:moveTo>
                    <a:pt x="0" y="55407"/>
                  </a:moveTo>
                  <a:lnTo>
                    <a:pt x="16143" y="29364"/>
                  </a:lnTo>
                  <a:lnTo>
                    <a:pt x="25518" y="7544"/>
                  </a:lnTo>
                  <a:lnTo>
                    <a:pt x="29698" y="0"/>
                  </a:lnTo>
                  <a:lnTo>
                    <a:pt x="25642" y="15291"/>
                  </a:lnTo>
                  <a:lnTo>
                    <a:pt x="18552" y="29351"/>
                  </a:lnTo>
                  <a:lnTo>
                    <a:pt x="4811" y="53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g3890"/>
            <p:cNvSpPr/>
            <p:nvPr/>
          </p:nvSpPr>
          <p:spPr>
            <a:xfrm>
              <a:off x="4912662" y="4146288"/>
              <a:ext cx="13513" cy="6191"/>
            </a:xfrm>
            <a:custGeom>
              <a:avLst/>
              <a:gdLst/>
              <a:ahLst/>
              <a:cxnLst/>
              <a:rect l="0" t="0" r="0" b="0"/>
              <a:pathLst>
                <a:path w="13513" h="6191">
                  <a:moveTo>
                    <a:pt x="11157" y="6191"/>
                  </a:moveTo>
                  <a:lnTo>
                    <a:pt x="6997" y="4756"/>
                  </a:lnTo>
                  <a:lnTo>
                    <a:pt x="1266" y="2013"/>
                  </a:lnTo>
                  <a:lnTo>
                    <a:pt x="0" y="0"/>
                  </a:lnTo>
                  <a:lnTo>
                    <a:pt x="5467" y="730"/>
                  </a:lnTo>
                  <a:lnTo>
                    <a:pt x="13513" y="58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g3891"/>
            <p:cNvSpPr/>
            <p:nvPr/>
          </p:nvSpPr>
          <p:spPr>
            <a:xfrm>
              <a:off x="4410183" y="5440364"/>
              <a:ext cx="10779" cy="15615"/>
            </a:xfrm>
            <a:custGeom>
              <a:avLst/>
              <a:gdLst/>
              <a:ahLst/>
              <a:cxnLst/>
              <a:rect l="0" t="0" r="0" b="0"/>
              <a:pathLst>
                <a:path w="10779" h="15615">
                  <a:moveTo>
                    <a:pt x="6020" y="15615"/>
                  </a:moveTo>
                  <a:lnTo>
                    <a:pt x="4511" y="14790"/>
                  </a:lnTo>
                  <a:lnTo>
                    <a:pt x="4511" y="10890"/>
                  </a:lnTo>
                  <a:lnTo>
                    <a:pt x="0" y="2260"/>
                  </a:lnTo>
                  <a:lnTo>
                    <a:pt x="170" y="0"/>
                  </a:lnTo>
                  <a:lnTo>
                    <a:pt x="10516" y="8446"/>
                  </a:lnTo>
                  <a:lnTo>
                    <a:pt x="10779" y="10713"/>
                  </a:lnTo>
                  <a:lnTo>
                    <a:pt x="9193" y="129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g3892"/>
            <p:cNvSpPr/>
            <p:nvPr/>
          </p:nvSpPr>
          <p:spPr>
            <a:xfrm>
              <a:off x="4470862" y="5427841"/>
              <a:ext cx="6681" cy="5543"/>
            </a:xfrm>
            <a:custGeom>
              <a:avLst/>
              <a:gdLst/>
              <a:ahLst/>
              <a:cxnLst/>
              <a:rect l="0" t="0" r="0" b="0"/>
              <a:pathLst>
                <a:path w="6681" h="5543">
                  <a:moveTo>
                    <a:pt x="0" y="5543"/>
                  </a:moveTo>
                  <a:lnTo>
                    <a:pt x="1002" y="3695"/>
                  </a:lnTo>
                  <a:lnTo>
                    <a:pt x="5178" y="0"/>
                  </a:lnTo>
                  <a:lnTo>
                    <a:pt x="6681" y="1435"/>
                  </a:lnTo>
                  <a:lnTo>
                    <a:pt x="6516" y="3283"/>
                  </a:lnTo>
                  <a:lnTo>
                    <a:pt x="2005" y="55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g3893"/>
            <p:cNvSpPr/>
            <p:nvPr/>
          </p:nvSpPr>
          <p:spPr>
            <a:xfrm>
              <a:off x="4490252" y="5415509"/>
              <a:ext cx="5348" cy="5550"/>
            </a:xfrm>
            <a:custGeom>
              <a:avLst/>
              <a:gdLst/>
              <a:ahLst/>
              <a:cxnLst/>
              <a:rect l="0" t="0" r="0" b="0"/>
              <a:pathLst>
                <a:path w="5348" h="5550">
                  <a:moveTo>
                    <a:pt x="0" y="5550"/>
                  </a:moveTo>
                  <a:lnTo>
                    <a:pt x="4175" y="0"/>
                  </a:lnTo>
                  <a:lnTo>
                    <a:pt x="5348" y="412"/>
                  </a:lnTo>
                  <a:lnTo>
                    <a:pt x="2842" y="493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g3894"/>
            <p:cNvSpPr/>
            <p:nvPr/>
          </p:nvSpPr>
          <p:spPr>
            <a:xfrm>
              <a:off x="4440275" y="5439132"/>
              <a:ext cx="21895" cy="8630"/>
            </a:xfrm>
            <a:custGeom>
              <a:avLst/>
              <a:gdLst/>
              <a:ahLst/>
              <a:cxnLst/>
              <a:rect l="0" t="0" r="0" b="0"/>
              <a:pathLst>
                <a:path w="21895" h="8630">
                  <a:moveTo>
                    <a:pt x="5012" y="8630"/>
                  </a:moveTo>
                  <a:lnTo>
                    <a:pt x="0" y="6369"/>
                  </a:lnTo>
                  <a:lnTo>
                    <a:pt x="5513" y="3289"/>
                  </a:lnTo>
                  <a:lnTo>
                    <a:pt x="21895" y="0"/>
                  </a:lnTo>
                  <a:lnTo>
                    <a:pt x="15709" y="4108"/>
                  </a:lnTo>
                  <a:lnTo>
                    <a:pt x="9860" y="555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g3895"/>
            <p:cNvSpPr/>
            <p:nvPr/>
          </p:nvSpPr>
          <p:spPr>
            <a:xfrm>
              <a:off x="4403522" y="4631229"/>
              <a:ext cx="6945" cy="31688"/>
            </a:xfrm>
            <a:custGeom>
              <a:avLst/>
              <a:gdLst/>
              <a:ahLst/>
              <a:cxnLst/>
              <a:rect l="0" t="0" r="0" b="0"/>
              <a:pathLst>
                <a:path w="6945" h="31688">
                  <a:moveTo>
                    <a:pt x="2237" y="31688"/>
                  </a:moveTo>
                  <a:lnTo>
                    <a:pt x="201" y="20467"/>
                  </a:lnTo>
                  <a:lnTo>
                    <a:pt x="0" y="9570"/>
                  </a:lnTo>
                  <a:lnTo>
                    <a:pt x="3565" y="3124"/>
                  </a:lnTo>
                  <a:lnTo>
                    <a:pt x="694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g3896"/>
            <p:cNvSpPr/>
            <p:nvPr/>
          </p:nvSpPr>
          <p:spPr>
            <a:xfrm>
              <a:off x="4387977" y="5448277"/>
              <a:ext cx="10567" cy="12891"/>
            </a:xfrm>
            <a:custGeom>
              <a:avLst/>
              <a:gdLst/>
              <a:ahLst/>
              <a:cxnLst/>
              <a:rect l="0" t="0" r="0" b="0"/>
              <a:pathLst>
                <a:path w="10567" h="12891">
                  <a:moveTo>
                    <a:pt x="0" y="12891"/>
                  </a:moveTo>
                  <a:lnTo>
                    <a:pt x="5529" y="7772"/>
                  </a:lnTo>
                  <a:lnTo>
                    <a:pt x="7322" y="0"/>
                  </a:lnTo>
                  <a:lnTo>
                    <a:pt x="10567" y="6070"/>
                  </a:lnTo>
                  <a:lnTo>
                    <a:pt x="10505" y="9754"/>
                  </a:lnTo>
                  <a:lnTo>
                    <a:pt x="6857" y="116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g3897"/>
            <p:cNvSpPr/>
            <p:nvPr/>
          </p:nvSpPr>
          <p:spPr>
            <a:xfrm>
              <a:off x="4514406" y="5037121"/>
              <a:ext cx="28195" cy="83983"/>
            </a:xfrm>
            <a:custGeom>
              <a:avLst/>
              <a:gdLst/>
              <a:ahLst/>
              <a:cxnLst/>
              <a:rect l="0" t="0" r="0" b="0"/>
              <a:pathLst>
                <a:path w="28195" h="83983">
                  <a:moveTo>
                    <a:pt x="28195" y="83983"/>
                  </a:moveTo>
                  <a:lnTo>
                    <a:pt x="18464" y="61770"/>
                  </a:lnTo>
                  <a:lnTo>
                    <a:pt x="6438" y="26938"/>
                  </a:lnTo>
                  <a:lnTo>
                    <a:pt x="0" y="0"/>
                  </a:lnTo>
                  <a:lnTo>
                    <a:pt x="4356" y="7283"/>
                  </a:lnTo>
                  <a:lnTo>
                    <a:pt x="8614" y="22359"/>
                  </a:lnTo>
                  <a:lnTo>
                    <a:pt x="26474" y="744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g3898"/>
            <p:cNvSpPr/>
            <p:nvPr/>
          </p:nvSpPr>
          <p:spPr>
            <a:xfrm>
              <a:off x="4368934" y="5462902"/>
              <a:ext cx="7699" cy="4470"/>
            </a:xfrm>
            <a:custGeom>
              <a:avLst/>
              <a:gdLst/>
              <a:ahLst/>
              <a:cxnLst/>
              <a:rect l="0" t="0" r="0" b="0"/>
              <a:pathLst>
                <a:path w="7699" h="4470">
                  <a:moveTo>
                    <a:pt x="232" y="4470"/>
                  </a:moveTo>
                  <a:lnTo>
                    <a:pt x="0" y="2457"/>
                  </a:lnTo>
                  <a:lnTo>
                    <a:pt x="4630" y="0"/>
                  </a:lnTo>
                  <a:lnTo>
                    <a:pt x="7699" y="165"/>
                  </a:lnTo>
                  <a:lnTo>
                    <a:pt x="7586" y="2889"/>
                  </a:lnTo>
                  <a:lnTo>
                    <a:pt x="2919" y="41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g3899"/>
            <p:cNvSpPr/>
            <p:nvPr/>
          </p:nvSpPr>
          <p:spPr>
            <a:xfrm>
              <a:off x="3614100" y="4789697"/>
              <a:ext cx="7508" cy="12059"/>
            </a:xfrm>
            <a:custGeom>
              <a:avLst/>
              <a:gdLst/>
              <a:ahLst/>
              <a:cxnLst/>
              <a:rect l="0" t="0" r="0" b="0"/>
              <a:pathLst>
                <a:path w="7508" h="12059">
                  <a:moveTo>
                    <a:pt x="0" y="12059"/>
                  </a:moveTo>
                  <a:lnTo>
                    <a:pt x="263" y="9462"/>
                  </a:lnTo>
                  <a:lnTo>
                    <a:pt x="4490" y="2648"/>
                  </a:lnTo>
                  <a:lnTo>
                    <a:pt x="7508" y="0"/>
                  </a:lnTo>
                  <a:lnTo>
                    <a:pt x="5746" y="52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g3900"/>
            <p:cNvSpPr/>
            <p:nvPr/>
          </p:nvSpPr>
          <p:spPr>
            <a:xfrm>
              <a:off x="3637463" y="4723202"/>
              <a:ext cx="17435" cy="7734"/>
            </a:xfrm>
            <a:custGeom>
              <a:avLst/>
              <a:gdLst/>
              <a:ahLst/>
              <a:cxnLst/>
              <a:rect l="0" t="0" r="0" b="0"/>
              <a:pathLst>
                <a:path w="17435" h="7734">
                  <a:moveTo>
                    <a:pt x="16107" y="7734"/>
                  </a:moveTo>
                  <a:lnTo>
                    <a:pt x="6733" y="5029"/>
                  </a:lnTo>
                  <a:lnTo>
                    <a:pt x="1033" y="2514"/>
                  </a:lnTo>
                  <a:lnTo>
                    <a:pt x="0" y="0"/>
                  </a:lnTo>
                  <a:lnTo>
                    <a:pt x="15756" y="4565"/>
                  </a:lnTo>
                  <a:lnTo>
                    <a:pt x="17435" y="62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g3901"/>
            <p:cNvSpPr/>
            <p:nvPr/>
          </p:nvSpPr>
          <p:spPr>
            <a:xfrm>
              <a:off x="3680495" y="4721970"/>
              <a:ext cx="25921" cy="5569"/>
            </a:xfrm>
            <a:custGeom>
              <a:avLst/>
              <a:gdLst/>
              <a:ahLst/>
              <a:cxnLst/>
              <a:rect l="0" t="0" r="0" b="0"/>
              <a:pathLst>
                <a:path w="25921" h="5569">
                  <a:moveTo>
                    <a:pt x="16609" y="5569"/>
                  </a:moveTo>
                  <a:lnTo>
                    <a:pt x="2806" y="5308"/>
                  </a:lnTo>
                  <a:lnTo>
                    <a:pt x="0" y="4330"/>
                  </a:lnTo>
                  <a:lnTo>
                    <a:pt x="5539" y="2470"/>
                  </a:lnTo>
                  <a:lnTo>
                    <a:pt x="21895" y="0"/>
                  </a:lnTo>
                  <a:lnTo>
                    <a:pt x="25921" y="27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g3902"/>
            <p:cNvSpPr/>
            <p:nvPr/>
          </p:nvSpPr>
          <p:spPr>
            <a:xfrm>
              <a:off x="3571937" y="4735636"/>
              <a:ext cx="16650" cy="17044"/>
            </a:xfrm>
            <a:custGeom>
              <a:avLst/>
              <a:gdLst/>
              <a:ahLst/>
              <a:cxnLst/>
              <a:rect l="0" t="0" r="0" b="0"/>
              <a:pathLst>
                <a:path w="16650" h="17044">
                  <a:moveTo>
                    <a:pt x="12862" y="17044"/>
                  </a:moveTo>
                  <a:lnTo>
                    <a:pt x="7679" y="14034"/>
                  </a:lnTo>
                  <a:lnTo>
                    <a:pt x="0" y="13761"/>
                  </a:lnTo>
                  <a:lnTo>
                    <a:pt x="3379" y="11697"/>
                  </a:lnTo>
                  <a:lnTo>
                    <a:pt x="5751" y="9684"/>
                  </a:lnTo>
                  <a:lnTo>
                    <a:pt x="6935" y="7518"/>
                  </a:lnTo>
                  <a:lnTo>
                    <a:pt x="16650" y="0"/>
                  </a:lnTo>
                  <a:lnTo>
                    <a:pt x="13896" y="5518"/>
                  </a:lnTo>
                  <a:lnTo>
                    <a:pt x="12490" y="10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g3903"/>
            <p:cNvSpPr/>
            <p:nvPr/>
          </p:nvSpPr>
          <p:spPr>
            <a:xfrm>
              <a:off x="3622219" y="4750191"/>
              <a:ext cx="5746" cy="36527"/>
            </a:xfrm>
            <a:custGeom>
              <a:avLst/>
              <a:gdLst/>
              <a:ahLst/>
              <a:cxnLst/>
              <a:rect l="0" t="0" r="0" b="0"/>
              <a:pathLst>
                <a:path w="5746" h="36527">
                  <a:moveTo>
                    <a:pt x="1188" y="36527"/>
                  </a:moveTo>
                  <a:lnTo>
                    <a:pt x="4118" y="16695"/>
                  </a:lnTo>
                  <a:lnTo>
                    <a:pt x="0" y="0"/>
                  </a:lnTo>
                  <a:lnTo>
                    <a:pt x="4340" y="7328"/>
                  </a:lnTo>
                  <a:lnTo>
                    <a:pt x="5746" y="16047"/>
                  </a:lnTo>
                  <a:lnTo>
                    <a:pt x="4175" y="323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g3904"/>
            <p:cNvSpPr/>
            <p:nvPr/>
          </p:nvSpPr>
          <p:spPr>
            <a:xfrm>
              <a:off x="4019115" y="4792371"/>
              <a:ext cx="40173" cy="16358"/>
            </a:xfrm>
            <a:custGeom>
              <a:avLst/>
              <a:gdLst/>
              <a:ahLst/>
              <a:cxnLst/>
              <a:rect l="0" t="0" r="0" b="0"/>
              <a:pathLst>
                <a:path w="40173" h="16358">
                  <a:moveTo>
                    <a:pt x="11482" y="16358"/>
                  </a:moveTo>
                  <a:lnTo>
                    <a:pt x="0" y="12954"/>
                  </a:lnTo>
                  <a:lnTo>
                    <a:pt x="7136" y="12307"/>
                  </a:lnTo>
                  <a:lnTo>
                    <a:pt x="12299" y="13685"/>
                  </a:lnTo>
                  <a:lnTo>
                    <a:pt x="25373" y="6991"/>
                  </a:lnTo>
                  <a:lnTo>
                    <a:pt x="32231" y="1924"/>
                  </a:lnTo>
                  <a:lnTo>
                    <a:pt x="40173" y="0"/>
                  </a:lnTo>
                  <a:lnTo>
                    <a:pt x="22102" y="116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g3905"/>
            <p:cNvSpPr/>
            <p:nvPr/>
          </p:nvSpPr>
          <p:spPr>
            <a:xfrm>
              <a:off x="5756262" y="2903466"/>
              <a:ext cx="8449" cy="10395"/>
            </a:xfrm>
            <a:custGeom>
              <a:avLst/>
              <a:gdLst/>
              <a:ahLst/>
              <a:cxnLst/>
              <a:rect l="0" t="0" r="0" b="0"/>
              <a:pathLst>
                <a:path w="8449" h="10395">
                  <a:moveTo>
                    <a:pt x="4428" y="10395"/>
                  </a:moveTo>
                  <a:lnTo>
                    <a:pt x="139" y="9563"/>
                  </a:lnTo>
                  <a:lnTo>
                    <a:pt x="0" y="3149"/>
                  </a:lnTo>
                  <a:lnTo>
                    <a:pt x="1297" y="971"/>
                  </a:lnTo>
                  <a:lnTo>
                    <a:pt x="2780" y="0"/>
                  </a:lnTo>
                  <a:lnTo>
                    <a:pt x="4981" y="1803"/>
                  </a:lnTo>
                  <a:lnTo>
                    <a:pt x="8449" y="7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g3906"/>
            <p:cNvSpPr/>
            <p:nvPr/>
          </p:nvSpPr>
          <p:spPr>
            <a:xfrm>
              <a:off x="2232276" y="4782381"/>
              <a:ext cx="513697" cy="755524"/>
            </a:xfrm>
            <a:custGeom>
              <a:avLst/>
              <a:gdLst/>
              <a:ahLst/>
              <a:cxnLst/>
              <a:rect l="0" t="0" r="0" b="0"/>
              <a:pathLst>
                <a:path w="513697" h="755524">
                  <a:moveTo>
                    <a:pt x="961" y="1759"/>
                  </a:moveTo>
                  <a:lnTo>
                    <a:pt x="26210" y="3480"/>
                  </a:lnTo>
                  <a:lnTo>
                    <a:pt x="41104" y="2895"/>
                  </a:lnTo>
                  <a:lnTo>
                    <a:pt x="45646" y="0"/>
                  </a:lnTo>
                  <a:lnTo>
                    <a:pt x="48008" y="152"/>
                  </a:lnTo>
                  <a:lnTo>
                    <a:pt x="48194" y="3340"/>
                  </a:lnTo>
                  <a:lnTo>
                    <a:pt x="51935" y="4692"/>
                  </a:lnTo>
                  <a:lnTo>
                    <a:pt x="59227" y="4210"/>
                  </a:lnTo>
                  <a:lnTo>
                    <a:pt x="65578" y="8668"/>
                  </a:lnTo>
                  <a:lnTo>
                    <a:pt x="73712" y="22778"/>
                  </a:lnTo>
                  <a:lnTo>
                    <a:pt x="101747" y="45379"/>
                  </a:lnTo>
                  <a:lnTo>
                    <a:pt x="104108" y="53133"/>
                  </a:lnTo>
                  <a:lnTo>
                    <a:pt x="113865" y="64316"/>
                  </a:lnTo>
                  <a:lnTo>
                    <a:pt x="131807" y="81507"/>
                  </a:lnTo>
                  <a:lnTo>
                    <a:pt x="141962" y="96329"/>
                  </a:lnTo>
                  <a:lnTo>
                    <a:pt x="144324" y="108782"/>
                  </a:lnTo>
                  <a:lnTo>
                    <a:pt x="153491" y="128481"/>
                  </a:lnTo>
                  <a:lnTo>
                    <a:pt x="169449" y="155419"/>
                  </a:lnTo>
                  <a:lnTo>
                    <a:pt x="176560" y="169942"/>
                  </a:lnTo>
                  <a:lnTo>
                    <a:pt x="174824" y="172038"/>
                  </a:lnTo>
                  <a:lnTo>
                    <a:pt x="176079" y="179620"/>
                  </a:lnTo>
                  <a:lnTo>
                    <a:pt x="180338" y="192683"/>
                  </a:lnTo>
                  <a:lnTo>
                    <a:pt x="188249" y="203745"/>
                  </a:lnTo>
                  <a:lnTo>
                    <a:pt x="199820" y="212807"/>
                  </a:lnTo>
                  <a:lnTo>
                    <a:pt x="211520" y="229077"/>
                  </a:lnTo>
                  <a:lnTo>
                    <a:pt x="223349" y="252561"/>
                  </a:lnTo>
                  <a:lnTo>
                    <a:pt x="237679" y="270425"/>
                  </a:lnTo>
                  <a:lnTo>
                    <a:pt x="254500" y="282655"/>
                  </a:lnTo>
                  <a:lnTo>
                    <a:pt x="264024" y="294042"/>
                  </a:lnTo>
                  <a:lnTo>
                    <a:pt x="266251" y="304571"/>
                  </a:lnTo>
                  <a:lnTo>
                    <a:pt x="266086" y="313588"/>
                  </a:lnTo>
                  <a:lnTo>
                    <a:pt x="263522" y="321094"/>
                  </a:lnTo>
                  <a:lnTo>
                    <a:pt x="264608" y="328226"/>
                  </a:lnTo>
                  <a:lnTo>
                    <a:pt x="269336" y="334964"/>
                  </a:lnTo>
                  <a:lnTo>
                    <a:pt x="270912" y="343232"/>
                  </a:lnTo>
                  <a:lnTo>
                    <a:pt x="269062" y="354732"/>
                  </a:lnTo>
                  <a:lnTo>
                    <a:pt x="269191" y="357990"/>
                  </a:lnTo>
                  <a:lnTo>
                    <a:pt x="270561" y="360587"/>
                  </a:lnTo>
                  <a:lnTo>
                    <a:pt x="285496" y="380350"/>
                  </a:lnTo>
                  <a:lnTo>
                    <a:pt x="293170" y="396321"/>
                  </a:lnTo>
                  <a:lnTo>
                    <a:pt x="299262" y="421811"/>
                  </a:lnTo>
                  <a:lnTo>
                    <a:pt x="299293" y="422040"/>
                  </a:lnTo>
                  <a:lnTo>
                    <a:pt x="306099" y="437287"/>
                  </a:lnTo>
                  <a:lnTo>
                    <a:pt x="315887" y="443523"/>
                  </a:lnTo>
                  <a:lnTo>
                    <a:pt x="330925" y="445829"/>
                  </a:lnTo>
                  <a:lnTo>
                    <a:pt x="342351" y="451138"/>
                  </a:lnTo>
                  <a:lnTo>
                    <a:pt x="350165" y="459457"/>
                  </a:lnTo>
                  <a:lnTo>
                    <a:pt x="360019" y="464480"/>
                  </a:lnTo>
                  <a:lnTo>
                    <a:pt x="371916" y="466207"/>
                  </a:lnTo>
                  <a:lnTo>
                    <a:pt x="383321" y="471694"/>
                  </a:lnTo>
                  <a:lnTo>
                    <a:pt x="394230" y="480953"/>
                  </a:lnTo>
                  <a:lnTo>
                    <a:pt x="414575" y="487030"/>
                  </a:lnTo>
                  <a:lnTo>
                    <a:pt x="444357" y="489945"/>
                  </a:lnTo>
                  <a:lnTo>
                    <a:pt x="467022" y="497470"/>
                  </a:lnTo>
                  <a:lnTo>
                    <a:pt x="482577" y="509612"/>
                  </a:lnTo>
                  <a:lnTo>
                    <a:pt x="489419" y="512082"/>
                  </a:lnTo>
                  <a:lnTo>
                    <a:pt x="491269" y="512254"/>
                  </a:lnTo>
                  <a:lnTo>
                    <a:pt x="492158" y="510399"/>
                  </a:lnTo>
                  <a:lnTo>
                    <a:pt x="493331" y="506964"/>
                  </a:lnTo>
                  <a:lnTo>
                    <a:pt x="499352" y="503008"/>
                  </a:lnTo>
                  <a:lnTo>
                    <a:pt x="513697" y="500423"/>
                  </a:lnTo>
                  <a:lnTo>
                    <a:pt x="511770" y="527285"/>
                  </a:lnTo>
                  <a:lnTo>
                    <a:pt x="505372" y="549327"/>
                  </a:lnTo>
                  <a:lnTo>
                    <a:pt x="484293" y="595152"/>
                  </a:lnTo>
                  <a:lnTo>
                    <a:pt x="475508" y="623576"/>
                  </a:lnTo>
                  <a:lnTo>
                    <a:pt x="458511" y="704804"/>
                  </a:lnTo>
                  <a:lnTo>
                    <a:pt x="453534" y="755524"/>
                  </a:lnTo>
                  <a:lnTo>
                    <a:pt x="0" y="755524"/>
                  </a:lnTo>
                  <a:lnTo>
                    <a:pt x="0" y="15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g3907"/>
            <p:cNvSpPr/>
            <p:nvPr/>
          </p:nvSpPr>
          <p:spPr>
            <a:xfrm>
              <a:off x="4006075" y="2540116"/>
              <a:ext cx="1519164" cy="699069"/>
            </a:xfrm>
            <a:custGeom>
              <a:avLst/>
              <a:gdLst/>
              <a:ahLst/>
              <a:cxnLst/>
              <a:rect l="0" t="0" r="0" b="0"/>
              <a:pathLst>
                <a:path w="1519164" h="699069">
                  <a:moveTo>
                    <a:pt x="1509975" y="5632"/>
                  </a:moveTo>
                  <a:lnTo>
                    <a:pt x="1494849" y="16263"/>
                  </a:lnTo>
                  <a:lnTo>
                    <a:pt x="1478746" y="33041"/>
                  </a:lnTo>
                  <a:lnTo>
                    <a:pt x="1440965" y="45729"/>
                  </a:lnTo>
                  <a:lnTo>
                    <a:pt x="1426940" y="48955"/>
                  </a:lnTo>
                  <a:lnTo>
                    <a:pt x="1413994" y="47234"/>
                  </a:lnTo>
                  <a:lnTo>
                    <a:pt x="1398238" y="57559"/>
                  </a:lnTo>
                  <a:lnTo>
                    <a:pt x="1379593" y="63872"/>
                  </a:lnTo>
                  <a:lnTo>
                    <a:pt x="1374089" y="73474"/>
                  </a:lnTo>
                  <a:lnTo>
                    <a:pt x="1329270" y="99193"/>
                  </a:lnTo>
                  <a:lnTo>
                    <a:pt x="1312066" y="102431"/>
                  </a:lnTo>
                  <a:lnTo>
                    <a:pt x="1297426" y="109283"/>
                  </a:lnTo>
                  <a:lnTo>
                    <a:pt x="1293095" y="120917"/>
                  </a:lnTo>
                  <a:lnTo>
                    <a:pt x="1280026" y="127934"/>
                  </a:lnTo>
                  <a:lnTo>
                    <a:pt x="1276399" y="133307"/>
                  </a:lnTo>
                  <a:lnTo>
                    <a:pt x="1265407" y="149583"/>
                  </a:lnTo>
                  <a:lnTo>
                    <a:pt x="1244974" y="170603"/>
                  </a:lnTo>
                  <a:lnTo>
                    <a:pt x="1220075" y="174121"/>
                  </a:lnTo>
                  <a:lnTo>
                    <a:pt x="1210975" y="181436"/>
                  </a:lnTo>
                  <a:lnTo>
                    <a:pt x="1200438" y="193242"/>
                  </a:lnTo>
                  <a:lnTo>
                    <a:pt x="1185576" y="201345"/>
                  </a:lnTo>
                  <a:lnTo>
                    <a:pt x="1156233" y="197547"/>
                  </a:lnTo>
                  <a:lnTo>
                    <a:pt x="1163370" y="202513"/>
                  </a:lnTo>
                  <a:lnTo>
                    <a:pt x="1189622" y="210255"/>
                  </a:lnTo>
                  <a:lnTo>
                    <a:pt x="1192351" y="221730"/>
                  </a:lnTo>
                  <a:lnTo>
                    <a:pt x="1179199" y="224473"/>
                  </a:lnTo>
                  <a:lnTo>
                    <a:pt x="1151660" y="239771"/>
                  </a:lnTo>
                  <a:lnTo>
                    <a:pt x="1114556" y="266113"/>
                  </a:lnTo>
                  <a:lnTo>
                    <a:pt x="1108887" y="266735"/>
                  </a:lnTo>
                  <a:lnTo>
                    <a:pt x="1098918" y="266106"/>
                  </a:lnTo>
                  <a:lnTo>
                    <a:pt x="1084154" y="270501"/>
                  </a:lnTo>
                  <a:lnTo>
                    <a:pt x="1064759" y="279702"/>
                  </a:lnTo>
                  <a:lnTo>
                    <a:pt x="1041277" y="296232"/>
                  </a:lnTo>
                  <a:lnTo>
                    <a:pt x="999930" y="332023"/>
                  </a:lnTo>
                  <a:lnTo>
                    <a:pt x="997031" y="335802"/>
                  </a:lnTo>
                  <a:lnTo>
                    <a:pt x="991042" y="342438"/>
                  </a:lnTo>
                  <a:lnTo>
                    <a:pt x="975771" y="349512"/>
                  </a:lnTo>
                  <a:lnTo>
                    <a:pt x="961911" y="357139"/>
                  </a:lnTo>
                  <a:lnTo>
                    <a:pt x="958248" y="365166"/>
                  </a:lnTo>
                  <a:lnTo>
                    <a:pt x="951607" y="368824"/>
                  </a:lnTo>
                  <a:lnTo>
                    <a:pt x="928740" y="389177"/>
                  </a:lnTo>
                  <a:lnTo>
                    <a:pt x="915877" y="406513"/>
                  </a:lnTo>
                  <a:lnTo>
                    <a:pt x="904198" y="424656"/>
                  </a:lnTo>
                  <a:lnTo>
                    <a:pt x="891129" y="444946"/>
                  </a:lnTo>
                  <a:lnTo>
                    <a:pt x="864314" y="445200"/>
                  </a:lnTo>
                  <a:lnTo>
                    <a:pt x="843850" y="445117"/>
                  </a:lnTo>
                  <a:lnTo>
                    <a:pt x="808942" y="444971"/>
                  </a:lnTo>
                  <a:lnTo>
                    <a:pt x="779020" y="444851"/>
                  </a:lnTo>
                  <a:lnTo>
                    <a:pt x="743508" y="444705"/>
                  </a:lnTo>
                  <a:lnTo>
                    <a:pt x="717742" y="444597"/>
                  </a:lnTo>
                  <a:lnTo>
                    <a:pt x="689996" y="445448"/>
                  </a:lnTo>
                  <a:lnTo>
                    <a:pt x="676751" y="450858"/>
                  </a:lnTo>
                  <a:lnTo>
                    <a:pt x="660142" y="458167"/>
                  </a:lnTo>
                  <a:lnTo>
                    <a:pt x="642215" y="466048"/>
                  </a:lnTo>
                  <a:lnTo>
                    <a:pt x="651615" y="483626"/>
                  </a:lnTo>
                  <a:lnTo>
                    <a:pt x="654137" y="490561"/>
                  </a:lnTo>
                  <a:lnTo>
                    <a:pt x="653414" y="512927"/>
                  </a:lnTo>
                  <a:lnTo>
                    <a:pt x="655326" y="515372"/>
                  </a:lnTo>
                  <a:lnTo>
                    <a:pt x="657331" y="518693"/>
                  </a:lnTo>
                  <a:lnTo>
                    <a:pt x="657636" y="524472"/>
                  </a:lnTo>
                  <a:lnTo>
                    <a:pt x="659171" y="527114"/>
                  </a:lnTo>
                  <a:lnTo>
                    <a:pt x="662442" y="529247"/>
                  </a:lnTo>
                  <a:lnTo>
                    <a:pt x="666121" y="531756"/>
                  </a:lnTo>
                  <a:lnTo>
                    <a:pt x="668783" y="535153"/>
                  </a:lnTo>
                  <a:lnTo>
                    <a:pt x="669392" y="538544"/>
                  </a:lnTo>
                  <a:lnTo>
                    <a:pt x="666834" y="544450"/>
                  </a:lnTo>
                  <a:lnTo>
                    <a:pt x="656520" y="552433"/>
                  </a:lnTo>
                  <a:lnTo>
                    <a:pt x="642019" y="559431"/>
                  </a:lnTo>
                  <a:lnTo>
                    <a:pt x="613178" y="572055"/>
                  </a:lnTo>
                  <a:lnTo>
                    <a:pt x="579758" y="586687"/>
                  </a:lnTo>
                  <a:lnTo>
                    <a:pt x="550788" y="599368"/>
                  </a:lnTo>
                  <a:lnTo>
                    <a:pt x="528370" y="609180"/>
                  </a:lnTo>
                  <a:lnTo>
                    <a:pt x="482326" y="617797"/>
                  </a:lnTo>
                  <a:lnTo>
                    <a:pt x="445749" y="624637"/>
                  </a:lnTo>
                  <a:lnTo>
                    <a:pt x="419352" y="629577"/>
                  </a:lnTo>
                  <a:lnTo>
                    <a:pt x="395043" y="643326"/>
                  </a:lnTo>
                  <a:lnTo>
                    <a:pt x="368202" y="658497"/>
                  </a:lnTo>
                  <a:lnTo>
                    <a:pt x="345634" y="671255"/>
                  </a:lnTo>
                  <a:lnTo>
                    <a:pt x="320323" y="685562"/>
                  </a:lnTo>
                  <a:lnTo>
                    <a:pt x="296432" y="699069"/>
                  </a:lnTo>
                  <a:lnTo>
                    <a:pt x="269870" y="699025"/>
                  </a:lnTo>
                  <a:lnTo>
                    <a:pt x="251225" y="688902"/>
                  </a:lnTo>
                  <a:lnTo>
                    <a:pt x="233893" y="678507"/>
                  </a:lnTo>
                  <a:lnTo>
                    <a:pt x="222043" y="659919"/>
                  </a:lnTo>
                  <a:lnTo>
                    <a:pt x="221227" y="638322"/>
                  </a:lnTo>
                  <a:lnTo>
                    <a:pt x="225474" y="624179"/>
                  </a:lnTo>
                  <a:lnTo>
                    <a:pt x="229324" y="617727"/>
                  </a:lnTo>
                  <a:lnTo>
                    <a:pt x="236673" y="613638"/>
                  </a:lnTo>
                  <a:lnTo>
                    <a:pt x="251060" y="606684"/>
                  </a:lnTo>
                  <a:lnTo>
                    <a:pt x="264139" y="592605"/>
                  </a:lnTo>
                  <a:lnTo>
                    <a:pt x="274625" y="584204"/>
                  </a:lnTo>
                  <a:lnTo>
                    <a:pt x="285187" y="575535"/>
                  </a:lnTo>
                  <a:lnTo>
                    <a:pt x="291218" y="560606"/>
                  </a:lnTo>
                  <a:lnTo>
                    <a:pt x="298742" y="524465"/>
                  </a:lnTo>
                  <a:lnTo>
                    <a:pt x="299698" y="517277"/>
                  </a:lnTo>
                  <a:lnTo>
                    <a:pt x="310644" y="492491"/>
                  </a:lnTo>
                  <a:lnTo>
                    <a:pt x="322752" y="465070"/>
                  </a:lnTo>
                  <a:lnTo>
                    <a:pt x="328312" y="452477"/>
                  </a:lnTo>
                  <a:lnTo>
                    <a:pt x="322095" y="419792"/>
                  </a:lnTo>
                  <a:lnTo>
                    <a:pt x="317419" y="394676"/>
                  </a:lnTo>
                  <a:lnTo>
                    <a:pt x="313135" y="371669"/>
                  </a:lnTo>
                  <a:lnTo>
                    <a:pt x="308313" y="345746"/>
                  </a:lnTo>
                  <a:lnTo>
                    <a:pt x="303926" y="322148"/>
                  </a:lnTo>
                  <a:lnTo>
                    <a:pt x="299786" y="299916"/>
                  </a:lnTo>
                  <a:lnTo>
                    <a:pt x="295637" y="277600"/>
                  </a:lnTo>
                  <a:lnTo>
                    <a:pt x="291564" y="255723"/>
                  </a:lnTo>
                  <a:lnTo>
                    <a:pt x="288371" y="240032"/>
                  </a:lnTo>
                  <a:lnTo>
                    <a:pt x="284578" y="221438"/>
                  </a:lnTo>
                  <a:lnTo>
                    <a:pt x="262424" y="208388"/>
                  </a:lnTo>
                  <a:lnTo>
                    <a:pt x="245603" y="199249"/>
                  </a:lnTo>
                  <a:lnTo>
                    <a:pt x="218090" y="184320"/>
                  </a:lnTo>
                  <a:lnTo>
                    <a:pt x="195016" y="171797"/>
                  </a:lnTo>
                  <a:lnTo>
                    <a:pt x="174340" y="160340"/>
                  </a:lnTo>
                  <a:lnTo>
                    <a:pt x="187378" y="137250"/>
                  </a:lnTo>
                  <a:lnTo>
                    <a:pt x="186251" y="133472"/>
                  </a:lnTo>
                  <a:lnTo>
                    <a:pt x="181528" y="128925"/>
                  </a:lnTo>
                  <a:lnTo>
                    <a:pt x="171875" y="121362"/>
                  </a:lnTo>
                  <a:lnTo>
                    <a:pt x="166232" y="120593"/>
                  </a:lnTo>
                  <a:lnTo>
                    <a:pt x="156294" y="122372"/>
                  </a:lnTo>
                  <a:lnTo>
                    <a:pt x="140434" y="127077"/>
                  </a:lnTo>
                  <a:lnTo>
                    <a:pt x="133582" y="125515"/>
                  </a:lnTo>
                  <a:lnTo>
                    <a:pt x="128140" y="117437"/>
                  </a:lnTo>
                  <a:lnTo>
                    <a:pt x="121877" y="107099"/>
                  </a:lnTo>
                  <a:lnTo>
                    <a:pt x="119825" y="99021"/>
                  </a:lnTo>
                  <a:lnTo>
                    <a:pt x="119040" y="88333"/>
                  </a:lnTo>
                  <a:lnTo>
                    <a:pt x="115304" y="78713"/>
                  </a:lnTo>
                  <a:lnTo>
                    <a:pt x="117671" y="73664"/>
                  </a:lnTo>
                  <a:lnTo>
                    <a:pt x="118192" y="71149"/>
                  </a:lnTo>
                  <a:lnTo>
                    <a:pt x="117981" y="67987"/>
                  </a:lnTo>
                  <a:lnTo>
                    <a:pt x="115412" y="65967"/>
                  </a:lnTo>
                  <a:lnTo>
                    <a:pt x="110890" y="65085"/>
                  </a:lnTo>
                  <a:lnTo>
                    <a:pt x="95594" y="69123"/>
                  </a:lnTo>
                  <a:lnTo>
                    <a:pt x="88716" y="69498"/>
                  </a:lnTo>
                  <a:lnTo>
                    <a:pt x="84613" y="71772"/>
                  </a:lnTo>
                  <a:lnTo>
                    <a:pt x="78148" y="76490"/>
                  </a:lnTo>
                  <a:lnTo>
                    <a:pt x="71776" y="77074"/>
                  </a:lnTo>
                  <a:lnTo>
                    <a:pt x="60769" y="65904"/>
                  </a:lnTo>
                  <a:lnTo>
                    <a:pt x="48743" y="53673"/>
                  </a:lnTo>
                  <a:lnTo>
                    <a:pt x="43700" y="36825"/>
                  </a:lnTo>
                  <a:lnTo>
                    <a:pt x="38522" y="19521"/>
                  </a:lnTo>
                  <a:lnTo>
                    <a:pt x="17980" y="9112"/>
                  </a:lnTo>
                  <a:lnTo>
                    <a:pt x="0" y="0"/>
                  </a:lnTo>
                  <a:lnTo>
                    <a:pt x="151916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g3908"/>
            <p:cNvSpPr/>
            <p:nvPr/>
          </p:nvSpPr>
          <p:spPr>
            <a:xfrm>
              <a:off x="5851209" y="2540116"/>
              <a:ext cx="296962" cy="257863"/>
            </a:xfrm>
            <a:custGeom>
              <a:avLst/>
              <a:gdLst/>
              <a:ahLst/>
              <a:cxnLst/>
              <a:rect l="0" t="0" r="0" b="0"/>
              <a:pathLst>
                <a:path w="296962" h="257863">
                  <a:moveTo>
                    <a:pt x="67195" y="242946"/>
                  </a:moveTo>
                  <a:lnTo>
                    <a:pt x="62725" y="241575"/>
                  </a:lnTo>
                  <a:lnTo>
                    <a:pt x="58875" y="240501"/>
                  </a:lnTo>
                  <a:lnTo>
                    <a:pt x="56643" y="242330"/>
                  </a:lnTo>
                  <a:lnTo>
                    <a:pt x="54529" y="244775"/>
                  </a:lnTo>
                  <a:lnTo>
                    <a:pt x="51924" y="246611"/>
                  </a:lnTo>
                  <a:lnTo>
                    <a:pt x="46457" y="244013"/>
                  </a:lnTo>
                  <a:lnTo>
                    <a:pt x="42979" y="239282"/>
                  </a:lnTo>
                  <a:lnTo>
                    <a:pt x="37393" y="234405"/>
                  </a:lnTo>
                  <a:lnTo>
                    <a:pt x="35279" y="230735"/>
                  </a:lnTo>
                  <a:lnTo>
                    <a:pt x="36401" y="226467"/>
                  </a:lnTo>
                  <a:lnTo>
                    <a:pt x="38881" y="222346"/>
                  </a:lnTo>
                  <a:lnTo>
                    <a:pt x="40002" y="217462"/>
                  </a:lnTo>
                  <a:lnTo>
                    <a:pt x="37269" y="211829"/>
                  </a:lnTo>
                  <a:lnTo>
                    <a:pt x="34783" y="208623"/>
                  </a:lnTo>
                  <a:lnTo>
                    <a:pt x="33047" y="204958"/>
                  </a:lnTo>
                  <a:lnTo>
                    <a:pt x="33667" y="201453"/>
                  </a:lnTo>
                  <a:lnTo>
                    <a:pt x="37145" y="199770"/>
                  </a:lnTo>
                  <a:lnTo>
                    <a:pt x="40375" y="197630"/>
                  </a:lnTo>
                  <a:lnTo>
                    <a:pt x="41491" y="193058"/>
                  </a:lnTo>
                  <a:lnTo>
                    <a:pt x="39501" y="188174"/>
                  </a:lnTo>
                  <a:lnTo>
                    <a:pt x="33791" y="186187"/>
                  </a:lnTo>
                  <a:lnTo>
                    <a:pt x="29073" y="186949"/>
                  </a:lnTo>
                  <a:lnTo>
                    <a:pt x="22241" y="185882"/>
                  </a:lnTo>
                  <a:lnTo>
                    <a:pt x="15663" y="182834"/>
                  </a:lnTo>
                  <a:lnTo>
                    <a:pt x="11316" y="179322"/>
                  </a:lnTo>
                  <a:lnTo>
                    <a:pt x="7963" y="177334"/>
                  </a:lnTo>
                  <a:lnTo>
                    <a:pt x="5353" y="177334"/>
                  </a:lnTo>
                  <a:lnTo>
                    <a:pt x="2247" y="175353"/>
                  </a:lnTo>
                  <a:lnTo>
                    <a:pt x="387" y="171993"/>
                  </a:lnTo>
                  <a:lnTo>
                    <a:pt x="635" y="166500"/>
                  </a:lnTo>
                  <a:lnTo>
                    <a:pt x="1503" y="163147"/>
                  </a:lnTo>
                  <a:lnTo>
                    <a:pt x="3239" y="160245"/>
                  </a:lnTo>
                  <a:lnTo>
                    <a:pt x="3363" y="157038"/>
                  </a:lnTo>
                  <a:lnTo>
                    <a:pt x="2619" y="154746"/>
                  </a:lnTo>
                  <a:lnTo>
                    <a:pt x="2500" y="152923"/>
                  </a:lnTo>
                  <a:lnTo>
                    <a:pt x="2991" y="150631"/>
                  </a:lnTo>
                  <a:lnTo>
                    <a:pt x="4113" y="146052"/>
                  </a:lnTo>
                  <a:lnTo>
                    <a:pt x="2247" y="142699"/>
                  </a:lnTo>
                  <a:lnTo>
                    <a:pt x="2056" y="131078"/>
                  </a:lnTo>
                  <a:lnTo>
                    <a:pt x="1689" y="109334"/>
                  </a:lnTo>
                  <a:lnTo>
                    <a:pt x="1415" y="92677"/>
                  </a:lnTo>
                  <a:lnTo>
                    <a:pt x="1069" y="71740"/>
                  </a:lnTo>
                  <a:lnTo>
                    <a:pt x="867" y="56493"/>
                  </a:lnTo>
                  <a:lnTo>
                    <a:pt x="588" y="35130"/>
                  </a:lnTo>
                  <a:lnTo>
                    <a:pt x="325" y="14859"/>
                  </a:lnTo>
                  <a:lnTo>
                    <a:pt x="0" y="0"/>
                  </a:lnTo>
                  <a:lnTo>
                    <a:pt x="276472" y="0"/>
                  </a:lnTo>
                  <a:lnTo>
                    <a:pt x="276633" y="57"/>
                  </a:lnTo>
                  <a:lnTo>
                    <a:pt x="276810" y="0"/>
                  </a:lnTo>
                  <a:lnTo>
                    <a:pt x="296962" y="0"/>
                  </a:lnTo>
                  <a:lnTo>
                    <a:pt x="296962" y="192012"/>
                  </a:lnTo>
                  <a:lnTo>
                    <a:pt x="290901" y="195833"/>
                  </a:lnTo>
                  <a:lnTo>
                    <a:pt x="267083" y="205085"/>
                  </a:lnTo>
                  <a:lnTo>
                    <a:pt x="239280" y="222746"/>
                  </a:lnTo>
                  <a:lnTo>
                    <a:pt x="203354" y="237625"/>
                  </a:lnTo>
                  <a:lnTo>
                    <a:pt x="195825" y="237682"/>
                  </a:lnTo>
                  <a:lnTo>
                    <a:pt x="179510" y="225438"/>
                  </a:lnTo>
                  <a:lnTo>
                    <a:pt x="184073" y="219863"/>
                  </a:lnTo>
                  <a:lnTo>
                    <a:pt x="188316" y="212306"/>
                  </a:lnTo>
                  <a:lnTo>
                    <a:pt x="184260" y="214484"/>
                  </a:lnTo>
                  <a:lnTo>
                    <a:pt x="181629" y="217761"/>
                  </a:lnTo>
                  <a:lnTo>
                    <a:pt x="171790" y="223019"/>
                  </a:lnTo>
                  <a:lnTo>
                    <a:pt x="179769" y="233199"/>
                  </a:lnTo>
                  <a:lnTo>
                    <a:pt x="175914" y="237015"/>
                  </a:lnTo>
                  <a:lnTo>
                    <a:pt x="164503" y="242032"/>
                  </a:lnTo>
                  <a:lnTo>
                    <a:pt x="153878" y="249290"/>
                  </a:lnTo>
                  <a:lnTo>
                    <a:pt x="144577" y="254142"/>
                  </a:lnTo>
                  <a:lnTo>
                    <a:pt x="137052" y="247970"/>
                  </a:lnTo>
                  <a:lnTo>
                    <a:pt x="116283" y="255768"/>
                  </a:lnTo>
                  <a:lnTo>
                    <a:pt x="98791" y="257863"/>
                  </a:lnTo>
                  <a:lnTo>
                    <a:pt x="95008" y="253913"/>
                  </a:lnTo>
                  <a:lnTo>
                    <a:pt x="93897" y="247677"/>
                  </a:lnTo>
                  <a:lnTo>
                    <a:pt x="87773" y="246172"/>
                  </a:lnTo>
                  <a:lnTo>
                    <a:pt x="76394" y="247893"/>
                  </a:lnTo>
                  <a:lnTo>
                    <a:pt x="72079" y="2445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g3909"/>
            <p:cNvSpPr/>
            <p:nvPr/>
          </p:nvSpPr>
          <p:spPr>
            <a:xfrm>
              <a:off x="5120632" y="2540116"/>
              <a:ext cx="534180" cy="266113"/>
            </a:xfrm>
            <a:custGeom>
              <a:avLst/>
              <a:gdLst/>
              <a:ahLst/>
              <a:cxnLst/>
              <a:rect l="0" t="0" r="0" b="0"/>
              <a:pathLst>
                <a:path w="534180" h="266113">
                  <a:moveTo>
                    <a:pt x="528260" y="7169"/>
                  </a:moveTo>
                  <a:lnTo>
                    <a:pt x="511940" y="26932"/>
                  </a:lnTo>
                  <a:lnTo>
                    <a:pt x="497548" y="44357"/>
                  </a:lnTo>
                  <a:lnTo>
                    <a:pt x="494318" y="62240"/>
                  </a:lnTo>
                  <a:lnTo>
                    <a:pt x="491254" y="79195"/>
                  </a:lnTo>
                  <a:lnTo>
                    <a:pt x="479347" y="92099"/>
                  </a:lnTo>
                  <a:lnTo>
                    <a:pt x="472087" y="103930"/>
                  </a:lnTo>
                  <a:lnTo>
                    <a:pt x="468847" y="117050"/>
                  </a:lnTo>
                  <a:lnTo>
                    <a:pt x="466139" y="129097"/>
                  </a:lnTo>
                  <a:lnTo>
                    <a:pt x="465932" y="139181"/>
                  </a:lnTo>
                  <a:lnTo>
                    <a:pt x="467973" y="144471"/>
                  </a:lnTo>
                  <a:lnTo>
                    <a:pt x="467012" y="148770"/>
                  </a:lnTo>
                  <a:lnTo>
                    <a:pt x="463074" y="153717"/>
                  </a:lnTo>
                  <a:lnTo>
                    <a:pt x="455199" y="162322"/>
                  </a:lnTo>
                  <a:lnTo>
                    <a:pt x="453798" y="170603"/>
                  </a:lnTo>
                  <a:lnTo>
                    <a:pt x="448982" y="174686"/>
                  </a:lnTo>
                  <a:lnTo>
                    <a:pt x="435246" y="182859"/>
                  </a:lnTo>
                  <a:lnTo>
                    <a:pt x="424042" y="194906"/>
                  </a:lnTo>
                  <a:lnTo>
                    <a:pt x="423495" y="201726"/>
                  </a:lnTo>
                  <a:lnTo>
                    <a:pt x="425112" y="207391"/>
                  </a:lnTo>
                  <a:lnTo>
                    <a:pt x="425360" y="210909"/>
                  </a:lnTo>
                  <a:lnTo>
                    <a:pt x="423122" y="213360"/>
                  </a:lnTo>
                  <a:lnTo>
                    <a:pt x="418637" y="213201"/>
                  </a:lnTo>
                  <a:lnTo>
                    <a:pt x="413784" y="213970"/>
                  </a:lnTo>
                  <a:lnTo>
                    <a:pt x="409697" y="218993"/>
                  </a:lnTo>
                  <a:lnTo>
                    <a:pt x="409800" y="226207"/>
                  </a:lnTo>
                  <a:lnTo>
                    <a:pt x="406813" y="231408"/>
                  </a:lnTo>
                  <a:lnTo>
                    <a:pt x="403325" y="232481"/>
                  </a:lnTo>
                  <a:lnTo>
                    <a:pt x="400338" y="228804"/>
                  </a:lnTo>
                  <a:lnTo>
                    <a:pt x="396746" y="223292"/>
                  </a:lnTo>
                  <a:lnTo>
                    <a:pt x="392540" y="222752"/>
                  </a:lnTo>
                  <a:lnTo>
                    <a:pt x="386153" y="226410"/>
                  </a:lnTo>
                  <a:lnTo>
                    <a:pt x="378277" y="232430"/>
                  </a:lnTo>
                  <a:lnTo>
                    <a:pt x="371192" y="232754"/>
                  </a:lnTo>
                  <a:lnTo>
                    <a:pt x="357890" y="228887"/>
                  </a:lnTo>
                  <a:lnTo>
                    <a:pt x="348180" y="240559"/>
                  </a:lnTo>
                  <a:lnTo>
                    <a:pt x="337757" y="265630"/>
                  </a:lnTo>
                  <a:lnTo>
                    <a:pt x="293717" y="265693"/>
                  </a:lnTo>
                  <a:lnTo>
                    <a:pt x="249678" y="265757"/>
                  </a:lnTo>
                  <a:lnTo>
                    <a:pt x="205634" y="265820"/>
                  </a:lnTo>
                  <a:lnTo>
                    <a:pt x="161594" y="265884"/>
                  </a:lnTo>
                  <a:lnTo>
                    <a:pt x="117555" y="265941"/>
                  </a:lnTo>
                  <a:lnTo>
                    <a:pt x="73516" y="266005"/>
                  </a:lnTo>
                  <a:lnTo>
                    <a:pt x="29476" y="266068"/>
                  </a:lnTo>
                  <a:lnTo>
                    <a:pt x="4831" y="266106"/>
                  </a:lnTo>
                  <a:lnTo>
                    <a:pt x="0" y="266113"/>
                  </a:lnTo>
                  <a:lnTo>
                    <a:pt x="15089" y="261204"/>
                  </a:lnTo>
                  <a:lnTo>
                    <a:pt x="46550" y="242127"/>
                  </a:lnTo>
                  <a:lnTo>
                    <a:pt x="69753" y="235218"/>
                  </a:lnTo>
                  <a:lnTo>
                    <a:pt x="99933" y="215182"/>
                  </a:lnTo>
                  <a:lnTo>
                    <a:pt x="121792" y="211328"/>
                  </a:lnTo>
                  <a:lnTo>
                    <a:pt x="125952" y="206921"/>
                  </a:lnTo>
                  <a:lnTo>
                    <a:pt x="129616" y="190302"/>
                  </a:lnTo>
                  <a:lnTo>
                    <a:pt x="131616" y="184377"/>
                  </a:lnTo>
                  <a:lnTo>
                    <a:pt x="141823" y="168056"/>
                  </a:lnTo>
                  <a:lnTo>
                    <a:pt x="154080" y="154289"/>
                  </a:lnTo>
                  <a:lnTo>
                    <a:pt x="163971" y="135250"/>
                  </a:lnTo>
                  <a:lnTo>
                    <a:pt x="181924" y="123083"/>
                  </a:lnTo>
                  <a:lnTo>
                    <a:pt x="209070" y="112909"/>
                  </a:lnTo>
                  <a:lnTo>
                    <a:pt x="234180" y="90689"/>
                  </a:lnTo>
                  <a:lnTo>
                    <a:pt x="247942" y="83914"/>
                  </a:lnTo>
                  <a:lnTo>
                    <a:pt x="261280" y="79062"/>
                  </a:lnTo>
                  <a:lnTo>
                    <a:pt x="266881" y="70032"/>
                  </a:lnTo>
                  <a:lnTo>
                    <a:pt x="275129" y="64869"/>
                  </a:lnTo>
                  <a:lnTo>
                    <a:pt x="297180" y="54372"/>
                  </a:lnTo>
                  <a:lnTo>
                    <a:pt x="321484" y="51533"/>
                  </a:lnTo>
                  <a:lnTo>
                    <a:pt x="346046" y="42820"/>
                  </a:lnTo>
                  <a:lnTo>
                    <a:pt x="364887" y="38203"/>
                  </a:lnTo>
                  <a:lnTo>
                    <a:pt x="376442" y="30030"/>
                  </a:lnTo>
                  <a:lnTo>
                    <a:pt x="393243" y="25725"/>
                  </a:lnTo>
                  <a:lnTo>
                    <a:pt x="443385" y="2273"/>
                  </a:lnTo>
                  <a:lnTo>
                    <a:pt x="446265" y="0"/>
                  </a:lnTo>
                  <a:lnTo>
                    <a:pt x="534180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g3910"/>
            <p:cNvSpPr/>
            <p:nvPr/>
          </p:nvSpPr>
          <p:spPr>
            <a:xfrm>
              <a:off x="6021903" y="2797057"/>
              <a:ext cx="126268" cy="202407"/>
            </a:xfrm>
            <a:custGeom>
              <a:avLst/>
              <a:gdLst/>
              <a:ahLst/>
              <a:cxnLst/>
              <a:rect l="0" t="0" r="0" b="0"/>
              <a:pathLst>
                <a:path w="126268" h="202407">
                  <a:moveTo>
                    <a:pt x="117079" y="175208"/>
                  </a:moveTo>
                  <a:lnTo>
                    <a:pt x="108057" y="174662"/>
                  </a:lnTo>
                  <a:lnTo>
                    <a:pt x="101406" y="175266"/>
                  </a:lnTo>
                  <a:lnTo>
                    <a:pt x="91386" y="182892"/>
                  </a:lnTo>
                  <a:lnTo>
                    <a:pt x="89830" y="198305"/>
                  </a:lnTo>
                  <a:lnTo>
                    <a:pt x="85406" y="196266"/>
                  </a:lnTo>
                  <a:lnTo>
                    <a:pt x="80916" y="196768"/>
                  </a:lnTo>
                  <a:lnTo>
                    <a:pt x="78595" y="201607"/>
                  </a:lnTo>
                  <a:lnTo>
                    <a:pt x="75288" y="202407"/>
                  </a:lnTo>
                  <a:lnTo>
                    <a:pt x="66529" y="197829"/>
                  </a:lnTo>
                  <a:lnTo>
                    <a:pt x="56214" y="200331"/>
                  </a:lnTo>
                  <a:lnTo>
                    <a:pt x="48147" y="196857"/>
                  </a:lnTo>
                  <a:lnTo>
                    <a:pt x="37863" y="174275"/>
                  </a:lnTo>
                  <a:lnTo>
                    <a:pt x="32401" y="166362"/>
                  </a:lnTo>
                  <a:lnTo>
                    <a:pt x="22717" y="163810"/>
                  </a:lnTo>
                  <a:lnTo>
                    <a:pt x="20205" y="168585"/>
                  </a:lnTo>
                  <a:lnTo>
                    <a:pt x="16448" y="173259"/>
                  </a:lnTo>
                  <a:lnTo>
                    <a:pt x="7126" y="163943"/>
                  </a:lnTo>
                  <a:lnTo>
                    <a:pt x="56" y="129365"/>
                  </a:lnTo>
                  <a:lnTo>
                    <a:pt x="0" y="121021"/>
                  </a:lnTo>
                  <a:lnTo>
                    <a:pt x="9896" y="91936"/>
                  </a:lnTo>
                  <a:lnTo>
                    <a:pt x="34401" y="65753"/>
                  </a:lnTo>
                  <a:lnTo>
                    <a:pt x="26577" y="64877"/>
                  </a:lnTo>
                  <a:lnTo>
                    <a:pt x="4940" y="83033"/>
                  </a:lnTo>
                  <a:lnTo>
                    <a:pt x="7172" y="78638"/>
                  </a:lnTo>
                  <a:lnTo>
                    <a:pt x="10841" y="74059"/>
                  </a:lnTo>
                  <a:lnTo>
                    <a:pt x="18138" y="66674"/>
                  </a:lnTo>
                  <a:lnTo>
                    <a:pt x="29213" y="59733"/>
                  </a:lnTo>
                  <a:lnTo>
                    <a:pt x="43961" y="55688"/>
                  </a:lnTo>
                  <a:lnTo>
                    <a:pt x="54106" y="55072"/>
                  </a:lnTo>
                  <a:lnTo>
                    <a:pt x="61098" y="51236"/>
                  </a:lnTo>
                  <a:lnTo>
                    <a:pt x="71231" y="44441"/>
                  </a:lnTo>
                  <a:lnTo>
                    <a:pt x="73112" y="40834"/>
                  </a:lnTo>
                  <a:lnTo>
                    <a:pt x="64126" y="44981"/>
                  </a:lnTo>
                  <a:lnTo>
                    <a:pt x="49196" y="49064"/>
                  </a:lnTo>
                  <a:lnTo>
                    <a:pt x="53026" y="43711"/>
                  </a:lnTo>
                  <a:lnTo>
                    <a:pt x="56762" y="40847"/>
                  </a:lnTo>
                  <a:lnTo>
                    <a:pt x="126268" y="0"/>
                  </a:lnTo>
                  <a:lnTo>
                    <a:pt x="126268" y="1681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g3911"/>
            <p:cNvSpPr/>
            <p:nvPr/>
          </p:nvSpPr>
          <p:spPr>
            <a:xfrm>
              <a:off x="6008033" y="2885799"/>
              <a:ext cx="12040" cy="17520"/>
            </a:xfrm>
            <a:custGeom>
              <a:avLst/>
              <a:gdLst/>
              <a:ahLst/>
              <a:cxnLst/>
              <a:rect l="0" t="0" r="0" b="0"/>
              <a:pathLst>
                <a:path w="12040" h="17520">
                  <a:moveTo>
                    <a:pt x="0" y="17520"/>
                  </a:moveTo>
                  <a:lnTo>
                    <a:pt x="1291" y="13062"/>
                  </a:lnTo>
                  <a:lnTo>
                    <a:pt x="7792" y="1695"/>
                  </a:lnTo>
                  <a:lnTo>
                    <a:pt x="12040" y="0"/>
                  </a:lnTo>
                  <a:lnTo>
                    <a:pt x="5327" y="129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g3912"/>
            <p:cNvSpPr/>
            <p:nvPr/>
          </p:nvSpPr>
          <p:spPr>
            <a:xfrm>
              <a:off x="5947395" y="2832043"/>
              <a:ext cx="16050" cy="22950"/>
            </a:xfrm>
            <a:custGeom>
              <a:avLst/>
              <a:gdLst/>
              <a:ahLst/>
              <a:cxnLst/>
              <a:rect l="0" t="0" r="0" b="0"/>
              <a:pathLst>
                <a:path w="16050" h="22950">
                  <a:moveTo>
                    <a:pt x="0" y="22950"/>
                  </a:moveTo>
                  <a:lnTo>
                    <a:pt x="5539" y="5391"/>
                  </a:lnTo>
                  <a:lnTo>
                    <a:pt x="10046" y="0"/>
                  </a:lnTo>
                  <a:lnTo>
                    <a:pt x="16050" y="1816"/>
                  </a:lnTo>
                  <a:lnTo>
                    <a:pt x="15208" y="12427"/>
                  </a:lnTo>
                  <a:lnTo>
                    <a:pt x="14242" y="1607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g3913"/>
            <p:cNvSpPr/>
            <p:nvPr/>
          </p:nvSpPr>
          <p:spPr>
            <a:xfrm>
              <a:off x="5199832" y="2715076"/>
              <a:ext cx="51274" cy="34247"/>
            </a:xfrm>
            <a:custGeom>
              <a:avLst/>
              <a:gdLst/>
              <a:ahLst/>
              <a:cxnLst/>
              <a:rect l="0" t="0" r="0" b="0"/>
              <a:pathLst>
                <a:path w="51274" h="34247">
                  <a:moveTo>
                    <a:pt x="33548" y="33244"/>
                  </a:moveTo>
                  <a:lnTo>
                    <a:pt x="19601" y="30837"/>
                  </a:lnTo>
                  <a:lnTo>
                    <a:pt x="4268" y="34177"/>
                  </a:lnTo>
                  <a:lnTo>
                    <a:pt x="0" y="34247"/>
                  </a:lnTo>
                  <a:lnTo>
                    <a:pt x="11389" y="24582"/>
                  </a:lnTo>
                  <a:lnTo>
                    <a:pt x="28903" y="18638"/>
                  </a:lnTo>
                  <a:lnTo>
                    <a:pt x="46364" y="463"/>
                  </a:lnTo>
                  <a:lnTo>
                    <a:pt x="51274" y="0"/>
                  </a:lnTo>
                  <a:lnTo>
                    <a:pt x="44628" y="20587"/>
                  </a:lnTo>
                  <a:lnTo>
                    <a:pt x="43274" y="27948"/>
                  </a:lnTo>
                  <a:lnTo>
                    <a:pt x="41703" y="306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g3914"/>
            <p:cNvSpPr/>
            <p:nvPr/>
          </p:nvSpPr>
          <p:spPr>
            <a:xfrm>
              <a:off x="5210715" y="2716409"/>
              <a:ext cx="30200" cy="16853"/>
            </a:xfrm>
            <a:custGeom>
              <a:avLst/>
              <a:gdLst/>
              <a:ahLst/>
              <a:cxnLst/>
              <a:rect l="0" t="0" r="0" b="0"/>
              <a:pathLst>
                <a:path w="30200" h="16853">
                  <a:moveTo>
                    <a:pt x="4423" y="16853"/>
                  </a:moveTo>
                  <a:lnTo>
                    <a:pt x="0" y="15723"/>
                  </a:lnTo>
                  <a:lnTo>
                    <a:pt x="14082" y="2946"/>
                  </a:lnTo>
                  <a:lnTo>
                    <a:pt x="30200" y="0"/>
                  </a:lnTo>
                  <a:lnTo>
                    <a:pt x="17187" y="1417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g3915"/>
            <p:cNvSpPr/>
            <p:nvPr/>
          </p:nvSpPr>
          <p:spPr>
            <a:xfrm>
              <a:off x="5500816" y="2547127"/>
              <a:ext cx="30784" cy="17069"/>
            </a:xfrm>
            <a:custGeom>
              <a:avLst/>
              <a:gdLst/>
              <a:ahLst/>
              <a:cxnLst/>
              <a:rect l="0" t="0" r="0" b="0"/>
              <a:pathLst>
                <a:path w="30784" h="17069">
                  <a:moveTo>
                    <a:pt x="0" y="17069"/>
                  </a:moveTo>
                  <a:lnTo>
                    <a:pt x="2294" y="12554"/>
                  </a:lnTo>
                  <a:lnTo>
                    <a:pt x="15430" y="4508"/>
                  </a:lnTo>
                  <a:lnTo>
                    <a:pt x="25084" y="0"/>
                  </a:lnTo>
                  <a:lnTo>
                    <a:pt x="30784" y="95"/>
                  </a:lnTo>
                  <a:lnTo>
                    <a:pt x="21502" y="9957"/>
                  </a:lnTo>
                  <a:lnTo>
                    <a:pt x="9622" y="160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g3916"/>
            <p:cNvSpPr/>
            <p:nvPr/>
          </p:nvSpPr>
          <p:spPr>
            <a:xfrm>
              <a:off x="4772327" y="5500509"/>
              <a:ext cx="49258" cy="37397"/>
            </a:xfrm>
            <a:custGeom>
              <a:avLst/>
              <a:gdLst/>
              <a:ahLst/>
              <a:cxnLst/>
              <a:rect l="0" t="0" r="0" b="0"/>
              <a:pathLst>
                <a:path w="49258" h="37397">
                  <a:moveTo>
                    <a:pt x="36380" y="7931"/>
                  </a:moveTo>
                  <a:lnTo>
                    <a:pt x="25890" y="16136"/>
                  </a:lnTo>
                  <a:lnTo>
                    <a:pt x="33512" y="21991"/>
                  </a:lnTo>
                  <a:lnTo>
                    <a:pt x="40695" y="9258"/>
                  </a:lnTo>
                  <a:lnTo>
                    <a:pt x="46395" y="19603"/>
                  </a:lnTo>
                  <a:lnTo>
                    <a:pt x="49258" y="37397"/>
                  </a:lnTo>
                  <a:lnTo>
                    <a:pt x="16879" y="37397"/>
                  </a:lnTo>
                  <a:lnTo>
                    <a:pt x="15627" y="32145"/>
                  </a:lnTo>
                  <a:lnTo>
                    <a:pt x="9084" y="25573"/>
                  </a:lnTo>
                  <a:lnTo>
                    <a:pt x="0" y="8807"/>
                  </a:lnTo>
                  <a:lnTo>
                    <a:pt x="5276" y="4483"/>
                  </a:lnTo>
                  <a:lnTo>
                    <a:pt x="12309" y="5924"/>
                  </a:lnTo>
                  <a:lnTo>
                    <a:pt x="15911" y="3905"/>
                  </a:lnTo>
                  <a:lnTo>
                    <a:pt x="25662" y="2292"/>
                  </a:lnTo>
                  <a:lnTo>
                    <a:pt x="31585" y="0"/>
                  </a:lnTo>
                  <a:lnTo>
                    <a:pt x="36215" y="495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g3917"/>
            <p:cNvSpPr/>
            <p:nvPr/>
          </p:nvSpPr>
          <p:spPr>
            <a:xfrm>
              <a:off x="4778270" y="5155530"/>
              <a:ext cx="95830" cy="135860"/>
            </a:xfrm>
            <a:custGeom>
              <a:avLst/>
              <a:gdLst/>
              <a:ahLst/>
              <a:cxnLst/>
              <a:rect l="0" t="0" r="0" b="0"/>
              <a:pathLst>
                <a:path w="95830" h="135860">
                  <a:moveTo>
                    <a:pt x="73800" y="135860"/>
                  </a:moveTo>
                  <a:lnTo>
                    <a:pt x="64612" y="122835"/>
                  </a:lnTo>
                  <a:lnTo>
                    <a:pt x="57211" y="119050"/>
                  </a:lnTo>
                  <a:lnTo>
                    <a:pt x="68772" y="109842"/>
                  </a:lnTo>
                  <a:lnTo>
                    <a:pt x="73764" y="101930"/>
                  </a:lnTo>
                  <a:lnTo>
                    <a:pt x="73660" y="84669"/>
                  </a:lnTo>
                  <a:lnTo>
                    <a:pt x="76482" y="75214"/>
                  </a:lnTo>
                  <a:lnTo>
                    <a:pt x="75526" y="67028"/>
                  </a:lnTo>
                  <a:lnTo>
                    <a:pt x="78073" y="58671"/>
                  </a:lnTo>
                  <a:lnTo>
                    <a:pt x="74627" y="49285"/>
                  </a:lnTo>
                  <a:lnTo>
                    <a:pt x="64963" y="41842"/>
                  </a:lnTo>
                  <a:lnTo>
                    <a:pt x="45842" y="12237"/>
                  </a:lnTo>
                  <a:lnTo>
                    <a:pt x="15637" y="5048"/>
                  </a:lnTo>
                  <a:lnTo>
                    <a:pt x="0" y="4750"/>
                  </a:lnTo>
                  <a:lnTo>
                    <a:pt x="8593" y="0"/>
                  </a:lnTo>
                  <a:lnTo>
                    <a:pt x="16531" y="577"/>
                  </a:lnTo>
                  <a:lnTo>
                    <a:pt x="28748" y="3403"/>
                  </a:lnTo>
                  <a:lnTo>
                    <a:pt x="43377" y="4769"/>
                  </a:lnTo>
                  <a:lnTo>
                    <a:pt x="52318" y="13481"/>
                  </a:lnTo>
                  <a:lnTo>
                    <a:pt x="60855" y="25033"/>
                  </a:lnTo>
                  <a:lnTo>
                    <a:pt x="68565" y="29707"/>
                  </a:lnTo>
                  <a:lnTo>
                    <a:pt x="71738" y="32679"/>
                  </a:lnTo>
                  <a:lnTo>
                    <a:pt x="71381" y="36032"/>
                  </a:lnTo>
                  <a:lnTo>
                    <a:pt x="72663" y="39181"/>
                  </a:lnTo>
                  <a:lnTo>
                    <a:pt x="82724" y="44586"/>
                  </a:lnTo>
                  <a:lnTo>
                    <a:pt x="92858" y="53311"/>
                  </a:lnTo>
                  <a:lnTo>
                    <a:pt x="95830" y="78897"/>
                  </a:lnTo>
                  <a:lnTo>
                    <a:pt x="82177" y="91007"/>
                  </a:lnTo>
                  <a:lnTo>
                    <a:pt x="79665" y="128055"/>
                  </a:lnTo>
                  <a:lnTo>
                    <a:pt x="76001" y="1347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g3918"/>
            <p:cNvSpPr/>
            <p:nvPr/>
          </p:nvSpPr>
          <p:spPr>
            <a:xfrm>
              <a:off x="4726246" y="5381534"/>
              <a:ext cx="74105" cy="118987"/>
            </a:xfrm>
            <a:custGeom>
              <a:avLst/>
              <a:gdLst/>
              <a:ahLst/>
              <a:cxnLst/>
              <a:rect l="0" t="0" r="0" b="0"/>
              <a:pathLst>
                <a:path w="74105" h="118987">
                  <a:moveTo>
                    <a:pt x="72947" y="80116"/>
                  </a:moveTo>
                  <a:lnTo>
                    <a:pt x="74105" y="91896"/>
                  </a:lnTo>
                  <a:lnTo>
                    <a:pt x="73035" y="96094"/>
                  </a:lnTo>
                  <a:lnTo>
                    <a:pt x="61583" y="103968"/>
                  </a:lnTo>
                  <a:lnTo>
                    <a:pt x="58643" y="108369"/>
                  </a:lnTo>
                  <a:lnTo>
                    <a:pt x="47847" y="112808"/>
                  </a:lnTo>
                  <a:lnTo>
                    <a:pt x="41315" y="118987"/>
                  </a:lnTo>
                  <a:lnTo>
                    <a:pt x="38044" y="108947"/>
                  </a:lnTo>
                  <a:lnTo>
                    <a:pt x="31703" y="102742"/>
                  </a:lnTo>
                  <a:lnTo>
                    <a:pt x="30639" y="92194"/>
                  </a:lnTo>
                  <a:lnTo>
                    <a:pt x="25792" y="95757"/>
                  </a:lnTo>
                  <a:lnTo>
                    <a:pt x="18805" y="93585"/>
                  </a:lnTo>
                  <a:lnTo>
                    <a:pt x="7281" y="85596"/>
                  </a:lnTo>
                  <a:lnTo>
                    <a:pt x="0" y="74750"/>
                  </a:lnTo>
                  <a:lnTo>
                    <a:pt x="10201" y="72870"/>
                  </a:lnTo>
                  <a:lnTo>
                    <a:pt x="12309" y="79608"/>
                  </a:lnTo>
                  <a:lnTo>
                    <a:pt x="20381" y="71340"/>
                  </a:lnTo>
                  <a:lnTo>
                    <a:pt x="18546" y="66983"/>
                  </a:lnTo>
                  <a:lnTo>
                    <a:pt x="17089" y="66425"/>
                  </a:lnTo>
                  <a:lnTo>
                    <a:pt x="14443" y="58321"/>
                  </a:lnTo>
                  <a:lnTo>
                    <a:pt x="26587" y="37098"/>
                  </a:lnTo>
                  <a:lnTo>
                    <a:pt x="29207" y="23407"/>
                  </a:lnTo>
                  <a:lnTo>
                    <a:pt x="23699" y="1441"/>
                  </a:lnTo>
                  <a:lnTo>
                    <a:pt x="28841" y="0"/>
                  </a:lnTo>
                  <a:lnTo>
                    <a:pt x="42545" y="7703"/>
                  </a:lnTo>
                  <a:lnTo>
                    <a:pt x="48685" y="15285"/>
                  </a:lnTo>
                  <a:lnTo>
                    <a:pt x="48886" y="25693"/>
                  </a:lnTo>
                  <a:lnTo>
                    <a:pt x="54648" y="33752"/>
                  </a:lnTo>
                  <a:lnTo>
                    <a:pt x="62989" y="53057"/>
                  </a:lnTo>
                  <a:lnTo>
                    <a:pt x="73180" y="64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g3919"/>
            <p:cNvSpPr/>
            <p:nvPr/>
          </p:nvSpPr>
          <p:spPr>
            <a:xfrm>
              <a:off x="4668001" y="5174016"/>
              <a:ext cx="112522" cy="38661"/>
            </a:xfrm>
            <a:custGeom>
              <a:avLst/>
              <a:gdLst/>
              <a:ahLst/>
              <a:cxnLst/>
              <a:rect l="0" t="0" r="0" b="0"/>
              <a:pathLst>
                <a:path w="112522" h="38661">
                  <a:moveTo>
                    <a:pt x="64973" y="13005"/>
                  </a:moveTo>
                  <a:lnTo>
                    <a:pt x="71841" y="12453"/>
                  </a:lnTo>
                  <a:lnTo>
                    <a:pt x="75960" y="9792"/>
                  </a:lnTo>
                  <a:lnTo>
                    <a:pt x="94931" y="10878"/>
                  </a:lnTo>
                  <a:lnTo>
                    <a:pt x="110248" y="6985"/>
                  </a:lnTo>
                  <a:lnTo>
                    <a:pt x="112522" y="13894"/>
                  </a:lnTo>
                  <a:lnTo>
                    <a:pt x="112134" y="17501"/>
                  </a:lnTo>
                  <a:lnTo>
                    <a:pt x="79562" y="20886"/>
                  </a:lnTo>
                  <a:lnTo>
                    <a:pt x="49682" y="31028"/>
                  </a:lnTo>
                  <a:lnTo>
                    <a:pt x="33305" y="37899"/>
                  </a:lnTo>
                  <a:lnTo>
                    <a:pt x="25611" y="38661"/>
                  </a:lnTo>
                  <a:lnTo>
                    <a:pt x="19730" y="35047"/>
                  </a:lnTo>
                  <a:lnTo>
                    <a:pt x="0" y="14104"/>
                  </a:lnTo>
                  <a:lnTo>
                    <a:pt x="5276" y="16193"/>
                  </a:lnTo>
                  <a:lnTo>
                    <a:pt x="19854" y="28030"/>
                  </a:lnTo>
                  <a:lnTo>
                    <a:pt x="28908" y="25871"/>
                  </a:lnTo>
                  <a:lnTo>
                    <a:pt x="37295" y="18047"/>
                  </a:lnTo>
                  <a:lnTo>
                    <a:pt x="38577" y="12135"/>
                  </a:lnTo>
                  <a:lnTo>
                    <a:pt x="37326" y="9335"/>
                  </a:lnTo>
                  <a:lnTo>
                    <a:pt x="41119" y="0"/>
                  </a:lnTo>
                  <a:lnTo>
                    <a:pt x="52152" y="896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g3920"/>
            <p:cNvSpPr/>
            <p:nvPr/>
          </p:nvSpPr>
          <p:spPr>
            <a:xfrm>
              <a:off x="4818681" y="5397055"/>
              <a:ext cx="30985" cy="11691"/>
            </a:xfrm>
            <a:custGeom>
              <a:avLst/>
              <a:gdLst/>
              <a:ahLst/>
              <a:cxnLst/>
              <a:rect l="0" t="0" r="0" b="0"/>
              <a:pathLst>
                <a:path w="30985" h="11691">
                  <a:moveTo>
                    <a:pt x="10733" y="11691"/>
                  </a:moveTo>
                  <a:lnTo>
                    <a:pt x="2191" y="9030"/>
                  </a:lnTo>
                  <a:lnTo>
                    <a:pt x="0" y="6890"/>
                  </a:lnTo>
                  <a:lnTo>
                    <a:pt x="3658" y="3295"/>
                  </a:lnTo>
                  <a:lnTo>
                    <a:pt x="11710" y="298"/>
                  </a:lnTo>
                  <a:lnTo>
                    <a:pt x="24639" y="0"/>
                  </a:lnTo>
                  <a:lnTo>
                    <a:pt x="30303" y="3543"/>
                  </a:lnTo>
                  <a:lnTo>
                    <a:pt x="30985" y="5093"/>
                  </a:lnTo>
                  <a:lnTo>
                    <a:pt x="22686" y="899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g3921"/>
            <p:cNvSpPr/>
            <p:nvPr/>
          </p:nvSpPr>
          <p:spPr>
            <a:xfrm>
              <a:off x="5137929" y="5521433"/>
              <a:ext cx="12277" cy="16472"/>
            </a:xfrm>
            <a:custGeom>
              <a:avLst/>
              <a:gdLst/>
              <a:ahLst/>
              <a:cxnLst/>
              <a:rect l="0" t="0" r="0" b="0"/>
              <a:pathLst>
                <a:path w="12277" h="16472">
                  <a:moveTo>
                    <a:pt x="7008" y="16472"/>
                  </a:moveTo>
                  <a:lnTo>
                    <a:pt x="0" y="16472"/>
                  </a:lnTo>
                  <a:lnTo>
                    <a:pt x="1962" y="2806"/>
                  </a:lnTo>
                  <a:lnTo>
                    <a:pt x="7771" y="0"/>
                  </a:lnTo>
                  <a:lnTo>
                    <a:pt x="10050" y="152"/>
                  </a:lnTo>
                  <a:lnTo>
                    <a:pt x="12277" y="762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g3922"/>
            <p:cNvSpPr/>
            <p:nvPr/>
          </p:nvSpPr>
          <p:spPr>
            <a:xfrm>
              <a:off x="4901365" y="5334383"/>
              <a:ext cx="70456" cy="119063"/>
            </a:xfrm>
            <a:custGeom>
              <a:avLst/>
              <a:gdLst/>
              <a:ahLst/>
              <a:cxnLst/>
              <a:rect l="0" t="0" r="0" b="0"/>
              <a:pathLst>
                <a:path w="70456" h="119063">
                  <a:moveTo>
                    <a:pt x="31373" y="24747"/>
                  </a:moveTo>
                  <a:lnTo>
                    <a:pt x="46235" y="30285"/>
                  </a:lnTo>
                  <a:lnTo>
                    <a:pt x="62302" y="48650"/>
                  </a:lnTo>
                  <a:lnTo>
                    <a:pt x="69221" y="55191"/>
                  </a:lnTo>
                  <a:lnTo>
                    <a:pt x="70456" y="61147"/>
                  </a:lnTo>
                  <a:lnTo>
                    <a:pt x="67748" y="88340"/>
                  </a:lnTo>
                  <a:lnTo>
                    <a:pt x="64136" y="104711"/>
                  </a:lnTo>
                  <a:lnTo>
                    <a:pt x="64679" y="119063"/>
                  </a:lnTo>
                  <a:lnTo>
                    <a:pt x="60906" y="114815"/>
                  </a:lnTo>
                  <a:lnTo>
                    <a:pt x="57093" y="105416"/>
                  </a:lnTo>
                  <a:lnTo>
                    <a:pt x="50840" y="100012"/>
                  </a:lnTo>
                  <a:lnTo>
                    <a:pt x="48757" y="97180"/>
                  </a:lnTo>
                  <a:lnTo>
                    <a:pt x="59997" y="96557"/>
                  </a:lnTo>
                  <a:lnTo>
                    <a:pt x="60994" y="81761"/>
                  </a:lnTo>
                  <a:lnTo>
                    <a:pt x="66477" y="70089"/>
                  </a:lnTo>
                  <a:lnTo>
                    <a:pt x="65645" y="57947"/>
                  </a:lnTo>
                  <a:lnTo>
                    <a:pt x="52529" y="44579"/>
                  </a:lnTo>
                  <a:lnTo>
                    <a:pt x="43538" y="32812"/>
                  </a:lnTo>
                  <a:lnTo>
                    <a:pt x="29714" y="29046"/>
                  </a:lnTo>
                  <a:lnTo>
                    <a:pt x="16929" y="17330"/>
                  </a:lnTo>
                  <a:lnTo>
                    <a:pt x="9301" y="15888"/>
                  </a:lnTo>
                  <a:lnTo>
                    <a:pt x="0" y="17952"/>
                  </a:lnTo>
                  <a:lnTo>
                    <a:pt x="3359" y="10967"/>
                  </a:lnTo>
                  <a:lnTo>
                    <a:pt x="5684" y="1727"/>
                  </a:lnTo>
                  <a:lnTo>
                    <a:pt x="7389" y="0"/>
                  </a:lnTo>
                  <a:lnTo>
                    <a:pt x="13952" y="100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g3923"/>
            <p:cNvSpPr/>
            <p:nvPr/>
          </p:nvSpPr>
          <p:spPr>
            <a:xfrm>
              <a:off x="5011081" y="5447191"/>
              <a:ext cx="46804" cy="72629"/>
            </a:xfrm>
            <a:custGeom>
              <a:avLst/>
              <a:gdLst/>
              <a:ahLst/>
              <a:cxnLst/>
              <a:rect l="0" t="0" r="0" b="0"/>
              <a:pathLst>
                <a:path w="46804" h="72629">
                  <a:moveTo>
                    <a:pt x="46804" y="71314"/>
                  </a:moveTo>
                  <a:lnTo>
                    <a:pt x="39713" y="69974"/>
                  </a:lnTo>
                  <a:lnTo>
                    <a:pt x="29249" y="72559"/>
                  </a:lnTo>
                  <a:lnTo>
                    <a:pt x="25482" y="72629"/>
                  </a:lnTo>
                  <a:lnTo>
                    <a:pt x="27828" y="68101"/>
                  </a:lnTo>
                  <a:lnTo>
                    <a:pt x="35094" y="61979"/>
                  </a:lnTo>
                  <a:lnTo>
                    <a:pt x="35460" y="56150"/>
                  </a:lnTo>
                  <a:lnTo>
                    <a:pt x="26469" y="47742"/>
                  </a:lnTo>
                  <a:lnTo>
                    <a:pt x="16004" y="26824"/>
                  </a:lnTo>
                  <a:lnTo>
                    <a:pt x="11105" y="21864"/>
                  </a:lnTo>
                  <a:lnTo>
                    <a:pt x="8779" y="14002"/>
                  </a:lnTo>
                  <a:lnTo>
                    <a:pt x="0" y="5569"/>
                  </a:lnTo>
                  <a:lnTo>
                    <a:pt x="1834" y="1060"/>
                  </a:lnTo>
                  <a:lnTo>
                    <a:pt x="3638" y="0"/>
                  </a:lnTo>
                  <a:lnTo>
                    <a:pt x="9575" y="2165"/>
                  </a:lnTo>
                  <a:lnTo>
                    <a:pt x="23022" y="32253"/>
                  </a:lnTo>
                  <a:lnTo>
                    <a:pt x="23900" y="35136"/>
                  </a:lnTo>
                  <a:lnTo>
                    <a:pt x="46101" y="647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t3924"/>
            <p:cNvSpPr/>
            <p:nvPr/>
          </p:nvSpPr>
          <p:spPr>
            <a:xfrm>
              <a:off x="5244939" y="3276309"/>
              <a:ext cx="63202" cy="63202"/>
            </a:xfrm>
            <a:prstGeom prst="ellipse">
              <a:avLst/>
            </a:prstGeom>
            <a:solidFill>
              <a:srgbClr val="3A63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t3925"/>
            <p:cNvSpPr/>
            <p:nvPr/>
          </p:nvSpPr>
          <p:spPr>
            <a:xfrm>
              <a:off x="3119545" y="4746129"/>
              <a:ext cx="63202" cy="63202"/>
            </a:xfrm>
            <a:prstGeom prst="ellipse">
              <a:avLst/>
            </a:prstGeom>
            <a:solidFill>
              <a:srgbClr val="3B70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t3926"/>
            <p:cNvSpPr/>
            <p:nvPr/>
          </p:nvSpPr>
          <p:spPr>
            <a:xfrm>
              <a:off x="4987953" y="3735383"/>
              <a:ext cx="63202" cy="63202"/>
            </a:xfrm>
            <a:prstGeom prst="ellipse">
              <a:avLst/>
            </a:prstGeom>
            <a:solidFill>
              <a:srgbClr val="3A5A9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t3927"/>
            <p:cNvSpPr/>
            <p:nvPr/>
          </p:nvSpPr>
          <p:spPr>
            <a:xfrm>
              <a:off x="3648675" y="4677487"/>
              <a:ext cx="63202" cy="63202"/>
            </a:xfrm>
            <a:prstGeom prst="ellipse">
              <a:avLst/>
            </a:prstGeom>
            <a:solidFill>
              <a:srgbClr val="3A7A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t3928"/>
            <p:cNvSpPr/>
            <p:nvPr/>
          </p:nvSpPr>
          <p:spPr>
            <a:xfrm>
              <a:off x="5067426" y="3545894"/>
              <a:ext cx="63202" cy="63202"/>
            </a:xfrm>
            <a:prstGeom prst="ellipse">
              <a:avLst/>
            </a:prstGeom>
            <a:solidFill>
              <a:srgbClr val="41A4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t3929"/>
            <p:cNvSpPr/>
            <p:nvPr/>
          </p:nvSpPr>
          <p:spPr>
            <a:xfrm>
              <a:off x="3468669" y="4800931"/>
              <a:ext cx="63202" cy="63202"/>
            </a:xfrm>
            <a:prstGeom prst="ellipse">
              <a:avLst/>
            </a:prstGeom>
            <a:solidFill>
              <a:srgbClr val="3690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t3930"/>
            <p:cNvSpPr/>
            <p:nvPr/>
          </p:nvSpPr>
          <p:spPr>
            <a:xfrm>
              <a:off x="5435217" y="3222656"/>
              <a:ext cx="63202" cy="63202"/>
            </a:xfrm>
            <a:prstGeom prst="ellipse">
              <a:avLst/>
            </a:prstGeom>
            <a:solidFill>
              <a:srgbClr val="3B3B6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t3931"/>
            <p:cNvSpPr/>
            <p:nvPr/>
          </p:nvSpPr>
          <p:spPr>
            <a:xfrm>
              <a:off x="4022168" y="4765547"/>
              <a:ext cx="63202" cy="63202"/>
            </a:xfrm>
            <a:prstGeom prst="ellipse">
              <a:avLst/>
            </a:prstGeom>
            <a:solidFill>
              <a:srgbClr val="3B508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t3932"/>
            <p:cNvSpPr/>
            <p:nvPr/>
          </p:nvSpPr>
          <p:spPr>
            <a:xfrm>
              <a:off x="4746871" y="4211118"/>
              <a:ext cx="63202" cy="63202"/>
            </a:xfrm>
            <a:prstGeom prst="ellipse">
              <a:avLst/>
            </a:prstGeom>
            <a:solidFill>
              <a:srgbClr val="3A79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t3933"/>
            <p:cNvSpPr/>
            <p:nvPr/>
          </p:nvSpPr>
          <p:spPr>
            <a:xfrm>
              <a:off x="4431462" y="4463619"/>
              <a:ext cx="63202" cy="63202"/>
            </a:xfrm>
            <a:prstGeom prst="ellipse">
              <a:avLst/>
            </a:prstGeom>
            <a:solidFill>
              <a:srgbClr val="3A7C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t3934"/>
            <p:cNvSpPr/>
            <p:nvPr/>
          </p:nvSpPr>
          <p:spPr>
            <a:xfrm>
              <a:off x="4539875" y="4368015"/>
              <a:ext cx="63202" cy="63202"/>
            </a:xfrm>
            <a:prstGeom prst="ellipse">
              <a:avLst/>
            </a:prstGeom>
            <a:solidFill>
              <a:srgbClr val="395C9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t3935"/>
            <p:cNvSpPr/>
            <p:nvPr/>
          </p:nvSpPr>
          <p:spPr>
            <a:xfrm>
              <a:off x="5003510" y="3498927"/>
              <a:ext cx="63202" cy="63202"/>
            </a:xfrm>
            <a:prstGeom prst="ellipse">
              <a:avLst/>
            </a:prstGeom>
            <a:solidFill>
              <a:srgbClr val="59C3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t3936"/>
            <p:cNvSpPr/>
            <p:nvPr/>
          </p:nvSpPr>
          <p:spPr>
            <a:xfrm>
              <a:off x="3976508" y="4766403"/>
              <a:ext cx="63202" cy="63202"/>
            </a:xfrm>
            <a:prstGeom prst="ellipse">
              <a:avLst/>
            </a:prstGeom>
            <a:solidFill>
              <a:srgbClr val="3B518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t3937"/>
            <p:cNvSpPr/>
            <p:nvPr/>
          </p:nvSpPr>
          <p:spPr>
            <a:xfrm>
              <a:off x="3523866" y="4772296"/>
              <a:ext cx="63202" cy="63202"/>
            </a:xfrm>
            <a:prstGeom prst="ellipse">
              <a:avLst/>
            </a:prstGeom>
            <a:solidFill>
              <a:srgbClr val="3C9F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t3938"/>
            <p:cNvSpPr/>
            <p:nvPr/>
          </p:nvSpPr>
          <p:spPr>
            <a:xfrm>
              <a:off x="4849017" y="3641698"/>
              <a:ext cx="63202" cy="63202"/>
            </a:xfrm>
            <a:prstGeom prst="ellipse">
              <a:avLst/>
            </a:prstGeom>
            <a:solidFill>
              <a:srgbClr val="59C3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t3939"/>
            <p:cNvSpPr/>
            <p:nvPr/>
          </p:nvSpPr>
          <p:spPr>
            <a:xfrm>
              <a:off x="4384774" y="4536931"/>
              <a:ext cx="63202" cy="63202"/>
            </a:xfrm>
            <a:prstGeom prst="ellipse">
              <a:avLst/>
            </a:prstGeom>
            <a:solidFill>
              <a:srgbClr val="3A569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t3940"/>
            <p:cNvSpPr/>
            <p:nvPr/>
          </p:nvSpPr>
          <p:spPr>
            <a:xfrm>
              <a:off x="3290018" y="4801454"/>
              <a:ext cx="63202" cy="63202"/>
            </a:xfrm>
            <a:prstGeom prst="ellipse">
              <a:avLst/>
            </a:prstGeom>
            <a:solidFill>
              <a:srgbClr val="399B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t3941"/>
            <p:cNvSpPr/>
            <p:nvPr/>
          </p:nvSpPr>
          <p:spPr>
            <a:xfrm>
              <a:off x="4628335" y="4267713"/>
              <a:ext cx="63202" cy="63202"/>
            </a:xfrm>
            <a:prstGeom prst="ellipse">
              <a:avLst/>
            </a:prstGeom>
            <a:solidFill>
              <a:srgbClr val="3C437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t3942"/>
            <p:cNvSpPr/>
            <p:nvPr/>
          </p:nvSpPr>
          <p:spPr>
            <a:xfrm>
              <a:off x="5596358" y="2927118"/>
              <a:ext cx="63202" cy="63202"/>
            </a:xfrm>
            <a:prstGeom prst="ellipse">
              <a:avLst/>
            </a:prstGeom>
            <a:solidFill>
              <a:srgbClr val="3A64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t3943"/>
            <p:cNvSpPr/>
            <p:nvPr/>
          </p:nvSpPr>
          <p:spPr>
            <a:xfrm>
              <a:off x="3056027" y="4753931"/>
              <a:ext cx="63202" cy="63202"/>
            </a:xfrm>
            <a:prstGeom prst="ellipse">
              <a:avLst/>
            </a:prstGeom>
            <a:solidFill>
              <a:srgbClr val="3A6A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t3944"/>
            <p:cNvSpPr/>
            <p:nvPr/>
          </p:nvSpPr>
          <p:spPr>
            <a:xfrm>
              <a:off x="6020203" y="2929573"/>
              <a:ext cx="63202" cy="63202"/>
            </a:xfrm>
            <a:prstGeom prst="ellipse">
              <a:avLst/>
            </a:prstGeom>
            <a:solidFill>
              <a:srgbClr val="3961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t3945"/>
            <p:cNvSpPr/>
            <p:nvPr/>
          </p:nvSpPr>
          <p:spPr>
            <a:xfrm>
              <a:off x="4391907" y="4541579"/>
              <a:ext cx="63202" cy="63202"/>
            </a:xfrm>
            <a:prstGeom prst="ellipse">
              <a:avLst/>
            </a:prstGeom>
            <a:solidFill>
              <a:srgbClr val="3B51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t3946"/>
            <p:cNvSpPr/>
            <p:nvPr/>
          </p:nvSpPr>
          <p:spPr>
            <a:xfrm>
              <a:off x="5498857" y="3067530"/>
              <a:ext cx="63202" cy="63202"/>
            </a:xfrm>
            <a:prstGeom prst="ellipse">
              <a:avLst/>
            </a:prstGeom>
            <a:solidFill>
              <a:srgbClr val="3A62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t3947"/>
            <p:cNvSpPr/>
            <p:nvPr/>
          </p:nvSpPr>
          <p:spPr>
            <a:xfrm>
              <a:off x="4420910" y="4467164"/>
              <a:ext cx="63202" cy="63202"/>
            </a:xfrm>
            <a:prstGeom prst="ellipse">
              <a:avLst/>
            </a:prstGeom>
            <a:solidFill>
              <a:srgbClr val="395E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t3948"/>
            <p:cNvSpPr/>
            <p:nvPr/>
          </p:nvSpPr>
          <p:spPr>
            <a:xfrm>
              <a:off x="2812052" y="4895874"/>
              <a:ext cx="63202" cy="63202"/>
            </a:xfrm>
            <a:prstGeom prst="ellipse">
              <a:avLst/>
            </a:prstGeom>
            <a:solidFill>
              <a:srgbClr val="3B70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t3949"/>
            <p:cNvSpPr/>
            <p:nvPr/>
          </p:nvSpPr>
          <p:spPr>
            <a:xfrm>
              <a:off x="4755148" y="4187507"/>
              <a:ext cx="63202" cy="63202"/>
            </a:xfrm>
            <a:prstGeom prst="ellipse">
              <a:avLst/>
            </a:prstGeom>
            <a:solidFill>
              <a:srgbClr val="3A57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t3950"/>
            <p:cNvSpPr/>
            <p:nvPr/>
          </p:nvSpPr>
          <p:spPr>
            <a:xfrm>
              <a:off x="2681487" y="4948042"/>
              <a:ext cx="117405" cy="117405"/>
            </a:xfrm>
            <a:prstGeom prst="ellipse">
              <a:avLst/>
            </a:prstGeom>
            <a:solidFill>
              <a:srgbClr val="3B559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t3951"/>
            <p:cNvSpPr/>
            <p:nvPr/>
          </p:nvSpPr>
          <p:spPr>
            <a:xfrm>
              <a:off x="3346108" y="4796518"/>
              <a:ext cx="117405" cy="117405"/>
            </a:xfrm>
            <a:prstGeom prst="ellipse">
              <a:avLst/>
            </a:prstGeom>
            <a:solidFill>
              <a:srgbClr val="379A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t3952"/>
            <p:cNvSpPr/>
            <p:nvPr/>
          </p:nvSpPr>
          <p:spPr>
            <a:xfrm>
              <a:off x="4349639" y="4641492"/>
              <a:ext cx="117405" cy="117405"/>
            </a:xfrm>
            <a:prstGeom prst="ellipse">
              <a:avLst/>
            </a:prstGeom>
            <a:solidFill>
              <a:srgbClr val="3A315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t3953"/>
            <p:cNvSpPr/>
            <p:nvPr/>
          </p:nvSpPr>
          <p:spPr>
            <a:xfrm>
              <a:off x="5463793" y="3001325"/>
              <a:ext cx="117405" cy="117405"/>
            </a:xfrm>
            <a:prstGeom prst="ellipse">
              <a:avLst/>
            </a:prstGeom>
            <a:solidFill>
              <a:srgbClr val="3A7B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t3954"/>
            <p:cNvSpPr/>
            <p:nvPr/>
          </p:nvSpPr>
          <p:spPr>
            <a:xfrm>
              <a:off x="5607920" y="2879905"/>
              <a:ext cx="117405" cy="117405"/>
            </a:xfrm>
            <a:prstGeom prst="ellipse">
              <a:avLst/>
            </a:prstGeom>
            <a:solidFill>
              <a:srgbClr val="3B3E7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l3955"/>
            <p:cNvSpPr/>
            <p:nvPr/>
          </p:nvSpPr>
          <p:spPr>
            <a:xfrm>
              <a:off x="2680600" y="4910675"/>
              <a:ext cx="52351" cy="84400"/>
            </a:xfrm>
            <a:custGeom>
              <a:avLst/>
              <a:gdLst/>
              <a:ahLst/>
              <a:cxnLst/>
              <a:rect l="0" t="0" r="0" b="0"/>
              <a:pathLst>
                <a:path w="52351" h="84400">
                  <a:moveTo>
                    <a:pt x="0" y="0"/>
                  </a:moveTo>
                  <a:lnTo>
                    <a:pt x="52351" y="8440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l3956"/>
            <p:cNvSpPr/>
            <p:nvPr/>
          </p:nvSpPr>
          <p:spPr>
            <a:xfrm>
              <a:off x="3343696" y="4761345"/>
              <a:ext cx="53589" cy="82317"/>
            </a:xfrm>
            <a:custGeom>
              <a:avLst/>
              <a:gdLst/>
              <a:ahLst/>
              <a:cxnLst/>
              <a:rect l="0" t="0" r="0" b="0"/>
              <a:pathLst>
                <a:path w="53589" h="82317">
                  <a:moveTo>
                    <a:pt x="0" y="0"/>
                  </a:moveTo>
                  <a:lnTo>
                    <a:pt x="53589" y="82317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l3957"/>
            <p:cNvSpPr/>
            <p:nvPr/>
          </p:nvSpPr>
          <p:spPr>
            <a:xfrm>
              <a:off x="4346214" y="4609207"/>
              <a:ext cx="54313" cy="79544"/>
            </a:xfrm>
            <a:custGeom>
              <a:avLst/>
              <a:gdLst/>
              <a:ahLst/>
              <a:cxnLst/>
              <a:rect l="0" t="0" r="0" b="0"/>
              <a:pathLst>
                <a:path w="54313" h="79544">
                  <a:moveTo>
                    <a:pt x="0" y="0"/>
                  </a:moveTo>
                  <a:lnTo>
                    <a:pt x="54313" y="7954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l3958"/>
            <p:cNvSpPr/>
            <p:nvPr/>
          </p:nvSpPr>
          <p:spPr>
            <a:xfrm>
              <a:off x="5338927" y="3050956"/>
              <a:ext cx="166900" cy="8248"/>
            </a:xfrm>
            <a:custGeom>
              <a:avLst/>
              <a:gdLst/>
              <a:ahLst/>
              <a:cxnLst/>
              <a:rect l="0" t="0" r="0" b="0"/>
              <a:pathLst>
                <a:path w="166900" h="8248">
                  <a:moveTo>
                    <a:pt x="0" y="0"/>
                  </a:moveTo>
                  <a:lnTo>
                    <a:pt x="166900" y="8248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l3959"/>
            <p:cNvSpPr/>
            <p:nvPr/>
          </p:nvSpPr>
          <p:spPr>
            <a:xfrm>
              <a:off x="5576231" y="2863582"/>
              <a:ext cx="78991" cy="65563"/>
            </a:xfrm>
            <a:custGeom>
              <a:avLst/>
              <a:gdLst/>
              <a:ahLst/>
              <a:cxnLst/>
              <a:rect l="0" t="0" r="0" b="0"/>
              <a:pathLst>
                <a:path w="78991" h="65563">
                  <a:moveTo>
                    <a:pt x="0" y="0"/>
                  </a:moveTo>
                  <a:lnTo>
                    <a:pt x="78991" y="6556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g3960"/>
            <p:cNvSpPr/>
            <p:nvPr/>
          </p:nvSpPr>
          <p:spPr>
            <a:xfrm>
              <a:off x="2122085" y="4761972"/>
              <a:ext cx="558515" cy="191932"/>
            </a:xfrm>
            <a:custGeom>
              <a:avLst/>
              <a:gdLst/>
              <a:ahLst/>
              <a:cxnLst/>
              <a:rect l="0" t="0" r="0" b="0"/>
              <a:pathLst>
                <a:path w="558515" h="191932">
                  <a:moveTo>
                    <a:pt x="27431" y="191932"/>
                  </a:moveTo>
                  <a:lnTo>
                    <a:pt x="531083" y="191932"/>
                  </a:lnTo>
                  <a:lnTo>
                    <a:pt x="529978" y="191910"/>
                  </a:lnTo>
                  <a:lnTo>
                    <a:pt x="534390" y="191732"/>
                  </a:lnTo>
                  <a:lnTo>
                    <a:pt x="538715" y="190849"/>
                  </a:lnTo>
                  <a:lnTo>
                    <a:pt x="542843" y="189284"/>
                  </a:lnTo>
                  <a:lnTo>
                    <a:pt x="546666" y="187076"/>
                  </a:lnTo>
                  <a:lnTo>
                    <a:pt x="550086" y="184284"/>
                  </a:lnTo>
                  <a:lnTo>
                    <a:pt x="553013" y="180980"/>
                  </a:lnTo>
                  <a:lnTo>
                    <a:pt x="555373" y="177248"/>
                  </a:lnTo>
                  <a:lnTo>
                    <a:pt x="557103" y="173187"/>
                  </a:lnTo>
                  <a:lnTo>
                    <a:pt x="558160" y="168900"/>
                  </a:lnTo>
                  <a:lnTo>
                    <a:pt x="558515" y="164500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tx3961"/>
            <p:cNvSpPr/>
            <p:nvPr/>
          </p:nvSpPr>
          <p:spPr>
            <a:xfrm>
              <a:off x="2167805" y="4807692"/>
              <a:ext cx="46707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W1_TX</a:t>
              </a:r>
            </a:p>
          </p:txBody>
        </p:sp>
        <p:sp>
          <p:nvSpPr>
            <p:cNvPr id="3962" name="pg3962"/>
            <p:cNvSpPr/>
            <p:nvPr/>
          </p:nvSpPr>
          <p:spPr>
            <a:xfrm>
              <a:off x="2792861" y="4612614"/>
              <a:ext cx="550834" cy="191932"/>
            </a:xfrm>
            <a:custGeom>
              <a:avLst/>
              <a:gdLst/>
              <a:ahLst/>
              <a:cxnLst/>
              <a:rect l="0" t="0" r="0" b="0"/>
              <a:pathLst>
                <a:path w="550834" h="191932">
                  <a:moveTo>
                    <a:pt x="27432" y="191932"/>
                  </a:moveTo>
                  <a:lnTo>
                    <a:pt x="523402" y="191932"/>
                  </a:lnTo>
                  <a:lnTo>
                    <a:pt x="522297" y="191910"/>
                  </a:lnTo>
                  <a:lnTo>
                    <a:pt x="526709" y="191732"/>
                  </a:lnTo>
                  <a:lnTo>
                    <a:pt x="531034" y="190849"/>
                  </a:lnTo>
                  <a:lnTo>
                    <a:pt x="535162" y="189284"/>
                  </a:lnTo>
                  <a:lnTo>
                    <a:pt x="538985" y="187076"/>
                  </a:lnTo>
                  <a:lnTo>
                    <a:pt x="542405" y="184284"/>
                  </a:lnTo>
                  <a:lnTo>
                    <a:pt x="545332" y="180980"/>
                  </a:lnTo>
                  <a:lnTo>
                    <a:pt x="547692" y="177248"/>
                  </a:lnTo>
                  <a:lnTo>
                    <a:pt x="549422" y="173187"/>
                  </a:lnTo>
                  <a:lnTo>
                    <a:pt x="550479" y="168900"/>
                  </a:lnTo>
                  <a:lnTo>
                    <a:pt x="550834" y="164500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tx3963"/>
            <p:cNvSpPr/>
            <p:nvPr/>
          </p:nvSpPr>
          <p:spPr>
            <a:xfrm>
              <a:off x="2838581" y="4658334"/>
              <a:ext cx="459394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W2_LA</a:t>
              </a:r>
            </a:p>
          </p:txBody>
        </p:sp>
        <p:sp>
          <p:nvSpPr>
            <p:cNvPr id="3964" name="pg3964"/>
            <p:cNvSpPr/>
            <p:nvPr/>
          </p:nvSpPr>
          <p:spPr>
            <a:xfrm>
              <a:off x="3803244" y="4460260"/>
              <a:ext cx="542970" cy="191932"/>
            </a:xfrm>
            <a:custGeom>
              <a:avLst/>
              <a:gdLst/>
              <a:ahLst/>
              <a:cxnLst/>
              <a:rect l="0" t="0" r="0" b="0"/>
              <a:pathLst>
                <a:path w="542970" h="191932">
                  <a:moveTo>
                    <a:pt x="27431" y="191932"/>
                  </a:moveTo>
                  <a:lnTo>
                    <a:pt x="515538" y="191932"/>
                  </a:lnTo>
                  <a:lnTo>
                    <a:pt x="514434" y="191910"/>
                  </a:lnTo>
                  <a:lnTo>
                    <a:pt x="518845" y="191732"/>
                  </a:lnTo>
                  <a:lnTo>
                    <a:pt x="523170" y="190849"/>
                  </a:lnTo>
                  <a:lnTo>
                    <a:pt x="527298" y="189284"/>
                  </a:lnTo>
                  <a:lnTo>
                    <a:pt x="531121" y="187076"/>
                  </a:lnTo>
                  <a:lnTo>
                    <a:pt x="534541" y="184284"/>
                  </a:lnTo>
                  <a:lnTo>
                    <a:pt x="537469" y="180980"/>
                  </a:lnTo>
                  <a:lnTo>
                    <a:pt x="539828" y="177248"/>
                  </a:lnTo>
                  <a:lnTo>
                    <a:pt x="541558" y="173187"/>
                  </a:lnTo>
                  <a:lnTo>
                    <a:pt x="542615" y="168900"/>
                  </a:lnTo>
                  <a:lnTo>
                    <a:pt x="542970" y="164500"/>
                  </a:lnTo>
                  <a:lnTo>
                    <a:pt x="542970" y="27432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tx3965"/>
            <p:cNvSpPr/>
            <p:nvPr/>
          </p:nvSpPr>
          <p:spPr>
            <a:xfrm>
              <a:off x="3848964" y="4505980"/>
              <a:ext cx="451530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W3_FL</a:t>
              </a:r>
            </a:p>
          </p:txBody>
        </p:sp>
        <p:sp>
          <p:nvSpPr>
            <p:cNvPr id="3966" name="pg3966"/>
            <p:cNvSpPr/>
            <p:nvPr/>
          </p:nvSpPr>
          <p:spPr>
            <a:xfrm>
              <a:off x="4757186" y="2954971"/>
              <a:ext cx="581741" cy="191932"/>
            </a:xfrm>
            <a:custGeom>
              <a:avLst/>
              <a:gdLst/>
              <a:ahLst/>
              <a:cxnLst/>
              <a:rect l="0" t="0" r="0" b="0"/>
              <a:pathLst>
                <a:path w="581741" h="191932">
                  <a:moveTo>
                    <a:pt x="27431" y="191932"/>
                  </a:moveTo>
                  <a:lnTo>
                    <a:pt x="554309" y="191932"/>
                  </a:lnTo>
                  <a:lnTo>
                    <a:pt x="553204" y="191910"/>
                  </a:lnTo>
                  <a:lnTo>
                    <a:pt x="557615" y="191732"/>
                  </a:lnTo>
                  <a:lnTo>
                    <a:pt x="561941" y="190849"/>
                  </a:lnTo>
                  <a:lnTo>
                    <a:pt x="566069" y="189284"/>
                  </a:lnTo>
                  <a:lnTo>
                    <a:pt x="569892" y="187076"/>
                  </a:lnTo>
                  <a:lnTo>
                    <a:pt x="573312" y="184284"/>
                  </a:lnTo>
                  <a:lnTo>
                    <a:pt x="576239" y="180980"/>
                  </a:lnTo>
                  <a:lnTo>
                    <a:pt x="578599" y="177248"/>
                  </a:lnTo>
                  <a:lnTo>
                    <a:pt x="580329" y="173187"/>
                  </a:lnTo>
                  <a:lnTo>
                    <a:pt x="581386" y="168900"/>
                  </a:lnTo>
                  <a:lnTo>
                    <a:pt x="581741" y="164500"/>
                  </a:lnTo>
                  <a:lnTo>
                    <a:pt x="581741" y="27431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tx3967"/>
            <p:cNvSpPr/>
            <p:nvPr/>
          </p:nvSpPr>
          <p:spPr>
            <a:xfrm>
              <a:off x="4802906" y="3000691"/>
              <a:ext cx="490301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W5_NH</a:t>
              </a:r>
            </a:p>
          </p:txBody>
        </p:sp>
        <p:sp>
          <p:nvSpPr>
            <p:cNvPr id="3968" name="pg3968"/>
            <p:cNvSpPr/>
            <p:nvPr/>
          </p:nvSpPr>
          <p:spPr>
            <a:xfrm>
              <a:off x="5118750" y="2671649"/>
              <a:ext cx="589605" cy="191932"/>
            </a:xfrm>
            <a:custGeom>
              <a:avLst/>
              <a:gdLst/>
              <a:ahLst/>
              <a:cxnLst/>
              <a:rect l="0" t="0" r="0" b="0"/>
              <a:pathLst>
                <a:path w="589605" h="191932">
                  <a:moveTo>
                    <a:pt x="27432" y="191932"/>
                  </a:moveTo>
                  <a:lnTo>
                    <a:pt x="562173" y="191932"/>
                  </a:lnTo>
                  <a:lnTo>
                    <a:pt x="561068" y="191910"/>
                  </a:lnTo>
                  <a:lnTo>
                    <a:pt x="565479" y="191732"/>
                  </a:lnTo>
                  <a:lnTo>
                    <a:pt x="569805" y="190849"/>
                  </a:lnTo>
                  <a:lnTo>
                    <a:pt x="573933" y="189284"/>
                  </a:lnTo>
                  <a:lnTo>
                    <a:pt x="577756" y="187076"/>
                  </a:lnTo>
                  <a:lnTo>
                    <a:pt x="581175" y="184284"/>
                  </a:lnTo>
                  <a:lnTo>
                    <a:pt x="584103" y="180980"/>
                  </a:lnTo>
                  <a:lnTo>
                    <a:pt x="586462" y="177248"/>
                  </a:lnTo>
                  <a:lnTo>
                    <a:pt x="588193" y="173187"/>
                  </a:lnTo>
                  <a:lnTo>
                    <a:pt x="589249" y="168900"/>
                  </a:lnTo>
                  <a:lnTo>
                    <a:pt x="589605" y="164500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tx3969"/>
            <p:cNvSpPr/>
            <p:nvPr/>
          </p:nvSpPr>
          <p:spPr>
            <a:xfrm>
              <a:off x="5164470" y="2717369"/>
              <a:ext cx="49816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W6_ME</a:t>
              </a:r>
            </a:p>
          </p:txBody>
        </p:sp>
        <p:sp>
          <p:nvSpPr>
            <p:cNvPr id="3970" name="rc3970"/>
            <p:cNvSpPr/>
            <p:nvPr/>
          </p:nvSpPr>
          <p:spPr>
            <a:xfrm>
              <a:off x="2034901" y="2354586"/>
              <a:ext cx="4342247" cy="336636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tx3971"/>
            <p:cNvSpPr/>
            <p:nvPr/>
          </p:nvSpPr>
          <p:spPr>
            <a:xfrm>
              <a:off x="1722549" y="536684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972" name="tx3972"/>
            <p:cNvSpPr/>
            <p:nvPr/>
          </p:nvSpPr>
          <p:spPr>
            <a:xfrm>
              <a:off x="1846907" y="534846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3" name="tx3973"/>
            <p:cNvSpPr/>
            <p:nvPr/>
          </p:nvSpPr>
          <p:spPr>
            <a:xfrm>
              <a:off x="1891621" y="536684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74" name="tx3974"/>
            <p:cNvSpPr/>
            <p:nvPr/>
          </p:nvSpPr>
          <p:spPr>
            <a:xfrm>
              <a:off x="1722549" y="471646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975" name="tx3975"/>
            <p:cNvSpPr/>
            <p:nvPr/>
          </p:nvSpPr>
          <p:spPr>
            <a:xfrm>
              <a:off x="1846907" y="469808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6" name="tx3976"/>
            <p:cNvSpPr/>
            <p:nvPr/>
          </p:nvSpPr>
          <p:spPr>
            <a:xfrm>
              <a:off x="1891621" y="471646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77" name="tx3977"/>
            <p:cNvSpPr/>
            <p:nvPr/>
          </p:nvSpPr>
          <p:spPr>
            <a:xfrm>
              <a:off x="1722549" y="406618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978" name="tx3978"/>
            <p:cNvSpPr/>
            <p:nvPr/>
          </p:nvSpPr>
          <p:spPr>
            <a:xfrm>
              <a:off x="1846907" y="40478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891621" y="406618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722549" y="341590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846907" y="339752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891621" y="341590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722549" y="276572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45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846907" y="27473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891621" y="276572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6" name="pl3986"/>
            <p:cNvSpPr/>
            <p:nvPr/>
          </p:nvSpPr>
          <p:spPr>
            <a:xfrm>
              <a:off x="2000107" y="540785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l3987"/>
            <p:cNvSpPr/>
            <p:nvPr/>
          </p:nvSpPr>
          <p:spPr>
            <a:xfrm>
              <a:off x="2000107" y="47575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l3988"/>
            <p:cNvSpPr/>
            <p:nvPr/>
          </p:nvSpPr>
          <p:spPr>
            <a:xfrm>
              <a:off x="2000107" y="410729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l3989"/>
            <p:cNvSpPr/>
            <p:nvPr/>
          </p:nvSpPr>
          <p:spPr>
            <a:xfrm>
              <a:off x="2000107" y="345701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l3990"/>
            <p:cNvSpPr/>
            <p:nvPr/>
          </p:nvSpPr>
          <p:spPr>
            <a:xfrm>
              <a:off x="2000107" y="28067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l3991"/>
            <p:cNvSpPr/>
            <p:nvPr/>
          </p:nvSpPr>
          <p:spPr>
            <a:xfrm>
              <a:off x="2443946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l3992"/>
            <p:cNvSpPr/>
            <p:nvPr/>
          </p:nvSpPr>
          <p:spPr>
            <a:xfrm>
              <a:off x="297312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l3993"/>
            <p:cNvSpPr/>
            <p:nvPr/>
          </p:nvSpPr>
          <p:spPr>
            <a:xfrm>
              <a:off x="3502296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l3994"/>
            <p:cNvSpPr/>
            <p:nvPr/>
          </p:nvSpPr>
          <p:spPr>
            <a:xfrm>
              <a:off x="403147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l3995"/>
            <p:cNvSpPr/>
            <p:nvPr/>
          </p:nvSpPr>
          <p:spPr>
            <a:xfrm>
              <a:off x="4560646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l3996"/>
            <p:cNvSpPr/>
            <p:nvPr/>
          </p:nvSpPr>
          <p:spPr>
            <a:xfrm>
              <a:off x="508982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l3997"/>
            <p:cNvSpPr/>
            <p:nvPr/>
          </p:nvSpPr>
          <p:spPr>
            <a:xfrm>
              <a:off x="561899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l3998"/>
            <p:cNvSpPr/>
            <p:nvPr/>
          </p:nvSpPr>
          <p:spPr>
            <a:xfrm>
              <a:off x="614817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tx3999"/>
            <p:cNvSpPr/>
            <p:nvPr/>
          </p:nvSpPr>
          <p:spPr>
            <a:xfrm>
              <a:off x="2275605" y="5783578"/>
              <a:ext cx="186537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4000" name="tx4000"/>
            <p:cNvSpPr/>
            <p:nvPr/>
          </p:nvSpPr>
          <p:spPr>
            <a:xfrm>
              <a:off x="24621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1" name="tx4001"/>
            <p:cNvSpPr/>
            <p:nvPr/>
          </p:nvSpPr>
          <p:spPr>
            <a:xfrm>
              <a:off x="25068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02" name="tx4002"/>
            <p:cNvSpPr/>
            <p:nvPr/>
          </p:nvSpPr>
          <p:spPr>
            <a:xfrm>
              <a:off x="282037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95</a:t>
              </a:r>
            </a:p>
          </p:txBody>
        </p:sp>
        <p:sp>
          <p:nvSpPr>
            <p:cNvPr id="4003" name="tx4003"/>
            <p:cNvSpPr/>
            <p:nvPr/>
          </p:nvSpPr>
          <p:spPr>
            <a:xfrm>
              <a:off x="297572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4" name="tx4004"/>
            <p:cNvSpPr/>
            <p:nvPr/>
          </p:nvSpPr>
          <p:spPr>
            <a:xfrm>
              <a:off x="302044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05" name="tx4005"/>
            <p:cNvSpPr/>
            <p:nvPr/>
          </p:nvSpPr>
          <p:spPr>
            <a:xfrm>
              <a:off x="334954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90</a:t>
              </a:r>
            </a:p>
          </p:txBody>
        </p:sp>
        <p:sp>
          <p:nvSpPr>
            <p:cNvPr id="4006" name="tx4006"/>
            <p:cNvSpPr/>
            <p:nvPr/>
          </p:nvSpPr>
          <p:spPr>
            <a:xfrm>
              <a:off x="350490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7" name="tx4007"/>
            <p:cNvSpPr/>
            <p:nvPr/>
          </p:nvSpPr>
          <p:spPr>
            <a:xfrm>
              <a:off x="354961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387872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85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403407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407879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440789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80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456325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460796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493707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75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509242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513714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546624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70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562160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566631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599542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65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615077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619549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3899107" y="5925448"/>
              <a:ext cx="6138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</a:t>
              </a:r>
            </a:p>
          </p:txBody>
        </p:sp>
        <p:sp>
          <p:nvSpPr>
            <p:cNvPr id="4024" name="tx4024"/>
            <p:cNvSpPr/>
            <p:nvPr/>
          </p:nvSpPr>
          <p:spPr>
            <a:xfrm rot="-5400000">
              <a:off x="1358159" y="3987658"/>
              <a:ext cx="497159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</a:t>
              </a:r>
            </a:p>
          </p:txBody>
        </p:sp>
        <p:sp>
          <p:nvSpPr>
            <p:cNvPr id="4025" name="rc4025"/>
            <p:cNvSpPr/>
            <p:nvPr/>
          </p:nvSpPr>
          <p:spPr>
            <a:xfrm>
              <a:off x="6516327" y="3243743"/>
              <a:ext cx="1071043" cy="158804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26" name="tx4026"/>
            <p:cNvSpPr/>
            <p:nvPr/>
          </p:nvSpPr>
          <p:spPr>
            <a:xfrm>
              <a:off x="6585916" y="3328785"/>
              <a:ext cx="931865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Environmental 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6585916" y="3479661"/>
              <a:ext cx="543519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Distance</a:t>
              </a:r>
            </a:p>
          </p:txBody>
        </p:sp>
        <p:pic>
          <p:nvPicPr>
            <p:cNvPr id="4028" name="pic40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585916" y="3664922"/>
              <a:ext cx="219455" cy="1097280"/>
            </a:xfrm>
            <a:prstGeom prst="rect">
              <a:avLst/>
            </a:prstGeom>
          </p:spPr>
        </p:pic>
        <p:sp>
          <p:nvSpPr>
            <p:cNvPr id="4029" name="pl4029"/>
            <p:cNvSpPr/>
            <p:nvPr/>
          </p:nvSpPr>
          <p:spPr>
            <a:xfrm>
              <a:off x="6761481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l4030"/>
            <p:cNvSpPr/>
            <p:nvPr/>
          </p:nvSpPr>
          <p:spPr>
            <a:xfrm>
              <a:off x="6761481" y="457810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l4031"/>
            <p:cNvSpPr/>
            <p:nvPr/>
          </p:nvSpPr>
          <p:spPr>
            <a:xfrm>
              <a:off x="6761481" y="439583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l4032"/>
            <p:cNvSpPr/>
            <p:nvPr/>
          </p:nvSpPr>
          <p:spPr>
            <a:xfrm>
              <a:off x="6761481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l4033"/>
            <p:cNvSpPr/>
            <p:nvPr/>
          </p:nvSpPr>
          <p:spPr>
            <a:xfrm>
              <a:off x="6761481" y="403129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l4034"/>
            <p:cNvSpPr/>
            <p:nvPr/>
          </p:nvSpPr>
          <p:spPr>
            <a:xfrm>
              <a:off x="6761481" y="384902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l4035"/>
            <p:cNvSpPr/>
            <p:nvPr/>
          </p:nvSpPr>
          <p:spPr>
            <a:xfrm>
              <a:off x="6761481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l4036"/>
            <p:cNvSpPr/>
            <p:nvPr/>
          </p:nvSpPr>
          <p:spPr>
            <a:xfrm>
              <a:off x="6585916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l4037"/>
            <p:cNvSpPr/>
            <p:nvPr/>
          </p:nvSpPr>
          <p:spPr>
            <a:xfrm>
              <a:off x="6585916" y="457810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l4038"/>
            <p:cNvSpPr/>
            <p:nvPr/>
          </p:nvSpPr>
          <p:spPr>
            <a:xfrm>
              <a:off x="6585916" y="439583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l4039"/>
            <p:cNvSpPr/>
            <p:nvPr/>
          </p:nvSpPr>
          <p:spPr>
            <a:xfrm>
              <a:off x="6585916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l4040"/>
            <p:cNvSpPr/>
            <p:nvPr/>
          </p:nvSpPr>
          <p:spPr>
            <a:xfrm>
              <a:off x="6585916" y="403129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l4041"/>
            <p:cNvSpPr/>
            <p:nvPr/>
          </p:nvSpPr>
          <p:spPr>
            <a:xfrm>
              <a:off x="6585916" y="384902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l4042"/>
            <p:cNvSpPr/>
            <p:nvPr/>
          </p:nvSpPr>
          <p:spPr>
            <a:xfrm>
              <a:off x="6585916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tx4043"/>
            <p:cNvSpPr/>
            <p:nvPr/>
          </p:nvSpPr>
          <p:spPr>
            <a:xfrm>
              <a:off x="6874961" y="4720322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4044" name="tx4044"/>
            <p:cNvSpPr/>
            <p:nvPr/>
          </p:nvSpPr>
          <p:spPr>
            <a:xfrm>
              <a:off x="6874961" y="4538052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4045" name="tx4045"/>
            <p:cNvSpPr/>
            <p:nvPr/>
          </p:nvSpPr>
          <p:spPr>
            <a:xfrm>
              <a:off x="6874961" y="4355781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</a:t>
              </a:r>
            </a:p>
          </p:txBody>
        </p:sp>
        <p:sp>
          <p:nvSpPr>
            <p:cNvPr id="4046" name="tx4046"/>
            <p:cNvSpPr/>
            <p:nvPr/>
          </p:nvSpPr>
          <p:spPr>
            <a:xfrm>
              <a:off x="6874961" y="4173511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6874961" y="3991241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6874961" y="3808970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5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6874961" y="3626700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6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2034901" y="1669789"/>
              <a:ext cx="3642695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Environmental Distance to 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2034901" y="1998973"/>
              <a:ext cx="1287749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Lewisetta</a:t>
              </a: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754045" y="1600200"/>
              <a:ext cx="563590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384234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2486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86548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60611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534673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6087361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2301906" y="555518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301906" y="4615577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301906" y="3675975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301906" y="2736372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301906" y="179677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g17"/>
            <p:cNvSpPr/>
            <p:nvPr/>
          </p:nvSpPr>
          <p:spPr>
            <a:xfrm>
              <a:off x="4171236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g18"/>
            <p:cNvSpPr/>
            <p:nvPr/>
          </p:nvSpPr>
          <p:spPr>
            <a:xfrm>
              <a:off x="425267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4334110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4415547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449698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457842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465985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06704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514848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522991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5311355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39279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408979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4171236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425267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4334110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4415547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449698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457842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465985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506704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514848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522991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5311355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539279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368261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376405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384548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392692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400836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408979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4171236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425267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433411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441554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449698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457842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498560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506704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514848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522991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311355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39279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360117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368261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376405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384548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392692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400836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408979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417123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425267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433411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441554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449698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490417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498560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506704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514848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22991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311355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39279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343830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351973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360117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368261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376405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384548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392692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400836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408979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417123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425267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433411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482273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490417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498560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06704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14848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22991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327542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335686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343830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351973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360117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368261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376405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384548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392692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400836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408979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417123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425267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433411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441554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449698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457842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474129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482273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490417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498560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06704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14848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22991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327542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335686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343830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351973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360117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368261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376405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384548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392692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400836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408979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417123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425267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433411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441554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449698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457842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465985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474129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482273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490417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498560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06704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14848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327542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335686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343830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351973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360117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368261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376405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384548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392692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400836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408979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417123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425267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433411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441554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449698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457842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465985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474129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482273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490417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498560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06704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303111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311255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327542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335686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343830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351973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360117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368261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376405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384548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408979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417123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425267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433411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441554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449698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457842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465985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474129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482273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490417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498560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294967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303111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311255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319399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327542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335686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343830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351973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360117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368261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376405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384548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417123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425267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433411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441554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449698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457842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465985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474129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482273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490417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286824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294967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303111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311255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319399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327542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335686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343830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351973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360117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368261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376405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384548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417123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425267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433411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441554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449698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457842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465985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474129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482273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278680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286824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294967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303111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311255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319399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327542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335686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343830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351973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360117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368261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376405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384548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392692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425267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433411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441554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449698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457842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465985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474129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278680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286824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294967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303111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311255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319399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327542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335686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343830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351973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360117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368261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376405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384548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392692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425267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433411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441554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449698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457842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465985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270536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278680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286824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294967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303111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311255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319399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327542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335686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343830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351973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360117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368261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376405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384548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392692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400836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425267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433411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441554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449698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457842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465985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270536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278680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286824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294967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303111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311255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319399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327542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335686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343830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351973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360117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368261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376405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384548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392692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400836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408979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433411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441554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449698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457842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465985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270536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278680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286824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294967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303111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311255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319399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327542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335686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343830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351973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360117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368261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376405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384548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392692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400836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408979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425267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433411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441554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449698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457842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465985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278680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286824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294967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303111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311255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319399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327542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335686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343830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351973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360117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368261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376405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384548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392692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400836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408979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417123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425267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433411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441554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449698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457842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465985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286824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294967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303111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311255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319399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327542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335686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343830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351973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360117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368261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376405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384548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392692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400836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408979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417123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425267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433411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441554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449698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457842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286824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294967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303111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311255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319399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327542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335686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BE4CB">
                <a:alpha val="100000"/>
              </a:srgbClr>
            </a:solidFill>
            <a:ln w="5420" cap="flat">
              <a:solidFill>
                <a:srgbClr val="AB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343830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351973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360117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368261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376405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384548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392692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400836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408979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417123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425267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433411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441554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449698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303111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311255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319399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327542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335686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343830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351973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360117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368261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376405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384548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392692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400836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408979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417123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425267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433411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441554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311255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319399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327542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335686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343830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351973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360117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368261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376405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384548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392692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400836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408979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417123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425267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433411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319399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327542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335686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343830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351973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360117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368261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376405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384548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392692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400836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408979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417123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425267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433411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286824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294967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303111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311255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319399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327542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335686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343830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351973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360117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368261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376405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384548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392692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400836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408979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417123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425267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278680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286824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294967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303111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311255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319399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327542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335686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343830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351973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360117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368261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376405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384548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392692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400836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408979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417123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425267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278680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286824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294967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303111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311255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319399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327542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335686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343830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351973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360117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368261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376405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384548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392692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400836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408979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417123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278680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286824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294967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303111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311255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319399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327542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335686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343830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351973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360117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368261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376405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384548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392692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400836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408979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286824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294967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303111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311255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319399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327542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335686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343830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351973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360117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368261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376405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384548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392692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400836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311255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319399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327542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335686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343830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3519738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3601176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368261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376405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384548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392692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400836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327542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335686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343830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3519738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3601176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3682613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3764050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384548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392692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400836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335686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343830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3519738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3601176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3682613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3764050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3845487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392692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400836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343830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351973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3601176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3682613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3764050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3845487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3926924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400836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408979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3682613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3764050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3845487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3926924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4008361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4089798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327542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3601176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3682613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3764050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384548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3926924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4008361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4089798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319399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327542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335686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343830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351973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3601176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3682613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376405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384548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392692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400836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408979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311255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319399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327542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335686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343830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351973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360117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368261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376405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384548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392692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400836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408979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417123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311255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319399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327542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335686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343830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351973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360117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368261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376405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384548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392692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400836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408979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417123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425267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311255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319399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327542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335686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343830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351973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360117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368261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376405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384548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392692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400836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408979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417123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425267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284534" y="1853932"/>
              <a:ext cx="27605" cy="141906"/>
            </a:xfrm>
            <a:custGeom>
              <a:avLst/>
              <a:gdLst/>
              <a:ahLst/>
              <a:cxnLst/>
              <a:rect l="0" t="0" r="0" b="0"/>
              <a:pathLst>
                <a:path w="27605" h="141906">
                  <a:moveTo>
                    <a:pt x="25965" y="15142"/>
                  </a:moveTo>
                  <a:lnTo>
                    <a:pt x="3001" y="141906"/>
                  </a:lnTo>
                  <a:lnTo>
                    <a:pt x="0" y="103414"/>
                  </a:lnTo>
                  <a:lnTo>
                    <a:pt x="9634" y="0"/>
                  </a:lnTo>
                  <a:lnTo>
                    <a:pt x="2760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4217860" y="1853932"/>
              <a:ext cx="1042192" cy="937770"/>
            </a:xfrm>
            <a:custGeom>
              <a:avLst/>
              <a:gdLst/>
              <a:ahLst/>
              <a:cxnLst/>
              <a:rect l="0" t="0" r="0" b="0"/>
              <a:pathLst>
                <a:path w="1042192" h="937770">
                  <a:moveTo>
                    <a:pt x="1041757" y="966"/>
                  </a:moveTo>
                  <a:lnTo>
                    <a:pt x="998433" y="199714"/>
                  </a:lnTo>
                  <a:lnTo>
                    <a:pt x="938872" y="305648"/>
                  </a:lnTo>
                  <a:lnTo>
                    <a:pt x="884012" y="378917"/>
                  </a:lnTo>
                  <a:lnTo>
                    <a:pt x="827417" y="366805"/>
                  </a:lnTo>
                  <a:lnTo>
                    <a:pt x="840146" y="425026"/>
                  </a:lnTo>
                  <a:lnTo>
                    <a:pt x="824596" y="455352"/>
                  </a:lnTo>
                  <a:lnTo>
                    <a:pt x="811288" y="518619"/>
                  </a:lnTo>
                  <a:lnTo>
                    <a:pt x="777548" y="560552"/>
                  </a:lnTo>
                  <a:lnTo>
                    <a:pt x="745832" y="556515"/>
                  </a:lnTo>
                  <a:lnTo>
                    <a:pt x="700266" y="585419"/>
                  </a:lnTo>
                  <a:lnTo>
                    <a:pt x="682293" y="607532"/>
                  </a:lnTo>
                  <a:lnTo>
                    <a:pt x="680955" y="649879"/>
                  </a:lnTo>
                  <a:lnTo>
                    <a:pt x="650470" y="687132"/>
                  </a:lnTo>
                  <a:lnTo>
                    <a:pt x="540461" y="880650"/>
                  </a:lnTo>
                  <a:lnTo>
                    <a:pt x="444953" y="937770"/>
                  </a:lnTo>
                  <a:lnTo>
                    <a:pt x="422098" y="929465"/>
                  </a:lnTo>
                  <a:lnTo>
                    <a:pt x="447268" y="838120"/>
                  </a:lnTo>
                  <a:lnTo>
                    <a:pt x="464518" y="745766"/>
                  </a:lnTo>
                  <a:lnTo>
                    <a:pt x="406548" y="705576"/>
                  </a:lnTo>
                  <a:lnTo>
                    <a:pt x="351073" y="684334"/>
                  </a:lnTo>
                  <a:lnTo>
                    <a:pt x="287426" y="687132"/>
                  </a:lnTo>
                  <a:lnTo>
                    <a:pt x="217124" y="615332"/>
                  </a:lnTo>
                  <a:lnTo>
                    <a:pt x="126499" y="563121"/>
                  </a:lnTo>
                  <a:lnTo>
                    <a:pt x="0" y="421860"/>
                  </a:lnTo>
                  <a:lnTo>
                    <a:pt x="3688" y="382679"/>
                  </a:lnTo>
                  <a:lnTo>
                    <a:pt x="506" y="316935"/>
                  </a:lnTo>
                  <a:lnTo>
                    <a:pt x="38947" y="213064"/>
                  </a:lnTo>
                  <a:lnTo>
                    <a:pt x="75798" y="140438"/>
                  </a:lnTo>
                  <a:lnTo>
                    <a:pt x="126680" y="102817"/>
                  </a:lnTo>
                  <a:lnTo>
                    <a:pt x="274335" y="64508"/>
                  </a:lnTo>
                  <a:lnTo>
                    <a:pt x="311366" y="6884"/>
                  </a:lnTo>
                  <a:lnTo>
                    <a:pt x="314479" y="0"/>
                  </a:lnTo>
                  <a:lnTo>
                    <a:pt x="1042192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2490532" y="1853932"/>
              <a:ext cx="2088998" cy="3682871"/>
            </a:xfrm>
            <a:custGeom>
              <a:avLst/>
              <a:gdLst/>
              <a:ahLst/>
              <a:cxnLst/>
              <a:rect l="0" t="0" r="0" b="0"/>
              <a:pathLst>
                <a:path w="2088998" h="3682871">
                  <a:moveTo>
                    <a:pt x="1987487" y="41706"/>
                  </a:moveTo>
                  <a:lnTo>
                    <a:pt x="1877912" y="69968"/>
                  </a:lnTo>
                  <a:lnTo>
                    <a:pt x="1818858" y="101074"/>
                  </a:lnTo>
                  <a:lnTo>
                    <a:pt x="1771628" y="148650"/>
                  </a:lnTo>
                  <a:lnTo>
                    <a:pt x="1743674" y="208385"/>
                  </a:lnTo>
                  <a:lnTo>
                    <a:pt x="1680388" y="280369"/>
                  </a:lnTo>
                  <a:lnTo>
                    <a:pt x="1684836" y="328588"/>
                  </a:lnTo>
                  <a:lnTo>
                    <a:pt x="1695432" y="362859"/>
                  </a:lnTo>
                  <a:lnTo>
                    <a:pt x="1690550" y="434293"/>
                  </a:lnTo>
                  <a:lnTo>
                    <a:pt x="1730583" y="503937"/>
                  </a:lnTo>
                  <a:lnTo>
                    <a:pt x="1809961" y="618039"/>
                  </a:lnTo>
                  <a:lnTo>
                    <a:pt x="1825114" y="795269"/>
                  </a:lnTo>
                  <a:lnTo>
                    <a:pt x="1885687" y="913867"/>
                  </a:lnTo>
                  <a:lnTo>
                    <a:pt x="1978519" y="1052146"/>
                  </a:lnTo>
                  <a:lnTo>
                    <a:pt x="2049905" y="1091464"/>
                  </a:lnTo>
                  <a:lnTo>
                    <a:pt x="2053377" y="1142895"/>
                  </a:lnTo>
                  <a:lnTo>
                    <a:pt x="2020432" y="1227817"/>
                  </a:lnTo>
                  <a:lnTo>
                    <a:pt x="1977000" y="1266630"/>
                  </a:lnTo>
                  <a:lnTo>
                    <a:pt x="2033487" y="1258877"/>
                  </a:lnTo>
                  <a:lnTo>
                    <a:pt x="2061622" y="1278284"/>
                  </a:lnTo>
                  <a:lnTo>
                    <a:pt x="2088998" y="1349121"/>
                  </a:lnTo>
                  <a:lnTo>
                    <a:pt x="2086864" y="1421426"/>
                  </a:lnTo>
                  <a:lnTo>
                    <a:pt x="2077606" y="1462167"/>
                  </a:lnTo>
                  <a:lnTo>
                    <a:pt x="2060501" y="1478408"/>
                  </a:lnTo>
                  <a:lnTo>
                    <a:pt x="2061224" y="1436796"/>
                  </a:lnTo>
                  <a:lnTo>
                    <a:pt x="2049110" y="1422344"/>
                  </a:lnTo>
                  <a:lnTo>
                    <a:pt x="2029111" y="1440374"/>
                  </a:lnTo>
                  <a:lnTo>
                    <a:pt x="2016165" y="1460928"/>
                  </a:lnTo>
                  <a:lnTo>
                    <a:pt x="2010776" y="1541905"/>
                  </a:lnTo>
                  <a:lnTo>
                    <a:pt x="1997071" y="1582370"/>
                  </a:lnTo>
                  <a:lnTo>
                    <a:pt x="1948612" y="1594390"/>
                  </a:lnTo>
                  <a:lnTo>
                    <a:pt x="1899466" y="1700646"/>
                  </a:lnTo>
                  <a:lnTo>
                    <a:pt x="1853755" y="1760931"/>
                  </a:lnTo>
                  <a:lnTo>
                    <a:pt x="1673879" y="2168566"/>
                  </a:lnTo>
                  <a:lnTo>
                    <a:pt x="1680750" y="2236697"/>
                  </a:lnTo>
                  <a:lnTo>
                    <a:pt x="1647841" y="2258627"/>
                  </a:lnTo>
                  <a:lnTo>
                    <a:pt x="1598008" y="2276474"/>
                  </a:lnTo>
                  <a:lnTo>
                    <a:pt x="1547596" y="2317214"/>
                  </a:lnTo>
                  <a:lnTo>
                    <a:pt x="1514145" y="2362130"/>
                  </a:lnTo>
                  <a:lnTo>
                    <a:pt x="1483081" y="2482929"/>
                  </a:lnTo>
                  <a:lnTo>
                    <a:pt x="1423556" y="2618915"/>
                  </a:lnTo>
                  <a:lnTo>
                    <a:pt x="1386416" y="2562254"/>
                  </a:lnTo>
                  <a:lnTo>
                    <a:pt x="1376905" y="2513760"/>
                  </a:lnTo>
                  <a:lnTo>
                    <a:pt x="1393432" y="2387272"/>
                  </a:lnTo>
                  <a:lnTo>
                    <a:pt x="1457803" y="2179898"/>
                  </a:lnTo>
                  <a:lnTo>
                    <a:pt x="1528719" y="2050978"/>
                  </a:lnTo>
                  <a:lnTo>
                    <a:pt x="1582819" y="1989868"/>
                  </a:lnTo>
                  <a:lnTo>
                    <a:pt x="1627300" y="1865306"/>
                  </a:lnTo>
                  <a:lnTo>
                    <a:pt x="1571103" y="1846725"/>
                  </a:lnTo>
                  <a:lnTo>
                    <a:pt x="1485432" y="1848744"/>
                  </a:lnTo>
                  <a:lnTo>
                    <a:pt x="1501560" y="1791257"/>
                  </a:lnTo>
                  <a:lnTo>
                    <a:pt x="1526549" y="1740607"/>
                  </a:lnTo>
                  <a:lnTo>
                    <a:pt x="1481888" y="1690140"/>
                  </a:lnTo>
                  <a:lnTo>
                    <a:pt x="1455452" y="1683717"/>
                  </a:lnTo>
                  <a:lnTo>
                    <a:pt x="1428221" y="1663025"/>
                  </a:lnTo>
                  <a:lnTo>
                    <a:pt x="1460153" y="1621000"/>
                  </a:lnTo>
                  <a:lnTo>
                    <a:pt x="1475740" y="1576589"/>
                  </a:lnTo>
                  <a:lnTo>
                    <a:pt x="1466229" y="1522544"/>
                  </a:lnTo>
                  <a:lnTo>
                    <a:pt x="1479609" y="1481849"/>
                  </a:lnTo>
                  <a:lnTo>
                    <a:pt x="1457296" y="1487997"/>
                  </a:lnTo>
                  <a:lnTo>
                    <a:pt x="1421422" y="1531077"/>
                  </a:lnTo>
                  <a:lnTo>
                    <a:pt x="1399110" y="1548282"/>
                  </a:lnTo>
                  <a:lnTo>
                    <a:pt x="1385512" y="1510156"/>
                  </a:lnTo>
                  <a:lnTo>
                    <a:pt x="1369998" y="1518782"/>
                  </a:lnTo>
                  <a:lnTo>
                    <a:pt x="1359909" y="1544979"/>
                  </a:lnTo>
                  <a:lnTo>
                    <a:pt x="1337017" y="1559385"/>
                  </a:lnTo>
                  <a:lnTo>
                    <a:pt x="1288667" y="1523553"/>
                  </a:lnTo>
                  <a:lnTo>
                    <a:pt x="1218184" y="1482537"/>
                  </a:lnTo>
                  <a:lnTo>
                    <a:pt x="1178947" y="1411975"/>
                  </a:lnTo>
                  <a:lnTo>
                    <a:pt x="1156562" y="1357287"/>
                  </a:lnTo>
                  <a:lnTo>
                    <a:pt x="1179309" y="1258326"/>
                  </a:lnTo>
                  <a:lnTo>
                    <a:pt x="1228021" y="1240755"/>
                  </a:lnTo>
                  <a:lnTo>
                    <a:pt x="1291307" y="1256812"/>
                  </a:lnTo>
                  <a:lnTo>
                    <a:pt x="1374265" y="1256675"/>
                  </a:lnTo>
                  <a:lnTo>
                    <a:pt x="1362404" y="1234699"/>
                  </a:lnTo>
                  <a:lnTo>
                    <a:pt x="1332786" y="1238323"/>
                  </a:lnTo>
                  <a:lnTo>
                    <a:pt x="1245343" y="1158035"/>
                  </a:lnTo>
                  <a:lnTo>
                    <a:pt x="1217208" y="1109541"/>
                  </a:lnTo>
                  <a:lnTo>
                    <a:pt x="1168821" y="1096236"/>
                  </a:lnTo>
                  <a:lnTo>
                    <a:pt x="1146762" y="1142849"/>
                  </a:lnTo>
                  <a:lnTo>
                    <a:pt x="1122279" y="1155236"/>
                  </a:lnTo>
                  <a:lnTo>
                    <a:pt x="1152512" y="1053247"/>
                  </a:lnTo>
                  <a:lnTo>
                    <a:pt x="1192038" y="1049072"/>
                  </a:lnTo>
                  <a:lnTo>
                    <a:pt x="1250406" y="1020811"/>
                  </a:lnTo>
                  <a:lnTo>
                    <a:pt x="1233445" y="961764"/>
                  </a:lnTo>
                  <a:lnTo>
                    <a:pt x="1196595" y="935934"/>
                  </a:lnTo>
                  <a:lnTo>
                    <a:pt x="1130054" y="968325"/>
                  </a:lnTo>
                  <a:lnTo>
                    <a:pt x="1130850" y="926804"/>
                  </a:lnTo>
                  <a:lnTo>
                    <a:pt x="1143326" y="873631"/>
                  </a:lnTo>
                  <a:lnTo>
                    <a:pt x="1193485" y="873814"/>
                  </a:lnTo>
                  <a:lnTo>
                    <a:pt x="1237423" y="891156"/>
                  </a:lnTo>
                  <a:lnTo>
                    <a:pt x="1274816" y="805271"/>
                  </a:lnTo>
                  <a:lnTo>
                    <a:pt x="1276480" y="766916"/>
                  </a:lnTo>
                  <a:lnTo>
                    <a:pt x="1214351" y="822659"/>
                  </a:lnTo>
                  <a:lnTo>
                    <a:pt x="1200392" y="702410"/>
                  </a:lnTo>
                  <a:lnTo>
                    <a:pt x="1261544" y="586428"/>
                  </a:lnTo>
                  <a:lnTo>
                    <a:pt x="1319876" y="535869"/>
                  </a:lnTo>
                  <a:lnTo>
                    <a:pt x="1392745" y="537337"/>
                  </a:lnTo>
                  <a:lnTo>
                    <a:pt x="1466807" y="529171"/>
                  </a:lnTo>
                  <a:lnTo>
                    <a:pt x="1420338" y="507929"/>
                  </a:lnTo>
                  <a:lnTo>
                    <a:pt x="1372638" y="496413"/>
                  </a:lnTo>
                  <a:lnTo>
                    <a:pt x="1408476" y="450580"/>
                  </a:lnTo>
                  <a:lnTo>
                    <a:pt x="1439034" y="442368"/>
                  </a:lnTo>
                  <a:lnTo>
                    <a:pt x="1469050" y="402407"/>
                  </a:lnTo>
                  <a:lnTo>
                    <a:pt x="1396868" y="408326"/>
                  </a:lnTo>
                  <a:lnTo>
                    <a:pt x="1405366" y="332717"/>
                  </a:lnTo>
                  <a:lnTo>
                    <a:pt x="1370287" y="348086"/>
                  </a:lnTo>
                  <a:lnTo>
                    <a:pt x="1328302" y="355198"/>
                  </a:lnTo>
                  <a:lnTo>
                    <a:pt x="1311956" y="387267"/>
                  </a:lnTo>
                  <a:lnTo>
                    <a:pt x="1315175" y="440533"/>
                  </a:lnTo>
                  <a:lnTo>
                    <a:pt x="1302915" y="475492"/>
                  </a:lnTo>
                  <a:lnTo>
                    <a:pt x="1270260" y="503570"/>
                  </a:lnTo>
                  <a:lnTo>
                    <a:pt x="1215111" y="525455"/>
                  </a:lnTo>
                  <a:lnTo>
                    <a:pt x="1209758" y="487513"/>
                  </a:lnTo>
                  <a:lnTo>
                    <a:pt x="1191532" y="470308"/>
                  </a:lnTo>
                  <a:lnTo>
                    <a:pt x="1184733" y="551560"/>
                  </a:lnTo>
                  <a:lnTo>
                    <a:pt x="1170268" y="579179"/>
                  </a:lnTo>
                  <a:lnTo>
                    <a:pt x="1129946" y="502928"/>
                  </a:lnTo>
                  <a:lnTo>
                    <a:pt x="1117831" y="518298"/>
                  </a:lnTo>
                  <a:lnTo>
                    <a:pt x="1119386" y="539952"/>
                  </a:lnTo>
                  <a:lnTo>
                    <a:pt x="1109080" y="577390"/>
                  </a:lnTo>
                  <a:lnTo>
                    <a:pt x="1074507" y="596888"/>
                  </a:lnTo>
                  <a:lnTo>
                    <a:pt x="1076641" y="644878"/>
                  </a:lnTo>
                  <a:lnTo>
                    <a:pt x="1063225" y="671029"/>
                  </a:lnTo>
                  <a:lnTo>
                    <a:pt x="952492" y="629371"/>
                  </a:lnTo>
                  <a:lnTo>
                    <a:pt x="949889" y="643501"/>
                  </a:lnTo>
                  <a:lnTo>
                    <a:pt x="1012524" y="733333"/>
                  </a:lnTo>
                  <a:lnTo>
                    <a:pt x="1058270" y="764026"/>
                  </a:lnTo>
                  <a:lnTo>
                    <a:pt x="1063839" y="813024"/>
                  </a:lnTo>
                  <a:lnTo>
                    <a:pt x="1024566" y="853673"/>
                  </a:lnTo>
                  <a:lnTo>
                    <a:pt x="970393" y="818576"/>
                  </a:lnTo>
                  <a:lnTo>
                    <a:pt x="961280" y="821145"/>
                  </a:lnTo>
                  <a:lnTo>
                    <a:pt x="990717" y="881338"/>
                  </a:lnTo>
                  <a:lnTo>
                    <a:pt x="1009269" y="933916"/>
                  </a:lnTo>
                  <a:lnTo>
                    <a:pt x="990175" y="977960"/>
                  </a:lnTo>
                  <a:lnTo>
                    <a:pt x="993140" y="1032189"/>
                  </a:lnTo>
                  <a:lnTo>
                    <a:pt x="989017" y="1081371"/>
                  </a:lnTo>
                  <a:lnTo>
                    <a:pt x="977337" y="1124268"/>
                  </a:lnTo>
                  <a:lnTo>
                    <a:pt x="1003663" y="1322006"/>
                  </a:lnTo>
                  <a:lnTo>
                    <a:pt x="1035379" y="1375777"/>
                  </a:lnTo>
                  <a:lnTo>
                    <a:pt x="1066552" y="1427207"/>
                  </a:lnTo>
                  <a:lnTo>
                    <a:pt x="1083078" y="1475334"/>
                  </a:lnTo>
                  <a:lnTo>
                    <a:pt x="1049989" y="1482354"/>
                  </a:lnTo>
                  <a:lnTo>
                    <a:pt x="997299" y="1442760"/>
                  </a:lnTo>
                  <a:lnTo>
                    <a:pt x="951010" y="1412572"/>
                  </a:lnTo>
                  <a:lnTo>
                    <a:pt x="895861" y="1316042"/>
                  </a:lnTo>
                  <a:lnTo>
                    <a:pt x="886747" y="1277504"/>
                  </a:lnTo>
                  <a:lnTo>
                    <a:pt x="873295" y="1247040"/>
                  </a:lnTo>
                  <a:lnTo>
                    <a:pt x="879804" y="1317006"/>
                  </a:lnTo>
                  <a:lnTo>
                    <a:pt x="899477" y="1395138"/>
                  </a:lnTo>
                  <a:lnTo>
                    <a:pt x="1072193" y="1569983"/>
                  </a:lnTo>
                  <a:lnTo>
                    <a:pt x="1104089" y="1637058"/>
                  </a:lnTo>
                  <a:lnTo>
                    <a:pt x="1128391" y="1689773"/>
                  </a:lnTo>
                  <a:lnTo>
                    <a:pt x="1122279" y="1740286"/>
                  </a:lnTo>
                  <a:lnTo>
                    <a:pt x="1077256" y="1704546"/>
                  </a:lnTo>
                  <a:lnTo>
                    <a:pt x="1038416" y="1658988"/>
                  </a:lnTo>
                  <a:lnTo>
                    <a:pt x="935315" y="1607512"/>
                  </a:lnTo>
                  <a:lnTo>
                    <a:pt x="805308" y="1574983"/>
                  </a:lnTo>
                  <a:lnTo>
                    <a:pt x="732004" y="1455331"/>
                  </a:lnTo>
                  <a:lnTo>
                    <a:pt x="732258" y="1505247"/>
                  </a:lnTo>
                  <a:lnTo>
                    <a:pt x="715984" y="1547594"/>
                  </a:lnTo>
                  <a:lnTo>
                    <a:pt x="671178" y="1495980"/>
                  </a:lnTo>
                  <a:lnTo>
                    <a:pt x="642934" y="1451936"/>
                  </a:lnTo>
                  <a:lnTo>
                    <a:pt x="633459" y="1403671"/>
                  </a:lnTo>
                  <a:lnTo>
                    <a:pt x="577515" y="1406974"/>
                  </a:lnTo>
                  <a:lnTo>
                    <a:pt x="518858" y="1448908"/>
                  </a:lnTo>
                  <a:lnTo>
                    <a:pt x="462117" y="1438952"/>
                  </a:lnTo>
                  <a:lnTo>
                    <a:pt x="455391" y="1357104"/>
                  </a:lnTo>
                  <a:lnTo>
                    <a:pt x="470724" y="1313748"/>
                  </a:lnTo>
                  <a:lnTo>
                    <a:pt x="534408" y="1211209"/>
                  </a:lnTo>
                  <a:lnTo>
                    <a:pt x="594403" y="1158861"/>
                  </a:lnTo>
                  <a:lnTo>
                    <a:pt x="620875" y="1091281"/>
                  </a:lnTo>
                  <a:lnTo>
                    <a:pt x="611834" y="986493"/>
                  </a:lnTo>
                  <a:lnTo>
                    <a:pt x="600551" y="1093116"/>
                  </a:lnTo>
                  <a:lnTo>
                    <a:pt x="566268" y="1145969"/>
                  </a:lnTo>
                  <a:lnTo>
                    <a:pt x="512384" y="1186342"/>
                  </a:lnTo>
                  <a:lnTo>
                    <a:pt x="441468" y="1258280"/>
                  </a:lnTo>
                  <a:lnTo>
                    <a:pt x="424146" y="1324805"/>
                  </a:lnTo>
                  <a:lnTo>
                    <a:pt x="402014" y="1449367"/>
                  </a:lnTo>
                  <a:lnTo>
                    <a:pt x="431957" y="1491529"/>
                  </a:lnTo>
                  <a:lnTo>
                    <a:pt x="462551" y="1502540"/>
                  </a:lnTo>
                  <a:lnTo>
                    <a:pt x="552924" y="1474279"/>
                  </a:lnTo>
                  <a:lnTo>
                    <a:pt x="599683" y="1486896"/>
                  </a:lnTo>
                  <a:lnTo>
                    <a:pt x="703689" y="1636874"/>
                  </a:lnTo>
                  <a:lnTo>
                    <a:pt x="897343" y="1696196"/>
                  </a:lnTo>
                  <a:lnTo>
                    <a:pt x="967970" y="1733266"/>
                  </a:lnTo>
                  <a:lnTo>
                    <a:pt x="1025542" y="1811536"/>
                  </a:lnTo>
                  <a:lnTo>
                    <a:pt x="1112081" y="1856589"/>
                  </a:lnTo>
                  <a:lnTo>
                    <a:pt x="1179237" y="1922058"/>
                  </a:lnTo>
                  <a:lnTo>
                    <a:pt x="1181045" y="1964772"/>
                  </a:lnTo>
                  <a:lnTo>
                    <a:pt x="1157792" y="2015285"/>
                  </a:lnTo>
                  <a:lnTo>
                    <a:pt x="1148606" y="2083644"/>
                  </a:lnTo>
                  <a:lnTo>
                    <a:pt x="1120073" y="2126771"/>
                  </a:lnTo>
                  <a:lnTo>
                    <a:pt x="1051580" y="2131726"/>
                  </a:lnTo>
                  <a:lnTo>
                    <a:pt x="1010209" y="2120623"/>
                  </a:lnTo>
                  <a:lnTo>
                    <a:pt x="787804" y="1880308"/>
                  </a:lnTo>
                  <a:lnTo>
                    <a:pt x="761261" y="1858195"/>
                  </a:lnTo>
                  <a:lnTo>
                    <a:pt x="678772" y="1732349"/>
                  </a:lnTo>
                  <a:lnTo>
                    <a:pt x="581999" y="1664952"/>
                  </a:lnTo>
                  <a:lnTo>
                    <a:pt x="552056" y="1666374"/>
                  </a:lnTo>
                  <a:lnTo>
                    <a:pt x="689802" y="1791028"/>
                  </a:lnTo>
                  <a:lnTo>
                    <a:pt x="746036" y="1878198"/>
                  </a:lnTo>
                  <a:lnTo>
                    <a:pt x="845087" y="2000420"/>
                  </a:lnTo>
                  <a:lnTo>
                    <a:pt x="915895" y="2052171"/>
                  </a:lnTo>
                  <a:lnTo>
                    <a:pt x="968006" y="2132918"/>
                  </a:lnTo>
                  <a:lnTo>
                    <a:pt x="1016429" y="2170769"/>
                  </a:lnTo>
                  <a:lnTo>
                    <a:pt x="1148642" y="2224676"/>
                  </a:lnTo>
                  <a:lnTo>
                    <a:pt x="1102679" y="2263398"/>
                  </a:lnTo>
                  <a:lnTo>
                    <a:pt x="1176054" y="2296385"/>
                  </a:lnTo>
                  <a:lnTo>
                    <a:pt x="1186542" y="2357037"/>
                  </a:lnTo>
                  <a:lnTo>
                    <a:pt x="1179815" y="2426177"/>
                  </a:lnTo>
                  <a:lnTo>
                    <a:pt x="1077979" y="2398833"/>
                  </a:lnTo>
                  <a:lnTo>
                    <a:pt x="1074652" y="2449759"/>
                  </a:lnTo>
                  <a:lnTo>
                    <a:pt x="1083765" y="2479810"/>
                  </a:lnTo>
                  <a:lnTo>
                    <a:pt x="1038778" y="2504630"/>
                  </a:lnTo>
                  <a:lnTo>
                    <a:pt x="976216" y="2470955"/>
                  </a:lnTo>
                  <a:lnTo>
                    <a:pt x="813770" y="2286751"/>
                  </a:lnTo>
                  <a:lnTo>
                    <a:pt x="815144" y="2311388"/>
                  </a:lnTo>
                  <a:lnTo>
                    <a:pt x="828307" y="2339970"/>
                  </a:lnTo>
                  <a:lnTo>
                    <a:pt x="922513" y="2458568"/>
                  </a:lnTo>
                  <a:lnTo>
                    <a:pt x="1006593" y="2529680"/>
                  </a:lnTo>
                  <a:lnTo>
                    <a:pt x="1077871" y="2561796"/>
                  </a:lnTo>
                  <a:lnTo>
                    <a:pt x="1132803" y="2621392"/>
                  </a:lnTo>
                  <a:lnTo>
                    <a:pt x="1152186" y="2657453"/>
                  </a:lnTo>
                  <a:lnTo>
                    <a:pt x="1165133" y="2712141"/>
                  </a:lnTo>
                  <a:lnTo>
                    <a:pt x="1124413" y="2749303"/>
                  </a:lnTo>
                  <a:lnTo>
                    <a:pt x="1078051" y="2769811"/>
                  </a:lnTo>
                  <a:lnTo>
                    <a:pt x="1032775" y="2732741"/>
                  </a:lnTo>
                  <a:lnTo>
                    <a:pt x="999577" y="2693698"/>
                  </a:lnTo>
                  <a:lnTo>
                    <a:pt x="928878" y="2627403"/>
                  </a:lnTo>
                  <a:lnTo>
                    <a:pt x="907686" y="2553308"/>
                  </a:lnTo>
                  <a:lnTo>
                    <a:pt x="853911" y="2557116"/>
                  </a:lnTo>
                  <a:lnTo>
                    <a:pt x="629156" y="2463156"/>
                  </a:lnTo>
                  <a:lnTo>
                    <a:pt x="448520" y="2452328"/>
                  </a:lnTo>
                  <a:lnTo>
                    <a:pt x="466168" y="2471230"/>
                  </a:lnTo>
                  <a:lnTo>
                    <a:pt x="489023" y="2483801"/>
                  </a:lnTo>
                  <a:lnTo>
                    <a:pt x="632881" y="2506970"/>
                  </a:lnTo>
                  <a:lnTo>
                    <a:pt x="689730" y="2550234"/>
                  </a:lnTo>
                  <a:lnTo>
                    <a:pt x="808056" y="2588635"/>
                  </a:lnTo>
                  <a:lnTo>
                    <a:pt x="877345" y="2599141"/>
                  </a:lnTo>
                  <a:lnTo>
                    <a:pt x="905444" y="2717096"/>
                  </a:lnTo>
                  <a:lnTo>
                    <a:pt x="1001204" y="2798256"/>
                  </a:lnTo>
                  <a:lnTo>
                    <a:pt x="1013645" y="2858403"/>
                  </a:lnTo>
                  <a:lnTo>
                    <a:pt x="1079028" y="2865148"/>
                  </a:lnTo>
                  <a:lnTo>
                    <a:pt x="1194063" y="2806147"/>
                  </a:lnTo>
                  <a:lnTo>
                    <a:pt x="1268307" y="2826839"/>
                  </a:lnTo>
                  <a:lnTo>
                    <a:pt x="1375386" y="2843722"/>
                  </a:lnTo>
                  <a:lnTo>
                    <a:pt x="1399869" y="2891345"/>
                  </a:lnTo>
                  <a:lnTo>
                    <a:pt x="1418240" y="2981956"/>
                  </a:lnTo>
                  <a:lnTo>
                    <a:pt x="1456103" y="3083899"/>
                  </a:lnTo>
                  <a:lnTo>
                    <a:pt x="1554287" y="3485845"/>
                  </a:lnTo>
                  <a:lnTo>
                    <a:pt x="1642687" y="3682871"/>
                  </a:lnTo>
                  <a:lnTo>
                    <a:pt x="1615976" y="3682871"/>
                  </a:lnTo>
                  <a:lnTo>
                    <a:pt x="1576238" y="3603800"/>
                  </a:lnTo>
                  <a:lnTo>
                    <a:pt x="1515845" y="3446573"/>
                  </a:lnTo>
                  <a:lnTo>
                    <a:pt x="1453789" y="3168959"/>
                  </a:lnTo>
                  <a:lnTo>
                    <a:pt x="1435779" y="3106793"/>
                  </a:lnTo>
                  <a:lnTo>
                    <a:pt x="1414588" y="3081972"/>
                  </a:lnTo>
                  <a:lnTo>
                    <a:pt x="1400629" y="3102159"/>
                  </a:lnTo>
                  <a:lnTo>
                    <a:pt x="1394625" y="3137532"/>
                  </a:lnTo>
                  <a:lnTo>
                    <a:pt x="1404751" y="3164692"/>
                  </a:lnTo>
                  <a:lnTo>
                    <a:pt x="1380305" y="3256083"/>
                  </a:lnTo>
                  <a:lnTo>
                    <a:pt x="1390901" y="3298016"/>
                  </a:lnTo>
                  <a:lnTo>
                    <a:pt x="1430608" y="3341372"/>
                  </a:lnTo>
                  <a:lnTo>
                    <a:pt x="1473751" y="3449555"/>
                  </a:lnTo>
                  <a:lnTo>
                    <a:pt x="1508214" y="3595221"/>
                  </a:lnTo>
                  <a:lnTo>
                    <a:pt x="1461600" y="3536174"/>
                  </a:lnTo>
                  <a:lnTo>
                    <a:pt x="1411839" y="3504885"/>
                  </a:lnTo>
                  <a:lnTo>
                    <a:pt x="1334413" y="3480890"/>
                  </a:lnTo>
                  <a:lnTo>
                    <a:pt x="1265450" y="3438819"/>
                  </a:lnTo>
                  <a:lnTo>
                    <a:pt x="1270477" y="3499150"/>
                  </a:lnTo>
                  <a:lnTo>
                    <a:pt x="1263859" y="3564298"/>
                  </a:lnTo>
                  <a:lnTo>
                    <a:pt x="1210699" y="3544433"/>
                  </a:lnTo>
                  <a:lnTo>
                    <a:pt x="1174535" y="3522824"/>
                  </a:lnTo>
                  <a:lnTo>
                    <a:pt x="1206540" y="3592239"/>
                  </a:lnTo>
                  <a:lnTo>
                    <a:pt x="1137070" y="3571410"/>
                  </a:lnTo>
                  <a:lnTo>
                    <a:pt x="1090781" y="3575768"/>
                  </a:lnTo>
                  <a:lnTo>
                    <a:pt x="1060693" y="3637384"/>
                  </a:lnTo>
                  <a:lnTo>
                    <a:pt x="1020335" y="3674775"/>
                  </a:lnTo>
                  <a:lnTo>
                    <a:pt x="980297" y="3682871"/>
                  </a:lnTo>
                  <a:lnTo>
                    <a:pt x="954427" y="3682871"/>
                  </a:lnTo>
                  <a:lnTo>
                    <a:pt x="872137" y="3630502"/>
                  </a:lnTo>
                  <a:lnTo>
                    <a:pt x="843460" y="3562096"/>
                  </a:lnTo>
                  <a:lnTo>
                    <a:pt x="831598" y="3485937"/>
                  </a:lnTo>
                  <a:lnTo>
                    <a:pt x="826861" y="3575997"/>
                  </a:lnTo>
                  <a:lnTo>
                    <a:pt x="842628" y="3669774"/>
                  </a:lnTo>
                  <a:lnTo>
                    <a:pt x="841612" y="3682871"/>
                  </a:lnTo>
                  <a:lnTo>
                    <a:pt x="0" y="3682871"/>
                  </a:lnTo>
                  <a:lnTo>
                    <a:pt x="0" y="0"/>
                  </a:lnTo>
                  <a:lnTo>
                    <a:pt x="2024089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5159228" y="2035019"/>
              <a:ext cx="108453" cy="203932"/>
            </a:xfrm>
            <a:custGeom>
              <a:avLst/>
              <a:gdLst/>
              <a:ahLst/>
              <a:cxnLst/>
              <a:rect l="0" t="0" r="0" b="0"/>
              <a:pathLst>
                <a:path w="108453" h="203932">
                  <a:moveTo>
                    <a:pt x="1988" y="203932"/>
                  </a:moveTo>
                  <a:lnTo>
                    <a:pt x="0" y="176588"/>
                  </a:lnTo>
                  <a:lnTo>
                    <a:pt x="108453" y="0"/>
                  </a:lnTo>
                  <a:lnTo>
                    <a:pt x="88853" y="617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4325772" y="3395883"/>
              <a:ext cx="207830" cy="400294"/>
            </a:xfrm>
            <a:custGeom>
              <a:avLst/>
              <a:gdLst/>
              <a:ahLst/>
              <a:cxnLst/>
              <a:rect l="0" t="0" r="0" b="0"/>
              <a:pathLst>
                <a:path w="207830" h="400294">
                  <a:moveTo>
                    <a:pt x="0" y="400294"/>
                  </a:moveTo>
                  <a:lnTo>
                    <a:pt x="112974" y="212144"/>
                  </a:lnTo>
                  <a:lnTo>
                    <a:pt x="178574" y="54504"/>
                  </a:lnTo>
                  <a:lnTo>
                    <a:pt x="207830" y="0"/>
                  </a:lnTo>
                  <a:lnTo>
                    <a:pt x="179442" y="110476"/>
                  </a:lnTo>
                  <a:lnTo>
                    <a:pt x="129826" y="212052"/>
                  </a:lnTo>
                  <a:lnTo>
                    <a:pt x="33668" y="3850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t665"/>
            <p:cNvSpPr/>
            <p:nvPr/>
          </p:nvSpPr>
          <p:spPr>
            <a:xfrm>
              <a:off x="3396934" y="3568029"/>
              <a:ext cx="252911" cy="252911"/>
            </a:xfrm>
            <a:prstGeom prst="ellipse">
              <a:avLst/>
            </a:prstGeom>
            <a:solidFill>
              <a:srgbClr val="C5EDD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t666"/>
            <p:cNvSpPr/>
            <p:nvPr/>
          </p:nvSpPr>
          <p:spPr>
            <a:xfrm>
              <a:off x="3369184" y="4256773"/>
              <a:ext cx="252911" cy="252911"/>
            </a:xfrm>
            <a:prstGeom prst="ellipse">
              <a:avLst/>
            </a:prstGeom>
            <a:solidFill>
              <a:srgbClr val="3A69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t667"/>
            <p:cNvSpPr/>
            <p:nvPr/>
          </p:nvSpPr>
          <p:spPr>
            <a:xfrm>
              <a:off x="3156157" y="4290865"/>
              <a:ext cx="252911" cy="252911"/>
            </a:xfrm>
            <a:prstGeom prst="ellipse">
              <a:avLst/>
            </a:prstGeom>
            <a:solidFill>
              <a:srgbClr val="31244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l668"/>
            <p:cNvSpPr/>
            <p:nvPr/>
          </p:nvSpPr>
          <p:spPr>
            <a:xfrm>
              <a:off x="3536580" y="3232310"/>
              <a:ext cx="1087870" cy="456638"/>
            </a:xfrm>
            <a:custGeom>
              <a:avLst/>
              <a:gdLst/>
              <a:ahLst/>
              <a:cxnLst/>
              <a:rect l="0" t="0" r="0" b="0"/>
              <a:pathLst>
                <a:path w="1087870" h="456638">
                  <a:moveTo>
                    <a:pt x="1087870" y="0"/>
                  </a:moveTo>
                  <a:lnTo>
                    <a:pt x="0" y="456638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l669"/>
            <p:cNvSpPr/>
            <p:nvPr/>
          </p:nvSpPr>
          <p:spPr>
            <a:xfrm>
              <a:off x="3509366" y="4164276"/>
              <a:ext cx="717243" cy="214841"/>
            </a:xfrm>
            <a:custGeom>
              <a:avLst/>
              <a:gdLst/>
              <a:ahLst/>
              <a:cxnLst/>
              <a:rect l="0" t="0" r="0" b="0"/>
              <a:pathLst>
                <a:path w="717243" h="214841">
                  <a:moveTo>
                    <a:pt x="717243" y="0"/>
                  </a:moveTo>
                  <a:lnTo>
                    <a:pt x="0" y="214841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l670"/>
            <p:cNvSpPr/>
            <p:nvPr/>
          </p:nvSpPr>
          <p:spPr>
            <a:xfrm>
              <a:off x="3295742" y="3747468"/>
              <a:ext cx="1537307" cy="664180"/>
            </a:xfrm>
            <a:custGeom>
              <a:avLst/>
              <a:gdLst/>
              <a:ahLst/>
              <a:cxnLst/>
              <a:rect l="0" t="0" r="0" b="0"/>
              <a:pathLst>
                <a:path w="1537307" h="664180">
                  <a:moveTo>
                    <a:pt x="1537307" y="0"/>
                  </a:moveTo>
                  <a:lnTo>
                    <a:pt x="0" y="66418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g671"/>
            <p:cNvSpPr/>
            <p:nvPr/>
          </p:nvSpPr>
          <p:spPr>
            <a:xfrm>
              <a:off x="4624451" y="3062385"/>
              <a:ext cx="1500987" cy="324612"/>
            </a:xfrm>
            <a:custGeom>
              <a:avLst/>
              <a:gdLst/>
              <a:ahLst/>
              <a:cxnLst/>
              <a:rect l="0" t="0" r="0" b="0"/>
              <a:pathLst>
                <a:path w="1500987" h="324612">
                  <a:moveTo>
                    <a:pt x="27432" y="324612"/>
                  </a:moveTo>
                  <a:lnTo>
                    <a:pt x="1473555" y="324612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79"/>
                  </a:lnTo>
                  <a:lnTo>
                    <a:pt x="1500987" y="27432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6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tx672"/>
            <p:cNvSpPr/>
            <p:nvPr/>
          </p:nvSpPr>
          <p:spPr>
            <a:xfrm>
              <a:off x="4670171" y="3108105"/>
              <a:ext cx="140954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S1_LOLA</a:t>
              </a:r>
            </a:p>
          </p:txBody>
        </p:sp>
        <p:sp>
          <p:nvSpPr>
            <p:cNvPr id="673" name="pg673"/>
            <p:cNvSpPr/>
            <p:nvPr/>
          </p:nvSpPr>
          <p:spPr>
            <a:xfrm>
              <a:off x="4226610" y="3995015"/>
              <a:ext cx="1554937" cy="324611"/>
            </a:xfrm>
            <a:custGeom>
              <a:avLst/>
              <a:gdLst/>
              <a:ahLst/>
              <a:cxnLst/>
              <a:rect l="0" t="0" r="0" b="0"/>
              <a:pathLst>
                <a:path w="1554937" h="324611">
                  <a:moveTo>
                    <a:pt x="27432" y="324611"/>
                  </a:moveTo>
                  <a:lnTo>
                    <a:pt x="1527505" y="324611"/>
                  </a:lnTo>
                  <a:lnTo>
                    <a:pt x="1526400" y="324589"/>
                  </a:lnTo>
                  <a:lnTo>
                    <a:pt x="1530811" y="324411"/>
                  </a:lnTo>
                  <a:lnTo>
                    <a:pt x="1535137" y="323528"/>
                  </a:lnTo>
                  <a:lnTo>
                    <a:pt x="1539265" y="321963"/>
                  </a:lnTo>
                  <a:lnTo>
                    <a:pt x="1543088" y="319756"/>
                  </a:lnTo>
                  <a:lnTo>
                    <a:pt x="1546508" y="316964"/>
                  </a:lnTo>
                  <a:lnTo>
                    <a:pt x="1549435" y="313659"/>
                  </a:lnTo>
                  <a:lnTo>
                    <a:pt x="1551795" y="309928"/>
                  </a:lnTo>
                  <a:lnTo>
                    <a:pt x="1553525" y="305866"/>
                  </a:lnTo>
                  <a:lnTo>
                    <a:pt x="1554581" y="301580"/>
                  </a:lnTo>
                  <a:lnTo>
                    <a:pt x="1554937" y="297179"/>
                  </a:lnTo>
                  <a:lnTo>
                    <a:pt x="1554937" y="27431"/>
                  </a:lnTo>
                  <a:lnTo>
                    <a:pt x="1554581" y="23031"/>
                  </a:lnTo>
                  <a:lnTo>
                    <a:pt x="1553525" y="18745"/>
                  </a:lnTo>
                  <a:lnTo>
                    <a:pt x="1551795" y="14683"/>
                  </a:lnTo>
                  <a:lnTo>
                    <a:pt x="1549435" y="10952"/>
                  </a:lnTo>
                  <a:lnTo>
                    <a:pt x="1546508" y="7647"/>
                  </a:lnTo>
                  <a:lnTo>
                    <a:pt x="1543088" y="4855"/>
                  </a:lnTo>
                  <a:lnTo>
                    <a:pt x="1539265" y="2648"/>
                  </a:lnTo>
                  <a:lnTo>
                    <a:pt x="1535137" y="1083"/>
                  </a:lnTo>
                  <a:lnTo>
                    <a:pt x="1530811" y="200"/>
                  </a:lnTo>
                  <a:lnTo>
                    <a:pt x="152750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tx674"/>
            <p:cNvSpPr/>
            <p:nvPr/>
          </p:nvSpPr>
          <p:spPr>
            <a:xfrm>
              <a:off x="4272330" y="4040735"/>
              <a:ext cx="146349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S2_DEBY</a:t>
              </a:r>
            </a:p>
          </p:txBody>
        </p:sp>
        <p:sp>
          <p:nvSpPr>
            <p:cNvPr id="675" name="pg675"/>
            <p:cNvSpPr/>
            <p:nvPr/>
          </p:nvSpPr>
          <p:spPr>
            <a:xfrm>
              <a:off x="4833050" y="3579358"/>
              <a:ext cx="1193383" cy="324612"/>
            </a:xfrm>
            <a:custGeom>
              <a:avLst/>
              <a:gdLst/>
              <a:ahLst/>
              <a:cxnLst/>
              <a:rect l="0" t="0" r="0" b="0"/>
              <a:pathLst>
                <a:path w="1193383" h="324612">
                  <a:moveTo>
                    <a:pt x="27431" y="324612"/>
                  </a:moveTo>
                  <a:lnTo>
                    <a:pt x="1165951" y="324612"/>
                  </a:lnTo>
                  <a:lnTo>
                    <a:pt x="1164846" y="324589"/>
                  </a:lnTo>
                  <a:lnTo>
                    <a:pt x="1169258" y="324411"/>
                  </a:lnTo>
                  <a:lnTo>
                    <a:pt x="1173583" y="323528"/>
                  </a:lnTo>
                  <a:lnTo>
                    <a:pt x="1177711" y="321963"/>
                  </a:lnTo>
                  <a:lnTo>
                    <a:pt x="1181534" y="319756"/>
                  </a:lnTo>
                  <a:lnTo>
                    <a:pt x="1184954" y="316964"/>
                  </a:lnTo>
                  <a:lnTo>
                    <a:pt x="1187881" y="313659"/>
                  </a:lnTo>
                  <a:lnTo>
                    <a:pt x="1190241" y="309928"/>
                  </a:lnTo>
                  <a:lnTo>
                    <a:pt x="1191971" y="305866"/>
                  </a:lnTo>
                  <a:lnTo>
                    <a:pt x="1193028" y="301580"/>
                  </a:lnTo>
                  <a:lnTo>
                    <a:pt x="1193383" y="297180"/>
                  </a:lnTo>
                  <a:lnTo>
                    <a:pt x="1193383" y="27432"/>
                  </a:lnTo>
                  <a:lnTo>
                    <a:pt x="1193028" y="23031"/>
                  </a:lnTo>
                  <a:lnTo>
                    <a:pt x="1191971" y="18745"/>
                  </a:lnTo>
                  <a:lnTo>
                    <a:pt x="1190241" y="14683"/>
                  </a:lnTo>
                  <a:lnTo>
                    <a:pt x="1187881" y="10952"/>
                  </a:lnTo>
                  <a:lnTo>
                    <a:pt x="1184954" y="7647"/>
                  </a:lnTo>
                  <a:lnTo>
                    <a:pt x="1181534" y="4855"/>
                  </a:lnTo>
                  <a:lnTo>
                    <a:pt x="1177711" y="2648"/>
                  </a:lnTo>
                  <a:lnTo>
                    <a:pt x="1173583" y="1083"/>
                  </a:lnTo>
                  <a:lnTo>
                    <a:pt x="1169258" y="200"/>
                  </a:lnTo>
                  <a:lnTo>
                    <a:pt x="116595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tx676"/>
            <p:cNvSpPr/>
            <p:nvPr/>
          </p:nvSpPr>
          <p:spPr>
            <a:xfrm>
              <a:off x="4878770" y="3625078"/>
              <a:ext cx="1101943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W4_VA</a:t>
              </a:r>
            </a:p>
          </p:txBody>
        </p:sp>
        <p:sp>
          <p:nvSpPr>
            <p:cNvPr id="677" name="rc677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tx678"/>
            <p:cNvSpPr/>
            <p:nvPr/>
          </p:nvSpPr>
          <p:spPr>
            <a:xfrm>
              <a:off x="1989553" y="55140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36</a:t>
              </a:r>
            </a:p>
          </p:txBody>
        </p:sp>
        <p:sp>
          <p:nvSpPr>
            <p:cNvPr id="679" name="tx679"/>
            <p:cNvSpPr/>
            <p:nvPr/>
          </p:nvSpPr>
          <p:spPr>
            <a:xfrm>
              <a:off x="2113912" y="54956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0" name="tx680"/>
            <p:cNvSpPr/>
            <p:nvPr/>
          </p:nvSpPr>
          <p:spPr>
            <a:xfrm>
              <a:off x="2158626" y="551407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1" name="tx681"/>
            <p:cNvSpPr/>
            <p:nvPr/>
          </p:nvSpPr>
          <p:spPr>
            <a:xfrm>
              <a:off x="1989553" y="4574475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37</a:t>
              </a:r>
            </a:p>
          </p:txBody>
        </p:sp>
        <p:sp>
          <p:nvSpPr>
            <p:cNvPr id="682" name="tx682"/>
            <p:cNvSpPr/>
            <p:nvPr/>
          </p:nvSpPr>
          <p:spPr>
            <a:xfrm>
              <a:off x="2113912" y="455609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3" name="tx683"/>
            <p:cNvSpPr/>
            <p:nvPr/>
          </p:nvSpPr>
          <p:spPr>
            <a:xfrm>
              <a:off x="2158626" y="4574475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4" name="tx684"/>
            <p:cNvSpPr/>
            <p:nvPr/>
          </p:nvSpPr>
          <p:spPr>
            <a:xfrm>
              <a:off x="1989553" y="363482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38</a:t>
              </a:r>
            </a:p>
          </p:txBody>
        </p:sp>
        <p:sp>
          <p:nvSpPr>
            <p:cNvPr id="685" name="tx685"/>
            <p:cNvSpPr/>
            <p:nvPr/>
          </p:nvSpPr>
          <p:spPr>
            <a:xfrm>
              <a:off x="2113912" y="3616447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6" name="tx686"/>
            <p:cNvSpPr/>
            <p:nvPr/>
          </p:nvSpPr>
          <p:spPr>
            <a:xfrm>
              <a:off x="2158626" y="363482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7" name="tx687"/>
            <p:cNvSpPr/>
            <p:nvPr/>
          </p:nvSpPr>
          <p:spPr>
            <a:xfrm>
              <a:off x="1989553" y="269527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39</a:t>
              </a:r>
            </a:p>
          </p:txBody>
        </p:sp>
        <p:sp>
          <p:nvSpPr>
            <p:cNvPr id="688" name="tx688"/>
            <p:cNvSpPr/>
            <p:nvPr/>
          </p:nvSpPr>
          <p:spPr>
            <a:xfrm>
              <a:off x="2113912" y="267689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9" name="tx689"/>
            <p:cNvSpPr/>
            <p:nvPr/>
          </p:nvSpPr>
          <p:spPr>
            <a:xfrm>
              <a:off x="2158626" y="269527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0" name="tx690"/>
            <p:cNvSpPr/>
            <p:nvPr/>
          </p:nvSpPr>
          <p:spPr>
            <a:xfrm>
              <a:off x="1989553" y="175566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91" name="tx691"/>
            <p:cNvSpPr/>
            <p:nvPr/>
          </p:nvSpPr>
          <p:spPr>
            <a:xfrm>
              <a:off x="2113912" y="173728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2" name="tx692"/>
            <p:cNvSpPr/>
            <p:nvPr/>
          </p:nvSpPr>
          <p:spPr>
            <a:xfrm>
              <a:off x="2158626" y="175566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3" name="pl693"/>
            <p:cNvSpPr/>
            <p:nvPr/>
          </p:nvSpPr>
          <p:spPr>
            <a:xfrm>
              <a:off x="2267112" y="555518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l694"/>
            <p:cNvSpPr/>
            <p:nvPr/>
          </p:nvSpPr>
          <p:spPr>
            <a:xfrm>
              <a:off x="2267112" y="461557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l695"/>
            <p:cNvSpPr/>
            <p:nvPr/>
          </p:nvSpPr>
          <p:spPr>
            <a:xfrm>
              <a:off x="2267112" y="36759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l696"/>
            <p:cNvSpPr/>
            <p:nvPr/>
          </p:nvSpPr>
          <p:spPr>
            <a:xfrm>
              <a:off x="2267112" y="273637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l697"/>
            <p:cNvSpPr/>
            <p:nvPr/>
          </p:nvSpPr>
          <p:spPr>
            <a:xfrm>
              <a:off x="2267112" y="17967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l698"/>
            <p:cNvSpPr/>
            <p:nvPr/>
          </p:nvSpPr>
          <p:spPr>
            <a:xfrm>
              <a:off x="2384234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l699"/>
            <p:cNvSpPr/>
            <p:nvPr/>
          </p:nvSpPr>
          <p:spPr>
            <a:xfrm>
              <a:off x="312486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l700"/>
            <p:cNvSpPr/>
            <p:nvPr/>
          </p:nvSpPr>
          <p:spPr>
            <a:xfrm>
              <a:off x="386548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l701"/>
            <p:cNvSpPr/>
            <p:nvPr/>
          </p:nvSpPr>
          <p:spPr>
            <a:xfrm>
              <a:off x="460611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l702"/>
            <p:cNvSpPr/>
            <p:nvPr/>
          </p:nvSpPr>
          <p:spPr>
            <a:xfrm>
              <a:off x="534673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l703"/>
            <p:cNvSpPr/>
            <p:nvPr/>
          </p:nvSpPr>
          <p:spPr>
            <a:xfrm>
              <a:off x="60873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tx704"/>
            <p:cNvSpPr/>
            <p:nvPr/>
          </p:nvSpPr>
          <p:spPr>
            <a:xfrm>
              <a:off x="224698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78</a:t>
              </a:r>
            </a:p>
          </p:txBody>
        </p:sp>
        <p:sp>
          <p:nvSpPr>
            <p:cNvPr id="705" name="tx705"/>
            <p:cNvSpPr/>
            <p:nvPr/>
          </p:nvSpPr>
          <p:spPr>
            <a:xfrm>
              <a:off x="2371341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06" name="tx706"/>
            <p:cNvSpPr/>
            <p:nvPr/>
          </p:nvSpPr>
          <p:spPr>
            <a:xfrm>
              <a:off x="2416055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07" name="tx707"/>
            <p:cNvSpPr/>
            <p:nvPr/>
          </p:nvSpPr>
          <p:spPr>
            <a:xfrm>
              <a:off x="2987608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77</a:t>
              </a:r>
            </a:p>
          </p:txBody>
        </p:sp>
        <p:sp>
          <p:nvSpPr>
            <p:cNvPr id="708" name="tx708"/>
            <p:cNvSpPr/>
            <p:nvPr/>
          </p:nvSpPr>
          <p:spPr>
            <a:xfrm>
              <a:off x="311196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09" name="tx709"/>
            <p:cNvSpPr/>
            <p:nvPr/>
          </p:nvSpPr>
          <p:spPr>
            <a:xfrm>
              <a:off x="315668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0" name="tx710"/>
            <p:cNvSpPr/>
            <p:nvPr/>
          </p:nvSpPr>
          <p:spPr>
            <a:xfrm>
              <a:off x="372823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76</a:t>
              </a:r>
            </a:p>
          </p:txBody>
        </p:sp>
        <p:sp>
          <p:nvSpPr>
            <p:cNvPr id="711" name="tx711"/>
            <p:cNvSpPr/>
            <p:nvPr/>
          </p:nvSpPr>
          <p:spPr>
            <a:xfrm>
              <a:off x="385259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2" name="tx712"/>
            <p:cNvSpPr/>
            <p:nvPr/>
          </p:nvSpPr>
          <p:spPr>
            <a:xfrm>
              <a:off x="3897306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3" name="tx713"/>
            <p:cNvSpPr/>
            <p:nvPr/>
          </p:nvSpPr>
          <p:spPr>
            <a:xfrm>
              <a:off x="446885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75</a:t>
              </a:r>
            </a:p>
          </p:txBody>
        </p:sp>
        <p:sp>
          <p:nvSpPr>
            <p:cNvPr id="714" name="tx714"/>
            <p:cNvSpPr/>
            <p:nvPr/>
          </p:nvSpPr>
          <p:spPr>
            <a:xfrm>
              <a:off x="459321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5" name="tx715"/>
            <p:cNvSpPr/>
            <p:nvPr/>
          </p:nvSpPr>
          <p:spPr>
            <a:xfrm>
              <a:off x="463793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6" name="tx716"/>
            <p:cNvSpPr/>
            <p:nvPr/>
          </p:nvSpPr>
          <p:spPr>
            <a:xfrm>
              <a:off x="5209484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74</a:t>
              </a:r>
            </a:p>
          </p:txBody>
        </p:sp>
        <p:sp>
          <p:nvSpPr>
            <p:cNvPr id="717" name="tx717"/>
            <p:cNvSpPr/>
            <p:nvPr/>
          </p:nvSpPr>
          <p:spPr>
            <a:xfrm>
              <a:off x="533384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8" name="tx718"/>
            <p:cNvSpPr/>
            <p:nvPr/>
          </p:nvSpPr>
          <p:spPr>
            <a:xfrm>
              <a:off x="53785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9" name="tx719"/>
            <p:cNvSpPr/>
            <p:nvPr/>
          </p:nvSpPr>
          <p:spPr>
            <a:xfrm>
              <a:off x="595010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73</a:t>
              </a:r>
            </a:p>
          </p:txBody>
        </p:sp>
        <p:sp>
          <p:nvSpPr>
            <p:cNvPr id="720" name="tx720"/>
            <p:cNvSpPr/>
            <p:nvPr/>
          </p:nvSpPr>
          <p:spPr>
            <a:xfrm>
              <a:off x="60744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1" name="tx721"/>
            <p:cNvSpPr/>
            <p:nvPr/>
          </p:nvSpPr>
          <p:spPr>
            <a:xfrm>
              <a:off x="61191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2" name="tx722"/>
            <p:cNvSpPr/>
            <p:nvPr/>
          </p:nvSpPr>
          <p:spPr>
            <a:xfrm>
              <a:off x="3801860" y="5925448"/>
              <a:ext cx="1149858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Longitude_manual</a:t>
              </a:r>
            </a:p>
          </p:txBody>
        </p:sp>
        <p:sp>
          <p:nvSpPr>
            <p:cNvPr id="723" name="tx723"/>
            <p:cNvSpPr/>
            <p:nvPr/>
          </p:nvSpPr>
          <p:spPr>
            <a:xfrm rot="-5400000">
              <a:off x="1357153" y="3645259"/>
              <a:ext cx="1033180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Latitude_manual</a:t>
              </a:r>
            </a:p>
          </p:txBody>
        </p:sp>
        <p:sp>
          <p:nvSpPr>
            <p:cNvPr id="724" name="rc724"/>
            <p:cNvSpPr/>
            <p:nvPr/>
          </p:nvSpPr>
          <p:spPr>
            <a:xfrm>
              <a:off x="6590850" y="2976782"/>
              <a:ext cx="729514" cy="14371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5" name="tx725"/>
            <p:cNvSpPr/>
            <p:nvPr/>
          </p:nvSpPr>
          <p:spPr>
            <a:xfrm>
              <a:off x="6660439" y="3061824"/>
              <a:ext cx="5903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var1.pred</a:t>
              </a:r>
            </a:p>
          </p:txBody>
        </p:sp>
        <p:pic>
          <p:nvPicPr>
            <p:cNvPr id="726" name="pic7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0439" y="3247085"/>
              <a:ext cx="219455" cy="1097280"/>
            </a:xfrm>
            <a:prstGeom prst="rect">
              <a:avLst/>
            </a:prstGeom>
          </p:spPr>
        </p:pic>
        <p:sp>
          <p:nvSpPr>
            <p:cNvPr id="727" name="pl727"/>
            <p:cNvSpPr/>
            <p:nvPr/>
          </p:nvSpPr>
          <p:spPr>
            <a:xfrm>
              <a:off x="6836004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l728"/>
            <p:cNvSpPr/>
            <p:nvPr/>
          </p:nvSpPr>
          <p:spPr>
            <a:xfrm>
              <a:off x="6836004" y="416026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l729"/>
            <p:cNvSpPr/>
            <p:nvPr/>
          </p:nvSpPr>
          <p:spPr>
            <a:xfrm>
              <a:off x="6836004" y="397799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l730"/>
            <p:cNvSpPr/>
            <p:nvPr/>
          </p:nvSpPr>
          <p:spPr>
            <a:xfrm>
              <a:off x="6836004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l731"/>
            <p:cNvSpPr/>
            <p:nvPr/>
          </p:nvSpPr>
          <p:spPr>
            <a:xfrm>
              <a:off x="6836004" y="361345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l732"/>
            <p:cNvSpPr/>
            <p:nvPr/>
          </p:nvSpPr>
          <p:spPr>
            <a:xfrm>
              <a:off x="6836004" y="343118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l733"/>
            <p:cNvSpPr/>
            <p:nvPr/>
          </p:nvSpPr>
          <p:spPr>
            <a:xfrm>
              <a:off x="6836004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l734"/>
            <p:cNvSpPr/>
            <p:nvPr/>
          </p:nvSpPr>
          <p:spPr>
            <a:xfrm>
              <a:off x="6660439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l735"/>
            <p:cNvSpPr/>
            <p:nvPr/>
          </p:nvSpPr>
          <p:spPr>
            <a:xfrm>
              <a:off x="6660439" y="416026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l736"/>
            <p:cNvSpPr/>
            <p:nvPr/>
          </p:nvSpPr>
          <p:spPr>
            <a:xfrm>
              <a:off x="6660439" y="397799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l737"/>
            <p:cNvSpPr/>
            <p:nvPr/>
          </p:nvSpPr>
          <p:spPr>
            <a:xfrm>
              <a:off x="6660439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l738"/>
            <p:cNvSpPr/>
            <p:nvPr/>
          </p:nvSpPr>
          <p:spPr>
            <a:xfrm>
              <a:off x="6660439" y="361345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l739"/>
            <p:cNvSpPr/>
            <p:nvPr/>
          </p:nvSpPr>
          <p:spPr>
            <a:xfrm>
              <a:off x="6660439" y="343118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l740"/>
            <p:cNvSpPr/>
            <p:nvPr/>
          </p:nvSpPr>
          <p:spPr>
            <a:xfrm>
              <a:off x="6660439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tx741"/>
            <p:cNvSpPr/>
            <p:nvPr/>
          </p:nvSpPr>
          <p:spPr>
            <a:xfrm>
              <a:off x="6949485" y="4302486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742" name="tx742"/>
            <p:cNvSpPr/>
            <p:nvPr/>
          </p:nvSpPr>
          <p:spPr>
            <a:xfrm>
              <a:off x="6949485" y="4120215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743" name="tx743"/>
            <p:cNvSpPr/>
            <p:nvPr/>
          </p:nvSpPr>
          <p:spPr>
            <a:xfrm>
              <a:off x="6949485" y="3937945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</a:t>
              </a:r>
            </a:p>
          </p:txBody>
        </p:sp>
        <p:sp>
          <p:nvSpPr>
            <p:cNvPr id="744" name="tx744"/>
            <p:cNvSpPr/>
            <p:nvPr/>
          </p:nvSpPr>
          <p:spPr>
            <a:xfrm>
              <a:off x="6949485" y="3755674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</a:t>
              </a:r>
            </a:p>
          </p:txBody>
        </p:sp>
        <p:sp>
          <p:nvSpPr>
            <p:cNvPr id="745" name="tx745"/>
            <p:cNvSpPr/>
            <p:nvPr/>
          </p:nvSpPr>
          <p:spPr>
            <a:xfrm>
              <a:off x="6949485" y="3573404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</a:t>
              </a:r>
            </a:p>
          </p:txBody>
        </p:sp>
        <p:sp>
          <p:nvSpPr>
            <p:cNvPr id="746" name="tx746"/>
            <p:cNvSpPr/>
            <p:nvPr/>
          </p:nvSpPr>
          <p:spPr>
            <a:xfrm>
              <a:off x="6949485" y="3391134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5</a:t>
              </a:r>
            </a:p>
          </p:txBody>
        </p:sp>
        <p:sp>
          <p:nvSpPr>
            <p:cNvPr id="747" name="tx747"/>
            <p:cNvSpPr/>
            <p:nvPr/>
          </p:nvSpPr>
          <p:spPr>
            <a:xfrm>
              <a:off x="6949485" y="3208863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6</a:t>
              </a: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487040" y="1600200"/>
              <a:ext cx="6169918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34901" y="2354586"/>
              <a:ext cx="4342247" cy="3366361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443946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73121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502296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031471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560646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508982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5618997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6148172" y="2354586"/>
              <a:ext cx="0" cy="3366361"/>
            </a:xfrm>
            <a:custGeom>
              <a:avLst/>
              <a:gdLst/>
              <a:ahLst/>
              <a:cxnLst/>
              <a:rect l="0" t="0" r="0" b="0"/>
              <a:pathLst>
                <a:path h="3366361">
                  <a:moveTo>
                    <a:pt x="0" y="3366361"/>
                  </a:moveTo>
                  <a:lnTo>
                    <a:pt x="0" y="3348846"/>
                  </a:lnTo>
                  <a:lnTo>
                    <a:pt x="0" y="3309435"/>
                  </a:lnTo>
                  <a:lnTo>
                    <a:pt x="0" y="3270024"/>
                  </a:lnTo>
                  <a:lnTo>
                    <a:pt x="0" y="3230613"/>
                  </a:lnTo>
                  <a:lnTo>
                    <a:pt x="0" y="3191202"/>
                  </a:lnTo>
                  <a:lnTo>
                    <a:pt x="0" y="3151791"/>
                  </a:lnTo>
                  <a:lnTo>
                    <a:pt x="0" y="3112380"/>
                  </a:lnTo>
                  <a:lnTo>
                    <a:pt x="0" y="3072969"/>
                  </a:lnTo>
                  <a:lnTo>
                    <a:pt x="0" y="3033559"/>
                  </a:lnTo>
                  <a:lnTo>
                    <a:pt x="0" y="2994148"/>
                  </a:lnTo>
                  <a:lnTo>
                    <a:pt x="0" y="2954737"/>
                  </a:lnTo>
                  <a:lnTo>
                    <a:pt x="0" y="2915326"/>
                  </a:lnTo>
                  <a:lnTo>
                    <a:pt x="0" y="2875915"/>
                  </a:lnTo>
                  <a:lnTo>
                    <a:pt x="0" y="2836504"/>
                  </a:lnTo>
                  <a:lnTo>
                    <a:pt x="0" y="2797093"/>
                  </a:lnTo>
                  <a:lnTo>
                    <a:pt x="0" y="2757682"/>
                  </a:lnTo>
                  <a:lnTo>
                    <a:pt x="0" y="2718271"/>
                  </a:lnTo>
                  <a:lnTo>
                    <a:pt x="0" y="2678860"/>
                  </a:lnTo>
                  <a:lnTo>
                    <a:pt x="0" y="2639450"/>
                  </a:lnTo>
                  <a:lnTo>
                    <a:pt x="0" y="2600039"/>
                  </a:lnTo>
                  <a:lnTo>
                    <a:pt x="0" y="2560628"/>
                  </a:lnTo>
                  <a:lnTo>
                    <a:pt x="0" y="2521217"/>
                  </a:lnTo>
                  <a:lnTo>
                    <a:pt x="0" y="2481806"/>
                  </a:lnTo>
                  <a:lnTo>
                    <a:pt x="0" y="2442395"/>
                  </a:lnTo>
                  <a:lnTo>
                    <a:pt x="0" y="2402984"/>
                  </a:lnTo>
                  <a:lnTo>
                    <a:pt x="0" y="2363573"/>
                  </a:lnTo>
                  <a:lnTo>
                    <a:pt x="0" y="2324162"/>
                  </a:lnTo>
                  <a:lnTo>
                    <a:pt x="0" y="2284751"/>
                  </a:lnTo>
                  <a:lnTo>
                    <a:pt x="0" y="2245340"/>
                  </a:lnTo>
                  <a:lnTo>
                    <a:pt x="0" y="2205930"/>
                  </a:lnTo>
                  <a:lnTo>
                    <a:pt x="0" y="2166519"/>
                  </a:lnTo>
                  <a:lnTo>
                    <a:pt x="0" y="2127108"/>
                  </a:lnTo>
                  <a:lnTo>
                    <a:pt x="0" y="2087697"/>
                  </a:lnTo>
                  <a:lnTo>
                    <a:pt x="0" y="2048286"/>
                  </a:lnTo>
                  <a:lnTo>
                    <a:pt x="0" y="2008875"/>
                  </a:lnTo>
                  <a:lnTo>
                    <a:pt x="0" y="1969464"/>
                  </a:lnTo>
                  <a:lnTo>
                    <a:pt x="0" y="1930053"/>
                  </a:lnTo>
                  <a:lnTo>
                    <a:pt x="0" y="1890642"/>
                  </a:lnTo>
                  <a:lnTo>
                    <a:pt x="0" y="1851231"/>
                  </a:lnTo>
                  <a:lnTo>
                    <a:pt x="0" y="1811821"/>
                  </a:lnTo>
                  <a:lnTo>
                    <a:pt x="0" y="1772410"/>
                  </a:lnTo>
                  <a:lnTo>
                    <a:pt x="0" y="1732999"/>
                  </a:lnTo>
                  <a:lnTo>
                    <a:pt x="0" y="1693588"/>
                  </a:lnTo>
                  <a:lnTo>
                    <a:pt x="0" y="1654177"/>
                  </a:lnTo>
                  <a:lnTo>
                    <a:pt x="0" y="1614766"/>
                  </a:lnTo>
                  <a:lnTo>
                    <a:pt x="0" y="1575355"/>
                  </a:lnTo>
                  <a:lnTo>
                    <a:pt x="0" y="1535944"/>
                  </a:lnTo>
                  <a:lnTo>
                    <a:pt x="0" y="1496533"/>
                  </a:lnTo>
                  <a:lnTo>
                    <a:pt x="0" y="1457122"/>
                  </a:lnTo>
                  <a:lnTo>
                    <a:pt x="0" y="1417711"/>
                  </a:lnTo>
                  <a:lnTo>
                    <a:pt x="0" y="1378301"/>
                  </a:lnTo>
                  <a:lnTo>
                    <a:pt x="0" y="1338890"/>
                  </a:lnTo>
                  <a:lnTo>
                    <a:pt x="0" y="1299479"/>
                  </a:lnTo>
                  <a:lnTo>
                    <a:pt x="0" y="1260068"/>
                  </a:lnTo>
                  <a:lnTo>
                    <a:pt x="0" y="1220657"/>
                  </a:lnTo>
                  <a:lnTo>
                    <a:pt x="0" y="1181246"/>
                  </a:lnTo>
                  <a:lnTo>
                    <a:pt x="0" y="1141835"/>
                  </a:lnTo>
                  <a:lnTo>
                    <a:pt x="0" y="1102424"/>
                  </a:lnTo>
                  <a:lnTo>
                    <a:pt x="0" y="1063013"/>
                  </a:lnTo>
                  <a:lnTo>
                    <a:pt x="0" y="1023602"/>
                  </a:lnTo>
                  <a:lnTo>
                    <a:pt x="0" y="984192"/>
                  </a:lnTo>
                  <a:lnTo>
                    <a:pt x="0" y="944781"/>
                  </a:lnTo>
                  <a:lnTo>
                    <a:pt x="0" y="905370"/>
                  </a:lnTo>
                  <a:lnTo>
                    <a:pt x="0" y="865959"/>
                  </a:lnTo>
                  <a:lnTo>
                    <a:pt x="0" y="826548"/>
                  </a:lnTo>
                  <a:lnTo>
                    <a:pt x="0" y="787137"/>
                  </a:lnTo>
                  <a:lnTo>
                    <a:pt x="0" y="747726"/>
                  </a:lnTo>
                  <a:lnTo>
                    <a:pt x="0" y="708315"/>
                  </a:lnTo>
                  <a:lnTo>
                    <a:pt x="0" y="668904"/>
                  </a:lnTo>
                  <a:lnTo>
                    <a:pt x="0" y="629493"/>
                  </a:lnTo>
                  <a:lnTo>
                    <a:pt x="0" y="590082"/>
                  </a:lnTo>
                  <a:lnTo>
                    <a:pt x="0" y="550672"/>
                  </a:lnTo>
                  <a:lnTo>
                    <a:pt x="0" y="511261"/>
                  </a:lnTo>
                  <a:lnTo>
                    <a:pt x="0" y="471850"/>
                  </a:lnTo>
                  <a:lnTo>
                    <a:pt x="0" y="432439"/>
                  </a:lnTo>
                  <a:lnTo>
                    <a:pt x="0" y="393028"/>
                  </a:lnTo>
                  <a:lnTo>
                    <a:pt x="0" y="353617"/>
                  </a:lnTo>
                  <a:lnTo>
                    <a:pt x="0" y="314206"/>
                  </a:lnTo>
                  <a:lnTo>
                    <a:pt x="0" y="274795"/>
                  </a:lnTo>
                  <a:lnTo>
                    <a:pt x="0" y="235384"/>
                  </a:lnTo>
                  <a:lnTo>
                    <a:pt x="0" y="195973"/>
                  </a:lnTo>
                  <a:lnTo>
                    <a:pt x="0" y="156563"/>
                  </a:lnTo>
                  <a:lnTo>
                    <a:pt x="0" y="117152"/>
                  </a:lnTo>
                  <a:lnTo>
                    <a:pt x="0" y="77741"/>
                  </a:lnTo>
                  <a:lnTo>
                    <a:pt x="0" y="3833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34901" y="540785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34901" y="4757570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34901" y="410729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34901" y="345701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34901" y="2806731"/>
              <a:ext cx="4342247" cy="0"/>
            </a:xfrm>
            <a:custGeom>
              <a:avLst/>
              <a:gdLst/>
              <a:ahLst/>
              <a:cxnLst/>
              <a:rect l="0" t="0" r="0" b="0"/>
              <a:pathLst>
                <a:path w="4342247">
                  <a:moveTo>
                    <a:pt x="0" y="0"/>
                  </a:moveTo>
                  <a:lnTo>
                    <a:pt x="24190" y="0"/>
                  </a:lnTo>
                  <a:lnTo>
                    <a:pt x="72297" y="0"/>
                  </a:lnTo>
                  <a:lnTo>
                    <a:pt x="120403" y="0"/>
                  </a:lnTo>
                  <a:lnTo>
                    <a:pt x="168510" y="0"/>
                  </a:lnTo>
                  <a:lnTo>
                    <a:pt x="216617" y="0"/>
                  </a:lnTo>
                  <a:lnTo>
                    <a:pt x="264724" y="0"/>
                  </a:lnTo>
                  <a:lnTo>
                    <a:pt x="312831" y="0"/>
                  </a:lnTo>
                  <a:lnTo>
                    <a:pt x="360938" y="0"/>
                  </a:lnTo>
                  <a:lnTo>
                    <a:pt x="409044" y="0"/>
                  </a:lnTo>
                  <a:lnTo>
                    <a:pt x="457151" y="0"/>
                  </a:lnTo>
                  <a:lnTo>
                    <a:pt x="505258" y="0"/>
                  </a:lnTo>
                  <a:lnTo>
                    <a:pt x="553365" y="0"/>
                  </a:lnTo>
                  <a:lnTo>
                    <a:pt x="601472" y="0"/>
                  </a:lnTo>
                  <a:lnTo>
                    <a:pt x="649579" y="0"/>
                  </a:lnTo>
                  <a:lnTo>
                    <a:pt x="697685" y="0"/>
                  </a:lnTo>
                  <a:lnTo>
                    <a:pt x="745792" y="0"/>
                  </a:lnTo>
                  <a:lnTo>
                    <a:pt x="793899" y="0"/>
                  </a:lnTo>
                  <a:lnTo>
                    <a:pt x="842006" y="0"/>
                  </a:lnTo>
                  <a:lnTo>
                    <a:pt x="890113" y="0"/>
                  </a:lnTo>
                  <a:lnTo>
                    <a:pt x="938219" y="0"/>
                  </a:lnTo>
                  <a:lnTo>
                    <a:pt x="986326" y="0"/>
                  </a:lnTo>
                  <a:lnTo>
                    <a:pt x="1034433" y="0"/>
                  </a:lnTo>
                  <a:lnTo>
                    <a:pt x="1082540" y="0"/>
                  </a:lnTo>
                  <a:lnTo>
                    <a:pt x="1130647" y="0"/>
                  </a:lnTo>
                  <a:lnTo>
                    <a:pt x="1178754" y="0"/>
                  </a:lnTo>
                  <a:lnTo>
                    <a:pt x="1226860" y="0"/>
                  </a:lnTo>
                  <a:lnTo>
                    <a:pt x="1274967" y="0"/>
                  </a:lnTo>
                  <a:lnTo>
                    <a:pt x="1323074" y="0"/>
                  </a:lnTo>
                  <a:lnTo>
                    <a:pt x="1371181" y="0"/>
                  </a:lnTo>
                  <a:lnTo>
                    <a:pt x="1419288" y="0"/>
                  </a:lnTo>
                  <a:lnTo>
                    <a:pt x="1467394" y="0"/>
                  </a:lnTo>
                  <a:lnTo>
                    <a:pt x="1515501" y="0"/>
                  </a:lnTo>
                  <a:lnTo>
                    <a:pt x="1563608" y="0"/>
                  </a:lnTo>
                  <a:lnTo>
                    <a:pt x="1611715" y="0"/>
                  </a:lnTo>
                  <a:lnTo>
                    <a:pt x="1659822" y="0"/>
                  </a:lnTo>
                  <a:lnTo>
                    <a:pt x="1707929" y="0"/>
                  </a:lnTo>
                  <a:lnTo>
                    <a:pt x="1756035" y="0"/>
                  </a:lnTo>
                  <a:lnTo>
                    <a:pt x="1804142" y="0"/>
                  </a:lnTo>
                  <a:lnTo>
                    <a:pt x="1852249" y="0"/>
                  </a:lnTo>
                  <a:lnTo>
                    <a:pt x="1900356" y="0"/>
                  </a:lnTo>
                  <a:lnTo>
                    <a:pt x="1948463" y="0"/>
                  </a:lnTo>
                  <a:lnTo>
                    <a:pt x="1996570" y="0"/>
                  </a:lnTo>
                  <a:lnTo>
                    <a:pt x="2044676" y="0"/>
                  </a:lnTo>
                  <a:lnTo>
                    <a:pt x="2092783" y="0"/>
                  </a:lnTo>
                  <a:lnTo>
                    <a:pt x="2140890" y="0"/>
                  </a:lnTo>
                  <a:lnTo>
                    <a:pt x="2188997" y="0"/>
                  </a:lnTo>
                  <a:lnTo>
                    <a:pt x="2237104" y="0"/>
                  </a:lnTo>
                  <a:lnTo>
                    <a:pt x="2285210" y="0"/>
                  </a:lnTo>
                  <a:lnTo>
                    <a:pt x="2333317" y="0"/>
                  </a:lnTo>
                  <a:lnTo>
                    <a:pt x="2381424" y="0"/>
                  </a:lnTo>
                  <a:lnTo>
                    <a:pt x="2429531" y="0"/>
                  </a:lnTo>
                  <a:lnTo>
                    <a:pt x="2477638" y="0"/>
                  </a:lnTo>
                  <a:lnTo>
                    <a:pt x="2525745" y="0"/>
                  </a:lnTo>
                  <a:lnTo>
                    <a:pt x="2573851" y="0"/>
                  </a:lnTo>
                  <a:lnTo>
                    <a:pt x="2621958" y="0"/>
                  </a:lnTo>
                  <a:lnTo>
                    <a:pt x="2670065" y="0"/>
                  </a:lnTo>
                  <a:lnTo>
                    <a:pt x="2718172" y="0"/>
                  </a:lnTo>
                  <a:lnTo>
                    <a:pt x="2766279" y="0"/>
                  </a:lnTo>
                  <a:lnTo>
                    <a:pt x="2814386" y="0"/>
                  </a:lnTo>
                  <a:lnTo>
                    <a:pt x="2862492" y="0"/>
                  </a:lnTo>
                  <a:lnTo>
                    <a:pt x="2910599" y="0"/>
                  </a:lnTo>
                  <a:lnTo>
                    <a:pt x="2958706" y="0"/>
                  </a:lnTo>
                  <a:lnTo>
                    <a:pt x="3006813" y="0"/>
                  </a:lnTo>
                  <a:lnTo>
                    <a:pt x="3054920" y="0"/>
                  </a:lnTo>
                  <a:lnTo>
                    <a:pt x="3103026" y="0"/>
                  </a:lnTo>
                  <a:lnTo>
                    <a:pt x="3151133" y="0"/>
                  </a:lnTo>
                  <a:lnTo>
                    <a:pt x="3199240" y="0"/>
                  </a:lnTo>
                  <a:lnTo>
                    <a:pt x="3247347" y="0"/>
                  </a:lnTo>
                  <a:lnTo>
                    <a:pt x="3295454" y="0"/>
                  </a:lnTo>
                  <a:lnTo>
                    <a:pt x="3343561" y="0"/>
                  </a:lnTo>
                  <a:lnTo>
                    <a:pt x="3391667" y="0"/>
                  </a:lnTo>
                  <a:lnTo>
                    <a:pt x="3439774" y="0"/>
                  </a:lnTo>
                  <a:lnTo>
                    <a:pt x="3487881" y="0"/>
                  </a:lnTo>
                  <a:lnTo>
                    <a:pt x="3535988" y="0"/>
                  </a:lnTo>
                  <a:lnTo>
                    <a:pt x="3584095" y="0"/>
                  </a:lnTo>
                  <a:lnTo>
                    <a:pt x="3632202" y="0"/>
                  </a:lnTo>
                  <a:lnTo>
                    <a:pt x="3680308" y="0"/>
                  </a:lnTo>
                  <a:lnTo>
                    <a:pt x="3728415" y="0"/>
                  </a:lnTo>
                  <a:lnTo>
                    <a:pt x="3776522" y="0"/>
                  </a:lnTo>
                  <a:lnTo>
                    <a:pt x="3824629" y="0"/>
                  </a:lnTo>
                  <a:lnTo>
                    <a:pt x="3872736" y="0"/>
                  </a:lnTo>
                  <a:lnTo>
                    <a:pt x="3920842" y="0"/>
                  </a:lnTo>
                  <a:lnTo>
                    <a:pt x="3968949" y="0"/>
                  </a:lnTo>
                  <a:lnTo>
                    <a:pt x="4017056" y="0"/>
                  </a:lnTo>
                  <a:lnTo>
                    <a:pt x="4065163" y="0"/>
                  </a:lnTo>
                  <a:lnTo>
                    <a:pt x="4113270" y="0"/>
                  </a:lnTo>
                  <a:lnTo>
                    <a:pt x="4161377" y="0"/>
                  </a:lnTo>
                  <a:lnTo>
                    <a:pt x="4209483" y="0"/>
                  </a:lnTo>
                  <a:lnTo>
                    <a:pt x="4257590" y="0"/>
                  </a:lnTo>
                  <a:lnTo>
                    <a:pt x="4305697" y="0"/>
                  </a:lnTo>
                  <a:lnTo>
                    <a:pt x="4342247" y="0"/>
                  </a:lnTo>
                  <a:lnTo>
                    <a:pt x="434224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5504809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5516446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5528083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5551358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5562995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574633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6109950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6121587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6133224" y="25076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481534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5493171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5504809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5516446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5528083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5539721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5551358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5562995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5574633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6098312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6109950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6121587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6133224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6144862" y="25219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5469897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5481534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5493171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5504809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5516446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5528083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5539721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5551358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5562995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5574633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558627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609831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6109950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6121587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6133224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6144862" y="25362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41171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42334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543498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5446622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5458259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546989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5481534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5493171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5504809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5516446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552808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5539721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5551358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5562995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5574633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6109950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6121587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6133224" y="25505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37679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38843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40007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5411710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542334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543498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5446622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5458259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546989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5481534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549317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5504809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5516446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5528083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5539721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5551358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5562995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6121587" y="25648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36516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376798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38843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C">
                <a:alpha val="100000"/>
              </a:srgbClr>
            </a:solidFill>
            <a:ln w="5420" cap="flat">
              <a:solidFill>
                <a:srgbClr val="3B5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540007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5411710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5423347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5434985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5446622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5458259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5469897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5481534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5493171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5504809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5516446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5528083" y="25791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5341886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535352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536516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5376798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538843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5400073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5411710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5423347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5434985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446622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458259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469897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5481534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5493171" y="25934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5306974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531861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533024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5341886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535352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5365161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5376798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538843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5400073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5411710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5423347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5434985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5446622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5458259" y="26077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528369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5295337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5306974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531861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5330249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5341886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353523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365161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5376798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5388435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5400073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5411710" y="26220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5272062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528369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5295337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5306974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531861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5330249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5341886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5353523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5365161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5376798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5388435" y="26363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5260425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5272062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528369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5295337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5306974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5318611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5330249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341886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5353523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5365161" y="26506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524878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5260425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5272062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5283699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5295337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5306974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5318611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5330249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5341886" y="26649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521387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5225513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5237150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524878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5260425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5272062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5283699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5295337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5306974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5318611" y="26792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5202238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521387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5225513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5237150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524878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5260425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5272062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5283699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5295337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6144862" y="26935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514405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515568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5167326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517896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5190601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5202238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521387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5225513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523715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524878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5260425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5272062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528369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6109950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6121587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6133224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6144862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6156499" y="27078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513241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514405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515568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516732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517896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519060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520223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521387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522551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523715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524878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526042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527206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6016851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6028488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604012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6051763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6086675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609831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6109950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6121587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6133224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6144862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6156499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6168136" y="27221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513241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514405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515568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516732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517896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519060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520223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521387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522551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523715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524878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526042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600521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6016851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602848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6040126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6051763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606340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6075038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6086675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6098312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6109950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6121587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6133224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6144862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6156499" y="27364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513241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514405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515568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516732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517896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519060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520223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521387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522551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523715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524878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526042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591211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592375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593539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594702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598193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599357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600521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6016851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602848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6040126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6051763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606340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6075038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6086675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609831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6109950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6121587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6133224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6144862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6156499" y="27507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512077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513241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514405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515568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516732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517896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519060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520223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521387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522551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523715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524878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590047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591211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592375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593539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594702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595866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597030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598193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599357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600521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6016851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602848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6040126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6051763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606340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6075038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6086675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609831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6109950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6121587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6133224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6144862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6156499" y="27650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509750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510913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512077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513241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514405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515568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516732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517896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519060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520223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521387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590047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A">
                <a:alpha val="100000"/>
              </a:srgbClr>
            </a:solidFill>
            <a:ln w="5420" cap="flat">
              <a:solidFill>
                <a:srgbClr val="3C4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591211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592375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593539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594702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595866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597030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598193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599357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600521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6016851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602848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6040126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6051763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606340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6075038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6086675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609831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6109950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6121587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6133224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6144862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6156499" y="27793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509750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510913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512077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513241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514405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515568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516732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517896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519060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590047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591211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592375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593539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594702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595866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597030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598193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599357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600521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6016851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602848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604012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6051763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606340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6075038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6086675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609831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6109950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6121587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6133224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6144862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6156499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6168136" y="27936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509750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510913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512077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513241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5144051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515568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5888841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590047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591211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5923753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593539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594702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595866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597030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598193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599357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600521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606340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6075038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6086675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609831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6109950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6121587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6133224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6144862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6156499" y="28079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509750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5109139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512077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5132414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584229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5853929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586556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587720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5888841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590047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591211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592375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593539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594702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6040126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6051763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606340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6075038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6086675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609831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6109950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6121587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6133224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6144862" y="28222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572591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573755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574919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576083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577246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578410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579574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5807379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581901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5830654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584229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5853929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586556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587720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588884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590047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591211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592375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593539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594702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6016851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602848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6040126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6051763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606340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6075038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6086675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6098312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6109950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6121587" y="28365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571428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572591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573755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574919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576083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5772467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578410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579574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580737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5819017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583065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584229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5853929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586556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587720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588884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590047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591211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592375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593539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6005214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6016851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602848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6040126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6051763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606340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6075038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6086675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6098312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6109950" y="28508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570264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571428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572591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573755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574919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576083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5772467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578410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5795742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580737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5819017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583065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584229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5853929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586556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587720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588884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590047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591211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592375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6005214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6016851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602848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6040126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6051763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6063400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6075038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6086675" y="28651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570264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571428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572591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5737555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574919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576083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5772467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5784105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5795742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580737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5819017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583065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584229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5853929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586556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587720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6005214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6016851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6028488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6040126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6051763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6063400" y="28794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569100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570264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571428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572591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5737555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574919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5760830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577246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5784105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5795742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5807379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581901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583065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584229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5993577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6005214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6016851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6028488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6040126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6051763" y="28937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563281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5644457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565609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566773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567936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569100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5702643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571428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572591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5737555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5749193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5760830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5772467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5784105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5807379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5819017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583065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5993577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6005214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6016851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6028488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6040126" y="29080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559790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5609545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5621182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563281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564445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565609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3">
                <a:alpha val="100000"/>
              </a:srgbClr>
            </a:solidFill>
            <a:ln w="5420" cap="flat">
              <a:solidFill>
                <a:srgbClr val="3729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566773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5679369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569100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5702643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C">
                <a:alpha val="100000"/>
              </a:srgbClr>
            </a:solidFill>
            <a:ln w="5420" cap="flat">
              <a:solidFill>
                <a:srgbClr val="392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571428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5725918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5737555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5760830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577246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5993577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6005214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6016851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6028488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6040126" y="29223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558627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559790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5609545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562118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563281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564445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565609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566773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567936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569100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2F5C">
                <a:alpha val="100000"/>
              </a:srgbClr>
            </a:solidFill>
            <a:ln w="5420" cap="flat">
              <a:solidFill>
                <a:srgbClr val="392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5702643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571428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572591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599357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600521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6016851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6028488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6040126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6051763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606340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6109950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6121587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6133224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6144862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6156499" y="29366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557463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558627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559790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5609545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562118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563281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564445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565609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566773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567936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569100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70264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571428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600521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6016851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602848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g665"/>
            <p:cNvSpPr/>
            <p:nvPr/>
          </p:nvSpPr>
          <p:spPr>
            <a:xfrm>
              <a:off x="604012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g666"/>
            <p:cNvSpPr/>
            <p:nvPr/>
          </p:nvSpPr>
          <p:spPr>
            <a:xfrm>
              <a:off x="6051763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g667"/>
            <p:cNvSpPr/>
            <p:nvPr/>
          </p:nvSpPr>
          <p:spPr>
            <a:xfrm>
              <a:off x="606340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g668"/>
            <p:cNvSpPr/>
            <p:nvPr/>
          </p:nvSpPr>
          <p:spPr>
            <a:xfrm>
              <a:off x="6075038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g669"/>
            <p:cNvSpPr/>
            <p:nvPr/>
          </p:nvSpPr>
          <p:spPr>
            <a:xfrm>
              <a:off x="609831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g670"/>
            <p:cNvSpPr/>
            <p:nvPr/>
          </p:nvSpPr>
          <p:spPr>
            <a:xfrm>
              <a:off x="6109950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g671"/>
            <p:cNvSpPr/>
            <p:nvPr/>
          </p:nvSpPr>
          <p:spPr>
            <a:xfrm>
              <a:off x="6121587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g672"/>
            <p:cNvSpPr/>
            <p:nvPr/>
          </p:nvSpPr>
          <p:spPr>
            <a:xfrm>
              <a:off x="6133224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g673"/>
            <p:cNvSpPr/>
            <p:nvPr/>
          </p:nvSpPr>
          <p:spPr>
            <a:xfrm>
              <a:off x="6144862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g674"/>
            <p:cNvSpPr/>
            <p:nvPr/>
          </p:nvSpPr>
          <p:spPr>
            <a:xfrm>
              <a:off x="6156499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g675"/>
            <p:cNvSpPr/>
            <p:nvPr/>
          </p:nvSpPr>
          <p:spPr>
            <a:xfrm>
              <a:off x="6168136" y="29509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g676"/>
            <p:cNvSpPr/>
            <p:nvPr/>
          </p:nvSpPr>
          <p:spPr>
            <a:xfrm>
              <a:off x="556299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5574633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g678"/>
            <p:cNvSpPr/>
            <p:nvPr/>
          </p:nvSpPr>
          <p:spPr>
            <a:xfrm>
              <a:off x="558627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g679"/>
            <p:cNvSpPr/>
            <p:nvPr/>
          </p:nvSpPr>
          <p:spPr>
            <a:xfrm>
              <a:off x="559790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g680"/>
            <p:cNvSpPr/>
            <p:nvPr/>
          </p:nvSpPr>
          <p:spPr>
            <a:xfrm>
              <a:off x="560954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g681"/>
            <p:cNvSpPr/>
            <p:nvPr/>
          </p:nvSpPr>
          <p:spPr>
            <a:xfrm>
              <a:off x="562118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g682"/>
            <p:cNvSpPr/>
            <p:nvPr/>
          </p:nvSpPr>
          <p:spPr>
            <a:xfrm>
              <a:off x="563281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g683"/>
            <p:cNvSpPr/>
            <p:nvPr/>
          </p:nvSpPr>
          <p:spPr>
            <a:xfrm>
              <a:off x="564445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g684"/>
            <p:cNvSpPr/>
            <p:nvPr/>
          </p:nvSpPr>
          <p:spPr>
            <a:xfrm>
              <a:off x="565609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g685"/>
            <p:cNvSpPr/>
            <p:nvPr/>
          </p:nvSpPr>
          <p:spPr>
            <a:xfrm>
              <a:off x="5667731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g686"/>
            <p:cNvSpPr/>
            <p:nvPr/>
          </p:nvSpPr>
          <p:spPr>
            <a:xfrm>
              <a:off x="567936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g687"/>
            <p:cNvSpPr/>
            <p:nvPr/>
          </p:nvSpPr>
          <p:spPr>
            <a:xfrm>
              <a:off x="600521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g688"/>
            <p:cNvSpPr/>
            <p:nvPr/>
          </p:nvSpPr>
          <p:spPr>
            <a:xfrm>
              <a:off x="6016851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g689"/>
            <p:cNvSpPr/>
            <p:nvPr/>
          </p:nvSpPr>
          <p:spPr>
            <a:xfrm>
              <a:off x="602848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g690"/>
            <p:cNvSpPr/>
            <p:nvPr/>
          </p:nvSpPr>
          <p:spPr>
            <a:xfrm>
              <a:off x="604012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g691"/>
            <p:cNvSpPr/>
            <p:nvPr/>
          </p:nvSpPr>
          <p:spPr>
            <a:xfrm>
              <a:off x="6051763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g692"/>
            <p:cNvSpPr/>
            <p:nvPr/>
          </p:nvSpPr>
          <p:spPr>
            <a:xfrm>
              <a:off x="606340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g693"/>
            <p:cNvSpPr/>
            <p:nvPr/>
          </p:nvSpPr>
          <p:spPr>
            <a:xfrm>
              <a:off x="6075038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g694"/>
            <p:cNvSpPr/>
            <p:nvPr/>
          </p:nvSpPr>
          <p:spPr>
            <a:xfrm>
              <a:off x="6086675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g695"/>
            <p:cNvSpPr/>
            <p:nvPr/>
          </p:nvSpPr>
          <p:spPr>
            <a:xfrm>
              <a:off x="609831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g696"/>
            <p:cNvSpPr/>
            <p:nvPr/>
          </p:nvSpPr>
          <p:spPr>
            <a:xfrm>
              <a:off x="6109950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g697"/>
            <p:cNvSpPr/>
            <p:nvPr/>
          </p:nvSpPr>
          <p:spPr>
            <a:xfrm>
              <a:off x="6121587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g698"/>
            <p:cNvSpPr/>
            <p:nvPr/>
          </p:nvSpPr>
          <p:spPr>
            <a:xfrm>
              <a:off x="6133224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g699"/>
            <p:cNvSpPr/>
            <p:nvPr/>
          </p:nvSpPr>
          <p:spPr>
            <a:xfrm>
              <a:off x="6144862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g700"/>
            <p:cNvSpPr/>
            <p:nvPr/>
          </p:nvSpPr>
          <p:spPr>
            <a:xfrm>
              <a:off x="6156499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g701"/>
            <p:cNvSpPr/>
            <p:nvPr/>
          </p:nvSpPr>
          <p:spPr>
            <a:xfrm>
              <a:off x="6168136" y="29652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g702"/>
            <p:cNvSpPr/>
            <p:nvPr/>
          </p:nvSpPr>
          <p:spPr>
            <a:xfrm>
              <a:off x="555135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g703"/>
            <p:cNvSpPr/>
            <p:nvPr/>
          </p:nvSpPr>
          <p:spPr>
            <a:xfrm>
              <a:off x="556299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g704"/>
            <p:cNvSpPr/>
            <p:nvPr/>
          </p:nvSpPr>
          <p:spPr>
            <a:xfrm>
              <a:off x="557463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g705"/>
            <p:cNvSpPr/>
            <p:nvPr/>
          </p:nvSpPr>
          <p:spPr>
            <a:xfrm>
              <a:off x="558627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g706"/>
            <p:cNvSpPr/>
            <p:nvPr/>
          </p:nvSpPr>
          <p:spPr>
            <a:xfrm>
              <a:off x="559790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g707"/>
            <p:cNvSpPr/>
            <p:nvPr/>
          </p:nvSpPr>
          <p:spPr>
            <a:xfrm>
              <a:off x="560954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g708"/>
            <p:cNvSpPr/>
            <p:nvPr/>
          </p:nvSpPr>
          <p:spPr>
            <a:xfrm>
              <a:off x="562118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g709"/>
            <p:cNvSpPr/>
            <p:nvPr/>
          </p:nvSpPr>
          <p:spPr>
            <a:xfrm>
              <a:off x="5632819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g710"/>
            <p:cNvSpPr/>
            <p:nvPr/>
          </p:nvSpPr>
          <p:spPr>
            <a:xfrm>
              <a:off x="564445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g711"/>
            <p:cNvSpPr/>
            <p:nvPr/>
          </p:nvSpPr>
          <p:spPr>
            <a:xfrm>
              <a:off x="6016851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g712"/>
            <p:cNvSpPr/>
            <p:nvPr/>
          </p:nvSpPr>
          <p:spPr>
            <a:xfrm>
              <a:off x="602848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g713"/>
            <p:cNvSpPr/>
            <p:nvPr/>
          </p:nvSpPr>
          <p:spPr>
            <a:xfrm>
              <a:off x="6040126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g714"/>
            <p:cNvSpPr/>
            <p:nvPr/>
          </p:nvSpPr>
          <p:spPr>
            <a:xfrm>
              <a:off x="6051763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g715"/>
            <p:cNvSpPr/>
            <p:nvPr/>
          </p:nvSpPr>
          <p:spPr>
            <a:xfrm>
              <a:off x="606340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g716"/>
            <p:cNvSpPr/>
            <p:nvPr/>
          </p:nvSpPr>
          <p:spPr>
            <a:xfrm>
              <a:off x="6075038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g717"/>
            <p:cNvSpPr/>
            <p:nvPr/>
          </p:nvSpPr>
          <p:spPr>
            <a:xfrm>
              <a:off x="6086675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g718"/>
            <p:cNvSpPr/>
            <p:nvPr/>
          </p:nvSpPr>
          <p:spPr>
            <a:xfrm>
              <a:off x="609831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g719"/>
            <p:cNvSpPr/>
            <p:nvPr/>
          </p:nvSpPr>
          <p:spPr>
            <a:xfrm>
              <a:off x="6109950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g720"/>
            <p:cNvSpPr/>
            <p:nvPr/>
          </p:nvSpPr>
          <p:spPr>
            <a:xfrm>
              <a:off x="6121587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g721"/>
            <p:cNvSpPr/>
            <p:nvPr/>
          </p:nvSpPr>
          <p:spPr>
            <a:xfrm>
              <a:off x="6133224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g722"/>
            <p:cNvSpPr/>
            <p:nvPr/>
          </p:nvSpPr>
          <p:spPr>
            <a:xfrm>
              <a:off x="6144862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g723"/>
            <p:cNvSpPr/>
            <p:nvPr/>
          </p:nvSpPr>
          <p:spPr>
            <a:xfrm>
              <a:off x="6156499" y="29795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g724"/>
            <p:cNvSpPr/>
            <p:nvPr/>
          </p:nvSpPr>
          <p:spPr>
            <a:xfrm>
              <a:off x="5539721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g725"/>
            <p:cNvSpPr/>
            <p:nvPr/>
          </p:nvSpPr>
          <p:spPr>
            <a:xfrm>
              <a:off x="555135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g726"/>
            <p:cNvSpPr/>
            <p:nvPr/>
          </p:nvSpPr>
          <p:spPr>
            <a:xfrm>
              <a:off x="556299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g727"/>
            <p:cNvSpPr/>
            <p:nvPr/>
          </p:nvSpPr>
          <p:spPr>
            <a:xfrm>
              <a:off x="557463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g728"/>
            <p:cNvSpPr/>
            <p:nvPr/>
          </p:nvSpPr>
          <p:spPr>
            <a:xfrm>
              <a:off x="558627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g729"/>
            <p:cNvSpPr/>
            <p:nvPr/>
          </p:nvSpPr>
          <p:spPr>
            <a:xfrm>
              <a:off x="5597907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g730"/>
            <p:cNvSpPr/>
            <p:nvPr/>
          </p:nvSpPr>
          <p:spPr>
            <a:xfrm>
              <a:off x="560954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g731"/>
            <p:cNvSpPr/>
            <p:nvPr/>
          </p:nvSpPr>
          <p:spPr>
            <a:xfrm>
              <a:off x="602848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g732"/>
            <p:cNvSpPr/>
            <p:nvPr/>
          </p:nvSpPr>
          <p:spPr>
            <a:xfrm>
              <a:off x="6040126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g733"/>
            <p:cNvSpPr/>
            <p:nvPr/>
          </p:nvSpPr>
          <p:spPr>
            <a:xfrm>
              <a:off x="6051763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g734"/>
            <p:cNvSpPr/>
            <p:nvPr/>
          </p:nvSpPr>
          <p:spPr>
            <a:xfrm>
              <a:off x="606340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g735"/>
            <p:cNvSpPr/>
            <p:nvPr/>
          </p:nvSpPr>
          <p:spPr>
            <a:xfrm>
              <a:off x="6075038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g736"/>
            <p:cNvSpPr/>
            <p:nvPr/>
          </p:nvSpPr>
          <p:spPr>
            <a:xfrm>
              <a:off x="6086675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g737"/>
            <p:cNvSpPr/>
            <p:nvPr/>
          </p:nvSpPr>
          <p:spPr>
            <a:xfrm>
              <a:off x="609831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g738"/>
            <p:cNvSpPr/>
            <p:nvPr/>
          </p:nvSpPr>
          <p:spPr>
            <a:xfrm>
              <a:off x="6109950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g739"/>
            <p:cNvSpPr/>
            <p:nvPr/>
          </p:nvSpPr>
          <p:spPr>
            <a:xfrm>
              <a:off x="6121587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g740"/>
            <p:cNvSpPr/>
            <p:nvPr/>
          </p:nvSpPr>
          <p:spPr>
            <a:xfrm>
              <a:off x="6133224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g741"/>
            <p:cNvSpPr/>
            <p:nvPr/>
          </p:nvSpPr>
          <p:spPr>
            <a:xfrm>
              <a:off x="6144862" y="29938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g742"/>
            <p:cNvSpPr/>
            <p:nvPr/>
          </p:nvSpPr>
          <p:spPr>
            <a:xfrm>
              <a:off x="5539721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g743"/>
            <p:cNvSpPr/>
            <p:nvPr/>
          </p:nvSpPr>
          <p:spPr>
            <a:xfrm>
              <a:off x="555135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g744"/>
            <p:cNvSpPr/>
            <p:nvPr/>
          </p:nvSpPr>
          <p:spPr>
            <a:xfrm>
              <a:off x="556299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g745"/>
            <p:cNvSpPr/>
            <p:nvPr/>
          </p:nvSpPr>
          <p:spPr>
            <a:xfrm>
              <a:off x="557463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g746"/>
            <p:cNvSpPr/>
            <p:nvPr/>
          </p:nvSpPr>
          <p:spPr>
            <a:xfrm>
              <a:off x="558627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g747"/>
            <p:cNvSpPr/>
            <p:nvPr/>
          </p:nvSpPr>
          <p:spPr>
            <a:xfrm>
              <a:off x="5597907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g748"/>
            <p:cNvSpPr/>
            <p:nvPr/>
          </p:nvSpPr>
          <p:spPr>
            <a:xfrm>
              <a:off x="6051763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g749"/>
            <p:cNvSpPr/>
            <p:nvPr/>
          </p:nvSpPr>
          <p:spPr>
            <a:xfrm>
              <a:off x="606340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g750"/>
            <p:cNvSpPr/>
            <p:nvPr/>
          </p:nvSpPr>
          <p:spPr>
            <a:xfrm>
              <a:off x="6075038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g751"/>
            <p:cNvSpPr/>
            <p:nvPr/>
          </p:nvSpPr>
          <p:spPr>
            <a:xfrm>
              <a:off x="6086675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g752"/>
            <p:cNvSpPr/>
            <p:nvPr/>
          </p:nvSpPr>
          <p:spPr>
            <a:xfrm>
              <a:off x="6098312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g753"/>
            <p:cNvSpPr/>
            <p:nvPr/>
          </p:nvSpPr>
          <p:spPr>
            <a:xfrm>
              <a:off x="6109950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g754"/>
            <p:cNvSpPr/>
            <p:nvPr/>
          </p:nvSpPr>
          <p:spPr>
            <a:xfrm>
              <a:off x="6121587" y="30081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g755"/>
            <p:cNvSpPr/>
            <p:nvPr/>
          </p:nvSpPr>
          <p:spPr>
            <a:xfrm>
              <a:off x="552808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g756"/>
            <p:cNvSpPr/>
            <p:nvPr/>
          </p:nvSpPr>
          <p:spPr>
            <a:xfrm>
              <a:off x="5539721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g757"/>
            <p:cNvSpPr/>
            <p:nvPr/>
          </p:nvSpPr>
          <p:spPr>
            <a:xfrm>
              <a:off x="555135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g758"/>
            <p:cNvSpPr/>
            <p:nvPr/>
          </p:nvSpPr>
          <p:spPr>
            <a:xfrm>
              <a:off x="5562995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g759"/>
            <p:cNvSpPr/>
            <p:nvPr/>
          </p:nvSpPr>
          <p:spPr>
            <a:xfrm>
              <a:off x="5574633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g760"/>
            <p:cNvSpPr/>
            <p:nvPr/>
          </p:nvSpPr>
          <p:spPr>
            <a:xfrm>
              <a:off x="5586270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g761"/>
            <p:cNvSpPr/>
            <p:nvPr/>
          </p:nvSpPr>
          <p:spPr>
            <a:xfrm>
              <a:off x="6075038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g762"/>
            <p:cNvSpPr/>
            <p:nvPr/>
          </p:nvSpPr>
          <p:spPr>
            <a:xfrm>
              <a:off x="6086675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g763"/>
            <p:cNvSpPr/>
            <p:nvPr/>
          </p:nvSpPr>
          <p:spPr>
            <a:xfrm>
              <a:off x="6098312" y="30224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g764"/>
            <p:cNvSpPr/>
            <p:nvPr/>
          </p:nvSpPr>
          <p:spPr>
            <a:xfrm>
              <a:off x="5516446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g765"/>
            <p:cNvSpPr/>
            <p:nvPr/>
          </p:nvSpPr>
          <p:spPr>
            <a:xfrm>
              <a:off x="5528083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g766"/>
            <p:cNvSpPr/>
            <p:nvPr/>
          </p:nvSpPr>
          <p:spPr>
            <a:xfrm>
              <a:off x="5539721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g767"/>
            <p:cNvSpPr/>
            <p:nvPr/>
          </p:nvSpPr>
          <p:spPr>
            <a:xfrm>
              <a:off x="5551358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g768"/>
            <p:cNvSpPr/>
            <p:nvPr/>
          </p:nvSpPr>
          <p:spPr>
            <a:xfrm>
              <a:off x="5562995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g769"/>
            <p:cNvSpPr/>
            <p:nvPr/>
          </p:nvSpPr>
          <p:spPr>
            <a:xfrm>
              <a:off x="5574633" y="30367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g770"/>
            <p:cNvSpPr/>
            <p:nvPr/>
          </p:nvSpPr>
          <p:spPr>
            <a:xfrm>
              <a:off x="5516446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g771"/>
            <p:cNvSpPr/>
            <p:nvPr/>
          </p:nvSpPr>
          <p:spPr>
            <a:xfrm>
              <a:off x="5528083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g772"/>
            <p:cNvSpPr/>
            <p:nvPr/>
          </p:nvSpPr>
          <p:spPr>
            <a:xfrm>
              <a:off x="5539721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g773"/>
            <p:cNvSpPr/>
            <p:nvPr/>
          </p:nvSpPr>
          <p:spPr>
            <a:xfrm>
              <a:off x="5551358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g774"/>
            <p:cNvSpPr/>
            <p:nvPr/>
          </p:nvSpPr>
          <p:spPr>
            <a:xfrm>
              <a:off x="5562995" y="30510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g775"/>
            <p:cNvSpPr/>
            <p:nvPr/>
          </p:nvSpPr>
          <p:spPr>
            <a:xfrm>
              <a:off x="5504809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g776"/>
            <p:cNvSpPr/>
            <p:nvPr/>
          </p:nvSpPr>
          <p:spPr>
            <a:xfrm>
              <a:off x="5516446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g777"/>
            <p:cNvSpPr/>
            <p:nvPr/>
          </p:nvSpPr>
          <p:spPr>
            <a:xfrm>
              <a:off x="5528083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g778"/>
            <p:cNvSpPr/>
            <p:nvPr/>
          </p:nvSpPr>
          <p:spPr>
            <a:xfrm>
              <a:off x="5539721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g779"/>
            <p:cNvSpPr/>
            <p:nvPr/>
          </p:nvSpPr>
          <p:spPr>
            <a:xfrm>
              <a:off x="5551358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g780"/>
            <p:cNvSpPr/>
            <p:nvPr/>
          </p:nvSpPr>
          <p:spPr>
            <a:xfrm>
              <a:off x="5562995" y="30653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g781"/>
            <p:cNvSpPr/>
            <p:nvPr/>
          </p:nvSpPr>
          <p:spPr>
            <a:xfrm>
              <a:off x="5504809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g782"/>
            <p:cNvSpPr/>
            <p:nvPr/>
          </p:nvSpPr>
          <p:spPr>
            <a:xfrm>
              <a:off x="5516446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g783"/>
            <p:cNvSpPr/>
            <p:nvPr/>
          </p:nvSpPr>
          <p:spPr>
            <a:xfrm>
              <a:off x="5528083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g784"/>
            <p:cNvSpPr/>
            <p:nvPr/>
          </p:nvSpPr>
          <p:spPr>
            <a:xfrm>
              <a:off x="5539721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g785"/>
            <p:cNvSpPr/>
            <p:nvPr/>
          </p:nvSpPr>
          <p:spPr>
            <a:xfrm>
              <a:off x="5551358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g786"/>
            <p:cNvSpPr/>
            <p:nvPr/>
          </p:nvSpPr>
          <p:spPr>
            <a:xfrm>
              <a:off x="5562995" y="30796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g787"/>
            <p:cNvSpPr/>
            <p:nvPr/>
          </p:nvSpPr>
          <p:spPr>
            <a:xfrm>
              <a:off x="5504809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g788"/>
            <p:cNvSpPr/>
            <p:nvPr/>
          </p:nvSpPr>
          <p:spPr>
            <a:xfrm>
              <a:off x="5516446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g789"/>
            <p:cNvSpPr/>
            <p:nvPr/>
          </p:nvSpPr>
          <p:spPr>
            <a:xfrm>
              <a:off x="5528083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g790"/>
            <p:cNvSpPr/>
            <p:nvPr/>
          </p:nvSpPr>
          <p:spPr>
            <a:xfrm>
              <a:off x="5539721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g791"/>
            <p:cNvSpPr/>
            <p:nvPr/>
          </p:nvSpPr>
          <p:spPr>
            <a:xfrm>
              <a:off x="5551358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g792"/>
            <p:cNvSpPr/>
            <p:nvPr/>
          </p:nvSpPr>
          <p:spPr>
            <a:xfrm>
              <a:off x="5562995" y="30939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g793"/>
            <p:cNvSpPr/>
            <p:nvPr/>
          </p:nvSpPr>
          <p:spPr>
            <a:xfrm>
              <a:off x="5504809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g794"/>
            <p:cNvSpPr/>
            <p:nvPr/>
          </p:nvSpPr>
          <p:spPr>
            <a:xfrm>
              <a:off x="5516446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g795"/>
            <p:cNvSpPr/>
            <p:nvPr/>
          </p:nvSpPr>
          <p:spPr>
            <a:xfrm>
              <a:off x="5528083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g796"/>
            <p:cNvSpPr/>
            <p:nvPr/>
          </p:nvSpPr>
          <p:spPr>
            <a:xfrm>
              <a:off x="5539721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g797"/>
            <p:cNvSpPr/>
            <p:nvPr/>
          </p:nvSpPr>
          <p:spPr>
            <a:xfrm>
              <a:off x="5551358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g798"/>
            <p:cNvSpPr/>
            <p:nvPr/>
          </p:nvSpPr>
          <p:spPr>
            <a:xfrm>
              <a:off x="5562995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g799"/>
            <p:cNvSpPr/>
            <p:nvPr/>
          </p:nvSpPr>
          <p:spPr>
            <a:xfrm>
              <a:off x="5574633" y="31082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g800"/>
            <p:cNvSpPr/>
            <p:nvPr/>
          </p:nvSpPr>
          <p:spPr>
            <a:xfrm>
              <a:off x="5493171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g801"/>
            <p:cNvSpPr/>
            <p:nvPr/>
          </p:nvSpPr>
          <p:spPr>
            <a:xfrm>
              <a:off x="5504809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g802"/>
            <p:cNvSpPr/>
            <p:nvPr/>
          </p:nvSpPr>
          <p:spPr>
            <a:xfrm>
              <a:off x="5516446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g803"/>
            <p:cNvSpPr/>
            <p:nvPr/>
          </p:nvSpPr>
          <p:spPr>
            <a:xfrm>
              <a:off x="5528083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g804"/>
            <p:cNvSpPr/>
            <p:nvPr/>
          </p:nvSpPr>
          <p:spPr>
            <a:xfrm>
              <a:off x="5539721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g805"/>
            <p:cNvSpPr/>
            <p:nvPr/>
          </p:nvSpPr>
          <p:spPr>
            <a:xfrm>
              <a:off x="5551358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g806"/>
            <p:cNvSpPr/>
            <p:nvPr/>
          </p:nvSpPr>
          <p:spPr>
            <a:xfrm>
              <a:off x="5562995" y="31225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g807"/>
            <p:cNvSpPr/>
            <p:nvPr/>
          </p:nvSpPr>
          <p:spPr>
            <a:xfrm>
              <a:off x="5481534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g808"/>
            <p:cNvSpPr/>
            <p:nvPr/>
          </p:nvSpPr>
          <p:spPr>
            <a:xfrm>
              <a:off x="5493171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g809"/>
            <p:cNvSpPr/>
            <p:nvPr/>
          </p:nvSpPr>
          <p:spPr>
            <a:xfrm>
              <a:off x="5504809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g810"/>
            <p:cNvSpPr/>
            <p:nvPr/>
          </p:nvSpPr>
          <p:spPr>
            <a:xfrm>
              <a:off x="5516446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g811"/>
            <p:cNvSpPr/>
            <p:nvPr/>
          </p:nvSpPr>
          <p:spPr>
            <a:xfrm>
              <a:off x="5528083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g812"/>
            <p:cNvSpPr/>
            <p:nvPr/>
          </p:nvSpPr>
          <p:spPr>
            <a:xfrm>
              <a:off x="5539721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g813"/>
            <p:cNvSpPr/>
            <p:nvPr/>
          </p:nvSpPr>
          <p:spPr>
            <a:xfrm>
              <a:off x="5551358" y="31368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g814"/>
            <p:cNvSpPr/>
            <p:nvPr/>
          </p:nvSpPr>
          <p:spPr>
            <a:xfrm>
              <a:off x="5481534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g815"/>
            <p:cNvSpPr/>
            <p:nvPr/>
          </p:nvSpPr>
          <p:spPr>
            <a:xfrm>
              <a:off x="5493171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g816"/>
            <p:cNvSpPr/>
            <p:nvPr/>
          </p:nvSpPr>
          <p:spPr>
            <a:xfrm>
              <a:off x="5504809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g817"/>
            <p:cNvSpPr/>
            <p:nvPr/>
          </p:nvSpPr>
          <p:spPr>
            <a:xfrm>
              <a:off x="5516446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g818"/>
            <p:cNvSpPr/>
            <p:nvPr/>
          </p:nvSpPr>
          <p:spPr>
            <a:xfrm>
              <a:off x="5528083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g819"/>
            <p:cNvSpPr/>
            <p:nvPr/>
          </p:nvSpPr>
          <p:spPr>
            <a:xfrm>
              <a:off x="5539721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g820"/>
            <p:cNvSpPr/>
            <p:nvPr/>
          </p:nvSpPr>
          <p:spPr>
            <a:xfrm>
              <a:off x="5551358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g821"/>
            <p:cNvSpPr/>
            <p:nvPr/>
          </p:nvSpPr>
          <p:spPr>
            <a:xfrm>
              <a:off x="5574633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g822"/>
            <p:cNvSpPr/>
            <p:nvPr/>
          </p:nvSpPr>
          <p:spPr>
            <a:xfrm>
              <a:off x="5586270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g823"/>
            <p:cNvSpPr/>
            <p:nvPr/>
          </p:nvSpPr>
          <p:spPr>
            <a:xfrm>
              <a:off x="5597907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g824"/>
            <p:cNvSpPr/>
            <p:nvPr/>
          </p:nvSpPr>
          <p:spPr>
            <a:xfrm>
              <a:off x="5609545" y="31511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g825"/>
            <p:cNvSpPr/>
            <p:nvPr/>
          </p:nvSpPr>
          <p:spPr>
            <a:xfrm>
              <a:off x="5481534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g826"/>
            <p:cNvSpPr/>
            <p:nvPr/>
          </p:nvSpPr>
          <p:spPr>
            <a:xfrm>
              <a:off x="5493171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g827"/>
            <p:cNvSpPr/>
            <p:nvPr/>
          </p:nvSpPr>
          <p:spPr>
            <a:xfrm>
              <a:off x="5504809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g828"/>
            <p:cNvSpPr/>
            <p:nvPr/>
          </p:nvSpPr>
          <p:spPr>
            <a:xfrm>
              <a:off x="5516446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g829"/>
            <p:cNvSpPr/>
            <p:nvPr/>
          </p:nvSpPr>
          <p:spPr>
            <a:xfrm>
              <a:off x="5528083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g830"/>
            <p:cNvSpPr/>
            <p:nvPr/>
          </p:nvSpPr>
          <p:spPr>
            <a:xfrm>
              <a:off x="5539721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g831"/>
            <p:cNvSpPr/>
            <p:nvPr/>
          </p:nvSpPr>
          <p:spPr>
            <a:xfrm>
              <a:off x="5551358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g832"/>
            <p:cNvSpPr/>
            <p:nvPr/>
          </p:nvSpPr>
          <p:spPr>
            <a:xfrm>
              <a:off x="5562995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g833"/>
            <p:cNvSpPr/>
            <p:nvPr/>
          </p:nvSpPr>
          <p:spPr>
            <a:xfrm>
              <a:off x="5574633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g834"/>
            <p:cNvSpPr/>
            <p:nvPr/>
          </p:nvSpPr>
          <p:spPr>
            <a:xfrm>
              <a:off x="5586270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g835"/>
            <p:cNvSpPr/>
            <p:nvPr/>
          </p:nvSpPr>
          <p:spPr>
            <a:xfrm>
              <a:off x="5597907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g836"/>
            <p:cNvSpPr/>
            <p:nvPr/>
          </p:nvSpPr>
          <p:spPr>
            <a:xfrm>
              <a:off x="5609545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g837"/>
            <p:cNvSpPr/>
            <p:nvPr/>
          </p:nvSpPr>
          <p:spPr>
            <a:xfrm>
              <a:off x="5621182" y="31654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g838"/>
            <p:cNvSpPr/>
            <p:nvPr/>
          </p:nvSpPr>
          <p:spPr>
            <a:xfrm>
              <a:off x="5504809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g839"/>
            <p:cNvSpPr/>
            <p:nvPr/>
          </p:nvSpPr>
          <p:spPr>
            <a:xfrm>
              <a:off x="5516446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g840"/>
            <p:cNvSpPr/>
            <p:nvPr/>
          </p:nvSpPr>
          <p:spPr>
            <a:xfrm>
              <a:off x="5528083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g841"/>
            <p:cNvSpPr/>
            <p:nvPr/>
          </p:nvSpPr>
          <p:spPr>
            <a:xfrm>
              <a:off x="5539721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g842"/>
            <p:cNvSpPr/>
            <p:nvPr/>
          </p:nvSpPr>
          <p:spPr>
            <a:xfrm>
              <a:off x="5551358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g843"/>
            <p:cNvSpPr/>
            <p:nvPr/>
          </p:nvSpPr>
          <p:spPr>
            <a:xfrm>
              <a:off x="5562995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g844"/>
            <p:cNvSpPr/>
            <p:nvPr/>
          </p:nvSpPr>
          <p:spPr>
            <a:xfrm>
              <a:off x="5574633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g845"/>
            <p:cNvSpPr/>
            <p:nvPr/>
          </p:nvSpPr>
          <p:spPr>
            <a:xfrm>
              <a:off x="5586270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g846"/>
            <p:cNvSpPr/>
            <p:nvPr/>
          </p:nvSpPr>
          <p:spPr>
            <a:xfrm>
              <a:off x="5597907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g847"/>
            <p:cNvSpPr/>
            <p:nvPr/>
          </p:nvSpPr>
          <p:spPr>
            <a:xfrm>
              <a:off x="5609545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g848"/>
            <p:cNvSpPr/>
            <p:nvPr/>
          </p:nvSpPr>
          <p:spPr>
            <a:xfrm>
              <a:off x="5621182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g849"/>
            <p:cNvSpPr/>
            <p:nvPr/>
          </p:nvSpPr>
          <p:spPr>
            <a:xfrm>
              <a:off x="5632819" y="31797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g850"/>
            <p:cNvSpPr/>
            <p:nvPr/>
          </p:nvSpPr>
          <p:spPr>
            <a:xfrm>
              <a:off x="5458259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g851"/>
            <p:cNvSpPr/>
            <p:nvPr/>
          </p:nvSpPr>
          <p:spPr>
            <a:xfrm>
              <a:off x="5469897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g852"/>
            <p:cNvSpPr/>
            <p:nvPr/>
          </p:nvSpPr>
          <p:spPr>
            <a:xfrm>
              <a:off x="5481534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g853"/>
            <p:cNvSpPr/>
            <p:nvPr/>
          </p:nvSpPr>
          <p:spPr>
            <a:xfrm>
              <a:off x="5493171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g854"/>
            <p:cNvSpPr/>
            <p:nvPr/>
          </p:nvSpPr>
          <p:spPr>
            <a:xfrm>
              <a:off x="5528083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g855"/>
            <p:cNvSpPr/>
            <p:nvPr/>
          </p:nvSpPr>
          <p:spPr>
            <a:xfrm>
              <a:off x="5539721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g856"/>
            <p:cNvSpPr/>
            <p:nvPr/>
          </p:nvSpPr>
          <p:spPr>
            <a:xfrm>
              <a:off x="5551358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g857"/>
            <p:cNvSpPr/>
            <p:nvPr/>
          </p:nvSpPr>
          <p:spPr>
            <a:xfrm>
              <a:off x="556299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g858"/>
            <p:cNvSpPr/>
            <p:nvPr/>
          </p:nvSpPr>
          <p:spPr>
            <a:xfrm>
              <a:off x="5574633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g859"/>
            <p:cNvSpPr/>
            <p:nvPr/>
          </p:nvSpPr>
          <p:spPr>
            <a:xfrm>
              <a:off x="5586270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g860"/>
            <p:cNvSpPr/>
            <p:nvPr/>
          </p:nvSpPr>
          <p:spPr>
            <a:xfrm>
              <a:off x="5597907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g861"/>
            <p:cNvSpPr/>
            <p:nvPr/>
          </p:nvSpPr>
          <p:spPr>
            <a:xfrm>
              <a:off x="5609545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g862"/>
            <p:cNvSpPr/>
            <p:nvPr/>
          </p:nvSpPr>
          <p:spPr>
            <a:xfrm>
              <a:off x="5621182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g863"/>
            <p:cNvSpPr/>
            <p:nvPr/>
          </p:nvSpPr>
          <p:spPr>
            <a:xfrm>
              <a:off x="5632819" y="31940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g864"/>
            <p:cNvSpPr/>
            <p:nvPr/>
          </p:nvSpPr>
          <p:spPr>
            <a:xfrm>
              <a:off x="544662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g865"/>
            <p:cNvSpPr/>
            <p:nvPr/>
          </p:nvSpPr>
          <p:spPr>
            <a:xfrm>
              <a:off x="545825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g866"/>
            <p:cNvSpPr/>
            <p:nvPr/>
          </p:nvSpPr>
          <p:spPr>
            <a:xfrm>
              <a:off x="546989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g867"/>
            <p:cNvSpPr/>
            <p:nvPr/>
          </p:nvSpPr>
          <p:spPr>
            <a:xfrm>
              <a:off x="5481534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g868"/>
            <p:cNvSpPr/>
            <p:nvPr/>
          </p:nvSpPr>
          <p:spPr>
            <a:xfrm>
              <a:off x="5493171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g869"/>
            <p:cNvSpPr/>
            <p:nvPr/>
          </p:nvSpPr>
          <p:spPr>
            <a:xfrm>
              <a:off x="550480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g870"/>
            <p:cNvSpPr/>
            <p:nvPr/>
          </p:nvSpPr>
          <p:spPr>
            <a:xfrm>
              <a:off x="5516446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g871"/>
            <p:cNvSpPr/>
            <p:nvPr/>
          </p:nvSpPr>
          <p:spPr>
            <a:xfrm>
              <a:off x="5528083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g872"/>
            <p:cNvSpPr/>
            <p:nvPr/>
          </p:nvSpPr>
          <p:spPr>
            <a:xfrm>
              <a:off x="5539721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g873"/>
            <p:cNvSpPr/>
            <p:nvPr/>
          </p:nvSpPr>
          <p:spPr>
            <a:xfrm>
              <a:off x="5551358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g874"/>
            <p:cNvSpPr/>
            <p:nvPr/>
          </p:nvSpPr>
          <p:spPr>
            <a:xfrm>
              <a:off x="556299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g875"/>
            <p:cNvSpPr/>
            <p:nvPr/>
          </p:nvSpPr>
          <p:spPr>
            <a:xfrm>
              <a:off x="5574633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g876"/>
            <p:cNvSpPr/>
            <p:nvPr/>
          </p:nvSpPr>
          <p:spPr>
            <a:xfrm>
              <a:off x="5586270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g877"/>
            <p:cNvSpPr/>
            <p:nvPr/>
          </p:nvSpPr>
          <p:spPr>
            <a:xfrm>
              <a:off x="559790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g878"/>
            <p:cNvSpPr/>
            <p:nvPr/>
          </p:nvSpPr>
          <p:spPr>
            <a:xfrm>
              <a:off x="5609545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g879"/>
            <p:cNvSpPr/>
            <p:nvPr/>
          </p:nvSpPr>
          <p:spPr>
            <a:xfrm>
              <a:off x="5621182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g880"/>
            <p:cNvSpPr/>
            <p:nvPr/>
          </p:nvSpPr>
          <p:spPr>
            <a:xfrm>
              <a:off x="5632819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g881"/>
            <p:cNvSpPr/>
            <p:nvPr/>
          </p:nvSpPr>
          <p:spPr>
            <a:xfrm>
              <a:off x="5644457" y="32083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g882"/>
            <p:cNvSpPr/>
            <p:nvPr/>
          </p:nvSpPr>
          <p:spPr>
            <a:xfrm>
              <a:off x="544662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g883"/>
            <p:cNvSpPr/>
            <p:nvPr/>
          </p:nvSpPr>
          <p:spPr>
            <a:xfrm>
              <a:off x="545825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g884"/>
            <p:cNvSpPr/>
            <p:nvPr/>
          </p:nvSpPr>
          <p:spPr>
            <a:xfrm>
              <a:off x="546989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g885"/>
            <p:cNvSpPr/>
            <p:nvPr/>
          </p:nvSpPr>
          <p:spPr>
            <a:xfrm>
              <a:off x="5481534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g886"/>
            <p:cNvSpPr/>
            <p:nvPr/>
          </p:nvSpPr>
          <p:spPr>
            <a:xfrm>
              <a:off x="5493171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g887"/>
            <p:cNvSpPr/>
            <p:nvPr/>
          </p:nvSpPr>
          <p:spPr>
            <a:xfrm>
              <a:off x="550480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g888"/>
            <p:cNvSpPr/>
            <p:nvPr/>
          </p:nvSpPr>
          <p:spPr>
            <a:xfrm>
              <a:off x="5516446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g889"/>
            <p:cNvSpPr/>
            <p:nvPr/>
          </p:nvSpPr>
          <p:spPr>
            <a:xfrm>
              <a:off x="5528083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g890"/>
            <p:cNvSpPr/>
            <p:nvPr/>
          </p:nvSpPr>
          <p:spPr>
            <a:xfrm>
              <a:off x="5539721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g891"/>
            <p:cNvSpPr/>
            <p:nvPr/>
          </p:nvSpPr>
          <p:spPr>
            <a:xfrm>
              <a:off x="5551358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g892"/>
            <p:cNvSpPr/>
            <p:nvPr/>
          </p:nvSpPr>
          <p:spPr>
            <a:xfrm>
              <a:off x="556299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g893"/>
            <p:cNvSpPr/>
            <p:nvPr/>
          </p:nvSpPr>
          <p:spPr>
            <a:xfrm>
              <a:off x="5574633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g894"/>
            <p:cNvSpPr/>
            <p:nvPr/>
          </p:nvSpPr>
          <p:spPr>
            <a:xfrm>
              <a:off x="5586270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g895"/>
            <p:cNvSpPr/>
            <p:nvPr/>
          </p:nvSpPr>
          <p:spPr>
            <a:xfrm>
              <a:off x="559790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g896"/>
            <p:cNvSpPr/>
            <p:nvPr/>
          </p:nvSpPr>
          <p:spPr>
            <a:xfrm>
              <a:off x="5609545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g897"/>
            <p:cNvSpPr/>
            <p:nvPr/>
          </p:nvSpPr>
          <p:spPr>
            <a:xfrm>
              <a:off x="5621182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g898"/>
            <p:cNvSpPr/>
            <p:nvPr/>
          </p:nvSpPr>
          <p:spPr>
            <a:xfrm>
              <a:off x="5632819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g899"/>
            <p:cNvSpPr/>
            <p:nvPr/>
          </p:nvSpPr>
          <p:spPr>
            <a:xfrm>
              <a:off x="5644457" y="322263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g900"/>
            <p:cNvSpPr/>
            <p:nvPr/>
          </p:nvSpPr>
          <p:spPr>
            <a:xfrm>
              <a:off x="544662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g901"/>
            <p:cNvSpPr/>
            <p:nvPr/>
          </p:nvSpPr>
          <p:spPr>
            <a:xfrm>
              <a:off x="545825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g902"/>
            <p:cNvSpPr/>
            <p:nvPr/>
          </p:nvSpPr>
          <p:spPr>
            <a:xfrm>
              <a:off x="546989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g903"/>
            <p:cNvSpPr/>
            <p:nvPr/>
          </p:nvSpPr>
          <p:spPr>
            <a:xfrm>
              <a:off x="5481534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g904"/>
            <p:cNvSpPr/>
            <p:nvPr/>
          </p:nvSpPr>
          <p:spPr>
            <a:xfrm>
              <a:off x="5493171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g905"/>
            <p:cNvSpPr/>
            <p:nvPr/>
          </p:nvSpPr>
          <p:spPr>
            <a:xfrm>
              <a:off x="550480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g906"/>
            <p:cNvSpPr/>
            <p:nvPr/>
          </p:nvSpPr>
          <p:spPr>
            <a:xfrm>
              <a:off x="5516446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g907"/>
            <p:cNvSpPr/>
            <p:nvPr/>
          </p:nvSpPr>
          <p:spPr>
            <a:xfrm>
              <a:off x="5528083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g908"/>
            <p:cNvSpPr/>
            <p:nvPr/>
          </p:nvSpPr>
          <p:spPr>
            <a:xfrm>
              <a:off x="5539721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g909"/>
            <p:cNvSpPr/>
            <p:nvPr/>
          </p:nvSpPr>
          <p:spPr>
            <a:xfrm>
              <a:off x="5551358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g910"/>
            <p:cNvSpPr/>
            <p:nvPr/>
          </p:nvSpPr>
          <p:spPr>
            <a:xfrm>
              <a:off x="556299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g911"/>
            <p:cNvSpPr/>
            <p:nvPr/>
          </p:nvSpPr>
          <p:spPr>
            <a:xfrm>
              <a:off x="5574633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g912"/>
            <p:cNvSpPr/>
            <p:nvPr/>
          </p:nvSpPr>
          <p:spPr>
            <a:xfrm>
              <a:off x="5586270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g913"/>
            <p:cNvSpPr/>
            <p:nvPr/>
          </p:nvSpPr>
          <p:spPr>
            <a:xfrm>
              <a:off x="559790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g914"/>
            <p:cNvSpPr/>
            <p:nvPr/>
          </p:nvSpPr>
          <p:spPr>
            <a:xfrm>
              <a:off x="5609545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g915"/>
            <p:cNvSpPr/>
            <p:nvPr/>
          </p:nvSpPr>
          <p:spPr>
            <a:xfrm>
              <a:off x="5621182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g916"/>
            <p:cNvSpPr/>
            <p:nvPr/>
          </p:nvSpPr>
          <p:spPr>
            <a:xfrm>
              <a:off x="5632819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g917"/>
            <p:cNvSpPr/>
            <p:nvPr/>
          </p:nvSpPr>
          <p:spPr>
            <a:xfrm>
              <a:off x="5644457" y="323693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g918"/>
            <p:cNvSpPr/>
            <p:nvPr/>
          </p:nvSpPr>
          <p:spPr>
            <a:xfrm>
              <a:off x="530697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g919"/>
            <p:cNvSpPr/>
            <p:nvPr/>
          </p:nvSpPr>
          <p:spPr>
            <a:xfrm>
              <a:off x="535352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g920"/>
            <p:cNvSpPr/>
            <p:nvPr/>
          </p:nvSpPr>
          <p:spPr>
            <a:xfrm>
              <a:off x="536516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g921"/>
            <p:cNvSpPr/>
            <p:nvPr/>
          </p:nvSpPr>
          <p:spPr>
            <a:xfrm>
              <a:off x="537679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g922"/>
            <p:cNvSpPr/>
            <p:nvPr/>
          </p:nvSpPr>
          <p:spPr>
            <a:xfrm>
              <a:off x="538843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g923"/>
            <p:cNvSpPr/>
            <p:nvPr/>
          </p:nvSpPr>
          <p:spPr>
            <a:xfrm>
              <a:off x="540007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g924"/>
            <p:cNvSpPr/>
            <p:nvPr/>
          </p:nvSpPr>
          <p:spPr>
            <a:xfrm>
              <a:off x="541171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g925"/>
            <p:cNvSpPr/>
            <p:nvPr/>
          </p:nvSpPr>
          <p:spPr>
            <a:xfrm>
              <a:off x="542334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g926"/>
            <p:cNvSpPr/>
            <p:nvPr/>
          </p:nvSpPr>
          <p:spPr>
            <a:xfrm>
              <a:off x="543498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g927"/>
            <p:cNvSpPr/>
            <p:nvPr/>
          </p:nvSpPr>
          <p:spPr>
            <a:xfrm>
              <a:off x="544662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g928"/>
            <p:cNvSpPr/>
            <p:nvPr/>
          </p:nvSpPr>
          <p:spPr>
            <a:xfrm>
              <a:off x="545825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g929"/>
            <p:cNvSpPr/>
            <p:nvPr/>
          </p:nvSpPr>
          <p:spPr>
            <a:xfrm>
              <a:off x="546989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g930"/>
            <p:cNvSpPr/>
            <p:nvPr/>
          </p:nvSpPr>
          <p:spPr>
            <a:xfrm>
              <a:off x="5481534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g931"/>
            <p:cNvSpPr/>
            <p:nvPr/>
          </p:nvSpPr>
          <p:spPr>
            <a:xfrm>
              <a:off x="549317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g932"/>
            <p:cNvSpPr/>
            <p:nvPr/>
          </p:nvSpPr>
          <p:spPr>
            <a:xfrm>
              <a:off x="550480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g933"/>
            <p:cNvSpPr/>
            <p:nvPr/>
          </p:nvSpPr>
          <p:spPr>
            <a:xfrm>
              <a:off x="5516446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g934"/>
            <p:cNvSpPr/>
            <p:nvPr/>
          </p:nvSpPr>
          <p:spPr>
            <a:xfrm>
              <a:off x="552808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g935"/>
            <p:cNvSpPr/>
            <p:nvPr/>
          </p:nvSpPr>
          <p:spPr>
            <a:xfrm>
              <a:off x="5539721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g936"/>
            <p:cNvSpPr/>
            <p:nvPr/>
          </p:nvSpPr>
          <p:spPr>
            <a:xfrm>
              <a:off x="5551358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g937"/>
            <p:cNvSpPr/>
            <p:nvPr/>
          </p:nvSpPr>
          <p:spPr>
            <a:xfrm>
              <a:off x="556299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g938"/>
            <p:cNvSpPr/>
            <p:nvPr/>
          </p:nvSpPr>
          <p:spPr>
            <a:xfrm>
              <a:off x="5574633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g939"/>
            <p:cNvSpPr/>
            <p:nvPr/>
          </p:nvSpPr>
          <p:spPr>
            <a:xfrm>
              <a:off x="5586270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g940"/>
            <p:cNvSpPr/>
            <p:nvPr/>
          </p:nvSpPr>
          <p:spPr>
            <a:xfrm>
              <a:off x="5597907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g941"/>
            <p:cNvSpPr/>
            <p:nvPr/>
          </p:nvSpPr>
          <p:spPr>
            <a:xfrm>
              <a:off x="5609545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g942"/>
            <p:cNvSpPr/>
            <p:nvPr/>
          </p:nvSpPr>
          <p:spPr>
            <a:xfrm>
              <a:off x="5621182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g943"/>
            <p:cNvSpPr/>
            <p:nvPr/>
          </p:nvSpPr>
          <p:spPr>
            <a:xfrm>
              <a:off x="5632819" y="32512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g944"/>
            <p:cNvSpPr/>
            <p:nvPr/>
          </p:nvSpPr>
          <p:spPr>
            <a:xfrm>
              <a:off x="517896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g945"/>
            <p:cNvSpPr/>
            <p:nvPr/>
          </p:nvSpPr>
          <p:spPr>
            <a:xfrm>
              <a:off x="519060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g946"/>
            <p:cNvSpPr/>
            <p:nvPr/>
          </p:nvSpPr>
          <p:spPr>
            <a:xfrm>
              <a:off x="520223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g947"/>
            <p:cNvSpPr/>
            <p:nvPr/>
          </p:nvSpPr>
          <p:spPr>
            <a:xfrm>
              <a:off x="527206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g948"/>
            <p:cNvSpPr/>
            <p:nvPr/>
          </p:nvSpPr>
          <p:spPr>
            <a:xfrm>
              <a:off x="528369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g949"/>
            <p:cNvSpPr/>
            <p:nvPr/>
          </p:nvSpPr>
          <p:spPr>
            <a:xfrm>
              <a:off x="529533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g950"/>
            <p:cNvSpPr/>
            <p:nvPr/>
          </p:nvSpPr>
          <p:spPr>
            <a:xfrm>
              <a:off x="530697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g951"/>
            <p:cNvSpPr/>
            <p:nvPr/>
          </p:nvSpPr>
          <p:spPr>
            <a:xfrm>
              <a:off x="531861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g952"/>
            <p:cNvSpPr/>
            <p:nvPr/>
          </p:nvSpPr>
          <p:spPr>
            <a:xfrm>
              <a:off x="533024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g953"/>
            <p:cNvSpPr/>
            <p:nvPr/>
          </p:nvSpPr>
          <p:spPr>
            <a:xfrm>
              <a:off x="534188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g954"/>
            <p:cNvSpPr/>
            <p:nvPr/>
          </p:nvSpPr>
          <p:spPr>
            <a:xfrm>
              <a:off x="535352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g955"/>
            <p:cNvSpPr/>
            <p:nvPr/>
          </p:nvSpPr>
          <p:spPr>
            <a:xfrm>
              <a:off x="536516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g956"/>
            <p:cNvSpPr/>
            <p:nvPr/>
          </p:nvSpPr>
          <p:spPr>
            <a:xfrm>
              <a:off x="537679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g957"/>
            <p:cNvSpPr/>
            <p:nvPr/>
          </p:nvSpPr>
          <p:spPr>
            <a:xfrm>
              <a:off x="538843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g958"/>
            <p:cNvSpPr/>
            <p:nvPr/>
          </p:nvSpPr>
          <p:spPr>
            <a:xfrm>
              <a:off x="540007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g959"/>
            <p:cNvSpPr/>
            <p:nvPr/>
          </p:nvSpPr>
          <p:spPr>
            <a:xfrm>
              <a:off x="541171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g960"/>
            <p:cNvSpPr/>
            <p:nvPr/>
          </p:nvSpPr>
          <p:spPr>
            <a:xfrm>
              <a:off x="542334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g961"/>
            <p:cNvSpPr/>
            <p:nvPr/>
          </p:nvSpPr>
          <p:spPr>
            <a:xfrm>
              <a:off x="543498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g962"/>
            <p:cNvSpPr/>
            <p:nvPr/>
          </p:nvSpPr>
          <p:spPr>
            <a:xfrm>
              <a:off x="5446622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g963"/>
            <p:cNvSpPr/>
            <p:nvPr/>
          </p:nvSpPr>
          <p:spPr>
            <a:xfrm>
              <a:off x="545825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g964"/>
            <p:cNvSpPr/>
            <p:nvPr/>
          </p:nvSpPr>
          <p:spPr>
            <a:xfrm>
              <a:off x="546989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g965"/>
            <p:cNvSpPr/>
            <p:nvPr/>
          </p:nvSpPr>
          <p:spPr>
            <a:xfrm>
              <a:off x="5481534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g966"/>
            <p:cNvSpPr/>
            <p:nvPr/>
          </p:nvSpPr>
          <p:spPr>
            <a:xfrm>
              <a:off x="549317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g967"/>
            <p:cNvSpPr/>
            <p:nvPr/>
          </p:nvSpPr>
          <p:spPr>
            <a:xfrm>
              <a:off x="5504809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g968"/>
            <p:cNvSpPr/>
            <p:nvPr/>
          </p:nvSpPr>
          <p:spPr>
            <a:xfrm>
              <a:off x="5516446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g969"/>
            <p:cNvSpPr/>
            <p:nvPr/>
          </p:nvSpPr>
          <p:spPr>
            <a:xfrm>
              <a:off x="552808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g970"/>
            <p:cNvSpPr/>
            <p:nvPr/>
          </p:nvSpPr>
          <p:spPr>
            <a:xfrm>
              <a:off x="5539721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g971"/>
            <p:cNvSpPr/>
            <p:nvPr/>
          </p:nvSpPr>
          <p:spPr>
            <a:xfrm>
              <a:off x="5551358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g972"/>
            <p:cNvSpPr/>
            <p:nvPr/>
          </p:nvSpPr>
          <p:spPr>
            <a:xfrm>
              <a:off x="5562995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g973"/>
            <p:cNvSpPr/>
            <p:nvPr/>
          </p:nvSpPr>
          <p:spPr>
            <a:xfrm>
              <a:off x="5574633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g974"/>
            <p:cNvSpPr/>
            <p:nvPr/>
          </p:nvSpPr>
          <p:spPr>
            <a:xfrm>
              <a:off x="5586270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g975"/>
            <p:cNvSpPr/>
            <p:nvPr/>
          </p:nvSpPr>
          <p:spPr>
            <a:xfrm>
              <a:off x="5597907" y="326553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g976"/>
            <p:cNvSpPr/>
            <p:nvPr/>
          </p:nvSpPr>
          <p:spPr>
            <a:xfrm>
              <a:off x="516732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g977"/>
            <p:cNvSpPr/>
            <p:nvPr/>
          </p:nvSpPr>
          <p:spPr>
            <a:xfrm>
              <a:off x="517896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g978"/>
            <p:cNvSpPr/>
            <p:nvPr/>
          </p:nvSpPr>
          <p:spPr>
            <a:xfrm>
              <a:off x="519060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g979"/>
            <p:cNvSpPr/>
            <p:nvPr/>
          </p:nvSpPr>
          <p:spPr>
            <a:xfrm>
              <a:off x="520223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g980"/>
            <p:cNvSpPr/>
            <p:nvPr/>
          </p:nvSpPr>
          <p:spPr>
            <a:xfrm>
              <a:off x="521387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g981"/>
            <p:cNvSpPr/>
            <p:nvPr/>
          </p:nvSpPr>
          <p:spPr>
            <a:xfrm>
              <a:off x="524878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g982"/>
            <p:cNvSpPr/>
            <p:nvPr/>
          </p:nvSpPr>
          <p:spPr>
            <a:xfrm>
              <a:off x="526042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g983"/>
            <p:cNvSpPr/>
            <p:nvPr/>
          </p:nvSpPr>
          <p:spPr>
            <a:xfrm>
              <a:off x="527206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g984"/>
            <p:cNvSpPr/>
            <p:nvPr/>
          </p:nvSpPr>
          <p:spPr>
            <a:xfrm>
              <a:off x="528369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g985"/>
            <p:cNvSpPr/>
            <p:nvPr/>
          </p:nvSpPr>
          <p:spPr>
            <a:xfrm>
              <a:off x="529533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g986"/>
            <p:cNvSpPr/>
            <p:nvPr/>
          </p:nvSpPr>
          <p:spPr>
            <a:xfrm>
              <a:off x="530697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g987"/>
            <p:cNvSpPr/>
            <p:nvPr/>
          </p:nvSpPr>
          <p:spPr>
            <a:xfrm>
              <a:off x="531861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g988"/>
            <p:cNvSpPr/>
            <p:nvPr/>
          </p:nvSpPr>
          <p:spPr>
            <a:xfrm>
              <a:off x="533024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g989"/>
            <p:cNvSpPr/>
            <p:nvPr/>
          </p:nvSpPr>
          <p:spPr>
            <a:xfrm>
              <a:off x="534188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g990"/>
            <p:cNvSpPr/>
            <p:nvPr/>
          </p:nvSpPr>
          <p:spPr>
            <a:xfrm>
              <a:off x="535352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g991"/>
            <p:cNvSpPr/>
            <p:nvPr/>
          </p:nvSpPr>
          <p:spPr>
            <a:xfrm>
              <a:off x="536516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g992"/>
            <p:cNvSpPr/>
            <p:nvPr/>
          </p:nvSpPr>
          <p:spPr>
            <a:xfrm>
              <a:off x="537679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g993"/>
            <p:cNvSpPr/>
            <p:nvPr/>
          </p:nvSpPr>
          <p:spPr>
            <a:xfrm>
              <a:off x="538843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g994"/>
            <p:cNvSpPr/>
            <p:nvPr/>
          </p:nvSpPr>
          <p:spPr>
            <a:xfrm>
              <a:off x="5400073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g995"/>
            <p:cNvSpPr/>
            <p:nvPr/>
          </p:nvSpPr>
          <p:spPr>
            <a:xfrm>
              <a:off x="5411710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g996"/>
            <p:cNvSpPr/>
            <p:nvPr/>
          </p:nvSpPr>
          <p:spPr>
            <a:xfrm>
              <a:off x="542334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g997"/>
            <p:cNvSpPr/>
            <p:nvPr/>
          </p:nvSpPr>
          <p:spPr>
            <a:xfrm>
              <a:off x="5434985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g998"/>
            <p:cNvSpPr/>
            <p:nvPr/>
          </p:nvSpPr>
          <p:spPr>
            <a:xfrm>
              <a:off x="5446622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g999"/>
            <p:cNvSpPr/>
            <p:nvPr/>
          </p:nvSpPr>
          <p:spPr>
            <a:xfrm>
              <a:off x="545825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g1000"/>
            <p:cNvSpPr/>
            <p:nvPr/>
          </p:nvSpPr>
          <p:spPr>
            <a:xfrm>
              <a:off x="5469897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g1001"/>
            <p:cNvSpPr/>
            <p:nvPr/>
          </p:nvSpPr>
          <p:spPr>
            <a:xfrm>
              <a:off x="5481534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g1002"/>
            <p:cNvSpPr/>
            <p:nvPr/>
          </p:nvSpPr>
          <p:spPr>
            <a:xfrm>
              <a:off x="549317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g1003"/>
            <p:cNvSpPr/>
            <p:nvPr/>
          </p:nvSpPr>
          <p:spPr>
            <a:xfrm>
              <a:off x="5504809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g1004"/>
            <p:cNvSpPr/>
            <p:nvPr/>
          </p:nvSpPr>
          <p:spPr>
            <a:xfrm>
              <a:off x="5516446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g1005"/>
            <p:cNvSpPr/>
            <p:nvPr/>
          </p:nvSpPr>
          <p:spPr>
            <a:xfrm>
              <a:off x="5539721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g1006"/>
            <p:cNvSpPr/>
            <p:nvPr/>
          </p:nvSpPr>
          <p:spPr>
            <a:xfrm>
              <a:off x="5551358" y="32798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g1007"/>
            <p:cNvSpPr/>
            <p:nvPr/>
          </p:nvSpPr>
          <p:spPr>
            <a:xfrm>
              <a:off x="516732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g1008"/>
            <p:cNvSpPr/>
            <p:nvPr/>
          </p:nvSpPr>
          <p:spPr>
            <a:xfrm>
              <a:off x="517896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g1009"/>
            <p:cNvSpPr/>
            <p:nvPr/>
          </p:nvSpPr>
          <p:spPr>
            <a:xfrm>
              <a:off x="519060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g1010"/>
            <p:cNvSpPr/>
            <p:nvPr/>
          </p:nvSpPr>
          <p:spPr>
            <a:xfrm>
              <a:off x="520223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g1011"/>
            <p:cNvSpPr/>
            <p:nvPr/>
          </p:nvSpPr>
          <p:spPr>
            <a:xfrm>
              <a:off x="521387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g1012"/>
            <p:cNvSpPr/>
            <p:nvPr/>
          </p:nvSpPr>
          <p:spPr>
            <a:xfrm>
              <a:off x="522551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g1013"/>
            <p:cNvSpPr/>
            <p:nvPr/>
          </p:nvSpPr>
          <p:spPr>
            <a:xfrm>
              <a:off x="523715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g1014"/>
            <p:cNvSpPr/>
            <p:nvPr/>
          </p:nvSpPr>
          <p:spPr>
            <a:xfrm>
              <a:off x="524878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g1015"/>
            <p:cNvSpPr/>
            <p:nvPr/>
          </p:nvSpPr>
          <p:spPr>
            <a:xfrm>
              <a:off x="526042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g1016"/>
            <p:cNvSpPr/>
            <p:nvPr/>
          </p:nvSpPr>
          <p:spPr>
            <a:xfrm>
              <a:off x="527206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g1017"/>
            <p:cNvSpPr/>
            <p:nvPr/>
          </p:nvSpPr>
          <p:spPr>
            <a:xfrm>
              <a:off x="528369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g1018"/>
            <p:cNvSpPr/>
            <p:nvPr/>
          </p:nvSpPr>
          <p:spPr>
            <a:xfrm>
              <a:off x="529533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g1019"/>
            <p:cNvSpPr/>
            <p:nvPr/>
          </p:nvSpPr>
          <p:spPr>
            <a:xfrm>
              <a:off x="5306974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g1020"/>
            <p:cNvSpPr/>
            <p:nvPr/>
          </p:nvSpPr>
          <p:spPr>
            <a:xfrm>
              <a:off x="531861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g1021"/>
            <p:cNvSpPr/>
            <p:nvPr/>
          </p:nvSpPr>
          <p:spPr>
            <a:xfrm>
              <a:off x="533024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g1022"/>
            <p:cNvSpPr/>
            <p:nvPr/>
          </p:nvSpPr>
          <p:spPr>
            <a:xfrm>
              <a:off x="5341886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g1023"/>
            <p:cNvSpPr/>
            <p:nvPr/>
          </p:nvSpPr>
          <p:spPr>
            <a:xfrm>
              <a:off x="535352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g1024"/>
            <p:cNvSpPr/>
            <p:nvPr/>
          </p:nvSpPr>
          <p:spPr>
            <a:xfrm>
              <a:off x="5365161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g1025"/>
            <p:cNvSpPr/>
            <p:nvPr/>
          </p:nvSpPr>
          <p:spPr>
            <a:xfrm>
              <a:off x="5376798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g1026"/>
            <p:cNvSpPr/>
            <p:nvPr/>
          </p:nvSpPr>
          <p:spPr>
            <a:xfrm>
              <a:off x="538843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g1027"/>
            <p:cNvSpPr/>
            <p:nvPr/>
          </p:nvSpPr>
          <p:spPr>
            <a:xfrm>
              <a:off x="5400073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g1028"/>
            <p:cNvSpPr/>
            <p:nvPr/>
          </p:nvSpPr>
          <p:spPr>
            <a:xfrm>
              <a:off x="5411710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g1029"/>
            <p:cNvSpPr/>
            <p:nvPr/>
          </p:nvSpPr>
          <p:spPr>
            <a:xfrm>
              <a:off x="542334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g1030"/>
            <p:cNvSpPr/>
            <p:nvPr/>
          </p:nvSpPr>
          <p:spPr>
            <a:xfrm>
              <a:off x="5434985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g1031"/>
            <p:cNvSpPr/>
            <p:nvPr/>
          </p:nvSpPr>
          <p:spPr>
            <a:xfrm>
              <a:off x="5446622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g1032"/>
            <p:cNvSpPr/>
            <p:nvPr/>
          </p:nvSpPr>
          <p:spPr>
            <a:xfrm>
              <a:off x="5458259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g1033"/>
            <p:cNvSpPr/>
            <p:nvPr/>
          </p:nvSpPr>
          <p:spPr>
            <a:xfrm>
              <a:off x="5469897" y="329413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g1034"/>
            <p:cNvSpPr/>
            <p:nvPr/>
          </p:nvSpPr>
          <p:spPr>
            <a:xfrm>
              <a:off x="517896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g1035"/>
            <p:cNvSpPr/>
            <p:nvPr/>
          </p:nvSpPr>
          <p:spPr>
            <a:xfrm>
              <a:off x="519060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g1036"/>
            <p:cNvSpPr/>
            <p:nvPr/>
          </p:nvSpPr>
          <p:spPr>
            <a:xfrm>
              <a:off x="520223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g1037"/>
            <p:cNvSpPr/>
            <p:nvPr/>
          </p:nvSpPr>
          <p:spPr>
            <a:xfrm>
              <a:off x="521387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g1038"/>
            <p:cNvSpPr/>
            <p:nvPr/>
          </p:nvSpPr>
          <p:spPr>
            <a:xfrm>
              <a:off x="522551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g1039"/>
            <p:cNvSpPr/>
            <p:nvPr/>
          </p:nvSpPr>
          <p:spPr>
            <a:xfrm>
              <a:off x="5237150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g1040"/>
            <p:cNvSpPr/>
            <p:nvPr/>
          </p:nvSpPr>
          <p:spPr>
            <a:xfrm>
              <a:off x="524878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g1041"/>
            <p:cNvSpPr/>
            <p:nvPr/>
          </p:nvSpPr>
          <p:spPr>
            <a:xfrm>
              <a:off x="526042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g1042"/>
            <p:cNvSpPr/>
            <p:nvPr/>
          </p:nvSpPr>
          <p:spPr>
            <a:xfrm>
              <a:off x="5272062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g1043"/>
            <p:cNvSpPr/>
            <p:nvPr/>
          </p:nvSpPr>
          <p:spPr>
            <a:xfrm>
              <a:off x="528369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g1044"/>
            <p:cNvSpPr/>
            <p:nvPr/>
          </p:nvSpPr>
          <p:spPr>
            <a:xfrm>
              <a:off x="529533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g1045"/>
            <p:cNvSpPr/>
            <p:nvPr/>
          </p:nvSpPr>
          <p:spPr>
            <a:xfrm>
              <a:off x="5306974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g1046"/>
            <p:cNvSpPr/>
            <p:nvPr/>
          </p:nvSpPr>
          <p:spPr>
            <a:xfrm>
              <a:off x="531861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g1047"/>
            <p:cNvSpPr/>
            <p:nvPr/>
          </p:nvSpPr>
          <p:spPr>
            <a:xfrm>
              <a:off x="5330249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g1048"/>
            <p:cNvSpPr/>
            <p:nvPr/>
          </p:nvSpPr>
          <p:spPr>
            <a:xfrm>
              <a:off x="5341886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g1049"/>
            <p:cNvSpPr/>
            <p:nvPr/>
          </p:nvSpPr>
          <p:spPr>
            <a:xfrm>
              <a:off x="535352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g1050"/>
            <p:cNvSpPr/>
            <p:nvPr/>
          </p:nvSpPr>
          <p:spPr>
            <a:xfrm>
              <a:off x="5365161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g1051"/>
            <p:cNvSpPr/>
            <p:nvPr/>
          </p:nvSpPr>
          <p:spPr>
            <a:xfrm>
              <a:off x="5376798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g1052"/>
            <p:cNvSpPr/>
            <p:nvPr/>
          </p:nvSpPr>
          <p:spPr>
            <a:xfrm>
              <a:off x="5388435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g1053"/>
            <p:cNvSpPr/>
            <p:nvPr/>
          </p:nvSpPr>
          <p:spPr>
            <a:xfrm>
              <a:off x="5400073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g1054"/>
            <p:cNvSpPr/>
            <p:nvPr/>
          </p:nvSpPr>
          <p:spPr>
            <a:xfrm>
              <a:off x="5423347" y="330843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g1055"/>
            <p:cNvSpPr/>
            <p:nvPr/>
          </p:nvSpPr>
          <p:spPr>
            <a:xfrm>
              <a:off x="517896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g1056"/>
            <p:cNvSpPr/>
            <p:nvPr/>
          </p:nvSpPr>
          <p:spPr>
            <a:xfrm>
              <a:off x="5190601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g1057"/>
            <p:cNvSpPr/>
            <p:nvPr/>
          </p:nvSpPr>
          <p:spPr>
            <a:xfrm>
              <a:off x="5202238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g1058"/>
            <p:cNvSpPr/>
            <p:nvPr/>
          </p:nvSpPr>
          <p:spPr>
            <a:xfrm>
              <a:off x="521387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g1059"/>
            <p:cNvSpPr/>
            <p:nvPr/>
          </p:nvSpPr>
          <p:spPr>
            <a:xfrm>
              <a:off x="5225513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g1060"/>
            <p:cNvSpPr/>
            <p:nvPr/>
          </p:nvSpPr>
          <p:spPr>
            <a:xfrm>
              <a:off x="5237150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g1061"/>
            <p:cNvSpPr/>
            <p:nvPr/>
          </p:nvSpPr>
          <p:spPr>
            <a:xfrm>
              <a:off x="5248787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g1062"/>
            <p:cNvSpPr/>
            <p:nvPr/>
          </p:nvSpPr>
          <p:spPr>
            <a:xfrm>
              <a:off x="5260425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g1063"/>
            <p:cNvSpPr/>
            <p:nvPr/>
          </p:nvSpPr>
          <p:spPr>
            <a:xfrm>
              <a:off x="5272062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g1064"/>
            <p:cNvSpPr/>
            <p:nvPr/>
          </p:nvSpPr>
          <p:spPr>
            <a:xfrm>
              <a:off x="5283699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g1065"/>
            <p:cNvSpPr/>
            <p:nvPr/>
          </p:nvSpPr>
          <p:spPr>
            <a:xfrm>
              <a:off x="5295337" y="33227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g1066"/>
            <p:cNvSpPr/>
            <p:nvPr/>
          </p:nvSpPr>
          <p:spPr>
            <a:xfrm>
              <a:off x="5167326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g1067"/>
            <p:cNvSpPr/>
            <p:nvPr/>
          </p:nvSpPr>
          <p:spPr>
            <a:xfrm>
              <a:off x="517896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g1068"/>
            <p:cNvSpPr/>
            <p:nvPr/>
          </p:nvSpPr>
          <p:spPr>
            <a:xfrm>
              <a:off x="5190601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g1069"/>
            <p:cNvSpPr/>
            <p:nvPr/>
          </p:nvSpPr>
          <p:spPr>
            <a:xfrm>
              <a:off x="5202238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g1070"/>
            <p:cNvSpPr/>
            <p:nvPr/>
          </p:nvSpPr>
          <p:spPr>
            <a:xfrm>
              <a:off x="5213875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g1071"/>
            <p:cNvSpPr/>
            <p:nvPr/>
          </p:nvSpPr>
          <p:spPr>
            <a:xfrm>
              <a:off x="5225513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g1072"/>
            <p:cNvSpPr/>
            <p:nvPr/>
          </p:nvSpPr>
          <p:spPr>
            <a:xfrm>
              <a:off x="5237150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g1073"/>
            <p:cNvSpPr/>
            <p:nvPr/>
          </p:nvSpPr>
          <p:spPr>
            <a:xfrm>
              <a:off x="5248787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g1074"/>
            <p:cNvSpPr/>
            <p:nvPr/>
          </p:nvSpPr>
          <p:spPr>
            <a:xfrm>
              <a:off x="5260425" y="333703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g1075"/>
            <p:cNvSpPr/>
            <p:nvPr/>
          </p:nvSpPr>
          <p:spPr>
            <a:xfrm>
              <a:off x="5155689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g1076"/>
            <p:cNvSpPr/>
            <p:nvPr/>
          </p:nvSpPr>
          <p:spPr>
            <a:xfrm>
              <a:off x="5167326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g1077"/>
            <p:cNvSpPr/>
            <p:nvPr/>
          </p:nvSpPr>
          <p:spPr>
            <a:xfrm>
              <a:off x="5178963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g1078"/>
            <p:cNvSpPr/>
            <p:nvPr/>
          </p:nvSpPr>
          <p:spPr>
            <a:xfrm>
              <a:off x="5190601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g1079"/>
            <p:cNvSpPr/>
            <p:nvPr/>
          </p:nvSpPr>
          <p:spPr>
            <a:xfrm>
              <a:off x="5202238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g1080"/>
            <p:cNvSpPr/>
            <p:nvPr/>
          </p:nvSpPr>
          <p:spPr>
            <a:xfrm>
              <a:off x="5213875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g1081"/>
            <p:cNvSpPr/>
            <p:nvPr/>
          </p:nvSpPr>
          <p:spPr>
            <a:xfrm>
              <a:off x="5225513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g1082"/>
            <p:cNvSpPr/>
            <p:nvPr/>
          </p:nvSpPr>
          <p:spPr>
            <a:xfrm>
              <a:off x="5237150" y="33513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g1083"/>
            <p:cNvSpPr/>
            <p:nvPr/>
          </p:nvSpPr>
          <p:spPr>
            <a:xfrm>
              <a:off x="514405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g1084"/>
            <p:cNvSpPr/>
            <p:nvPr/>
          </p:nvSpPr>
          <p:spPr>
            <a:xfrm>
              <a:off x="5155689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g1085"/>
            <p:cNvSpPr/>
            <p:nvPr/>
          </p:nvSpPr>
          <p:spPr>
            <a:xfrm>
              <a:off x="5167326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g1086"/>
            <p:cNvSpPr/>
            <p:nvPr/>
          </p:nvSpPr>
          <p:spPr>
            <a:xfrm>
              <a:off x="5178963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g1087"/>
            <p:cNvSpPr/>
            <p:nvPr/>
          </p:nvSpPr>
          <p:spPr>
            <a:xfrm>
              <a:off x="5190601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g1088"/>
            <p:cNvSpPr/>
            <p:nvPr/>
          </p:nvSpPr>
          <p:spPr>
            <a:xfrm>
              <a:off x="5202238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g1089"/>
            <p:cNvSpPr/>
            <p:nvPr/>
          </p:nvSpPr>
          <p:spPr>
            <a:xfrm>
              <a:off x="5213875" y="336563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g1090"/>
            <p:cNvSpPr/>
            <p:nvPr/>
          </p:nvSpPr>
          <p:spPr>
            <a:xfrm>
              <a:off x="514405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g1091"/>
            <p:cNvSpPr/>
            <p:nvPr/>
          </p:nvSpPr>
          <p:spPr>
            <a:xfrm>
              <a:off x="5155689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g1092"/>
            <p:cNvSpPr/>
            <p:nvPr/>
          </p:nvSpPr>
          <p:spPr>
            <a:xfrm>
              <a:off x="5167326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g1093"/>
            <p:cNvSpPr/>
            <p:nvPr/>
          </p:nvSpPr>
          <p:spPr>
            <a:xfrm>
              <a:off x="5178963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g1094"/>
            <p:cNvSpPr/>
            <p:nvPr/>
          </p:nvSpPr>
          <p:spPr>
            <a:xfrm>
              <a:off x="5190601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g1095"/>
            <p:cNvSpPr/>
            <p:nvPr/>
          </p:nvSpPr>
          <p:spPr>
            <a:xfrm>
              <a:off x="5202238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g1096"/>
            <p:cNvSpPr/>
            <p:nvPr/>
          </p:nvSpPr>
          <p:spPr>
            <a:xfrm>
              <a:off x="5213875" y="337993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g1097"/>
            <p:cNvSpPr/>
            <p:nvPr/>
          </p:nvSpPr>
          <p:spPr>
            <a:xfrm>
              <a:off x="514405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g1098"/>
            <p:cNvSpPr/>
            <p:nvPr/>
          </p:nvSpPr>
          <p:spPr>
            <a:xfrm>
              <a:off x="5155689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g1099"/>
            <p:cNvSpPr/>
            <p:nvPr/>
          </p:nvSpPr>
          <p:spPr>
            <a:xfrm>
              <a:off x="5167326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g1100"/>
            <p:cNvSpPr/>
            <p:nvPr/>
          </p:nvSpPr>
          <p:spPr>
            <a:xfrm>
              <a:off x="5178963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g1101"/>
            <p:cNvSpPr/>
            <p:nvPr/>
          </p:nvSpPr>
          <p:spPr>
            <a:xfrm>
              <a:off x="5190601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g1102"/>
            <p:cNvSpPr/>
            <p:nvPr/>
          </p:nvSpPr>
          <p:spPr>
            <a:xfrm>
              <a:off x="5202238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g1103"/>
            <p:cNvSpPr/>
            <p:nvPr/>
          </p:nvSpPr>
          <p:spPr>
            <a:xfrm>
              <a:off x="5213875" y="33942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g1104"/>
            <p:cNvSpPr/>
            <p:nvPr/>
          </p:nvSpPr>
          <p:spPr>
            <a:xfrm>
              <a:off x="514405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g1105"/>
            <p:cNvSpPr/>
            <p:nvPr/>
          </p:nvSpPr>
          <p:spPr>
            <a:xfrm>
              <a:off x="5155689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g1106"/>
            <p:cNvSpPr/>
            <p:nvPr/>
          </p:nvSpPr>
          <p:spPr>
            <a:xfrm>
              <a:off x="5167326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g1107"/>
            <p:cNvSpPr/>
            <p:nvPr/>
          </p:nvSpPr>
          <p:spPr>
            <a:xfrm>
              <a:off x="5178963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g1108"/>
            <p:cNvSpPr/>
            <p:nvPr/>
          </p:nvSpPr>
          <p:spPr>
            <a:xfrm>
              <a:off x="5190601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g1109"/>
            <p:cNvSpPr/>
            <p:nvPr/>
          </p:nvSpPr>
          <p:spPr>
            <a:xfrm>
              <a:off x="5202238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g1110"/>
            <p:cNvSpPr/>
            <p:nvPr/>
          </p:nvSpPr>
          <p:spPr>
            <a:xfrm>
              <a:off x="5213875" y="340854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g1111"/>
            <p:cNvSpPr/>
            <p:nvPr/>
          </p:nvSpPr>
          <p:spPr>
            <a:xfrm>
              <a:off x="5074227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g1112"/>
            <p:cNvSpPr/>
            <p:nvPr/>
          </p:nvSpPr>
          <p:spPr>
            <a:xfrm>
              <a:off x="5085865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g1113"/>
            <p:cNvSpPr/>
            <p:nvPr/>
          </p:nvSpPr>
          <p:spPr>
            <a:xfrm>
              <a:off x="5167326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g1114"/>
            <p:cNvSpPr/>
            <p:nvPr/>
          </p:nvSpPr>
          <p:spPr>
            <a:xfrm>
              <a:off x="5178963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g1115"/>
            <p:cNvSpPr/>
            <p:nvPr/>
          </p:nvSpPr>
          <p:spPr>
            <a:xfrm>
              <a:off x="5190601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g1116"/>
            <p:cNvSpPr/>
            <p:nvPr/>
          </p:nvSpPr>
          <p:spPr>
            <a:xfrm>
              <a:off x="5202238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g1117"/>
            <p:cNvSpPr/>
            <p:nvPr/>
          </p:nvSpPr>
          <p:spPr>
            <a:xfrm>
              <a:off x="5213875" y="34228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g1118"/>
            <p:cNvSpPr/>
            <p:nvPr/>
          </p:nvSpPr>
          <p:spPr>
            <a:xfrm>
              <a:off x="505095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g1119"/>
            <p:cNvSpPr/>
            <p:nvPr/>
          </p:nvSpPr>
          <p:spPr>
            <a:xfrm>
              <a:off x="5062590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g1120"/>
            <p:cNvSpPr/>
            <p:nvPr/>
          </p:nvSpPr>
          <p:spPr>
            <a:xfrm>
              <a:off x="5074227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g1121"/>
            <p:cNvSpPr/>
            <p:nvPr/>
          </p:nvSpPr>
          <p:spPr>
            <a:xfrm>
              <a:off x="5085865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g1122"/>
            <p:cNvSpPr/>
            <p:nvPr/>
          </p:nvSpPr>
          <p:spPr>
            <a:xfrm>
              <a:off x="5097502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g1123"/>
            <p:cNvSpPr/>
            <p:nvPr/>
          </p:nvSpPr>
          <p:spPr>
            <a:xfrm>
              <a:off x="5167326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g1124"/>
            <p:cNvSpPr/>
            <p:nvPr/>
          </p:nvSpPr>
          <p:spPr>
            <a:xfrm>
              <a:off x="5178963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g1125"/>
            <p:cNvSpPr/>
            <p:nvPr/>
          </p:nvSpPr>
          <p:spPr>
            <a:xfrm>
              <a:off x="5190601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g1126"/>
            <p:cNvSpPr/>
            <p:nvPr/>
          </p:nvSpPr>
          <p:spPr>
            <a:xfrm>
              <a:off x="5202238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g1127"/>
            <p:cNvSpPr/>
            <p:nvPr/>
          </p:nvSpPr>
          <p:spPr>
            <a:xfrm>
              <a:off x="5213875" y="343714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g1128"/>
            <p:cNvSpPr/>
            <p:nvPr/>
          </p:nvSpPr>
          <p:spPr>
            <a:xfrm>
              <a:off x="5027678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g1129"/>
            <p:cNvSpPr/>
            <p:nvPr/>
          </p:nvSpPr>
          <p:spPr>
            <a:xfrm>
              <a:off x="5039315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g1130"/>
            <p:cNvSpPr/>
            <p:nvPr/>
          </p:nvSpPr>
          <p:spPr>
            <a:xfrm>
              <a:off x="505095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g1131"/>
            <p:cNvSpPr/>
            <p:nvPr/>
          </p:nvSpPr>
          <p:spPr>
            <a:xfrm>
              <a:off x="5062590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g1132"/>
            <p:cNvSpPr/>
            <p:nvPr/>
          </p:nvSpPr>
          <p:spPr>
            <a:xfrm>
              <a:off x="5074227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g1133"/>
            <p:cNvSpPr/>
            <p:nvPr/>
          </p:nvSpPr>
          <p:spPr>
            <a:xfrm>
              <a:off x="5085865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g1134"/>
            <p:cNvSpPr/>
            <p:nvPr/>
          </p:nvSpPr>
          <p:spPr>
            <a:xfrm>
              <a:off x="5097502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g1135"/>
            <p:cNvSpPr/>
            <p:nvPr/>
          </p:nvSpPr>
          <p:spPr>
            <a:xfrm>
              <a:off x="5155689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g1136"/>
            <p:cNvSpPr/>
            <p:nvPr/>
          </p:nvSpPr>
          <p:spPr>
            <a:xfrm>
              <a:off x="5167326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g1137"/>
            <p:cNvSpPr/>
            <p:nvPr/>
          </p:nvSpPr>
          <p:spPr>
            <a:xfrm>
              <a:off x="5178963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g1138"/>
            <p:cNvSpPr/>
            <p:nvPr/>
          </p:nvSpPr>
          <p:spPr>
            <a:xfrm>
              <a:off x="5190601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g1139"/>
            <p:cNvSpPr/>
            <p:nvPr/>
          </p:nvSpPr>
          <p:spPr>
            <a:xfrm>
              <a:off x="5202238" y="345144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g1140"/>
            <p:cNvSpPr/>
            <p:nvPr/>
          </p:nvSpPr>
          <p:spPr>
            <a:xfrm>
              <a:off x="501604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g1141"/>
            <p:cNvSpPr/>
            <p:nvPr/>
          </p:nvSpPr>
          <p:spPr>
            <a:xfrm>
              <a:off x="5027678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g1142"/>
            <p:cNvSpPr/>
            <p:nvPr/>
          </p:nvSpPr>
          <p:spPr>
            <a:xfrm>
              <a:off x="5039315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g1143"/>
            <p:cNvSpPr/>
            <p:nvPr/>
          </p:nvSpPr>
          <p:spPr>
            <a:xfrm>
              <a:off x="505095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g1144"/>
            <p:cNvSpPr/>
            <p:nvPr/>
          </p:nvSpPr>
          <p:spPr>
            <a:xfrm>
              <a:off x="5062590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g1145"/>
            <p:cNvSpPr/>
            <p:nvPr/>
          </p:nvSpPr>
          <p:spPr>
            <a:xfrm>
              <a:off x="5074227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g1146"/>
            <p:cNvSpPr/>
            <p:nvPr/>
          </p:nvSpPr>
          <p:spPr>
            <a:xfrm>
              <a:off x="5085865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g1147"/>
            <p:cNvSpPr/>
            <p:nvPr/>
          </p:nvSpPr>
          <p:spPr>
            <a:xfrm>
              <a:off x="5097502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g1148"/>
            <p:cNvSpPr/>
            <p:nvPr/>
          </p:nvSpPr>
          <p:spPr>
            <a:xfrm>
              <a:off x="5155689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g1149"/>
            <p:cNvSpPr/>
            <p:nvPr/>
          </p:nvSpPr>
          <p:spPr>
            <a:xfrm>
              <a:off x="5167326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g1150"/>
            <p:cNvSpPr/>
            <p:nvPr/>
          </p:nvSpPr>
          <p:spPr>
            <a:xfrm>
              <a:off x="5178963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g1151"/>
            <p:cNvSpPr/>
            <p:nvPr/>
          </p:nvSpPr>
          <p:spPr>
            <a:xfrm>
              <a:off x="5190601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g1152"/>
            <p:cNvSpPr/>
            <p:nvPr/>
          </p:nvSpPr>
          <p:spPr>
            <a:xfrm>
              <a:off x="5202238" y="34657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g1153"/>
            <p:cNvSpPr/>
            <p:nvPr/>
          </p:nvSpPr>
          <p:spPr>
            <a:xfrm>
              <a:off x="4957854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g1154"/>
            <p:cNvSpPr/>
            <p:nvPr/>
          </p:nvSpPr>
          <p:spPr>
            <a:xfrm>
              <a:off x="4969492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g1155"/>
            <p:cNvSpPr/>
            <p:nvPr/>
          </p:nvSpPr>
          <p:spPr>
            <a:xfrm>
              <a:off x="498112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g1156"/>
            <p:cNvSpPr/>
            <p:nvPr/>
          </p:nvSpPr>
          <p:spPr>
            <a:xfrm>
              <a:off x="499276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g1157"/>
            <p:cNvSpPr/>
            <p:nvPr/>
          </p:nvSpPr>
          <p:spPr>
            <a:xfrm>
              <a:off x="500440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g1158"/>
            <p:cNvSpPr/>
            <p:nvPr/>
          </p:nvSpPr>
          <p:spPr>
            <a:xfrm>
              <a:off x="501604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g1159"/>
            <p:cNvSpPr/>
            <p:nvPr/>
          </p:nvSpPr>
          <p:spPr>
            <a:xfrm>
              <a:off x="5027678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g1160"/>
            <p:cNvSpPr/>
            <p:nvPr/>
          </p:nvSpPr>
          <p:spPr>
            <a:xfrm>
              <a:off x="5039315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g1161"/>
            <p:cNvSpPr/>
            <p:nvPr/>
          </p:nvSpPr>
          <p:spPr>
            <a:xfrm>
              <a:off x="505095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g1162"/>
            <p:cNvSpPr/>
            <p:nvPr/>
          </p:nvSpPr>
          <p:spPr>
            <a:xfrm>
              <a:off x="5062590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g1163"/>
            <p:cNvSpPr/>
            <p:nvPr/>
          </p:nvSpPr>
          <p:spPr>
            <a:xfrm>
              <a:off x="5074227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g1164"/>
            <p:cNvSpPr/>
            <p:nvPr/>
          </p:nvSpPr>
          <p:spPr>
            <a:xfrm>
              <a:off x="5085865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g1165"/>
            <p:cNvSpPr/>
            <p:nvPr/>
          </p:nvSpPr>
          <p:spPr>
            <a:xfrm>
              <a:off x="514405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g1166"/>
            <p:cNvSpPr/>
            <p:nvPr/>
          </p:nvSpPr>
          <p:spPr>
            <a:xfrm>
              <a:off x="5155689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g1167"/>
            <p:cNvSpPr/>
            <p:nvPr/>
          </p:nvSpPr>
          <p:spPr>
            <a:xfrm>
              <a:off x="5167326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g1168"/>
            <p:cNvSpPr/>
            <p:nvPr/>
          </p:nvSpPr>
          <p:spPr>
            <a:xfrm>
              <a:off x="5178963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g1169"/>
            <p:cNvSpPr/>
            <p:nvPr/>
          </p:nvSpPr>
          <p:spPr>
            <a:xfrm>
              <a:off x="5190601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g1170"/>
            <p:cNvSpPr/>
            <p:nvPr/>
          </p:nvSpPr>
          <p:spPr>
            <a:xfrm>
              <a:off x="5202238" y="348004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g1171"/>
            <p:cNvSpPr/>
            <p:nvPr/>
          </p:nvSpPr>
          <p:spPr>
            <a:xfrm>
              <a:off x="494621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g1172"/>
            <p:cNvSpPr/>
            <p:nvPr/>
          </p:nvSpPr>
          <p:spPr>
            <a:xfrm>
              <a:off x="495785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g1173"/>
            <p:cNvSpPr/>
            <p:nvPr/>
          </p:nvSpPr>
          <p:spPr>
            <a:xfrm>
              <a:off x="4969492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g1174"/>
            <p:cNvSpPr/>
            <p:nvPr/>
          </p:nvSpPr>
          <p:spPr>
            <a:xfrm>
              <a:off x="498112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g1175"/>
            <p:cNvSpPr/>
            <p:nvPr/>
          </p:nvSpPr>
          <p:spPr>
            <a:xfrm>
              <a:off x="499276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g1176"/>
            <p:cNvSpPr/>
            <p:nvPr/>
          </p:nvSpPr>
          <p:spPr>
            <a:xfrm>
              <a:off x="500440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g1177"/>
            <p:cNvSpPr/>
            <p:nvPr/>
          </p:nvSpPr>
          <p:spPr>
            <a:xfrm>
              <a:off x="501604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g1178"/>
            <p:cNvSpPr/>
            <p:nvPr/>
          </p:nvSpPr>
          <p:spPr>
            <a:xfrm>
              <a:off x="5027678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g1179"/>
            <p:cNvSpPr/>
            <p:nvPr/>
          </p:nvSpPr>
          <p:spPr>
            <a:xfrm>
              <a:off x="5039315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g1180"/>
            <p:cNvSpPr/>
            <p:nvPr/>
          </p:nvSpPr>
          <p:spPr>
            <a:xfrm>
              <a:off x="505095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g1181"/>
            <p:cNvSpPr/>
            <p:nvPr/>
          </p:nvSpPr>
          <p:spPr>
            <a:xfrm>
              <a:off x="5062590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g1182"/>
            <p:cNvSpPr/>
            <p:nvPr/>
          </p:nvSpPr>
          <p:spPr>
            <a:xfrm>
              <a:off x="5074227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g1183"/>
            <p:cNvSpPr/>
            <p:nvPr/>
          </p:nvSpPr>
          <p:spPr>
            <a:xfrm>
              <a:off x="5132414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g1184"/>
            <p:cNvSpPr/>
            <p:nvPr/>
          </p:nvSpPr>
          <p:spPr>
            <a:xfrm>
              <a:off x="514405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g1185"/>
            <p:cNvSpPr/>
            <p:nvPr/>
          </p:nvSpPr>
          <p:spPr>
            <a:xfrm>
              <a:off x="5155689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g1186"/>
            <p:cNvSpPr/>
            <p:nvPr/>
          </p:nvSpPr>
          <p:spPr>
            <a:xfrm>
              <a:off x="5167326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g1187"/>
            <p:cNvSpPr/>
            <p:nvPr/>
          </p:nvSpPr>
          <p:spPr>
            <a:xfrm>
              <a:off x="5178963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g1188"/>
            <p:cNvSpPr/>
            <p:nvPr/>
          </p:nvSpPr>
          <p:spPr>
            <a:xfrm>
              <a:off x="5190601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g1189"/>
            <p:cNvSpPr/>
            <p:nvPr/>
          </p:nvSpPr>
          <p:spPr>
            <a:xfrm>
              <a:off x="5202238" y="34943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g1190"/>
            <p:cNvSpPr/>
            <p:nvPr/>
          </p:nvSpPr>
          <p:spPr>
            <a:xfrm>
              <a:off x="492294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g1191"/>
            <p:cNvSpPr/>
            <p:nvPr/>
          </p:nvSpPr>
          <p:spPr>
            <a:xfrm>
              <a:off x="4934580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g1192"/>
            <p:cNvSpPr/>
            <p:nvPr/>
          </p:nvSpPr>
          <p:spPr>
            <a:xfrm>
              <a:off x="494621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g1193"/>
            <p:cNvSpPr/>
            <p:nvPr/>
          </p:nvSpPr>
          <p:spPr>
            <a:xfrm>
              <a:off x="495785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g1194"/>
            <p:cNvSpPr/>
            <p:nvPr/>
          </p:nvSpPr>
          <p:spPr>
            <a:xfrm>
              <a:off x="4969492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g1195"/>
            <p:cNvSpPr/>
            <p:nvPr/>
          </p:nvSpPr>
          <p:spPr>
            <a:xfrm>
              <a:off x="498112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g1196"/>
            <p:cNvSpPr/>
            <p:nvPr/>
          </p:nvSpPr>
          <p:spPr>
            <a:xfrm>
              <a:off x="4992766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g1197"/>
            <p:cNvSpPr/>
            <p:nvPr/>
          </p:nvSpPr>
          <p:spPr>
            <a:xfrm>
              <a:off x="500440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g1198"/>
            <p:cNvSpPr/>
            <p:nvPr/>
          </p:nvSpPr>
          <p:spPr>
            <a:xfrm>
              <a:off x="501604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g1199"/>
            <p:cNvSpPr/>
            <p:nvPr/>
          </p:nvSpPr>
          <p:spPr>
            <a:xfrm>
              <a:off x="5027678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g1200"/>
            <p:cNvSpPr/>
            <p:nvPr/>
          </p:nvSpPr>
          <p:spPr>
            <a:xfrm>
              <a:off x="5039315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g1201"/>
            <p:cNvSpPr/>
            <p:nvPr/>
          </p:nvSpPr>
          <p:spPr>
            <a:xfrm>
              <a:off x="505095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g1202"/>
            <p:cNvSpPr/>
            <p:nvPr/>
          </p:nvSpPr>
          <p:spPr>
            <a:xfrm>
              <a:off x="5120777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g1203"/>
            <p:cNvSpPr/>
            <p:nvPr/>
          </p:nvSpPr>
          <p:spPr>
            <a:xfrm>
              <a:off x="5132414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g1204"/>
            <p:cNvSpPr/>
            <p:nvPr/>
          </p:nvSpPr>
          <p:spPr>
            <a:xfrm>
              <a:off x="5144051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g1205"/>
            <p:cNvSpPr/>
            <p:nvPr/>
          </p:nvSpPr>
          <p:spPr>
            <a:xfrm>
              <a:off x="5155689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g1206"/>
            <p:cNvSpPr/>
            <p:nvPr/>
          </p:nvSpPr>
          <p:spPr>
            <a:xfrm>
              <a:off x="5167326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g1207"/>
            <p:cNvSpPr/>
            <p:nvPr/>
          </p:nvSpPr>
          <p:spPr>
            <a:xfrm>
              <a:off x="5178963" y="350864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g1208"/>
            <p:cNvSpPr/>
            <p:nvPr/>
          </p:nvSpPr>
          <p:spPr>
            <a:xfrm>
              <a:off x="4899668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g1209"/>
            <p:cNvSpPr/>
            <p:nvPr/>
          </p:nvSpPr>
          <p:spPr>
            <a:xfrm>
              <a:off x="491130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g1210"/>
            <p:cNvSpPr/>
            <p:nvPr/>
          </p:nvSpPr>
          <p:spPr>
            <a:xfrm>
              <a:off x="492294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g1211"/>
            <p:cNvSpPr/>
            <p:nvPr/>
          </p:nvSpPr>
          <p:spPr>
            <a:xfrm>
              <a:off x="493458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g1212"/>
            <p:cNvSpPr/>
            <p:nvPr/>
          </p:nvSpPr>
          <p:spPr>
            <a:xfrm>
              <a:off x="494621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g1213"/>
            <p:cNvSpPr/>
            <p:nvPr/>
          </p:nvSpPr>
          <p:spPr>
            <a:xfrm>
              <a:off x="495785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g1214"/>
            <p:cNvSpPr/>
            <p:nvPr/>
          </p:nvSpPr>
          <p:spPr>
            <a:xfrm>
              <a:off x="4969492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g1215"/>
            <p:cNvSpPr/>
            <p:nvPr/>
          </p:nvSpPr>
          <p:spPr>
            <a:xfrm>
              <a:off x="498112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g1216"/>
            <p:cNvSpPr/>
            <p:nvPr/>
          </p:nvSpPr>
          <p:spPr>
            <a:xfrm>
              <a:off x="4992766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g1217"/>
            <p:cNvSpPr/>
            <p:nvPr/>
          </p:nvSpPr>
          <p:spPr>
            <a:xfrm>
              <a:off x="500440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g1218"/>
            <p:cNvSpPr/>
            <p:nvPr/>
          </p:nvSpPr>
          <p:spPr>
            <a:xfrm>
              <a:off x="501604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g1219"/>
            <p:cNvSpPr/>
            <p:nvPr/>
          </p:nvSpPr>
          <p:spPr>
            <a:xfrm>
              <a:off x="5027678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g1220"/>
            <p:cNvSpPr/>
            <p:nvPr/>
          </p:nvSpPr>
          <p:spPr>
            <a:xfrm>
              <a:off x="503931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g1221"/>
            <p:cNvSpPr/>
            <p:nvPr/>
          </p:nvSpPr>
          <p:spPr>
            <a:xfrm>
              <a:off x="505095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g1222"/>
            <p:cNvSpPr/>
            <p:nvPr/>
          </p:nvSpPr>
          <p:spPr>
            <a:xfrm>
              <a:off x="5062590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g1223"/>
            <p:cNvSpPr/>
            <p:nvPr/>
          </p:nvSpPr>
          <p:spPr>
            <a:xfrm>
              <a:off x="507422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g1224"/>
            <p:cNvSpPr/>
            <p:nvPr/>
          </p:nvSpPr>
          <p:spPr>
            <a:xfrm>
              <a:off x="5085865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g1225"/>
            <p:cNvSpPr/>
            <p:nvPr/>
          </p:nvSpPr>
          <p:spPr>
            <a:xfrm>
              <a:off x="510913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g1226"/>
            <p:cNvSpPr/>
            <p:nvPr/>
          </p:nvSpPr>
          <p:spPr>
            <a:xfrm>
              <a:off x="5120777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g1227"/>
            <p:cNvSpPr/>
            <p:nvPr/>
          </p:nvSpPr>
          <p:spPr>
            <a:xfrm>
              <a:off x="5132414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g1228"/>
            <p:cNvSpPr/>
            <p:nvPr/>
          </p:nvSpPr>
          <p:spPr>
            <a:xfrm>
              <a:off x="5144051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g1229"/>
            <p:cNvSpPr/>
            <p:nvPr/>
          </p:nvSpPr>
          <p:spPr>
            <a:xfrm>
              <a:off x="5155689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g1230"/>
            <p:cNvSpPr/>
            <p:nvPr/>
          </p:nvSpPr>
          <p:spPr>
            <a:xfrm>
              <a:off x="5167326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g1231"/>
            <p:cNvSpPr/>
            <p:nvPr/>
          </p:nvSpPr>
          <p:spPr>
            <a:xfrm>
              <a:off x="5178963" y="352294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g1232"/>
            <p:cNvSpPr/>
            <p:nvPr/>
          </p:nvSpPr>
          <p:spPr>
            <a:xfrm>
              <a:off x="4899668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g1233"/>
            <p:cNvSpPr/>
            <p:nvPr/>
          </p:nvSpPr>
          <p:spPr>
            <a:xfrm>
              <a:off x="491130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g1234"/>
            <p:cNvSpPr/>
            <p:nvPr/>
          </p:nvSpPr>
          <p:spPr>
            <a:xfrm>
              <a:off x="492294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g1235"/>
            <p:cNvSpPr/>
            <p:nvPr/>
          </p:nvSpPr>
          <p:spPr>
            <a:xfrm>
              <a:off x="493458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g1236"/>
            <p:cNvSpPr/>
            <p:nvPr/>
          </p:nvSpPr>
          <p:spPr>
            <a:xfrm>
              <a:off x="494621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g1237"/>
            <p:cNvSpPr/>
            <p:nvPr/>
          </p:nvSpPr>
          <p:spPr>
            <a:xfrm>
              <a:off x="495785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g1238"/>
            <p:cNvSpPr/>
            <p:nvPr/>
          </p:nvSpPr>
          <p:spPr>
            <a:xfrm>
              <a:off x="496949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g1239"/>
            <p:cNvSpPr/>
            <p:nvPr/>
          </p:nvSpPr>
          <p:spPr>
            <a:xfrm>
              <a:off x="498112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g1240"/>
            <p:cNvSpPr/>
            <p:nvPr/>
          </p:nvSpPr>
          <p:spPr>
            <a:xfrm>
              <a:off x="4992766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g1241"/>
            <p:cNvSpPr/>
            <p:nvPr/>
          </p:nvSpPr>
          <p:spPr>
            <a:xfrm>
              <a:off x="500440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g1242"/>
            <p:cNvSpPr/>
            <p:nvPr/>
          </p:nvSpPr>
          <p:spPr>
            <a:xfrm>
              <a:off x="501604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g1243"/>
            <p:cNvSpPr/>
            <p:nvPr/>
          </p:nvSpPr>
          <p:spPr>
            <a:xfrm>
              <a:off x="5027678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g1244"/>
            <p:cNvSpPr/>
            <p:nvPr/>
          </p:nvSpPr>
          <p:spPr>
            <a:xfrm>
              <a:off x="503931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g1245"/>
            <p:cNvSpPr/>
            <p:nvPr/>
          </p:nvSpPr>
          <p:spPr>
            <a:xfrm>
              <a:off x="5050953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g1246"/>
            <p:cNvSpPr/>
            <p:nvPr/>
          </p:nvSpPr>
          <p:spPr>
            <a:xfrm>
              <a:off x="5062590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g1247"/>
            <p:cNvSpPr/>
            <p:nvPr/>
          </p:nvSpPr>
          <p:spPr>
            <a:xfrm>
              <a:off x="507422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g1248"/>
            <p:cNvSpPr/>
            <p:nvPr/>
          </p:nvSpPr>
          <p:spPr>
            <a:xfrm>
              <a:off x="5085865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g1249"/>
            <p:cNvSpPr/>
            <p:nvPr/>
          </p:nvSpPr>
          <p:spPr>
            <a:xfrm>
              <a:off x="5097502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g1250"/>
            <p:cNvSpPr/>
            <p:nvPr/>
          </p:nvSpPr>
          <p:spPr>
            <a:xfrm>
              <a:off x="510913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g1251"/>
            <p:cNvSpPr/>
            <p:nvPr/>
          </p:nvSpPr>
          <p:spPr>
            <a:xfrm>
              <a:off x="5120777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g1252"/>
            <p:cNvSpPr/>
            <p:nvPr/>
          </p:nvSpPr>
          <p:spPr>
            <a:xfrm>
              <a:off x="5132414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g1253"/>
            <p:cNvSpPr/>
            <p:nvPr/>
          </p:nvSpPr>
          <p:spPr>
            <a:xfrm>
              <a:off x="5144051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g1254"/>
            <p:cNvSpPr/>
            <p:nvPr/>
          </p:nvSpPr>
          <p:spPr>
            <a:xfrm>
              <a:off x="5155689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g1255"/>
            <p:cNvSpPr/>
            <p:nvPr/>
          </p:nvSpPr>
          <p:spPr>
            <a:xfrm>
              <a:off x="5167326" y="35372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g1256"/>
            <p:cNvSpPr/>
            <p:nvPr/>
          </p:nvSpPr>
          <p:spPr>
            <a:xfrm>
              <a:off x="4899668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g1257"/>
            <p:cNvSpPr/>
            <p:nvPr/>
          </p:nvSpPr>
          <p:spPr>
            <a:xfrm>
              <a:off x="491130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g1258"/>
            <p:cNvSpPr/>
            <p:nvPr/>
          </p:nvSpPr>
          <p:spPr>
            <a:xfrm>
              <a:off x="492294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g1259"/>
            <p:cNvSpPr/>
            <p:nvPr/>
          </p:nvSpPr>
          <p:spPr>
            <a:xfrm>
              <a:off x="493458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g1260"/>
            <p:cNvSpPr/>
            <p:nvPr/>
          </p:nvSpPr>
          <p:spPr>
            <a:xfrm>
              <a:off x="494621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g1261"/>
            <p:cNvSpPr/>
            <p:nvPr/>
          </p:nvSpPr>
          <p:spPr>
            <a:xfrm>
              <a:off x="495785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g1262"/>
            <p:cNvSpPr/>
            <p:nvPr/>
          </p:nvSpPr>
          <p:spPr>
            <a:xfrm>
              <a:off x="496949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g1263"/>
            <p:cNvSpPr/>
            <p:nvPr/>
          </p:nvSpPr>
          <p:spPr>
            <a:xfrm>
              <a:off x="498112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g1264"/>
            <p:cNvSpPr/>
            <p:nvPr/>
          </p:nvSpPr>
          <p:spPr>
            <a:xfrm>
              <a:off x="4992766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g1265"/>
            <p:cNvSpPr/>
            <p:nvPr/>
          </p:nvSpPr>
          <p:spPr>
            <a:xfrm>
              <a:off x="500440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g1266"/>
            <p:cNvSpPr/>
            <p:nvPr/>
          </p:nvSpPr>
          <p:spPr>
            <a:xfrm>
              <a:off x="501604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g1267"/>
            <p:cNvSpPr/>
            <p:nvPr/>
          </p:nvSpPr>
          <p:spPr>
            <a:xfrm>
              <a:off x="5027678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g1268"/>
            <p:cNvSpPr/>
            <p:nvPr/>
          </p:nvSpPr>
          <p:spPr>
            <a:xfrm>
              <a:off x="503931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g1269"/>
            <p:cNvSpPr/>
            <p:nvPr/>
          </p:nvSpPr>
          <p:spPr>
            <a:xfrm>
              <a:off x="5050953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g1270"/>
            <p:cNvSpPr/>
            <p:nvPr/>
          </p:nvSpPr>
          <p:spPr>
            <a:xfrm>
              <a:off x="5062590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g1271"/>
            <p:cNvSpPr/>
            <p:nvPr/>
          </p:nvSpPr>
          <p:spPr>
            <a:xfrm>
              <a:off x="507422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g1272"/>
            <p:cNvSpPr/>
            <p:nvPr/>
          </p:nvSpPr>
          <p:spPr>
            <a:xfrm>
              <a:off x="5085865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g1273"/>
            <p:cNvSpPr/>
            <p:nvPr/>
          </p:nvSpPr>
          <p:spPr>
            <a:xfrm>
              <a:off x="5097502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g1274"/>
            <p:cNvSpPr/>
            <p:nvPr/>
          </p:nvSpPr>
          <p:spPr>
            <a:xfrm>
              <a:off x="510913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g1275"/>
            <p:cNvSpPr/>
            <p:nvPr/>
          </p:nvSpPr>
          <p:spPr>
            <a:xfrm>
              <a:off x="5120777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g1276"/>
            <p:cNvSpPr/>
            <p:nvPr/>
          </p:nvSpPr>
          <p:spPr>
            <a:xfrm>
              <a:off x="5132414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g1277"/>
            <p:cNvSpPr/>
            <p:nvPr/>
          </p:nvSpPr>
          <p:spPr>
            <a:xfrm>
              <a:off x="5144051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g1278"/>
            <p:cNvSpPr/>
            <p:nvPr/>
          </p:nvSpPr>
          <p:spPr>
            <a:xfrm>
              <a:off x="5155689" y="355154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g1279"/>
            <p:cNvSpPr/>
            <p:nvPr/>
          </p:nvSpPr>
          <p:spPr>
            <a:xfrm>
              <a:off x="4864756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g1280"/>
            <p:cNvSpPr/>
            <p:nvPr/>
          </p:nvSpPr>
          <p:spPr>
            <a:xfrm>
              <a:off x="487639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g1281"/>
            <p:cNvSpPr/>
            <p:nvPr/>
          </p:nvSpPr>
          <p:spPr>
            <a:xfrm>
              <a:off x="489966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g1282"/>
            <p:cNvSpPr/>
            <p:nvPr/>
          </p:nvSpPr>
          <p:spPr>
            <a:xfrm>
              <a:off x="491130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g1283"/>
            <p:cNvSpPr/>
            <p:nvPr/>
          </p:nvSpPr>
          <p:spPr>
            <a:xfrm>
              <a:off x="492294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g1284"/>
            <p:cNvSpPr/>
            <p:nvPr/>
          </p:nvSpPr>
          <p:spPr>
            <a:xfrm>
              <a:off x="493458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g1285"/>
            <p:cNvSpPr/>
            <p:nvPr/>
          </p:nvSpPr>
          <p:spPr>
            <a:xfrm>
              <a:off x="494621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g1286"/>
            <p:cNvSpPr/>
            <p:nvPr/>
          </p:nvSpPr>
          <p:spPr>
            <a:xfrm>
              <a:off x="4957854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g1287"/>
            <p:cNvSpPr/>
            <p:nvPr/>
          </p:nvSpPr>
          <p:spPr>
            <a:xfrm>
              <a:off x="496949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g1288"/>
            <p:cNvSpPr/>
            <p:nvPr/>
          </p:nvSpPr>
          <p:spPr>
            <a:xfrm>
              <a:off x="498112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g1289"/>
            <p:cNvSpPr/>
            <p:nvPr/>
          </p:nvSpPr>
          <p:spPr>
            <a:xfrm>
              <a:off x="501604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g1290"/>
            <p:cNvSpPr/>
            <p:nvPr/>
          </p:nvSpPr>
          <p:spPr>
            <a:xfrm>
              <a:off x="5027678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g1291"/>
            <p:cNvSpPr/>
            <p:nvPr/>
          </p:nvSpPr>
          <p:spPr>
            <a:xfrm>
              <a:off x="503931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g1292"/>
            <p:cNvSpPr/>
            <p:nvPr/>
          </p:nvSpPr>
          <p:spPr>
            <a:xfrm>
              <a:off x="5050953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g1293"/>
            <p:cNvSpPr/>
            <p:nvPr/>
          </p:nvSpPr>
          <p:spPr>
            <a:xfrm>
              <a:off x="5062590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g1294"/>
            <p:cNvSpPr/>
            <p:nvPr/>
          </p:nvSpPr>
          <p:spPr>
            <a:xfrm>
              <a:off x="507422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g1295"/>
            <p:cNvSpPr/>
            <p:nvPr/>
          </p:nvSpPr>
          <p:spPr>
            <a:xfrm>
              <a:off x="5085865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g1296"/>
            <p:cNvSpPr/>
            <p:nvPr/>
          </p:nvSpPr>
          <p:spPr>
            <a:xfrm>
              <a:off x="5097502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g1297"/>
            <p:cNvSpPr/>
            <p:nvPr/>
          </p:nvSpPr>
          <p:spPr>
            <a:xfrm>
              <a:off x="5109139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g1298"/>
            <p:cNvSpPr/>
            <p:nvPr/>
          </p:nvSpPr>
          <p:spPr>
            <a:xfrm>
              <a:off x="5120777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g1299"/>
            <p:cNvSpPr/>
            <p:nvPr/>
          </p:nvSpPr>
          <p:spPr>
            <a:xfrm>
              <a:off x="5132414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g1300"/>
            <p:cNvSpPr/>
            <p:nvPr/>
          </p:nvSpPr>
          <p:spPr>
            <a:xfrm>
              <a:off x="5144051" y="35658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g1301"/>
            <p:cNvSpPr/>
            <p:nvPr/>
          </p:nvSpPr>
          <p:spPr>
            <a:xfrm>
              <a:off x="485311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g1302"/>
            <p:cNvSpPr/>
            <p:nvPr/>
          </p:nvSpPr>
          <p:spPr>
            <a:xfrm>
              <a:off x="4864756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g1303"/>
            <p:cNvSpPr/>
            <p:nvPr/>
          </p:nvSpPr>
          <p:spPr>
            <a:xfrm>
              <a:off x="487639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g1304"/>
            <p:cNvSpPr/>
            <p:nvPr/>
          </p:nvSpPr>
          <p:spPr>
            <a:xfrm>
              <a:off x="488803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g1305"/>
            <p:cNvSpPr/>
            <p:nvPr/>
          </p:nvSpPr>
          <p:spPr>
            <a:xfrm>
              <a:off x="489966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g1306"/>
            <p:cNvSpPr/>
            <p:nvPr/>
          </p:nvSpPr>
          <p:spPr>
            <a:xfrm>
              <a:off x="491130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g1307"/>
            <p:cNvSpPr/>
            <p:nvPr/>
          </p:nvSpPr>
          <p:spPr>
            <a:xfrm>
              <a:off x="492294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g1308"/>
            <p:cNvSpPr/>
            <p:nvPr/>
          </p:nvSpPr>
          <p:spPr>
            <a:xfrm>
              <a:off x="493458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g1309"/>
            <p:cNvSpPr/>
            <p:nvPr/>
          </p:nvSpPr>
          <p:spPr>
            <a:xfrm>
              <a:off x="494621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g1310"/>
            <p:cNvSpPr/>
            <p:nvPr/>
          </p:nvSpPr>
          <p:spPr>
            <a:xfrm>
              <a:off x="4957854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g1311"/>
            <p:cNvSpPr/>
            <p:nvPr/>
          </p:nvSpPr>
          <p:spPr>
            <a:xfrm>
              <a:off x="496949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g1312"/>
            <p:cNvSpPr/>
            <p:nvPr/>
          </p:nvSpPr>
          <p:spPr>
            <a:xfrm>
              <a:off x="498112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g1313"/>
            <p:cNvSpPr/>
            <p:nvPr/>
          </p:nvSpPr>
          <p:spPr>
            <a:xfrm>
              <a:off x="5027678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g1314"/>
            <p:cNvSpPr/>
            <p:nvPr/>
          </p:nvSpPr>
          <p:spPr>
            <a:xfrm>
              <a:off x="503931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g1315"/>
            <p:cNvSpPr/>
            <p:nvPr/>
          </p:nvSpPr>
          <p:spPr>
            <a:xfrm>
              <a:off x="5050953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g1316"/>
            <p:cNvSpPr/>
            <p:nvPr/>
          </p:nvSpPr>
          <p:spPr>
            <a:xfrm>
              <a:off x="5062590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g1317"/>
            <p:cNvSpPr/>
            <p:nvPr/>
          </p:nvSpPr>
          <p:spPr>
            <a:xfrm>
              <a:off x="507422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g1318"/>
            <p:cNvSpPr/>
            <p:nvPr/>
          </p:nvSpPr>
          <p:spPr>
            <a:xfrm>
              <a:off x="5085865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g1319"/>
            <p:cNvSpPr/>
            <p:nvPr/>
          </p:nvSpPr>
          <p:spPr>
            <a:xfrm>
              <a:off x="5097502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g1320"/>
            <p:cNvSpPr/>
            <p:nvPr/>
          </p:nvSpPr>
          <p:spPr>
            <a:xfrm>
              <a:off x="5109139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g1321"/>
            <p:cNvSpPr/>
            <p:nvPr/>
          </p:nvSpPr>
          <p:spPr>
            <a:xfrm>
              <a:off x="5120777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g1322"/>
            <p:cNvSpPr/>
            <p:nvPr/>
          </p:nvSpPr>
          <p:spPr>
            <a:xfrm>
              <a:off x="5132414" y="358014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g1323"/>
            <p:cNvSpPr/>
            <p:nvPr/>
          </p:nvSpPr>
          <p:spPr>
            <a:xfrm>
              <a:off x="4841481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g1324"/>
            <p:cNvSpPr/>
            <p:nvPr/>
          </p:nvSpPr>
          <p:spPr>
            <a:xfrm>
              <a:off x="485311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g1325"/>
            <p:cNvSpPr/>
            <p:nvPr/>
          </p:nvSpPr>
          <p:spPr>
            <a:xfrm>
              <a:off x="4864756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g1326"/>
            <p:cNvSpPr/>
            <p:nvPr/>
          </p:nvSpPr>
          <p:spPr>
            <a:xfrm>
              <a:off x="487639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g1327"/>
            <p:cNvSpPr/>
            <p:nvPr/>
          </p:nvSpPr>
          <p:spPr>
            <a:xfrm>
              <a:off x="488803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g1328"/>
            <p:cNvSpPr/>
            <p:nvPr/>
          </p:nvSpPr>
          <p:spPr>
            <a:xfrm>
              <a:off x="489966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g1329"/>
            <p:cNvSpPr/>
            <p:nvPr/>
          </p:nvSpPr>
          <p:spPr>
            <a:xfrm>
              <a:off x="491130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g1330"/>
            <p:cNvSpPr/>
            <p:nvPr/>
          </p:nvSpPr>
          <p:spPr>
            <a:xfrm>
              <a:off x="492294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g1331"/>
            <p:cNvSpPr/>
            <p:nvPr/>
          </p:nvSpPr>
          <p:spPr>
            <a:xfrm>
              <a:off x="493458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g1332"/>
            <p:cNvSpPr/>
            <p:nvPr/>
          </p:nvSpPr>
          <p:spPr>
            <a:xfrm>
              <a:off x="494621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g1333"/>
            <p:cNvSpPr/>
            <p:nvPr/>
          </p:nvSpPr>
          <p:spPr>
            <a:xfrm>
              <a:off x="4957854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g1334"/>
            <p:cNvSpPr/>
            <p:nvPr/>
          </p:nvSpPr>
          <p:spPr>
            <a:xfrm>
              <a:off x="496949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g1335"/>
            <p:cNvSpPr/>
            <p:nvPr/>
          </p:nvSpPr>
          <p:spPr>
            <a:xfrm>
              <a:off x="4981129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g1336"/>
            <p:cNvSpPr/>
            <p:nvPr/>
          </p:nvSpPr>
          <p:spPr>
            <a:xfrm>
              <a:off x="5027678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g1337"/>
            <p:cNvSpPr/>
            <p:nvPr/>
          </p:nvSpPr>
          <p:spPr>
            <a:xfrm>
              <a:off x="503931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g1338"/>
            <p:cNvSpPr/>
            <p:nvPr/>
          </p:nvSpPr>
          <p:spPr>
            <a:xfrm>
              <a:off x="5050953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g1339"/>
            <p:cNvSpPr/>
            <p:nvPr/>
          </p:nvSpPr>
          <p:spPr>
            <a:xfrm>
              <a:off x="5062590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g1340"/>
            <p:cNvSpPr/>
            <p:nvPr/>
          </p:nvSpPr>
          <p:spPr>
            <a:xfrm>
              <a:off x="507422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g1341"/>
            <p:cNvSpPr/>
            <p:nvPr/>
          </p:nvSpPr>
          <p:spPr>
            <a:xfrm>
              <a:off x="5085865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g1342"/>
            <p:cNvSpPr/>
            <p:nvPr/>
          </p:nvSpPr>
          <p:spPr>
            <a:xfrm>
              <a:off x="5097502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g1343"/>
            <p:cNvSpPr/>
            <p:nvPr/>
          </p:nvSpPr>
          <p:spPr>
            <a:xfrm>
              <a:off x="5109139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g1344"/>
            <p:cNvSpPr/>
            <p:nvPr/>
          </p:nvSpPr>
          <p:spPr>
            <a:xfrm>
              <a:off x="5120777" y="359444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g1345"/>
            <p:cNvSpPr/>
            <p:nvPr/>
          </p:nvSpPr>
          <p:spPr>
            <a:xfrm>
              <a:off x="4829844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g1346"/>
            <p:cNvSpPr/>
            <p:nvPr/>
          </p:nvSpPr>
          <p:spPr>
            <a:xfrm>
              <a:off x="4841481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g1347"/>
            <p:cNvSpPr/>
            <p:nvPr/>
          </p:nvSpPr>
          <p:spPr>
            <a:xfrm>
              <a:off x="485311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g1348"/>
            <p:cNvSpPr/>
            <p:nvPr/>
          </p:nvSpPr>
          <p:spPr>
            <a:xfrm>
              <a:off x="4864756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g1349"/>
            <p:cNvSpPr/>
            <p:nvPr/>
          </p:nvSpPr>
          <p:spPr>
            <a:xfrm>
              <a:off x="487639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g1350"/>
            <p:cNvSpPr/>
            <p:nvPr/>
          </p:nvSpPr>
          <p:spPr>
            <a:xfrm>
              <a:off x="488803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g1351"/>
            <p:cNvSpPr/>
            <p:nvPr/>
          </p:nvSpPr>
          <p:spPr>
            <a:xfrm>
              <a:off x="4899668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g1352"/>
            <p:cNvSpPr/>
            <p:nvPr/>
          </p:nvSpPr>
          <p:spPr>
            <a:xfrm>
              <a:off x="491130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g1353"/>
            <p:cNvSpPr/>
            <p:nvPr/>
          </p:nvSpPr>
          <p:spPr>
            <a:xfrm>
              <a:off x="492294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g1354"/>
            <p:cNvSpPr/>
            <p:nvPr/>
          </p:nvSpPr>
          <p:spPr>
            <a:xfrm>
              <a:off x="493458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g1355"/>
            <p:cNvSpPr/>
            <p:nvPr/>
          </p:nvSpPr>
          <p:spPr>
            <a:xfrm>
              <a:off x="494621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g1356"/>
            <p:cNvSpPr/>
            <p:nvPr/>
          </p:nvSpPr>
          <p:spPr>
            <a:xfrm>
              <a:off x="4957854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g1357"/>
            <p:cNvSpPr/>
            <p:nvPr/>
          </p:nvSpPr>
          <p:spPr>
            <a:xfrm>
              <a:off x="496949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g1358"/>
            <p:cNvSpPr/>
            <p:nvPr/>
          </p:nvSpPr>
          <p:spPr>
            <a:xfrm>
              <a:off x="498112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g1359"/>
            <p:cNvSpPr/>
            <p:nvPr/>
          </p:nvSpPr>
          <p:spPr>
            <a:xfrm>
              <a:off x="4992766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g1360"/>
            <p:cNvSpPr/>
            <p:nvPr/>
          </p:nvSpPr>
          <p:spPr>
            <a:xfrm>
              <a:off x="503931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g1361"/>
            <p:cNvSpPr/>
            <p:nvPr/>
          </p:nvSpPr>
          <p:spPr>
            <a:xfrm>
              <a:off x="5050953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g1362"/>
            <p:cNvSpPr/>
            <p:nvPr/>
          </p:nvSpPr>
          <p:spPr>
            <a:xfrm>
              <a:off x="5062590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g1363"/>
            <p:cNvSpPr/>
            <p:nvPr/>
          </p:nvSpPr>
          <p:spPr>
            <a:xfrm>
              <a:off x="5074227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g1364"/>
            <p:cNvSpPr/>
            <p:nvPr/>
          </p:nvSpPr>
          <p:spPr>
            <a:xfrm>
              <a:off x="5085865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g1365"/>
            <p:cNvSpPr/>
            <p:nvPr/>
          </p:nvSpPr>
          <p:spPr>
            <a:xfrm>
              <a:off x="5097502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g1366"/>
            <p:cNvSpPr/>
            <p:nvPr/>
          </p:nvSpPr>
          <p:spPr>
            <a:xfrm>
              <a:off x="5109139" y="36087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g1367"/>
            <p:cNvSpPr/>
            <p:nvPr/>
          </p:nvSpPr>
          <p:spPr>
            <a:xfrm>
              <a:off x="4829844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g1368"/>
            <p:cNvSpPr/>
            <p:nvPr/>
          </p:nvSpPr>
          <p:spPr>
            <a:xfrm>
              <a:off x="4841481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g1369"/>
            <p:cNvSpPr/>
            <p:nvPr/>
          </p:nvSpPr>
          <p:spPr>
            <a:xfrm>
              <a:off x="485311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g1370"/>
            <p:cNvSpPr/>
            <p:nvPr/>
          </p:nvSpPr>
          <p:spPr>
            <a:xfrm>
              <a:off x="4864756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g1371"/>
            <p:cNvSpPr/>
            <p:nvPr/>
          </p:nvSpPr>
          <p:spPr>
            <a:xfrm>
              <a:off x="487639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g1372"/>
            <p:cNvSpPr/>
            <p:nvPr/>
          </p:nvSpPr>
          <p:spPr>
            <a:xfrm>
              <a:off x="488803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g1373"/>
            <p:cNvSpPr/>
            <p:nvPr/>
          </p:nvSpPr>
          <p:spPr>
            <a:xfrm>
              <a:off x="4899668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g1374"/>
            <p:cNvSpPr/>
            <p:nvPr/>
          </p:nvSpPr>
          <p:spPr>
            <a:xfrm>
              <a:off x="491130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g1375"/>
            <p:cNvSpPr/>
            <p:nvPr/>
          </p:nvSpPr>
          <p:spPr>
            <a:xfrm>
              <a:off x="492294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g1376"/>
            <p:cNvSpPr/>
            <p:nvPr/>
          </p:nvSpPr>
          <p:spPr>
            <a:xfrm>
              <a:off x="493458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g1377"/>
            <p:cNvSpPr/>
            <p:nvPr/>
          </p:nvSpPr>
          <p:spPr>
            <a:xfrm>
              <a:off x="494621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g1378"/>
            <p:cNvSpPr/>
            <p:nvPr/>
          </p:nvSpPr>
          <p:spPr>
            <a:xfrm>
              <a:off x="4957854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g1379"/>
            <p:cNvSpPr/>
            <p:nvPr/>
          </p:nvSpPr>
          <p:spPr>
            <a:xfrm>
              <a:off x="496949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g1380"/>
            <p:cNvSpPr/>
            <p:nvPr/>
          </p:nvSpPr>
          <p:spPr>
            <a:xfrm>
              <a:off x="4981129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g1381"/>
            <p:cNvSpPr/>
            <p:nvPr/>
          </p:nvSpPr>
          <p:spPr>
            <a:xfrm>
              <a:off x="4992766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g1382"/>
            <p:cNvSpPr/>
            <p:nvPr/>
          </p:nvSpPr>
          <p:spPr>
            <a:xfrm>
              <a:off x="503931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g1383"/>
            <p:cNvSpPr/>
            <p:nvPr/>
          </p:nvSpPr>
          <p:spPr>
            <a:xfrm>
              <a:off x="5050953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g1384"/>
            <p:cNvSpPr/>
            <p:nvPr/>
          </p:nvSpPr>
          <p:spPr>
            <a:xfrm>
              <a:off x="5062590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g1385"/>
            <p:cNvSpPr/>
            <p:nvPr/>
          </p:nvSpPr>
          <p:spPr>
            <a:xfrm>
              <a:off x="5074227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g1386"/>
            <p:cNvSpPr/>
            <p:nvPr/>
          </p:nvSpPr>
          <p:spPr>
            <a:xfrm>
              <a:off x="5085865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g1387"/>
            <p:cNvSpPr/>
            <p:nvPr/>
          </p:nvSpPr>
          <p:spPr>
            <a:xfrm>
              <a:off x="5097502" y="362304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g1388"/>
            <p:cNvSpPr/>
            <p:nvPr/>
          </p:nvSpPr>
          <p:spPr>
            <a:xfrm>
              <a:off x="481820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g1389"/>
            <p:cNvSpPr/>
            <p:nvPr/>
          </p:nvSpPr>
          <p:spPr>
            <a:xfrm>
              <a:off x="4829844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g1390"/>
            <p:cNvSpPr/>
            <p:nvPr/>
          </p:nvSpPr>
          <p:spPr>
            <a:xfrm>
              <a:off x="4841481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g1391"/>
            <p:cNvSpPr/>
            <p:nvPr/>
          </p:nvSpPr>
          <p:spPr>
            <a:xfrm>
              <a:off x="485311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g1392"/>
            <p:cNvSpPr/>
            <p:nvPr/>
          </p:nvSpPr>
          <p:spPr>
            <a:xfrm>
              <a:off x="486475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g1393"/>
            <p:cNvSpPr/>
            <p:nvPr/>
          </p:nvSpPr>
          <p:spPr>
            <a:xfrm>
              <a:off x="487639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g1394"/>
            <p:cNvSpPr/>
            <p:nvPr/>
          </p:nvSpPr>
          <p:spPr>
            <a:xfrm>
              <a:off x="488803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g1395"/>
            <p:cNvSpPr/>
            <p:nvPr/>
          </p:nvSpPr>
          <p:spPr>
            <a:xfrm>
              <a:off x="4899668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g1396"/>
            <p:cNvSpPr/>
            <p:nvPr/>
          </p:nvSpPr>
          <p:spPr>
            <a:xfrm>
              <a:off x="491130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g1397"/>
            <p:cNvSpPr/>
            <p:nvPr/>
          </p:nvSpPr>
          <p:spPr>
            <a:xfrm>
              <a:off x="492294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g1398"/>
            <p:cNvSpPr/>
            <p:nvPr/>
          </p:nvSpPr>
          <p:spPr>
            <a:xfrm>
              <a:off x="493458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g1399"/>
            <p:cNvSpPr/>
            <p:nvPr/>
          </p:nvSpPr>
          <p:spPr>
            <a:xfrm>
              <a:off x="494621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g1400"/>
            <p:cNvSpPr/>
            <p:nvPr/>
          </p:nvSpPr>
          <p:spPr>
            <a:xfrm>
              <a:off x="4957854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g1401"/>
            <p:cNvSpPr/>
            <p:nvPr/>
          </p:nvSpPr>
          <p:spPr>
            <a:xfrm>
              <a:off x="496949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g1402"/>
            <p:cNvSpPr/>
            <p:nvPr/>
          </p:nvSpPr>
          <p:spPr>
            <a:xfrm>
              <a:off x="4981129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g1403"/>
            <p:cNvSpPr/>
            <p:nvPr/>
          </p:nvSpPr>
          <p:spPr>
            <a:xfrm>
              <a:off x="4992766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g1404"/>
            <p:cNvSpPr/>
            <p:nvPr/>
          </p:nvSpPr>
          <p:spPr>
            <a:xfrm>
              <a:off x="500440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g1405"/>
            <p:cNvSpPr/>
            <p:nvPr/>
          </p:nvSpPr>
          <p:spPr>
            <a:xfrm>
              <a:off x="503931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g1406"/>
            <p:cNvSpPr/>
            <p:nvPr/>
          </p:nvSpPr>
          <p:spPr>
            <a:xfrm>
              <a:off x="5050953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g1407"/>
            <p:cNvSpPr/>
            <p:nvPr/>
          </p:nvSpPr>
          <p:spPr>
            <a:xfrm>
              <a:off x="5062590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g1408"/>
            <p:cNvSpPr/>
            <p:nvPr/>
          </p:nvSpPr>
          <p:spPr>
            <a:xfrm>
              <a:off x="5074227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g1409"/>
            <p:cNvSpPr/>
            <p:nvPr/>
          </p:nvSpPr>
          <p:spPr>
            <a:xfrm>
              <a:off x="5085865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g1410"/>
            <p:cNvSpPr/>
            <p:nvPr/>
          </p:nvSpPr>
          <p:spPr>
            <a:xfrm>
              <a:off x="5097502" y="36373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g1411"/>
            <p:cNvSpPr/>
            <p:nvPr/>
          </p:nvSpPr>
          <p:spPr>
            <a:xfrm>
              <a:off x="481820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g1412"/>
            <p:cNvSpPr/>
            <p:nvPr/>
          </p:nvSpPr>
          <p:spPr>
            <a:xfrm>
              <a:off x="4829844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g1413"/>
            <p:cNvSpPr/>
            <p:nvPr/>
          </p:nvSpPr>
          <p:spPr>
            <a:xfrm>
              <a:off x="484148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g1414"/>
            <p:cNvSpPr/>
            <p:nvPr/>
          </p:nvSpPr>
          <p:spPr>
            <a:xfrm>
              <a:off x="485311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g1415"/>
            <p:cNvSpPr/>
            <p:nvPr/>
          </p:nvSpPr>
          <p:spPr>
            <a:xfrm>
              <a:off x="486475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g1416"/>
            <p:cNvSpPr/>
            <p:nvPr/>
          </p:nvSpPr>
          <p:spPr>
            <a:xfrm>
              <a:off x="487639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g1417"/>
            <p:cNvSpPr/>
            <p:nvPr/>
          </p:nvSpPr>
          <p:spPr>
            <a:xfrm>
              <a:off x="488803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g1418"/>
            <p:cNvSpPr/>
            <p:nvPr/>
          </p:nvSpPr>
          <p:spPr>
            <a:xfrm>
              <a:off x="4899668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g1419"/>
            <p:cNvSpPr/>
            <p:nvPr/>
          </p:nvSpPr>
          <p:spPr>
            <a:xfrm>
              <a:off x="491130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g1420"/>
            <p:cNvSpPr/>
            <p:nvPr/>
          </p:nvSpPr>
          <p:spPr>
            <a:xfrm>
              <a:off x="492294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g1421"/>
            <p:cNvSpPr/>
            <p:nvPr/>
          </p:nvSpPr>
          <p:spPr>
            <a:xfrm>
              <a:off x="493458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g1422"/>
            <p:cNvSpPr/>
            <p:nvPr/>
          </p:nvSpPr>
          <p:spPr>
            <a:xfrm>
              <a:off x="494621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g1423"/>
            <p:cNvSpPr/>
            <p:nvPr/>
          </p:nvSpPr>
          <p:spPr>
            <a:xfrm>
              <a:off x="4957854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g1424"/>
            <p:cNvSpPr/>
            <p:nvPr/>
          </p:nvSpPr>
          <p:spPr>
            <a:xfrm>
              <a:off x="496949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g1425"/>
            <p:cNvSpPr/>
            <p:nvPr/>
          </p:nvSpPr>
          <p:spPr>
            <a:xfrm>
              <a:off x="4981129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g1426"/>
            <p:cNvSpPr/>
            <p:nvPr/>
          </p:nvSpPr>
          <p:spPr>
            <a:xfrm>
              <a:off x="4992766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g1427"/>
            <p:cNvSpPr/>
            <p:nvPr/>
          </p:nvSpPr>
          <p:spPr>
            <a:xfrm>
              <a:off x="500440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g1428"/>
            <p:cNvSpPr/>
            <p:nvPr/>
          </p:nvSpPr>
          <p:spPr>
            <a:xfrm>
              <a:off x="5016041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g1429"/>
            <p:cNvSpPr/>
            <p:nvPr/>
          </p:nvSpPr>
          <p:spPr>
            <a:xfrm>
              <a:off x="5050953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g1430"/>
            <p:cNvSpPr/>
            <p:nvPr/>
          </p:nvSpPr>
          <p:spPr>
            <a:xfrm>
              <a:off x="5062590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g1431"/>
            <p:cNvSpPr/>
            <p:nvPr/>
          </p:nvSpPr>
          <p:spPr>
            <a:xfrm>
              <a:off x="5074227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g1432"/>
            <p:cNvSpPr/>
            <p:nvPr/>
          </p:nvSpPr>
          <p:spPr>
            <a:xfrm>
              <a:off x="5085865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g1433"/>
            <p:cNvSpPr/>
            <p:nvPr/>
          </p:nvSpPr>
          <p:spPr>
            <a:xfrm>
              <a:off x="5097502" y="365165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g1434"/>
            <p:cNvSpPr/>
            <p:nvPr/>
          </p:nvSpPr>
          <p:spPr>
            <a:xfrm>
              <a:off x="481820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g1435"/>
            <p:cNvSpPr/>
            <p:nvPr/>
          </p:nvSpPr>
          <p:spPr>
            <a:xfrm>
              <a:off x="4829844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g1436"/>
            <p:cNvSpPr/>
            <p:nvPr/>
          </p:nvSpPr>
          <p:spPr>
            <a:xfrm>
              <a:off x="484148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g1437"/>
            <p:cNvSpPr/>
            <p:nvPr/>
          </p:nvSpPr>
          <p:spPr>
            <a:xfrm>
              <a:off x="485311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g1438"/>
            <p:cNvSpPr/>
            <p:nvPr/>
          </p:nvSpPr>
          <p:spPr>
            <a:xfrm>
              <a:off x="486475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g1439"/>
            <p:cNvSpPr/>
            <p:nvPr/>
          </p:nvSpPr>
          <p:spPr>
            <a:xfrm>
              <a:off x="487639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g1440"/>
            <p:cNvSpPr/>
            <p:nvPr/>
          </p:nvSpPr>
          <p:spPr>
            <a:xfrm>
              <a:off x="488803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g1441"/>
            <p:cNvSpPr/>
            <p:nvPr/>
          </p:nvSpPr>
          <p:spPr>
            <a:xfrm>
              <a:off x="4899668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g1442"/>
            <p:cNvSpPr/>
            <p:nvPr/>
          </p:nvSpPr>
          <p:spPr>
            <a:xfrm>
              <a:off x="491130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g1443"/>
            <p:cNvSpPr/>
            <p:nvPr/>
          </p:nvSpPr>
          <p:spPr>
            <a:xfrm>
              <a:off x="492294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g1444"/>
            <p:cNvSpPr/>
            <p:nvPr/>
          </p:nvSpPr>
          <p:spPr>
            <a:xfrm>
              <a:off x="493458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g1445"/>
            <p:cNvSpPr/>
            <p:nvPr/>
          </p:nvSpPr>
          <p:spPr>
            <a:xfrm>
              <a:off x="494621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g1446"/>
            <p:cNvSpPr/>
            <p:nvPr/>
          </p:nvSpPr>
          <p:spPr>
            <a:xfrm>
              <a:off x="4957854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g1447"/>
            <p:cNvSpPr/>
            <p:nvPr/>
          </p:nvSpPr>
          <p:spPr>
            <a:xfrm>
              <a:off x="496949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g1448"/>
            <p:cNvSpPr/>
            <p:nvPr/>
          </p:nvSpPr>
          <p:spPr>
            <a:xfrm>
              <a:off x="4981129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g1449"/>
            <p:cNvSpPr/>
            <p:nvPr/>
          </p:nvSpPr>
          <p:spPr>
            <a:xfrm>
              <a:off x="4992766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g1450"/>
            <p:cNvSpPr/>
            <p:nvPr/>
          </p:nvSpPr>
          <p:spPr>
            <a:xfrm>
              <a:off x="500440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g1451"/>
            <p:cNvSpPr/>
            <p:nvPr/>
          </p:nvSpPr>
          <p:spPr>
            <a:xfrm>
              <a:off x="5016041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g1452"/>
            <p:cNvSpPr/>
            <p:nvPr/>
          </p:nvSpPr>
          <p:spPr>
            <a:xfrm>
              <a:off x="503931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g1453"/>
            <p:cNvSpPr/>
            <p:nvPr/>
          </p:nvSpPr>
          <p:spPr>
            <a:xfrm>
              <a:off x="5050953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g1454"/>
            <p:cNvSpPr/>
            <p:nvPr/>
          </p:nvSpPr>
          <p:spPr>
            <a:xfrm>
              <a:off x="5062590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g1455"/>
            <p:cNvSpPr/>
            <p:nvPr/>
          </p:nvSpPr>
          <p:spPr>
            <a:xfrm>
              <a:off x="5074227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g1456"/>
            <p:cNvSpPr/>
            <p:nvPr/>
          </p:nvSpPr>
          <p:spPr>
            <a:xfrm>
              <a:off x="5085865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g1457"/>
            <p:cNvSpPr/>
            <p:nvPr/>
          </p:nvSpPr>
          <p:spPr>
            <a:xfrm>
              <a:off x="5097502" y="366595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g1458"/>
            <p:cNvSpPr/>
            <p:nvPr/>
          </p:nvSpPr>
          <p:spPr>
            <a:xfrm>
              <a:off x="4829844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g1459"/>
            <p:cNvSpPr/>
            <p:nvPr/>
          </p:nvSpPr>
          <p:spPr>
            <a:xfrm>
              <a:off x="484148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g1460"/>
            <p:cNvSpPr/>
            <p:nvPr/>
          </p:nvSpPr>
          <p:spPr>
            <a:xfrm>
              <a:off x="485311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g1461"/>
            <p:cNvSpPr/>
            <p:nvPr/>
          </p:nvSpPr>
          <p:spPr>
            <a:xfrm>
              <a:off x="486475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g1462"/>
            <p:cNvSpPr/>
            <p:nvPr/>
          </p:nvSpPr>
          <p:spPr>
            <a:xfrm>
              <a:off x="487639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g1463"/>
            <p:cNvSpPr/>
            <p:nvPr/>
          </p:nvSpPr>
          <p:spPr>
            <a:xfrm>
              <a:off x="488803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g1464"/>
            <p:cNvSpPr/>
            <p:nvPr/>
          </p:nvSpPr>
          <p:spPr>
            <a:xfrm>
              <a:off x="489966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g1465"/>
            <p:cNvSpPr/>
            <p:nvPr/>
          </p:nvSpPr>
          <p:spPr>
            <a:xfrm>
              <a:off x="491130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g1466"/>
            <p:cNvSpPr/>
            <p:nvPr/>
          </p:nvSpPr>
          <p:spPr>
            <a:xfrm>
              <a:off x="492294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g1467"/>
            <p:cNvSpPr/>
            <p:nvPr/>
          </p:nvSpPr>
          <p:spPr>
            <a:xfrm>
              <a:off x="493458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g1468"/>
            <p:cNvSpPr/>
            <p:nvPr/>
          </p:nvSpPr>
          <p:spPr>
            <a:xfrm>
              <a:off x="494621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g1469"/>
            <p:cNvSpPr/>
            <p:nvPr/>
          </p:nvSpPr>
          <p:spPr>
            <a:xfrm>
              <a:off x="4957854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g1470"/>
            <p:cNvSpPr/>
            <p:nvPr/>
          </p:nvSpPr>
          <p:spPr>
            <a:xfrm>
              <a:off x="496949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g1471"/>
            <p:cNvSpPr/>
            <p:nvPr/>
          </p:nvSpPr>
          <p:spPr>
            <a:xfrm>
              <a:off x="4981129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g1472"/>
            <p:cNvSpPr/>
            <p:nvPr/>
          </p:nvSpPr>
          <p:spPr>
            <a:xfrm>
              <a:off x="4992766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g1473"/>
            <p:cNvSpPr/>
            <p:nvPr/>
          </p:nvSpPr>
          <p:spPr>
            <a:xfrm>
              <a:off x="500440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g1474"/>
            <p:cNvSpPr/>
            <p:nvPr/>
          </p:nvSpPr>
          <p:spPr>
            <a:xfrm>
              <a:off x="5016041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g1475"/>
            <p:cNvSpPr/>
            <p:nvPr/>
          </p:nvSpPr>
          <p:spPr>
            <a:xfrm>
              <a:off x="5027678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g1476"/>
            <p:cNvSpPr/>
            <p:nvPr/>
          </p:nvSpPr>
          <p:spPr>
            <a:xfrm>
              <a:off x="503931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g1477"/>
            <p:cNvSpPr/>
            <p:nvPr/>
          </p:nvSpPr>
          <p:spPr>
            <a:xfrm>
              <a:off x="5050953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g1478"/>
            <p:cNvSpPr/>
            <p:nvPr/>
          </p:nvSpPr>
          <p:spPr>
            <a:xfrm>
              <a:off x="5062590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g1479"/>
            <p:cNvSpPr/>
            <p:nvPr/>
          </p:nvSpPr>
          <p:spPr>
            <a:xfrm>
              <a:off x="5074227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g1480"/>
            <p:cNvSpPr/>
            <p:nvPr/>
          </p:nvSpPr>
          <p:spPr>
            <a:xfrm>
              <a:off x="5085865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g1481"/>
            <p:cNvSpPr/>
            <p:nvPr/>
          </p:nvSpPr>
          <p:spPr>
            <a:xfrm>
              <a:off x="5097502" y="36802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g1482"/>
            <p:cNvSpPr/>
            <p:nvPr/>
          </p:nvSpPr>
          <p:spPr>
            <a:xfrm>
              <a:off x="484148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g1483"/>
            <p:cNvSpPr/>
            <p:nvPr/>
          </p:nvSpPr>
          <p:spPr>
            <a:xfrm>
              <a:off x="485311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g1484"/>
            <p:cNvSpPr/>
            <p:nvPr/>
          </p:nvSpPr>
          <p:spPr>
            <a:xfrm>
              <a:off x="486475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g1485"/>
            <p:cNvSpPr/>
            <p:nvPr/>
          </p:nvSpPr>
          <p:spPr>
            <a:xfrm>
              <a:off x="487639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g1486"/>
            <p:cNvSpPr/>
            <p:nvPr/>
          </p:nvSpPr>
          <p:spPr>
            <a:xfrm>
              <a:off x="488803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g1487"/>
            <p:cNvSpPr/>
            <p:nvPr/>
          </p:nvSpPr>
          <p:spPr>
            <a:xfrm>
              <a:off x="489966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g1488"/>
            <p:cNvSpPr/>
            <p:nvPr/>
          </p:nvSpPr>
          <p:spPr>
            <a:xfrm>
              <a:off x="491130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g1489"/>
            <p:cNvSpPr/>
            <p:nvPr/>
          </p:nvSpPr>
          <p:spPr>
            <a:xfrm>
              <a:off x="4922942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g1490"/>
            <p:cNvSpPr/>
            <p:nvPr/>
          </p:nvSpPr>
          <p:spPr>
            <a:xfrm>
              <a:off x="493458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g1491"/>
            <p:cNvSpPr/>
            <p:nvPr/>
          </p:nvSpPr>
          <p:spPr>
            <a:xfrm>
              <a:off x="494621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g1492"/>
            <p:cNvSpPr/>
            <p:nvPr/>
          </p:nvSpPr>
          <p:spPr>
            <a:xfrm>
              <a:off x="4957854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g1493"/>
            <p:cNvSpPr/>
            <p:nvPr/>
          </p:nvSpPr>
          <p:spPr>
            <a:xfrm>
              <a:off x="4969492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g1494"/>
            <p:cNvSpPr/>
            <p:nvPr/>
          </p:nvSpPr>
          <p:spPr>
            <a:xfrm>
              <a:off x="4981129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g1495"/>
            <p:cNvSpPr/>
            <p:nvPr/>
          </p:nvSpPr>
          <p:spPr>
            <a:xfrm>
              <a:off x="4992766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g1496"/>
            <p:cNvSpPr/>
            <p:nvPr/>
          </p:nvSpPr>
          <p:spPr>
            <a:xfrm>
              <a:off x="500440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g1497"/>
            <p:cNvSpPr/>
            <p:nvPr/>
          </p:nvSpPr>
          <p:spPr>
            <a:xfrm>
              <a:off x="5016041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g1498"/>
            <p:cNvSpPr/>
            <p:nvPr/>
          </p:nvSpPr>
          <p:spPr>
            <a:xfrm>
              <a:off x="5027678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g1499"/>
            <p:cNvSpPr/>
            <p:nvPr/>
          </p:nvSpPr>
          <p:spPr>
            <a:xfrm>
              <a:off x="503931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g1500"/>
            <p:cNvSpPr/>
            <p:nvPr/>
          </p:nvSpPr>
          <p:spPr>
            <a:xfrm>
              <a:off x="5050953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g1501"/>
            <p:cNvSpPr/>
            <p:nvPr/>
          </p:nvSpPr>
          <p:spPr>
            <a:xfrm>
              <a:off x="5062590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g1502"/>
            <p:cNvSpPr/>
            <p:nvPr/>
          </p:nvSpPr>
          <p:spPr>
            <a:xfrm>
              <a:off x="5074227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g1503"/>
            <p:cNvSpPr/>
            <p:nvPr/>
          </p:nvSpPr>
          <p:spPr>
            <a:xfrm>
              <a:off x="5085865" y="369455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g1504"/>
            <p:cNvSpPr/>
            <p:nvPr/>
          </p:nvSpPr>
          <p:spPr>
            <a:xfrm>
              <a:off x="484148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g1505"/>
            <p:cNvSpPr/>
            <p:nvPr/>
          </p:nvSpPr>
          <p:spPr>
            <a:xfrm>
              <a:off x="485311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g1506"/>
            <p:cNvSpPr/>
            <p:nvPr/>
          </p:nvSpPr>
          <p:spPr>
            <a:xfrm>
              <a:off x="486475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g1507"/>
            <p:cNvSpPr/>
            <p:nvPr/>
          </p:nvSpPr>
          <p:spPr>
            <a:xfrm>
              <a:off x="487639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g1508"/>
            <p:cNvSpPr/>
            <p:nvPr/>
          </p:nvSpPr>
          <p:spPr>
            <a:xfrm>
              <a:off x="488803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g1509"/>
            <p:cNvSpPr/>
            <p:nvPr/>
          </p:nvSpPr>
          <p:spPr>
            <a:xfrm>
              <a:off x="489966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g1510"/>
            <p:cNvSpPr/>
            <p:nvPr/>
          </p:nvSpPr>
          <p:spPr>
            <a:xfrm>
              <a:off x="491130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g1511"/>
            <p:cNvSpPr/>
            <p:nvPr/>
          </p:nvSpPr>
          <p:spPr>
            <a:xfrm>
              <a:off x="4922942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g1512"/>
            <p:cNvSpPr/>
            <p:nvPr/>
          </p:nvSpPr>
          <p:spPr>
            <a:xfrm>
              <a:off x="493458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g1513"/>
            <p:cNvSpPr/>
            <p:nvPr/>
          </p:nvSpPr>
          <p:spPr>
            <a:xfrm>
              <a:off x="494621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g1514"/>
            <p:cNvSpPr/>
            <p:nvPr/>
          </p:nvSpPr>
          <p:spPr>
            <a:xfrm>
              <a:off x="4957854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g1515"/>
            <p:cNvSpPr/>
            <p:nvPr/>
          </p:nvSpPr>
          <p:spPr>
            <a:xfrm>
              <a:off x="4969492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g1516"/>
            <p:cNvSpPr/>
            <p:nvPr/>
          </p:nvSpPr>
          <p:spPr>
            <a:xfrm>
              <a:off x="4981129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g1517"/>
            <p:cNvSpPr/>
            <p:nvPr/>
          </p:nvSpPr>
          <p:spPr>
            <a:xfrm>
              <a:off x="4992766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g1518"/>
            <p:cNvSpPr/>
            <p:nvPr/>
          </p:nvSpPr>
          <p:spPr>
            <a:xfrm>
              <a:off x="500440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g1519"/>
            <p:cNvSpPr/>
            <p:nvPr/>
          </p:nvSpPr>
          <p:spPr>
            <a:xfrm>
              <a:off x="5016041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g1520"/>
            <p:cNvSpPr/>
            <p:nvPr/>
          </p:nvSpPr>
          <p:spPr>
            <a:xfrm>
              <a:off x="5027678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g1521"/>
            <p:cNvSpPr/>
            <p:nvPr/>
          </p:nvSpPr>
          <p:spPr>
            <a:xfrm>
              <a:off x="5039315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g1522"/>
            <p:cNvSpPr/>
            <p:nvPr/>
          </p:nvSpPr>
          <p:spPr>
            <a:xfrm>
              <a:off x="5050953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g1523"/>
            <p:cNvSpPr/>
            <p:nvPr/>
          </p:nvSpPr>
          <p:spPr>
            <a:xfrm>
              <a:off x="5062590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g1524"/>
            <p:cNvSpPr/>
            <p:nvPr/>
          </p:nvSpPr>
          <p:spPr>
            <a:xfrm>
              <a:off x="5074227" y="370885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g1525"/>
            <p:cNvSpPr/>
            <p:nvPr/>
          </p:nvSpPr>
          <p:spPr>
            <a:xfrm>
              <a:off x="4864756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g1526"/>
            <p:cNvSpPr/>
            <p:nvPr/>
          </p:nvSpPr>
          <p:spPr>
            <a:xfrm>
              <a:off x="487639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g1527"/>
            <p:cNvSpPr/>
            <p:nvPr/>
          </p:nvSpPr>
          <p:spPr>
            <a:xfrm>
              <a:off x="488803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g1528"/>
            <p:cNvSpPr/>
            <p:nvPr/>
          </p:nvSpPr>
          <p:spPr>
            <a:xfrm>
              <a:off x="489966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g1529"/>
            <p:cNvSpPr/>
            <p:nvPr/>
          </p:nvSpPr>
          <p:spPr>
            <a:xfrm>
              <a:off x="491130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g1530"/>
            <p:cNvSpPr/>
            <p:nvPr/>
          </p:nvSpPr>
          <p:spPr>
            <a:xfrm>
              <a:off x="4922942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g1531"/>
            <p:cNvSpPr/>
            <p:nvPr/>
          </p:nvSpPr>
          <p:spPr>
            <a:xfrm>
              <a:off x="493458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g1532"/>
            <p:cNvSpPr/>
            <p:nvPr/>
          </p:nvSpPr>
          <p:spPr>
            <a:xfrm>
              <a:off x="4946217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g1533"/>
            <p:cNvSpPr/>
            <p:nvPr/>
          </p:nvSpPr>
          <p:spPr>
            <a:xfrm>
              <a:off x="4957854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g1534"/>
            <p:cNvSpPr/>
            <p:nvPr/>
          </p:nvSpPr>
          <p:spPr>
            <a:xfrm>
              <a:off x="4969492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g1535"/>
            <p:cNvSpPr/>
            <p:nvPr/>
          </p:nvSpPr>
          <p:spPr>
            <a:xfrm>
              <a:off x="4981129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g1536"/>
            <p:cNvSpPr/>
            <p:nvPr/>
          </p:nvSpPr>
          <p:spPr>
            <a:xfrm>
              <a:off x="4992766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g1537"/>
            <p:cNvSpPr/>
            <p:nvPr/>
          </p:nvSpPr>
          <p:spPr>
            <a:xfrm>
              <a:off x="500440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g1538"/>
            <p:cNvSpPr/>
            <p:nvPr/>
          </p:nvSpPr>
          <p:spPr>
            <a:xfrm>
              <a:off x="5016041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g1539"/>
            <p:cNvSpPr/>
            <p:nvPr/>
          </p:nvSpPr>
          <p:spPr>
            <a:xfrm>
              <a:off x="5027678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g1540"/>
            <p:cNvSpPr/>
            <p:nvPr/>
          </p:nvSpPr>
          <p:spPr>
            <a:xfrm>
              <a:off x="5039315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g1541"/>
            <p:cNvSpPr/>
            <p:nvPr/>
          </p:nvSpPr>
          <p:spPr>
            <a:xfrm>
              <a:off x="5050953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g1542"/>
            <p:cNvSpPr/>
            <p:nvPr/>
          </p:nvSpPr>
          <p:spPr>
            <a:xfrm>
              <a:off x="5062590" y="37231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g1543"/>
            <p:cNvSpPr/>
            <p:nvPr/>
          </p:nvSpPr>
          <p:spPr>
            <a:xfrm>
              <a:off x="487639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g1544"/>
            <p:cNvSpPr/>
            <p:nvPr/>
          </p:nvSpPr>
          <p:spPr>
            <a:xfrm>
              <a:off x="4888030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g1545"/>
            <p:cNvSpPr/>
            <p:nvPr/>
          </p:nvSpPr>
          <p:spPr>
            <a:xfrm>
              <a:off x="489966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g1546"/>
            <p:cNvSpPr/>
            <p:nvPr/>
          </p:nvSpPr>
          <p:spPr>
            <a:xfrm>
              <a:off x="491130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g1547"/>
            <p:cNvSpPr/>
            <p:nvPr/>
          </p:nvSpPr>
          <p:spPr>
            <a:xfrm>
              <a:off x="4922942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g1548"/>
            <p:cNvSpPr/>
            <p:nvPr/>
          </p:nvSpPr>
          <p:spPr>
            <a:xfrm>
              <a:off x="4934580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g1549"/>
            <p:cNvSpPr/>
            <p:nvPr/>
          </p:nvSpPr>
          <p:spPr>
            <a:xfrm>
              <a:off x="4946217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g1550"/>
            <p:cNvSpPr/>
            <p:nvPr/>
          </p:nvSpPr>
          <p:spPr>
            <a:xfrm>
              <a:off x="4957854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g1551"/>
            <p:cNvSpPr/>
            <p:nvPr/>
          </p:nvSpPr>
          <p:spPr>
            <a:xfrm>
              <a:off x="4969492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g1552"/>
            <p:cNvSpPr/>
            <p:nvPr/>
          </p:nvSpPr>
          <p:spPr>
            <a:xfrm>
              <a:off x="4981129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g1553"/>
            <p:cNvSpPr/>
            <p:nvPr/>
          </p:nvSpPr>
          <p:spPr>
            <a:xfrm>
              <a:off x="4992766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g1554"/>
            <p:cNvSpPr/>
            <p:nvPr/>
          </p:nvSpPr>
          <p:spPr>
            <a:xfrm>
              <a:off x="500440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g1555"/>
            <p:cNvSpPr/>
            <p:nvPr/>
          </p:nvSpPr>
          <p:spPr>
            <a:xfrm>
              <a:off x="5016041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g1556"/>
            <p:cNvSpPr/>
            <p:nvPr/>
          </p:nvSpPr>
          <p:spPr>
            <a:xfrm>
              <a:off x="5027678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g1557"/>
            <p:cNvSpPr/>
            <p:nvPr/>
          </p:nvSpPr>
          <p:spPr>
            <a:xfrm>
              <a:off x="5039315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g1558"/>
            <p:cNvSpPr/>
            <p:nvPr/>
          </p:nvSpPr>
          <p:spPr>
            <a:xfrm>
              <a:off x="5050953" y="373745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g1559"/>
            <p:cNvSpPr/>
            <p:nvPr/>
          </p:nvSpPr>
          <p:spPr>
            <a:xfrm>
              <a:off x="4888030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g1560"/>
            <p:cNvSpPr/>
            <p:nvPr/>
          </p:nvSpPr>
          <p:spPr>
            <a:xfrm>
              <a:off x="4899668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g1561"/>
            <p:cNvSpPr/>
            <p:nvPr/>
          </p:nvSpPr>
          <p:spPr>
            <a:xfrm>
              <a:off x="491130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g1562"/>
            <p:cNvSpPr/>
            <p:nvPr/>
          </p:nvSpPr>
          <p:spPr>
            <a:xfrm>
              <a:off x="4922942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g1563"/>
            <p:cNvSpPr/>
            <p:nvPr/>
          </p:nvSpPr>
          <p:spPr>
            <a:xfrm>
              <a:off x="4934580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g1564"/>
            <p:cNvSpPr/>
            <p:nvPr/>
          </p:nvSpPr>
          <p:spPr>
            <a:xfrm>
              <a:off x="4946217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g1565"/>
            <p:cNvSpPr/>
            <p:nvPr/>
          </p:nvSpPr>
          <p:spPr>
            <a:xfrm>
              <a:off x="4957854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g1566"/>
            <p:cNvSpPr/>
            <p:nvPr/>
          </p:nvSpPr>
          <p:spPr>
            <a:xfrm>
              <a:off x="4969492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g1567"/>
            <p:cNvSpPr/>
            <p:nvPr/>
          </p:nvSpPr>
          <p:spPr>
            <a:xfrm>
              <a:off x="4981129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g1568"/>
            <p:cNvSpPr/>
            <p:nvPr/>
          </p:nvSpPr>
          <p:spPr>
            <a:xfrm>
              <a:off x="4992766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g1569"/>
            <p:cNvSpPr/>
            <p:nvPr/>
          </p:nvSpPr>
          <p:spPr>
            <a:xfrm>
              <a:off x="500440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g1570"/>
            <p:cNvSpPr/>
            <p:nvPr/>
          </p:nvSpPr>
          <p:spPr>
            <a:xfrm>
              <a:off x="5016041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g1571"/>
            <p:cNvSpPr/>
            <p:nvPr/>
          </p:nvSpPr>
          <p:spPr>
            <a:xfrm>
              <a:off x="5027678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g1572"/>
            <p:cNvSpPr/>
            <p:nvPr/>
          </p:nvSpPr>
          <p:spPr>
            <a:xfrm>
              <a:off x="5039315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g1573"/>
            <p:cNvSpPr/>
            <p:nvPr/>
          </p:nvSpPr>
          <p:spPr>
            <a:xfrm>
              <a:off x="5050953" y="37517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g1574"/>
            <p:cNvSpPr/>
            <p:nvPr/>
          </p:nvSpPr>
          <p:spPr>
            <a:xfrm>
              <a:off x="484148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g1575"/>
            <p:cNvSpPr/>
            <p:nvPr/>
          </p:nvSpPr>
          <p:spPr>
            <a:xfrm>
              <a:off x="485311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g1576"/>
            <p:cNvSpPr/>
            <p:nvPr/>
          </p:nvSpPr>
          <p:spPr>
            <a:xfrm>
              <a:off x="486475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g1577"/>
            <p:cNvSpPr/>
            <p:nvPr/>
          </p:nvSpPr>
          <p:spPr>
            <a:xfrm>
              <a:off x="487639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g1578"/>
            <p:cNvSpPr/>
            <p:nvPr/>
          </p:nvSpPr>
          <p:spPr>
            <a:xfrm>
              <a:off x="4888030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g1579"/>
            <p:cNvSpPr/>
            <p:nvPr/>
          </p:nvSpPr>
          <p:spPr>
            <a:xfrm>
              <a:off x="489966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g1580"/>
            <p:cNvSpPr/>
            <p:nvPr/>
          </p:nvSpPr>
          <p:spPr>
            <a:xfrm>
              <a:off x="491130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g1581"/>
            <p:cNvSpPr/>
            <p:nvPr/>
          </p:nvSpPr>
          <p:spPr>
            <a:xfrm>
              <a:off x="4922942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g1582"/>
            <p:cNvSpPr/>
            <p:nvPr/>
          </p:nvSpPr>
          <p:spPr>
            <a:xfrm>
              <a:off x="4934580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g1583"/>
            <p:cNvSpPr/>
            <p:nvPr/>
          </p:nvSpPr>
          <p:spPr>
            <a:xfrm>
              <a:off x="4946217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g1584"/>
            <p:cNvSpPr/>
            <p:nvPr/>
          </p:nvSpPr>
          <p:spPr>
            <a:xfrm>
              <a:off x="4957854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g1585"/>
            <p:cNvSpPr/>
            <p:nvPr/>
          </p:nvSpPr>
          <p:spPr>
            <a:xfrm>
              <a:off x="4969492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g1586"/>
            <p:cNvSpPr/>
            <p:nvPr/>
          </p:nvSpPr>
          <p:spPr>
            <a:xfrm>
              <a:off x="4981129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g1587"/>
            <p:cNvSpPr/>
            <p:nvPr/>
          </p:nvSpPr>
          <p:spPr>
            <a:xfrm>
              <a:off x="4992766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g1588"/>
            <p:cNvSpPr/>
            <p:nvPr/>
          </p:nvSpPr>
          <p:spPr>
            <a:xfrm>
              <a:off x="5004403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g1589"/>
            <p:cNvSpPr/>
            <p:nvPr/>
          </p:nvSpPr>
          <p:spPr>
            <a:xfrm>
              <a:off x="5016041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g1590"/>
            <p:cNvSpPr/>
            <p:nvPr/>
          </p:nvSpPr>
          <p:spPr>
            <a:xfrm>
              <a:off x="5027678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g1591"/>
            <p:cNvSpPr/>
            <p:nvPr/>
          </p:nvSpPr>
          <p:spPr>
            <a:xfrm>
              <a:off x="5039315" y="376605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g1592"/>
            <p:cNvSpPr/>
            <p:nvPr/>
          </p:nvSpPr>
          <p:spPr>
            <a:xfrm>
              <a:off x="4829844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g1593"/>
            <p:cNvSpPr/>
            <p:nvPr/>
          </p:nvSpPr>
          <p:spPr>
            <a:xfrm>
              <a:off x="484148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g1594"/>
            <p:cNvSpPr/>
            <p:nvPr/>
          </p:nvSpPr>
          <p:spPr>
            <a:xfrm>
              <a:off x="485311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g1595"/>
            <p:cNvSpPr/>
            <p:nvPr/>
          </p:nvSpPr>
          <p:spPr>
            <a:xfrm>
              <a:off x="486475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g1596"/>
            <p:cNvSpPr/>
            <p:nvPr/>
          </p:nvSpPr>
          <p:spPr>
            <a:xfrm>
              <a:off x="487639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g1597"/>
            <p:cNvSpPr/>
            <p:nvPr/>
          </p:nvSpPr>
          <p:spPr>
            <a:xfrm>
              <a:off x="4888030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g1598"/>
            <p:cNvSpPr/>
            <p:nvPr/>
          </p:nvSpPr>
          <p:spPr>
            <a:xfrm>
              <a:off x="489966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g1599"/>
            <p:cNvSpPr/>
            <p:nvPr/>
          </p:nvSpPr>
          <p:spPr>
            <a:xfrm>
              <a:off x="491130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g1600"/>
            <p:cNvSpPr/>
            <p:nvPr/>
          </p:nvSpPr>
          <p:spPr>
            <a:xfrm>
              <a:off x="4922942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g1601"/>
            <p:cNvSpPr/>
            <p:nvPr/>
          </p:nvSpPr>
          <p:spPr>
            <a:xfrm>
              <a:off x="4934580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g1602"/>
            <p:cNvSpPr/>
            <p:nvPr/>
          </p:nvSpPr>
          <p:spPr>
            <a:xfrm>
              <a:off x="4946217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g1603"/>
            <p:cNvSpPr/>
            <p:nvPr/>
          </p:nvSpPr>
          <p:spPr>
            <a:xfrm>
              <a:off x="4957854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g1604"/>
            <p:cNvSpPr/>
            <p:nvPr/>
          </p:nvSpPr>
          <p:spPr>
            <a:xfrm>
              <a:off x="4969492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g1605"/>
            <p:cNvSpPr/>
            <p:nvPr/>
          </p:nvSpPr>
          <p:spPr>
            <a:xfrm>
              <a:off x="4981129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g1606"/>
            <p:cNvSpPr/>
            <p:nvPr/>
          </p:nvSpPr>
          <p:spPr>
            <a:xfrm>
              <a:off x="4992766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g1607"/>
            <p:cNvSpPr/>
            <p:nvPr/>
          </p:nvSpPr>
          <p:spPr>
            <a:xfrm>
              <a:off x="5004403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g1608"/>
            <p:cNvSpPr/>
            <p:nvPr/>
          </p:nvSpPr>
          <p:spPr>
            <a:xfrm>
              <a:off x="5016041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g1609"/>
            <p:cNvSpPr/>
            <p:nvPr/>
          </p:nvSpPr>
          <p:spPr>
            <a:xfrm>
              <a:off x="5027678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g1610"/>
            <p:cNvSpPr/>
            <p:nvPr/>
          </p:nvSpPr>
          <p:spPr>
            <a:xfrm>
              <a:off x="5039315" y="378035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g1611"/>
            <p:cNvSpPr/>
            <p:nvPr/>
          </p:nvSpPr>
          <p:spPr>
            <a:xfrm>
              <a:off x="4829844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g1612"/>
            <p:cNvSpPr/>
            <p:nvPr/>
          </p:nvSpPr>
          <p:spPr>
            <a:xfrm>
              <a:off x="484148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g1613"/>
            <p:cNvSpPr/>
            <p:nvPr/>
          </p:nvSpPr>
          <p:spPr>
            <a:xfrm>
              <a:off x="485311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g1614"/>
            <p:cNvSpPr/>
            <p:nvPr/>
          </p:nvSpPr>
          <p:spPr>
            <a:xfrm>
              <a:off x="486475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g1615"/>
            <p:cNvSpPr/>
            <p:nvPr/>
          </p:nvSpPr>
          <p:spPr>
            <a:xfrm>
              <a:off x="487639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g1616"/>
            <p:cNvSpPr/>
            <p:nvPr/>
          </p:nvSpPr>
          <p:spPr>
            <a:xfrm>
              <a:off x="4888030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g1617"/>
            <p:cNvSpPr/>
            <p:nvPr/>
          </p:nvSpPr>
          <p:spPr>
            <a:xfrm>
              <a:off x="489966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g1618"/>
            <p:cNvSpPr/>
            <p:nvPr/>
          </p:nvSpPr>
          <p:spPr>
            <a:xfrm>
              <a:off x="4911305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g1619"/>
            <p:cNvSpPr/>
            <p:nvPr/>
          </p:nvSpPr>
          <p:spPr>
            <a:xfrm>
              <a:off x="4922942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g1620"/>
            <p:cNvSpPr/>
            <p:nvPr/>
          </p:nvSpPr>
          <p:spPr>
            <a:xfrm>
              <a:off x="4934580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g1621"/>
            <p:cNvSpPr/>
            <p:nvPr/>
          </p:nvSpPr>
          <p:spPr>
            <a:xfrm>
              <a:off x="4946217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g1622"/>
            <p:cNvSpPr/>
            <p:nvPr/>
          </p:nvSpPr>
          <p:spPr>
            <a:xfrm>
              <a:off x="4957854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g1623"/>
            <p:cNvSpPr/>
            <p:nvPr/>
          </p:nvSpPr>
          <p:spPr>
            <a:xfrm>
              <a:off x="4969492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g1624"/>
            <p:cNvSpPr/>
            <p:nvPr/>
          </p:nvSpPr>
          <p:spPr>
            <a:xfrm>
              <a:off x="4981129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g1625"/>
            <p:cNvSpPr/>
            <p:nvPr/>
          </p:nvSpPr>
          <p:spPr>
            <a:xfrm>
              <a:off x="4992766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g1626"/>
            <p:cNvSpPr/>
            <p:nvPr/>
          </p:nvSpPr>
          <p:spPr>
            <a:xfrm>
              <a:off x="5004403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g1627"/>
            <p:cNvSpPr/>
            <p:nvPr/>
          </p:nvSpPr>
          <p:spPr>
            <a:xfrm>
              <a:off x="5016041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g1628"/>
            <p:cNvSpPr/>
            <p:nvPr/>
          </p:nvSpPr>
          <p:spPr>
            <a:xfrm>
              <a:off x="5027678" y="37946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g1629"/>
            <p:cNvSpPr/>
            <p:nvPr/>
          </p:nvSpPr>
          <p:spPr>
            <a:xfrm>
              <a:off x="4829844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g1630"/>
            <p:cNvSpPr/>
            <p:nvPr/>
          </p:nvSpPr>
          <p:spPr>
            <a:xfrm>
              <a:off x="484148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g1631"/>
            <p:cNvSpPr/>
            <p:nvPr/>
          </p:nvSpPr>
          <p:spPr>
            <a:xfrm>
              <a:off x="4853118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g1632"/>
            <p:cNvSpPr/>
            <p:nvPr/>
          </p:nvSpPr>
          <p:spPr>
            <a:xfrm>
              <a:off x="486475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g1633"/>
            <p:cNvSpPr/>
            <p:nvPr/>
          </p:nvSpPr>
          <p:spPr>
            <a:xfrm>
              <a:off x="487639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g1634"/>
            <p:cNvSpPr/>
            <p:nvPr/>
          </p:nvSpPr>
          <p:spPr>
            <a:xfrm>
              <a:off x="4888030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g1635"/>
            <p:cNvSpPr/>
            <p:nvPr/>
          </p:nvSpPr>
          <p:spPr>
            <a:xfrm>
              <a:off x="4899668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g1636"/>
            <p:cNvSpPr/>
            <p:nvPr/>
          </p:nvSpPr>
          <p:spPr>
            <a:xfrm>
              <a:off x="4911305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g1637"/>
            <p:cNvSpPr/>
            <p:nvPr/>
          </p:nvSpPr>
          <p:spPr>
            <a:xfrm>
              <a:off x="4922942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g1638"/>
            <p:cNvSpPr/>
            <p:nvPr/>
          </p:nvSpPr>
          <p:spPr>
            <a:xfrm>
              <a:off x="4934580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g1639"/>
            <p:cNvSpPr/>
            <p:nvPr/>
          </p:nvSpPr>
          <p:spPr>
            <a:xfrm>
              <a:off x="4946217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g1640"/>
            <p:cNvSpPr/>
            <p:nvPr/>
          </p:nvSpPr>
          <p:spPr>
            <a:xfrm>
              <a:off x="4957854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g1641"/>
            <p:cNvSpPr/>
            <p:nvPr/>
          </p:nvSpPr>
          <p:spPr>
            <a:xfrm>
              <a:off x="4969492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g1642"/>
            <p:cNvSpPr/>
            <p:nvPr/>
          </p:nvSpPr>
          <p:spPr>
            <a:xfrm>
              <a:off x="4981129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g1643"/>
            <p:cNvSpPr/>
            <p:nvPr/>
          </p:nvSpPr>
          <p:spPr>
            <a:xfrm>
              <a:off x="4992766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g1644"/>
            <p:cNvSpPr/>
            <p:nvPr/>
          </p:nvSpPr>
          <p:spPr>
            <a:xfrm>
              <a:off x="5004403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g1645"/>
            <p:cNvSpPr/>
            <p:nvPr/>
          </p:nvSpPr>
          <p:spPr>
            <a:xfrm>
              <a:off x="5016041" y="380895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g1646"/>
            <p:cNvSpPr/>
            <p:nvPr/>
          </p:nvSpPr>
          <p:spPr>
            <a:xfrm>
              <a:off x="4841481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g1647"/>
            <p:cNvSpPr/>
            <p:nvPr/>
          </p:nvSpPr>
          <p:spPr>
            <a:xfrm>
              <a:off x="4853118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g1648"/>
            <p:cNvSpPr/>
            <p:nvPr/>
          </p:nvSpPr>
          <p:spPr>
            <a:xfrm>
              <a:off x="4864756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g1649"/>
            <p:cNvSpPr/>
            <p:nvPr/>
          </p:nvSpPr>
          <p:spPr>
            <a:xfrm>
              <a:off x="487639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g1650"/>
            <p:cNvSpPr/>
            <p:nvPr/>
          </p:nvSpPr>
          <p:spPr>
            <a:xfrm>
              <a:off x="4888030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g1651"/>
            <p:cNvSpPr/>
            <p:nvPr/>
          </p:nvSpPr>
          <p:spPr>
            <a:xfrm>
              <a:off x="4899668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g1652"/>
            <p:cNvSpPr/>
            <p:nvPr/>
          </p:nvSpPr>
          <p:spPr>
            <a:xfrm>
              <a:off x="4911305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g1653"/>
            <p:cNvSpPr/>
            <p:nvPr/>
          </p:nvSpPr>
          <p:spPr>
            <a:xfrm>
              <a:off x="4922942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g1654"/>
            <p:cNvSpPr/>
            <p:nvPr/>
          </p:nvSpPr>
          <p:spPr>
            <a:xfrm>
              <a:off x="4934580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g1655"/>
            <p:cNvSpPr/>
            <p:nvPr/>
          </p:nvSpPr>
          <p:spPr>
            <a:xfrm>
              <a:off x="4946217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g1656"/>
            <p:cNvSpPr/>
            <p:nvPr/>
          </p:nvSpPr>
          <p:spPr>
            <a:xfrm>
              <a:off x="4957854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g1657"/>
            <p:cNvSpPr/>
            <p:nvPr/>
          </p:nvSpPr>
          <p:spPr>
            <a:xfrm>
              <a:off x="4969492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g1658"/>
            <p:cNvSpPr/>
            <p:nvPr/>
          </p:nvSpPr>
          <p:spPr>
            <a:xfrm>
              <a:off x="4981129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g1659"/>
            <p:cNvSpPr/>
            <p:nvPr/>
          </p:nvSpPr>
          <p:spPr>
            <a:xfrm>
              <a:off x="4992766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g1660"/>
            <p:cNvSpPr/>
            <p:nvPr/>
          </p:nvSpPr>
          <p:spPr>
            <a:xfrm>
              <a:off x="5004403" y="38232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g1661"/>
            <p:cNvSpPr/>
            <p:nvPr/>
          </p:nvSpPr>
          <p:spPr>
            <a:xfrm>
              <a:off x="4876393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g1662"/>
            <p:cNvSpPr/>
            <p:nvPr/>
          </p:nvSpPr>
          <p:spPr>
            <a:xfrm>
              <a:off x="4888030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g1663"/>
            <p:cNvSpPr/>
            <p:nvPr/>
          </p:nvSpPr>
          <p:spPr>
            <a:xfrm>
              <a:off x="4899668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g1664"/>
            <p:cNvSpPr/>
            <p:nvPr/>
          </p:nvSpPr>
          <p:spPr>
            <a:xfrm>
              <a:off x="4911305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g1665"/>
            <p:cNvSpPr/>
            <p:nvPr/>
          </p:nvSpPr>
          <p:spPr>
            <a:xfrm>
              <a:off x="4922942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g1666"/>
            <p:cNvSpPr/>
            <p:nvPr/>
          </p:nvSpPr>
          <p:spPr>
            <a:xfrm>
              <a:off x="4934580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g1667"/>
            <p:cNvSpPr/>
            <p:nvPr/>
          </p:nvSpPr>
          <p:spPr>
            <a:xfrm>
              <a:off x="4946217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g1668"/>
            <p:cNvSpPr/>
            <p:nvPr/>
          </p:nvSpPr>
          <p:spPr>
            <a:xfrm>
              <a:off x="4957854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g1669"/>
            <p:cNvSpPr/>
            <p:nvPr/>
          </p:nvSpPr>
          <p:spPr>
            <a:xfrm>
              <a:off x="4969492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g1670"/>
            <p:cNvSpPr/>
            <p:nvPr/>
          </p:nvSpPr>
          <p:spPr>
            <a:xfrm>
              <a:off x="4981129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g1671"/>
            <p:cNvSpPr/>
            <p:nvPr/>
          </p:nvSpPr>
          <p:spPr>
            <a:xfrm>
              <a:off x="4992766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g1672"/>
            <p:cNvSpPr/>
            <p:nvPr/>
          </p:nvSpPr>
          <p:spPr>
            <a:xfrm>
              <a:off x="5004403" y="383755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g1673"/>
            <p:cNvSpPr/>
            <p:nvPr/>
          </p:nvSpPr>
          <p:spPr>
            <a:xfrm>
              <a:off x="4899668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g1674"/>
            <p:cNvSpPr/>
            <p:nvPr/>
          </p:nvSpPr>
          <p:spPr>
            <a:xfrm>
              <a:off x="4911305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g1675"/>
            <p:cNvSpPr/>
            <p:nvPr/>
          </p:nvSpPr>
          <p:spPr>
            <a:xfrm>
              <a:off x="4922942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g1676"/>
            <p:cNvSpPr/>
            <p:nvPr/>
          </p:nvSpPr>
          <p:spPr>
            <a:xfrm>
              <a:off x="4934580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g1677"/>
            <p:cNvSpPr/>
            <p:nvPr/>
          </p:nvSpPr>
          <p:spPr>
            <a:xfrm>
              <a:off x="4946217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g1678"/>
            <p:cNvSpPr/>
            <p:nvPr/>
          </p:nvSpPr>
          <p:spPr>
            <a:xfrm>
              <a:off x="4957854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g1679"/>
            <p:cNvSpPr/>
            <p:nvPr/>
          </p:nvSpPr>
          <p:spPr>
            <a:xfrm>
              <a:off x="4969492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g1680"/>
            <p:cNvSpPr/>
            <p:nvPr/>
          </p:nvSpPr>
          <p:spPr>
            <a:xfrm>
              <a:off x="4981129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g1681"/>
            <p:cNvSpPr/>
            <p:nvPr/>
          </p:nvSpPr>
          <p:spPr>
            <a:xfrm>
              <a:off x="4992766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g1682"/>
            <p:cNvSpPr/>
            <p:nvPr/>
          </p:nvSpPr>
          <p:spPr>
            <a:xfrm>
              <a:off x="5004403" y="385185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g1683"/>
            <p:cNvSpPr/>
            <p:nvPr/>
          </p:nvSpPr>
          <p:spPr>
            <a:xfrm>
              <a:off x="4911305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g1684"/>
            <p:cNvSpPr/>
            <p:nvPr/>
          </p:nvSpPr>
          <p:spPr>
            <a:xfrm>
              <a:off x="4922942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g1685"/>
            <p:cNvSpPr/>
            <p:nvPr/>
          </p:nvSpPr>
          <p:spPr>
            <a:xfrm>
              <a:off x="4934580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g1686"/>
            <p:cNvSpPr/>
            <p:nvPr/>
          </p:nvSpPr>
          <p:spPr>
            <a:xfrm>
              <a:off x="4946217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g1687"/>
            <p:cNvSpPr/>
            <p:nvPr/>
          </p:nvSpPr>
          <p:spPr>
            <a:xfrm>
              <a:off x="4957854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g1688"/>
            <p:cNvSpPr/>
            <p:nvPr/>
          </p:nvSpPr>
          <p:spPr>
            <a:xfrm>
              <a:off x="4969492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g1689"/>
            <p:cNvSpPr/>
            <p:nvPr/>
          </p:nvSpPr>
          <p:spPr>
            <a:xfrm>
              <a:off x="4981129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g1690"/>
            <p:cNvSpPr/>
            <p:nvPr/>
          </p:nvSpPr>
          <p:spPr>
            <a:xfrm>
              <a:off x="4992766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g1691"/>
            <p:cNvSpPr/>
            <p:nvPr/>
          </p:nvSpPr>
          <p:spPr>
            <a:xfrm>
              <a:off x="5004403" y="38661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g1692"/>
            <p:cNvSpPr/>
            <p:nvPr/>
          </p:nvSpPr>
          <p:spPr>
            <a:xfrm>
              <a:off x="4922942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g1693"/>
            <p:cNvSpPr/>
            <p:nvPr/>
          </p:nvSpPr>
          <p:spPr>
            <a:xfrm>
              <a:off x="4934580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g1694"/>
            <p:cNvSpPr/>
            <p:nvPr/>
          </p:nvSpPr>
          <p:spPr>
            <a:xfrm>
              <a:off x="4946217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g1695"/>
            <p:cNvSpPr/>
            <p:nvPr/>
          </p:nvSpPr>
          <p:spPr>
            <a:xfrm>
              <a:off x="4957854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g1696"/>
            <p:cNvSpPr/>
            <p:nvPr/>
          </p:nvSpPr>
          <p:spPr>
            <a:xfrm>
              <a:off x="4969492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g1697"/>
            <p:cNvSpPr/>
            <p:nvPr/>
          </p:nvSpPr>
          <p:spPr>
            <a:xfrm>
              <a:off x="4981129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g1698"/>
            <p:cNvSpPr/>
            <p:nvPr/>
          </p:nvSpPr>
          <p:spPr>
            <a:xfrm>
              <a:off x="4992766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g1699"/>
            <p:cNvSpPr/>
            <p:nvPr/>
          </p:nvSpPr>
          <p:spPr>
            <a:xfrm>
              <a:off x="5004403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g1700"/>
            <p:cNvSpPr/>
            <p:nvPr/>
          </p:nvSpPr>
          <p:spPr>
            <a:xfrm>
              <a:off x="5016041" y="388046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g1701"/>
            <p:cNvSpPr/>
            <p:nvPr/>
          </p:nvSpPr>
          <p:spPr>
            <a:xfrm>
              <a:off x="4957854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g1702"/>
            <p:cNvSpPr/>
            <p:nvPr/>
          </p:nvSpPr>
          <p:spPr>
            <a:xfrm>
              <a:off x="4969492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g1703"/>
            <p:cNvSpPr/>
            <p:nvPr/>
          </p:nvSpPr>
          <p:spPr>
            <a:xfrm>
              <a:off x="4981129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g1704"/>
            <p:cNvSpPr/>
            <p:nvPr/>
          </p:nvSpPr>
          <p:spPr>
            <a:xfrm>
              <a:off x="4992766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g1705"/>
            <p:cNvSpPr/>
            <p:nvPr/>
          </p:nvSpPr>
          <p:spPr>
            <a:xfrm>
              <a:off x="5004403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g1706"/>
            <p:cNvSpPr/>
            <p:nvPr/>
          </p:nvSpPr>
          <p:spPr>
            <a:xfrm>
              <a:off x="5016041" y="38947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g1707"/>
            <p:cNvSpPr/>
            <p:nvPr/>
          </p:nvSpPr>
          <p:spPr>
            <a:xfrm>
              <a:off x="4899668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g1708"/>
            <p:cNvSpPr/>
            <p:nvPr/>
          </p:nvSpPr>
          <p:spPr>
            <a:xfrm>
              <a:off x="4946217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g1709"/>
            <p:cNvSpPr/>
            <p:nvPr/>
          </p:nvSpPr>
          <p:spPr>
            <a:xfrm>
              <a:off x="4957854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g1710"/>
            <p:cNvSpPr/>
            <p:nvPr/>
          </p:nvSpPr>
          <p:spPr>
            <a:xfrm>
              <a:off x="4969492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g1711"/>
            <p:cNvSpPr/>
            <p:nvPr/>
          </p:nvSpPr>
          <p:spPr>
            <a:xfrm>
              <a:off x="4981129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g1712"/>
            <p:cNvSpPr/>
            <p:nvPr/>
          </p:nvSpPr>
          <p:spPr>
            <a:xfrm>
              <a:off x="4992766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g1713"/>
            <p:cNvSpPr/>
            <p:nvPr/>
          </p:nvSpPr>
          <p:spPr>
            <a:xfrm>
              <a:off x="5004403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g1714"/>
            <p:cNvSpPr/>
            <p:nvPr/>
          </p:nvSpPr>
          <p:spPr>
            <a:xfrm>
              <a:off x="5016041" y="390906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g1715"/>
            <p:cNvSpPr/>
            <p:nvPr/>
          </p:nvSpPr>
          <p:spPr>
            <a:xfrm>
              <a:off x="4888030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g1716"/>
            <p:cNvSpPr/>
            <p:nvPr/>
          </p:nvSpPr>
          <p:spPr>
            <a:xfrm>
              <a:off x="4899668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g1717"/>
            <p:cNvSpPr/>
            <p:nvPr/>
          </p:nvSpPr>
          <p:spPr>
            <a:xfrm>
              <a:off x="4911305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g1718"/>
            <p:cNvSpPr/>
            <p:nvPr/>
          </p:nvSpPr>
          <p:spPr>
            <a:xfrm>
              <a:off x="4922942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g1719"/>
            <p:cNvSpPr/>
            <p:nvPr/>
          </p:nvSpPr>
          <p:spPr>
            <a:xfrm>
              <a:off x="4934580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g1720"/>
            <p:cNvSpPr/>
            <p:nvPr/>
          </p:nvSpPr>
          <p:spPr>
            <a:xfrm>
              <a:off x="4946217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g1721"/>
            <p:cNvSpPr/>
            <p:nvPr/>
          </p:nvSpPr>
          <p:spPr>
            <a:xfrm>
              <a:off x="4957854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g1722"/>
            <p:cNvSpPr/>
            <p:nvPr/>
          </p:nvSpPr>
          <p:spPr>
            <a:xfrm>
              <a:off x="4969492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g1723"/>
            <p:cNvSpPr/>
            <p:nvPr/>
          </p:nvSpPr>
          <p:spPr>
            <a:xfrm>
              <a:off x="4981129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g1724"/>
            <p:cNvSpPr/>
            <p:nvPr/>
          </p:nvSpPr>
          <p:spPr>
            <a:xfrm>
              <a:off x="4992766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g1725"/>
            <p:cNvSpPr/>
            <p:nvPr/>
          </p:nvSpPr>
          <p:spPr>
            <a:xfrm>
              <a:off x="5004403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g1726"/>
            <p:cNvSpPr/>
            <p:nvPr/>
          </p:nvSpPr>
          <p:spPr>
            <a:xfrm>
              <a:off x="5016041" y="392336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g1727"/>
            <p:cNvSpPr/>
            <p:nvPr/>
          </p:nvSpPr>
          <p:spPr>
            <a:xfrm>
              <a:off x="487639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g1728"/>
            <p:cNvSpPr/>
            <p:nvPr/>
          </p:nvSpPr>
          <p:spPr>
            <a:xfrm>
              <a:off x="4888030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g1729"/>
            <p:cNvSpPr/>
            <p:nvPr/>
          </p:nvSpPr>
          <p:spPr>
            <a:xfrm>
              <a:off x="4899668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g1730"/>
            <p:cNvSpPr/>
            <p:nvPr/>
          </p:nvSpPr>
          <p:spPr>
            <a:xfrm>
              <a:off x="4911305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g1731"/>
            <p:cNvSpPr/>
            <p:nvPr/>
          </p:nvSpPr>
          <p:spPr>
            <a:xfrm>
              <a:off x="4922942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g1732"/>
            <p:cNvSpPr/>
            <p:nvPr/>
          </p:nvSpPr>
          <p:spPr>
            <a:xfrm>
              <a:off x="4934580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g1733"/>
            <p:cNvSpPr/>
            <p:nvPr/>
          </p:nvSpPr>
          <p:spPr>
            <a:xfrm>
              <a:off x="4946217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g1734"/>
            <p:cNvSpPr/>
            <p:nvPr/>
          </p:nvSpPr>
          <p:spPr>
            <a:xfrm>
              <a:off x="4957854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g1735"/>
            <p:cNvSpPr/>
            <p:nvPr/>
          </p:nvSpPr>
          <p:spPr>
            <a:xfrm>
              <a:off x="4969492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g1736"/>
            <p:cNvSpPr/>
            <p:nvPr/>
          </p:nvSpPr>
          <p:spPr>
            <a:xfrm>
              <a:off x="4981129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g1737"/>
            <p:cNvSpPr/>
            <p:nvPr/>
          </p:nvSpPr>
          <p:spPr>
            <a:xfrm>
              <a:off x="4992766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g1738"/>
            <p:cNvSpPr/>
            <p:nvPr/>
          </p:nvSpPr>
          <p:spPr>
            <a:xfrm>
              <a:off x="5004403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g1739"/>
            <p:cNvSpPr/>
            <p:nvPr/>
          </p:nvSpPr>
          <p:spPr>
            <a:xfrm>
              <a:off x="5016041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g1740"/>
            <p:cNvSpPr/>
            <p:nvPr/>
          </p:nvSpPr>
          <p:spPr>
            <a:xfrm>
              <a:off x="5027678" y="39376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g1741"/>
            <p:cNvSpPr/>
            <p:nvPr/>
          </p:nvSpPr>
          <p:spPr>
            <a:xfrm>
              <a:off x="487639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g1742"/>
            <p:cNvSpPr/>
            <p:nvPr/>
          </p:nvSpPr>
          <p:spPr>
            <a:xfrm>
              <a:off x="4888030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g1743"/>
            <p:cNvSpPr/>
            <p:nvPr/>
          </p:nvSpPr>
          <p:spPr>
            <a:xfrm>
              <a:off x="4899668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g1744"/>
            <p:cNvSpPr/>
            <p:nvPr/>
          </p:nvSpPr>
          <p:spPr>
            <a:xfrm>
              <a:off x="491130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g1745"/>
            <p:cNvSpPr/>
            <p:nvPr/>
          </p:nvSpPr>
          <p:spPr>
            <a:xfrm>
              <a:off x="4922942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g1746"/>
            <p:cNvSpPr/>
            <p:nvPr/>
          </p:nvSpPr>
          <p:spPr>
            <a:xfrm>
              <a:off x="4934580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g1747"/>
            <p:cNvSpPr/>
            <p:nvPr/>
          </p:nvSpPr>
          <p:spPr>
            <a:xfrm>
              <a:off x="4946217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g1748"/>
            <p:cNvSpPr/>
            <p:nvPr/>
          </p:nvSpPr>
          <p:spPr>
            <a:xfrm>
              <a:off x="4957854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g1749"/>
            <p:cNvSpPr/>
            <p:nvPr/>
          </p:nvSpPr>
          <p:spPr>
            <a:xfrm>
              <a:off x="4969492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g1750"/>
            <p:cNvSpPr/>
            <p:nvPr/>
          </p:nvSpPr>
          <p:spPr>
            <a:xfrm>
              <a:off x="4981129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g1751"/>
            <p:cNvSpPr/>
            <p:nvPr/>
          </p:nvSpPr>
          <p:spPr>
            <a:xfrm>
              <a:off x="4992766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g1752"/>
            <p:cNvSpPr/>
            <p:nvPr/>
          </p:nvSpPr>
          <p:spPr>
            <a:xfrm>
              <a:off x="5004403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g1753"/>
            <p:cNvSpPr/>
            <p:nvPr/>
          </p:nvSpPr>
          <p:spPr>
            <a:xfrm>
              <a:off x="5016041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g1754"/>
            <p:cNvSpPr/>
            <p:nvPr/>
          </p:nvSpPr>
          <p:spPr>
            <a:xfrm>
              <a:off x="5027678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g1755"/>
            <p:cNvSpPr/>
            <p:nvPr/>
          </p:nvSpPr>
          <p:spPr>
            <a:xfrm>
              <a:off x="5039315" y="395196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g1756"/>
            <p:cNvSpPr/>
            <p:nvPr/>
          </p:nvSpPr>
          <p:spPr>
            <a:xfrm>
              <a:off x="487639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g1757"/>
            <p:cNvSpPr/>
            <p:nvPr/>
          </p:nvSpPr>
          <p:spPr>
            <a:xfrm>
              <a:off x="4888030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g1758"/>
            <p:cNvSpPr/>
            <p:nvPr/>
          </p:nvSpPr>
          <p:spPr>
            <a:xfrm>
              <a:off x="4899668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g1759"/>
            <p:cNvSpPr/>
            <p:nvPr/>
          </p:nvSpPr>
          <p:spPr>
            <a:xfrm>
              <a:off x="491130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g1760"/>
            <p:cNvSpPr/>
            <p:nvPr/>
          </p:nvSpPr>
          <p:spPr>
            <a:xfrm>
              <a:off x="4922942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g1761"/>
            <p:cNvSpPr/>
            <p:nvPr/>
          </p:nvSpPr>
          <p:spPr>
            <a:xfrm>
              <a:off x="4934580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g1762"/>
            <p:cNvSpPr/>
            <p:nvPr/>
          </p:nvSpPr>
          <p:spPr>
            <a:xfrm>
              <a:off x="4946217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g1763"/>
            <p:cNvSpPr/>
            <p:nvPr/>
          </p:nvSpPr>
          <p:spPr>
            <a:xfrm>
              <a:off x="4957854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g1764"/>
            <p:cNvSpPr/>
            <p:nvPr/>
          </p:nvSpPr>
          <p:spPr>
            <a:xfrm>
              <a:off x="4969492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g1765"/>
            <p:cNvSpPr/>
            <p:nvPr/>
          </p:nvSpPr>
          <p:spPr>
            <a:xfrm>
              <a:off x="4981129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g1766"/>
            <p:cNvSpPr/>
            <p:nvPr/>
          </p:nvSpPr>
          <p:spPr>
            <a:xfrm>
              <a:off x="4992766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g1767"/>
            <p:cNvSpPr/>
            <p:nvPr/>
          </p:nvSpPr>
          <p:spPr>
            <a:xfrm>
              <a:off x="5004403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g1768"/>
            <p:cNvSpPr/>
            <p:nvPr/>
          </p:nvSpPr>
          <p:spPr>
            <a:xfrm>
              <a:off x="5016041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g1769"/>
            <p:cNvSpPr/>
            <p:nvPr/>
          </p:nvSpPr>
          <p:spPr>
            <a:xfrm>
              <a:off x="5027678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g1770"/>
            <p:cNvSpPr/>
            <p:nvPr/>
          </p:nvSpPr>
          <p:spPr>
            <a:xfrm>
              <a:off x="5039315" y="39662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g1771"/>
            <p:cNvSpPr/>
            <p:nvPr/>
          </p:nvSpPr>
          <p:spPr>
            <a:xfrm>
              <a:off x="487639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g1772"/>
            <p:cNvSpPr/>
            <p:nvPr/>
          </p:nvSpPr>
          <p:spPr>
            <a:xfrm>
              <a:off x="4888030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g1773"/>
            <p:cNvSpPr/>
            <p:nvPr/>
          </p:nvSpPr>
          <p:spPr>
            <a:xfrm>
              <a:off x="489966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g1774"/>
            <p:cNvSpPr/>
            <p:nvPr/>
          </p:nvSpPr>
          <p:spPr>
            <a:xfrm>
              <a:off x="491130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g1775"/>
            <p:cNvSpPr/>
            <p:nvPr/>
          </p:nvSpPr>
          <p:spPr>
            <a:xfrm>
              <a:off x="4922942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g1776"/>
            <p:cNvSpPr/>
            <p:nvPr/>
          </p:nvSpPr>
          <p:spPr>
            <a:xfrm>
              <a:off x="4934580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g1777"/>
            <p:cNvSpPr/>
            <p:nvPr/>
          </p:nvSpPr>
          <p:spPr>
            <a:xfrm>
              <a:off x="4946217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g1778"/>
            <p:cNvSpPr/>
            <p:nvPr/>
          </p:nvSpPr>
          <p:spPr>
            <a:xfrm>
              <a:off x="4957854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g1779"/>
            <p:cNvSpPr/>
            <p:nvPr/>
          </p:nvSpPr>
          <p:spPr>
            <a:xfrm>
              <a:off x="4969492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g1780"/>
            <p:cNvSpPr/>
            <p:nvPr/>
          </p:nvSpPr>
          <p:spPr>
            <a:xfrm>
              <a:off x="4981129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g1781"/>
            <p:cNvSpPr/>
            <p:nvPr/>
          </p:nvSpPr>
          <p:spPr>
            <a:xfrm>
              <a:off x="4992766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g1782"/>
            <p:cNvSpPr/>
            <p:nvPr/>
          </p:nvSpPr>
          <p:spPr>
            <a:xfrm>
              <a:off x="500440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g1783"/>
            <p:cNvSpPr/>
            <p:nvPr/>
          </p:nvSpPr>
          <p:spPr>
            <a:xfrm>
              <a:off x="5016041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g1784"/>
            <p:cNvSpPr/>
            <p:nvPr/>
          </p:nvSpPr>
          <p:spPr>
            <a:xfrm>
              <a:off x="5027678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g1785"/>
            <p:cNvSpPr/>
            <p:nvPr/>
          </p:nvSpPr>
          <p:spPr>
            <a:xfrm>
              <a:off x="5039315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g1786"/>
            <p:cNvSpPr/>
            <p:nvPr/>
          </p:nvSpPr>
          <p:spPr>
            <a:xfrm>
              <a:off x="5050953" y="398056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g1787"/>
            <p:cNvSpPr/>
            <p:nvPr/>
          </p:nvSpPr>
          <p:spPr>
            <a:xfrm>
              <a:off x="4888030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g1788"/>
            <p:cNvSpPr/>
            <p:nvPr/>
          </p:nvSpPr>
          <p:spPr>
            <a:xfrm>
              <a:off x="4899668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g1789"/>
            <p:cNvSpPr/>
            <p:nvPr/>
          </p:nvSpPr>
          <p:spPr>
            <a:xfrm>
              <a:off x="491130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g1790"/>
            <p:cNvSpPr/>
            <p:nvPr/>
          </p:nvSpPr>
          <p:spPr>
            <a:xfrm>
              <a:off x="4922942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g1791"/>
            <p:cNvSpPr/>
            <p:nvPr/>
          </p:nvSpPr>
          <p:spPr>
            <a:xfrm>
              <a:off x="4934580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g1792"/>
            <p:cNvSpPr/>
            <p:nvPr/>
          </p:nvSpPr>
          <p:spPr>
            <a:xfrm>
              <a:off x="4946217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g1793"/>
            <p:cNvSpPr/>
            <p:nvPr/>
          </p:nvSpPr>
          <p:spPr>
            <a:xfrm>
              <a:off x="4957854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g1794"/>
            <p:cNvSpPr/>
            <p:nvPr/>
          </p:nvSpPr>
          <p:spPr>
            <a:xfrm>
              <a:off x="4969492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g1795"/>
            <p:cNvSpPr/>
            <p:nvPr/>
          </p:nvSpPr>
          <p:spPr>
            <a:xfrm>
              <a:off x="4981129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g1796"/>
            <p:cNvSpPr/>
            <p:nvPr/>
          </p:nvSpPr>
          <p:spPr>
            <a:xfrm>
              <a:off x="4992766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g1797"/>
            <p:cNvSpPr/>
            <p:nvPr/>
          </p:nvSpPr>
          <p:spPr>
            <a:xfrm>
              <a:off x="500440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g1798"/>
            <p:cNvSpPr/>
            <p:nvPr/>
          </p:nvSpPr>
          <p:spPr>
            <a:xfrm>
              <a:off x="5016041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g1799"/>
            <p:cNvSpPr/>
            <p:nvPr/>
          </p:nvSpPr>
          <p:spPr>
            <a:xfrm>
              <a:off x="5027678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g1800"/>
            <p:cNvSpPr/>
            <p:nvPr/>
          </p:nvSpPr>
          <p:spPr>
            <a:xfrm>
              <a:off x="5039315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g1801"/>
            <p:cNvSpPr/>
            <p:nvPr/>
          </p:nvSpPr>
          <p:spPr>
            <a:xfrm>
              <a:off x="5050953" y="399486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g1802"/>
            <p:cNvSpPr/>
            <p:nvPr/>
          </p:nvSpPr>
          <p:spPr>
            <a:xfrm>
              <a:off x="485311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g1803"/>
            <p:cNvSpPr/>
            <p:nvPr/>
          </p:nvSpPr>
          <p:spPr>
            <a:xfrm>
              <a:off x="4864756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g1804"/>
            <p:cNvSpPr/>
            <p:nvPr/>
          </p:nvSpPr>
          <p:spPr>
            <a:xfrm>
              <a:off x="487639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g1805"/>
            <p:cNvSpPr/>
            <p:nvPr/>
          </p:nvSpPr>
          <p:spPr>
            <a:xfrm>
              <a:off x="4888030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g1806"/>
            <p:cNvSpPr/>
            <p:nvPr/>
          </p:nvSpPr>
          <p:spPr>
            <a:xfrm>
              <a:off x="489966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g1807"/>
            <p:cNvSpPr/>
            <p:nvPr/>
          </p:nvSpPr>
          <p:spPr>
            <a:xfrm>
              <a:off x="491130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g1808"/>
            <p:cNvSpPr/>
            <p:nvPr/>
          </p:nvSpPr>
          <p:spPr>
            <a:xfrm>
              <a:off x="4922942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g1809"/>
            <p:cNvSpPr/>
            <p:nvPr/>
          </p:nvSpPr>
          <p:spPr>
            <a:xfrm>
              <a:off x="4934580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g1810"/>
            <p:cNvSpPr/>
            <p:nvPr/>
          </p:nvSpPr>
          <p:spPr>
            <a:xfrm>
              <a:off x="4946217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g1811"/>
            <p:cNvSpPr/>
            <p:nvPr/>
          </p:nvSpPr>
          <p:spPr>
            <a:xfrm>
              <a:off x="4957854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g1812"/>
            <p:cNvSpPr/>
            <p:nvPr/>
          </p:nvSpPr>
          <p:spPr>
            <a:xfrm>
              <a:off x="4969492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g1813"/>
            <p:cNvSpPr/>
            <p:nvPr/>
          </p:nvSpPr>
          <p:spPr>
            <a:xfrm>
              <a:off x="4981129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g1814"/>
            <p:cNvSpPr/>
            <p:nvPr/>
          </p:nvSpPr>
          <p:spPr>
            <a:xfrm>
              <a:off x="4992766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g1815"/>
            <p:cNvSpPr/>
            <p:nvPr/>
          </p:nvSpPr>
          <p:spPr>
            <a:xfrm>
              <a:off x="5004403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g1816"/>
            <p:cNvSpPr/>
            <p:nvPr/>
          </p:nvSpPr>
          <p:spPr>
            <a:xfrm>
              <a:off x="5016041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g1817"/>
            <p:cNvSpPr/>
            <p:nvPr/>
          </p:nvSpPr>
          <p:spPr>
            <a:xfrm>
              <a:off x="5027678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g1818"/>
            <p:cNvSpPr/>
            <p:nvPr/>
          </p:nvSpPr>
          <p:spPr>
            <a:xfrm>
              <a:off x="5039315" y="40091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g1819"/>
            <p:cNvSpPr/>
            <p:nvPr/>
          </p:nvSpPr>
          <p:spPr>
            <a:xfrm>
              <a:off x="485311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g1820"/>
            <p:cNvSpPr/>
            <p:nvPr/>
          </p:nvSpPr>
          <p:spPr>
            <a:xfrm>
              <a:off x="4864756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g1821"/>
            <p:cNvSpPr/>
            <p:nvPr/>
          </p:nvSpPr>
          <p:spPr>
            <a:xfrm>
              <a:off x="487639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g1822"/>
            <p:cNvSpPr/>
            <p:nvPr/>
          </p:nvSpPr>
          <p:spPr>
            <a:xfrm>
              <a:off x="4888030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g1823"/>
            <p:cNvSpPr/>
            <p:nvPr/>
          </p:nvSpPr>
          <p:spPr>
            <a:xfrm>
              <a:off x="489966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g1824"/>
            <p:cNvSpPr/>
            <p:nvPr/>
          </p:nvSpPr>
          <p:spPr>
            <a:xfrm>
              <a:off x="4911305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g1825"/>
            <p:cNvSpPr/>
            <p:nvPr/>
          </p:nvSpPr>
          <p:spPr>
            <a:xfrm>
              <a:off x="4922942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g1826"/>
            <p:cNvSpPr/>
            <p:nvPr/>
          </p:nvSpPr>
          <p:spPr>
            <a:xfrm>
              <a:off x="4934580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g1827"/>
            <p:cNvSpPr/>
            <p:nvPr/>
          </p:nvSpPr>
          <p:spPr>
            <a:xfrm>
              <a:off x="4946217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g1828"/>
            <p:cNvSpPr/>
            <p:nvPr/>
          </p:nvSpPr>
          <p:spPr>
            <a:xfrm>
              <a:off x="4957854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g1829"/>
            <p:cNvSpPr/>
            <p:nvPr/>
          </p:nvSpPr>
          <p:spPr>
            <a:xfrm>
              <a:off x="4969492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g1830"/>
            <p:cNvSpPr/>
            <p:nvPr/>
          </p:nvSpPr>
          <p:spPr>
            <a:xfrm>
              <a:off x="4981129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g1831"/>
            <p:cNvSpPr/>
            <p:nvPr/>
          </p:nvSpPr>
          <p:spPr>
            <a:xfrm>
              <a:off x="4992766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g1832"/>
            <p:cNvSpPr/>
            <p:nvPr/>
          </p:nvSpPr>
          <p:spPr>
            <a:xfrm>
              <a:off x="5004403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g1833"/>
            <p:cNvSpPr/>
            <p:nvPr/>
          </p:nvSpPr>
          <p:spPr>
            <a:xfrm>
              <a:off x="5016041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g1834"/>
            <p:cNvSpPr/>
            <p:nvPr/>
          </p:nvSpPr>
          <p:spPr>
            <a:xfrm>
              <a:off x="5027678" y="402346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g1835"/>
            <p:cNvSpPr/>
            <p:nvPr/>
          </p:nvSpPr>
          <p:spPr>
            <a:xfrm>
              <a:off x="4853118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g1836"/>
            <p:cNvSpPr/>
            <p:nvPr/>
          </p:nvSpPr>
          <p:spPr>
            <a:xfrm>
              <a:off x="4864756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g1837"/>
            <p:cNvSpPr/>
            <p:nvPr/>
          </p:nvSpPr>
          <p:spPr>
            <a:xfrm>
              <a:off x="487639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g1838"/>
            <p:cNvSpPr/>
            <p:nvPr/>
          </p:nvSpPr>
          <p:spPr>
            <a:xfrm>
              <a:off x="4888030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g1839"/>
            <p:cNvSpPr/>
            <p:nvPr/>
          </p:nvSpPr>
          <p:spPr>
            <a:xfrm>
              <a:off x="4899668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g1840"/>
            <p:cNvSpPr/>
            <p:nvPr/>
          </p:nvSpPr>
          <p:spPr>
            <a:xfrm>
              <a:off x="4911305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g1841"/>
            <p:cNvSpPr/>
            <p:nvPr/>
          </p:nvSpPr>
          <p:spPr>
            <a:xfrm>
              <a:off x="4922942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g1842"/>
            <p:cNvSpPr/>
            <p:nvPr/>
          </p:nvSpPr>
          <p:spPr>
            <a:xfrm>
              <a:off x="4934580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g1843"/>
            <p:cNvSpPr/>
            <p:nvPr/>
          </p:nvSpPr>
          <p:spPr>
            <a:xfrm>
              <a:off x="4946217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g1844"/>
            <p:cNvSpPr/>
            <p:nvPr/>
          </p:nvSpPr>
          <p:spPr>
            <a:xfrm>
              <a:off x="4957854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g1845"/>
            <p:cNvSpPr/>
            <p:nvPr/>
          </p:nvSpPr>
          <p:spPr>
            <a:xfrm>
              <a:off x="4969492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g1846"/>
            <p:cNvSpPr/>
            <p:nvPr/>
          </p:nvSpPr>
          <p:spPr>
            <a:xfrm>
              <a:off x="4981129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g1847"/>
            <p:cNvSpPr/>
            <p:nvPr/>
          </p:nvSpPr>
          <p:spPr>
            <a:xfrm>
              <a:off x="4992766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g1848"/>
            <p:cNvSpPr/>
            <p:nvPr/>
          </p:nvSpPr>
          <p:spPr>
            <a:xfrm>
              <a:off x="5004403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g1849"/>
            <p:cNvSpPr/>
            <p:nvPr/>
          </p:nvSpPr>
          <p:spPr>
            <a:xfrm>
              <a:off x="5016041" y="40377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g1850"/>
            <p:cNvSpPr/>
            <p:nvPr/>
          </p:nvSpPr>
          <p:spPr>
            <a:xfrm>
              <a:off x="4853118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g1851"/>
            <p:cNvSpPr/>
            <p:nvPr/>
          </p:nvSpPr>
          <p:spPr>
            <a:xfrm>
              <a:off x="4864756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g1852"/>
            <p:cNvSpPr/>
            <p:nvPr/>
          </p:nvSpPr>
          <p:spPr>
            <a:xfrm>
              <a:off x="487639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g1853"/>
            <p:cNvSpPr/>
            <p:nvPr/>
          </p:nvSpPr>
          <p:spPr>
            <a:xfrm>
              <a:off x="4888030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g1854"/>
            <p:cNvSpPr/>
            <p:nvPr/>
          </p:nvSpPr>
          <p:spPr>
            <a:xfrm>
              <a:off x="4899668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g1855"/>
            <p:cNvSpPr/>
            <p:nvPr/>
          </p:nvSpPr>
          <p:spPr>
            <a:xfrm>
              <a:off x="4911305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g1856"/>
            <p:cNvSpPr/>
            <p:nvPr/>
          </p:nvSpPr>
          <p:spPr>
            <a:xfrm>
              <a:off x="4922942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g1857"/>
            <p:cNvSpPr/>
            <p:nvPr/>
          </p:nvSpPr>
          <p:spPr>
            <a:xfrm>
              <a:off x="4934580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g1858"/>
            <p:cNvSpPr/>
            <p:nvPr/>
          </p:nvSpPr>
          <p:spPr>
            <a:xfrm>
              <a:off x="4946217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g1859"/>
            <p:cNvSpPr/>
            <p:nvPr/>
          </p:nvSpPr>
          <p:spPr>
            <a:xfrm>
              <a:off x="4957854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g1860"/>
            <p:cNvSpPr/>
            <p:nvPr/>
          </p:nvSpPr>
          <p:spPr>
            <a:xfrm>
              <a:off x="4969492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g1861"/>
            <p:cNvSpPr/>
            <p:nvPr/>
          </p:nvSpPr>
          <p:spPr>
            <a:xfrm>
              <a:off x="4981129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g1862"/>
            <p:cNvSpPr/>
            <p:nvPr/>
          </p:nvSpPr>
          <p:spPr>
            <a:xfrm>
              <a:off x="4992766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g1863"/>
            <p:cNvSpPr/>
            <p:nvPr/>
          </p:nvSpPr>
          <p:spPr>
            <a:xfrm>
              <a:off x="5004403" y="405206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g1864"/>
            <p:cNvSpPr/>
            <p:nvPr/>
          </p:nvSpPr>
          <p:spPr>
            <a:xfrm>
              <a:off x="4841481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g1865"/>
            <p:cNvSpPr/>
            <p:nvPr/>
          </p:nvSpPr>
          <p:spPr>
            <a:xfrm>
              <a:off x="4853118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g1866"/>
            <p:cNvSpPr/>
            <p:nvPr/>
          </p:nvSpPr>
          <p:spPr>
            <a:xfrm>
              <a:off x="4864756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g1867"/>
            <p:cNvSpPr/>
            <p:nvPr/>
          </p:nvSpPr>
          <p:spPr>
            <a:xfrm>
              <a:off x="4876393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g1868"/>
            <p:cNvSpPr/>
            <p:nvPr/>
          </p:nvSpPr>
          <p:spPr>
            <a:xfrm>
              <a:off x="4888030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g1869"/>
            <p:cNvSpPr/>
            <p:nvPr/>
          </p:nvSpPr>
          <p:spPr>
            <a:xfrm>
              <a:off x="4899668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g1870"/>
            <p:cNvSpPr/>
            <p:nvPr/>
          </p:nvSpPr>
          <p:spPr>
            <a:xfrm>
              <a:off x="4911305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g1871"/>
            <p:cNvSpPr/>
            <p:nvPr/>
          </p:nvSpPr>
          <p:spPr>
            <a:xfrm>
              <a:off x="4922942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g1872"/>
            <p:cNvSpPr/>
            <p:nvPr/>
          </p:nvSpPr>
          <p:spPr>
            <a:xfrm>
              <a:off x="4934580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g1873"/>
            <p:cNvSpPr/>
            <p:nvPr/>
          </p:nvSpPr>
          <p:spPr>
            <a:xfrm>
              <a:off x="4946217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g1874"/>
            <p:cNvSpPr/>
            <p:nvPr/>
          </p:nvSpPr>
          <p:spPr>
            <a:xfrm>
              <a:off x="4957854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g1875"/>
            <p:cNvSpPr/>
            <p:nvPr/>
          </p:nvSpPr>
          <p:spPr>
            <a:xfrm>
              <a:off x="4969492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g1876"/>
            <p:cNvSpPr/>
            <p:nvPr/>
          </p:nvSpPr>
          <p:spPr>
            <a:xfrm>
              <a:off x="4981129" y="406636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g1877"/>
            <p:cNvSpPr/>
            <p:nvPr/>
          </p:nvSpPr>
          <p:spPr>
            <a:xfrm>
              <a:off x="4841481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g1878"/>
            <p:cNvSpPr/>
            <p:nvPr/>
          </p:nvSpPr>
          <p:spPr>
            <a:xfrm>
              <a:off x="4853118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g1879"/>
            <p:cNvSpPr/>
            <p:nvPr/>
          </p:nvSpPr>
          <p:spPr>
            <a:xfrm>
              <a:off x="4864756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g1880"/>
            <p:cNvSpPr/>
            <p:nvPr/>
          </p:nvSpPr>
          <p:spPr>
            <a:xfrm>
              <a:off x="4876393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g1881"/>
            <p:cNvSpPr/>
            <p:nvPr/>
          </p:nvSpPr>
          <p:spPr>
            <a:xfrm>
              <a:off x="4888030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g1882"/>
            <p:cNvSpPr/>
            <p:nvPr/>
          </p:nvSpPr>
          <p:spPr>
            <a:xfrm>
              <a:off x="4899668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g1883"/>
            <p:cNvSpPr/>
            <p:nvPr/>
          </p:nvSpPr>
          <p:spPr>
            <a:xfrm>
              <a:off x="4911305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g1884"/>
            <p:cNvSpPr/>
            <p:nvPr/>
          </p:nvSpPr>
          <p:spPr>
            <a:xfrm>
              <a:off x="4922942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g1885"/>
            <p:cNvSpPr/>
            <p:nvPr/>
          </p:nvSpPr>
          <p:spPr>
            <a:xfrm>
              <a:off x="4934580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g1886"/>
            <p:cNvSpPr/>
            <p:nvPr/>
          </p:nvSpPr>
          <p:spPr>
            <a:xfrm>
              <a:off x="4946217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g1887"/>
            <p:cNvSpPr/>
            <p:nvPr/>
          </p:nvSpPr>
          <p:spPr>
            <a:xfrm>
              <a:off x="4957854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g1888"/>
            <p:cNvSpPr/>
            <p:nvPr/>
          </p:nvSpPr>
          <p:spPr>
            <a:xfrm>
              <a:off x="4969492" y="40806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g1889"/>
            <p:cNvSpPr/>
            <p:nvPr/>
          </p:nvSpPr>
          <p:spPr>
            <a:xfrm>
              <a:off x="4841481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g1890"/>
            <p:cNvSpPr/>
            <p:nvPr/>
          </p:nvSpPr>
          <p:spPr>
            <a:xfrm>
              <a:off x="4853118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g1891"/>
            <p:cNvSpPr/>
            <p:nvPr/>
          </p:nvSpPr>
          <p:spPr>
            <a:xfrm>
              <a:off x="4864756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g1892"/>
            <p:cNvSpPr/>
            <p:nvPr/>
          </p:nvSpPr>
          <p:spPr>
            <a:xfrm>
              <a:off x="4876393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g1893"/>
            <p:cNvSpPr/>
            <p:nvPr/>
          </p:nvSpPr>
          <p:spPr>
            <a:xfrm>
              <a:off x="4888030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g1894"/>
            <p:cNvSpPr/>
            <p:nvPr/>
          </p:nvSpPr>
          <p:spPr>
            <a:xfrm>
              <a:off x="4899668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g1895"/>
            <p:cNvSpPr/>
            <p:nvPr/>
          </p:nvSpPr>
          <p:spPr>
            <a:xfrm>
              <a:off x="4911305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g1896"/>
            <p:cNvSpPr/>
            <p:nvPr/>
          </p:nvSpPr>
          <p:spPr>
            <a:xfrm>
              <a:off x="4922942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g1897"/>
            <p:cNvSpPr/>
            <p:nvPr/>
          </p:nvSpPr>
          <p:spPr>
            <a:xfrm>
              <a:off x="4934580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g1898"/>
            <p:cNvSpPr/>
            <p:nvPr/>
          </p:nvSpPr>
          <p:spPr>
            <a:xfrm>
              <a:off x="4946217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g1899"/>
            <p:cNvSpPr/>
            <p:nvPr/>
          </p:nvSpPr>
          <p:spPr>
            <a:xfrm>
              <a:off x="4957854" y="409496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g1900"/>
            <p:cNvSpPr/>
            <p:nvPr/>
          </p:nvSpPr>
          <p:spPr>
            <a:xfrm>
              <a:off x="4818206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g1901"/>
            <p:cNvSpPr/>
            <p:nvPr/>
          </p:nvSpPr>
          <p:spPr>
            <a:xfrm>
              <a:off x="4829844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g1902"/>
            <p:cNvSpPr/>
            <p:nvPr/>
          </p:nvSpPr>
          <p:spPr>
            <a:xfrm>
              <a:off x="4841481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g1903"/>
            <p:cNvSpPr/>
            <p:nvPr/>
          </p:nvSpPr>
          <p:spPr>
            <a:xfrm>
              <a:off x="4853118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g1904"/>
            <p:cNvSpPr/>
            <p:nvPr/>
          </p:nvSpPr>
          <p:spPr>
            <a:xfrm>
              <a:off x="4864756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g1905"/>
            <p:cNvSpPr/>
            <p:nvPr/>
          </p:nvSpPr>
          <p:spPr>
            <a:xfrm>
              <a:off x="4876393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g1906"/>
            <p:cNvSpPr/>
            <p:nvPr/>
          </p:nvSpPr>
          <p:spPr>
            <a:xfrm>
              <a:off x="4888030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g1907"/>
            <p:cNvSpPr/>
            <p:nvPr/>
          </p:nvSpPr>
          <p:spPr>
            <a:xfrm>
              <a:off x="4899668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g1908"/>
            <p:cNvSpPr/>
            <p:nvPr/>
          </p:nvSpPr>
          <p:spPr>
            <a:xfrm>
              <a:off x="4911305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g1909"/>
            <p:cNvSpPr/>
            <p:nvPr/>
          </p:nvSpPr>
          <p:spPr>
            <a:xfrm>
              <a:off x="4922942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g1910"/>
            <p:cNvSpPr/>
            <p:nvPr/>
          </p:nvSpPr>
          <p:spPr>
            <a:xfrm>
              <a:off x="4934580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g1911"/>
            <p:cNvSpPr/>
            <p:nvPr/>
          </p:nvSpPr>
          <p:spPr>
            <a:xfrm>
              <a:off x="4946217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g1912"/>
            <p:cNvSpPr/>
            <p:nvPr/>
          </p:nvSpPr>
          <p:spPr>
            <a:xfrm>
              <a:off x="4957854" y="41092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g1913"/>
            <p:cNvSpPr/>
            <p:nvPr/>
          </p:nvSpPr>
          <p:spPr>
            <a:xfrm>
              <a:off x="4806569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g1914"/>
            <p:cNvSpPr/>
            <p:nvPr/>
          </p:nvSpPr>
          <p:spPr>
            <a:xfrm>
              <a:off x="4818206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g1915"/>
            <p:cNvSpPr/>
            <p:nvPr/>
          </p:nvSpPr>
          <p:spPr>
            <a:xfrm>
              <a:off x="4829844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g1916"/>
            <p:cNvSpPr/>
            <p:nvPr/>
          </p:nvSpPr>
          <p:spPr>
            <a:xfrm>
              <a:off x="4841481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g1917"/>
            <p:cNvSpPr/>
            <p:nvPr/>
          </p:nvSpPr>
          <p:spPr>
            <a:xfrm>
              <a:off x="4853118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g1918"/>
            <p:cNvSpPr/>
            <p:nvPr/>
          </p:nvSpPr>
          <p:spPr>
            <a:xfrm>
              <a:off x="4864756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g1919"/>
            <p:cNvSpPr/>
            <p:nvPr/>
          </p:nvSpPr>
          <p:spPr>
            <a:xfrm>
              <a:off x="4876393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g1920"/>
            <p:cNvSpPr/>
            <p:nvPr/>
          </p:nvSpPr>
          <p:spPr>
            <a:xfrm>
              <a:off x="4888030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g1921"/>
            <p:cNvSpPr/>
            <p:nvPr/>
          </p:nvSpPr>
          <p:spPr>
            <a:xfrm>
              <a:off x="4899668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g1922"/>
            <p:cNvSpPr/>
            <p:nvPr/>
          </p:nvSpPr>
          <p:spPr>
            <a:xfrm>
              <a:off x="4911305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g1923"/>
            <p:cNvSpPr/>
            <p:nvPr/>
          </p:nvSpPr>
          <p:spPr>
            <a:xfrm>
              <a:off x="4922942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g1924"/>
            <p:cNvSpPr/>
            <p:nvPr/>
          </p:nvSpPr>
          <p:spPr>
            <a:xfrm>
              <a:off x="4934580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g1925"/>
            <p:cNvSpPr/>
            <p:nvPr/>
          </p:nvSpPr>
          <p:spPr>
            <a:xfrm>
              <a:off x="4946217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g1926"/>
            <p:cNvSpPr/>
            <p:nvPr/>
          </p:nvSpPr>
          <p:spPr>
            <a:xfrm>
              <a:off x="4957854" y="412357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g1927"/>
            <p:cNvSpPr/>
            <p:nvPr/>
          </p:nvSpPr>
          <p:spPr>
            <a:xfrm>
              <a:off x="4806569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g1928"/>
            <p:cNvSpPr/>
            <p:nvPr/>
          </p:nvSpPr>
          <p:spPr>
            <a:xfrm>
              <a:off x="4818206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g1929"/>
            <p:cNvSpPr/>
            <p:nvPr/>
          </p:nvSpPr>
          <p:spPr>
            <a:xfrm>
              <a:off x="4829844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g1930"/>
            <p:cNvSpPr/>
            <p:nvPr/>
          </p:nvSpPr>
          <p:spPr>
            <a:xfrm>
              <a:off x="4841481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g1931"/>
            <p:cNvSpPr/>
            <p:nvPr/>
          </p:nvSpPr>
          <p:spPr>
            <a:xfrm>
              <a:off x="4853118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g1932"/>
            <p:cNvSpPr/>
            <p:nvPr/>
          </p:nvSpPr>
          <p:spPr>
            <a:xfrm>
              <a:off x="4864756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g1933"/>
            <p:cNvSpPr/>
            <p:nvPr/>
          </p:nvSpPr>
          <p:spPr>
            <a:xfrm>
              <a:off x="4876393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g1934"/>
            <p:cNvSpPr/>
            <p:nvPr/>
          </p:nvSpPr>
          <p:spPr>
            <a:xfrm>
              <a:off x="4888030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g1935"/>
            <p:cNvSpPr/>
            <p:nvPr/>
          </p:nvSpPr>
          <p:spPr>
            <a:xfrm>
              <a:off x="4899668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g1936"/>
            <p:cNvSpPr/>
            <p:nvPr/>
          </p:nvSpPr>
          <p:spPr>
            <a:xfrm>
              <a:off x="4911305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g1937"/>
            <p:cNvSpPr/>
            <p:nvPr/>
          </p:nvSpPr>
          <p:spPr>
            <a:xfrm>
              <a:off x="4922942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g1938"/>
            <p:cNvSpPr/>
            <p:nvPr/>
          </p:nvSpPr>
          <p:spPr>
            <a:xfrm>
              <a:off x="4934580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g1939"/>
            <p:cNvSpPr/>
            <p:nvPr/>
          </p:nvSpPr>
          <p:spPr>
            <a:xfrm>
              <a:off x="4946217" y="413787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g1940"/>
            <p:cNvSpPr/>
            <p:nvPr/>
          </p:nvSpPr>
          <p:spPr>
            <a:xfrm>
              <a:off x="4794932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g1941"/>
            <p:cNvSpPr/>
            <p:nvPr/>
          </p:nvSpPr>
          <p:spPr>
            <a:xfrm>
              <a:off x="4806569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g1942"/>
            <p:cNvSpPr/>
            <p:nvPr/>
          </p:nvSpPr>
          <p:spPr>
            <a:xfrm>
              <a:off x="4818206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g1943"/>
            <p:cNvSpPr/>
            <p:nvPr/>
          </p:nvSpPr>
          <p:spPr>
            <a:xfrm>
              <a:off x="4829844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g1944"/>
            <p:cNvSpPr/>
            <p:nvPr/>
          </p:nvSpPr>
          <p:spPr>
            <a:xfrm>
              <a:off x="4841481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g1945"/>
            <p:cNvSpPr/>
            <p:nvPr/>
          </p:nvSpPr>
          <p:spPr>
            <a:xfrm>
              <a:off x="4853118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g1946"/>
            <p:cNvSpPr/>
            <p:nvPr/>
          </p:nvSpPr>
          <p:spPr>
            <a:xfrm>
              <a:off x="4864756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g1947"/>
            <p:cNvSpPr/>
            <p:nvPr/>
          </p:nvSpPr>
          <p:spPr>
            <a:xfrm>
              <a:off x="4876393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g1948"/>
            <p:cNvSpPr/>
            <p:nvPr/>
          </p:nvSpPr>
          <p:spPr>
            <a:xfrm>
              <a:off x="4888030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g1949"/>
            <p:cNvSpPr/>
            <p:nvPr/>
          </p:nvSpPr>
          <p:spPr>
            <a:xfrm>
              <a:off x="4899668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g1950"/>
            <p:cNvSpPr/>
            <p:nvPr/>
          </p:nvSpPr>
          <p:spPr>
            <a:xfrm>
              <a:off x="4911305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g1951"/>
            <p:cNvSpPr/>
            <p:nvPr/>
          </p:nvSpPr>
          <p:spPr>
            <a:xfrm>
              <a:off x="4922942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g1952"/>
            <p:cNvSpPr/>
            <p:nvPr/>
          </p:nvSpPr>
          <p:spPr>
            <a:xfrm>
              <a:off x="4934580" y="41521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g1953"/>
            <p:cNvSpPr/>
            <p:nvPr/>
          </p:nvSpPr>
          <p:spPr>
            <a:xfrm>
              <a:off x="4783294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g1954"/>
            <p:cNvSpPr/>
            <p:nvPr/>
          </p:nvSpPr>
          <p:spPr>
            <a:xfrm>
              <a:off x="4794932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g1955"/>
            <p:cNvSpPr/>
            <p:nvPr/>
          </p:nvSpPr>
          <p:spPr>
            <a:xfrm>
              <a:off x="4806569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g1956"/>
            <p:cNvSpPr/>
            <p:nvPr/>
          </p:nvSpPr>
          <p:spPr>
            <a:xfrm>
              <a:off x="4818206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g1957"/>
            <p:cNvSpPr/>
            <p:nvPr/>
          </p:nvSpPr>
          <p:spPr>
            <a:xfrm>
              <a:off x="4829844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g1958"/>
            <p:cNvSpPr/>
            <p:nvPr/>
          </p:nvSpPr>
          <p:spPr>
            <a:xfrm>
              <a:off x="4841481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g1959"/>
            <p:cNvSpPr/>
            <p:nvPr/>
          </p:nvSpPr>
          <p:spPr>
            <a:xfrm>
              <a:off x="4853118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g1960"/>
            <p:cNvSpPr/>
            <p:nvPr/>
          </p:nvSpPr>
          <p:spPr>
            <a:xfrm>
              <a:off x="4864756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g1961"/>
            <p:cNvSpPr/>
            <p:nvPr/>
          </p:nvSpPr>
          <p:spPr>
            <a:xfrm>
              <a:off x="4876393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g1962"/>
            <p:cNvSpPr/>
            <p:nvPr/>
          </p:nvSpPr>
          <p:spPr>
            <a:xfrm>
              <a:off x="4888030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g1963"/>
            <p:cNvSpPr/>
            <p:nvPr/>
          </p:nvSpPr>
          <p:spPr>
            <a:xfrm>
              <a:off x="4899668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g1964"/>
            <p:cNvSpPr/>
            <p:nvPr/>
          </p:nvSpPr>
          <p:spPr>
            <a:xfrm>
              <a:off x="4911305" y="416647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g1965"/>
            <p:cNvSpPr/>
            <p:nvPr/>
          </p:nvSpPr>
          <p:spPr>
            <a:xfrm>
              <a:off x="4760020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g1966"/>
            <p:cNvSpPr/>
            <p:nvPr/>
          </p:nvSpPr>
          <p:spPr>
            <a:xfrm>
              <a:off x="4771657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g1967"/>
            <p:cNvSpPr/>
            <p:nvPr/>
          </p:nvSpPr>
          <p:spPr>
            <a:xfrm>
              <a:off x="4783294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g1968"/>
            <p:cNvSpPr/>
            <p:nvPr/>
          </p:nvSpPr>
          <p:spPr>
            <a:xfrm>
              <a:off x="4794932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g1969"/>
            <p:cNvSpPr/>
            <p:nvPr/>
          </p:nvSpPr>
          <p:spPr>
            <a:xfrm>
              <a:off x="4806569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g1970"/>
            <p:cNvSpPr/>
            <p:nvPr/>
          </p:nvSpPr>
          <p:spPr>
            <a:xfrm>
              <a:off x="4818206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g1971"/>
            <p:cNvSpPr/>
            <p:nvPr/>
          </p:nvSpPr>
          <p:spPr>
            <a:xfrm>
              <a:off x="4829844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g1972"/>
            <p:cNvSpPr/>
            <p:nvPr/>
          </p:nvSpPr>
          <p:spPr>
            <a:xfrm>
              <a:off x="4841481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g1973"/>
            <p:cNvSpPr/>
            <p:nvPr/>
          </p:nvSpPr>
          <p:spPr>
            <a:xfrm>
              <a:off x="4853118" y="41807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g1974"/>
            <p:cNvSpPr/>
            <p:nvPr/>
          </p:nvSpPr>
          <p:spPr>
            <a:xfrm>
              <a:off x="4748382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g1975"/>
            <p:cNvSpPr/>
            <p:nvPr/>
          </p:nvSpPr>
          <p:spPr>
            <a:xfrm>
              <a:off x="4760020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g1976"/>
            <p:cNvSpPr/>
            <p:nvPr/>
          </p:nvSpPr>
          <p:spPr>
            <a:xfrm>
              <a:off x="4771657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g1977"/>
            <p:cNvSpPr/>
            <p:nvPr/>
          </p:nvSpPr>
          <p:spPr>
            <a:xfrm>
              <a:off x="4783294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g1978"/>
            <p:cNvSpPr/>
            <p:nvPr/>
          </p:nvSpPr>
          <p:spPr>
            <a:xfrm>
              <a:off x="4794932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g1979"/>
            <p:cNvSpPr/>
            <p:nvPr/>
          </p:nvSpPr>
          <p:spPr>
            <a:xfrm>
              <a:off x="4806569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g1980"/>
            <p:cNvSpPr/>
            <p:nvPr/>
          </p:nvSpPr>
          <p:spPr>
            <a:xfrm>
              <a:off x="4818206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g1981"/>
            <p:cNvSpPr/>
            <p:nvPr/>
          </p:nvSpPr>
          <p:spPr>
            <a:xfrm>
              <a:off x="4829844" y="419507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g1982"/>
            <p:cNvSpPr/>
            <p:nvPr/>
          </p:nvSpPr>
          <p:spPr>
            <a:xfrm>
              <a:off x="4725108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g1983"/>
            <p:cNvSpPr/>
            <p:nvPr/>
          </p:nvSpPr>
          <p:spPr>
            <a:xfrm>
              <a:off x="4736745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g1984"/>
            <p:cNvSpPr/>
            <p:nvPr/>
          </p:nvSpPr>
          <p:spPr>
            <a:xfrm>
              <a:off x="4748382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g1985"/>
            <p:cNvSpPr/>
            <p:nvPr/>
          </p:nvSpPr>
          <p:spPr>
            <a:xfrm>
              <a:off x="4760020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g1986"/>
            <p:cNvSpPr/>
            <p:nvPr/>
          </p:nvSpPr>
          <p:spPr>
            <a:xfrm>
              <a:off x="4771657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g1987"/>
            <p:cNvSpPr/>
            <p:nvPr/>
          </p:nvSpPr>
          <p:spPr>
            <a:xfrm>
              <a:off x="4783294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g1988"/>
            <p:cNvSpPr/>
            <p:nvPr/>
          </p:nvSpPr>
          <p:spPr>
            <a:xfrm>
              <a:off x="4794932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g1989"/>
            <p:cNvSpPr/>
            <p:nvPr/>
          </p:nvSpPr>
          <p:spPr>
            <a:xfrm>
              <a:off x="4806569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g1990"/>
            <p:cNvSpPr/>
            <p:nvPr/>
          </p:nvSpPr>
          <p:spPr>
            <a:xfrm>
              <a:off x="4818206" y="420937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g1991"/>
            <p:cNvSpPr/>
            <p:nvPr/>
          </p:nvSpPr>
          <p:spPr>
            <a:xfrm>
              <a:off x="4690196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g1992"/>
            <p:cNvSpPr/>
            <p:nvPr/>
          </p:nvSpPr>
          <p:spPr>
            <a:xfrm>
              <a:off x="4701833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g1993"/>
            <p:cNvSpPr/>
            <p:nvPr/>
          </p:nvSpPr>
          <p:spPr>
            <a:xfrm>
              <a:off x="4713470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g1994"/>
            <p:cNvSpPr/>
            <p:nvPr/>
          </p:nvSpPr>
          <p:spPr>
            <a:xfrm>
              <a:off x="4725108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g1995"/>
            <p:cNvSpPr/>
            <p:nvPr/>
          </p:nvSpPr>
          <p:spPr>
            <a:xfrm>
              <a:off x="4736745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g1996"/>
            <p:cNvSpPr/>
            <p:nvPr/>
          </p:nvSpPr>
          <p:spPr>
            <a:xfrm>
              <a:off x="4748382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g1997"/>
            <p:cNvSpPr/>
            <p:nvPr/>
          </p:nvSpPr>
          <p:spPr>
            <a:xfrm>
              <a:off x="4760020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g1998"/>
            <p:cNvSpPr/>
            <p:nvPr/>
          </p:nvSpPr>
          <p:spPr>
            <a:xfrm>
              <a:off x="4771657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g1999"/>
            <p:cNvSpPr/>
            <p:nvPr/>
          </p:nvSpPr>
          <p:spPr>
            <a:xfrm>
              <a:off x="4783294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g2000"/>
            <p:cNvSpPr/>
            <p:nvPr/>
          </p:nvSpPr>
          <p:spPr>
            <a:xfrm>
              <a:off x="4794932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g2001"/>
            <p:cNvSpPr/>
            <p:nvPr/>
          </p:nvSpPr>
          <p:spPr>
            <a:xfrm>
              <a:off x="4806569" y="42236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g2002"/>
            <p:cNvSpPr/>
            <p:nvPr/>
          </p:nvSpPr>
          <p:spPr>
            <a:xfrm>
              <a:off x="4666921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g2003"/>
            <p:cNvSpPr/>
            <p:nvPr/>
          </p:nvSpPr>
          <p:spPr>
            <a:xfrm>
              <a:off x="4678558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g2004"/>
            <p:cNvSpPr/>
            <p:nvPr/>
          </p:nvSpPr>
          <p:spPr>
            <a:xfrm>
              <a:off x="4690196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g2005"/>
            <p:cNvSpPr/>
            <p:nvPr/>
          </p:nvSpPr>
          <p:spPr>
            <a:xfrm>
              <a:off x="4701833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g2006"/>
            <p:cNvSpPr/>
            <p:nvPr/>
          </p:nvSpPr>
          <p:spPr>
            <a:xfrm>
              <a:off x="4713470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g2007"/>
            <p:cNvSpPr/>
            <p:nvPr/>
          </p:nvSpPr>
          <p:spPr>
            <a:xfrm>
              <a:off x="4725108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g2008"/>
            <p:cNvSpPr/>
            <p:nvPr/>
          </p:nvSpPr>
          <p:spPr>
            <a:xfrm>
              <a:off x="4736745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g2009"/>
            <p:cNvSpPr/>
            <p:nvPr/>
          </p:nvSpPr>
          <p:spPr>
            <a:xfrm>
              <a:off x="4748382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g2010"/>
            <p:cNvSpPr/>
            <p:nvPr/>
          </p:nvSpPr>
          <p:spPr>
            <a:xfrm>
              <a:off x="4760020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g2011"/>
            <p:cNvSpPr/>
            <p:nvPr/>
          </p:nvSpPr>
          <p:spPr>
            <a:xfrm>
              <a:off x="4771657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g2012"/>
            <p:cNvSpPr/>
            <p:nvPr/>
          </p:nvSpPr>
          <p:spPr>
            <a:xfrm>
              <a:off x="4783294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g2013"/>
            <p:cNvSpPr/>
            <p:nvPr/>
          </p:nvSpPr>
          <p:spPr>
            <a:xfrm>
              <a:off x="4794932" y="423797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g2014"/>
            <p:cNvSpPr/>
            <p:nvPr/>
          </p:nvSpPr>
          <p:spPr>
            <a:xfrm>
              <a:off x="4655284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g2015"/>
            <p:cNvSpPr/>
            <p:nvPr/>
          </p:nvSpPr>
          <p:spPr>
            <a:xfrm>
              <a:off x="4666921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g2016"/>
            <p:cNvSpPr/>
            <p:nvPr/>
          </p:nvSpPr>
          <p:spPr>
            <a:xfrm>
              <a:off x="4678558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g2017"/>
            <p:cNvSpPr/>
            <p:nvPr/>
          </p:nvSpPr>
          <p:spPr>
            <a:xfrm>
              <a:off x="4690196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g2018"/>
            <p:cNvSpPr/>
            <p:nvPr/>
          </p:nvSpPr>
          <p:spPr>
            <a:xfrm>
              <a:off x="4701833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g2019"/>
            <p:cNvSpPr/>
            <p:nvPr/>
          </p:nvSpPr>
          <p:spPr>
            <a:xfrm>
              <a:off x="4713470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g2020"/>
            <p:cNvSpPr/>
            <p:nvPr/>
          </p:nvSpPr>
          <p:spPr>
            <a:xfrm>
              <a:off x="4725108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g2021"/>
            <p:cNvSpPr/>
            <p:nvPr/>
          </p:nvSpPr>
          <p:spPr>
            <a:xfrm>
              <a:off x="4736745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g2022"/>
            <p:cNvSpPr/>
            <p:nvPr/>
          </p:nvSpPr>
          <p:spPr>
            <a:xfrm>
              <a:off x="4748382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g2023"/>
            <p:cNvSpPr/>
            <p:nvPr/>
          </p:nvSpPr>
          <p:spPr>
            <a:xfrm>
              <a:off x="4760020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g2024"/>
            <p:cNvSpPr/>
            <p:nvPr/>
          </p:nvSpPr>
          <p:spPr>
            <a:xfrm>
              <a:off x="4771657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g2025"/>
            <p:cNvSpPr/>
            <p:nvPr/>
          </p:nvSpPr>
          <p:spPr>
            <a:xfrm>
              <a:off x="4783294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g2026"/>
            <p:cNvSpPr/>
            <p:nvPr/>
          </p:nvSpPr>
          <p:spPr>
            <a:xfrm>
              <a:off x="4794932" y="42522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g2027"/>
            <p:cNvSpPr/>
            <p:nvPr/>
          </p:nvSpPr>
          <p:spPr>
            <a:xfrm>
              <a:off x="4643646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g2028"/>
            <p:cNvSpPr/>
            <p:nvPr/>
          </p:nvSpPr>
          <p:spPr>
            <a:xfrm>
              <a:off x="4655284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g2029"/>
            <p:cNvSpPr/>
            <p:nvPr/>
          </p:nvSpPr>
          <p:spPr>
            <a:xfrm>
              <a:off x="4666921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g2030"/>
            <p:cNvSpPr/>
            <p:nvPr/>
          </p:nvSpPr>
          <p:spPr>
            <a:xfrm>
              <a:off x="4678558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g2031"/>
            <p:cNvSpPr/>
            <p:nvPr/>
          </p:nvSpPr>
          <p:spPr>
            <a:xfrm>
              <a:off x="4690196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g2032"/>
            <p:cNvSpPr/>
            <p:nvPr/>
          </p:nvSpPr>
          <p:spPr>
            <a:xfrm>
              <a:off x="4701833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g2033"/>
            <p:cNvSpPr/>
            <p:nvPr/>
          </p:nvSpPr>
          <p:spPr>
            <a:xfrm>
              <a:off x="4713470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g2034"/>
            <p:cNvSpPr/>
            <p:nvPr/>
          </p:nvSpPr>
          <p:spPr>
            <a:xfrm>
              <a:off x="4725108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g2035"/>
            <p:cNvSpPr/>
            <p:nvPr/>
          </p:nvSpPr>
          <p:spPr>
            <a:xfrm>
              <a:off x="4736745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g2036"/>
            <p:cNvSpPr/>
            <p:nvPr/>
          </p:nvSpPr>
          <p:spPr>
            <a:xfrm>
              <a:off x="4748382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g2037"/>
            <p:cNvSpPr/>
            <p:nvPr/>
          </p:nvSpPr>
          <p:spPr>
            <a:xfrm>
              <a:off x="4760020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g2038"/>
            <p:cNvSpPr/>
            <p:nvPr/>
          </p:nvSpPr>
          <p:spPr>
            <a:xfrm>
              <a:off x="4771657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g2039"/>
            <p:cNvSpPr/>
            <p:nvPr/>
          </p:nvSpPr>
          <p:spPr>
            <a:xfrm>
              <a:off x="4783294" y="426657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g2040"/>
            <p:cNvSpPr/>
            <p:nvPr/>
          </p:nvSpPr>
          <p:spPr>
            <a:xfrm>
              <a:off x="4632009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g2041"/>
            <p:cNvSpPr/>
            <p:nvPr/>
          </p:nvSpPr>
          <p:spPr>
            <a:xfrm>
              <a:off x="4643646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g2042"/>
            <p:cNvSpPr/>
            <p:nvPr/>
          </p:nvSpPr>
          <p:spPr>
            <a:xfrm>
              <a:off x="4655284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g2043"/>
            <p:cNvSpPr/>
            <p:nvPr/>
          </p:nvSpPr>
          <p:spPr>
            <a:xfrm>
              <a:off x="4666921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g2044"/>
            <p:cNvSpPr/>
            <p:nvPr/>
          </p:nvSpPr>
          <p:spPr>
            <a:xfrm>
              <a:off x="4678558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g2045"/>
            <p:cNvSpPr/>
            <p:nvPr/>
          </p:nvSpPr>
          <p:spPr>
            <a:xfrm>
              <a:off x="4690196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g2046"/>
            <p:cNvSpPr/>
            <p:nvPr/>
          </p:nvSpPr>
          <p:spPr>
            <a:xfrm>
              <a:off x="4701833" y="428087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g2047"/>
            <p:cNvSpPr/>
            <p:nvPr/>
          </p:nvSpPr>
          <p:spPr>
            <a:xfrm>
              <a:off x="4620372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g2048"/>
            <p:cNvSpPr/>
            <p:nvPr/>
          </p:nvSpPr>
          <p:spPr>
            <a:xfrm>
              <a:off x="4632009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g2049"/>
            <p:cNvSpPr/>
            <p:nvPr/>
          </p:nvSpPr>
          <p:spPr>
            <a:xfrm>
              <a:off x="4643646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g2050"/>
            <p:cNvSpPr/>
            <p:nvPr/>
          </p:nvSpPr>
          <p:spPr>
            <a:xfrm>
              <a:off x="4655284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g2051"/>
            <p:cNvSpPr/>
            <p:nvPr/>
          </p:nvSpPr>
          <p:spPr>
            <a:xfrm>
              <a:off x="4666921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g2052"/>
            <p:cNvSpPr/>
            <p:nvPr/>
          </p:nvSpPr>
          <p:spPr>
            <a:xfrm>
              <a:off x="4678558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g2053"/>
            <p:cNvSpPr/>
            <p:nvPr/>
          </p:nvSpPr>
          <p:spPr>
            <a:xfrm>
              <a:off x="4690196" y="42951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g2054"/>
            <p:cNvSpPr/>
            <p:nvPr/>
          </p:nvSpPr>
          <p:spPr>
            <a:xfrm>
              <a:off x="4608734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g2055"/>
            <p:cNvSpPr/>
            <p:nvPr/>
          </p:nvSpPr>
          <p:spPr>
            <a:xfrm>
              <a:off x="4620372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g2056"/>
            <p:cNvSpPr/>
            <p:nvPr/>
          </p:nvSpPr>
          <p:spPr>
            <a:xfrm>
              <a:off x="4632009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g2057"/>
            <p:cNvSpPr/>
            <p:nvPr/>
          </p:nvSpPr>
          <p:spPr>
            <a:xfrm>
              <a:off x="4643646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g2058"/>
            <p:cNvSpPr/>
            <p:nvPr/>
          </p:nvSpPr>
          <p:spPr>
            <a:xfrm>
              <a:off x="4655284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g2059"/>
            <p:cNvSpPr/>
            <p:nvPr/>
          </p:nvSpPr>
          <p:spPr>
            <a:xfrm>
              <a:off x="4666921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g2060"/>
            <p:cNvSpPr/>
            <p:nvPr/>
          </p:nvSpPr>
          <p:spPr>
            <a:xfrm>
              <a:off x="4678558" y="430947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g2061"/>
            <p:cNvSpPr/>
            <p:nvPr/>
          </p:nvSpPr>
          <p:spPr>
            <a:xfrm>
              <a:off x="4608734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g2062"/>
            <p:cNvSpPr/>
            <p:nvPr/>
          </p:nvSpPr>
          <p:spPr>
            <a:xfrm>
              <a:off x="4620372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g2063"/>
            <p:cNvSpPr/>
            <p:nvPr/>
          </p:nvSpPr>
          <p:spPr>
            <a:xfrm>
              <a:off x="4632009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g2064"/>
            <p:cNvSpPr/>
            <p:nvPr/>
          </p:nvSpPr>
          <p:spPr>
            <a:xfrm>
              <a:off x="4643646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g2065"/>
            <p:cNvSpPr/>
            <p:nvPr/>
          </p:nvSpPr>
          <p:spPr>
            <a:xfrm>
              <a:off x="4655284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g2066"/>
            <p:cNvSpPr/>
            <p:nvPr/>
          </p:nvSpPr>
          <p:spPr>
            <a:xfrm>
              <a:off x="4666921" y="43237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g2067"/>
            <p:cNvSpPr/>
            <p:nvPr/>
          </p:nvSpPr>
          <p:spPr>
            <a:xfrm>
              <a:off x="4585460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g2068"/>
            <p:cNvSpPr/>
            <p:nvPr/>
          </p:nvSpPr>
          <p:spPr>
            <a:xfrm>
              <a:off x="4597097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g2069"/>
            <p:cNvSpPr/>
            <p:nvPr/>
          </p:nvSpPr>
          <p:spPr>
            <a:xfrm>
              <a:off x="4608734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g2070"/>
            <p:cNvSpPr/>
            <p:nvPr/>
          </p:nvSpPr>
          <p:spPr>
            <a:xfrm>
              <a:off x="4620372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g2071"/>
            <p:cNvSpPr/>
            <p:nvPr/>
          </p:nvSpPr>
          <p:spPr>
            <a:xfrm>
              <a:off x="4632009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g2072"/>
            <p:cNvSpPr/>
            <p:nvPr/>
          </p:nvSpPr>
          <p:spPr>
            <a:xfrm>
              <a:off x="4643646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g2073"/>
            <p:cNvSpPr/>
            <p:nvPr/>
          </p:nvSpPr>
          <p:spPr>
            <a:xfrm>
              <a:off x="4655284" y="433807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g2074"/>
            <p:cNvSpPr/>
            <p:nvPr/>
          </p:nvSpPr>
          <p:spPr>
            <a:xfrm>
              <a:off x="4573822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g2075"/>
            <p:cNvSpPr/>
            <p:nvPr/>
          </p:nvSpPr>
          <p:spPr>
            <a:xfrm>
              <a:off x="4585460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g2076"/>
            <p:cNvSpPr/>
            <p:nvPr/>
          </p:nvSpPr>
          <p:spPr>
            <a:xfrm>
              <a:off x="4597097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g2077"/>
            <p:cNvSpPr/>
            <p:nvPr/>
          </p:nvSpPr>
          <p:spPr>
            <a:xfrm>
              <a:off x="4608734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g2078"/>
            <p:cNvSpPr/>
            <p:nvPr/>
          </p:nvSpPr>
          <p:spPr>
            <a:xfrm>
              <a:off x="4620372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g2079"/>
            <p:cNvSpPr/>
            <p:nvPr/>
          </p:nvSpPr>
          <p:spPr>
            <a:xfrm>
              <a:off x="4632009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g2080"/>
            <p:cNvSpPr/>
            <p:nvPr/>
          </p:nvSpPr>
          <p:spPr>
            <a:xfrm>
              <a:off x="4643646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g2081"/>
            <p:cNvSpPr/>
            <p:nvPr/>
          </p:nvSpPr>
          <p:spPr>
            <a:xfrm>
              <a:off x="4655284" y="435238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g2082"/>
            <p:cNvSpPr/>
            <p:nvPr/>
          </p:nvSpPr>
          <p:spPr>
            <a:xfrm>
              <a:off x="4550548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g2083"/>
            <p:cNvSpPr/>
            <p:nvPr/>
          </p:nvSpPr>
          <p:spPr>
            <a:xfrm>
              <a:off x="4562185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g2084"/>
            <p:cNvSpPr/>
            <p:nvPr/>
          </p:nvSpPr>
          <p:spPr>
            <a:xfrm>
              <a:off x="4573822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g2085"/>
            <p:cNvSpPr/>
            <p:nvPr/>
          </p:nvSpPr>
          <p:spPr>
            <a:xfrm>
              <a:off x="4585460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g2086"/>
            <p:cNvSpPr/>
            <p:nvPr/>
          </p:nvSpPr>
          <p:spPr>
            <a:xfrm>
              <a:off x="4597097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g2087"/>
            <p:cNvSpPr/>
            <p:nvPr/>
          </p:nvSpPr>
          <p:spPr>
            <a:xfrm>
              <a:off x="4608734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g2088"/>
            <p:cNvSpPr/>
            <p:nvPr/>
          </p:nvSpPr>
          <p:spPr>
            <a:xfrm>
              <a:off x="4620372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g2089"/>
            <p:cNvSpPr/>
            <p:nvPr/>
          </p:nvSpPr>
          <p:spPr>
            <a:xfrm>
              <a:off x="4632009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g2090"/>
            <p:cNvSpPr/>
            <p:nvPr/>
          </p:nvSpPr>
          <p:spPr>
            <a:xfrm>
              <a:off x="4643646" y="43666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g2091"/>
            <p:cNvSpPr/>
            <p:nvPr/>
          </p:nvSpPr>
          <p:spPr>
            <a:xfrm>
              <a:off x="4538910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g2092"/>
            <p:cNvSpPr/>
            <p:nvPr/>
          </p:nvSpPr>
          <p:spPr>
            <a:xfrm>
              <a:off x="4550548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g2093"/>
            <p:cNvSpPr/>
            <p:nvPr/>
          </p:nvSpPr>
          <p:spPr>
            <a:xfrm>
              <a:off x="4562185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g2094"/>
            <p:cNvSpPr/>
            <p:nvPr/>
          </p:nvSpPr>
          <p:spPr>
            <a:xfrm>
              <a:off x="4573822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g2095"/>
            <p:cNvSpPr/>
            <p:nvPr/>
          </p:nvSpPr>
          <p:spPr>
            <a:xfrm>
              <a:off x="4585460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g2096"/>
            <p:cNvSpPr/>
            <p:nvPr/>
          </p:nvSpPr>
          <p:spPr>
            <a:xfrm>
              <a:off x="4597097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g2097"/>
            <p:cNvSpPr/>
            <p:nvPr/>
          </p:nvSpPr>
          <p:spPr>
            <a:xfrm>
              <a:off x="4608734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g2098"/>
            <p:cNvSpPr/>
            <p:nvPr/>
          </p:nvSpPr>
          <p:spPr>
            <a:xfrm>
              <a:off x="4620372" y="438098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g2099"/>
            <p:cNvSpPr/>
            <p:nvPr/>
          </p:nvSpPr>
          <p:spPr>
            <a:xfrm>
              <a:off x="4480724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g2100"/>
            <p:cNvSpPr/>
            <p:nvPr/>
          </p:nvSpPr>
          <p:spPr>
            <a:xfrm>
              <a:off x="4492361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g2101"/>
            <p:cNvSpPr/>
            <p:nvPr/>
          </p:nvSpPr>
          <p:spPr>
            <a:xfrm>
              <a:off x="4503998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g2102"/>
            <p:cNvSpPr/>
            <p:nvPr/>
          </p:nvSpPr>
          <p:spPr>
            <a:xfrm>
              <a:off x="4515636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g2103"/>
            <p:cNvSpPr/>
            <p:nvPr/>
          </p:nvSpPr>
          <p:spPr>
            <a:xfrm>
              <a:off x="4527273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g2104"/>
            <p:cNvSpPr/>
            <p:nvPr/>
          </p:nvSpPr>
          <p:spPr>
            <a:xfrm>
              <a:off x="4538910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g2105"/>
            <p:cNvSpPr/>
            <p:nvPr/>
          </p:nvSpPr>
          <p:spPr>
            <a:xfrm>
              <a:off x="4550548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g2106"/>
            <p:cNvSpPr/>
            <p:nvPr/>
          </p:nvSpPr>
          <p:spPr>
            <a:xfrm>
              <a:off x="4562185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g2107"/>
            <p:cNvSpPr/>
            <p:nvPr/>
          </p:nvSpPr>
          <p:spPr>
            <a:xfrm>
              <a:off x="4573822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g2108"/>
            <p:cNvSpPr/>
            <p:nvPr/>
          </p:nvSpPr>
          <p:spPr>
            <a:xfrm>
              <a:off x="4585460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g2109"/>
            <p:cNvSpPr/>
            <p:nvPr/>
          </p:nvSpPr>
          <p:spPr>
            <a:xfrm>
              <a:off x="4597097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g2110"/>
            <p:cNvSpPr/>
            <p:nvPr/>
          </p:nvSpPr>
          <p:spPr>
            <a:xfrm>
              <a:off x="4608734" y="43952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g2111"/>
            <p:cNvSpPr/>
            <p:nvPr/>
          </p:nvSpPr>
          <p:spPr>
            <a:xfrm>
              <a:off x="4457449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g2112"/>
            <p:cNvSpPr/>
            <p:nvPr/>
          </p:nvSpPr>
          <p:spPr>
            <a:xfrm>
              <a:off x="4469086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g2113"/>
            <p:cNvSpPr/>
            <p:nvPr/>
          </p:nvSpPr>
          <p:spPr>
            <a:xfrm>
              <a:off x="4480724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g2114"/>
            <p:cNvSpPr/>
            <p:nvPr/>
          </p:nvSpPr>
          <p:spPr>
            <a:xfrm>
              <a:off x="4492361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g2115"/>
            <p:cNvSpPr/>
            <p:nvPr/>
          </p:nvSpPr>
          <p:spPr>
            <a:xfrm>
              <a:off x="4503998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g2116"/>
            <p:cNvSpPr/>
            <p:nvPr/>
          </p:nvSpPr>
          <p:spPr>
            <a:xfrm>
              <a:off x="4515636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g2117"/>
            <p:cNvSpPr/>
            <p:nvPr/>
          </p:nvSpPr>
          <p:spPr>
            <a:xfrm>
              <a:off x="4527273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g2118"/>
            <p:cNvSpPr/>
            <p:nvPr/>
          </p:nvSpPr>
          <p:spPr>
            <a:xfrm>
              <a:off x="4538910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g2119"/>
            <p:cNvSpPr/>
            <p:nvPr/>
          </p:nvSpPr>
          <p:spPr>
            <a:xfrm>
              <a:off x="4550548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g2120"/>
            <p:cNvSpPr/>
            <p:nvPr/>
          </p:nvSpPr>
          <p:spPr>
            <a:xfrm>
              <a:off x="4562185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g2121"/>
            <p:cNvSpPr/>
            <p:nvPr/>
          </p:nvSpPr>
          <p:spPr>
            <a:xfrm>
              <a:off x="4573822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g2122"/>
            <p:cNvSpPr/>
            <p:nvPr/>
          </p:nvSpPr>
          <p:spPr>
            <a:xfrm>
              <a:off x="4585460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g2123"/>
            <p:cNvSpPr/>
            <p:nvPr/>
          </p:nvSpPr>
          <p:spPr>
            <a:xfrm>
              <a:off x="4597097" y="440958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g2124"/>
            <p:cNvSpPr/>
            <p:nvPr/>
          </p:nvSpPr>
          <p:spPr>
            <a:xfrm>
              <a:off x="4445812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g2125"/>
            <p:cNvSpPr/>
            <p:nvPr/>
          </p:nvSpPr>
          <p:spPr>
            <a:xfrm>
              <a:off x="4457449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g2126"/>
            <p:cNvSpPr/>
            <p:nvPr/>
          </p:nvSpPr>
          <p:spPr>
            <a:xfrm>
              <a:off x="4469086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g2127"/>
            <p:cNvSpPr/>
            <p:nvPr/>
          </p:nvSpPr>
          <p:spPr>
            <a:xfrm>
              <a:off x="4480724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g2128"/>
            <p:cNvSpPr/>
            <p:nvPr/>
          </p:nvSpPr>
          <p:spPr>
            <a:xfrm>
              <a:off x="4492361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g2129"/>
            <p:cNvSpPr/>
            <p:nvPr/>
          </p:nvSpPr>
          <p:spPr>
            <a:xfrm>
              <a:off x="4503998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g2130"/>
            <p:cNvSpPr/>
            <p:nvPr/>
          </p:nvSpPr>
          <p:spPr>
            <a:xfrm>
              <a:off x="4515636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g2131"/>
            <p:cNvSpPr/>
            <p:nvPr/>
          </p:nvSpPr>
          <p:spPr>
            <a:xfrm>
              <a:off x="4527273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g2132"/>
            <p:cNvSpPr/>
            <p:nvPr/>
          </p:nvSpPr>
          <p:spPr>
            <a:xfrm>
              <a:off x="4538910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g2133"/>
            <p:cNvSpPr/>
            <p:nvPr/>
          </p:nvSpPr>
          <p:spPr>
            <a:xfrm>
              <a:off x="4550548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g2134"/>
            <p:cNvSpPr/>
            <p:nvPr/>
          </p:nvSpPr>
          <p:spPr>
            <a:xfrm>
              <a:off x="4562185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g2135"/>
            <p:cNvSpPr/>
            <p:nvPr/>
          </p:nvSpPr>
          <p:spPr>
            <a:xfrm>
              <a:off x="4573822" y="442388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g2136"/>
            <p:cNvSpPr/>
            <p:nvPr/>
          </p:nvSpPr>
          <p:spPr>
            <a:xfrm>
              <a:off x="4445812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g2137"/>
            <p:cNvSpPr/>
            <p:nvPr/>
          </p:nvSpPr>
          <p:spPr>
            <a:xfrm>
              <a:off x="4457449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g2138"/>
            <p:cNvSpPr/>
            <p:nvPr/>
          </p:nvSpPr>
          <p:spPr>
            <a:xfrm>
              <a:off x="4469086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g2139"/>
            <p:cNvSpPr/>
            <p:nvPr/>
          </p:nvSpPr>
          <p:spPr>
            <a:xfrm>
              <a:off x="4480724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g2140"/>
            <p:cNvSpPr/>
            <p:nvPr/>
          </p:nvSpPr>
          <p:spPr>
            <a:xfrm>
              <a:off x="4492361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g2141"/>
            <p:cNvSpPr/>
            <p:nvPr/>
          </p:nvSpPr>
          <p:spPr>
            <a:xfrm>
              <a:off x="4503998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g2142"/>
            <p:cNvSpPr/>
            <p:nvPr/>
          </p:nvSpPr>
          <p:spPr>
            <a:xfrm>
              <a:off x="4515636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g2143"/>
            <p:cNvSpPr/>
            <p:nvPr/>
          </p:nvSpPr>
          <p:spPr>
            <a:xfrm>
              <a:off x="4527273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g2144"/>
            <p:cNvSpPr/>
            <p:nvPr/>
          </p:nvSpPr>
          <p:spPr>
            <a:xfrm>
              <a:off x="4538910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g2145"/>
            <p:cNvSpPr/>
            <p:nvPr/>
          </p:nvSpPr>
          <p:spPr>
            <a:xfrm>
              <a:off x="4550548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g2146"/>
            <p:cNvSpPr/>
            <p:nvPr/>
          </p:nvSpPr>
          <p:spPr>
            <a:xfrm>
              <a:off x="4562185" y="44381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g2147"/>
            <p:cNvSpPr/>
            <p:nvPr/>
          </p:nvSpPr>
          <p:spPr>
            <a:xfrm>
              <a:off x="4445812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g2148"/>
            <p:cNvSpPr/>
            <p:nvPr/>
          </p:nvSpPr>
          <p:spPr>
            <a:xfrm>
              <a:off x="4457449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g2149"/>
            <p:cNvSpPr/>
            <p:nvPr/>
          </p:nvSpPr>
          <p:spPr>
            <a:xfrm>
              <a:off x="4469086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g2150"/>
            <p:cNvSpPr/>
            <p:nvPr/>
          </p:nvSpPr>
          <p:spPr>
            <a:xfrm>
              <a:off x="4480724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g2151"/>
            <p:cNvSpPr/>
            <p:nvPr/>
          </p:nvSpPr>
          <p:spPr>
            <a:xfrm>
              <a:off x="4492361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g2152"/>
            <p:cNvSpPr/>
            <p:nvPr/>
          </p:nvSpPr>
          <p:spPr>
            <a:xfrm>
              <a:off x="4503998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g2153"/>
            <p:cNvSpPr/>
            <p:nvPr/>
          </p:nvSpPr>
          <p:spPr>
            <a:xfrm>
              <a:off x="4515636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g2154"/>
            <p:cNvSpPr/>
            <p:nvPr/>
          </p:nvSpPr>
          <p:spPr>
            <a:xfrm>
              <a:off x="4527273" y="445248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g2155"/>
            <p:cNvSpPr/>
            <p:nvPr/>
          </p:nvSpPr>
          <p:spPr>
            <a:xfrm>
              <a:off x="4445812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g2156"/>
            <p:cNvSpPr/>
            <p:nvPr/>
          </p:nvSpPr>
          <p:spPr>
            <a:xfrm>
              <a:off x="4457449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g2157"/>
            <p:cNvSpPr/>
            <p:nvPr/>
          </p:nvSpPr>
          <p:spPr>
            <a:xfrm>
              <a:off x="4469086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g2158"/>
            <p:cNvSpPr/>
            <p:nvPr/>
          </p:nvSpPr>
          <p:spPr>
            <a:xfrm>
              <a:off x="4480724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g2159"/>
            <p:cNvSpPr/>
            <p:nvPr/>
          </p:nvSpPr>
          <p:spPr>
            <a:xfrm>
              <a:off x="4492361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g2160"/>
            <p:cNvSpPr/>
            <p:nvPr/>
          </p:nvSpPr>
          <p:spPr>
            <a:xfrm>
              <a:off x="4503998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g2161"/>
            <p:cNvSpPr/>
            <p:nvPr/>
          </p:nvSpPr>
          <p:spPr>
            <a:xfrm>
              <a:off x="4515636" y="44667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g2162"/>
            <p:cNvSpPr/>
            <p:nvPr/>
          </p:nvSpPr>
          <p:spPr>
            <a:xfrm>
              <a:off x="4422537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g2163"/>
            <p:cNvSpPr/>
            <p:nvPr/>
          </p:nvSpPr>
          <p:spPr>
            <a:xfrm>
              <a:off x="4434174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g2164"/>
            <p:cNvSpPr/>
            <p:nvPr/>
          </p:nvSpPr>
          <p:spPr>
            <a:xfrm>
              <a:off x="4445812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g2165"/>
            <p:cNvSpPr/>
            <p:nvPr/>
          </p:nvSpPr>
          <p:spPr>
            <a:xfrm>
              <a:off x="4457449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g2166"/>
            <p:cNvSpPr/>
            <p:nvPr/>
          </p:nvSpPr>
          <p:spPr>
            <a:xfrm>
              <a:off x="4469086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g2167"/>
            <p:cNvSpPr/>
            <p:nvPr/>
          </p:nvSpPr>
          <p:spPr>
            <a:xfrm>
              <a:off x="4480724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g2168"/>
            <p:cNvSpPr/>
            <p:nvPr/>
          </p:nvSpPr>
          <p:spPr>
            <a:xfrm>
              <a:off x="4492361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g2169"/>
            <p:cNvSpPr/>
            <p:nvPr/>
          </p:nvSpPr>
          <p:spPr>
            <a:xfrm>
              <a:off x="4503998" y="448108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g2170"/>
            <p:cNvSpPr/>
            <p:nvPr/>
          </p:nvSpPr>
          <p:spPr>
            <a:xfrm>
              <a:off x="4422537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g2171"/>
            <p:cNvSpPr/>
            <p:nvPr/>
          </p:nvSpPr>
          <p:spPr>
            <a:xfrm>
              <a:off x="4434174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g2172"/>
            <p:cNvSpPr/>
            <p:nvPr/>
          </p:nvSpPr>
          <p:spPr>
            <a:xfrm>
              <a:off x="4445812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g2173"/>
            <p:cNvSpPr/>
            <p:nvPr/>
          </p:nvSpPr>
          <p:spPr>
            <a:xfrm>
              <a:off x="4457449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g2174"/>
            <p:cNvSpPr/>
            <p:nvPr/>
          </p:nvSpPr>
          <p:spPr>
            <a:xfrm>
              <a:off x="4469086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g2175"/>
            <p:cNvSpPr/>
            <p:nvPr/>
          </p:nvSpPr>
          <p:spPr>
            <a:xfrm>
              <a:off x="4480724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g2176"/>
            <p:cNvSpPr/>
            <p:nvPr/>
          </p:nvSpPr>
          <p:spPr>
            <a:xfrm>
              <a:off x="4492361" y="449538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g2177"/>
            <p:cNvSpPr/>
            <p:nvPr/>
          </p:nvSpPr>
          <p:spPr>
            <a:xfrm>
              <a:off x="4410900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g2178"/>
            <p:cNvSpPr/>
            <p:nvPr/>
          </p:nvSpPr>
          <p:spPr>
            <a:xfrm>
              <a:off x="4422537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g2179"/>
            <p:cNvSpPr/>
            <p:nvPr/>
          </p:nvSpPr>
          <p:spPr>
            <a:xfrm>
              <a:off x="4434174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g2180"/>
            <p:cNvSpPr/>
            <p:nvPr/>
          </p:nvSpPr>
          <p:spPr>
            <a:xfrm>
              <a:off x="4445812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g2181"/>
            <p:cNvSpPr/>
            <p:nvPr/>
          </p:nvSpPr>
          <p:spPr>
            <a:xfrm>
              <a:off x="4457449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g2182"/>
            <p:cNvSpPr/>
            <p:nvPr/>
          </p:nvSpPr>
          <p:spPr>
            <a:xfrm>
              <a:off x="4469086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g2183"/>
            <p:cNvSpPr/>
            <p:nvPr/>
          </p:nvSpPr>
          <p:spPr>
            <a:xfrm>
              <a:off x="4480724" y="45096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g2184"/>
            <p:cNvSpPr/>
            <p:nvPr/>
          </p:nvSpPr>
          <p:spPr>
            <a:xfrm>
              <a:off x="4410900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g2185"/>
            <p:cNvSpPr/>
            <p:nvPr/>
          </p:nvSpPr>
          <p:spPr>
            <a:xfrm>
              <a:off x="4422537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g2186"/>
            <p:cNvSpPr/>
            <p:nvPr/>
          </p:nvSpPr>
          <p:spPr>
            <a:xfrm>
              <a:off x="4434174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g2187"/>
            <p:cNvSpPr/>
            <p:nvPr/>
          </p:nvSpPr>
          <p:spPr>
            <a:xfrm>
              <a:off x="4445812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g2188"/>
            <p:cNvSpPr/>
            <p:nvPr/>
          </p:nvSpPr>
          <p:spPr>
            <a:xfrm>
              <a:off x="4457449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g2189"/>
            <p:cNvSpPr/>
            <p:nvPr/>
          </p:nvSpPr>
          <p:spPr>
            <a:xfrm>
              <a:off x="4469086" y="452398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g2190"/>
            <p:cNvSpPr/>
            <p:nvPr/>
          </p:nvSpPr>
          <p:spPr>
            <a:xfrm>
              <a:off x="4399262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g2191"/>
            <p:cNvSpPr/>
            <p:nvPr/>
          </p:nvSpPr>
          <p:spPr>
            <a:xfrm>
              <a:off x="4410900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g2192"/>
            <p:cNvSpPr/>
            <p:nvPr/>
          </p:nvSpPr>
          <p:spPr>
            <a:xfrm>
              <a:off x="4422537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g2193"/>
            <p:cNvSpPr/>
            <p:nvPr/>
          </p:nvSpPr>
          <p:spPr>
            <a:xfrm>
              <a:off x="4434174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g2194"/>
            <p:cNvSpPr/>
            <p:nvPr/>
          </p:nvSpPr>
          <p:spPr>
            <a:xfrm>
              <a:off x="4445812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g2195"/>
            <p:cNvSpPr/>
            <p:nvPr/>
          </p:nvSpPr>
          <p:spPr>
            <a:xfrm>
              <a:off x="4457449" y="45382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g2196"/>
            <p:cNvSpPr/>
            <p:nvPr/>
          </p:nvSpPr>
          <p:spPr>
            <a:xfrm>
              <a:off x="4399262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g2197"/>
            <p:cNvSpPr/>
            <p:nvPr/>
          </p:nvSpPr>
          <p:spPr>
            <a:xfrm>
              <a:off x="4410900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g2198"/>
            <p:cNvSpPr/>
            <p:nvPr/>
          </p:nvSpPr>
          <p:spPr>
            <a:xfrm>
              <a:off x="4422537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g2199"/>
            <p:cNvSpPr/>
            <p:nvPr/>
          </p:nvSpPr>
          <p:spPr>
            <a:xfrm>
              <a:off x="4434174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g2200"/>
            <p:cNvSpPr/>
            <p:nvPr/>
          </p:nvSpPr>
          <p:spPr>
            <a:xfrm>
              <a:off x="4445812" y="455258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g2201"/>
            <p:cNvSpPr/>
            <p:nvPr/>
          </p:nvSpPr>
          <p:spPr>
            <a:xfrm>
              <a:off x="4387625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g2202"/>
            <p:cNvSpPr/>
            <p:nvPr/>
          </p:nvSpPr>
          <p:spPr>
            <a:xfrm>
              <a:off x="4399262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g2203"/>
            <p:cNvSpPr/>
            <p:nvPr/>
          </p:nvSpPr>
          <p:spPr>
            <a:xfrm>
              <a:off x="4410900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g2204"/>
            <p:cNvSpPr/>
            <p:nvPr/>
          </p:nvSpPr>
          <p:spPr>
            <a:xfrm>
              <a:off x="4422537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g2205"/>
            <p:cNvSpPr/>
            <p:nvPr/>
          </p:nvSpPr>
          <p:spPr>
            <a:xfrm>
              <a:off x="4434174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g2206"/>
            <p:cNvSpPr/>
            <p:nvPr/>
          </p:nvSpPr>
          <p:spPr>
            <a:xfrm>
              <a:off x="4445812" y="456688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g2207"/>
            <p:cNvSpPr/>
            <p:nvPr/>
          </p:nvSpPr>
          <p:spPr>
            <a:xfrm>
              <a:off x="4387625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g2208"/>
            <p:cNvSpPr/>
            <p:nvPr/>
          </p:nvSpPr>
          <p:spPr>
            <a:xfrm>
              <a:off x="4399262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g2209"/>
            <p:cNvSpPr/>
            <p:nvPr/>
          </p:nvSpPr>
          <p:spPr>
            <a:xfrm>
              <a:off x="4410900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g2210"/>
            <p:cNvSpPr/>
            <p:nvPr/>
          </p:nvSpPr>
          <p:spPr>
            <a:xfrm>
              <a:off x="4422537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g2211"/>
            <p:cNvSpPr/>
            <p:nvPr/>
          </p:nvSpPr>
          <p:spPr>
            <a:xfrm>
              <a:off x="4434174" y="45811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g2212"/>
            <p:cNvSpPr/>
            <p:nvPr/>
          </p:nvSpPr>
          <p:spPr>
            <a:xfrm>
              <a:off x="4375988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g2213"/>
            <p:cNvSpPr/>
            <p:nvPr/>
          </p:nvSpPr>
          <p:spPr>
            <a:xfrm>
              <a:off x="4387625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g2214"/>
            <p:cNvSpPr/>
            <p:nvPr/>
          </p:nvSpPr>
          <p:spPr>
            <a:xfrm>
              <a:off x="4399262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g2215"/>
            <p:cNvSpPr/>
            <p:nvPr/>
          </p:nvSpPr>
          <p:spPr>
            <a:xfrm>
              <a:off x="4410900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g2216"/>
            <p:cNvSpPr/>
            <p:nvPr/>
          </p:nvSpPr>
          <p:spPr>
            <a:xfrm>
              <a:off x="4422537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g2217"/>
            <p:cNvSpPr/>
            <p:nvPr/>
          </p:nvSpPr>
          <p:spPr>
            <a:xfrm>
              <a:off x="4434174" y="459549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g2218"/>
            <p:cNvSpPr/>
            <p:nvPr/>
          </p:nvSpPr>
          <p:spPr>
            <a:xfrm>
              <a:off x="4375988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g2219"/>
            <p:cNvSpPr/>
            <p:nvPr/>
          </p:nvSpPr>
          <p:spPr>
            <a:xfrm>
              <a:off x="4387625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g2220"/>
            <p:cNvSpPr/>
            <p:nvPr/>
          </p:nvSpPr>
          <p:spPr>
            <a:xfrm>
              <a:off x="4399262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g2221"/>
            <p:cNvSpPr/>
            <p:nvPr/>
          </p:nvSpPr>
          <p:spPr>
            <a:xfrm>
              <a:off x="4410900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g2222"/>
            <p:cNvSpPr/>
            <p:nvPr/>
          </p:nvSpPr>
          <p:spPr>
            <a:xfrm>
              <a:off x="4422537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g2223"/>
            <p:cNvSpPr/>
            <p:nvPr/>
          </p:nvSpPr>
          <p:spPr>
            <a:xfrm>
              <a:off x="4434174" y="46097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g2224"/>
            <p:cNvSpPr/>
            <p:nvPr/>
          </p:nvSpPr>
          <p:spPr>
            <a:xfrm>
              <a:off x="4375988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g2225"/>
            <p:cNvSpPr/>
            <p:nvPr/>
          </p:nvSpPr>
          <p:spPr>
            <a:xfrm>
              <a:off x="4387625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g2226"/>
            <p:cNvSpPr/>
            <p:nvPr/>
          </p:nvSpPr>
          <p:spPr>
            <a:xfrm>
              <a:off x="4399262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g2227"/>
            <p:cNvSpPr/>
            <p:nvPr/>
          </p:nvSpPr>
          <p:spPr>
            <a:xfrm>
              <a:off x="4410900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g2228"/>
            <p:cNvSpPr/>
            <p:nvPr/>
          </p:nvSpPr>
          <p:spPr>
            <a:xfrm>
              <a:off x="4422537" y="462409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g2229"/>
            <p:cNvSpPr/>
            <p:nvPr/>
          </p:nvSpPr>
          <p:spPr>
            <a:xfrm>
              <a:off x="368938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g2230"/>
            <p:cNvSpPr/>
            <p:nvPr/>
          </p:nvSpPr>
          <p:spPr>
            <a:xfrm>
              <a:off x="3701023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g2231"/>
            <p:cNvSpPr/>
            <p:nvPr/>
          </p:nvSpPr>
          <p:spPr>
            <a:xfrm>
              <a:off x="371266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g2232"/>
            <p:cNvSpPr/>
            <p:nvPr/>
          </p:nvSpPr>
          <p:spPr>
            <a:xfrm>
              <a:off x="3724297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g2233"/>
            <p:cNvSpPr/>
            <p:nvPr/>
          </p:nvSpPr>
          <p:spPr>
            <a:xfrm>
              <a:off x="4375988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g2234"/>
            <p:cNvSpPr/>
            <p:nvPr/>
          </p:nvSpPr>
          <p:spPr>
            <a:xfrm>
              <a:off x="4387625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g2235"/>
            <p:cNvSpPr/>
            <p:nvPr/>
          </p:nvSpPr>
          <p:spPr>
            <a:xfrm>
              <a:off x="4399262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g2236"/>
            <p:cNvSpPr/>
            <p:nvPr/>
          </p:nvSpPr>
          <p:spPr>
            <a:xfrm>
              <a:off x="4410900" y="463839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g2237"/>
            <p:cNvSpPr/>
            <p:nvPr/>
          </p:nvSpPr>
          <p:spPr>
            <a:xfrm>
              <a:off x="368938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g2238"/>
            <p:cNvSpPr/>
            <p:nvPr/>
          </p:nvSpPr>
          <p:spPr>
            <a:xfrm>
              <a:off x="3701023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g2239"/>
            <p:cNvSpPr/>
            <p:nvPr/>
          </p:nvSpPr>
          <p:spPr>
            <a:xfrm>
              <a:off x="371266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g2240"/>
            <p:cNvSpPr/>
            <p:nvPr/>
          </p:nvSpPr>
          <p:spPr>
            <a:xfrm>
              <a:off x="3724297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g2241"/>
            <p:cNvSpPr/>
            <p:nvPr/>
          </p:nvSpPr>
          <p:spPr>
            <a:xfrm>
              <a:off x="373593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g2242"/>
            <p:cNvSpPr/>
            <p:nvPr/>
          </p:nvSpPr>
          <p:spPr>
            <a:xfrm>
              <a:off x="3782484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g2243"/>
            <p:cNvSpPr/>
            <p:nvPr/>
          </p:nvSpPr>
          <p:spPr>
            <a:xfrm>
              <a:off x="3794121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g2244"/>
            <p:cNvSpPr/>
            <p:nvPr/>
          </p:nvSpPr>
          <p:spPr>
            <a:xfrm>
              <a:off x="3805759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g2245"/>
            <p:cNvSpPr/>
            <p:nvPr/>
          </p:nvSpPr>
          <p:spPr>
            <a:xfrm>
              <a:off x="3817396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g2246"/>
            <p:cNvSpPr/>
            <p:nvPr/>
          </p:nvSpPr>
          <p:spPr>
            <a:xfrm>
              <a:off x="3829033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g2247"/>
            <p:cNvSpPr/>
            <p:nvPr/>
          </p:nvSpPr>
          <p:spPr>
            <a:xfrm>
              <a:off x="4375988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g2248"/>
            <p:cNvSpPr/>
            <p:nvPr/>
          </p:nvSpPr>
          <p:spPr>
            <a:xfrm>
              <a:off x="4387625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g2249"/>
            <p:cNvSpPr/>
            <p:nvPr/>
          </p:nvSpPr>
          <p:spPr>
            <a:xfrm>
              <a:off x="4399262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g2250"/>
            <p:cNvSpPr/>
            <p:nvPr/>
          </p:nvSpPr>
          <p:spPr>
            <a:xfrm>
              <a:off x="4410900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g2251"/>
            <p:cNvSpPr/>
            <p:nvPr/>
          </p:nvSpPr>
          <p:spPr>
            <a:xfrm>
              <a:off x="4422537" y="46526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g2252"/>
            <p:cNvSpPr/>
            <p:nvPr/>
          </p:nvSpPr>
          <p:spPr>
            <a:xfrm>
              <a:off x="3607924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g2253"/>
            <p:cNvSpPr/>
            <p:nvPr/>
          </p:nvSpPr>
          <p:spPr>
            <a:xfrm>
              <a:off x="361956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g2254"/>
            <p:cNvSpPr/>
            <p:nvPr/>
          </p:nvSpPr>
          <p:spPr>
            <a:xfrm>
              <a:off x="367774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g2255"/>
            <p:cNvSpPr/>
            <p:nvPr/>
          </p:nvSpPr>
          <p:spPr>
            <a:xfrm>
              <a:off x="368938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g2256"/>
            <p:cNvSpPr/>
            <p:nvPr/>
          </p:nvSpPr>
          <p:spPr>
            <a:xfrm>
              <a:off x="370102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g2257"/>
            <p:cNvSpPr/>
            <p:nvPr/>
          </p:nvSpPr>
          <p:spPr>
            <a:xfrm>
              <a:off x="371266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g2258"/>
            <p:cNvSpPr/>
            <p:nvPr/>
          </p:nvSpPr>
          <p:spPr>
            <a:xfrm>
              <a:off x="3724297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g2259"/>
            <p:cNvSpPr/>
            <p:nvPr/>
          </p:nvSpPr>
          <p:spPr>
            <a:xfrm>
              <a:off x="373593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g2260"/>
            <p:cNvSpPr/>
            <p:nvPr/>
          </p:nvSpPr>
          <p:spPr>
            <a:xfrm>
              <a:off x="3782484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g2261"/>
            <p:cNvSpPr/>
            <p:nvPr/>
          </p:nvSpPr>
          <p:spPr>
            <a:xfrm>
              <a:off x="379412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g2262"/>
            <p:cNvSpPr/>
            <p:nvPr/>
          </p:nvSpPr>
          <p:spPr>
            <a:xfrm>
              <a:off x="3805759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g2263"/>
            <p:cNvSpPr/>
            <p:nvPr/>
          </p:nvSpPr>
          <p:spPr>
            <a:xfrm>
              <a:off x="3817396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g2264"/>
            <p:cNvSpPr/>
            <p:nvPr/>
          </p:nvSpPr>
          <p:spPr>
            <a:xfrm>
              <a:off x="382903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g2265"/>
            <p:cNvSpPr/>
            <p:nvPr/>
          </p:nvSpPr>
          <p:spPr>
            <a:xfrm>
              <a:off x="3840671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g2266"/>
            <p:cNvSpPr/>
            <p:nvPr/>
          </p:nvSpPr>
          <p:spPr>
            <a:xfrm>
              <a:off x="385230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g2267"/>
            <p:cNvSpPr/>
            <p:nvPr/>
          </p:nvSpPr>
          <p:spPr>
            <a:xfrm>
              <a:off x="386394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g2268"/>
            <p:cNvSpPr/>
            <p:nvPr/>
          </p:nvSpPr>
          <p:spPr>
            <a:xfrm>
              <a:off x="3875583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g2269"/>
            <p:cNvSpPr/>
            <p:nvPr/>
          </p:nvSpPr>
          <p:spPr>
            <a:xfrm>
              <a:off x="388722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g2270"/>
            <p:cNvSpPr/>
            <p:nvPr/>
          </p:nvSpPr>
          <p:spPr>
            <a:xfrm>
              <a:off x="3898857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g2271"/>
            <p:cNvSpPr/>
            <p:nvPr/>
          </p:nvSpPr>
          <p:spPr>
            <a:xfrm>
              <a:off x="391049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g2272"/>
            <p:cNvSpPr/>
            <p:nvPr/>
          </p:nvSpPr>
          <p:spPr>
            <a:xfrm>
              <a:off x="4375988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g2273"/>
            <p:cNvSpPr/>
            <p:nvPr/>
          </p:nvSpPr>
          <p:spPr>
            <a:xfrm>
              <a:off x="4387625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g2274"/>
            <p:cNvSpPr/>
            <p:nvPr/>
          </p:nvSpPr>
          <p:spPr>
            <a:xfrm>
              <a:off x="4399262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g2275"/>
            <p:cNvSpPr/>
            <p:nvPr/>
          </p:nvSpPr>
          <p:spPr>
            <a:xfrm>
              <a:off x="4410900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g2276"/>
            <p:cNvSpPr/>
            <p:nvPr/>
          </p:nvSpPr>
          <p:spPr>
            <a:xfrm>
              <a:off x="4422537" y="466699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g2277"/>
            <p:cNvSpPr/>
            <p:nvPr/>
          </p:nvSpPr>
          <p:spPr>
            <a:xfrm>
              <a:off x="345663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g2278"/>
            <p:cNvSpPr/>
            <p:nvPr/>
          </p:nvSpPr>
          <p:spPr>
            <a:xfrm>
              <a:off x="346827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g2279"/>
            <p:cNvSpPr/>
            <p:nvPr/>
          </p:nvSpPr>
          <p:spPr>
            <a:xfrm>
              <a:off x="347991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g2280"/>
            <p:cNvSpPr/>
            <p:nvPr/>
          </p:nvSpPr>
          <p:spPr>
            <a:xfrm>
              <a:off x="349155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g2281"/>
            <p:cNvSpPr/>
            <p:nvPr/>
          </p:nvSpPr>
          <p:spPr>
            <a:xfrm>
              <a:off x="350318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g2282"/>
            <p:cNvSpPr/>
            <p:nvPr/>
          </p:nvSpPr>
          <p:spPr>
            <a:xfrm>
              <a:off x="356137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g2283"/>
            <p:cNvSpPr/>
            <p:nvPr/>
          </p:nvSpPr>
          <p:spPr>
            <a:xfrm>
              <a:off x="357301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g2284"/>
            <p:cNvSpPr/>
            <p:nvPr/>
          </p:nvSpPr>
          <p:spPr>
            <a:xfrm>
              <a:off x="358464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g2285"/>
            <p:cNvSpPr/>
            <p:nvPr/>
          </p:nvSpPr>
          <p:spPr>
            <a:xfrm>
              <a:off x="359628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g2286"/>
            <p:cNvSpPr/>
            <p:nvPr/>
          </p:nvSpPr>
          <p:spPr>
            <a:xfrm>
              <a:off x="360792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g2287"/>
            <p:cNvSpPr/>
            <p:nvPr/>
          </p:nvSpPr>
          <p:spPr>
            <a:xfrm>
              <a:off x="361956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g2288"/>
            <p:cNvSpPr/>
            <p:nvPr/>
          </p:nvSpPr>
          <p:spPr>
            <a:xfrm>
              <a:off x="363119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g2289"/>
            <p:cNvSpPr/>
            <p:nvPr/>
          </p:nvSpPr>
          <p:spPr>
            <a:xfrm>
              <a:off x="364283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g2290"/>
            <p:cNvSpPr/>
            <p:nvPr/>
          </p:nvSpPr>
          <p:spPr>
            <a:xfrm>
              <a:off x="365447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g2291"/>
            <p:cNvSpPr/>
            <p:nvPr/>
          </p:nvSpPr>
          <p:spPr>
            <a:xfrm>
              <a:off x="366611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g2292"/>
            <p:cNvSpPr/>
            <p:nvPr/>
          </p:nvSpPr>
          <p:spPr>
            <a:xfrm>
              <a:off x="367774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g2293"/>
            <p:cNvSpPr/>
            <p:nvPr/>
          </p:nvSpPr>
          <p:spPr>
            <a:xfrm>
              <a:off x="368938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g2294"/>
            <p:cNvSpPr/>
            <p:nvPr/>
          </p:nvSpPr>
          <p:spPr>
            <a:xfrm>
              <a:off x="370102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g2295"/>
            <p:cNvSpPr/>
            <p:nvPr/>
          </p:nvSpPr>
          <p:spPr>
            <a:xfrm>
              <a:off x="371266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g2296"/>
            <p:cNvSpPr/>
            <p:nvPr/>
          </p:nvSpPr>
          <p:spPr>
            <a:xfrm>
              <a:off x="372429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g2297"/>
            <p:cNvSpPr/>
            <p:nvPr/>
          </p:nvSpPr>
          <p:spPr>
            <a:xfrm>
              <a:off x="373593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g2298"/>
            <p:cNvSpPr/>
            <p:nvPr/>
          </p:nvSpPr>
          <p:spPr>
            <a:xfrm>
              <a:off x="374757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g2299"/>
            <p:cNvSpPr/>
            <p:nvPr/>
          </p:nvSpPr>
          <p:spPr>
            <a:xfrm>
              <a:off x="375920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g2300"/>
            <p:cNvSpPr/>
            <p:nvPr/>
          </p:nvSpPr>
          <p:spPr>
            <a:xfrm>
              <a:off x="377084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g2301"/>
            <p:cNvSpPr/>
            <p:nvPr/>
          </p:nvSpPr>
          <p:spPr>
            <a:xfrm>
              <a:off x="378248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g2302"/>
            <p:cNvSpPr/>
            <p:nvPr/>
          </p:nvSpPr>
          <p:spPr>
            <a:xfrm>
              <a:off x="379412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g2303"/>
            <p:cNvSpPr/>
            <p:nvPr/>
          </p:nvSpPr>
          <p:spPr>
            <a:xfrm>
              <a:off x="3805759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g2304"/>
            <p:cNvSpPr/>
            <p:nvPr/>
          </p:nvSpPr>
          <p:spPr>
            <a:xfrm>
              <a:off x="3817396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g2305"/>
            <p:cNvSpPr/>
            <p:nvPr/>
          </p:nvSpPr>
          <p:spPr>
            <a:xfrm>
              <a:off x="382903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g2306"/>
            <p:cNvSpPr/>
            <p:nvPr/>
          </p:nvSpPr>
          <p:spPr>
            <a:xfrm>
              <a:off x="3840671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g2307"/>
            <p:cNvSpPr/>
            <p:nvPr/>
          </p:nvSpPr>
          <p:spPr>
            <a:xfrm>
              <a:off x="385230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g2308"/>
            <p:cNvSpPr/>
            <p:nvPr/>
          </p:nvSpPr>
          <p:spPr>
            <a:xfrm>
              <a:off x="386394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g2309"/>
            <p:cNvSpPr/>
            <p:nvPr/>
          </p:nvSpPr>
          <p:spPr>
            <a:xfrm>
              <a:off x="3875583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g2310"/>
            <p:cNvSpPr/>
            <p:nvPr/>
          </p:nvSpPr>
          <p:spPr>
            <a:xfrm>
              <a:off x="388722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g2311"/>
            <p:cNvSpPr/>
            <p:nvPr/>
          </p:nvSpPr>
          <p:spPr>
            <a:xfrm>
              <a:off x="389885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g2312"/>
            <p:cNvSpPr/>
            <p:nvPr/>
          </p:nvSpPr>
          <p:spPr>
            <a:xfrm>
              <a:off x="391049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g2313"/>
            <p:cNvSpPr/>
            <p:nvPr/>
          </p:nvSpPr>
          <p:spPr>
            <a:xfrm>
              <a:off x="392213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g2314"/>
            <p:cNvSpPr/>
            <p:nvPr/>
          </p:nvSpPr>
          <p:spPr>
            <a:xfrm>
              <a:off x="3957044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g2315"/>
            <p:cNvSpPr/>
            <p:nvPr/>
          </p:nvSpPr>
          <p:spPr>
            <a:xfrm>
              <a:off x="4375988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g2316"/>
            <p:cNvSpPr/>
            <p:nvPr/>
          </p:nvSpPr>
          <p:spPr>
            <a:xfrm>
              <a:off x="4387625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g2317"/>
            <p:cNvSpPr/>
            <p:nvPr/>
          </p:nvSpPr>
          <p:spPr>
            <a:xfrm>
              <a:off x="4399262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g2318"/>
            <p:cNvSpPr/>
            <p:nvPr/>
          </p:nvSpPr>
          <p:spPr>
            <a:xfrm>
              <a:off x="4410900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g2319"/>
            <p:cNvSpPr/>
            <p:nvPr/>
          </p:nvSpPr>
          <p:spPr>
            <a:xfrm>
              <a:off x="4422537" y="46812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g2320"/>
            <p:cNvSpPr/>
            <p:nvPr/>
          </p:nvSpPr>
          <p:spPr>
            <a:xfrm>
              <a:off x="344500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g2321"/>
            <p:cNvSpPr/>
            <p:nvPr/>
          </p:nvSpPr>
          <p:spPr>
            <a:xfrm>
              <a:off x="345663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g2322"/>
            <p:cNvSpPr/>
            <p:nvPr/>
          </p:nvSpPr>
          <p:spPr>
            <a:xfrm>
              <a:off x="346827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g2323"/>
            <p:cNvSpPr/>
            <p:nvPr/>
          </p:nvSpPr>
          <p:spPr>
            <a:xfrm>
              <a:off x="347991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g2324"/>
            <p:cNvSpPr/>
            <p:nvPr/>
          </p:nvSpPr>
          <p:spPr>
            <a:xfrm>
              <a:off x="349155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g2325"/>
            <p:cNvSpPr/>
            <p:nvPr/>
          </p:nvSpPr>
          <p:spPr>
            <a:xfrm>
              <a:off x="350318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g2326"/>
            <p:cNvSpPr/>
            <p:nvPr/>
          </p:nvSpPr>
          <p:spPr>
            <a:xfrm>
              <a:off x="351482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g2327"/>
            <p:cNvSpPr/>
            <p:nvPr/>
          </p:nvSpPr>
          <p:spPr>
            <a:xfrm>
              <a:off x="352646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g2328"/>
            <p:cNvSpPr/>
            <p:nvPr/>
          </p:nvSpPr>
          <p:spPr>
            <a:xfrm>
              <a:off x="353810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g2329"/>
            <p:cNvSpPr/>
            <p:nvPr/>
          </p:nvSpPr>
          <p:spPr>
            <a:xfrm>
              <a:off x="354973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g2330"/>
            <p:cNvSpPr/>
            <p:nvPr/>
          </p:nvSpPr>
          <p:spPr>
            <a:xfrm>
              <a:off x="356137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g2331"/>
            <p:cNvSpPr/>
            <p:nvPr/>
          </p:nvSpPr>
          <p:spPr>
            <a:xfrm>
              <a:off x="357301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g2332"/>
            <p:cNvSpPr/>
            <p:nvPr/>
          </p:nvSpPr>
          <p:spPr>
            <a:xfrm>
              <a:off x="358464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g2333"/>
            <p:cNvSpPr/>
            <p:nvPr/>
          </p:nvSpPr>
          <p:spPr>
            <a:xfrm>
              <a:off x="359628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g2334"/>
            <p:cNvSpPr/>
            <p:nvPr/>
          </p:nvSpPr>
          <p:spPr>
            <a:xfrm>
              <a:off x="360792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g2335"/>
            <p:cNvSpPr/>
            <p:nvPr/>
          </p:nvSpPr>
          <p:spPr>
            <a:xfrm>
              <a:off x="361956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g2336"/>
            <p:cNvSpPr/>
            <p:nvPr/>
          </p:nvSpPr>
          <p:spPr>
            <a:xfrm>
              <a:off x="363119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g2337"/>
            <p:cNvSpPr/>
            <p:nvPr/>
          </p:nvSpPr>
          <p:spPr>
            <a:xfrm>
              <a:off x="364283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g2338"/>
            <p:cNvSpPr/>
            <p:nvPr/>
          </p:nvSpPr>
          <p:spPr>
            <a:xfrm>
              <a:off x="365447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g2339"/>
            <p:cNvSpPr/>
            <p:nvPr/>
          </p:nvSpPr>
          <p:spPr>
            <a:xfrm>
              <a:off x="366611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g2340"/>
            <p:cNvSpPr/>
            <p:nvPr/>
          </p:nvSpPr>
          <p:spPr>
            <a:xfrm>
              <a:off x="367774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g2341"/>
            <p:cNvSpPr/>
            <p:nvPr/>
          </p:nvSpPr>
          <p:spPr>
            <a:xfrm>
              <a:off x="368938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g2342"/>
            <p:cNvSpPr/>
            <p:nvPr/>
          </p:nvSpPr>
          <p:spPr>
            <a:xfrm>
              <a:off x="370102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g2343"/>
            <p:cNvSpPr/>
            <p:nvPr/>
          </p:nvSpPr>
          <p:spPr>
            <a:xfrm>
              <a:off x="371266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g2344"/>
            <p:cNvSpPr/>
            <p:nvPr/>
          </p:nvSpPr>
          <p:spPr>
            <a:xfrm>
              <a:off x="372429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g2345"/>
            <p:cNvSpPr/>
            <p:nvPr/>
          </p:nvSpPr>
          <p:spPr>
            <a:xfrm>
              <a:off x="373593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g2346"/>
            <p:cNvSpPr/>
            <p:nvPr/>
          </p:nvSpPr>
          <p:spPr>
            <a:xfrm>
              <a:off x="374757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g2347"/>
            <p:cNvSpPr/>
            <p:nvPr/>
          </p:nvSpPr>
          <p:spPr>
            <a:xfrm>
              <a:off x="375920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g2348"/>
            <p:cNvSpPr/>
            <p:nvPr/>
          </p:nvSpPr>
          <p:spPr>
            <a:xfrm>
              <a:off x="377084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g2349"/>
            <p:cNvSpPr/>
            <p:nvPr/>
          </p:nvSpPr>
          <p:spPr>
            <a:xfrm>
              <a:off x="378248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g2350"/>
            <p:cNvSpPr/>
            <p:nvPr/>
          </p:nvSpPr>
          <p:spPr>
            <a:xfrm>
              <a:off x="379412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g2351"/>
            <p:cNvSpPr/>
            <p:nvPr/>
          </p:nvSpPr>
          <p:spPr>
            <a:xfrm>
              <a:off x="380575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g2352"/>
            <p:cNvSpPr/>
            <p:nvPr/>
          </p:nvSpPr>
          <p:spPr>
            <a:xfrm>
              <a:off x="3817396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g2353"/>
            <p:cNvSpPr/>
            <p:nvPr/>
          </p:nvSpPr>
          <p:spPr>
            <a:xfrm>
              <a:off x="382903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g2354"/>
            <p:cNvSpPr/>
            <p:nvPr/>
          </p:nvSpPr>
          <p:spPr>
            <a:xfrm>
              <a:off x="384067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g2355"/>
            <p:cNvSpPr/>
            <p:nvPr/>
          </p:nvSpPr>
          <p:spPr>
            <a:xfrm>
              <a:off x="385230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g2356"/>
            <p:cNvSpPr/>
            <p:nvPr/>
          </p:nvSpPr>
          <p:spPr>
            <a:xfrm>
              <a:off x="386394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g2357"/>
            <p:cNvSpPr/>
            <p:nvPr/>
          </p:nvSpPr>
          <p:spPr>
            <a:xfrm>
              <a:off x="3875583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g2358"/>
            <p:cNvSpPr/>
            <p:nvPr/>
          </p:nvSpPr>
          <p:spPr>
            <a:xfrm>
              <a:off x="388722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g2359"/>
            <p:cNvSpPr/>
            <p:nvPr/>
          </p:nvSpPr>
          <p:spPr>
            <a:xfrm>
              <a:off x="389885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g2360"/>
            <p:cNvSpPr/>
            <p:nvPr/>
          </p:nvSpPr>
          <p:spPr>
            <a:xfrm>
              <a:off x="391049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g2361"/>
            <p:cNvSpPr/>
            <p:nvPr/>
          </p:nvSpPr>
          <p:spPr>
            <a:xfrm>
              <a:off x="392213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g2362"/>
            <p:cNvSpPr/>
            <p:nvPr/>
          </p:nvSpPr>
          <p:spPr>
            <a:xfrm>
              <a:off x="3933769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g2363"/>
            <p:cNvSpPr/>
            <p:nvPr/>
          </p:nvSpPr>
          <p:spPr>
            <a:xfrm>
              <a:off x="394540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g2364"/>
            <p:cNvSpPr/>
            <p:nvPr/>
          </p:nvSpPr>
          <p:spPr>
            <a:xfrm>
              <a:off x="3957044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g2365"/>
            <p:cNvSpPr/>
            <p:nvPr/>
          </p:nvSpPr>
          <p:spPr>
            <a:xfrm>
              <a:off x="3968681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g2366"/>
            <p:cNvSpPr/>
            <p:nvPr/>
          </p:nvSpPr>
          <p:spPr>
            <a:xfrm>
              <a:off x="3980318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g2367"/>
            <p:cNvSpPr/>
            <p:nvPr/>
          </p:nvSpPr>
          <p:spPr>
            <a:xfrm>
              <a:off x="4387625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g2368"/>
            <p:cNvSpPr/>
            <p:nvPr/>
          </p:nvSpPr>
          <p:spPr>
            <a:xfrm>
              <a:off x="4399262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g2369"/>
            <p:cNvSpPr/>
            <p:nvPr/>
          </p:nvSpPr>
          <p:spPr>
            <a:xfrm>
              <a:off x="4410900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g2370"/>
            <p:cNvSpPr/>
            <p:nvPr/>
          </p:nvSpPr>
          <p:spPr>
            <a:xfrm>
              <a:off x="4422537" y="469559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g2371"/>
            <p:cNvSpPr/>
            <p:nvPr/>
          </p:nvSpPr>
          <p:spPr>
            <a:xfrm>
              <a:off x="343336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g2372"/>
            <p:cNvSpPr/>
            <p:nvPr/>
          </p:nvSpPr>
          <p:spPr>
            <a:xfrm>
              <a:off x="344500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g2373"/>
            <p:cNvSpPr/>
            <p:nvPr/>
          </p:nvSpPr>
          <p:spPr>
            <a:xfrm>
              <a:off x="345663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g2374"/>
            <p:cNvSpPr/>
            <p:nvPr/>
          </p:nvSpPr>
          <p:spPr>
            <a:xfrm>
              <a:off x="346827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g2375"/>
            <p:cNvSpPr/>
            <p:nvPr/>
          </p:nvSpPr>
          <p:spPr>
            <a:xfrm>
              <a:off x="347991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g2376"/>
            <p:cNvSpPr/>
            <p:nvPr/>
          </p:nvSpPr>
          <p:spPr>
            <a:xfrm>
              <a:off x="349155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g2377"/>
            <p:cNvSpPr/>
            <p:nvPr/>
          </p:nvSpPr>
          <p:spPr>
            <a:xfrm>
              <a:off x="350318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g2378"/>
            <p:cNvSpPr/>
            <p:nvPr/>
          </p:nvSpPr>
          <p:spPr>
            <a:xfrm>
              <a:off x="351482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g2379"/>
            <p:cNvSpPr/>
            <p:nvPr/>
          </p:nvSpPr>
          <p:spPr>
            <a:xfrm>
              <a:off x="352646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g2380"/>
            <p:cNvSpPr/>
            <p:nvPr/>
          </p:nvSpPr>
          <p:spPr>
            <a:xfrm>
              <a:off x="353810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g2381"/>
            <p:cNvSpPr/>
            <p:nvPr/>
          </p:nvSpPr>
          <p:spPr>
            <a:xfrm>
              <a:off x="354973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g2382"/>
            <p:cNvSpPr/>
            <p:nvPr/>
          </p:nvSpPr>
          <p:spPr>
            <a:xfrm>
              <a:off x="356137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g2383"/>
            <p:cNvSpPr/>
            <p:nvPr/>
          </p:nvSpPr>
          <p:spPr>
            <a:xfrm>
              <a:off x="357301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g2384"/>
            <p:cNvSpPr/>
            <p:nvPr/>
          </p:nvSpPr>
          <p:spPr>
            <a:xfrm>
              <a:off x="358464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g2385"/>
            <p:cNvSpPr/>
            <p:nvPr/>
          </p:nvSpPr>
          <p:spPr>
            <a:xfrm>
              <a:off x="359628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g2386"/>
            <p:cNvSpPr/>
            <p:nvPr/>
          </p:nvSpPr>
          <p:spPr>
            <a:xfrm>
              <a:off x="360792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g2387"/>
            <p:cNvSpPr/>
            <p:nvPr/>
          </p:nvSpPr>
          <p:spPr>
            <a:xfrm>
              <a:off x="361956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g2388"/>
            <p:cNvSpPr/>
            <p:nvPr/>
          </p:nvSpPr>
          <p:spPr>
            <a:xfrm>
              <a:off x="363119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g2389"/>
            <p:cNvSpPr/>
            <p:nvPr/>
          </p:nvSpPr>
          <p:spPr>
            <a:xfrm>
              <a:off x="364283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g2390"/>
            <p:cNvSpPr/>
            <p:nvPr/>
          </p:nvSpPr>
          <p:spPr>
            <a:xfrm>
              <a:off x="365447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g2391"/>
            <p:cNvSpPr/>
            <p:nvPr/>
          </p:nvSpPr>
          <p:spPr>
            <a:xfrm>
              <a:off x="366611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g2392"/>
            <p:cNvSpPr/>
            <p:nvPr/>
          </p:nvSpPr>
          <p:spPr>
            <a:xfrm>
              <a:off x="367774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g2393"/>
            <p:cNvSpPr/>
            <p:nvPr/>
          </p:nvSpPr>
          <p:spPr>
            <a:xfrm>
              <a:off x="368938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g2394"/>
            <p:cNvSpPr/>
            <p:nvPr/>
          </p:nvSpPr>
          <p:spPr>
            <a:xfrm>
              <a:off x="370102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g2395"/>
            <p:cNvSpPr/>
            <p:nvPr/>
          </p:nvSpPr>
          <p:spPr>
            <a:xfrm>
              <a:off x="371266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g2396"/>
            <p:cNvSpPr/>
            <p:nvPr/>
          </p:nvSpPr>
          <p:spPr>
            <a:xfrm>
              <a:off x="372429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g2397"/>
            <p:cNvSpPr/>
            <p:nvPr/>
          </p:nvSpPr>
          <p:spPr>
            <a:xfrm>
              <a:off x="373593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g2398"/>
            <p:cNvSpPr/>
            <p:nvPr/>
          </p:nvSpPr>
          <p:spPr>
            <a:xfrm>
              <a:off x="374757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g2399"/>
            <p:cNvSpPr/>
            <p:nvPr/>
          </p:nvSpPr>
          <p:spPr>
            <a:xfrm>
              <a:off x="375920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g2400"/>
            <p:cNvSpPr/>
            <p:nvPr/>
          </p:nvSpPr>
          <p:spPr>
            <a:xfrm>
              <a:off x="377084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g2401"/>
            <p:cNvSpPr/>
            <p:nvPr/>
          </p:nvSpPr>
          <p:spPr>
            <a:xfrm>
              <a:off x="378248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g2402"/>
            <p:cNvSpPr/>
            <p:nvPr/>
          </p:nvSpPr>
          <p:spPr>
            <a:xfrm>
              <a:off x="379412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g2403"/>
            <p:cNvSpPr/>
            <p:nvPr/>
          </p:nvSpPr>
          <p:spPr>
            <a:xfrm>
              <a:off x="380575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g2404"/>
            <p:cNvSpPr/>
            <p:nvPr/>
          </p:nvSpPr>
          <p:spPr>
            <a:xfrm>
              <a:off x="381739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g2405"/>
            <p:cNvSpPr/>
            <p:nvPr/>
          </p:nvSpPr>
          <p:spPr>
            <a:xfrm>
              <a:off x="382903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g2406"/>
            <p:cNvSpPr/>
            <p:nvPr/>
          </p:nvSpPr>
          <p:spPr>
            <a:xfrm>
              <a:off x="384067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g2407"/>
            <p:cNvSpPr/>
            <p:nvPr/>
          </p:nvSpPr>
          <p:spPr>
            <a:xfrm>
              <a:off x="385230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g2408"/>
            <p:cNvSpPr/>
            <p:nvPr/>
          </p:nvSpPr>
          <p:spPr>
            <a:xfrm>
              <a:off x="386394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g2409"/>
            <p:cNvSpPr/>
            <p:nvPr/>
          </p:nvSpPr>
          <p:spPr>
            <a:xfrm>
              <a:off x="3875583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g2410"/>
            <p:cNvSpPr/>
            <p:nvPr/>
          </p:nvSpPr>
          <p:spPr>
            <a:xfrm>
              <a:off x="388722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g2411"/>
            <p:cNvSpPr/>
            <p:nvPr/>
          </p:nvSpPr>
          <p:spPr>
            <a:xfrm>
              <a:off x="389885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g2412"/>
            <p:cNvSpPr/>
            <p:nvPr/>
          </p:nvSpPr>
          <p:spPr>
            <a:xfrm>
              <a:off x="391049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g2413"/>
            <p:cNvSpPr/>
            <p:nvPr/>
          </p:nvSpPr>
          <p:spPr>
            <a:xfrm>
              <a:off x="392213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g2414"/>
            <p:cNvSpPr/>
            <p:nvPr/>
          </p:nvSpPr>
          <p:spPr>
            <a:xfrm>
              <a:off x="393376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g2415"/>
            <p:cNvSpPr/>
            <p:nvPr/>
          </p:nvSpPr>
          <p:spPr>
            <a:xfrm>
              <a:off x="394540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g2416"/>
            <p:cNvSpPr/>
            <p:nvPr/>
          </p:nvSpPr>
          <p:spPr>
            <a:xfrm>
              <a:off x="395704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g2417"/>
            <p:cNvSpPr/>
            <p:nvPr/>
          </p:nvSpPr>
          <p:spPr>
            <a:xfrm>
              <a:off x="3968681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g2418"/>
            <p:cNvSpPr/>
            <p:nvPr/>
          </p:nvSpPr>
          <p:spPr>
            <a:xfrm>
              <a:off x="3980318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g2419"/>
            <p:cNvSpPr/>
            <p:nvPr/>
          </p:nvSpPr>
          <p:spPr>
            <a:xfrm>
              <a:off x="409669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g2420"/>
            <p:cNvSpPr/>
            <p:nvPr/>
          </p:nvSpPr>
          <p:spPr>
            <a:xfrm>
              <a:off x="4108329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g2421"/>
            <p:cNvSpPr/>
            <p:nvPr/>
          </p:nvSpPr>
          <p:spPr>
            <a:xfrm>
              <a:off x="4119966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g2422"/>
            <p:cNvSpPr/>
            <p:nvPr/>
          </p:nvSpPr>
          <p:spPr>
            <a:xfrm>
              <a:off x="413160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g2423"/>
            <p:cNvSpPr/>
            <p:nvPr/>
          </p:nvSpPr>
          <p:spPr>
            <a:xfrm>
              <a:off x="4387625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g2424"/>
            <p:cNvSpPr/>
            <p:nvPr/>
          </p:nvSpPr>
          <p:spPr>
            <a:xfrm>
              <a:off x="4399262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g2425"/>
            <p:cNvSpPr/>
            <p:nvPr/>
          </p:nvSpPr>
          <p:spPr>
            <a:xfrm>
              <a:off x="4410900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g2426"/>
            <p:cNvSpPr/>
            <p:nvPr/>
          </p:nvSpPr>
          <p:spPr>
            <a:xfrm>
              <a:off x="4422537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g2427"/>
            <p:cNvSpPr/>
            <p:nvPr/>
          </p:nvSpPr>
          <p:spPr>
            <a:xfrm>
              <a:off x="4434174" y="470989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g2428"/>
            <p:cNvSpPr/>
            <p:nvPr/>
          </p:nvSpPr>
          <p:spPr>
            <a:xfrm>
              <a:off x="308424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g2429"/>
            <p:cNvSpPr/>
            <p:nvPr/>
          </p:nvSpPr>
          <p:spPr>
            <a:xfrm>
              <a:off x="309588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g2430"/>
            <p:cNvSpPr/>
            <p:nvPr/>
          </p:nvSpPr>
          <p:spPr>
            <a:xfrm>
              <a:off x="343336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g2431"/>
            <p:cNvSpPr/>
            <p:nvPr/>
          </p:nvSpPr>
          <p:spPr>
            <a:xfrm>
              <a:off x="344500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g2432"/>
            <p:cNvSpPr/>
            <p:nvPr/>
          </p:nvSpPr>
          <p:spPr>
            <a:xfrm>
              <a:off x="345663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g2433"/>
            <p:cNvSpPr/>
            <p:nvPr/>
          </p:nvSpPr>
          <p:spPr>
            <a:xfrm>
              <a:off x="346827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g2434"/>
            <p:cNvSpPr/>
            <p:nvPr/>
          </p:nvSpPr>
          <p:spPr>
            <a:xfrm>
              <a:off x="347991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g2435"/>
            <p:cNvSpPr/>
            <p:nvPr/>
          </p:nvSpPr>
          <p:spPr>
            <a:xfrm>
              <a:off x="349155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g2436"/>
            <p:cNvSpPr/>
            <p:nvPr/>
          </p:nvSpPr>
          <p:spPr>
            <a:xfrm>
              <a:off x="350318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g2437"/>
            <p:cNvSpPr/>
            <p:nvPr/>
          </p:nvSpPr>
          <p:spPr>
            <a:xfrm>
              <a:off x="351482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g2438"/>
            <p:cNvSpPr/>
            <p:nvPr/>
          </p:nvSpPr>
          <p:spPr>
            <a:xfrm>
              <a:off x="352646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g2439"/>
            <p:cNvSpPr/>
            <p:nvPr/>
          </p:nvSpPr>
          <p:spPr>
            <a:xfrm>
              <a:off x="353810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g2440"/>
            <p:cNvSpPr/>
            <p:nvPr/>
          </p:nvSpPr>
          <p:spPr>
            <a:xfrm>
              <a:off x="354973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g2441"/>
            <p:cNvSpPr/>
            <p:nvPr/>
          </p:nvSpPr>
          <p:spPr>
            <a:xfrm>
              <a:off x="356137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g2442"/>
            <p:cNvSpPr/>
            <p:nvPr/>
          </p:nvSpPr>
          <p:spPr>
            <a:xfrm>
              <a:off x="357301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g2443"/>
            <p:cNvSpPr/>
            <p:nvPr/>
          </p:nvSpPr>
          <p:spPr>
            <a:xfrm>
              <a:off x="358464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g2444"/>
            <p:cNvSpPr/>
            <p:nvPr/>
          </p:nvSpPr>
          <p:spPr>
            <a:xfrm>
              <a:off x="359628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g2445"/>
            <p:cNvSpPr/>
            <p:nvPr/>
          </p:nvSpPr>
          <p:spPr>
            <a:xfrm>
              <a:off x="360792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g2446"/>
            <p:cNvSpPr/>
            <p:nvPr/>
          </p:nvSpPr>
          <p:spPr>
            <a:xfrm>
              <a:off x="361956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g2447"/>
            <p:cNvSpPr/>
            <p:nvPr/>
          </p:nvSpPr>
          <p:spPr>
            <a:xfrm>
              <a:off x="363119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g2448"/>
            <p:cNvSpPr/>
            <p:nvPr/>
          </p:nvSpPr>
          <p:spPr>
            <a:xfrm>
              <a:off x="364283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g2449"/>
            <p:cNvSpPr/>
            <p:nvPr/>
          </p:nvSpPr>
          <p:spPr>
            <a:xfrm>
              <a:off x="365447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g2450"/>
            <p:cNvSpPr/>
            <p:nvPr/>
          </p:nvSpPr>
          <p:spPr>
            <a:xfrm>
              <a:off x="366611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g2451"/>
            <p:cNvSpPr/>
            <p:nvPr/>
          </p:nvSpPr>
          <p:spPr>
            <a:xfrm>
              <a:off x="367774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g2452"/>
            <p:cNvSpPr/>
            <p:nvPr/>
          </p:nvSpPr>
          <p:spPr>
            <a:xfrm>
              <a:off x="368938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g2453"/>
            <p:cNvSpPr/>
            <p:nvPr/>
          </p:nvSpPr>
          <p:spPr>
            <a:xfrm>
              <a:off x="370102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g2454"/>
            <p:cNvSpPr/>
            <p:nvPr/>
          </p:nvSpPr>
          <p:spPr>
            <a:xfrm>
              <a:off x="371266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g2455"/>
            <p:cNvSpPr/>
            <p:nvPr/>
          </p:nvSpPr>
          <p:spPr>
            <a:xfrm>
              <a:off x="372429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g2456"/>
            <p:cNvSpPr/>
            <p:nvPr/>
          </p:nvSpPr>
          <p:spPr>
            <a:xfrm>
              <a:off x="373593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g2457"/>
            <p:cNvSpPr/>
            <p:nvPr/>
          </p:nvSpPr>
          <p:spPr>
            <a:xfrm>
              <a:off x="374757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g2458"/>
            <p:cNvSpPr/>
            <p:nvPr/>
          </p:nvSpPr>
          <p:spPr>
            <a:xfrm>
              <a:off x="375920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g2459"/>
            <p:cNvSpPr/>
            <p:nvPr/>
          </p:nvSpPr>
          <p:spPr>
            <a:xfrm>
              <a:off x="377084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g2460"/>
            <p:cNvSpPr/>
            <p:nvPr/>
          </p:nvSpPr>
          <p:spPr>
            <a:xfrm>
              <a:off x="378248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g2461"/>
            <p:cNvSpPr/>
            <p:nvPr/>
          </p:nvSpPr>
          <p:spPr>
            <a:xfrm>
              <a:off x="379412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g2462"/>
            <p:cNvSpPr/>
            <p:nvPr/>
          </p:nvSpPr>
          <p:spPr>
            <a:xfrm>
              <a:off x="380575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g2463"/>
            <p:cNvSpPr/>
            <p:nvPr/>
          </p:nvSpPr>
          <p:spPr>
            <a:xfrm>
              <a:off x="381739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g2464"/>
            <p:cNvSpPr/>
            <p:nvPr/>
          </p:nvSpPr>
          <p:spPr>
            <a:xfrm>
              <a:off x="382903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g2465"/>
            <p:cNvSpPr/>
            <p:nvPr/>
          </p:nvSpPr>
          <p:spPr>
            <a:xfrm>
              <a:off x="384067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g2466"/>
            <p:cNvSpPr/>
            <p:nvPr/>
          </p:nvSpPr>
          <p:spPr>
            <a:xfrm>
              <a:off x="385230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g2467"/>
            <p:cNvSpPr/>
            <p:nvPr/>
          </p:nvSpPr>
          <p:spPr>
            <a:xfrm>
              <a:off x="386394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g2468"/>
            <p:cNvSpPr/>
            <p:nvPr/>
          </p:nvSpPr>
          <p:spPr>
            <a:xfrm>
              <a:off x="3875583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g2469"/>
            <p:cNvSpPr/>
            <p:nvPr/>
          </p:nvSpPr>
          <p:spPr>
            <a:xfrm>
              <a:off x="388722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g2470"/>
            <p:cNvSpPr/>
            <p:nvPr/>
          </p:nvSpPr>
          <p:spPr>
            <a:xfrm>
              <a:off x="389885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g2471"/>
            <p:cNvSpPr/>
            <p:nvPr/>
          </p:nvSpPr>
          <p:spPr>
            <a:xfrm>
              <a:off x="391049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g2472"/>
            <p:cNvSpPr/>
            <p:nvPr/>
          </p:nvSpPr>
          <p:spPr>
            <a:xfrm>
              <a:off x="392213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g2473"/>
            <p:cNvSpPr/>
            <p:nvPr/>
          </p:nvSpPr>
          <p:spPr>
            <a:xfrm>
              <a:off x="393376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g2474"/>
            <p:cNvSpPr/>
            <p:nvPr/>
          </p:nvSpPr>
          <p:spPr>
            <a:xfrm>
              <a:off x="394540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g2475"/>
            <p:cNvSpPr/>
            <p:nvPr/>
          </p:nvSpPr>
          <p:spPr>
            <a:xfrm>
              <a:off x="395704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g2476"/>
            <p:cNvSpPr/>
            <p:nvPr/>
          </p:nvSpPr>
          <p:spPr>
            <a:xfrm>
              <a:off x="396868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g2477"/>
            <p:cNvSpPr/>
            <p:nvPr/>
          </p:nvSpPr>
          <p:spPr>
            <a:xfrm>
              <a:off x="398031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g2478"/>
            <p:cNvSpPr/>
            <p:nvPr/>
          </p:nvSpPr>
          <p:spPr>
            <a:xfrm>
              <a:off x="408505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g2479"/>
            <p:cNvSpPr/>
            <p:nvPr/>
          </p:nvSpPr>
          <p:spPr>
            <a:xfrm>
              <a:off x="409669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g2480"/>
            <p:cNvSpPr/>
            <p:nvPr/>
          </p:nvSpPr>
          <p:spPr>
            <a:xfrm>
              <a:off x="4108329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g2481"/>
            <p:cNvSpPr/>
            <p:nvPr/>
          </p:nvSpPr>
          <p:spPr>
            <a:xfrm>
              <a:off x="4119966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g2482"/>
            <p:cNvSpPr/>
            <p:nvPr/>
          </p:nvSpPr>
          <p:spPr>
            <a:xfrm>
              <a:off x="413160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g2483"/>
            <p:cNvSpPr/>
            <p:nvPr/>
          </p:nvSpPr>
          <p:spPr>
            <a:xfrm>
              <a:off x="4143241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g2484"/>
            <p:cNvSpPr/>
            <p:nvPr/>
          </p:nvSpPr>
          <p:spPr>
            <a:xfrm>
              <a:off x="4154878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g2485"/>
            <p:cNvSpPr/>
            <p:nvPr/>
          </p:nvSpPr>
          <p:spPr>
            <a:xfrm>
              <a:off x="4387625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g2486"/>
            <p:cNvSpPr/>
            <p:nvPr/>
          </p:nvSpPr>
          <p:spPr>
            <a:xfrm>
              <a:off x="4399262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g2487"/>
            <p:cNvSpPr/>
            <p:nvPr/>
          </p:nvSpPr>
          <p:spPr>
            <a:xfrm>
              <a:off x="4410900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g2488"/>
            <p:cNvSpPr/>
            <p:nvPr/>
          </p:nvSpPr>
          <p:spPr>
            <a:xfrm>
              <a:off x="4422537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g2489"/>
            <p:cNvSpPr/>
            <p:nvPr/>
          </p:nvSpPr>
          <p:spPr>
            <a:xfrm>
              <a:off x="4434174" y="47241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g2490"/>
            <p:cNvSpPr/>
            <p:nvPr/>
          </p:nvSpPr>
          <p:spPr>
            <a:xfrm>
              <a:off x="307260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g2491"/>
            <p:cNvSpPr/>
            <p:nvPr/>
          </p:nvSpPr>
          <p:spPr>
            <a:xfrm>
              <a:off x="308424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g2492"/>
            <p:cNvSpPr/>
            <p:nvPr/>
          </p:nvSpPr>
          <p:spPr>
            <a:xfrm>
              <a:off x="309588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g2493"/>
            <p:cNvSpPr/>
            <p:nvPr/>
          </p:nvSpPr>
          <p:spPr>
            <a:xfrm>
              <a:off x="310751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g2494"/>
            <p:cNvSpPr/>
            <p:nvPr/>
          </p:nvSpPr>
          <p:spPr>
            <a:xfrm>
              <a:off x="311915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g2495"/>
            <p:cNvSpPr/>
            <p:nvPr/>
          </p:nvSpPr>
          <p:spPr>
            <a:xfrm>
              <a:off x="343336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g2496"/>
            <p:cNvSpPr/>
            <p:nvPr/>
          </p:nvSpPr>
          <p:spPr>
            <a:xfrm>
              <a:off x="344500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g2497"/>
            <p:cNvSpPr/>
            <p:nvPr/>
          </p:nvSpPr>
          <p:spPr>
            <a:xfrm>
              <a:off x="345663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g2498"/>
            <p:cNvSpPr/>
            <p:nvPr/>
          </p:nvSpPr>
          <p:spPr>
            <a:xfrm>
              <a:off x="346827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g2499"/>
            <p:cNvSpPr/>
            <p:nvPr/>
          </p:nvSpPr>
          <p:spPr>
            <a:xfrm>
              <a:off x="347991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g2500"/>
            <p:cNvSpPr/>
            <p:nvPr/>
          </p:nvSpPr>
          <p:spPr>
            <a:xfrm>
              <a:off x="349155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g2501"/>
            <p:cNvSpPr/>
            <p:nvPr/>
          </p:nvSpPr>
          <p:spPr>
            <a:xfrm>
              <a:off x="350318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g2502"/>
            <p:cNvSpPr/>
            <p:nvPr/>
          </p:nvSpPr>
          <p:spPr>
            <a:xfrm>
              <a:off x="351482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g2503"/>
            <p:cNvSpPr/>
            <p:nvPr/>
          </p:nvSpPr>
          <p:spPr>
            <a:xfrm>
              <a:off x="352646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g2504"/>
            <p:cNvSpPr/>
            <p:nvPr/>
          </p:nvSpPr>
          <p:spPr>
            <a:xfrm>
              <a:off x="353810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g2505"/>
            <p:cNvSpPr/>
            <p:nvPr/>
          </p:nvSpPr>
          <p:spPr>
            <a:xfrm>
              <a:off x="354973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g2506"/>
            <p:cNvSpPr/>
            <p:nvPr/>
          </p:nvSpPr>
          <p:spPr>
            <a:xfrm>
              <a:off x="356137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g2507"/>
            <p:cNvSpPr/>
            <p:nvPr/>
          </p:nvSpPr>
          <p:spPr>
            <a:xfrm>
              <a:off x="357301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g2508"/>
            <p:cNvSpPr/>
            <p:nvPr/>
          </p:nvSpPr>
          <p:spPr>
            <a:xfrm>
              <a:off x="358464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g2509"/>
            <p:cNvSpPr/>
            <p:nvPr/>
          </p:nvSpPr>
          <p:spPr>
            <a:xfrm>
              <a:off x="368938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g2510"/>
            <p:cNvSpPr/>
            <p:nvPr/>
          </p:nvSpPr>
          <p:spPr>
            <a:xfrm>
              <a:off x="370102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g2511"/>
            <p:cNvSpPr/>
            <p:nvPr/>
          </p:nvSpPr>
          <p:spPr>
            <a:xfrm>
              <a:off x="371266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g2512"/>
            <p:cNvSpPr/>
            <p:nvPr/>
          </p:nvSpPr>
          <p:spPr>
            <a:xfrm>
              <a:off x="372429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g2513"/>
            <p:cNvSpPr/>
            <p:nvPr/>
          </p:nvSpPr>
          <p:spPr>
            <a:xfrm>
              <a:off x="373593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g2514"/>
            <p:cNvSpPr/>
            <p:nvPr/>
          </p:nvSpPr>
          <p:spPr>
            <a:xfrm>
              <a:off x="374757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g2515"/>
            <p:cNvSpPr/>
            <p:nvPr/>
          </p:nvSpPr>
          <p:spPr>
            <a:xfrm>
              <a:off x="375920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g2516"/>
            <p:cNvSpPr/>
            <p:nvPr/>
          </p:nvSpPr>
          <p:spPr>
            <a:xfrm>
              <a:off x="377084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g2517"/>
            <p:cNvSpPr/>
            <p:nvPr/>
          </p:nvSpPr>
          <p:spPr>
            <a:xfrm>
              <a:off x="378248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g2518"/>
            <p:cNvSpPr/>
            <p:nvPr/>
          </p:nvSpPr>
          <p:spPr>
            <a:xfrm>
              <a:off x="379412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g2519"/>
            <p:cNvSpPr/>
            <p:nvPr/>
          </p:nvSpPr>
          <p:spPr>
            <a:xfrm>
              <a:off x="389885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g2520"/>
            <p:cNvSpPr/>
            <p:nvPr/>
          </p:nvSpPr>
          <p:spPr>
            <a:xfrm>
              <a:off x="391049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g2521"/>
            <p:cNvSpPr/>
            <p:nvPr/>
          </p:nvSpPr>
          <p:spPr>
            <a:xfrm>
              <a:off x="392213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g2522"/>
            <p:cNvSpPr/>
            <p:nvPr/>
          </p:nvSpPr>
          <p:spPr>
            <a:xfrm>
              <a:off x="393376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g2523"/>
            <p:cNvSpPr/>
            <p:nvPr/>
          </p:nvSpPr>
          <p:spPr>
            <a:xfrm>
              <a:off x="394540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g2524"/>
            <p:cNvSpPr/>
            <p:nvPr/>
          </p:nvSpPr>
          <p:spPr>
            <a:xfrm>
              <a:off x="395704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g2525"/>
            <p:cNvSpPr/>
            <p:nvPr/>
          </p:nvSpPr>
          <p:spPr>
            <a:xfrm>
              <a:off x="396868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g2526"/>
            <p:cNvSpPr/>
            <p:nvPr/>
          </p:nvSpPr>
          <p:spPr>
            <a:xfrm>
              <a:off x="398031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g2527"/>
            <p:cNvSpPr/>
            <p:nvPr/>
          </p:nvSpPr>
          <p:spPr>
            <a:xfrm>
              <a:off x="399195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g2528"/>
            <p:cNvSpPr/>
            <p:nvPr/>
          </p:nvSpPr>
          <p:spPr>
            <a:xfrm>
              <a:off x="406178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g2529"/>
            <p:cNvSpPr/>
            <p:nvPr/>
          </p:nvSpPr>
          <p:spPr>
            <a:xfrm>
              <a:off x="407341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g2530"/>
            <p:cNvSpPr/>
            <p:nvPr/>
          </p:nvSpPr>
          <p:spPr>
            <a:xfrm>
              <a:off x="408505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g2531"/>
            <p:cNvSpPr/>
            <p:nvPr/>
          </p:nvSpPr>
          <p:spPr>
            <a:xfrm>
              <a:off x="409669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g2532"/>
            <p:cNvSpPr/>
            <p:nvPr/>
          </p:nvSpPr>
          <p:spPr>
            <a:xfrm>
              <a:off x="4108329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g2533"/>
            <p:cNvSpPr/>
            <p:nvPr/>
          </p:nvSpPr>
          <p:spPr>
            <a:xfrm>
              <a:off x="411996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g2534"/>
            <p:cNvSpPr/>
            <p:nvPr/>
          </p:nvSpPr>
          <p:spPr>
            <a:xfrm>
              <a:off x="413160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g2535"/>
            <p:cNvSpPr/>
            <p:nvPr/>
          </p:nvSpPr>
          <p:spPr>
            <a:xfrm>
              <a:off x="4143241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g2536"/>
            <p:cNvSpPr/>
            <p:nvPr/>
          </p:nvSpPr>
          <p:spPr>
            <a:xfrm>
              <a:off x="4154878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g2537"/>
            <p:cNvSpPr/>
            <p:nvPr/>
          </p:nvSpPr>
          <p:spPr>
            <a:xfrm>
              <a:off x="4166516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g2538"/>
            <p:cNvSpPr/>
            <p:nvPr/>
          </p:nvSpPr>
          <p:spPr>
            <a:xfrm>
              <a:off x="4178153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g2539"/>
            <p:cNvSpPr/>
            <p:nvPr/>
          </p:nvSpPr>
          <p:spPr>
            <a:xfrm>
              <a:off x="4387625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g2540"/>
            <p:cNvSpPr/>
            <p:nvPr/>
          </p:nvSpPr>
          <p:spPr>
            <a:xfrm>
              <a:off x="4399262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g2541"/>
            <p:cNvSpPr/>
            <p:nvPr/>
          </p:nvSpPr>
          <p:spPr>
            <a:xfrm>
              <a:off x="4410900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g2542"/>
            <p:cNvSpPr/>
            <p:nvPr/>
          </p:nvSpPr>
          <p:spPr>
            <a:xfrm>
              <a:off x="4422537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g2543"/>
            <p:cNvSpPr/>
            <p:nvPr/>
          </p:nvSpPr>
          <p:spPr>
            <a:xfrm>
              <a:off x="4434174" y="473849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g2544"/>
            <p:cNvSpPr/>
            <p:nvPr/>
          </p:nvSpPr>
          <p:spPr>
            <a:xfrm>
              <a:off x="297950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g2545"/>
            <p:cNvSpPr/>
            <p:nvPr/>
          </p:nvSpPr>
          <p:spPr>
            <a:xfrm>
              <a:off x="299114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g2546"/>
            <p:cNvSpPr/>
            <p:nvPr/>
          </p:nvSpPr>
          <p:spPr>
            <a:xfrm>
              <a:off x="300278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g2547"/>
            <p:cNvSpPr/>
            <p:nvPr/>
          </p:nvSpPr>
          <p:spPr>
            <a:xfrm>
              <a:off x="306096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g2548"/>
            <p:cNvSpPr/>
            <p:nvPr/>
          </p:nvSpPr>
          <p:spPr>
            <a:xfrm>
              <a:off x="307260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g2549"/>
            <p:cNvSpPr/>
            <p:nvPr/>
          </p:nvSpPr>
          <p:spPr>
            <a:xfrm>
              <a:off x="308424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g2550"/>
            <p:cNvSpPr/>
            <p:nvPr/>
          </p:nvSpPr>
          <p:spPr>
            <a:xfrm>
              <a:off x="309588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g2551"/>
            <p:cNvSpPr/>
            <p:nvPr/>
          </p:nvSpPr>
          <p:spPr>
            <a:xfrm>
              <a:off x="310751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g2552"/>
            <p:cNvSpPr/>
            <p:nvPr/>
          </p:nvSpPr>
          <p:spPr>
            <a:xfrm>
              <a:off x="311915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g2553"/>
            <p:cNvSpPr/>
            <p:nvPr/>
          </p:nvSpPr>
          <p:spPr>
            <a:xfrm>
              <a:off x="313079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g2554"/>
            <p:cNvSpPr/>
            <p:nvPr/>
          </p:nvSpPr>
          <p:spPr>
            <a:xfrm>
              <a:off x="314243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g2555"/>
            <p:cNvSpPr/>
            <p:nvPr/>
          </p:nvSpPr>
          <p:spPr>
            <a:xfrm>
              <a:off x="315406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g2556"/>
            <p:cNvSpPr/>
            <p:nvPr/>
          </p:nvSpPr>
          <p:spPr>
            <a:xfrm>
              <a:off x="316570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g2557"/>
            <p:cNvSpPr/>
            <p:nvPr/>
          </p:nvSpPr>
          <p:spPr>
            <a:xfrm>
              <a:off x="317734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g2558"/>
            <p:cNvSpPr/>
            <p:nvPr/>
          </p:nvSpPr>
          <p:spPr>
            <a:xfrm>
              <a:off x="327044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g2559"/>
            <p:cNvSpPr/>
            <p:nvPr/>
          </p:nvSpPr>
          <p:spPr>
            <a:xfrm>
              <a:off x="328207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g2560"/>
            <p:cNvSpPr/>
            <p:nvPr/>
          </p:nvSpPr>
          <p:spPr>
            <a:xfrm>
              <a:off x="329371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g2561"/>
            <p:cNvSpPr/>
            <p:nvPr/>
          </p:nvSpPr>
          <p:spPr>
            <a:xfrm>
              <a:off x="330535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g2562"/>
            <p:cNvSpPr/>
            <p:nvPr/>
          </p:nvSpPr>
          <p:spPr>
            <a:xfrm>
              <a:off x="331699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g2563"/>
            <p:cNvSpPr/>
            <p:nvPr/>
          </p:nvSpPr>
          <p:spPr>
            <a:xfrm>
              <a:off x="343336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g2564"/>
            <p:cNvSpPr/>
            <p:nvPr/>
          </p:nvSpPr>
          <p:spPr>
            <a:xfrm>
              <a:off x="344500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g2565"/>
            <p:cNvSpPr/>
            <p:nvPr/>
          </p:nvSpPr>
          <p:spPr>
            <a:xfrm>
              <a:off x="345663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g2566"/>
            <p:cNvSpPr/>
            <p:nvPr/>
          </p:nvSpPr>
          <p:spPr>
            <a:xfrm>
              <a:off x="346827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g2567"/>
            <p:cNvSpPr/>
            <p:nvPr/>
          </p:nvSpPr>
          <p:spPr>
            <a:xfrm>
              <a:off x="347991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g2568"/>
            <p:cNvSpPr/>
            <p:nvPr/>
          </p:nvSpPr>
          <p:spPr>
            <a:xfrm>
              <a:off x="349155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g2569"/>
            <p:cNvSpPr/>
            <p:nvPr/>
          </p:nvSpPr>
          <p:spPr>
            <a:xfrm>
              <a:off x="350318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g2570"/>
            <p:cNvSpPr/>
            <p:nvPr/>
          </p:nvSpPr>
          <p:spPr>
            <a:xfrm>
              <a:off x="351482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g2571"/>
            <p:cNvSpPr/>
            <p:nvPr/>
          </p:nvSpPr>
          <p:spPr>
            <a:xfrm>
              <a:off x="352646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g2572"/>
            <p:cNvSpPr/>
            <p:nvPr/>
          </p:nvSpPr>
          <p:spPr>
            <a:xfrm>
              <a:off x="353810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g2573"/>
            <p:cNvSpPr/>
            <p:nvPr/>
          </p:nvSpPr>
          <p:spPr>
            <a:xfrm>
              <a:off x="354973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g2574"/>
            <p:cNvSpPr/>
            <p:nvPr/>
          </p:nvSpPr>
          <p:spPr>
            <a:xfrm>
              <a:off x="356137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g2575"/>
            <p:cNvSpPr/>
            <p:nvPr/>
          </p:nvSpPr>
          <p:spPr>
            <a:xfrm>
              <a:off x="357301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g2576"/>
            <p:cNvSpPr/>
            <p:nvPr/>
          </p:nvSpPr>
          <p:spPr>
            <a:xfrm>
              <a:off x="358464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g2577"/>
            <p:cNvSpPr/>
            <p:nvPr/>
          </p:nvSpPr>
          <p:spPr>
            <a:xfrm>
              <a:off x="393376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g2578"/>
            <p:cNvSpPr/>
            <p:nvPr/>
          </p:nvSpPr>
          <p:spPr>
            <a:xfrm>
              <a:off x="394540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g2579"/>
            <p:cNvSpPr/>
            <p:nvPr/>
          </p:nvSpPr>
          <p:spPr>
            <a:xfrm>
              <a:off x="395704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g2580"/>
            <p:cNvSpPr/>
            <p:nvPr/>
          </p:nvSpPr>
          <p:spPr>
            <a:xfrm>
              <a:off x="396868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g2581"/>
            <p:cNvSpPr/>
            <p:nvPr/>
          </p:nvSpPr>
          <p:spPr>
            <a:xfrm>
              <a:off x="398031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g2582"/>
            <p:cNvSpPr/>
            <p:nvPr/>
          </p:nvSpPr>
          <p:spPr>
            <a:xfrm>
              <a:off x="399195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g2583"/>
            <p:cNvSpPr/>
            <p:nvPr/>
          </p:nvSpPr>
          <p:spPr>
            <a:xfrm>
              <a:off x="400359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g2584"/>
            <p:cNvSpPr/>
            <p:nvPr/>
          </p:nvSpPr>
          <p:spPr>
            <a:xfrm>
              <a:off x="402686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g2585"/>
            <p:cNvSpPr/>
            <p:nvPr/>
          </p:nvSpPr>
          <p:spPr>
            <a:xfrm>
              <a:off x="4038505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g2586"/>
            <p:cNvSpPr/>
            <p:nvPr/>
          </p:nvSpPr>
          <p:spPr>
            <a:xfrm>
              <a:off x="405014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g2587"/>
            <p:cNvSpPr/>
            <p:nvPr/>
          </p:nvSpPr>
          <p:spPr>
            <a:xfrm>
              <a:off x="406178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g2588"/>
            <p:cNvSpPr/>
            <p:nvPr/>
          </p:nvSpPr>
          <p:spPr>
            <a:xfrm>
              <a:off x="407341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g2589"/>
            <p:cNvSpPr/>
            <p:nvPr/>
          </p:nvSpPr>
          <p:spPr>
            <a:xfrm>
              <a:off x="408505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g2590"/>
            <p:cNvSpPr/>
            <p:nvPr/>
          </p:nvSpPr>
          <p:spPr>
            <a:xfrm>
              <a:off x="409669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g2591"/>
            <p:cNvSpPr/>
            <p:nvPr/>
          </p:nvSpPr>
          <p:spPr>
            <a:xfrm>
              <a:off x="4108329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g2592"/>
            <p:cNvSpPr/>
            <p:nvPr/>
          </p:nvSpPr>
          <p:spPr>
            <a:xfrm>
              <a:off x="411996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g2593"/>
            <p:cNvSpPr/>
            <p:nvPr/>
          </p:nvSpPr>
          <p:spPr>
            <a:xfrm>
              <a:off x="413160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g2594"/>
            <p:cNvSpPr/>
            <p:nvPr/>
          </p:nvSpPr>
          <p:spPr>
            <a:xfrm>
              <a:off x="4143241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g2595"/>
            <p:cNvSpPr/>
            <p:nvPr/>
          </p:nvSpPr>
          <p:spPr>
            <a:xfrm>
              <a:off x="4154878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g2596"/>
            <p:cNvSpPr/>
            <p:nvPr/>
          </p:nvSpPr>
          <p:spPr>
            <a:xfrm>
              <a:off x="4166516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g2597"/>
            <p:cNvSpPr/>
            <p:nvPr/>
          </p:nvSpPr>
          <p:spPr>
            <a:xfrm>
              <a:off x="4178153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g2598"/>
            <p:cNvSpPr/>
            <p:nvPr/>
          </p:nvSpPr>
          <p:spPr>
            <a:xfrm>
              <a:off x="418979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g2599"/>
            <p:cNvSpPr/>
            <p:nvPr/>
          </p:nvSpPr>
          <p:spPr>
            <a:xfrm>
              <a:off x="4399262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g2600"/>
            <p:cNvSpPr/>
            <p:nvPr/>
          </p:nvSpPr>
          <p:spPr>
            <a:xfrm>
              <a:off x="4410900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g2601"/>
            <p:cNvSpPr/>
            <p:nvPr/>
          </p:nvSpPr>
          <p:spPr>
            <a:xfrm>
              <a:off x="4422537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g2602"/>
            <p:cNvSpPr/>
            <p:nvPr/>
          </p:nvSpPr>
          <p:spPr>
            <a:xfrm>
              <a:off x="4434174" y="47527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g2603"/>
            <p:cNvSpPr/>
            <p:nvPr/>
          </p:nvSpPr>
          <p:spPr>
            <a:xfrm>
              <a:off x="295623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g2604"/>
            <p:cNvSpPr/>
            <p:nvPr/>
          </p:nvSpPr>
          <p:spPr>
            <a:xfrm>
              <a:off x="296787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g2605"/>
            <p:cNvSpPr/>
            <p:nvPr/>
          </p:nvSpPr>
          <p:spPr>
            <a:xfrm>
              <a:off x="297950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g2606"/>
            <p:cNvSpPr/>
            <p:nvPr/>
          </p:nvSpPr>
          <p:spPr>
            <a:xfrm>
              <a:off x="299114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g2607"/>
            <p:cNvSpPr/>
            <p:nvPr/>
          </p:nvSpPr>
          <p:spPr>
            <a:xfrm>
              <a:off x="300278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g2608"/>
            <p:cNvSpPr/>
            <p:nvPr/>
          </p:nvSpPr>
          <p:spPr>
            <a:xfrm>
              <a:off x="301442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g2609"/>
            <p:cNvSpPr/>
            <p:nvPr/>
          </p:nvSpPr>
          <p:spPr>
            <a:xfrm>
              <a:off x="304933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g2610"/>
            <p:cNvSpPr/>
            <p:nvPr/>
          </p:nvSpPr>
          <p:spPr>
            <a:xfrm>
              <a:off x="306096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g2611"/>
            <p:cNvSpPr/>
            <p:nvPr/>
          </p:nvSpPr>
          <p:spPr>
            <a:xfrm>
              <a:off x="307260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g2612"/>
            <p:cNvSpPr/>
            <p:nvPr/>
          </p:nvSpPr>
          <p:spPr>
            <a:xfrm>
              <a:off x="308424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g2613"/>
            <p:cNvSpPr/>
            <p:nvPr/>
          </p:nvSpPr>
          <p:spPr>
            <a:xfrm>
              <a:off x="309588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g2614"/>
            <p:cNvSpPr/>
            <p:nvPr/>
          </p:nvSpPr>
          <p:spPr>
            <a:xfrm>
              <a:off x="310751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g2615"/>
            <p:cNvSpPr/>
            <p:nvPr/>
          </p:nvSpPr>
          <p:spPr>
            <a:xfrm>
              <a:off x="311915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g2616"/>
            <p:cNvSpPr/>
            <p:nvPr/>
          </p:nvSpPr>
          <p:spPr>
            <a:xfrm>
              <a:off x="313079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g2617"/>
            <p:cNvSpPr/>
            <p:nvPr/>
          </p:nvSpPr>
          <p:spPr>
            <a:xfrm>
              <a:off x="314243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g2618"/>
            <p:cNvSpPr/>
            <p:nvPr/>
          </p:nvSpPr>
          <p:spPr>
            <a:xfrm>
              <a:off x="315406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g2619"/>
            <p:cNvSpPr/>
            <p:nvPr/>
          </p:nvSpPr>
          <p:spPr>
            <a:xfrm>
              <a:off x="316570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g2620"/>
            <p:cNvSpPr/>
            <p:nvPr/>
          </p:nvSpPr>
          <p:spPr>
            <a:xfrm>
              <a:off x="317734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g2621"/>
            <p:cNvSpPr/>
            <p:nvPr/>
          </p:nvSpPr>
          <p:spPr>
            <a:xfrm>
              <a:off x="318898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g2622"/>
            <p:cNvSpPr/>
            <p:nvPr/>
          </p:nvSpPr>
          <p:spPr>
            <a:xfrm>
              <a:off x="320061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g2623"/>
            <p:cNvSpPr/>
            <p:nvPr/>
          </p:nvSpPr>
          <p:spPr>
            <a:xfrm>
              <a:off x="325880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g2624"/>
            <p:cNvSpPr/>
            <p:nvPr/>
          </p:nvSpPr>
          <p:spPr>
            <a:xfrm>
              <a:off x="327044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g2625"/>
            <p:cNvSpPr/>
            <p:nvPr/>
          </p:nvSpPr>
          <p:spPr>
            <a:xfrm>
              <a:off x="328207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g2626"/>
            <p:cNvSpPr/>
            <p:nvPr/>
          </p:nvSpPr>
          <p:spPr>
            <a:xfrm>
              <a:off x="329371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g2627"/>
            <p:cNvSpPr/>
            <p:nvPr/>
          </p:nvSpPr>
          <p:spPr>
            <a:xfrm>
              <a:off x="330535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g2628"/>
            <p:cNvSpPr/>
            <p:nvPr/>
          </p:nvSpPr>
          <p:spPr>
            <a:xfrm>
              <a:off x="331699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g2629"/>
            <p:cNvSpPr/>
            <p:nvPr/>
          </p:nvSpPr>
          <p:spPr>
            <a:xfrm>
              <a:off x="332862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g2630"/>
            <p:cNvSpPr/>
            <p:nvPr/>
          </p:nvSpPr>
          <p:spPr>
            <a:xfrm>
              <a:off x="334026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g2631"/>
            <p:cNvSpPr/>
            <p:nvPr/>
          </p:nvSpPr>
          <p:spPr>
            <a:xfrm>
              <a:off x="345663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g2632"/>
            <p:cNvSpPr/>
            <p:nvPr/>
          </p:nvSpPr>
          <p:spPr>
            <a:xfrm>
              <a:off x="346827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g2633"/>
            <p:cNvSpPr/>
            <p:nvPr/>
          </p:nvSpPr>
          <p:spPr>
            <a:xfrm>
              <a:off x="347991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g2634"/>
            <p:cNvSpPr/>
            <p:nvPr/>
          </p:nvSpPr>
          <p:spPr>
            <a:xfrm>
              <a:off x="349155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g2635"/>
            <p:cNvSpPr/>
            <p:nvPr/>
          </p:nvSpPr>
          <p:spPr>
            <a:xfrm>
              <a:off x="350318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g2636"/>
            <p:cNvSpPr/>
            <p:nvPr/>
          </p:nvSpPr>
          <p:spPr>
            <a:xfrm>
              <a:off x="351482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g2637"/>
            <p:cNvSpPr/>
            <p:nvPr/>
          </p:nvSpPr>
          <p:spPr>
            <a:xfrm>
              <a:off x="352646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g2638"/>
            <p:cNvSpPr/>
            <p:nvPr/>
          </p:nvSpPr>
          <p:spPr>
            <a:xfrm>
              <a:off x="353810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g2639"/>
            <p:cNvSpPr/>
            <p:nvPr/>
          </p:nvSpPr>
          <p:spPr>
            <a:xfrm>
              <a:off x="354973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g2640"/>
            <p:cNvSpPr/>
            <p:nvPr/>
          </p:nvSpPr>
          <p:spPr>
            <a:xfrm>
              <a:off x="356137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g2641"/>
            <p:cNvSpPr/>
            <p:nvPr/>
          </p:nvSpPr>
          <p:spPr>
            <a:xfrm>
              <a:off x="357301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g2642"/>
            <p:cNvSpPr/>
            <p:nvPr/>
          </p:nvSpPr>
          <p:spPr>
            <a:xfrm>
              <a:off x="358464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g2643"/>
            <p:cNvSpPr/>
            <p:nvPr/>
          </p:nvSpPr>
          <p:spPr>
            <a:xfrm>
              <a:off x="394540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g2644"/>
            <p:cNvSpPr/>
            <p:nvPr/>
          </p:nvSpPr>
          <p:spPr>
            <a:xfrm>
              <a:off x="395704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g2645"/>
            <p:cNvSpPr/>
            <p:nvPr/>
          </p:nvSpPr>
          <p:spPr>
            <a:xfrm>
              <a:off x="396868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g2646"/>
            <p:cNvSpPr/>
            <p:nvPr/>
          </p:nvSpPr>
          <p:spPr>
            <a:xfrm>
              <a:off x="398031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g2647"/>
            <p:cNvSpPr/>
            <p:nvPr/>
          </p:nvSpPr>
          <p:spPr>
            <a:xfrm>
              <a:off x="399195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g2648"/>
            <p:cNvSpPr/>
            <p:nvPr/>
          </p:nvSpPr>
          <p:spPr>
            <a:xfrm>
              <a:off x="400359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g2649"/>
            <p:cNvSpPr/>
            <p:nvPr/>
          </p:nvSpPr>
          <p:spPr>
            <a:xfrm>
              <a:off x="401523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g2650"/>
            <p:cNvSpPr/>
            <p:nvPr/>
          </p:nvSpPr>
          <p:spPr>
            <a:xfrm>
              <a:off x="402686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g2651"/>
            <p:cNvSpPr/>
            <p:nvPr/>
          </p:nvSpPr>
          <p:spPr>
            <a:xfrm>
              <a:off x="4038505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g2652"/>
            <p:cNvSpPr/>
            <p:nvPr/>
          </p:nvSpPr>
          <p:spPr>
            <a:xfrm>
              <a:off x="405014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g2653"/>
            <p:cNvSpPr/>
            <p:nvPr/>
          </p:nvSpPr>
          <p:spPr>
            <a:xfrm>
              <a:off x="406178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g2654"/>
            <p:cNvSpPr/>
            <p:nvPr/>
          </p:nvSpPr>
          <p:spPr>
            <a:xfrm>
              <a:off x="407341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g2655"/>
            <p:cNvSpPr/>
            <p:nvPr/>
          </p:nvSpPr>
          <p:spPr>
            <a:xfrm>
              <a:off x="408505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g2656"/>
            <p:cNvSpPr/>
            <p:nvPr/>
          </p:nvSpPr>
          <p:spPr>
            <a:xfrm>
              <a:off x="409669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g2657"/>
            <p:cNvSpPr/>
            <p:nvPr/>
          </p:nvSpPr>
          <p:spPr>
            <a:xfrm>
              <a:off x="4108329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g2658"/>
            <p:cNvSpPr/>
            <p:nvPr/>
          </p:nvSpPr>
          <p:spPr>
            <a:xfrm>
              <a:off x="411996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g2659"/>
            <p:cNvSpPr/>
            <p:nvPr/>
          </p:nvSpPr>
          <p:spPr>
            <a:xfrm>
              <a:off x="413160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g2660"/>
            <p:cNvSpPr/>
            <p:nvPr/>
          </p:nvSpPr>
          <p:spPr>
            <a:xfrm>
              <a:off x="4143241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g2661"/>
            <p:cNvSpPr/>
            <p:nvPr/>
          </p:nvSpPr>
          <p:spPr>
            <a:xfrm>
              <a:off x="415487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g2662"/>
            <p:cNvSpPr/>
            <p:nvPr/>
          </p:nvSpPr>
          <p:spPr>
            <a:xfrm>
              <a:off x="4166516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g2663"/>
            <p:cNvSpPr/>
            <p:nvPr/>
          </p:nvSpPr>
          <p:spPr>
            <a:xfrm>
              <a:off x="4178153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g2664"/>
            <p:cNvSpPr/>
            <p:nvPr/>
          </p:nvSpPr>
          <p:spPr>
            <a:xfrm>
              <a:off x="418979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g2665"/>
            <p:cNvSpPr/>
            <p:nvPr/>
          </p:nvSpPr>
          <p:spPr>
            <a:xfrm>
              <a:off x="4201428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g2666"/>
            <p:cNvSpPr/>
            <p:nvPr/>
          </p:nvSpPr>
          <p:spPr>
            <a:xfrm>
              <a:off x="439926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g2667"/>
            <p:cNvSpPr/>
            <p:nvPr/>
          </p:nvSpPr>
          <p:spPr>
            <a:xfrm>
              <a:off x="4410900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g2668"/>
            <p:cNvSpPr/>
            <p:nvPr/>
          </p:nvSpPr>
          <p:spPr>
            <a:xfrm>
              <a:off x="4422537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g2669"/>
            <p:cNvSpPr/>
            <p:nvPr/>
          </p:nvSpPr>
          <p:spPr>
            <a:xfrm>
              <a:off x="4434174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g2670"/>
            <p:cNvSpPr/>
            <p:nvPr/>
          </p:nvSpPr>
          <p:spPr>
            <a:xfrm>
              <a:off x="4445812" y="476709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g2671"/>
            <p:cNvSpPr/>
            <p:nvPr/>
          </p:nvSpPr>
          <p:spPr>
            <a:xfrm>
              <a:off x="294459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g2672"/>
            <p:cNvSpPr/>
            <p:nvPr/>
          </p:nvSpPr>
          <p:spPr>
            <a:xfrm>
              <a:off x="295623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g2673"/>
            <p:cNvSpPr/>
            <p:nvPr/>
          </p:nvSpPr>
          <p:spPr>
            <a:xfrm>
              <a:off x="296787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g2674"/>
            <p:cNvSpPr/>
            <p:nvPr/>
          </p:nvSpPr>
          <p:spPr>
            <a:xfrm>
              <a:off x="297950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g2675"/>
            <p:cNvSpPr/>
            <p:nvPr/>
          </p:nvSpPr>
          <p:spPr>
            <a:xfrm>
              <a:off x="299114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g2676"/>
            <p:cNvSpPr/>
            <p:nvPr/>
          </p:nvSpPr>
          <p:spPr>
            <a:xfrm>
              <a:off x="300278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g2677"/>
            <p:cNvSpPr/>
            <p:nvPr/>
          </p:nvSpPr>
          <p:spPr>
            <a:xfrm>
              <a:off x="301442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g2678"/>
            <p:cNvSpPr/>
            <p:nvPr/>
          </p:nvSpPr>
          <p:spPr>
            <a:xfrm>
              <a:off x="302605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g2679"/>
            <p:cNvSpPr/>
            <p:nvPr/>
          </p:nvSpPr>
          <p:spPr>
            <a:xfrm>
              <a:off x="303769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g2680"/>
            <p:cNvSpPr/>
            <p:nvPr/>
          </p:nvSpPr>
          <p:spPr>
            <a:xfrm>
              <a:off x="304933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g2681"/>
            <p:cNvSpPr/>
            <p:nvPr/>
          </p:nvSpPr>
          <p:spPr>
            <a:xfrm>
              <a:off x="306096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g2682"/>
            <p:cNvSpPr/>
            <p:nvPr/>
          </p:nvSpPr>
          <p:spPr>
            <a:xfrm>
              <a:off x="307260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g2683"/>
            <p:cNvSpPr/>
            <p:nvPr/>
          </p:nvSpPr>
          <p:spPr>
            <a:xfrm>
              <a:off x="308424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g2684"/>
            <p:cNvSpPr/>
            <p:nvPr/>
          </p:nvSpPr>
          <p:spPr>
            <a:xfrm>
              <a:off x="309588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g2685"/>
            <p:cNvSpPr/>
            <p:nvPr/>
          </p:nvSpPr>
          <p:spPr>
            <a:xfrm>
              <a:off x="310751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g2686"/>
            <p:cNvSpPr/>
            <p:nvPr/>
          </p:nvSpPr>
          <p:spPr>
            <a:xfrm>
              <a:off x="311915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g2687"/>
            <p:cNvSpPr/>
            <p:nvPr/>
          </p:nvSpPr>
          <p:spPr>
            <a:xfrm>
              <a:off x="313079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g2688"/>
            <p:cNvSpPr/>
            <p:nvPr/>
          </p:nvSpPr>
          <p:spPr>
            <a:xfrm>
              <a:off x="314243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g2689"/>
            <p:cNvSpPr/>
            <p:nvPr/>
          </p:nvSpPr>
          <p:spPr>
            <a:xfrm>
              <a:off x="315406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g2690"/>
            <p:cNvSpPr/>
            <p:nvPr/>
          </p:nvSpPr>
          <p:spPr>
            <a:xfrm>
              <a:off x="316570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g2691"/>
            <p:cNvSpPr/>
            <p:nvPr/>
          </p:nvSpPr>
          <p:spPr>
            <a:xfrm>
              <a:off x="317734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g2692"/>
            <p:cNvSpPr/>
            <p:nvPr/>
          </p:nvSpPr>
          <p:spPr>
            <a:xfrm>
              <a:off x="318898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g2693"/>
            <p:cNvSpPr/>
            <p:nvPr/>
          </p:nvSpPr>
          <p:spPr>
            <a:xfrm>
              <a:off x="320061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g2694"/>
            <p:cNvSpPr/>
            <p:nvPr/>
          </p:nvSpPr>
          <p:spPr>
            <a:xfrm>
              <a:off x="321225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g2695"/>
            <p:cNvSpPr/>
            <p:nvPr/>
          </p:nvSpPr>
          <p:spPr>
            <a:xfrm>
              <a:off x="322389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g2696"/>
            <p:cNvSpPr/>
            <p:nvPr/>
          </p:nvSpPr>
          <p:spPr>
            <a:xfrm>
              <a:off x="323552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g2697"/>
            <p:cNvSpPr/>
            <p:nvPr/>
          </p:nvSpPr>
          <p:spPr>
            <a:xfrm>
              <a:off x="324716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g2698"/>
            <p:cNvSpPr/>
            <p:nvPr/>
          </p:nvSpPr>
          <p:spPr>
            <a:xfrm>
              <a:off x="325880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g2699"/>
            <p:cNvSpPr/>
            <p:nvPr/>
          </p:nvSpPr>
          <p:spPr>
            <a:xfrm>
              <a:off x="327044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g2700"/>
            <p:cNvSpPr/>
            <p:nvPr/>
          </p:nvSpPr>
          <p:spPr>
            <a:xfrm>
              <a:off x="328207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g2701"/>
            <p:cNvSpPr/>
            <p:nvPr/>
          </p:nvSpPr>
          <p:spPr>
            <a:xfrm>
              <a:off x="329371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g2702"/>
            <p:cNvSpPr/>
            <p:nvPr/>
          </p:nvSpPr>
          <p:spPr>
            <a:xfrm>
              <a:off x="330535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g2703"/>
            <p:cNvSpPr/>
            <p:nvPr/>
          </p:nvSpPr>
          <p:spPr>
            <a:xfrm>
              <a:off x="331699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g2704"/>
            <p:cNvSpPr/>
            <p:nvPr/>
          </p:nvSpPr>
          <p:spPr>
            <a:xfrm>
              <a:off x="332862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g2705"/>
            <p:cNvSpPr/>
            <p:nvPr/>
          </p:nvSpPr>
          <p:spPr>
            <a:xfrm>
              <a:off x="334026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g2706"/>
            <p:cNvSpPr/>
            <p:nvPr/>
          </p:nvSpPr>
          <p:spPr>
            <a:xfrm>
              <a:off x="335190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g2707"/>
            <p:cNvSpPr/>
            <p:nvPr/>
          </p:nvSpPr>
          <p:spPr>
            <a:xfrm>
              <a:off x="336354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g2708"/>
            <p:cNvSpPr/>
            <p:nvPr/>
          </p:nvSpPr>
          <p:spPr>
            <a:xfrm>
              <a:off x="337517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g2709"/>
            <p:cNvSpPr/>
            <p:nvPr/>
          </p:nvSpPr>
          <p:spPr>
            <a:xfrm>
              <a:off x="346827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g2710"/>
            <p:cNvSpPr/>
            <p:nvPr/>
          </p:nvSpPr>
          <p:spPr>
            <a:xfrm>
              <a:off x="347991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g2711"/>
            <p:cNvSpPr/>
            <p:nvPr/>
          </p:nvSpPr>
          <p:spPr>
            <a:xfrm>
              <a:off x="349155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g2712"/>
            <p:cNvSpPr/>
            <p:nvPr/>
          </p:nvSpPr>
          <p:spPr>
            <a:xfrm>
              <a:off x="351482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g2713"/>
            <p:cNvSpPr/>
            <p:nvPr/>
          </p:nvSpPr>
          <p:spPr>
            <a:xfrm>
              <a:off x="352646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g2714"/>
            <p:cNvSpPr/>
            <p:nvPr/>
          </p:nvSpPr>
          <p:spPr>
            <a:xfrm>
              <a:off x="353810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g2715"/>
            <p:cNvSpPr/>
            <p:nvPr/>
          </p:nvSpPr>
          <p:spPr>
            <a:xfrm>
              <a:off x="354973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g2716"/>
            <p:cNvSpPr/>
            <p:nvPr/>
          </p:nvSpPr>
          <p:spPr>
            <a:xfrm>
              <a:off x="356137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g2717"/>
            <p:cNvSpPr/>
            <p:nvPr/>
          </p:nvSpPr>
          <p:spPr>
            <a:xfrm>
              <a:off x="357301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g2718"/>
            <p:cNvSpPr/>
            <p:nvPr/>
          </p:nvSpPr>
          <p:spPr>
            <a:xfrm>
              <a:off x="358464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g2719"/>
            <p:cNvSpPr/>
            <p:nvPr/>
          </p:nvSpPr>
          <p:spPr>
            <a:xfrm>
              <a:off x="395704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g2720"/>
            <p:cNvSpPr/>
            <p:nvPr/>
          </p:nvSpPr>
          <p:spPr>
            <a:xfrm>
              <a:off x="396868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g2721"/>
            <p:cNvSpPr/>
            <p:nvPr/>
          </p:nvSpPr>
          <p:spPr>
            <a:xfrm>
              <a:off x="398031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g2722"/>
            <p:cNvSpPr/>
            <p:nvPr/>
          </p:nvSpPr>
          <p:spPr>
            <a:xfrm>
              <a:off x="399195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g2723"/>
            <p:cNvSpPr/>
            <p:nvPr/>
          </p:nvSpPr>
          <p:spPr>
            <a:xfrm>
              <a:off x="400359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g2724"/>
            <p:cNvSpPr/>
            <p:nvPr/>
          </p:nvSpPr>
          <p:spPr>
            <a:xfrm>
              <a:off x="401523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g2725"/>
            <p:cNvSpPr/>
            <p:nvPr/>
          </p:nvSpPr>
          <p:spPr>
            <a:xfrm>
              <a:off x="402686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g2726"/>
            <p:cNvSpPr/>
            <p:nvPr/>
          </p:nvSpPr>
          <p:spPr>
            <a:xfrm>
              <a:off x="403850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g2727"/>
            <p:cNvSpPr/>
            <p:nvPr/>
          </p:nvSpPr>
          <p:spPr>
            <a:xfrm>
              <a:off x="405014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g2728"/>
            <p:cNvSpPr/>
            <p:nvPr/>
          </p:nvSpPr>
          <p:spPr>
            <a:xfrm>
              <a:off x="406178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g2729"/>
            <p:cNvSpPr/>
            <p:nvPr/>
          </p:nvSpPr>
          <p:spPr>
            <a:xfrm>
              <a:off x="407341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g2730"/>
            <p:cNvSpPr/>
            <p:nvPr/>
          </p:nvSpPr>
          <p:spPr>
            <a:xfrm>
              <a:off x="408505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g2731"/>
            <p:cNvSpPr/>
            <p:nvPr/>
          </p:nvSpPr>
          <p:spPr>
            <a:xfrm>
              <a:off x="409669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g2732"/>
            <p:cNvSpPr/>
            <p:nvPr/>
          </p:nvSpPr>
          <p:spPr>
            <a:xfrm>
              <a:off x="4108329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g2733"/>
            <p:cNvSpPr/>
            <p:nvPr/>
          </p:nvSpPr>
          <p:spPr>
            <a:xfrm>
              <a:off x="4143241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g2734"/>
            <p:cNvSpPr/>
            <p:nvPr/>
          </p:nvSpPr>
          <p:spPr>
            <a:xfrm>
              <a:off x="415487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g2735"/>
            <p:cNvSpPr/>
            <p:nvPr/>
          </p:nvSpPr>
          <p:spPr>
            <a:xfrm>
              <a:off x="4166516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g2736"/>
            <p:cNvSpPr/>
            <p:nvPr/>
          </p:nvSpPr>
          <p:spPr>
            <a:xfrm>
              <a:off x="4178153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g2737"/>
            <p:cNvSpPr/>
            <p:nvPr/>
          </p:nvSpPr>
          <p:spPr>
            <a:xfrm>
              <a:off x="418979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g2738"/>
            <p:cNvSpPr/>
            <p:nvPr/>
          </p:nvSpPr>
          <p:spPr>
            <a:xfrm>
              <a:off x="4201428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g2739"/>
            <p:cNvSpPr/>
            <p:nvPr/>
          </p:nvSpPr>
          <p:spPr>
            <a:xfrm>
              <a:off x="4213065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g2740"/>
            <p:cNvSpPr/>
            <p:nvPr/>
          </p:nvSpPr>
          <p:spPr>
            <a:xfrm>
              <a:off x="439926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g2741"/>
            <p:cNvSpPr/>
            <p:nvPr/>
          </p:nvSpPr>
          <p:spPr>
            <a:xfrm>
              <a:off x="4410900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g2742"/>
            <p:cNvSpPr/>
            <p:nvPr/>
          </p:nvSpPr>
          <p:spPr>
            <a:xfrm>
              <a:off x="4422537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g2743"/>
            <p:cNvSpPr/>
            <p:nvPr/>
          </p:nvSpPr>
          <p:spPr>
            <a:xfrm>
              <a:off x="4434174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g2744"/>
            <p:cNvSpPr/>
            <p:nvPr/>
          </p:nvSpPr>
          <p:spPr>
            <a:xfrm>
              <a:off x="4445812" y="478139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g2745"/>
            <p:cNvSpPr/>
            <p:nvPr/>
          </p:nvSpPr>
          <p:spPr>
            <a:xfrm>
              <a:off x="294459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g2746"/>
            <p:cNvSpPr/>
            <p:nvPr/>
          </p:nvSpPr>
          <p:spPr>
            <a:xfrm>
              <a:off x="295623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g2747"/>
            <p:cNvSpPr/>
            <p:nvPr/>
          </p:nvSpPr>
          <p:spPr>
            <a:xfrm>
              <a:off x="296787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g2748"/>
            <p:cNvSpPr/>
            <p:nvPr/>
          </p:nvSpPr>
          <p:spPr>
            <a:xfrm>
              <a:off x="297950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g2749"/>
            <p:cNvSpPr/>
            <p:nvPr/>
          </p:nvSpPr>
          <p:spPr>
            <a:xfrm>
              <a:off x="299114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g2750"/>
            <p:cNvSpPr/>
            <p:nvPr/>
          </p:nvSpPr>
          <p:spPr>
            <a:xfrm>
              <a:off x="300278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g2751"/>
            <p:cNvSpPr/>
            <p:nvPr/>
          </p:nvSpPr>
          <p:spPr>
            <a:xfrm>
              <a:off x="301442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g2752"/>
            <p:cNvSpPr/>
            <p:nvPr/>
          </p:nvSpPr>
          <p:spPr>
            <a:xfrm>
              <a:off x="302605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g2753"/>
            <p:cNvSpPr/>
            <p:nvPr/>
          </p:nvSpPr>
          <p:spPr>
            <a:xfrm>
              <a:off x="303769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g2754"/>
            <p:cNvSpPr/>
            <p:nvPr/>
          </p:nvSpPr>
          <p:spPr>
            <a:xfrm>
              <a:off x="304933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g2755"/>
            <p:cNvSpPr/>
            <p:nvPr/>
          </p:nvSpPr>
          <p:spPr>
            <a:xfrm>
              <a:off x="306096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g2756"/>
            <p:cNvSpPr/>
            <p:nvPr/>
          </p:nvSpPr>
          <p:spPr>
            <a:xfrm>
              <a:off x="307260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g2757"/>
            <p:cNvSpPr/>
            <p:nvPr/>
          </p:nvSpPr>
          <p:spPr>
            <a:xfrm>
              <a:off x="308424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g2758"/>
            <p:cNvSpPr/>
            <p:nvPr/>
          </p:nvSpPr>
          <p:spPr>
            <a:xfrm>
              <a:off x="309588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g2759"/>
            <p:cNvSpPr/>
            <p:nvPr/>
          </p:nvSpPr>
          <p:spPr>
            <a:xfrm>
              <a:off x="310751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g2760"/>
            <p:cNvSpPr/>
            <p:nvPr/>
          </p:nvSpPr>
          <p:spPr>
            <a:xfrm>
              <a:off x="311915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g2761"/>
            <p:cNvSpPr/>
            <p:nvPr/>
          </p:nvSpPr>
          <p:spPr>
            <a:xfrm>
              <a:off x="313079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g2762"/>
            <p:cNvSpPr/>
            <p:nvPr/>
          </p:nvSpPr>
          <p:spPr>
            <a:xfrm>
              <a:off x="314243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g2763"/>
            <p:cNvSpPr/>
            <p:nvPr/>
          </p:nvSpPr>
          <p:spPr>
            <a:xfrm>
              <a:off x="315406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g2764"/>
            <p:cNvSpPr/>
            <p:nvPr/>
          </p:nvSpPr>
          <p:spPr>
            <a:xfrm>
              <a:off x="316570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g2765"/>
            <p:cNvSpPr/>
            <p:nvPr/>
          </p:nvSpPr>
          <p:spPr>
            <a:xfrm>
              <a:off x="317734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g2766"/>
            <p:cNvSpPr/>
            <p:nvPr/>
          </p:nvSpPr>
          <p:spPr>
            <a:xfrm>
              <a:off x="318898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g2767"/>
            <p:cNvSpPr/>
            <p:nvPr/>
          </p:nvSpPr>
          <p:spPr>
            <a:xfrm>
              <a:off x="320061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g2768"/>
            <p:cNvSpPr/>
            <p:nvPr/>
          </p:nvSpPr>
          <p:spPr>
            <a:xfrm>
              <a:off x="321225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g2769"/>
            <p:cNvSpPr/>
            <p:nvPr/>
          </p:nvSpPr>
          <p:spPr>
            <a:xfrm>
              <a:off x="322389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g2770"/>
            <p:cNvSpPr/>
            <p:nvPr/>
          </p:nvSpPr>
          <p:spPr>
            <a:xfrm>
              <a:off x="323552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g2771"/>
            <p:cNvSpPr/>
            <p:nvPr/>
          </p:nvSpPr>
          <p:spPr>
            <a:xfrm>
              <a:off x="324716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g2772"/>
            <p:cNvSpPr/>
            <p:nvPr/>
          </p:nvSpPr>
          <p:spPr>
            <a:xfrm>
              <a:off x="325880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g2773"/>
            <p:cNvSpPr/>
            <p:nvPr/>
          </p:nvSpPr>
          <p:spPr>
            <a:xfrm>
              <a:off x="327044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g2774"/>
            <p:cNvSpPr/>
            <p:nvPr/>
          </p:nvSpPr>
          <p:spPr>
            <a:xfrm>
              <a:off x="328207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g2775"/>
            <p:cNvSpPr/>
            <p:nvPr/>
          </p:nvSpPr>
          <p:spPr>
            <a:xfrm>
              <a:off x="329371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g2776"/>
            <p:cNvSpPr/>
            <p:nvPr/>
          </p:nvSpPr>
          <p:spPr>
            <a:xfrm>
              <a:off x="330535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g2777"/>
            <p:cNvSpPr/>
            <p:nvPr/>
          </p:nvSpPr>
          <p:spPr>
            <a:xfrm>
              <a:off x="331699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g2778"/>
            <p:cNvSpPr/>
            <p:nvPr/>
          </p:nvSpPr>
          <p:spPr>
            <a:xfrm>
              <a:off x="332862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g2779"/>
            <p:cNvSpPr/>
            <p:nvPr/>
          </p:nvSpPr>
          <p:spPr>
            <a:xfrm>
              <a:off x="334026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g2780"/>
            <p:cNvSpPr/>
            <p:nvPr/>
          </p:nvSpPr>
          <p:spPr>
            <a:xfrm>
              <a:off x="335190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g2781"/>
            <p:cNvSpPr/>
            <p:nvPr/>
          </p:nvSpPr>
          <p:spPr>
            <a:xfrm>
              <a:off x="336354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g2782"/>
            <p:cNvSpPr/>
            <p:nvPr/>
          </p:nvSpPr>
          <p:spPr>
            <a:xfrm>
              <a:off x="337517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g2783"/>
            <p:cNvSpPr/>
            <p:nvPr/>
          </p:nvSpPr>
          <p:spPr>
            <a:xfrm>
              <a:off x="338681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g2784"/>
            <p:cNvSpPr/>
            <p:nvPr/>
          </p:nvSpPr>
          <p:spPr>
            <a:xfrm>
              <a:off x="345663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g2785"/>
            <p:cNvSpPr/>
            <p:nvPr/>
          </p:nvSpPr>
          <p:spPr>
            <a:xfrm>
              <a:off x="346827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g2786"/>
            <p:cNvSpPr/>
            <p:nvPr/>
          </p:nvSpPr>
          <p:spPr>
            <a:xfrm>
              <a:off x="347991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g2787"/>
            <p:cNvSpPr/>
            <p:nvPr/>
          </p:nvSpPr>
          <p:spPr>
            <a:xfrm>
              <a:off x="349155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g2788"/>
            <p:cNvSpPr/>
            <p:nvPr/>
          </p:nvSpPr>
          <p:spPr>
            <a:xfrm>
              <a:off x="350318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g2789"/>
            <p:cNvSpPr/>
            <p:nvPr/>
          </p:nvSpPr>
          <p:spPr>
            <a:xfrm>
              <a:off x="351482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g2790"/>
            <p:cNvSpPr/>
            <p:nvPr/>
          </p:nvSpPr>
          <p:spPr>
            <a:xfrm>
              <a:off x="352646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g2791"/>
            <p:cNvSpPr/>
            <p:nvPr/>
          </p:nvSpPr>
          <p:spPr>
            <a:xfrm>
              <a:off x="353810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g2792"/>
            <p:cNvSpPr/>
            <p:nvPr/>
          </p:nvSpPr>
          <p:spPr>
            <a:xfrm>
              <a:off x="354973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g2793"/>
            <p:cNvSpPr/>
            <p:nvPr/>
          </p:nvSpPr>
          <p:spPr>
            <a:xfrm>
              <a:off x="356137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g2794"/>
            <p:cNvSpPr/>
            <p:nvPr/>
          </p:nvSpPr>
          <p:spPr>
            <a:xfrm>
              <a:off x="357301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g2795"/>
            <p:cNvSpPr/>
            <p:nvPr/>
          </p:nvSpPr>
          <p:spPr>
            <a:xfrm>
              <a:off x="3968681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g2796"/>
            <p:cNvSpPr/>
            <p:nvPr/>
          </p:nvSpPr>
          <p:spPr>
            <a:xfrm>
              <a:off x="398031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g2797"/>
            <p:cNvSpPr/>
            <p:nvPr/>
          </p:nvSpPr>
          <p:spPr>
            <a:xfrm>
              <a:off x="399195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g2798"/>
            <p:cNvSpPr/>
            <p:nvPr/>
          </p:nvSpPr>
          <p:spPr>
            <a:xfrm>
              <a:off x="400359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g2799"/>
            <p:cNvSpPr/>
            <p:nvPr/>
          </p:nvSpPr>
          <p:spPr>
            <a:xfrm>
              <a:off x="401523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g2800"/>
            <p:cNvSpPr/>
            <p:nvPr/>
          </p:nvSpPr>
          <p:spPr>
            <a:xfrm>
              <a:off x="402686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g2801"/>
            <p:cNvSpPr/>
            <p:nvPr/>
          </p:nvSpPr>
          <p:spPr>
            <a:xfrm>
              <a:off x="403850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g2802"/>
            <p:cNvSpPr/>
            <p:nvPr/>
          </p:nvSpPr>
          <p:spPr>
            <a:xfrm>
              <a:off x="405014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g2803"/>
            <p:cNvSpPr/>
            <p:nvPr/>
          </p:nvSpPr>
          <p:spPr>
            <a:xfrm>
              <a:off x="406178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g2804"/>
            <p:cNvSpPr/>
            <p:nvPr/>
          </p:nvSpPr>
          <p:spPr>
            <a:xfrm>
              <a:off x="407341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g2805"/>
            <p:cNvSpPr/>
            <p:nvPr/>
          </p:nvSpPr>
          <p:spPr>
            <a:xfrm>
              <a:off x="415487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g2806"/>
            <p:cNvSpPr/>
            <p:nvPr/>
          </p:nvSpPr>
          <p:spPr>
            <a:xfrm>
              <a:off x="4166516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g2807"/>
            <p:cNvSpPr/>
            <p:nvPr/>
          </p:nvSpPr>
          <p:spPr>
            <a:xfrm>
              <a:off x="4178153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g2808"/>
            <p:cNvSpPr/>
            <p:nvPr/>
          </p:nvSpPr>
          <p:spPr>
            <a:xfrm>
              <a:off x="418979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g2809"/>
            <p:cNvSpPr/>
            <p:nvPr/>
          </p:nvSpPr>
          <p:spPr>
            <a:xfrm>
              <a:off x="4201428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g2810"/>
            <p:cNvSpPr/>
            <p:nvPr/>
          </p:nvSpPr>
          <p:spPr>
            <a:xfrm>
              <a:off x="4213065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g2811"/>
            <p:cNvSpPr/>
            <p:nvPr/>
          </p:nvSpPr>
          <p:spPr>
            <a:xfrm>
              <a:off x="4410900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g2812"/>
            <p:cNvSpPr/>
            <p:nvPr/>
          </p:nvSpPr>
          <p:spPr>
            <a:xfrm>
              <a:off x="4422537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g2813"/>
            <p:cNvSpPr/>
            <p:nvPr/>
          </p:nvSpPr>
          <p:spPr>
            <a:xfrm>
              <a:off x="4434174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g2814"/>
            <p:cNvSpPr/>
            <p:nvPr/>
          </p:nvSpPr>
          <p:spPr>
            <a:xfrm>
              <a:off x="4445812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g2815"/>
            <p:cNvSpPr/>
            <p:nvPr/>
          </p:nvSpPr>
          <p:spPr>
            <a:xfrm>
              <a:off x="4457449" y="47956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g2816"/>
            <p:cNvSpPr/>
            <p:nvPr/>
          </p:nvSpPr>
          <p:spPr>
            <a:xfrm>
              <a:off x="294459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g2817"/>
            <p:cNvSpPr/>
            <p:nvPr/>
          </p:nvSpPr>
          <p:spPr>
            <a:xfrm>
              <a:off x="295623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g2818"/>
            <p:cNvSpPr/>
            <p:nvPr/>
          </p:nvSpPr>
          <p:spPr>
            <a:xfrm>
              <a:off x="296787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g2819"/>
            <p:cNvSpPr/>
            <p:nvPr/>
          </p:nvSpPr>
          <p:spPr>
            <a:xfrm>
              <a:off x="297950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g2820"/>
            <p:cNvSpPr/>
            <p:nvPr/>
          </p:nvSpPr>
          <p:spPr>
            <a:xfrm>
              <a:off x="299114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g2821"/>
            <p:cNvSpPr/>
            <p:nvPr/>
          </p:nvSpPr>
          <p:spPr>
            <a:xfrm>
              <a:off x="300278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g2822"/>
            <p:cNvSpPr/>
            <p:nvPr/>
          </p:nvSpPr>
          <p:spPr>
            <a:xfrm>
              <a:off x="301442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g2823"/>
            <p:cNvSpPr/>
            <p:nvPr/>
          </p:nvSpPr>
          <p:spPr>
            <a:xfrm>
              <a:off x="302605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g2824"/>
            <p:cNvSpPr/>
            <p:nvPr/>
          </p:nvSpPr>
          <p:spPr>
            <a:xfrm>
              <a:off x="303769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g2825"/>
            <p:cNvSpPr/>
            <p:nvPr/>
          </p:nvSpPr>
          <p:spPr>
            <a:xfrm>
              <a:off x="304933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g2826"/>
            <p:cNvSpPr/>
            <p:nvPr/>
          </p:nvSpPr>
          <p:spPr>
            <a:xfrm>
              <a:off x="306096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g2827"/>
            <p:cNvSpPr/>
            <p:nvPr/>
          </p:nvSpPr>
          <p:spPr>
            <a:xfrm>
              <a:off x="307260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g2828"/>
            <p:cNvSpPr/>
            <p:nvPr/>
          </p:nvSpPr>
          <p:spPr>
            <a:xfrm>
              <a:off x="308424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g2829"/>
            <p:cNvSpPr/>
            <p:nvPr/>
          </p:nvSpPr>
          <p:spPr>
            <a:xfrm>
              <a:off x="309588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g2830"/>
            <p:cNvSpPr/>
            <p:nvPr/>
          </p:nvSpPr>
          <p:spPr>
            <a:xfrm>
              <a:off x="310751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g2831"/>
            <p:cNvSpPr/>
            <p:nvPr/>
          </p:nvSpPr>
          <p:spPr>
            <a:xfrm>
              <a:off x="311915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g2832"/>
            <p:cNvSpPr/>
            <p:nvPr/>
          </p:nvSpPr>
          <p:spPr>
            <a:xfrm>
              <a:off x="313079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g2833"/>
            <p:cNvSpPr/>
            <p:nvPr/>
          </p:nvSpPr>
          <p:spPr>
            <a:xfrm>
              <a:off x="314243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g2834"/>
            <p:cNvSpPr/>
            <p:nvPr/>
          </p:nvSpPr>
          <p:spPr>
            <a:xfrm>
              <a:off x="315406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g2835"/>
            <p:cNvSpPr/>
            <p:nvPr/>
          </p:nvSpPr>
          <p:spPr>
            <a:xfrm>
              <a:off x="316570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g2836"/>
            <p:cNvSpPr/>
            <p:nvPr/>
          </p:nvSpPr>
          <p:spPr>
            <a:xfrm>
              <a:off x="317734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g2837"/>
            <p:cNvSpPr/>
            <p:nvPr/>
          </p:nvSpPr>
          <p:spPr>
            <a:xfrm>
              <a:off x="318898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g2838"/>
            <p:cNvSpPr/>
            <p:nvPr/>
          </p:nvSpPr>
          <p:spPr>
            <a:xfrm>
              <a:off x="320061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g2839"/>
            <p:cNvSpPr/>
            <p:nvPr/>
          </p:nvSpPr>
          <p:spPr>
            <a:xfrm>
              <a:off x="321225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g2840"/>
            <p:cNvSpPr/>
            <p:nvPr/>
          </p:nvSpPr>
          <p:spPr>
            <a:xfrm>
              <a:off x="322389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g2841"/>
            <p:cNvSpPr/>
            <p:nvPr/>
          </p:nvSpPr>
          <p:spPr>
            <a:xfrm>
              <a:off x="323552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g2842"/>
            <p:cNvSpPr/>
            <p:nvPr/>
          </p:nvSpPr>
          <p:spPr>
            <a:xfrm>
              <a:off x="324716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g2843"/>
            <p:cNvSpPr/>
            <p:nvPr/>
          </p:nvSpPr>
          <p:spPr>
            <a:xfrm>
              <a:off x="325880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g2844"/>
            <p:cNvSpPr/>
            <p:nvPr/>
          </p:nvSpPr>
          <p:spPr>
            <a:xfrm>
              <a:off x="327044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g2845"/>
            <p:cNvSpPr/>
            <p:nvPr/>
          </p:nvSpPr>
          <p:spPr>
            <a:xfrm>
              <a:off x="328207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g2846"/>
            <p:cNvSpPr/>
            <p:nvPr/>
          </p:nvSpPr>
          <p:spPr>
            <a:xfrm>
              <a:off x="329371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g2847"/>
            <p:cNvSpPr/>
            <p:nvPr/>
          </p:nvSpPr>
          <p:spPr>
            <a:xfrm>
              <a:off x="330535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g2848"/>
            <p:cNvSpPr/>
            <p:nvPr/>
          </p:nvSpPr>
          <p:spPr>
            <a:xfrm>
              <a:off x="331699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g2849"/>
            <p:cNvSpPr/>
            <p:nvPr/>
          </p:nvSpPr>
          <p:spPr>
            <a:xfrm>
              <a:off x="332862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g2850"/>
            <p:cNvSpPr/>
            <p:nvPr/>
          </p:nvSpPr>
          <p:spPr>
            <a:xfrm>
              <a:off x="334026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g2851"/>
            <p:cNvSpPr/>
            <p:nvPr/>
          </p:nvSpPr>
          <p:spPr>
            <a:xfrm>
              <a:off x="335190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g2852"/>
            <p:cNvSpPr/>
            <p:nvPr/>
          </p:nvSpPr>
          <p:spPr>
            <a:xfrm>
              <a:off x="336354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g2853"/>
            <p:cNvSpPr/>
            <p:nvPr/>
          </p:nvSpPr>
          <p:spPr>
            <a:xfrm>
              <a:off x="337517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g2854"/>
            <p:cNvSpPr/>
            <p:nvPr/>
          </p:nvSpPr>
          <p:spPr>
            <a:xfrm>
              <a:off x="338681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g2855"/>
            <p:cNvSpPr/>
            <p:nvPr/>
          </p:nvSpPr>
          <p:spPr>
            <a:xfrm>
              <a:off x="344500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g2856"/>
            <p:cNvSpPr/>
            <p:nvPr/>
          </p:nvSpPr>
          <p:spPr>
            <a:xfrm>
              <a:off x="345663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g2857"/>
            <p:cNvSpPr/>
            <p:nvPr/>
          </p:nvSpPr>
          <p:spPr>
            <a:xfrm>
              <a:off x="346827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g2858"/>
            <p:cNvSpPr/>
            <p:nvPr/>
          </p:nvSpPr>
          <p:spPr>
            <a:xfrm>
              <a:off x="347991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g2859"/>
            <p:cNvSpPr/>
            <p:nvPr/>
          </p:nvSpPr>
          <p:spPr>
            <a:xfrm>
              <a:off x="349155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g2860"/>
            <p:cNvSpPr/>
            <p:nvPr/>
          </p:nvSpPr>
          <p:spPr>
            <a:xfrm>
              <a:off x="350318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g2861"/>
            <p:cNvSpPr/>
            <p:nvPr/>
          </p:nvSpPr>
          <p:spPr>
            <a:xfrm>
              <a:off x="351482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g2862"/>
            <p:cNvSpPr/>
            <p:nvPr/>
          </p:nvSpPr>
          <p:spPr>
            <a:xfrm>
              <a:off x="352646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g2863"/>
            <p:cNvSpPr/>
            <p:nvPr/>
          </p:nvSpPr>
          <p:spPr>
            <a:xfrm>
              <a:off x="353810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g2864"/>
            <p:cNvSpPr/>
            <p:nvPr/>
          </p:nvSpPr>
          <p:spPr>
            <a:xfrm>
              <a:off x="354973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g2865"/>
            <p:cNvSpPr/>
            <p:nvPr/>
          </p:nvSpPr>
          <p:spPr>
            <a:xfrm>
              <a:off x="356137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g2866"/>
            <p:cNvSpPr/>
            <p:nvPr/>
          </p:nvSpPr>
          <p:spPr>
            <a:xfrm>
              <a:off x="357301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g2867"/>
            <p:cNvSpPr/>
            <p:nvPr/>
          </p:nvSpPr>
          <p:spPr>
            <a:xfrm>
              <a:off x="358464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g2868"/>
            <p:cNvSpPr/>
            <p:nvPr/>
          </p:nvSpPr>
          <p:spPr>
            <a:xfrm>
              <a:off x="359628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g2869"/>
            <p:cNvSpPr/>
            <p:nvPr/>
          </p:nvSpPr>
          <p:spPr>
            <a:xfrm>
              <a:off x="3968681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g2870"/>
            <p:cNvSpPr/>
            <p:nvPr/>
          </p:nvSpPr>
          <p:spPr>
            <a:xfrm>
              <a:off x="398031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g2871"/>
            <p:cNvSpPr/>
            <p:nvPr/>
          </p:nvSpPr>
          <p:spPr>
            <a:xfrm>
              <a:off x="399195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g2872"/>
            <p:cNvSpPr/>
            <p:nvPr/>
          </p:nvSpPr>
          <p:spPr>
            <a:xfrm>
              <a:off x="400359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g2873"/>
            <p:cNvSpPr/>
            <p:nvPr/>
          </p:nvSpPr>
          <p:spPr>
            <a:xfrm>
              <a:off x="401523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g2874"/>
            <p:cNvSpPr/>
            <p:nvPr/>
          </p:nvSpPr>
          <p:spPr>
            <a:xfrm>
              <a:off x="402686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g2875"/>
            <p:cNvSpPr/>
            <p:nvPr/>
          </p:nvSpPr>
          <p:spPr>
            <a:xfrm>
              <a:off x="403850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g2876"/>
            <p:cNvSpPr/>
            <p:nvPr/>
          </p:nvSpPr>
          <p:spPr>
            <a:xfrm>
              <a:off x="405014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g2877"/>
            <p:cNvSpPr/>
            <p:nvPr/>
          </p:nvSpPr>
          <p:spPr>
            <a:xfrm>
              <a:off x="4166516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g2878"/>
            <p:cNvSpPr/>
            <p:nvPr/>
          </p:nvSpPr>
          <p:spPr>
            <a:xfrm>
              <a:off x="4178153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g2879"/>
            <p:cNvSpPr/>
            <p:nvPr/>
          </p:nvSpPr>
          <p:spPr>
            <a:xfrm>
              <a:off x="418979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g2880"/>
            <p:cNvSpPr/>
            <p:nvPr/>
          </p:nvSpPr>
          <p:spPr>
            <a:xfrm>
              <a:off x="4201428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g2881"/>
            <p:cNvSpPr/>
            <p:nvPr/>
          </p:nvSpPr>
          <p:spPr>
            <a:xfrm>
              <a:off x="4213065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g2882"/>
            <p:cNvSpPr/>
            <p:nvPr/>
          </p:nvSpPr>
          <p:spPr>
            <a:xfrm>
              <a:off x="422470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g2883"/>
            <p:cNvSpPr/>
            <p:nvPr/>
          </p:nvSpPr>
          <p:spPr>
            <a:xfrm>
              <a:off x="423634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g2884"/>
            <p:cNvSpPr/>
            <p:nvPr/>
          </p:nvSpPr>
          <p:spPr>
            <a:xfrm>
              <a:off x="4410900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g2885"/>
            <p:cNvSpPr/>
            <p:nvPr/>
          </p:nvSpPr>
          <p:spPr>
            <a:xfrm>
              <a:off x="4422537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g2886"/>
            <p:cNvSpPr/>
            <p:nvPr/>
          </p:nvSpPr>
          <p:spPr>
            <a:xfrm>
              <a:off x="4434174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g2887"/>
            <p:cNvSpPr/>
            <p:nvPr/>
          </p:nvSpPr>
          <p:spPr>
            <a:xfrm>
              <a:off x="4445812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g2888"/>
            <p:cNvSpPr/>
            <p:nvPr/>
          </p:nvSpPr>
          <p:spPr>
            <a:xfrm>
              <a:off x="4457449" y="480999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g2889"/>
            <p:cNvSpPr/>
            <p:nvPr/>
          </p:nvSpPr>
          <p:spPr>
            <a:xfrm>
              <a:off x="294459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g2890"/>
            <p:cNvSpPr/>
            <p:nvPr/>
          </p:nvSpPr>
          <p:spPr>
            <a:xfrm>
              <a:off x="295623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g2891"/>
            <p:cNvSpPr/>
            <p:nvPr/>
          </p:nvSpPr>
          <p:spPr>
            <a:xfrm>
              <a:off x="296787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g2892"/>
            <p:cNvSpPr/>
            <p:nvPr/>
          </p:nvSpPr>
          <p:spPr>
            <a:xfrm>
              <a:off x="297950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g2893"/>
            <p:cNvSpPr/>
            <p:nvPr/>
          </p:nvSpPr>
          <p:spPr>
            <a:xfrm>
              <a:off x="299114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g2894"/>
            <p:cNvSpPr/>
            <p:nvPr/>
          </p:nvSpPr>
          <p:spPr>
            <a:xfrm>
              <a:off x="300278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g2895"/>
            <p:cNvSpPr/>
            <p:nvPr/>
          </p:nvSpPr>
          <p:spPr>
            <a:xfrm>
              <a:off x="301442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g2896"/>
            <p:cNvSpPr/>
            <p:nvPr/>
          </p:nvSpPr>
          <p:spPr>
            <a:xfrm>
              <a:off x="302605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g2897"/>
            <p:cNvSpPr/>
            <p:nvPr/>
          </p:nvSpPr>
          <p:spPr>
            <a:xfrm>
              <a:off x="303769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g2898"/>
            <p:cNvSpPr/>
            <p:nvPr/>
          </p:nvSpPr>
          <p:spPr>
            <a:xfrm>
              <a:off x="304933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g2899"/>
            <p:cNvSpPr/>
            <p:nvPr/>
          </p:nvSpPr>
          <p:spPr>
            <a:xfrm>
              <a:off x="306096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g2900"/>
            <p:cNvSpPr/>
            <p:nvPr/>
          </p:nvSpPr>
          <p:spPr>
            <a:xfrm>
              <a:off x="307260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g2901"/>
            <p:cNvSpPr/>
            <p:nvPr/>
          </p:nvSpPr>
          <p:spPr>
            <a:xfrm>
              <a:off x="318898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g2902"/>
            <p:cNvSpPr/>
            <p:nvPr/>
          </p:nvSpPr>
          <p:spPr>
            <a:xfrm>
              <a:off x="320061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g2903"/>
            <p:cNvSpPr/>
            <p:nvPr/>
          </p:nvSpPr>
          <p:spPr>
            <a:xfrm>
              <a:off x="321225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g2904"/>
            <p:cNvSpPr/>
            <p:nvPr/>
          </p:nvSpPr>
          <p:spPr>
            <a:xfrm>
              <a:off x="322389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g2905"/>
            <p:cNvSpPr/>
            <p:nvPr/>
          </p:nvSpPr>
          <p:spPr>
            <a:xfrm>
              <a:off x="323552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g2906"/>
            <p:cNvSpPr/>
            <p:nvPr/>
          </p:nvSpPr>
          <p:spPr>
            <a:xfrm>
              <a:off x="324716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g2907"/>
            <p:cNvSpPr/>
            <p:nvPr/>
          </p:nvSpPr>
          <p:spPr>
            <a:xfrm>
              <a:off x="325880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g2908"/>
            <p:cNvSpPr/>
            <p:nvPr/>
          </p:nvSpPr>
          <p:spPr>
            <a:xfrm>
              <a:off x="327044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g2909"/>
            <p:cNvSpPr/>
            <p:nvPr/>
          </p:nvSpPr>
          <p:spPr>
            <a:xfrm>
              <a:off x="328207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g2910"/>
            <p:cNvSpPr/>
            <p:nvPr/>
          </p:nvSpPr>
          <p:spPr>
            <a:xfrm>
              <a:off x="329371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g2911"/>
            <p:cNvSpPr/>
            <p:nvPr/>
          </p:nvSpPr>
          <p:spPr>
            <a:xfrm>
              <a:off x="331699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g2912"/>
            <p:cNvSpPr/>
            <p:nvPr/>
          </p:nvSpPr>
          <p:spPr>
            <a:xfrm>
              <a:off x="332862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g2913"/>
            <p:cNvSpPr/>
            <p:nvPr/>
          </p:nvSpPr>
          <p:spPr>
            <a:xfrm>
              <a:off x="334026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g2914"/>
            <p:cNvSpPr/>
            <p:nvPr/>
          </p:nvSpPr>
          <p:spPr>
            <a:xfrm>
              <a:off x="335190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g2915"/>
            <p:cNvSpPr/>
            <p:nvPr/>
          </p:nvSpPr>
          <p:spPr>
            <a:xfrm>
              <a:off x="336354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g2916"/>
            <p:cNvSpPr/>
            <p:nvPr/>
          </p:nvSpPr>
          <p:spPr>
            <a:xfrm>
              <a:off x="337517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g2917"/>
            <p:cNvSpPr/>
            <p:nvPr/>
          </p:nvSpPr>
          <p:spPr>
            <a:xfrm>
              <a:off x="338681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g2918"/>
            <p:cNvSpPr/>
            <p:nvPr/>
          </p:nvSpPr>
          <p:spPr>
            <a:xfrm>
              <a:off x="339845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g2919"/>
            <p:cNvSpPr/>
            <p:nvPr/>
          </p:nvSpPr>
          <p:spPr>
            <a:xfrm>
              <a:off x="342172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g2920"/>
            <p:cNvSpPr/>
            <p:nvPr/>
          </p:nvSpPr>
          <p:spPr>
            <a:xfrm>
              <a:off x="343336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g2921"/>
            <p:cNvSpPr/>
            <p:nvPr/>
          </p:nvSpPr>
          <p:spPr>
            <a:xfrm>
              <a:off x="344500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g2922"/>
            <p:cNvSpPr/>
            <p:nvPr/>
          </p:nvSpPr>
          <p:spPr>
            <a:xfrm>
              <a:off x="345663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g2923"/>
            <p:cNvSpPr/>
            <p:nvPr/>
          </p:nvSpPr>
          <p:spPr>
            <a:xfrm>
              <a:off x="346827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g2924"/>
            <p:cNvSpPr/>
            <p:nvPr/>
          </p:nvSpPr>
          <p:spPr>
            <a:xfrm>
              <a:off x="347991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g2925"/>
            <p:cNvSpPr/>
            <p:nvPr/>
          </p:nvSpPr>
          <p:spPr>
            <a:xfrm>
              <a:off x="3491551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g2926"/>
            <p:cNvSpPr/>
            <p:nvPr/>
          </p:nvSpPr>
          <p:spPr>
            <a:xfrm>
              <a:off x="350318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g2927"/>
            <p:cNvSpPr/>
            <p:nvPr/>
          </p:nvSpPr>
          <p:spPr>
            <a:xfrm>
              <a:off x="351482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g2928"/>
            <p:cNvSpPr/>
            <p:nvPr/>
          </p:nvSpPr>
          <p:spPr>
            <a:xfrm>
              <a:off x="352646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g2929"/>
            <p:cNvSpPr/>
            <p:nvPr/>
          </p:nvSpPr>
          <p:spPr>
            <a:xfrm>
              <a:off x="353810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g2930"/>
            <p:cNvSpPr/>
            <p:nvPr/>
          </p:nvSpPr>
          <p:spPr>
            <a:xfrm>
              <a:off x="354973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g2931"/>
            <p:cNvSpPr/>
            <p:nvPr/>
          </p:nvSpPr>
          <p:spPr>
            <a:xfrm>
              <a:off x="356137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g2932"/>
            <p:cNvSpPr/>
            <p:nvPr/>
          </p:nvSpPr>
          <p:spPr>
            <a:xfrm>
              <a:off x="357301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g2933"/>
            <p:cNvSpPr/>
            <p:nvPr/>
          </p:nvSpPr>
          <p:spPr>
            <a:xfrm>
              <a:off x="358464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g2934"/>
            <p:cNvSpPr/>
            <p:nvPr/>
          </p:nvSpPr>
          <p:spPr>
            <a:xfrm>
              <a:off x="359628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g2935"/>
            <p:cNvSpPr/>
            <p:nvPr/>
          </p:nvSpPr>
          <p:spPr>
            <a:xfrm>
              <a:off x="360792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g2936"/>
            <p:cNvSpPr/>
            <p:nvPr/>
          </p:nvSpPr>
          <p:spPr>
            <a:xfrm>
              <a:off x="3991956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g2937"/>
            <p:cNvSpPr/>
            <p:nvPr/>
          </p:nvSpPr>
          <p:spPr>
            <a:xfrm>
              <a:off x="4178153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g2938"/>
            <p:cNvSpPr/>
            <p:nvPr/>
          </p:nvSpPr>
          <p:spPr>
            <a:xfrm>
              <a:off x="418979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g2939"/>
            <p:cNvSpPr/>
            <p:nvPr/>
          </p:nvSpPr>
          <p:spPr>
            <a:xfrm>
              <a:off x="4201428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g2940"/>
            <p:cNvSpPr/>
            <p:nvPr/>
          </p:nvSpPr>
          <p:spPr>
            <a:xfrm>
              <a:off x="4213065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g2941"/>
            <p:cNvSpPr/>
            <p:nvPr/>
          </p:nvSpPr>
          <p:spPr>
            <a:xfrm>
              <a:off x="422470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g2942"/>
            <p:cNvSpPr/>
            <p:nvPr/>
          </p:nvSpPr>
          <p:spPr>
            <a:xfrm>
              <a:off x="423634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g2943"/>
            <p:cNvSpPr/>
            <p:nvPr/>
          </p:nvSpPr>
          <p:spPr>
            <a:xfrm>
              <a:off x="424797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g2944"/>
            <p:cNvSpPr/>
            <p:nvPr/>
          </p:nvSpPr>
          <p:spPr>
            <a:xfrm>
              <a:off x="4410900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g2945"/>
            <p:cNvSpPr/>
            <p:nvPr/>
          </p:nvSpPr>
          <p:spPr>
            <a:xfrm>
              <a:off x="4422537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g2946"/>
            <p:cNvSpPr/>
            <p:nvPr/>
          </p:nvSpPr>
          <p:spPr>
            <a:xfrm>
              <a:off x="4434174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g2947"/>
            <p:cNvSpPr/>
            <p:nvPr/>
          </p:nvSpPr>
          <p:spPr>
            <a:xfrm>
              <a:off x="4445812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g2948"/>
            <p:cNvSpPr/>
            <p:nvPr/>
          </p:nvSpPr>
          <p:spPr>
            <a:xfrm>
              <a:off x="4457449" y="48243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g2949"/>
            <p:cNvSpPr/>
            <p:nvPr/>
          </p:nvSpPr>
          <p:spPr>
            <a:xfrm>
              <a:off x="293295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g2950"/>
            <p:cNvSpPr/>
            <p:nvPr/>
          </p:nvSpPr>
          <p:spPr>
            <a:xfrm>
              <a:off x="294459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g2951"/>
            <p:cNvSpPr/>
            <p:nvPr/>
          </p:nvSpPr>
          <p:spPr>
            <a:xfrm>
              <a:off x="295623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g2952"/>
            <p:cNvSpPr/>
            <p:nvPr/>
          </p:nvSpPr>
          <p:spPr>
            <a:xfrm>
              <a:off x="296787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g2953"/>
            <p:cNvSpPr/>
            <p:nvPr/>
          </p:nvSpPr>
          <p:spPr>
            <a:xfrm>
              <a:off x="297950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g2954"/>
            <p:cNvSpPr/>
            <p:nvPr/>
          </p:nvSpPr>
          <p:spPr>
            <a:xfrm>
              <a:off x="299114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g2955"/>
            <p:cNvSpPr/>
            <p:nvPr/>
          </p:nvSpPr>
          <p:spPr>
            <a:xfrm>
              <a:off x="300278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g2956"/>
            <p:cNvSpPr/>
            <p:nvPr/>
          </p:nvSpPr>
          <p:spPr>
            <a:xfrm>
              <a:off x="301442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g2957"/>
            <p:cNvSpPr/>
            <p:nvPr/>
          </p:nvSpPr>
          <p:spPr>
            <a:xfrm>
              <a:off x="302605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g2958"/>
            <p:cNvSpPr/>
            <p:nvPr/>
          </p:nvSpPr>
          <p:spPr>
            <a:xfrm>
              <a:off x="303769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g2959"/>
            <p:cNvSpPr/>
            <p:nvPr/>
          </p:nvSpPr>
          <p:spPr>
            <a:xfrm>
              <a:off x="324716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g2960"/>
            <p:cNvSpPr/>
            <p:nvPr/>
          </p:nvSpPr>
          <p:spPr>
            <a:xfrm>
              <a:off x="325880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g2961"/>
            <p:cNvSpPr/>
            <p:nvPr/>
          </p:nvSpPr>
          <p:spPr>
            <a:xfrm>
              <a:off x="332862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g2962"/>
            <p:cNvSpPr/>
            <p:nvPr/>
          </p:nvSpPr>
          <p:spPr>
            <a:xfrm>
              <a:off x="334026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g2963"/>
            <p:cNvSpPr/>
            <p:nvPr/>
          </p:nvSpPr>
          <p:spPr>
            <a:xfrm>
              <a:off x="335190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g2964"/>
            <p:cNvSpPr/>
            <p:nvPr/>
          </p:nvSpPr>
          <p:spPr>
            <a:xfrm>
              <a:off x="336354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g2965"/>
            <p:cNvSpPr/>
            <p:nvPr/>
          </p:nvSpPr>
          <p:spPr>
            <a:xfrm>
              <a:off x="337517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g2966"/>
            <p:cNvSpPr/>
            <p:nvPr/>
          </p:nvSpPr>
          <p:spPr>
            <a:xfrm>
              <a:off x="338681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g2967"/>
            <p:cNvSpPr/>
            <p:nvPr/>
          </p:nvSpPr>
          <p:spPr>
            <a:xfrm>
              <a:off x="339845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g2968"/>
            <p:cNvSpPr/>
            <p:nvPr/>
          </p:nvSpPr>
          <p:spPr>
            <a:xfrm>
              <a:off x="341008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g2969"/>
            <p:cNvSpPr/>
            <p:nvPr/>
          </p:nvSpPr>
          <p:spPr>
            <a:xfrm>
              <a:off x="342172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g2970"/>
            <p:cNvSpPr/>
            <p:nvPr/>
          </p:nvSpPr>
          <p:spPr>
            <a:xfrm>
              <a:off x="343336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g2971"/>
            <p:cNvSpPr/>
            <p:nvPr/>
          </p:nvSpPr>
          <p:spPr>
            <a:xfrm>
              <a:off x="344500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g2972"/>
            <p:cNvSpPr/>
            <p:nvPr/>
          </p:nvSpPr>
          <p:spPr>
            <a:xfrm>
              <a:off x="345663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g2973"/>
            <p:cNvSpPr/>
            <p:nvPr/>
          </p:nvSpPr>
          <p:spPr>
            <a:xfrm>
              <a:off x="346827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g2974"/>
            <p:cNvSpPr/>
            <p:nvPr/>
          </p:nvSpPr>
          <p:spPr>
            <a:xfrm>
              <a:off x="347991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g2975"/>
            <p:cNvSpPr/>
            <p:nvPr/>
          </p:nvSpPr>
          <p:spPr>
            <a:xfrm>
              <a:off x="349155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g2976"/>
            <p:cNvSpPr/>
            <p:nvPr/>
          </p:nvSpPr>
          <p:spPr>
            <a:xfrm>
              <a:off x="350318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g2977"/>
            <p:cNvSpPr/>
            <p:nvPr/>
          </p:nvSpPr>
          <p:spPr>
            <a:xfrm>
              <a:off x="351482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g2978"/>
            <p:cNvSpPr/>
            <p:nvPr/>
          </p:nvSpPr>
          <p:spPr>
            <a:xfrm>
              <a:off x="3526463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g2979"/>
            <p:cNvSpPr/>
            <p:nvPr/>
          </p:nvSpPr>
          <p:spPr>
            <a:xfrm>
              <a:off x="353810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g2980"/>
            <p:cNvSpPr/>
            <p:nvPr/>
          </p:nvSpPr>
          <p:spPr>
            <a:xfrm>
              <a:off x="354973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g2981"/>
            <p:cNvSpPr/>
            <p:nvPr/>
          </p:nvSpPr>
          <p:spPr>
            <a:xfrm>
              <a:off x="356137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g2982"/>
            <p:cNvSpPr/>
            <p:nvPr/>
          </p:nvSpPr>
          <p:spPr>
            <a:xfrm>
              <a:off x="357301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g2983"/>
            <p:cNvSpPr/>
            <p:nvPr/>
          </p:nvSpPr>
          <p:spPr>
            <a:xfrm>
              <a:off x="358464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g2984"/>
            <p:cNvSpPr/>
            <p:nvPr/>
          </p:nvSpPr>
          <p:spPr>
            <a:xfrm>
              <a:off x="359628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g2985"/>
            <p:cNvSpPr/>
            <p:nvPr/>
          </p:nvSpPr>
          <p:spPr>
            <a:xfrm>
              <a:off x="360792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g2986"/>
            <p:cNvSpPr/>
            <p:nvPr/>
          </p:nvSpPr>
          <p:spPr>
            <a:xfrm>
              <a:off x="3619561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g2987"/>
            <p:cNvSpPr/>
            <p:nvPr/>
          </p:nvSpPr>
          <p:spPr>
            <a:xfrm>
              <a:off x="418979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g2988"/>
            <p:cNvSpPr/>
            <p:nvPr/>
          </p:nvSpPr>
          <p:spPr>
            <a:xfrm>
              <a:off x="4201428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g2989"/>
            <p:cNvSpPr/>
            <p:nvPr/>
          </p:nvSpPr>
          <p:spPr>
            <a:xfrm>
              <a:off x="4213065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g2990"/>
            <p:cNvSpPr/>
            <p:nvPr/>
          </p:nvSpPr>
          <p:spPr>
            <a:xfrm>
              <a:off x="422470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g2991"/>
            <p:cNvSpPr/>
            <p:nvPr/>
          </p:nvSpPr>
          <p:spPr>
            <a:xfrm>
              <a:off x="4236340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g2992"/>
            <p:cNvSpPr/>
            <p:nvPr/>
          </p:nvSpPr>
          <p:spPr>
            <a:xfrm>
              <a:off x="424797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g2993"/>
            <p:cNvSpPr/>
            <p:nvPr/>
          </p:nvSpPr>
          <p:spPr>
            <a:xfrm>
              <a:off x="425961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g2994"/>
            <p:cNvSpPr/>
            <p:nvPr/>
          </p:nvSpPr>
          <p:spPr>
            <a:xfrm>
              <a:off x="4422537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g2995"/>
            <p:cNvSpPr/>
            <p:nvPr/>
          </p:nvSpPr>
          <p:spPr>
            <a:xfrm>
              <a:off x="4434174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g2996"/>
            <p:cNvSpPr/>
            <p:nvPr/>
          </p:nvSpPr>
          <p:spPr>
            <a:xfrm>
              <a:off x="4445812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g2997"/>
            <p:cNvSpPr/>
            <p:nvPr/>
          </p:nvSpPr>
          <p:spPr>
            <a:xfrm>
              <a:off x="4457449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g2998"/>
            <p:cNvSpPr/>
            <p:nvPr/>
          </p:nvSpPr>
          <p:spPr>
            <a:xfrm>
              <a:off x="4469086" y="483860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g2999"/>
            <p:cNvSpPr/>
            <p:nvPr/>
          </p:nvSpPr>
          <p:spPr>
            <a:xfrm>
              <a:off x="293295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g3000"/>
            <p:cNvSpPr/>
            <p:nvPr/>
          </p:nvSpPr>
          <p:spPr>
            <a:xfrm>
              <a:off x="294459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g3001"/>
            <p:cNvSpPr/>
            <p:nvPr/>
          </p:nvSpPr>
          <p:spPr>
            <a:xfrm>
              <a:off x="295623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g3002"/>
            <p:cNvSpPr/>
            <p:nvPr/>
          </p:nvSpPr>
          <p:spPr>
            <a:xfrm>
              <a:off x="296787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g3003"/>
            <p:cNvSpPr/>
            <p:nvPr/>
          </p:nvSpPr>
          <p:spPr>
            <a:xfrm>
              <a:off x="297950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g3004"/>
            <p:cNvSpPr/>
            <p:nvPr/>
          </p:nvSpPr>
          <p:spPr>
            <a:xfrm>
              <a:off x="299114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g3005"/>
            <p:cNvSpPr/>
            <p:nvPr/>
          </p:nvSpPr>
          <p:spPr>
            <a:xfrm>
              <a:off x="300278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g3006"/>
            <p:cNvSpPr/>
            <p:nvPr/>
          </p:nvSpPr>
          <p:spPr>
            <a:xfrm>
              <a:off x="301442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g3007"/>
            <p:cNvSpPr/>
            <p:nvPr/>
          </p:nvSpPr>
          <p:spPr>
            <a:xfrm>
              <a:off x="334026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g3008"/>
            <p:cNvSpPr/>
            <p:nvPr/>
          </p:nvSpPr>
          <p:spPr>
            <a:xfrm>
              <a:off x="335190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g3009"/>
            <p:cNvSpPr/>
            <p:nvPr/>
          </p:nvSpPr>
          <p:spPr>
            <a:xfrm>
              <a:off x="336354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g3010"/>
            <p:cNvSpPr/>
            <p:nvPr/>
          </p:nvSpPr>
          <p:spPr>
            <a:xfrm>
              <a:off x="337517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g3011"/>
            <p:cNvSpPr/>
            <p:nvPr/>
          </p:nvSpPr>
          <p:spPr>
            <a:xfrm>
              <a:off x="338681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g3012"/>
            <p:cNvSpPr/>
            <p:nvPr/>
          </p:nvSpPr>
          <p:spPr>
            <a:xfrm>
              <a:off x="33984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g3013"/>
            <p:cNvSpPr/>
            <p:nvPr/>
          </p:nvSpPr>
          <p:spPr>
            <a:xfrm>
              <a:off x="341008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g3014"/>
            <p:cNvSpPr/>
            <p:nvPr/>
          </p:nvSpPr>
          <p:spPr>
            <a:xfrm>
              <a:off x="342172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g3015"/>
            <p:cNvSpPr/>
            <p:nvPr/>
          </p:nvSpPr>
          <p:spPr>
            <a:xfrm>
              <a:off x="343336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g3016"/>
            <p:cNvSpPr/>
            <p:nvPr/>
          </p:nvSpPr>
          <p:spPr>
            <a:xfrm>
              <a:off x="344500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g3017"/>
            <p:cNvSpPr/>
            <p:nvPr/>
          </p:nvSpPr>
          <p:spPr>
            <a:xfrm>
              <a:off x="345663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g3018"/>
            <p:cNvSpPr/>
            <p:nvPr/>
          </p:nvSpPr>
          <p:spPr>
            <a:xfrm>
              <a:off x="346827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g3019"/>
            <p:cNvSpPr/>
            <p:nvPr/>
          </p:nvSpPr>
          <p:spPr>
            <a:xfrm>
              <a:off x="347991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g3020"/>
            <p:cNvSpPr/>
            <p:nvPr/>
          </p:nvSpPr>
          <p:spPr>
            <a:xfrm>
              <a:off x="349155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g3021"/>
            <p:cNvSpPr/>
            <p:nvPr/>
          </p:nvSpPr>
          <p:spPr>
            <a:xfrm>
              <a:off x="350318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g3022"/>
            <p:cNvSpPr/>
            <p:nvPr/>
          </p:nvSpPr>
          <p:spPr>
            <a:xfrm>
              <a:off x="351482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g3023"/>
            <p:cNvSpPr/>
            <p:nvPr/>
          </p:nvSpPr>
          <p:spPr>
            <a:xfrm>
              <a:off x="3526463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g3024"/>
            <p:cNvSpPr/>
            <p:nvPr/>
          </p:nvSpPr>
          <p:spPr>
            <a:xfrm>
              <a:off x="353810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g3025"/>
            <p:cNvSpPr/>
            <p:nvPr/>
          </p:nvSpPr>
          <p:spPr>
            <a:xfrm>
              <a:off x="354973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g3026"/>
            <p:cNvSpPr/>
            <p:nvPr/>
          </p:nvSpPr>
          <p:spPr>
            <a:xfrm>
              <a:off x="356137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g3027"/>
            <p:cNvSpPr/>
            <p:nvPr/>
          </p:nvSpPr>
          <p:spPr>
            <a:xfrm>
              <a:off x="357301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g3028"/>
            <p:cNvSpPr/>
            <p:nvPr/>
          </p:nvSpPr>
          <p:spPr>
            <a:xfrm>
              <a:off x="358464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g3029"/>
            <p:cNvSpPr/>
            <p:nvPr/>
          </p:nvSpPr>
          <p:spPr>
            <a:xfrm>
              <a:off x="359628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g3030"/>
            <p:cNvSpPr/>
            <p:nvPr/>
          </p:nvSpPr>
          <p:spPr>
            <a:xfrm>
              <a:off x="360792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g3031"/>
            <p:cNvSpPr/>
            <p:nvPr/>
          </p:nvSpPr>
          <p:spPr>
            <a:xfrm>
              <a:off x="3619561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g3032"/>
            <p:cNvSpPr/>
            <p:nvPr/>
          </p:nvSpPr>
          <p:spPr>
            <a:xfrm>
              <a:off x="4201428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g3033"/>
            <p:cNvSpPr/>
            <p:nvPr/>
          </p:nvSpPr>
          <p:spPr>
            <a:xfrm>
              <a:off x="4213065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g3034"/>
            <p:cNvSpPr/>
            <p:nvPr/>
          </p:nvSpPr>
          <p:spPr>
            <a:xfrm>
              <a:off x="422470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g3035"/>
            <p:cNvSpPr/>
            <p:nvPr/>
          </p:nvSpPr>
          <p:spPr>
            <a:xfrm>
              <a:off x="4236340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g3036"/>
            <p:cNvSpPr/>
            <p:nvPr/>
          </p:nvSpPr>
          <p:spPr>
            <a:xfrm>
              <a:off x="424797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g3037"/>
            <p:cNvSpPr/>
            <p:nvPr/>
          </p:nvSpPr>
          <p:spPr>
            <a:xfrm>
              <a:off x="425961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g3038"/>
            <p:cNvSpPr/>
            <p:nvPr/>
          </p:nvSpPr>
          <p:spPr>
            <a:xfrm>
              <a:off x="427125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g3039"/>
            <p:cNvSpPr/>
            <p:nvPr/>
          </p:nvSpPr>
          <p:spPr>
            <a:xfrm>
              <a:off x="4422537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g3040"/>
            <p:cNvSpPr/>
            <p:nvPr/>
          </p:nvSpPr>
          <p:spPr>
            <a:xfrm>
              <a:off x="4434174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g3041"/>
            <p:cNvSpPr/>
            <p:nvPr/>
          </p:nvSpPr>
          <p:spPr>
            <a:xfrm>
              <a:off x="4445812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g3042"/>
            <p:cNvSpPr/>
            <p:nvPr/>
          </p:nvSpPr>
          <p:spPr>
            <a:xfrm>
              <a:off x="4457449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g3043"/>
            <p:cNvSpPr/>
            <p:nvPr/>
          </p:nvSpPr>
          <p:spPr>
            <a:xfrm>
              <a:off x="4469086" y="485290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g3044"/>
            <p:cNvSpPr/>
            <p:nvPr/>
          </p:nvSpPr>
          <p:spPr>
            <a:xfrm>
              <a:off x="292132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g3045"/>
            <p:cNvSpPr/>
            <p:nvPr/>
          </p:nvSpPr>
          <p:spPr>
            <a:xfrm>
              <a:off x="293295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g3046"/>
            <p:cNvSpPr/>
            <p:nvPr/>
          </p:nvSpPr>
          <p:spPr>
            <a:xfrm>
              <a:off x="294459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g3047"/>
            <p:cNvSpPr/>
            <p:nvPr/>
          </p:nvSpPr>
          <p:spPr>
            <a:xfrm>
              <a:off x="295623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g3048"/>
            <p:cNvSpPr/>
            <p:nvPr/>
          </p:nvSpPr>
          <p:spPr>
            <a:xfrm>
              <a:off x="296787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g3049"/>
            <p:cNvSpPr/>
            <p:nvPr/>
          </p:nvSpPr>
          <p:spPr>
            <a:xfrm>
              <a:off x="297950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g3050"/>
            <p:cNvSpPr/>
            <p:nvPr/>
          </p:nvSpPr>
          <p:spPr>
            <a:xfrm>
              <a:off x="335190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g3051"/>
            <p:cNvSpPr/>
            <p:nvPr/>
          </p:nvSpPr>
          <p:spPr>
            <a:xfrm>
              <a:off x="336354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g3052"/>
            <p:cNvSpPr/>
            <p:nvPr/>
          </p:nvSpPr>
          <p:spPr>
            <a:xfrm>
              <a:off x="337517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g3053"/>
            <p:cNvSpPr/>
            <p:nvPr/>
          </p:nvSpPr>
          <p:spPr>
            <a:xfrm>
              <a:off x="338681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g3054"/>
            <p:cNvSpPr/>
            <p:nvPr/>
          </p:nvSpPr>
          <p:spPr>
            <a:xfrm>
              <a:off x="339845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g3055"/>
            <p:cNvSpPr/>
            <p:nvPr/>
          </p:nvSpPr>
          <p:spPr>
            <a:xfrm>
              <a:off x="341008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g3056"/>
            <p:cNvSpPr/>
            <p:nvPr/>
          </p:nvSpPr>
          <p:spPr>
            <a:xfrm>
              <a:off x="342172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g3057"/>
            <p:cNvSpPr/>
            <p:nvPr/>
          </p:nvSpPr>
          <p:spPr>
            <a:xfrm>
              <a:off x="343336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g3058"/>
            <p:cNvSpPr/>
            <p:nvPr/>
          </p:nvSpPr>
          <p:spPr>
            <a:xfrm>
              <a:off x="344500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g3059"/>
            <p:cNvSpPr/>
            <p:nvPr/>
          </p:nvSpPr>
          <p:spPr>
            <a:xfrm>
              <a:off x="345663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g3060"/>
            <p:cNvSpPr/>
            <p:nvPr/>
          </p:nvSpPr>
          <p:spPr>
            <a:xfrm>
              <a:off x="346827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g3061"/>
            <p:cNvSpPr/>
            <p:nvPr/>
          </p:nvSpPr>
          <p:spPr>
            <a:xfrm>
              <a:off x="347991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g3062"/>
            <p:cNvSpPr/>
            <p:nvPr/>
          </p:nvSpPr>
          <p:spPr>
            <a:xfrm>
              <a:off x="349155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g3063"/>
            <p:cNvSpPr/>
            <p:nvPr/>
          </p:nvSpPr>
          <p:spPr>
            <a:xfrm>
              <a:off x="3503188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g3064"/>
            <p:cNvSpPr/>
            <p:nvPr/>
          </p:nvSpPr>
          <p:spPr>
            <a:xfrm>
              <a:off x="351482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g3065"/>
            <p:cNvSpPr/>
            <p:nvPr/>
          </p:nvSpPr>
          <p:spPr>
            <a:xfrm>
              <a:off x="3526463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g3066"/>
            <p:cNvSpPr/>
            <p:nvPr/>
          </p:nvSpPr>
          <p:spPr>
            <a:xfrm>
              <a:off x="353810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g3067"/>
            <p:cNvSpPr/>
            <p:nvPr/>
          </p:nvSpPr>
          <p:spPr>
            <a:xfrm>
              <a:off x="354973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g3068"/>
            <p:cNvSpPr/>
            <p:nvPr/>
          </p:nvSpPr>
          <p:spPr>
            <a:xfrm>
              <a:off x="356137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g3069"/>
            <p:cNvSpPr/>
            <p:nvPr/>
          </p:nvSpPr>
          <p:spPr>
            <a:xfrm>
              <a:off x="357301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g3070"/>
            <p:cNvSpPr/>
            <p:nvPr/>
          </p:nvSpPr>
          <p:spPr>
            <a:xfrm>
              <a:off x="358464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g3071"/>
            <p:cNvSpPr/>
            <p:nvPr/>
          </p:nvSpPr>
          <p:spPr>
            <a:xfrm>
              <a:off x="359628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g3072"/>
            <p:cNvSpPr/>
            <p:nvPr/>
          </p:nvSpPr>
          <p:spPr>
            <a:xfrm>
              <a:off x="360792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g3073"/>
            <p:cNvSpPr/>
            <p:nvPr/>
          </p:nvSpPr>
          <p:spPr>
            <a:xfrm>
              <a:off x="3619561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g3074"/>
            <p:cNvSpPr/>
            <p:nvPr/>
          </p:nvSpPr>
          <p:spPr>
            <a:xfrm>
              <a:off x="4213065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g3075"/>
            <p:cNvSpPr/>
            <p:nvPr/>
          </p:nvSpPr>
          <p:spPr>
            <a:xfrm>
              <a:off x="422470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g3076"/>
            <p:cNvSpPr/>
            <p:nvPr/>
          </p:nvSpPr>
          <p:spPr>
            <a:xfrm>
              <a:off x="4236340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g3077"/>
            <p:cNvSpPr/>
            <p:nvPr/>
          </p:nvSpPr>
          <p:spPr>
            <a:xfrm>
              <a:off x="4247977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g3078"/>
            <p:cNvSpPr/>
            <p:nvPr/>
          </p:nvSpPr>
          <p:spPr>
            <a:xfrm>
              <a:off x="425961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g3079"/>
            <p:cNvSpPr/>
            <p:nvPr/>
          </p:nvSpPr>
          <p:spPr>
            <a:xfrm>
              <a:off x="427125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g3080"/>
            <p:cNvSpPr/>
            <p:nvPr/>
          </p:nvSpPr>
          <p:spPr>
            <a:xfrm>
              <a:off x="428288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g3081"/>
            <p:cNvSpPr/>
            <p:nvPr/>
          </p:nvSpPr>
          <p:spPr>
            <a:xfrm>
              <a:off x="443417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g3082"/>
            <p:cNvSpPr/>
            <p:nvPr/>
          </p:nvSpPr>
          <p:spPr>
            <a:xfrm>
              <a:off x="4445812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g3083"/>
            <p:cNvSpPr/>
            <p:nvPr/>
          </p:nvSpPr>
          <p:spPr>
            <a:xfrm>
              <a:off x="4457449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g3084"/>
            <p:cNvSpPr/>
            <p:nvPr/>
          </p:nvSpPr>
          <p:spPr>
            <a:xfrm>
              <a:off x="4469086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g3085"/>
            <p:cNvSpPr/>
            <p:nvPr/>
          </p:nvSpPr>
          <p:spPr>
            <a:xfrm>
              <a:off x="4480724" y="48672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g3086"/>
            <p:cNvSpPr/>
            <p:nvPr/>
          </p:nvSpPr>
          <p:spPr>
            <a:xfrm>
              <a:off x="289804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g3087"/>
            <p:cNvSpPr/>
            <p:nvPr/>
          </p:nvSpPr>
          <p:spPr>
            <a:xfrm>
              <a:off x="290968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g3088"/>
            <p:cNvSpPr/>
            <p:nvPr/>
          </p:nvSpPr>
          <p:spPr>
            <a:xfrm>
              <a:off x="292132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g3089"/>
            <p:cNvSpPr/>
            <p:nvPr/>
          </p:nvSpPr>
          <p:spPr>
            <a:xfrm>
              <a:off x="293295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g3090"/>
            <p:cNvSpPr/>
            <p:nvPr/>
          </p:nvSpPr>
          <p:spPr>
            <a:xfrm>
              <a:off x="294459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g3091"/>
            <p:cNvSpPr/>
            <p:nvPr/>
          </p:nvSpPr>
          <p:spPr>
            <a:xfrm>
              <a:off x="295623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g3092"/>
            <p:cNvSpPr/>
            <p:nvPr/>
          </p:nvSpPr>
          <p:spPr>
            <a:xfrm>
              <a:off x="296787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g3093"/>
            <p:cNvSpPr/>
            <p:nvPr/>
          </p:nvSpPr>
          <p:spPr>
            <a:xfrm>
              <a:off x="337517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g3094"/>
            <p:cNvSpPr/>
            <p:nvPr/>
          </p:nvSpPr>
          <p:spPr>
            <a:xfrm>
              <a:off x="338681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g3095"/>
            <p:cNvSpPr/>
            <p:nvPr/>
          </p:nvSpPr>
          <p:spPr>
            <a:xfrm>
              <a:off x="339845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g3096"/>
            <p:cNvSpPr/>
            <p:nvPr/>
          </p:nvSpPr>
          <p:spPr>
            <a:xfrm>
              <a:off x="341008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g3097"/>
            <p:cNvSpPr/>
            <p:nvPr/>
          </p:nvSpPr>
          <p:spPr>
            <a:xfrm>
              <a:off x="342172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g3098"/>
            <p:cNvSpPr/>
            <p:nvPr/>
          </p:nvSpPr>
          <p:spPr>
            <a:xfrm>
              <a:off x="343336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g3099"/>
            <p:cNvSpPr/>
            <p:nvPr/>
          </p:nvSpPr>
          <p:spPr>
            <a:xfrm>
              <a:off x="344500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g3100"/>
            <p:cNvSpPr/>
            <p:nvPr/>
          </p:nvSpPr>
          <p:spPr>
            <a:xfrm>
              <a:off x="345663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g3101"/>
            <p:cNvSpPr/>
            <p:nvPr/>
          </p:nvSpPr>
          <p:spPr>
            <a:xfrm>
              <a:off x="346827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g3102"/>
            <p:cNvSpPr/>
            <p:nvPr/>
          </p:nvSpPr>
          <p:spPr>
            <a:xfrm>
              <a:off x="3479913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g3103"/>
            <p:cNvSpPr/>
            <p:nvPr/>
          </p:nvSpPr>
          <p:spPr>
            <a:xfrm>
              <a:off x="349155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g3104"/>
            <p:cNvSpPr/>
            <p:nvPr/>
          </p:nvSpPr>
          <p:spPr>
            <a:xfrm>
              <a:off x="3503188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g3105"/>
            <p:cNvSpPr/>
            <p:nvPr/>
          </p:nvSpPr>
          <p:spPr>
            <a:xfrm>
              <a:off x="353810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g3106"/>
            <p:cNvSpPr/>
            <p:nvPr/>
          </p:nvSpPr>
          <p:spPr>
            <a:xfrm>
              <a:off x="354973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g3107"/>
            <p:cNvSpPr/>
            <p:nvPr/>
          </p:nvSpPr>
          <p:spPr>
            <a:xfrm>
              <a:off x="3561375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g3108"/>
            <p:cNvSpPr/>
            <p:nvPr/>
          </p:nvSpPr>
          <p:spPr>
            <a:xfrm>
              <a:off x="357301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g3109"/>
            <p:cNvSpPr/>
            <p:nvPr/>
          </p:nvSpPr>
          <p:spPr>
            <a:xfrm>
              <a:off x="358464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g3110"/>
            <p:cNvSpPr/>
            <p:nvPr/>
          </p:nvSpPr>
          <p:spPr>
            <a:xfrm>
              <a:off x="359628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g3111"/>
            <p:cNvSpPr/>
            <p:nvPr/>
          </p:nvSpPr>
          <p:spPr>
            <a:xfrm>
              <a:off x="360792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g3112"/>
            <p:cNvSpPr/>
            <p:nvPr/>
          </p:nvSpPr>
          <p:spPr>
            <a:xfrm>
              <a:off x="361956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g3113"/>
            <p:cNvSpPr/>
            <p:nvPr/>
          </p:nvSpPr>
          <p:spPr>
            <a:xfrm>
              <a:off x="4236340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g3114"/>
            <p:cNvSpPr/>
            <p:nvPr/>
          </p:nvSpPr>
          <p:spPr>
            <a:xfrm>
              <a:off x="4247977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g3115"/>
            <p:cNvSpPr/>
            <p:nvPr/>
          </p:nvSpPr>
          <p:spPr>
            <a:xfrm>
              <a:off x="425961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g3116"/>
            <p:cNvSpPr/>
            <p:nvPr/>
          </p:nvSpPr>
          <p:spPr>
            <a:xfrm>
              <a:off x="427125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g3117"/>
            <p:cNvSpPr/>
            <p:nvPr/>
          </p:nvSpPr>
          <p:spPr>
            <a:xfrm>
              <a:off x="428288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g3118"/>
            <p:cNvSpPr/>
            <p:nvPr/>
          </p:nvSpPr>
          <p:spPr>
            <a:xfrm>
              <a:off x="429452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g3119"/>
            <p:cNvSpPr/>
            <p:nvPr/>
          </p:nvSpPr>
          <p:spPr>
            <a:xfrm>
              <a:off x="443417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g3120"/>
            <p:cNvSpPr/>
            <p:nvPr/>
          </p:nvSpPr>
          <p:spPr>
            <a:xfrm>
              <a:off x="4445812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g3121"/>
            <p:cNvSpPr/>
            <p:nvPr/>
          </p:nvSpPr>
          <p:spPr>
            <a:xfrm>
              <a:off x="4457449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g3122"/>
            <p:cNvSpPr/>
            <p:nvPr/>
          </p:nvSpPr>
          <p:spPr>
            <a:xfrm>
              <a:off x="4469086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g3123"/>
            <p:cNvSpPr/>
            <p:nvPr/>
          </p:nvSpPr>
          <p:spPr>
            <a:xfrm>
              <a:off x="4480724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g3124"/>
            <p:cNvSpPr/>
            <p:nvPr/>
          </p:nvSpPr>
          <p:spPr>
            <a:xfrm>
              <a:off x="4492361" y="488150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g3125"/>
            <p:cNvSpPr/>
            <p:nvPr/>
          </p:nvSpPr>
          <p:spPr>
            <a:xfrm>
              <a:off x="278167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g3126"/>
            <p:cNvSpPr/>
            <p:nvPr/>
          </p:nvSpPr>
          <p:spPr>
            <a:xfrm>
              <a:off x="279331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g3127"/>
            <p:cNvSpPr/>
            <p:nvPr/>
          </p:nvSpPr>
          <p:spPr>
            <a:xfrm>
              <a:off x="2804948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g3128"/>
            <p:cNvSpPr/>
            <p:nvPr/>
          </p:nvSpPr>
          <p:spPr>
            <a:xfrm>
              <a:off x="281658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g3129"/>
            <p:cNvSpPr/>
            <p:nvPr/>
          </p:nvSpPr>
          <p:spPr>
            <a:xfrm>
              <a:off x="282822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g3130"/>
            <p:cNvSpPr/>
            <p:nvPr/>
          </p:nvSpPr>
          <p:spPr>
            <a:xfrm>
              <a:off x="283986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g3131"/>
            <p:cNvSpPr/>
            <p:nvPr/>
          </p:nvSpPr>
          <p:spPr>
            <a:xfrm>
              <a:off x="287477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g3132"/>
            <p:cNvSpPr/>
            <p:nvPr/>
          </p:nvSpPr>
          <p:spPr>
            <a:xfrm>
              <a:off x="2886410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g3133"/>
            <p:cNvSpPr/>
            <p:nvPr/>
          </p:nvSpPr>
          <p:spPr>
            <a:xfrm>
              <a:off x="289804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g3134"/>
            <p:cNvSpPr/>
            <p:nvPr/>
          </p:nvSpPr>
          <p:spPr>
            <a:xfrm>
              <a:off x="290968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g3135"/>
            <p:cNvSpPr/>
            <p:nvPr/>
          </p:nvSpPr>
          <p:spPr>
            <a:xfrm>
              <a:off x="292132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g3136"/>
            <p:cNvSpPr/>
            <p:nvPr/>
          </p:nvSpPr>
          <p:spPr>
            <a:xfrm>
              <a:off x="293295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g3137"/>
            <p:cNvSpPr/>
            <p:nvPr/>
          </p:nvSpPr>
          <p:spPr>
            <a:xfrm>
              <a:off x="294459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g3138"/>
            <p:cNvSpPr/>
            <p:nvPr/>
          </p:nvSpPr>
          <p:spPr>
            <a:xfrm>
              <a:off x="295623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g3139"/>
            <p:cNvSpPr/>
            <p:nvPr/>
          </p:nvSpPr>
          <p:spPr>
            <a:xfrm>
              <a:off x="346827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g3140"/>
            <p:cNvSpPr/>
            <p:nvPr/>
          </p:nvSpPr>
          <p:spPr>
            <a:xfrm>
              <a:off x="3479913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g3141"/>
            <p:cNvSpPr/>
            <p:nvPr/>
          </p:nvSpPr>
          <p:spPr>
            <a:xfrm>
              <a:off x="354973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g3142"/>
            <p:cNvSpPr/>
            <p:nvPr/>
          </p:nvSpPr>
          <p:spPr>
            <a:xfrm>
              <a:off x="3561375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g3143"/>
            <p:cNvSpPr/>
            <p:nvPr/>
          </p:nvSpPr>
          <p:spPr>
            <a:xfrm>
              <a:off x="357301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g3144"/>
            <p:cNvSpPr/>
            <p:nvPr/>
          </p:nvSpPr>
          <p:spPr>
            <a:xfrm>
              <a:off x="358464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g3145"/>
            <p:cNvSpPr/>
            <p:nvPr/>
          </p:nvSpPr>
          <p:spPr>
            <a:xfrm>
              <a:off x="359628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g3146"/>
            <p:cNvSpPr/>
            <p:nvPr/>
          </p:nvSpPr>
          <p:spPr>
            <a:xfrm>
              <a:off x="360792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g3147"/>
            <p:cNvSpPr/>
            <p:nvPr/>
          </p:nvSpPr>
          <p:spPr>
            <a:xfrm>
              <a:off x="4247977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g3148"/>
            <p:cNvSpPr/>
            <p:nvPr/>
          </p:nvSpPr>
          <p:spPr>
            <a:xfrm>
              <a:off x="425961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g3149"/>
            <p:cNvSpPr/>
            <p:nvPr/>
          </p:nvSpPr>
          <p:spPr>
            <a:xfrm>
              <a:off x="427125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g3150"/>
            <p:cNvSpPr/>
            <p:nvPr/>
          </p:nvSpPr>
          <p:spPr>
            <a:xfrm>
              <a:off x="428288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g3151"/>
            <p:cNvSpPr/>
            <p:nvPr/>
          </p:nvSpPr>
          <p:spPr>
            <a:xfrm>
              <a:off x="429452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g3152"/>
            <p:cNvSpPr/>
            <p:nvPr/>
          </p:nvSpPr>
          <p:spPr>
            <a:xfrm>
              <a:off x="4445812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g3153"/>
            <p:cNvSpPr/>
            <p:nvPr/>
          </p:nvSpPr>
          <p:spPr>
            <a:xfrm>
              <a:off x="4457449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g3154"/>
            <p:cNvSpPr/>
            <p:nvPr/>
          </p:nvSpPr>
          <p:spPr>
            <a:xfrm>
              <a:off x="4469086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g3155"/>
            <p:cNvSpPr/>
            <p:nvPr/>
          </p:nvSpPr>
          <p:spPr>
            <a:xfrm>
              <a:off x="4480724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g3156"/>
            <p:cNvSpPr/>
            <p:nvPr/>
          </p:nvSpPr>
          <p:spPr>
            <a:xfrm>
              <a:off x="4492361" y="48958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g3157"/>
            <p:cNvSpPr/>
            <p:nvPr/>
          </p:nvSpPr>
          <p:spPr>
            <a:xfrm>
              <a:off x="277003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g3158"/>
            <p:cNvSpPr/>
            <p:nvPr/>
          </p:nvSpPr>
          <p:spPr>
            <a:xfrm>
              <a:off x="278167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g3159"/>
            <p:cNvSpPr/>
            <p:nvPr/>
          </p:nvSpPr>
          <p:spPr>
            <a:xfrm>
              <a:off x="279331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g3160"/>
            <p:cNvSpPr/>
            <p:nvPr/>
          </p:nvSpPr>
          <p:spPr>
            <a:xfrm>
              <a:off x="280494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g3161"/>
            <p:cNvSpPr/>
            <p:nvPr/>
          </p:nvSpPr>
          <p:spPr>
            <a:xfrm>
              <a:off x="281658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g3162"/>
            <p:cNvSpPr/>
            <p:nvPr/>
          </p:nvSpPr>
          <p:spPr>
            <a:xfrm>
              <a:off x="2828223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g3163"/>
            <p:cNvSpPr/>
            <p:nvPr/>
          </p:nvSpPr>
          <p:spPr>
            <a:xfrm>
              <a:off x="283986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g3164"/>
            <p:cNvSpPr/>
            <p:nvPr/>
          </p:nvSpPr>
          <p:spPr>
            <a:xfrm>
              <a:off x="285149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g3165"/>
            <p:cNvSpPr/>
            <p:nvPr/>
          </p:nvSpPr>
          <p:spPr>
            <a:xfrm>
              <a:off x="286313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g3166"/>
            <p:cNvSpPr/>
            <p:nvPr/>
          </p:nvSpPr>
          <p:spPr>
            <a:xfrm>
              <a:off x="287477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g3167"/>
            <p:cNvSpPr/>
            <p:nvPr/>
          </p:nvSpPr>
          <p:spPr>
            <a:xfrm>
              <a:off x="2886410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g3168"/>
            <p:cNvSpPr/>
            <p:nvPr/>
          </p:nvSpPr>
          <p:spPr>
            <a:xfrm>
              <a:off x="289804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g3169"/>
            <p:cNvSpPr/>
            <p:nvPr/>
          </p:nvSpPr>
          <p:spPr>
            <a:xfrm>
              <a:off x="290968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g3170"/>
            <p:cNvSpPr/>
            <p:nvPr/>
          </p:nvSpPr>
          <p:spPr>
            <a:xfrm>
              <a:off x="292132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g3171"/>
            <p:cNvSpPr/>
            <p:nvPr/>
          </p:nvSpPr>
          <p:spPr>
            <a:xfrm>
              <a:off x="293295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g3172"/>
            <p:cNvSpPr/>
            <p:nvPr/>
          </p:nvSpPr>
          <p:spPr>
            <a:xfrm>
              <a:off x="294459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g3173"/>
            <p:cNvSpPr/>
            <p:nvPr/>
          </p:nvSpPr>
          <p:spPr>
            <a:xfrm>
              <a:off x="354973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g3174"/>
            <p:cNvSpPr/>
            <p:nvPr/>
          </p:nvSpPr>
          <p:spPr>
            <a:xfrm>
              <a:off x="3561375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g3175"/>
            <p:cNvSpPr/>
            <p:nvPr/>
          </p:nvSpPr>
          <p:spPr>
            <a:xfrm>
              <a:off x="357301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g3176"/>
            <p:cNvSpPr/>
            <p:nvPr/>
          </p:nvSpPr>
          <p:spPr>
            <a:xfrm>
              <a:off x="358464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g3177"/>
            <p:cNvSpPr/>
            <p:nvPr/>
          </p:nvSpPr>
          <p:spPr>
            <a:xfrm>
              <a:off x="4247977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g3178"/>
            <p:cNvSpPr/>
            <p:nvPr/>
          </p:nvSpPr>
          <p:spPr>
            <a:xfrm>
              <a:off x="425961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g3179"/>
            <p:cNvSpPr/>
            <p:nvPr/>
          </p:nvSpPr>
          <p:spPr>
            <a:xfrm>
              <a:off x="427125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g3180"/>
            <p:cNvSpPr/>
            <p:nvPr/>
          </p:nvSpPr>
          <p:spPr>
            <a:xfrm>
              <a:off x="428288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g3181"/>
            <p:cNvSpPr/>
            <p:nvPr/>
          </p:nvSpPr>
          <p:spPr>
            <a:xfrm>
              <a:off x="429452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g3182"/>
            <p:cNvSpPr/>
            <p:nvPr/>
          </p:nvSpPr>
          <p:spPr>
            <a:xfrm>
              <a:off x="4445812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g3183"/>
            <p:cNvSpPr/>
            <p:nvPr/>
          </p:nvSpPr>
          <p:spPr>
            <a:xfrm>
              <a:off x="4457449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g3184"/>
            <p:cNvSpPr/>
            <p:nvPr/>
          </p:nvSpPr>
          <p:spPr>
            <a:xfrm>
              <a:off x="4469086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g3185"/>
            <p:cNvSpPr/>
            <p:nvPr/>
          </p:nvSpPr>
          <p:spPr>
            <a:xfrm>
              <a:off x="4480724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g3186"/>
            <p:cNvSpPr/>
            <p:nvPr/>
          </p:nvSpPr>
          <p:spPr>
            <a:xfrm>
              <a:off x="4492361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g3187"/>
            <p:cNvSpPr/>
            <p:nvPr/>
          </p:nvSpPr>
          <p:spPr>
            <a:xfrm>
              <a:off x="4503998" y="491010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g3188"/>
            <p:cNvSpPr/>
            <p:nvPr/>
          </p:nvSpPr>
          <p:spPr>
            <a:xfrm>
              <a:off x="277003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g3189"/>
            <p:cNvSpPr/>
            <p:nvPr/>
          </p:nvSpPr>
          <p:spPr>
            <a:xfrm>
              <a:off x="278167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g3190"/>
            <p:cNvSpPr/>
            <p:nvPr/>
          </p:nvSpPr>
          <p:spPr>
            <a:xfrm>
              <a:off x="279331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g3191"/>
            <p:cNvSpPr/>
            <p:nvPr/>
          </p:nvSpPr>
          <p:spPr>
            <a:xfrm>
              <a:off x="280494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g3192"/>
            <p:cNvSpPr/>
            <p:nvPr/>
          </p:nvSpPr>
          <p:spPr>
            <a:xfrm>
              <a:off x="281658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g3193"/>
            <p:cNvSpPr/>
            <p:nvPr/>
          </p:nvSpPr>
          <p:spPr>
            <a:xfrm>
              <a:off x="2828223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g3194"/>
            <p:cNvSpPr/>
            <p:nvPr/>
          </p:nvSpPr>
          <p:spPr>
            <a:xfrm>
              <a:off x="283986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g3195"/>
            <p:cNvSpPr/>
            <p:nvPr/>
          </p:nvSpPr>
          <p:spPr>
            <a:xfrm>
              <a:off x="285149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g3196"/>
            <p:cNvSpPr/>
            <p:nvPr/>
          </p:nvSpPr>
          <p:spPr>
            <a:xfrm>
              <a:off x="2863135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g3197"/>
            <p:cNvSpPr/>
            <p:nvPr/>
          </p:nvSpPr>
          <p:spPr>
            <a:xfrm>
              <a:off x="287477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g3198"/>
            <p:cNvSpPr/>
            <p:nvPr/>
          </p:nvSpPr>
          <p:spPr>
            <a:xfrm>
              <a:off x="2886410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g3199"/>
            <p:cNvSpPr/>
            <p:nvPr/>
          </p:nvSpPr>
          <p:spPr>
            <a:xfrm>
              <a:off x="289804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g3200"/>
            <p:cNvSpPr/>
            <p:nvPr/>
          </p:nvSpPr>
          <p:spPr>
            <a:xfrm>
              <a:off x="290968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g3201"/>
            <p:cNvSpPr/>
            <p:nvPr/>
          </p:nvSpPr>
          <p:spPr>
            <a:xfrm>
              <a:off x="292132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g3202"/>
            <p:cNvSpPr/>
            <p:nvPr/>
          </p:nvSpPr>
          <p:spPr>
            <a:xfrm>
              <a:off x="293295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g3203"/>
            <p:cNvSpPr/>
            <p:nvPr/>
          </p:nvSpPr>
          <p:spPr>
            <a:xfrm>
              <a:off x="4247977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g3204"/>
            <p:cNvSpPr/>
            <p:nvPr/>
          </p:nvSpPr>
          <p:spPr>
            <a:xfrm>
              <a:off x="425961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g3205"/>
            <p:cNvSpPr/>
            <p:nvPr/>
          </p:nvSpPr>
          <p:spPr>
            <a:xfrm>
              <a:off x="427125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g3206"/>
            <p:cNvSpPr/>
            <p:nvPr/>
          </p:nvSpPr>
          <p:spPr>
            <a:xfrm>
              <a:off x="428288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g3207"/>
            <p:cNvSpPr/>
            <p:nvPr/>
          </p:nvSpPr>
          <p:spPr>
            <a:xfrm>
              <a:off x="429452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g3208"/>
            <p:cNvSpPr/>
            <p:nvPr/>
          </p:nvSpPr>
          <p:spPr>
            <a:xfrm>
              <a:off x="4445812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g3209"/>
            <p:cNvSpPr/>
            <p:nvPr/>
          </p:nvSpPr>
          <p:spPr>
            <a:xfrm>
              <a:off x="4457449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g3210"/>
            <p:cNvSpPr/>
            <p:nvPr/>
          </p:nvSpPr>
          <p:spPr>
            <a:xfrm>
              <a:off x="446908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g3211"/>
            <p:cNvSpPr/>
            <p:nvPr/>
          </p:nvSpPr>
          <p:spPr>
            <a:xfrm>
              <a:off x="4480724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g3212"/>
            <p:cNvSpPr/>
            <p:nvPr/>
          </p:nvSpPr>
          <p:spPr>
            <a:xfrm>
              <a:off x="4492361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g3213"/>
            <p:cNvSpPr/>
            <p:nvPr/>
          </p:nvSpPr>
          <p:spPr>
            <a:xfrm>
              <a:off x="4503998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g3214"/>
            <p:cNvSpPr/>
            <p:nvPr/>
          </p:nvSpPr>
          <p:spPr>
            <a:xfrm>
              <a:off x="4515636" y="492440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g3215"/>
            <p:cNvSpPr/>
            <p:nvPr/>
          </p:nvSpPr>
          <p:spPr>
            <a:xfrm>
              <a:off x="275839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g3216"/>
            <p:cNvSpPr/>
            <p:nvPr/>
          </p:nvSpPr>
          <p:spPr>
            <a:xfrm>
              <a:off x="277003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g3217"/>
            <p:cNvSpPr/>
            <p:nvPr/>
          </p:nvSpPr>
          <p:spPr>
            <a:xfrm>
              <a:off x="278167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g3218"/>
            <p:cNvSpPr/>
            <p:nvPr/>
          </p:nvSpPr>
          <p:spPr>
            <a:xfrm>
              <a:off x="279331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g3219"/>
            <p:cNvSpPr/>
            <p:nvPr/>
          </p:nvSpPr>
          <p:spPr>
            <a:xfrm>
              <a:off x="280494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g3220"/>
            <p:cNvSpPr/>
            <p:nvPr/>
          </p:nvSpPr>
          <p:spPr>
            <a:xfrm>
              <a:off x="281658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C">
                <a:alpha val="100000"/>
              </a:srgbClr>
            </a:solidFill>
            <a:ln w="5420" cap="flat">
              <a:solidFill>
                <a:srgbClr val="3B5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g3221"/>
            <p:cNvSpPr/>
            <p:nvPr/>
          </p:nvSpPr>
          <p:spPr>
            <a:xfrm>
              <a:off x="2828223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g3222"/>
            <p:cNvSpPr/>
            <p:nvPr/>
          </p:nvSpPr>
          <p:spPr>
            <a:xfrm>
              <a:off x="283986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g3223"/>
            <p:cNvSpPr/>
            <p:nvPr/>
          </p:nvSpPr>
          <p:spPr>
            <a:xfrm>
              <a:off x="285149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g3224"/>
            <p:cNvSpPr/>
            <p:nvPr/>
          </p:nvSpPr>
          <p:spPr>
            <a:xfrm>
              <a:off x="2863135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g3225"/>
            <p:cNvSpPr/>
            <p:nvPr/>
          </p:nvSpPr>
          <p:spPr>
            <a:xfrm>
              <a:off x="287477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g3226"/>
            <p:cNvSpPr/>
            <p:nvPr/>
          </p:nvSpPr>
          <p:spPr>
            <a:xfrm>
              <a:off x="2886410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g3227"/>
            <p:cNvSpPr/>
            <p:nvPr/>
          </p:nvSpPr>
          <p:spPr>
            <a:xfrm>
              <a:off x="289804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g3228"/>
            <p:cNvSpPr/>
            <p:nvPr/>
          </p:nvSpPr>
          <p:spPr>
            <a:xfrm>
              <a:off x="290968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g3229"/>
            <p:cNvSpPr/>
            <p:nvPr/>
          </p:nvSpPr>
          <p:spPr>
            <a:xfrm>
              <a:off x="4247977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g3230"/>
            <p:cNvSpPr/>
            <p:nvPr/>
          </p:nvSpPr>
          <p:spPr>
            <a:xfrm>
              <a:off x="425961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g3231"/>
            <p:cNvSpPr/>
            <p:nvPr/>
          </p:nvSpPr>
          <p:spPr>
            <a:xfrm>
              <a:off x="427125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g3232"/>
            <p:cNvSpPr/>
            <p:nvPr/>
          </p:nvSpPr>
          <p:spPr>
            <a:xfrm>
              <a:off x="428288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g3233"/>
            <p:cNvSpPr/>
            <p:nvPr/>
          </p:nvSpPr>
          <p:spPr>
            <a:xfrm>
              <a:off x="429452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g3234"/>
            <p:cNvSpPr/>
            <p:nvPr/>
          </p:nvSpPr>
          <p:spPr>
            <a:xfrm>
              <a:off x="4445812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g3235"/>
            <p:cNvSpPr/>
            <p:nvPr/>
          </p:nvSpPr>
          <p:spPr>
            <a:xfrm>
              <a:off x="4457449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g3236"/>
            <p:cNvSpPr/>
            <p:nvPr/>
          </p:nvSpPr>
          <p:spPr>
            <a:xfrm>
              <a:off x="446908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g3237"/>
            <p:cNvSpPr/>
            <p:nvPr/>
          </p:nvSpPr>
          <p:spPr>
            <a:xfrm>
              <a:off x="4480724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g3238"/>
            <p:cNvSpPr/>
            <p:nvPr/>
          </p:nvSpPr>
          <p:spPr>
            <a:xfrm>
              <a:off x="4492361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g3239"/>
            <p:cNvSpPr/>
            <p:nvPr/>
          </p:nvSpPr>
          <p:spPr>
            <a:xfrm>
              <a:off x="4503998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g3240"/>
            <p:cNvSpPr/>
            <p:nvPr/>
          </p:nvSpPr>
          <p:spPr>
            <a:xfrm>
              <a:off x="4515636" y="49387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g3241"/>
            <p:cNvSpPr/>
            <p:nvPr/>
          </p:nvSpPr>
          <p:spPr>
            <a:xfrm>
              <a:off x="275839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g3242"/>
            <p:cNvSpPr/>
            <p:nvPr/>
          </p:nvSpPr>
          <p:spPr>
            <a:xfrm>
              <a:off x="277003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g3243"/>
            <p:cNvSpPr/>
            <p:nvPr/>
          </p:nvSpPr>
          <p:spPr>
            <a:xfrm>
              <a:off x="278167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g3244"/>
            <p:cNvSpPr/>
            <p:nvPr/>
          </p:nvSpPr>
          <p:spPr>
            <a:xfrm>
              <a:off x="279331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g3245"/>
            <p:cNvSpPr/>
            <p:nvPr/>
          </p:nvSpPr>
          <p:spPr>
            <a:xfrm>
              <a:off x="280494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g3246"/>
            <p:cNvSpPr/>
            <p:nvPr/>
          </p:nvSpPr>
          <p:spPr>
            <a:xfrm>
              <a:off x="281658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g3247"/>
            <p:cNvSpPr/>
            <p:nvPr/>
          </p:nvSpPr>
          <p:spPr>
            <a:xfrm>
              <a:off x="2828223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g3248"/>
            <p:cNvSpPr/>
            <p:nvPr/>
          </p:nvSpPr>
          <p:spPr>
            <a:xfrm>
              <a:off x="283986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g3249"/>
            <p:cNvSpPr/>
            <p:nvPr/>
          </p:nvSpPr>
          <p:spPr>
            <a:xfrm>
              <a:off x="285149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g3250"/>
            <p:cNvSpPr/>
            <p:nvPr/>
          </p:nvSpPr>
          <p:spPr>
            <a:xfrm>
              <a:off x="2863135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g3251"/>
            <p:cNvSpPr/>
            <p:nvPr/>
          </p:nvSpPr>
          <p:spPr>
            <a:xfrm>
              <a:off x="287477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g3252"/>
            <p:cNvSpPr/>
            <p:nvPr/>
          </p:nvSpPr>
          <p:spPr>
            <a:xfrm>
              <a:off x="2886410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g3253"/>
            <p:cNvSpPr/>
            <p:nvPr/>
          </p:nvSpPr>
          <p:spPr>
            <a:xfrm>
              <a:off x="4247977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g3254"/>
            <p:cNvSpPr/>
            <p:nvPr/>
          </p:nvSpPr>
          <p:spPr>
            <a:xfrm>
              <a:off x="425961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g3255"/>
            <p:cNvSpPr/>
            <p:nvPr/>
          </p:nvSpPr>
          <p:spPr>
            <a:xfrm>
              <a:off x="4271252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g3256"/>
            <p:cNvSpPr/>
            <p:nvPr/>
          </p:nvSpPr>
          <p:spPr>
            <a:xfrm>
              <a:off x="428288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g3257"/>
            <p:cNvSpPr/>
            <p:nvPr/>
          </p:nvSpPr>
          <p:spPr>
            <a:xfrm>
              <a:off x="429452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g3258"/>
            <p:cNvSpPr/>
            <p:nvPr/>
          </p:nvSpPr>
          <p:spPr>
            <a:xfrm>
              <a:off x="4457449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g3259"/>
            <p:cNvSpPr/>
            <p:nvPr/>
          </p:nvSpPr>
          <p:spPr>
            <a:xfrm>
              <a:off x="446908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g3260"/>
            <p:cNvSpPr/>
            <p:nvPr/>
          </p:nvSpPr>
          <p:spPr>
            <a:xfrm>
              <a:off x="4480724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g3261"/>
            <p:cNvSpPr/>
            <p:nvPr/>
          </p:nvSpPr>
          <p:spPr>
            <a:xfrm>
              <a:off x="4492361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g3262"/>
            <p:cNvSpPr/>
            <p:nvPr/>
          </p:nvSpPr>
          <p:spPr>
            <a:xfrm>
              <a:off x="4503998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g3263"/>
            <p:cNvSpPr/>
            <p:nvPr/>
          </p:nvSpPr>
          <p:spPr>
            <a:xfrm>
              <a:off x="4515636" y="495300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g3264"/>
            <p:cNvSpPr/>
            <p:nvPr/>
          </p:nvSpPr>
          <p:spPr>
            <a:xfrm>
              <a:off x="272348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g3265"/>
            <p:cNvSpPr/>
            <p:nvPr/>
          </p:nvSpPr>
          <p:spPr>
            <a:xfrm>
              <a:off x="273512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g3266"/>
            <p:cNvSpPr/>
            <p:nvPr/>
          </p:nvSpPr>
          <p:spPr>
            <a:xfrm>
              <a:off x="274676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g3267"/>
            <p:cNvSpPr/>
            <p:nvPr/>
          </p:nvSpPr>
          <p:spPr>
            <a:xfrm>
              <a:off x="275839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g3268"/>
            <p:cNvSpPr/>
            <p:nvPr/>
          </p:nvSpPr>
          <p:spPr>
            <a:xfrm>
              <a:off x="277003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g3269"/>
            <p:cNvSpPr/>
            <p:nvPr/>
          </p:nvSpPr>
          <p:spPr>
            <a:xfrm>
              <a:off x="278167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g3270"/>
            <p:cNvSpPr/>
            <p:nvPr/>
          </p:nvSpPr>
          <p:spPr>
            <a:xfrm>
              <a:off x="279331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g3271"/>
            <p:cNvSpPr/>
            <p:nvPr/>
          </p:nvSpPr>
          <p:spPr>
            <a:xfrm>
              <a:off x="280494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g3272"/>
            <p:cNvSpPr/>
            <p:nvPr/>
          </p:nvSpPr>
          <p:spPr>
            <a:xfrm>
              <a:off x="281658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g3273"/>
            <p:cNvSpPr/>
            <p:nvPr/>
          </p:nvSpPr>
          <p:spPr>
            <a:xfrm>
              <a:off x="2828223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g3274"/>
            <p:cNvSpPr/>
            <p:nvPr/>
          </p:nvSpPr>
          <p:spPr>
            <a:xfrm>
              <a:off x="2839860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g3275"/>
            <p:cNvSpPr/>
            <p:nvPr/>
          </p:nvSpPr>
          <p:spPr>
            <a:xfrm>
              <a:off x="285149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g3276"/>
            <p:cNvSpPr/>
            <p:nvPr/>
          </p:nvSpPr>
          <p:spPr>
            <a:xfrm>
              <a:off x="2863135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g3277"/>
            <p:cNvSpPr/>
            <p:nvPr/>
          </p:nvSpPr>
          <p:spPr>
            <a:xfrm>
              <a:off x="4247977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g3278"/>
            <p:cNvSpPr/>
            <p:nvPr/>
          </p:nvSpPr>
          <p:spPr>
            <a:xfrm>
              <a:off x="425961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g3279"/>
            <p:cNvSpPr/>
            <p:nvPr/>
          </p:nvSpPr>
          <p:spPr>
            <a:xfrm>
              <a:off x="4271252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g3280"/>
            <p:cNvSpPr/>
            <p:nvPr/>
          </p:nvSpPr>
          <p:spPr>
            <a:xfrm>
              <a:off x="428288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g3281"/>
            <p:cNvSpPr/>
            <p:nvPr/>
          </p:nvSpPr>
          <p:spPr>
            <a:xfrm>
              <a:off x="429452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g3282"/>
            <p:cNvSpPr/>
            <p:nvPr/>
          </p:nvSpPr>
          <p:spPr>
            <a:xfrm>
              <a:off x="4457449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g3283"/>
            <p:cNvSpPr/>
            <p:nvPr/>
          </p:nvSpPr>
          <p:spPr>
            <a:xfrm>
              <a:off x="446908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g3284"/>
            <p:cNvSpPr/>
            <p:nvPr/>
          </p:nvSpPr>
          <p:spPr>
            <a:xfrm>
              <a:off x="4480724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g3285"/>
            <p:cNvSpPr/>
            <p:nvPr/>
          </p:nvSpPr>
          <p:spPr>
            <a:xfrm>
              <a:off x="4492361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g3286"/>
            <p:cNvSpPr/>
            <p:nvPr/>
          </p:nvSpPr>
          <p:spPr>
            <a:xfrm>
              <a:off x="4503998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g3287"/>
            <p:cNvSpPr/>
            <p:nvPr/>
          </p:nvSpPr>
          <p:spPr>
            <a:xfrm>
              <a:off x="4515636" y="49673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g3288"/>
            <p:cNvSpPr/>
            <p:nvPr/>
          </p:nvSpPr>
          <p:spPr>
            <a:xfrm>
              <a:off x="272348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g3289"/>
            <p:cNvSpPr/>
            <p:nvPr/>
          </p:nvSpPr>
          <p:spPr>
            <a:xfrm>
              <a:off x="273512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g3290"/>
            <p:cNvSpPr/>
            <p:nvPr/>
          </p:nvSpPr>
          <p:spPr>
            <a:xfrm>
              <a:off x="274676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g3291"/>
            <p:cNvSpPr/>
            <p:nvPr/>
          </p:nvSpPr>
          <p:spPr>
            <a:xfrm>
              <a:off x="275839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g3292"/>
            <p:cNvSpPr/>
            <p:nvPr/>
          </p:nvSpPr>
          <p:spPr>
            <a:xfrm>
              <a:off x="277003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g3293"/>
            <p:cNvSpPr/>
            <p:nvPr/>
          </p:nvSpPr>
          <p:spPr>
            <a:xfrm>
              <a:off x="278167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g3294"/>
            <p:cNvSpPr/>
            <p:nvPr/>
          </p:nvSpPr>
          <p:spPr>
            <a:xfrm>
              <a:off x="279331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g3295"/>
            <p:cNvSpPr/>
            <p:nvPr/>
          </p:nvSpPr>
          <p:spPr>
            <a:xfrm>
              <a:off x="2804948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g3296"/>
            <p:cNvSpPr/>
            <p:nvPr/>
          </p:nvSpPr>
          <p:spPr>
            <a:xfrm>
              <a:off x="281658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g3297"/>
            <p:cNvSpPr/>
            <p:nvPr/>
          </p:nvSpPr>
          <p:spPr>
            <a:xfrm>
              <a:off x="4236340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g3298"/>
            <p:cNvSpPr/>
            <p:nvPr/>
          </p:nvSpPr>
          <p:spPr>
            <a:xfrm>
              <a:off x="4247977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g3299"/>
            <p:cNvSpPr/>
            <p:nvPr/>
          </p:nvSpPr>
          <p:spPr>
            <a:xfrm>
              <a:off x="425961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g3300"/>
            <p:cNvSpPr/>
            <p:nvPr/>
          </p:nvSpPr>
          <p:spPr>
            <a:xfrm>
              <a:off x="4271252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g3301"/>
            <p:cNvSpPr/>
            <p:nvPr/>
          </p:nvSpPr>
          <p:spPr>
            <a:xfrm>
              <a:off x="428288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g3302"/>
            <p:cNvSpPr/>
            <p:nvPr/>
          </p:nvSpPr>
          <p:spPr>
            <a:xfrm>
              <a:off x="4457449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g3303"/>
            <p:cNvSpPr/>
            <p:nvPr/>
          </p:nvSpPr>
          <p:spPr>
            <a:xfrm>
              <a:off x="446908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g3304"/>
            <p:cNvSpPr/>
            <p:nvPr/>
          </p:nvSpPr>
          <p:spPr>
            <a:xfrm>
              <a:off x="4480724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g3305"/>
            <p:cNvSpPr/>
            <p:nvPr/>
          </p:nvSpPr>
          <p:spPr>
            <a:xfrm>
              <a:off x="4492361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g3306"/>
            <p:cNvSpPr/>
            <p:nvPr/>
          </p:nvSpPr>
          <p:spPr>
            <a:xfrm>
              <a:off x="4503998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g3307"/>
            <p:cNvSpPr/>
            <p:nvPr/>
          </p:nvSpPr>
          <p:spPr>
            <a:xfrm>
              <a:off x="4515636" y="498160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g3308"/>
            <p:cNvSpPr/>
            <p:nvPr/>
          </p:nvSpPr>
          <p:spPr>
            <a:xfrm>
              <a:off x="2711850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g3309"/>
            <p:cNvSpPr/>
            <p:nvPr/>
          </p:nvSpPr>
          <p:spPr>
            <a:xfrm>
              <a:off x="272348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g3310"/>
            <p:cNvSpPr/>
            <p:nvPr/>
          </p:nvSpPr>
          <p:spPr>
            <a:xfrm>
              <a:off x="273512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g3311"/>
            <p:cNvSpPr/>
            <p:nvPr/>
          </p:nvSpPr>
          <p:spPr>
            <a:xfrm>
              <a:off x="274676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g3312"/>
            <p:cNvSpPr/>
            <p:nvPr/>
          </p:nvSpPr>
          <p:spPr>
            <a:xfrm>
              <a:off x="275839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g3313"/>
            <p:cNvSpPr/>
            <p:nvPr/>
          </p:nvSpPr>
          <p:spPr>
            <a:xfrm>
              <a:off x="277003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g3314"/>
            <p:cNvSpPr/>
            <p:nvPr/>
          </p:nvSpPr>
          <p:spPr>
            <a:xfrm>
              <a:off x="278167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g3315"/>
            <p:cNvSpPr/>
            <p:nvPr/>
          </p:nvSpPr>
          <p:spPr>
            <a:xfrm>
              <a:off x="279331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g3316"/>
            <p:cNvSpPr/>
            <p:nvPr/>
          </p:nvSpPr>
          <p:spPr>
            <a:xfrm>
              <a:off x="4236340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g3317"/>
            <p:cNvSpPr/>
            <p:nvPr/>
          </p:nvSpPr>
          <p:spPr>
            <a:xfrm>
              <a:off x="4247977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g3318"/>
            <p:cNvSpPr/>
            <p:nvPr/>
          </p:nvSpPr>
          <p:spPr>
            <a:xfrm>
              <a:off x="425961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g3319"/>
            <p:cNvSpPr/>
            <p:nvPr/>
          </p:nvSpPr>
          <p:spPr>
            <a:xfrm>
              <a:off x="4271252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g3320"/>
            <p:cNvSpPr/>
            <p:nvPr/>
          </p:nvSpPr>
          <p:spPr>
            <a:xfrm>
              <a:off x="4282889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g3321"/>
            <p:cNvSpPr/>
            <p:nvPr/>
          </p:nvSpPr>
          <p:spPr>
            <a:xfrm>
              <a:off x="429452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g3322"/>
            <p:cNvSpPr/>
            <p:nvPr/>
          </p:nvSpPr>
          <p:spPr>
            <a:xfrm>
              <a:off x="430616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g3323"/>
            <p:cNvSpPr/>
            <p:nvPr/>
          </p:nvSpPr>
          <p:spPr>
            <a:xfrm>
              <a:off x="446908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g3324"/>
            <p:cNvSpPr/>
            <p:nvPr/>
          </p:nvSpPr>
          <p:spPr>
            <a:xfrm>
              <a:off x="4480724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g3325"/>
            <p:cNvSpPr/>
            <p:nvPr/>
          </p:nvSpPr>
          <p:spPr>
            <a:xfrm>
              <a:off x="4492361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g3326"/>
            <p:cNvSpPr/>
            <p:nvPr/>
          </p:nvSpPr>
          <p:spPr>
            <a:xfrm>
              <a:off x="4503998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g3327"/>
            <p:cNvSpPr/>
            <p:nvPr/>
          </p:nvSpPr>
          <p:spPr>
            <a:xfrm>
              <a:off x="4515636" y="499590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g3328"/>
            <p:cNvSpPr/>
            <p:nvPr/>
          </p:nvSpPr>
          <p:spPr>
            <a:xfrm>
              <a:off x="270021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g3329"/>
            <p:cNvSpPr/>
            <p:nvPr/>
          </p:nvSpPr>
          <p:spPr>
            <a:xfrm>
              <a:off x="2711850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g3330"/>
            <p:cNvSpPr/>
            <p:nvPr/>
          </p:nvSpPr>
          <p:spPr>
            <a:xfrm>
              <a:off x="272348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g3331"/>
            <p:cNvSpPr/>
            <p:nvPr/>
          </p:nvSpPr>
          <p:spPr>
            <a:xfrm>
              <a:off x="273512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g3332"/>
            <p:cNvSpPr/>
            <p:nvPr/>
          </p:nvSpPr>
          <p:spPr>
            <a:xfrm>
              <a:off x="274676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g3333"/>
            <p:cNvSpPr/>
            <p:nvPr/>
          </p:nvSpPr>
          <p:spPr>
            <a:xfrm>
              <a:off x="275839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g3334"/>
            <p:cNvSpPr/>
            <p:nvPr/>
          </p:nvSpPr>
          <p:spPr>
            <a:xfrm>
              <a:off x="277003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g3335"/>
            <p:cNvSpPr/>
            <p:nvPr/>
          </p:nvSpPr>
          <p:spPr>
            <a:xfrm>
              <a:off x="278167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g3336"/>
            <p:cNvSpPr/>
            <p:nvPr/>
          </p:nvSpPr>
          <p:spPr>
            <a:xfrm>
              <a:off x="4236340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g3337"/>
            <p:cNvSpPr/>
            <p:nvPr/>
          </p:nvSpPr>
          <p:spPr>
            <a:xfrm>
              <a:off x="4247977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g3338"/>
            <p:cNvSpPr/>
            <p:nvPr/>
          </p:nvSpPr>
          <p:spPr>
            <a:xfrm>
              <a:off x="425961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g3339"/>
            <p:cNvSpPr/>
            <p:nvPr/>
          </p:nvSpPr>
          <p:spPr>
            <a:xfrm>
              <a:off x="4271252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g3340"/>
            <p:cNvSpPr/>
            <p:nvPr/>
          </p:nvSpPr>
          <p:spPr>
            <a:xfrm>
              <a:off x="4282889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g3341"/>
            <p:cNvSpPr/>
            <p:nvPr/>
          </p:nvSpPr>
          <p:spPr>
            <a:xfrm>
              <a:off x="429452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g3342"/>
            <p:cNvSpPr/>
            <p:nvPr/>
          </p:nvSpPr>
          <p:spPr>
            <a:xfrm>
              <a:off x="430616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g3343"/>
            <p:cNvSpPr/>
            <p:nvPr/>
          </p:nvSpPr>
          <p:spPr>
            <a:xfrm>
              <a:off x="431780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g3344"/>
            <p:cNvSpPr/>
            <p:nvPr/>
          </p:nvSpPr>
          <p:spPr>
            <a:xfrm>
              <a:off x="446908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g3345"/>
            <p:cNvSpPr/>
            <p:nvPr/>
          </p:nvSpPr>
          <p:spPr>
            <a:xfrm>
              <a:off x="4480724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g3346"/>
            <p:cNvSpPr/>
            <p:nvPr/>
          </p:nvSpPr>
          <p:spPr>
            <a:xfrm>
              <a:off x="4492361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g3347"/>
            <p:cNvSpPr/>
            <p:nvPr/>
          </p:nvSpPr>
          <p:spPr>
            <a:xfrm>
              <a:off x="4503998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g3348"/>
            <p:cNvSpPr/>
            <p:nvPr/>
          </p:nvSpPr>
          <p:spPr>
            <a:xfrm>
              <a:off x="4515636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g3349"/>
            <p:cNvSpPr/>
            <p:nvPr/>
          </p:nvSpPr>
          <p:spPr>
            <a:xfrm>
              <a:off x="4527273" y="50102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g3350"/>
            <p:cNvSpPr/>
            <p:nvPr/>
          </p:nvSpPr>
          <p:spPr>
            <a:xfrm>
              <a:off x="2688575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g3351"/>
            <p:cNvSpPr/>
            <p:nvPr/>
          </p:nvSpPr>
          <p:spPr>
            <a:xfrm>
              <a:off x="270021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g3352"/>
            <p:cNvSpPr/>
            <p:nvPr/>
          </p:nvSpPr>
          <p:spPr>
            <a:xfrm>
              <a:off x="271185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g3353"/>
            <p:cNvSpPr/>
            <p:nvPr/>
          </p:nvSpPr>
          <p:spPr>
            <a:xfrm>
              <a:off x="272348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g3354"/>
            <p:cNvSpPr/>
            <p:nvPr/>
          </p:nvSpPr>
          <p:spPr>
            <a:xfrm>
              <a:off x="273512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g3355"/>
            <p:cNvSpPr/>
            <p:nvPr/>
          </p:nvSpPr>
          <p:spPr>
            <a:xfrm>
              <a:off x="274676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g3356"/>
            <p:cNvSpPr/>
            <p:nvPr/>
          </p:nvSpPr>
          <p:spPr>
            <a:xfrm>
              <a:off x="275839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g3357"/>
            <p:cNvSpPr/>
            <p:nvPr/>
          </p:nvSpPr>
          <p:spPr>
            <a:xfrm>
              <a:off x="277003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g3358"/>
            <p:cNvSpPr/>
            <p:nvPr/>
          </p:nvSpPr>
          <p:spPr>
            <a:xfrm>
              <a:off x="4236340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g3359"/>
            <p:cNvSpPr/>
            <p:nvPr/>
          </p:nvSpPr>
          <p:spPr>
            <a:xfrm>
              <a:off x="4247977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g3360"/>
            <p:cNvSpPr/>
            <p:nvPr/>
          </p:nvSpPr>
          <p:spPr>
            <a:xfrm>
              <a:off x="425961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g3361"/>
            <p:cNvSpPr/>
            <p:nvPr/>
          </p:nvSpPr>
          <p:spPr>
            <a:xfrm>
              <a:off x="4271252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g3362"/>
            <p:cNvSpPr/>
            <p:nvPr/>
          </p:nvSpPr>
          <p:spPr>
            <a:xfrm>
              <a:off x="4282889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g3363"/>
            <p:cNvSpPr/>
            <p:nvPr/>
          </p:nvSpPr>
          <p:spPr>
            <a:xfrm>
              <a:off x="429452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g3364"/>
            <p:cNvSpPr/>
            <p:nvPr/>
          </p:nvSpPr>
          <p:spPr>
            <a:xfrm>
              <a:off x="430616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g3365"/>
            <p:cNvSpPr/>
            <p:nvPr/>
          </p:nvSpPr>
          <p:spPr>
            <a:xfrm>
              <a:off x="431780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g3366"/>
            <p:cNvSpPr/>
            <p:nvPr/>
          </p:nvSpPr>
          <p:spPr>
            <a:xfrm>
              <a:off x="4480724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g3367"/>
            <p:cNvSpPr/>
            <p:nvPr/>
          </p:nvSpPr>
          <p:spPr>
            <a:xfrm>
              <a:off x="4492361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g3368"/>
            <p:cNvSpPr/>
            <p:nvPr/>
          </p:nvSpPr>
          <p:spPr>
            <a:xfrm>
              <a:off x="4503998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g3369"/>
            <p:cNvSpPr/>
            <p:nvPr/>
          </p:nvSpPr>
          <p:spPr>
            <a:xfrm>
              <a:off x="4515636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g3370"/>
            <p:cNvSpPr/>
            <p:nvPr/>
          </p:nvSpPr>
          <p:spPr>
            <a:xfrm>
              <a:off x="4527273" y="502450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g3371"/>
            <p:cNvSpPr/>
            <p:nvPr/>
          </p:nvSpPr>
          <p:spPr>
            <a:xfrm>
              <a:off x="2688575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g3372"/>
            <p:cNvSpPr/>
            <p:nvPr/>
          </p:nvSpPr>
          <p:spPr>
            <a:xfrm>
              <a:off x="270021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g3373"/>
            <p:cNvSpPr/>
            <p:nvPr/>
          </p:nvSpPr>
          <p:spPr>
            <a:xfrm>
              <a:off x="271185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g3374"/>
            <p:cNvSpPr/>
            <p:nvPr/>
          </p:nvSpPr>
          <p:spPr>
            <a:xfrm>
              <a:off x="272348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g3375"/>
            <p:cNvSpPr/>
            <p:nvPr/>
          </p:nvSpPr>
          <p:spPr>
            <a:xfrm>
              <a:off x="273512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g3376"/>
            <p:cNvSpPr/>
            <p:nvPr/>
          </p:nvSpPr>
          <p:spPr>
            <a:xfrm>
              <a:off x="274676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g3377"/>
            <p:cNvSpPr/>
            <p:nvPr/>
          </p:nvSpPr>
          <p:spPr>
            <a:xfrm>
              <a:off x="275839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g3378"/>
            <p:cNvSpPr/>
            <p:nvPr/>
          </p:nvSpPr>
          <p:spPr>
            <a:xfrm>
              <a:off x="4236340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g3379"/>
            <p:cNvSpPr/>
            <p:nvPr/>
          </p:nvSpPr>
          <p:spPr>
            <a:xfrm>
              <a:off x="4247977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g3380"/>
            <p:cNvSpPr/>
            <p:nvPr/>
          </p:nvSpPr>
          <p:spPr>
            <a:xfrm>
              <a:off x="425961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g3381"/>
            <p:cNvSpPr/>
            <p:nvPr/>
          </p:nvSpPr>
          <p:spPr>
            <a:xfrm>
              <a:off x="4271252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g3382"/>
            <p:cNvSpPr/>
            <p:nvPr/>
          </p:nvSpPr>
          <p:spPr>
            <a:xfrm>
              <a:off x="4282889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g3383"/>
            <p:cNvSpPr/>
            <p:nvPr/>
          </p:nvSpPr>
          <p:spPr>
            <a:xfrm>
              <a:off x="429452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g3384"/>
            <p:cNvSpPr/>
            <p:nvPr/>
          </p:nvSpPr>
          <p:spPr>
            <a:xfrm>
              <a:off x="430616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g3385"/>
            <p:cNvSpPr/>
            <p:nvPr/>
          </p:nvSpPr>
          <p:spPr>
            <a:xfrm>
              <a:off x="4317801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g3386"/>
            <p:cNvSpPr/>
            <p:nvPr/>
          </p:nvSpPr>
          <p:spPr>
            <a:xfrm>
              <a:off x="4480724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g3387"/>
            <p:cNvSpPr/>
            <p:nvPr/>
          </p:nvSpPr>
          <p:spPr>
            <a:xfrm>
              <a:off x="4492361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g3388"/>
            <p:cNvSpPr/>
            <p:nvPr/>
          </p:nvSpPr>
          <p:spPr>
            <a:xfrm>
              <a:off x="4503998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g3389"/>
            <p:cNvSpPr/>
            <p:nvPr/>
          </p:nvSpPr>
          <p:spPr>
            <a:xfrm>
              <a:off x="4515636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g3390"/>
            <p:cNvSpPr/>
            <p:nvPr/>
          </p:nvSpPr>
          <p:spPr>
            <a:xfrm>
              <a:off x="4527273" y="50388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g3391"/>
            <p:cNvSpPr/>
            <p:nvPr/>
          </p:nvSpPr>
          <p:spPr>
            <a:xfrm>
              <a:off x="266530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g3392"/>
            <p:cNvSpPr/>
            <p:nvPr/>
          </p:nvSpPr>
          <p:spPr>
            <a:xfrm>
              <a:off x="2676938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g3393"/>
            <p:cNvSpPr/>
            <p:nvPr/>
          </p:nvSpPr>
          <p:spPr>
            <a:xfrm>
              <a:off x="270021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g3394"/>
            <p:cNvSpPr/>
            <p:nvPr/>
          </p:nvSpPr>
          <p:spPr>
            <a:xfrm>
              <a:off x="271185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g3395"/>
            <p:cNvSpPr/>
            <p:nvPr/>
          </p:nvSpPr>
          <p:spPr>
            <a:xfrm>
              <a:off x="272348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g3396"/>
            <p:cNvSpPr/>
            <p:nvPr/>
          </p:nvSpPr>
          <p:spPr>
            <a:xfrm>
              <a:off x="273512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g3397"/>
            <p:cNvSpPr/>
            <p:nvPr/>
          </p:nvSpPr>
          <p:spPr>
            <a:xfrm>
              <a:off x="274676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g3398"/>
            <p:cNvSpPr/>
            <p:nvPr/>
          </p:nvSpPr>
          <p:spPr>
            <a:xfrm>
              <a:off x="4236340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g3399"/>
            <p:cNvSpPr/>
            <p:nvPr/>
          </p:nvSpPr>
          <p:spPr>
            <a:xfrm>
              <a:off x="4247977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g3400"/>
            <p:cNvSpPr/>
            <p:nvPr/>
          </p:nvSpPr>
          <p:spPr>
            <a:xfrm>
              <a:off x="425961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g3401"/>
            <p:cNvSpPr/>
            <p:nvPr/>
          </p:nvSpPr>
          <p:spPr>
            <a:xfrm>
              <a:off x="4271252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g3402"/>
            <p:cNvSpPr/>
            <p:nvPr/>
          </p:nvSpPr>
          <p:spPr>
            <a:xfrm>
              <a:off x="4282889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g3403"/>
            <p:cNvSpPr/>
            <p:nvPr/>
          </p:nvSpPr>
          <p:spPr>
            <a:xfrm>
              <a:off x="429452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g3404"/>
            <p:cNvSpPr/>
            <p:nvPr/>
          </p:nvSpPr>
          <p:spPr>
            <a:xfrm>
              <a:off x="430616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g3405"/>
            <p:cNvSpPr/>
            <p:nvPr/>
          </p:nvSpPr>
          <p:spPr>
            <a:xfrm>
              <a:off x="4317801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g3406"/>
            <p:cNvSpPr/>
            <p:nvPr/>
          </p:nvSpPr>
          <p:spPr>
            <a:xfrm>
              <a:off x="4480724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g3407"/>
            <p:cNvSpPr/>
            <p:nvPr/>
          </p:nvSpPr>
          <p:spPr>
            <a:xfrm>
              <a:off x="4492361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g3408"/>
            <p:cNvSpPr/>
            <p:nvPr/>
          </p:nvSpPr>
          <p:spPr>
            <a:xfrm>
              <a:off x="4503998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g3409"/>
            <p:cNvSpPr/>
            <p:nvPr/>
          </p:nvSpPr>
          <p:spPr>
            <a:xfrm>
              <a:off x="4515636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g3410"/>
            <p:cNvSpPr/>
            <p:nvPr/>
          </p:nvSpPr>
          <p:spPr>
            <a:xfrm>
              <a:off x="4527273" y="505310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g3411"/>
            <p:cNvSpPr/>
            <p:nvPr/>
          </p:nvSpPr>
          <p:spPr>
            <a:xfrm>
              <a:off x="265366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g3412"/>
            <p:cNvSpPr/>
            <p:nvPr/>
          </p:nvSpPr>
          <p:spPr>
            <a:xfrm>
              <a:off x="266530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g3413"/>
            <p:cNvSpPr/>
            <p:nvPr/>
          </p:nvSpPr>
          <p:spPr>
            <a:xfrm>
              <a:off x="267693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g3414"/>
            <p:cNvSpPr/>
            <p:nvPr/>
          </p:nvSpPr>
          <p:spPr>
            <a:xfrm>
              <a:off x="2688575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g3415"/>
            <p:cNvSpPr/>
            <p:nvPr/>
          </p:nvSpPr>
          <p:spPr>
            <a:xfrm>
              <a:off x="270021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g3416"/>
            <p:cNvSpPr/>
            <p:nvPr/>
          </p:nvSpPr>
          <p:spPr>
            <a:xfrm>
              <a:off x="271185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g3417"/>
            <p:cNvSpPr/>
            <p:nvPr/>
          </p:nvSpPr>
          <p:spPr>
            <a:xfrm>
              <a:off x="272348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g3418"/>
            <p:cNvSpPr/>
            <p:nvPr/>
          </p:nvSpPr>
          <p:spPr>
            <a:xfrm>
              <a:off x="273512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g3419"/>
            <p:cNvSpPr/>
            <p:nvPr/>
          </p:nvSpPr>
          <p:spPr>
            <a:xfrm>
              <a:off x="274676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g3420"/>
            <p:cNvSpPr/>
            <p:nvPr/>
          </p:nvSpPr>
          <p:spPr>
            <a:xfrm>
              <a:off x="4247977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g3421"/>
            <p:cNvSpPr/>
            <p:nvPr/>
          </p:nvSpPr>
          <p:spPr>
            <a:xfrm>
              <a:off x="425961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g3422"/>
            <p:cNvSpPr/>
            <p:nvPr/>
          </p:nvSpPr>
          <p:spPr>
            <a:xfrm>
              <a:off x="4271252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g3423"/>
            <p:cNvSpPr/>
            <p:nvPr/>
          </p:nvSpPr>
          <p:spPr>
            <a:xfrm>
              <a:off x="4282889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g3424"/>
            <p:cNvSpPr/>
            <p:nvPr/>
          </p:nvSpPr>
          <p:spPr>
            <a:xfrm>
              <a:off x="4294526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g3425"/>
            <p:cNvSpPr/>
            <p:nvPr/>
          </p:nvSpPr>
          <p:spPr>
            <a:xfrm>
              <a:off x="4306164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g3426"/>
            <p:cNvSpPr/>
            <p:nvPr/>
          </p:nvSpPr>
          <p:spPr>
            <a:xfrm>
              <a:off x="4492361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g3427"/>
            <p:cNvSpPr/>
            <p:nvPr/>
          </p:nvSpPr>
          <p:spPr>
            <a:xfrm>
              <a:off x="4503998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g3428"/>
            <p:cNvSpPr/>
            <p:nvPr/>
          </p:nvSpPr>
          <p:spPr>
            <a:xfrm>
              <a:off x="4515636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g3429"/>
            <p:cNvSpPr/>
            <p:nvPr/>
          </p:nvSpPr>
          <p:spPr>
            <a:xfrm>
              <a:off x="4527273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g3430"/>
            <p:cNvSpPr/>
            <p:nvPr/>
          </p:nvSpPr>
          <p:spPr>
            <a:xfrm>
              <a:off x="4538910" y="506741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g3431"/>
            <p:cNvSpPr/>
            <p:nvPr/>
          </p:nvSpPr>
          <p:spPr>
            <a:xfrm>
              <a:off x="265366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g3432"/>
            <p:cNvSpPr/>
            <p:nvPr/>
          </p:nvSpPr>
          <p:spPr>
            <a:xfrm>
              <a:off x="266530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g3433"/>
            <p:cNvSpPr/>
            <p:nvPr/>
          </p:nvSpPr>
          <p:spPr>
            <a:xfrm>
              <a:off x="267693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g3434"/>
            <p:cNvSpPr/>
            <p:nvPr/>
          </p:nvSpPr>
          <p:spPr>
            <a:xfrm>
              <a:off x="2688575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g3435"/>
            <p:cNvSpPr/>
            <p:nvPr/>
          </p:nvSpPr>
          <p:spPr>
            <a:xfrm>
              <a:off x="270021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g3436"/>
            <p:cNvSpPr/>
            <p:nvPr/>
          </p:nvSpPr>
          <p:spPr>
            <a:xfrm>
              <a:off x="271185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g3437"/>
            <p:cNvSpPr/>
            <p:nvPr/>
          </p:nvSpPr>
          <p:spPr>
            <a:xfrm>
              <a:off x="272348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g3438"/>
            <p:cNvSpPr/>
            <p:nvPr/>
          </p:nvSpPr>
          <p:spPr>
            <a:xfrm>
              <a:off x="2735124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67A">
                <a:alpha val="100000"/>
              </a:srgbClr>
            </a:solidFill>
            <a:ln w="5420" cap="flat">
              <a:solidFill>
                <a:srgbClr val="3C4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g3439"/>
            <p:cNvSpPr/>
            <p:nvPr/>
          </p:nvSpPr>
          <p:spPr>
            <a:xfrm>
              <a:off x="4247977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g3440"/>
            <p:cNvSpPr/>
            <p:nvPr/>
          </p:nvSpPr>
          <p:spPr>
            <a:xfrm>
              <a:off x="4259614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g3441"/>
            <p:cNvSpPr/>
            <p:nvPr/>
          </p:nvSpPr>
          <p:spPr>
            <a:xfrm>
              <a:off x="4271252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g3442"/>
            <p:cNvSpPr/>
            <p:nvPr/>
          </p:nvSpPr>
          <p:spPr>
            <a:xfrm>
              <a:off x="4282889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g3443"/>
            <p:cNvSpPr/>
            <p:nvPr/>
          </p:nvSpPr>
          <p:spPr>
            <a:xfrm>
              <a:off x="4294526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g3444"/>
            <p:cNvSpPr/>
            <p:nvPr/>
          </p:nvSpPr>
          <p:spPr>
            <a:xfrm>
              <a:off x="4492361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g3445"/>
            <p:cNvSpPr/>
            <p:nvPr/>
          </p:nvSpPr>
          <p:spPr>
            <a:xfrm>
              <a:off x="4503998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g3446"/>
            <p:cNvSpPr/>
            <p:nvPr/>
          </p:nvSpPr>
          <p:spPr>
            <a:xfrm>
              <a:off x="4515636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g3447"/>
            <p:cNvSpPr/>
            <p:nvPr/>
          </p:nvSpPr>
          <p:spPr>
            <a:xfrm>
              <a:off x="4527273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g3448"/>
            <p:cNvSpPr/>
            <p:nvPr/>
          </p:nvSpPr>
          <p:spPr>
            <a:xfrm>
              <a:off x="4538910" y="50817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g3449"/>
            <p:cNvSpPr/>
            <p:nvPr/>
          </p:nvSpPr>
          <p:spPr>
            <a:xfrm>
              <a:off x="265366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g3450"/>
            <p:cNvSpPr/>
            <p:nvPr/>
          </p:nvSpPr>
          <p:spPr>
            <a:xfrm>
              <a:off x="266530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g3451"/>
            <p:cNvSpPr/>
            <p:nvPr/>
          </p:nvSpPr>
          <p:spPr>
            <a:xfrm>
              <a:off x="267693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g3452"/>
            <p:cNvSpPr/>
            <p:nvPr/>
          </p:nvSpPr>
          <p:spPr>
            <a:xfrm>
              <a:off x="2688575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g3453"/>
            <p:cNvSpPr/>
            <p:nvPr/>
          </p:nvSpPr>
          <p:spPr>
            <a:xfrm>
              <a:off x="270021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g3454"/>
            <p:cNvSpPr/>
            <p:nvPr/>
          </p:nvSpPr>
          <p:spPr>
            <a:xfrm>
              <a:off x="271185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g3455"/>
            <p:cNvSpPr/>
            <p:nvPr/>
          </p:nvSpPr>
          <p:spPr>
            <a:xfrm>
              <a:off x="272348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g3456"/>
            <p:cNvSpPr/>
            <p:nvPr/>
          </p:nvSpPr>
          <p:spPr>
            <a:xfrm>
              <a:off x="273512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g3457"/>
            <p:cNvSpPr/>
            <p:nvPr/>
          </p:nvSpPr>
          <p:spPr>
            <a:xfrm>
              <a:off x="4247977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g3458"/>
            <p:cNvSpPr/>
            <p:nvPr/>
          </p:nvSpPr>
          <p:spPr>
            <a:xfrm>
              <a:off x="425961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g3459"/>
            <p:cNvSpPr/>
            <p:nvPr/>
          </p:nvSpPr>
          <p:spPr>
            <a:xfrm>
              <a:off x="4271252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g3460"/>
            <p:cNvSpPr/>
            <p:nvPr/>
          </p:nvSpPr>
          <p:spPr>
            <a:xfrm>
              <a:off x="4282889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g3461"/>
            <p:cNvSpPr/>
            <p:nvPr/>
          </p:nvSpPr>
          <p:spPr>
            <a:xfrm>
              <a:off x="4294526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g3462"/>
            <p:cNvSpPr/>
            <p:nvPr/>
          </p:nvSpPr>
          <p:spPr>
            <a:xfrm>
              <a:off x="4306164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g3463"/>
            <p:cNvSpPr/>
            <p:nvPr/>
          </p:nvSpPr>
          <p:spPr>
            <a:xfrm>
              <a:off x="450399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g3464"/>
            <p:cNvSpPr/>
            <p:nvPr/>
          </p:nvSpPr>
          <p:spPr>
            <a:xfrm>
              <a:off x="4515636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g3465"/>
            <p:cNvSpPr/>
            <p:nvPr/>
          </p:nvSpPr>
          <p:spPr>
            <a:xfrm>
              <a:off x="4527273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g3466"/>
            <p:cNvSpPr/>
            <p:nvPr/>
          </p:nvSpPr>
          <p:spPr>
            <a:xfrm>
              <a:off x="4538910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g3467"/>
            <p:cNvSpPr/>
            <p:nvPr/>
          </p:nvSpPr>
          <p:spPr>
            <a:xfrm>
              <a:off x="4550548" y="509601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g3468"/>
            <p:cNvSpPr/>
            <p:nvPr/>
          </p:nvSpPr>
          <p:spPr>
            <a:xfrm>
              <a:off x="266530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g3469"/>
            <p:cNvSpPr/>
            <p:nvPr/>
          </p:nvSpPr>
          <p:spPr>
            <a:xfrm>
              <a:off x="267693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g3470"/>
            <p:cNvSpPr/>
            <p:nvPr/>
          </p:nvSpPr>
          <p:spPr>
            <a:xfrm>
              <a:off x="268857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g3471"/>
            <p:cNvSpPr/>
            <p:nvPr/>
          </p:nvSpPr>
          <p:spPr>
            <a:xfrm>
              <a:off x="270021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g3472"/>
            <p:cNvSpPr/>
            <p:nvPr/>
          </p:nvSpPr>
          <p:spPr>
            <a:xfrm>
              <a:off x="271185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g3473"/>
            <p:cNvSpPr/>
            <p:nvPr/>
          </p:nvSpPr>
          <p:spPr>
            <a:xfrm>
              <a:off x="2723487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g3474"/>
            <p:cNvSpPr/>
            <p:nvPr/>
          </p:nvSpPr>
          <p:spPr>
            <a:xfrm>
              <a:off x="4259614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g3475"/>
            <p:cNvSpPr/>
            <p:nvPr/>
          </p:nvSpPr>
          <p:spPr>
            <a:xfrm>
              <a:off x="4271252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g3476"/>
            <p:cNvSpPr/>
            <p:nvPr/>
          </p:nvSpPr>
          <p:spPr>
            <a:xfrm>
              <a:off x="4282889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g3477"/>
            <p:cNvSpPr/>
            <p:nvPr/>
          </p:nvSpPr>
          <p:spPr>
            <a:xfrm>
              <a:off x="4294526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g3478"/>
            <p:cNvSpPr/>
            <p:nvPr/>
          </p:nvSpPr>
          <p:spPr>
            <a:xfrm>
              <a:off x="4306164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g3479"/>
            <p:cNvSpPr/>
            <p:nvPr/>
          </p:nvSpPr>
          <p:spPr>
            <a:xfrm>
              <a:off x="450399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g3480"/>
            <p:cNvSpPr/>
            <p:nvPr/>
          </p:nvSpPr>
          <p:spPr>
            <a:xfrm>
              <a:off x="4515636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g3481"/>
            <p:cNvSpPr/>
            <p:nvPr/>
          </p:nvSpPr>
          <p:spPr>
            <a:xfrm>
              <a:off x="4527273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g3482"/>
            <p:cNvSpPr/>
            <p:nvPr/>
          </p:nvSpPr>
          <p:spPr>
            <a:xfrm>
              <a:off x="4538910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g3483"/>
            <p:cNvSpPr/>
            <p:nvPr/>
          </p:nvSpPr>
          <p:spPr>
            <a:xfrm>
              <a:off x="4550548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g3484"/>
            <p:cNvSpPr/>
            <p:nvPr/>
          </p:nvSpPr>
          <p:spPr>
            <a:xfrm>
              <a:off x="4562185" y="511031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g3485"/>
            <p:cNvSpPr/>
            <p:nvPr/>
          </p:nvSpPr>
          <p:spPr>
            <a:xfrm>
              <a:off x="266530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g3486"/>
            <p:cNvSpPr/>
            <p:nvPr/>
          </p:nvSpPr>
          <p:spPr>
            <a:xfrm>
              <a:off x="267693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g3487"/>
            <p:cNvSpPr/>
            <p:nvPr/>
          </p:nvSpPr>
          <p:spPr>
            <a:xfrm>
              <a:off x="268857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g3488"/>
            <p:cNvSpPr/>
            <p:nvPr/>
          </p:nvSpPr>
          <p:spPr>
            <a:xfrm>
              <a:off x="270021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g3489"/>
            <p:cNvSpPr/>
            <p:nvPr/>
          </p:nvSpPr>
          <p:spPr>
            <a:xfrm>
              <a:off x="271185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g3490"/>
            <p:cNvSpPr/>
            <p:nvPr/>
          </p:nvSpPr>
          <p:spPr>
            <a:xfrm>
              <a:off x="2723487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g3491"/>
            <p:cNvSpPr/>
            <p:nvPr/>
          </p:nvSpPr>
          <p:spPr>
            <a:xfrm>
              <a:off x="4271252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g3492"/>
            <p:cNvSpPr/>
            <p:nvPr/>
          </p:nvSpPr>
          <p:spPr>
            <a:xfrm>
              <a:off x="4282889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g3493"/>
            <p:cNvSpPr/>
            <p:nvPr/>
          </p:nvSpPr>
          <p:spPr>
            <a:xfrm>
              <a:off x="429452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g3494"/>
            <p:cNvSpPr/>
            <p:nvPr/>
          </p:nvSpPr>
          <p:spPr>
            <a:xfrm>
              <a:off x="4306164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g3495"/>
            <p:cNvSpPr/>
            <p:nvPr/>
          </p:nvSpPr>
          <p:spPr>
            <a:xfrm>
              <a:off x="4317801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g3496"/>
            <p:cNvSpPr/>
            <p:nvPr/>
          </p:nvSpPr>
          <p:spPr>
            <a:xfrm>
              <a:off x="432943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g3497"/>
            <p:cNvSpPr/>
            <p:nvPr/>
          </p:nvSpPr>
          <p:spPr>
            <a:xfrm>
              <a:off x="434107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g3498"/>
            <p:cNvSpPr/>
            <p:nvPr/>
          </p:nvSpPr>
          <p:spPr>
            <a:xfrm>
              <a:off x="435271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g3499"/>
            <p:cNvSpPr/>
            <p:nvPr/>
          </p:nvSpPr>
          <p:spPr>
            <a:xfrm>
              <a:off x="4515636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g3500"/>
            <p:cNvSpPr/>
            <p:nvPr/>
          </p:nvSpPr>
          <p:spPr>
            <a:xfrm>
              <a:off x="4527273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g3501"/>
            <p:cNvSpPr/>
            <p:nvPr/>
          </p:nvSpPr>
          <p:spPr>
            <a:xfrm>
              <a:off x="4538910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g3502"/>
            <p:cNvSpPr/>
            <p:nvPr/>
          </p:nvSpPr>
          <p:spPr>
            <a:xfrm>
              <a:off x="4550548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g3503"/>
            <p:cNvSpPr/>
            <p:nvPr/>
          </p:nvSpPr>
          <p:spPr>
            <a:xfrm>
              <a:off x="4562185" y="51246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g3504"/>
            <p:cNvSpPr/>
            <p:nvPr/>
          </p:nvSpPr>
          <p:spPr>
            <a:xfrm>
              <a:off x="267693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g3505"/>
            <p:cNvSpPr/>
            <p:nvPr/>
          </p:nvSpPr>
          <p:spPr>
            <a:xfrm>
              <a:off x="268857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g3506"/>
            <p:cNvSpPr/>
            <p:nvPr/>
          </p:nvSpPr>
          <p:spPr>
            <a:xfrm>
              <a:off x="270021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g3507"/>
            <p:cNvSpPr/>
            <p:nvPr/>
          </p:nvSpPr>
          <p:spPr>
            <a:xfrm>
              <a:off x="271185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g3508"/>
            <p:cNvSpPr/>
            <p:nvPr/>
          </p:nvSpPr>
          <p:spPr>
            <a:xfrm>
              <a:off x="2723487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g3509"/>
            <p:cNvSpPr/>
            <p:nvPr/>
          </p:nvSpPr>
          <p:spPr>
            <a:xfrm>
              <a:off x="4271252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g3510"/>
            <p:cNvSpPr/>
            <p:nvPr/>
          </p:nvSpPr>
          <p:spPr>
            <a:xfrm>
              <a:off x="4282889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g3511"/>
            <p:cNvSpPr/>
            <p:nvPr/>
          </p:nvSpPr>
          <p:spPr>
            <a:xfrm>
              <a:off x="429452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g3512"/>
            <p:cNvSpPr/>
            <p:nvPr/>
          </p:nvSpPr>
          <p:spPr>
            <a:xfrm>
              <a:off x="4306164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g3513"/>
            <p:cNvSpPr/>
            <p:nvPr/>
          </p:nvSpPr>
          <p:spPr>
            <a:xfrm>
              <a:off x="4317801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g3514"/>
            <p:cNvSpPr/>
            <p:nvPr/>
          </p:nvSpPr>
          <p:spPr>
            <a:xfrm>
              <a:off x="432943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g3515"/>
            <p:cNvSpPr/>
            <p:nvPr/>
          </p:nvSpPr>
          <p:spPr>
            <a:xfrm>
              <a:off x="434107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g3516"/>
            <p:cNvSpPr/>
            <p:nvPr/>
          </p:nvSpPr>
          <p:spPr>
            <a:xfrm>
              <a:off x="435271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g3517"/>
            <p:cNvSpPr/>
            <p:nvPr/>
          </p:nvSpPr>
          <p:spPr>
            <a:xfrm>
              <a:off x="436435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g3518"/>
            <p:cNvSpPr/>
            <p:nvPr/>
          </p:nvSpPr>
          <p:spPr>
            <a:xfrm>
              <a:off x="4515636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g3519"/>
            <p:cNvSpPr/>
            <p:nvPr/>
          </p:nvSpPr>
          <p:spPr>
            <a:xfrm>
              <a:off x="4527273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g3520"/>
            <p:cNvSpPr/>
            <p:nvPr/>
          </p:nvSpPr>
          <p:spPr>
            <a:xfrm>
              <a:off x="4538910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g3521"/>
            <p:cNvSpPr/>
            <p:nvPr/>
          </p:nvSpPr>
          <p:spPr>
            <a:xfrm>
              <a:off x="4550548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g3522"/>
            <p:cNvSpPr/>
            <p:nvPr/>
          </p:nvSpPr>
          <p:spPr>
            <a:xfrm>
              <a:off x="4562185" y="513891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g3523"/>
            <p:cNvSpPr/>
            <p:nvPr/>
          </p:nvSpPr>
          <p:spPr>
            <a:xfrm>
              <a:off x="267693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g3524"/>
            <p:cNvSpPr/>
            <p:nvPr/>
          </p:nvSpPr>
          <p:spPr>
            <a:xfrm>
              <a:off x="268857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g3525"/>
            <p:cNvSpPr/>
            <p:nvPr/>
          </p:nvSpPr>
          <p:spPr>
            <a:xfrm>
              <a:off x="270021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g3526"/>
            <p:cNvSpPr/>
            <p:nvPr/>
          </p:nvSpPr>
          <p:spPr>
            <a:xfrm>
              <a:off x="271185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g3527"/>
            <p:cNvSpPr/>
            <p:nvPr/>
          </p:nvSpPr>
          <p:spPr>
            <a:xfrm>
              <a:off x="2723487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g3528"/>
            <p:cNvSpPr/>
            <p:nvPr/>
          </p:nvSpPr>
          <p:spPr>
            <a:xfrm>
              <a:off x="4282889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g3529"/>
            <p:cNvSpPr/>
            <p:nvPr/>
          </p:nvSpPr>
          <p:spPr>
            <a:xfrm>
              <a:off x="429452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g3530"/>
            <p:cNvSpPr/>
            <p:nvPr/>
          </p:nvSpPr>
          <p:spPr>
            <a:xfrm>
              <a:off x="4306164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g3531"/>
            <p:cNvSpPr/>
            <p:nvPr/>
          </p:nvSpPr>
          <p:spPr>
            <a:xfrm>
              <a:off x="4317801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g3532"/>
            <p:cNvSpPr/>
            <p:nvPr/>
          </p:nvSpPr>
          <p:spPr>
            <a:xfrm>
              <a:off x="432943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g3533"/>
            <p:cNvSpPr/>
            <p:nvPr/>
          </p:nvSpPr>
          <p:spPr>
            <a:xfrm>
              <a:off x="4341076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g3534"/>
            <p:cNvSpPr/>
            <p:nvPr/>
          </p:nvSpPr>
          <p:spPr>
            <a:xfrm>
              <a:off x="435271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g3535"/>
            <p:cNvSpPr/>
            <p:nvPr/>
          </p:nvSpPr>
          <p:spPr>
            <a:xfrm>
              <a:off x="436435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g3536"/>
            <p:cNvSpPr/>
            <p:nvPr/>
          </p:nvSpPr>
          <p:spPr>
            <a:xfrm>
              <a:off x="4527273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g3537"/>
            <p:cNvSpPr/>
            <p:nvPr/>
          </p:nvSpPr>
          <p:spPr>
            <a:xfrm>
              <a:off x="4538910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g3538"/>
            <p:cNvSpPr/>
            <p:nvPr/>
          </p:nvSpPr>
          <p:spPr>
            <a:xfrm>
              <a:off x="4550548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g3539"/>
            <p:cNvSpPr/>
            <p:nvPr/>
          </p:nvSpPr>
          <p:spPr>
            <a:xfrm>
              <a:off x="4562185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g3540"/>
            <p:cNvSpPr/>
            <p:nvPr/>
          </p:nvSpPr>
          <p:spPr>
            <a:xfrm>
              <a:off x="4573822" y="51532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g3541"/>
            <p:cNvSpPr/>
            <p:nvPr/>
          </p:nvSpPr>
          <p:spPr>
            <a:xfrm>
              <a:off x="267693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g3542"/>
            <p:cNvSpPr/>
            <p:nvPr/>
          </p:nvSpPr>
          <p:spPr>
            <a:xfrm>
              <a:off x="268857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g3543"/>
            <p:cNvSpPr/>
            <p:nvPr/>
          </p:nvSpPr>
          <p:spPr>
            <a:xfrm>
              <a:off x="270021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g3544"/>
            <p:cNvSpPr/>
            <p:nvPr/>
          </p:nvSpPr>
          <p:spPr>
            <a:xfrm>
              <a:off x="271185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g3545"/>
            <p:cNvSpPr/>
            <p:nvPr/>
          </p:nvSpPr>
          <p:spPr>
            <a:xfrm>
              <a:off x="2723487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g3546"/>
            <p:cNvSpPr/>
            <p:nvPr/>
          </p:nvSpPr>
          <p:spPr>
            <a:xfrm>
              <a:off x="429452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g3547"/>
            <p:cNvSpPr/>
            <p:nvPr/>
          </p:nvSpPr>
          <p:spPr>
            <a:xfrm>
              <a:off x="4306164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g3548"/>
            <p:cNvSpPr/>
            <p:nvPr/>
          </p:nvSpPr>
          <p:spPr>
            <a:xfrm>
              <a:off x="4317801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g3549"/>
            <p:cNvSpPr/>
            <p:nvPr/>
          </p:nvSpPr>
          <p:spPr>
            <a:xfrm>
              <a:off x="432943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g3550"/>
            <p:cNvSpPr/>
            <p:nvPr/>
          </p:nvSpPr>
          <p:spPr>
            <a:xfrm>
              <a:off x="4341076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g3551"/>
            <p:cNvSpPr/>
            <p:nvPr/>
          </p:nvSpPr>
          <p:spPr>
            <a:xfrm>
              <a:off x="435271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g3552"/>
            <p:cNvSpPr/>
            <p:nvPr/>
          </p:nvSpPr>
          <p:spPr>
            <a:xfrm>
              <a:off x="436435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g3553"/>
            <p:cNvSpPr/>
            <p:nvPr/>
          </p:nvSpPr>
          <p:spPr>
            <a:xfrm>
              <a:off x="437598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g3554"/>
            <p:cNvSpPr/>
            <p:nvPr/>
          </p:nvSpPr>
          <p:spPr>
            <a:xfrm>
              <a:off x="4527273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g3555"/>
            <p:cNvSpPr/>
            <p:nvPr/>
          </p:nvSpPr>
          <p:spPr>
            <a:xfrm>
              <a:off x="4538910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g3556"/>
            <p:cNvSpPr/>
            <p:nvPr/>
          </p:nvSpPr>
          <p:spPr>
            <a:xfrm>
              <a:off x="4550548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g3557"/>
            <p:cNvSpPr/>
            <p:nvPr/>
          </p:nvSpPr>
          <p:spPr>
            <a:xfrm>
              <a:off x="4562185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g3558"/>
            <p:cNvSpPr/>
            <p:nvPr/>
          </p:nvSpPr>
          <p:spPr>
            <a:xfrm>
              <a:off x="4573822" y="516751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g3559"/>
            <p:cNvSpPr/>
            <p:nvPr/>
          </p:nvSpPr>
          <p:spPr>
            <a:xfrm>
              <a:off x="268857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g3560"/>
            <p:cNvSpPr/>
            <p:nvPr/>
          </p:nvSpPr>
          <p:spPr>
            <a:xfrm>
              <a:off x="2700212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g3561"/>
            <p:cNvSpPr/>
            <p:nvPr/>
          </p:nvSpPr>
          <p:spPr>
            <a:xfrm>
              <a:off x="271185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g3562"/>
            <p:cNvSpPr/>
            <p:nvPr/>
          </p:nvSpPr>
          <p:spPr>
            <a:xfrm>
              <a:off x="2723487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g3563"/>
            <p:cNvSpPr/>
            <p:nvPr/>
          </p:nvSpPr>
          <p:spPr>
            <a:xfrm>
              <a:off x="4306164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g3564"/>
            <p:cNvSpPr/>
            <p:nvPr/>
          </p:nvSpPr>
          <p:spPr>
            <a:xfrm>
              <a:off x="4317801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g3565"/>
            <p:cNvSpPr/>
            <p:nvPr/>
          </p:nvSpPr>
          <p:spPr>
            <a:xfrm>
              <a:off x="432943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g3566"/>
            <p:cNvSpPr/>
            <p:nvPr/>
          </p:nvSpPr>
          <p:spPr>
            <a:xfrm>
              <a:off x="4341076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g3567"/>
            <p:cNvSpPr/>
            <p:nvPr/>
          </p:nvSpPr>
          <p:spPr>
            <a:xfrm>
              <a:off x="435271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g3568"/>
            <p:cNvSpPr/>
            <p:nvPr/>
          </p:nvSpPr>
          <p:spPr>
            <a:xfrm>
              <a:off x="436435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g3569"/>
            <p:cNvSpPr/>
            <p:nvPr/>
          </p:nvSpPr>
          <p:spPr>
            <a:xfrm>
              <a:off x="437598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g3570"/>
            <p:cNvSpPr/>
            <p:nvPr/>
          </p:nvSpPr>
          <p:spPr>
            <a:xfrm>
              <a:off x="438762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g3571"/>
            <p:cNvSpPr/>
            <p:nvPr/>
          </p:nvSpPr>
          <p:spPr>
            <a:xfrm>
              <a:off x="4527273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g3572"/>
            <p:cNvSpPr/>
            <p:nvPr/>
          </p:nvSpPr>
          <p:spPr>
            <a:xfrm>
              <a:off x="4538910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g3573"/>
            <p:cNvSpPr/>
            <p:nvPr/>
          </p:nvSpPr>
          <p:spPr>
            <a:xfrm>
              <a:off x="4550548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g3574"/>
            <p:cNvSpPr/>
            <p:nvPr/>
          </p:nvSpPr>
          <p:spPr>
            <a:xfrm>
              <a:off x="4562185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g3575"/>
            <p:cNvSpPr/>
            <p:nvPr/>
          </p:nvSpPr>
          <p:spPr>
            <a:xfrm>
              <a:off x="4573822" y="518181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g3576"/>
            <p:cNvSpPr/>
            <p:nvPr/>
          </p:nvSpPr>
          <p:spPr>
            <a:xfrm>
              <a:off x="268857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g3577"/>
            <p:cNvSpPr/>
            <p:nvPr/>
          </p:nvSpPr>
          <p:spPr>
            <a:xfrm>
              <a:off x="2700212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g3578"/>
            <p:cNvSpPr/>
            <p:nvPr/>
          </p:nvSpPr>
          <p:spPr>
            <a:xfrm>
              <a:off x="271185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g3579"/>
            <p:cNvSpPr/>
            <p:nvPr/>
          </p:nvSpPr>
          <p:spPr>
            <a:xfrm>
              <a:off x="2723487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g3580"/>
            <p:cNvSpPr/>
            <p:nvPr/>
          </p:nvSpPr>
          <p:spPr>
            <a:xfrm>
              <a:off x="4317801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g3581"/>
            <p:cNvSpPr/>
            <p:nvPr/>
          </p:nvSpPr>
          <p:spPr>
            <a:xfrm>
              <a:off x="432943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g3582"/>
            <p:cNvSpPr/>
            <p:nvPr/>
          </p:nvSpPr>
          <p:spPr>
            <a:xfrm>
              <a:off x="4341076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g3583"/>
            <p:cNvSpPr/>
            <p:nvPr/>
          </p:nvSpPr>
          <p:spPr>
            <a:xfrm>
              <a:off x="435271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g3584"/>
            <p:cNvSpPr/>
            <p:nvPr/>
          </p:nvSpPr>
          <p:spPr>
            <a:xfrm>
              <a:off x="436435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g3585"/>
            <p:cNvSpPr/>
            <p:nvPr/>
          </p:nvSpPr>
          <p:spPr>
            <a:xfrm>
              <a:off x="437598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g3586"/>
            <p:cNvSpPr/>
            <p:nvPr/>
          </p:nvSpPr>
          <p:spPr>
            <a:xfrm>
              <a:off x="4527273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g3587"/>
            <p:cNvSpPr/>
            <p:nvPr/>
          </p:nvSpPr>
          <p:spPr>
            <a:xfrm>
              <a:off x="4538910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g3588"/>
            <p:cNvSpPr/>
            <p:nvPr/>
          </p:nvSpPr>
          <p:spPr>
            <a:xfrm>
              <a:off x="4550548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g3589"/>
            <p:cNvSpPr/>
            <p:nvPr/>
          </p:nvSpPr>
          <p:spPr>
            <a:xfrm>
              <a:off x="4562185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g3590"/>
            <p:cNvSpPr/>
            <p:nvPr/>
          </p:nvSpPr>
          <p:spPr>
            <a:xfrm>
              <a:off x="4573822" y="51961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g3591"/>
            <p:cNvSpPr/>
            <p:nvPr/>
          </p:nvSpPr>
          <p:spPr>
            <a:xfrm>
              <a:off x="268857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g3592"/>
            <p:cNvSpPr/>
            <p:nvPr/>
          </p:nvSpPr>
          <p:spPr>
            <a:xfrm>
              <a:off x="2700212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g3593"/>
            <p:cNvSpPr/>
            <p:nvPr/>
          </p:nvSpPr>
          <p:spPr>
            <a:xfrm>
              <a:off x="271185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g3594"/>
            <p:cNvSpPr/>
            <p:nvPr/>
          </p:nvSpPr>
          <p:spPr>
            <a:xfrm>
              <a:off x="2723487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g3595"/>
            <p:cNvSpPr/>
            <p:nvPr/>
          </p:nvSpPr>
          <p:spPr>
            <a:xfrm>
              <a:off x="2735124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g3596"/>
            <p:cNvSpPr/>
            <p:nvPr/>
          </p:nvSpPr>
          <p:spPr>
            <a:xfrm>
              <a:off x="4317801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g3597"/>
            <p:cNvSpPr/>
            <p:nvPr/>
          </p:nvSpPr>
          <p:spPr>
            <a:xfrm>
              <a:off x="432943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g3598"/>
            <p:cNvSpPr/>
            <p:nvPr/>
          </p:nvSpPr>
          <p:spPr>
            <a:xfrm>
              <a:off x="4341076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g3599"/>
            <p:cNvSpPr/>
            <p:nvPr/>
          </p:nvSpPr>
          <p:spPr>
            <a:xfrm>
              <a:off x="435271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g3600"/>
            <p:cNvSpPr/>
            <p:nvPr/>
          </p:nvSpPr>
          <p:spPr>
            <a:xfrm>
              <a:off x="436435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g3601"/>
            <p:cNvSpPr/>
            <p:nvPr/>
          </p:nvSpPr>
          <p:spPr>
            <a:xfrm>
              <a:off x="437598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g3602"/>
            <p:cNvSpPr/>
            <p:nvPr/>
          </p:nvSpPr>
          <p:spPr>
            <a:xfrm>
              <a:off x="4527273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g3603"/>
            <p:cNvSpPr/>
            <p:nvPr/>
          </p:nvSpPr>
          <p:spPr>
            <a:xfrm>
              <a:off x="4538910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g3604"/>
            <p:cNvSpPr/>
            <p:nvPr/>
          </p:nvSpPr>
          <p:spPr>
            <a:xfrm>
              <a:off x="4550548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g3605"/>
            <p:cNvSpPr/>
            <p:nvPr/>
          </p:nvSpPr>
          <p:spPr>
            <a:xfrm>
              <a:off x="4562185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g3606"/>
            <p:cNvSpPr/>
            <p:nvPr/>
          </p:nvSpPr>
          <p:spPr>
            <a:xfrm>
              <a:off x="4573822" y="521041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g3607"/>
            <p:cNvSpPr/>
            <p:nvPr/>
          </p:nvSpPr>
          <p:spPr>
            <a:xfrm>
              <a:off x="268857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g3608"/>
            <p:cNvSpPr/>
            <p:nvPr/>
          </p:nvSpPr>
          <p:spPr>
            <a:xfrm>
              <a:off x="2700212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g3609"/>
            <p:cNvSpPr/>
            <p:nvPr/>
          </p:nvSpPr>
          <p:spPr>
            <a:xfrm>
              <a:off x="271185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g3610"/>
            <p:cNvSpPr/>
            <p:nvPr/>
          </p:nvSpPr>
          <p:spPr>
            <a:xfrm>
              <a:off x="2723487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g3611"/>
            <p:cNvSpPr/>
            <p:nvPr/>
          </p:nvSpPr>
          <p:spPr>
            <a:xfrm>
              <a:off x="2735124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g3612"/>
            <p:cNvSpPr/>
            <p:nvPr/>
          </p:nvSpPr>
          <p:spPr>
            <a:xfrm>
              <a:off x="432943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g3613"/>
            <p:cNvSpPr/>
            <p:nvPr/>
          </p:nvSpPr>
          <p:spPr>
            <a:xfrm>
              <a:off x="4341076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g3614"/>
            <p:cNvSpPr/>
            <p:nvPr/>
          </p:nvSpPr>
          <p:spPr>
            <a:xfrm>
              <a:off x="435271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g3615"/>
            <p:cNvSpPr/>
            <p:nvPr/>
          </p:nvSpPr>
          <p:spPr>
            <a:xfrm>
              <a:off x="436435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g3616"/>
            <p:cNvSpPr/>
            <p:nvPr/>
          </p:nvSpPr>
          <p:spPr>
            <a:xfrm>
              <a:off x="437598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g3617"/>
            <p:cNvSpPr/>
            <p:nvPr/>
          </p:nvSpPr>
          <p:spPr>
            <a:xfrm>
              <a:off x="4527273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g3618"/>
            <p:cNvSpPr/>
            <p:nvPr/>
          </p:nvSpPr>
          <p:spPr>
            <a:xfrm>
              <a:off x="4538910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g3619"/>
            <p:cNvSpPr/>
            <p:nvPr/>
          </p:nvSpPr>
          <p:spPr>
            <a:xfrm>
              <a:off x="4550548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g3620"/>
            <p:cNvSpPr/>
            <p:nvPr/>
          </p:nvSpPr>
          <p:spPr>
            <a:xfrm>
              <a:off x="4562185" y="52247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g3621"/>
            <p:cNvSpPr/>
            <p:nvPr/>
          </p:nvSpPr>
          <p:spPr>
            <a:xfrm>
              <a:off x="2700212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g3622"/>
            <p:cNvSpPr/>
            <p:nvPr/>
          </p:nvSpPr>
          <p:spPr>
            <a:xfrm>
              <a:off x="271185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g3623"/>
            <p:cNvSpPr/>
            <p:nvPr/>
          </p:nvSpPr>
          <p:spPr>
            <a:xfrm>
              <a:off x="2723487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g3624"/>
            <p:cNvSpPr/>
            <p:nvPr/>
          </p:nvSpPr>
          <p:spPr>
            <a:xfrm>
              <a:off x="2735124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g3625"/>
            <p:cNvSpPr/>
            <p:nvPr/>
          </p:nvSpPr>
          <p:spPr>
            <a:xfrm>
              <a:off x="2746762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g3626"/>
            <p:cNvSpPr/>
            <p:nvPr/>
          </p:nvSpPr>
          <p:spPr>
            <a:xfrm>
              <a:off x="4341076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g3627"/>
            <p:cNvSpPr/>
            <p:nvPr/>
          </p:nvSpPr>
          <p:spPr>
            <a:xfrm>
              <a:off x="435271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g3628"/>
            <p:cNvSpPr/>
            <p:nvPr/>
          </p:nvSpPr>
          <p:spPr>
            <a:xfrm>
              <a:off x="436435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g3629"/>
            <p:cNvSpPr/>
            <p:nvPr/>
          </p:nvSpPr>
          <p:spPr>
            <a:xfrm>
              <a:off x="437598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g3630"/>
            <p:cNvSpPr/>
            <p:nvPr/>
          </p:nvSpPr>
          <p:spPr>
            <a:xfrm>
              <a:off x="438762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g3631"/>
            <p:cNvSpPr/>
            <p:nvPr/>
          </p:nvSpPr>
          <p:spPr>
            <a:xfrm>
              <a:off x="4527273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g3632"/>
            <p:cNvSpPr/>
            <p:nvPr/>
          </p:nvSpPr>
          <p:spPr>
            <a:xfrm>
              <a:off x="4538910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g3633"/>
            <p:cNvSpPr/>
            <p:nvPr/>
          </p:nvSpPr>
          <p:spPr>
            <a:xfrm>
              <a:off x="4550548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g3634"/>
            <p:cNvSpPr/>
            <p:nvPr/>
          </p:nvSpPr>
          <p:spPr>
            <a:xfrm>
              <a:off x="4562185" y="523901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g3635"/>
            <p:cNvSpPr/>
            <p:nvPr/>
          </p:nvSpPr>
          <p:spPr>
            <a:xfrm>
              <a:off x="2700212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g3636"/>
            <p:cNvSpPr/>
            <p:nvPr/>
          </p:nvSpPr>
          <p:spPr>
            <a:xfrm>
              <a:off x="271185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g3637"/>
            <p:cNvSpPr/>
            <p:nvPr/>
          </p:nvSpPr>
          <p:spPr>
            <a:xfrm>
              <a:off x="2723487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g3638"/>
            <p:cNvSpPr/>
            <p:nvPr/>
          </p:nvSpPr>
          <p:spPr>
            <a:xfrm>
              <a:off x="2735124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g3639"/>
            <p:cNvSpPr/>
            <p:nvPr/>
          </p:nvSpPr>
          <p:spPr>
            <a:xfrm>
              <a:off x="2746762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g3640"/>
            <p:cNvSpPr/>
            <p:nvPr/>
          </p:nvSpPr>
          <p:spPr>
            <a:xfrm>
              <a:off x="2758399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g3641"/>
            <p:cNvSpPr/>
            <p:nvPr/>
          </p:nvSpPr>
          <p:spPr>
            <a:xfrm>
              <a:off x="4341076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g3642"/>
            <p:cNvSpPr/>
            <p:nvPr/>
          </p:nvSpPr>
          <p:spPr>
            <a:xfrm>
              <a:off x="435271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g3643"/>
            <p:cNvSpPr/>
            <p:nvPr/>
          </p:nvSpPr>
          <p:spPr>
            <a:xfrm>
              <a:off x="436435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g3644"/>
            <p:cNvSpPr/>
            <p:nvPr/>
          </p:nvSpPr>
          <p:spPr>
            <a:xfrm>
              <a:off x="437598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g3645"/>
            <p:cNvSpPr/>
            <p:nvPr/>
          </p:nvSpPr>
          <p:spPr>
            <a:xfrm>
              <a:off x="438762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g3646"/>
            <p:cNvSpPr/>
            <p:nvPr/>
          </p:nvSpPr>
          <p:spPr>
            <a:xfrm>
              <a:off x="4527273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g3647"/>
            <p:cNvSpPr/>
            <p:nvPr/>
          </p:nvSpPr>
          <p:spPr>
            <a:xfrm>
              <a:off x="4538910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g3648"/>
            <p:cNvSpPr/>
            <p:nvPr/>
          </p:nvSpPr>
          <p:spPr>
            <a:xfrm>
              <a:off x="4550548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g3649"/>
            <p:cNvSpPr/>
            <p:nvPr/>
          </p:nvSpPr>
          <p:spPr>
            <a:xfrm>
              <a:off x="4562185" y="525331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g3650"/>
            <p:cNvSpPr/>
            <p:nvPr/>
          </p:nvSpPr>
          <p:spPr>
            <a:xfrm>
              <a:off x="271185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g3651"/>
            <p:cNvSpPr/>
            <p:nvPr/>
          </p:nvSpPr>
          <p:spPr>
            <a:xfrm>
              <a:off x="2723487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g3652"/>
            <p:cNvSpPr/>
            <p:nvPr/>
          </p:nvSpPr>
          <p:spPr>
            <a:xfrm>
              <a:off x="2735124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g3653"/>
            <p:cNvSpPr/>
            <p:nvPr/>
          </p:nvSpPr>
          <p:spPr>
            <a:xfrm>
              <a:off x="274676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g3654"/>
            <p:cNvSpPr/>
            <p:nvPr/>
          </p:nvSpPr>
          <p:spPr>
            <a:xfrm>
              <a:off x="2758399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g3655"/>
            <p:cNvSpPr/>
            <p:nvPr/>
          </p:nvSpPr>
          <p:spPr>
            <a:xfrm>
              <a:off x="4341076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g3656"/>
            <p:cNvSpPr/>
            <p:nvPr/>
          </p:nvSpPr>
          <p:spPr>
            <a:xfrm>
              <a:off x="435271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g3657"/>
            <p:cNvSpPr/>
            <p:nvPr/>
          </p:nvSpPr>
          <p:spPr>
            <a:xfrm>
              <a:off x="436435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g3658"/>
            <p:cNvSpPr/>
            <p:nvPr/>
          </p:nvSpPr>
          <p:spPr>
            <a:xfrm>
              <a:off x="437598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g3659"/>
            <p:cNvSpPr/>
            <p:nvPr/>
          </p:nvSpPr>
          <p:spPr>
            <a:xfrm>
              <a:off x="438762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g3660"/>
            <p:cNvSpPr/>
            <p:nvPr/>
          </p:nvSpPr>
          <p:spPr>
            <a:xfrm>
              <a:off x="4399262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g3661"/>
            <p:cNvSpPr/>
            <p:nvPr/>
          </p:nvSpPr>
          <p:spPr>
            <a:xfrm>
              <a:off x="441090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g3662"/>
            <p:cNvSpPr/>
            <p:nvPr/>
          </p:nvSpPr>
          <p:spPr>
            <a:xfrm>
              <a:off x="4422537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g3663"/>
            <p:cNvSpPr/>
            <p:nvPr/>
          </p:nvSpPr>
          <p:spPr>
            <a:xfrm>
              <a:off x="4527273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g3664"/>
            <p:cNvSpPr/>
            <p:nvPr/>
          </p:nvSpPr>
          <p:spPr>
            <a:xfrm>
              <a:off x="4538910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g3665"/>
            <p:cNvSpPr/>
            <p:nvPr/>
          </p:nvSpPr>
          <p:spPr>
            <a:xfrm>
              <a:off x="4550548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g3666"/>
            <p:cNvSpPr/>
            <p:nvPr/>
          </p:nvSpPr>
          <p:spPr>
            <a:xfrm>
              <a:off x="4562185" y="52676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g3667"/>
            <p:cNvSpPr/>
            <p:nvPr/>
          </p:nvSpPr>
          <p:spPr>
            <a:xfrm>
              <a:off x="2723487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g3668"/>
            <p:cNvSpPr/>
            <p:nvPr/>
          </p:nvSpPr>
          <p:spPr>
            <a:xfrm>
              <a:off x="2735124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g3669"/>
            <p:cNvSpPr/>
            <p:nvPr/>
          </p:nvSpPr>
          <p:spPr>
            <a:xfrm>
              <a:off x="274676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g3670"/>
            <p:cNvSpPr/>
            <p:nvPr/>
          </p:nvSpPr>
          <p:spPr>
            <a:xfrm>
              <a:off x="2758399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g3671"/>
            <p:cNvSpPr/>
            <p:nvPr/>
          </p:nvSpPr>
          <p:spPr>
            <a:xfrm>
              <a:off x="435271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g3672"/>
            <p:cNvSpPr/>
            <p:nvPr/>
          </p:nvSpPr>
          <p:spPr>
            <a:xfrm>
              <a:off x="436435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g3673"/>
            <p:cNvSpPr/>
            <p:nvPr/>
          </p:nvSpPr>
          <p:spPr>
            <a:xfrm>
              <a:off x="437598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g3674"/>
            <p:cNvSpPr/>
            <p:nvPr/>
          </p:nvSpPr>
          <p:spPr>
            <a:xfrm>
              <a:off x="438762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g3675"/>
            <p:cNvSpPr/>
            <p:nvPr/>
          </p:nvSpPr>
          <p:spPr>
            <a:xfrm>
              <a:off x="4399262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g3676"/>
            <p:cNvSpPr/>
            <p:nvPr/>
          </p:nvSpPr>
          <p:spPr>
            <a:xfrm>
              <a:off x="441090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g3677"/>
            <p:cNvSpPr/>
            <p:nvPr/>
          </p:nvSpPr>
          <p:spPr>
            <a:xfrm>
              <a:off x="4422537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g3678"/>
            <p:cNvSpPr/>
            <p:nvPr/>
          </p:nvSpPr>
          <p:spPr>
            <a:xfrm>
              <a:off x="4434174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g3679"/>
            <p:cNvSpPr/>
            <p:nvPr/>
          </p:nvSpPr>
          <p:spPr>
            <a:xfrm>
              <a:off x="4515636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g3680"/>
            <p:cNvSpPr/>
            <p:nvPr/>
          </p:nvSpPr>
          <p:spPr>
            <a:xfrm>
              <a:off x="4527273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g3681"/>
            <p:cNvSpPr/>
            <p:nvPr/>
          </p:nvSpPr>
          <p:spPr>
            <a:xfrm>
              <a:off x="4538910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g3682"/>
            <p:cNvSpPr/>
            <p:nvPr/>
          </p:nvSpPr>
          <p:spPr>
            <a:xfrm>
              <a:off x="4550548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g3683"/>
            <p:cNvSpPr/>
            <p:nvPr/>
          </p:nvSpPr>
          <p:spPr>
            <a:xfrm>
              <a:off x="4562185" y="528191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g3684"/>
            <p:cNvSpPr/>
            <p:nvPr/>
          </p:nvSpPr>
          <p:spPr>
            <a:xfrm>
              <a:off x="2723487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g3685"/>
            <p:cNvSpPr/>
            <p:nvPr/>
          </p:nvSpPr>
          <p:spPr>
            <a:xfrm>
              <a:off x="2735124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g3686"/>
            <p:cNvSpPr/>
            <p:nvPr/>
          </p:nvSpPr>
          <p:spPr>
            <a:xfrm>
              <a:off x="274676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g3687"/>
            <p:cNvSpPr/>
            <p:nvPr/>
          </p:nvSpPr>
          <p:spPr>
            <a:xfrm>
              <a:off x="2758399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g3688"/>
            <p:cNvSpPr/>
            <p:nvPr/>
          </p:nvSpPr>
          <p:spPr>
            <a:xfrm>
              <a:off x="436435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g3689"/>
            <p:cNvSpPr/>
            <p:nvPr/>
          </p:nvSpPr>
          <p:spPr>
            <a:xfrm>
              <a:off x="437598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g3690"/>
            <p:cNvSpPr/>
            <p:nvPr/>
          </p:nvSpPr>
          <p:spPr>
            <a:xfrm>
              <a:off x="438762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g3691"/>
            <p:cNvSpPr/>
            <p:nvPr/>
          </p:nvSpPr>
          <p:spPr>
            <a:xfrm>
              <a:off x="4399262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g3692"/>
            <p:cNvSpPr/>
            <p:nvPr/>
          </p:nvSpPr>
          <p:spPr>
            <a:xfrm>
              <a:off x="441090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g3693"/>
            <p:cNvSpPr/>
            <p:nvPr/>
          </p:nvSpPr>
          <p:spPr>
            <a:xfrm>
              <a:off x="4422537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g3694"/>
            <p:cNvSpPr/>
            <p:nvPr/>
          </p:nvSpPr>
          <p:spPr>
            <a:xfrm>
              <a:off x="4434174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g3695"/>
            <p:cNvSpPr/>
            <p:nvPr/>
          </p:nvSpPr>
          <p:spPr>
            <a:xfrm>
              <a:off x="4515636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g3696"/>
            <p:cNvSpPr/>
            <p:nvPr/>
          </p:nvSpPr>
          <p:spPr>
            <a:xfrm>
              <a:off x="4527273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g3697"/>
            <p:cNvSpPr/>
            <p:nvPr/>
          </p:nvSpPr>
          <p:spPr>
            <a:xfrm>
              <a:off x="4538910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g3698"/>
            <p:cNvSpPr/>
            <p:nvPr/>
          </p:nvSpPr>
          <p:spPr>
            <a:xfrm>
              <a:off x="4550548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g3699"/>
            <p:cNvSpPr/>
            <p:nvPr/>
          </p:nvSpPr>
          <p:spPr>
            <a:xfrm>
              <a:off x="4562185" y="52962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g3700"/>
            <p:cNvSpPr/>
            <p:nvPr/>
          </p:nvSpPr>
          <p:spPr>
            <a:xfrm>
              <a:off x="271185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g3701"/>
            <p:cNvSpPr/>
            <p:nvPr/>
          </p:nvSpPr>
          <p:spPr>
            <a:xfrm>
              <a:off x="272348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g3702"/>
            <p:cNvSpPr/>
            <p:nvPr/>
          </p:nvSpPr>
          <p:spPr>
            <a:xfrm>
              <a:off x="2735124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g3703"/>
            <p:cNvSpPr/>
            <p:nvPr/>
          </p:nvSpPr>
          <p:spPr>
            <a:xfrm>
              <a:off x="274676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g3704"/>
            <p:cNvSpPr/>
            <p:nvPr/>
          </p:nvSpPr>
          <p:spPr>
            <a:xfrm>
              <a:off x="2758399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g3705"/>
            <p:cNvSpPr/>
            <p:nvPr/>
          </p:nvSpPr>
          <p:spPr>
            <a:xfrm>
              <a:off x="437598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g3706"/>
            <p:cNvSpPr/>
            <p:nvPr/>
          </p:nvSpPr>
          <p:spPr>
            <a:xfrm>
              <a:off x="438762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g3707"/>
            <p:cNvSpPr/>
            <p:nvPr/>
          </p:nvSpPr>
          <p:spPr>
            <a:xfrm>
              <a:off x="439926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g3708"/>
            <p:cNvSpPr/>
            <p:nvPr/>
          </p:nvSpPr>
          <p:spPr>
            <a:xfrm>
              <a:off x="441090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g3709"/>
            <p:cNvSpPr/>
            <p:nvPr/>
          </p:nvSpPr>
          <p:spPr>
            <a:xfrm>
              <a:off x="4422537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g3710"/>
            <p:cNvSpPr/>
            <p:nvPr/>
          </p:nvSpPr>
          <p:spPr>
            <a:xfrm>
              <a:off x="4434174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g3711"/>
            <p:cNvSpPr/>
            <p:nvPr/>
          </p:nvSpPr>
          <p:spPr>
            <a:xfrm>
              <a:off x="4445812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g3712"/>
            <p:cNvSpPr/>
            <p:nvPr/>
          </p:nvSpPr>
          <p:spPr>
            <a:xfrm>
              <a:off x="450399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g3713"/>
            <p:cNvSpPr/>
            <p:nvPr/>
          </p:nvSpPr>
          <p:spPr>
            <a:xfrm>
              <a:off x="4515636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g3714"/>
            <p:cNvSpPr/>
            <p:nvPr/>
          </p:nvSpPr>
          <p:spPr>
            <a:xfrm>
              <a:off x="4527273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g3715"/>
            <p:cNvSpPr/>
            <p:nvPr/>
          </p:nvSpPr>
          <p:spPr>
            <a:xfrm>
              <a:off x="4538910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g3716"/>
            <p:cNvSpPr/>
            <p:nvPr/>
          </p:nvSpPr>
          <p:spPr>
            <a:xfrm>
              <a:off x="4550548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g3717"/>
            <p:cNvSpPr/>
            <p:nvPr/>
          </p:nvSpPr>
          <p:spPr>
            <a:xfrm>
              <a:off x="4562185" y="531052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g3718"/>
            <p:cNvSpPr/>
            <p:nvPr/>
          </p:nvSpPr>
          <p:spPr>
            <a:xfrm>
              <a:off x="271185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g3719"/>
            <p:cNvSpPr/>
            <p:nvPr/>
          </p:nvSpPr>
          <p:spPr>
            <a:xfrm>
              <a:off x="272348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g3720"/>
            <p:cNvSpPr/>
            <p:nvPr/>
          </p:nvSpPr>
          <p:spPr>
            <a:xfrm>
              <a:off x="2735124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g3721"/>
            <p:cNvSpPr/>
            <p:nvPr/>
          </p:nvSpPr>
          <p:spPr>
            <a:xfrm>
              <a:off x="274676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g3722"/>
            <p:cNvSpPr/>
            <p:nvPr/>
          </p:nvSpPr>
          <p:spPr>
            <a:xfrm>
              <a:off x="2758399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g3723"/>
            <p:cNvSpPr/>
            <p:nvPr/>
          </p:nvSpPr>
          <p:spPr>
            <a:xfrm>
              <a:off x="439926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g3724"/>
            <p:cNvSpPr/>
            <p:nvPr/>
          </p:nvSpPr>
          <p:spPr>
            <a:xfrm>
              <a:off x="441090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g3725"/>
            <p:cNvSpPr/>
            <p:nvPr/>
          </p:nvSpPr>
          <p:spPr>
            <a:xfrm>
              <a:off x="4422537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g3726"/>
            <p:cNvSpPr/>
            <p:nvPr/>
          </p:nvSpPr>
          <p:spPr>
            <a:xfrm>
              <a:off x="4434174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g3727"/>
            <p:cNvSpPr/>
            <p:nvPr/>
          </p:nvSpPr>
          <p:spPr>
            <a:xfrm>
              <a:off x="4445812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g3728"/>
            <p:cNvSpPr/>
            <p:nvPr/>
          </p:nvSpPr>
          <p:spPr>
            <a:xfrm>
              <a:off x="450399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g3729"/>
            <p:cNvSpPr/>
            <p:nvPr/>
          </p:nvSpPr>
          <p:spPr>
            <a:xfrm>
              <a:off x="4515636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g3730"/>
            <p:cNvSpPr/>
            <p:nvPr/>
          </p:nvSpPr>
          <p:spPr>
            <a:xfrm>
              <a:off x="4527273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g3731"/>
            <p:cNvSpPr/>
            <p:nvPr/>
          </p:nvSpPr>
          <p:spPr>
            <a:xfrm>
              <a:off x="4538910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g3732"/>
            <p:cNvSpPr/>
            <p:nvPr/>
          </p:nvSpPr>
          <p:spPr>
            <a:xfrm>
              <a:off x="4550548" y="532482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g3733"/>
            <p:cNvSpPr/>
            <p:nvPr/>
          </p:nvSpPr>
          <p:spPr>
            <a:xfrm>
              <a:off x="270021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g3734"/>
            <p:cNvSpPr/>
            <p:nvPr/>
          </p:nvSpPr>
          <p:spPr>
            <a:xfrm>
              <a:off x="271185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g3735"/>
            <p:cNvSpPr/>
            <p:nvPr/>
          </p:nvSpPr>
          <p:spPr>
            <a:xfrm>
              <a:off x="272348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g3736"/>
            <p:cNvSpPr/>
            <p:nvPr/>
          </p:nvSpPr>
          <p:spPr>
            <a:xfrm>
              <a:off x="2735124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g3737"/>
            <p:cNvSpPr/>
            <p:nvPr/>
          </p:nvSpPr>
          <p:spPr>
            <a:xfrm>
              <a:off x="274676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g3738"/>
            <p:cNvSpPr/>
            <p:nvPr/>
          </p:nvSpPr>
          <p:spPr>
            <a:xfrm>
              <a:off x="441090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g3739"/>
            <p:cNvSpPr/>
            <p:nvPr/>
          </p:nvSpPr>
          <p:spPr>
            <a:xfrm>
              <a:off x="4422537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g3740"/>
            <p:cNvSpPr/>
            <p:nvPr/>
          </p:nvSpPr>
          <p:spPr>
            <a:xfrm>
              <a:off x="4434174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g3741"/>
            <p:cNvSpPr/>
            <p:nvPr/>
          </p:nvSpPr>
          <p:spPr>
            <a:xfrm>
              <a:off x="4445812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g3742"/>
            <p:cNvSpPr/>
            <p:nvPr/>
          </p:nvSpPr>
          <p:spPr>
            <a:xfrm>
              <a:off x="4457449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g3743"/>
            <p:cNvSpPr/>
            <p:nvPr/>
          </p:nvSpPr>
          <p:spPr>
            <a:xfrm>
              <a:off x="4469086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g3744"/>
            <p:cNvSpPr/>
            <p:nvPr/>
          </p:nvSpPr>
          <p:spPr>
            <a:xfrm>
              <a:off x="4492361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g3745"/>
            <p:cNvSpPr/>
            <p:nvPr/>
          </p:nvSpPr>
          <p:spPr>
            <a:xfrm>
              <a:off x="4503998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g3746"/>
            <p:cNvSpPr/>
            <p:nvPr/>
          </p:nvSpPr>
          <p:spPr>
            <a:xfrm>
              <a:off x="4515636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g3747"/>
            <p:cNvSpPr/>
            <p:nvPr/>
          </p:nvSpPr>
          <p:spPr>
            <a:xfrm>
              <a:off x="4527273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g3748"/>
            <p:cNvSpPr/>
            <p:nvPr/>
          </p:nvSpPr>
          <p:spPr>
            <a:xfrm>
              <a:off x="4538910" y="53391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g3749"/>
            <p:cNvSpPr/>
            <p:nvPr/>
          </p:nvSpPr>
          <p:spPr>
            <a:xfrm>
              <a:off x="2688575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g3750"/>
            <p:cNvSpPr/>
            <p:nvPr/>
          </p:nvSpPr>
          <p:spPr>
            <a:xfrm>
              <a:off x="270021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g3751"/>
            <p:cNvSpPr/>
            <p:nvPr/>
          </p:nvSpPr>
          <p:spPr>
            <a:xfrm>
              <a:off x="271185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g3752"/>
            <p:cNvSpPr/>
            <p:nvPr/>
          </p:nvSpPr>
          <p:spPr>
            <a:xfrm>
              <a:off x="272348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g3753"/>
            <p:cNvSpPr/>
            <p:nvPr/>
          </p:nvSpPr>
          <p:spPr>
            <a:xfrm>
              <a:off x="273512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g3754"/>
            <p:cNvSpPr/>
            <p:nvPr/>
          </p:nvSpPr>
          <p:spPr>
            <a:xfrm>
              <a:off x="274676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g3755"/>
            <p:cNvSpPr/>
            <p:nvPr/>
          </p:nvSpPr>
          <p:spPr>
            <a:xfrm>
              <a:off x="441090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g3756"/>
            <p:cNvSpPr/>
            <p:nvPr/>
          </p:nvSpPr>
          <p:spPr>
            <a:xfrm>
              <a:off x="4422537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g3757"/>
            <p:cNvSpPr/>
            <p:nvPr/>
          </p:nvSpPr>
          <p:spPr>
            <a:xfrm>
              <a:off x="443417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g3758"/>
            <p:cNvSpPr/>
            <p:nvPr/>
          </p:nvSpPr>
          <p:spPr>
            <a:xfrm>
              <a:off x="4445812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g3759"/>
            <p:cNvSpPr/>
            <p:nvPr/>
          </p:nvSpPr>
          <p:spPr>
            <a:xfrm>
              <a:off x="4457449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g3760"/>
            <p:cNvSpPr/>
            <p:nvPr/>
          </p:nvSpPr>
          <p:spPr>
            <a:xfrm>
              <a:off x="4469086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g3761"/>
            <p:cNvSpPr/>
            <p:nvPr/>
          </p:nvSpPr>
          <p:spPr>
            <a:xfrm>
              <a:off x="4480724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g3762"/>
            <p:cNvSpPr/>
            <p:nvPr/>
          </p:nvSpPr>
          <p:spPr>
            <a:xfrm>
              <a:off x="4492361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g3763"/>
            <p:cNvSpPr/>
            <p:nvPr/>
          </p:nvSpPr>
          <p:spPr>
            <a:xfrm>
              <a:off x="4503998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g3764"/>
            <p:cNvSpPr/>
            <p:nvPr/>
          </p:nvSpPr>
          <p:spPr>
            <a:xfrm>
              <a:off x="4515636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g3765"/>
            <p:cNvSpPr/>
            <p:nvPr/>
          </p:nvSpPr>
          <p:spPr>
            <a:xfrm>
              <a:off x="4527273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g3766"/>
            <p:cNvSpPr/>
            <p:nvPr/>
          </p:nvSpPr>
          <p:spPr>
            <a:xfrm>
              <a:off x="4538910" y="5353422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g3767"/>
            <p:cNvSpPr/>
            <p:nvPr/>
          </p:nvSpPr>
          <p:spPr>
            <a:xfrm>
              <a:off x="2688575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g3768"/>
            <p:cNvSpPr/>
            <p:nvPr/>
          </p:nvSpPr>
          <p:spPr>
            <a:xfrm>
              <a:off x="270021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g3769"/>
            <p:cNvSpPr/>
            <p:nvPr/>
          </p:nvSpPr>
          <p:spPr>
            <a:xfrm>
              <a:off x="271185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g3770"/>
            <p:cNvSpPr/>
            <p:nvPr/>
          </p:nvSpPr>
          <p:spPr>
            <a:xfrm>
              <a:off x="272348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g3771"/>
            <p:cNvSpPr/>
            <p:nvPr/>
          </p:nvSpPr>
          <p:spPr>
            <a:xfrm>
              <a:off x="273512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g3772"/>
            <p:cNvSpPr/>
            <p:nvPr/>
          </p:nvSpPr>
          <p:spPr>
            <a:xfrm>
              <a:off x="441090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g3773"/>
            <p:cNvSpPr/>
            <p:nvPr/>
          </p:nvSpPr>
          <p:spPr>
            <a:xfrm>
              <a:off x="4422537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g3774"/>
            <p:cNvSpPr/>
            <p:nvPr/>
          </p:nvSpPr>
          <p:spPr>
            <a:xfrm>
              <a:off x="443417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g3775"/>
            <p:cNvSpPr/>
            <p:nvPr/>
          </p:nvSpPr>
          <p:spPr>
            <a:xfrm>
              <a:off x="4445812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g3776"/>
            <p:cNvSpPr/>
            <p:nvPr/>
          </p:nvSpPr>
          <p:spPr>
            <a:xfrm>
              <a:off x="4457449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g3777"/>
            <p:cNvSpPr/>
            <p:nvPr/>
          </p:nvSpPr>
          <p:spPr>
            <a:xfrm>
              <a:off x="4469086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g3778"/>
            <p:cNvSpPr/>
            <p:nvPr/>
          </p:nvSpPr>
          <p:spPr>
            <a:xfrm>
              <a:off x="4480724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g3779"/>
            <p:cNvSpPr/>
            <p:nvPr/>
          </p:nvSpPr>
          <p:spPr>
            <a:xfrm>
              <a:off x="4492361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g3780"/>
            <p:cNvSpPr/>
            <p:nvPr/>
          </p:nvSpPr>
          <p:spPr>
            <a:xfrm>
              <a:off x="4503998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g3781"/>
            <p:cNvSpPr/>
            <p:nvPr/>
          </p:nvSpPr>
          <p:spPr>
            <a:xfrm>
              <a:off x="4515636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g3782"/>
            <p:cNvSpPr/>
            <p:nvPr/>
          </p:nvSpPr>
          <p:spPr>
            <a:xfrm>
              <a:off x="4527273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g3783"/>
            <p:cNvSpPr/>
            <p:nvPr/>
          </p:nvSpPr>
          <p:spPr>
            <a:xfrm>
              <a:off x="4538910" y="53677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g3784"/>
            <p:cNvSpPr/>
            <p:nvPr/>
          </p:nvSpPr>
          <p:spPr>
            <a:xfrm>
              <a:off x="2688575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g3785"/>
            <p:cNvSpPr/>
            <p:nvPr/>
          </p:nvSpPr>
          <p:spPr>
            <a:xfrm>
              <a:off x="270021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g3786"/>
            <p:cNvSpPr/>
            <p:nvPr/>
          </p:nvSpPr>
          <p:spPr>
            <a:xfrm>
              <a:off x="271185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g3787"/>
            <p:cNvSpPr/>
            <p:nvPr/>
          </p:nvSpPr>
          <p:spPr>
            <a:xfrm>
              <a:off x="272348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g3788"/>
            <p:cNvSpPr/>
            <p:nvPr/>
          </p:nvSpPr>
          <p:spPr>
            <a:xfrm>
              <a:off x="273512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g3789"/>
            <p:cNvSpPr/>
            <p:nvPr/>
          </p:nvSpPr>
          <p:spPr>
            <a:xfrm>
              <a:off x="4410900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g3790"/>
            <p:cNvSpPr/>
            <p:nvPr/>
          </p:nvSpPr>
          <p:spPr>
            <a:xfrm>
              <a:off x="4422537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g3791"/>
            <p:cNvSpPr/>
            <p:nvPr/>
          </p:nvSpPr>
          <p:spPr>
            <a:xfrm>
              <a:off x="443417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g3792"/>
            <p:cNvSpPr/>
            <p:nvPr/>
          </p:nvSpPr>
          <p:spPr>
            <a:xfrm>
              <a:off x="4445812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g3793"/>
            <p:cNvSpPr/>
            <p:nvPr/>
          </p:nvSpPr>
          <p:spPr>
            <a:xfrm>
              <a:off x="4457449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g3794"/>
            <p:cNvSpPr/>
            <p:nvPr/>
          </p:nvSpPr>
          <p:spPr>
            <a:xfrm>
              <a:off x="4469086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g3795"/>
            <p:cNvSpPr/>
            <p:nvPr/>
          </p:nvSpPr>
          <p:spPr>
            <a:xfrm>
              <a:off x="4480724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g3796"/>
            <p:cNvSpPr/>
            <p:nvPr/>
          </p:nvSpPr>
          <p:spPr>
            <a:xfrm>
              <a:off x="4492361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g3797"/>
            <p:cNvSpPr/>
            <p:nvPr/>
          </p:nvSpPr>
          <p:spPr>
            <a:xfrm>
              <a:off x="4503998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g3798"/>
            <p:cNvSpPr/>
            <p:nvPr/>
          </p:nvSpPr>
          <p:spPr>
            <a:xfrm>
              <a:off x="4515636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g3799"/>
            <p:cNvSpPr/>
            <p:nvPr/>
          </p:nvSpPr>
          <p:spPr>
            <a:xfrm>
              <a:off x="4527273" y="5382023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g3800"/>
            <p:cNvSpPr/>
            <p:nvPr/>
          </p:nvSpPr>
          <p:spPr>
            <a:xfrm>
              <a:off x="2676938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g3801"/>
            <p:cNvSpPr/>
            <p:nvPr/>
          </p:nvSpPr>
          <p:spPr>
            <a:xfrm>
              <a:off x="2688575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g3802"/>
            <p:cNvSpPr/>
            <p:nvPr/>
          </p:nvSpPr>
          <p:spPr>
            <a:xfrm>
              <a:off x="270021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g3803"/>
            <p:cNvSpPr/>
            <p:nvPr/>
          </p:nvSpPr>
          <p:spPr>
            <a:xfrm>
              <a:off x="2711850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g3804"/>
            <p:cNvSpPr/>
            <p:nvPr/>
          </p:nvSpPr>
          <p:spPr>
            <a:xfrm>
              <a:off x="272348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g3805"/>
            <p:cNvSpPr/>
            <p:nvPr/>
          </p:nvSpPr>
          <p:spPr>
            <a:xfrm>
              <a:off x="4422537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g3806"/>
            <p:cNvSpPr/>
            <p:nvPr/>
          </p:nvSpPr>
          <p:spPr>
            <a:xfrm>
              <a:off x="4434174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g3807"/>
            <p:cNvSpPr/>
            <p:nvPr/>
          </p:nvSpPr>
          <p:spPr>
            <a:xfrm>
              <a:off x="4445812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g3808"/>
            <p:cNvSpPr/>
            <p:nvPr/>
          </p:nvSpPr>
          <p:spPr>
            <a:xfrm>
              <a:off x="4457449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g3809"/>
            <p:cNvSpPr/>
            <p:nvPr/>
          </p:nvSpPr>
          <p:spPr>
            <a:xfrm>
              <a:off x="4469086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g3810"/>
            <p:cNvSpPr/>
            <p:nvPr/>
          </p:nvSpPr>
          <p:spPr>
            <a:xfrm>
              <a:off x="4480724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g3811"/>
            <p:cNvSpPr/>
            <p:nvPr/>
          </p:nvSpPr>
          <p:spPr>
            <a:xfrm>
              <a:off x="4492361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g3812"/>
            <p:cNvSpPr/>
            <p:nvPr/>
          </p:nvSpPr>
          <p:spPr>
            <a:xfrm>
              <a:off x="4503998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g3813"/>
            <p:cNvSpPr/>
            <p:nvPr/>
          </p:nvSpPr>
          <p:spPr>
            <a:xfrm>
              <a:off x="4515636" y="5396324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g3814"/>
            <p:cNvSpPr/>
            <p:nvPr/>
          </p:nvSpPr>
          <p:spPr>
            <a:xfrm>
              <a:off x="2676938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g3815"/>
            <p:cNvSpPr/>
            <p:nvPr/>
          </p:nvSpPr>
          <p:spPr>
            <a:xfrm>
              <a:off x="2688575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g3816"/>
            <p:cNvSpPr/>
            <p:nvPr/>
          </p:nvSpPr>
          <p:spPr>
            <a:xfrm>
              <a:off x="2700212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g3817"/>
            <p:cNvSpPr/>
            <p:nvPr/>
          </p:nvSpPr>
          <p:spPr>
            <a:xfrm>
              <a:off x="2711850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g3818"/>
            <p:cNvSpPr/>
            <p:nvPr/>
          </p:nvSpPr>
          <p:spPr>
            <a:xfrm>
              <a:off x="2723487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g3819"/>
            <p:cNvSpPr/>
            <p:nvPr/>
          </p:nvSpPr>
          <p:spPr>
            <a:xfrm>
              <a:off x="4434174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g3820"/>
            <p:cNvSpPr/>
            <p:nvPr/>
          </p:nvSpPr>
          <p:spPr>
            <a:xfrm>
              <a:off x="4445812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g3821"/>
            <p:cNvSpPr/>
            <p:nvPr/>
          </p:nvSpPr>
          <p:spPr>
            <a:xfrm>
              <a:off x="4457449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g3822"/>
            <p:cNvSpPr/>
            <p:nvPr/>
          </p:nvSpPr>
          <p:spPr>
            <a:xfrm>
              <a:off x="4469086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g3823"/>
            <p:cNvSpPr/>
            <p:nvPr/>
          </p:nvSpPr>
          <p:spPr>
            <a:xfrm>
              <a:off x="4480724" y="54106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g3824"/>
            <p:cNvSpPr/>
            <p:nvPr/>
          </p:nvSpPr>
          <p:spPr>
            <a:xfrm>
              <a:off x="2676938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g3825"/>
            <p:cNvSpPr/>
            <p:nvPr/>
          </p:nvSpPr>
          <p:spPr>
            <a:xfrm>
              <a:off x="2688575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g3826"/>
            <p:cNvSpPr/>
            <p:nvPr/>
          </p:nvSpPr>
          <p:spPr>
            <a:xfrm>
              <a:off x="2700212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g3827"/>
            <p:cNvSpPr/>
            <p:nvPr/>
          </p:nvSpPr>
          <p:spPr>
            <a:xfrm>
              <a:off x="2711850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g3828"/>
            <p:cNvSpPr/>
            <p:nvPr/>
          </p:nvSpPr>
          <p:spPr>
            <a:xfrm>
              <a:off x="2723487" y="5424925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g3829"/>
            <p:cNvSpPr/>
            <p:nvPr/>
          </p:nvSpPr>
          <p:spPr>
            <a:xfrm>
              <a:off x="2676938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g3830"/>
            <p:cNvSpPr/>
            <p:nvPr/>
          </p:nvSpPr>
          <p:spPr>
            <a:xfrm>
              <a:off x="2688575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g3831"/>
            <p:cNvSpPr/>
            <p:nvPr/>
          </p:nvSpPr>
          <p:spPr>
            <a:xfrm>
              <a:off x="2700212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g3832"/>
            <p:cNvSpPr/>
            <p:nvPr/>
          </p:nvSpPr>
          <p:spPr>
            <a:xfrm>
              <a:off x="2711850" y="54392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g3833"/>
            <p:cNvSpPr/>
            <p:nvPr/>
          </p:nvSpPr>
          <p:spPr>
            <a:xfrm>
              <a:off x="2665300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g3834"/>
            <p:cNvSpPr/>
            <p:nvPr/>
          </p:nvSpPr>
          <p:spPr>
            <a:xfrm>
              <a:off x="2676938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g3835"/>
            <p:cNvSpPr/>
            <p:nvPr/>
          </p:nvSpPr>
          <p:spPr>
            <a:xfrm>
              <a:off x="2688575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g3836"/>
            <p:cNvSpPr/>
            <p:nvPr/>
          </p:nvSpPr>
          <p:spPr>
            <a:xfrm>
              <a:off x="2700212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g3837"/>
            <p:cNvSpPr/>
            <p:nvPr/>
          </p:nvSpPr>
          <p:spPr>
            <a:xfrm>
              <a:off x="2711850" y="5453526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g3838"/>
            <p:cNvSpPr/>
            <p:nvPr/>
          </p:nvSpPr>
          <p:spPr>
            <a:xfrm>
              <a:off x="2665300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g3839"/>
            <p:cNvSpPr/>
            <p:nvPr/>
          </p:nvSpPr>
          <p:spPr>
            <a:xfrm>
              <a:off x="2676938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g3840"/>
            <p:cNvSpPr/>
            <p:nvPr/>
          </p:nvSpPr>
          <p:spPr>
            <a:xfrm>
              <a:off x="2688575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g3841"/>
            <p:cNvSpPr/>
            <p:nvPr/>
          </p:nvSpPr>
          <p:spPr>
            <a:xfrm>
              <a:off x="2700212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g3842"/>
            <p:cNvSpPr/>
            <p:nvPr/>
          </p:nvSpPr>
          <p:spPr>
            <a:xfrm>
              <a:off x="2711850" y="5467827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g3843"/>
            <p:cNvSpPr/>
            <p:nvPr/>
          </p:nvSpPr>
          <p:spPr>
            <a:xfrm>
              <a:off x="2665300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g3844"/>
            <p:cNvSpPr/>
            <p:nvPr/>
          </p:nvSpPr>
          <p:spPr>
            <a:xfrm>
              <a:off x="2676938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g3845"/>
            <p:cNvSpPr/>
            <p:nvPr/>
          </p:nvSpPr>
          <p:spPr>
            <a:xfrm>
              <a:off x="2688575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g3846"/>
            <p:cNvSpPr/>
            <p:nvPr/>
          </p:nvSpPr>
          <p:spPr>
            <a:xfrm>
              <a:off x="2700212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g3847"/>
            <p:cNvSpPr/>
            <p:nvPr/>
          </p:nvSpPr>
          <p:spPr>
            <a:xfrm>
              <a:off x="2711850" y="54821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g3848"/>
            <p:cNvSpPr/>
            <p:nvPr/>
          </p:nvSpPr>
          <p:spPr>
            <a:xfrm>
              <a:off x="2665300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g3849"/>
            <p:cNvSpPr/>
            <p:nvPr/>
          </p:nvSpPr>
          <p:spPr>
            <a:xfrm>
              <a:off x="2676938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g3850"/>
            <p:cNvSpPr/>
            <p:nvPr/>
          </p:nvSpPr>
          <p:spPr>
            <a:xfrm>
              <a:off x="2688575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g3851"/>
            <p:cNvSpPr/>
            <p:nvPr/>
          </p:nvSpPr>
          <p:spPr>
            <a:xfrm>
              <a:off x="2700212" y="5496428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g3852"/>
            <p:cNvSpPr/>
            <p:nvPr/>
          </p:nvSpPr>
          <p:spPr>
            <a:xfrm>
              <a:off x="2665300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g3853"/>
            <p:cNvSpPr/>
            <p:nvPr/>
          </p:nvSpPr>
          <p:spPr>
            <a:xfrm>
              <a:off x="2676938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g3854"/>
            <p:cNvSpPr/>
            <p:nvPr/>
          </p:nvSpPr>
          <p:spPr>
            <a:xfrm>
              <a:off x="2688575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g3855"/>
            <p:cNvSpPr/>
            <p:nvPr/>
          </p:nvSpPr>
          <p:spPr>
            <a:xfrm>
              <a:off x="2700212" y="55107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g3856"/>
            <p:cNvSpPr/>
            <p:nvPr/>
          </p:nvSpPr>
          <p:spPr>
            <a:xfrm>
              <a:off x="2665300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g3857"/>
            <p:cNvSpPr/>
            <p:nvPr/>
          </p:nvSpPr>
          <p:spPr>
            <a:xfrm>
              <a:off x="2676938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g3858"/>
            <p:cNvSpPr/>
            <p:nvPr/>
          </p:nvSpPr>
          <p:spPr>
            <a:xfrm>
              <a:off x="2688575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g3859"/>
            <p:cNvSpPr/>
            <p:nvPr/>
          </p:nvSpPr>
          <p:spPr>
            <a:xfrm>
              <a:off x="2700212" y="5525029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g3860"/>
            <p:cNvSpPr/>
            <p:nvPr/>
          </p:nvSpPr>
          <p:spPr>
            <a:xfrm>
              <a:off x="2665300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g3861"/>
            <p:cNvSpPr/>
            <p:nvPr/>
          </p:nvSpPr>
          <p:spPr>
            <a:xfrm>
              <a:off x="2676938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g3862"/>
            <p:cNvSpPr/>
            <p:nvPr/>
          </p:nvSpPr>
          <p:spPr>
            <a:xfrm>
              <a:off x="2688575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g3863"/>
            <p:cNvSpPr/>
            <p:nvPr/>
          </p:nvSpPr>
          <p:spPr>
            <a:xfrm>
              <a:off x="2700212" y="5539330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g3864"/>
            <p:cNvSpPr/>
            <p:nvPr/>
          </p:nvSpPr>
          <p:spPr>
            <a:xfrm>
              <a:off x="2665300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g3865"/>
            <p:cNvSpPr/>
            <p:nvPr/>
          </p:nvSpPr>
          <p:spPr>
            <a:xfrm>
              <a:off x="2676938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g3866"/>
            <p:cNvSpPr/>
            <p:nvPr/>
          </p:nvSpPr>
          <p:spPr>
            <a:xfrm>
              <a:off x="2688575" y="5553631"/>
              <a:ext cx="11637" cy="14300"/>
            </a:xfrm>
            <a:custGeom>
              <a:avLst/>
              <a:gdLst/>
              <a:ahLst/>
              <a:cxnLst/>
              <a:rect l="0" t="0" r="0" b="0"/>
              <a:pathLst>
                <a:path w="11637" h="14300">
                  <a:moveTo>
                    <a:pt x="0" y="0"/>
                  </a:moveTo>
                  <a:lnTo>
                    <a:pt x="11637" y="0"/>
                  </a:lnTo>
                  <a:lnTo>
                    <a:pt x="11637" y="14300"/>
                  </a:lnTo>
                  <a:lnTo>
                    <a:pt x="0" y="14300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g3867"/>
            <p:cNvSpPr/>
            <p:nvPr/>
          </p:nvSpPr>
          <p:spPr>
            <a:xfrm>
              <a:off x="2232276" y="2540116"/>
              <a:ext cx="3705599" cy="2850404"/>
            </a:xfrm>
            <a:custGeom>
              <a:avLst/>
              <a:gdLst/>
              <a:ahLst/>
              <a:cxnLst/>
              <a:rect l="0" t="0" r="0" b="0"/>
              <a:pathLst>
                <a:path w="3705599" h="2850404">
                  <a:moveTo>
                    <a:pt x="2893187" y="266106"/>
                  </a:moveTo>
                  <a:lnTo>
                    <a:pt x="2917831" y="266068"/>
                  </a:lnTo>
                  <a:lnTo>
                    <a:pt x="2961871" y="266005"/>
                  </a:lnTo>
                  <a:lnTo>
                    <a:pt x="3005910" y="265941"/>
                  </a:lnTo>
                  <a:lnTo>
                    <a:pt x="3049950" y="265884"/>
                  </a:lnTo>
                  <a:lnTo>
                    <a:pt x="3093989" y="265820"/>
                  </a:lnTo>
                  <a:lnTo>
                    <a:pt x="3138033" y="265757"/>
                  </a:lnTo>
                  <a:lnTo>
                    <a:pt x="3182073" y="265693"/>
                  </a:lnTo>
                  <a:lnTo>
                    <a:pt x="3226112" y="265630"/>
                  </a:lnTo>
                  <a:lnTo>
                    <a:pt x="3236535" y="240559"/>
                  </a:lnTo>
                  <a:lnTo>
                    <a:pt x="3246246" y="228887"/>
                  </a:lnTo>
                  <a:lnTo>
                    <a:pt x="3259547" y="232754"/>
                  </a:lnTo>
                  <a:lnTo>
                    <a:pt x="3266632" y="232430"/>
                  </a:lnTo>
                  <a:lnTo>
                    <a:pt x="3274508" y="226410"/>
                  </a:lnTo>
                  <a:lnTo>
                    <a:pt x="3280895" y="222752"/>
                  </a:lnTo>
                  <a:lnTo>
                    <a:pt x="3285102" y="223292"/>
                  </a:lnTo>
                  <a:lnTo>
                    <a:pt x="3288693" y="228804"/>
                  </a:lnTo>
                  <a:lnTo>
                    <a:pt x="3291680" y="232481"/>
                  </a:lnTo>
                  <a:lnTo>
                    <a:pt x="3295168" y="231408"/>
                  </a:lnTo>
                  <a:lnTo>
                    <a:pt x="3298155" y="226207"/>
                  </a:lnTo>
                  <a:lnTo>
                    <a:pt x="3298052" y="218993"/>
                  </a:lnTo>
                  <a:lnTo>
                    <a:pt x="3302140" y="213970"/>
                  </a:lnTo>
                  <a:lnTo>
                    <a:pt x="3306992" y="213201"/>
                  </a:lnTo>
                  <a:lnTo>
                    <a:pt x="3311478" y="213360"/>
                  </a:lnTo>
                  <a:lnTo>
                    <a:pt x="3313715" y="210909"/>
                  </a:lnTo>
                  <a:lnTo>
                    <a:pt x="3313467" y="207391"/>
                  </a:lnTo>
                  <a:lnTo>
                    <a:pt x="3311850" y="201726"/>
                  </a:lnTo>
                  <a:lnTo>
                    <a:pt x="3312398" y="194906"/>
                  </a:lnTo>
                  <a:lnTo>
                    <a:pt x="3323601" y="182859"/>
                  </a:lnTo>
                  <a:lnTo>
                    <a:pt x="3337337" y="174686"/>
                  </a:lnTo>
                  <a:lnTo>
                    <a:pt x="3342153" y="170603"/>
                  </a:lnTo>
                  <a:lnTo>
                    <a:pt x="3343554" y="162322"/>
                  </a:lnTo>
                  <a:lnTo>
                    <a:pt x="3351429" y="153717"/>
                  </a:lnTo>
                  <a:lnTo>
                    <a:pt x="3355367" y="148770"/>
                  </a:lnTo>
                  <a:lnTo>
                    <a:pt x="3356328" y="144471"/>
                  </a:lnTo>
                  <a:lnTo>
                    <a:pt x="3354287" y="139181"/>
                  </a:lnTo>
                  <a:lnTo>
                    <a:pt x="3354494" y="129097"/>
                  </a:lnTo>
                  <a:lnTo>
                    <a:pt x="3357202" y="117050"/>
                  </a:lnTo>
                  <a:lnTo>
                    <a:pt x="3360442" y="103930"/>
                  </a:lnTo>
                  <a:lnTo>
                    <a:pt x="3367703" y="92099"/>
                  </a:lnTo>
                  <a:lnTo>
                    <a:pt x="3379609" y="79195"/>
                  </a:lnTo>
                  <a:lnTo>
                    <a:pt x="3382673" y="62240"/>
                  </a:lnTo>
                  <a:lnTo>
                    <a:pt x="3385903" y="44357"/>
                  </a:lnTo>
                  <a:lnTo>
                    <a:pt x="3400295" y="26932"/>
                  </a:lnTo>
                  <a:lnTo>
                    <a:pt x="3416615" y="7169"/>
                  </a:lnTo>
                  <a:lnTo>
                    <a:pt x="3422535" y="0"/>
                  </a:lnTo>
                  <a:lnTo>
                    <a:pt x="3618932" y="0"/>
                  </a:lnTo>
                  <a:lnTo>
                    <a:pt x="3619257" y="14859"/>
                  </a:lnTo>
                  <a:lnTo>
                    <a:pt x="3619521" y="35130"/>
                  </a:lnTo>
                  <a:lnTo>
                    <a:pt x="3619800" y="56493"/>
                  </a:lnTo>
                  <a:lnTo>
                    <a:pt x="3620001" y="71740"/>
                  </a:lnTo>
                  <a:lnTo>
                    <a:pt x="3620347" y="92677"/>
                  </a:lnTo>
                  <a:lnTo>
                    <a:pt x="3620621" y="109334"/>
                  </a:lnTo>
                  <a:lnTo>
                    <a:pt x="3620988" y="131078"/>
                  </a:lnTo>
                  <a:lnTo>
                    <a:pt x="3621179" y="142699"/>
                  </a:lnTo>
                  <a:lnTo>
                    <a:pt x="3623045" y="146052"/>
                  </a:lnTo>
                  <a:lnTo>
                    <a:pt x="3621924" y="150631"/>
                  </a:lnTo>
                  <a:lnTo>
                    <a:pt x="3621433" y="152923"/>
                  </a:lnTo>
                  <a:lnTo>
                    <a:pt x="3621552" y="154746"/>
                  </a:lnTo>
                  <a:lnTo>
                    <a:pt x="3622296" y="157038"/>
                  </a:lnTo>
                  <a:lnTo>
                    <a:pt x="3622172" y="160245"/>
                  </a:lnTo>
                  <a:lnTo>
                    <a:pt x="3620435" y="163147"/>
                  </a:lnTo>
                  <a:lnTo>
                    <a:pt x="3619567" y="166500"/>
                  </a:lnTo>
                  <a:lnTo>
                    <a:pt x="3619319" y="171993"/>
                  </a:lnTo>
                  <a:lnTo>
                    <a:pt x="3621179" y="175353"/>
                  </a:lnTo>
                  <a:lnTo>
                    <a:pt x="3624285" y="177334"/>
                  </a:lnTo>
                  <a:lnTo>
                    <a:pt x="3626895" y="177334"/>
                  </a:lnTo>
                  <a:lnTo>
                    <a:pt x="3630249" y="179322"/>
                  </a:lnTo>
                  <a:lnTo>
                    <a:pt x="3634595" y="182834"/>
                  </a:lnTo>
                  <a:lnTo>
                    <a:pt x="3641173" y="185882"/>
                  </a:lnTo>
                  <a:lnTo>
                    <a:pt x="3648005" y="186949"/>
                  </a:lnTo>
                  <a:lnTo>
                    <a:pt x="3652723" y="186187"/>
                  </a:lnTo>
                  <a:lnTo>
                    <a:pt x="3658434" y="188174"/>
                  </a:lnTo>
                  <a:lnTo>
                    <a:pt x="3660423" y="193058"/>
                  </a:lnTo>
                  <a:lnTo>
                    <a:pt x="3659307" y="197630"/>
                  </a:lnTo>
                  <a:lnTo>
                    <a:pt x="3656077" y="199770"/>
                  </a:lnTo>
                  <a:lnTo>
                    <a:pt x="3652599" y="201453"/>
                  </a:lnTo>
                  <a:lnTo>
                    <a:pt x="3651979" y="204958"/>
                  </a:lnTo>
                  <a:lnTo>
                    <a:pt x="3653715" y="208623"/>
                  </a:lnTo>
                  <a:lnTo>
                    <a:pt x="3656201" y="211829"/>
                  </a:lnTo>
                  <a:lnTo>
                    <a:pt x="3658935" y="217462"/>
                  </a:lnTo>
                  <a:lnTo>
                    <a:pt x="3657813" y="222346"/>
                  </a:lnTo>
                  <a:lnTo>
                    <a:pt x="3655333" y="226467"/>
                  </a:lnTo>
                  <a:lnTo>
                    <a:pt x="3654212" y="230735"/>
                  </a:lnTo>
                  <a:lnTo>
                    <a:pt x="3656325" y="234405"/>
                  </a:lnTo>
                  <a:lnTo>
                    <a:pt x="3661912" y="239282"/>
                  </a:lnTo>
                  <a:lnTo>
                    <a:pt x="3665389" y="244013"/>
                  </a:lnTo>
                  <a:lnTo>
                    <a:pt x="3670857" y="246611"/>
                  </a:lnTo>
                  <a:lnTo>
                    <a:pt x="3673461" y="244775"/>
                  </a:lnTo>
                  <a:lnTo>
                    <a:pt x="3675575" y="242330"/>
                  </a:lnTo>
                  <a:lnTo>
                    <a:pt x="3677807" y="240501"/>
                  </a:lnTo>
                  <a:lnTo>
                    <a:pt x="3681657" y="241575"/>
                  </a:lnTo>
                  <a:lnTo>
                    <a:pt x="3686127" y="242946"/>
                  </a:lnTo>
                  <a:lnTo>
                    <a:pt x="3691011" y="244578"/>
                  </a:lnTo>
                  <a:lnTo>
                    <a:pt x="3690427" y="248535"/>
                  </a:lnTo>
                  <a:lnTo>
                    <a:pt x="3693404" y="255203"/>
                  </a:lnTo>
                  <a:lnTo>
                    <a:pt x="3695708" y="268024"/>
                  </a:lnTo>
                  <a:lnTo>
                    <a:pt x="3692169" y="273847"/>
                  </a:lnTo>
                  <a:lnTo>
                    <a:pt x="3692928" y="281563"/>
                  </a:lnTo>
                  <a:lnTo>
                    <a:pt x="3702742" y="283811"/>
                  </a:lnTo>
                  <a:lnTo>
                    <a:pt x="3705129" y="286173"/>
                  </a:lnTo>
                  <a:lnTo>
                    <a:pt x="3705599" y="289025"/>
                  </a:lnTo>
                  <a:lnTo>
                    <a:pt x="3683983" y="308806"/>
                  </a:lnTo>
                  <a:lnTo>
                    <a:pt x="3665694" y="306037"/>
                  </a:lnTo>
                  <a:lnTo>
                    <a:pt x="3655772" y="311283"/>
                  </a:lnTo>
                  <a:lnTo>
                    <a:pt x="3645380" y="312813"/>
                  </a:lnTo>
                  <a:lnTo>
                    <a:pt x="3640822" y="321653"/>
                  </a:lnTo>
                  <a:lnTo>
                    <a:pt x="3635117" y="323526"/>
                  </a:lnTo>
                  <a:lnTo>
                    <a:pt x="3627303" y="322993"/>
                  </a:lnTo>
                  <a:lnTo>
                    <a:pt x="3620565" y="320497"/>
                  </a:lnTo>
                  <a:lnTo>
                    <a:pt x="3615423" y="321723"/>
                  </a:lnTo>
                  <a:lnTo>
                    <a:pt x="3608229" y="337675"/>
                  </a:lnTo>
                  <a:lnTo>
                    <a:pt x="3602338" y="336284"/>
                  </a:lnTo>
                  <a:lnTo>
                    <a:pt x="3599992" y="342025"/>
                  </a:lnTo>
                  <a:lnTo>
                    <a:pt x="3596912" y="344534"/>
                  </a:lnTo>
                  <a:lnTo>
                    <a:pt x="3592395" y="346686"/>
                  </a:lnTo>
                  <a:lnTo>
                    <a:pt x="3588473" y="339599"/>
                  </a:lnTo>
                  <a:lnTo>
                    <a:pt x="3585977" y="332862"/>
                  </a:lnTo>
                  <a:lnTo>
                    <a:pt x="3582298" y="331382"/>
                  </a:lnTo>
                  <a:lnTo>
                    <a:pt x="3577409" y="329661"/>
                  </a:lnTo>
                  <a:lnTo>
                    <a:pt x="3572381" y="329718"/>
                  </a:lnTo>
                  <a:lnTo>
                    <a:pt x="3569027" y="330683"/>
                  </a:lnTo>
                  <a:lnTo>
                    <a:pt x="3564867" y="335040"/>
                  </a:lnTo>
                  <a:lnTo>
                    <a:pt x="3558836" y="338780"/>
                  </a:lnTo>
                  <a:lnTo>
                    <a:pt x="3554273" y="335662"/>
                  </a:lnTo>
                  <a:lnTo>
                    <a:pt x="3550702" y="330652"/>
                  </a:lnTo>
                  <a:lnTo>
                    <a:pt x="3547648" y="338710"/>
                  </a:lnTo>
                  <a:lnTo>
                    <a:pt x="3543204" y="347220"/>
                  </a:lnTo>
                  <a:lnTo>
                    <a:pt x="3543943" y="357145"/>
                  </a:lnTo>
                  <a:lnTo>
                    <a:pt x="3542031" y="363032"/>
                  </a:lnTo>
                  <a:lnTo>
                    <a:pt x="3537814" y="361445"/>
                  </a:lnTo>
                  <a:lnTo>
                    <a:pt x="3533618" y="356282"/>
                  </a:lnTo>
                  <a:lnTo>
                    <a:pt x="3521840" y="352154"/>
                  </a:lnTo>
                  <a:lnTo>
                    <a:pt x="3512461" y="352535"/>
                  </a:lnTo>
                  <a:lnTo>
                    <a:pt x="3514368" y="347023"/>
                  </a:lnTo>
                  <a:lnTo>
                    <a:pt x="3523236" y="339110"/>
                  </a:lnTo>
                  <a:lnTo>
                    <a:pt x="3520507" y="337561"/>
                  </a:lnTo>
                  <a:lnTo>
                    <a:pt x="3516156" y="338659"/>
                  </a:lnTo>
                  <a:lnTo>
                    <a:pt x="3514259" y="337561"/>
                  </a:lnTo>
                  <a:lnTo>
                    <a:pt x="3517370" y="330372"/>
                  </a:lnTo>
                  <a:lnTo>
                    <a:pt x="3517670" y="322441"/>
                  </a:lnTo>
                  <a:lnTo>
                    <a:pt x="3513701" y="325216"/>
                  </a:lnTo>
                  <a:lnTo>
                    <a:pt x="3508709" y="333585"/>
                  </a:lnTo>
                  <a:lnTo>
                    <a:pt x="3496632" y="340247"/>
                  </a:lnTo>
                  <a:lnTo>
                    <a:pt x="3497195" y="351398"/>
                  </a:lnTo>
                  <a:lnTo>
                    <a:pt x="3485826" y="374253"/>
                  </a:lnTo>
                  <a:lnTo>
                    <a:pt x="3485320" y="383982"/>
                  </a:lnTo>
                  <a:lnTo>
                    <a:pt x="3478028" y="391749"/>
                  </a:lnTo>
                  <a:lnTo>
                    <a:pt x="3468628" y="398429"/>
                  </a:lnTo>
                  <a:lnTo>
                    <a:pt x="3456091" y="396550"/>
                  </a:lnTo>
                  <a:lnTo>
                    <a:pt x="3446521" y="402354"/>
                  </a:lnTo>
                  <a:lnTo>
                    <a:pt x="3441663" y="409015"/>
                  </a:lnTo>
                  <a:lnTo>
                    <a:pt x="3437441" y="410019"/>
                  </a:lnTo>
                  <a:lnTo>
                    <a:pt x="3435240" y="401535"/>
                  </a:lnTo>
                  <a:lnTo>
                    <a:pt x="3433638" y="398912"/>
                  </a:lnTo>
                  <a:lnTo>
                    <a:pt x="3430113" y="411422"/>
                  </a:lnTo>
                  <a:lnTo>
                    <a:pt x="3426522" y="412197"/>
                  </a:lnTo>
                  <a:lnTo>
                    <a:pt x="3425163" y="403325"/>
                  </a:lnTo>
                  <a:lnTo>
                    <a:pt x="3423457" y="397464"/>
                  </a:lnTo>
                  <a:lnTo>
                    <a:pt x="3418563" y="402519"/>
                  </a:lnTo>
                  <a:lnTo>
                    <a:pt x="3415313" y="415918"/>
                  </a:lnTo>
                  <a:lnTo>
                    <a:pt x="3411907" y="414788"/>
                  </a:lnTo>
                  <a:lnTo>
                    <a:pt x="3410822" y="409803"/>
                  </a:lnTo>
                  <a:lnTo>
                    <a:pt x="3408383" y="408291"/>
                  </a:lnTo>
                  <a:lnTo>
                    <a:pt x="3407546" y="413988"/>
                  </a:lnTo>
                  <a:lnTo>
                    <a:pt x="3408776" y="422002"/>
                  </a:lnTo>
                  <a:lnTo>
                    <a:pt x="3407003" y="426282"/>
                  </a:lnTo>
                  <a:lnTo>
                    <a:pt x="3403618" y="423996"/>
                  </a:lnTo>
                  <a:lnTo>
                    <a:pt x="3400213" y="420141"/>
                  </a:lnTo>
                  <a:lnTo>
                    <a:pt x="3394595" y="423069"/>
                  </a:lnTo>
                  <a:lnTo>
                    <a:pt x="3389438" y="424256"/>
                  </a:lnTo>
                  <a:lnTo>
                    <a:pt x="3389417" y="420332"/>
                  </a:lnTo>
                  <a:lnTo>
                    <a:pt x="3390399" y="415518"/>
                  </a:lnTo>
                  <a:lnTo>
                    <a:pt x="3380121" y="418179"/>
                  </a:lnTo>
                  <a:lnTo>
                    <a:pt x="3367796" y="427057"/>
                  </a:lnTo>
                  <a:lnTo>
                    <a:pt x="3358225" y="439339"/>
                  </a:lnTo>
                  <a:lnTo>
                    <a:pt x="3361543" y="441383"/>
                  </a:lnTo>
                  <a:lnTo>
                    <a:pt x="3365279" y="445295"/>
                  </a:lnTo>
                  <a:lnTo>
                    <a:pt x="3348654" y="464270"/>
                  </a:lnTo>
                  <a:lnTo>
                    <a:pt x="3331611" y="481359"/>
                  </a:lnTo>
                  <a:lnTo>
                    <a:pt x="3318738" y="509244"/>
                  </a:lnTo>
                  <a:lnTo>
                    <a:pt x="3313571" y="512508"/>
                  </a:lnTo>
                  <a:lnTo>
                    <a:pt x="3309132" y="517620"/>
                  </a:lnTo>
                  <a:lnTo>
                    <a:pt x="3304419" y="534455"/>
                  </a:lnTo>
                  <a:lnTo>
                    <a:pt x="3298977" y="549442"/>
                  </a:lnTo>
                  <a:lnTo>
                    <a:pt x="3302021" y="556116"/>
                  </a:lnTo>
                  <a:lnTo>
                    <a:pt x="3304026" y="562981"/>
                  </a:lnTo>
                  <a:lnTo>
                    <a:pt x="3308858" y="569737"/>
                  </a:lnTo>
                  <a:lnTo>
                    <a:pt x="3312966" y="570347"/>
                  </a:lnTo>
                  <a:lnTo>
                    <a:pt x="3317415" y="569128"/>
                  </a:lnTo>
                  <a:lnTo>
                    <a:pt x="3320681" y="569414"/>
                  </a:lnTo>
                  <a:lnTo>
                    <a:pt x="3322780" y="572284"/>
                  </a:lnTo>
                  <a:lnTo>
                    <a:pt x="3321849" y="575726"/>
                  </a:lnTo>
                  <a:lnTo>
                    <a:pt x="3316718" y="576583"/>
                  </a:lnTo>
                  <a:lnTo>
                    <a:pt x="3307147" y="582603"/>
                  </a:lnTo>
                  <a:lnTo>
                    <a:pt x="3298755" y="584915"/>
                  </a:lnTo>
                  <a:lnTo>
                    <a:pt x="3294548" y="592192"/>
                  </a:lnTo>
                  <a:lnTo>
                    <a:pt x="3288244" y="600600"/>
                  </a:lnTo>
                  <a:lnTo>
                    <a:pt x="3275996" y="613720"/>
                  </a:lnTo>
                  <a:lnTo>
                    <a:pt x="3281231" y="617765"/>
                  </a:lnTo>
                  <a:lnTo>
                    <a:pt x="3300150" y="622325"/>
                  </a:lnTo>
                  <a:lnTo>
                    <a:pt x="3308584" y="627018"/>
                  </a:lnTo>
                  <a:lnTo>
                    <a:pt x="3321348" y="651524"/>
                  </a:lnTo>
                  <a:lnTo>
                    <a:pt x="3318433" y="653975"/>
                  </a:lnTo>
                  <a:lnTo>
                    <a:pt x="3317276" y="658465"/>
                  </a:lnTo>
                  <a:lnTo>
                    <a:pt x="3328624" y="664765"/>
                  </a:lnTo>
                  <a:lnTo>
                    <a:pt x="3332247" y="682362"/>
                  </a:lnTo>
                  <a:lnTo>
                    <a:pt x="3341564" y="688350"/>
                  </a:lnTo>
                  <a:lnTo>
                    <a:pt x="3355450" y="692033"/>
                  </a:lnTo>
                  <a:lnTo>
                    <a:pt x="3372431" y="686712"/>
                  </a:lnTo>
                  <a:lnTo>
                    <a:pt x="3386570" y="679390"/>
                  </a:lnTo>
                  <a:lnTo>
                    <a:pt x="3386074" y="673388"/>
                  </a:lnTo>
                  <a:lnTo>
                    <a:pt x="3377191" y="659424"/>
                  </a:lnTo>
                  <a:lnTo>
                    <a:pt x="3375051" y="652864"/>
                  </a:lnTo>
                  <a:lnTo>
                    <a:pt x="3368457" y="648616"/>
                  </a:lnTo>
                  <a:lnTo>
                    <a:pt x="3365951" y="652216"/>
                  </a:lnTo>
                  <a:lnTo>
                    <a:pt x="3361687" y="647542"/>
                  </a:lnTo>
                  <a:lnTo>
                    <a:pt x="3361207" y="644920"/>
                  </a:lnTo>
                  <a:lnTo>
                    <a:pt x="3365181" y="643643"/>
                  </a:lnTo>
                  <a:lnTo>
                    <a:pt x="3369801" y="644151"/>
                  </a:lnTo>
                  <a:lnTo>
                    <a:pt x="3375191" y="646596"/>
                  </a:lnTo>
                  <a:lnTo>
                    <a:pt x="3389061" y="661818"/>
                  </a:lnTo>
                  <a:lnTo>
                    <a:pt x="3392900" y="681771"/>
                  </a:lnTo>
                  <a:lnTo>
                    <a:pt x="3393722" y="694440"/>
                  </a:lnTo>
                  <a:lnTo>
                    <a:pt x="3392156" y="698771"/>
                  </a:lnTo>
                  <a:lnTo>
                    <a:pt x="3388120" y="697882"/>
                  </a:lnTo>
                  <a:lnTo>
                    <a:pt x="3380420" y="698746"/>
                  </a:lnTo>
                  <a:lnTo>
                    <a:pt x="3343890" y="705306"/>
                  </a:lnTo>
                  <a:lnTo>
                    <a:pt x="3335776" y="711084"/>
                  </a:lnTo>
                  <a:lnTo>
                    <a:pt x="3317173" y="717359"/>
                  </a:lnTo>
                  <a:lnTo>
                    <a:pt x="3316015" y="714228"/>
                  </a:lnTo>
                  <a:lnTo>
                    <a:pt x="3317359" y="707750"/>
                  </a:lnTo>
                  <a:lnTo>
                    <a:pt x="3316186" y="694484"/>
                  </a:lnTo>
                  <a:lnTo>
                    <a:pt x="3312516" y="693868"/>
                  </a:lnTo>
                  <a:lnTo>
                    <a:pt x="3283613" y="715498"/>
                  </a:lnTo>
                  <a:lnTo>
                    <a:pt x="3272441" y="716857"/>
                  </a:lnTo>
                  <a:lnTo>
                    <a:pt x="3263046" y="723188"/>
                  </a:lnTo>
                  <a:lnTo>
                    <a:pt x="3260943" y="719676"/>
                  </a:lnTo>
                  <a:lnTo>
                    <a:pt x="3259263" y="703458"/>
                  </a:lnTo>
                  <a:lnTo>
                    <a:pt x="3265144" y="689855"/>
                  </a:lnTo>
                  <a:lnTo>
                    <a:pt x="3262012" y="690071"/>
                  </a:lnTo>
                  <a:lnTo>
                    <a:pt x="3252194" y="698238"/>
                  </a:lnTo>
                  <a:lnTo>
                    <a:pt x="3247997" y="693214"/>
                  </a:lnTo>
                  <a:lnTo>
                    <a:pt x="3245894" y="687702"/>
                  </a:lnTo>
                  <a:lnTo>
                    <a:pt x="3242871" y="684584"/>
                  </a:lnTo>
                  <a:lnTo>
                    <a:pt x="3239595" y="683403"/>
                  </a:lnTo>
                  <a:lnTo>
                    <a:pt x="3242396" y="695443"/>
                  </a:lnTo>
                  <a:lnTo>
                    <a:pt x="3235740" y="704474"/>
                  </a:lnTo>
                  <a:lnTo>
                    <a:pt x="3233915" y="727830"/>
                  </a:lnTo>
                  <a:lnTo>
                    <a:pt x="3225549" y="737553"/>
                  </a:lnTo>
                  <a:lnTo>
                    <a:pt x="3199467" y="743802"/>
                  </a:lnTo>
                  <a:lnTo>
                    <a:pt x="3182465" y="742481"/>
                  </a:lnTo>
                  <a:lnTo>
                    <a:pt x="3167231" y="744424"/>
                  </a:lnTo>
                  <a:lnTo>
                    <a:pt x="3146974" y="748907"/>
                  </a:lnTo>
                  <a:lnTo>
                    <a:pt x="3135780" y="746240"/>
                  </a:lnTo>
                  <a:lnTo>
                    <a:pt x="3124313" y="750971"/>
                  </a:lnTo>
                  <a:lnTo>
                    <a:pt x="3085390" y="752260"/>
                  </a:lnTo>
                  <a:lnTo>
                    <a:pt x="3077183" y="749752"/>
                  </a:lnTo>
                  <a:lnTo>
                    <a:pt x="3066703" y="758687"/>
                  </a:lnTo>
                  <a:lnTo>
                    <a:pt x="3049924" y="763970"/>
                  </a:lnTo>
                  <a:lnTo>
                    <a:pt x="3007512" y="783993"/>
                  </a:lnTo>
                  <a:lnTo>
                    <a:pt x="2998159" y="791277"/>
                  </a:lnTo>
                  <a:lnTo>
                    <a:pt x="2986769" y="802651"/>
                  </a:lnTo>
                  <a:lnTo>
                    <a:pt x="2979121" y="808766"/>
                  </a:lnTo>
                  <a:lnTo>
                    <a:pt x="2972832" y="810754"/>
                  </a:lnTo>
                  <a:lnTo>
                    <a:pt x="2968966" y="815847"/>
                  </a:lnTo>
                  <a:lnTo>
                    <a:pt x="2964744" y="819174"/>
                  </a:lnTo>
                  <a:lnTo>
                    <a:pt x="2968821" y="807807"/>
                  </a:lnTo>
                  <a:lnTo>
                    <a:pt x="2973250" y="798224"/>
                  </a:lnTo>
                  <a:lnTo>
                    <a:pt x="2976930" y="779662"/>
                  </a:lnTo>
                  <a:lnTo>
                    <a:pt x="2975844" y="764650"/>
                  </a:lnTo>
                  <a:lnTo>
                    <a:pt x="2971281" y="758477"/>
                  </a:lnTo>
                  <a:lnTo>
                    <a:pt x="2966563" y="754362"/>
                  </a:lnTo>
                  <a:lnTo>
                    <a:pt x="2972093" y="769178"/>
                  </a:lnTo>
                  <a:lnTo>
                    <a:pt x="2972987" y="787346"/>
                  </a:lnTo>
                  <a:lnTo>
                    <a:pt x="2971085" y="797989"/>
                  </a:lnTo>
                  <a:lnTo>
                    <a:pt x="2960682" y="818520"/>
                  </a:lnTo>
                  <a:lnTo>
                    <a:pt x="2956253" y="823302"/>
                  </a:lnTo>
                  <a:lnTo>
                    <a:pt x="2951075" y="827506"/>
                  </a:lnTo>
                  <a:lnTo>
                    <a:pt x="2947174" y="829335"/>
                  </a:lnTo>
                  <a:lnTo>
                    <a:pt x="2943572" y="832618"/>
                  </a:lnTo>
                  <a:lnTo>
                    <a:pt x="2939386" y="837819"/>
                  </a:lnTo>
                  <a:lnTo>
                    <a:pt x="2935417" y="848145"/>
                  </a:lnTo>
                  <a:lnTo>
                    <a:pt x="2937820" y="857556"/>
                  </a:lnTo>
                  <a:lnTo>
                    <a:pt x="2958104" y="860992"/>
                  </a:lnTo>
                  <a:lnTo>
                    <a:pt x="2963545" y="858090"/>
                  </a:lnTo>
                  <a:lnTo>
                    <a:pt x="2966315" y="864827"/>
                  </a:lnTo>
                  <a:lnTo>
                    <a:pt x="2967865" y="874188"/>
                  </a:lnTo>
                  <a:lnTo>
                    <a:pt x="2966346" y="884310"/>
                  </a:lnTo>
                  <a:lnTo>
                    <a:pt x="2962956" y="894611"/>
                  </a:lnTo>
                  <a:lnTo>
                    <a:pt x="2960382" y="907400"/>
                  </a:lnTo>
                  <a:lnTo>
                    <a:pt x="2958202" y="926902"/>
                  </a:lnTo>
                  <a:lnTo>
                    <a:pt x="2954920" y="944449"/>
                  </a:lnTo>
                  <a:lnTo>
                    <a:pt x="2954491" y="939121"/>
                  </a:lnTo>
                  <a:lnTo>
                    <a:pt x="2956543" y="917790"/>
                  </a:lnTo>
                  <a:lnTo>
                    <a:pt x="2953220" y="920019"/>
                  </a:lnTo>
                  <a:lnTo>
                    <a:pt x="2950931" y="924940"/>
                  </a:lnTo>
                  <a:lnTo>
                    <a:pt x="2944740" y="952450"/>
                  </a:lnTo>
                  <a:lnTo>
                    <a:pt x="2936229" y="967113"/>
                  </a:lnTo>
                  <a:lnTo>
                    <a:pt x="2928389" y="977255"/>
                  </a:lnTo>
                  <a:lnTo>
                    <a:pt x="2920302" y="975578"/>
                  </a:lnTo>
                  <a:lnTo>
                    <a:pt x="2922121" y="983637"/>
                  </a:lnTo>
                  <a:lnTo>
                    <a:pt x="2919899" y="987834"/>
                  </a:lnTo>
                  <a:lnTo>
                    <a:pt x="2917997" y="996592"/>
                  </a:lnTo>
                  <a:lnTo>
                    <a:pt x="2913175" y="1002396"/>
                  </a:lnTo>
                  <a:lnTo>
                    <a:pt x="2908643" y="1001837"/>
                  </a:lnTo>
                  <a:lnTo>
                    <a:pt x="2902132" y="1005838"/>
                  </a:lnTo>
                  <a:lnTo>
                    <a:pt x="2899564" y="1008899"/>
                  </a:lnTo>
                  <a:lnTo>
                    <a:pt x="2899372" y="1014760"/>
                  </a:lnTo>
                  <a:lnTo>
                    <a:pt x="2895016" y="1019917"/>
                  </a:lnTo>
                  <a:lnTo>
                    <a:pt x="2879296" y="1046703"/>
                  </a:lnTo>
                  <a:lnTo>
                    <a:pt x="2865648" y="1054609"/>
                  </a:lnTo>
                  <a:lnTo>
                    <a:pt x="2862382" y="1053459"/>
                  </a:lnTo>
                  <a:lnTo>
                    <a:pt x="2865978" y="1040816"/>
                  </a:lnTo>
                  <a:lnTo>
                    <a:pt x="2868443" y="1028032"/>
                  </a:lnTo>
                  <a:lnTo>
                    <a:pt x="2860160" y="1022469"/>
                  </a:lnTo>
                  <a:lnTo>
                    <a:pt x="2852232" y="1019529"/>
                  </a:lnTo>
                  <a:lnTo>
                    <a:pt x="2843137" y="1019917"/>
                  </a:lnTo>
                  <a:lnTo>
                    <a:pt x="2833091" y="1009978"/>
                  </a:lnTo>
                  <a:lnTo>
                    <a:pt x="2820141" y="1002751"/>
                  </a:lnTo>
                  <a:lnTo>
                    <a:pt x="2802064" y="983199"/>
                  </a:lnTo>
                  <a:lnTo>
                    <a:pt x="2802591" y="977775"/>
                  </a:lnTo>
                  <a:lnTo>
                    <a:pt x="2802136" y="968675"/>
                  </a:lnTo>
                  <a:lnTo>
                    <a:pt x="2807630" y="954298"/>
                  </a:lnTo>
                  <a:lnTo>
                    <a:pt x="2812896" y="944245"/>
                  </a:lnTo>
                  <a:lnTo>
                    <a:pt x="2820167" y="939038"/>
                  </a:lnTo>
                  <a:lnTo>
                    <a:pt x="2841266" y="933735"/>
                  </a:lnTo>
                  <a:lnTo>
                    <a:pt x="2846558" y="925759"/>
                  </a:lnTo>
                  <a:lnTo>
                    <a:pt x="2849695" y="919041"/>
                  </a:lnTo>
                  <a:lnTo>
                    <a:pt x="2839241" y="930579"/>
                  </a:lnTo>
                  <a:lnTo>
                    <a:pt x="2823582" y="934491"/>
                  </a:lnTo>
                  <a:lnTo>
                    <a:pt x="2815144" y="938797"/>
                  </a:lnTo>
                  <a:lnTo>
                    <a:pt x="2808395" y="945382"/>
                  </a:lnTo>
                  <a:lnTo>
                    <a:pt x="2804400" y="953650"/>
                  </a:lnTo>
                  <a:lnTo>
                    <a:pt x="2795356" y="963614"/>
                  </a:lnTo>
                  <a:lnTo>
                    <a:pt x="2795992" y="970288"/>
                  </a:lnTo>
                  <a:lnTo>
                    <a:pt x="2797506" y="975032"/>
                  </a:lnTo>
                  <a:lnTo>
                    <a:pt x="2796808" y="984920"/>
                  </a:lnTo>
                  <a:lnTo>
                    <a:pt x="2802529" y="994559"/>
                  </a:lnTo>
                  <a:lnTo>
                    <a:pt x="2813872" y="1010353"/>
                  </a:lnTo>
                  <a:lnTo>
                    <a:pt x="2816038" y="1034884"/>
                  </a:lnTo>
                  <a:lnTo>
                    <a:pt x="2824694" y="1051300"/>
                  </a:lnTo>
                  <a:lnTo>
                    <a:pt x="2837959" y="1070440"/>
                  </a:lnTo>
                  <a:lnTo>
                    <a:pt x="2848160" y="1075883"/>
                  </a:lnTo>
                  <a:lnTo>
                    <a:pt x="2848656" y="1083001"/>
                  </a:lnTo>
                  <a:lnTo>
                    <a:pt x="2843948" y="1094756"/>
                  </a:lnTo>
                  <a:lnTo>
                    <a:pt x="2837742" y="1100128"/>
                  </a:lnTo>
                  <a:lnTo>
                    <a:pt x="2845814" y="1099055"/>
                  </a:lnTo>
                  <a:lnTo>
                    <a:pt x="2849835" y="1101741"/>
                  </a:lnTo>
                  <a:lnTo>
                    <a:pt x="2853746" y="1111546"/>
                  </a:lnTo>
                  <a:lnTo>
                    <a:pt x="2853442" y="1121555"/>
                  </a:lnTo>
                  <a:lnTo>
                    <a:pt x="2852119" y="1127194"/>
                  </a:lnTo>
                  <a:lnTo>
                    <a:pt x="2849674" y="1129442"/>
                  </a:lnTo>
                  <a:lnTo>
                    <a:pt x="2849778" y="1123682"/>
                  </a:lnTo>
                  <a:lnTo>
                    <a:pt x="2848046" y="1121682"/>
                  </a:lnTo>
                  <a:lnTo>
                    <a:pt x="2845189" y="1124177"/>
                  </a:lnTo>
                  <a:lnTo>
                    <a:pt x="2843339" y="1127022"/>
                  </a:lnTo>
                  <a:lnTo>
                    <a:pt x="2842569" y="1138231"/>
                  </a:lnTo>
                  <a:lnTo>
                    <a:pt x="2840610" y="1143832"/>
                  </a:lnTo>
                  <a:lnTo>
                    <a:pt x="2833685" y="1145496"/>
                  </a:lnTo>
                  <a:lnTo>
                    <a:pt x="2826662" y="1160203"/>
                  </a:lnTo>
                  <a:lnTo>
                    <a:pt x="2820130" y="1168547"/>
                  </a:lnTo>
                  <a:lnTo>
                    <a:pt x="2794426" y="1224971"/>
                  </a:lnTo>
                  <a:lnTo>
                    <a:pt x="2795408" y="1234401"/>
                  </a:lnTo>
                  <a:lnTo>
                    <a:pt x="2790705" y="1237436"/>
                  </a:lnTo>
                  <a:lnTo>
                    <a:pt x="2783584" y="1239907"/>
                  </a:lnTo>
                  <a:lnTo>
                    <a:pt x="2776380" y="1245546"/>
                  </a:lnTo>
                  <a:lnTo>
                    <a:pt x="2771600" y="1251763"/>
                  </a:lnTo>
                  <a:lnTo>
                    <a:pt x="2767161" y="1268484"/>
                  </a:lnTo>
                  <a:lnTo>
                    <a:pt x="2758655" y="1287306"/>
                  </a:lnTo>
                  <a:lnTo>
                    <a:pt x="2753348" y="1279463"/>
                  </a:lnTo>
                  <a:lnTo>
                    <a:pt x="2751989" y="1272751"/>
                  </a:lnTo>
                  <a:lnTo>
                    <a:pt x="2754350" y="1255243"/>
                  </a:lnTo>
                  <a:lnTo>
                    <a:pt x="2763549" y="1226539"/>
                  </a:lnTo>
                  <a:lnTo>
                    <a:pt x="2773683" y="1208695"/>
                  </a:lnTo>
                  <a:lnTo>
                    <a:pt x="2781414" y="1200236"/>
                  </a:lnTo>
                  <a:lnTo>
                    <a:pt x="2787770" y="1182995"/>
                  </a:lnTo>
                  <a:lnTo>
                    <a:pt x="2779739" y="1180423"/>
                  </a:lnTo>
                  <a:lnTo>
                    <a:pt x="2767497" y="1180702"/>
                  </a:lnTo>
                  <a:lnTo>
                    <a:pt x="2769802" y="1172745"/>
                  </a:lnTo>
                  <a:lnTo>
                    <a:pt x="2773373" y="1165734"/>
                  </a:lnTo>
                  <a:lnTo>
                    <a:pt x="2766991" y="1158749"/>
                  </a:lnTo>
                  <a:lnTo>
                    <a:pt x="2763213" y="1157860"/>
                  </a:lnTo>
                  <a:lnTo>
                    <a:pt x="2759322" y="1154996"/>
                  </a:lnTo>
                  <a:lnTo>
                    <a:pt x="2763885" y="1149179"/>
                  </a:lnTo>
                  <a:lnTo>
                    <a:pt x="2766112" y="1143032"/>
                  </a:lnTo>
                  <a:lnTo>
                    <a:pt x="2764753" y="1135551"/>
                  </a:lnTo>
                  <a:lnTo>
                    <a:pt x="2766665" y="1129918"/>
                  </a:lnTo>
                  <a:lnTo>
                    <a:pt x="2763477" y="1130769"/>
                  </a:lnTo>
                  <a:lnTo>
                    <a:pt x="2758350" y="1136732"/>
                  </a:lnTo>
                  <a:lnTo>
                    <a:pt x="2755162" y="1139113"/>
                  </a:lnTo>
                  <a:lnTo>
                    <a:pt x="2753219" y="1133836"/>
                  </a:lnTo>
                  <a:lnTo>
                    <a:pt x="2751002" y="1135030"/>
                  </a:lnTo>
                  <a:lnTo>
                    <a:pt x="2749560" y="1138656"/>
                  </a:lnTo>
                  <a:lnTo>
                    <a:pt x="2746289" y="1140650"/>
                  </a:lnTo>
                  <a:lnTo>
                    <a:pt x="2739380" y="1135691"/>
                  </a:lnTo>
                  <a:lnTo>
                    <a:pt x="2729308" y="1130013"/>
                  </a:lnTo>
                  <a:lnTo>
                    <a:pt x="2723701" y="1120246"/>
                  </a:lnTo>
                  <a:lnTo>
                    <a:pt x="2720502" y="1112677"/>
                  </a:lnTo>
                  <a:lnTo>
                    <a:pt x="2723752" y="1098979"/>
                  </a:lnTo>
                  <a:lnTo>
                    <a:pt x="2730713" y="1096547"/>
                  </a:lnTo>
                  <a:lnTo>
                    <a:pt x="2739757" y="1098769"/>
                  </a:lnTo>
                  <a:lnTo>
                    <a:pt x="2751612" y="1098750"/>
                  </a:lnTo>
                  <a:lnTo>
                    <a:pt x="2749917" y="1095708"/>
                  </a:lnTo>
                  <a:lnTo>
                    <a:pt x="2745684" y="1096210"/>
                  </a:lnTo>
                  <a:lnTo>
                    <a:pt x="2733189" y="1085097"/>
                  </a:lnTo>
                  <a:lnTo>
                    <a:pt x="2729168" y="1078385"/>
                  </a:lnTo>
                  <a:lnTo>
                    <a:pt x="2722254" y="1076543"/>
                  </a:lnTo>
                  <a:lnTo>
                    <a:pt x="2719101" y="1082995"/>
                  </a:lnTo>
                  <a:lnTo>
                    <a:pt x="2715603" y="1084710"/>
                  </a:lnTo>
                  <a:lnTo>
                    <a:pt x="2719923" y="1070593"/>
                  </a:lnTo>
                  <a:lnTo>
                    <a:pt x="2725571" y="1070015"/>
                  </a:lnTo>
                  <a:lnTo>
                    <a:pt x="2733912" y="1066103"/>
                  </a:lnTo>
                  <a:lnTo>
                    <a:pt x="2731488" y="1057930"/>
                  </a:lnTo>
                  <a:lnTo>
                    <a:pt x="2726223" y="1054355"/>
                  </a:lnTo>
                  <a:lnTo>
                    <a:pt x="2716714" y="1058838"/>
                  </a:lnTo>
                  <a:lnTo>
                    <a:pt x="2716828" y="1053091"/>
                  </a:lnTo>
                  <a:lnTo>
                    <a:pt x="2718610" y="1045731"/>
                  </a:lnTo>
                  <a:lnTo>
                    <a:pt x="2725778" y="1045756"/>
                  </a:lnTo>
                  <a:lnTo>
                    <a:pt x="2732057" y="1048157"/>
                  </a:lnTo>
                  <a:lnTo>
                    <a:pt x="2737400" y="1036269"/>
                  </a:lnTo>
                  <a:lnTo>
                    <a:pt x="2737638" y="1030960"/>
                  </a:lnTo>
                  <a:lnTo>
                    <a:pt x="2728760" y="1038676"/>
                  </a:lnTo>
                  <a:lnTo>
                    <a:pt x="2726765" y="1022031"/>
                  </a:lnTo>
                  <a:lnTo>
                    <a:pt x="2735504" y="1005977"/>
                  </a:lnTo>
                  <a:lnTo>
                    <a:pt x="2743839" y="998979"/>
                  </a:lnTo>
                  <a:lnTo>
                    <a:pt x="2754252" y="999183"/>
                  </a:lnTo>
                  <a:lnTo>
                    <a:pt x="2764836" y="998052"/>
                  </a:lnTo>
                  <a:lnTo>
                    <a:pt x="2758195" y="995112"/>
                  </a:lnTo>
                  <a:lnTo>
                    <a:pt x="2751379" y="993518"/>
                  </a:lnTo>
                  <a:lnTo>
                    <a:pt x="2756500" y="987174"/>
                  </a:lnTo>
                  <a:lnTo>
                    <a:pt x="2760867" y="986037"/>
                  </a:lnTo>
                  <a:lnTo>
                    <a:pt x="2765156" y="980506"/>
                  </a:lnTo>
                  <a:lnTo>
                    <a:pt x="2754841" y="981325"/>
                  </a:lnTo>
                  <a:lnTo>
                    <a:pt x="2756056" y="970860"/>
                  </a:lnTo>
                  <a:lnTo>
                    <a:pt x="2751043" y="972987"/>
                  </a:lnTo>
                  <a:lnTo>
                    <a:pt x="2745043" y="973971"/>
                  </a:lnTo>
                  <a:lnTo>
                    <a:pt x="2742708" y="978410"/>
                  </a:lnTo>
                  <a:lnTo>
                    <a:pt x="2743168" y="985783"/>
                  </a:lnTo>
                  <a:lnTo>
                    <a:pt x="2741416" y="990622"/>
                  </a:lnTo>
                  <a:lnTo>
                    <a:pt x="2736749" y="994509"/>
                  </a:lnTo>
                  <a:lnTo>
                    <a:pt x="2728868" y="997538"/>
                  </a:lnTo>
                  <a:lnTo>
                    <a:pt x="2728104" y="992286"/>
                  </a:lnTo>
                  <a:lnTo>
                    <a:pt x="2725499" y="989905"/>
                  </a:lnTo>
                  <a:lnTo>
                    <a:pt x="2724528" y="1001151"/>
                  </a:lnTo>
                  <a:lnTo>
                    <a:pt x="2722460" y="1004974"/>
                  </a:lnTo>
                  <a:lnTo>
                    <a:pt x="2716698" y="994420"/>
                  </a:lnTo>
                  <a:lnTo>
                    <a:pt x="2714967" y="996547"/>
                  </a:lnTo>
                  <a:lnTo>
                    <a:pt x="2715189" y="999545"/>
                  </a:lnTo>
                  <a:lnTo>
                    <a:pt x="2713717" y="1004726"/>
                  </a:lnTo>
                  <a:lnTo>
                    <a:pt x="2708776" y="1007425"/>
                  </a:lnTo>
                  <a:lnTo>
                    <a:pt x="2709081" y="1014068"/>
                  </a:lnTo>
                  <a:lnTo>
                    <a:pt x="2707164" y="1017688"/>
                  </a:lnTo>
                  <a:lnTo>
                    <a:pt x="2691340" y="1011921"/>
                  </a:lnTo>
                  <a:lnTo>
                    <a:pt x="2690968" y="1013877"/>
                  </a:lnTo>
                  <a:lnTo>
                    <a:pt x="2699919" y="1026311"/>
                  </a:lnTo>
                  <a:lnTo>
                    <a:pt x="2706456" y="1030560"/>
                  </a:lnTo>
                  <a:lnTo>
                    <a:pt x="2707252" y="1037342"/>
                  </a:lnTo>
                  <a:lnTo>
                    <a:pt x="2701640" y="1042968"/>
                  </a:lnTo>
                  <a:lnTo>
                    <a:pt x="2693898" y="1038110"/>
                  </a:lnTo>
                  <a:lnTo>
                    <a:pt x="2692596" y="1038466"/>
                  </a:lnTo>
                  <a:lnTo>
                    <a:pt x="2696803" y="1046798"/>
                  </a:lnTo>
                  <a:lnTo>
                    <a:pt x="2699454" y="1054075"/>
                  </a:lnTo>
                  <a:lnTo>
                    <a:pt x="2696725" y="1060172"/>
                  </a:lnTo>
                  <a:lnTo>
                    <a:pt x="2697149" y="1067678"/>
                  </a:lnTo>
                  <a:lnTo>
                    <a:pt x="2696560" y="1074485"/>
                  </a:lnTo>
                  <a:lnTo>
                    <a:pt x="2694891" y="1080423"/>
                  </a:lnTo>
                  <a:lnTo>
                    <a:pt x="2698653" y="1107793"/>
                  </a:lnTo>
                  <a:lnTo>
                    <a:pt x="2703185" y="1115236"/>
                  </a:lnTo>
                  <a:lnTo>
                    <a:pt x="2707639" y="1122355"/>
                  </a:lnTo>
                  <a:lnTo>
                    <a:pt x="2710001" y="1129016"/>
                  </a:lnTo>
                  <a:lnTo>
                    <a:pt x="2705273" y="1129988"/>
                  </a:lnTo>
                  <a:lnTo>
                    <a:pt x="2697743" y="1124507"/>
                  </a:lnTo>
                  <a:lnTo>
                    <a:pt x="2691129" y="1120329"/>
                  </a:lnTo>
                  <a:lnTo>
                    <a:pt x="2683248" y="1106968"/>
                  </a:lnTo>
                  <a:lnTo>
                    <a:pt x="2681945" y="1101633"/>
                  </a:lnTo>
                  <a:lnTo>
                    <a:pt x="2680023" y="1097417"/>
                  </a:lnTo>
                  <a:lnTo>
                    <a:pt x="2680953" y="1107101"/>
                  </a:lnTo>
                  <a:lnTo>
                    <a:pt x="2683765" y="1117916"/>
                  </a:lnTo>
                  <a:lnTo>
                    <a:pt x="2708446" y="1142117"/>
                  </a:lnTo>
                  <a:lnTo>
                    <a:pt x="2713003" y="1151401"/>
                  </a:lnTo>
                  <a:lnTo>
                    <a:pt x="2716476" y="1158698"/>
                  </a:lnTo>
                  <a:lnTo>
                    <a:pt x="2715603" y="1165690"/>
                  </a:lnTo>
                  <a:lnTo>
                    <a:pt x="2709169" y="1160743"/>
                  </a:lnTo>
                  <a:lnTo>
                    <a:pt x="2703619" y="1154437"/>
                  </a:lnTo>
                  <a:lnTo>
                    <a:pt x="2688886" y="1147312"/>
                  </a:lnTo>
                  <a:lnTo>
                    <a:pt x="2670308" y="1142809"/>
                  </a:lnTo>
                  <a:lnTo>
                    <a:pt x="2659833" y="1126247"/>
                  </a:lnTo>
                  <a:lnTo>
                    <a:pt x="2659869" y="1133157"/>
                  </a:lnTo>
                  <a:lnTo>
                    <a:pt x="2657543" y="1139018"/>
                  </a:lnTo>
                  <a:lnTo>
                    <a:pt x="2651141" y="1131874"/>
                  </a:lnTo>
                  <a:lnTo>
                    <a:pt x="2647105" y="1125778"/>
                  </a:lnTo>
                  <a:lnTo>
                    <a:pt x="2645751" y="1119097"/>
                  </a:lnTo>
                  <a:lnTo>
                    <a:pt x="2637756" y="1119554"/>
                  </a:lnTo>
                  <a:lnTo>
                    <a:pt x="2629374" y="1125358"/>
                  </a:lnTo>
                  <a:lnTo>
                    <a:pt x="2621266" y="1123980"/>
                  </a:lnTo>
                  <a:lnTo>
                    <a:pt x="2620305" y="1112651"/>
                  </a:lnTo>
                  <a:lnTo>
                    <a:pt x="2622496" y="1106650"/>
                  </a:lnTo>
                  <a:lnTo>
                    <a:pt x="2631596" y="1092457"/>
                  </a:lnTo>
                  <a:lnTo>
                    <a:pt x="2640170" y="1085211"/>
                  </a:lnTo>
                  <a:lnTo>
                    <a:pt x="2643952" y="1075857"/>
                  </a:lnTo>
                  <a:lnTo>
                    <a:pt x="2642660" y="1061353"/>
                  </a:lnTo>
                  <a:lnTo>
                    <a:pt x="2641048" y="1076111"/>
                  </a:lnTo>
                  <a:lnTo>
                    <a:pt x="2636149" y="1083427"/>
                  </a:lnTo>
                  <a:lnTo>
                    <a:pt x="2628449" y="1089015"/>
                  </a:lnTo>
                  <a:lnTo>
                    <a:pt x="2618315" y="1098973"/>
                  </a:lnTo>
                  <a:lnTo>
                    <a:pt x="2615840" y="1108181"/>
                  </a:lnTo>
                  <a:lnTo>
                    <a:pt x="2612677" y="1125422"/>
                  </a:lnTo>
                  <a:lnTo>
                    <a:pt x="2616956" y="1131258"/>
                  </a:lnTo>
                  <a:lnTo>
                    <a:pt x="2621328" y="1132782"/>
                  </a:lnTo>
                  <a:lnTo>
                    <a:pt x="2634242" y="1128870"/>
                  </a:lnTo>
                  <a:lnTo>
                    <a:pt x="2640924" y="1130617"/>
                  </a:lnTo>
                  <a:lnTo>
                    <a:pt x="2655786" y="1151376"/>
                  </a:lnTo>
                  <a:lnTo>
                    <a:pt x="2683460" y="1159587"/>
                  </a:lnTo>
                  <a:lnTo>
                    <a:pt x="2693552" y="1164718"/>
                  </a:lnTo>
                  <a:lnTo>
                    <a:pt x="2701779" y="1175552"/>
                  </a:lnTo>
                  <a:lnTo>
                    <a:pt x="2714146" y="1181788"/>
                  </a:lnTo>
                  <a:lnTo>
                    <a:pt x="2723742" y="1190850"/>
                  </a:lnTo>
                  <a:lnTo>
                    <a:pt x="2724000" y="1196762"/>
                  </a:lnTo>
                  <a:lnTo>
                    <a:pt x="2720678" y="1203754"/>
                  </a:lnTo>
                  <a:lnTo>
                    <a:pt x="2719365" y="1213216"/>
                  </a:lnTo>
                  <a:lnTo>
                    <a:pt x="2715288" y="1219185"/>
                  </a:lnTo>
                  <a:lnTo>
                    <a:pt x="2705500" y="1219871"/>
                  </a:lnTo>
                  <a:lnTo>
                    <a:pt x="2699588" y="1218334"/>
                  </a:lnTo>
                  <a:lnTo>
                    <a:pt x="2667807" y="1185071"/>
                  </a:lnTo>
                  <a:lnTo>
                    <a:pt x="2664013" y="1182010"/>
                  </a:lnTo>
                  <a:lnTo>
                    <a:pt x="2652226" y="1164591"/>
                  </a:lnTo>
                  <a:lnTo>
                    <a:pt x="2638397" y="1155262"/>
                  </a:lnTo>
                  <a:lnTo>
                    <a:pt x="2634118" y="1155459"/>
                  </a:lnTo>
                  <a:lnTo>
                    <a:pt x="2653802" y="1172713"/>
                  </a:lnTo>
                  <a:lnTo>
                    <a:pt x="2661838" y="1184779"/>
                  </a:lnTo>
                  <a:lnTo>
                    <a:pt x="2675992" y="1201696"/>
                  </a:lnTo>
                  <a:lnTo>
                    <a:pt x="2686111" y="1208860"/>
                  </a:lnTo>
                  <a:lnTo>
                    <a:pt x="2693557" y="1220036"/>
                  </a:lnTo>
                  <a:lnTo>
                    <a:pt x="2700477" y="1225275"/>
                  </a:lnTo>
                  <a:lnTo>
                    <a:pt x="2719370" y="1232737"/>
                  </a:lnTo>
                  <a:lnTo>
                    <a:pt x="2712802" y="1238097"/>
                  </a:lnTo>
                  <a:lnTo>
                    <a:pt x="2723287" y="1242663"/>
                  </a:lnTo>
                  <a:lnTo>
                    <a:pt x="2724786" y="1251058"/>
                  </a:lnTo>
                  <a:lnTo>
                    <a:pt x="2723825" y="1260628"/>
                  </a:lnTo>
                  <a:lnTo>
                    <a:pt x="2709272" y="1256843"/>
                  </a:lnTo>
                  <a:lnTo>
                    <a:pt x="2708797" y="1263892"/>
                  </a:lnTo>
                  <a:lnTo>
                    <a:pt x="2710099" y="1268052"/>
                  </a:lnTo>
                  <a:lnTo>
                    <a:pt x="2703671" y="1271487"/>
                  </a:lnTo>
                  <a:lnTo>
                    <a:pt x="2694730" y="1266826"/>
                  </a:lnTo>
                  <a:lnTo>
                    <a:pt x="2671517" y="1241329"/>
                  </a:lnTo>
                  <a:lnTo>
                    <a:pt x="2671713" y="1244739"/>
                  </a:lnTo>
                  <a:lnTo>
                    <a:pt x="2673594" y="1248696"/>
                  </a:lnTo>
                  <a:lnTo>
                    <a:pt x="2687056" y="1265111"/>
                  </a:lnTo>
                  <a:lnTo>
                    <a:pt x="2699071" y="1274955"/>
                  </a:lnTo>
                  <a:lnTo>
                    <a:pt x="2709257" y="1279400"/>
                  </a:lnTo>
                  <a:lnTo>
                    <a:pt x="2717107" y="1287649"/>
                  </a:lnTo>
                  <a:lnTo>
                    <a:pt x="2719877" y="1292640"/>
                  </a:lnTo>
                  <a:lnTo>
                    <a:pt x="2721727" y="1300210"/>
                  </a:lnTo>
                  <a:lnTo>
                    <a:pt x="2715908" y="1305354"/>
                  </a:lnTo>
                  <a:lnTo>
                    <a:pt x="2709283" y="1308193"/>
                  </a:lnTo>
                  <a:lnTo>
                    <a:pt x="2702813" y="1303061"/>
                  </a:lnTo>
                  <a:lnTo>
                    <a:pt x="2698069" y="1297657"/>
                  </a:lnTo>
                  <a:lnTo>
                    <a:pt x="2687966" y="1288481"/>
                  </a:lnTo>
                  <a:lnTo>
                    <a:pt x="2684938" y="1278225"/>
                  </a:lnTo>
                  <a:lnTo>
                    <a:pt x="2677253" y="1278752"/>
                  </a:lnTo>
                  <a:lnTo>
                    <a:pt x="2645136" y="1265747"/>
                  </a:lnTo>
                  <a:lnTo>
                    <a:pt x="2619323" y="1264248"/>
                  </a:lnTo>
                  <a:lnTo>
                    <a:pt x="2621845" y="1266864"/>
                  </a:lnTo>
                  <a:lnTo>
                    <a:pt x="2625111" y="1268604"/>
                  </a:lnTo>
                  <a:lnTo>
                    <a:pt x="2645668" y="1271811"/>
                  </a:lnTo>
                  <a:lnTo>
                    <a:pt x="2653792" y="1277800"/>
                  </a:lnTo>
                  <a:lnTo>
                    <a:pt x="2670700" y="1283115"/>
                  </a:lnTo>
                  <a:lnTo>
                    <a:pt x="2680602" y="1284569"/>
                  </a:lnTo>
                  <a:lnTo>
                    <a:pt x="2684617" y="1300896"/>
                  </a:lnTo>
                  <a:lnTo>
                    <a:pt x="2698301" y="1312130"/>
                  </a:lnTo>
                  <a:lnTo>
                    <a:pt x="2700079" y="1320455"/>
                  </a:lnTo>
                  <a:lnTo>
                    <a:pt x="2709422" y="1321389"/>
                  </a:lnTo>
                  <a:lnTo>
                    <a:pt x="2725861" y="1313222"/>
                  </a:lnTo>
                  <a:lnTo>
                    <a:pt x="2736470" y="1316086"/>
                  </a:lnTo>
                  <a:lnTo>
                    <a:pt x="2751772" y="1318423"/>
                  </a:lnTo>
                  <a:lnTo>
                    <a:pt x="2755270" y="1325015"/>
                  </a:lnTo>
                  <a:lnTo>
                    <a:pt x="2757896" y="1337557"/>
                  </a:lnTo>
                  <a:lnTo>
                    <a:pt x="2763306" y="1351667"/>
                  </a:lnTo>
                  <a:lnTo>
                    <a:pt x="2777337" y="1407303"/>
                  </a:lnTo>
                  <a:lnTo>
                    <a:pt x="2798416" y="1452810"/>
                  </a:lnTo>
                  <a:lnTo>
                    <a:pt x="2801010" y="1460646"/>
                  </a:lnTo>
                  <a:lnTo>
                    <a:pt x="2796111" y="1453769"/>
                  </a:lnTo>
                  <a:lnTo>
                    <a:pt x="2780473" y="1423630"/>
                  </a:lnTo>
                  <a:lnTo>
                    <a:pt x="2771843" y="1401867"/>
                  </a:lnTo>
                  <a:lnTo>
                    <a:pt x="2762975" y="1363441"/>
                  </a:lnTo>
                  <a:lnTo>
                    <a:pt x="2760402" y="1354836"/>
                  </a:lnTo>
                  <a:lnTo>
                    <a:pt x="2757374" y="1351401"/>
                  </a:lnTo>
                  <a:lnTo>
                    <a:pt x="2755379" y="1354195"/>
                  </a:lnTo>
                  <a:lnTo>
                    <a:pt x="2754521" y="1359091"/>
                  </a:lnTo>
                  <a:lnTo>
                    <a:pt x="2755968" y="1362850"/>
                  </a:lnTo>
                  <a:lnTo>
                    <a:pt x="2752475" y="1375500"/>
                  </a:lnTo>
                  <a:lnTo>
                    <a:pt x="2753989" y="1381305"/>
                  </a:lnTo>
                  <a:lnTo>
                    <a:pt x="2759663" y="1387306"/>
                  </a:lnTo>
                  <a:lnTo>
                    <a:pt x="2765828" y="1402280"/>
                  </a:lnTo>
                  <a:lnTo>
                    <a:pt x="2770753" y="1422442"/>
                  </a:lnTo>
                  <a:lnTo>
                    <a:pt x="2764092" y="1414269"/>
                  </a:lnTo>
                  <a:lnTo>
                    <a:pt x="2756981" y="1409938"/>
                  </a:lnTo>
                  <a:lnTo>
                    <a:pt x="2745917" y="1406617"/>
                  </a:lnTo>
                  <a:lnTo>
                    <a:pt x="2736062" y="1400794"/>
                  </a:lnTo>
                  <a:lnTo>
                    <a:pt x="2736780" y="1409145"/>
                  </a:lnTo>
                  <a:lnTo>
                    <a:pt x="2735835" y="1418162"/>
                  </a:lnTo>
                  <a:lnTo>
                    <a:pt x="2728238" y="1415412"/>
                  </a:lnTo>
                  <a:lnTo>
                    <a:pt x="2723070" y="1412421"/>
                  </a:lnTo>
                  <a:lnTo>
                    <a:pt x="2727644" y="1422030"/>
                  </a:lnTo>
                  <a:lnTo>
                    <a:pt x="2717716" y="1419147"/>
                  </a:lnTo>
                  <a:lnTo>
                    <a:pt x="2711102" y="1419750"/>
                  </a:lnTo>
                  <a:lnTo>
                    <a:pt x="2706802" y="1428278"/>
                  </a:lnTo>
                  <a:lnTo>
                    <a:pt x="2701035" y="1433454"/>
                  </a:lnTo>
                  <a:lnTo>
                    <a:pt x="2692508" y="1435124"/>
                  </a:lnTo>
                  <a:lnTo>
                    <a:pt x="2679858" y="1427326"/>
                  </a:lnTo>
                  <a:lnTo>
                    <a:pt x="2675760" y="1417857"/>
                  </a:lnTo>
                  <a:lnTo>
                    <a:pt x="2674065" y="1407316"/>
                  </a:lnTo>
                  <a:lnTo>
                    <a:pt x="2673388" y="1419782"/>
                  </a:lnTo>
                  <a:lnTo>
                    <a:pt x="2675641" y="1432762"/>
                  </a:lnTo>
                  <a:lnTo>
                    <a:pt x="2674850" y="1442630"/>
                  </a:lnTo>
                  <a:lnTo>
                    <a:pt x="2687031" y="1444446"/>
                  </a:lnTo>
                  <a:lnTo>
                    <a:pt x="2698420" y="1442833"/>
                  </a:lnTo>
                  <a:lnTo>
                    <a:pt x="2713789" y="1443246"/>
                  </a:lnTo>
                  <a:lnTo>
                    <a:pt x="2723814" y="1441398"/>
                  </a:lnTo>
                  <a:lnTo>
                    <a:pt x="2729850" y="1438261"/>
                  </a:lnTo>
                  <a:lnTo>
                    <a:pt x="2744325" y="1440979"/>
                  </a:lnTo>
                  <a:lnTo>
                    <a:pt x="2745353" y="1452899"/>
                  </a:lnTo>
                  <a:lnTo>
                    <a:pt x="2743700" y="1464749"/>
                  </a:lnTo>
                  <a:lnTo>
                    <a:pt x="2742863" y="1477367"/>
                  </a:lnTo>
                  <a:lnTo>
                    <a:pt x="2746873" y="1477284"/>
                  </a:lnTo>
                  <a:lnTo>
                    <a:pt x="2751586" y="1473252"/>
                  </a:lnTo>
                  <a:lnTo>
                    <a:pt x="2753942" y="1450651"/>
                  </a:lnTo>
                  <a:lnTo>
                    <a:pt x="2767172" y="1442300"/>
                  </a:lnTo>
                  <a:lnTo>
                    <a:pt x="2771605" y="1442872"/>
                  </a:lnTo>
                  <a:lnTo>
                    <a:pt x="2775817" y="1450136"/>
                  </a:lnTo>
                  <a:lnTo>
                    <a:pt x="2777233" y="1457503"/>
                  </a:lnTo>
                  <a:lnTo>
                    <a:pt x="2778727" y="1467619"/>
                  </a:lnTo>
                  <a:lnTo>
                    <a:pt x="2775636" y="1483031"/>
                  </a:lnTo>
                  <a:lnTo>
                    <a:pt x="2755312" y="1501054"/>
                  </a:lnTo>
                  <a:lnTo>
                    <a:pt x="2740754" y="1517717"/>
                  </a:lnTo>
                  <a:lnTo>
                    <a:pt x="2733313" y="1521115"/>
                  </a:lnTo>
                  <a:lnTo>
                    <a:pt x="2722579" y="1519178"/>
                  </a:lnTo>
                  <a:lnTo>
                    <a:pt x="2710409" y="1514987"/>
                  </a:lnTo>
                  <a:lnTo>
                    <a:pt x="2704441" y="1514142"/>
                  </a:lnTo>
                  <a:lnTo>
                    <a:pt x="2699903" y="1515539"/>
                  </a:lnTo>
                  <a:lnTo>
                    <a:pt x="2697139" y="1510408"/>
                  </a:lnTo>
                  <a:lnTo>
                    <a:pt x="2695356" y="1501047"/>
                  </a:lnTo>
                  <a:lnTo>
                    <a:pt x="2690622" y="1497942"/>
                  </a:lnTo>
                  <a:lnTo>
                    <a:pt x="2687041" y="1498285"/>
                  </a:lnTo>
                  <a:lnTo>
                    <a:pt x="2684597" y="1508230"/>
                  </a:lnTo>
                  <a:lnTo>
                    <a:pt x="2673243" y="1511056"/>
                  </a:lnTo>
                  <a:lnTo>
                    <a:pt x="2657807" y="1506947"/>
                  </a:lnTo>
                  <a:lnTo>
                    <a:pt x="2641642" y="1498584"/>
                  </a:lnTo>
                  <a:lnTo>
                    <a:pt x="2648577" y="1507557"/>
                  </a:lnTo>
                  <a:lnTo>
                    <a:pt x="2688689" y="1524296"/>
                  </a:lnTo>
                  <a:lnTo>
                    <a:pt x="2693206" y="1527427"/>
                  </a:lnTo>
                  <a:lnTo>
                    <a:pt x="2697423" y="1532006"/>
                  </a:lnTo>
                  <a:lnTo>
                    <a:pt x="2691811" y="1539188"/>
                  </a:lnTo>
                  <a:lnTo>
                    <a:pt x="2687413" y="1547278"/>
                  </a:lnTo>
                  <a:lnTo>
                    <a:pt x="2686793" y="1553629"/>
                  </a:lnTo>
                  <a:lnTo>
                    <a:pt x="2685242" y="1557636"/>
                  </a:lnTo>
                  <a:lnTo>
                    <a:pt x="2669248" y="1568431"/>
                  </a:lnTo>
                  <a:lnTo>
                    <a:pt x="2660582" y="1566526"/>
                  </a:lnTo>
                  <a:lnTo>
                    <a:pt x="2638438" y="1547062"/>
                  </a:lnTo>
                  <a:lnTo>
                    <a:pt x="2648526" y="1563897"/>
                  </a:lnTo>
                  <a:lnTo>
                    <a:pt x="2656603" y="1571041"/>
                  </a:lnTo>
                  <a:lnTo>
                    <a:pt x="2672866" y="1574852"/>
                  </a:lnTo>
                  <a:lnTo>
                    <a:pt x="2703371" y="1568558"/>
                  </a:lnTo>
                  <a:lnTo>
                    <a:pt x="2713376" y="1575430"/>
                  </a:lnTo>
                  <a:lnTo>
                    <a:pt x="2705164" y="1587603"/>
                  </a:lnTo>
                  <a:lnTo>
                    <a:pt x="2697004" y="1596145"/>
                  </a:lnTo>
                  <a:lnTo>
                    <a:pt x="2686302" y="1597097"/>
                  </a:lnTo>
                  <a:lnTo>
                    <a:pt x="2676876" y="1599409"/>
                  </a:lnTo>
                  <a:lnTo>
                    <a:pt x="2674111" y="1605283"/>
                  </a:lnTo>
                  <a:lnTo>
                    <a:pt x="2667393" y="1605651"/>
                  </a:lnTo>
                  <a:lnTo>
                    <a:pt x="2656892" y="1606000"/>
                  </a:lnTo>
                  <a:lnTo>
                    <a:pt x="2640635" y="1606534"/>
                  </a:lnTo>
                  <a:lnTo>
                    <a:pt x="2631705" y="1605162"/>
                  </a:lnTo>
                  <a:lnTo>
                    <a:pt x="2619230" y="1617164"/>
                  </a:lnTo>
                  <a:lnTo>
                    <a:pt x="2614522" y="1618815"/>
                  </a:lnTo>
                  <a:lnTo>
                    <a:pt x="2607944" y="1616561"/>
                  </a:lnTo>
                  <a:lnTo>
                    <a:pt x="2605184" y="1606921"/>
                  </a:lnTo>
                  <a:lnTo>
                    <a:pt x="2602244" y="1602184"/>
                  </a:lnTo>
                  <a:lnTo>
                    <a:pt x="2602171" y="1620219"/>
                  </a:lnTo>
                  <a:lnTo>
                    <a:pt x="2603324" y="1625077"/>
                  </a:lnTo>
                  <a:lnTo>
                    <a:pt x="2605680" y="1628741"/>
                  </a:lnTo>
                  <a:lnTo>
                    <a:pt x="2591087" y="1638527"/>
                  </a:lnTo>
                  <a:lnTo>
                    <a:pt x="2577118" y="1650733"/>
                  </a:lnTo>
                  <a:lnTo>
                    <a:pt x="2572111" y="1654054"/>
                  </a:lnTo>
                  <a:lnTo>
                    <a:pt x="2566421" y="1660169"/>
                  </a:lnTo>
                  <a:lnTo>
                    <a:pt x="2554768" y="1677830"/>
                  </a:lnTo>
                  <a:lnTo>
                    <a:pt x="2551889" y="1690708"/>
                  </a:lnTo>
                  <a:lnTo>
                    <a:pt x="2547678" y="1705066"/>
                  </a:lnTo>
                  <a:lnTo>
                    <a:pt x="2547145" y="1698602"/>
                  </a:lnTo>
                  <a:lnTo>
                    <a:pt x="2547869" y="1687717"/>
                  </a:lnTo>
                  <a:lnTo>
                    <a:pt x="2544985" y="1675251"/>
                  </a:lnTo>
                  <a:lnTo>
                    <a:pt x="2543156" y="1698087"/>
                  </a:lnTo>
                  <a:lnTo>
                    <a:pt x="2538629" y="1708699"/>
                  </a:lnTo>
                  <a:lnTo>
                    <a:pt x="2497086" y="1707950"/>
                  </a:lnTo>
                  <a:lnTo>
                    <a:pt x="2478900" y="1713716"/>
                  </a:lnTo>
                  <a:lnTo>
                    <a:pt x="2450984" y="1733116"/>
                  </a:lnTo>
                  <a:lnTo>
                    <a:pt x="2442638" y="1741619"/>
                  </a:lnTo>
                  <a:lnTo>
                    <a:pt x="2419580" y="1774495"/>
                  </a:lnTo>
                  <a:lnTo>
                    <a:pt x="2413694" y="1795534"/>
                  </a:lnTo>
                  <a:lnTo>
                    <a:pt x="2408976" y="1786688"/>
                  </a:lnTo>
                  <a:lnTo>
                    <a:pt x="2410144" y="1780052"/>
                  </a:lnTo>
                  <a:lnTo>
                    <a:pt x="2410237" y="1774629"/>
                  </a:lnTo>
                  <a:lnTo>
                    <a:pt x="2404428" y="1786263"/>
                  </a:lnTo>
                  <a:lnTo>
                    <a:pt x="2409942" y="1803205"/>
                  </a:lnTo>
                  <a:lnTo>
                    <a:pt x="2404992" y="1809676"/>
                  </a:lnTo>
                  <a:lnTo>
                    <a:pt x="2389762" y="1821755"/>
                  </a:lnTo>
                  <a:lnTo>
                    <a:pt x="2381427" y="1823736"/>
                  </a:lnTo>
                  <a:lnTo>
                    <a:pt x="2372068" y="1827172"/>
                  </a:lnTo>
                  <a:lnTo>
                    <a:pt x="2369122" y="1839085"/>
                  </a:lnTo>
                  <a:lnTo>
                    <a:pt x="2356415" y="1850071"/>
                  </a:lnTo>
                  <a:lnTo>
                    <a:pt x="2349010" y="1854936"/>
                  </a:lnTo>
                  <a:lnTo>
                    <a:pt x="2335449" y="1851989"/>
                  </a:lnTo>
                  <a:lnTo>
                    <a:pt x="2339625" y="1862569"/>
                  </a:lnTo>
                  <a:lnTo>
                    <a:pt x="2334643" y="1870577"/>
                  </a:lnTo>
                  <a:lnTo>
                    <a:pt x="2326065" y="1876718"/>
                  </a:lnTo>
                  <a:lnTo>
                    <a:pt x="2315399" y="1880725"/>
                  </a:lnTo>
                  <a:lnTo>
                    <a:pt x="2309285" y="1880236"/>
                  </a:lnTo>
                  <a:lnTo>
                    <a:pt x="2304061" y="1882363"/>
                  </a:lnTo>
                  <a:lnTo>
                    <a:pt x="2299968" y="1887456"/>
                  </a:lnTo>
                  <a:lnTo>
                    <a:pt x="2289968" y="1892219"/>
                  </a:lnTo>
                  <a:lnTo>
                    <a:pt x="2279581" y="1889539"/>
                  </a:lnTo>
                  <a:lnTo>
                    <a:pt x="2267809" y="1887932"/>
                  </a:lnTo>
                  <a:lnTo>
                    <a:pt x="2261251" y="1890790"/>
                  </a:lnTo>
                  <a:lnTo>
                    <a:pt x="2272274" y="1895515"/>
                  </a:lnTo>
                  <a:lnTo>
                    <a:pt x="2278176" y="1902360"/>
                  </a:lnTo>
                  <a:lnTo>
                    <a:pt x="2276961" y="1911588"/>
                  </a:lnTo>
                  <a:lnTo>
                    <a:pt x="2274010" y="1915150"/>
                  </a:lnTo>
                  <a:lnTo>
                    <a:pt x="2267055" y="1919976"/>
                  </a:lnTo>
                  <a:lnTo>
                    <a:pt x="2264001" y="1919259"/>
                  </a:lnTo>
                  <a:lnTo>
                    <a:pt x="2262135" y="1914909"/>
                  </a:lnTo>
                  <a:lnTo>
                    <a:pt x="2259872" y="1905847"/>
                  </a:lnTo>
                  <a:lnTo>
                    <a:pt x="2256637" y="1907777"/>
                  </a:lnTo>
                  <a:lnTo>
                    <a:pt x="2256078" y="1912000"/>
                  </a:lnTo>
                  <a:lnTo>
                    <a:pt x="2253298" y="1913505"/>
                  </a:lnTo>
                  <a:lnTo>
                    <a:pt x="2243433" y="1899071"/>
                  </a:lnTo>
                  <a:lnTo>
                    <a:pt x="2243924" y="1910082"/>
                  </a:lnTo>
                  <a:lnTo>
                    <a:pt x="2247371" y="1918541"/>
                  </a:lnTo>
                  <a:lnTo>
                    <a:pt x="2250704" y="1922834"/>
                  </a:lnTo>
                  <a:lnTo>
                    <a:pt x="2254068" y="1925361"/>
                  </a:lnTo>
                  <a:lnTo>
                    <a:pt x="2254895" y="1929286"/>
                  </a:lnTo>
                  <a:lnTo>
                    <a:pt x="2248146" y="1938850"/>
                  </a:lnTo>
                  <a:lnTo>
                    <a:pt x="2244673" y="1940977"/>
                  </a:lnTo>
                  <a:lnTo>
                    <a:pt x="2238493" y="1942527"/>
                  </a:lnTo>
                  <a:lnTo>
                    <a:pt x="2235015" y="1948420"/>
                  </a:lnTo>
                  <a:lnTo>
                    <a:pt x="2236043" y="1953494"/>
                  </a:lnTo>
                  <a:lnTo>
                    <a:pt x="2230638" y="1964505"/>
                  </a:lnTo>
                  <a:lnTo>
                    <a:pt x="2217713" y="1971383"/>
                  </a:lnTo>
                  <a:lnTo>
                    <a:pt x="2213765" y="1971116"/>
                  </a:lnTo>
                  <a:lnTo>
                    <a:pt x="2210546" y="1973129"/>
                  </a:lnTo>
                  <a:lnTo>
                    <a:pt x="2212427" y="1978032"/>
                  </a:lnTo>
                  <a:lnTo>
                    <a:pt x="2215651" y="1981601"/>
                  </a:lnTo>
                  <a:lnTo>
                    <a:pt x="2215538" y="1984915"/>
                  </a:lnTo>
                  <a:lnTo>
                    <a:pt x="2212122" y="1989418"/>
                  </a:lnTo>
                  <a:lnTo>
                    <a:pt x="2205378" y="1990675"/>
                  </a:lnTo>
                  <a:lnTo>
                    <a:pt x="2201590" y="1995813"/>
                  </a:lnTo>
                  <a:lnTo>
                    <a:pt x="2202789" y="2000658"/>
                  </a:lnTo>
                  <a:lnTo>
                    <a:pt x="2205016" y="2003363"/>
                  </a:lnTo>
                  <a:lnTo>
                    <a:pt x="2204551" y="2008025"/>
                  </a:lnTo>
                  <a:lnTo>
                    <a:pt x="2196882" y="2012705"/>
                  </a:lnTo>
                  <a:lnTo>
                    <a:pt x="2195084" y="2017309"/>
                  </a:lnTo>
                  <a:lnTo>
                    <a:pt x="2198892" y="2018668"/>
                  </a:lnTo>
                  <a:lnTo>
                    <a:pt x="2201822" y="2017309"/>
                  </a:lnTo>
                  <a:lnTo>
                    <a:pt x="2203967" y="2018299"/>
                  </a:lnTo>
                  <a:lnTo>
                    <a:pt x="2199368" y="2025996"/>
                  </a:lnTo>
                  <a:lnTo>
                    <a:pt x="2195239" y="2030689"/>
                  </a:lnTo>
                  <a:lnTo>
                    <a:pt x="2191316" y="2039122"/>
                  </a:lnTo>
                  <a:lnTo>
                    <a:pt x="2182216" y="2041453"/>
                  </a:lnTo>
                  <a:lnTo>
                    <a:pt x="2182557" y="2044177"/>
                  </a:lnTo>
                  <a:lnTo>
                    <a:pt x="2187699" y="2046590"/>
                  </a:lnTo>
                  <a:lnTo>
                    <a:pt x="2192004" y="2053074"/>
                  </a:lnTo>
                  <a:lnTo>
                    <a:pt x="2183916" y="2065045"/>
                  </a:lnTo>
                  <a:lnTo>
                    <a:pt x="2178867" y="2064060"/>
                  </a:lnTo>
                  <a:lnTo>
                    <a:pt x="2175782" y="2061425"/>
                  </a:lnTo>
                  <a:lnTo>
                    <a:pt x="2173813" y="2070874"/>
                  </a:lnTo>
                  <a:lnTo>
                    <a:pt x="2174568" y="2075917"/>
                  </a:lnTo>
                  <a:lnTo>
                    <a:pt x="2172645" y="2086223"/>
                  </a:lnTo>
                  <a:lnTo>
                    <a:pt x="2169555" y="2098613"/>
                  </a:lnTo>
                  <a:lnTo>
                    <a:pt x="2167457" y="2103699"/>
                  </a:lnTo>
                  <a:lnTo>
                    <a:pt x="2167902" y="2113174"/>
                  </a:lnTo>
                  <a:lnTo>
                    <a:pt x="2169199" y="2122325"/>
                  </a:lnTo>
                  <a:lnTo>
                    <a:pt x="2174149" y="2134118"/>
                  </a:lnTo>
                  <a:lnTo>
                    <a:pt x="2181710" y="2182343"/>
                  </a:lnTo>
                  <a:lnTo>
                    <a:pt x="2186857" y="2199089"/>
                  </a:lnTo>
                  <a:lnTo>
                    <a:pt x="2196128" y="2244272"/>
                  </a:lnTo>
                  <a:lnTo>
                    <a:pt x="2211471" y="2288077"/>
                  </a:lnTo>
                  <a:lnTo>
                    <a:pt x="2233118" y="2341026"/>
                  </a:lnTo>
                  <a:lnTo>
                    <a:pt x="2268646" y="2405203"/>
                  </a:lnTo>
                  <a:lnTo>
                    <a:pt x="2272899" y="2414348"/>
                  </a:lnTo>
                  <a:lnTo>
                    <a:pt x="2268274" y="2422102"/>
                  </a:lnTo>
                  <a:lnTo>
                    <a:pt x="2266863" y="2430135"/>
                  </a:lnTo>
                  <a:lnTo>
                    <a:pt x="2266460" y="2442245"/>
                  </a:lnTo>
                  <a:lnTo>
                    <a:pt x="2267742" y="2454044"/>
                  </a:lnTo>
                  <a:lnTo>
                    <a:pt x="2271943" y="2468453"/>
                  </a:lnTo>
                  <a:lnTo>
                    <a:pt x="2280015" y="2490483"/>
                  </a:lnTo>
                  <a:lnTo>
                    <a:pt x="2275499" y="2486088"/>
                  </a:lnTo>
                  <a:lnTo>
                    <a:pt x="2263809" y="2454470"/>
                  </a:lnTo>
                  <a:lnTo>
                    <a:pt x="2262450" y="2435901"/>
                  </a:lnTo>
                  <a:lnTo>
                    <a:pt x="2264135" y="2409560"/>
                  </a:lnTo>
                  <a:lnTo>
                    <a:pt x="2261391" y="2410195"/>
                  </a:lnTo>
                  <a:lnTo>
                    <a:pt x="2259164" y="2418755"/>
                  </a:lnTo>
                  <a:lnTo>
                    <a:pt x="2257939" y="2428808"/>
                  </a:lnTo>
                  <a:lnTo>
                    <a:pt x="2254973" y="2432700"/>
                  </a:lnTo>
                  <a:lnTo>
                    <a:pt x="2250926" y="2417364"/>
                  </a:lnTo>
                  <a:lnTo>
                    <a:pt x="2251210" y="2410430"/>
                  </a:lnTo>
                  <a:lnTo>
                    <a:pt x="2255505" y="2402327"/>
                  </a:lnTo>
                  <a:lnTo>
                    <a:pt x="2254259" y="2399412"/>
                  </a:lnTo>
                  <a:lnTo>
                    <a:pt x="2247309" y="2395265"/>
                  </a:lnTo>
                  <a:lnTo>
                    <a:pt x="2245831" y="2388743"/>
                  </a:lnTo>
                  <a:lnTo>
                    <a:pt x="2246771" y="2382304"/>
                  </a:lnTo>
                  <a:lnTo>
                    <a:pt x="2242782" y="2378862"/>
                  </a:lnTo>
                  <a:lnTo>
                    <a:pt x="2239661" y="2379027"/>
                  </a:lnTo>
                  <a:lnTo>
                    <a:pt x="2241753" y="2394903"/>
                  </a:lnTo>
                  <a:lnTo>
                    <a:pt x="2245056" y="2404651"/>
                  </a:lnTo>
                  <a:lnTo>
                    <a:pt x="2249138" y="2428014"/>
                  </a:lnTo>
                  <a:lnTo>
                    <a:pt x="2255727" y="2442169"/>
                  </a:lnTo>
                  <a:lnTo>
                    <a:pt x="2259567" y="2454038"/>
                  </a:lnTo>
                  <a:lnTo>
                    <a:pt x="2304438" y="2580696"/>
                  </a:lnTo>
                  <a:lnTo>
                    <a:pt x="2315058" y="2596826"/>
                  </a:lnTo>
                  <a:lnTo>
                    <a:pt x="2318985" y="2608409"/>
                  </a:lnTo>
                  <a:lnTo>
                    <a:pt x="2323073" y="2632630"/>
                  </a:lnTo>
                  <a:lnTo>
                    <a:pt x="2323998" y="2663728"/>
                  </a:lnTo>
                  <a:lnTo>
                    <a:pt x="2316665" y="2720564"/>
                  </a:lnTo>
                  <a:lnTo>
                    <a:pt x="2314996" y="2759333"/>
                  </a:lnTo>
                  <a:lnTo>
                    <a:pt x="2313947" y="2758145"/>
                  </a:lnTo>
                  <a:lnTo>
                    <a:pt x="2313244" y="2754062"/>
                  </a:lnTo>
                  <a:lnTo>
                    <a:pt x="2311549" y="2753503"/>
                  </a:lnTo>
                  <a:lnTo>
                    <a:pt x="2305182" y="2771265"/>
                  </a:lnTo>
                  <a:lnTo>
                    <a:pt x="2296531" y="2787287"/>
                  </a:lnTo>
                  <a:lnTo>
                    <a:pt x="2293684" y="2812187"/>
                  </a:lnTo>
                  <a:lnTo>
                    <a:pt x="2289534" y="2824653"/>
                  </a:lnTo>
                  <a:lnTo>
                    <a:pt x="2277075" y="2837843"/>
                  </a:lnTo>
                  <a:lnTo>
                    <a:pt x="2269354" y="2837506"/>
                  </a:lnTo>
                  <a:lnTo>
                    <a:pt x="2250420" y="2847400"/>
                  </a:lnTo>
                  <a:lnTo>
                    <a:pt x="2237118" y="2844822"/>
                  </a:lnTo>
                  <a:lnTo>
                    <a:pt x="2221269" y="2850404"/>
                  </a:lnTo>
                  <a:lnTo>
                    <a:pt x="2210840" y="2849781"/>
                  </a:lnTo>
                  <a:lnTo>
                    <a:pt x="2204820" y="2838014"/>
                  </a:lnTo>
                  <a:lnTo>
                    <a:pt x="2205740" y="2832750"/>
                  </a:lnTo>
                  <a:lnTo>
                    <a:pt x="2208137" y="2827460"/>
                  </a:lnTo>
                  <a:lnTo>
                    <a:pt x="2212199" y="2826228"/>
                  </a:lnTo>
                  <a:lnTo>
                    <a:pt x="2226199" y="2838560"/>
                  </a:lnTo>
                  <a:lnTo>
                    <a:pt x="2228839" y="2833372"/>
                  </a:lnTo>
                  <a:lnTo>
                    <a:pt x="2224612" y="2827199"/>
                  </a:lnTo>
                  <a:lnTo>
                    <a:pt x="2216519" y="2823757"/>
                  </a:lnTo>
                  <a:lnTo>
                    <a:pt x="2210540" y="2819973"/>
                  </a:lnTo>
                  <a:lnTo>
                    <a:pt x="2198494" y="2791859"/>
                  </a:lnTo>
                  <a:lnTo>
                    <a:pt x="2186014" y="2772554"/>
                  </a:lnTo>
                  <a:lnTo>
                    <a:pt x="2183911" y="2759650"/>
                  </a:lnTo>
                  <a:lnTo>
                    <a:pt x="2162393" y="2751782"/>
                  </a:lnTo>
                  <a:lnTo>
                    <a:pt x="2146812" y="2739869"/>
                  </a:lnTo>
                  <a:lnTo>
                    <a:pt x="2136652" y="2718678"/>
                  </a:lnTo>
                  <a:lnTo>
                    <a:pt x="2130823" y="2681102"/>
                  </a:lnTo>
                  <a:lnTo>
                    <a:pt x="2123950" y="2676879"/>
                  </a:lnTo>
                  <a:lnTo>
                    <a:pt x="2121046" y="2673958"/>
                  </a:lnTo>
                  <a:lnTo>
                    <a:pt x="2127759" y="2660013"/>
                  </a:lnTo>
                  <a:lnTo>
                    <a:pt x="2134833" y="2648322"/>
                  </a:lnTo>
                  <a:lnTo>
                    <a:pt x="2129237" y="2651230"/>
                  </a:lnTo>
                  <a:lnTo>
                    <a:pt x="2125108" y="2655555"/>
                  </a:lnTo>
                  <a:lnTo>
                    <a:pt x="2119857" y="2665880"/>
                  </a:lnTo>
                  <a:lnTo>
                    <a:pt x="2116023" y="2667468"/>
                  </a:lnTo>
                  <a:lnTo>
                    <a:pt x="2112509" y="2665880"/>
                  </a:lnTo>
                  <a:lnTo>
                    <a:pt x="2108457" y="2646074"/>
                  </a:lnTo>
                  <a:lnTo>
                    <a:pt x="2109615" y="2621726"/>
                  </a:lnTo>
                  <a:lnTo>
                    <a:pt x="2115294" y="2612620"/>
                  </a:lnTo>
                  <a:lnTo>
                    <a:pt x="2106571" y="2612378"/>
                  </a:lnTo>
                  <a:lnTo>
                    <a:pt x="2097533" y="2615846"/>
                  </a:lnTo>
                  <a:lnTo>
                    <a:pt x="2098856" y="2623962"/>
                  </a:lnTo>
                  <a:lnTo>
                    <a:pt x="2097579" y="2628420"/>
                  </a:lnTo>
                  <a:lnTo>
                    <a:pt x="2090995" y="2627276"/>
                  </a:lnTo>
                  <a:lnTo>
                    <a:pt x="2086003" y="2624425"/>
                  </a:lnTo>
                  <a:lnTo>
                    <a:pt x="2079229" y="2615979"/>
                  </a:lnTo>
                  <a:lnTo>
                    <a:pt x="2069989" y="2599862"/>
                  </a:lnTo>
                  <a:lnTo>
                    <a:pt x="2051033" y="2555460"/>
                  </a:lnTo>
                  <a:lnTo>
                    <a:pt x="2047338" y="2549198"/>
                  </a:lnTo>
                  <a:lnTo>
                    <a:pt x="2041070" y="2542645"/>
                  </a:lnTo>
                  <a:lnTo>
                    <a:pt x="2044021" y="2540606"/>
                  </a:lnTo>
                  <a:lnTo>
                    <a:pt x="2049406" y="2539400"/>
                  </a:lnTo>
                  <a:lnTo>
                    <a:pt x="2061576" y="2519409"/>
                  </a:lnTo>
                  <a:lnTo>
                    <a:pt x="2071136" y="2507330"/>
                  </a:lnTo>
                  <a:lnTo>
                    <a:pt x="2074309" y="2498973"/>
                  </a:lnTo>
                  <a:lnTo>
                    <a:pt x="2073756" y="2495398"/>
                  </a:lnTo>
                  <a:lnTo>
                    <a:pt x="2069529" y="2490203"/>
                  </a:lnTo>
                  <a:lnTo>
                    <a:pt x="2063979" y="2494744"/>
                  </a:lnTo>
                  <a:lnTo>
                    <a:pt x="2061601" y="2493448"/>
                  </a:lnTo>
                  <a:lnTo>
                    <a:pt x="2055359" y="2482970"/>
                  </a:lnTo>
                  <a:lnTo>
                    <a:pt x="2049395" y="2480011"/>
                  </a:lnTo>
                  <a:lnTo>
                    <a:pt x="2045240" y="2482278"/>
                  </a:lnTo>
                  <a:lnTo>
                    <a:pt x="2049623" y="2490864"/>
                  </a:lnTo>
                  <a:lnTo>
                    <a:pt x="2053560" y="2494052"/>
                  </a:lnTo>
                  <a:lnTo>
                    <a:pt x="2052036" y="2506536"/>
                  </a:lnTo>
                  <a:lnTo>
                    <a:pt x="2050444" y="2510601"/>
                  </a:lnTo>
                  <a:lnTo>
                    <a:pt x="2046755" y="2514189"/>
                  </a:lnTo>
                  <a:lnTo>
                    <a:pt x="2040993" y="2512277"/>
                  </a:lnTo>
                  <a:lnTo>
                    <a:pt x="2038078" y="2515364"/>
                  </a:lnTo>
                  <a:lnTo>
                    <a:pt x="2034647" y="2512112"/>
                  </a:lnTo>
                  <a:lnTo>
                    <a:pt x="2031231" y="2506625"/>
                  </a:lnTo>
                  <a:lnTo>
                    <a:pt x="2027427" y="2497595"/>
                  </a:lnTo>
                  <a:lnTo>
                    <a:pt x="2037478" y="2446767"/>
                  </a:lnTo>
                  <a:lnTo>
                    <a:pt x="2046780" y="2414380"/>
                  </a:lnTo>
                  <a:lnTo>
                    <a:pt x="2047845" y="2377433"/>
                  </a:lnTo>
                  <a:lnTo>
                    <a:pt x="2048537" y="2371959"/>
                  </a:lnTo>
                  <a:lnTo>
                    <a:pt x="2047752" y="2362141"/>
                  </a:lnTo>
                  <a:lnTo>
                    <a:pt x="2035277" y="2340804"/>
                  </a:lnTo>
                  <a:lnTo>
                    <a:pt x="1980122" y="2288737"/>
                  </a:lnTo>
                  <a:lnTo>
                    <a:pt x="1937374" y="2227081"/>
                  </a:lnTo>
                  <a:lnTo>
                    <a:pt x="1900348" y="2203953"/>
                  </a:lnTo>
                  <a:lnTo>
                    <a:pt x="1872256" y="2209033"/>
                  </a:lnTo>
                  <a:lnTo>
                    <a:pt x="1867393" y="2213682"/>
                  </a:lnTo>
                  <a:lnTo>
                    <a:pt x="1865305" y="2219759"/>
                  </a:lnTo>
                  <a:lnTo>
                    <a:pt x="1867068" y="2226637"/>
                  </a:lnTo>
                  <a:lnTo>
                    <a:pt x="1864515" y="2229501"/>
                  </a:lnTo>
                  <a:lnTo>
                    <a:pt x="1856975" y="2229139"/>
                  </a:lnTo>
                  <a:lnTo>
                    <a:pt x="1846820" y="2230739"/>
                  </a:lnTo>
                  <a:lnTo>
                    <a:pt x="1820305" y="2246971"/>
                  </a:lnTo>
                  <a:lnTo>
                    <a:pt x="1810951" y="2246374"/>
                  </a:lnTo>
                  <a:lnTo>
                    <a:pt x="1802455" y="2250578"/>
                  </a:lnTo>
                  <a:lnTo>
                    <a:pt x="1796094" y="2253727"/>
                  </a:lnTo>
                  <a:lnTo>
                    <a:pt x="1779506" y="2255442"/>
                  </a:lnTo>
                  <a:lnTo>
                    <a:pt x="1765439" y="2259043"/>
                  </a:lnTo>
                  <a:lnTo>
                    <a:pt x="1759362" y="2257093"/>
                  </a:lnTo>
                  <a:lnTo>
                    <a:pt x="1755398" y="2247682"/>
                  </a:lnTo>
                  <a:lnTo>
                    <a:pt x="1755398" y="2237940"/>
                  </a:lnTo>
                  <a:lnTo>
                    <a:pt x="1758613" y="2245408"/>
                  </a:lnTo>
                  <a:lnTo>
                    <a:pt x="1763589" y="2251251"/>
                  </a:lnTo>
                  <a:lnTo>
                    <a:pt x="1765868" y="2248914"/>
                  </a:lnTo>
                  <a:lnTo>
                    <a:pt x="1766721" y="2243745"/>
                  </a:lnTo>
                  <a:lnTo>
                    <a:pt x="1761770" y="2233616"/>
                  </a:lnTo>
                  <a:lnTo>
                    <a:pt x="1745822" y="2220604"/>
                  </a:lnTo>
                  <a:lnTo>
                    <a:pt x="1727673" y="2201597"/>
                  </a:lnTo>
                  <a:lnTo>
                    <a:pt x="1733208" y="2202226"/>
                  </a:lnTo>
                  <a:lnTo>
                    <a:pt x="1734608" y="2198155"/>
                  </a:lnTo>
                  <a:lnTo>
                    <a:pt x="1728981" y="2192815"/>
                  </a:lnTo>
                  <a:lnTo>
                    <a:pt x="1731358" y="2186642"/>
                  </a:lnTo>
                  <a:lnTo>
                    <a:pt x="1735322" y="2180158"/>
                  </a:lnTo>
                  <a:lnTo>
                    <a:pt x="1727663" y="2181130"/>
                  </a:lnTo>
                  <a:lnTo>
                    <a:pt x="1720790" y="2185670"/>
                  </a:lnTo>
                  <a:lnTo>
                    <a:pt x="1720563" y="2191278"/>
                  </a:lnTo>
                  <a:lnTo>
                    <a:pt x="1719203" y="2195736"/>
                  </a:lnTo>
                  <a:lnTo>
                    <a:pt x="1715503" y="2195088"/>
                  </a:lnTo>
                  <a:lnTo>
                    <a:pt x="1708635" y="2189569"/>
                  </a:lnTo>
                  <a:lnTo>
                    <a:pt x="1674823" y="2174208"/>
                  </a:lnTo>
                  <a:lnTo>
                    <a:pt x="1645264" y="2165546"/>
                  </a:lnTo>
                  <a:lnTo>
                    <a:pt x="1667950" y="2161647"/>
                  </a:lnTo>
                  <a:lnTo>
                    <a:pt x="1680254" y="2164676"/>
                  </a:lnTo>
                  <a:lnTo>
                    <a:pt x="1678787" y="2160027"/>
                  </a:lnTo>
                  <a:lnTo>
                    <a:pt x="1675826" y="2157075"/>
                  </a:lnTo>
                  <a:lnTo>
                    <a:pt x="1666121" y="2153334"/>
                  </a:lnTo>
                  <a:lnTo>
                    <a:pt x="1653759" y="2154757"/>
                  </a:lnTo>
                  <a:lnTo>
                    <a:pt x="1645951" y="2152998"/>
                  </a:lnTo>
                  <a:lnTo>
                    <a:pt x="1637967" y="2156706"/>
                  </a:lnTo>
                  <a:lnTo>
                    <a:pt x="1629218" y="2162218"/>
                  </a:lnTo>
                  <a:lnTo>
                    <a:pt x="1621430" y="2165057"/>
                  </a:lnTo>
                  <a:lnTo>
                    <a:pt x="1590951" y="2169026"/>
                  </a:lnTo>
                  <a:lnTo>
                    <a:pt x="1566234" y="2173332"/>
                  </a:lnTo>
                  <a:lnTo>
                    <a:pt x="1570197" y="2168785"/>
                  </a:lnTo>
                  <a:lnTo>
                    <a:pt x="1574424" y="2165863"/>
                  </a:lnTo>
                  <a:lnTo>
                    <a:pt x="1589028" y="2161418"/>
                  </a:lnTo>
                  <a:lnTo>
                    <a:pt x="1591214" y="2152178"/>
                  </a:lnTo>
                  <a:lnTo>
                    <a:pt x="1587783" y="2143281"/>
                  </a:lnTo>
                  <a:lnTo>
                    <a:pt x="1583938" y="2145415"/>
                  </a:lnTo>
                  <a:lnTo>
                    <a:pt x="1579902" y="2152369"/>
                  </a:lnTo>
                  <a:lnTo>
                    <a:pt x="1574952" y="2147358"/>
                  </a:lnTo>
                  <a:lnTo>
                    <a:pt x="1569469" y="2147384"/>
                  </a:lnTo>
                  <a:lnTo>
                    <a:pt x="1567980" y="2158446"/>
                  </a:lnTo>
                  <a:lnTo>
                    <a:pt x="1560952" y="2165863"/>
                  </a:lnTo>
                  <a:lnTo>
                    <a:pt x="1557779" y="2173332"/>
                  </a:lnTo>
                  <a:lnTo>
                    <a:pt x="1537170" y="2179180"/>
                  </a:lnTo>
                  <a:lnTo>
                    <a:pt x="1534530" y="2177231"/>
                  </a:lnTo>
                  <a:lnTo>
                    <a:pt x="1540560" y="2170137"/>
                  </a:lnTo>
                  <a:lnTo>
                    <a:pt x="1540080" y="2166194"/>
                  </a:lnTo>
                  <a:lnTo>
                    <a:pt x="1533202" y="2169578"/>
                  </a:lnTo>
                  <a:lnTo>
                    <a:pt x="1521667" y="2183022"/>
                  </a:lnTo>
                  <a:lnTo>
                    <a:pt x="1481059" y="2187423"/>
                  </a:lnTo>
                  <a:lnTo>
                    <a:pt x="1483276" y="2184368"/>
                  </a:lnTo>
                  <a:lnTo>
                    <a:pt x="1491849" y="2183759"/>
                  </a:lnTo>
                  <a:lnTo>
                    <a:pt x="1503885" y="2179504"/>
                  </a:lnTo>
                  <a:lnTo>
                    <a:pt x="1501451" y="2172341"/>
                  </a:lnTo>
                  <a:lnTo>
                    <a:pt x="1496810" y="2164466"/>
                  </a:lnTo>
                  <a:lnTo>
                    <a:pt x="1492526" y="2163590"/>
                  </a:lnTo>
                  <a:lnTo>
                    <a:pt x="1489700" y="2158973"/>
                  </a:lnTo>
                  <a:lnTo>
                    <a:pt x="1489839" y="2144425"/>
                  </a:lnTo>
                  <a:lnTo>
                    <a:pt x="1487100" y="2135921"/>
                  </a:lnTo>
                  <a:lnTo>
                    <a:pt x="1480491" y="2127171"/>
                  </a:lnTo>
                  <a:lnTo>
                    <a:pt x="1478258" y="2128853"/>
                  </a:lnTo>
                  <a:lnTo>
                    <a:pt x="1473395" y="2143815"/>
                  </a:lnTo>
                  <a:lnTo>
                    <a:pt x="1469354" y="2163438"/>
                  </a:lnTo>
                  <a:lnTo>
                    <a:pt x="1467354" y="2169775"/>
                  </a:lnTo>
                  <a:lnTo>
                    <a:pt x="1455314" y="2170220"/>
                  </a:lnTo>
                  <a:lnTo>
                    <a:pt x="1444658" y="2168880"/>
                  </a:lnTo>
                  <a:lnTo>
                    <a:pt x="1408442" y="2171236"/>
                  </a:lnTo>
                  <a:lnTo>
                    <a:pt x="1394913" y="2164587"/>
                  </a:lnTo>
                  <a:lnTo>
                    <a:pt x="1389301" y="2163311"/>
                  </a:lnTo>
                  <a:lnTo>
                    <a:pt x="1385885" y="2163463"/>
                  </a:lnTo>
                  <a:lnTo>
                    <a:pt x="1370134" y="2169559"/>
                  </a:lnTo>
                  <a:lnTo>
                    <a:pt x="1352186" y="2174227"/>
                  </a:lnTo>
                  <a:lnTo>
                    <a:pt x="1347959" y="2172760"/>
                  </a:lnTo>
                  <a:lnTo>
                    <a:pt x="1341929" y="2172544"/>
                  </a:lnTo>
                  <a:lnTo>
                    <a:pt x="1328916" y="2188433"/>
                  </a:lnTo>
                  <a:lnTo>
                    <a:pt x="1313573" y="2195869"/>
                  </a:lnTo>
                  <a:lnTo>
                    <a:pt x="1274862" y="2182501"/>
                  </a:lnTo>
                  <a:lnTo>
                    <a:pt x="1265234" y="2171750"/>
                  </a:lnTo>
                  <a:lnTo>
                    <a:pt x="1256687" y="2169451"/>
                  </a:lnTo>
                  <a:lnTo>
                    <a:pt x="1246176" y="2168124"/>
                  </a:lnTo>
                  <a:lnTo>
                    <a:pt x="1234884" y="2181352"/>
                  </a:lnTo>
                  <a:lnTo>
                    <a:pt x="1226306" y="2199203"/>
                  </a:lnTo>
                  <a:lnTo>
                    <a:pt x="1239861" y="2208989"/>
                  </a:lnTo>
                  <a:lnTo>
                    <a:pt x="1251462" y="2213669"/>
                  </a:lnTo>
                  <a:lnTo>
                    <a:pt x="1270635" y="2209745"/>
                  </a:lnTo>
                  <a:lnTo>
                    <a:pt x="1281234" y="2201083"/>
                  </a:lnTo>
                  <a:lnTo>
                    <a:pt x="1289890" y="2201368"/>
                  </a:lnTo>
                  <a:lnTo>
                    <a:pt x="1294029" y="2199609"/>
                  </a:lnTo>
                  <a:lnTo>
                    <a:pt x="1297806" y="2195088"/>
                  </a:lnTo>
                  <a:lnTo>
                    <a:pt x="1305207" y="2198657"/>
                  </a:lnTo>
                  <a:lnTo>
                    <a:pt x="1305470" y="2202232"/>
                  </a:lnTo>
                  <a:lnTo>
                    <a:pt x="1300215" y="2207268"/>
                  </a:lnTo>
                  <a:lnTo>
                    <a:pt x="1293595" y="2211510"/>
                  </a:lnTo>
                  <a:lnTo>
                    <a:pt x="1289579" y="2216508"/>
                  </a:lnTo>
                  <a:lnTo>
                    <a:pt x="1297135" y="2226580"/>
                  </a:lnTo>
                  <a:lnTo>
                    <a:pt x="1309000" y="2229964"/>
                  </a:lnTo>
                  <a:lnTo>
                    <a:pt x="1313465" y="2228504"/>
                  </a:lnTo>
                  <a:lnTo>
                    <a:pt x="1316229" y="2217181"/>
                  </a:lnTo>
                  <a:lnTo>
                    <a:pt x="1323526" y="2209891"/>
                  </a:lnTo>
                  <a:lnTo>
                    <a:pt x="1333443" y="2211466"/>
                  </a:lnTo>
                  <a:lnTo>
                    <a:pt x="1332032" y="2216038"/>
                  </a:lnTo>
                  <a:lnTo>
                    <a:pt x="1333422" y="2220356"/>
                  </a:lnTo>
                  <a:lnTo>
                    <a:pt x="1337980" y="2227729"/>
                  </a:lnTo>
                  <a:lnTo>
                    <a:pt x="1337458" y="2238290"/>
                  </a:lnTo>
                  <a:lnTo>
                    <a:pt x="1338342" y="2240836"/>
                  </a:lnTo>
                  <a:lnTo>
                    <a:pt x="1327655" y="2245497"/>
                  </a:lnTo>
                  <a:lnTo>
                    <a:pt x="1319692" y="2247079"/>
                  </a:lnTo>
                  <a:lnTo>
                    <a:pt x="1313320" y="2253181"/>
                  </a:lnTo>
                  <a:lnTo>
                    <a:pt x="1316658" y="2256725"/>
                  </a:lnTo>
                  <a:lnTo>
                    <a:pt x="1310168" y="2259837"/>
                  </a:lnTo>
                  <a:lnTo>
                    <a:pt x="1305780" y="2258592"/>
                  </a:lnTo>
                  <a:lnTo>
                    <a:pt x="1303574" y="2259741"/>
                  </a:lnTo>
                  <a:lnTo>
                    <a:pt x="1302912" y="2263488"/>
                  </a:lnTo>
                  <a:lnTo>
                    <a:pt x="1299558" y="2266968"/>
                  </a:lnTo>
                  <a:lnTo>
                    <a:pt x="1304437" y="2277453"/>
                  </a:lnTo>
                  <a:lnTo>
                    <a:pt x="1314436" y="2284298"/>
                  </a:lnTo>
                  <a:lnTo>
                    <a:pt x="1321490" y="2292878"/>
                  </a:lnTo>
                  <a:lnTo>
                    <a:pt x="1349851" y="2304175"/>
                  </a:lnTo>
                  <a:lnTo>
                    <a:pt x="1356724" y="2303851"/>
                  </a:lnTo>
                  <a:lnTo>
                    <a:pt x="1363488" y="2315225"/>
                  </a:lnTo>
                  <a:lnTo>
                    <a:pt x="1368940" y="2319136"/>
                  </a:lnTo>
                  <a:lnTo>
                    <a:pt x="1374191" y="2321124"/>
                  </a:lnTo>
                  <a:lnTo>
                    <a:pt x="1373591" y="2328948"/>
                  </a:lnTo>
                  <a:lnTo>
                    <a:pt x="1364263" y="2334676"/>
                  </a:lnTo>
                  <a:lnTo>
                    <a:pt x="1361742" y="2341509"/>
                  </a:lnTo>
                  <a:lnTo>
                    <a:pt x="1359395" y="2345351"/>
                  </a:lnTo>
                  <a:lnTo>
                    <a:pt x="1355189" y="2340486"/>
                  </a:lnTo>
                  <a:lnTo>
                    <a:pt x="1350869" y="2336962"/>
                  </a:lnTo>
                  <a:lnTo>
                    <a:pt x="1340869" y="2347681"/>
                  </a:lnTo>
                  <a:lnTo>
                    <a:pt x="1336048" y="2349936"/>
                  </a:lnTo>
                  <a:lnTo>
                    <a:pt x="1338440" y="2338378"/>
                  </a:lnTo>
                  <a:lnTo>
                    <a:pt x="1334663" y="2333850"/>
                  </a:lnTo>
                  <a:lnTo>
                    <a:pt x="1328952" y="2322261"/>
                  </a:lnTo>
                  <a:lnTo>
                    <a:pt x="1320632" y="2315091"/>
                  </a:lnTo>
                  <a:lnTo>
                    <a:pt x="1314772" y="2312716"/>
                  </a:lnTo>
                  <a:lnTo>
                    <a:pt x="1310209" y="2308182"/>
                  </a:lnTo>
                  <a:lnTo>
                    <a:pt x="1304685" y="2306347"/>
                  </a:lnTo>
                  <a:lnTo>
                    <a:pt x="1299972" y="2306817"/>
                  </a:lnTo>
                  <a:lnTo>
                    <a:pt x="1291993" y="2304175"/>
                  </a:lnTo>
                  <a:lnTo>
                    <a:pt x="1291466" y="2298009"/>
                  </a:lnTo>
                  <a:lnTo>
                    <a:pt x="1289254" y="2293392"/>
                  </a:lnTo>
                  <a:lnTo>
                    <a:pt x="1283011" y="2287943"/>
                  </a:lnTo>
                  <a:lnTo>
                    <a:pt x="1253183" y="2277649"/>
                  </a:lnTo>
                  <a:lnTo>
                    <a:pt x="1253002" y="2281910"/>
                  </a:lnTo>
                  <a:lnTo>
                    <a:pt x="1255069" y="2285117"/>
                  </a:lnTo>
                  <a:lnTo>
                    <a:pt x="1259353" y="2287251"/>
                  </a:lnTo>
                  <a:lnTo>
                    <a:pt x="1264480" y="2291404"/>
                  </a:lnTo>
                  <a:lnTo>
                    <a:pt x="1264433" y="2303705"/>
                  </a:lnTo>
                  <a:lnTo>
                    <a:pt x="1262216" y="2308912"/>
                  </a:lnTo>
                  <a:lnTo>
                    <a:pt x="1261265" y="2316330"/>
                  </a:lnTo>
                  <a:lnTo>
                    <a:pt x="1259291" y="2323868"/>
                  </a:lnTo>
                  <a:lnTo>
                    <a:pt x="1255643" y="2329811"/>
                  </a:lnTo>
                  <a:lnTo>
                    <a:pt x="1247499" y="2333863"/>
                  </a:lnTo>
                  <a:lnTo>
                    <a:pt x="1243907" y="2330472"/>
                  </a:lnTo>
                  <a:lnTo>
                    <a:pt x="1238099" y="2314240"/>
                  </a:lnTo>
                  <a:lnTo>
                    <a:pt x="1229887" y="2309128"/>
                  </a:lnTo>
                  <a:lnTo>
                    <a:pt x="1216839" y="2308525"/>
                  </a:lnTo>
                  <a:lnTo>
                    <a:pt x="1207976" y="2312195"/>
                  </a:lnTo>
                  <a:lnTo>
                    <a:pt x="1198317" y="2327919"/>
                  </a:lnTo>
                  <a:lnTo>
                    <a:pt x="1190535" y="2330491"/>
                  </a:lnTo>
                  <a:lnTo>
                    <a:pt x="1163895" y="2322343"/>
                  </a:lnTo>
                  <a:lnTo>
                    <a:pt x="1133478" y="2309928"/>
                  </a:lnTo>
                  <a:lnTo>
                    <a:pt x="1134263" y="2305794"/>
                  </a:lnTo>
                  <a:lnTo>
                    <a:pt x="1139049" y="2304467"/>
                  </a:lnTo>
                  <a:lnTo>
                    <a:pt x="1148227" y="2306163"/>
                  </a:lnTo>
                  <a:lnTo>
                    <a:pt x="1147741" y="2301902"/>
                  </a:lnTo>
                  <a:lnTo>
                    <a:pt x="1138361" y="2288032"/>
                  </a:lnTo>
                  <a:lnTo>
                    <a:pt x="1136641" y="2281771"/>
                  </a:lnTo>
                  <a:lnTo>
                    <a:pt x="1137850" y="2274131"/>
                  </a:lnTo>
                  <a:lnTo>
                    <a:pt x="1134791" y="2274303"/>
                  </a:lnTo>
                  <a:lnTo>
                    <a:pt x="1129158" y="2280717"/>
                  </a:lnTo>
                  <a:lnTo>
                    <a:pt x="1109763" y="2275281"/>
                  </a:lnTo>
                  <a:lnTo>
                    <a:pt x="1104410" y="2268784"/>
                  </a:lnTo>
                  <a:lnTo>
                    <a:pt x="1093015" y="2250476"/>
                  </a:lnTo>
                  <a:lnTo>
                    <a:pt x="1076933" y="2249879"/>
                  </a:lnTo>
                  <a:lnTo>
                    <a:pt x="1069657" y="2238779"/>
                  </a:lnTo>
                  <a:lnTo>
                    <a:pt x="1056515" y="2243427"/>
                  </a:lnTo>
                  <a:lnTo>
                    <a:pt x="1049859" y="2248571"/>
                  </a:lnTo>
                  <a:lnTo>
                    <a:pt x="1044009" y="2256541"/>
                  </a:lnTo>
                  <a:lnTo>
                    <a:pt x="1046288" y="2260675"/>
                  </a:lnTo>
                  <a:lnTo>
                    <a:pt x="1052117" y="2267241"/>
                  </a:lnTo>
                  <a:lnTo>
                    <a:pt x="1049456" y="2270410"/>
                  </a:lnTo>
                  <a:lnTo>
                    <a:pt x="1030744" y="2275090"/>
                  </a:lnTo>
                  <a:lnTo>
                    <a:pt x="987304" y="2269857"/>
                  </a:lnTo>
                  <a:lnTo>
                    <a:pt x="974601" y="2264968"/>
                  </a:lnTo>
                  <a:lnTo>
                    <a:pt x="957553" y="2254629"/>
                  </a:lnTo>
                  <a:lnTo>
                    <a:pt x="933921" y="2246202"/>
                  </a:lnTo>
                  <a:lnTo>
                    <a:pt x="922542" y="2244843"/>
                  </a:lnTo>
                  <a:lnTo>
                    <a:pt x="911400" y="2246513"/>
                  </a:lnTo>
                  <a:lnTo>
                    <a:pt x="878978" y="2247377"/>
                  </a:lnTo>
                  <a:lnTo>
                    <a:pt x="871454" y="2249619"/>
                  </a:lnTo>
                  <a:lnTo>
                    <a:pt x="865046" y="2253200"/>
                  </a:lnTo>
                  <a:lnTo>
                    <a:pt x="860891" y="2249238"/>
                  </a:lnTo>
                  <a:lnTo>
                    <a:pt x="858968" y="2242163"/>
                  </a:lnTo>
                  <a:lnTo>
                    <a:pt x="862731" y="2241014"/>
                  </a:lnTo>
                  <a:lnTo>
                    <a:pt x="866916" y="2236854"/>
                  </a:lnTo>
                  <a:lnTo>
                    <a:pt x="870694" y="2228631"/>
                  </a:lnTo>
                  <a:lnTo>
                    <a:pt x="871123" y="2223658"/>
                  </a:lnTo>
                  <a:lnTo>
                    <a:pt x="868482" y="2220413"/>
                  </a:lnTo>
                  <a:lnTo>
                    <a:pt x="863459" y="2220089"/>
                  </a:lnTo>
                  <a:lnTo>
                    <a:pt x="852364" y="2241516"/>
                  </a:lnTo>
                  <a:lnTo>
                    <a:pt x="858705" y="2253524"/>
                  </a:lnTo>
                  <a:lnTo>
                    <a:pt x="858271" y="2257855"/>
                  </a:lnTo>
                  <a:lnTo>
                    <a:pt x="836132" y="2260319"/>
                  </a:lnTo>
                  <a:lnTo>
                    <a:pt x="785881" y="2284495"/>
                  </a:lnTo>
                  <a:lnTo>
                    <a:pt x="766285" y="2297532"/>
                  </a:lnTo>
                  <a:lnTo>
                    <a:pt x="767288" y="2293144"/>
                  </a:lnTo>
                  <a:lnTo>
                    <a:pt x="790982" y="2276246"/>
                  </a:lnTo>
                  <a:lnTo>
                    <a:pt x="782615" y="2273661"/>
                  </a:lnTo>
                  <a:lnTo>
                    <a:pt x="769143" y="2277884"/>
                  </a:lnTo>
                  <a:lnTo>
                    <a:pt x="764311" y="2276259"/>
                  </a:lnTo>
                  <a:lnTo>
                    <a:pt x="770016" y="2262288"/>
                  </a:lnTo>
                  <a:lnTo>
                    <a:pt x="768156" y="2249968"/>
                  </a:lnTo>
                  <a:lnTo>
                    <a:pt x="758591" y="2249631"/>
                  </a:lnTo>
                  <a:lnTo>
                    <a:pt x="752498" y="2259468"/>
                  </a:lnTo>
                  <a:lnTo>
                    <a:pt x="748265" y="2259049"/>
                  </a:lnTo>
                  <a:lnTo>
                    <a:pt x="742720" y="2254832"/>
                  </a:lnTo>
                  <a:lnTo>
                    <a:pt x="738426" y="2256166"/>
                  </a:lnTo>
                  <a:lnTo>
                    <a:pt x="741604" y="2278456"/>
                  </a:lnTo>
                  <a:lnTo>
                    <a:pt x="747630" y="2287626"/>
                  </a:lnTo>
                  <a:lnTo>
                    <a:pt x="752668" y="2299317"/>
                  </a:lnTo>
                  <a:lnTo>
                    <a:pt x="738907" y="2313764"/>
                  </a:lnTo>
                  <a:lnTo>
                    <a:pt x="726127" y="2325684"/>
                  </a:lnTo>
                  <a:lnTo>
                    <a:pt x="724742" y="2337203"/>
                  </a:lnTo>
                  <a:lnTo>
                    <a:pt x="711900" y="2352209"/>
                  </a:lnTo>
                  <a:lnTo>
                    <a:pt x="699818" y="2360719"/>
                  </a:lnTo>
                  <a:lnTo>
                    <a:pt x="671432" y="2380723"/>
                  </a:lnTo>
                  <a:lnTo>
                    <a:pt x="663334" y="2385003"/>
                  </a:lnTo>
                  <a:lnTo>
                    <a:pt x="650523" y="2394287"/>
                  </a:lnTo>
                  <a:lnTo>
                    <a:pt x="632849" y="2401247"/>
                  </a:lnTo>
                  <a:lnTo>
                    <a:pt x="615904" y="2412297"/>
                  </a:lnTo>
                  <a:lnTo>
                    <a:pt x="610189" y="2413973"/>
                  </a:lnTo>
                  <a:lnTo>
                    <a:pt x="621010" y="2404619"/>
                  </a:lnTo>
                  <a:lnTo>
                    <a:pt x="633842" y="2395379"/>
                  </a:lnTo>
                  <a:lnTo>
                    <a:pt x="622834" y="2396643"/>
                  </a:lnTo>
                  <a:lnTo>
                    <a:pt x="605869" y="2392363"/>
                  </a:lnTo>
                  <a:lnTo>
                    <a:pt x="595487" y="2392115"/>
                  </a:lnTo>
                  <a:lnTo>
                    <a:pt x="595414" y="2395487"/>
                  </a:lnTo>
                  <a:lnTo>
                    <a:pt x="587518" y="2400250"/>
                  </a:lnTo>
                  <a:lnTo>
                    <a:pt x="579338" y="2393252"/>
                  </a:lnTo>
                  <a:lnTo>
                    <a:pt x="575772" y="2388546"/>
                  </a:lnTo>
                  <a:lnTo>
                    <a:pt x="574082" y="2384482"/>
                  </a:lnTo>
                  <a:lnTo>
                    <a:pt x="570609" y="2383498"/>
                  </a:lnTo>
                  <a:lnTo>
                    <a:pt x="567271" y="2385384"/>
                  </a:lnTo>
                  <a:lnTo>
                    <a:pt x="579482" y="2414005"/>
                  </a:lnTo>
                  <a:lnTo>
                    <a:pt x="584686" y="2415243"/>
                  </a:lnTo>
                  <a:lnTo>
                    <a:pt x="590443" y="2418088"/>
                  </a:lnTo>
                  <a:lnTo>
                    <a:pt x="583275" y="2424756"/>
                  </a:lnTo>
                  <a:lnTo>
                    <a:pt x="575560" y="2429817"/>
                  </a:lnTo>
                  <a:lnTo>
                    <a:pt x="563426" y="2433177"/>
                  </a:lnTo>
                  <a:lnTo>
                    <a:pt x="553142" y="2422730"/>
                  </a:lnTo>
                  <a:lnTo>
                    <a:pt x="550915" y="2435838"/>
                  </a:lnTo>
                  <a:lnTo>
                    <a:pt x="549613" y="2448926"/>
                  </a:lnTo>
                  <a:lnTo>
                    <a:pt x="546161" y="2452285"/>
                  </a:lnTo>
                  <a:lnTo>
                    <a:pt x="540647" y="2457073"/>
                  </a:lnTo>
                  <a:lnTo>
                    <a:pt x="537655" y="2453460"/>
                  </a:lnTo>
                  <a:lnTo>
                    <a:pt x="536234" y="2448399"/>
                  </a:lnTo>
                  <a:lnTo>
                    <a:pt x="532704" y="2452914"/>
                  </a:lnTo>
                  <a:lnTo>
                    <a:pt x="527536" y="2456305"/>
                  </a:lnTo>
                  <a:lnTo>
                    <a:pt x="519010" y="2456984"/>
                  </a:lnTo>
                  <a:lnTo>
                    <a:pt x="512612" y="2458794"/>
                  </a:lnTo>
                  <a:lnTo>
                    <a:pt x="512762" y="2464217"/>
                  </a:lnTo>
                  <a:lnTo>
                    <a:pt x="514224" y="2469666"/>
                  </a:lnTo>
                  <a:lnTo>
                    <a:pt x="525542" y="2465361"/>
                  </a:lnTo>
                  <a:lnTo>
                    <a:pt x="521438" y="2479376"/>
                  </a:lnTo>
                  <a:lnTo>
                    <a:pt x="511031" y="2493226"/>
                  </a:lnTo>
                  <a:lnTo>
                    <a:pt x="502550" y="2496497"/>
                  </a:lnTo>
                  <a:lnTo>
                    <a:pt x="489579" y="2494471"/>
                  </a:lnTo>
                  <a:lnTo>
                    <a:pt x="486375" y="2495861"/>
                  </a:lnTo>
                  <a:lnTo>
                    <a:pt x="483507" y="2498738"/>
                  </a:lnTo>
                  <a:lnTo>
                    <a:pt x="498618" y="2520406"/>
                  </a:lnTo>
                  <a:lnTo>
                    <a:pt x="488908" y="2553085"/>
                  </a:lnTo>
                  <a:lnTo>
                    <a:pt x="482701" y="2564928"/>
                  </a:lnTo>
                  <a:lnTo>
                    <a:pt x="478396" y="2566446"/>
                  </a:lnTo>
                  <a:lnTo>
                    <a:pt x="473730" y="2566789"/>
                  </a:lnTo>
                  <a:lnTo>
                    <a:pt x="456981" y="2556260"/>
                  </a:lnTo>
                  <a:lnTo>
                    <a:pt x="447845" y="2548119"/>
                  </a:lnTo>
                  <a:lnTo>
                    <a:pt x="455896" y="2570275"/>
                  </a:lnTo>
                  <a:lnTo>
                    <a:pt x="477833" y="2576746"/>
                  </a:lnTo>
                  <a:lnTo>
                    <a:pt x="478955" y="2585129"/>
                  </a:lnTo>
                  <a:lnTo>
                    <a:pt x="478831" y="2592292"/>
                  </a:lnTo>
                  <a:lnTo>
                    <a:pt x="474510" y="2600700"/>
                  </a:lnTo>
                  <a:lnTo>
                    <a:pt x="470469" y="2611870"/>
                  </a:lnTo>
                  <a:lnTo>
                    <a:pt x="473451" y="2619650"/>
                  </a:lnTo>
                  <a:lnTo>
                    <a:pt x="476913" y="2638885"/>
                  </a:lnTo>
                  <a:lnTo>
                    <a:pt x="479874" y="2647712"/>
                  </a:lnTo>
                  <a:lnTo>
                    <a:pt x="483130" y="2674492"/>
                  </a:lnTo>
                  <a:lnTo>
                    <a:pt x="486592" y="2686106"/>
                  </a:lnTo>
                  <a:lnTo>
                    <a:pt x="506535" y="2728851"/>
                  </a:lnTo>
                  <a:lnTo>
                    <a:pt x="513258" y="2729181"/>
                  </a:lnTo>
                  <a:lnTo>
                    <a:pt x="514338" y="2733811"/>
                  </a:lnTo>
                  <a:lnTo>
                    <a:pt x="513697" y="2742688"/>
                  </a:lnTo>
                  <a:lnTo>
                    <a:pt x="499352" y="2745273"/>
                  </a:lnTo>
                  <a:lnTo>
                    <a:pt x="493331" y="2749229"/>
                  </a:lnTo>
                  <a:lnTo>
                    <a:pt x="492158" y="2752665"/>
                  </a:lnTo>
                  <a:lnTo>
                    <a:pt x="491269" y="2754519"/>
                  </a:lnTo>
                  <a:lnTo>
                    <a:pt x="489419" y="2754348"/>
                  </a:lnTo>
                  <a:lnTo>
                    <a:pt x="482577" y="2751877"/>
                  </a:lnTo>
                  <a:lnTo>
                    <a:pt x="467022" y="2739735"/>
                  </a:lnTo>
                  <a:lnTo>
                    <a:pt x="444357" y="2732210"/>
                  </a:lnTo>
                  <a:lnTo>
                    <a:pt x="414575" y="2729295"/>
                  </a:lnTo>
                  <a:lnTo>
                    <a:pt x="394230" y="2723218"/>
                  </a:lnTo>
                  <a:lnTo>
                    <a:pt x="383321" y="2713959"/>
                  </a:lnTo>
                  <a:lnTo>
                    <a:pt x="371916" y="2708473"/>
                  </a:lnTo>
                  <a:lnTo>
                    <a:pt x="360019" y="2706745"/>
                  </a:lnTo>
                  <a:lnTo>
                    <a:pt x="350165" y="2701722"/>
                  </a:lnTo>
                  <a:lnTo>
                    <a:pt x="342351" y="2693403"/>
                  </a:lnTo>
                  <a:lnTo>
                    <a:pt x="330925" y="2688094"/>
                  </a:lnTo>
                  <a:lnTo>
                    <a:pt x="315887" y="2685789"/>
                  </a:lnTo>
                  <a:lnTo>
                    <a:pt x="306099" y="2679553"/>
                  </a:lnTo>
                  <a:lnTo>
                    <a:pt x="299293" y="2664306"/>
                  </a:lnTo>
                  <a:lnTo>
                    <a:pt x="299262" y="2664077"/>
                  </a:lnTo>
                  <a:lnTo>
                    <a:pt x="293170" y="2638586"/>
                  </a:lnTo>
                  <a:lnTo>
                    <a:pt x="285496" y="2622615"/>
                  </a:lnTo>
                  <a:lnTo>
                    <a:pt x="270561" y="2602853"/>
                  </a:lnTo>
                  <a:lnTo>
                    <a:pt x="269186" y="2600249"/>
                  </a:lnTo>
                  <a:lnTo>
                    <a:pt x="269062" y="2596998"/>
                  </a:lnTo>
                  <a:lnTo>
                    <a:pt x="270912" y="2585497"/>
                  </a:lnTo>
                  <a:lnTo>
                    <a:pt x="269336" y="2577229"/>
                  </a:lnTo>
                  <a:lnTo>
                    <a:pt x="264608" y="2570491"/>
                  </a:lnTo>
                  <a:lnTo>
                    <a:pt x="263522" y="2563360"/>
                  </a:lnTo>
                  <a:lnTo>
                    <a:pt x="266086" y="2555854"/>
                  </a:lnTo>
                  <a:lnTo>
                    <a:pt x="266251" y="2546836"/>
                  </a:lnTo>
                  <a:lnTo>
                    <a:pt x="264024" y="2536307"/>
                  </a:lnTo>
                  <a:lnTo>
                    <a:pt x="254500" y="2524921"/>
                  </a:lnTo>
                  <a:lnTo>
                    <a:pt x="237679" y="2512690"/>
                  </a:lnTo>
                  <a:lnTo>
                    <a:pt x="223349" y="2494826"/>
                  </a:lnTo>
                  <a:lnTo>
                    <a:pt x="211520" y="2471343"/>
                  </a:lnTo>
                  <a:lnTo>
                    <a:pt x="199820" y="2455073"/>
                  </a:lnTo>
                  <a:lnTo>
                    <a:pt x="188249" y="2446011"/>
                  </a:lnTo>
                  <a:lnTo>
                    <a:pt x="180338" y="2434949"/>
                  </a:lnTo>
                  <a:lnTo>
                    <a:pt x="176079" y="2421886"/>
                  </a:lnTo>
                  <a:lnTo>
                    <a:pt x="174824" y="2414303"/>
                  </a:lnTo>
                  <a:lnTo>
                    <a:pt x="176560" y="2412208"/>
                  </a:lnTo>
                  <a:lnTo>
                    <a:pt x="169449" y="2397684"/>
                  </a:lnTo>
                  <a:lnTo>
                    <a:pt x="153491" y="2370746"/>
                  </a:lnTo>
                  <a:lnTo>
                    <a:pt x="144324" y="2351047"/>
                  </a:lnTo>
                  <a:lnTo>
                    <a:pt x="141962" y="2338594"/>
                  </a:lnTo>
                  <a:lnTo>
                    <a:pt x="131807" y="2323772"/>
                  </a:lnTo>
                  <a:lnTo>
                    <a:pt x="113865" y="2306582"/>
                  </a:lnTo>
                  <a:lnTo>
                    <a:pt x="104108" y="2295399"/>
                  </a:lnTo>
                  <a:lnTo>
                    <a:pt x="101711" y="2287632"/>
                  </a:lnTo>
                  <a:lnTo>
                    <a:pt x="73712" y="2265044"/>
                  </a:lnTo>
                  <a:lnTo>
                    <a:pt x="65578" y="2250933"/>
                  </a:lnTo>
                  <a:lnTo>
                    <a:pt x="59227" y="2246475"/>
                  </a:lnTo>
                  <a:lnTo>
                    <a:pt x="51935" y="2246958"/>
                  </a:lnTo>
                  <a:lnTo>
                    <a:pt x="48194" y="2245605"/>
                  </a:lnTo>
                  <a:lnTo>
                    <a:pt x="48008" y="2242417"/>
                  </a:lnTo>
                  <a:lnTo>
                    <a:pt x="45646" y="2242265"/>
                  </a:lnTo>
                  <a:lnTo>
                    <a:pt x="41104" y="2245161"/>
                  </a:lnTo>
                  <a:lnTo>
                    <a:pt x="26210" y="2245745"/>
                  </a:lnTo>
                  <a:lnTo>
                    <a:pt x="961" y="2244024"/>
                  </a:lnTo>
                  <a:lnTo>
                    <a:pt x="0" y="2243821"/>
                  </a:lnTo>
                  <a:lnTo>
                    <a:pt x="0" y="0"/>
                  </a:lnTo>
                  <a:lnTo>
                    <a:pt x="1773799" y="0"/>
                  </a:lnTo>
                  <a:lnTo>
                    <a:pt x="1791779" y="9112"/>
                  </a:lnTo>
                  <a:lnTo>
                    <a:pt x="1812321" y="19521"/>
                  </a:lnTo>
                  <a:lnTo>
                    <a:pt x="1817499" y="36825"/>
                  </a:lnTo>
                  <a:lnTo>
                    <a:pt x="1822542" y="53673"/>
                  </a:lnTo>
                  <a:lnTo>
                    <a:pt x="1834568" y="65904"/>
                  </a:lnTo>
                  <a:lnTo>
                    <a:pt x="1845575" y="77074"/>
                  </a:lnTo>
                  <a:lnTo>
                    <a:pt x="1851947" y="76490"/>
                  </a:lnTo>
                  <a:lnTo>
                    <a:pt x="1858412" y="71772"/>
                  </a:lnTo>
                  <a:lnTo>
                    <a:pt x="1862515" y="69498"/>
                  </a:lnTo>
                  <a:lnTo>
                    <a:pt x="1869393" y="69123"/>
                  </a:lnTo>
                  <a:lnTo>
                    <a:pt x="1884690" y="65085"/>
                  </a:lnTo>
                  <a:lnTo>
                    <a:pt x="1889211" y="65967"/>
                  </a:lnTo>
                  <a:lnTo>
                    <a:pt x="1891780" y="67987"/>
                  </a:lnTo>
                  <a:lnTo>
                    <a:pt x="1891992" y="71149"/>
                  </a:lnTo>
                  <a:lnTo>
                    <a:pt x="1891470" y="73664"/>
                  </a:lnTo>
                  <a:lnTo>
                    <a:pt x="1889103" y="78713"/>
                  </a:lnTo>
                  <a:lnTo>
                    <a:pt x="1892839" y="88333"/>
                  </a:lnTo>
                  <a:lnTo>
                    <a:pt x="1893625" y="99021"/>
                  </a:lnTo>
                  <a:lnTo>
                    <a:pt x="1895676" y="107099"/>
                  </a:lnTo>
                  <a:lnTo>
                    <a:pt x="1901939" y="117437"/>
                  </a:lnTo>
                  <a:lnTo>
                    <a:pt x="1907381" y="125515"/>
                  </a:lnTo>
                  <a:lnTo>
                    <a:pt x="1914233" y="127077"/>
                  </a:lnTo>
                  <a:lnTo>
                    <a:pt x="1930093" y="122372"/>
                  </a:lnTo>
                  <a:lnTo>
                    <a:pt x="1940031" y="120593"/>
                  </a:lnTo>
                  <a:lnTo>
                    <a:pt x="1945674" y="121362"/>
                  </a:lnTo>
                  <a:lnTo>
                    <a:pt x="1955327" y="128925"/>
                  </a:lnTo>
                  <a:lnTo>
                    <a:pt x="1960050" y="133472"/>
                  </a:lnTo>
                  <a:lnTo>
                    <a:pt x="1961177" y="137250"/>
                  </a:lnTo>
                  <a:lnTo>
                    <a:pt x="1948139" y="160340"/>
                  </a:lnTo>
                  <a:lnTo>
                    <a:pt x="1968815" y="171797"/>
                  </a:lnTo>
                  <a:lnTo>
                    <a:pt x="1991889" y="184320"/>
                  </a:lnTo>
                  <a:lnTo>
                    <a:pt x="2019402" y="199249"/>
                  </a:lnTo>
                  <a:lnTo>
                    <a:pt x="2036223" y="208388"/>
                  </a:lnTo>
                  <a:lnTo>
                    <a:pt x="2058377" y="221438"/>
                  </a:lnTo>
                  <a:lnTo>
                    <a:pt x="2062170" y="240032"/>
                  </a:lnTo>
                  <a:lnTo>
                    <a:pt x="2065364" y="255723"/>
                  </a:lnTo>
                  <a:lnTo>
                    <a:pt x="2069436" y="277600"/>
                  </a:lnTo>
                  <a:lnTo>
                    <a:pt x="2073585" y="299916"/>
                  </a:lnTo>
                  <a:lnTo>
                    <a:pt x="2077725" y="322148"/>
                  </a:lnTo>
                  <a:lnTo>
                    <a:pt x="2082112" y="345746"/>
                  </a:lnTo>
                  <a:lnTo>
                    <a:pt x="2086934" y="371669"/>
                  </a:lnTo>
                  <a:lnTo>
                    <a:pt x="2091218" y="394676"/>
                  </a:lnTo>
                  <a:lnTo>
                    <a:pt x="2095894" y="419792"/>
                  </a:lnTo>
                  <a:lnTo>
                    <a:pt x="2102111" y="452477"/>
                  </a:lnTo>
                  <a:lnTo>
                    <a:pt x="2096551" y="465070"/>
                  </a:lnTo>
                  <a:lnTo>
                    <a:pt x="2084443" y="492491"/>
                  </a:lnTo>
                  <a:lnTo>
                    <a:pt x="2073498" y="517277"/>
                  </a:lnTo>
                  <a:lnTo>
                    <a:pt x="2072541" y="524465"/>
                  </a:lnTo>
                  <a:lnTo>
                    <a:pt x="2065017" y="560606"/>
                  </a:lnTo>
                  <a:lnTo>
                    <a:pt x="2058987" y="575535"/>
                  </a:lnTo>
                  <a:lnTo>
                    <a:pt x="2048424" y="584204"/>
                  </a:lnTo>
                  <a:lnTo>
                    <a:pt x="2037938" y="592605"/>
                  </a:lnTo>
                  <a:lnTo>
                    <a:pt x="2024859" y="606684"/>
                  </a:lnTo>
                  <a:lnTo>
                    <a:pt x="2010472" y="613638"/>
                  </a:lnTo>
                  <a:lnTo>
                    <a:pt x="2003123" y="617727"/>
                  </a:lnTo>
                  <a:lnTo>
                    <a:pt x="1999273" y="624179"/>
                  </a:lnTo>
                  <a:lnTo>
                    <a:pt x="1995026" y="638322"/>
                  </a:lnTo>
                  <a:lnTo>
                    <a:pt x="1995842" y="659919"/>
                  </a:lnTo>
                  <a:lnTo>
                    <a:pt x="2007692" y="678507"/>
                  </a:lnTo>
                  <a:lnTo>
                    <a:pt x="2025024" y="688902"/>
                  </a:lnTo>
                  <a:lnTo>
                    <a:pt x="2043669" y="699025"/>
                  </a:lnTo>
                  <a:lnTo>
                    <a:pt x="2070232" y="699069"/>
                  </a:lnTo>
                  <a:lnTo>
                    <a:pt x="2094122" y="685562"/>
                  </a:lnTo>
                  <a:lnTo>
                    <a:pt x="2119433" y="671255"/>
                  </a:lnTo>
                  <a:lnTo>
                    <a:pt x="2142001" y="658497"/>
                  </a:lnTo>
                  <a:lnTo>
                    <a:pt x="2168842" y="643326"/>
                  </a:lnTo>
                  <a:lnTo>
                    <a:pt x="2193151" y="629577"/>
                  </a:lnTo>
                  <a:lnTo>
                    <a:pt x="2219548" y="624637"/>
                  </a:lnTo>
                  <a:lnTo>
                    <a:pt x="2256125" y="617797"/>
                  </a:lnTo>
                  <a:lnTo>
                    <a:pt x="2302169" y="609180"/>
                  </a:lnTo>
                  <a:lnTo>
                    <a:pt x="2324587" y="599368"/>
                  </a:lnTo>
                  <a:lnTo>
                    <a:pt x="2353557" y="586687"/>
                  </a:lnTo>
                  <a:lnTo>
                    <a:pt x="2386977" y="572055"/>
                  </a:lnTo>
                  <a:lnTo>
                    <a:pt x="2415818" y="559431"/>
                  </a:lnTo>
                  <a:lnTo>
                    <a:pt x="2430319" y="552433"/>
                  </a:lnTo>
                  <a:lnTo>
                    <a:pt x="2440633" y="544450"/>
                  </a:lnTo>
                  <a:lnTo>
                    <a:pt x="2443191" y="538544"/>
                  </a:lnTo>
                  <a:lnTo>
                    <a:pt x="2442582" y="535153"/>
                  </a:lnTo>
                  <a:lnTo>
                    <a:pt x="2439920" y="531756"/>
                  </a:lnTo>
                  <a:lnTo>
                    <a:pt x="2436241" y="529247"/>
                  </a:lnTo>
                  <a:lnTo>
                    <a:pt x="2432970" y="527114"/>
                  </a:lnTo>
                  <a:lnTo>
                    <a:pt x="2431435" y="524472"/>
                  </a:lnTo>
                  <a:lnTo>
                    <a:pt x="2431130" y="518693"/>
                  </a:lnTo>
                  <a:lnTo>
                    <a:pt x="2429125" y="515372"/>
                  </a:lnTo>
                  <a:lnTo>
                    <a:pt x="2427213" y="512927"/>
                  </a:lnTo>
                  <a:lnTo>
                    <a:pt x="2427936" y="490561"/>
                  </a:lnTo>
                  <a:lnTo>
                    <a:pt x="2425414" y="483626"/>
                  </a:lnTo>
                  <a:lnTo>
                    <a:pt x="2416014" y="466048"/>
                  </a:lnTo>
                  <a:lnTo>
                    <a:pt x="2433941" y="458167"/>
                  </a:lnTo>
                  <a:lnTo>
                    <a:pt x="2450550" y="450858"/>
                  </a:lnTo>
                  <a:lnTo>
                    <a:pt x="2463795" y="445448"/>
                  </a:lnTo>
                  <a:lnTo>
                    <a:pt x="2491541" y="444597"/>
                  </a:lnTo>
                  <a:lnTo>
                    <a:pt x="2517307" y="444705"/>
                  </a:lnTo>
                  <a:lnTo>
                    <a:pt x="2552820" y="444851"/>
                  </a:lnTo>
                  <a:lnTo>
                    <a:pt x="2582741" y="444971"/>
                  </a:lnTo>
                  <a:lnTo>
                    <a:pt x="2617649" y="445117"/>
                  </a:lnTo>
                  <a:lnTo>
                    <a:pt x="2638113" y="445200"/>
                  </a:lnTo>
                  <a:lnTo>
                    <a:pt x="2664928" y="444946"/>
                  </a:lnTo>
                  <a:lnTo>
                    <a:pt x="2677997" y="424656"/>
                  </a:lnTo>
                  <a:lnTo>
                    <a:pt x="2689676" y="406513"/>
                  </a:lnTo>
                  <a:lnTo>
                    <a:pt x="2702539" y="389177"/>
                  </a:lnTo>
                  <a:lnTo>
                    <a:pt x="2725406" y="368824"/>
                  </a:lnTo>
                  <a:lnTo>
                    <a:pt x="2732047" y="365166"/>
                  </a:lnTo>
                  <a:lnTo>
                    <a:pt x="2735710" y="357139"/>
                  </a:lnTo>
                  <a:lnTo>
                    <a:pt x="2749570" y="349512"/>
                  </a:lnTo>
                  <a:lnTo>
                    <a:pt x="2764841" y="342438"/>
                  </a:lnTo>
                  <a:lnTo>
                    <a:pt x="2770830" y="335802"/>
                  </a:lnTo>
                  <a:lnTo>
                    <a:pt x="2773729" y="332023"/>
                  </a:lnTo>
                  <a:lnTo>
                    <a:pt x="2815076" y="296232"/>
                  </a:lnTo>
                  <a:lnTo>
                    <a:pt x="2838559" y="279702"/>
                  </a:lnTo>
                  <a:lnTo>
                    <a:pt x="2857953" y="270501"/>
                  </a:lnTo>
                  <a:lnTo>
                    <a:pt x="2872717" y="266106"/>
                  </a:lnTo>
                  <a:lnTo>
                    <a:pt x="2882686" y="266735"/>
                  </a:lnTo>
                  <a:lnTo>
                    <a:pt x="2888355" y="2661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g3868"/>
            <p:cNvSpPr/>
            <p:nvPr/>
          </p:nvSpPr>
          <p:spPr>
            <a:xfrm>
              <a:off x="5192267" y="3307053"/>
              <a:ext cx="225302" cy="75760"/>
            </a:xfrm>
            <a:custGeom>
              <a:avLst/>
              <a:gdLst/>
              <a:ahLst/>
              <a:cxnLst/>
              <a:rect l="0" t="0" r="0" b="0"/>
              <a:pathLst>
                <a:path w="225302" h="75760">
                  <a:moveTo>
                    <a:pt x="153584" y="30132"/>
                  </a:moveTo>
                  <a:lnTo>
                    <a:pt x="160385" y="30983"/>
                  </a:lnTo>
                  <a:lnTo>
                    <a:pt x="166235" y="28513"/>
                  </a:lnTo>
                  <a:lnTo>
                    <a:pt x="171775" y="23521"/>
                  </a:lnTo>
                  <a:lnTo>
                    <a:pt x="184637" y="16771"/>
                  </a:lnTo>
                  <a:lnTo>
                    <a:pt x="195598" y="13818"/>
                  </a:lnTo>
                  <a:lnTo>
                    <a:pt x="199050" y="13208"/>
                  </a:lnTo>
                  <a:lnTo>
                    <a:pt x="204275" y="17946"/>
                  </a:lnTo>
                  <a:lnTo>
                    <a:pt x="214641" y="14142"/>
                  </a:lnTo>
                  <a:lnTo>
                    <a:pt x="225302" y="12008"/>
                  </a:lnTo>
                  <a:lnTo>
                    <a:pt x="179185" y="33669"/>
                  </a:lnTo>
                  <a:lnTo>
                    <a:pt x="169754" y="36108"/>
                  </a:lnTo>
                  <a:lnTo>
                    <a:pt x="156261" y="42560"/>
                  </a:lnTo>
                  <a:lnTo>
                    <a:pt x="143507" y="47132"/>
                  </a:lnTo>
                  <a:lnTo>
                    <a:pt x="134324" y="48796"/>
                  </a:lnTo>
                  <a:lnTo>
                    <a:pt x="88662" y="64875"/>
                  </a:lnTo>
                  <a:lnTo>
                    <a:pt x="85040" y="65224"/>
                  </a:lnTo>
                  <a:lnTo>
                    <a:pt x="81122" y="63656"/>
                  </a:lnTo>
                  <a:lnTo>
                    <a:pt x="43512" y="71937"/>
                  </a:lnTo>
                  <a:lnTo>
                    <a:pt x="28076" y="72870"/>
                  </a:lnTo>
                  <a:lnTo>
                    <a:pt x="14020" y="75760"/>
                  </a:lnTo>
                  <a:lnTo>
                    <a:pt x="24417" y="69092"/>
                  </a:lnTo>
                  <a:lnTo>
                    <a:pt x="24644" y="66596"/>
                  </a:lnTo>
                  <a:lnTo>
                    <a:pt x="22159" y="64646"/>
                  </a:lnTo>
                  <a:lnTo>
                    <a:pt x="16598" y="65212"/>
                  </a:lnTo>
                  <a:lnTo>
                    <a:pt x="10903" y="72076"/>
                  </a:lnTo>
                  <a:lnTo>
                    <a:pt x="1813" y="74369"/>
                  </a:lnTo>
                  <a:lnTo>
                    <a:pt x="0" y="66895"/>
                  </a:lnTo>
                  <a:lnTo>
                    <a:pt x="3033" y="61109"/>
                  </a:lnTo>
                  <a:lnTo>
                    <a:pt x="7141" y="55623"/>
                  </a:lnTo>
                  <a:lnTo>
                    <a:pt x="16169" y="46999"/>
                  </a:lnTo>
                  <a:lnTo>
                    <a:pt x="29083" y="41531"/>
                  </a:lnTo>
                  <a:lnTo>
                    <a:pt x="35646" y="36806"/>
                  </a:lnTo>
                  <a:lnTo>
                    <a:pt x="40194" y="40966"/>
                  </a:lnTo>
                  <a:lnTo>
                    <a:pt x="41191" y="35346"/>
                  </a:lnTo>
                  <a:lnTo>
                    <a:pt x="44690" y="32101"/>
                  </a:lnTo>
                  <a:lnTo>
                    <a:pt x="48493" y="30354"/>
                  </a:lnTo>
                  <a:lnTo>
                    <a:pt x="57640" y="30310"/>
                  </a:lnTo>
                  <a:lnTo>
                    <a:pt x="62565" y="29427"/>
                  </a:lnTo>
                  <a:lnTo>
                    <a:pt x="66126" y="27560"/>
                  </a:lnTo>
                  <a:lnTo>
                    <a:pt x="69779" y="27211"/>
                  </a:lnTo>
                  <a:lnTo>
                    <a:pt x="79784" y="29757"/>
                  </a:lnTo>
                  <a:lnTo>
                    <a:pt x="89556" y="29027"/>
                  </a:lnTo>
                  <a:lnTo>
                    <a:pt x="97447" y="25509"/>
                  </a:lnTo>
                  <a:lnTo>
                    <a:pt x="105648" y="24328"/>
                  </a:lnTo>
                  <a:lnTo>
                    <a:pt x="127343" y="23534"/>
                  </a:lnTo>
                  <a:lnTo>
                    <a:pt x="148902" y="20962"/>
                  </a:lnTo>
                  <a:lnTo>
                    <a:pt x="157522" y="16390"/>
                  </a:lnTo>
                  <a:lnTo>
                    <a:pt x="175630" y="3575"/>
                  </a:lnTo>
                  <a:lnTo>
                    <a:pt x="186048" y="0"/>
                  </a:lnTo>
                  <a:lnTo>
                    <a:pt x="169826" y="14891"/>
                  </a:lnTo>
                  <a:lnTo>
                    <a:pt x="161108" y="217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g3869"/>
            <p:cNvSpPr/>
            <p:nvPr/>
          </p:nvSpPr>
          <p:spPr>
            <a:xfrm>
              <a:off x="5787092" y="2877417"/>
              <a:ext cx="23756" cy="26893"/>
            </a:xfrm>
            <a:custGeom>
              <a:avLst/>
              <a:gdLst/>
              <a:ahLst/>
              <a:cxnLst/>
              <a:rect l="0" t="0" r="0" b="0"/>
              <a:pathLst>
                <a:path w="23756" h="26893">
                  <a:moveTo>
                    <a:pt x="17596" y="18663"/>
                  </a:moveTo>
                  <a:lnTo>
                    <a:pt x="10841" y="17558"/>
                  </a:lnTo>
                  <a:lnTo>
                    <a:pt x="10981" y="24423"/>
                  </a:lnTo>
                  <a:lnTo>
                    <a:pt x="10226" y="26893"/>
                  </a:lnTo>
                  <a:lnTo>
                    <a:pt x="2744" y="23363"/>
                  </a:lnTo>
                  <a:lnTo>
                    <a:pt x="0" y="21089"/>
                  </a:lnTo>
                  <a:lnTo>
                    <a:pt x="237" y="11995"/>
                  </a:lnTo>
                  <a:lnTo>
                    <a:pt x="6847" y="3397"/>
                  </a:lnTo>
                  <a:lnTo>
                    <a:pt x="11885" y="0"/>
                  </a:lnTo>
                  <a:lnTo>
                    <a:pt x="18381" y="2355"/>
                  </a:lnTo>
                  <a:lnTo>
                    <a:pt x="23368" y="11983"/>
                  </a:lnTo>
                  <a:lnTo>
                    <a:pt x="23756" y="1612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g3870"/>
            <p:cNvSpPr/>
            <p:nvPr/>
          </p:nvSpPr>
          <p:spPr>
            <a:xfrm>
              <a:off x="5170691" y="3371376"/>
              <a:ext cx="17833" cy="18174"/>
            </a:xfrm>
            <a:custGeom>
              <a:avLst/>
              <a:gdLst/>
              <a:ahLst/>
              <a:cxnLst/>
              <a:rect l="0" t="0" r="0" b="0"/>
              <a:pathLst>
                <a:path w="17833" h="18174">
                  <a:moveTo>
                    <a:pt x="0" y="18174"/>
                  </a:moveTo>
                  <a:lnTo>
                    <a:pt x="5048" y="5702"/>
                  </a:lnTo>
                  <a:lnTo>
                    <a:pt x="14330" y="0"/>
                  </a:lnTo>
                  <a:lnTo>
                    <a:pt x="17689" y="1187"/>
                  </a:lnTo>
                  <a:lnTo>
                    <a:pt x="17833" y="5594"/>
                  </a:lnTo>
                  <a:lnTo>
                    <a:pt x="16531" y="9360"/>
                  </a:lnTo>
                  <a:lnTo>
                    <a:pt x="10304" y="15164"/>
                  </a:lnTo>
                  <a:lnTo>
                    <a:pt x="5054" y="176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g3871"/>
            <p:cNvSpPr/>
            <p:nvPr/>
          </p:nvSpPr>
          <p:spPr>
            <a:xfrm>
              <a:off x="5531238" y="3267490"/>
              <a:ext cx="33791" cy="16879"/>
            </a:xfrm>
            <a:custGeom>
              <a:avLst/>
              <a:gdLst/>
              <a:ahLst/>
              <a:cxnLst/>
              <a:rect l="0" t="0" r="0" b="0"/>
              <a:pathLst>
                <a:path w="33791" h="16879">
                  <a:moveTo>
                    <a:pt x="4645" y="16879"/>
                  </a:moveTo>
                  <a:lnTo>
                    <a:pt x="0" y="12776"/>
                  </a:lnTo>
                  <a:lnTo>
                    <a:pt x="7270" y="10878"/>
                  </a:lnTo>
                  <a:lnTo>
                    <a:pt x="16454" y="1130"/>
                  </a:lnTo>
                  <a:lnTo>
                    <a:pt x="22562" y="0"/>
                  </a:lnTo>
                  <a:lnTo>
                    <a:pt x="32158" y="5518"/>
                  </a:lnTo>
                  <a:lnTo>
                    <a:pt x="33791" y="1052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g3872"/>
            <p:cNvSpPr/>
            <p:nvPr/>
          </p:nvSpPr>
          <p:spPr>
            <a:xfrm>
              <a:off x="5476517" y="3241859"/>
              <a:ext cx="12087" cy="24671"/>
            </a:xfrm>
            <a:custGeom>
              <a:avLst/>
              <a:gdLst/>
              <a:ahLst/>
              <a:cxnLst/>
              <a:rect l="0" t="0" r="0" b="0"/>
              <a:pathLst>
                <a:path w="12087" h="24671">
                  <a:moveTo>
                    <a:pt x="5855" y="24671"/>
                  </a:moveTo>
                  <a:lnTo>
                    <a:pt x="0" y="24048"/>
                  </a:lnTo>
                  <a:lnTo>
                    <a:pt x="2971" y="19248"/>
                  </a:lnTo>
                  <a:lnTo>
                    <a:pt x="4103" y="12199"/>
                  </a:lnTo>
                  <a:lnTo>
                    <a:pt x="6991" y="4457"/>
                  </a:lnTo>
                  <a:lnTo>
                    <a:pt x="8655" y="2089"/>
                  </a:lnTo>
                  <a:lnTo>
                    <a:pt x="12087" y="0"/>
                  </a:lnTo>
                  <a:lnTo>
                    <a:pt x="11095" y="211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g3873"/>
            <p:cNvSpPr/>
            <p:nvPr/>
          </p:nvSpPr>
          <p:spPr>
            <a:xfrm>
              <a:off x="5594331" y="3275262"/>
              <a:ext cx="27001" cy="19248"/>
            </a:xfrm>
            <a:custGeom>
              <a:avLst/>
              <a:gdLst/>
              <a:ahLst/>
              <a:cxnLst/>
              <a:rect l="0" t="0" r="0" b="0"/>
              <a:pathLst>
                <a:path w="27001" h="19248">
                  <a:moveTo>
                    <a:pt x="18836" y="19248"/>
                  </a:moveTo>
                  <a:lnTo>
                    <a:pt x="0" y="14453"/>
                  </a:lnTo>
                  <a:lnTo>
                    <a:pt x="15498" y="10389"/>
                  </a:lnTo>
                  <a:lnTo>
                    <a:pt x="18030" y="8973"/>
                  </a:lnTo>
                  <a:lnTo>
                    <a:pt x="20050" y="2997"/>
                  </a:lnTo>
                  <a:lnTo>
                    <a:pt x="20303" y="0"/>
                  </a:lnTo>
                  <a:lnTo>
                    <a:pt x="26190" y="12853"/>
                  </a:lnTo>
                  <a:lnTo>
                    <a:pt x="27001" y="1715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g3874"/>
            <p:cNvSpPr/>
            <p:nvPr/>
          </p:nvSpPr>
          <p:spPr>
            <a:xfrm>
              <a:off x="5013918" y="3984239"/>
              <a:ext cx="8624" cy="14377"/>
            </a:xfrm>
            <a:custGeom>
              <a:avLst/>
              <a:gdLst/>
              <a:ahLst/>
              <a:cxnLst/>
              <a:rect l="0" t="0" r="0" b="0"/>
              <a:pathLst>
                <a:path w="8624" h="14377">
                  <a:moveTo>
                    <a:pt x="7028" y="14377"/>
                  </a:moveTo>
                  <a:lnTo>
                    <a:pt x="0" y="0"/>
                  </a:lnTo>
                  <a:lnTo>
                    <a:pt x="7229" y="4648"/>
                  </a:lnTo>
                  <a:lnTo>
                    <a:pt x="8521" y="8515"/>
                  </a:lnTo>
                  <a:lnTo>
                    <a:pt x="8624" y="117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g3875"/>
            <p:cNvSpPr/>
            <p:nvPr/>
          </p:nvSpPr>
          <p:spPr>
            <a:xfrm>
              <a:off x="5016786" y="4007259"/>
              <a:ext cx="24727" cy="72349"/>
            </a:xfrm>
            <a:custGeom>
              <a:avLst/>
              <a:gdLst/>
              <a:ahLst/>
              <a:cxnLst/>
              <a:rect l="0" t="0" r="0" b="0"/>
              <a:pathLst>
                <a:path w="24727" h="72349">
                  <a:moveTo>
                    <a:pt x="1250" y="72349"/>
                  </a:moveTo>
                  <a:lnTo>
                    <a:pt x="0" y="71213"/>
                  </a:lnTo>
                  <a:lnTo>
                    <a:pt x="16267" y="63796"/>
                  </a:lnTo>
                  <a:lnTo>
                    <a:pt x="21399" y="37670"/>
                  </a:lnTo>
                  <a:lnTo>
                    <a:pt x="22102" y="25623"/>
                  </a:lnTo>
                  <a:lnTo>
                    <a:pt x="19663" y="4388"/>
                  </a:lnTo>
                  <a:lnTo>
                    <a:pt x="19745" y="0"/>
                  </a:lnTo>
                  <a:lnTo>
                    <a:pt x="22391" y="6845"/>
                  </a:lnTo>
                  <a:lnTo>
                    <a:pt x="24727" y="26658"/>
                  </a:lnTo>
                  <a:lnTo>
                    <a:pt x="23849" y="41683"/>
                  </a:lnTo>
                  <a:lnTo>
                    <a:pt x="19130" y="63573"/>
                  </a:lnTo>
                  <a:lnTo>
                    <a:pt x="15446" y="6880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g3876"/>
            <p:cNvSpPr/>
            <p:nvPr/>
          </p:nvSpPr>
          <p:spPr>
            <a:xfrm>
              <a:off x="4985661" y="4082556"/>
              <a:ext cx="21404" cy="9277"/>
            </a:xfrm>
            <a:custGeom>
              <a:avLst/>
              <a:gdLst/>
              <a:ahLst/>
              <a:cxnLst/>
              <a:rect l="0" t="0" r="0" b="0"/>
              <a:pathLst>
                <a:path w="21404" h="9277">
                  <a:moveTo>
                    <a:pt x="2170" y="9277"/>
                  </a:moveTo>
                  <a:lnTo>
                    <a:pt x="0" y="8725"/>
                  </a:lnTo>
                  <a:lnTo>
                    <a:pt x="12619" y="2089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g3877"/>
            <p:cNvSpPr/>
            <p:nvPr/>
          </p:nvSpPr>
          <p:spPr>
            <a:xfrm>
              <a:off x="4928046" y="4115235"/>
              <a:ext cx="33993" cy="39982"/>
            </a:xfrm>
            <a:custGeom>
              <a:avLst/>
              <a:gdLst/>
              <a:ahLst/>
              <a:cxnLst/>
              <a:rect l="0" t="0" r="0" b="0"/>
              <a:pathLst>
                <a:path w="33993" h="39982">
                  <a:moveTo>
                    <a:pt x="0" y="39982"/>
                  </a:moveTo>
                  <a:lnTo>
                    <a:pt x="9689" y="23744"/>
                  </a:lnTo>
                  <a:lnTo>
                    <a:pt x="28825" y="3149"/>
                  </a:lnTo>
                  <a:lnTo>
                    <a:pt x="33993" y="0"/>
                  </a:lnTo>
                  <a:lnTo>
                    <a:pt x="18081" y="17590"/>
                  </a:lnTo>
                  <a:lnTo>
                    <a:pt x="2635" y="3848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g3878"/>
            <p:cNvSpPr/>
            <p:nvPr/>
          </p:nvSpPr>
          <p:spPr>
            <a:xfrm>
              <a:off x="4327665" y="5206518"/>
              <a:ext cx="17373" cy="15672"/>
            </a:xfrm>
            <a:custGeom>
              <a:avLst/>
              <a:gdLst/>
              <a:ahLst/>
              <a:cxnLst/>
              <a:rect l="0" t="0" r="0" b="0"/>
              <a:pathLst>
                <a:path w="17373" h="15672">
                  <a:moveTo>
                    <a:pt x="13601" y="15672"/>
                  </a:moveTo>
                  <a:lnTo>
                    <a:pt x="5968" y="13183"/>
                  </a:lnTo>
                  <a:lnTo>
                    <a:pt x="1798" y="8725"/>
                  </a:lnTo>
                  <a:lnTo>
                    <a:pt x="0" y="0"/>
                  </a:lnTo>
                  <a:lnTo>
                    <a:pt x="6645" y="9239"/>
                  </a:lnTo>
                  <a:lnTo>
                    <a:pt x="9028" y="11329"/>
                  </a:lnTo>
                  <a:lnTo>
                    <a:pt x="17373" y="122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g3879"/>
            <p:cNvSpPr/>
            <p:nvPr/>
          </p:nvSpPr>
          <p:spPr>
            <a:xfrm>
              <a:off x="4331075" y="5186660"/>
              <a:ext cx="9033" cy="26938"/>
            </a:xfrm>
            <a:custGeom>
              <a:avLst/>
              <a:gdLst/>
              <a:ahLst/>
              <a:cxnLst/>
              <a:rect l="0" t="0" r="0" b="0"/>
              <a:pathLst>
                <a:path w="9033" h="26938">
                  <a:moveTo>
                    <a:pt x="8883" y="26938"/>
                  </a:moveTo>
                  <a:lnTo>
                    <a:pt x="3550" y="14142"/>
                  </a:lnTo>
                  <a:lnTo>
                    <a:pt x="0" y="0"/>
                  </a:lnTo>
                  <a:lnTo>
                    <a:pt x="5079" y="4578"/>
                  </a:lnTo>
                  <a:lnTo>
                    <a:pt x="9033" y="19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g3880"/>
            <p:cNvSpPr/>
            <p:nvPr/>
          </p:nvSpPr>
          <p:spPr>
            <a:xfrm>
              <a:off x="4499202" y="5362642"/>
              <a:ext cx="34236" cy="51158"/>
            </a:xfrm>
            <a:custGeom>
              <a:avLst/>
              <a:gdLst/>
              <a:ahLst/>
              <a:cxnLst/>
              <a:rect l="0" t="0" r="0" b="0"/>
              <a:pathLst>
                <a:path w="34236" h="51158">
                  <a:moveTo>
                    <a:pt x="0" y="51158"/>
                  </a:moveTo>
                  <a:lnTo>
                    <a:pt x="2330" y="45036"/>
                  </a:lnTo>
                  <a:lnTo>
                    <a:pt x="10531" y="31948"/>
                  </a:lnTo>
                  <a:lnTo>
                    <a:pt x="13182" y="25788"/>
                  </a:lnTo>
                  <a:lnTo>
                    <a:pt x="18722" y="21883"/>
                  </a:lnTo>
                  <a:lnTo>
                    <a:pt x="23880" y="14821"/>
                  </a:lnTo>
                  <a:lnTo>
                    <a:pt x="24267" y="6585"/>
                  </a:lnTo>
                  <a:lnTo>
                    <a:pt x="31760" y="825"/>
                  </a:lnTo>
                  <a:lnTo>
                    <a:pt x="34236" y="0"/>
                  </a:lnTo>
                  <a:lnTo>
                    <a:pt x="21032" y="267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g3881"/>
            <p:cNvSpPr/>
            <p:nvPr/>
          </p:nvSpPr>
          <p:spPr>
            <a:xfrm>
              <a:off x="3289924" y="4803878"/>
              <a:ext cx="26706" cy="20480"/>
            </a:xfrm>
            <a:custGeom>
              <a:avLst/>
              <a:gdLst/>
              <a:ahLst/>
              <a:cxnLst/>
              <a:rect l="0" t="0" r="0" b="0"/>
              <a:pathLst>
                <a:path w="26706" h="20480">
                  <a:moveTo>
                    <a:pt x="18603" y="20480"/>
                  </a:moveTo>
                  <a:lnTo>
                    <a:pt x="1100" y="9214"/>
                  </a:lnTo>
                  <a:lnTo>
                    <a:pt x="0" y="4375"/>
                  </a:lnTo>
                  <a:lnTo>
                    <a:pt x="8635" y="0"/>
                  </a:lnTo>
                  <a:lnTo>
                    <a:pt x="13906" y="387"/>
                  </a:lnTo>
                  <a:lnTo>
                    <a:pt x="22241" y="6109"/>
                  </a:lnTo>
                  <a:lnTo>
                    <a:pt x="25290" y="7703"/>
                  </a:lnTo>
                  <a:lnTo>
                    <a:pt x="26706" y="10020"/>
                  </a:lnTo>
                  <a:lnTo>
                    <a:pt x="25900" y="13646"/>
                  </a:lnTo>
                  <a:lnTo>
                    <a:pt x="22536" y="18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g3882"/>
            <p:cNvSpPr/>
            <p:nvPr/>
          </p:nvSpPr>
          <p:spPr>
            <a:xfrm>
              <a:off x="2757638" y="5000397"/>
              <a:ext cx="20774" cy="30399"/>
            </a:xfrm>
            <a:custGeom>
              <a:avLst/>
              <a:gdLst/>
              <a:ahLst/>
              <a:cxnLst/>
              <a:rect l="0" t="0" r="0" b="0"/>
              <a:pathLst>
                <a:path w="20774" h="30399">
                  <a:moveTo>
                    <a:pt x="0" y="30399"/>
                  </a:moveTo>
                  <a:lnTo>
                    <a:pt x="5121" y="19749"/>
                  </a:lnTo>
                  <a:lnTo>
                    <a:pt x="6072" y="15482"/>
                  </a:lnTo>
                  <a:lnTo>
                    <a:pt x="14469" y="2006"/>
                  </a:lnTo>
                  <a:lnTo>
                    <a:pt x="18903" y="0"/>
                  </a:lnTo>
                  <a:lnTo>
                    <a:pt x="20774" y="5734"/>
                  </a:lnTo>
                  <a:lnTo>
                    <a:pt x="12138" y="15202"/>
                  </a:lnTo>
                  <a:lnTo>
                    <a:pt x="2294" y="300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g3883"/>
            <p:cNvSpPr/>
            <p:nvPr/>
          </p:nvSpPr>
          <p:spPr>
            <a:xfrm>
              <a:off x="2782499" y="4968054"/>
              <a:ext cx="42075" cy="30323"/>
            </a:xfrm>
            <a:custGeom>
              <a:avLst/>
              <a:gdLst/>
              <a:ahLst/>
              <a:cxnLst/>
              <a:rect l="0" t="0" r="0" b="0"/>
              <a:pathLst>
                <a:path w="42075" h="30323">
                  <a:moveTo>
                    <a:pt x="0" y="30323"/>
                  </a:moveTo>
                  <a:lnTo>
                    <a:pt x="4816" y="23299"/>
                  </a:lnTo>
                  <a:lnTo>
                    <a:pt x="12645" y="19756"/>
                  </a:lnTo>
                  <a:lnTo>
                    <a:pt x="29822" y="6261"/>
                  </a:lnTo>
                  <a:lnTo>
                    <a:pt x="36830" y="5334"/>
                  </a:lnTo>
                  <a:lnTo>
                    <a:pt x="40478" y="685"/>
                  </a:lnTo>
                  <a:lnTo>
                    <a:pt x="42075" y="0"/>
                  </a:lnTo>
                  <a:lnTo>
                    <a:pt x="41042" y="5696"/>
                  </a:lnTo>
                  <a:lnTo>
                    <a:pt x="27223" y="13786"/>
                  </a:lnTo>
                  <a:lnTo>
                    <a:pt x="3886" y="297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g3884"/>
            <p:cNvSpPr/>
            <p:nvPr/>
          </p:nvSpPr>
          <p:spPr>
            <a:xfrm>
              <a:off x="2720724" y="5040830"/>
              <a:ext cx="34318" cy="75366"/>
            </a:xfrm>
            <a:custGeom>
              <a:avLst/>
              <a:gdLst/>
              <a:ahLst/>
              <a:cxnLst/>
              <a:rect l="0" t="0" r="0" b="0"/>
              <a:pathLst>
                <a:path w="34318" h="75366">
                  <a:moveTo>
                    <a:pt x="0" y="75366"/>
                  </a:moveTo>
                  <a:lnTo>
                    <a:pt x="909" y="64215"/>
                  </a:lnTo>
                  <a:lnTo>
                    <a:pt x="9503" y="38877"/>
                  </a:lnTo>
                  <a:lnTo>
                    <a:pt x="26965" y="5575"/>
                  </a:lnTo>
                  <a:lnTo>
                    <a:pt x="34318" y="0"/>
                  </a:lnTo>
                  <a:lnTo>
                    <a:pt x="14175" y="36521"/>
                  </a:lnTo>
                  <a:lnTo>
                    <a:pt x="3302" y="6788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g3885"/>
            <p:cNvSpPr/>
            <p:nvPr/>
          </p:nvSpPr>
          <p:spPr>
            <a:xfrm>
              <a:off x="2963633" y="4843237"/>
              <a:ext cx="34081" cy="26658"/>
            </a:xfrm>
            <a:custGeom>
              <a:avLst/>
              <a:gdLst/>
              <a:ahLst/>
              <a:cxnLst/>
              <a:rect l="0" t="0" r="0" b="0"/>
              <a:pathLst>
                <a:path w="34081" h="26658">
                  <a:moveTo>
                    <a:pt x="0" y="26658"/>
                  </a:moveTo>
                  <a:lnTo>
                    <a:pt x="23068" y="6655"/>
                  </a:lnTo>
                  <a:lnTo>
                    <a:pt x="27905" y="0"/>
                  </a:lnTo>
                  <a:lnTo>
                    <a:pt x="34081" y="292"/>
                  </a:lnTo>
                  <a:lnTo>
                    <a:pt x="23781" y="11500"/>
                  </a:lnTo>
                  <a:lnTo>
                    <a:pt x="5286" y="254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g3886"/>
            <p:cNvSpPr/>
            <p:nvPr/>
          </p:nvSpPr>
          <p:spPr>
            <a:xfrm>
              <a:off x="2718358" y="5122184"/>
              <a:ext cx="25027" cy="140921"/>
            </a:xfrm>
            <a:custGeom>
              <a:avLst/>
              <a:gdLst/>
              <a:ahLst/>
              <a:cxnLst/>
              <a:rect l="0" t="0" r="0" b="0"/>
              <a:pathLst>
                <a:path w="25027" h="140921">
                  <a:moveTo>
                    <a:pt x="23564" y="140921"/>
                  </a:moveTo>
                  <a:lnTo>
                    <a:pt x="14800" y="112719"/>
                  </a:lnTo>
                  <a:lnTo>
                    <a:pt x="537" y="48898"/>
                  </a:lnTo>
                  <a:lnTo>
                    <a:pt x="0" y="12522"/>
                  </a:lnTo>
                  <a:lnTo>
                    <a:pt x="2242" y="0"/>
                  </a:lnTo>
                  <a:lnTo>
                    <a:pt x="5922" y="51374"/>
                  </a:lnTo>
                  <a:lnTo>
                    <a:pt x="21688" y="116618"/>
                  </a:lnTo>
                  <a:lnTo>
                    <a:pt x="25027" y="13488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g3887"/>
            <p:cNvSpPr/>
            <p:nvPr/>
          </p:nvSpPr>
          <p:spPr>
            <a:xfrm>
              <a:off x="5470466" y="3252585"/>
              <a:ext cx="5178" cy="13666"/>
            </a:xfrm>
            <a:custGeom>
              <a:avLst/>
              <a:gdLst/>
              <a:ahLst/>
              <a:cxnLst/>
              <a:rect l="0" t="0" r="0" b="0"/>
              <a:pathLst>
                <a:path w="5178" h="13666">
                  <a:moveTo>
                    <a:pt x="1095" y="13666"/>
                  </a:moveTo>
                  <a:lnTo>
                    <a:pt x="0" y="7385"/>
                  </a:lnTo>
                  <a:lnTo>
                    <a:pt x="2056" y="165"/>
                  </a:lnTo>
                  <a:lnTo>
                    <a:pt x="4139" y="0"/>
                  </a:lnTo>
                  <a:lnTo>
                    <a:pt x="5178" y="3841"/>
                  </a:lnTo>
                  <a:lnTo>
                    <a:pt x="4030" y="112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g3888"/>
            <p:cNvSpPr/>
            <p:nvPr/>
          </p:nvSpPr>
          <p:spPr>
            <a:xfrm>
              <a:off x="5168862" y="3489988"/>
              <a:ext cx="15498" cy="28227"/>
            </a:xfrm>
            <a:custGeom>
              <a:avLst/>
              <a:gdLst/>
              <a:ahLst/>
              <a:cxnLst/>
              <a:rect l="0" t="0" r="0" b="0"/>
              <a:pathLst>
                <a:path w="15498" h="28227">
                  <a:moveTo>
                    <a:pt x="284" y="28227"/>
                  </a:moveTo>
                  <a:lnTo>
                    <a:pt x="0" y="24442"/>
                  </a:lnTo>
                  <a:lnTo>
                    <a:pt x="15498" y="0"/>
                  </a:lnTo>
                  <a:lnTo>
                    <a:pt x="12697" y="854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g3889"/>
            <p:cNvSpPr/>
            <p:nvPr/>
          </p:nvSpPr>
          <p:spPr>
            <a:xfrm>
              <a:off x="5049761" y="3678353"/>
              <a:ext cx="29698" cy="55407"/>
            </a:xfrm>
            <a:custGeom>
              <a:avLst/>
              <a:gdLst/>
              <a:ahLst/>
              <a:cxnLst/>
              <a:rect l="0" t="0" r="0" b="0"/>
              <a:pathLst>
                <a:path w="29698" h="55407">
                  <a:moveTo>
                    <a:pt x="0" y="55407"/>
                  </a:moveTo>
                  <a:lnTo>
                    <a:pt x="16143" y="29364"/>
                  </a:lnTo>
                  <a:lnTo>
                    <a:pt x="25518" y="7544"/>
                  </a:lnTo>
                  <a:lnTo>
                    <a:pt x="29698" y="0"/>
                  </a:lnTo>
                  <a:lnTo>
                    <a:pt x="25642" y="15291"/>
                  </a:lnTo>
                  <a:lnTo>
                    <a:pt x="18552" y="29351"/>
                  </a:lnTo>
                  <a:lnTo>
                    <a:pt x="4811" y="532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g3890"/>
            <p:cNvSpPr/>
            <p:nvPr/>
          </p:nvSpPr>
          <p:spPr>
            <a:xfrm>
              <a:off x="4912662" y="4146288"/>
              <a:ext cx="13513" cy="6191"/>
            </a:xfrm>
            <a:custGeom>
              <a:avLst/>
              <a:gdLst/>
              <a:ahLst/>
              <a:cxnLst/>
              <a:rect l="0" t="0" r="0" b="0"/>
              <a:pathLst>
                <a:path w="13513" h="6191">
                  <a:moveTo>
                    <a:pt x="11157" y="6191"/>
                  </a:moveTo>
                  <a:lnTo>
                    <a:pt x="6997" y="4756"/>
                  </a:lnTo>
                  <a:lnTo>
                    <a:pt x="1266" y="2013"/>
                  </a:lnTo>
                  <a:lnTo>
                    <a:pt x="0" y="0"/>
                  </a:lnTo>
                  <a:lnTo>
                    <a:pt x="5467" y="730"/>
                  </a:lnTo>
                  <a:lnTo>
                    <a:pt x="13513" y="58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g3891"/>
            <p:cNvSpPr/>
            <p:nvPr/>
          </p:nvSpPr>
          <p:spPr>
            <a:xfrm>
              <a:off x="4410183" y="5440364"/>
              <a:ext cx="10779" cy="15615"/>
            </a:xfrm>
            <a:custGeom>
              <a:avLst/>
              <a:gdLst/>
              <a:ahLst/>
              <a:cxnLst/>
              <a:rect l="0" t="0" r="0" b="0"/>
              <a:pathLst>
                <a:path w="10779" h="15615">
                  <a:moveTo>
                    <a:pt x="6020" y="15615"/>
                  </a:moveTo>
                  <a:lnTo>
                    <a:pt x="4511" y="14790"/>
                  </a:lnTo>
                  <a:lnTo>
                    <a:pt x="4511" y="10890"/>
                  </a:lnTo>
                  <a:lnTo>
                    <a:pt x="0" y="2260"/>
                  </a:lnTo>
                  <a:lnTo>
                    <a:pt x="170" y="0"/>
                  </a:lnTo>
                  <a:lnTo>
                    <a:pt x="10516" y="8446"/>
                  </a:lnTo>
                  <a:lnTo>
                    <a:pt x="10779" y="10713"/>
                  </a:lnTo>
                  <a:lnTo>
                    <a:pt x="9193" y="129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g3892"/>
            <p:cNvSpPr/>
            <p:nvPr/>
          </p:nvSpPr>
          <p:spPr>
            <a:xfrm>
              <a:off x="4470862" y="5427841"/>
              <a:ext cx="6681" cy="5543"/>
            </a:xfrm>
            <a:custGeom>
              <a:avLst/>
              <a:gdLst/>
              <a:ahLst/>
              <a:cxnLst/>
              <a:rect l="0" t="0" r="0" b="0"/>
              <a:pathLst>
                <a:path w="6681" h="5543">
                  <a:moveTo>
                    <a:pt x="0" y="5543"/>
                  </a:moveTo>
                  <a:lnTo>
                    <a:pt x="1002" y="3695"/>
                  </a:lnTo>
                  <a:lnTo>
                    <a:pt x="5178" y="0"/>
                  </a:lnTo>
                  <a:lnTo>
                    <a:pt x="6681" y="1435"/>
                  </a:lnTo>
                  <a:lnTo>
                    <a:pt x="6516" y="3283"/>
                  </a:lnTo>
                  <a:lnTo>
                    <a:pt x="2005" y="55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g3893"/>
            <p:cNvSpPr/>
            <p:nvPr/>
          </p:nvSpPr>
          <p:spPr>
            <a:xfrm>
              <a:off x="4490252" y="5415509"/>
              <a:ext cx="5348" cy="5550"/>
            </a:xfrm>
            <a:custGeom>
              <a:avLst/>
              <a:gdLst/>
              <a:ahLst/>
              <a:cxnLst/>
              <a:rect l="0" t="0" r="0" b="0"/>
              <a:pathLst>
                <a:path w="5348" h="5550">
                  <a:moveTo>
                    <a:pt x="0" y="5550"/>
                  </a:moveTo>
                  <a:lnTo>
                    <a:pt x="4175" y="0"/>
                  </a:lnTo>
                  <a:lnTo>
                    <a:pt x="5348" y="412"/>
                  </a:lnTo>
                  <a:lnTo>
                    <a:pt x="2842" y="493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g3894"/>
            <p:cNvSpPr/>
            <p:nvPr/>
          </p:nvSpPr>
          <p:spPr>
            <a:xfrm>
              <a:off x="4440275" y="5439132"/>
              <a:ext cx="21895" cy="8630"/>
            </a:xfrm>
            <a:custGeom>
              <a:avLst/>
              <a:gdLst/>
              <a:ahLst/>
              <a:cxnLst/>
              <a:rect l="0" t="0" r="0" b="0"/>
              <a:pathLst>
                <a:path w="21895" h="8630">
                  <a:moveTo>
                    <a:pt x="5012" y="8630"/>
                  </a:moveTo>
                  <a:lnTo>
                    <a:pt x="0" y="6369"/>
                  </a:lnTo>
                  <a:lnTo>
                    <a:pt x="5513" y="3289"/>
                  </a:lnTo>
                  <a:lnTo>
                    <a:pt x="21895" y="0"/>
                  </a:lnTo>
                  <a:lnTo>
                    <a:pt x="15709" y="4108"/>
                  </a:lnTo>
                  <a:lnTo>
                    <a:pt x="9860" y="555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g3895"/>
            <p:cNvSpPr/>
            <p:nvPr/>
          </p:nvSpPr>
          <p:spPr>
            <a:xfrm>
              <a:off x="4403522" y="4631229"/>
              <a:ext cx="6945" cy="31688"/>
            </a:xfrm>
            <a:custGeom>
              <a:avLst/>
              <a:gdLst/>
              <a:ahLst/>
              <a:cxnLst/>
              <a:rect l="0" t="0" r="0" b="0"/>
              <a:pathLst>
                <a:path w="6945" h="31688">
                  <a:moveTo>
                    <a:pt x="2237" y="31688"/>
                  </a:moveTo>
                  <a:lnTo>
                    <a:pt x="201" y="20467"/>
                  </a:lnTo>
                  <a:lnTo>
                    <a:pt x="0" y="9570"/>
                  </a:lnTo>
                  <a:lnTo>
                    <a:pt x="3565" y="3124"/>
                  </a:lnTo>
                  <a:lnTo>
                    <a:pt x="694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g3896"/>
            <p:cNvSpPr/>
            <p:nvPr/>
          </p:nvSpPr>
          <p:spPr>
            <a:xfrm>
              <a:off x="4387977" y="5448277"/>
              <a:ext cx="10567" cy="12891"/>
            </a:xfrm>
            <a:custGeom>
              <a:avLst/>
              <a:gdLst/>
              <a:ahLst/>
              <a:cxnLst/>
              <a:rect l="0" t="0" r="0" b="0"/>
              <a:pathLst>
                <a:path w="10567" h="12891">
                  <a:moveTo>
                    <a:pt x="0" y="12891"/>
                  </a:moveTo>
                  <a:lnTo>
                    <a:pt x="5529" y="7772"/>
                  </a:lnTo>
                  <a:lnTo>
                    <a:pt x="7322" y="0"/>
                  </a:lnTo>
                  <a:lnTo>
                    <a:pt x="10567" y="6070"/>
                  </a:lnTo>
                  <a:lnTo>
                    <a:pt x="10505" y="9754"/>
                  </a:lnTo>
                  <a:lnTo>
                    <a:pt x="6857" y="116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g3897"/>
            <p:cNvSpPr/>
            <p:nvPr/>
          </p:nvSpPr>
          <p:spPr>
            <a:xfrm>
              <a:off x="4514406" y="5037121"/>
              <a:ext cx="28195" cy="83983"/>
            </a:xfrm>
            <a:custGeom>
              <a:avLst/>
              <a:gdLst/>
              <a:ahLst/>
              <a:cxnLst/>
              <a:rect l="0" t="0" r="0" b="0"/>
              <a:pathLst>
                <a:path w="28195" h="83983">
                  <a:moveTo>
                    <a:pt x="28195" y="83983"/>
                  </a:moveTo>
                  <a:lnTo>
                    <a:pt x="18464" y="61770"/>
                  </a:lnTo>
                  <a:lnTo>
                    <a:pt x="6438" y="26938"/>
                  </a:lnTo>
                  <a:lnTo>
                    <a:pt x="0" y="0"/>
                  </a:lnTo>
                  <a:lnTo>
                    <a:pt x="4356" y="7283"/>
                  </a:lnTo>
                  <a:lnTo>
                    <a:pt x="8614" y="22359"/>
                  </a:lnTo>
                  <a:lnTo>
                    <a:pt x="26474" y="744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g3898"/>
            <p:cNvSpPr/>
            <p:nvPr/>
          </p:nvSpPr>
          <p:spPr>
            <a:xfrm>
              <a:off x="4368934" y="5462902"/>
              <a:ext cx="7699" cy="4470"/>
            </a:xfrm>
            <a:custGeom>
              <a:avLst/>
              <a:gdLst/>
              <a:ahLst/>
              <a:cxnLst/>
              <a:rect l="0" t="0" r="0" b="0"/>
              <a:pathLst>
                <a:path w="7699" h="4470">
                  <a:moveTo>
                    <a:pt x="232" y="4470"/>
                  </a:moveTo>
                  <a:lnTo>
                    <a:pt x="0" y="2457"/>
                  </a:lnTo>
                  <a:lnTo>
                    <a:pt x="4630" y="0"/>
                  </a:lnTo>
                  <a:lnTo>
                    <a:pt x="7699" y="165"/>
                  </a:lnTo>
                  <a:lnTo>
                    <a:pt x="7586" y="2889"/>
                  </a:lnTo>
                  <a:lnTo>
                    <a:pt x="2919" y="41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g3899"/>
            <p:cNvSpPr/>
            <p:nvPr/>
          </p:nvSpPr>
          <p:spPr>
            <a:xfrm>
              <a:off x="3614100" y="4789697"/>
              <a:ext cx="7508" cy="12059"/>
            </a:xfrm>
            <a:custGeom>
              <a:avLst/>
              <a:gdLst/>
              <a:ahLst/>
              <a:cxnLst/>
              <a:rect l="0" t="0" r="0" b="0"/>
              <a:pathLst>
                <a:path w="7508" h="12059">
                  <a:moveTo>
                    <a:pt x="0" y="12059"/>
                  </a:moveTo>
                  <a:lnTo>
                    <a:pt x="263" y="9462"/>
                  </a:lnTo>
                  <a:lnTo>
                    <a:pt x="4490" y="2648"/>
                  </a:lnTo>
                  <a:lnTo>
                    <a:pt x="7508" y="0"/>
                  </a:lnTo>
                  <a:lnTo>
                    <a:pt x="5746" y="52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g3900"/>
            <p:cNvSpPr/>
            <p:nvPr/>
          </p:nvSpPr>
          <p:spPr>
            <a:xfrm>
              <a:off x="3637463" y="4723202"/>
              <a:ext cx="17435" cy="7734"/>
            </a:xfrm>
            <a:custGeom>
              <a:avLst/>
              <a:gdLst/>
              <a:ahLst/>
              <a:cxnLst/>
              <a:rect l="0" t="0" r="0" b="0"/>
              <a:pathLst>
                <a:path w="17435" h="7734">
                  <a:moveTo>
                    <a:pt x="16107" y="7734"/>
                  </a:moveTo>
                  <a:lnTo>
                    <a:pt x="6733" y="5029"/>
                  </a:lnTo>
                  <a:lnTo>
                    <a:pt x="1033" y="2514"/>
                  </a:lnTo>
                  <a:lnTo>
                    <a:pt x="0" y="0"/>
                  </a:lnTo>
                  <a:lnTo>
                    <a:pt x="15756" y="4565"/>
                  </a:lnTo>
                  <a:lnTo>
                    <a:pt x="17435" y="62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g3901"/>
            <p:cNvSpPr/>
            <p:nvPr/>
          </p:nvSpPr>
          <p:spPr>
            <a:xfrm>
              <a:off x="3680495" y="4721970"/>
              <a:ext cx="25921" cy="5569"/>
            </a:xfrm>
            <a:custGeom>
              <a:avLst/>
              <a:gdLst/>
              <a:ahLst/>
              <a:cxnLst/>
              <a:rect l="0" t="0" r="0" b="0"/>
              <a:pathLst>
                <a:path w="25921" h="5569">
                  <a:moveTo>
                    <a:pt x="16609" y="5569"/>
                  </a:moveTo>
                  <a:lnTo>
                    <a:pt x="2806" y="5308"/>
                  </a:lnTo>
                  <a:lnTo>
                    <a:pt x="0" y="4330"/>
                  </a:lnTo>
                  <a:lnTo>
                    <a:pt x="5539" y="2470"/>
                  </a:lnTo>
                  <a:lnTo>
                    <a:pt x="21895" y="0"/>
                  </a:lnTo>
                  <a:lnTo>
                    <a:pt x="25921" y="27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g3902"/>
            <p:cNvSpPr/>
            <p:nvPr/>
          </p:nvSpPr>
          <p:spPr>
            <a:xfrm>
              <a:off x="3571937" y="4735636"/>
              <a:ext cx="16650" cy="17044"/>
            </a:xfrm>
            <a:custGeom>
              <a:avLst/>
              <a:gdLst/>
              <a:ahLst/>
              <a:cxnLst/>
              <a:rect l="0" t="0" r="0" b="0"/>
              <a:pathLst>
                <a:path w="16650" h="17044">
                  <a:moveTo>
                    <a:pt x="12862" y="17044"/>
                  </a:moveTo>
                  <a:lnTo>
                    <a:pt x="7679" y="14034"/>
                  </a:lnTo>
                  <a:lnTo>
                    <a:pt x="0" y="13761"/>
                  </a:lnTo>
                  <a:lnTo>
                    <a:pt x="3379" y="11697"/>
                  </a:lnTo>
                  <a:lnTo>
                    <a:pt x="5751" y="9684"/>
                  </a:lnTo>
                  <a:lnTo>
                    <a:pt x="6935" y="7518"/>
                  </a:lnTo>
                  <a:lnTo>
                    <a:pt x="16650" y="0"/>
                  </a:lnTo>
                  <a:lnTo>
                    <a:pt x="13896" y="5518"/>
                  </a:lnTo>
                  <a:lnTo>
                    <a:pt x="12490" y="10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g3903"/>
            <p:cNvSpPr/>
            <p:nvPr/>
          </p:nvSpPr>
          <p:spPr>
            <a:xfrm>
              <a:off x="3622219" y="4750191"/>
              <a:ext cx="5746" cy="36527"/>
            </a:xfrm>
            <a:custGeom>
              <a:avLst/>
              <a:gdLst/>
              <a:ahLst/>
              <a:cxnLst/>
              <a:rect l="0" t="0" r="0" b="0"/>
              <a:pathLst>
                <a:path w="5746" h="36527">
                  <a:moveTo>
                    <a:pt x="1188" y="36527"/>
                  </a:moveTo>
                  <a:lnTo>
                    <a:pt x="4118" y="16695"/>
                  </a:lnTo>
                  <a:lnTo>
                    <a:pt x="0" y="0"/>
                  </a:lnTo>
                  <a:lnTo>
                    <a:pt x="4340" y="7328"/>
                  </a:lnTo>
                  <a:lnTo>
                    <a:pt x="5746" y="16047"/>
                  </a:lnTo>
                  <a:lnTo>
                    <a:pt x="4175" y="3238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g3904"/>
            <p:cNvSpPr/>
            <p:nvPr/>
          </p:nvSpPr>
          <p:spPr>
            <a:xfrm>
              <a:off x="4019115" y="4792371"/>
              <a:ext cx="40173" cy="16358"/>
            </a:xfrm>
            <a:custGeom>
              <a:avLst/>
              <a:gdLst/>
              <a:ahLst/>
              <a:cxnLst/>
              <a:rect l="0" t="0" r="0" b="0"/>
              <a:pathLst>
                <a:path w="40173" h="16358">
                  <a:moveTo>
                    <a:pt x="11482" y="16358"/>
                  </a:moveTo>
                  <a:lnTo>
                    <a:pt x="0" y="12954"/>
                  </a:lnTo>
                  <a:lnTo>
                    <a:pt x="7136" y="12307"/>
                  </a:lnTo>
                  <a:lnTo>
                    <a:pt x="12299" y="13685"/>
                  </a:lnTo>
                  <a:lnTo>
                    <a:pt x="25373" y="6991"/>
                  </a:lnTo>
                  <a:lnTo>
                    <a:pt x="32231" y="1924"/>
                  </a:lnTo>
                  <a:lnTo>
                    <a:pt x="40173" y="0"/>
                  </a:lnTo>
                  <a:lnTo>
                    <a:pt x="22102" y="116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g3905"/>
            <p:cNvSpPr/>
            <p:nvPr/>
          </p:nvSpPr>
          <p:spPr>
            <a:xfrm>
              <a:off x="5756262" y="2903466"/>
              <a:ext cx="8449" cy="10395"/>
            </a:xfrm>
            <a:custGeom>
              <a:avLst/>
              <a:gdLst/>
              <a:ahLst/>
              <a:cxnLst/>
              <a:rect l="0" t="0" r="0" b="0"/>
              <a:pathLst>
                <a:path w="8449" h="10395">
                  <a:moveTo>
                    <a:pt x="4428" y="10395"/>
                  </a:moveTo>
                  <a:lnTo>
                    <a:pt x="139" y="9563"/>
                  </a:lnTo>
                  <a:lnTo>
                    <a:pt x="0" y="3149"/>
                  </a:lnTo>
                  <a:lnTo>
                    <a:pt x="1297" y="971"/>
                  </a:lnTo>
                  <a:lnTo>
                    <a:pt x="2780" y="0"/>
                  </a:lnTo>
                  <a:lnTo>
                    <a:pt x="4981" y="1803"/>
                  </a:lnTo>
                  <a:lnTo>
                    <a:pt x="8449" y="7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g3906"/>
            <p:cNvSpPr/>
            <p:nvPr/>
          </p:nvSpPr>
          <p:spPr>
            <a:xfrm>
              <a:off x="2232276" y="4782381"/>
              <a:ext cx="513697" cy="755524"/>
            </a:xfrm>
            <a:custGeom>
              <a:avLst/>
              <a:gdLst/>
              <a:ahLst/>
              <a:cxnLst/>
              <a:rect l="0" t="0" r="0" b="0"/>
              <a:pathLst>
                <a:path w="513697" h="755524">
                  <a:moveTo>
                    <a:pt x="961" y="1759"/>
                  </a:moveTo>
                  <a:lnTo>
                    <a:pt x="26210" y="3480"/>
                  </a:lnTo>
                  <a:lnTo>
                    <a:pt x="41104" y="2895"/>
                  </a:lnTo>
                  <a:lnTo>
                    <a:pt x="45646" y="0"/>
                  </a:lnTo>
                  <a:lnTo>
                    <a:pt x="48008" y="152"/>
                  </a:lnTo>
                  <a:lnTo>
                    <a:pt x="48194" y="3340"/>
                  </a:lnTo>
                  <a:lnTo>
                    <a:pt x="51935" y="4692"/>
                  </a:lnTo>
                  <a:lnTo>
                    <a:pt x="59227" y="4210"/>
                  </a:lnTo>
                  <a:lnTo>
                    <a:pt x="65578" y="8668"/>
                  </a:lnTo>
                  <a:lnTo>
                    <a:pt x="73712" y="22778"/>
                  </a:lnTo>
                  <a:lnTo>
                    <a:pt x="101747" y="45379"/>
                  </a:lnTo>
                  <a:lnTo>
                    <a:pt x="104108" y="53133"/>
                  </a:lnTo>
                  <a:lnTo>
                    <a:pt x="113865" y="64316"/>
                  </a:lnTo>
                  <a:lnTo>
                    <a:pt x="131807" y="81507"/>
                  </a:lnTo>
                  <a:lnTo>
                    <a:pt x="141962" y="96329"/>
                  </a:lnTo>
                  <a:lnTo>
                    <a:pt x="144324" y="108782"/>
                  </a:lnTo>
                  <a:lnTo>
                    <a:pt x="153491" y="128481"/>
                  </a:lnTo>
                  <a:lnTo>
                    <a:pt x="169449" y="155419"/>
                  </a:lnTo>
                  <a:lnTo>
                    <a:pt x="176560" y="169942"/>
                  </a:lnTo>
                  <a:lnTo>
                    <a:pt x="174824" y="172038"/>
                  </a:lnTo>
                  <a:lnTo>
                    <a:pt x="176079" y="179620"/>
                  </a:lnTo>
                  <a:lnTo>
                    <a:pt x="180338" y="192683"/>
                  </a:lnTo>
                  <a:lnTo>
                    <a:pt x="188249" y="203745"/>
                  </a:lnTo>
                  <a:lnTo>
                    <a:pt x="199820" y="212807"/>
                  </a:lnTo>
                  <a:lnTo>
                    <a:pt x="211520" y="229077"/>
                  </a:lnTo>
                  <a:lnTo>
                    <a:pt x="223349" y="252561"/>
                  </a:lnTo>
                  <a:lnTo>
                    <a:pt x="237679" y="270425"/>
                  </a:lnTo>
                  <a:lnTo>
                    <a:pt x="254500" y="282655"/>
                  </a:lnTo>
                  <a:lnTo>
                    <a:pt x="264024" y="294042"/>
                  </a:lnTo>
                  <a:lnTo>
                    <a:pt x="266251" y="304571"/>
                  </a:lnTo>
                  <a:lnTo>
                    <a:pt x="266086" y="313588"/>
                  </a:lnTo>
                  <a:lnTo>
                    <a:pt x="263522" y="321094"/>
                  </a:lnTo>
                  <a:lnTo>
                    <a:pt x="264608" y="328226"/>
                  </a:lnTo>
                  <a:lnTo>
                    <a:pt x="269336" y="334964"/>
                  </a:lnTo>
                  <a:lnTo>
                    <a:pt x="270912" y="343232"/>
                  </a:lnTo>
                  <a:lnTo>
                    <a:pt x="269062" y="354732"/>
                  </a:lnTo>
                  <a:lnTo>
                    <a:pt x="269191" y="357990"/>
                  </a:lnTo>
                  <a:lnTo>
                    <a:pt x="270561" y="360587"/>
                  </a:lnTo>
                  <a:lnTo>
                    <a:pt x="285496" y="380350"/>
                  </a:lnTo>
                  <a:lnTo>
                    <a:pt x="293170" y="396321"/>
                  </a:lnTo>
                  <a:lnTo>
                    <a:pt x="299262" y="421811"/>
                  </a:lnTo>
                  <a:lnTo>
                    <a:pt x="299293" y="422040"/>
                  </a:lnTo>
                  <a:lnTo>
                    <a:pt x="306099" y="437287"/>
                  </a:lnTo>
                  <a:lnTo>
                    <a:pt x="315887" y="443523"/>
                  </a:lnTo>
                  <a:lnTo>
                    <a:pt x="330925" y="445829"/>
                  </a:lnTo>
                  <a:lnTo>
                    <a:pt x="342351" y="451138"/>
                  </a:lnTo>
                  <a:lnTo>
                    <a:pt x="350165" y="459457"/>
                  </a:lnTo>
                  <a:lnTo>
                    <a:pt x="360019" y="464480"/>
                  </a:lnTo>
                  <a:lnTo>
                    <a:pt x="371916" y="466207"/>
                  </a:lnTo>
                  <a:lnTo>
                    <a:pt x="383321" y="471694"/>
                  </a:lnTo>
                  <a:lnTo>
                    <a:pt x="394230" y="480953"/>
                  </a:lnTo>
                  <a:lnTo>
                    <a:pt x="414575" y="487030"/>
                  </a:lnTo>
                  <a:lnTo>
                    <a:pt x="444357" y="489945"/>
                  </a:lnTo>
                  <a:lnTo>
                    <a:pt x="467022" y="497470"/>
                  </a:lnTo>
                  <a:lnTo>
                    <a:pt x="482577" y="509612"/>
                  </a:lnTo>
                  <a:lnTo>
                    <a:pt x="489419" y="512082"/>
                  </a:lnTo>
                  <a:lnTo>
                    <a:pt x="491269" y="512254"/>
                  </a:lnTo>
                  <a:lnTo>
                    <a:pt x="492158" y="510399"/>
                  </a:lnTo>
                  <a:lnTo>
                    <a:pt x="493331" y="506964"/>
                  </a:lnTo>
                  <a:lnTo>
                    <a:pt x="499352" y="503008"/>
                  </a:lnTo>
                  <a:lnTo>
                    <a:pt x="513697" y="500423"/>
                  </a:lnTo>
                  <a:lnTo>
                    <a:pt x="511770" y="527285"/>
                  </a:lnTo>
                  <a:lnTo>
                    <a:pt x="505372" y="549327"/>
                  </a:lnTo>
                  <a:lnTo>
                    <a:pt x="484293" y="595152"/>
                  </a:lnTo>
                  <a:lnTo>
                    <a:pt x="475508" y="623576"/>
                  </a:lnTo>
                  <a:lnTo>
                    <a:pt x="458511" y="704804"/>
                  </a:lnTo>
                  <a:lnTo>
                    <a:pt x="453534" y="755524"/>
                  </a:lnTo>
                  <a:lnTo>
                    <a:pt x="0" y="755524"/>
                  </a:lnTo>
                  <a:lnTo>
                    <a:pt x="0" y="15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g3907"/>
            <p:cNvSpPr/>
            <p:nvPr/>
          </p:nvSpPr>
          <p:spPr>
            <a:xfrm>
              <a:off x="4006075" y="2540116"/>
              <a:ext cx="1519164" cy="699069"/>
            </a:xfrm>
            <a:custGeom>
              <a:avLst/>
              <a:gdLst/>
              <a:ahLst/>
              <a:cxnLst/>
              <a:rect l="0" t="0" r="0" b="0"/>
              <a:pathLst>
                <a:path w="1519164" h="699069">
                  <a:moveTo>
                    <a:pt x="1509975" y="5632"/>
                  </a:moveTo>
                  <a:lnTo>
                    <a:pt x="1494849" y="16263"/>
                  </a:lnTo>
                  <a:lnTo>
                    <a:pt x="1478746" y="33041"/>
                  </a:lnTo>
                  <a:lnTo>
                    <a:pt x="1440965" y="45729"/>
                  </a:lnTo>
                  <a:lnTo>
                    <a:pt x="1426940" y="48955"/>
                  </a:lnTo>
                  <a:lnTo>
                    <a:pt x="1413994" y="47234"/>
                  </a:lnTo>
                  <a:lnTo>
                    <a:pt x="1398238" y="57559"/>
                  </a:lnTo>
                  <a:lnTo>
                    <a:pt x="1379593" y="63872"/>
                  </a:lnTo>
                  <a:lnTo>
                    <a:pt x="1374089" y="73474"/>
                  </a:lnTo>
                  <a:lnTo>
                    <a:pt x="1329270" y="99193"/>
                  </a:lnTo>
                  <a:lnTo>
                    <a:pt x="1312066" y="102431"/>
                  </a:lnTo>
                  <a:lnTo>
                    <a:pt x="1297426" y="109283"/>
                  </a:lnTo>
                  <a:lnTo>
                    <a:pt x="1293095" y="120917"/>
                  </a:lnTo>
                  <a:lnTo>
                    <a:pt x="1280026" y="127934"/>
                  </a:lnTo>
                  <a:lnTo>
                    <a:pt x="1276399" y="133307"/>
                  </a:lnTo>
                  <a:lnTo>
                    <a:pt x="1265407" y="149583"/>
                  </a:lnTo>
                  <a:lnTo>
                    <a:pt x="1244974" y="170603"/>
                  </a:lnTo>
                  <a:lnTo>
                    <a:pt x="1220075" y="174121"/>
                  </a:lnTo>
                  <a:lnTo>
                    <a:pt x="1210975" y="181436"/>
                  </a:lnTo>
                  <a:lnTo>
                    <a:pt x="1200438" y="193242"/>
                  </a:lnTo>
                  <a:lnTo>
                    <a:pt x="1185576" y="201345"/>
                  </a:lnTo>
                  <a:lnTo>
                    <a:pt x="1156233" y="197547"/>
                  </a:lnTo>
                  <a:lnTo>
                    <a:pt x="1163370" y="202513"/>
                  </a:lnTo>
                  <a:lnTo>
                    <a:pt x="1189622" y="210255"/>
                  </a:lnTo>
                  <a:lnTo>
                    <a:pt x="1192351" y="221730"/>
                  </a:lnTo>
                  <a:lnTo>
                    <a:pt x="1179199" y="224473"/>
                  </a:lnTo>
                  <a:lnTo>
                    <a:pt x="1151660" y="239771"/>
                  </a:lnTo>
                  <a:lnTo>
                    <a:pt x="1114556" y="266113"/>
                  </a:lnTo>
                  <a:lnTo>
                    <a:pt x="1108887" y="266735"/>
                  </a:lnTo>
                  <a:lnTo>
                    <a:pt x="1098918" y="266106"/>
                  </a:lnTo>
                  <a:lnTo>
                    <a:pt x="1084154" y="270501"/>
                  </a:lnTo>
                  <a:lnTo>
                    <a:pt x="1064759" y="279702"/>
                  </a:lnTo>
                  <a:lnTo>
                    <a:pt x="1041277" y="296232"/>
                  </a:lnTo>
                  <a:lnTo>
                    <a:pt x="999930" y="332023"/>
                  </a:lnTo>
                  <a:lnTo>
                    <a:pt x="997031" y="335802"/>
                  </a:lnTo>
                  <a:lnTo>
                    <a:pt x="991042" y="342438"/>
                  </a:lnTo>
                  <a:lnTo>
                    <a:pt x="975771" y="349512"/>
                  </a:lnTo>
                  <a:lnTo>
                    <a:pt x="961911" y="357139"/>
                  </a:lnTo>
                  <a:lnTo>
                    <a:pt x="958248" y="365166"/>
                  </a:lnTo>
                  <a:lnTo>
                    <a:pt x="951607" y="368824"/>
                  </a:lnTo>
                  <a:lnTo>
                    <a:pt x="928740" y="389177"/>
                  </a:lnTo>
                  <a:lnTo>
                    <a:pt x="915877" y="406513"/>
                  </a:lnTo>
                  <a:lnTo>
                    <a:pt x="904198" y="424656"/>
                  </a:lnTo>
                  <a:lnTo>
                    <a:pt x="891129" y="444946"/>
                  </a:lnTo>
                  <a:lnTo>
                    <a:pt x="864314" y="445200"/>
                  </a:lnTo>
                  <a:lnTo>
                    <a:pt x="843850" y="445117"/>
                  </a:lnTo>
                  <a:lnTo>
                    <a:pt x="808942" y="444971"/>
                  </a:lnTo>
                  <a:lnTo>
                    <a:pt x="779020" y="444851"/>
                  </a:lnTo>
                  <a:lnTo>
                    <a:pt x="743508" y="444705"/>
                  </a:lnTo>
                  <a:lnTo>
                    <a:pt x="717742" y="444597"/>
                  </a:lnTo>
                  <a:lnTo>
                    <a:pt x="689996" y="445448"/>
                  </a:lnTo>
                  <a:lnTo>
                    <a:pt x="676751" y="450858"/>
                  </a:lnTo>
                  <a:lnTo>
                    <a:pt x="660142" y="458167"/>
                  </a:lnTo>
                  <a:lnTo>
                    <a:pt x="642215" y="466048"/>
                  </a:lnTo>
                  <a:lnTo>
                    <a:pt x="651615" y="483626"/>
                  </a:lnTo>
                  <a:lnTo>
                    <a:pt x="654137" y="490561"/>
                  </a:lnTo>
                  <a:lnTo>
                    <a:pt x="653414" y="512927"/>
                  </a:lnTo>
                  <a:lnTo>
                    <a:pt x="655326" y="515372"/>
                  </a:lnTo>
                  <a:lnTo>
                    <a:pt x="657331" y="518693"/>
                  </a:lnTo>
                  <a:lnTo>
                    <a:pt x="657636" y="524472"/>
                  </a:lnTo>
                  <a:lnTo>
                    <a:pt x="659171" y="527114"/>
                  </a:lnTo>
                  <a:lnTo>
                    <a:pt x="662442" y="529247"/>
                  </a:lnTo>
                  <a:lnTo>
                    <a:pt x="666121" y="531756"/>
                  </a:lnTo>
                  <a:lnTo>
                    <a:pt x="668783" y="535153"/>
                  </a:lnTo>
                  <a:lnTo>
                    <a:pt x="669392" y="538544"/>
                  </a:lnTo>
                  <a:lnTo>
                    <a:pt x="666834" y="544450"/>
                  </a:lnTo>
                  <a:lnTo>
                    <a:pt x="656520" y="552433"/>
                  </a:lnTo>
                  <a:lnTo>
                    <a:pt x="642019" y="559431"/>
                  </a:lnTo>
                  <a:lnTo>
                    <a:pt x="613178" y="572055"/>
                  </a:lnTo>
                  <a:lnTo>
                    <a:pt x="579758" y="586687"/>
                  </a:lnTo>
                  <a:lnTo>
                    <a:pt x="550788" y="599368"/>
                  </a:lnTo>
                  <a:lnTo>
                    <a:pt x="528370" y="609180"/>
                  </a:lnTo>
                  <a:lnTo>
                    <a:pt x="482326" y="617797"/>
                  </a:lnTo>
                  <a:lnTo>
                    <a:pt x="445749" y="624637"/>
                  </a:lnTo>
                  <a:lnTo>
                    <a:pt x="419352" y="629577"/>
                  </a:lnTo>
                  <a:lnTo>
                    <a:pt x="395043" y="643326"/>
                  </a:lnTo>
                  <a:lnTo>
                    <a:pt x="368202" y="658497"/>
                  </a:lnTo>
                  <a:lnTo>
                    <a:pt x="345634" y="671255"/>
                  </a:lnTo>
                  <a:lnTo>
                    <a:pt x="320323" y="685562"/>
                  </a:lnTo>
                  <a:lnTo>
                    <a:pt x="296432" y="699069"/>
                  </a:lnTo>
                  <a:lnTo>
                    <a:pt x="269870" y="699025"/>
                  </a:lnTo>
                  <a:lnTo>
                    <a:pt x="251225" y="688902"/>
                  </a:lnTo>
                  <a:lnTo>
                    <a:pt x="233893" y="678507"/>
                  </a:lnTo>
                  <a:lnTo>
                    <a:pt x="222043" y="659919"/>
                  </a:lnTo>
                  <a:lnTo>
                    <a:pt x="221227" y="638322"/>
                  </a:lnTo>
                  <a:lnTo>
                    <a:pt x="225474" y="624179"/>
                  </a:lnTo>
                  <a:lnTo>
                    <a:pt x="229324" y="617727"/>
                  </a:lnTo>
                  <a:lnTo>
                    <a:pt x="236673" y="613638"/>
                  </a:lnTo>
                  <a:lnTo>
                    <a:pt x="251060" y="606684"/>
                  </a:lnTo>
                  <a:lnTo>
                    <a:pt x="264139" y="592605"/>
                  </a:lnTo>
                  <a:lnTo>
                    <a:pt x="274625" y="584204"/>
                  </a:lnTo>
                  <a:lnTo>
                    <a:pt x="285187" y="575535"/>
                  </a:lnTo>
                  <a:lnTo>
                    <a:pt x="291218" y="560606"/>
                  </a:lnTo>
                  <a:lnTo>
                    <a:pt x="298742" y="524465"/>
                  </a:lnTo>
                  <a:lnTo>
                    <a:pt x="299698" y="517277"/>
                  </a:lnTo>
                  <a:lnTo>
                    <a:pt x="310644" y="492491"/>
                  </a:lnTo>
                  <a:lnTo>
                    <a:pt x="322752" y="465070"/>
                  </a:lnTo>
                  <a:lnTo>
                    <a:pt x="328312" y="452477"/>
                  </a:lnTo>
                  <a:lnTo>
                    <a:pt x="322095" y="419792"/>
                  </a:lnTo>
                  <a:lnTo>
                    <a:pt x="317419" y="394676"/>
                  </a:lnTo>
                  <a:lnTo>
                    <a:pt x="313135" y="371669"/>
                  </a:lnTo>
                  <a:lnTo>
                    <a:pt x="308313" y="345746"/>
                  </a:lnTo>
                  <a:lnTo>
                    <a:pt x="303926" y="322148"/>
                  </a:lnTo>
                  <a:lnTo>
                    <a:pt x="299786" y="299916"/>
                  </a:lnTo>
                  <a:lnTo>
                    <a:pt x="295637" y="277600"/>
                  </a:lnTo>
                  <a:lnTo>
                    <a:pt x="291564" y="255723"/>
                  </a:lnTo>
                  <a:lnTo>
                    <a:pt x="288371" y="240032"/>
                  </a:lnTo>
                  <a:lnTo>
                    <a:pt x="284578" y="221438"/>
                  </a:lnTo>
                  <a:lnTo>
                    <a:pt x="262424" y="208388"/>
                  </a:lnTo>
                  <a:lnTo>
                    <a:pt x="245603" y="199249"/>
                  </a:lnTo>
                  <a:lnTo>
                    <a:pt x="218090" y="184320"/>
                  </a:lnTo>
                  <a:lnTo>
                    <a:pt x="195016" y="171797"/>
                  </a:lnTo>
                  <a:lnTo>
                    <a:pt x="174340" y="160340"/>
                  </a:lnTo>
                  <a:lnTo>
                    <a:pt x="187378" y="137250"/>
                  </a:lnTo>
                  <a:lnTo>
                    <a:pt x="186251" y="133472"/>
                  </a:lnTo>
                  <a:lnTo>
                    <a:pt x="181528" y="128925"/>
                  </a:lnTo>
                  <a:lnTo>
                    <a:pt x="171875" y="121362"/>
                  </a:lnTo>
                  <a:lnTo>
                    <a:pt x="166232" y="120593"/>
                  </a:lnTo>
                  <a:lnTo>
                    <a:pt x="156294" y="122372"/>
                  </a:lnTo>
                  <a:lnTo>
                    <a:pt x="140434" y="127077"/>
                  </a:lnTo>
                  <a:lnTo>
                    <a:pt x="133582" y="125515"/>
                  </a:lnTo>
                  <a:lnTo>
                    <a:pt x="128140" y="117437"/>
                  </a:lnTo>
                  <a:lnTo>
                    <a:pt x="121877" y="107099"/>
                  </a:lnTo>
                  <a:lnTo>
                    <a:pt x="119825" y="99021"/>
                  </a:lnTo>
                  <a:lnTo>
                    <a:pt x="119040" y="88333"/>
                  </a:lnTo>
                  <a:lnTo>
                    <a:pt x="115304" y="78713"/>
                  </a:lnTo>
                  <a:lnTo>
                    <a:pt x="117671" y="73664"/>
                  </a:lnTo>
                  <a:lnTo>
                    <a:pt x="118192" y="71149"/>
                  </a:lnTo>
                  <a:lnTo>
                    <a:pt x="117981" y="67987"/>
                  </a:lnTo>
                  <a:lnTo>
                    <a:pt x="115412" y="65967"/>
                  </a:lnTo>
                  <a:lnTo>
                    <a:pt x="110890" y="65085"/>
                  </a:lnTo>
                  <a:lnTo>
                    <a:pt x="95594" y="69123"/>
                  </a:lnTo>
                  <a:lnTo>
                    <a:pt x="88716" y="69498"/>
                  </a:lnTo>
                  <a:lnTo>
                    <a:pt x="84613" y="71772"/>
                  </a:lnTo>
                  <a:lnTo>
                    <a:pt x="78148" y="76490"/>
                  </a:lnTo>
                  <a:lnTo>
                    <a:pt x="71776" y="77074"/>
                  </a:lnTo>
                  <a:lnTo>
                    <a:pt x="60769" y="65904"/>
                  </a:lnTo>
                  <a:lnTo>
                    <a:pt x="48743" y="53673"/>
                  </a:lnTo>
                  <a:lnTo>
                    <a:pt x="43700" y="36825"/>
                  </a:lnTo>
                  <a:lnTo>
                    <a:pt x="38522" y="19521"/>
                  </a:lnTo>
                  <a:lnTo>
                    <a:pt x="17980" y="9112"/>
                  </a:lnTo>
                  <a:lnTo>
                    <a:pt x="0" y="0"/>
                  </a:lnTo>
                  <a:lnTo>
                    <a:pt x="1519164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g3908"/>
            <p:cNvSpPr/>
            <p:nvPr/>
          </p:nvSpPr>
          <p:spPr>
            <a:xfrm>
              <a:off x="5851209" y="2540116"/>
              <a:ext cx="296962" cy="257863"/>
            </a:xfrm>
            <a:custGeom>
              <a:avLst/>
              <a:gdLst/>
              <a:ahLst/>
              <a:cxnLst/>
              <a:rect l="0" t="0" r="0" b="0"/>
              <a:pathLst>
                <a:path w="296962" h="257863">
                  <a:moveTo>
                    <a:pt x="67195" y="242946"/>
                  </a:moveTo>
                  <a:lnTo>
                    <a:pt x="62725" y="241575"/>
                  </a:lnTo>
                  <a:lnTo>
                    <a:pt x="58875" y="240501"/>
                  </a:lnTo>
                  <a:lnTo>
                    <a:pt x="56643" y="242330"/>
                  </a:lnTo>
                  <a:lnTo>
                    <a:pt x="54529" y="244775"/>
                  </a:lnTo>
                  <a:lnTo>
                    <a:pt x="51924" y="246611"/>
                  </a:lnTo>
                  <a:lnTo>
                    <a:pt x="46457" y="244013"/>
                  </a:lnTo>
                  <a:lnTo>
                    <a:pt x="42979" y="239282"/>
                  </a:lnTo>
                  <a:lnTo>
                    <a:pt x="37393" y="234405"/>
                  </a:lnTo>
                  <a:lnTo>
                    <a:pt x="35279" y="230735"/>
                  </a:lnTo>
                  <a:lnTo>
                    <a:pt x="36401" y="226467"/>
                  </a:lnTo>
                  <a:lnTo>
                    <a:pt x="38881" y="222346"/>
                  </a:lnTo>
                  <a:lnTo>
                    <a:pt x="40002" y="217462"/>
                  </a:lnTo>
                  <a:lnTo>
                    <a:pt x="37269" y="211829"/>
                  </a:lnTo>
                  <a:lnTo>
                    <a:pt x="34783" y="208623"/>
                  </a:lnTo>
                  <a:lnTo>
                    <a:pt x="33047" y="204958"/>
                  </a:lnTo>
                  <a:lnTo>
                    <a:pt x="33667" y="201453"/>
                  </a:lnTo>
                  <a:lnTo>
                    <a:pt x="37145" y="199770"/>
                  </a:lnTo>
                  <a:lnTo>
                    <a:pt x="40375" y="197630"/>
                  </a:lnTo>
                  <a:lnTo>
                    <a:pt x="41491" y="193058"/>
                  </a:lnTo>
                  <a:lnTo>
                    <a:pt x="39501" y="188174"/>
                  </a:lnTo>
                  <a:lnTo>
                    <a:pt x="33791" y="186187"/>
                  </a:lnTo>
                  <a:lnTo>
                    <a:pt x="29073" y="186949"/>
                  </a:lnTo>
                  <a:lnTo>
                    <a:pt x="22241" y="185882"/>
                  </a:lnTo>
                  <a:lnTo>
                    <a:pt x="15663" y="182834"/>
                  </a:lnTo>
                  <a:lnTo>
                    <a:pt x="11316" y="179322"/>
                  </a:lnTo>
                  <a:lnTo>
                    <a:pt x="7963" y="177334"/>
                  </a:lnTo>
                  <a:lnTo>
                    <a:pt x="5353" y="177334"/>
                  </a:lnTo>
                  <a:lnTo>
                    <a:pt x="2247" y="175353"/>
                  </a:lnTo>
                  <a:lnTo>
                    <a:pt x="387" y="171993"/>
                  </a:lnTo>
                  <a:lnTo>
                    <a:pt x="635" y="166500"/>
                  </a:lnTo>
                  <a:lnTo>
                    <a:pt x="1503" y="163147"/>
                  </a:lnTo>
                  <a:lnTo>
                    <a:pt x="3239" y="160245"/>
                  </a:lnTo>
                  <a:lnTo>
                    <a:pt x="3363" y="157038"/>
                  </a:lnTo>
                  <a:lnTo>
                    <a:pt x="2619" y="154746"/>
                  </a:lnTo>
                  <a:lnTo>
                    <a:pt x="2500" y="152923"/>
                  </a:lnTo>
                  <a:lnTo>
                    <a:pt x="2991" y="150631"/>
                  </a:lnTo>
                  <a:lnTo>
                    <a:pt x="4113" y="146052"/>
                  </a:lnTo>
                  <a:lnTo>
                    <a:pt x="2247" y="142699"/>
                  </a:lnTo>
                  <a:lnTo>
                    <a:pt x="2056" y="131078"/>
                  </a:lnTo>
                  <a:lnTo>
                    <a:pt x="1689" y="109334"/>
                  </a:lnTo>
                  <a:lnTo>
                    <a:pt x="1415" y="92677"/>
                  </a:lnTo>
                  <a:lnTo>
                    <a:pt x="1069" y="71740"/>
                  </a:lnTo>
                  <a:lnTo>
                    <a:pt x="867" y="56493"/>
                  </a:lnTo>
                  <a:lnTo>
                    <a:pt x="588" y="35130"/>
                  </a:lnTo>
                  <a:lnTo>
                    <a:pt x="325" y="14859"/>
                  </a:lnTo>
                  <a:lnTo>
                    <a:pt x="0" y="0"/>
                  </a:lnTo>
                  <a:lnTo>
                    <a:pt x="276472" y="0"/>
                  </a:lnTo>
                  <a:lnTo>
                    <a:pt x="276633" y="57"/>
                  </a:lnTo>
                  <a:lnTo>
                    <a:pt x="276810" y="0"/>
                  </a:lnTo>
                  <a:lnTo>
                    <a:pt x="296962" y="0"/>
                  </a:lnTo>
                  <a:lnTo>
                    <a:pt x="296962" y="192012"/>
                  </a:lnTo>
                  <a:lnTo>
                    <a:pt x="290901" y="195833"/>
                  </a:lnTo>
                  <a:lnTo>
                    <a:pt x="267083" y="205085"/>
                  </a:lnTo>
                  <a:lnTo>
                    <a:pt x="239280" y="222746"/>
                  </a:lnTo>
                  <a:lnTo>
                    <a:pt x="203354" y="237625"/>
                  </a:lnTo>
                  <a:lnTo>
                    <a:pt x="195825" y="237682"/>
                  </a:lnTo>
                  <a:lnTo>
                    <a:pt x="179510" y="225438"/>
                  </a:lnTo>
                  <a:lnTo>
                    <a:pt x="184073" y="219863"/>
                  </a:lnTo>
                  <a:lnTo>
                    <a:pt x="188316" y="212306"/>
                  </a:lnTo>
                  <a:lnTo>
                    <a:pt x="184260" y="214484"/>
                  </a:lnTo>
                  <a:lnTo>
                    <a:pt x="181629" y="217761"/>
                  </a:lnTo>
                  <a:lnTo>
                    <a:pt x="171790" y="223019"/>
                  </a:lnTo>
                  <a:lnTo>
                    <a:pt x="179769" y="233199"/>
                  </a:lnTo>
                  <a:lnTo>
                    <a:pt x="175914" y="237015"/>
                  </a:lnTo>
                  <a:lnTo>
                    <a:pt x="164503" y="242032"/>
                  </a:lnTo>
                  <a:lnTo>
                    <a:pt x="153878" y="249290"/>
                  </a:lnTo>
                  <a:lnTo>
                    <a:pt x="144577" y="254142"/>
                  </a:lnTo>
                  <a:lnTo>
                    <a:pt x="137052" y="247970"/>
                  </a:lnTo>
                  <a:lnTo>
                    <a:pt x="116283" y="255768"/>
                  </a:lnTo>
                  <a:lnTo>
                    <a:pt x="98791" y="257863"/>
                  </a:lnTo>
                  <a:lnTo>
                    <a:pt x="95008" y="253913"/>
                  </a:lnTo>
                  <a:lnTo>
                    <a:pt x="93897" y="247677"/>
                  </a:lnTo>
                  <a:lnTo>
                    <a:pt x="87773" y="246172"/>
                  </a:lnTo>
                  <a:lnTo>
                    <a:pt x="76394" y="247893"/>
                  </a:lnTo>
                  <a:lnTo>
                    <a:pt x="72079" y="2445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g3909"/>
            <p:cNvSpPr/>
            <p:nvPr/>
          </p:nvSpPr>
          <p:spPr>
            <a:xfrm>
              <a:off x="5120632" y="2540116"/>
              <a:ext cx="534180" cy="266113"/>
            </a:xfrm>
            <a:custGeom>
              <a:avLst/>
              <a:gdLst/>
              <a:ahLst/>
              <a:cxnLst/>
              <a:rect l="0" t="0" r="0" b="0"/>
              <a:pathLst>
                <a:path w="534180" h="266113">
                  <a:moveTo>
                    <a:pt x="528260" y="7169"/>
                  </a:moveTo>
                  <a:lnTo>
                    <a:pt x="511940" y="26932"/>
                  </a:lnTo>
                  <a:lnTo>
                    <a:pt x="497548" y="44357"/>
                  </a:lnTo>
                  <a:lnTo>
                    <a:pt x="494318" y="62240"/>
                  </a:lnTo>
                  <a:lnTo>
                    <a:pt x="491254" y="79195"/>
                  </a:lnTo>
                  <a:lnTo>
                    <a:pt x="479347" y="92099"/>
                  </a:lnTo>
                  <a:lnTo>
                    <a:pt x="472087" y="103930"/>
                  </a:lnTo>
                  <a:lnTo>
                    <a:pt x="468847" y="117050"/>
                  </a:lnTo>
                  <a:lnTo>
                    <a:pt x="466139" y="129097"/>
                  </a:lnTo>
                  <a:lnTo>
                    <a:pt x="465932" y="139181"/>
                  </a:lnTo>
                  <a:lnTo>
                    <a:pt x="467973" y="144471"/>
                  </a:lnTo>
                  <a:lnTo>
                    <a:pt x="467012" y="148770"/>
                  </a:lnTo>
                  <a:lnTo>
                    <a:pt x="463074" y="153717"/>
                  </a:lnTo>
                  <a:lnTo>
                    <a:pt x="455199" y="162322"/>
                  </a:lnTo>
                  <a:lnTo>
                    <a:pt x="453798" y="170603"/>
                  </a:lnTo>
                  <a:lnTo>
                    <a:pt x="448982" y="174686"/>
                  </a:lnTo>
                  <a:lnTo>
                    <a:pt x="435246" y="182859"/>
                  </a:lnTo>
                  <a:lnTo>
                    <a:pt x="424042" y="194906"/>
                  </a:lnTo>
                  <a:lnTo>
                    <a:pt x="423495" y="201726"/>
                  </a:lnTo>
                  <a:lnTo>
                    <a:pt x="425112" y="207391"/>
                  </a:lnTo>
                  <a:lnTo>
                    <a:pt x="425360" y="210909"/>
                  </a:lnTo>
                  <a:lnTo>
                    <a:pt x="423122" y="213360"/>
                  </a:lnTo>
                  <a:lnTo>
                    <a:pt x="418637" y="213201"/>
                  </a:lnTo>
                  <a:lnTo>
                    <a:pt x="413784" y="213970"/>
                  </a:lnTo>
                  <a:lnTo>
                    <a:pt x="409697" y="218993"/>
                  </a:lnTo>
                  <a:lnTo>
                    <a:pt x="409800" y="226207"/>
                  </a:lnTo>
                  <a:lnTo>
                    <a:pt x="406813" y="231408"/>
                  </a:lnTo>
                  <a:lnTo>
                    <a:pt x="403325" y="232481"/>
                  </a:lnTo>
                  <a:lnTo>
                    <a:pt x="400338" y="228804"/>
                  </a:lnTo>
                  <a:lnTo>
                    <a:pt x="396746" y="223292"/>
                  </a:lnTo>
                  <a:lnTo>
                    <a:pt x="392540" y="222752"/>
                  </a:lnTo>
                  <a:lnTo>
                    <a:pt x="386153" y="226410"/>
                  </a:lnTo>
                  <a:lnTo>
                    <a:pt x="378277" y="232430"/>
                  </a:lnTo>
                  <a:lnTo>
                    <a:pt x="371192" y="232754"/>
                  </a:lnTo>
                  <a:lnTo>
                    <a:pt x="357890" y="228887"/>
                  </a:lnTo>
                  <a:lnTo>
                    <a:pt x="348180" y="240559"/>
                  </a:lnTo>
                  <a:lnTo>
                    <a:pt x="337757" y="265630"/>
                  </a:lnTo>
                  <a:lnTo>
                    <a:pt x="293717" y="265693"/>
                  </a:lnTo>
                  <a:lnTo>
                    <a:pt x="249678" y="265757"/>
                  </a:lnTo>
                  <a:lnTo>
                    <a:pt x="205634" y="265820"/>
                  </a:lnTo>
                  <a:lnTo>
                    <a:pt x="161594" y="265884"/>
                  </a:lnTo>
                  <a:lnTo>
                    <a:pt x="117555" y="265941"/>
                  </a:lnTo>
                  <a:lnTo>
                    <a:pt x="73516" y="266005"/>
                  </a:lnTo>
                  <a:lnTo>
                    <a:pt x="29476" y="266068"/>
                  </a:lnTo>
                  <a:lnTo>
                    <a:pt x="4831" y="266106"/>
                  </a:lnTo>
                  <a:lnTo>
                    <a:pt x="0" y="266113"/>
                  </a:lnTo>
                  <a:lnTo>
                    <a:pt x="15089" y="261204"/>
                  </a:lnTo>
                  <a:lnTo>
                    <a:pt x="46550" y="242127"/>
                  </a:lnTo>
                  <a:lnTo>
                    <a:pt x="69753" y="235218"/>
                  </a:lnTo>
                  <a:lnTo>
                    <a:pt x="99933" y="215182"/>
                  </a:lnTo>
                  <a:lnTo>
                    <a:pt x="121792" y="211328"/>
                  </a:lnTo>
                  <a:lnTo>
                    <a:pt x="125952" y="206921"/>
                  </a:lnTo>
                  <a:lnTo>
                    <a:pt x="129616" y="190302"/>
                  </a:lnTo>
                  <a:lnTo>
                    <a:pt x="131616" y="184377"/>
                  </a:lnTo>
                  <a:lnTo>
                    <a:pt x="141823" y="168056"/>
                  </a:lnTo>
                  <a:lnTo>
                    <a:pt x="154080" y="154289"/>
                  </a:lnTo>
                  <a:lnTo>
                    <a:pt x="163971" y="135250"/>
                  </a:lnTo>
                  <a:lnTo>
                    <a:pt x="181924" y="123083"/>
                  </a:lnTo>
                  <a:lnTo>
                    <a:pt x="209070" y="112909"/>
                  </a:lnTo>
                  <a:lnTo>
                    <a:pt x="234180" y="90689"/>
                  </a:lnTo>
                  <a:lnTo>
                    <a:pt x="247942" y="83914"/>
                  </a:lnTo>
                  <a:lnTo>
                    <a:pt x="261280" y="79062"/>
                  </a:lnTo>
                  <a:lnTo>
                    <a:pt x="266881" y="70032"/>
                  </a:lnTo>
                  <a:lnTo>
                    <a:pt x="275129" y="64869"/>
                  </a:lnTo>
                  <a:lnTo>
                    <a:pt x="297180" y="54372"/>
                  </a:lnTo>
                  <a:lnTo>
                    <a:pt x="321484" y="51533"/>
                  </a:lnTo>
                  <a:lnTo>
                    <a:pt x="346046" y="42820"/>
                  </a:lnTo>
                  <a:lnTo>
                    <a:pt x="364887" y="38203"/>
                  </a:lnTo>
                  <a:lnTo>
                    <a:pt x="376442" y="30030"/>
                  </a:lnTo>
                  <a:lnTo>
                    <a:pt x="393243" y="25725"/>
                  </a:lnTo>
                  <a:lnTo>
                    <a:pt x="443385" y="2273"/>
                  </a:lnTo>
                  <a:lnTo>
                    <a:pt x="446265" y="0"/>
                  </a:lnTo>
                  <a:lnTo>
                    <a:pt x="534180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g3910"/>
            <p:cNvSpPr/>
            <p:nvPr/>
          </p:nvSpPr>
          <p:spPr>
            <a:xfrm>
              <a:off x="6021903" y="2797057"/>
              <a:ext cx="126268" cy="202407"/>
            </a:xfrm>
            <a:custGeom>
              <a:avLst/>
              <a:gdLst/>
              <a:ahLst/>
              <a:cxnLst/>
              <a:rect l="0" t="0" r="0" b="0"/>
              <a:pathLst>
                <a:path w="126268" h="202407">
                  <a:moveTo>
                    <a:pt x="117079" y="175208"/>
                  </a:moveTo>
                  <a:lnTo>
                    <a:pt x="108057" y="174662"/>
                  </a:lnTo>
                  <a:lnTo>
                    <a:pt x="101406" y="175266"/>
                  </a:lnTo>
                  <a:lnTo>
                    <a:pt x="91386" y="182892"/>
                  </a:lnTo>
                  <a:lnTo>
                    <a:pt x="89830" y="198305"/>
                  </a:lnTo>
                  <a:lnTo>
                    <a:pt x="85406" y="196266"/>
                  </a:lnTo>
                  <a:lnTo>
                    <a:pt x="80916" y="196768"/>
                  </a:lnTo>
                  <a:lnTo>
                    <a:pt x="78595" y="201607"/>
                  </a:lnTo>
                  <a:lnTo>
                    <a:pt x="75288" y="202407"/>
                  </a:lnTo>
                  <a:lnTo>
                    <a:pt x="66529" y="197829"/>
                  </a:lnTo>
                  <a:lnTo>
                    <a:pt x="56214" y="200331"/>
                  </a:lnTo>
                  <a:lnTo>
                    <a:pt x="48147" y="196857"/>
                  </a:lnTo>
                  <a:lnTo>
                    <a:pt x="37863" y="174275"/>
                  </a:lnTo>
                  <a:lnTo>
                    <a:pt x="32401" y="166362"/>
                  </a:lnTo>
                  <a:lnTo>
                    <a:pt x="22717" y="163810"/>
                  </a:lnTo>
                  <a:lnTo>
                    <a:pt x="20205" y="168585"/>
                  </a:lnTo>
                  <a:lnTo>
                    <a:pt x="16448" y="173259"/>
                  </a:lnTo>
                  <a:lnTo>
                    <a:pt x="7126" y="163943"/>
                  </a:lnTo>
                  <a:lnTo>
                    <a:pt x="56" y="129365"/>
                  </a:lnTo>
                  <a:lnTo>
                    <a:pt x="0" y="121021"/>
                  </a:lnTo>
                  <a:lnTo>
                    <a:pt x="9896" y="91936"/>
                  </a:lnTo>
                  <a:lnTo>
                    <a:pt x="34401" y="65753"/>
                  </a:lnTo>
                  <a:lnTo>
                    <a:pt x="26577" y="64877"/>
                  </a:lnTo>
                  <a:lnTo>
                    <a:pt x="4940" y="83033"/>
                  </a:lnTo>
                  <a:lnTo>
                    <a:pt x="7172" y="78638"/>
                  </a:lnTo>
                  <a:lnTo>
                    <a:pt x="10841" y="74059"/>
                  </a:lnTo>
                  <a:lnTo>
                    <a:pt x="18138" y="66674"/>
                  </a:lnTo>
                  <a:lnTo>
                    <a:pt x="29213" y="59733"/>
                  </a:lnTo>
                  <a:lnTo>
                    <a:pt x="43961" y="55688"/>
                  </a:lnTo>
                  <a:lnTo>
                    <a:pt x="54106" y="55072"/>
                  </a:lnTo>
                  <a:lnTo>
                    <a:pt x="61098" y="51236"/>
                  </a:lnTo>
                  <a:lnTo>
                    <a:pt x="71231" y="44441"/>
                  </a:lnTo>
                  <a:lnTo>
                    <a:pt x="73112" y="40834"/>
                  </a:lnTo>
                  <a:lnTo>
                    <a:pt x="64126" y="44981"/>
                  </a:lnTo>
                  <a:lnTo>
                    <a:pt x="49196" y="49064"/>
                  </a:lnTo>
                  <a:lnTo>
                    <a:pt x="53026" y="43711"/>
                  </a:lnTo>
                  <a:lnTo>
                    <a:pt x="56762" y="40847"/>
                  </a:lnTo>
                  <a:lnTo>
                    <a:pt x="126268" y="0"/>
                  </a:lnTo>
                  <a:lnTo>
                    <a:pt x="126268" y="1681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g3911"/>
            <p:cNvSpPr/>
            <p:nvPr/>
          </p:nvSpPr>
          <p:spPr>
            <a:xfrm>
              <a:off x="6008033" y="2885799"/>
              <a:ext cx="12040" cy="17520"/>
            </a:xfrm>
            <a:custGeom>
              <a:avLst/>
              <a:gdLst/>
              <a:ahLst/>
              <a:cxnLst/>
              <a:rect l="0" t="0" r="0" b="0"/>
              <a:pathLst>
                <a:path w="12040" h="17520">
                  <a:moveTo>
                    <a:pt x="0" y="17520"/>
                  </a:moveTo>
                  <a:lnTo>
                    <a:pt x="1291" y="13062"/>
                  </a:lnTo>
                  <a:lnTo>
                    <a:pt x="7792" y="1695"/>
                  </a:lnTo>
                  <a:lnTo>
                    <a:pt x="12040" y="0"/>
                  </a:lnTo>
                  <a:lnTo>
                    <a:pt x="5327" y="129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g3912"/>
            <p:cNvSpPr/>
            <p:nvPr/>
          </p:nvSpPr>
          <p:spPr>
            <a:xfrm>
              <a:off x="5947395" y="2832043"/>
              <a:ext cx="16050" cy="22950"/>
            </a:xfrm>
            <a:custGeom>
              <a:avLst/>
              <a:gdLst/>
              <a:ahLst/>
              <a:cxnLst/>
              <a:rect l="0" t="0" r="0" b="0"/>
              <a:pathLst>
                <a:path w="16050" h="22950">
                  <a:moveTo>
                    <a:pt x="0" y="22950"/>
                  </a:moveTo>
                  <a:lnTo>
                    <a:pt x="5539" y="5391"/>
                  </a:lnTo>
                  <a:lnTo>
                    <a:pt x="10046" y="0"/>
                  </a:lnTo>
                  <a:lnTo>
                    <a:pt x="16050" y="1816"/>
                  </a:lnTo>
                  <a:lnTo>
                    <a:pt x="15208" y="12427"/>
                  </a:lnTo>
                  <a:lnTo>
                    <a:pt x="14242" y="1607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g3913"/>
            <p:cNvSpPr/>
            <p:nvPr/>
          </p:nvSpPr>
          <p:spPr>
            <a:xfrm>
              <a:off x="5199832" y="2715076"/>
              <a:ext cx="51274" cy="34247"/>
            </a:xfrm>
            <a:custGeom>
              <a:avLst/>
              <a:gdLst/>
              <a:ahLst/>
              <a:cxnLst/>
              <a:rect l="0" t="0" r="0" b="0"/>
              <a:pathLst>
                <a:path w="51274" h="34247">
                  <a:moveTo>
                    <a:pt x="33548" y="33244"/>
                  </a:moveTo>
                  <a:lnTo>
                    <a:pt x="19601" y="30837"/>
                  </a:lnTo>
                  <a:lnTo>
                    <a:pt x="4268" y="34177"/>
                  </a:lnTo>
                  <a:lnTo>
                    <a:pt x="0" y="34247"/>
                  </a:lnTo>
                  <a:lnTo>
                    <a:pt x="11389" y="24582"/>
                  </a:lnTo>
                  <a:lnTo>
                    <a:pt x="28903" y="18638"/>
                  </a:lnTo>
                  <a:lnTo>
                    <a:pt x="46364" y="463"/>
                  </a:lnTo>
                  <a:lnTo>
                    <a:pt x="51274" y="0"/>
                  </a:lnTo>
                  <a:lnTo>
                    <a:pt x="44628" y="20587"/>
                  </a:lnTo>
                  <a:lnTo>
                    <a:pt x="43274" y="27948"/>
                  </a:lnTo>
                  <a:lnTo>
                    <a:pt x="41703" y="306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g3914"/>
            <p:cNvSpPr/>
            <p:nvPr/>
          </p:nvSpPr>
          <p:spPr>
            <a:xfrm>
              <a:off x="5210715" y="2716409"/>
              <a:ext cx="30200" cy="16853"/>
            </a:xfrm>
            <a:custGeom>
              <a:avLst/>
              <a:gdLst/>
              <a:ahLst/>
              <a:cxnLst/>
              <a:rect l="0" t="0" r="0" b="0"/>
              <a:pathLst>
                <a:path w="30200" h="16853">
                  <a:moveTo>
                    <a:pt x="4423" y="16853"/>
                  </a:moveTo>
                  <a:lnTo>
                    <a:pt x="0" y="15723"/>
                  </a:lnTo>
                  <a:lnTo>
                    <a:pt x="14082" y="2946"/>
                  </a:lnTo>
                  <a:lnTo>
                    <a:pt x="30200" y="0"/>
                  </a:lnTo>
                  <a:lnTo>
                    <a:pt x="17187" y="1417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g3915"/>
            <p:cNvSpPr/>
            <p:nvPr/>
          </p:nvSpPr>
          <p:spPr>
            <a:xfrm>
              <a:off x="5500816" y="2547127"/>
              <a:ext cx="30784" cy="17069"/>
            </a:xfrm>
            <a:custGeom>
              <a:avLst/>
              <a:gdLst/>
              <a:ahLst/>
              <a:cxnLst/>
              <a:rect l="0" t="0" r="0" b="0"/>
              <a:pathLst>
                <a:path w="30784" h="17069">
                  <a:moveTo>
                    <a:pt x="0" y="17069"/>
                  </a:moveTo>
                  <a:lnTo>
                    <a:pt x="2294" y="12554"/>
                  </a:lnTo>
                  <a:lnTo>
                    <a:pt x="15430" y="4508"/>
                  </a:lnTo>
                  <a:lnTo>
                    <a:pt x="25084" y="0"/>
                  </a:lnTo>
                  <a:lnTo>
                    <a:pt x="30784" y="95"/>
                  </a:lnTo>
                  <a:lnTo>
                    <a:pt x="21502" y="9957"/>
                  </a:lnTo>
                  <a:lnTo>
                    <a:pt x="9622" y="1601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g3916"/>
            <p:cNvSpPr/>
            <p:nvPr/>
          </p:nvSpPr>
          <p:spPr>
            <a:xfrm>
              <a:off x="4772327" y="5500509"/>
              <a:ext cx="49258" cy="37397"/>
            </a:xfrm>
            <a:custGeom>
              <a:avLst/>
              <a:gdLst/>
              <a:ahLst/>
              <a:cxnLst/>
              <a:rect l="0" t="0" r="0" b="0"/>
              <a:pathLst>
                <a:path w="49258" h="37397">
                  <a:moveTo>
                    <a:pt x="36380" y="7931"/>
                  </a:moveTo>
                  <a:lnTo>
                    <a:pt x="25890" y="16136"/>
                  </a:lnTo>
                  <a:lnTo>
                    <a:pt x="33512" y="21991"/>
                  </a:lnTo>
                  <a:lnTo>
                    <a:pt x="40695" y="9258"/>
                  </a:lnTo>
                  <a:lnTo>
                    <a:pt x="46395" y="19603"/>
                  </a:lnTo>
                  <a:lnTo>
                    <a:pt x="49258" y="37397"/>
                  </a:lnTo>
                  <a:lnTo>
                    <a:pt x="16879" y="37397"/>
                  </a:lnTo>
                  <a:lnTo>
                    <a:pt x="15627" y="32145"/>
                  </a:lnTo>
                  <a:lnTo>
                    <a:pt x="9084" y="25573"/>
                  </a:lnTo>
                  <a:lnTo>
                    <a:pt x="0" y="8807"/>
                  </a:lnTo>
                  <a:lnTo>
                    <a:pt x="5276" y="4483"/>
                  </a:lnTo>
                  <a:lnTo>
                    <a:pt x="12309" y="5924"/>
                  </a:lnTo>
                  <a:lnTo>
                    <a:pt x="15911" y="3905"/>
                  </a:lnTo>
                  <a:lnTo>
                    <a:pt x="25662" y="2292"/>
                  </a:lnTo>
                  <a:lnTo>
                    <a:pt x="31585" y="0"/>
                  </a:lnTo>
                  <a:lnTo>
                    <a:pt x="36215" y="495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g3917"/>
            <p:cNvSpPr/>
            <p:nvPr/>
          </p:nvSpPr>
          <p:spPr>
            <a:xfrm>
              <a:off x="4778270" y="5155530"/>
              <a:ext cx="95830" cy="135860"/>
            </a:xfrm>
            <a:custGeom>
              <a:avLst/>
              <a:gdLst/>
              <a:ahLst/>
              <a:cxnLst/>
              <a:rect l="0" t="0" r="0" b="0"/>
              <a:pathLst>
                <a:path w="95830" h="135860">
                  <a:moveTo>
                    <a:pt x="73800" y="135860"/>
                  </a:moveTo>
                  <a:lnTo>
                    <a:pt x="64612" y="122835"/>
                  </a:lnTo>
                  <a:lnTo>
                    <a:pt x="57211" y="119050"/>
                  </a:lnTo>
                  <a:lnTo>
                    <a:pt x="68772" y="109842"/>
                  </a:lnTo>
                  <a:lnTo>
                    <a:pt x="73764" y="101930"/>
                  </a:lnTo>
                  <a:lnTo>
                    <a:pt x="73660" y="84669"/>
                  </a:lnTo>
                  <a:lnTo>
                    <a:pt x="76482" y="75214"/>
                  </a:lnTo>
                  <a:lnTo>
                    <a:pt x="75526" y="67028"/>
                  </a:lnTo>
                  <a:lnTo>
                    <a:pt x="78073" y="58671"/>
                  </a:lnTo>
                  <a:lnTo>
                    <a:pt x="74627" y="49285"/>
                  </a:lnTo>
                  <a:lnTo>
                    <a:pt x="64963" y="41842"/>
                  </a:lnTo>
                  <a:lnTo>
                    <a:pt x="45842" y="12237"/>
                  </a:lnTo>
                  <a:lnTo>
                    <a:pt x="15637" y="5048"/>
                  </a:lnTo>
                  <a:lnTo>
                    <a:pt x="0" y="4750"/>
                  </a:lnTo>
                  <a:lnTo>
                    <a:pt x="8593" y="0"/>
                  </a:lnTo>
                  <a:lnTo>
                    <a:pt x="16531" y="577"/>
                  </a:lnTo>
                  <a:lnTo>
                    <a:pt x="28748" y="3403"/>
                  </a:lnTo>
                  <a:lnTo>
                    <a:pt x="43377" y="4769"/>
                  </a:lnTo>
                  <a:lnTo>
                    <a:pt x="52318" y="13481"/>
                  </a:lnTo>
                  <a:lnTo>
                    <a:pt x="60855" y="25033"/>
                  </a:lnTo>
                  <a:lnTo>
                    <a:pt x="68565" y="29707"/>
                  </a:lnTo>
                  <a:lnTo>
                    <a:pt x="71738" y="32679"/>
                  </a:lnTo>
                  <a:lnTo>
                    <a:pt x="71381" y="36032"/>
                  </a:lnTo>
                  <a:lnTo>
                    <a:pt x="72663" y="39181"/>
                  </a:lnTo>
                  <a:lnTo>
                    <a:pt x="82724" y="44586"/>
                  </a:lnTo>
                  <a:lnTo>
                    <a:pt x="92858" y="53311"/>
                  </a:lnTo>
                  <a:lnTo>
                    <a:pt x="95830" y="78897"/>
                  </a:lnTo>
                  <a:lnTo>
                    <a:pt x="82177" y="91007"/>
                  </a:lnTo>
                  <a:lnTo>
                    <a:pt x="79665" y="128055"/>
                  </a:lnTo>
                  <a:lnTo>
                    <a:pt x="76001" y="1347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g3918"/>
            <p:cNvSpPr/>
            <p:nvPr/>
          </p:nvSpPr>
          <p:spPr>
            <a:xfrm>
              <a:off x="4726246" y="5381534"/>
              <a:ext cx="74105" cy="118987"/>
            </a:xfrm>
            <a:custGeom>
              <a:avLst/>
              <a:gdLst/>
              <a:ahLst/>
              <a:cxnLst/>
              <a:rect l="0" t="0" r="0" b="0"/>
              <a:pathLst>
                <a:path w="74105" h="118987">
                  <a:moveTo>
                    <a:pt x="72947" y="80116"/>
                  </a:moveTo>
                  <a:lnTo>
                    <a:pt x="74105" y="91896"/>
                  </a:lnTo>
                  <a:lnTo>
                    <a:pt x="73035" y="96094"/>
                  </a:lnTo>
                  <a:lnTo>
                    <a:pt x="61583" y="103968"/>
                  </a:lnTo>
                  <a:lnTo>
                    <a:pt x="58643" y="108369"/>
                  </a:lnTo>
                  <a:lnTo>
                    <a:pt x="47847" y="112808"/>
                  </a:lnTo>
                  <a:lnTo>
                    <a:pt x="41315" y="118987"/>
                  </a:lnTo>
                  <a:lnTo>
                    <a:pt x="38044" y="108947"/>
                  </a:lnTo>
                  <a:lnTo>
                    <a:pt x="31703" y="102742"/>
                  </a:lnTo>
                  <a:lnTo>
                    <a:pt x="30639" y="92194"/>
                  </a:lnTo>
                  <a:lnTo>
                    <a:pt x="25792" y="95757"/>
                  </a:lnTo>
                  <a:lnTo>
                    <a:pt x="18805" y="93585"/>
                  </a:lnTo>
                  <a:lnTo>
                    <a:pt x="7281" y="85596"/>
                  </a:lnTo>
                  <a:lnTo>
                    <a:pt x="0" y="74750"/>
                  </a:lnTo>
                  <a:lnTo>
                    <a:pt x="10201" y="72870"/>
                  </a:lnTo>
                  <a:lnTo>
                    <a:pt x="12309" y="79608"/>
                  </a:lnTo>
                  <a:lnTo>
                    <a:pt x="20381" y="71340"/>
                  </a:lnTo>
                  <a:lnTo>
                    <a:pt x="18546" y="66983"/>
                  </a:lnTo>
                  <a:lnTo>
                    <a:pt x="17089" y="66425"/>
                  </a:lnTo>
                  <a:lnTo>
                    <a:pt x="14443" y="58321"/>
                  </a:lnTo>
                  <a:lnTo>
                    <a:pt x="26587" y="37098"/>
                  </a:lnTo>
                  <a:lnTo>
                    <a:pt x="29207" y="23407"/>
                  </a:lnTo>
                  <a:lnTo>
                    <a:pt x="23699" y="1441"/>
                  </a:lnTo>
                  <a:lnTo>
                    <a:pt x="28841" y="0"/>
                  </a:lnTo>
                  <a:lnTo>
                    <a:pt x="42545" y="7703"/>
                  </a:lnTo>
                  <a:lnTo>
                    <a:pt x="48685" y="15285"/>
                  </a:lnTo>
                  <a:lnTo>
                    <a:pt x="48886" y="25693"/>
                  </a:lnTo>
                  <a:lnTo>
                    <a:pt x="54648" y="33752"/>
                  </a:lnTo>
                  <a:lnTo>
                    <a:pt x="62989" y="53057"/>
                  </a:lnTo>
                  <a:lnTo>
                    <a:pt x="73180" y="64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g3919"/>
            <p:cNvSpPr/>
            <p:nvPr/>
          </p:nvSpPr>
          <p:spPr>
            <a:xfrm>
              <a:off x="4668001" y="5174016"/>
              <a:ext cx="112522" cy="38661"/>
            </a:xfrm>
            <a:custGeom>
              <a:avLst/>
              <a:gdLst/>
              <a:ahLst/>
              <a:cxnLst/>
              <a:rect l="0" t="0" r="0" b="0"/>
              <a:pathLst>
                <a:path w="112522" h="38661">
                  <a:moveTo>
                    <a:pt x="64973" y="13005"/>
                  </a:moveTo>
                  <a:lnTo>
                    <a:pt x="71841" y="12453"/>
                  </a:lnTo>
                  <a:lnTo>
                    <a:pt x="75960" y="9792"/>
                  </a:lnTo>
                  <a:lnTo>
                    <a:pt x="94931" y="10878"/>
                  </a:lnTo>
                  <a:lnTo>
                    <a:pt x="110248" y="6985"/>
                  </a:lnTo>
                  <a:lnTo>
                    <a:pt x="112522" y="13894"/>
                  </a:lnTo>
                  <a:lnTo>
                    <a:pt x="112134" y="17501"/>
                  </a:lnTo>
                  <a:lnTo>
                    <a:pt x="79562" y="20886"/>
                  </a:lnTo>
                  <a:lnTo>
                    <a:pt x="49682" y="31028"/>
                  </a:lnTo>
                  <a:lnTo>
                    <a:pt x="33305" y="37899"/>
                  </a:lnTo>
                  <a:lnTo>
                    <a:pt x="25611" y="38661"/>
                  </a:lnTo>
                  <a:lnTo>
                    <a:pt x="19730" y="35047"/>
                  </a:lnTo>
                  <a:lnTo>
                    <a:pt x="0" y="14104"/>
                  </a:lnTo>
                  <a:lnTo>
                    <a:pt x="5276" y="16193"/>
                  </a:lnTo>
                  <a:lnTo>
                    <a:pt x="19854" y="28030"/>
                  </a:lnTo>
                  <a:lnTo>
                    <a:pt x="28908" y="25871"/>
                  </a:lnTo>
                  <a:lnTo>
                    <a:pt x="37295" y="18047"/>
                  </a:lnTo>
                  <a:lnTo>
                    <a:pt x="38577" y="12135"/>
                  </a:lnTo>
                  <a:lnTo>
                    <a:pt x="37326" y="9335"/>
                  </a:lnTo>
                  <a:lnTo>
                    <a:pt x="41119" y="0"/>
                  </a:lnTo>
                  <a:lnTo>
                    <a:pt x="52152" y="896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g3920"/>
            <p:cNvSpPr/>
            <p:nvPr/>
          </p:nvSpPr>
          <p:spPr>
            <a:xfrm>
              <a:off x="4818681" y="5397055"/>
              <a:ext cx="30985" cy="11691"/>
            </a:xfrm>
            <a:custGeom>
              <a:avLst/>
              <a:gdLst/>
              <a:ahLst/>
              <a:cxnLst/>
              <a:rect l="0" t="0" r="0" b="0"/>
              <a:pathLst>
                <a:path w="30985" h="11691">
                  <a:moveTo>
                    <a:pt x="10733" y="11691"/>
                  </a:moveTo>
                  <a:lnTo>
                    <a:pt x="2191" y="9030"/>
                  </a:lnTo>
                  <a:lnTo>
                    <a:pt x="0" y="6890"/>
                  </a:lnTo>
                  <a:lnTo>
                    <a:pt x="3658" y="3295"/>
                  </a:lnTo>
                  <a:lnTo>
                    <a:pt x="11710" y="298"/>
                  </a:lnTo>
                  <a:lnTo>
                    <a:pt x="24639" y="0"/>
                  </a:lnTo>
                  <a:lnTo>
                    <a:pt x="30303" y="3543"/>
                  </a:lnTo>
                  <a:lnTo>
                    <a:pt x="30985" y="5093"/>
                  </a:lnTo>
                  <a:lnTo>
                    <a:pt x="22686" y="899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g3921"/>
            <p:cNvSpPr/>
            <p:nvPr/>
          </p:nvSpPr>
          <p:spPr>
            <a:xfrm>
              <a:off x="5137929" y="5521433"/>
              <a:ext cx="12277" cy="16472"/>
            </a:xfrm>
            <a:custGeom>
              <a:avLst/>
              <a:gdLst/>
              <a:ahLst/>
              <a:cxnLst/>
              <a:rect l="0" t="0" r="0" b="0"/>
              <a:pathLst>
                <a:path w="12277" h="16472">
                  <a:moveTo>
                    <a:pt x="7008" y="16472"/>
                  </a:moveTo>
                  <a:lnTo>
                    <a:pt x="0" y="16472"/>
                  </a:lnTo>
                  <a:lnTo>
                    <a:pt x="1962" y="2806"/>
                  </a:lnTo>
                  <a:lnTo>
                    <a:pt x="7771" y="0"/>
                  </a:lnTo>
                  <a:lnTo>
                    <a:pt x="10050" y="152"/>
                  </a:lnTo>
                  <a:lnTo>
                    <a:pt x="12277" y="762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g3922"/>
            <p:cNvSpPr/>
            <p:nvPr/>
          </p:nvSpPr>
          <p:spPr>
            <a:xfrm>
              <a:off x="4901365" y="5334383"/>
              <a:ext cx="70456" cy="119063"/>
            </a:xfrm>
            <a:custGeom>
              <a:avLst/>
              <a:gdLst/>
              <a:ahLst/>
              <a:cxnLst/>
              <a:rect l="0" t="0" r="0" b="0"/>
              <a:pathLst>
                <a:path w="70456" h="119063">
                  <a:moveTo>
                    <a:pt x="31373" y="24747"/>
                  </a:moveTo>
                  <a:lnTo>
                    <a:pt x="46235" y="30285"/>
                  </a:lnTo>
                  <a:lnTo>
                    <a:pt x="62302" y="48650"/>
                  </a:lnTo>
                  <a:lnTo>
                    <a:pt x="69221" y="55191"/>
                  </a:lnTo>
                  <a:lnTo>
                    <a:pt x="70456" y="61147"/>
                  </a:lnTo>
                  <a:lnTo>
                    <a:pt x="67748" y="88340"/>
                  </a:lnTo>
                  <a:lnTo>
                    <a:pt x="64136" y="104711"/>
                  </a:lnTo>
                  <a:lnTo>
                    <a:pt x="64679" y="119063"/>
                  </a:lnTo>
                  <a:lnTo>
                    <a:pt x="60906" y="114815"/>
                  </a:lnTo>
                  <a:lnTo>
                    <a:pt x="57093" y="105416"/>
                  </a:lnTo>
                  <a:lnTo>
                    <a:pt x="50840" y="100012"/>
                  </a:lnTo>
                  <a:lnTo>
                    <a:pt x="48757" y="97180"/>
                  </a:lnTo>
                  <a:lnTo>
                    <a:pt x="59997" y="96557"/>
                  </a:lnTo>
                  <a:lnTo>
                    <a:pt x="60994" y="81761"/>
                  </a:lnTo>
                  <a:lnTo>
                    <a:pt x="66477" y="70089"/>
                  </a:lnTo>
                  <a:lnTo>
                    <a:pt x="65645" y="57947"/>
                  </a:lnTo>
                  <a:lnTo>
                    <a:pt x="52529" y="44579"/>
                  </a:lnTo>
                  <a:lnTo>
                    <a:pt x="43538" y="32812"/>
                  </a:lnTo>
                  <a:lnTo>
                    <a:pt x="29714" y="29046"/>
                  </a:lnTo>
                  <a:lnTo>
                    <a:pt x="16929" y="17330"/>
                  </a:lnTo>
                  <a:lnTo>
                    <a:pt x="9301" y="15888"/>
                  </a:lnTo>
                  <a:lnTo>
                    <a:pt x="0" y="17952"/>
                  </a:lnTo>
                  <a:lnTo>
                    <a:pt x="3359" y="10967"/>
                  </a:lnTo>
                  <a:lnTo>
                    <a:pt x="5684" y="1727"/>
                  </a:lnTo>
                  <a:lnTo>
                    <a:pt x="7389" y="0"/>
                  </a:lnTo>
                  <a:lnTo>
                    <a:pt x="13952" y="1007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g3923"/>
            <p:cNvSpPr/>
            <p:nvPr/>
          </p:nvSpPr>
          <p:spPr>
            <a:xfrm>
              <a:off x="5011081" y="5447191"/>
              <a:ext cx="46804" cy="72629"/>
            </a:xfrm>
            <a:custGeom>
              <a:avLst/>
              <a:gdLst/>
              <a:ahLst/>
              <a:cxnLst/>
              <a:rect l="0" t="0" r="0" b="0"/>
              <a:pathLst>
                <a:path w="46804" h="72629">
                  <a:moveTo>
                    <a:pt x="46804" y="71314"/>
                  </a:moveTo>
                  <a:lnTo>
                    <a:pt x="39713" y="69974"/>
                  </a:lnTo>
                  <a:lnTo>
                    <a:pt x="29249" y="72559"/>
                  </a:lnTo>
                  <a:lnTo>
                    <a:pt x="25482" y="72629"/>
                  </a:lnTo>
                  <a:lnTo>
                    <a:pt x="27828" y="68101"/>
                  </a:lnTo>
                  <a:lnTo>
                    <a:pt x="35094" y="61979"/>
                  </a:lnTo>
                  <a:lnTo>
                    <a:pt x="35460" y="56150"/>
                  </a:lnTo>
                  <a:lnTo>
                    <a:pt x="26469" y="47742"/>
                  </a:lnTo>
                  <a:lnTo>
                    <a:pt x="16004" y="26824"/>
                  </a:lnTo>
                  <a:lnTo>
                    <a:pt x="11105" y="21864"/>
                  </a:lnTo>
                  <a:lnTo>
                    <a:pt x="8779" y="14002"/>
                  </a:lnTo>
                  <a:lnTo>
                    <a:pt x="0" y="5569"/>
                  </a:lnTo>
                  <a:lnTo>
                    <a:pt x="1834" y="1060"/>
                  </a:lnTo>
                  <a:lnTo>
                    <a:pt x="3638" y="0"/>
                  </a:lnTo>
                  <a:lnTo>
                    <a:pt x="9575" y="2165"/>
                  </a:lnTo>
                  <a:lnTo>
                    <a:pt x="23022" y="32253"/>
                  </a:lnTo>
                  <a:lnTo>
                    <a:pt x="23900" y="35136"/>
                  </a:lnTo>
                  <a:lnTo>
                    <a:pt x="46101" y="647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t3924"/>
            <p:cNvSpPr/>
            <p:nvPr/>
          </p:nvSpPr>
          <p:spPr>
            <a:xfrm>
              <a:off x="5244939" y="3276309"/>
              <a:ext cx="63202" cy="63202"/>
            </a:xfrm>
            <a:prstGeom prst="ellipse">
              <a:avLst/>
            </a:prstGeom>
            <a:solidFill>
              <a:srgbClr val="3888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t3925"/>
            <p:cNvSpPr/>
            <p:nvPr/>
          </p:nvSpPr>
          <p:spPr>
            <a:xfrm>
              <a:off x="3119545" y="4746129"/>
              <a:ext cx="63202" cy="63202"/>
            </a:xfrm>
            <a:prstGeom prst="ellipse">
              <a:avLst/>
            </a:prstGeom>
            <a:solidFill>
              <a:srgbClr val="3B549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t3926"/>
            <p:cNvSpPr/>
            <p:nvPr/>
          </p:nvSpPr>
          <p:spPr>
            <a:xfrm>
              <a:off x="4987953" y="3735383"/>
              <a:ext cx="63202" cy="63202"/>
            </a:xfrm>
            <a:prstGeom prst="ellipse">
              <a:avLst/>
            </a:prstGeom>
            <a:solidFill>
              <a:srgbClr val="3A599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t3927"/>
            <p:cNvSpPr/>
            <p:nvPr/>
          </p:nvSpPr>
          <p:spPr>
            <a:xfrm>
              <a:off x="3648675" y="4677487"/>
              <a:ext cx="63202" cy="63202"/>
            </a:xfrm>
            <a:prstGeom prst="ellipse">
              <a:avLst/>
            </a:prstGeom>
            <a:solidFill>
              <a:srgbClr val="395C9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t3928"/>
            <p:cNvSpPr/>
            <p:nvPr/>
          </p:nvSpPr>
          <p:spPr>
            <a:xfrm>
              <a:off x="5067426" y="3545894"/>
              <a:ext cx="63202" cy="63202"/>
            </a:xfrm>
            <a:prstGeom prst="ellipse">
              <a:avLst/>
            </a:prstGeom>
            <a:solidFill>
              <a:srgbClr val="3A73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t3929"/>
            <p:cNvSpPr/>
            <p:nvPr/>
          </p:nvSpPr>
          <p:spPr>
            <a:xfrm>
              <a:off x="3468669" y="4800931"/>
              <a:ext cx="63202" cy="63202"/>
            </a:xfrm>
            <a:prstGeom prst="ellipse">
              <a:avLst/>
            </a:prstGeom>
            <a:solidFill>
              <a:srgbClr val="3C4C8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t3930"/>
            <p:cNvSpPr/>
            <p:nvPr/>
          </p:nvSpPr>
          <p:spPr>
            <a:xfrm>
              <a:off x="5435217" y="3222656"/>
              <a:ext cx="63202" cy="63202"/>
            </a:xfrm>
            <a:prstGeom prst="ellipse">
              <a:avLst/>
            </a:prstGeom>
            <a:solidFill>
              <a:srgbClr val="3B3F7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t3931"/>
            <p:cNvSpPr/>
            <p:nvPr/>
          </p:nvSpPr>
          <p:spPr>
            <a:xfrm>
              <a:off x="4022168" y="4765547"/>
              <a:ext cx="63202" cy="63202"/>
            </a:xfrm>
            <a:prstGeom prst="ellipse">
              <a:avLst/>
            </a:prstGeom>
            <a:solidFill>
              <a:srgbClr val="3C487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t3932"/>
            <p:cNvSpPr/>
            <p:nvPr/>
          </p:nvSpPr>
          <p:spPr>
            <a:xfrm>
              <a:off x="4746871" y="4211118"/>
              <a:ext cx="63202" cy="63202"/>
            </a:xfrm>
            <a:prstGeom prst="ellipse">
              <a:avLst/>
            </a:prstGeom>
            <a:solidFill>
              <a:srgbClr val="3A65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t3933"/>
            <p:cNvSpPr/>
            <p:nvPr/>
          </p:nvSpPr>
          <p:spPr>
            <a:xfrm>
              <a:off x="4431462" y="4463619"/>
              <a:ext cx="63202" cy="63202"/>
            </a:xfrm>
            <a:prstGeom prst="ellipse">
              <a:avLst/>
            </a:prstGeom>
            <a:solidFill>
              <a:srgbClr val="3A7D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t3934"/>
            <p:cNvSpPr/>
            <p:nvPr/>
          </p:nvSpPr>
          <p:spPr>
            <a:xfrm>
              <a:off x="4539875" y="4368015"/>
              <a:ext cx="63202" cy="63202"/>
            </a:xfrm>
            <a:prstGeom prst="ellipse">
              <a:avLst/>
            </a:prstGeom>
            <a:solidFill>
              <a:srgbClr val="3A589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t3935"/>
            <p:cNvSpPr/>
            <p:nvPr/>
          </p:nvSpPr>
          <p:spPr>
            <a:xfrm>
              <a:off x="5003510" y="3498927"/>
              <a:ext cx="63202" cy="63202"/>
            </a:xfrm>
            <a:prstGeom prst="ellipse">
              <a:avLst/>
            </a:prstGeom>
            <a:solidFill>
              <a:srgbClr val="3B51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t3936"/>
            <p:cNvSpPr/>
            <p:nvPr/>
          </p:nvSpPr>
          <p:spPr>
            <a:xfrm>
              <a:off x="3976508" y="4766403"/>
              <a:ext cx="63202" cy="63202"/>
            </a:xfrm>
            <a:prstGeom prst="ellipse">
              <a:avLst/>
            </a:prstGeom>
            <a:solidFill>
              <a:srgbClr val="3C487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t3937"/>
            <p:cNvSpPr/>
            <p:nvPr/>
          </p:nvSpPr>
          <p:spPr>
            <a:xfrm>
              <a:off x="3523866" y="4772296"/>
              <a:ext cx="63202" cy="63202"/>
            </a:xfrm>
            <a:prstGeom prst="ellipse">
              <a:avLst/>
            </a:prstGeom>
            <a:solidFill>
              <a:srgbClr val="3C487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t3938"/>
            <p:cNvSpPr/>
            <p:nvPr/>
          </p:nvSpPr>
          <p:spPr>
            <a:xfrm>
              <a:off x="4849017" y="3641698"/>
              <a:ext cx="63202" cy="63202"/>
            </a:xfrm>
            <a:prstGeom prst="ellipse">
              <a:avLst/>
            </a:prstGeom>
            <a:solidFill>
              <a:srgbClr val="395B9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t3939"/>
            <p:cNvSpPr/>
            <p:nvPr/>
          </p:nvSpPr>
          <p:spPr>
            <a:xfrm>
              <a:off x="4384774" y="4536931"/>
              <a:ext cx="63202" cy="63202"/>
            </a:xfrm>
            <a:prstGeom prst="ellipse">
              <a:avLst/>
            </a:prstGeom>
            <a:solidFill>
              <a:srgbClr val="395C9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t3940"/>
            <p:cNvSpPr/>
            <p:nvPr/>
          </p:nvSpPr>
          <p:spPr>
            <a:xfrm>
              <a:off x="3290018" y="4801454"/>
              <a:ext cx="63202" cy="63202"/>
            </a:xfrm>
            <a:prstGeom prst="ellipse">
              <a:avLst/>
            </a:prstGeom>
            <a:solidFill>
              <a:srgbClr val="3B396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t3941"/>
            <p:cNvSpPr/>
            <p:nvPr/>
          </p:nvSpPr>
          <p:spPr>
            <a:xfrm>
              <a:off x="4628335" y="4267713"/>
              <a:ext cx="63202" cy="63202"/>
            </a:xfrm>
            <a:prstGeom prst="ellipse">
              <a:avLst/>
            </a:prstGeom>
            <a:solidFill>
              <a:srgbClr val="3A69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t3942"/>
            <p:cNvSpPr/>
            <p:nvPr/>
          </p:nvSpPr>
          <p:spPr>
            <a:xfrm>
              <a:off x="5596358" y="2927118"/>
              <a:ext cx="63202" cy="63202"/>
            </a:xfrm>
            <a:prstGeom prst="ellipse">
              <a:avLst/>
            </a:prstGeom>
            <a:solidFill>
              <a:srgbClr val="3B4E8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t3943"/>
            <p:cNvSpPr/>
            <p:nvPr/>
          </p:nvSpPr>
          <p:spPr>
            <a:xfrm>
              <a:off x="3056027" y="4753931"/>
              <a:ext cx="63202" cy="63202"/>
            </a:xfrm>
            <a:prstGeom prst="ellipse">
              <a:avLst/>
            </a:prstGeom>
            <a:solidFill>
              <a:srgbClr val="3C4D8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t3944"/>
            <p:cNvSpPr/>
            <p:nvPr/>
          </p:nvSpPr>
          <p:spPr>
            <a:xfrm>
              <a:off x="6020203" y="2929573"/>
              <a:ext cx="63202" cy="63202"/>
            </a:xfrm>
            <a:prstGeom prst="ellipse">
              <a:avLst/>
            </a:prstGeom>
            <a:solidFill>
              <a:srgbClr val="3B3F7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t3945"/>
            <p:cNvSpPr/>
            <p:nvPr/>
          </p:nvSpPr>
          <p:spPr>
            <a:xfrm>
              <a:off x="4391907" y="4541579"/>
              <a:ext cx="63202" cy="63202"/>
            </a:xfrm>
            <a:prstGeom prst="ellipse">
              <a:avLst/>
            </a:prstGeom>
            <a:solidFill>
              <a:srgbClr val="3B518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t3946"/>
            <p:cNvSpPr/>
            <p:nvPr/>
          </p:nvSpPr>
          <p:spPr>
            <a:xfrm>
              <a:off x="5498857" y="3067530"/>
              <a:ext cx="63202" cy="63202"/>
            </a:xfrm>
            <a:prstGeom prst="ellipse">
              <a:avLst/>
            </a:prstGeom>
            <a:solidFill>
              <a:srgbClr val="3A5B9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t3947"/>
            <p:cNvSpPr/>
            <p:nvPr/>
          </p:nvSpPr>
          <p:spPr>
            <a:xfrm>
              <a:off x="4420910" y="4467164"/>
              <a:ext cx="63202" cy="63202"/>
            </a:xfrm>
            <a:prstGeom prst="ellipse">
              <a:avLst/>
            </a:prstGeom>
            <a:solidFill>
              <a:srgbClr val="3A599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t3948"/>
            <p:cNvSpPr/>
            <p:nvPr/>
          </p:nvSpPr>
          <p:spPr>
            <a:xfrm>
              <a:off x="2812052" y="4895874"/>
              <a:ext cx="63202" cy="63202"/>
            </a:xfrm>
            <a:prstGeom prst="ellipse">
              <a:avLst/>
            </a:prstGeom>
            <a:solidFill>
              <a:srgbClr val="3B538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t3949"/>
            <p:cNvSpPr/>
            <p:nvPr/>
          </p:nvSpPr>
          <p:spPr>
            <a:xfrm>
              <a:off x="4755148" y="4187507"/>
              <a:ext cx="63202" cy="63202"/>
            </a:xfrm>
            <a:prstGeom prst="ellipse">
              <a:avLst/>
            </a:prstGeom>
            <a:solidFill>
              <a:srgbClr val="3A579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t3950"/>
            <p:cNvSpPr/>
            <p:nvPr/>
          </p:nvSpPr>
          <p:spPr>
            <a:xfrm>
              <a:off x="2681487" y="4948042"/>
              <a:ext cx="117405" cy="117405"/>
            </a:xfrm>
            <a:prstGeom prst="ellipse">
              <a:avLst/>
            </a:prstGeom>
            <a:solidFill>
              <a:srgbClr val="3C427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t3951"/>
            <p:cNvSpPr/>
            <p:nvPr/>
          </p:nvSpPr>
          <p:spPr>
            <a:xfrm>
              <a:off x="3346108" y="4796518"/>
              <a:ext cx="117405" cy="117405"/>
            </a:xfrm>
            <a:prstGeom prst="ellipse">
              <a:avLst/>
            </a:prstGeom>
            <a:solidFill>
              <a:srgbClr val="3C4C8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t3952"/>
            <p:cNvSpPr/>
            <p:nvPr/>
          </p:nvSpPr>
          <p:spPr>
            <a:xfrm>
              <a:off x="4349639" y="4641492"/>
              <a:ext cx="117405" cy="117405"/>
            </a:xfrm>
            <a:prstGeom prst="ellipse">
              <a:avLst/>
            </a:prstGeom>
            <a:solidFill>
              <a:srgbClr val="3B3B6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t3953"/>
            <p:cNvSpPr/>
            <p:nvPr/>
          </p:nvSpPr>
          <p:spPr>
            <a:xfrm>
              <a:off x="5463793" y="3001325"/>
              <a:ext cx="117405" cy="117405"/>
            </a:xfrm>
            <a:prstGeom prst="ellipse">
              <a:avLst/>
            </a:prstGeom>
            <a:solidFill>
              <a:srgbClr val="3A61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t3954"/>
            <p:cNvSpPr/>
            <p:nvPr/>
          </p:nvSpPr>
          <p:spPr>
            <a:xfrm>
              <a:off x="5607920" y="2879905"/>
              <a:ext cx="117405" cy="117405"/>
            </a:xfrm>
            <a:prstGeom prst="ellipse">
              <a:avLst/>
            </a:prstGeom>
            <a:solidFill>
              <a:srgbClr val="392C5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l3955"/>
            <p:cNvSpPr/>
            <p:nvPr/>
          </p:nvSpPr>
          <p:spPr>
            <a:xfrm>
              <a:off x="2680581" y="4910670"/>
              <a:ext cx="52368" cy="84406"/>
            </a:xfrm>
            <a:custGeom>
              <a:avLst/>
              <a:gdLst/>
              <a:ahLst/>
              <a:cxnLst/>
              <a:rect l="0" t="0" r="0" b="0"/>
              <a:pathLst>
                <a:path w="52368" h="84406">
                  <a:moveTo>
                    <a:pt x="0" y="0"/>
                  </a:moveTo>
                  <a:lnTo>
                    <a:pt x="52368" y="8440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l3956"/>
            <p:cNvSpPr/>
            <p:nvPr/>
          </p:nvSpPr>
          <p:spPr>
            <a:xfrm>
              <a:off x="3343725" y="4761371"/>
              <a:ext cx="53561" cy="82290"/>
            </a:xfrm>
            <a:custGeom>
              <a:avLst/>
              <a:gdLst/>
              <a:ahLst/>
              <a:cxnLst/>
              <a:rect l="0" t="0" r="0" b="0"/>
              <a:pathLst>
                <a:path w="53561" h="82290">
                  <a:moveTo>
                    <a:pt x="0" y="0"/>
                  </a:moveTo>
                  <a:lnTo>
                    <a:pt x="53561" y="8229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l3957"/>
            <p:cNvSpPr/>
            <p:nvPr/>
          </p:nvSpPr>
          <p:spPr>
            <a:xfrm>
              <a:off x="4346026" y="4608982"/>
              <a:ext cx="54498" cy="79771"/>
            </a:xfrm>
            <a:custGeom>
              <a:avLst/>
              <a:gdLst/>
              <a:ahLst/>
              <a:cxnLst/>
              <a:rect l="0" t="0" r="0" b="0"/>
              <a:pathLst>
                <a:path w="54498" h="79771">
                  <a:moveTo>
                    <a:pt x="0" y="0"/>
                  </a:moveTo>
                  <a:lnTo>
                    <a:pt x="54498" y="79771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l3958"/>
            <p:cNvSpPr/>
            <p:nvPr/>
          </p:nvSpPr>
          <p:spPr>
            <a:xfrm>
              <a:off x="5341721" y="3050208"/>
              <a:ext cx="164113" cy="8914"/>
            </a:xfrm>
            <a:custGeom>
              <a:avLst/>
              <a:gdLst/>
              <a:ahLst/>
              <a:cxnLst/>
              <a:rect l="0" t="0" r="0" b="0"/>
              <a:pathLst>
                <a:path w="164113" h="8914">
                  <a:moveTo>
                    <a:pt x="0" y="0"/>
                  </a:moveTo>
                  <a:lnTo>
                    <a:pt x="164113" y="891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l3959"/>
            <p:cNvSpPr/>
            <p:nvPr/>
          </p:nvSpPr>
          <p:spPr>
            <a:xfrm>
              <a:off x="5575542" y="2862796"/>
              <a:ext cx="79696" cy="66336"/>
            </a:xfrm>
            <a:custGeom>
              <a:avLst/>
              <a:gdLst/>
              <a:ahLst/>
              <a:cxnLst/>
              <a:rect l="0" t="0" r="0" b="0"/>
              <a:pathLst>
                <a:path w="79696" h="66336">
                  <a:moveTo>
                    <a:pt x="0" y="0"/>
                  </a:moveTo>
                  <a:lnTo>
                    <a:pt x="79696" y="6633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g3960"/>
            <p:cNvSpPr/>
            <p:nvPr/>
          </p:nvSpPr>
          <p:spPr>
            <a:xfrm>
              <a:off x="2122065" y="4761971"/>
              <a:ext cx="558515" cy="191932"/>
            </a:xfrm>
            <a:custGeom>
              <a:avLst/>
              <a:gdLst/>
              <a:ahLst/>
              <a:cxnLst/>
              <a:rect l="0" t="0" r="0" b="0"/>
              <a:pathLst>
                <a:path w="558515" h="191932">
                  <a:moveTo>
                    <a:pt x="27431" y="191932"/>
                  </a:moveTo>
                  <a:lnTo>
                    <a:pt x="531083" y="191932"/>
                  </a:lnTo>
                  <a:lnTo>
                    <a:pt x="529978" y="191910"/>
                  </a:lnTo>
                  <a:lnTo>
                    <a:pt x="534390" y="191732"/>
                  </a:lnTo>
                  <a:lnTo>
                    <a:pt x="538715" y="190849"/>
                  </a:lnTo>
                  <a:lnTo>
                    <a:pt x="542843" y="189284"/>
                  </a:lnTo>
                  <a:lnTo>
                    <a:pt x="546666" y="187076"/>
                  </a:lnTo>
                  <a:lnTo>
                    <a:pt x="550086" y="184284"/>
                  </a:lnTo>
                  <a:lnTo>
                    <a:pt x="553013" y="180980"/>
                  </a:lnTo>
                  <a:lnTo>
                    <a:pt x="555373" y="177248"/>
                  </a:lnTo>
                  <a:lnTo>
                    <a:pt x="557103" y="173187"/>
                  </a:lnTo>
                  <a:lnTo>
                    <a:pt x="558160" y="168900"/>
                  </a:lnTo>
                  <a:lnTo>
                    <a:pt x="558515" y="164500"/>
                  </a:lnTo>
                  <a:lnTo>
                    <a:pt x="558515" y="27432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tx3961"/>
            <p:cNvSpPr/>
            <p:nvPr/>
          </p:nvSpPr>
          <p:spPr>
            <a:xfrm>
              <a:off x="2167785" y="4807691"/>
              <a:ext cx="46707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W1_TX</a:t>
              </a:r>
            </a:p>
          </p:txBody>
        </p:sp>
        <p:sp>
          <p:nvSpPr>
            <p:cNvPr id="3962" name="pg3962"/>
            <p:cNvSpPr/>
            <p:nvPr/>
          </p:nvSpPr>
          <p:spPr>
            <a:xfrm>
              <a:off x="2792891" y="4612629"/>
              <a:ext cx="550834" cy="191932"/>
            </a:xfrm>
            <a:custGeom>
              <a:avLst/>
              <a:gdLst/>
              <a:ahLst/>
              <a:cxnLst/>
              <a:rect l="0" t="0" r="0" b="0"/>
              <a:pathLst>
                <a:path w="550834" h="191932">
                  <a:moveTo>
                    <a:pt x="27432" y="191932"/>
                  </a:moveTo>
                  <a:lnTo>
                    <a:pt x="523402" y="191932"/>
                  </a:lnTo>
                  <a:lnTo>
                    <a:pt x="522297" y="191910"/>
                  </a:lnTo>
                  <a:lnTo>
                    <a:pt x="526709" y="191732"/>
                  </a:lnTo>
                  <a:lnTo>
                    <a:pt x="531034" y="190849"/>
                  </a:lnTo>
                  <a:lnTo>
                    <a:pt x="535162" y="189284"/>
                  </a:lnTo>
                  <a:lnTo>
                    <a:pt x="538985" y="187076"/>
                  </a:lnTo>
                  <a:lnTo>
                    <a:pt x="542405" y="184284"/>
                  </a:lnTo>
                  <a:lnTo>
                    <a:pt x="545332" y="180980"/>
                  </a:lnTo>
                  <a:lnTo>
                    <a:pt x="547692" y="177248"/>
                  </a:lnTo>
                  <a:lnTo>
                    <a:pt x="549422" y="173187"/>
                  </a:lnTo>
                  <a:lnTo>
                    <a:pt x="550479" y="168900"/>
                  </a:lnTo>
                  <a:lnTo>
                    <a:pt x="550834" y="164500"/>
                  </a:lnTo>
                  <a:lnTo>
                    <a:pt x="550834" y="27431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6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tx3963"/>
            <p:cNvSpPr/>
            <p:nvPr/>
          </p:nvSpPr>
          <p:spPr>
            <a:xfrm>
              <a:off x="2838611" y="4658349"/>
              <a:ext cx="459394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W2_LA</a:t>
              </a:r>
            </a:p>
          </p:txBody>
        </p:sp>
        <p:sp>
          <p:nvSpPr>
            <p:cNvPr id="3964" name="pg3964"/>
            <p:cNvSpPr/>
            <p:nvPr/>
          </p:nvSpPr>
          <p:spPr>
            <a:xfrm>
              <a:off x="3803055" y="4460113"/>
              <a:ext cx="542970" cy="191932"/>
            </a:xfrm>
            <a:custGeom>
              <a:avLst/>
              <a:gdLst/>
              <a:ahLst/>
              <a:cxnLst/>
              <a:rect l="0" t="0" r="0" b="0"/>
              <a:pathLst>
                <a:path w="542970" h="191932">
                  <a:moveTo>
                    <a:pt x="27431" y="191932"/>
                  </a:moveTo>
                  <a:lnTo>
                    <a:pt x="515538" y="191932"/>
                  </a:lnTo>
                  <a:lnTo>
                    <a:pt x="514434" y="191910"/>
                  </a:lnTo>
                  <a:lnTo>
                    <a:pt x="518845" y="191732"/>
                  </a:lnTo>
                  <a:lnTo>
                    <a:pt x="523170" y="190849"/>
                  </a:lnTo>
                  <a:lnTo>
                    <a:pt x="527298" y="189284"/>
                  </a:lnTo>
                  <a:lnTo>
                    <a:pt x="531121" y="187076"/>
                  </a:lnTo>
                  <a:lnTo>
                    <a:pt x="534541" y="184284"/>
                  </a:lnTo>
                  <a:lnTo>
                    <a:pt x="537469" y="180980"/>
                  </a:lnTo>
                  <a:lnTo>
                    <a:pt x="539828" y="177248"/>
                  </a:lnTo>
                  <a:lnTo>
                    <a:pt x="541558" y="173187"/>
                  </a:lnTo>
                  <a:lnTo>
                    <a:pt x="542615" y="168900"/>
                  </a:lnTo>
                  <a:lnTo>
                    <a:pt x="542970" y="164500"/>
                  </a:lnTo>
                  <a:lnTo>
                    <a:pt x="542970" y="27431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tx3965"/>
            <p:cNvSpPr/>
            <p:nvPr/>
          </p:nvSpPr>
          <p:spPr>
            <a:xfrm>
              <a:off x="3848775" y="4505833"/>
              <a:ext cx="451530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W3_FL</a:t>
              </a:r>
            </a:p>
          </p:txBody>
        </p:sp>
        <p:sp>
          <p:nvSpPr>
            <p:cNvPr id="3966" name="pg3966"/>
            <p:cNvSpPr/>
            <p:nvPr/>
          </p:nvSpPr>
          <p:spPr>
            <a:xfrm>
              <a:off x="4759979" y="2954218"/>
              <a:ext cx="581741" cy="191932"/>
            </a:xfrm>
            <a:custGeom>
              <a:avLst/>
              <a:gdLst/>
              <a:ahLst/>
              <a:cxnLst/>
              <a:rect l="0" t="0" r="0" b="0"/>
              <a:pathLst>
                <a:path w="581741" h="191932">
                  <a:moveTo>
                    <a:pt x="27432" y="191932"/>
                  </a:moveTo>
                  <a:lnTo>
                    <a:pt x="554309" y="191932"/>
                  </a:lnTo>
                  <a:lnTo>
                    <a:pt x="553204" y="191910"/>
                  </a:lnTo>
                  <a:lnTo>
                    <a:pt x="557615" y="191732"/>
                  </a:lnTo>
                  <a:lnTo>
                    <a:pt x="561941" y="190849"/>
                  </a:lnTo>
                  <a:lnTo>
                    <a:pt x="566069" y="189284"/>
                  </a:lnTo>
                  <a:lnTo>
                    <a:pt x="569892" y="187076"/>
                  </a:lnTo>
                  <a:lnTo>
                    <a:pt x="573312" y="184284"/>
                  </a:lnTo>
                  <a:lnTo>
                    <a:pt x="576239" y="180980"/>
                  </a:lnTo>
                  <a:lnTo>
                    <a:pt x="578599" y="177248"/>
                  </a:lnTo>
                  <a:lnTo>
                    <a:pt x="580329" y="173187"/>
                  </a:lnTo>
                  <a:lnTo>
                    <a:pt x="581386" y="168900"/>
                  </a:lnTo>
                  <a:lnTo>
                    <a:pt x="581741" y="164500"/>
                  </a:lnTo>
                  <a:lnTo>
                    <a:pt x="581741" y="27432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tx3967"/>
            <p:cNvSpPr/>
            <p:nvPr/>
          </p:nvSpPr>
          <p:spPr>
            <a:xfrm>
              <a:off x="4805699" y="2999938"/>
              <a:ext cx="490301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W5_NH</a:t>
              </a:r>
            </a:p>
          </p:txBody>
        </p:sp>
        <p:sp>
          <p:nvSpPr>
            <p:cNvPr id="3968" name="pg3968"/>
            <p:cNvSpPr/>
            <p:nvPr/>
          </p:nvSpPr>
          <p:spPr>
            <a:xfrm>
              <a:off x="5121597" y="2670864"/>
              <a:ext cx="589605" cy="191932"/>
            </a:xfrm>
            <a:custGeom>
              <a:avLst/>
              <a:gdLst/>
              <a:ahLst/>
              <a:cxnLst/>
              <a:rect l="0" t="0" r="0" b="0"/>
              <a:pathLst>
                <a:path w="589605" h="191932">
                  <a:moveTo>
                    <a:pt x="27432" y="191932"/>
                  </a:moveTo>
                  <a:lnTo>
                    <a:pt x="562173" y="191932"/>
                  </a:lnTo>
                  <a:lnTo>
                    <a:pt x="561068" y="191910"/>
                  </a:lnTo>
                  <a:lnTo>
                    <a:pt x="565479" y="191732"/>
                  </a:lnTo>
                  <a:lnTo>
                    <a:pt x="569805" y="190849"/>
                  </a:lnTo>
                  <a:lnTo>
                    <a:pt x="573933" y="189284"/>
                  </a:lnTo>
                  <a:lnTo>
                    <a:pt x="577756" y="187076"/>
                  </a:lnTo>
                  <a:lnTo>
                    <a:pt x="581175" y="184284"/>
                  </a:lnTo>
                  <a:lnTo>
                    <a:pt x="584103" y="180980"/>
                  </a:lnTo>
                  <a:lnTo>
                    <a:pt x="586462" y="177248"/>
                  </a:lnTo>
                  <a:lnTo>
                    <a:pt x="588193" y="173187"/>
                  </a:lnTo>
                  <a:lnTo>
                    <a:pt x="589249" y="168900"/>
                  </a:lnTo>
                  <a:lnTo>
                    <a:pt x="589605" y="164500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500"/>
                  </a:lnTo>
                  <a:lnTo>
                    <a:pt x="88" y="162293"/>
                  </a:lnTo>
                  <a:lnTo>
                    <a:pt x="88" y="166707"/>
                  </a:lnTo>
                  <a:lnTo>
                    <a:pt x="797" y="171065"/>
                  </a:lnTo>
                  <a:lnTo>
                    <a:pt x="2195" y="175252"/>
                  </a:lnTo>
                  <a:lnTo>
                    <a:pt x="4246" y="179162"/>
                  </a:lnTo>
                  <a:lnTo>
                    <a:pt x="6898" y="182691"/>
                  </a:lnTo>
                  <a:lnTo>
                    <a:pt x="10082" y="185749"/>
                  </a:lnTo>
                  <a:lnTo>
                    <a:pt x="13715" y="188257"/>
                  </a:lnTo>
                  <a:lnTo>
                    <a:pt x="17704" y="190149"/>
                  </a:lnTo>
                  <a:lnTo>
                    <a:pt x="21944" y="191378"/>
                  </a:lnTo>
                  <a:lnTo>
                    <a:pt x="26327" y="191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tx3969"/>
            <p:cNvSpPr/>
            <p:nvPr/>
          </p:nvSpPr>
          <p:spPr>
            <a:xfrm>
              <a:off x="5167317" y="2716584"/>
              <a:ext cx="498165" cy="10049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W6_ME</a:t>
              </a:r>
            </a:p>
          </p:txBody>
        </p:sp>
        <p:sp>
          <p:nvSpPr>
            <p:cNvPr id="3970" name="rc3970"/>
            <p:cNvSpPr/>
            <p:nvPr/>
          </p:nvSpPr>
          <p:spPr>
            <a:xfrm>
              <a:off x="2034901" y="2354586"/>
              <a:ext cx="4342247" cy="336636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tx3971"/>
            <p:cNvSpPr/>
            <p:nvPr/>
          </p:nvSpPr>
          <p:spPr>
            <a:xfrm>
              <a:off x="1722549" y="536684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972" name="tx3972"/>
            <p:cNvSpPr/>
            <p:nvPr/>
          </p:nvSpPr>
          <p:spPr>
            <a:xfrm>
              <a:off x="1846907" y="534846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3" name="tx3973"/>
            <p:cNvSpPr/>
            <p:nvPr/>
          </p:nvSpPr>
          <p:spPr>
            <a:xfrm>
              <a:off x="1891621" y="536684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74" name="tx3974"/>
            <p:cNvSpPr/>
            <p:nvPr/>
          </p:nvSpPr>
          <p:spPr>
            <a:xfrm>
              <a:off x="1722549" y="471646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975" name="tx3975"/>
            <p:cNvSpPr/>
            <p:nvPr/>
          </p:nvSpPr>
          <p:spPr>
            <a:xfrm>
              <a:off x="1846907" y="469808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6" name="tx3976"/>
            <p:cNvSpPr/>
            <p:nvPr/>
          </p:nvSpPr>
          <p:spPr>
            <a:xfrm>
              <a:off x="1891621" y="471646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77" name="tx3977"/>
            <p:cNvSpPr/>
            <p:nvPr/>
          </p:nvSpPr>
          <p:spPr>
            <a:xfrm>
              <a:off x="1722549" y="406618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978" name="tx3978"/>
            <p:cNvSpPr/>
            <p:nvPr/>
          </p:nvSpPr>
          <p:spPr>
            <a:xfrm>
              <a:off x="1846907" y="40478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891621" y="406618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722549" y="341590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846907" y="339752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891621" y="341590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722549" y="276572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45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846907" y="274734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891621" y="276572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3986" name="pl3986"/>
            <p:cNvSpPr/>
            <p:nvPr/>
          </p:nvSpPr>
          <p:spPr>
            <a:xfrm>
              <a:off x="2000107" y="540785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l3987"/>
            <p:cNvSpPr/>
            <p:nvPr/>
          </p:nvSpPr>
          <p:spPr>
            <a:xfrm>
              <a:off x="2000107" y="47575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l3988"/>
            <p:cNvSpPr/>
            <p:nvPr/>
          </p:nvSpPr>
          <p:spPr>
            <a:xfrm>
              <a:off x="2000107" y="410729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l3989"/>
            <p:cNvSpPr/>
            <p:nvPr/>
          </p:nvSpPr>
          <p:spPr>
            <a:xfrm>
              <a:off x="2000107" y="345701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l3990"/>
            <p:cNvSpPr/>
            <p:nvPr/>
          </p:nvSpPr>
          <p:spPr>
            <a:xfrm>
              <a:off x="2000107" y="28067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l3991"/>
            <p:cNvSpPr/>
            <p:nvPr/>
          </p:nvSpPr>
          <p:spPr>
            <a:xfrm>
              <a:off x="2443946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l3992"/>
            <p:cNvSpPr/>
            <p:nvPr/>
          </p:nvSpPr>
          <p:spPr>
            <a:xfrm>
              <a:off x="297312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l3993"/>
            <p:cNvSpPr/>
            <p:nvPr/>
          </p:nvSpPr>
          <p:spPr>
            <a:xfrm>
              <a:off x="3502296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l3994"/>
            <p:cNvSpPr/>
            <p:nvPr/>
          </p:nvSpPr>
          <p:spPr>
            <a:xfrm>
              <a:off x="403147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l3995"/>
            <p:cNvSpPr/>
            <p:nvPr/>
          </p:nvSpPr>
          <p:spPr>
            <a:xfrm>
              <a:off x="4560646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l3996"/>
            <p:cNvSpPr/>
            <p:nvPr/>
          </p:nvSpPr>
          <p:spPr>
            <a:xfrm>
              <a:off x="508982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l3997"/>
            <p:cNvSpPr/>
            <p:nvPr/>
          </p:nvSpPr>
          <p:spPr>
            <a:xfrm>
              <a:off x="5618997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l3998"/>
            <p:cNvSpPr/>
            <p:nvPr/>
          </p:nvSpPr>
          <p:spPr>
            <a:xfrm>
              <a:off x="6148172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tx3999"/>
            <p:cNvSpPr/>
            <p:nvPr/>
          </p:nvSpPr>
          <p:spPr>
            <a:xfrm>
              <a:off x="2275605" y="5783578"/>
              <a:ext cx="186537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4000" name="tx4000"/>
            <p:cNvSpPr/>
            <p:nvPr/>
          </p:nvSpPr>
          <p:spPr>
            <a:xfrm>
              <a:off x="246214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1" name="tx4001"/>
            <p:cNvSpPr/>
            <p:nvPr/>
          </p:nvSpPr>
          <p:spPr>
            <a:xfrm>
              <a:off x="25068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02" name="tx4002"/>
            <p:cNvSpPr/>
            <p:nvPr/>
          </p:nvSpPr>
          <p:spPr>
            <a:xfrm>
              <a:off x="282037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95</a:t>
              </a:r>
            </a:p>
          </p:txBody>
        </p:sp>
        <p:sp>
          <p:nvSpPr>
            <p:cNvPr id="4003" name="tx4003"/>
            <p:cNvSpPr/>
            <p:nvPr/>
          </p:nvSpPr>
          <p:spPr>
            <a:xfrm>
              <a:off x="297572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4" name="tx4004"/>
            <p:cNvSpPr/>
            <p:nvPr/>
          </p:nvSpPr>
          <p:spPr>
            <a:xfrm>
              <a:off x="302044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05" name="tx4005"/>
            <p:cNvSpPr/>
            <p:nvPr/>
          </p:nvSpPr>
          <p:spPr>
            <a:xfrm>
              <a:off x="334954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90</a:t>
              </a:r>
            </a:p>
          </p:txBody>
        </p:sp>
        <p:sp>
          <p:nvSpPr>
            <p:cNvPr id="4006" name="tx4006"/>
            <p:cNvSpPr/>
            <p:nvPr/>
          </p:nvSpPr>
          <p:spPr>
            <a:xfrm>
              <a:off x="350490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7" name="tx4007"/>
            <p:cNvSpPr/>
            <p:nvPr/>
          </p:nvSpPr>
          <p:spPr>
            <a:xfrm>
              <a:off x="354961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387872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85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403407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407879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440789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80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456325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460796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493707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75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509242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513714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5466246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70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5621603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566631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5995421" y="5783578"/>
              <a:ext cx="155356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 65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615077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619549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3899107" y="5925448"/>
              <a:ext cx="6138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</a:t>
              </a:r>
            </a:p>
          </p:txBody>
        </p:sp>
        <p:sp>
          <p:nvSpPr>
            <p:cNvPr id="4024" name="tx4024"/>
            <p:cNvSpPr/>
            <p:nvPr/>
          </p:nvSpPr>
          <p:spPr>
            <a:xfrm rot="-5400000">
              <a:off x="1358159" y="3987658"/>
              <a:ext cx="497159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</a:t>
              </a:r>
            </a:p>
          </p:txBody>
        </p:sp>
        <p:sp>
          <p:nvSpPr>
            <p:cNvPr id="4025" name="rc4025"/>
            <p:cNvSpPr/>
            <p:nvPr/>
          </p:nvSpPr>
          <p:spPr>
            <a:xfrm>
              <a:off x="6516327" y="3243743"/>
              <a:ext cx="1071043" cy="158804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26" name="tx4026"/>
            <p:cNvSpPr/>
            <p:nvPr/>
          </p:nvSpPr>
          <p:spPr>
            <a:xfrm>
              <a:off x="6585916" y="3328785"/>
              <a:ext cx="931865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Environmental 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6585916" y="3479661"/>
              <a:ext cx="543519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Distance</a:t>
              </a:r>
            </a:p>
          </p:txBody>
        </p:sp>
        <p:pic>
          <p:nvPicPr>
            <p:cNvPr id="4028" name="pic40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585916" y="3664922"/>
              <a:ext cx="219455" cy="1097280"/>
            </a:xfrm>
            <a:prstGeom prst="rect">
              <a:avLst/>
            </a:prstGeom>
          </p:spPr>
        </p:pic>
        <p:sp>
          <p:nvSpPr>
            <p:cNvPr id="4029" name="pl4029"/>
            <p:cNvSpPr/>
            <p:nvPr/>
          </p:nvSpPr>
          <p:spPr>
            <a:xfrm>
              <a:off x="6761481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l4030"/>
            <p:cNvSpPr/>
            <p:nvPr/>
          </p:nvSpPr>
          <p:spPr>
            <a:xfrm>
              <a:off x="6761481" y="457810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l4031"/>
            <p:cNvSpPr/>
            <p:nvPr/>
          </p:nvSpPr>
          <p:spPr>
            <a:xfrm>
              <a:off x="6761481" y="439583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l4032"/>
            <p:cNvSpPr/>
            <p:nvPr/>
          </p:nvSpPr>
          <p:spPr>
            <a:xfrm>
              <a:off x="6761481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l4033"/>
            <p:cNvSpPr/>
            <p:nvPr/>
          </p:nvSpPr>
          <p:spPr>
            <a:xfrm>
              <a:off x="6761481" y="403129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l4034"/>
            <p:cNvSpPr/>
            <p:nvPr/>
          </p:nvSpPr>
          <p:spPr>
            <a:xfrm>
              <a:off x="6761481" y="384902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l4035"/>
            <p:cNvSpPr/>
            <p:nvPr/>
          </p:nvSpPr>
          <p:spPr>
            <a:xfrm>
              <a:off x="6761481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l4036"/>
            <p:cNvSpPr/>
            <p:nvPr/>
          </p:nvSpPr>
          <p:spPr>
            <a:xfrm>
              <a:off x="6585916" y="476037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l4037"/>
            <p:cNvSpPr/>
            <p:nvPr/>
          </p:nvSpPr>
          <p:spPr>
            <a:xfrm>
              <a:off x="6585916" y="4578103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l4038"/>
            <p:cNvSpPr/>
            <p:nvPr/>
          </p:nvSpPr>
          <p:spPr>
            <a:xfrm>
              <a:off x="6585916" y="439583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l4039"/>
            <p:cNvSpPr/>
            <p:nvPr/>
          </p:nvSpPr>
          <p:spPr>
            <a:xfrm>
              <a:off x="6585916" y="421356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l4040"/>
            <p:cNvSpPr/>
            <p:nvPr/>
          </p:nvSpPr>
          <p:spPr>
            <a:xfrm>
              <a:off x="6585916" y="403129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l4041"/>
            <p:cNvSpPr/>
            <p:nvPr/>
          </p:nvSpPr>
          <p:spPr>
            <a:xfrm>
              <a:off x="6585916" y="384902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l4042"/>
            <p:cNvSpPr/>
            <p:nvPr/>
          </p:nvSpPr>
          <p:spPr>
            <a:xfrm>
              <a:off x="6585916" y="366675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tx4043"/>
            <p:cNvSpPr/>
            <p:nvPr/>
          </p:nvSpPr>
          <p:spPr>
            <a:xfrm>
              <a:off x="6874961" y="4720322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4044" name="tx4044"/>
            <p:cNvSpPr/>
            <p:nvPr/>
          </p:nvSpPr>
          <p:spPr>
            <a:xfrm>
              <a:off x="6874961" y="4538052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4045" name="tx4045"/>
            <p:cNvSpPr/>
            <p:nvPr/>
          </p:nvSpPr>
          <p:spPr>
            <a:xfrm>
              <a:off x="6874961" y="4355781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</a:t>
              </a:r>
            </a:p>
          </p:txBody>
        </p:sp>
        <p:sp>
          <p:nvSpPr>
            <p:cNvPr id="4046" name="tx4046"/>
            <p:cNvSpPr/>
            <p:nvPr/>
          </p:nvSpPr>
          <p:spPr>
            <a:xfrm>
              <a:off x="6874961" y="4173511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6874961" y="3991241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6874961" y="3808970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5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6874961" y="3626700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6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2034901" y="1669789"/>
              <a:ext cx="3642695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Environmental Distance to 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2034901" y="1998973"/>
              <a:ext cx="1422714" cy="2186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York River</a:t>
              </a:r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754045" y="1600200"/>
              <a:ext cx="563590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384234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312486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86548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4606110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5346735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6087361" y="1669789"/>
              <a:ext cx="0" cy="4051159"/>
            </a:xfrm>
            <a:custGeom>
              <a:avLst/>
              <a:gdLst/>
              <a:ahLst/>
              <a:cxnLst/>
              <a:rect l="0" t="0" r="0" b="0"/>
              <a:pathLst>
                <a:path h="4051159">
                  <a:moveTo>
                    <a:pt x="0" y="4051159"/>
                  </a:moveTo>
                  <a:lnTo>
                    <a:pt x="0" y="4027755"/>
                  </a:lnTo>
                  <a:lnTo>
                    <a:pt x="0" y="3970809"/>
                  </a:lnTo>
                  <a:lnTo>
                    <a:pt x="0" y="3913864"/>
                  </a:lnTo>
                  <a:lnTo>
                    <a:pt x="0" y="3856918"/>
                  </a:lnTo>
                  <a:lnTo>
                    <a:pt x="0" y="3799972"/>
                  </a:lnTo>
                  <a:lnTo>
                    <a:pt x="0" y="3743027"/>
                  </a:lnTo>
                  <a:lnTo>
                    <a:pt x="0" y="3686081"/>
                  </a:lnTo>
                  <a:lnTo>
                    <a:pt x="0" y="3629136"/>
                  </a:lnTo>
                  <a:lnTo>
                    <a:pt x="0" y="3572190"/>
                  </a:lnTo>
                  <a:lnTo>
                    <a:pt x="0" y="3515244"/>
                  </a:lnTo>
                  <a:lnTo>
                    <a:pt x="0" y="3458299"/>
                  </a:lnTo>
                  <a:lnTo>
                    <a:pt x="0" y="3401353"/>
                  </a:lnTo>
                  <a:lnTo>
                    <a:pt x="0" y="3344407"/>
                  </a:lnTo>
                  <a:lnTo>
                    <a:pt x="0" y="3287462"/>
                  </a:lnTo>
                  <a:lnTo>
                    <a:pt x="0" y="3230516"/>
                  </a:lnTo>
                  <a:lnTo>
                    <a:pt x="0" y="3173571"/>
                  </a:lnTo>
                  <a:lnTo>
                    <a:pt x="0" y="3116625"/>
                  </a:lnTo>
                  <a:lnTo>
                    <a:pt x="0" y="3059679"/>
                  </a:lnTo>
                  <a:lnTo>
                    <a:pt x="0" y="3002734"/>
                  </a:lnTo>
                  <a:lnTo>
                    <a:pt x="0" y="2945788"/>
                  </a:lnTo>
                  <a:lnTo>
                    <a:pt x="0" y="2888843"/>
                  </a:lnTo>
                  <a:lnTo>
                    <a:pt x="0" y="2831897"/>
                  </a:lnTo>
                  <a:lnTo>
                    <a:pt x="0" y="2774951"/>
                  </a:lnTo>
                  <a:lnTo>
                    <a:pt x="0" y="2718006"/>
                  </a:lnTo>
                  <a:lnTo>
                    <a:pt x="0" y="2661060"/>
                  </a:lnTo>
                  <a:lnTo>
                    <a:pt x="0" y="2604115"/>
                  </a:lnTo>
                  <a:lnTo>
                    <a:pt x="0" y="2547169"/>
                  </a:lnTo>
                  <a:lnTo>
                    <a:pt x="0" y="2490223"/>
                  </a:lnTo>
                  <a:lnTo>
                    <a:pt x="0" y="2433278"/>
                  </a:lnTo>
                  <a:lnTo>
                    <a:pt x="0" y="2376332"/>
                  </a:lnTo>
                  <a:lnTo>
                    <a:pt x="0" y="2319386"/>
                  </a:lnTo>
                  <a:lnTo>
                    <a:pt x="0" y="2262441"/>
                  </a:lnTo>
                  <a:lnTo>
                    <a:pt x="0" y="2205495"/>
                  </a:lnTo>
                  <a:lnTo>
                    <a:pt x="0" y="2148550"/>
                  </a:lnTo>
                  <a:lnTo>
                    <a:pt x="0" y="2091604"/>
                  </a:lnTo>
                  <a:lnTo>
                    <a:pt x="0" y="2034658"/>
                  </a:lnTo>
                  <a:lnTo>
                    <a:pt x="0" y="1977713"/>
                  </a:lnTo>
                  <a:lnTo>
                    <a:pt x="0" y="1920767"/>
                  </a:lnTo>
                  <a:lnTo>
                    <a:pt x="0" y="1863822"/>
                  </a:lnTo>
                  <a:lnTo>
                    <a:pt x="0" y="1806876"/>
                  </a:lnTo>
                  <a:lnTo>
                    <a:pt x="0" y="1749930"/>
                  </a:lnTo>
                  <a:lnTo>
                    <a:pt x="0" y="1692985"/>
                  </a:lnTo>
                  <a:lnTo>
                    <a:pt x="0" y="1636039"/>
                  </a:lnTo>
                  <a:lnTo>
                    <a:pt x="0" y="1579094"/>
                  </a:lnTo>
                  <a:lnTo>
                    <a:pt x="0" y="1522148"/>
                  </a:lnTo>
                  <a:lnTo>
                    <a:pt x="0" y="1465202"/>
                  </a:lnTo>
                  <a:lnTo>
                    <a:pt x="0" y="1408257"/>
                  </a:lnTo>
                  <a:lnTo>
                    <a:pt x="0" y="1351311"/>
                  </a:lnTo>
                  <a:lnTo>
                    <a:pt x="0" y="1294366"/>
                  </a:lnTo>
                  <a:lnTo>
                    <a:pt x="0" y="1237420"/>
                  </a:lnTo>
                  <a:lnTo>
                    <a:pt x="0" y="1180474"/>
                  </a:lnTo>
                  <a:lnTo>
                    <a:pt x="0" y="1123529"/>
                  </a:lnTo>
                  <a:lnTo>
                    <a:pt x="0" y="1066583"/>
                  </a:lnTo>
                  <a:lnTo>
                    <a:pt x="0" y="1009637"/>
                  </a:lnTo>
                  <a:lnTo>
                    <a:pt x="0" y="952692"/>
                  </a:lnTo>
                  <a:lnTo>
                    <a:pt x="0" y="895746"/>
                  </a:lnTo>
                  <a:lnTo>
                    <a:pt x="0" y="838801"/>
                  </a:lnTo>
                  <a:lnTo>
                    <a:pt x="0" y="781855"/>
                  </a:lnTo>
                  <a:lnTo>
                    <a:pt x="0" y="724909"/>
                  </a:lnTo>
                  <a:lnTo>
                    <a:pt x="0" y="667964"/>
                  </a:lnTo>
                  <a:lnTo>
                    <a:pt x="0" y="611018"/>
                  </a:lnTo>
                  <a:lnTo>
                    <a:pt x="0" y="554073"/>
                  </a:lnTo>
                  <a:lnTo>
                    <a:pt x="0" y="497127"/>
                  </a:lnTo>
                  <a:lnTo>
                    <a:pt x="0" y="440181"/>
                  </a:lnTo>
                  <a:lnTo>
                    <a:pt x="0" y="383236"/>
                  </a:lnTo>
                  <a:lnTo>
                    <a:pt x="0" y="326290"/>
                  </a:lnTo>
                  <a:lnTo>
                    <a:pt x="0" y="269345"/>
                  </a:lnTo>
                  <a:lnTo>
                    <a:pt x="0" y="212399"/>
                  </a:lnTo>
                  <a:lnTo>
                    <a:pt x="0" y="155453"/>
                  </a:lnTo>
                  <a:lnTo>
                    <a:pt x="0" y="98508"/>
                  </a:lnTo>
                  <a:lnTo>
                    <a:pt x="0" y="4156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2301906" y="555518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301906" y="4615577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301906" y="3675975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301906" y="2736372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301906" y="1796770"/>
              <a:ext cx="4149766" cy="0"/>
            </a:xfrm>
            <a:custGeom>
              <a:avLst/>
              <a:gdLst/>
              <a:ahLst/>
              <a:cxnLst/>
              <a:rect l="0" t="0" r="0" b="0"/>
              <a:pathLst>
                <a:path w="4149766">
                  <a:moveTo>
                    <a:pt x="0" y="0"/>
                  </a:moveTo>
                  <a:lnTo>
                    <a:pt x="22479" y="0"/>
                  </a:lnTo>
                  <a:lnTo>
                    <a:pt x="74847" y="0"/>
                  </a:lnTo>
                  <a:lnTo>
                    <a:pt x="127214" y="0"/>
                  </a:lnTo>
                  <a:lnTo>
                    <a:pt x="179582" y="0"/>
                  </a:lnTo>
                  <a:lnTo>
                    <a:pt x="231949" y="0"/>
                  </a:lnTo>
                  <a:lnTo>
                    <a:pt x="284316" y="0"/>
                  </a:lnTo>
                  <a:lnTo>
                    <a:pt x="336684" y="0"/>
                  </a:lnTo>
                  <a:lnTo>
                    <a:pt x="389051" y="0"/>
                  </a:lnTo>
                  <a:lnTo>
                    <a:pt x="441419" y="0"/>
                  </a:lnTo>
                  <a:lnTo>
                    <a:pt x="493786" y="0"/>
                  </a:lnTo>
                  <a:lnTo>
                    <a:pt x="546154" y="0"/>
                  </a:lnTo>
                  <a:lnTo>
                    <a:pt x="598521" y="0"/>
                  </a:lnTo>
                  <a:lnTo>
                    <a:pt x="650889" y="0"/>
                  </a:lnTo>
                  <a:lnTo>
                    <a:pt x="703256" y="0"/>
                  </a:lnTo>
                  <a:lnTo>
                    <a:pt x="755623" y="0"/>
                  </a:lnTo>
                  <a:lnTo>
                    <a:pt x="807991" y="0"/>
                  </a:lnTo>
                  <a:lnTo>
                    <a:pt x="860358" y="0"/>
                  </a:lnTo>
                  <a:lnTo>
                    <a:pt x="912726" y="0"/>
                  </a:lnTo>
                  <a:lnTo>
                    <a:pt x="965093" y="0"/>
                  </a:lnTo>
                  <a:lnTo>
                    <a:pt x="1017461" y="0"/>
                  </a:lnTo>
                  <a:lnTo>
                    <a:pt x="1069828" y="0"/>
                  </a:lnTo>
                  <a:lnTo>
                    <a:pt x="1122196" y="0"/>
                  </a:lnTo>
                  <a:lnTo>
                    <a:pt x="1174563" y="0"/>
                  </a:lnTo>
                  <a:lnTo>
                    <a:pt x="1226930" y="0"/>
                  </a:lnTo>
                  <a:lnTo>
                    <a:pt x="1279298" y="0"/>
                  </a:lnTo>
                  <a:lnTo>
                    <a:pt x="1331665" y="0"/>
                  </a:lnTo>
                  <a:lnTo>
                    <a:pt x="1384033" y="0"/>
                  </a:lnTo>
                  <a:lnTo>
                    <a:pt x="1436400" y="0"/>
                  </a:lnTo>
                  <a:lnTo>
                    <a:pt x="1488768" y="0"/>
                  </a:lnTo>
                  <a:lnTo>
                    <a:pt x="1541135" y="0"/>
                  </a:lnTo>
                  <a:lnTo>
                    <a:pt x="1593503" y="0"/>
                  </a:lnTo>
                  <a:lnTo>
                    <a:pt x="1645870" y="0"/>
                  </a:lnTo>
                  <a:lnTo>
                    <a:pt x="1698237" y="0"/>
                  </a:lnTo>
                  <a:lnTo>
                    <a:pt x="1750605" y="0"/>
                  </a:lnTo>
                  <a:lnTo>
                    <a:pt x="1802972" y="0"/>
                  </a:lnTo>
                  <a:lnTo>
                    <a:pt x="1855340" y="0"/>
                  </a:lnTo>
                  <a:lnTo>
                    <a:pt x="1907707" y="0"/>
                  </a:lnTo>
                  <a:lnTo>
                    <a:pt x="1960075" y="0"/>
                  </a:lnTo>
                  <a:lnTo>
                    <a:pt x="2012442" y="0"/>
                  </a:lnTo>
                  <a:lnTo>
                    <a:pt x="2064810" y="0"/>
                  </a:lnTo>
                  <a:lnTo>
                    <a:pt x="2117177" y="0"/>
                  </a:lnTo>
                  <a:lnTo>
                    <a:pt x="2169544" y="0"/>
                  </a:lnTo>
                  <a:lnTo>
                    <a:pt x="2221912" y="0"/>
                  </a:lnTo>
                  <a:lnTo>
                    <a:pt x="2274279" y="0"/>
                  </a:lnTo>
                  <a:lnTo>
                    <a:pt x="2326647" y="0"/>
                  </a:lnTo>
                  <a:lnTo>
                    <a:pt x="2379014" y="0"/>
                  </a:lnTo>
                  <a:lnTo>
                    <a:pt x="2431382" y="0"/>
                  </a:lnTo>
                  <a:lnTo>
                    <a:pt x="2483749" y="0"/>
                  </a:lnTo>
                  <a:lnTo>
                    <a:pt x="2536117" y="0"/>
                  </a:lnTo>
                  <a:lnTo>
                    <a:pt x="2588484" y="0"/>
                  </a:lnTo>
                  <a:lnTo>
                    <a:pt x="2640851" y="0"/>
                  </a:lnTo>
                  <a:lnTo>
                    <a:pt x="2693219" y="0"/>
                  </a:lnTo>
                  <a:lnTo>
                    <a:pt x="2745586" y="0"/>
                  </a:lnTo>
                  <a:lnTo>
                    <a:pt x="2797954" y="0"/>
                  </a:lnTo>
                  <a:lnTo>
                    <a:pt x="2850321" y="0"/>
                  </a:lnTo>
                  <a:lnTo>
                    <a:pt x="2902689" y="0"/>
                  </a:lnTo>
                  <a:lnTo>
                    <a:pt x="2955056" y="0"/>
                  </a:lnTo>
                  <a:lnTo>
                    <a:pt x="3007424" y="0"/>
                  </a:lnTo>
                  <a:lnTo>
                    <a:pt x="3059791" y="0"/>
                  </a:lnTo>
                  <a:lnTo>
                    <a:pt x="3112158" y="0"/>
                  </a:lnTo>
                  <a:lnTo>
                    <a:pt x="3164526" y="0"/>
                  </a:lnTo>
                  <a:lnTo>
                    <a:pt x="3216893" y="0"/>
                  </a:lnTo>
                  <a:lnTo>
                    <a:pt x="3269261" y="0"/>
                  </a:lnTo>
                  <a:lnTo>
                    <a:pt x="3321628" y="0"/>
                  </a:lnTo>
                  <a:lnTo>
                    <a:pt x="3373996" y="0"/>
                  </a:lnTo>
                  <a:lnTo>
                    <a:pt x="3426363" y="0"/>
                  </a:lnTo>
                  <a:lnTo>
                    <a:pt x="3478730" y="0"/>
                  </a:lnTo>
                  <a:lnTo>
                    <a:pt x="3531098" y="0"/>
                  </a:lnTo>
                  <a:lnTo>
                    <a:pt x="3583465" y="0"/>
                  </a:lnTo>
                  <a:lnTo>
                    <a:pt x="3635833" y="0"/>
                  </a:lnTo>
                  <a:lnTo>
                    <a:pt x="3688200" y="0"/>
                  </a:lnTo>
                  <a:lnTo>
                    <a:pt x="3740568" y="0"/>
                  </a:lnTo>
                  <a:lnTo>
                    <a:pt x="3792935" y="0"/>
                  </a:lnTo>
                  <a:lnTo>
                    <a:pt x="3845303" y="0"/>
                  </a:lnTo>
                  <a:lnTo>
                    <a:pt x="3897670" y="0"/>
                  </a:lnTo>
                  <a:lnTo>
                    <a:pt x="3950037" y="0"/>
                  </a:lnTo>
                  <a:lnTo>
                    <a:pt x="4002405" y="0"/>
                  </a:lnTo>
                  <a:lnTo>
                    <a:pt x="4054772" y="0"/>
                  </a:lnTo>
                  <a:lnTo>
                    <a:pt x="4107140" y="0"/>
                  </a:lnTo>
                  <a:lnTo>
                    <a:pt x="4149766" y="0"/>
                  </a:lnTo>
                  <a:lnTo>
                    <a:pt x="414976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g17"/>
            <p:cNvSpPr/>
            <p:nvPr/>
          </p:nvSpPr>
          <p:spPr>
            <a:xfrm>
              <a:off x="4171236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g18"/>
            <p:cNvSpPr/>
            <p:nvPr/>
          </p:nvSpPr>
          <p:spPr>
            <a:xfrm>
              <a:off x="425267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g19"/>
            <p:cNvSpPr/>
            <p:nvPr/>
          </p:nvSpPr>
          <p:spPr>
            <a:xfrm>
              <a:off x="4334110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g20"/>
            <p:cNvSpPr/>
            <p:nvPr/>
          </p:nvSpPr>
          <p:spPr>
            <a:xfrm>
              <a:off x="4415547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g21"/>
            <p:cNvSpPr/>
            <p:nvPr/>
          </p:nvSpPr>
          <p:spPr>
            <a:xfrm>
              <a:off x="449698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g22"/>
            <p:cNvSpPr/>
            <p:nvPr/>
          </p:nvSpPr>
          <p:spPr>
            <a:xfrm>
              <a:off x="457842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g23"/>
            <p:cNvSpPr/>
            <p:nvPr/>
          </p:nvSpPr>
          <p:spPr>
            <a:xfrm>
              <a:off x="465985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g24"/>
            <p:cNvSpPr/>
            <p:nvPr/>
          </p:nvSpPr>
          <p:spPr>
            <a:xfrm>
              <a:off x="5067044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g25"/>
            <p:cNvSpPr/>
            <p:nvPr/>
          </p:nvSpPr>
          <p:spPr>
            <a:xfrm>
              <a:off x="5148481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g26"/>
            <p:cNvSpPr/>
            <p:nvPr/>
          </p:nvSpPr>
          <p:spPr>
            <a:xfrm>
              <a:off x="5229918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g27"/>
            <p:cNvSpPr/>
            <p:nvPr/>
          </p:nvSpPr>
          <p:spPr>
            <a:xfrm>
              <a:off x="5311355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g28"/>
            <p:cNvSpPr/>
            <p:nvPr/>
          </p:nvSpPr>
          <p:spPr>
            <a:xfrm>
              <a:off x="5392793" y="17565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g29"/>
            <p:cNvSpPr/>
            <p:nvPr/>
          </p:nvSpPr>
          <p:spPr>
            <a:xfrm>
              <a:off x="408979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g30"/>
            <p:cNvSpPr/>
            <p:nvPr/>
          </p:nvSpPr>
          <p:spPr>
            <a:xfrm>
              <a:off x="4171236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g31"/>
            <p:cNvSpPr/>
            <p:nvPr/>
          </p:nvSpPr>
          <p:spPr>
            <a:xfrm>
              <a:off x="425267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g32"/>
            <p:cNvSpPr/>
            <p:nvPr/>
          </p:nvSpPr>
          <p:spPr>
            <a:xfrm>
              <a:off x="4334110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g33"/>
            <p:cNvSpPr/>
            <p:nvPr/>
          </p:nvSpPr>
          <p:spPr>
            <a:xfrm>
              <a:off x="4415547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g34"/>
            <p:cNvSpPr/>
            <p:nvPr/>
          </p:nvSpPr>
          <p:spPr>
            <a:xfrm>
              <a:off x="449698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g35"/>
            <p:cNvSpPr/>
            <p:nvPr/>
          </p:nvSpPr>
          <p:spPr>
            <a:xfrm>
              <a:off x="457842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g36"/>
            <p:cNvSpPr/>
            <p:nvPr/>
          </p:nvSpPr>
          <p:spPr>
            <a:xfrm>
              <a:off x="465985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g37"/>
            <p:cNvSpPr/>
            <p:nvPr/>
          </p:nvSpPr>
          <p:spPr>
            <a:xfrm>
              <a:off x="5067044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g38"/>
            <p:cNvSpPr/>
            <p:nvPr/>
          </p:nvSpPr>
          <p:spPr>
            <a:xfrm>
              <a:off x="5148481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g39"/>
            <p:cNvSpPr/>
            <p:nvPr/>
          </p:nvSpPr>
          <p:spPr>
            <a:xfrm>
              <a:off x="5229918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g40"/>
            <p:cNvSpPr/>
            <p:nvPr/>
          </p:nvSpPr>
          <p:spPr>
            <a:xfrm>
              <a:off x="5311355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g41"/>
            <p:cNvSpPr/>
            <p:nvPr/>
          </p:nvSpPr>
          <p:spPr>
            <a:xfrm>
              <a:off x="5392793" y="18598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g42"/>
            <p:cNvSpPr/>
            <p:nvPr/>
          </p:nvSpPr>
          <p:spPr>
            <a:xfrm>
              <a:off x="368261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g43"/>
            <p:cNvSpPr/>
            <p:nvPr/>
          </p:nvSpPr>
          <p:spPr>
            <a:xfrm>
              <a:off x="376405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g44"/>
            <p:cNvSpPr/>
            <p:nvPr/>
          </p:nvSpPr>
          <p:spPr>
            <a:xfrm>
              <a:off x="384548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g45"/>
            <p:cNvSpPr/>
            <p:nvPr/>
          </p:nvSpPr>
          <p:spPr>
            <a:xfrm>
              <a:off x="392692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g46"/>
            <p:cNvSpPr/>
            <p:nvPr/>
          </p:nvSpPr>
          <p:spPr>
            <a:xfrm>
              <a:off x="400836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g47"/>
            <p:cNvSpPr/>
            <p:nvPr/>
          </p:nvSpPr>
          <p:spPr>
            <a:xfrm>
              <a:off x="408979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g48"/>
            <p:cNvSpPr/>
            <p:nvPr/>
          </p:nvSpPr>
          <p:spPr>
            <a:xfrm>
              <a:off x="4171236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g49"/>
            <p:cNvSpPr/>
            <p:nvPr/>
          </p:nvSpPr>
          <p:spPr>
            <a:xfrm>
              <a:off x="425267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g50"/>
            <p:cNvSpPr/>
            <p:nvPr/>
          </p:nvSpPr>
          <p:spPr>
            <a:xfrm>
              <a:off x="4334110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g51"/>
            <p:cNvSpPr/>
            <p:nvPr/>
          </p:nvSpPr>
          <p:spPr>
            <a:xfrm>
              <a:off x="441554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449698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g53"/>
            <p:cNvSpPr/>
            <p:nvPr/>
          </p:nvSpPr>
          <p:spPr>
            <a:xfrm>
              <a:off x="457842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g54"/>
            <p:cNvSpPr/>
            <p:nvPr/>
          </p:nvSpPr>
          <p:spPr>
            <a:xfrm>
              <a:off x="4985607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5067044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g56"/>
            <p:cNvSpPr/>
            <p:nvPr/>
          </p:nvSpPr>
          <p:spPr>
            <a:xfrm>
              <a:off x="5148481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g57"/>
            <p:cNvSpPr/>
            <p:nvPr/>
          </p:nvSpPr>
          <p:spPr>
            <a:xfrm>
              <a:off x="5229918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5311355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g59"/>
            <p:cNvSpPr/>
            <p:nvPr/>
          </p:nvSpPr>
          <p:spPr>
            <a:xfrm>
              <a:off x="5392793" y="19631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g60"/>
            <p:cNvSpPr/>
            <p:nvPr/>
          </p:nvSpPr>
          <p:spPr>
            <a:xfrm>
              <a:off x="360117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g61"/>
            <p:cNvSpPr/>
            <p:nvPr/>
          </p:nvSpPr>
          <p:spPr>
            <a:xfrm>
              <a:off x="368261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g62"/>
            <p:cNvSpPr/>
            <p:nvPr/>
          </p:nvSpPr>
          <p:spPr>
            <a:xfrm>
              <a:off x="376405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g63"/>
            <p:cNvSpPr/>
            <p:nvPr/>
          </p:nvSpPr>
          <p:spPr>
            <a:xfrm>
              <a:off x="384548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g64"/>
            <p:cNvSpPr/>
            <p:nvPr/>
          </p:nvSpPr>
          <p:spPr>
            <a:xfrm>
              <a:off x="392692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g65"/>
            <p:cNvSpPr/>
            <p:nvPr/>
          </p:nvSpPr>
          <p:spPr>
            <a:xfrm>
              <a:off x="400836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g66"/>
            <p:cNvSpPr/>
            <p:nvPr/>
          </p:nvSpPr>
          <p:spPr>
            <a:xfrm>
              <a:off x="408979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g67"/>
            <p:cNvSpPr/>
            <p:nvPr/>
          </p:nvSpPr>
          <p:spPr>
            <a:xfrm>
              <a:off x="4171236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g68"/>
            <p:cNvSpPr/>
            <p:nvPr/>
          </p:nvSpPr>
          <p:spPr>
            <a:xfrm>
              <a:off x="425267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g69"/>
            <p:cNvSpPr/>
            <p:nvPr/>
          </p:nvSpPr>
          <p:spPr>
            <a:xfrm>
              <a:off x="433411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g70"/>
            <p:cNvSpPr/>
            <p:nvPr/>
          </p:nvSpPr>
          <p:spPr>
            <a:xfrm>
              <a:off x="441554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g71"/>
            <p:cNvSpPr/>
            <p:nvPr/>
          </p:nvSpPr>
          <p:spPr>
            <a:xfrm>
              <a:off x="449698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g72"/>
            <p:cNvSpPr/>
            <p:nvPr/>
          </p:nvSpPr>
          <p:spPr>
            <a:xfrm>
              <a:off x="4904170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g73"/>
            <p:cNvSpPr/>
            <p:nvPr/>
          </p:nvSpPr>
          <p:spPr>
            <a:xfrm>
              <a:off x="4985607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g74"/>
            <p:cNvSpPr/>
            <p:nvPr/>
          </p:nvSpPr>
          <p:spPr>
            <a:xfrm>
              <a:off x="5067044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g75"/>
            <p:cNvSpPr/>
            <p:nvPr/>
          </p:nvSpPr>
          <p:spPr>
            <a:xfrm>
              <a:off x="5148481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g76"/>
            <p:cNvSpPr/>
            <p:nvPr/>
          </p:nvSpPr>
          <p:spPr>
            <a:xfrm>
              <a:off x="5229918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g77"/>
            <p:cNvSpPr/>
            <p:nvPr/>
          </p:nvSpPr>
          <p:spPr>
            <a:xfrm>
              <a:off x="5311355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g78"/>
            <p:cNvSpPr/>
            <p:nvPr/>
          </p:nvSpPr>
          <p:spPr>
            <a:xfrm>
              <a:off x="5392793" y="206648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g79"/>
            <p:cNvSpPr/>
            <p:nvPr/>
          </p:nvSpPr>
          <p:spPr>
            <a:xfrm>
              <a:off x="343830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g80"/>
            <p:cNvSpPr/>
            <p:nvPr/>
          </p:nvSpPr>
          <p:spPr>
            <a:xfrm>
              <a:off x="351973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g81"/>
            <p:cNvSpPr/>
            <p:nvPr/>
          </p:nvSpPr>
          <p:spPr>
            <a:xfrm>
              <a:off x="360117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g82"/>
            <p:cNvSpPr/>
            <p:nvPr/>
          </p:nvSpPr>
          <p:spPr>
            <a:xfrm>
              <a:off x="368261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g83"/>
            <p:cNvSpPr/>
            <p:nvPr/>
          </p:nvSpPr>
          <p:spPr>
            <a:xfrm>
              <a:off x="376405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g84"/>
            <p:cNvSpPr/>
            <p:nvPr/>
          </p:nvSpPr>
          <p:spPr>
            <a:xfrm>
              <a:off x="384548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g85"/>
            <p:cNvSpPr/>
            <p:nvPr/>
          </p:nvSpPr>
          <p:spPr>
            <a:xfrm>
              <a:off x="392692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g86"/>
            <p:cNvSpPr/>
            <p:nvPr/>
          </p:nvSpPr>
          <p:spPr>
            <a:xfrm>
              <a:off x="400836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g87"/>
            <p:cNvSpPr/>
            <p:nvPr/>
          </p:nvSpPr>
          <p:spPr>
            <a:xfrm>
              <a:off x="408979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g88"/>
            <p:cNvSpPr/>
            <p:nvPr/>
          </p:nvSpPr>
          <p:spPr>
            <a:xfrm>
              <a:off x="4171236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g89"/>
            <p:cNvSpPr/>
            <p:nvPr/>
          </p:nvSpPr>
          <p:spPr>
            <a:xfrm>
              <a:off x="425267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g90"/>
            <p:cNvSpPr/>
            <p:nvPr/>
          </p:nvSpPr>
          <p:spPr>
            <a:xfrm>
              <a:off x="433411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g91"/>
            <p:cNvSpPr/>
            <p:nvPr/>
          </p:nvSpPr>
          <p:spPr>
            <a:xfrm>
              <a:off x="4822733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g92"/>
            <p:cNvSpPr/>
            <p:nvPr/>
          </p:nvSpPr>
          <p:spPr>
            <a:xfrm>
              <a:off x="4904170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g93"/>
            <p:cNvSpPr/>
            <p:nvPr/>
          </p:nvSpPr>
          <p:spPr>
            <a:xfrm>
              <a:off x="4985607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g94"/>
            <p:cNvSpPr/>
            <p:nvPr/>
          </p:nvSpPr>
          <p:spPr>
            <a:xfrm>
              <a:off x="5067044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g95"/>
            <p:cNvSpPr/>
            <p:nvPr/>
          </p:nvSpPr>
          <p:spPr>
            <a:xfrm>
              <a:off x="5148481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g96"/>
            <p:cNvSpPr/>
            <p:nvPr/>
          </p:nvSpPr>
          <p:spPr>
            <a:xfrm>
              <a:off x="5229918" y="216980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g97"/>
            <p:cNvSpPr/>
            <p:nvPr/>
          </p:nvSpPr>
          <p:spPr>
            <a:xfrm>
              <a:off x="327542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g98"/>
            <p:cNvSpPr/>
            <p:nvPr/>
          </p:nvSpPr>
          <p:spPr>
            <a:xfrm>
              <a:off x="335686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g99"/>
            <p:cNvSpPr/>
            <p:nvPr/>
          </p:nvSpPr>
          <p:spPr>
            <a:xfrm>
              <a:off x="343830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g100"/>
            <p:cNvSpPr/>
            <p:nvPr/>
          </p:nvSpPr>
          <p:spPr>
            <a:xfrm>
              <a:off x="351973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g101"/>
            <p:cNvSpPr/>
            <p:nvPr/>
          </p:nvSpPr>
          <p:spPr>
            <a:xfrm>
              <a:off x="360117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g102"/>
            <p:cNvSpPr/>
            <p:nvPr/>
          </p:nvSpPr>
          <p:spPr>
            <a:xfrm>
              <a:off x="368261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g103"/>
            <p:cNvSpPr/>
            <p:nvPr/>
          </p:nvSpPr>
          <p:spPr>
            <a:xfrm>
              <a:off x="376405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g104"/>
            <p:cNvSpPr/>
            <p:nvPr/>
          </p:nvSpPr>
          <p:spPr>
            <a:xfrm>
              <a:off x="384548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g105"/>
            <p:cNvSpPr/>
            <p:nvPr/>
          </p:nvSpPr>
          <p:spPr>
            <a:xfrm>
              <a:off x="392692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g106"/>
            <p:cNvSpPr/>
            <p:nvPr/>
          </p:nvSpPr>
          <p:spPr>
            <a:xfrm>
              <a:off x="400836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g107"/>
            <p:cNvSpPr/>
            <p:nvPr/>
          </p:nvSpPr>
          <p:spPr>
            <a:xfrm>
              <a:off x="408979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g108"/>
            <p:cNvSpPr/>
            <p:nvPr/>
          </p:nvSpPr>
          <p:spPr>
            <a:xfrm>
              <a:off x="417123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g109"/>
            <p:cNvSpPr/>
            <p:nvPr/>
          </p:nvSpPr>
          <p:spPr>
            <a:xfrm>
              <a:off x="425267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g110"/>
            <p:cNvSpPr/>
            <p:nvPr/>
          </p:nvSpPr>
          <p:spPr>
            <a:xfrm>
              <a:off x="433411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g111"/>
            <p:cNvSpPr/>
            <p:nvPr/>
          </p:nvSpPr>
          <p:spPr>
            <a:xfrm>
              <a:off x="441554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g112"/>
            <p:cNvSpPr/>
            <p:nvPr/>
          </p:nvSpPr>
          <p:spPr>
            <a:xfrm>
              <a:off x="449698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g113"/>
            <p:cNvSpPr/>
            <p:nvPr/>
          </p:nvSpPr>
          <p:spPr>
            <a:xfrm>
              <a:off x="457842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g114"/>
            <p:cNvSpPr/>
            <p:nvPr/>
          </p:nvSpPr>
          <p:spPr>
            <a:xfrm>
              <a:off x="4741296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g115"/>
            <p:cNvSpPr/>
            <p:nvPr/>
          </p:nvSpPr>
          <p:spPr>
            <a:xfrm>
              <a:off x="4822733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g116"/>
            <p:cNvSpPr/>
            <p:nvPr/>
          </p:nvSpPr>
          <p:spPr>
            <a:xfrm>
              <a:off x="4904170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g117"/>
            <p:cNvSpPr/>
            <p:nvPr/>
          </p:nvSpPr>
          <p:spPr>
            <a:xfrm>
              <a:off x="4985607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g118"/>
            <p:cNvSpPr/>
            <p:nvPr/>
          </p:nvSpPr>
          <p:spPr>
            <a:xfrm>
              <a:off x="5067044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g119"/>
            <p:cNvSpPr/>
            <p:nvPr/>
          </p:nvSpPr>
          <p:spPr>
            <a:xfrm>
              <a:off x="5148481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g120"/>
            <p:cNvSpPr/>
            <p:nvPr/>
          </p:nvSpPr>
          <p:spPr>
            <a:xfrm>
              <a:off x="5229918" y="22731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g121"/>
            <p:cNvSpPr/>
            <p:nvPr/>
          </p:nvSpPr>
          <p:spPr>
            <a:xfrm>
              <a:off x="327542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g122"/>
            <p:cNvSpPr/>
            <p:nvPr/>
          </p:nvSpPr>
          <p:spPr>
            <a:xfrm>
              <a:off x="335686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g123"/>
            <p:cNvSpPr/>
            <p:nvPr/>
          </p:nvSpPr>
          <p:spPr>
            <a:xfrm>
              <a:off x="343830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g124"/>
            <p:cNvSpPr/>
            <p:nvPr/>
          </p:nvSpPr>
          <p:spPr>
            <a:xfrm>
              <a:off x="351973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g125"/>
            <p:cNvSpPr/>
            <p:nvPr/>
          </p:nvSpPr>
          <p:spPr>
            <a:xfrm>
              <a:off x="360117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g126"/>
            <p:cNvSpPr/>
            <p:nvPr/>
          </p:nvSpPr>
          <p:spPr>
            <a:xfrm>
              <a:off x="368261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g127"/>
            <p:cNvSpPr/>
            <p:nvPr/>
          </p:nvSpPr>
          <p:spPr>
            <a:xfrm>
              <a:off x="376405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g128"/>
            <p:cNvSpPr/>
            <p:nvPr/>
          </p:nvSpPr>
          <p:spPr>
            <a:xfrm>
              <a:off x="384548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g129"/>
            <p:cNvSpPr/>
            <p:nvPr/>
          </p:nvSpPr>
          <p:spPr>
            <a:xfrm>
              <a:off x="392692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g130"/>
            <p:cNvSpPr/>
            <p:nvPr/>
          </p:nvSpPr>
          <p:spPr>
            <a:xfrm>
              <a:off x="400836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g131"/>
            <p:cNvSpPr/>
            <p:nvPr/>
          </p:nvSpPr>
          <p:spPr>
            <a:xfrm>
              <a:off x="408979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g132"/>
            <p:cNvSpPr/>
            <p:nvPr/>
          </p:nvSpPr>
          <p:spPr>
            <a:xfrm>
              <a:off x="417123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g133"/>
            <p:cNvSpPr/>
            <p:nvPr/>
          </p:nvSpPr>
          <p:spPr>
            <a:xfrm>
              <a:off x="425267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g134"/>
            <p:cNvSpPr/>
            <p:nvPr/>
          </p:nvSpPr>
          <p:spPr>
            <a:xfrm>
              <a:off x="433411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g135"/>
            <p:cNvSpPr/>
            <p:nvPr/>
          </p:nvSpPr>
          <p:spPr>
            <a:xfrm>
              <a:off x="441554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g136"/>
            <p:cNvSpPr/>
            <p:nvPr/>
          </p:nvSpPr>
          <p:spPr>
            <a:xfrm>
              <a:off x="449698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g137"/>
            <p:cNvSpPr/>
            <p:nvPr/>
          </p:nvSpPr>
          <p:spPr>
            <a:xfrm>
              <a:off x="457842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g138"/>
            <p:cNvSpPr/>
            <p:nvPr/>
          </p:nvSpPr>
          <p:spPr>
            <a:xfrm>
              <a:off x="4659858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g139"/>
            <p:cNvSpPr/>
            <p:nvPr/>
          </p:nvSpPr>
          <p:spPr>
            <a:xfrm>
              <a:off x="4741296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g140"/>
            <p:cNvSpPr/>
            <p:nvPr/>
          </p:nvSpPr>
          <p:spPr>
            <a:xfrm>
              <a:off x="4822733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g141"/>
            <p:cNvSpPr/>
            <p:nvPr/>
          </p:nvSpPr>
          <p:spPr>
            <a:xfrm>
              <a:off x="4904170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g142"/>
            <p:cNvSpPr/>
            <p:nvPr/>
          </p:nvSpPr>
          <p:spPr>
            <a:xfrm>
              <a:off x="4985607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g143"/>
            <p:cNvSpPr/>
            <p:nvPr/>
          </p:nvSpPr>
          <p:spPr>
            <a:xfrm>
              <a:off x="5067044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g144"/>
            <p:cNvSpPr/>
            <p:nvPr/>
          </p:nvSpPr>
          <p:spPr>
            <a:xfrm>
              <a:off x="5148481" y="237643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g145"/>
            <p:cNvSpPr/>
            <p:nvPr/>
          </p:nvSpPr>
          <p:spPr>
            <a:xfrm>
              <a:off x="327542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g146"/>
            <p:cNvSpPr/>
            <p:nvPr/>
          </p:nvSpPr>
          <p:spPr>
            <a:xfrm>
              <a:off x="335686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g147"/>
            <p:cNvSpPr/>
            <p:nvPr/>
          </p:nvSpPr>
          <p:spPr>
            <a:xfrm>
              <a:off x="343830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g148"/>
            <p:cNvSpPr/>
            <p:nvPr/>
          </p:nvSpPr>
          <p:spPr>
            <a:xfrm>
              <a:off x="351973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g149"/>
            <p:cNvSpPr/>
            <p:nvPr/>
          </p:nvSpPr>
          <p:spPr>
            <a:xfrm>
              <a:off x="360117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g150"/>
            <p:cNvSpPr/>
            <p:nvPr/>
          </p:nvSpPr>
          <p:spPr>
            <a:xfrm>
              <a:off x="368261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g151"/>
            <p:cNvSpPr/>
            <p:nvPr/>
          </p:nvSpPr>
          <p:spPr>
            <a:xfrm>
              <a:off x="376405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g152"/>
            <p:cNvSpPr/>
            <p:nvPr/>
          </p:nvSpPr>
          <p:spPr>
            <a:xfrm>
              <a:off x="384548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g153"/>
            <p:cNvSpPr/>
            <p:nvPr/>
          </p:nvSpPr>
          <p:spPr>
            <a:xfrm>
              <a:off x="392692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g154"/>
            <p:cNvSpPr/>
            <p:nvPr/>
          </p:nvSpPr>
          <p:spPr>
            <a:xfrm>
              <a:off x="400836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g155"/>
            <p:cNvSpPr/>
            <p:nvPr/>
          </p:nvSpPr>
          <p:spPr>
            <a:xfrm>
              <a:off x="408979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g156"/>
            <p:cNvSpPr/>
            <p:nvPr/>
          </p:nvSpPr>
          <p:spPr>
            <a:xfrm>
              <a:off x="417123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g157"/>
            <p:cNvSpPr/>
            <p:nvPr/>
          </p:nvSpPr>
          <p:spPr>
            <a:xfrm>
              <a:off x="425267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g158"/>
            <p:cNvSpPr/>
            <p:nvPr/>
          </p:nvSpPr>
          <p:spPr>
            <a:xfrm>
              <a:off x="433411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g159"/>
            <p:cNvSpPr/>
            <p:nvPr/>
          </p:nvSpPr>
          <p:spPr>
            <a:xfrm>
              <a:off x="441554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g160"/>
            <p:cNvSpPr/>
            <p:nvPr/>
          </p:nvSpPr>
          <p:spPr>
            <a:xfrm>
              <a:off x="449698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g161"/>
            <p:cNvSpPr/>
            <p:nvPr/>
          </p:nvSpPr>
          <p:spPr>
            <a:xfrm>
              <a:off x="4578421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g162"/>
            <p:cNvSpPr/>
            <p:nvPr/>
          </p:nvSpPr>
          <p:spPr>
            <a:xfrm>
              <a:off x="4659858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g163"/>
            <p:cNvSpPr/>
            <p:nvPr/>
          </p:nvSpPr>
          <p:spPr>
            <a:xfrm>
              <a:off x="4741296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g164"/>
            <p:cNvSpPr/>
            <p:nvPr/>
          </p:nvSpPr>
          <p:spPr>
            <a:xfrm>
              <a:off x="4822733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g165"/>
            <p:cNvSpPr/>
            <p:nvPr/>
          </p:nvSpPr>
          <p:spPr>
            <a:xfrm>
              <a:off x="4904170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g166"/>
            <p:cNvSpPr/>
            <p:nvPr/>
          </p:nvSpPr>
          <p:spPr>
            <a:xfrm>
              <a:off x="4985607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g167"/>
            <p:cNvSpPr/>
            <p:nvPr/>
          </p:nvSpPr>
          <p:spPr>
            <a:xfrm>
              <a:off x="5067044" y="247975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g168"/>
            <p:cNvSpPr/>
            <p:nvPr/>
          </p:nvSpPr>
          <p:spPr>
            <a:xfrm>
              <a:off x="303111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g169"/>
            <p:cNvSpPr/>
            <p:nvPr/>
          </p:nvSpPr>
          <p:spPr>
            <a:xfrm>
              <a:off x="311255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g170"/>
            <p:cNvSpPr/>
            <p:nvPr/>
          </p:nvSpPr>
          <p:spPr>
            <a:xfrm>
              <a:off x="327542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g171"/>
            <p:cNvSpPr/>
            <p:nvPr/>
          </p:nvSpPr>
          <p:spPr>
            <a:xfrm>
              <a:off x="335686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g172"/>
            <p:cNvSpPr/>
            <p:nvPr/>
          </p:nvSpPr>
          <p:spPr>
            <a:xfrm>
              <a:off x="343830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g173"/>
            <p:cNvSpPr/>
            <p:nvPr/>
          </p:nvSpPr>
          <p:spPr>
            <a:xfrm>
              <a:off x="351973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g174"/>
            <p:cNvSpPr/>
            <p:nvPr/>
          </p:nvSpPr>
          <p:spPr>
            <a:xfrm>
              <a:off x="360117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g175"/>
            <p:cNvSpPr/>
            <p:nvPr/>
          </p:nvSpPr>
          <p:spPr>
            <a:xfrm>
              <a:off x="368261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g176"/>
            <p:cNvSpPr/>
            <p:nvPr/>
          </p:nvSpPr>
          <p:spPr>
            <a:xfrm>
              <a:off x="376405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g177"/>
            <p:cNvSpPr/>
            <p:nvPr/>
          </p:nvSpPr>
          <p:spPr>
            <a:xfrm>
              <a:off x="384548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g178"/>
            <p:cNvSpPr/>
            <p:nvPr/>
          </p:nvSpPr>
          <p:spPr>
            <a:xfrm>
              <a:off x="408979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g179"/>
            <p:cNvSpPr/>
            <p:nvPr/>
          </p:nvSpPr>
          <p:spPr>
            <a:xfrm>
              <a:off x="417123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g180"/>
            <p:cNvSpPr/>
            <p:nvPr/>
          </p:nvSpPr>
          <p:spPr>
            <a:xfrm>
              <a:off x="425267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g181"/>
            <p:cNvSpPr/>
            <p:nvPr/>
          </p:nvSpPr>
          <p:spPr>
            <a:xfrm>
              <a:off x="433411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g182"/>
            <p:cNvSpPr/>
            <p:nvPr/>
          </p:nvSpPr>
          <p:spPr>
            <a:xfrm>
              <a:off x="441554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g183"/>
            <p:cNvSpPr/>
            <p:nvPr/>
          </p:nvSpPr>
          <p:spPr>
            <a:xfrm>
              <a:off x="4496984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g184"/>
            <p:cNvSpPr/>
            <p:nvPr/>
          </p:nvSpPr>
          <p:spPr>
            <a:xfrm>
              <a:off x="4578421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g185"/>
            <p:cNvSpPr/>
            <p:nvPr/>
          </p:nvSpPr>
          <p:spPr>
            <a:xfrm>
              <a:off x="4659858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g186"/>
            <p:cNvSpPr/>
            <p:nvPr/>
          </p:nvSpPr>
          <p:spPr>
            <a:xfrm>
              <a:off x="4741296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g187"/>
            <p:cNvSpPr/>
            <p:nvPr/>
          </p:nvSpPr>
          <p:spPr>
            <a:xfrm>
              <a:off x="4822733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g188"/>
            <p:cNvSpPr/>
            <p:nvPr/>
          </p:nvSpPr>
          <p:spPr>
            <a:xfrm>
              <a:off x="4904170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g189"/>
            <p:cNvSpPr/>
            <p:nvPr/>
          </p:nvSpPr>
          <p:spPr>
            <a:xfrm>
              <a:off x="4985607" y="258306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g190"/>
            <p:cNvSpPr/>
            <p:nvPr/>
          </p:nvSpPr>
          <p:spPr>
            <a:xfrm>
              <a:off x="294967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g191"/>
            <p:cNvSpPr/>
            <p:nvPr/>
          </p:nvSpPr>
          <p:spPr>
            <a:xfrm>
              <a:off x="303111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g192"/>
            <p:cNvSpPr/>
            <p:nvPr/>
          </p:nvSpPr>
          <p:spPr>
            <a:xfrm>
              <a:off x="311255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g193"/>
            <p:cNvSpPr/>
            <p:nvPr/>
          </p:nvSpPr>
          <p:spPr>
            <a:xfrm>
              <a:off x="319399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g194"/>
            <p:cNvSpPr/>
            <p:nvPr/>
          </p:nvSpPr>
          <p:spPr>
            <a:xfrm>
              <a:off x="327542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g195"/>
            <p:cNvSpPr/>
            <p:nvPr/>
          </p:nvSpPr>
          <p:spPr>
            <a:xfrm>
              <a:off x="335686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g196"/>
            <p:cNvSpPr/>
            <p:nvPr/>
          </p:nvSpPr>
          <p:spPr>
            <a:xfrm>
              <a:off x="343830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g197"/>
            <p:cNvSpPr/>
            <p:nvPr/>
          </p:nvSpPr>
          <p:spPr>
            <a:xfrm>
              <a:off x="351973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g198"/>
            <p:cNvSpPr/>
            <p:nvPr/>
          </p:nvSpPr>
          <p:spPr>
            <a:xfrm>
              <a:off x="360117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g199"/>
            <p:cNvSpPr/>
            <p:nvPr/>
          </p:nvSpPr>
          <p:spPr>
            <a:xfrm>
              <a:off x="368261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g200"/>
            <p:cNvSpPr/>
            <p:nvPr/>
          </p:nvSpPr>
          <p:spPr>
            <a:xfrm>
              <a:off x="376405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g201"/>
            <p:cNvSpPr/>
            <p:nvPr/>
          </p:nvSpPr>
          <p:spPr>
            <a:xfrm>
              <a:off x="384548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g202"/>
            <p:cNvSpPr/>
            <p:nvPr/>
          </p:nvSpPr>
          <p:spPr>
            <a:xfrm>
              <a:off x="417123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g203"/>
            <p:cNvSpPr/>
            <p:nvPr/>
          </p:nvSpPr>
          <p:spPr>
            <a:xfrm>
              <a:off x="425267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g204"/>
            <p:cNvSpPr/>
            <p:nvPr/>
          </p:nvSpPr>
          <p:spPr>
            <a:xfrm>
              <a:off x="433411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g205"/>
            <p:cNvSpPr/>
            <p:nvPr/>
          </p:nvSpPr>
          <p:spPr>
            <a:xfrm>
              <a:off x="4415547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g206"/>
            <p:cNvSpPr/>
            <p:nvPr/>
          </p:nvSpPr>
          <p:spPr>
            <a:xfrm>
              <a:off x="4496984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g207"/>
            <p:cNvSpPr/>
            <p:nvPr/>
          </p:nvSpPr>
          <p:spPr>
            <a:xfrm>
              <a:off x="4578421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g208"/>
            <p:cNvSpPr/>
            <p:nvPr/>
          </p:nvSpPr>
          <p:spPr>
            <a:xfrm>
              <a:off x="4659858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g209"/>
            <p:cNvSpPr/>
            <p:nvPr/>
          </p:nvSpPr>
          <p:spPr>
            <a:xfrm>
              <a:off x="4741296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g210"/>
            <p:cNvSpPr/>
            <p:nvPr/>
          </p:nvSpPr>
          <p:spPr>
            <a:xfrm>
              <a:off x="4822733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g211"/>
            <p:cNvSpPr/>
            <p:nvPr/>
          </p:nvSpPr>
          <p:spPr>
            <a:xfrm>
              <a:off x="4904170" y="268638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g212"/>
            <p:cNvSpPr/>
            <p:nvPr/>
          </p:nvSpPr>
          <p:spPr>
            <a:xfrm>
              <a:off x="286824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g213"/>
            <p:cNvSpPr/>
            <p:nvPr/>
          </p:nvSpPr>
          <p:spPr>
            <a:xfrm>
              <a:off x="294967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g214"/>
            <p:cNvSpPr/>
            <p:nvPr/>
          </p:nvSpPr>
          <p:spPr>
            <a:xfrm>
              <a:off x="303111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g215"/>
            <p:cNvSpPr/>
            <p:nvPr/>
          </p:nvSpPr>
          <p:spPr>
            <a:xfrm>
              <a:off x="311255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g216"/>
            <p:cNvSpPr/>
            <p:nvPr/>
          </p:nvSpPr>
          <p:spPr>
            <a:xfrm>
              <a:off x="319399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g217"/>
            <p:cNvSpPr/>
            <p:nvPr/>
          </p:nvSpPr>
          <p:spPr>
            <a:xfrm>
              <a:off x="327542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g218"/>
            <p:cNvSpPr/>
            <p:nvPr/>
          </p:nvSpPr>
          <p:spPr>
            <a:xfrm>
              <a:off x="335686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g219"/>
            <p:cNvSpPr/>
            <p:nvPr/>
          </p:nvSpPr>
          <p:spPr>
            <a:xfrm>
              <a:off x="343830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g220"/>
            <p:cNvSpPr/>
            <p:nvPr/>
          </p:nvSpPr>
          <p:spPr>
            <a:xfrm>
              <a:off x="351973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g221"/>
            <p:cNvSpPr/>
            <p:nvPr/>
          </p:nvSpPr>
          <p:spPr>
            <a:xfrm>
              <a:off x="360117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g222"/>
            <p:cNvSpPr/>
            <p:nvPr/>
          </p:nvSpPr>
          <p:spPr>
            <a:xfrm>
              <a:off x="368261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g223"/>
            <p:cNvSpPr/>
            <p:nvPr/>
          </p:nvSpPr>
          <p:spPr>
            <a:xfrm>
              <a:off x="376405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g224"/>
            <p:cNvSpPr/>
            <p:nvPr/>
          </p:nvSpPr>
          <p:spPr>
            <a:xfrm>
              <a:off x="384548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g225"/>
            <p:cNvSpPr/>
            <p:nvPr/>
          </p:nvSpPr>
          <p:spPr>
            <a:xfrm>
              <a:off x="417123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g226"/>
            <p:cNvSpPr/>
            <p:nvPr/>
          </p:nvSpPr>
          <p:spPr>
            <a:xfrm>
              <a:off x="425267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g227"/>
            <p:cNvSpPr/>
            <p:nvPr/>
          </p:nvSpPr>
          <p:spPr>
            <a:xfrm>
              <a:off x="4334110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g228"/>
            <p:cNvSpPr/>
            <p:nvPr/>
          </p:nvSpPr>
          <p:spPr>
            <a:xfrm>
              <a:off x="4415547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g229"/>
            <p:cNvSpPr/>
            <p:nvPr/>
          </p:nvSpPr>
          <p:spPr>
            <a:xfrm>
              <a:off x="4496984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g230"/>
            <p:cNvSpPr/>
            <p:nvPr/>
          </p:nvSpPr>
          <p:spPr>
            <a:xfrm>
              <a:off x="4578421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g231"/>
            <p:cNvSpPr/>
            <p:nvPr/>
          </p:nvSpPr>
          <p:spPr>
            <a:xfrm>
              <a:off x="4659858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g232"/>
            <p:cNvSpPr/>
            <p:nvPr/>
          </p:nvSpPr>
          <p:spPr>
            <a:xfrm>
              <a:off x="4741296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g233"/>
            <p:cNvSpPr/>
            <p:nvPr/>
          </p:nvSpPr>
          <p:spPr>
            <a:xfrm>
              <a:off x="4822733" y="278970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g234"/>
            <p:cNvSpPr/>
            <p:nvPr/>
          </p:nvSpPr>
          <p:spPr>
            <a:xfrm>
              <a:off x="278680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g235"/>
            <p:cNvSpPr/>
            <p:nvPr/>
          </p:nvSpPr>
          <p:spPr>
            <a:xfrm>
              <a:off x="286824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g236"/>
            <p:cNvSpPr/>
            <p:nvPr/>
          </p:nvSpPr>
          <p:spPr>
            <a:xfrm>
              <a:off x="294967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g237"/>
            <p:cNvSpPr/>
            <p:nvPr/>
          </p:nvSpPr>
          <p:spPr>
            <a:xfrm>
              <a:off x="303111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g238"/>
            <p:cNvSpPr/>
            <p:nvPr/>
          </p:nvSpPr>
          <p:spPr>
            <a:xfrm>
              <a:off x="311255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g239"/>
            <p:cNvSpPr/>
            <p:nvPr/>
          </p:nvSpPr>
          <p:spPr>
            <a:xfrm>
              <a:off x="319399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g240"/>
            <p:cNvSpPr/>
            <p:nvPr/>
          </p:nvSpPr>
          <p:spPr>
            <a:xfrm>
              <a:off x="327542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g241"/>
            <p:cNvSpPr/>
            <p:nvPr/>
          </p:nvSpPr>
          <p:spPr>
            <a:xfrm>
              <a:off x="335686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g242"/>
            <p:cNvSpPr/>
            <p:nvPr/>
          </p:nvSpPr>
          <p:spPr>
            <a:xfrm>
              <a:off x="343830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g243"/>
            <p:cNvSpPr/>
            <p:nvPr/>
          </p:nvSpPr>
          <p:spPr>
            <a:xfrm>
              <a:off x="351973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g244"/>
            <p:cNvSpPr/>
            <p:nvPr/>
          </p:nvSpPr>
          <p:spPr>
            <a:xfrm>
              <a:off x="360117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g245"/>
            <p:cNvSpPr/>
            <p:nvPr/>
          </p:nvSpPr>
          <p:spPr>
            <a:xfrm>
              <a:off x="368261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g246"/>
            <p:cNvSpPr/>
            <p:nvPr/>
          </p:nvSpPr>
          <p:spPr>
            <a:xfrm>
              <a:off x="376405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g247"/>
            <p:cNvSpPr/>
            <p:nvPr/>
          </p:nvSpPr>
          <p:spPr>
            <a:xfrm>
              <a:off x="384548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g248"/>
            <p:cNvSpPr/>
            <p:nvPr/>
          </p:nvSpPr>
          <p:spPr>
            <a:xfrm>
              <a:off x="392692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g249"/>
            <p:cNvSpPr/>
            <p:nvPr/>
          </p:nvSpPr>
          <p:spPr>
            <a:xfrm>
              <a:off x="4252673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g250"/>
            <p:cNvSpPr/>
            <p:nvPr/>
          </p:nvSpPr>
          <p:spPr>
            <a:xfrm>
              <a:off x="4334110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g251"/>
            <p:cNvSpPr/>
            <p:nvPr/>
          </p:nvSpPr>
          <p:spPr>
            <a:xfrm>
              <a:off x="4415547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g252"/>
            <p:cNvSpPr/>
            <p:nvPr/>
          </p:nvSpPr>
          <p:spPr>
            <a:xfrm>
              <a:off x="4496984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g253"/>
            <p:cNvSpPr/>
            <p:nvPr/>
          </p:nvSpPr>
          <p:spPr>
            <a:xfrm>
              <a:off x="4578421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g254"/>
            <p:cNvSpPr/>
            <p:nvPr/>
          </p:nvSpPr>
          <p:spPr>
            <a:xfrm>
              <a:off x="4659858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g255"/>
            <p:cNvSpPr/>
            <p:nvPr/>
          </p:nvSpPr>
          <p:spPr>
            <a:xfrm>
              <a:off x="4741296" y="289301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g256"/>
            <p:cNvSpPr/>
            <p:nvPr/>
          </p:nvSpPr>
          <p:spPr>
            <a:xfrm>
              <a:off x="278680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g257"/>
            <p:cNvSpPr/>
            <p:nvPr/>
          </p:nvSpPr>
          <p:spPr>
            <a:xfrm>
              <a:off x="286824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g258"/>
            <p:cNvSpPr/>
            <p:nvPr/>
          </p:nvSpPr>
          <p:spPr>
            <a:xfrm>
              <a:off x="294967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g259"/>
            <p:cNvSpPr/>
            <p:nvPr/>
          </p:nvSpPr>
          <p:spPr>
            <a:xfrm>
              <a:off x="303111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g260"/>
            <p:cNvSpPr/>
            <p:nvPr/>
          </p:nvSpPr>
          <p:spPr>
            <a:xfrm>
              <a:off x="311255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g261"/>
            <p:cNvSpPr/>
            <p:nvPr/>
          </p:nvSpPr>
          <p:spPr>
            <a:xfrm>
              <a:off x="319399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g262"/>
            <p:cNvSpPr/>
            <p:nvPr/>
          </p:nvSpPr>
          <p:spPr>
            <a:xfrm>
              <a:off x="327542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g263"/>
            <p:cNvSpPr/>
            <p:nvPr/>
          </p:nvSpPr>
          <p:spPr>
            <a:xfrm>
              <a:off x="335686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g264"/>
            <p:cNvSpPr/>
            <p:nvPr/>
          </p:nvSpPr>
          <p:spPr>
            <a:xfrm>
              <a:off x="343830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g265"/>
            <p:cNvSpPr/>
            <p:nvPr/>
          </p:nvSpPr>
          <p:spPr>
            <a:xfrm>
              <a:off x="351973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g266"/>
            <p:cNvSpPr/>
            <p:nvPr/>
          </p:nvSpPr>
          <p:spPr>
            <a:xfrm>
              <a:off x="3601176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g267"/>
            <p:cNvSpPr/>
            <p:nvPr/>
          </p:nvSpPr>
          <p:spPr>
            <a:xfrm>
              <a:off x="368261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g268"/>
            <p:cNvSpPr/>
            <p:nvPr/>
          </p:nvSpPr>
          <p:spPr>
            <a:xfrm>
              <a:off x="376405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g269"/>
            <p:cNvSpPr/>
            <p:nvPr/>
          </p:nvSpPr>
          <p:spPr>
            <a:xfrm>
              <a:off x="384548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g270"/>
            <p:cNvSpPr/>
            <p:nvPr/>
          </p:nvSpPr>
          <p:spPr>
            <a:xfrm>
              <a:off x="392692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g271"/>
            <p:cNvSpPr/>
            <p:nvPr/>
          </p:nvSpPr>
          <p:spPr>
            <a:xfrm>
              <a:off x="4252673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g272"/>
            <p:cNvSpPr/>
            <p:nvPr/>
          </p:nvSpPr>
          <p:spPr>
            <a:xfrm>
              <a:off x="4334110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g273"/>
            <p:cNvSpPr/>
            <p:nvPr/>
          </p:nvSpPr>
          <p:spPr>
            <a:xfrm>
              <a:off x="4415547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g274"/>
            <p:cNvSpPr/>
            <p:nvPr/>
          </p:nvSpPr>
          <p:spPr>
            <a:xfrm>
              <a:off x="4496984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g275"/>
            <p:cNvSpPr/>
            <p:nvPr/>
          </p:nvSpPr>
          <p:spPr>
            <a:xfrm>
              <a:off x="4578421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g276"/>
            <p:cNvSpPr/>
            <p:nvPr/>
          </p:nvSpPr>
          <p:spPr>
            <a:xfrm>
              <a:off x="4659858" y="299633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g277"/>
            <p:cNvSpPr/>
            <p:nvPr/>
          </p:nvSpPr>
          <p:spPr>
            <a:xfrm>
              <a:off x="270536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g278"/>
            <p:cNvSpPr/>
            <p:nvPr/>
          </p:nvSpPr>
          <p:spPr>
            <a:xfrm>
              <a:off x="278680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g279"/>
            <p:cNvSpPr/>
            <p:nvPr/>
          </p:nvSpPr>
          <p:spPr>
            <a:xfrm>
              <a:off x="286824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g280"/>
            <p:cNvSpPr/>
            <p:nvPr/>
          </p:nvSpPr>
          <p:spPr>
            <a:xfrm>
              <a:off x="294967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g281"/>
            <p:cNvSpPr/>
            <p:nvPr/>
          </p:nvSpPr>
          <p:spPr>
            <a:xfrm>
              <a:off x="303111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g282"/>
            <p:cNvSpPr/>
            <p:nvPr/>
          </p:nvSpPr>
          <p:spPr>
            <a:xfrm>
              <a:off x="311255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g283"/>
            <p:cNvSpPr/>
            <p:nvPr/>
          </p:nvSpPr>
          <p:spPr>
            <a:xfrm>
              <a:off x="319399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g284"/>
            <p:cNvSpPr/>
            <p:nvPr/>
          </p:nvSpPr>
          <p:spPr>
            <a:xfrm>
              <a:off x="327542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g285"/>
            <p:cNvSpPr/>
            <p:nvPr/>
          </p:nvSpPr>
          <p:spPr>
            <a:xfrm>
              <a:off x="335686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g286"/>
            <p:cNvSpPr/>
            <p:nvPr/>
          </p:nvSpPr>
          <p:spPr>
            <a:xfrm>
              <a:off x="343830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g287"/>
            <p:cNvSpPr/>
            <p:nvPr/>
          </p:nvSpPr>
          <p:spPr>
            <a:xfrm>
              <a:off x="351973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g288"/>
            <p:cNvSpPr/>
            <p:nvPr/>
          </p:nvSpPr>
          <p:spPr>
            <a:xfrm>
              <a:off x="3601176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g289"/>
            <p:cNvSpPr/>
            <p:nvPr/>
          </p:nvSpPr>
          <p:spPr>
            <a:xfrm>
              <a:off x="368261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g290"/>
            <p:cNvSpPr/>
            <p:nvPr/>
          </p:nvSpPr>
          <p:spPr>
            <a:xfrm>
              <a:off x="376405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g291"/>
            <p:cNvSpPr/>
            <p:nvPr/>
          </p:nvSpPr>
          <p:spPr>
            <a:xfrm>
              <a:off x="384548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g292"/>
            <p:cNvSpPr/>
            <p:nvPr/>
          </p:nvSpPr>
          <p:spPr>
            <a:xfrm>
              <a:off x="392692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g293"/>
            <p:cNvSpPr/>
            <p:nvPr/>
          </p:nvSpPr>
          <p:spPr>
            <a:xfrm>
              <a:off x="400836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g294"/>
            <p:cNvSpPr/>
            <p:nvPr/>
          </p:nvSpPr>
          <p:spPr>
            <a:xfrm>
              <a:off x="4252673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g295"/>
            <p:cNvSpPr/>
            <p:nvPr/>
          </p:nvSpPr>
          <p:spPr>
            <a:xfrm>
              <a:off x="4334110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g296"/>
            <p:cNvSpPr/>
            <p:nvPr/>
          </p:nvSpPr>
          <p:spPr>
            <a:xfrm>
              <a:off x="4415547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g297"/>
            <p:cNvSpPr/>
            <p:nvPr/>
          </p:nvSpPr>
          <p:spPr>
            <a:xfrm>
              <a:off x="4496984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g298"/>
            <p:cNvSpPr/>
            <p:nvPr/>
          </p:nvSpPr>
          <p:spPr>
            <a:xfrm>
              <a:off x="4578421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g299"/>
            <p:cNvSpPr/>
            <p:nvPr/>
          </p:nvSpPr>
          <p:spPr>
            <a:xfrm>
              <a:off x="4659858" y="309964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g300"/>
            <p:cNvSpPr/>
            <p:nvPr/>
          </p:nvSpPr>
          <p:spPr>
            <a:xfrm>
              <a:off x="270536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g301"/>
            <p:cNvSpPr/>
            <p:nvPr/>
          </p:nvSpPr>
          <p:spPr>
            <a:xfrm>
              <a:off x="278680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g302"/>
            <p:cNvSpPr/>
            <p:nvPr/>
          </p:nvSpPr>
          <p:spPr>
            <a:xfrm>
              <a:off x="286824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g303"/>
            <p:cNvSpPr/>
            <p:nvPr/>
          </p:nvSpPr>
          <p:spPr>
            <a:xfrm>
              <a:off x="294967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g304"/>
            <p:cNvSpPr/>
            <p:nvPr/>
          </p:nvSpPr>
          <p:spPr>
            <a:xfrm>
              <a:off x="303111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g305"/>
            <p:cNvSpPr/>
            <p:nvPr/>
          </p:nvSpPr>
          <p:spPr>
            <a:xfrm>
              <a:off x="311255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g306"/>
            <p:cNvSpPr/>
            <p:nvPr/>
          </p:nvSpPr>
          <p:spPr>
            <a:xfrm>
              <a:off x="319399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g307"/>
            <p:cNvSpPr/>
            <p:nvPr/>
          </p:nvSpPr>
          <p:spPr>
            <a:xfrm>
              <a:off x="327542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g308"/>
            <p:cNvSpPr/>
            <p:nvPr/>
          </p:nvSpPr>
          <p:spPr>
            <a:xfrm>
              <a:off x="335686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g309"/>
            <p:cNvSpPr/>
            <p:nvPr/>
          </p:nvSpPr>
          <p:spPr>
            <a:xfrm>
              <a:off x="343830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g310"/>
            <p:cNvSpPr/>
            <p:nvPr/>
          </p:nvSpPr>
          <p:spPr>
            <a:xfrm>
              <a:off x="351973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g311"/>
            <p:cNvSpPr/>
            <p:nvPr/>
          </p:nvSpPr>
          <p:spPr>
            <a:xfrm>
              <a:off x="3601176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g312"/>
            <p:cNvSpPr/>
            <p:nvPr/>
          </p:nvSpPr>
          <p:spPr>
            <a:xfrm>
              <a:off x="3682613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g313"/>
            <p:cNvSpPr/>
            <p:nvPr/>
          </p:nvSpPr>
          <p:spPr>
            <a:xfrm>
              <a:off x="376405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g314"/>
            <p:cNvSpPr/>
            <p:nvPr/>
          </p:nvSpPr>
          <p:spPr>
            <a:xfrm>
              <a:off x="384548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g315"/>
            <p:cNvSpPr/>
            <p:nvPr/>
          </p:nvSpPr>
          <p:spPr>
            <a:xfrm>
              <a:off x="392692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g316"/>
            <p:cNvSpPr/>
            <p:nvPr/>
          </p:nvSpPr>
          <p:spPr>
            <a:xfrm>
              <a:off x="400836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g317"/>
            <p:cNvSpPr/>
            <p:nvPr/>
          </p:nvSpPr>
          <p:spPr>
            <a:xfrm>
              <a:off x="408979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g318"/>
            <p:cNvSpPr/>
            <p:nvPr/>
          </p:nvSpPr>
          <p:spPr>
            <a:xfrm>
              <a:off x="4334110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g319"/>
            <p:cNvSpPr/>
            <p:nvPr/>
          </p:nvSpPr>
          <p:spPr>
            <a:xfrm>
              <a:off x="4415547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g320"/>
            <p:cNvSpPr/>
            <p:nvPr/>
          </p:nvSpPr>
          <p:spPr>
            <a:xfrm>
              <a:off x="4496984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g321"/>
            <p:cNvSpPr/>
            <p:nvPr/>
          </p:nvSpPr>
          <p:spPr>
            <a:xfrm>
              <a:off x="4578421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g322"/>
            <p:cNvSpPr/>
            <p:nvPr/>
          </p:nvSpPr>
          <p:spPr>
            <a:xfrm>
              <a:off x="4659858" y="320296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g323"/>
            <p:cNvSpPr/>
            <p:nvPr/>
          </p:nvSpPr>
          <p:spPr>
            <a:xfrm>
              <a:off x="270536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g324"/>
            <p:cNvSpPr/>
            <p:nvPr/>
          </p:nvSpPr>
          <p:spPr>
            <a:xfrm>
              <a:off x="278680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g325"/>
            <p:cNvSpPr/>
            <p:nvPr/>
          </p:nvSpPr>
          <p:spPr>
            <a:xfrm>
              <a:off x="286824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g326"/>
            <p:cNvSpPr/>
            <p:nvPr/>
          </p:nvSpPr>
          <p:spPr>
            <a:xfrm>
              <a:off x="294967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g327"/>
            <p:cNvSpPr/>
            <p:nvPr/>
          </p:nvSpPr>
          <p:spPr>
            <a:xfrm>
              <a:off x="303111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g328"/>
            <p:cNvSpPr/>
            <p:nvPr/>
          </p:nvSpPr>
          <p:spPr>
            <a:xfrm>
              <a:off x="311255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g329"/>
            <p:cNvSpPr/>
            <p:nvPr/>
          </p:nvSpPr>
          <p:spPr>
            <a:xfrm>
              <a:off x="319399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g330"/>
            <p:cNvSpPr/>
            <p:nvPr/>
          </p:nvSpPr>
          <p:spPr>
            <a:xfrm>
              <a:off x="327542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g331"/>
            <p:cNvSpPr/>
            <p:nvPr/>
          </p:nvSpPr>
          <p:spPr>
            <a:xfrm>
              <a:off x="335686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g332"/>
            <p:cNvSpPr/>
            <p:nvPr/>
          </p:nvSpPr>
          <p:spPr>
            <a:xfrm>
              <a:off x="343830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g333"/>
            <p:cNvSpPr/>
            <p:nvPr/>
          </p:nvSpPr>
          <p:spPr>
            <a:xfrm>
              <a:off x="351973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g334"/>
            <p:cNvSpPr/>
            <p:nvPr/>
          </p:nvSpPr>
          <p:spPr>
            <a:xfrm>
              <a:off x="3601176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g335"/>
            <p:cNvSpPr/>
            <p:nvPr/>
          </p:nvSpPr>
          <p:spPr>
            <a:xfrm>
              <a:off x="368261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g336"/>
            <p:cNvSpPr/>
            <p:nvPr/>
          </p:nvSpPr>
          <p:spPr>
            <a:xfrm>
              <a:off x="376405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g337"/>
            <p:cNvSpPr/>
            <p:nvPr/>
          </p:nvSpPr>
          <p:spPr>
            <a:xfrm>
              <a:off x="384548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g338"/>
            <p:cNvSpPr/>
            <p:nvPr/>
          </p:nvSpPr>
          <p:spPr>
            <a:xfrm>
              <a:off x="392692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g339"/>
            <p:cNvSpPr/>
            <p:nvPr/>
          </p:nvSpPr>
          <p:spPr>
            <a:xfrm>
              <a:off x="400836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g340"/>
            <p:cNvSpPr/>
            <p:nvPr/>
          </p:nvSpPr>
          <p:spPr>
            <a:xfrm>
              <a:off x="408979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g341"/>
            <p:cNvSpPr/>
            <p:nvPr/>
          </p:nvSpPr>
          <p:spPr>
            <a:xfrm>
              <a:off x="4252673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g342"/>
            <p:cNvSpPr/>
            <p:nvPr/>
          </p:nvSpPr>
          <p:spPr>
            <a:xfrm>
              <a:off x="4334110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g343"/>
            <p:cNvSpPr/>
            <p:nvPr/>
          </p:nvSpPr>
          <p:spPr>
            <a:xfrm>
              <a:off x="4415547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g344"/>
            <p:cNvSpPr/>
            <p:nvPr/>
          </p:nvSpPr>
          <p:spPr>
            <a:xfrm>
              <a:off x="4496984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g345"/>
            <p:cNvSpPr/>
            <p:nvPr/>
          </p:nvSpPr>
          <p:spPr>
            <a:xfrm>
              <a:off x="4578421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g346"/>
            <p:cNvSpPr/>
            <p:nvPr/>
          </p:nvSpPr>
          <p:spPr>
            <a:xfrm>
              <a:off x="4659858" y="330628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g347"/>
            <p:cNvSpPr/>
            <p:nvPr/>
          </p:nvSpPr>
          <p:spPr>
            <a:xfrm>
              <a:off x="278680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g348"/>
            <p:cNvSpPr/>
            <p:nvPr/>
          </p:nvSpPr>
          <p:spPr>
            <a:xfrm>
              <a:off x="286824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g349"/>
            <p:cNvSpPr/>
            <p:nvPr/>
          </p:nvSpPr>
          <p:spPr>
            <a:xfrm>
              <a:off x="294967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g350"/>
            <p:cNvSpPr/>
            <p:nvPr/>
          </p:nvSpPr>
          <p:spPr>
            <a:xfrm>
              <a:off x="303111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g351"/>
            <p:cNvSpPr/>
            <p:nvPr/>
          </p:nvSpPr>
          <p:spPr>
            <a:xfrm>
              <a:off x="311255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g352"/>
            <p:cNvSpPr/>
            <p:nvPr/>
          </p:nvSpPr>
          <p:spPr>
            <a:xfrm>
              <a:off x="319399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g353"/>
            <p:cNvSpPr/>
            <p:nvPr/>
          </p:nvSpPr>
          <p:spPr>
            <a:xfrm>
              <a:off x="327542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g354"/>
            <p:cNvSpPr/>
            <p:nvPr/>
          </p:nvSpPr>
          <p:spPr>
            <a:xfrm>
              <a:off x="335686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g355"/>
            <p:cNvSpPr/>
            <p:nvPr/>
          </p:nvSpPr>
          <p:spPr>
            <a:xfrm>
              <a:off x="343830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g356"/>
            <p:cNvSpPr/>
            <p:nvPr/>
          </p:nvSpPr>
          <p:spPr>
            <a:xfrm>
              <a:off x="351973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g357"/>
            <p:cNvSpPr/>
            <p:nvPr/>
          </p:nvSpPr>
          <p:spPr>
            <a:xfrm>
              <a:off x="360117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g358"/>
            <p:cNvSpPr/>
            <p:nvPr/>
          </p:nvSpPr>
          <p:spPr>
            <a:xfrm>
              <a:off x="368261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g359"/>
            <p:cNvSpPr/>
            <p:nvPr/>
          </p:nvSpPr>
          <p:spPr>
            <a:xfrm>
              <a:off x="376405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g360"/>
            <p:cNvSpPr/>
            <p:nvPr/>
          </p:nvSpPr>
          <p:spPr>
            <a:xfrm>
              <a:off x="384548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g361"/>
            <p:cNvSpPr/>
            <p:nvPr/>
          </p:nvSpPr>
          <p:spPr>
            <a:xfrm>
              <a:off x="392692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g362"/>
            <p:cNvSpPr/>
            <p:nvPr/>
          </p:nvSpPr>
          <p:spPr>
            <a:xfrm>
              <a:off x="400836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g363"/>
            <p:cNvSpPr/>
            <p:nvPr/>
          </p:nvSpPr>
          <p:spPr>
            <a:xfrm>
              <a:off x="408979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g364"/>
            <p:cNvSpPr/>
            <p:nvPr/>
          </p:nvSpPr>
          <p:spPr>
            <a:xfrm>
              <a:off x="4171236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g365"/>
            <p:cNvSpPr/>
            <p:nvPr/>
          </p:nvSpPr>
          <p:spPr>
            <a:xfrm>
              <a:off x="4252673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g366"/>
            <p:cNvSpPr/>
            <p:nvPr/>
          </p:nvSpPr>
          <p:spPr>
            <a:xfrm>
              <a:off x="4334110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g367"/>
            <p:cNvSpPr/>
            <p:nvPr/>
          </p:nvSpPr>
          <p:spPr>
            <a:xfrm>
              <a:off x="4415547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g368"/>
            <p:cNvSpPr/>
            <p:nvPr/>
          </p:nvSpPr>
          <p:spPr>
            <a:xfrm>
              <a:off x="4496984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g369"/>
            <p:cNvSpPr/>
            <p:nvPr/>
          </p:nvSpPr>
          <p:spPr>
            <a:xfrm>
              <a:off x="4578421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g370"/>
            <p:cNvSpPr/>
            <p:nvPr/>
          </p:nvSpPr>
          <p:spPr>
            <a:xfrm>
              <a:off x="4659858" y="340959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g371"/>
            <p:cNvSpPr/>
            <p:nvPr/>
          </p:nvSpPr>
          <p:spPr>
            <a:xfrm>
              <a:off x="286824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g372"/>
            <p:cNvSpPr/>
            <p:nvPr/>
          </p:nvSpPr>
          <p:spPr>
            <a:xfrm>
              <a:off x="294967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g373"/>
            <p:cNvSpPr/>
            <p:nvPr/>
          </p:nvSpPr>
          <p:spPr>
            <a:xfrm>
              <a:off x="303111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g374"/>
            <p:cNvSpPr/>
            <p:nvPr/>
          </p:nvSpPr>
          <p:spPr>
            <a:xfrm>
              <a:off x="311255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g375"/>
            <p:cNvSpPr/>
            <p:nvPr/>
          </p:nvSpPr>
          <p:spPr>
            <a:xfrm>
              <a:off x="319399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g376"/>
            <p:cNvSpPr/>
            <p:nvPr/>
          </p:nvSpPr>
          <p:spPr>
            <a:xfrm>
              <a:off x="327542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g377"/>
            <p:cNvSpPr/>
            <p:nvPr/>
          </p:nvSpPr>
          <p:spPr>
            <a:xfrm>
              <a:off x="335686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g378"/>
            <p:cNvSpPr/>
            <p:nvPr/>
          </p:nvSpPr>
          <p:spPr>
            <a:xfrm>
              <a:off x="343830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g379"/>
            <p:cNvSpPr/>
            <p:nvPr/>
          </p:nvSpPr>
          <p:spPr>
            <a:xfrm>
              <a:off x="351973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g380"/>
            <p:cNvSpPr/>
            <p:nvPr/>
          </p:nvSpPr>
          <p:spPr>
            <a:xfrm>
              <a:off x="360117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g381"/>
            <p:cNvSpPr/>
            <p:nvPr/>
          </p:nvSpPr>
          <p:spPr>
            <a:xfrm>
              <a:off x="368261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g382"/>
            <p:cNvSpPr/>
            <p:nvPr/>
          </p:nvSpPr>
          <p:spPr>
            <a:xfrm>
              <a:off x="376405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g383"/>
            <p:cNvSpPr/>
            <p:nvPr/>
          </p:nvSpPr>
          <p:spPr>
            <a:xfrm>
              <a:off x="384548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g384"/>
            <p:cNvSpPr/>
            <p:nvPr/>
          </p:nvSpPr>
          <p:spPr>
            <a:xfrm>
              <a:off x="392692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g385"/>
            <p:cNvSpPr/>
            <p:nvPr/>
          </p:nvSpPr>
          <p:spPr>
            <a:xfrm>
              <a:off x="400836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g386"/>
            <p:cNvSpPr/>
            <p:nvPr/>
          </p:nvSpPr>
          <p:spPr>
            <a:xfrm>
              <a:off x="4089798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g387"/>
            <p:cNvSpPr/>
            <p:nvPr/>
          </p:nvSpPr>
          <p:spPr>
            <a:xfrm>
              <a:off x="4171236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g388"/>
            <p:cNvSpPr/>
            <p:nvPr/>
          </p:nvSpPr>
          <p:spPr>
            <a:xfrm>
              <a:off x="4252673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g389"/>
            <p:cNvSpPr/>
            <p:nvPr/>
          </p:nvSpPr>
          <p:spPr>
            <a:xfrm>
              <a:off x="4334110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g390"/>
            <p:cNvSpPr/>
            <p:nvPr/>
          </p:nvSpPr>
          <p:spPr>
            <a:xfrm>
              <a:off x="4415547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g391"/>
            <p:cNvSpPr/>
            <p:nvPr/>
          </p:nvSpPr>
          <p:spPr>
            <a:xfrm>
              <a:off x="4496984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g392"/>
            <p:cNvSpPr/>
            <p:nvPr/>
          </p:nvSpPr>
          <p:spPr>
            <a:xfrm>
              <a:off x="4578421" y="351291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g393"/>
            <p:cNvSpPr/>
            <p:nvPr/>
          </p:nvSpPr>
          <p:spPr>
            <a:xfrm>
              <a:off x="286824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g394"/>
            <p:cNvSpPr/>
            <p:nvPr/>
          </p:nvSpPr>
          <p:spPr>
            <a:xfrm>
              <a:off x="294967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g395"/>
            <p:cNvSpPr/>
            <p:nvPr/>
          </p:nvSpPr>
          <p:spPr>
            <a:xfrm>
              <a:off x="303111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g396"/>
            <p:cNvSpPr/>
            <p:nvPr/>
          </p:nvSpPr>
          <p:spPr>
            <a:xfrm>
              <a:off x="311255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g397"/>
            <p:cNvSpPr/>
            <p:nvPr/>
          </p:nvSpPr>
          <p:spPr>
            <a:xfrm>
              <a:off x="319399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g398"/>
            <p:cNvSpPr/>
            <p:nvPr/>
          </p:nvSpPr>
          <p:spPr>
            <a:xfrm>
              <a:off x="327542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g399"/>
            <p:cNvSpPr/>
            <p:nvPr/>
          </p:nvSpPr>
          <p:spPr>
            <a:xfrm>
              <a:off x="335686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g400"/>
            <p:cNvSpPr/>
            <p:nvPr/>
          </p:nvSpPr>
          <p:spPr>
            <a:xfrm>
              <a:off x="343830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g401"/>
            <p:cNvSpPr/>
            <p:nvPr/>
          </p:nvSpPr>
          <p:spPr>
            <a:xfrm>
              <a:off x="351973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g402"/>
            <p:cNvSpPr/>
            <p:nvPr/>
          </p:nvSpPr>
          <p:spPr>
            <a:xfrm>
              <a:off x="360117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g403"/>
            <p:cNvSpPr/>
            <p:nvPr/>
          </p:nvSpPr>
          <p:spPr>
            <a:xfrm>
              <a:off x="368261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g404"/>
            <p:cNvSpPr/>
            <p:nvPr/>
          </p:nvSpPr>
          <p:spPr>
            <a:xfrm>
              <a:off x="376405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g405"/>
            <p:cNvSpPr/>
            <p:nvPr/>
          </p:nvSpPr>
          <p:spPr>
            <a:xfrm>
              <a:off x="384548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g406"/>
            <p:cNvSpPr/>
            <p:nvPr/>
          </p:nvSpPr>
          <p:spPr>
            <a:xfrm>
              <a:off x="392692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g407"/>
            <p:cNvSpPr/>
            <p:nvPr/>
          </p:nvSpPr>
          <p:spPr>
            <a:xfrm>
              <a:off x="4008361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g408"/>
            <p:cNvSpPr/>
            <p:nvPr/>
          </p:nvSpPr>
          <p:spPr>
            <a:xfrm>
              <a:off x="4089798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g409"/>
            <p:cNvSpPr/>
            <p:nvPr/>
          </p:nvSpPr>
          <p:spPr>
            <a:xfrm>
              <a:off x="4171236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g410"/>
            <p:cNvSpPr/>
            <p:nvPr/>
          </p:nvSpPr>
          <p:spPr>
            <a:xfrm>
              <a:off x="4252673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g411"/>
            <p:cNvSpPr/>
            <p:nvPr/>
          </p:nvSpPr>
          <p:spPr>
            <a:xfrm>
              <a:off x="4334110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g412"/>
            <p:cNvSpPr/>
            <p:nvPr/>
          </p:nvSpPr>
          <p:spPr>
            <a:xfrm>
              <a:off x="4415547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g413"/>
            <p:cNvSpPr/>
            <p:nvPr/>
          </p:nvSpPr>
          <p:spPr>
            <a:xfrm>
              <a:off x="4496984" y="361622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g414"/>
            <p:cNvSpPr/>
            <p:nvPr/>
          </p:nvSpPr>
          <p:spPr>
            <a:xfrm>
              <a:off x="303111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g415"/>
            <p:cNvSpPr/>
            <p:nvPr/>
          </p:nvSpPr>
          <p:spPr>
            <a:xfrm>
              <a:off x="311255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g416"/>
            <p:cNvSpPr/>
            <p:nvPr/>
          </p:nvSpPr>
          <p:spPr>
            <a:xfrm>
              <a:off x="319399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g417"/>
            <p:cNvSpPr/>
            <p:nvPr/>
          </p:nvSpPr>
          <p:spPr>
            <a:xfrm>
              <a:off x="327542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g418"/>
            <p:cNvSpPr/>
            <p:nvPr/>
          </p:nvSpPr>
          <p:spPr>
            <a:xfrm>
              <a:off x="335686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g419"/>
            <p:cNvSpPr/>
            <p:nvPr/>
          </p:nvSpPr>
          <p:spPr>
            <a:xfrm>
              <a:off x="343830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g420"/>
            <p:cNvSpPr/>
            <p:nvPr/>
          </p:nvSpPr>
          <p:spPr>
            <a:xfrm>
              <a:off x="351973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g421"/>
            <p:cNvSpPr/>
            <p:nvPr/>
          </p:nvSpPr>
          <p:spPr>
            <a:xfrm>
              <a:off x="360117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g422"/>
            <p:cNvSpPr/>
            <p:nvPr/>
          </p:nvSpPr>
          <p:spPr>
            <a:xfrm>
              <a:off x="368261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g423"/>
            <p:cNvSpPr/>
            <p:nvPr/>
          </p:nvSpPr>
          <p:spPr>
            <a:xfrm>
              <a:off x="376405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g424"/>
            <p:cNvSpPr/>
            <p:nvPr/>
          </p:nvSpPr>
          <p:spPr>
            <a:xfrm>
              <a:off x="384548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g425"/>
            <p:cNvSpPr/>
            <p:nvPr/>
          </p:nvSpPr>
          <p:spPr>
            <a:xfrm>
              <a:off x="3926924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g426"/>
            <p:cNvSpPr/>
            <p:nvPr/>
          </p:nvSpPr>
          <p:spPr>
            <a:xfrm>
              <a:off x="4008361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g427"/>
            <p:cNvSpPr/>
            <p:nvPr/>
          </p:nvSpPr>
          <p:spPr>
            <a:xfrm>
              <a:off x="4089798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g428"/>
            <p:cNvSpPr/>
            <p:nvPr/>
          </p:nvSpPr>
          <p:spPr>
            <a:xfrm>
              <a:off x="4171236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g429"/>
            <p:cNvSpPr/>
            <p:nvPr/>
          </p:nvSpPr>
          <p:spPr>
            <a:xfrm>
              <a:off x="4252673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g430"/>
            <p:cNvSpPr/>
            <p:nvPr/>
          </p:nvSpPr>
          <p:spPr>
            <a:xfrm>
              <a:off x="4334110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g431"/>
            <p:cNvSpPr/>
            <p:nvPr/>
          </p:nvSpPr>
          <p:spPr>
            <a:xfrm>
              <a:off x="4415547" y="371954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g432"/>
            <p:cNvSpPr/>
            <p:nvPr/>
          </p:nvSpPr>
          <p:spPr>
            <a:xfrm>
              <a:off x="311255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g433"/>
            <p:cNvSpPr/>
            <p:nvPr/>
          </p:nvSpPr>
          <p:spPr>
            <a:xfrm>
              <a:off x="319399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g434"/>
            <p:cNvSpPr/>
            <p:nvPr/>
          </p:nvSpPr>
          <p:spPr>
            <a:xfrm>
              <a:off x="327542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g435"/>
            <p:cNvSpPr/>
            <p:nvPr/>
          </p:nvSpPr>
          <p:spPr>
            <a:xfrm>
              <a:off x="335686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g436"/>
            <p:cNvSpPr/>
            <p:nvPr/>
          </p:nvSpPr>
          <p:spPr>
            <a:xfrm>
              <a:off x="343830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g437"/>
            <p:cNvSpPr/>
            <p:nvPr/>
          </p:nvSpPr>
          <p:spPr>
            <a:xfrm>
              <a:off x="351973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g438"/>
            <p:cNvSpPr/>
            <p:nvPr/>
          </p:nvSpPr>
          <p:spPr>
            <a:xfrm>
              <a:off x="360117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g439"/>
            <p:cNvSpPr/>
            <p:nvPr/>
          </p:nvSpPr>
          <p:spPr>
            <a:xfrm>
              <a:off x="368261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g440"/>
            <p:cNvSpPr/>
            <p:nvPr/>
          </p:nvSpPr>
          <p:spPr>
            <a:xfrm>
              <a:off x="376405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g441"/>
            <p:cNvSpPr/>
            <p:nvPr/>
          </p:nvSpPr>
          <p:spPr>
            <a:xfrm>
              <a:off x="3845487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g442"/>
            <p:cNvSpPr/>
            <p:nvPr/>
          </p:nvSpPr>
          <p:spPr>
            <a:xfrm>
              <a:off x="3926924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g443"/>
            <p:cNvSpPr/>
            <p:nvPr/>
          </p:nvSpPr>
          <p:spPr>
            <a:xfrm>
              <a:off x="4008361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g444"/>
            <p:cNvSpPr/>
            <p:nvPr/>
          </p:nvSpPr>
          <p:spPr>
            <a:xfrm>
              <a:off x="4089798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g445"/>
            <p:cNvSpPr/>
            <p:nvPr/>
          </p:nvSpPr>
          <p:spPr>
            <a:xfrm>
              <a:off x="4171236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g446"/>
            <p:cNvSpPr/>
            <p:nvPr/>
          </p:nvSpPr>
          <p:spPr>
            <a:xfrm>
              <a:off x="4252673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g447"/>
            <p:cNvSpPr/>
            <p:nvPr/>
          </p:nvSpPr>
          <p:spPr>
            <a:xfrm>
              <a:off x="4334110" y="382286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g448"/>
            <p:cNvSpPr/>
            <p:nvPr/>
          </p:nvSpPr>
          <p:spPr>
            <a:xfrm>
              <a:off x="319399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g449"/>
            <p:cNvSpPr/>
            <p:nvPr/>
          </p:nvSpPr>
          <p:spPr>
            <a:xfrm>
              <a:off x="327542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g450"/>
            <p:cNvSpPr/>
            <p:nvPr/>
          </p:nvSpPr>
          <p:spPr>
            <a:xfrm>
              <a:off x="335686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g451"/>
            <p:cNvSpPr/>
            <p:nvPr/>
          </p:nvSpPr>
          <p:spPr>
            <a:xfrm>
              <a:off x="343830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g452"/>
            <p:cNvSpPr/>
            <p:nvPr/>
          </p:nvSpPr>
          <p:spPr>
            <a:xfrm>
              <a:off x="351973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g453"/>
            <p:cNvSpPr/>
            <p:nvPr/>
          </p:nvSpPr>
          <p:spPr>
            <a:xfrm>
              <a:off x="360117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g454"/>
            <p:cNvSpPr/>
            <p:nvPr/>
          </p:nvSpPr>
          <p:spPr>
            <a:xfrm>
              <a:off x="368261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g455"/>
            <p:cNvSpPr/>
            <p:nvPr/>
          </p:nvSpPr>
          <p:spPr>
            <a:xfrm>
              <a:off x="376405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g456"/>
            <p:cNvSpPr/>
            <p:nvPr/>
          </p:nvSpPr>
          <p:spPr>
            <a:xfrm>
              <a:off x="3845487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g457"/>
            <p:cNvSpPr/>
            <p:nvPr/>
          </p:nvSpPr>
          <p:spPr>
            <a:xfrm>
              <a:off x="3926924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g458"/>
            <p:cNvSpPr/>
            <p:nvPr/>
          </p:nvSpPr>
          <p:spPr>
            <a:xfrm>
              <a:off x="4008361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g459"/>
            <p:cNvSpPr/>
            <p:nvPr/>
          </p:nvSpPr>
          <p:spPr>
            <a:xfrm>
              <a:off x="4089798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g460"/>
            <p:cNvSpPr/>
            <p:nvPr/>
          </p:nvSpPr>
          <p:spPr>
            <a:xfrm>
              <a:off x="4171236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g461"/>
            <p:cNvSpPr/>
            <p:nvPr/>
          </p:nvSpPr>
          <p:spPr>
            <a:xfrm>
              <a:off x="4252673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g462"/>
            <p:cNvSpPr/>
            <p:nvPr/>
          </p:nvSpPr>
          <p:spPr>
            <a:xfrm>
              <a:off x="4334110" y="392617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g463"/>
            <p:cNvSpPr/>
            <p:nvPr/>
          </p:nvSpPr>
          <p:spPr>
            <a:xfrm>
              <a:off x="286824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g464"/>
            <p:cNvSpPr/>
            <p:nvPr/>
          </p:nvSpPr>
          <p:spPr>
            <a:xfrm>
              <a:off x="294967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g465"/>
            <p:cNvSpPr/>
            <p:nvPr/>
          </p:nvSpPr>
          <p:spPr>
            <a:xfrm>
              <a:off x="303111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g466"/>
            <p:cNvSpPr/>
            <p:nvPr/>
          </p:nvSpPr>
          <p:spPr>
            <a:xfrm>
              <a:off x="311255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g467"/>
            <p:cNvSpPr/>
            <p:nvPr/>
          </p:nvSpPr>
          <p:spPr>
            <a:xfrm>
              <a:off x="319399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g468"/>
            <p:cNvSpPr/>
            <p:nvPr/>
          </p:nvSpPr>
          <p:spPr>
            <a:xfrm>
              <a:off x="327542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g469"/>
            <p:cNvSpPr/>
            <p:nvPr/>
          </p:nvSpPr>
          <p:spPr>
            <a:xfrm>
              <a:off x="335686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g470"/>
            <p:cNvSpPr/>
            <p:nvPr/>
          </p:nvSpPr>
          <p:spPr>
            <a:xfrm>
              <a:off x="343830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g471"/>
            <p:cNvSpPr/>
            <p:nvPr/>
          </p:nvSpPr>
          <p:spPr>
            <a:xfrm>
              <a:off x="351973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g472"/>
            <p:cNvSpPr/>
            <p:nvPr/>
          </p:nvSpPr>
          <p:spPr>
            <a:xfrm>
              <a:off x="360117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g473"/>
            <p:cNvSpPr/>
            <p:nvPr/>
          </p:nvSpPr>
          <p:spPr>
            <a:xfrm>
              <a:off x="368261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g474"/>
            <p:cNvSpPr/>
            <p:nvPr/>
          </p:nvSpPr>
          <p:spPr>
            <a:xfrm>
              <a:off x="3764050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g475"/>
            <p:cNvSpPr/>
            <p:nvPr/>
          </p:nvSpPr>
          <p:spPr>
            <a:xfrm>
              <a:off x="3845487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g476"/>
            <p:cNvSpPr/>
            <p:nvPr/>
          </p:nvSpPr>
          <p:spPr>
            <a:xfrm>
              <a:off x="3926924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g477"/>
            <p:cNvSpPr/>
            <p:nvPr/>
          </p:nvSpPr>
          <p:spPr>
            <a:xfrm>
              <a:off x="4008361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g478"/>
            <p:cNvSpPr/>
            <p:nvPr/>
          </p:nvSpPr>
          <p:spPr>
            <a:xfrm>
              <a:off x="4089798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g479"/>
            <p:cNvSpPr/>
            <p:nvPr/>
          </p:nvSpPr>
          <p:spPr>
            <a:xfrm>
              <a:off x="4171236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g480"/>
            <p:cNvSpPr/>
            <p:nvPr/>
          </p:nvSpPr>
          <p:spPr>
            <a:xfrm>
              <a:off x="4252673" y="402949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g481"/>
            <p:cNvSpPr/>
            <p:nvPr/>
          </p:nvSpPr>
          <p:spPr>
            <a:xfrm>
              <a:off x="278680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g482"/>
            <p:cNvSpPr/>
            <p:nvPr/>
          </p:nvSpPr>
          <p:spPr>
            <a:xfrm>
              <a:off x="286824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g483"/>
            <p:cNvSpPr/>
            <p:nvPr/>
          </p:nvSpPr>
          <p:spPr>
            <a:xfrm>
              <a:off x="294967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g484"/>
            <p:cNvSpPr/>
            <p:nvPr/>
          </p:nvSpPr>
          <p:spPr>
            <a:xfrm>
              <a:off x="303111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g485"/>
            <p:cNvSpPr/>
            <p:nvPr/>
          </p:nvSpPr>
          <p:spPr>
            <a:xfrm>
              <a:off x="311255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g486"/>
            <p:cNvSpPr/>
            <p:nvPr/>
          </p:nvSpPr>
          <p:spPr>
            <a:xfrm>
              <a:off x="319399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g487"/>
            <p:cNvSpPr/>
            <p:nvPr/>
          </p:nvSpPr>
          <p:spPr>
            <a:xfrm>
              <a:off x="327542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g488"/>
            <p:cNvSpPr/>
            <p:nvPr/>
          </p:nvSpPr>
          <p:spPr>
            <a:xfrm>
              <a:off x="335686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g489"/>
            <p:cNvSpPr/>
            <p:nvPr/>
          </p:nvSpPr>
          <p:spPr>
            <a:xfrm>
              <a:off x="343830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g490"/>
            <p:cNvSpPr/>
            <p:nvPr/>
          </p:nvSpPr>
          <p:spPr>
            <a:xfrm>
              <a:off x="351973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g491"/>
            <p:cNvSpPr/>
            <p:nvPr/>
          </p:nvSpPr>
          <p:spPr>
            <a:xfrm>
              <a:off x="360117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g492"/>
            <p:cNvSpPr/>
            <p:nvPr/>
          </p:nvSpPr>
          <p:spPr>
            <a:xfrm>
              <a:off x="368261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g493"/>
            <p:cNvSpPr/>
            <p:nvPr/>
          </p:nvSpPr>
          <p:spPr>
            <a:xfrm>
              <a:off x="3764050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g494"/>
            <p:cNvSpPr/>
            <p:nvPr/>
          </p:nvSpPr>
          <p:spPr>
            <a:xfrm>
              <a:off x="3845487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g495"/>
            <p:cNvSpPr/>
            <p:nvPr/>
          </p:nvSpPr>
          <p:spPr>
            <a:xfrm>
              <a:off x="3926924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g496"/>
            <p:cNvSpPr/>
            <p:nvPr/>
          </p:nvSpPr>
          <p:spPr>
            <a:xfrm>
              <a:off x="4008361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g497"/>
            <p:cNvSpPr/>
            <p:nvPr/>
          </p:nvSpPr>
          <p:spPr>
            <a:xfrm>
              <a:off x="4089798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g498"/>
            <p:cNvSpPr/>
            <p:nvPr/>
          </p:nvSpPr>
          <p:spPr>
            <a:xfrm>
              <a:off x="4171236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g499"/>
            <p:cNvSpPr/>
            <p:nvPr/>
          </p:nvSpPr>
          <p:spPr>
            <a:xfrm>
              <a:off x="4252673" y="413281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g500"/>
            <p:cNvSpPr/>
            <p:nvPr/>
          </p:nvSpPr>
          <p:spPr>
            <a:xfrm>
              <a:off x="278680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g501"/>
            <p:cNvSpPr/>
            <p:nvPr/>
          </p:nvSpPr>
          <p:spPr>
            <a:xfrm>
              <a:off x="286824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g502"/>
            <p:cNvSpPr/>
            <p:nvPr/>
          </p:nvSpPr>
          <p:spPr>
            <a:xfrm>
              <a:off x="294967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g503"/>
            <p:cNvSpPr/>
            <p:nvPr/>
          </p:nvSpPr>
          <p:spPr>
            <a:xfrm>
              <a:off x="303111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g504"/>
            <p:cNvSpPr/>
            <p:nvPr/>
          </p:nvSpPr>
          <p:spPr>
            <a:xfrm>
              <a:off x="311255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g505"/>
            <p:cNvSpPr/>
            <p:nvPr/>
          </p:nvSpPr>
          <p:spPr>
            <a:xfrm>
              <a:off x="319399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g506"/>
            <p:cNvSpPr/>
            <p:nvPr/>
          </p:nvSpPr>
          <p:spPr>
            <a:xfrm>
              <a:off x="327542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g507"/>
            <p:cNvSpPr/>
            <p:nvPr/>
          </p:nvSpPr>
          <p:spPr>
            <a:xfrm>
              <a:off x="335686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g508"/>
            <p:cNvSpPr/>
            <p:nvPr/>
          </p:nvSpPr>
          <p:spPr>
            <a:xfrm>
              <a:off x="343830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g509"/>
            <p:cNvSpPr/>
            <p:nvPr/>
          </p:nvSpPr>
          <p:spPr>
            <a:xfrm>
              <a:off x="351973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g510"/>
            <p:cNvSpPr/>
            <p:nvPr/>
          </p:nvSpPr>
          <p:spPr>
            <a:xfrm>
              <a:off x="360117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g511"/>
            <p:cNvSpPr/>
            <p:nvPr/>
          </p:nvSpPr>
          <p:spPr>
            <a:xfrm>
              <a:off x="3682613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g512"/>
            <p:cNvSpPr/>
            <p:nvPr/>
          </p:nvSpPr>
          <p:spPr>
            <a:xfrm>
              <a:off x="3764050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g513"/>
            <p:cNvSpPr/>
            <p:nvPr/>
          </p:nvSpPr>
          <p:spPr>
            <a:xfrm>
              <a:off x="3845487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g514"/>
            <p:cNvSpPr/>
            <p:nvPr/>
          </p:nvSpPr>
          <p:spPr>
            <a:xfrm>
              <a:off x="3926924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g515"/>
            <p:cNvSpPr/>
            <p:nvPr/>
          </p:nvSpPr>
          <p:spPr>
            <a:xfrm>
              <a:off x="4008361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g516"/>
            <p:cNvSpPr/>
            <p:nvPr/>
          </p:nvSpPr>
          <p:spPr>
            <a:xfrm>
              <a:off x="4089798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g517"/>
            <p:cNvSpPr/>
            <p:nvPr/>
          </p:nvSpPr>
          <p:spPr>
            <a:xfrm>
              <a:off x="4171236" y="4236126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g518"/>
            <p:cNvSpPr/>
            <p:nvPr/>
          </p:nvSpPr>
          <p:spPr>
            <a:xfrm>
              <a:off x="278680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g519"/>
            <p:cNvSpPr/>
            <p:nvPr/>
          </p:nvSpPr>
          <p:spPr>
            <a:xfrm>
              <a:off x="286824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g520"/>
            <p:cNvSpPr/>
            <p:nvPr/>
          </p:nvSpPr>
          <p:spPr>
            <a:xfrm>
              <a:off x="294967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g521"/>
            <p:cNvSpPr/>
            <p:nvPr/>
          </p:nvSpPr>
          <p:spPr>
            <a:xfrm>
              <a:off x="303111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g522"/>
            <p:cNvSpPr/>
            <p:nvPr/>
          </p:nvSpPr>
          <p:spPr>
            <a:xfrm>
              <a:off x="311255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g523"/>
            <p:cNvSpPr/>
            <p:nvPr/>
          </p:nvSpPr>
          <p:spPr>
            <a:xfrm>
              <a:off x="319399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g524"/>
            <p:cNvSpPr/>
            <p:nvPr/>
          </p:nvSpPr>
          <p:spPr>
            <a:xfrm>
              <a:off x="327542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g525"/>
            <p:cNvSpPr/>
            <p:nvPr/>
          </p:nvSpPr>
          <p:spPr>
            <a:xfrm>
              <a:off x="335686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g526"/>
            <p:cNvSpPr/>
            <p:nvPr/>
          </p:nvSpPr>
          <p:spPr>
            <a:xfrm>
              <a:off x="343830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g527"/>
            <p:cNvSpPr/>
            <p:nvPr/>
          </p:nvSpPr>
          <p:spPr>
            <a:xfrm>
              <a:off x="351973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g528"/>
            <p:cNvSpPr/>
            <p:nvPr/>
          </p:nvSpPr>
          <p:spPr>
            <a:xfrm>
              <a:off x="3601176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g529"/>
            <p:cNvSpPr/>
            <p:nvPr/>
          </p:nvSpPr>
          <p:spPr>
            <a:xfrm>
              <a:off x="3682613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g530"/>
            <p:cNvSpPr/>
            <p:nvPr/>
          </p:nvSpPr>
          <p:spPr>
            <a:xfrm>
              <a:off x="3764050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g531"/>
            <p:cNvSpPr/>
            <p:nvPr/>
          </p:nvSpPr>
          <p:spPr>
            <a:xfrm>
              <a:off x="3845487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g532"/>
            <p:cNvSpPr/>
            <p:nvPr/>
          </p:nvSpPr>
          <p:spPr>
            <a:xfrm>
              <a:off x="3926924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g533"/>
            <p:cNvSpPr/>
            <p:nvPr/>
          </p:nvSpPr>
          <p:spPr>
            <a:xfrm>
              <a:off x="4008361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g534"/>
            <p:cNvSpPr/>
            <p:nvPr/>
          </p:nvSpPr>
          <p:spPr>
            <a:xfrm>
              <a:off x="4089798" y="4339442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g535"/>
            <p:cNvSpPr/>
            <p:nvPr/>
          </p:nvSpPr>
          <p:spPr>
            <a:xfrm>
              <a:off x="286824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g536"/>
            <p:cNvSpPr/>
            <p:nvPr/>
          </p:nvSpPr>
          <p:spPr>
            <a:xfrm>
              <a:off x="294967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g537"/>
            <p:cNvSpPr/>
            <p:nvPr/>
          </p:nvSpPr>
          <p:spPr>
            <a:xfrm>
              <a:off x="303111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g538"/>
            <p:cNvSpPr/>
            <p:nvPr/>
          </p:nvSpPr>
          <p:spPr>
            <a:xfrm>
              <a:off x="311255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g539"/>
            <p:cNvSpPr/>
            <p:nvPr/>
          </p:nvSpPr>
          <p:spPr>
            <a:xfrm>
              <a:off x="319399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g540"/>
            <p:cNvSpPr/>
            <p:nvPr/>
          </p:nvSpPr>
          <p:spPr>
            <a:xfrm>
              <a:off x="327542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g541"/>
            <p:cNvSpPr/>
            <p:nvPr/>
          </p:nvSpPr>
          <p:spPr>
            <a:xfrm>
              <a:off x="335686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g542"/>
            <p:cNvSpPr/>
            <p:nvPr/>
          </p:nvSpPr>
          <p:spPr>
            <a:xfrm>
              <a:off x="343830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g543"/>
            <p:cNvSpPr/>
            <p:nvPr/>
          </p:nvSpPr>
          <p:spPr>
            <a:xfrm>
              <a:off x="3519738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g544"/>
            <p:cNvSpPr/>
            <p:nvPr/>
          </p:nvSpPr>
          <p:spPr>
            <a:xfrm>
              <a:off x="3601176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g545"/>
            <p:cNvSpPr/>
            <p:nvPr/>
          </p:nvSpPr>
          <p:spPr>
            <a:xfrm>
              <a:off x="3682613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g546"/>
            <p:cNvSpPr/>
            <p:nvPr/>
          </p:nvSpPr>
          <p:spPr>
            <a:xfrm>
              <a:off x="3764050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g547"/>
            <p:cNvSpPr/>
            <p:nvPr/>
          </p:nvSpPr>
          <p:spPr>
            <a:xfrm>
              <a:off x="3845487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g548"/>
            <p:cNvSpPr/>
            <p:nvPr/>
          </p:nvSpPr>
          <p:spPr>
            <a:xfrm>
              <a:off x="3926924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g549"/>
            <p:cNvSpPr/>
            <p:nvPr/>
          </p:nvSpPr>
          <p:spPr>
            <a:xfrm>
              <a:off x="4008361" y="444275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g550"/>
            <p:cNvSpPr/>
            <p:nvPr/>
          </p:nvSpPr>
          <p:spPr>
            <a:xfrm>
              <a:off x="311255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g551"/>
            <p:cNvSpPr/>
            <p:nvPr/>
          </p:nvSpPr>
          <p:spPr>
            <a:xfrm>
              <a:off x="319399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g552"/>
            <p:cNvSpPr/>
            <p:nvPr/>
          </p:nvSpPr>
          <p:spPr>
            <a:xfrm>
              <a:off x="327542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g553"/>
            <p:cNvSpPr/>
            <p:nvPr/>
          </p:nvSpPr>
          <p:spPr>
            <a:xfrm>
              <a:off x="335686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g554"/>
            <p:cNvSpPr/>
            <p:nvPr/>
          </p:nvSpPr>
          <p:spPr>
            <a:xfrm>
              <a:off x="343830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g555"/>
            <p:cNvSpPr/>
            <p:nvPr/>
          </p:nvSpPr>
          <p:spPr>
            <a:xfrm>
              <a:off x="3519738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g556"/>
            <p:cNvSpPr/>
            <p:nvPr/>
          </p:nvSpPr>
          <p:spPr>
            <a:xfrm>
              <a:off x="3601176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g557"/>
            <p:cNvSpPr/>
            <p:nvPr/>
          </p:nvSpPr>
          <p:spPr>
            <a:xfrm>
              <a:off x="3682613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g558"/>
            <p:cNvSpPr/>
            <p:nvPr/>
          </p:nvSpPr>
          <p:spPr>
            <a:xfrm>
              <a:off x="3764050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g559"/>
            <p:cNvSpPr/>
            <p:nvPr/>
          </p:nvSpPr>
          <p:spPr>
            <a:xfrm>
              <a:off x="3845487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g560"/>
            <p:cNvSpPr/>
            <p:nvPr/>
          </p:nvSpPr>
          <p:spPr>
            <a:xfrm>
              <a:off x="3926924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g561"/>
            <p:cNvSpPr/>
            <p:nvPr/>
          </p:nvSpPr>
          <p:spPr>
            <a:xfrm>
              <a:off x="4008361" y="454607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g562"/>
            <p:cNvSpPr/>
            <p:nvPr/>
          </p:nvSpPr>
          <p:spPr>
            <a:xfrm>
              <a:off x="327542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g563"/>
            <p:cNvSpPr/>
            <p:nvPr/>
          </p:nvSpPr>
          <p:spPr>
            <a:xfrm>
              <a:off x="335686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g564"/>
            <p:cNvSpPr/>
            <p:nvPr/>
          </p:nvSpPr>
          <p:spPr>
            <a:xfrm>
              <a:off x="343830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g565"/>
            <p:cNvSpPr/>
            <p:nvPr/>
          </p:nvSpPr>
          <p:spPr>
            <a:xfrm>
              <a:off x="3519738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g566"/>
            <p:cNvSpPr/>
            <p:nvPr/>
          </p:nvSpPr>
          <p:spPr>
            <a:xfrm>
              <a:off x="3601176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g567"/>
            <p:cNvSpPr/>
            <p:nvPr/>
          </p:nvSpPr>
          <p:spPr>
            <a:xfrm>
              <a:off x="3682613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g568"/>
            <p:cNvSpPr/>
            <p:nvPr/>
          </p:nvSpPr>
          <p:spPr>
            <a:xfrm>
              <a:off x="3764050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g569"/>
            <p:cNvSpPr/>
            <p:nvPr/>
          </p:nvSpPr>
          <p:spPr>
            <a:xfrm>
              <a:off x="3845487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g570"/>
            <p:cNvSpPr/>
            <p:nvPr/>
          </p:nvSpPr>
          <p:spPr>
            <a:xfrm>
              <a:off x="3926924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g571"/>
            <p:cNvSpPr/>
            <p:nvPr/>
          </p:nvSpPr>
          <p:spPr>
            <a:xfrm>
              <a:off x="4008361" y="464939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335686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g573"/>
            <p:cNvSpPr/>
            <p:nvPr/>
          </p:nvSpPr>
          <p:spPr>
            <a:xfrm>
              <a:off x="343830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g574"/>
            <p:cNvSpPr/>
            <p:nvPr/>
          </p:nvSpPr>
          <p:spPr>
            <a:xfrm>
              <a:off x="3519738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g575"/>
            <p:cNvSpPr/>
            <p:nvPr/>
          </p:nvSpPr>
          <p:spPr>
            <a:xfrm>
              <a:off x="3601176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3682613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g577"/>
            <p:cNvSpPr/>
            <p:nvPr/>
          </p:nvSpPr>
          <p:spPr>
            <a:xfrm>
              <a:off x="3764050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3845487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g579"/>
            <p:cNvSpPr/>
            <p:nvPr/>
          </p:nvSpPr>
          <p:spPr>
            <a:xfrm>
              <a:off x="3926924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4008361" y="4752707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343830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g582"/>
            <p:cNvSpPr/>
            <p:nvPr/>
          </p:nvSpPr>
          <p:spPr>
            <a:xfrm>
              <a:off x="351973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3601176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3682613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g585"/>
            <p:cNvSpPr/>
            <p:nvPr/>
          </p:nvSpPr>
          <p:spPr>
            <a:xfrm>
              <a:off x="3764050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g586"/>
            <p:cNvSpPr/>
            <p:nvPr/>
          </p:nvSpPr>
          <p:spPr>
            <a:xfrm>
              <a:off x="3845487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3926924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g588"/>
            <p:cNvSpPr/>
            <p:nvPr/>
          </p:nvSpPr>
          <p:spPr>
            <a:xfrm>
              <a:off x="4008361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4089798" y="4856023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3682613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g591"/>
            <p:cNvSpPr/>
            <p:nvPr/>
          </p:nvSpPr>
          <p:spPr>
            <a:xfrm>
              <a:off x="3764050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3845487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g593"/>
            <p:cNvSpPr/>
            <p:nvPr/>
          </p:nvSpPr>
          <p:spPr>
            <a:xfrm>
              <a:off x="3926924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g594"/>
            <p:cNvSpPr/>
            <p:nvPr/>
          </p:nvSpPr>
          <p:spPr>
            <a:xfrm>
              <a:off x="4008361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g595"/>
            <p:cNvSpPr/>
            <p:nvPr/>
          </p:nvSpPr>
          <p:spPr>
            <a:xfrm>
              <a:off x="4089798" y="4959339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g596"/>
            <p:cNvSpPr/>
            <p:nvPr/>
          </p:nvSpPr>
          <p:spPr>
            <a:xfrm>
              <a:off x="327542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g597"/>
            <p:cNvSpPr/>
            <p:nvPr/>
          </p:nvSpPr>
          <p:spPr>
            <a:xfrm>
              <a:off x="3601176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g598"/>
            <p:cNvSpPr/>
            <p:nvPr/>
          </p:nvSpPr>
          <p:spPr>
            <a:xfrm>
              <a:off x="3682613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g599"/>
            <p:cNvSpPr/>
            <p:nvPr/>
          </p:nvSpPr>
          <p:spPr>
            <a:xfrm>
              <a:off x="3764050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g600"/>
            <p:cNvSpPr/>
            <p:nvPr/>
          </p:nvSpPr>
          <p:spPr>
            <a:xfrm>
              <a:off x="3845487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g601"/>
            <p:cNvSpPr/>
            <p:nvPr/>
          </p:nvSpPr>
          <p:spPr>
            <a:xfrm>
              <a:off x="3926924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g602"/>
            <p:cNvSpPr/>
            <p:nvPr/>
          </p:nvSpPr>
          <p:spPr>
            <a:xfrm>
              <a:off x="4008361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g603"/>
            <p:cNvSpPr/>
            <p:nvPr/>
          </p:nvSpPr>
          <p:spPr>
            <a:xfrm>
              <a:off x="4089798" y="5062655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g604"/>
            <p:cNvSpPr/>
            <p:nvPr/>
          </p:nvSpPr>
          <p:spPr>
            <a:xfrm>
              <a:off x="319399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327542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g606"/>
            <p:cNvSpPr/>
            <p:nvPr/>
          </p:nvSpPr>
          <p:spPr>
            <a:xfrm>
              <a:off x="335686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g607"/>
            <p:cNvSpPr/>
            <p:nvPr/>
          </p:nvSpPr>
          <p:spPr>
            <a:xfrm>
              <a:off x="343830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g608"/>
            <p:cNvSpPr/>
            <p:nvPr/>
          </p:nvSpPr>
          <p:spPr>
            <a:xfrm>
              <a:off x="351973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g609"/>
            <p:cNvSpPr/>
            <p:nvPr/>
          </p:nvSpPr>
          <p:spPr>
            <a:xfrm>
              <a:off x="3601176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g610"/>
            <p:cNvSpPr/>
            <p:nvPr/>
          </p:nvSpPr>
          <p:spPr>
            <a:xfrm>
              <a:off x="3682613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g611"/>
            <p:cNvSpPr/>
            <p:nvPr/>
          </p:nvSpPr>
          <p:spPr>
            <a:xfrm>
              <a:off x="3764050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g612"/>
            <p:cNvSpPr/>
            <p:nvPr/>
          </p:nvSpPr>
          <p:spPr>
            <a:xfrm>
              <a:off x="3845487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g613"/>
            <p:cNvSpPr/>
            <p:nvPr/>
          </p:nvSpPr>
          <p:spPr>
            <a:xfrm>
              <a:off x="3926924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g614"/>
            <p:cNvSpPr/>
            <p:nvPr/>
          </p:nvSpPr>
          <p:spPr>
            <a:xfrm>
              <a:off x="4008361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g615"/>
            <p:cNvSpPr/>
            <p:nvPr/>
          </p:nvSpPr>
          <p:spPr>
            <a:xfrm>
              <a:off x="4089798" y="5165971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g616"/>
            <p:cNvSpPr/>
            <p:nvPr/>
          </p:nvSpPr>
          <p:spPr>
            <a:xfrm>
              <a:off x="311255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g617"/>
            <p:cNvSpPr/>
            <p:nvPr/>
          </p:nvSpPr>
          <p:spPr>
            <a:xfrm>
              <a:off x="319399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g618"/>
            <p:cNvSpPr/>
            <p:nvPr/>
          </p:nvSpPr>
          <p:spPr>
            <a:xfrm>
              <a:off x="327542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g619"/>
            <p:cNvSpPr/>
            <p:nvPr/>
          </p:nvSpPr>
          <p:spPr>
            <a:xfrm>
              <a:off x="335686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g620"/>
            <p:cNvSpPr/>
            <p:nvPr/>
          </p:nvSpPr>
          <p:spPr>
            <a:xfrm>
              <a:off x="343830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g621"/>
            <p:cNvSpPr/>
            <p:nvPr/>
          </p:nvSpPr>
          <p:spPr>
            <a:xfrm>
              <a:off x="351973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g622"/>
            <p:cNvSpPr/>
            <p:nvPr/>
          </p:nvSpPr>
          <p:spPr>
            <a:xfrm>
              <a:off x="360117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g623"/>
            <p:cNvSpPr/>
            <p:nvPr/>
          </p:nvSpPr>
          <p:spPr>
            <a:xfrm>
              <a:off x="3682613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g624"/>
            <p:cNvSpPr/>
            <p:nvPr/>
          </p:nvSpPr>
          <p:spPr>
            <a:xfrm>
              <a:off x="3764050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g625"/>
            <p:cNvSpPr/>
            <p:nvPr/>
          </p:nvSpPr>
          <p:spPr>
            <a:xfrm>
              <a:off x="3845487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g626"/>
            <p:cNvSpPr/>
            <p:nvPr/>
          </p:nvSpPr>
          <p:spPr>
            <a:xfrm>
              <a:off x="3926924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g627"/>
            <p:cNvSpPr/>
            <p:nvPr/>
          </p:nvSpPr>
          <p:spPr>
            <a:xfrm>
              <a:off x="4008361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g628"/>
            <p:cNvSpPr/>
            <p:nvPr/>
          </p:nvSpPr>
          <p:spPr>
            <a:xfrm>
              <a:off x="4089798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g629"/>
            <p:cNvSpPr/>
            <p:nvPr/>
          </p:nvSpPr>
          <p:spPr>
            <a:xfrm>
              <a:off x="4171236" y="5269288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g630"/>
            <p:cNvSpPr/>
            <p:nvPr/>
          </p:nvSpPr>
          <p:spPr>
            <a:xfrm>
              <a:off x="311255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g631"/>
            <p:cNvSpPr/>
            <p:nvPr/>
          </p:nvSpPr>
          <p:spPr>
            <a:xfrm>
              <a:off x="319399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g632"/>
            <p:cNvSpPr/>
            <p:nvPr/>
          </p:nvSpPr>
          <p:spPr>
            <a:xfrm>
              <a:off x="327542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g633"/>
            <p:cNvSpPr/>
            <p:nvPr/>
          </p:nvSpPr>
          <p:spPr>
            <a:xfrm>
              <a:off x="335686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g634"/>
            <p:cNvSpPr/>
            <p:nvPr/>
          </p:nvSpPr>
          <p:spPr>
            <a:xfrm>
              <a:off x="343830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g635"/>
            <p:cNvSpPr/>
            <p:nvPr/>
          </p:nvSpPr>
          <p:spPr>
            <a:xfrm>
              <a:off x="351973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g636"/>
            <p:cNvSpPr/>
            <p:nvPr/>
          </p:nvSpPr>
          <p:spPr>
            <a:xfrm>
              <a:off x="360117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g637"/>
            <p:cNvSpPr/>
            <p:nvPr/>
          </p:nvSpPr>
          <p:spPr>
            <a:xfrm>
              <a:off x="368261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g638"/>
            <p:cNvSpPr/>
            <p:nvPr/>
          </p:nvSpPr>
          <p:spPr>
            <a:xfrm>
              <a:off x="3764050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g639"/>
            <p:cNvSpPr/>
            <p:nvPr/>
          </p:nvSpPr>
          <p:spPr>
            <a:xfrm>
              <a:off x="3845487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3926924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g641"/>
            <p:cNvSpPr/>
            <p:nvPr/>
          </p:nvSpPr>
          <p:spPr>
            <a:xfrm>
              <a:off x="4008361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g642"/>
            <p:cNvSpPr/>
            <p:nvPr/>
          </p:nvSpPr>
          <p:spPr>
            <a:xfrm>
              <a:off x="4089798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g643"/>
            <p:cNvSpPr/>
            <p:nvPr/>
          </p:nvSpPr>
          <p:spPr>
            <a:xfrm>
              <a:off x="4171236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g644"/>
            <p:cNvSpPr/>
            <p:nvPr/>
          </p:nvSpPr>
          <p:spPr>
            <a:xfrm>
              <a:off x="4252673" y="5372604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g645"/>
            <p:cNvSpPr/>
            <p:nvPr/>
          </p:nvSpPr>
          <p:spPr>
            <a:xfrm>
              <a:off x="311255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g646"/>
            <p:cNvSpPr/>
            <p:nvPr/>
          </p:nvSpPr>
          <p:spPr>
            <a:xfrm>
              <a:off x="319399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g647"/>
            <p:cNvSpPr/>
            <p:nvPr/>
          </p:nvSpPr>
          <p:spPr>
            <a:xfrm>
              <a:off x="327542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g648"/>
            <p:cNvSpPr/>
            <p:nvPr/>
          </p:nvSpPr>
          <p:spPr>
            <a:xfrm>
              <a:off x="335686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343830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g650"/>
            <p:cNvSpPr/>
            <p:nvPr/>
          </p:nvSpPr>
          <p:spPr>
            <a:xfrm>
              <a:off x="351973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g651"/>
            <p:cNvSpPr/>
            <p:nvPr/>
          </p:nvSpPr>
          <p:spPr>
            <a:xfrm>
              <a:off x="360117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g652"/>
            <p:cNvSpPr/>
            <p:nvPr/>
          </p:nvSpPr>
          <p:spPr>
            <a:xfrm>
              <a:off x="368261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g653"/>
            <p:cNvSpPr/>
            <p:nvPr/>
          </p:nvSpPr>
          <p:spPr>
            <a:xfrm>
              <a:off x="3764050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g654"/>
            <p:cNvSpPr/>
            <p:nvPr/>
          </p:nvSpPr>
          <p:spPr>
            <a:xfrm>
              <a:off x="3845487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g655"/>
            <p:cNvSpPr/>
            <p:nvPr/>
          </p:nvSpPr>
          <p:spPr>
            <a:xfrm>
              <a:off x="3926924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g656"/>
            <p:cNvSpPr/>
            <p:nvPr/>
          </p:nvSpPr>
          <p:spPr>
            <a:xfrm>
              <a:off x="4008361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g657"/>
            <p:cNvSpPr/>
            <p:nvPr/>
          </p:nvSpPr>
          <p:spPr>
            <a:xfrm>
              <a:off x="4089798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g658"/>
            <p:cNvSpPr/>
            <p:nvPr/>
          </p:nvSpPr>
          <p:spPr>
            <a:xfrm>
              <a:off x="4171236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g659"/>
            <p:cNvSpPr/>
            <p:nvPr/>
          </p:nvSpPr>
          <p:spPr>
            <a:xfrm>
              <a:off x="4252673" y="5475920"/>
              <a:ext cx="81437" cy="103316"/>
            </a:xfrm>
            <a:custGeom>
              <a:avLst/>
              <a:gdLst/>
              <a:ahLst/>
              <a:cxnLst/>
              <a:rect l="0" t="0" r="0" b="0"/>
              <a:pathLst>
                <a:path w="81437" h="103316">
                  <a:moveTo>
                    <a:pt x="0" y="0"/>
                  </a:moveTo>
                  <a:lnTo>
                    <a:pt x="81437" y="0"/>
                  </a:lnTo>
                  <a:lnTo>
                    <a:pt x="81437" y="103316"/>
                  </a:lnTo>
                  <a:lnTo>
                    <a:pt x="0" y="103316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g660"/>
            <p:cNvSpPr/>
            <p:nvPr/>
          </p:nvSpPr>
          <p:spPr>
            <a:xfrm>
              <a:off x="5284534" y="1853932"/>
              <a:ext cx="27605" cy="141906"/>
            </a:xfrm>
            <a:custGeom>
              <a:avLst/>
              <a:gdLst/>
              <a:ahLst/>
              <a:cxnLst/>
              <a:rect l="0" t="0" r="0" b="0"/>
              <a:pathLst>
                <a:path w="27605" h="141906">
                  <a:moveTo>
                    <a:pt x="25965" y="15142"/>
                  </a:moveTo>
                  <a:lnTo>
                    <a:pt x="3001" y="141906"/>
                  </a:lnTo>
                  <a:lnTo>
                    <a:pt x="0" y="103414"/>
                  </a:lnTo>
                  <a:lnTo>
                    <a:pt x="9634" y="0"/>
                  </a:lnTo>
                  <a:lnTo>
                    <a:pt x="27605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g661"/>
            <p:cNvSpPr/>
            <p:nvPr/>
          </p:nvSpPr>
          <p:spPr>
            <a:xfrm>
              <a:off x="4217860" y="1853932"/>
              <a:ext cx="1042192" cy="937770"/>
            </a:xfrm>
            <a:custGeom>
              <a:avLst/>
              <a:gdLst/>
              <a:ahLst/>
              <a:cxnLst/>
              <a:rect l="0" t="0" r="0" b="0"/>
              <a:pathLst>
                <a:path w="1042192" h="937770">
                  <a:moveTo>
                    <a:pt x="1041757" y="966"/>
                  </a:moveTo>
                  <a:lnTo>
                    <a:pt x="998433" y="199714"/>
                  </a:lnTo>
                  <a:lnTo>
                    <a:pt x="938872" y="305648"/>
                  </a:lnTo>
                  <a:lnTo>
                    <a:pt x="884012" y="378917"/>
                  </a:lnTo>
                  <a:lnTo>
                    <a:pt x="827417" y="366805"/>
                  </a:lnTo>
                  <a:lnTo>
                    <a:pt x="840146" y="425026"/>
                  </a:lnTo>
                  <a:lnTo>
                    <a:pt x="824596" y="455352"/>
                  </a:lnTo>
                  <a:lnTo>
                    <a:pt x="811288" y="518619"/>
                  </a:lnTo>
                  <a:lnTo>
                    <a:pt x="777548" y="560552"/>
                  </a:lnTo>
                  <a:lnTo>
                    <a:pt x="745832" y="556515"/>
                  </a:lnTo>
                  <a:lnTo>
                    <a:pt x="700266" y="585419"/>
                  </a:lnTo>
                  <a:lnTo>
                    <a:pt x="682293" y="607532"/>
                  </a:lnTo>
                  <a:lnTo>
                    <a:pt x="680955" y="649879"/>
                  </a:lnTo>
                  <a:lnTo>
                    <a:pt x="650470" y="687132"/>
                  </a:lnTo>
                  <a:lnTo>
                    <a:pt x="540461" y="880650"/>
                  </a:lnTo>
                  <a:lnTo>
                    <a:pt x="444953" y="937770"/>
                  </a:lnTo>
                  <a:lnTo>
                    <a:pt x="422098" y="929465"/>
                  </a:lnTo>
                  <a:lnTo>
                    <a:pt x="447268" y="838120"/>
                  </a:lnTo>
                  <a:lnTo>
                    <a:pt x="464518" y="745766"/>
                  </a:lnTo>
                  <a:lnTo>
                    <a:pt x="406548" y="705576"/>
                  </a:lnTo>
                  <a:lnTo>
                    <a:pt x="351073" y="684334"/>
                  </a:lnTo>
                  <a:lnTo>
                    <a:pt x="287426" y="687132"/>
                  </a:lnTo>
                  <a:lnTo>
                    <a:pt x="217124" y="615332"/>
                  </a:lnTo>
                  <a:lnTo>
                    <a:pt x="126499" y="563121"/>
                  </a:lnTo>
                  <a:lnTo>
                    <a:pt x="0" y="421860"/>
                  </a:lnTo>
                  <a:lnTo>
                    <a:pt x="3688" y="382679"/>
                  </a:lnTo>
                  <a:lnTo>
                    <a:pt x="506" y="316935"/>
                  </a:lnTo>
                  <a:lnTo>
                    <a:pt x="38947" y="213064"/>
                  </a:lnTo>
                  <a:lnTo>
                    <a:pt x="75798" y="140438"/>
                  </a:lnTo>
                  <a:lnTo>
                    <a:pt x="126680" y="102817"/>
                  </a:lnTo>
                  <a:lnTo>
                    <a:pt x="274335" y="64508"/>
                  </a:lnTo>
                  <a:lnTo>
                    <a:pt x="311366" y="6884"/>
                  </a:lnTo>
                  <a:lnTo>
                    <a:pt x="314479" y="0"/>
                  </a:lnTo>
                  <a:lnTo>
                    <a:pt x="1042192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g662"/>
            <p:cNvSpPr/>
            <p:nvPr/>
          </p:nvSpPr>
          <p:spPr>
            <a:xfrm>
              <a:off x="2490532" y="1853932"/>
              <a:ext cx="2088998" cy="3682871"/>
            </a:xfrm>
            <a:custGeom>
              <a:avLst/>
              <a:gdLst/>
              <a:ahLst/>
              <a:cxnLst/>
              <a:rect l="0" t="0" r="0" b="0"/>
              <a:pathLst>
                <a:path w="2088998" h="3682871">
                  <a:moveTo>
                    <a:pt x="1987487" y="41706"/>
                  </a:moveTo>
                  <a:lnTo>
                    <a:pt x="1877912" y="69968"/>
                  </a:lnTo>
                  <a:lnTo>
                    <a:pt x="1818858" y="101074"/>
                  </a:lnTo>
                  <a:lnTo>
                    <a:pt x="1771628" y="148650"/>
                  </a:lnTo>
                  <a:lnTo>
                    <a:pt x="1743674" y="208385"/>
                  </a:lnTo>
                  <a:lnTo>
                    <a:pt x="1680388" y="280369"/>
                  </a:lnTo>
                  <a:lnTo>
                    <a:pt x="1684836" y="328588"/>
                  </a:lnTo>
                  <a:lnTo>
                    <a:pt x="1695432" y="362859"/>
                  </a:lnTo>
                  <a:lnTo>
                    <a:pt x="1690550" y="434293"/>
                  </a:lnTo>
                  <a:lnTo>
                    <a:pt x="1730583" y="503937"/>
                  </a:lnTo>
                  <a:lnTo>
                    <a:pt x="1809961" y="618039"/>
                  </a:lnTo>
                  <a:lnTo>
                    <a:pt x="1825114" y="795269"/>
                  </a:lnTo>
                  <a:lnTo>
                    <a:pt x="1885687" y="913867"/>
                  </a:lnTo>
                  <a:lnTo>
                    <a:pt x="1978519" y="1052146"/>
                  </a:lnTo>
                  <a:lnTo>
                    <a:pt x="2049905" y="1091464"/>
                  </a:lnTo>
                  <a:lnTo>
                    <a:pt x="2053377" y="1142895"/>
                  </a:lnTo>
                  <a:lnTo>
                    <a:pt x="2020432" y="1227817"/>
                  </a:lnTo>
                  <a:lnTo>
                    <a:pt x="1977000" y="1266630"/>
                  </a:lnTo>
                  <a:lnTo>
                    <a:pt x="2033487" y="1258877"/>
                  </a:lnTo>
                  <a:lnTo>
                    <a:pt x="2061622" y="1278284"/>
                  </a:lnTo>
                  <a:lnTo>
                    <a:pt x="2088998" y="1349121"/>
                  </a:lnTo>
                  <a:lnTo>
                    <a:pt x="2086864" y="1421426"/>
                  </a:lnTo>
                  <a:lnTo>
                    <a:pt x="2077606" y="1462167"/>
                  </a:lnTo>
                  <a:lnTo>
                    <a:pt x="2060501" y="1478408"/>
                  </a:lnTo>
                  <a:lnTo>
                    <a:pt x="2061224" y="1436796"/>
                  </a:lnTo>
                  <a:lnTo>
                    <a:pt x="2049110" y="1422344"/>
                  </a:lnTo>
                  <a:lnTo>
                    <a:pt x="2029111" y="1440374"/>
                  </a:lnTo>
                  <a:lnTo>
                    <a:pt x="2016165" y="1460928"/>
                  </a:lnTo>
                  <a:lnTo>
                    <a:pt x="2010776" y="1541905"/>
                  </a:lnTo>
                  <a:lnTo>
                    <a:pt x="1997071" y="1582370"/>
                  </a:lnTo>
                  <a:lnTo>
                    <a:pt x="1948612" y="1594390"/>
                  </a:lnTo>
                  <a:lnTo>
                    <a:pt x="1899466" y="1700646"/>
                  </a:lnTo>
                  <a:lnTo>
                    <a:pt x="1853755" y="1760931"/>
                  </a:lnTo>
                  <a:lnTo>
                    <a:pt x="1673879" y="2168566"/>
                  </a:lnTo>
                  <a:lnTo>
                    <a:pt x="1680750" y="2236697"/>
                  </a:lnTo>
                  <a:lnTo>
                    <a:pt x="1647841" y="2258627"/>
                  </a:lnTo>
                  <a:lnTo>
                    <a:pt x="1598008" y="2276474"/>
                  </a:lnTo>
                  <a:lnTo>
                    <a:pt x="1547596" y="2317214"/>
                  </a:lnTo>
                  <a:lnTo>
                    <a:pt x="1514145" y="2362130"/>
                  </a:lnTo>
                  <a:lnTo>
                    <a:pt x="1483081" y="2482929"/>
                  </a:lnTo>
                  <a:lnTo>
                    <a:pt x="1423556" y="2618915"/>
                  </a:lnTo>
                  <a:lnTo>
                    <a:pt x="1386416" y="2562254"/>
                  </a:lnTo>
                  <a:lnTo>
                    <a:pt x="1376905" y="2513760"/>
                  </a:lnTo>
                  <a:lnTo>
                    <a:pt x="1393432" y="2387272"/>
                  </a:lnTo>
                  <a:lnTo>
                    <a:pt x="1457803" y="2179898"/>
                  </a:lnTo>
                  <a:lnTo>
                    <a:pt x="1528719" y="2050978"/>
                  </a:lnTo>
                  <a:lnTo>
                    <a:pt x="1582819" y="1989868"/>
                  </a:lnTo>
                  <a:lnTo>
                    <a:pt x="1627300" y="1865306"/>
                  </a:lnTo>
                  <a:lnTo>
                    <a:pt x="1571103" y="1846725"/>
                  </a:lnTo>
                  <a:lnTo>
                    <a:pt x="1485432" y="1848744"/>
                  </a:lnTo>
                  <a:lnTo>
                    <a:pt x="1501560" y="1791257"/>
                  </a:lnTo>
                  <a:lnTo>
                    <a:pt x="1526549" y="1740607"/>
                  </a:lnTo>
                  <a:lnTo>
                    <a:pt x="1481888" y="1690140"/>
                  </a:lnTo>
                  <a:lnTo>
                    <a:pt x="1455452" y="1683717"/>
                  </a:lnTo>
                  <a:lnTo>
                    <a:pt x="1428221" y="1663025"/>
                  </a:lnTo>
                  <a:lnTo>
                    <a:pt x="1460153" y="1621000"/>
                  </a:lnTo>
                  <a:lnTo>
                    <a:pt x="1475740" y="1576589"/>
                  </a:lnTo>
                  <a:lnTo>
                    <a:pt x="1466229" y="1522544"/>
                  </a:lnTo>
                  <a:lnTo>
                    <a:pt x="1479609" y="1481849"/>
                  </a:lnTo>
                  <a:lnTo>
                    <a:pt x="1457296" y="1487997"/>
                  </a:lnTo>
                  <a:lnTo>
                    <a:pt x="1421422" y="1531077"/>
                  </a:lnTo>
                  <a:lnTo>
                    <a:pt x="1399110" y="1548282"/>
                  </a:lnTo>
                  <a:lnTo>
                    <a:pt x="1385512" y="1510156"/>
                  </a:lnTo>
                  <a:lnTo>
                    <a:pt x="1369998" y="1518782"/>
                  </a:lnTo>
                  <a:lnTo>
                    <a:pt x="1359909" y="1544979"/>
                  </a:lnTo>
                  <a:lnTo>
                    <a:pt x="1337017" y="1559385"/>
                  </a:lnTo>
                  <a:lnTo>
                    <a:pt x="1288667" y="1523553"/>
                  </a:lnTo>
                  <a:lnTo>
                    <a:pt x="1218184" y="1482537"/>
                  </a:lnTo>
                  <a:lnTo>
                    <a:pt x="1178947" y="1411975"/>
                  </a:lnTo>
                  <a:lnTo>
                    <a:pt x="1156562" y="1357287"/>
                  </a:lnTo>
                  <a:lnTo>
                    <a:pt x="1179309" y="1258326"/>
                  </a:lnTo>
                  <a:lnTo>
                    <a:pt x="1228021" y="1240755"/>
                  </a:lnTo>
                  <a:lnTo>
                    <a:pt x="1291307" y="1256812"/>
                  </a:lnTo>
                  <a:lnTo>
                    <a:pt x="1374265" y="1256675"/>
                  </a:lnTo>
                  <a:lnTo>
                    <a:pt x="1362404" y="1234699"/>
                  </a:lnTo>
                  <a:lnTo>
                    <a:pt x="1332786" y="1238323"/>
                  </a:lnTo>
                  <a:lnTo>
                    <a:pt x="1245343" y="1158035"/>
                  </a:lnTo>
                  <a:lnTo>
                    <a:pt x="1217208" y="1109541"/>
                  </a:lnTo>
                  <a:lnTo>
                    <a:pt x="1168821" y="1096236"/>
                  </a:lnTo>
                  <a:lnTo>
                    <a:pt x="1146762" y="1142849"/>
                  </a:lnTo>
                  <a:lnTo>
                    <a:pt x="1122279" y="1155236"/>
                  </a:lnTo>
                  <a:lnTo>
                    <a:pt x="1152512" y="1053247"/>
                  </a:lnTo>
                  <a:lnTo>
                    <a:pt x="1192038" y="1049072"/>
                  </a:lnTo>
                  <a:lnTo>
                    <a:pt x="1250406" y="1020811"/>
                  </a:lnTo>
                  <a:lnTo>
                    <a:pt x="1233445" y="961764"/>
                  </a:lnTo>
                  <a:lnTo>
                    <a:pt x="1196595" y="935934"/>
                  </a:lnTo>
                  <a:lnTo>
                    <a:pt x="1130054" y="968325"/>
                  </a:lnTo>
                  <a:lnTo>
                    <a:pt x="1130850" y="926804"/>
                  </a:lnTo>
                  <a:lnTo>
                    <a:pt x="1143326" y="873631"/>
                  </a:lnTo>
                  <a:lnTo>
                    <a:pt x="1193485" y="873814"/>
                  </a:lnTo>
                  <a:lnTo>
                    <a:pt x="1237423" y="891156"/>
                  </a:lnTo>
                  <a:lnTo>
                    <a:pt x="1274816" y="805271"/>
                  </a:lnTo>
                  <a:lnTo>
                    <a:pt x="1276480" y="766916"/>
                  </a:lnTo>
                  <a:lnTo>
                    <a:pt x="1214351" y="822659"/>
                  </a:lnTo>
                  <a:lnTo>
                    <a:pt x="1200392" y="702410"/>
                  </a:lnTo>
                  <a:lnTo>
                    <a:pt x="1261544" y="586428"/>
                  </a:lnTo>
                  <a:lnTo>
                    <a:pt x="1319876" y="535869"/>
                  </a:lnTo>
                  <a:lnTo>
                    <a:pt x="1392745" y="537337"/>
                  </a:lnTo>
                  <a:lnTo>
                    <a:pt x="1466807" y="529171"/>
                  </a:lnTo>
                  <a:lnTo>
                    <a:pt x="1420338" y="507929"/>
                  </a:lnTo>
                  <a:lnTo>
                    <a:pt x="1372638" y="496413"/>
                  </a:lnTo>
                  <a:lnTo>
                    <a:pt x="1408476" y="450580"/>
                  </a:lnTo>
                  <a:lnTo>
                    <a:pt x="1439034" y="442368"/>
                  </a:lnTo>
                  <a:lnTo>
                    <a:pt x="1469050" y="402407"/>
                  </a:lnTo>
                  <a:lnTo>
                    <a:pt x="1396868" y="408326"/>
                  </a:lnTo>
                  <a:lnTo>
                    <a:pt x="1405366" y="332717"/>
                  </a:lnTo>
                  <a:lnTo>
                    <a:pt x="1370287" y="348086"/>
                  </a:lnTo>
                  <a:lnTo>
                    <a:pt x="1328302" y="355198"/>
                  </a:lnTo>
                  <a:lnTo>
                    <a:pt x="1311956" y="387267"/>
                  </a:lnTo>
                  <a:lnTo>
                    <a:pt x="1315175" y="440533"/>
                  </a:lnTo>
                  <a:lnTo>
                    <a:pt x="1302915" y="475492"/>
                  </a:lnTo>
                  <a:lnTo>
                    <a:pt x="1270260" y="503570"/>
                  </a:lnTo>
                  <a:lnTo>
                    <a:pt x="1215111" y="525455"/>
                  </a:lnTo>
                  <a:lnTo>
                    <a:pt x="1209758" y="487513"/>
                  </a:lnTo>
                  <a:lnTo>
                    <a:pt x="1191532" y="470308"/>
                  </a:lnTo>
                  <a:lnTo>
                    <a:pt x="1184733" y="551560"/>
                  </a:lnTo>
                  <a:lnTo>
                    <a:pt x="1170268" y="579179"/>
                  </a:lnTo>
                  <a:lnTo>
                    <a:pt x="1129946" y="502928"/>
                  </a:lnTo>
                  <a:lnTo>
                    <a:pt x="1117831" y="518298"/>
                  </a:lnTo>
                  <a:lnTo>
                    <a:pt x="1119386" y="539952"/>
                  </a:lnTo>
                  <a:lnTo>
                    <a:pt x="1109080" y="577390"/>
                  </a:lnTo>
                  <a:lnTo>
                    <a:pt x="1074507" y="596888"/>
                  </a:lnTo>
                  <a:lnTo>
                    <a:pt x="1076641" y="644878"/>
                  </a:lnTo>
                  <a:lnTo>
                    <a:pt x="1063225" y="671029"/>
                  </a:lnTo>
                  <a:lnTo>
                    <a:pt x="952492" y="629371"/>
                  </a:lnTo>
                  <a:lnTo>
                    <a:pt x="949889" y="643501"/>
                  </a:lnTo>
                  <a:lnTo>
                    <a:pt x="1012524" y="733333"/>
                  </a:lnTo>
                  <a:lnTo>
                    <a:pt x="1058270" y="764026"/>
                  </a:lnTo>
                  <a:lnTo>
                    <a:pt x="1063839" y="813024"/>
                  </a:lnTo>
                  <a:lnTo>
                    <a:pt x="1024566" y="853673"/>
                  </a:lnTo>
                  <a:lnTo>
                    <a:pt x="970393" y="818576"/>
                  </a:lnTo>
                  <a:lnTo>
                    <a:pt x="961280" y="821145"/>
                  </a:lnTo>
                  <a:lnTo>
                    <a:pt x="990717" y="881338"/>
                  </a:lnTo>
                  <a:lnTo>
                    <a:pt x="1009269" y="933916"/>
                  </a:lnTo>
                  <a:lnTo>
                    <a:pt x="990175" y="977960"/>
                  </a:lnTo>
                  <a:lnTo>
                    <a:pt x="993140" y="1032189"/>
                  </a:lnTo>
                  <a:lnTo>
                    <a:pt x="989017" y="1081371"/>
                  </a:lnTo>
                  <a:lnTo>
                    <a:pt x="977337" y="1124268"/>
                  </a:lnTo>
                  <a:lnTo>
                    <a:pt x="1003663" y="1322006"/>
                  </a:lnTo>
                  <a:lnTo>
                    <a:pt x="1035379" y="1375777"/>
                  </a:lnTo>
                  <a:lnTo>
                    <a:pt x="1066552" y="1427207"/>
                  </a:lnTo>
                  <a:lnTo>
                    <a:pt x="1083078" y="1475334"/>
                  </a:lnTo>
                  <a:lnTo>
                    <a:pt x="1049989" y="1482354"/>
                  </a:lnTo>
                  <a:lnTo>
                    <a:pt x="997299" y="1442760"/>
                  </a:lnTo>
                  <a:lnTo>
                    <a:pt x="951010" y="1412572"/>
                  </a:lnTo>
                  <a:lnTo>
                    <a:pt x="895861" y="1316042"/>
                  </a:lnTo>
                  <a:lnTo>
                    <a:pt x="886747" y="1277504"/>
                  </a:lnTo>
                  <a:lnTo>
                    <a:pt x="873295" y="1247040"/>
                  </a:lnTo>
                  <a:lnTo>
                    <a:pt x="879804" y="1317006"/>
                  </a:lnTo>
                  <a:lnTo>
                    <a:pt x="899477" y="1395138"/>
                  </a:lnTo>
                  <a:lnTo>
                    <a:pt x="1072193" y="1569983"/>
                  </a:lnTo>
                  <a:lnTo>
                    <a:pt x="1104089" y="1637058"/>
                  </a:lnTo>
                  <a:lnTo>
                    <a:pt x="1128391" y="1689773"/>
                  </a:lnTo>
                  <a:lnTo>
                    <a:pt x="1122279" y="1740286"/>
                  </a:lnTo>
                  <a:lnTo>
                    <a:pt x="1077256" y="1704546"/>
                  </a:lnTo>
                  <a:lnTo>
                    <a:pt x="1038416" y="1658988"/>
                  </a:lnTo>
                  <a:lnTo>
                    <a:pt x="935315" y="1607512"/>
                  </a:lnTo>
                  <a:lnTo>
                    <a:pt x="805308" y="1574983"/>
                  </a:lnTo>
                  <a:lnTo>
                    <a:pt x="732004" y="1455331"/>
                  </a:lnTo>
                  <a:lnTo>
                    <a:pt x="732258" y="1505247"/>
                  </a:lnTo>
                  <a:lnTo>
                    <a:pt x="715984" y="1547594"/>
                  </a:lnTo>
                  <a:lnTo>
                    <a:pt x="671178" y="1495980"/>
                  </a:lnTo>
                  <a:lnTo>
                    <a:pt x="642934" y="1451936"/>
                  </a:lnTo>
                  <a:lnTo>
                    <a:pt x="633459" y="1403671"/>
                  </a:lnTo>
                  <a:lnTo>
                    <a:pt x="577515" y="1406974"/>
                  </a:lnTo>
                  <a:lnTo>
                    <a:pt x="518858" y="1448908"/>
                  </a:lnTo>
                  <a:lnTo>
                    <a:pt x="462117" y="1438952"/>
                  </a:lnTo>
                  <a:lnTo>
                    <a:pt x="455391" y="1357104"/>
                  </a:lnTo>
                  <a:lnTo>
                    <a:pt x="470724" y="1313748"/>
                  </a:lnTo>
                  <a:lnTo>
                    <a:pt x="534408" y="1211209"/>
                  </a:lnTo>
                  <a:lnTo>
                    <a:pt x="594403" y="1158861"/>
                  </a:lnTo>
                  <a:lnTo>
                    <a:pt x="620875" y="1091281"/>
                  </a:lnTo>
                  <a:lnTo>
                    <a:pt x="611834" y="986493"/>
                  </a:lnTo>
                  <a:lnTo>
                    <a:pt x="600551" y="1093116"/>
                  </a:lnTo>
                  <a:lnTo>
                    <a:pt x="566268" y="1145969"/>
                  </a:lnTo>
                  <a:lnTo>
                    <a:pt x="512384" y="1186342"/>
                  </a:lnTo>
                  <a:lnTo>
                    <a:pt x="441468" y="1258280"/>
                  </a:lnTo>
                  <a:lnTo>
                    <a:pt x="424146" y="1324805"/>
                  </a:lnTo>
                  <a:lnTo>
                    <a:pt x="402014" y="1449367"/>
                  </a:lnTo>
                  <a:lnTo>
                    <a:pt x="431957" y="1491529"/>
                  </a:lnTo>
                  <a:lnTo>
                    <a:pt x="462551" y="1502540"/>
                  </a:lnTo>
                  <a:lnTo>
                    <a:pt x="552924" y="1474279"/>
                  </a:lnTo>
                  <a:lnTo>
                    <a:pt x="599683" y="1486896"/>
                  </a:lnTo>
                  <a:lnTo>
                    <a:pt x="703689" y="1636874"/>
                  </a:lnTo>
                  <a:lnTo>
                    <a:pt x="897343" y="1696196"/>
                  </a:lnTo>
                  <a:lnTo>
                    <a:pt x="967970" y="1733266"/>
                  </a:lnTo>
                  <a:lnTo>
                    <a:pt x="1025542" y="1811536"/>
                  </a:lnTo>
                  <a:lnTo>
                    <a:pt x="1112081" y="1856589"/>
                  </a:lnTo>
                  <a:lnTo>
                    <a:pt x="1179237" y="1922058"/>
                  </a:lnTo>
                  <a:lnTo>
                    <a:pt x="1181045" y="1964772"/>
                  </a:lnTo>
                  <a:lnTo>
                    <a:pt x="1157792" y="2015285"/>
                  </a:lnTo>
                  <a:lnTo>
                    <a:pt x="1148606" y="2083644"/>
                  </a:lnTo>
                  <a:lnTo>
                    <a:pt x="1120073" y="2126771"/>
                  </a:lnTo>
                  <a:lnTo>
                    <a:pt x="1051580" y="2131726"/>
                  </a:lnTo>
                  <a:lnTo>
                    <a:pt x="1010209" y="2120623"/>
                  </a:lnTo>
                  <a:lnTo>
                    <a:pt x="787804" y="1880308"/>
                  </a:lnTo>
                  <a:lnTo>
                    <a:pt x="761261" y="1858195"/>
                  </a:lnTo>
                  <a:lnTo>
                    <a:pt x="678772" y="1732349"/>
                  </a:lnTo>
                  <a:lnTo>
                    <a:pt x="581999" y="1664952"/>
                  </a:lnTo>
                  <a:lnTo>
                    <a:pt x="552056" y="1666374"/>
                  </a:lnTo>
                  <a:lnTo>
                    <a:pt x="689802" y="1791028"/>
                  </a:lnTo>
                  <a:lnTo>
                    <a:pt x="746036" y="1878198"/>
                  </a:lnTo>
                  <a:lnTo>
                    <a:pt x="845087" y="2000420"/>
                  </a:lnTo>
                  <a:lnTo>
                    <a:pt x="915895" y="2052171"/>
                  </a:lnTo>
                  <a:lnTo>
                    <a:pt x="968006" y="2132918"/>
                  </a:lnTo>
                  <a:lnTo>
                    <a:pt x="1016429" y="2170769"/>
                  </a:lnTo>
                  <a:lnTo>
                    <a:pt x="1148642" y="2224676"/>
                  </a:lnTo>
                  <a:lnTo>
                    <a:pt x="1102679" y="2263398"/>
                  </a:lnTo>
                  <a:lnTo>
                    <a:pt x="1176054" y="2296385"/>
                  </a:lnTo>
                  <a:lnTo>
                    <a:pt x="1186542" y="2357037"/>
                  </a:lnTo>
                  <a:lnTo>
                    <a:pt x="1179815" y="2426177"/>
                  </a:lnTo>
                  <a:lnTo>
                    <a:pt x="1077979" y="2398833"/>
                  </a:lnTo>
                  <a:lnTo>
                    <a:pt x="1074652" y="2449759"/>
                  </a:lnTo>
                  <a:lnTo>
                    <a:pt x="1083765" y="2479810"/>
                  </a:lnTo>
                  <a:lnTo>
                    <a:pt x="1038778" y="2504630"/>
                  </a:lnTo>
                  <a:lnTo>
                    <a:pt x="976216" y="2470955"/>
                  </a:lnTo>
                  <a:lnTo>
                    <a:pt x="813770" y="2286751"/>
                  </a:lnTo>
                  <a:lnTo>
                    <a:pt x="815144" y="2311388"/>
                  </a:lnTo>
                  <a:lnTo>
                    <a:pt x="828307" y="2339970"/>
                  </a:lnTo>
                  <a:lnTo>
                    <a:pt x="922513" y="2458568"/>
                  </a:lnTo>
                  <a:lnTo>
                    <a:pt x="1006593" y="2529680"/>
                  </a:lnTo>
                  <a:lnTo>
                    <a:pt x="1077871" y="2561796"/>
                  </a:lnTo>
                  <a:lnTo>
                    <a:pt x="1132803" y="2621392"/>
                  </a:lnTo>
                  <a:lnTo>
                    <a:pt x="1152186" y="2657453"/>
                  </a:lnTo>
                  <a:lnTo>
                    <a:pt x="1165133" y="2712141"/>
                  </a:lnTo>
                  <a:lnTo>
                    <a:pt x="1124413" y="2749303"/>
                  </a:lnTo>
                  <a:lnTo>
                    <a:pt x="1078051" y="2769811"/>
                  </a:lnTo>
                  <a:lnTo>
                    <a:pt x="1032775" y="2732741"/>
                  </a:lnTo>
                  <a:lnTo>
                    <a:pt x="999577" y="2693698"/>
                  </a:lnTo>
                  <a:lnTo>
                    <a:pt x="928878" y="2627403"/>
                  </a:lnTo>
                  <a:lnTo>
                    <a:pt x="907686" y="2553308"/>
                  </a:lnTo>
                  <a:lnTo>
                    <a:pt x="853911" y="2557116"/>
                  </a:lnTo>
                  <a:lnTo>
                    <a:pt x="629156" y="2463156"/>
                  </a:lnTo>
                  <a:lnTo>
                    <a:pt x="448520" y="2452328"/>
                  </a:lnTo>
                  <a:lnTo>
                    <a:pt x="466168" y="2471230"/>
                  </a:lnTo>
                  <a:lnTo>
                    <a:pt x="489023" y="2483801"/>
                  </a:lnTo>
                  <a:lnTo>
                    <a:pt x="632881" y="2506970"/>
                  </a:lnTo>
                  <a:lnTo>
                    <a:pt x="689730" y="2550234"/>
                  </a:lnTo>
                  <a:lnTo>
                    <a:pt x="808056" y="2588635"/>
                  </a:lnTo>
                  <a:lnTo>
                    <a:pt x="877345" y="2599141"/>
                  </a:lnTo>
                  <a:lnTo>
                    <a:pt x="905444" y="2717096"/>
                  </a:lnTo>
                  <a:lnTo>
                    <a:pt x="1001204" y="2798256"/>
                  </a:lnTo>
                  <a:lnTo>
                    <a:pt x="1013645" y="2858403"/>
                  </a:lnTo>
                  <a:lnTo>
                    <a:pt x="1079028" y="2865148"/>
                  </a:lnTo>
                  <a:lnTo>
                    <a:pt x="1194063" y="2806147"/>
                  </a:lnTo>
                  <a:lnTo>
                    <a:pt x="1268307" y="2826839"/>
                  </a:lnTo>
                  <a:lnTo>
                    <a:pt x="1375386" y="2843722"/>
                  </a:lnTo>
                  <a:lnTo>
                    <a:pt x="1399869" y="2891345"/>
                  </a:lnTo>
                  <a:lnTo>
                    <a:pt x="1418240" y="2981956"/>
                  </a:lnTo>
                  <a:lnTo>
                    <a:pt x="1456103" y="3083899"/>
                  </a:lnTo>
                  <a:lnTo>
                    <a:pt x="1554287" y="3485845"/>
                  </a:lnTo>
                  <a:lnTo>
                    <a:pt x="1642687" y="3682871"/>
                  </a:lnTo>
                  <a:lnTo>
                    <a:pt x="1615976" y="3682871"/>
                  </a:lnTo>
                  <a:lnTo>
                    <a:pt x="1576238" y="3603800"/>
                  </a:lnTo>
                  <a:lnTo>
                    <a:pt x="1515845" y="3446573"/>
                  </a:lnTo>
                  <a:lnTo>
                    <a:pt x="1453789" y="3168959"/>
                  </a:lnTo>
                  <a:lnTo>
                    <a:pt x="1435779" y="3106793"/>
                  </a:lnTo>
                  <a:lnTo>
                    <a:pt x="1414588" y="3081972"/>
                  </a:lnTo>
                  <a:lnTo>
                    <a:pt x="1400629" y="3102159"/>
                  </a:lnTo>
                  <a:lnTo>
                    <a:pt x="1394625" y="3137532"/>
                  </a:lnTo>
                  <a:lnTo>
                    <a:pt x="1404751" y="3164692"/>
                  </a:lnTo>
                  <a:lnTo>
                    <a:pt x="1380305" y="3256083"/>
                  </a:lnTo>
                  <a:lnTo>
                    <a:pt x="1390901" y="3298016"/>
                  </a:lnTo>
                  <a:lnTo>
                    <a:pt x="1430608" y="3341372"/>
                  </a:lnTo>
                  <a:lnTo>
                    <a:pt x="1473751" y="3449555"/>
                  </a:lnTo>
                  <a:lnTo>
                    <a:pt x="1508214" y="3595221"/>
                  </a:lnTo>
                  <a:lnTo>
                    <a:pt x="1461600" y="3536174"/>
                  </a:lnTo>
                  <a:lnTo>
                    <a:pt x="1411839" y="3504885"/>
                  </a:lnTo>
                  <a:lnTo>
                    <a:pt x="1334413" y="3480890"/>
                  </a:lnTo>
                  <a:lnTo>
                    <a:pt x="1265450" y="3438819"/>
                  </a:lnTo>
                  <a:lnTo>
                    <a:pt x="1270477" y="3499150"/>
                  </a:lnTo>
                  <a:lnTo>
                    <a:pt x="1263859" y="3564298"/>
                  </a:lnTo>
                  <a:lnTo>
                    <a:pt x="1210699" y="3544433"/>
                  </a:lnTo>
                  <a:lnTo>
                    <a:pt x="1174535" y="3522824"/>
                  </a:lnTo>
                  <a:lnTo>
                    <a:pt x="1206540" y="3592239"/>
                  </a:lnTo>
                  <a:lnTo>
                    <a:pt x="1137070" y="3571410"/>
                  </a:lnTo>
                  <a:lnTo>
                    <a:pt x="1090781" y="3575768"/>
                  </a:lnTo>
                  <a:lnTo>
                    <a:pt x="1060693" y="3637384"/>
                  </a:lnTo>
                  <a:lnTo>
                    <a:pt x="1020335" y="3674775"/>
                  </a:lnTo>
                  <a:lnTo>
                    <a:pt x="980297" y="3682871"/>
                  </a:lnTo>
                  <a:lnTo>
                    <a:pt x="954427" y="3682871"/>
                  </a:lnTo>
                  <a:lnTo>
                    <a:pt x="872137" y="3630502"/>
                  </a:lnTo>
                  <a:lnTo>
                    <a:pt x="843460" y="3562096"/>
                  </a:lnTo>
                  <a:lnTo>
                    <a:pt x="831598" y="3485937"/>
                  </a:lnTo>
                  <a:lnTo>
                    <a:pt x="826861" y="3575997"/>
                  </a:lnTo>
                  <a:lnTo>
                    <a:pt x="842628" y="3669774"/>
                  </a:lnTo>
                  <a:lnTo>
                    <a:pt x="841612" y="3682871"/>
                  </a:lnTo>
                  <a:lnTo>
                    <a:pt x="0" y="3682871"/>
                  </a:lnTo>
                  <a:lnTo>
                    <a:pt x="0" y="0"/>
                  </a:lnTo>
                  <a:lnTo>
                    <a:pt x="2024089" y="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g663"/>
            <p:cNvSpPr/>
            <p:nvPr/>
          </p:nvSpPr>
          <p:spPr>
            <a:xfrm>
              <a:off x="5159228" y="2035019"/>
              <a:ext cx="108453" cy="203932"/>
            </a:xfrm>
            <a:custGeom>
              <a:avLst/>
              <a:gdLst/>
              <a:ahLst/>
              <a:cxnLst/>
              <a:rect l="0" t="0" r="0" b="0"/>
              <a:pathLst>
                <a:path w="108453" h="203932">
                  <a:moveTo>
                    <a:pt x="1988" y="203932"/>
                  </a:moveTo>
                  <a:lnTo>
                    <a:pt x="0" y="176588"/>
                  </a:lnTo>
                  <a:lnTo>
                    <a:pt x="108453" y="0"/>
                  </a:lnTo>
                  <a:lnTo>
                    <a:pt x="88853" y="617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g664"/>
            <p:cNvSpPr/>
            <p:nvPr/>
          </p:nvSpPr>
          <p:spPr>
            <a:xfrm>
              <a:off x="4325772" y="3395883"/>
              <a:ext cx="207830" cy="400294"/>
            </a:xfrm>
            <a:custGeom>
              <a:avLst/>
              <a:gdLst/>
              <a:ahLst/>
              <a:cxnLst/>
              <a:rect l="0" t="0" r="0" b="0"/>
              <a:pathLst>
                <a:path w="207830" h="400294">
                  <a:moveTo>
                    <a:pt x="0" y="400294"/>
                  </a:moveTo>
                  <a:lnTo>
                    <a:pt x="112974" y="212144"/>
                  </a:lnTo>
                  <a:lnTo>
                    <a:pt x="178574" y="54504"/>
                  </a:lnTo>
                  <a:lnTo>
                    <a:pt x="207830" y="0"/>
                  </a:lnTo>
                  <a:lnTo>
                    <a:pt x="179442" y="110476"/>
                  </a:lnTo>
                  <a:lnTo>
                    <a:pt x="129826" y="212052"/>
                  </a:lnTo>
                  <a:lnTo>
                    <a:pt x="33668" y="3850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t665"/>
            <p:cNvSpPr/>
            <p:nvPr/>
          </p:nvSpPr>
          <p:spPr>
            <a:xfrm>
              <a:off x="3396934" y="3568029"/>
              <a:ext cx="252911" cy="252911"/>
            </a:xfrm>
            <a:prstGeom prst="ellipse">
              <a:avLst/>
            </a:prstGeom>
            <a:solidFill>
              <a:srgbClr val="3A65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t666"/>
            <p:cNvSpPr/>
            <p:nvPr/>
          </p:nvSpPr>
          <p:spPr>
            <a:xfrm>
              <a:off x="3369184" y="4256773"/>
              <a:ext cx="252911" cy="252911"/>
            </a:xfrm>
            <a:prstGeom prst="ellipse">
              <a:avLst/>
            </a:prstGeom>
            <a:solidFill>
              <a:srgbClr val="C7EED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t667"/>
            <p:cNvSpPr/>
            <p:nvPr/>
          </p:nvSpPr>
          <p:spPr>
            <a:xfrm>
              <a:off x="3156157" y="4290865"/>
              <a:ext cx="252911" cy="252911"/>
            </a:xfrm>
            <a:prstGeom prst="ellipse">
              <a:avLst/>
            </a:prstGeom>
            <a:solidFill>
              <a:srgbClr val="44A7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g668"/>
            <p:cNvSpPr/>
            <p:nvPr/>
          </p:nvSpPr>
          <p:spPr>
            <a:xfrm>
              <a:off x="3287769" y="4134760"/>
              <a:ext cx="267615" cy="231762"/>
            </a:xfrm>
            <a:custGeom>
              <a:avLst/>
              <a:gdLst/>
              <a:ahLst/>
              <a:cxnLst/>
              <a:rect l="0" t="0" r="0" b="0"/>
              <a:pathLst>
                <a:path w="267615" h="231762">
                  <a:moveTo>
                    <a:pt x="133807" y="0"/>
                  </a:moveTo>
                  <a:lnTo>
                    <a:pt x="267615" y="231762"/>
                  </a:lnTo>
                  <a:lnTo>
                    <a:pt x="0" y="231762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l669"/>
            <p:cNvSpPr/>
            <p:nvPr/>
          </p:nvSpPr>
          <p:spPr>
            <a:xfrm>
              <a:off x="3535687" y="3046617"/>
              <a:ext cx="1088783" cy="640632"/>
            </a:xfrm>
            <a:custGeom>
              <a:avLst/>
              <a:gdLst/>
              <a:ahLst/>
              <a:cxnLst/>
              <a:rect l="0" t="0" r="0" b="0"/>
              <a:pathLst>
                <a:path w="1088783" h="640632">
                  <a:moveTo>
                    <a:pt x="1088783" y="0"/>
                  </a:moveTo>
                  <a:lnTo>
                    <a:pt x="0" y="64063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l670"/>
            <p:cNvSpPr/>
            <p:nvPr/>
          </p:nvSpPr>
          <p:spPr>
            <a:xfrm>
              <a:off x="3508139" y="3983734"/>
              <a:ext cx="711406" cy="392596"/>
            </a:xfrm>
            <a:custGeom>
              <a:avLst/>
              <a:gdLst/>
              <a:ahLst/>
              <a:cxnLst/>
              <a:rect l="0" t="0" r="0" b="0"/>
              <a:pathLst>
                <a:path w="711406" h="392596">
                  <a:moveTo>
                    <a:pt x="711406" y="0"/>
                  </a:moveTo>
                  <a:lnTo>
                    <a:pt x="0" y="39259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l671"/>
            <p:cNvSpPr/>
            <p:nvPr/>
          </p:nvSpPr>
          <p:spPr>
            <a:xfrm>
              <a:off x="3295097" y="3561233"/>
              <a:ext cx="1531104" cy="849164"/>
            </a:xfrm>
            <a:custGeom>
              <a:avLst/>
              <a:gdLst/>
              <a:ahLst/>
              <a:cxnLst/>
              <a:rect l="0" t="0" r="0" b="0"/>
              <a:pathLst>
                <a:path w="1531104" h="849164">
                  <a:moveTo>
                    <a:pt x="1531104" y="0"/>
                  </a:moveTo>
                  <a:lnTo>
                    <a:pt x="0" y="84916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g672"/>
            <p:cNvSpPr/>
            <p:nvPr/>
          </p:nvSpPr>
          <p:spPr>
            <a:xfrm>
              <a:off x="4624470" y="2874447"/>
              <a:ext cx="1500987" cy="324611"/>
            </a:xfrm>
            <a:custGeom>
              <a:avLst/>
              <a:gdLst/>
              <a:ahLst/>
              <a:cxnLst/>
              <a:rect l="0" t="0" r="0" b="0"/>
              <a:pathLst>
                <a:path w="1500987" h="324611">
                  <a:moveTo>
                    <a:pt x="27432" y="324611"/>
                  </a:moveTo>
                  <a:lnTo>
                    <a:pt x="1473555" y="324611"/>
                  </a:lnTo>
                  <a:lnTo>
                    <a:pt x="1472451" y="324589"/>
                  </a:lnTo>
                  <a:lnTo>
                    <a:pt x="1476862" y="324411"/>
                  </a:lnTo>
                  <a:lnTo>
                    <a:pt x="1481187" y="323528"/>
                  </a:lnTo>
                  <a:lnTo>
                    <a:pt x="1485315" y="321963"/>
                  </a:lnTo>
                  <a:lnTo>
                    <a:pt x="1489138" y="319756"/>
                  </a:lnTo>
                  <a:lnTo>
                    <a:pt x="1492558" y="316964"/>
                  </a:lnTo>
                  <a:lnTo>
                    <a:pt x="1495485" y="313659"/>
                  </a:lnTo>
                  <a:lnTo>
                    <a:pt x="1497845" y="309928"/>
                  </a:lnTo>
                  <a:lnTo>
                    <a:pt x="1499575" y="305866"/>
                  </a:lnTo>
                  <a:lnTo>
                    <a:pt x="1500632" y="301580"/>
                  </a:lnTo>
                  <a:lnTo>
                    <a:pt x="1500987" y="297179"/>
                  </a:lnTo>
                  <a:lnTo>
                    <a:pt x="1500987" y="27431"/>
                  </a:lnTo>
                  <a:lnTo>
                    <a:pt x="1500632" y="23031"/>
                  </a:lnTo>
                  <a:lnTo>
                    <a:pt x="1499575" y="18745"/>
                  </a:lnTo>
                  <a:lnTo>
                    <a:pt x="1497845" y="14683"/>
                  </a:lnTo>
                  <a:lnTo>
                    <a:pt x="1495485" y="10952"/>
                  </a:lnTo>
                  <a:lnTo>
                    <a:pt x="1492558" y="7647"/>
                  </a:lnTo>
                  <a:lnTo>
                    <a:pt x="1489138" y="4855"/>
                  </a:lnTo>
                  <a:lnTo>
                    <a:pt x="1485315" y="2648"/>
                  </a:lnTo>
                  <a:lnTo>
                    <a:pt x="1481187" y="1083"/>
                  </a:lnTo>
                  <a:lnTo>
                    <a:pt x="1476862" y="200"/>
                  </a:lnTo>
                  <a:lnTo>
                    <a:pt x="147355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tx673"/>
            <p:cNvSpPr/>
            <p:nvPr/>
          </p:nvSpPr>
          <p:spPr>
            <a:xfrm>
              <a:off x="4670190" y="2920167"/>
              <a:ext cx="140954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S1_LOLA</a:t>
              </a:r>
            </a:p>
          </p:txBody>
        </p:sp>
        <p:sp>
          <p:nvSpPr>
            <p:cNvPr id="674" name="pg674"/>
            <p:cNvSpPr/>
            <p:nvPr/>
          </p:nvSpPr>
          <p:spPr>
            <a:xfrm>
              <a:off x="4219545" y="3807806"/>
              <a:ext cx="1554937" cy="324611"/>
            </a:xfrm>
            <a:custGeom>
              <a:avLst/>
              <a:gdLst/>
              <a:ahLst/>
              <a:cxnLst/>
              <a:rect l="0" t="0" r="0" b="0"/>
              <a:pathLst>
                <a:path w="1554937" h="324611">
                  <a:moveTo>
                    <a:pt x="27432" y="324611"/>
                  </a:moveTo>
                  <a:lnTo>
                    <a:pt x="1527505" y="324611"/>
                  </a:lnTo>
                  <a:lnTo>
                    <a:pt x="1526400" y="324589"/>
                  </a:lnTo>
                  <a:lnTo>
                    <a:pt x="1530811" y="324411"/>
                  </a:lnTo>
                  <a:lnTo>
                    <a:pt x="1535137" y="323528"/>
                  </a:lnTo>
                  <a:lnTo>
                    <a:pt x="1539265" y="321963"/>
                  </a:lnTo>
                  <a:lnTo>
                    <a:pt x="1543088" y="319756"/>
                  </a:lnTo>
                  <a:lnTo>
                    <a:pt x="1546508" y="316964"/>
                  </a:lnTo>
                  <a:lnTo>
                    <a:pt x="1549435" y="313659"/>
                  </a:lnTo>
                  <a:lnTo>
                    <a:pt x="1551795" y="309928"/>
                  </a:lnTo>
                  <a:lnTo>
                    <a:pt x="1553525" y="305866"/>
                  </a:lnTo>
                  <a:lnTo>
                    <a:pt x="1554581" y="301580"/>
                  </a:lnTo>
                  <a:lnTo>
                    <a:pt x="1554937" y="297179"/>
                  </a:lnTo>
                  <a:lnTo>
                    <a:pt x="1554937" y="27431"/>
                  </a:lnTo>
                  <a:lnTo>
                    <a:pt x="1554581" y="23031"/>
                  </a:lnTo>
                  <a:lnTo>
                    <a:pt x="1553525" y="18745"/>
                  </a:lnTo>
                  <a:lnTo>
                    <a:pt x="1551795" y="14683"/>
                  </a:lnTo>
                  <a:lnTo>
                    <a:pt x="1549435" y="10952"/>
                  </a:lnTo>
                  <a:lnTo>
                    <a:pt x="1546508" y="7647"/>
                  </a:lnTo>
                  <a:lnTo>
                    <a:pt x="1543088" y="4855"/>
                  </a:lnTo>
                  <a:lnTo>
                    <a:pt x="1539265" y="2648"/>
                  </a:lnTo>
                  <a:lnTo>
                    <a:pt x="1535137" y="1083"/>
                  </a:lnTo>
                  <a:lnTo>
                    <a:pt x="1530811" y="200"/>
                  </a:lnTo>
                  <a:lnTo>
                    <a:pt x="1527505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297179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tx675"/>
            <p:cNvSpPr/>
            <p:nvPr/>
          </p:nvSpPr>
          <p:spPr>
            <a:xfrm>
              <a:off x="4265265" y="3853526"/>
              <a:ext cx="1463497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S2_DEBY</a:t>
              </a:r>
            </a:p>
          </p:txBody>
        </p:sp>
        <p:sp>
          <p:nvSpPr>
            <p:cNvPr id="676" name="pg676"/>
            <p:cNvSpPr/>
            <p:nvPr/>
          </p:nvSpPr>
          <p:spPr>
            <a:xfrm>
              <a:off x="4826201" y="3391947"/>
              <a:ext cx="1193383" cy="324612"/>
            </a:xfrm>
            <a:custGeom>
              <a:avLst/>
              <a:gdLst/>
              <a:ahLst/>
              <a:cxnLst/>
              <a:rect l="0" t="0" r="0" b="0"/>
              <a:pathLst>
                <a:path w="1193383" h="324612">
                  <a:moveTo>
                    <a:pt x="27431" y="324612"/>
                  </a:moveTo>
                  <a:lnTo>
                    <a:pt x="1165951" y="324612"/>
                  </a:lnTo>
                  <a:lnTo>
                    <a:pt x="1164846" y="324589"/>
                  </a:lnTo>
                  <a:lnTo>
                    <a:pt x="1169258" y="324411"/>
                  </a:lnTo>
                  <a:lnTo>
                    <a:pt x="1173583" y="323528"/>
                  </a:lnTo>
                  <a:lnTo>
                    <a:pt x="1177711" y="321963"/>
                  </a:lnTo>
                  <a:lnTo>
                    <a:pt x="1181534" y="319756"/>
                  </a:lnTo>
                  <a:lnTo>
                    <a:pt x="1184954" y="316964"/>
                  </a:lnTo>
                  <a:lnTo>
                    <a:pt x="1187881" y="313659"/>
                  </a:lnTo>
                  <a:lnTo>
                    <a:pt x="1190241" y="309928"/>
                  </a:lnTo>
                  <a:lnTo>
                    <a:pt x="1191971" y="305866"/>
                  </a:lnTo>
                  <a:lnTo>
                    <a:pt x="1193028" y="301580"/>
                  </a:lnTo>
                  <a:lnTo>
                    <a:pt x="1193383" y="297180"/>
                  </a:lnTo>
                  <a:lnTo>
                    <a:pt x="1193383" y="27432"/>
                  </a:lnTo>
                  <a:lnTo>
                    <a:pt x="1193028" y="23031"/>
                  </a:lnTo>
                  <a:lnTo>
                    <a:pt x="1191971" y="18745"/>
                  </a:lnTo>
                  <a:lnTo>
                    <a:pt x="1190241" y="14683"/>
                  </a:lnTo>
                  <a:lnTo>
                    <a:pt x="1187881" y="10952"/>
                  </a:lnTo>
                  <a:lnTo>
                    <a:pt x="1184954" y="7647"/>
                  </a:lnTo>
                  <a:lnTo>
                    <a:pt x="1181534" y="4855"/>
                  </a:lnTo>
                  <a:lnTo>
                    <a:pt x="1177711" y="2648"/>
                  </a:lnTo>
                  <a:lnTo>
                    <a:pt x="1173583" y="1083"/>
                  </a:lnTo>
                  <a:lnTo>
                    <a:pt x="1169258" y="200"/>
                  </a:lnTo>
                  <a:lnTo>
                    <a:pt x="116595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297180"/>
                  </a:lnTo>
                  <a:lnTo>
                    <a:pt x="88" y="294972"/>
                  </a:lnTo>
                  <a:lnTo>
                    <a:pt x="88" y="299387"/>
                  </a:lnTo>
                  <a:lnTo>
                    <a:pt x="797" y="303744"/>
                  </a:lnTo>
                  <a:lnTo>
                    <a:pt x="2195" y="307932"/>
                  </a:lnTo>
                  <a:lnTo>
                    <a:pt x="4246" y="311841"/>
                  </a:lnTo>
                  <a:lnTo>
                    <a:pt x="6898" y="315370"/>
                  </a:lnTo>
                  <a:lnTo>
                    <a:pt x="10082" y="318428"/>
                  </a:lnTo>
                  <a:lnTo>
                    <a:pt x="13715" y="320936"/>
                  </a:lnTo>
                  <a:lnTo>
                    <a:pt x="17704" y="322829"/>
                  </a:lnTo>
                  <a:lnTo>
                    <a:pt x="21944" y="324057"/>
                  </a:lnTo>
                  <a:lnTo>
                    <a:pt x="26327" y="3245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tx677"/>
            <p:cNvSpPr/>
            <p:nvPr/>
          </p:nvSpPr>
          <p:spPr>
            <a:xfrm>
              <a:off x="4871921" y="3437667"/>
              <a:ext cx="1101943" cy="23317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2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W4_VA</a:t>
              </a:r>
            </a:p>
          </p:txBody>
        </p:sp>
        <p:sp>
          <p:nvSpPr>
            <p:cNvPr id="678" name="rc678"/>
            <p:cNvSpPr/>
            <p:nvPr/>
          </p:nvSpPr>
          <p:spPr>
            <a:xfrm>
              <a:off x="2301906" y="1669789"/>
              <a:ext cx="4149766" cy="4051159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tx679"/>
            <p:cNvSpPr/>
            <p:nvPr/>
          </p:nvSpPr>
          <p:spPr>
            <a:xfrm>
              <a:off x="1989553" y="55140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36</a:t>
              </a:r>
            </a:p>
          </p:txBody>
        </p:sp>
        <p:sp>
          <p:nvSpPr>
            <p:cNvPr id="680" name="tx680"/>
            <p:cNvSpPr/>
            <p:nvPr/>
          </p:nvSpPr>
          <p:spPr>
            <a:xfrm>
              <a:off x="2113912" y="54956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1" name="tx681"/>
            <p:cNvSpPr/>
            <p:nvPr/>
          </p:nvSpPr>
          <p:spPr>
            <a:xfrm>
              <a:off x="2158626" y="5514078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2" name="tx682"/>
            <p:cNvSpPr/>
            <p:nvPr/>
          </p:nvSpPr>
          <p:spPr>
            <a:xfrm>
              <a:off x="1989553" y="4574475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37</a:t>
              </a:r>
            </a:p>
          </p:txBody>
        </p:sp>
        <p:sp>
          <p:nvSpPr>
            <p:cNvPr id="683" name="tx683"/>
            <p:cNvSpPr/>
            <p:nvPr/>
          </p:nvSpPr>
          <p:spPr>
            <a:xfrm>
              <a:off x="2113912" y="455609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4" name="tx684"/>
            <p:cNvSpPr/>
            <p:nvPr/>
          </p:nvSpPr>
          <p:spPr>
            <a:xfrm>
              <a:off x="2158626" y="4574475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5" name="tx685"/>
            <p:cNvSpPr/>
            <p:nvPr/>
          </p:nvSpPr>
          <p:spPr>
            <a:xfrm>
              <a:off x="1989553" y="363482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38</a:t>
              </a:r>
            </a:p>
          </p:txBody>
        </p:sp>
        <p:sp>
          <p:nvSpPr>
            <p:cNvPr id="686" name="tx686"/>
            <p:cNvSpPr/>
            <p:nvPr/>
          </p:nvSpPr>
          <p:spPr>
            <a:xfrm>
              <a:off x="2113912" y="3616447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87" name="tx687"/>
            <p:cNvSpPr/>
            <p:nvPr/>
          </p:nvSpPr>
          <p:spPr>
            <a:xfrm>
              <a:off x="2158626" y="363482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88" name="tx688"/>
            <p:cNvSpPr/>
            <p:nvPr/>
          </p:nvSpPr>
          <p:spPr>
            <a:xfrm>
              <a:off x="1989553" y="2695270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39</a:t>
              </a:r>
            </a:p>
          </p:txBody>
        </p:sp>
        <p:sp>
          <p:nvSpPr>
            <p:cNvPr id="689" name="tx689"/>
            <p:cNvSpPr/>
            <p:nvPr/>
          </p:nvSpPr>
          <p:spPr>
            <a:xfrm>
              <a:off x="2113912" y="267689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0" name="tx690"/>
            <p:cNvSpPr/>
            <p:nvPr/>
          </p:nvSpPr>
          <p:spPr>
            <a:xfrm>
              <a:off x="2158626" y="2695270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1" name="tx691"/>
            <p:cNvSpPr/>
            <p:nvPr/>
          </p:nvSpPr>
          <p:spPr>
            <a:xfrm>
              <a:off x="1989553" y="1755667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92" name="tx692"/>
            <p:cNvSpPr/>
            <p:nvPr/>
          </p:nvSpPr>
          <p:spPr>
            <a:xfrm>
              <a:off x="2113912" y="173728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693" name="tx693"/>
            <p:cNvSpPr/>
            <p:nvPr/>
          </p:nvSpPr>
          <p:spPr>
            <a:xfrm>
              <a:off x="2158626" y="1755667"/>
              <a:ext cx="8065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N</a:t>
              </a:r>
            </a:p>
          </p:txBody>
        </p:sp>
        <p:sp>
          <p:nvSpPr>
            <p:cNvPr id="694" name="pl694"/>
            <p:cNvSpPr/>
            <p:nvPr/>
          </p:nvSpPr>
          <p:spPr>
            <a:xfrm>
              <a:off x="2267112" y="555518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l695"/>
            <p:cNvSpPr/>
            <p:nvPr/>
          </p:nvSpPr>
          <p:spPr>
            <a:xfrm>
              <a:off x="2267112" y="461557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l696"/>
            <p:cNvSpPr/>
            <p:nvPr/>
          </p:nvSpPr>
          <p:spPr>
            <a:xfrm>
              <a:off x="2267112" y="36759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l697"/>
            <p:cNvSpPr/>
            <p:nvPr/>
          </p:nvSpPr>
          <p:spPr>
            <a:xfrm>
              <a:off x="2267112" y="273637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l698"/>
            <p:cNvSpPr/>
            <p:nvPr/>
          </p:nvSpPr>
          <p:spPr>
            <a:xfrm>
              <a:off x="2267112" y="179677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l699"/>
            <p:cNvSpPr/>
            <p:nvPr/>
          </p:nvSpPr>
          <p:spPr>
            <a:xfrm>
              <a:off x="2384234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l700"/>
            <p:cNvSpPr/>
            <p:nvPr/>
          </p:nvSpPr>
          <p:spPr>
            <a:xfrm>
              <a:off x="312486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l701"/>
            <p:cNvSpPr/>
            <p:nvPr/>
          </p:nvSpPr>
          <p:spPr>
            <a:xfrm>
              <a:off x="386548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l702"/>
            <p:cNvSpPr/>
            <p:nvPr/>
          </p:nvSpPr>
          <p:spPr>
            <a:xfrm>
              <a:off x="4606110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l703"/>
            <p:cNvSpPr/>
            <p:nvPr/>
          </p:nvSpPr>
          <p:spPr>
            <a:xfrm>
              <a:off x="5346735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l704"/>
            <p:cNvSpPr/>
            <p:nvPr/>
          </p:nvSpPr>
          <p:spPr>
            <a:xfrm>
              <a:off x="6087361" y="5720948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tx705"/>
            <p:cNvSpPr/>
            <p:nvPr/>
          </p:nvSpPr>
          <p:spPr>
            <a:xfrm>
              <a:off x="224698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78</a:t>
              </a:r>
            </a:p>
          </p:txBody>
        </p:sp>
        <p:sp>
          <p:nvSpPr>
            <p:cNvPr id="706" name="tx706"/>
            <p:cNvSpPr/>
            <p:nvPr/>
          </p:nvSpPr>
          <p:spPr>
            <a:xfrm>
              <a:off x="2371341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07" name="tx707"/>
            <p:cNvSpPr/>
            <p:nvPr/>
          </p:nvSpPr>
          <p:spPr>
            <a:xfrm>
              <a:off x="2416055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08" name="tx708"/>
            <p:cNvSpPr/>
            <p:nvPr/>
          </p:nvSpPr>
          <p:spPr>
            <a:xfrm>
              <a:off x="2987608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77</a:t>
              </a:r>
            </a:p>
          </p:txBody>
        </p:sp>
        <p:sp>
          <p:nvSpPr>
            <p:cNvPr id="709" name="tx709"/>
            <p:cNvSpPr/>
            <p:nvPr/>
          </p:nvSpPr>
          <p:spPr>
            <a:xfrm>
              <a:off x="311196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0" name="tx710"/>
            <p:cNvSpPr/>
            <p:nvPr/>
          </p:nvSpPr>
          <p:spPr>
            <a:xfrm>
              <a:off x="315668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1" name="tx711"/>
            <p:cNvSpPr/>
            <p:nvPr/>
          </p:nvSpPr>
          <p:spPr>
            <a:xfrm>
              <a:off x="3728233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76</a:t>
              </a:r>
            </a:p>
          </p:txBody>
        </p:sp>
        <p:sp>
          <p:nvSpPr>
            <p:cNvPr id="712" name="tx712"/>
            <p:cNvSpPr/>
            <p:nvPr/>
          </p:nvSpPr>
          <p:spPr>
            <a:xfrm>
              <a:off x="385259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3" name="tx713"/>
            <p:cNvSpPr/>
            <p:nvPr/>
          </p:nvSpPr>
          <p:spPr>
            <a:xfrm>
              <a:off x="3897306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4" name="tx714"/>
            <p:cNvSpPr/>
            <p:nvPr/>
          </p:nvSpPr>
          <p:spPr>
            <a:xfrm>
              <a:off x="446885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75</a:t>
              </a:r>
            </a:p>
          </p:txBody>
        </p:sp>
        <p:sp>
          <p:nvSpPr>
            <p:cNvPr id="715" name="tx715"/>
            <p:cNvSpPr/>
            <p:nvPr/>
          </p:nvSpPr>
          <p:spPr>
            <a:xfrm>
              <a:off x="4593217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6" name="tx716"/>
            <p:cNvSpPr/>
            <p:nvPr/>
          </p:nvSpPr>
          <p:spPr>
            <a:xfrm>
              <a:off x="4637931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17" name="tx717"/>
            <p:cNvSpPr/>
            <p:nvPr/>
          </p:nvSpPr>
          <p:spPr>
            <a:xfrm>
              <a:off x="5209484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74</a:t>
              </a:r>
            </a:p>
          </p:txBody>
        </p:sp>
        <p:sp>
          <p:nvSpPr>
            <p:cNvPr id="718" name="tx718"/>
            <p:cNvSpPr/>
            <p:nvPr/>
          </p:nvSpPr>
          <p:spPr>
            <a:xfrm>
              <a:off x="5333842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19" name="tx719"/>
            <p:cNvSpPr/>
            <p:nvPr/>
          </p:nvSpPr>
          <p:spPr>
            <a:xfrm>
              <a:off x="5378557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0" name="tx720"/>
            <p:cNvSpPr/>
            <p:nvPr/>
          </p:nvSpPr>
          <p:spPr>
            <a:xfrm>
              <a:off x="5950109" y="5783578"/>
              <a:ext cx="124358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73</a:t>
              </a:r>
            </a:p>
          </p:txBody>
        </p:sp>
        <p:sp>
          <p:nvSpPr>
            <p:cNvPr id="721" name="tx721"/>
            <p:cNvSpPr/>
            <p:nvPr/>
          </p:nvSpPr>
          <p:spPr>
            <a:xfrm>
              <a:off x="6074468" y="576519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722" name="tx722"/>
            <p:cNvSpPr/>
            <p:nvPr/>
          </p:nvSpPr>
          <p:spPr>
            <a:xfrm>
              <a:off x="6119182" y="5783578"/>
              <a:ext cx="105430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W</a:t>
              </a:r>
            </a:p>
          </p:txBody>
        </p:sp>
        <p:sp>
          <p:nvSpPr>
            <p:cNvPr id="723" name="tx723"/>
            <p:cNvSpPr/>
            <p:nvPr/>
          </p:nvSpPr>
          <p:spPr>
            <a:xfrm>
              <a:off x="3801860" y="5925448"/>
              <a:ext cx="1149858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Longitude_manual</a:t>
              </a:r>
            </a:p>
          </p:txBody>
        </p:sp>
        <p:sp>
          <p:nvSpPr>
            <p:cNvPr id="724" name="tx724"/>
            <p:cNvSpPr/>
            <p:nvPr/>
          </p:nvSpPr>
          <p:spPr>
            <a:xfrm rot="-5400000">
              <a:off x="1357153" y="3645259"/>
              <a:ext cx="1033180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Latitude_manual</a:t>
              </a:r>
            </a:p>
          </p:txBody>
        </p:sp>
        <p:sp>
          <p:nvSpPr>
            <p:cNvPr id="725" name="rc725"/>
            <p:cNvSpPr/>
            <p:nvPr/>
          </p:nvSpPr>
          <p:spPr>
            <a:xfrm>
              <a:off x="6590850" y="2976782"/>
              <a:ext cx="729514" cy="14371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6" name="tx726"/>
            <p:cNvSpPr/>
            <p:nvPr/>
          </p:nvSpPr>
          <p:spPr>
            <a:xfrm>
              <a:off x="6660439" y="3061824"/>
              <a:ext cx="590336" cy="10021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var1.pred</a:t>
              </a:r>
            </a:p>
          </p:txBody>
        </p:sp>
        <p:pic>
          <p:nvPicPr>
            <p:cNvPr id="727" name="pic72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0439" y="3247085"/>
              <a:ext cx="219455" cy="1097280"/>
            </a:xfrm>
            <a:prstGeom prst="rect">
              <a:avLst/>
            </a:prstGeom>
          </p:spPr>
        </p:pic>
        <p:sp>
          <p:nvSpPr>
            <p:cNvPr id="728" name="pl728"/>
            <p:cNvSpPr/>
            <p:nvPr/>
          </p:nvSpPr>
          <p:spPr>
            <a:xfrm>
              <a:off x="6836004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l729"/>
            <p:cNvSpPr/>
            <p:nvPr/>
          </p:nvSpPr>
          <p:spPr>
            <a:xfrm>
              <a:off x="6836004" y="416026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l730"/>
            <p:cNvSpPr/>
            <p:nvPr/>
          </p:nvSpPr>
          <p:spPr>
            <a:xfrm>
              <a:off x="6836004" y="397799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l731"/>
            <p:cNvSpPr/>
            <p:nvPr/>
          </p:nvSpPr>
          <p:spPr>
            <a:xfrm>
              <a:off x="6836004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l732"/>
            <p:cNvSpPr/>
            <p:nvPr/>
          </p:nvSpPr>
          <p:spPr>
            <a:xfrm>
              <a:off x="6836004" y="361345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l733"/>
            <p:cNvSpPr/>
            <p:nvPr/>
          </p:nvSpPr>
          <p:spPr>
            <a:xfrm>
              <a:off x="6836004" y="343118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l734"/>
            <p:cNvSpPr/>
            <p:nvPr/>
          </p:nvSpPr>
          <p:spPr>
            <a:xfrm>
              <a:off x="6836004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l735"/>
            <p:cNvSpPr/>
            <p:nvPr/>
          </p:nvSpPr>
          <p:spPr>
            <a:xfrm>
              <a:off x="6660439" y="434253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l736"/>
            <p:cNvSpPr/>
            <p:nvPr/>
          </p:nvSpPr>
          <p:spPr>
            <a:xfrm>
              <a:off x="6660439" y="4160266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l737"/>
            <p:cNvSpPr/>
            <p:nvPr/>
          </p:nvSpPr>
          <p:spPr>
            <a:xfrm>
              <a:off x="6660439" y="397799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l738"/>
            <p:cNvSpPr/>
            <p:nvPr/>
          </p:nvSpPr>
          <p:spPr>
            <a:xfrm>
              <a:off x="6660439" y="379572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l739"/>
            <p:cNvSpPr/>
            <p:nvPr/>
          </p:nvSpPr>
          <p:spPr>
            <a:xfrm>
              <a:off x="6660439" y="361345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l740"/>
            <p:cNvSpPr/>
            <p:nvPr/>
          </p:nvSpPr>
          <p:spPr>
            <a:xfrm>
              <a:off x="6660439" y="343118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l741"/>
            <p:cNvSpPr/>
            <p:nvPr/>
          </p:nvSpPr>
          <p:spPr>
            <a:xfrm>
              <a:off x="6660439" y="324891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tx742"/>
            <p:cNvSpPr/>
            <p:nvPr/>
          </p:nvSpPr>
          <p:spPr>
            <a:xfrm>
              <a:off x="6949485" y="4302486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743" name="tx743"/>
            <p:cNvSpPr/>
            <p:nvPr/>
          </p:nvSpPr>
          <p:spPr>
            <a:xfrm>
              <a:off x="6949485" y="4120215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744" name="tx744"/>
            <p:cNvSpPr/>
            <p:nvPr/>
          </p:nvSpPr>
          <p:spPr>
            <a:xfrm>
              <a:off x="6949485" y="3937945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</a:t>
              </a:r>
            </a:p>
          </p:txBody>
        </p:sp>
        <p:sp>
          <p:nvSpPr>
            <p:cNvPr id="745" name="tx745"/>
            <p:cNvSpPr/>
            <p:nvPr/>
          </p:nvSpPr>
          <p:spPr>
            <a:xfrm>
              <a:off x="6949485" y="3755674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</a:t>
              </a:r>
            </a:p>
          </p:txBody>
        </p:sp>
        <p:sp>
          <p:nvSpPr>
            <p:cNvPr id="746" name="tx746"/>
            <p:cNvSpPr/>
            <p:nvPr/>
          </p:nvSpPr>
          <p:spPr>
            <a:xfrm>
              <a:off x="6949485" y="3573404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</a:t>
              </a:r>
            </a:p>
          </p:txBody>
        </p:sp>
        <p:sp>
          <p:nvSpPr>
            <p:cNvPr id="747" name="tx747"/>
            <p:cNvSpPr/>
            <p:nvPr/>
          </p:nvSpPr>
          <p:spPr>
            <a:xfrm>
              <a:off x="6949485" y="3391134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5</a:t>
              </a:r>
            </a:p>
          </p:txBody>
        </p:sp>
        <p:sp>
          <p:nvSpPr>
            <p:cNvPr id="748" name="tx748"/>
            <p:cNvSpPr/>
            <p:nvPr/>
          </p:nvSpPr>
          <p:spPr>
            <a:xfrm>
              <a:off x="6949485" y="3208863"/>
              <a:ext cx="62179" cy="8010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6</a:t>
              </a: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1455</TotalTime>
  <Words>1554</Words>
  <Application>Microsoft Macintosh PowerPoint</Application>
  <PresentationFormat>On-screen Show (4:3)</PresentationFormat>
  <Paragraphs>1114</Paragraphs>
  <Slides>23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23</vt:i4>
      </vt:variant>
    </vt:vector>
  </HeadingPairs>
  <TitlesOfParts>
    <vt:vector size="29" baseType="lpstr">
      <vt:lpstr>Aptos</vt:lpstr>
      <vt:lpstr>Arial</vt:lpstr>
      <vt:lpstr>Calibri</vt:lpstr>
      <vt:lpstr>Helvetica</vt:lpstr>
      <vt:lpstr>Symbol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/>
  <cp:lastModifiedBy>Camille Rumberger</cp:lastModifiedBy>
  <cp:revision>5</cp:revision>
  <dcterms:created xsi:type="dcterms:W3CDTF">2017-02-13T16:18:36Z</dcterms:created>
  <dcterms:modified xsi:type="dcterms:W3CDTF">2025-12-18T14:42:22Z</dcterms:modified>
  <cp:category/>
</cp:coreProperties>
</file>